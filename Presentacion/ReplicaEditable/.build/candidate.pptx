
<file path=[Content_Types].xml><?xml version="1.0" encoding="utf-8"?>
<Types xmlns="http://schemas.openxmlformats.org/package/2006/content-types">
  <Default Extension="xml" ContentType="application/vnd.openxmlformats-package.core-properties+xml"/>
  <Default Extension="rels" ContentType="application/vnd.openxmlformats-package.relationships+xml"/>
  <Override PartName="/docProps/app.xml" ContentType="application/vnd.openxmlformats-officedocument.extended-properties+xml"/>
  <Override PartName="/ppt/presentation.xml" ContentType="application/vnd.openxmlformats-officedocument.presentationml.presentation.main+xml"/>
  <Override PartName="/ppt/theme/theme1.xml" ContentType="application/vnd.openxmlformats-officedocument.theme+xml"/>
  <Override PartName="/ppt/slideMasters/slideMaster1.xml" ContentType="application/vnd.openxmlformats-officedocument.presentationml.slideMaster+xml"/>
  <Override PartName="/ppt/slideMasters/theme/theme2.xml" ContentType="application/vnd.openxmlformats-officedocument.theme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notesMasters/notesMaster1.xml" ContentType="application/vnd.openxmlformats-officedocument.presentationml.notesMaster+xml"/>
  <Override PartName="/ppt/notesMasters/theme/theme3.xml" ContentType="application/vnd.openxmlformats-officedocument.theme+xml"/>
  <Override PartName="/ppt/presProps.xml" ContentType="application/vnd.openxmlformats-officedocument.presentationml.presProps+xml"/>
  <Override PartName="/ppt/tableStyles.xml" ContentType="application/vnd.openxmlformats-officedocument.presentationml.tableStyles+xml"/>
  <Override PartName="/ppt/slides/slide1.xml" ContentType="application/vnd.openxmlformats-officedocument.presentationml.slide+xml"/>
  <Override PartName="/ppt/notesSlides/notesSlide1.xml" ContentType="application/vnd.openxmlformats-officedocument.presentationml.notesSlide+xml"/>
  <Override PartName="/ppt/slides/slide2.xml" ContentType="application/vnd.openxmlformats-officedocument.presentationml.slide+xml"/>
  <Override PartName="/ppt/notesSlides/notesSlide2.xml" ContentType="application/vnd.openxmlformats-officedocument.presentationml.notesSlide+xml"/>
  <Override PartName="/ppt/slides/slide3.xml" ContentType="application/vnd.openxmlformats-officedocument.presentationml.slide+xml"/>
  <Override PartName="/ppt/notesSlides/notesSlide3.xml" ContentType="application/vnd.openxmlformats-officedocument.presentationml.notesSlide+xml"/>
  <Override PartName="/ppt/slides/slide4.xml" ContentType="application/vnd.openxmlformats-officedocument.presentationml.slide+xml"/>
  <Override PartName="/ppt/notesSlides/notesSlide4.xml" ContentType="application/vnd.openxmlformats-officedocument.presentationml.notesSlide+xml"/>
  <Override PartName="/ppt/slides/slide5.xml" ContentType="application/vnd.openxmlformats-officedocument.presentationml.slide+xml"/>
  <Override PartName="/ppt/notesSlides/notesSlide5.xml" ContentType="application/vnd.openxmlformats-officedocument.presentationml.notesSlide+xml"/>
  <Override PartName="/ppt/slides/slide6.xml" ContentType="application/vnd.openxmlformats-officedocument.presentationml.slide+xml"/>
  <Override PartName="/ppt/notesSlides/notesSlide6.xml" ContentType="application/vnd.openxmlformats-officedocument.presentationml.notesSlide+xml"/>
  <Override PartName="/ppt/slides/slide7.xml" ContentType="application/vnd.openxmlformats-officedocument.presentationml.slide+xml"/>
  <Override PartName="/ppt/notesSlides/notesSlide7.xml" ContentType="application/vnd.openxmlformats-officedocument.presentationml.notesSlide+xml"/>
</Types>
</file>

<file path=_rels/.rels>&#65279;<?xml version="1.0" encoding="utf-8"?><Relationships xmlns="http://schemas.openxmlformats.org/package/2006/relationships"><Relationship Type="http://schemas.openxmlformats.org/package/2006/relationships/metadata/core-properties" Target="/docProps/core.xml" Id="R82540573ec6b4108" /><Relationship Type="http://schemas.openxmlformats.org/officeDocument/2006/relationships/extended-properties" Target="/docProps/app.xml" Id="R24f07d40f558458d" /><Relationship Type="http://schemas.openxmlformats.org/officeDocument/2006/relationships/officeDocument" Target="/ppt/presentation.xml" Id="R51c68f2be2cf4701" /></Relationships>
</file>

<file path=ppt/presentation.xml><?xml version="1.0" encoding="utf-8"?>
<p:presentation xmlns:p="http://schemas.openxmlformats.org/presentationml/2006/main">
  <p:sldMasterIdLst>
    <p:sldMasterId xmlns:r="http://schemas.openxmlformats.org/officeDocument/2006/relationships" id="2147483648" r:id="Rbaec62c6590041a0"/>
  </p:sldMasterIdLst>
  <p:notesMasterIdLst>
    <p:notesMasterId xmlns:r="http://schemas.openxmlformats.org/officeDocument/2006/relationships" r:id="R0ca5fac93a3c4373"/>
  </p:notesMasterIdLst>
  <p:sldIdLst>
    <p:sldId xmlns:r="http://schemas.openxmlformats.org/officeDocument/2006/relationships" id="256" r:id="R3bd78533c6454629"/>
    <p:sldId xmlns:r="http://schemas.openxmlformats.org/officeDocument/2006/relationships" id="257" r:id="R067498357b864732"/>
    <p:sldId xmlns:r="http://schemas.openxmlformats.org/officeDocument/2006/relationships" id="258" r:id="R1ae96bbca6c04506"/>
    <p:sldId xmlns:r="http://schemas.openxmlformats.org/officeDocument/2006/relationships" id="259" r:id="Raf76dccb2d8642fa"/>
    <p:sldId xmlns:r="http://schemas.openxmlformats.org/officeDocument/2006/relationships" id="260" r:id="R29d0ea87ef614d4d"/>
    <p:sldId xmlns:r="http://schemas.openxmlformats.org/officeDocument/2006/relationships" id="261" r:id="R28461232b13a4301"/>
    <p:sldId xmlns:r="http://schemas.openxmlformats.org/officeDocument/2006/relationships" id="262" r:id="Rb503271bcc8a4e7e"/>
  </p:sldIdLst>
  <p:sldSz cx="13106400" cy="7372350"/>
  <p:notesSz cx="6858000" cy="9144000"/>
</p:presentation>
</file>

<file path=ppt/presProps.xml><?xml version="1.0" encoding="utf-8"?>
<p:presentationPr xmlns:p="http://schemas.openxmlformats.org/presentationml/2006/main">
  <p:extLst>
    <p:ext xmlns:p14="http://schemas.microsoft.com/office/powerpoint/2010/main" uri="{E76CE94A-603C-4142-B9EB-6D1370010A27}">
      <p14:discardImageEditData val="0"/>
    </p:ext>
    <p:ext xmlns:p14="http://schemas.microsoft.com/office/powerpoint/2010/main" uri="{D31A062A-798A-4329-ABDD-BBA856620510}">
      <p14:defaultImageDpi val="32767"/>
    </p:ext>
    <p:ext xmlns:p15="http://schemas.microsoft.com/office/powerpoint/2012/main" uri="{FD5EFAAD-0ECE-453E-9831-46B23BE46B34}">
      <p15:chartTrackingRefBased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_rels/presentation.xml.rels>&#65279;<?xml version="1.0" encoding="utf-8"?><Relationships xmlns="http://schemas.openxmlformats.org/package/2006/relationships"><Relationship Type="http://schemas.openxmlformats.org/officeDocument/2006/relationships/theme" Target="/ppt/theme/theme1.xml" Id="R35f6327ef9244343" /><Relationship Type="http://schemas.openxmlformats.org/officeDocument/2006/relationships/slideMaster" Target="/ppt/slideMasters/slideMaster1.xml" Id="Rbaec62c6590041a0" /><Relationship Type="http://schemas.openxmlformats.org/officeDocument/2006/relationships/notesMaster" Target="/ppt/notesMasters/notesMaster1.xml" Id="R0ca5fac93a3c4373" /><Relationship Type="http://schemas.openxmlformats.org/officeDocument/2006/relationships/presProps" Target="/ppt/presProps.xml" Id="R90c9c2a1e8a74dd9" /><Relationship Type="http://schemas.openxmlformats.org/officeDocument/2006/relationships/tableStyles" Target="/ppt/tableStyles.xml" Id="Re7ee01c205384f90" /><Relationship Type="http://schemas.openxmlformats.org/officeDocument/2006/relationships/slide" Target="/ppt/slides/slide1.xml" Id="R3bd78533c6454629" /><Relationship Type="http://schemas.openxmlformats.org/officeDocument/2006/relationships/slide" Target="/ppt/slides/slide2.xml" Id="R067498357b864732" /><Relationship Type="http://schemas.openxmlformats.org/officeDocument/2006/relationships/slide" Target="/ppt/slides/slide3.xml" Id="R1ae96bbca6c04506" /><Relationship Type="http://schemas.openxmlformats.org/officeDocument/2006/relationships/slide" Target="/ppt/slides/slide4.xml" Id="Raf76dccb2d8642fa" /><Relationship Type="http://schemas.openxmlformats.org/officeDocument/2006/relationships/slide" Target="/ppt/slides/slide5.xml" Id="R29d0ea87ef614d4d" /><Relationship Type="http://schemas.openxmlformats.org/officeDocument/2006/relationships/slide" Target="/ppt/slides/slide6.xml" Id="R28461232b13a4301" /><Relationship Type="http://schemas.openxmlformats.org/officeDocument/2006/relationships/slide" Target="/ppt/slides/slide7.xml" Id="Rb503271bcc8a4e7e" /></Relationships>
</file>

<file path=ppt/notesMasters/_rels/notesMaster1.xml.rels>&#65279;<?xml version="1.0" encoding="utf-8"?><Relationships xmlns="http://schemas.openxmlformats.org/package/2006/relationships"><Relationship Type="http://schemas.openxmlformats.org/officeDocument/2006/relationships/theme" Target="/ppt/notesMasters/theme/theme3.xml" Id="R07dd835bae17431b" /></Relationships>
</file>

<file path=ppt/notesMasters/notesMaster1.xml><?xml version="1.0" encoding="utf-8"?>
<p:notesMaster xmlns:p="http://schemas.openxmlformats.org/presentationml/2006/main">
  <p:cSld>
    <p:bg>
      <p:bgRef idx="1001">
        <a:schemeClr xmlns:a="http://schemas.openxmlformats.org/drawingml/2006/main" val="bg1"/>
      </p:bgRef>
    </p:bg>
    <p:spTree>
      <p:nvGrpSpPr>
        <p:cNvPr id="1" name=""/>
        <p:cNvGrpSpPr/>
        <p:nvPr/>
      </p:nvGrpSpPr>
      <p:grpSpPr>
        <a:xfrm xmlns:a="http://schemas.openxmlformats.org/drawingml/2006/main"/>
      </p:grpSpPr>
      <p:sp>
        <p:nvSpPr>
          <p:cNvPr id="2" name="Header Placeholder"/>
          <p:cNvSpPr/>
          <p:nvPr>
            <p:ph type="hdr" sz="quarter"/>
          </p:nvPr>
        </p:nvSpPr>
        <p:spPr>
          <a:prstGeom xmlns:a="http://schemas.openxmlformats.org/drawingml/2006/main" prst="rect">
            <a:avLst/>
          </a:prstGeom>
        </p:spPr>
        <p:txBody>
          <a:bodyPr xmlns:a="http://schemas.openxmlformats.org/drawingml/2006/main"/>
          <a:lstStyle xmlns:a="http://schemas.openxmlformats.org/drawingml/2006/main"/>
          <a:p xmlns:a="http://schemas.openxmlformats.org/drawingml/2006/main"/>
        </p:txBody>
      </p:sp>
      <p:sp>
        <p:nvSpPr>
          <p:cNvPr id="3" name="Date Placeholder"/>
          <p:cNvSpPr/>
          <p:nvPr>
            <p:ph type="dt" sz="quarter" idx="1"/>
          </p:nvPr>
        </p:nvSpPr>
        <p:spPr>
          <a:prstGeom xmlns:a="http://schemas.openxmlformats.org/drawingml/2006/main" prst="rect">
            <a:avLst/>
          </a:prstGeom>
        </p:spPr>
        <p:txBody>
          <a:bodyPr xmlns:a="http://schemas.openxmlformats.org/drawingml/2006/main"/>
          <a:lstStyle xmlns:a="http://schemas.openxmlformats.org/drawingml/2006/main"/>
          <a:p xmlns:a="http://schemas.openxmlformats.org/drawingml/2006/main"/>
        </p:txBody>
      </p:sp>
      <p:sp>
        <p:nvSpPr>
          <p:cNvPr id="4" name="Slide Image Placeholder"/>
          <p:cNvSpPr/>
          <p:nvPr>
            <p:ph type="sldImg" idx="2"/>
          </p:nvPr>
        </p:nvSpPr>
        <p:spPr>
          <a:prstGeom xmlns:a="http://schemas.openxmlformats.org/drawingml/2006/main" prst="rect">
            <a:avLst/>
          </a:prstGeom>
        </p:spPr>
        <p:txBody>
          <a:bodyPr xmlns:a="http://schemas.openxmlformats.org/drawingml/2006/main"/>
          <a:lstStyle xmlns:a="http://schemas.openxmlformats.org/drawingml/2006/main"/>
          <a:p xmlns:a="http://schemas.openxmlformats.org/drawingml/2006/main"/>
        </p:txBody>
      </p:sp>
      <p:sp>
        <p:nvSpPr>
          <p:cNvPr id="5" name="Notes Placeholder"/>
          <p:cNvSpPr/>
          <p:nvPr>
            <p:ph type="body" sz="quarter" idx="3"/>
          </p:nvPr>
        </p:nvSpPr>
        <p:spPr>
          <a:prstGeom xmlns:a="http://schemas.openxmlformats.org/drawingml/2006/main" prst="rect">
            <a:avLst/>
          </a:prstGeom>
        </p:spPr>
        <p:txBody>
          <a:bodyPr xmlns:a="http://schemas.openxmlformats.org/drawingml/2006/main"/>
          <a:lstStyle xmlns:a="http://schemas.openxmlformats.org/drawingml/2006/main"/>
          <a:p xmlns:a="http://schemas.openxmlformats.org/drawingml/2006/main"/>
        </p:txBody>
      </p:sp>
      <p:sp>
        <p:nvSpPr>
          <p:cNvPr id="6" name="Footer Placeholder"/>
          <p:cNvSpPr/>
          <p:nvPr>
            <p:ph type="ftr" sz="quarter" idx="4"/>
          </p:nvPr>
        </p:nvSpPr>
        <p:spPr>
          <a:prstGeom xmlns:a="http://schemas.openxmlformats.org/drawingml/2006/main" prst="rect">
            <a:avLst/>
          </a:prstGeom>
        </p:spPr>
        <p:txBody>
          <a:bodyPr xmlns:a="http://schemas.openxmlformats.org/drawingml/2006/main"/>
          <a:lstStyle xmlns:a="http://schemas.openxmlformats.org/drawingml/2006/main"/>
          <a:p xmlns:a="http://schemas.openxmlformats.org/drawingml/2006/main"/>
        </p:txBody>
      </p:sp>
      <p:sp>
        <p:nvSpPr>
          <p:cNvPr id="7" name="Slide Number Placeholder"/>
          <p:cNvSpPr/>
          <p:nvPr>
            <p:ph type="sldNum" sz="quarter" idx="5"/>
          </p:nvPr>
        </p:nvSpPr>
        <p:spPr>
          <a:prstGeom xmlns:a="http://schemas.openxmlformats.org/drawingml/2006/main" prst="rect">
            <a:avLst/>
          </a:prstGeom>
        </p:spPr>
        <p:txBody>
          <a:bodyPr xmlns:a="http://schemas.openxmlformats.org/drawingml/2006/main"/>
          <a:lstStyle xmlns:a="http://schemas.openxmlformats.org/drawingml/2006/main"/>
          <a:p xmlns:a="http://schemas.openxmlformats.org/drawingml/2006/main"/>
        </p:txBody>
      </p:sp>
    </p:spTree>
  </p:cSld>
  <p:clrMap bg1="lt1" tx1="dk1" bg2="lt2" tx2="dk2" accent1="accent1" accent2="accent2" accent3="accent3" accent4="accent4" accent5="accent5" accent6="accent6" hlink="hlink" folHlink="folHlink"/>
  <p:notesStyle>
    <a:lvl1pPr xmlns:a="http://schemas.openxmlformats.org/drawingml/2006/main" marL="0" algn="l" defTabSz="914400" rtl="0" eaLnBrk="1" latinLnBrk="0" hangingPunct="1">
      <a:defRPr sz="1200" kern="1200"/>
    </a:lvl1pPr>
  </p:notesStyle>
</p:notesMaster>
</file>

<file path=ppt/notesMasters/theme/theme3.xml><?xml version="1.0" encoding="utf-8"?>
<a:theme xmlns:a="http://schemas.openxmlformats.org/drawingml/2006/main" name="ChatGPT">
  <a:themeElements>
    <a:clrScheme name="ChatGPT">
      <a:dk1>
        <a:srgbClr val="000000"/>
      </a:dk1>
      <a:lt1>
        <a:srgbClr val="FFFFFF"/>
      </a:lt1>
      <a:dk2>
        <a:srgbClr val="0E2841"/>
      </a:dk2>
      <a:lt2>
        <a:srgbClr val="E8E8E8"/>
      </a:lt2>
      <a:accent1>
        <a:srgbClr val="156082"/>
      </a:accent1>
      <a:accent2>
        <a:srgbClr val="E97132"/>
      </a:accent2>
      <a:accent3>
        <a:srgbClr val="196B24"/>
      </a:accent3>
      <a:accent4>
        <a:srgbClr val="0F9ED5"/>
      </a:accent4>
      <a:accent5>
        <a:srgbClr val="A02B93"/>
      </a:accent5>
      <a:accent6>
        <a:srgbClr val="4EA72E"/>
      </a:accent6>
      <a:hlink>
        <a:srgbClr val="467886"/>
      </a:hlink>
      <a:folHlink>
        <a:srgbClr val="96607D"/>
      </a:folHlink>
    </a:clrScheme>
    <a:fontScheme name="">
      <a:majorFont>
        <a:latin typeface="Aptos"/>
        <a:ea typeface=""/>
        <a:cs typeface=""/>
      </a:majorFont>
      <a:minorFont>
        <a:latin typeface="Aptos"/>
        <a:ea typeface=""/>
        <a:cs typeface=""/>
      </a:minorFont>
    </a:fontScheme>
    <a:fmtScheme name="ChatGPT">
      <a:fillStyleLst>
        <a:solidFill>
          <a:schemeClr val="phClr"/>
        </a:solidFill>
        <a:gradFill>
          <a:gsLst>
            <a:gs pos="0">
              <a:schemeClr val="phClr">
                <a:tint val="67000"/>
                <a:lumMod val="110000"/>
                <a:satMod val="105000"/>
              </a:schemeClr>
            </a:gs>
            <a:gs pos="50000">
              <a:schemeClr val="phClr">
                <a:tint val="73000"/>
                <a:lumMod val="105000"/>
                <a:satMod val="103000"/>
              </a:schemeClr>
            </a:gs>
            <a:gs pos="100000">
              <a:schemeClr val="phClr">
                <a:tint val="81000"/>
                <a:lumMod val="105000"/>
                <a:satMod val="109000"/>
              </a:schemeClr>
            </a:gs>
          </a:gsLst>
          <a:lin ang="5400000" scaled="0"/>
        </a:gradFill>
        <a:gradFill>
          <a:gsLst>
            <a:gs pos="0">
              <a:schemeClr val="phClr">
                <a:tint val="94000"/>
                <a:lumMod val="102000"/>
                <a:satMod val="103000"/>
              </a:schemeClr>
            </a:gs>
            <a:gs pos="50000">
              <a:schemeClr val="phClr">
                <a:shade val="100000"/>
                <a:lumMod val="100000"/>
                <a:satMod val="110000"/>
              </a:schemeClr>
            </a:gs>
            <a:gs pos="100000">
              <a:schemeClr val="phClr">
                <a:shade val="78000"/>
                <a:lumMod val="99000"/>
                <a:satMod val="120000"/>
              </a:schemeClr>
            </a:gs>
          </a:gsLst>
          <a:lin ang="5400000" scaled="0"/>
        </a:gradFill>
      </a:fillStyleLst>
      <a:lnStyleLst>
        <a:ln w="12700">
          <a:solidFill>
            <a:schemeClr val="phClr"/>
          </a:solidFill>
          <a:prstDash val="solid"/>
        </a:ln>
        <a:ln w="19050">
          <a:solidFill>
            <a:schemeClr val="phClr"/>
          </a:solidFill>
          <a:prstDash val="solid"/>
        </a:ln>
        <a:ln w="25400">
          <a:solidFill>
            <a:schemeClr val="phClr"/>
          </a:solidFill>
          <a:prstDash val="solid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>
              <a:srgbClr val="000000">
                <a:alpha val="16000"/>
              </a:srgbClr>
            </a:outerShdw>
          </a:effectLst>
        </a:effectStyle>
        <a:effectStyle>
          <a:effectLst>
            <a:outerShdw blurRad="19050" dist="9525" dir="5400000">
              <a:srgbClr val="000000">
                <a:alpha val="6000"/>
              </a:srgbClr>
            </a:outerShdw>
          </a:effectLst>
        </a:effectStyle>
        <a:effectStyle>
          <a:effectLst>
            <a:outerShdw blurRad="28575" dist="9525" dir="5400000">
              <a:srgbClr val="000000">
                <a:alpha val="8000"/>
              </a:srgbClr>
            </a:outerShdw>
          </a:effectLst>
        </a:effectStyle>
        <a:effectStyle>
          <a:effectLst>
            <a:outerShdw blurRad="57150" dist="19050" dir="5400000">
              <a:srgbClr val="000000">
                <a:alpha val="10000"/>
              </a:srgbClr>
            </a:outerShdw>
          </a:effectLst>
        </a:effectStyle>
        <a:effectStyle>
          <a:effectLst>
            <a:outerShdw blurRad="114300" dist="38100" dir="5400000">
              <a:srgbClr val="000000">
                <a:alpha val="12000"/>
              </a:srgbClr>
            </a:outerShdw>
          </a:effectLst>
        </a:effectStyle>
        <a:effectStyle>
          <a:effectLst>
            <a:outerShdw blurRad="171450" dist="57150" dir="5400000">
              <a:srgbClr val="000000">
                <a:alpha val="16000"/>
              </a:srgbClr>
            </a:outerShdw>
          </a:effectLst>
        </a:effectStyle>
        <a:effectStyle>
          <a:effectLst>
            <a:outerShdw blurRad="266700" dist="95250" dir="5400000">
              <a:srgbClr val="000000">
                <a:alpha val="24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>
          <a:gsLst>
            <a:gs pos="0">
              <a:schemeClr val="phClr">
                <a:tint val="93000"/>
                <a:shade val="98000"/>
                <a:lumMod val="102000"/>
                <a:satMod val="150000"/>
              </a:schemeClr>
            </a:gs>
            <a:gs pos="50000">
              <a:schemeClr val="phClr">
                <a:tint val="98000"/>
                <a:shade val="90000"/>
                <a:lumMod val="103000"/>
                <a:satMod val="130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</a:theme>
</file>

<file path=ppt/notesSlides/_rels/notesSlide1.xml.rels>&#65279;<?xml version="1.0" encoding="utf-8"?><Relationships xmlns="http://schemas.openxmlformats.org/package/2006/relationships"><Relationship Type="http://schemas.openxmlformats.org/officeDocument/2006/relationships/slide" Target="/ppt/slides/slide1.xml" Id="Rd72351662e7a4173" /><Relationship Type="http://schemas.openxmlformats.org/officeDocument/2006/relationships/notesMaster" Target="/ppt/notesMasters/notesMaster1.xml" Id="Rcabcd6cb18e54579" /></Relationships>
</file>

<file path=ppt/notesSlides/_rels/notesSlide2.xml.rels>&#65279;<?xml version="1.0" encoding="utf-8"?><Relationships xmlns="http://schemas.openxmlformats.org/package/2006/relationships"><Relationship Type="http://schemas.openxmlformats.org/officeDocument/2006/relationships/slide" Target="/ppt/slides/slide2.xml" Id="R1bcec29ae17542ef" /><Relationship Type="http://schemas.openxmlformats.org/officeDocument/2006/relationships/notesMaster" Target="/ppt/notesMasters/notesMaster1.xml" Id="Rb1fe7ab8b96d46c9" /></Relationships>
</file>

<file path=ppt/notesSlides/_rels/notesSlide3.xml.rels>&#65279;<?xml version="1.0" encoding="utf-8"?><Relationships xmlns="http://schemas.openxmlformats.org/package/2006/relationships"><Relationship Type="http://schemas.openxmlformats.org/officeDocument/2006/relationships/slide" Target="/ppt/slides/slide3.xml" Id="R0fb64c85f97f424a" /><Relationship Type="http://schemas.openxmlformats.org/officeDocument/2006/relationships/notesMaster" Target="/ppt/notesMasters/notesMaster1.xml" Id="R3787ab8631604b82" /></Relationships>
</file>

<file path=ppt/notesSlides/_rels/notesSlide4.xml.rels>&#65279;<?xml version="1.0" encoding="utf-8"?><Relationships xmlns="http://schemas.openxmlformats.org/package/2006/relationships"><Relationship Type="http://schemas.openxmlformats.org/officeDocument/2006/relationships/slide" Target="/ppt/slides/slide4.xml" Id="Rb1ab017688e94f64" /><Relationship Type="http://schemas.openxmlformats.org/officeDocument/2006/relationships/notesMaster" Target="/ppt/notesMasters/notesMaster1.xml" Id="Rdb313e237927402a" /></Relationships>
</file>

<file path=ppt/notesSlides/_rels/notesSlide5.xml.rels>&#65279;<?xml version="1.0" encoding="utf-8"?><Relationships xmlns="http://schemas.openxmlformats.org/package/2006/relationships"><Relationship Type="http://schemas.openxmlformats.org/officeDocument/2006/relationships/slide" Target="/ppt/slides/slide5.xml" Id="R59140625d58a40de" /><Relationship Type="http://schemas.openxmlformats.org/officeDocument/2006/relationships/notesMaster" Target="/ppt/notesMasters/notesMaster1.xml" Id="R3c21c616c3564a02" /></Relationships>
</file>

<file path=ppt/notesSlides/_rels/notesSlide6.xml.rels>&#65279;<?xml version="1.0" encoding="utf-8"?><Relationships xmlns="http://schemas.openxmlformats.org/package/2006/relationships"><Relationship Type="http://schemas.openxmlformats.org/officeDocument/2006/relationships/slide" Target="/ppt/slides/slide6.xml" Id="Raf47186f5b2d4ab7" /><Relationship Type="http://schemas.openxmlformats.org/officeDocument/2006/relationships/notesMaster" Target="/ppt/notesMasters/notesMaster1.xml" Id="Ra62b6db44875437a" /></Relationships>
</file>

<file path=ppt/notesSlides/_rels/notesSlide7.xml.rels>&#65279;<?xml version="1.0" encoding="utf-8"?><Relationships xmlns="http://schemas.openxmlformats.org/package/2006/relationships"><Relationship Type="http://schemas.openxmlformats.org/officeDocument/2006/relationships/slide" Target="/ppt/slides/slide7.xml" Id="R792496ffd235427a" /><Relationship Type="http://schemas.openxmlformats.org/officeDocument/2006/relationships/notesMaster" Target="/ppt/notesMasters/notesMaster1.xml" Id="R02f39497c98241c7" /></Relationships>
</file>

<file path=ppt/notesSlides/notesSlide1.xml><?xml version="1.0" encoding="utf-8"?>
<p:notes xmlns:p="http://schemas.openxmlformats.org/presentationml/2006/main">
  <p:cSld>
    <p:spTree>
      <p:nvGrpSpPr>
        <p:cNvPr id="1" name=""/>
        <p:cNvGrpSpPr/>
        <p:nvPr/>
      </p:nvGrpSpPr>
      <p:grpSpPr>
        <a:xfrm xmlns:a="http://schemas.openxmlformats.org/drawingml/2006/main"/>
      </p:grpSpPr>
      <p:sp>
        <p:nvSpPr>
          <p:cNvPr id="2" name="Slide Image Placeholder 1"/>
          <p:cNvSpPr>
            <a:spLocks xmlns:a="http://schemas.openxmlformats.org/drawingml/2006/main" noGrp="1"/>
          </p:cNvSpPr>
          <p:nvPr>
            <p:ph type="sldImg" idx="0"/>
          </p:nvPr>
        </p:nvSpPr>
        <p:spPr/>
      </p:sp>
      <p:sp>
        <p:nvSpPr>
          <p:cNvPr id="3" name="Notes Placeholder 2"/>
          <p:cNvSpPr>
            <a:spLocks xmlns:a="http://schemas.openxmlformats.org/drawingml/2006/main" noGrp="1"/>
          </p:cNvSpPr>
          <p:nvPr>
            <p:ph type="body" idx="1"/>
          </p:nvPr>
        </p:nvSpPr>
        <p:spPr/>
        <p:txBody>
          <a:bodyPr xmlns:a="http://schemas.openxmlformats.org/drawingml/2006/main"/>
          <a:lstStyle xmlns:a="http://schemas.openxmlformats.org/drawingml/2006/main"/>
          <a:p xmlns:a="http://schemas.openxmlformats.org/drawingml/2006/main">
            <a:r>
              <a:t>Reconstrucción editable de la diapositiva 1 del archivo aportado por el usuario. Textos, fondos, marcos y diagramas nativos. Las ilustraciones se reconstruyeron como formas vectoriales agrupadas por color; el texto pequeño dentro de ellas es parte del trazado, no texto tipográfico. Pueden existir diferencias de textura y tipografía respecto al original rasterizado.</a:t>
            </a:r>
          </a:p>
        </p:txBody>
      </p:sp>
      <p:sp>
        <p:nvSpPr>
          <p:cNvPr id="4" name="Slide Number Placeholder 3"/>
          <p:cNvSpPr>
            <a:spLocks xmlns:a="http://schemas.openxmlformats.org/drawingml/2006/main" noGrp="1"/>
          </p:cNvSpPr>
          <p:nvPr>
            <p:ph type="sldNum" idx="5"/>
          </p:nvPr>
        </p:nvSpPr>
        <p:spPr/>
        <p:txBody>
          <a:bodyPr xmlns:a="http://schemas.openxmlformats.org/drawingml/2006/main"/>
          <a:lstStyle xmlns:a="http://schemas.openxmlformats.org/drawingml/2006/main"/>
          <a:p xmlns:a="http://schemas.openxmlformats.org/drawingml/2006/main"/>
        </p:txBody>
      </p:sp>
    </p:spTree>
  </p:cSld>
  <p:clrMapOvr>
    <a:masterClrMapping xmlns:a="http://schemas.openxmlformats.org/drawingml/2006/main"/>
  </p:clrMapOvr>
</p:notes>
</file>

<file path=ppt/notesSlides/notesSlide2.xml><?xml version="1.0" encoding="utf-8"?>
<p:notes xmlns:p="http://schemas.openxmlformats.org/presentationml/2006/main">
  <p:cSld>
    <p:spTree>
      <p:nvGrpSpPr>
        <p:cNvPr id="1" name=""/>
        <p:cNvGrpSpPr/>
        <p:nvPr/>
      </p:nvGrpSpPr>
      <p:grpSpPr>
        <a:xfrm xmlns:a="http://schemas.openxmlformats.org/drawingml/2006/main"/>
      </p:grpSpPr>
      <p:sp>
        <p:nvSpPr>
          <p:cNvPr id="2" name="Slide Image Placeholder 1"/>
          <p:cNvSpPr>
            <a:spLocks xmlns:a="http://schemas.openxmlformats.org/drawingml/2006/main" noGrp="1"/>
          </p:cNvSpPr>
          <p:nvPr>
            <p:ph type="sldImg" idx="0"/>
          </p:nvPr>
        </p:nvSpPr>
        <p:spPr/>
      </p:sp>
      <p:sp>
        <p:nvSpPr>
          <p:cNvPr id="3" name="Notes Placeholder 2"/>
          <p:cNvSpPr>
            <a:spLocks xmlns:a="http://schemas.openxmlformats.org/drawingml/2006/main" noGrp="1"/>
          </p:cNvSpPr>
          <p:nvPr>
            <p:ph type="body" idx="1"/>
          </p:nvPr>
        </p:nvSpPr>
        <p:spPr/>
        <p:txBody>
          <a:bodyPr xmlns:a="http://schemas.openxmlformats.org/drawingml/2006/main"/>
          <a:lstStyle xmlns:a="http://schemas.openxmlformats.org/drawingml/2006/main"/>
          <a:p xmlns:a="http://schemas.openxmlformats.org/drawingml/2006/main">
            <a:r>
              <a:t>Reconstrucción editable de la diapositiva 2 del archivo aportado por el usuario. Textos, fondos, marcos y diagramas nativos. Las ilustraciones se reconstruyeron como formas vectoriales agrupadas por color; el texto pequeño dentro de ellas es parte del trazado, no texto tipográfico. Pueden existir diferencias de textura y tipografía respecto al original rasterizado.</a:t>
            </a:r>
          </a:p>
        </p:txBody>
      </p:sp>
      <p:sp>
        <p:nvSpPr>
          <p:cNvPr id="4" name="Slide Number Placeholder 3"/>
          <p:cNvSpPr>
            <a:spLocks xmlns:a="http://schemas.openxmlformats.org/drawingml/2006/main" noGrp="1"/>
          </p:cNvSpPr>
          <p:nvPr>
            <p:ph type="sldNum" idx="5"/>
          </p:nvPr>
        </p:nvSpPr>
        <p:spPr/>
        <p:txBody>
          <a:bodyPr xmlns:a="http://schemas.openxmlformats.org/drawingml/2006/main"/>
          <a:lstStyle xmlns:a="http://schemas.openxmlformats.org/drawingml/2006/main"/>
          <a:p xmlns:a="http://schemas.openxmlformats.org/drawingml/2006/main"/>
        </p:txBody>
      </p:sp>
    </p:spTree>
  </p:cSld>
  <p:clrMapOvr>
    <a:masterClrMapping xmlns:a="http://schemas.openxmlformats.org/drawingml/2006/main"/>
  </p:clrMapOvr>
</p:notes>
</file>

<file path=ppt/notesSlides/notesSlide3.xml><?xml version="1.0" encoding="utf-8"?>
<p:notes xmlns:p="http://schemas.openxmlformats.org/presentationml/2006/main">
  <p:cSld>
    <p:spTree>
      <p:nvGrpSpPr>
        <p:cNvPr id="1" name=""/>
        <p:cNvGrpSpPr/>
        <p:nvPr/>
      </p:nvGrpSpPr>
      <p:grpSpPr>
        <a:xfrm xmlns:a="http://schemas.openxmlformats.org/drawingml/2006/main"/>
      </p:grpSpPr>
      <p:sp>
        <p:nvSpPr>
          <p:cNvPr id="2" name="Slide Image Placeholder 1"/>
          <p:cNvSpPr>
            <a:spLocks xmlns:a="http://schemas.openxmlformats.org/drawingml/2006/main" noGrp="1"/>
          </p:cNvSpPr>
          <p:nvPr>
            <p:ph type="sldImg" idx="0"/>
          </p:nvPr>
        </p:nvSpPr>
        <p:spPr/>
      </p:sp>
      <p:sp>
        <p:nvSpPr>
          <p:cNvPr id="3" name="Notes Placeholder 2"/>
          <p:cNvSpPr>
            <a:spLocks xmlns:a="http://schemas.openxmlformats.org/drawingml/2006/main" noGrp="1"/>
          </p:cNvSpPr>
          <p:nvPr>
            <p:ph type="body" idx="1"/>
          </p:nvPr>
        </p:nvSpPr>
        <p:spPr/>
        <p:txBody>
          <a:bodyPr xmlns:a="http://schemas.openxmlformats.org/drawingml/2006/main"/>
          <a:lstStyle xmlns:a="http://schemas.openxmlformats.org/drawingml/2006/main"/>
          <a:p xmlns:a="http://schemas.openxmlformats.org/drawingml/2006/main">
            <a:r>
              <a:t>Reconstrucción editable de la diapositiva 3 del archivo aportado por el usuario. Textos, fondos, marcos y diagramas nativos. Las ilustraciones se reconstruyeron como formas vectoriales agrupadas por color; el texto pequeño dentro de ellas es parte del trazado, no texto tipográfico. Pueden existir diferencias de textura y tipografía respecto al original rasterizado.</a:t>
            </a:r>
          </a:p>
        </p:txBody>
      </p:sp>
      <p:sp>
        <p:nvSpPr>
          <p:cNvPr id="4" name="Slide Number Placeholder 3"/>
          <p:cNvSpPr>
            <a:spLocks xmlns:a="http://schemas.openxmlformats.org/drawingml/2006/main" noGrp="1"/>
          </p:cNvSpPr>
          <p:nvPr>
            <p:ph type="sldNum" idx="5"/>
          </p:nvPr>
        </p:nvSpPr>
        <p:spPr/>
        <p:txBody>
          <a:bodyPr xmlns:a="http://schemas.openxmlformats.org/drawingml/2006/main"/>
          <a:lstStyle xmlns:a="http://schemas.openxmlformats.org/drawingml/2006/main"/>
          <a:p xmlns:a="http://schemas.openxmlformats.org/drawingml/2006/main"/>
        </p:txBody>
      </p:sp>
    </p:spTree>
  </p:cSld>
  <p:clrMapOvr>
    <a:masterClrMapping xmlns:a="http://schemas.openxmlformats.org/drawingml/2006/main"/>
  </p:clrMapOvr>
</p:notes>
</file>

<file path=ppt/notesSlides/notesSlide4.xml><?xml version="1.0" encoding="utf-8"?>
<p:notes xmlns:p="http://schemas.openxmlformats.org/presentationml/2006/main">
  <p:cSld>
    <p:spTree>
      <p:nvGrpSpPr>
        <p:cNvPr id="1" name=""/>
        <p:cNvGrpSpPr/>
        <p:nvPr/>
      </p:nvGrpSpPr>
      <p:grpSpPr>
        <a:xfrm xmlns:a="http://schemas.openxmlformats.org/drawingml/2006/main"/>
      </p:grpSpPr>
      <p:sp>
        <p:nvSpPr>
          <p:cNvPr id="2" name="Slide Image Placeholder 1"/>
          <p:cNvSpPr>
            <a:spLocks xmlns:a="http://schemas.openxmlformats.org/drawingml/2006/main" noGrp="1"/>
          </p:cNvSpPr>
          <p:nvPr>
            <p:ph type="sldImg" idx="0"/>
          </p:nvPr>
        </p:nvSpPr>
        <p:spPr/>
      </p:sp>
      <p:sp>
        <p:nvSpPr>
          <p:cNvPr id="3" name="Notes Placeholder 2"/>
          <p:cNvSpPr>
            <a:spLocks xmlns:a="http://schemas.openxmlformats.org/drawingml/2006/main" noGrp="1"/>
          </p:cNvSpPr>
          <p:nvPr>
            <p:ph type="body" idx="1"/>
          </p:nvPr>
        </p:nvSpPr>
        <p:spPr/>
        <p:txBody>
          <a:bodyPr xmlns:a="http://schemas.openxmlformats.org/drawingml/2006/main"/>
          <a:lstStyle xmlns:a="http://schemas.openxmlformats.org/drawingml/2006/main"/>
          <a:p xmlns:a="http://schemas.openxmlformats.org/drawingml/2006/main">
            <a:r>
              <a:t>Reconstrucción editable de la diapositiva 4 del archivo aportado por el usuario. Textos, fondos, marcos y diagramas nativos. Las ilustraciones se reconstruyeron como formas vectoriales agrupadas por color; el texto pequeño dentro de ellas es parte del trazado, no texto tipográfico. Pueden existir diferencias de textura y tipografía respecto al original rasterizado.</a:t>
            </a:r>
          </a:p>
        </p:txBody>
      </p:sp>
      <p:sp>
        <p:nvSpPr>
          <p:cNvPr id="4" name="Slide Number Placeholder 3"/>
          <p:cNvSpPr>
            <a:spLocks xmlns:a="http://schemas.openxmlformats.org/drawingml/2006/main" noGrp="1"/>
          </p:cNvSpPr>
          <p:nvPr>
            <p:ph type="sldNum" idx="5"/>
          </p:nvPr>
        </p:nvSpPr>
        <p:spPr/>
        <p:txBody>
          <a:bodyPr xmlns:a="http://schemas.openxmlformats.org/drawingml/2006/main"/>
          <a:lstStyle xmlns:a="http://schemas.openxmlformats.org/drawingml/2006/main"/>
          <a:p xmlns:a="http://schemas.openxmlformats.org/drawingml/2006/main"/>
        </p:txBody>
      </p:sp>
    </p:spTree>
  </p:cSld>
  <p:clrMapOvr>
    <a:masterClrMapping xmlns:a="http://schemas.openxmlformats.org/drawingml/2006/main"/>
  </p:clrMapOvr>
</p:notes>
</file>

<file path=ppt/notesSlides/notesSlide5.xml><?xml version="1.0" encoding="utf-8"?>
<p:notes xmlns:p="http://schemas.openxmlformats.org/presentationml/2006/main">
  <p:cSld>
    <p:spTree>
      <p:nvGrpSpPr>
        <p:cNvPr id="1" name=""/>
        <p:cNvGrpSpPr/>
        <p:nvPr/>
      </p:nvGrpSpPr>
      <p:grpSpPr>
        <a:xfrm xmlns:a="http://schemas.openxmlformats.org/drawingml/2006/main"/>
      </p:grpSpPr>
      <p:sp>
        <p:nvSpPr>
          <p:cNvPr id="2" name="Slide Image Placeholder 1"/>
          <p:cNvSpPr>
            <a:spLocks xmlns:a="http://schemas.openxmlformats.org/drawingml/2006/main" noGrp="1"/>
          </p:cNvSpPr>
          <p:nvPr>
            <p:ph type="sldImg" idx="0"/>
          </p:nvPr>
        </p:nvSpPr>
        <p:spPr/>
      </p:sp>
      <p:sp>
        <p:nvSpPr>
          <p:cNvPr id="3" name="Notes Placeholder 2"/>
          <p:cNvSpPr>
            <a:spLocks xmlns:a="http://schemas.openxmlformats.org/drawingml/2006/main" noGrp="1"/>
          </p:cNvSpPr>
          <p:nvPr>
            <p:ph type="body" idx="1"/>
          </p:nvPr>
        </p:nvSpPr>
        <p:spPr/>
        <p:txBody>
          <a:bodyPr xmlns:a="http://schemas.openxmlformats.org/drawingml/2006/main"/>
          <a:lstStyle xmlns:a="http://schemas.openxmlformats.org/drawingml/2006/main"/>
          <a:p xmlns:a="http://schemas.openxmlformats.org/drawingml/2006/main">
            <a:r>
              <a:t>Reconstrucción editable de la diapositiva 5 del archivo aportado por el usuario. Textos, fondos, marcos y diagramas nativos. Las ilustraciones se reconstruyeron como formas vectoriales agrupadas por color; el texto pequeño dentro de ellas es parte del trazado, no texto tipográfico. Pueden existir diferencias de textura y tipografía respecto al original rasterizado.</a:t>
            </a:r>
          </a:p>
        </p:txBody>
      </p:sp>
      <p:sp>
        <p:nvSpPr>
          <p:cNvPr id="4" name="Slide Number Placeholder 3"/>
          <p:cNvSpPr>
            <a:spLocks xmlns:a="http://schemas.openxmlformats.org/drawingml/2006/main" noGrp="1"/>
          </p:cNvSpPr>
          <p:nvPr>
            <p:ph type="sldNum" idx="5"/>
          </p:nvPr>
        </p:nvSpPr>
        <p:spPr/>
        <p:txBody>
          <a:bodyPr xmlns:a="http://schemas.openxmlformats.org/drawingml/2006/main"/>
          <a:lstStyle xmlns:a="http://schemas.openxmlformats.org/drawingml/2006/main"/>
          <a:p xmlns:a="http://schemas.openxmlformats.org/drawingml/2006/main"/>
        </p:txBody>
      </p:sp>
    </p:spTree>
  </p:cSld>
  <p:clrMapOvr>
    <a:masterClrMapping xmlns:a="http://schemas.openxmlformats.org/drawingml/2006/main"/>
  </p:clrMapOvr>
</p:notes>
</file>

<file path=ppt/notesSlides/notesSlide6.xml><?xml version="1.0" encoding="utf-8"?>
<p:notes xmlns:p="http://schemas.openxmlformats.org/presentationml/2006/main">
  <p:cSld>
    <p:spTree>
      <p:nvGrpSpPr>
        <p:cNvPr id="1" name=""/>
        <p:cNvGrpSpPr/>
        <p:nvPr/>
      </p:nvGrpSpPr>
      <p:grpSpPr>
        <a:xfrm xmlns:a="http://schemas.openxmlformats.org/drawingml/2006/main"/>
      </p:grpSpPr>
      <p:sp>
        <p:nvSpPr>
          <p:cNvPr id="2" name="Slide Image Placeholder 1"/>
          <p:cNvSpPr>
            <a:spLocks xmlns:a="http://schemas.openxmlformats.org/drawingml/2006/main" noGrp="1"/>
          </p:cNvSpPr>
          <p:nvPr>
            <p:ph type="sldImg" idx="0"/>
          </p:nvPr>
        </p:nvSpPr>
        <p:spPr/>
      </p:sp>
      <p:sp>
        <p:nvSpPr>
          <p:cNvPr id="3" name="Notes Placeholder 2"/>
          <p:cNvSpPr>
            <a:spLocks xmlns:a="http://schemas.openxmlformats.org/drawingml/2006/main" noGrp="1"/>
          </p:cNvSpPr>
          <p:nvPr>
            <p:ph type="body" idx="1"/>
          </p:nvPr>
        </p:nvSpPr>
        <p:spPr/>
        <p:txBody>
          <a:bodyPr xmlns:a="http://schemas.openxmlformats.org/drawingml/2006/main"/>
          <a:lstStyle xmlns:a="http://schemas.openxmlformats.org/drawingml/2006/main"/>
          <a:p xmlns:a="http://schemas.openxmlformats.org/drawingml/2006/main">
            <a:r>
              <a:t>Reconstrucción editable de la diapositiva 6 del archivo aportado por el usuario. Textos, fondos, marcos y diagramas nativos. Las ilustraciones se reconstruyeron como formas vectoriales agrupadas por color; el texto pequeño dentro de ellas es parte del trazado, no texto tipográfico. Pueden existir diferencias de textura y tipografía respecto al original rasterizado.</a:t>
            </a:r>
          </a:p>
        </p:txBody>
      </p:sp>
      <p:sp>
        <p:nvSpPr>
          <p:cNvPr id="4" name="Slide Number Placeholder 3"/>
          <p:cNvSpPr>
            <a:spLocks xmlns:a="http://schemas.openxmlformats.org/drawingml/2006/main" noGrp="1"/>
          </p:cNvSpPr>
          <p:nvPr>
            <p:ph type="sldNum" idx="5"/>
          </p:nvPr>
        </p:nvSpPr>
        <p:spPr/>
        <p:txBody>
          <a:bodyPr xmlns:a="http://schemas.openxmlformats.org/drawingml/2006/main"/>
          <a:lstStyle xmlns:a="http://schemas.openxmlformats.org/drawingml/2006/main"/>
          <a:p xmlns:a="http://schemas.openxmlformats.org/drawingml/2006/main"/>
        </p:txBody>
      </p:sp>
    </p:spTree>
  </p:cSld>
  <p:clrMapOvr>
    <a:masterClrMapping xmlns:a="http://schemas.openxmlformats.org/drawingml/2006/main"/>
  </p:clrMapOvr>
</p:notes>
</file>

<file path=ppt/notesSlides/notesSlide7.xml><?xml version="1.0" encoding="utf-8"?>
<p:notes xmlns:p="http://schemas.openxmlformats.org/presentationml/2006/main">
  <p:cSld>
    <p:spTree>
      <p:nvGrpSpPr>
        <p:cNvPr id="1" name=""/>
        <p:cNvGrpSpPr/>
        <p:nvPr/>
      </p:nvGrpSpPr>
      <p:grpSpPr>
        <a:xfrm xmlns:a="http://schemas.openxmlformats.org/drawingml/2006/main"/>
      </p:grpSpPr>
      <p:sp>
        <p:nvSpPr>
          <p:cNvPr id="2" name="Slide Image Placeholder 1"/>
          <p:cNvSpPr>
            <a:spLocks xmlns:a="http://schemas.openxmlformats.org/drawingml/2006/main" noGrp="1"/>
          </p:cNvSpPr>
          <p:nvPr>
            <p:ph type="sldImg" idx="0"/>
          </p:nvPr>
        </p:nvSpPr>
        <p:spPr/>
      </p:sp>
      <p:sp>
        <p:nvSpPr>
          <p:cNvPr id="3" name="Notes Placeholder 2"/>
          <p:cNvSpPr>
            <a:spLocks xmlns:a="http://schemas.openxmlformats.org/drawingml/2006/main" noGrp="1"/>
          </p:cNvSpPr>
          <p:nvPr>
            <p:ph type="body" idx="1"/>
          </p:nvPr>
        </p:nvSpPr>
        <p:spPr/>
        <p:txBody>
          <a:bodyPr xmlns:a="http://schemas.openxmlformats.org/drawingml/2006/main"/>
          <a:lstStyle xmlns:a="http://schemas.openxmlformats.org/drawingml/2006/main"/>
          <a:p xmlns:a="http://schemas.openxmlformats.org/drawingml/2006/main">
            <a:r>
              <a:t>Reconstrucción editable de la diapositiva 7 del archivo aportado por el usuario. Textos, fondos, marcos y diagramas nativos. Las ilustraciones se reconstruyeron como formas vectoriales agrupadas por color; el texto pequeño dentro de ellas es parte del trazado, no texto tipográfico. Pueden existir diferencias de textura y tipografía respecto al original rasterizado.</a:t>
            </a:r>
          </a:p>
        </p:txBody>
      </p:sp>
      <p:sp>
        <p:nvSpPr>
          <p:cNvPr id="4" name="Slide Number Placeholder 3"/>
          <p:cNvSpPr>
            <a:spLocks xmlns:a="http://schemas.openxmlformats.org/drawingml/2006/main" noGrp="1"/>
          </p:cNvSpPr>
          <p:nvPr>
            <p:ph type="sldNum" idx="5"/>
          </p:nvPr>
        </p:nvSpPr>
        <p:spPr/>
        <p:txBody>
          <a:bodyPr xmlns:a="http://schemas.openxmlformats.org/drawingml/2006/main"/>
          <a:lstStyle xmlns:a="http://schemas.openxmlformats.org/drawingml/2006/main"/>
          <a:p xmlns:a="http://schemas.openxmlformats.org/drawingml/2006/main"/>
        </p:txBody>
      </p:sp>
    </p:spTree>
  </p:cSld>
  <p:clrMapOvr>
    <a:masterClrMapping xmlns:a="http://schemas.openxmlformats.org/drawingml/2006/main"/>
  </p:clrMapOvr>
</p:notes>
</file>

<file path=ppt/slideLayouts/_rels/slideLayout1.xml.rels>&#65279;<?xml version="1.0" encoding="utf-8"?><Relationships xmlns="http://schemas.openxmlformats.org/package/2006/relationships"><Relationship Type="http://schemas.openxmlformats.org/officeDocument/2006/relationships/slideMaster" Target="/ppt/slideMasters/slideMaster1.xml" Id="R9528caa301cb4610" /></Relationships>
</file>

<file path=ppt/slideLayouts/_rels/slideLayout2.xml.rels>&#65279;<?xml version="1.0" encoding="utf-8"?><Relationships xmlns="http://schemas.openxmlformats.org/package/2006/relationships"><Relationship Type="http://schemas.openxmlformats.org/officeDocument/2006/relationships/slideMaster" Target="/ppt/slideMasters/slideMaster1.xml" Id="R2f78ab4d42ae4a95" /></Relationships>
</file>

<file path=ppt/slideLayouts/_rels/slideLayout3.xml.rels>&#65279;<?xml version="1.0" encoding="utf-8"?><Relationships xmlns="http://schemas.openxmlformats.org/package/2006/relationships"><Relationship Type="http://schemas.openxmlformats.org/officeDocument/2006/relationships/slideMaster" Target="/ppt/slideMasters/slideMaster1.xml" Id="Re1b65cd5770d4c52" /></Relationships>
</file>

<file path=ppt/slideLayouts/_rels/slideLayout4.xml.rels>&#65279;<?xml version="1.0" encoding="utf-8"?><Relationships xmlns="http://schemas.openxmlformats.org/package/2006/relationships"><Relationship Type="http://schemas.openxmlformats.org/officeDocument/2006/relationships/slideMaster" Target="/ppt/slideMasters/slideMaster1.xml" Id="Rd9dd641bdc1f4d9b" /></Relationships>
</file>

<file path=ppt/slideLayouts/_rels/slideLayout5.xml.rels>&#65279;<?xml version="1.0" encoding="utf-8"?><Relationships xmlns="http://schemas.openxmlformats.org/package/2006/relationships"><Relationship Type="http://schemas.openxmlformats.org/officeDocument/2006/relationships/slideMaster" Target="/ppt/slideMasters/slideMaster1.xml" Id="R98e139f10e204eea" /></Relationships>
</file>

<file path=ppt/slideLayouts/_rels/slideLayout6.xml.rels>&#65279;<?xml version="1.0" encoding="utf-8"?><Relationships xmlns="http://schemas.openxmlformats.org/package/2006/relationships"><Relationship Type="http://schemas.openxmlformats.org/officeDocument/2006/relationships/slideMaster" Target="/ppt/slideMasters/slideMaster1.xml" Id="Rfeb7d448f2974aae" /></Relationships>
</file>

<file path=ppt/slideLayouts/slideLayout1.xml><?xml version="1.0" encoding="utf-8"?>
<p:sldLayout xmlns:p="http://schemas.openxmlformats.org/presentationml/2006/main" type="title">
  <p:cSld name="Title Slide">
    <p:spTree>
      <p:nvGrpSpPr>
        <p:cNvPr id="1" name=""/>
        <p:cNvGrpSpPr/>
        <p:nvPr/>
      </p:nvGrpSpPr>
      <p:grpSpPr>
        <a:xfrm xmlns:a="http://schemas.openxmlformats.org/drawingml/2006/main"/>
      </p:grpSpPr>
      <p:sp>
        <p:nvSpPr>
          <p:cNvPr id="3" name="Title">
            <a:extLst xmlns:a="http://schemas.openxmlformats.org/drawingml/2006/main">
              <a:ext uri="{FF2B5EF4-FFF2-40B4-BE49-F238E27FC236}">
                <a16:creationId xmlns:a16="http://schemas.microsoft.com/office/drawing/2014/main" id="{5F440A2F-FE94-4100-905C-DB6CD5E63713}"/>
              </a:ext>
            </a:extLst>
          </p:cNvPr>
          <p:cNvSpPr>
            <a:spLocks xmlns:a="http://schemas.openxmlformats.org/drawingml/2006/main" noGrp="1"/>
          </p:cNvSpPr>
          <p:nvPr>
            <p:ph type="title" idx="0"/>
          </p:nvPr>
        </p:nvSpPr>
        <p:spPr>
          <a:xfrm xmlns:a="http://schemas.openxmlformats.org/drawingml/2006/main">
            <a:off x="1310640" y="2785110"/>
            <a:ext cx="10485120" cy="106489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>
            <a:noFill/>
            <a:prstDash val="solid"/>
          </a:ln>
        </p:spPr>
        <p:txBody>
          <a:bodyPr xmlns:a="http://schemas.openxmlformats.org/drawingml/2006/main" wrap="square" lIns="0" tIns="0" rIns="0" bIns="0" anchor="ctr">
            <a:normAutofit/>
          </a:bodyPr>
          <a:lstStyle xmlns:a="http://schemas.openxmlformats.org/drawingml/2006/main">
            <a:defPPr algn="ctr">
              <a:defRPr sz="5160" b="1">
                <a:solidFill>
                  <a:schemeClr val="tx1"/>
                </a:solidFill>
                <a:latin typeface="+mj-lt"/>
                <a:ea typeface="+mj-lt"/>
                <a:cs typeface="+mj-lt"/>
              </a:defRPr>
            </a:defPPr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5160" b="1">
                <a:solidFill>
                  <a:schemeClr val="tx1"/>
                </a:solidFill>
                <a:latin typeface="+mj-lt"/>
                <a:ea typeface="+mj-lt"/>
                <a:cs typeface="+mj-lt"/>
              </a:defRPr>
            </a:lvl1pPr>
            <a:lvl2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5160" b="1">
                <a:solidFill>
                  <a:schemeClr val="tx1"/>
                </a:solidFill>
                <a:latin typeface="+mj-lt"/>
                <a:ea typeface="+mj-lt"/>
                <a:cs typeface="+mj-lt"/>
              </a:defRPr>
            </a:lvl2pPr>
            <a:lvl3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5160" b="1">
                <a:solidFill>
                  <a:schemeClr val="tx1"/>
                </a:solidFill>
                <a:latin typeface="+mj-lt"/>
                <a:ea typeface="+mj-lt"/>
                <a:cs typeface="+mj-lt"/>
              </a:defRPr>
            </a:lvl3pPr>
            <a:lvl4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5160" b="1">
                <a:solidFill>
                  <a:schemeClr val="tx1"/>
                </a:solidFill>
                <a:latin typeface="+mj-lt"/>
                <a:ea typeface="+mj-lt"/>
                <a:cs typeface="+mj-lt"/>
              </a:defRPr>
            </a:lvl4pPr>
            <a:lvl5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5160" b="1">
                <a:solidFill>
                  <a:schemeClr val="tx1"/>
                </a:solidFill>
                <a:latin typeface="+mj-lt"/>
                <a:ea typeface="+mj-lt"/>
                <a:cs typeface="+mj-lt"/>
              </a:defRPr>
            </a:lvl5pPr>
            <a:lvl6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5160" b="1">
                <a:solidFill>
                  <a:schemeClr val="tx1"/>
                </a:solidFill>
                <a:latin typeface="+mj-lt"/>
                <a:ea typeface="+mj-lt"/>
                <a:cs typeface="+mj-lt"/>
              </a:defRPr>
            </a:lvl6pPr>
            <a:lvl7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5160" b="1">
                <a:solidFill>
                  <a:schemeClr val="tx1"/>
                </a:solidFill>
                <a:latin typeface="+mj-lt"/>
                <a:ea typeface="+mj-lt"/>
                <a:cs typeface="+mj-lt"/>
              </a:defRPr>
            </a:lvl7pPr>
            <a:lvl8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5160" b="1">
                <a:solidFill>
                  <a:schemeClr val="tx1"/>
                </a:solidFill>
                <a:latin typeface="+mj-lt"/>
                <a:ea typeface="+mj-lt"/>
                <a:cs typeface="+mj-lt"/>
              </a:defRPr>
            </a:lvl8pPr>
            <a:lvl9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5160" b="1">
                <a:solidFill>
                  <a:schemeClr val="tx1"/>
                </a:solidFill>
                <a:latin typeface="+mj-lt"/>
                <a:ea typeface="+mj-lt"/>
                <a:cs typeface="+mj-lt"/>
              </a:defRPr>
            </a:lvl9pPr>
          </a:lstStyle>
          <a:p xmlns:a="http://schemas.openxmlformats.org/drawingml/2006/main"/>
        </p:txBody>
      </p:sp>
      <p:sp>
        <p:nvSpPr>
          <p:cNvPr id="2" name="Subtitle">
            <a:extLst xmlns:a="http://schemas.openxmlformats.org/drawingml/2006/main">
              <a:ext uri="{FF2B5EF4-FFF2-40B4-BE49-F238E27FC236}">
                <a16:creationId xmlns:a16="http://schemas.microsoft.com/office/drawing/2014/main" id="{C391D648-8BC3-473D-A138-A28AE386DB7E}"/>
              </a:ext>
            </a:extLst>
          </p:cNvPr>
          <p:cNvSpPr>
            <a:spLocks xmlns:a="http://schemas.openxmlformats.org/drawingml/2006/main" noGrp="1"/>
          </p:cNvSpPr>
          <p:nvPr>
            <p:ph type="subTitle" idx="1"/>
          </p:nvPr>
        </p:nvSpPr>
        <p:spPr>
          <a:xfrm xmlns:a="http://schemas.openxmlformats.org/drawingml/2006/main">
            <a:off x="1965960" y="4054793"/>
            <a:ext cx="9174480" cy="81915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>
            <a:noFill/>
            <a:prstDash val="solid"/>
          </a:ln>
        </p:spPr>
        <p:txBody>
          <a:bodyPr xmlns:a="http://schemas.openxmlformats.org/drawingml/2006/main" wrap="square" lIns="0" tIns="0" rIns="0" bIns="0" anchor="ctr">
            <a:normAutofit/>
          </a:bodyPr>
          <a:lstStyle xmlns:a="http://schemas.openxmlformats.org/drawingml/2006/main">
            <a:defPPr algn="ctr">
              <a:defRPr sz="2258" b="0">
                <a:solidFill>
                  <a:schemeClr val="tx1"/>
                </a:solidFill>
                <a:latin typeface="+mn-lt"/>
                <a:ea typeface="+mn-lt"/>
                <a:cs typeface="+mn-lt"/>
              </a:defRPr>
            </a:defPPr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2258" b="0">
                <a:solidFill>
                  <a:schemeClr val="tx1"/>
                </a:solidFill>
                <a:latin typeface="+mn-lt"/>
                <a:ea typeface="+mn-lt"/>
                <a:cs typeface="+mn-lt"/>
              </a:defRPr>
            </a:lvl1pPr>
            <a:lvl2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2258" b="0">
                <a:solidFill>
                  <a:schemeClr val="tx1"/>
                </a:solidFill>
                <a:latin typeface="+mn-lt"/>
                <a:ea typeface="+mn-lt"/>
                <a:cs typeface="+mn-lt"/>
              </a:defRPr>
            </a:lvl2pPr>
            <a:lvl3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2258" b="0">
                <a:solidFill>
                  <a:schemeClr val="tx1"/>
                </a:solidFill>
                <a:latin typeface="+mn-lt"/>
                <a:ea typeface="+mn-lt"/>
                <a:cs typeface="+mn-lt"/>
              </a:defRPr>
            </a:lvl3pPr>
            <a:lvl4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2258" b="0">
                <a:solidFill>
                  <a:schemeClr val="tx1"/>
                </a:solidFill>
                <a:latin typeface="+mn-lt"/>
                <a:ea typeface="+mn-lt"/>
                <a:cs typeface="+mn-lt"/>
              </a:defRPr>
            </a:lvl4pPr>
            <a:lvl5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2258" b="0">
                <a:solidFill>
                  <a:schemeClr val="tx1"/>
                </a:solidFill>
                <a:latin typeface="+mn-lt"/>
                <a:ea typeface="+mn-lt"/>
                <a:cs typeface="+mn-lt"/>
              </a:defRPr>
            </a:lvl5pPr>
            <a:lvl6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2258" b="0">
                <a:solidFill>
                  <a:schemeClr val="tx1"/>
                </a:solidFill>
                <a:latin typeface="+mn-lt"/>
                <a:ea typeface="+mn-lt"/>
                <a:cs typeface="+mn-lt"/>
              </a:defRPr>
            </a:lvl6pPr>
            <a:lvl7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2258" b="0">
                <a:solidFill>
                  <a:schemeClr val="tx1"/>
                </a:solidFill>
                <a:latin typeface="+mn-lt"/>
                <a:ea typeface="+mn-lt"/>
                <a:cs typeface="+mn-lt"/>
              </a:defRPr>
            </a:lvl7pPr>
            <a:lvl8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2258" b="0">
                <a:solidFill>
                  <a:schemeClr val="tx1"/>
                </a:solidFill>
                <a:latin typeface="+mn-lt"/>
                <a:ea typeface="+mn-lt"/>
                <a:cs typeface="+mn-lt"/>
              </a:defRPr>
            </a:lvl8pPr>
            <a:lvl9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2258" b="0">
                <a:solidFill>
                  <a:schemeClr val="tx1"/>
                </a:solidFill>
                <a:latin typeface="+mn-lt"/>
                <a:ea typeface="+mn-lt"/>
                <a:cs typeface="+mn-lt"/>
              </a:defRPr>
            </a:lvl9pPr>
          </a:lstStyle>
          <a:p xmlns:a="http://schemas.openxmlformats.org/drawingml/2006/main"/>
        </p:txBody>
      </p:sp>
    </p:spTree>
  </p:cSld>
</p:sldLayout>
</file>

<file path=ppt/slideLayouts/slideLayout2.xml><?xml version="1.0" encoding="utf-8"?>
<p:sldLayout xmlns:p="http://schemas.openxmlformats.org/presentationml/2006/main">
  <p:cSld name="Section Header">
    <p:spTree>
      <p:nvGrpSpPr>
        <p:cNvPr id="1" name=""/>
        <p:cNvGrpSpPr/>
        <p:nvPr/>
      </p:nvGrpSpPr>
      <p:grpSpPr>
        <a:xfrm xmlns:a="http://schemas.openxmlformats.org/drawingml/2006/main"/>
      </p:grpSpPr>
      <p:sp>
        <p:nvSpPr>
          <p:cNvPr id="2" name="Section title">
            <a:extLst xmlns:a="http://schemas.openxmlformats.org/drawingml/2006/main">
              <a:ext uri="{FF2B5EF4-FFF2-40B4-BE49-F238E27FC236}">
                <a16:creationId xmlns:a16="http://schemas.microsoft.com/office/drawing/2014/main" id="{C2511299-B835-47C1-9194-C30484BDEE2C}"/>
              </a:ext>
            </a:extLst>
          </p:cNvPr>
          <p:cNvSpPr>
            <a:spLocks xmlns:a="http://schemas.openxmlformats.org/drawingml/2006/main" noGrp="1"/>
          </p:cNvSpPr>
          <p:nvPr>
            <p:ph type="title" idx="0"/>
          </p:nvPr>
        </p:nvSpPr>
        <p:spPr>
          <a:xfrm xmlns:a="http://schemas.openxmlformats.org/drawingml/2006/main">
            <a:off x="1310640" y="3071813"/>
            <a:ext cx="10485120" cy="122872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>
            <a:noFill/>
            <a:prstDash val="solid"/>
          </a:ln>
        </p:spPr>
        <p:txBody>
          <a:bodyPr xmlns:a="http://schemas.openxmlformats.org/drawingml/2006/main" wrap="square" lIns="0" tIns="0" rIns="0" bIns="0" anchor="ctr">
            <a:normAutofit/>
          </a:bodyPr>
          <a:lstStyle xmlns:a="http://schemas.openxmlformats.org/drawingml/2006/main">
            <a:defPPr algn="ctr">
              <a:defRPr sz="4515" b="1">
                <a:solidFill>
                  <a:schemeClr val="tx1"/>
                </a:solidFill>
                <a:latin typeface="+mj-lt"/>
                <a:ea typeface="+mj-lt"/>
                <a:cs typeface="+mj-lt"/>
              </a:defRPr>
            </a:defPPr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4515" b="1">
                <a:solidFill>
                  <a:schemeClr val="tx1"/>
                </a:solidFill>
                <a:latin typeface="+mj-lt"/>
                <a:ea typeface="+mj-lt"/>
                <a:cs typeface="+mj-lt"/>
              </a:defRPr>
            </a:lvl1pPr>
            <a:lvl2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4515" b="1">
                <a:solidFill>
                  <a:schemeClr val="tx1"/>
                </a:solidFill>
                <a:latin typeface="+mj-lt"/>
                <a:ea typeface="+mj-lt"/>
                <a:cs typeface="+mj-lt"/>
              </a:defRPr>
            </a:lvl2pPr>
            <a:lvl3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4515" b="1">
                <a:solidFill>
                  <a:schemeClr val="tx1"/>
                </a:solidFill>
                <a:latin typeface="+mj-lt"/>
                <a:ea typeface="+mj-lt"/>
                <a:cs typeface="+mj-lt"/>
              </a:defRPr>
            </a:lvl3pPr>
            <a:lvl4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4515" b="1">
                <a:solidFill>
                  <a:schemeClr val="tx1"/>
                </a:solidFill>
                <a:latin typeface="+mj-lt"/>
                <a:ea typeface="+mj-lt"/>
                <a:cs typeface="+mj-lt"/>
              </a:defRPr>
            </a:lvl4pPr>
            <a:lvl5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4515" b="1">
                <a:solidFill>
                  <a:schemeClr val="tx1"/>
                </a:solidFill>
                <a:latin typeface="+mj-lt"/>
                <a:ea typeface="+mj-lt"/>
                <a:cs typeface="+mj-lt"/>
              </a:defRPr>
            </a:lvl5pPr>
            <a:lvl6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4515" b="1">
                <a:solidFill>
                  <a:schemeClr val="tx1"/>
                </a:solidFill>
                <a:latin typeface="+mj-lt"/>
                <a:ea typeface="+mj-lt"/>
                <a:cs typeface="+mj-lt"/>
              </a:defRPr>
            </a:lvl6pPr>
            <a:lvl7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4515" b="1">
                <a:solidFill>
                  <a:schemeClr val="tx1"/>
                </a:solidFill>
                <a:latin typeface="+mj-lt"/>
                <a:ea typeface="+mj-lt"/>
                <a:cs typeface="+mj-lt"/>
              </a:defRPr>
            </a:lvl7pPr>
            <a:lvl8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4515" b="1">
                <a:solidFill>
                  <a:schemeClr val="tx1"/>
                </a:solidFill>
                <a:latin typeface="+mj-lt"/>
                <a:ea typeface="+mj-lt"/>
                <a:cs typeface="+mj-lt"/>
              </a:defRPr>
            </a:lvl8pPr>
            <a:lvl9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4515" b="1">
                <a:solidFill>
                  <a:schemeClr val="tx1"/>
                </a:solidFill>
                <a:latin typeface="+mj-lt"/>
                <a:ea typeface="+mj-lt"/>
                <a:cs typeface="+mj-lt"/>
              </a:defRPr>
            </a:lvl9pPr>
          </a:lstStyle>
          <a:p xmlns:a="http://schemas.openxmlformats.org/drawingml/2006/main"/>
        </p:txBody>
      </p:sp>
    </p:spTree>
  </p:cSld>
</p:sldLayout>
</file>

<file path=ppt/slideLayouts/slideLayout3.xml><?xml version="1.0" encoding="utf-8"?>
<p:sldLayout xmlns:p="http://schemas.openxmlformats.org/presentationml/2006/main">
  <p:cSld name="Title and Body">
    <p:spTree>
      <p:nvGrpSpPr>
        <p:cNvPr id="1" name=""/>
        <p:cNvGrpSpPr/>
        <p:nvPr/>
      </p:nvGrpSpPr>
      <p:grpSpPr>
        <a:xfrm xmlns:a="http://schemas.openxmlformats.org/drawingml/2006/main"/>
      </p:grpSpPr>
      <p:sp>
        <p:nvSpPr>
          <p:cNvPr id="3" name="Title">
            <a:extLst xmlns:a="http://schemas.openxmlformats.org/drawingml/2006/main">
              <a:ext uri="{FF2B5EF4-FFF2-40B4-BE49-F238E27FC236}">
                <a16:creationId xmlns:a16="http://schemas.microsoft.com/office/drawing/2014/main" id="{3B12B167-7E80-4EB9-BAD1-04577FB415E9}"/>
              </a:ext>
            </a:extLst>
          </p:cNvPr>
          <p:cNvSpPr>
            <a:spLocks xmlns:a="http://schemas.openxmlformats.org/drawingml/2006/main" noGrp="1"/>
          </p:cNvSpPr>
          <p:nvPr>
            <p:ph type="title" idx="0"/>
          </p:nvPr>
        </p:nvSpPr>
        <p:spPr>
          <a:xfrm xmlns:a="http://schemas.openxmlformats.org/drawingml/2006/main">
            <a:off x="737235" y="573405"/>
            <a:ext cx="11631930" cy="90106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>
            <a:noFill/>
            <a:prstDash val="solid"/>
          </a:ln>
        </p:spPr>
        <p:txBody>
          <a:bodyPr xmlns:a="http://schemas.openxmlformats.org/drawingml/2006/main" wrap="square" lIns="0" tIns="0" rIns="0" bIns="0" anchor="t">
            <a:normAutofit/>
          </a:bodyPr>
          <a:lstStyle xmlns:a="http://schemas.openxmlformats.org/drawingml/2006/main">
            <a:defPPr algn="l">
              <a:defRPr sz="3548" b="1">
                <a:solidFill>
                  <a:schemeClr val="tx1"/>
                </a:solidFill>
                <a:latin typeface="+mj-lt"/>
                <a:ea typeface="+mj-lt"/>
                <a:cs typeface="+mj-lt"/>
              </a:defRPr>
            </a:defPPr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3548" b="1">
                <a:solidFill>
                  <a:schemeClr val="tx1"/>
                </a:solidFill>
                <a:latin typeface="+mj-lt"/>
                <a:ea typeface="+mj-lt"/>
                <a:cs typeface="+mj-lt"/>
              </a:defRPr>
            </a:lvl1pPr>
            <a:lvl2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3548" b="1">
                <a:solidFill>
                  <a:schemeClr val="tx1"/>
                </a:solidFill>
                <a:latin typeface="+mj-lt"/>
                <a:ea typeface="+mj-lt"/>
                <a:cs typeface="+mj-lt"/>
              </a:defRPr>
            </a:lvl2pPr>
            <a:lvl3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3548" b="1">
                <a:solidFill>
                  <a:schemeClr val="tx1"/>
                </a:solidFill>
                <a:latin typeface="+mj-lt"/>
                <a:ea typeface="+mj-lt"/>
                <a:cs typeface="+mj-lt"/>
              </a:defRPr>
            </a:lvl3pPr>
            <a:lvl4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3548" b="1">
                <a:solidFill>
                  <a:schemeClr val="tx1"/>
                </a:solidFill>
                <a:latin typeface="+mj-lt"/>
                <a:ea typeface="+mj-lt"/>
                <a:cs typeface="+mj-lt"/>
              </a:defRPr>
            </a:lvl4pPr>
            <a:lvl5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3548" b="1">
                <a:solidFill>
                  <a:schemeClr val="tx1"/>
                </a:solidFill>
                <a:latin typeface="+mj-lt"/>
                <a:ea typeface="+mj-lt"/>
                <a:cs typeface="+mj-lt"/>
              </a:defRPr>
            </a:lvl5pPr>
            <a:lvl6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3548" b="1">
                <a:solidFill>
                  <a:schemeClr val="tx1"/>
                </a:solidFill>
                <a:latin typeface="+mj-lt"/>
                <a:ea typeface="+mj-lt"/>
                <a:cs typeface="+mj-lt"/>
              </a:defRPr>
            </a:lvl6pPr>
            <a:lvl7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3548" b="1">
                <a:solidFill>
                  <a:schemeClr val="tx1"/>
                </a:solidFill>
                <a:latin typeface="+mj-lt"/>
                <a:ea typeface="+mj-lt"/>
                <a:cs typeface="+mj-lt"/>
              </a:defRPr>
            </a:lvl7pPr>
            <a:lvl8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3548" b="1">
                <a:solidFill>
                  <a:schemeClr val="tx1"/>
                </a:solidFill>
                <a:latin typeface="+mj-lt"/>
                <a:ea typeface="+mj-lt"/>
                <a:cs typeface="+mj-lt"/>
              </a:defRPr>
            </a:lvl8pPr>
            <a:lvl9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3548" b="1">
                <a:solidFill>
                  <a:schemeClr val="tx1"/>
                </a:solidFill>
                <a:latin typeface="+mj-lt"/>
                <a:ea typeface="+mj-lt"/>
                <a:cs typeface="+mj-lt"/>
              </a:defRPr>
            </a:lvl9pPr>
          </a:lstStyle>
          <a:p xmlns:a="http://schemas.openxmlformats.org/drawingml/2006/main"/>
        </p:txBody>
      </p:sp>
      <p:sp>
        <p:nvSpPr>
          <p:cNvPr id="2" name="Body">
            <a:extLst xmlns:a="http://schemas.openxmlformats.org/drawingml/2006/main">
              <a:ext uri="{FF2B5EF4-FFF2-40B4-BE49-F238E27FC236}">
                <a16:creationId xmlns:a16="http://schemas.microsoft.com/office/drawing/2014/main" id="{159FE2DC-A996-431C-9EA8-ABFBC95C4388}"/>
              </a:ext>
            </a:extLst>
          </p:cNvPr>
          <p:cNvSpPr>
            <a:spLocks xmlns:a="http://schemas.openxmlformats.org/drawingml/2006/main" noGrp="1"/>
          </p:cNvSpPr>
          <p:nvPr>
            <p:ph type="body" idx="1"/>
          </p:nvPr>
        </p:nvSpPr>
        <p:spPr>
          <a:xfrm xmlns:a="http://schemas.openxmlformats.org/drawingml/2006/main">
            <a:off x="737235" y="2047875"/>
            <a:ext cx="11631930" cy="458724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>
            <a:noFill/>
            <a:prstDash val="solid"/>
          </a:ln>
        </p:spPr>
        <p:txBody>
          <a:bodyPr xmlns:a="http://schemas.openxmlformats.org/drawingml/2006/main" wrap="square" lIns="0" tIns="0" rIns="0" bIns="0" anchor="t">
            <a:normAutofit/>
          </a:bodyPr>
          <a:lstStyle xmlns:a="http://schemas.openxmlformats.org/drawingml/2006/main">
            <a:defPPr algn="l">
              <a:defRPr sz="2419" b="0">
                <a:solidFill>
                  <a:schemeClr val="tx1"/>
                </a:solidFill>
                <a:latin typeface="+mn-lt"/>
                <a:ea typeface="+mn-lt"/>
                <a:cs typeface="+mn-lt"/>
              </a:defRPr>
            </a:defPPr>
            <a:lvl1pPr marL="245745" indent="-245745" algn="l">
              <a:lnSpc>
                <a:spcPct val="110000"/>
              </a:lnSpc>
              <a:spcBef>
                <a:spcPts val="0"/>
              </a:spcBef>
              <a:spcAft>
                <a:spcPts val="1290"/>
              </a:spcAft>
              <a:buChar char="•"/>
              <a:defRPr sz="2419" b="0">
                <a:solidFill>
                  <a:schemeClr val="tx1"/>
                </a:solidFill>
                <a:latin typeface="+mn-lt"/>
                <a:ea typeface="+mn-lt"/>
                <a:cs typeface="+mn-lt"/>
              </a:defRPr>
            </a:lvl1pPr>
            <a:lvl2pPr marL="573405" indent="-245745" algn="l">
              <a:lnSpc>
                <a:spcPct val="110000"/>
              </a:lnSpc>
              <a:spcBef>
                <a:spcPts val="0"/>
              </a:spcBef>
              <a:spcAft>
                <a:spcPts val="1290"/>
              </a:spcAft>
              <a:buChar char="•"/>
              <a:defRPr sz="2419" b="0">
                <a:solidFill>
                  <a:schemeClr val="tx1"/>
                </a:solidFill>
                <a:latin typeface="+mn-lt"/>
                <a:ea typeface="+mn-lt"/>
                <a:cs typeface="+mn-lt"/>
              </a:defRPr>
            </a:lvl2pPr>
            <a:lvl3pPr marL="901065" indent="-245745" algn="l">
              <a:lnSpc>
                <a:spcPct val="110000"/>
              </a:lnSpc>
              <a:spcBef>
                <a:spcPts val="0"/>
              </a:spcBef>
              <a:spcAft>
                <a:spcPts val="1290"/>
              </a:spcAft>
              <a:buChar char="•"/>
              <a:defRPr sz="2419" b="0">
                <a:solidFill>
                  <a:schemeClr val="tx1"/>
                </a:solidFill>
                <a:latin typeface="+mn-lt"/>
                <a:ea typeface="+mn-lt"/>
                <a:cs typeface="+mn-lt"/>
              </a:defRPr>
            </a:lvl3pPr>
            <a:lvl4pPr marL="1228725" indent="-245745" algn="l">
              <a:lnSpc>
                <a:spcPct val="110000"/>
              </a:lnSpc>
              <a:spcBef>
                <a:spcPts val="0"/>
              </a:spcBef>
              <a:spcAft>
                <a:spcPts val="1290"/>
              </a:spcAft>
              <a:buChar char="•"/>
              <a:defRPr sz="2419" b="0">
                <a:solidFill>
                  <a:schemeClr val="tx1"/>
                </a:solidFill>
                <a:latin typeface="+mn-lt"/>
                <a:ea typeface="+mn-lt"/>
                <a:cs typeface="+mn-lt"/>
              </a:defRPr>
            </a:lvl4pPr>
            <a:lvl5pPr marL="1556385" indent="-245745" algn="l">
              <a:lnSpc>
                <a:spcPct val="110000"/>
              </a:lnSpc>
              <a:spcBef>
                <a:spcPts val="0"/>
              </a:spcBef>
              <a:spcAft>
                <a:spcPts val="1290"/>
              </a:spcAft>
              <a:buChar char="•"/>
              <a:defRPr sz="2419" b="0">
                <a:solidFill>
                  <a:schemeClr val="tx1"/>
                </a:solidFill>
                <a:latin typeface="+mn-lt"/>
                <a:ea typeface="+mn-lt"/>
                <a:cs typeface="+mn-lt"/>
              </a:defRPr>
            </a:lvl5pPr>
            <a:lvl6pPr marL="1884045" indent="-245745" algn="l">
              <a:lnSpc>
                <a:spcPct val="110000"/>
              </a:lnSpc>
              <a:spcBef>
                <a:spcPts val="0"/>
              </a:spcBef>
              <a:spcAft>
                <a:spcPts val="1290"/>
              </a:spcAft>
              <a:buChar char="•"/>
              <a:defRPr sz="2419" b="0">
                <a:solidFill>
                  <a:schemeClr val="tx1"/>
                </a:solidFill>
                <a:latin typeface="+mn-lt"/>
                <a:ea typeface="+mn-lt"/>
                <a:cs typeface="+mn-lt"/>
              </a:defRPr>
            </a:lvl6pPr>
            <a:lvl7pPr marL="2211705" indent="-245745" algn="l">
              <a:lnSpc>
                <a:spcPct val="110000"/>
              </a:lnSpc>
              <a:spcBef>
                <a:spcPts val="0"/>
              </a:spcBef>
              <a:spcAft>
                <a:spcPts val="1290"/>
              </a:spcAft>
              <a:buChar char="•"/>
              <a:defRPr sz="2419" b="0">
                <a:solidFill>
                  <a:schemeClr val="tx1"/>
                </a:solidFill>
                <a:latin typeface="+mn-lt"/>
                <a:ea typeface="+mn-lt"/>
                <a:cs typeface="+mn-lt"/>
              </a:defRPr>
            </a:lvl7pPr>
            <a:lvl8pPr marL="2539365" indent="-245745" algn="l">
              <a:lnSpc>
                <a:spcPct val="110000"/>
              </a:lnSpc>
              <a:spcBef>
                <a:spcPts val="0"/>
              </a:spcBef>
              <a:spcAft>
                <a:spcPts val="1290"/>
              </a:spcAft>
              <a:buChar char="•"/>
              <a:defRPr sz="2419" b="0">
                <a:solidFill>
                  <a:schemeClr val="tx1"/>
                </a:solidFill>
                <a:latin typeface="+mn-lt"/>
                <a:ea typeface="+mn-lt"/>
                <a:cs typeface="+mn-lt"/>
              </a:defRPr>
            </a:lvl8pPr>
            <a:lvl9pPr marL="2867025" indent="-245745" algn="l">
              <a:lnSpc>
                <a:spcPct val="110000"/>
              </a:lnSpc>
              <a:spcBef>
                <a:spcPts val="0"/>
              </a:spcBef>
              <a:spcAft>
                <a:spcPts val="1290"/>
              </a:spcAft>
              <a:buChar char="•"/>
              <a:defRPr sz="2419" b="0">
                <a:solidFill>
                  <a:schemeClr val="tx1"/>
                </a:solidFill>
                <a:latin typeface="+mn-lt"/>
                <a:ea typeface="+mn-lt"/>
                <a:cs typeface="+mn-lt"/>
              </a:defRPr>
            </a:lvl9pPr>
          </a:lstStyle>
          <a:p xmlns:a="http://schemas.openxmlformats.org/drawingml/2006/main"/>
        </p:txBody>
      </p:sp>
    </p:spTree>
  </p:cSld>
</p:sldLayout>
</file>

<file path=ppt/slideLayouts/slideLayout4.xml><?xml version="1.0" encoding="utf-8"?>
<p:sldLayout xmlns:p="http://schemas.openxmlformats.org/presentationml/2006/main">
  <p:cSld name="Title and Two Column">
    <p:spTree>
      <p:nvGrpSpPr>
        <p:cNvPr id="1" name=""/>
        <p:cNvGrpSpPr/>
        <p:nvPr/>
      </p:nvGrpSpPr>
      <p:grpSpPr>
        <a:xfrm xmlns:a="http://schemas.openxmlformats.org/drawingml/2006/main"/>
      </p:grpSpPr>
      <p:sp>
        <p:nvSpPr>
          <p:cNvPr id="4" name="Title">
            <a:extLst xmlns:a="http://schemas.openxmlformats.org/drawingml/2006/main">
              <a:ext uri="{FF2B5EF4-FFF2-40B4-BE49-F238E27FC236}">
                <a16:creationId xmlns:a16="http://schemas.microsoft.com/office/drawing/2014/main" id="{F6EF1B1C-51CF-4623-878F-6B0D3DEBDFCD}"/>
              </a:ext>
            </a:extLst>
          </p:cNvPr>
          <p:cNvSpPr>
            <a:spLocks xmlns:a="http://schemas.openxmlformats.org/drawingml/2006/main" noGrp="1"/>
          </p:cNvSpPr>
          <p:nvPr>
            <p:ph type="title" idx="0"/>
          </p:nvPr>
        </p:nvSpPr>
        <p:spPr>
          <a:xfrm xmlns:a="http://schemas.openxmlformats.org/drawingml/2006/main">
            <a:off x="737235" y="573405"/>
            <a:ext cx="11631930" cy="90106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>
            <a:noFill/>
            <a:prstDash val="solid"/>
          </a:ln>
        </p:spPr>
        <p:txBody>
          <a:bodyPr xmlns:a="http://schemas.openxmlformats.org/drawingml/2006/main" wrap="square" lIns="0" tIns="0" rIns="0" bIns="0" anchor="t">
            <a:normAutofit/>
          </a:bodyPr>
          <a:lstStyle xmlns:a="http://schemas.openxmlformats.org/drawingml/2006/main">
            <a:defPPr algn="l">
              <a:defRPr sz="3548" b="1">
                <a:solidFill>
                  <a:schemeClr val="tx1"/>
                </a:solidFill>
                <a:latin typeface="+mj-lt"/>
                <a:ea typeface="+mj-lt"/>
                <a:cs typeface="+mj-lt"/>
              </a:defRPr>
            </a:defPPr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3548" b="1">
                <a:solidFill>
                  <a:schemeClr val="tx1"/>
                </a:solidFill>
                <a:latin typeface="+mj-lt"/>
                <a:ea typeface="+mj-lt"/>
                <a:cs typeface="+mj-lt"/>
              </a:defRPr>
            </a:lvl1pPr>
            <a:lvl2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3548" b="1">
                <a:solidFill>
                  <a:schemeClr val="tx1"/>
                </a:solidFill>
                <a:latin typeface="+mj-lt"/>
                <a:ea typeface="+mj-lt"/>
                <a:cs typeface="+mj-lt"/>
              </a:defRPr>
            </a:lvl2pPr>
            <a:lvl3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3548" b="1">
                <a:solidFill>
                  <a:schemeClr val="tx1"/>
                </a:solidFill>
                <a:latin typeface="+mj-lt"/>
                <a:ea typeface="+mj-lt"/>
                <a:cs typeface="+mj-lt"/>
              </a:defRPr>
            </a:lvl3pPr>
            <a:lvl4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3548" b="1">
                <a:solidFill>
                  <a:schemeClr val="tx1"/>
                </a:solidFill>
                <a:latin typeface="+mj-lt"/>
                <a:ea typeface="+mj-lt"/>
                <a:cs typeface="+mj-lt"/>
              </a:defRPr>
            </a:lvl4pPr>
            <a:lvl5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3548" b="1">
                <a:solidFill>
                  <a:schemeClr val="tx1"/>
                </a:solidFill>
                <a:latin typeface="+mj-lt"/>
                <a:ea typeface="+mj-lt"/>
                <a:cs typeface="+mj-lt"/>
              </a:defRPr>
            </a:lvl5pPr>
            <a:lvl6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3548" b="1">
                <a:solidFill>
                  <a:schemeClr val="tx1"/>
                </a:solidFill>
                <a:latin typeface="+mj-lt"/>
                <a:ea typeface="+mj-lt"/>
                <a:cs typeface="+mj-lt"/>
              </a:defRPr>
            </a:lvl6pPr>
            <a:lvl7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3548" b="1">
                <a:solidFill>
                  <a:schemeClr val="tx1"/>
                </a:solidFill>
                <a:latin typeface="+mj-lt"/>
                <a:ea typeface="+mj-lt"/>
                <a:cs typeface="+mj-lt"/>
              </a:defRPr>
            </a:lvl7pPr>
            <a:lvl8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3548" b="1">
                <a:solidFill>
                  <a:schemeClr val="tx1"/>
                </a:solidFill>
                <a:latin typeface="+mj-lt"/>
                <a:ea typeface="+mj-lt"/>
                <a:cs typeface="+mj-lt"/>
              </a:defRPr>
            </a:lvl8pPr>
            <a:lvl9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3548" b="1">
                <a:solidFill>
                  <a:schemeClr val="tx1"/>
                </a:solidFill>
                <a:latin typeface="+mj-lt"/>
                <a:ea typeface="+mj-lt"/>
                <a:cs typeface="+mj-lt"/>
              </a:defRPr>
            </a:lvl9pPr>
          </a:lstStyle>
          <a:p xmlns:a="http://schemas.openxmlformats.org/drawingml/2006/main"/>
        </p:txBody>
      </p:sp>
      <p:sp>
        <p:nvSpPr>
          <p:cNvPr id="2" name="Left column">
            <a:extLst xmlns:a="http://schemas.openxmlformats.org/drawingml/2006/main">
              <a:ext uri="{FF2B5EF4-FFF2-40B4-BE49-F238E27FC236}">
                <a16:creationId xmlns:a16="http://schemas.microsoft.com/office/drawing/2014/main" id="{6D883854-46B1-4A5D-9703-B35979B69764}"/>
              </a:ext>
            </a:extLst>
          </p:cNvPr>
          <p:cNvSpPr>
            <a:spLocks xmlns:a="http://schemas.openxmlformats.org/drawingml/2006/main" noGrp="1"/>
          </p:cNvSpPr>
          <p:nvPr>
            <p:ph type="body" idx="1"/>
          </p:nvPr>
        </p:nvSpPr>
        <p:spPr>
          <a:xfrm xmlns:a="http://schemas.openxmlformats.org/drawingml/2006/main">
            <a:off x="737235" y="2047875"/>
            <a:ext cx="5406390" cy="458724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>
            <a:noFill/>
            <a:prstDash val="solid"/>
          </a:ln>
        </p:spPr>
        <p:txBody>
          <a:bodyPr xmlns:a="http://schemas.openxmlformats.org/drawingml/2006/main" wrap="square" lIns="0" tIns="0" rIns="0" bIns="0" anchor="t">
            <a:normAutofit/>
          </a:bodyPr>
          <a:lstStyle xmlns:a="http://schemas.openxmlformats.org/drawingml/2006/main">
            <a:defPPr algn="l">
              <a:defRPr sz="2258" b="0">
                <a:solidFill>
                  <a:schemeClr val="tx1"/>
                </a:solidFill>
                <a:latin typeface="+mn-lt"/>
                <a:ea typeface="+mn-lt"/>
                <a:cs typeface="+mn-lt"/>
              </a:defRPr>
            </a:defPPr>
            <a:lvl1pPr marL="245745" indent="-245745" algn="l">
              <a:lnSpc>
                <a:spcPct val="110000"/>
              </a:lnSpc>
              <a:spcBef>
                <a:spcPts val="0"/>
              </a:spcBef>
              <a:spcAft>
                <a:spcPts val="1290"/>
              </a:spcAft>
              <a:buChar char="•"/>
              <a:defRPr sz="2258" b="0">
                <a:solidFill>
                  <a:schemeClr val="tx1"/>
                </a:solidFill>
                <a:latin typeface="+mn-lt"/>
                <a:ea typeface="+mn-lt"/>
                <a:cs typeface="+mn-lt"/>
              </a:defRPr>
            </a:lvl1pPr>
            <a:lvl2pPr marL="573405" indent="-245745" algn="l">
              <a:lnSpc>
                <a:spcPct val="110000"/>
              </a:lnSpc>
              <a:spcBef>
                <a:spcPts val="0"/>
              </a:spcBef>
              <a:spcAft>
                <a:spcPts val="1290"/>
              </a:spcAft>
              <a:buChar char="•"/>
              <a:defRPr sz="2258" b="0">
                <a:solidFill>
                  <a:schemeClr val="tx1"/>
                </a:solidFill>
                <a:latin typeface="+mn-lt"/>
                <a:ea typeface="+mn-lt"/>
                <a:cs typeface="+mn-lt"/>
              </a:defRPr>
            </a:lvl2pPr>
            <a:lvl3pPr marL="901065" indent="-245745" algn="l">
              <a:lnSpc>
                <a:spcPct val="110000"/>
              </a:lnSpc>
              <a:spcBef>
                <a:spcPts val="0"/>
              </a:spcBef>
              <a:spcAft>
                <a:spcPts val="1290"/>
              </a:spcAft>
              <a:buChar char="•"/>
              <a:defRPr sz="2258" b="0">
                <a:solidFill>
                  <a:schemeClr val="tx1"/>
                </a:solidFill>
                <a:latin typeface="+mn-lt"/>
                <a:ea typeface="+mn-lt"/>
                <a:cs typeface="+mn-lt"/>
              </a:defRPr>
            </a:lvl3pPr>
            <a:lvl4pPr marL="1228725" indent="-245745" algn="l">
              <a:lnSpc>
                <a:spcPct val="110000"/>
              </a:lnSpc>
              <a:spcBef>
                <a:spcPts val="0"/>
              </a:spcBef>
              <a:spcAft>
                <a:spcPts val="1290"/>
              </a:spcAft>
              <a:buChar char="•"/>
              <a:defRPr sz="2258" b="0">
                <a:solidFill>
                  <a:schemeClr val="tx1"/>
                </a:solidFill>
                <a:latin typeface="+mn-lt"/>
                <a:ea typeface="+mn-lt"/>
                <a:cs typeface="+mn-lt"/>
              </a:defRPr>
            </a:lvl4pPr>
            <a:lvl5pPr marL="1556385" indent="-245745" algn="l">
              <a:lnSpc>
                <a:spcPct val="110000"/>
              </a:lnSpc>
              <a:spcBef>
                <a:spcPts val="0"/>
              </a:spcBef>
              <a:spcAft>
                <a:spcPts val="1290"/>
              </a:spcAft>
              <a:buChar char="•"/>
              <a:defRPr sz="2258" b="0">
                <a:solidFill>
                  <a:schemeClr val="tx1"/>
                </a:solidFill>
                <a:latin typeface="+mn-lt"/>
                <a:ea typeface="+mn-lt"/>
                <a:cs typeface="+mn-lt"/>
              </a:defRPr>
            </a:lvl5pPr>
            <a:lvl6pPr marL="1884045" indent="-245745" algn="l">
              <a:lnSpc>
                <a:spcPct val="110000"/>
              </a:lnSpc>
              <a:spcBef>
                <a:spcPts val="0"/>
              </a:spcBef>
              <a:spcAft>
                <a:spcPts val="1290"/>
              </a:spcAft>
              <a:buChar char="•"/>
              <a:defRPr sz="2258" b="0">
                <a:solidFill>
                  <a:schemeClr val="tx1"/>
                </a:solidFill>
                <a:latin typeface="+mn-lt"/>
                <a:ea typeface="+mn-lt"/>
                <a:cs typeface="+mn-lt"/>
              </a:defRPr>
            </a:lvl6pPr>
            <a:lvl7pPr marL="2211705" indent="-245745" algn="l">
              <a:lnSpc>
                <a:spcPct val="110000"/>
              </a:lnSpc>
              <a:spcBef>
                <a:spcPts val="0"/>
              </a:spcBef>
              <a:spcAft>
                <a:spcPts val="1290"/>
              </a:spcAft>
              <a:buChar char="•"/>
              <a:defRPr sz="2258" b="0">
                <a:solidFill>
                  <a:schemeClr val="tx1"/>
                </a:solidFill>
                <a:latin typeface="+mn-lt"/>
                <a:ea typeface="+mn-lt"/>
                <a:cs typeface="+mn-lt"/>
              </a:defRPr>
            </a:lvl7pPr>
            <a:lvl8pPr marL="2539365" indent="-245745" algn="l">
              <a:lnSpc>
                <a:spcPct val="110000"/>
              </a:lnSpc>
              <a:spcBef>
                <a:spcPts val="0"/>
              </a:spcBef>
              <a:spcAft>
                <a:spcPts val="1290"/>
              </a:spcAft>
              <a:buChar char="•"/>
              <a:defRPr sz="2258" b="0">
                <a:solidFill>
                  <a:schemeClr val="tx1"/>
                </a:solidFill>
                <a:latin typeface="+mn-lt"/>
                <a:ea typeface="+mn-lt"/>
                <a:cs typeface="+mn-lt"/>
              </a:defRPr>
            </a:lvl8pPr>
            <a:lvl9pPr marL="2867025" indent="-245745" algn="l">
              <a:lnSpc>
                <a:spcPct val="110000"/>
              </a:lnSpc>
              <a:spcBef>
                <a:spcPts val="0"/>
              </a:spcBef>
              <a:spcAft>
                <a:spcPts val="1290"/>
              </a:spcAft>
              <a:buChar char="•"/>
              <a:defRPr sz="2258" b="0">
                <a:solidFill>
                  <a:schemeClr val="tx1"/>
                </a:solidFill>
                <a:latin typeface="+mn-lt"/>
                <a:ea typeface="+mn-lt"/>
                <a:cs typeface="+mn-lt"/>
              </a:defRPr>
            </a:lvl9pPr>
          </a:lstStyle>
          <a:p xmlns:a="http://schemas.openxmlformats.org/drawingml/2006/main"/>
        </p:txBody>
      </p:sp>
      <p:sp>
        <p:nvSpPr>
          <p:cNvPr id="3" name="Right column">
            <a:extLst xmlns:a="http://schemas.openxmlformats.org/drawingml/2006/main">
              <a:ext uri="{FF2B5EF4-FFF2-40B4-BE49-F238E27FC236}">
                <a16:creationId xmlns:a16="http://schemas.microsoft.com/office/drawing/2014/main" id="{60F052A2-8061-419A-AD11-5DC286D28D2D}"/>
              </a:ext>
            </a:extLst>
          </p:cNvPr>
          <p:cNvSpPr>
            <a:spLocks xmlns:a="http://schemas.openxmlformats.org/drawingml/2006/main" noGrp="1"/>
          </p:cNvSpPr>
          <p:nvPr>
            <p:ph type="body" idx="2"/>
          </p:nvPr>
        </p:nvSpPr>
        <p:spPr>
          <a:xfrm xmlns:a="http://schemas.openxmlformats.org/drawingml/2006/main">
            <a:off x="6962775" y="2047875"/>
            <a:ext cx="5406390" cy="458724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>
            <a:noFill/>
            <a:prstDash val="solid"/>
          </a:ln>
        </p:spPr>
        <p:txBody>
          <a:bodyPr xmlns:a="http://schemas.openxmlformats.org/drawingml/2006/main" wrap="square" lIns="0" tIns="0" rIns="0" bIns="0" anchor="t">
            <a:normAutofit/>
          </a:bodyPr>
          <a:lstStyle xmlns:a="http://schemas.openxmlformats.org/drawingml/2006/main">
            <a:defPPr algn="l">
              <a:defRPr sz="2258" b="0">
                <a:solidFill>
                  <a:schemeClr val="tx1"/>
                </a:solidFill>
                <a:latin typeface="+mn-lt"/>
                <a:ea typeface="+mn-lt"/>
                <a:cs typeface="+mn-lt"/>
              </a:defRPr>
            </a:defPPr>
            <a:lvl1pPr marL="245745" indent="-245745" algn="l">
              <a:lnSpc>
                <a:spcPct val="110000"/>
              </a:lnSpc>
              <a:spcBef>
                <a:spcPts val="0"/>
              </a:spcBef>
              <a:spcAft>
                <a:spcPts val="1290"/>
              </a:spcAft>
              <a:buChar char="•"/>
              <a:defRPr sz="2258" b="0">
                <a:solidFill>
                  <a:schemeClr val="tx1"/>
                </a:solidFill>
                <a:latin typeface="+mn-lt"/>
                <a:ea typeface="+mn-lt"/>
                <a:cs typeface="+mn-lt"/>
              </a:defRPr>
            </a:lvl1pPr>
            <a:lvl2pPr marL="573405" indent="-245745" algn="l">
              <a:lnSpc>
                <a:spcPct val="110000"/>
              </a:lnSpc>
              <a:spcBef>
                <a:spcPts val="0"/>
              </a:spcBef>
              <a:spcAft>
                <a:spcPts val="1290"/>
              </a:spcAft>
              <a:buChar char="•"/>
              <a:defRPr sz="2258" b="0">
                <a:solidFill>
                  <a:schemeClr val="tx1"/>
                </a:solidFill>
                <a:latin typeface="+mn-lt"/>
                <a:ea typeface="+mn-lt"/>
                <a:cs typeface="+mn-lt"/>
              </a:defRPr>
            </a:lvl2pPr>
            <a:lvl3pPr marL="901065" indent="-245745" algn="l">
              <a:lnSpc>
                <a:spcPct val="110000"/>
              </a:lnSpc>
              <a:spcBef>
                <a:spcPts val="0"/>
              </a:spcBef>
              <a:spcAft>
                <a:spcPts val="1290"/>
              </a:spcAft>
              <a:buChar char="•"/>
              <a:defRPr sz="2258" b="0">
                <a:solidFill>
                  <a:schemeClr val="tx1"/>
                </a:solidFill>
                <a:latin typeface="+mn-lt"/>
                <a:ea typeface="+mn-lt"/>
                <a:cs typeface="+mn-lt"/>
              </a:defRPr>
            </a:lvl3pPr>
            <a:lvl4pPr marL="1228725" indent="-245745" algn="l">
              <a:lnSpc>
                <a:spcPct val="110000"/>
              </a:lnSpc>
              <a:spcBef>
                <a:spcPts val="0"/>
              </a:spcBef>
              <a:spcAft>
                <a:spcPts val="1290"/>
              </a:spcAft>
              <a:buChar char="•"/>
              <a:defRPr sz="2258" b="0">
                <a:solidFill>
                  <a:schemeClr val="tx1"/>
                </a:solidFill>
                <a:latin typeface="+mn-lt"/>
                <a:ea typeface="+mn-lt"/>
                <a:cs typeface="+mn-lt"/>
              </a:defRPr>
            </a:lvl4pPr>
            <a:lvl5pPr marL="1556385" indent="-245745" algn="l">
              <a:lnSpc>
                <a:spcPct val="110000"/>
              </a:lnSpc>
              <a:spcBef>
                <a:spcPts val="0"/>
              </a:spcBef>
              <a:spcAft>
                <a:spcPts val="1290"/>
              </a:spcAft>
              <a:buChar char="•"/>
              <a:defRPr sz="2258" b="0">
                <a:solidFill>
                  <a:schemeClr val="tx1"/>
                </a:solidFill>
                <a:latin typeface="+mn-lt"/>
                <a:ea typeface="+mn-lt"/>
                <a:cs typeface="+mn-lt"/>
              </a:defRPr>
            </a:lvl5pPr>
            <a:lvl6pPr marL="1884045" indent="-245745" algn="l">
              <a:lnSpc>
                <a:spcPct val="110000"/>
              </a:lnSpc>
              <a:spcBef>
                <a:spcPts val="0"/>
              </a:spcBef>
              <a:spcAft>
                <a:spcPts val="1290"/>
              </a:spcAft>
              <a:buChar char="•"/>
              <a:defRPr sz="2258" b="0">
                <a:solidFill>
                  <a:schemeClr val="tx1"/>
                </a:solidFill>
                <a:latin typeface="+mn-lt"/>
                <a:ea typeface="+mn-lt"/>
                <a:cs typeface="+mn-lt"/>
              </a:defRPr>
            </a:lvl6pPr>
            <a:lvl7pPr marL="2211705" indent="-245745" algn="l">
              <a:lnSpc>
                <a:spcPct val="110000"/>
              </a:lnSpc>
              <a:spcBef>
                <a:spcPts val="0"/>
              </a:spcBef>
              <a:spcAft>
                <a:spcPts val="1290"/>
              </a:spcAft>
              <a:buChar char="•"/>
              <a:defRPr sz="2258" b="0">
                <a:solidFill>
                  <a:schemeClr val="tx1"/>
                </a:solidFill>
                <a:latin typeface="+mn-lt"/>
                <a:ea typeface="+mn-lt"/>
                <a:cs typeface="+mn-lt"/>
              </a:defRPr>
            </a:lvl7pPr>
            <a:lvl8pPr marL="2539365" indent="-245745" algn="l">
              <a:lnSpc>
                <a:spcPct val="110000"/>
              </a:lnSpc>
              <a:spcBef>
                <a:spcPts val="0"/>
              </a:spcBef>
              <a:spcAft>
                <a:spcPts val="1290"/>
              </a:spcAft>
              <a:buChar char="•"/>
              <a:defRPr sz="2258" b="0">
                <a:solidFill>
                  <a:schemeClr val="tx1"/>
                </a:solidFill>
                <a:latin typeface="+mn-lt"/>
                <a:ea typeface="+mn-lt"/>
                <a:cs typeface="+mn-lt"/>
              </a:defRPr>
            </a:lvl8pPr>
            <a:lvl9pPr marL="2867025" indent="-245745" algn="l">
              <a:lnSpc>
                <a:spcPct val="110000"/>
              </a:lnSpc>
              <a:spcBef>
                <a:spcPts val="0"/>
              </a:spcBef>
              <a:spcAft>
                <a:spcPts val="1290"/>
              </a:spcAft>
              <a:buChar char="•"/>
              <a:defRPr sz="2258" b="0">
                <a:solidFill>
                  <a:schemeClr val="tx1"/>
                </a:solidFill>
                <a:latin typeface="+mn-lt"/>
                <a:ea typeface="+mn-lt"/>
                <a:cs typeface="+mn-lt"/>
              </a:defRPr>
            </a:lvl9pPr>
          </a:lstStyle>
          <a:p xmlns:a="http://schemas.openxmlformats.org/drawingml/2006/main"/>
        </p:txBody>
      </p:sp>
    </p:spTree>
  </p:cSld>
</p:sldLayout>
</file>

<file path=ppt/slideLayouts/slideLayout5.xml><?xml version="1.0" encoding="utf-8"?>
<p:sldLayout xmlns:p="http://schemas.openxmlformats.org/presentationml/2006/main">
  <p:cSld name="Title and One Column">
    <p:spTree>
      <p:nvGrpSpPr>
        <p:cNvPr id="1" name=""/>
        <p:cNvGrpSpPr/>
        <p:nvPr/>
      </p:nvGrpSpPr>
      <p:grpSpPr>
        <a:xfrm xmlns:a="http://schemas.openxmlformats.org/drawingml/2006/main"/>
      </p:grpSpPr>
      <p:sp>
        <p:nvSpPr>
          <p:cNvPr id="3" name="Title">
            <a:extLst xmlns:a="http://schemas.openxmlformats.org/drawingml/2006/main">
              <a:ext uri="{FF2B5EF4-FFF2-40B4-BE49-F238E27FC236}">
                <a16:creationId xmlns:a16="http://schemas.microsoft.com/office/drawing/2014/main" id="{5395A24D-A0F4-41CB-9D35-30FCBD642E1B}"/>
              </a:ext>
            </a:extLst>
          </p:cNvPr>
          <p:cNvSpPr>
            <a:spLocks xmlns:a="http://schemas.openxmlformats.org/drawingml/2006/main" noGrp="1"/>
          </p:cNvSpPr>
          <p:nvPr>
            <p:ph type="title" idx="0"/>
          </p:nvPr>
        </p:nvSpPr>
        <p:spPr>
          <a:xfrm xmlns:a="http://schemas.openxmlformats.org/drawingml/2006/main">
            <a:off x="737235" y="573405"/>
            <a:ext cx="11631930" cy="90106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>
            <a:noFill/>
            <a:prstDash val="solid"/>
          </a:ln>
        </p:spPr>
        <p:txBody>
          <a:bodyPr xmlns:a="http://schemas.openxmlformats.org/drawingml/2006/main" wrap="square" lIns="0" tIns="0" rIns="0" bIns="0" anchor="t">
            <a:normAutofit/>
          </a:bodyPr>
          <a:lstStyle xmlns:a="http://schemas.openxmlformats.org/drawingml/2006/main">
            <a:defPPr algn="l">
              <a:defRPr sz="3548" b="1">
                <a:solidFill>
                  <a:schemeClr val="tx1"/>
                </a:solidFill>
                <a:latin typeface="+mj-lt"/>
                <a:ea typeface="+mj-lt"/>
                <a:cs typeface="+mj-lt"/>
              </a:defRPr>
            </a:defPPr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3548" b="1">
                <a:solidFill>
                  <a:schemeClr val="tx1"/>
                </a:solidFill>
                <a:latin typeface="+mj-lt"/>
                <a:ea typeface="+mj-lt"/>
                <a:cs typeface="+mj-lt"/>
              </a:defRPr>
            </a:lvl1pPr>
            <a:lvl2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3548" b="1">
                <a:solidFill>
                  <a:schemeClr val="tx1"/>
                </a:solidFill>
                <a:latin typeface="+mj-lt"/>
                <a:ea typeface="+mj-lt"/>
                <a:cs typeface="+mj-lt"/>
              </a:defRPr>
            </a:lvl2pPr>
            <a:lvl3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3548" b="1">
                <a:solidFill>
                  <a:schemeClr val="tx1"/>
                </a:solidFill>
                <a:latin typeface="+mj-lt"/>
                <a:ea typeface="+mj-lt"/>
                <a:cs typeface="+mj-lt"/>
              </a:defRPr>
            </a:lvl3pPr>
            <a:lvl4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3548" b="1">
                <a:solidFill>
                  <a:schemeClr val="tx1"/>
                </a:solidFill>
                <a:latin typeface="+mj-lt"/>
                <a:ea typeface="+mj-lt"/>
                <a:cs typeface="+mj-lt"/>
              </a:defRPr>
            </a:lvl4pPr>
            <a:lvl5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3548" b="1">
                <a:solidFill>
                  <a:schemeClr val="tx1"/>
                </a:solidFill>
                <a:latin typeface="+mj-lt"/>
                <a:ea typeface="+mj-lt"/>
                <a:cs typeface="+mj-lt"/>
              </a:defRPr>
            </a:lvl5pPr>
            <a:lvl6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3548" b="1">
                <a:solidFill>
                  <a:schemeClr val="tx1"/>
                </a:solidFill>
                <a:latin typeface="+mj-lt"/>
                <a:ea typeface="+mj-lt"/>
                <a:cs typeface="+mj-lt"/>
              </a:defRPr>
            </a:lvl6pPr>
            <a:lvl7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3548" b="1">
                <a:solidFill>
                  <a:schemeClr val="tx1"/>
                </a:solidFill>
                <a:latin typeface="+mj-lt"/>
                <a:ea typeface="+mj-lt"/>
                <a:cs typeface="+mj-lt"/>
              </a:defRPr>
            </a:lvl7pPr>
            <a:lvl8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3548" b="1">
                <a:solidFill>
                  <a:schemeClr val="tx1"/>
                </a:solidFill>
                <a:latin typeface="+mj-lt"/>
                <a:ea typeface="+mj-lt"/>
                <a:cs typeface="+mj-lt"/>
              </a:defRPr>
            </a:lvl8pPr>
            <a:lvl9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3548" b="1">
                <a:solidFill>
                  <a:schemeClr val="tx1"/>
                </a:solidFill>
                <a:latin typeface="+mj-lt"/>
                <a:ea typeface="+mj-lt"/>
                <a:cs typeface="+mj-lt"/>
              </a:defRPr>
            </a:lvl9pPr>
          </a:lstStyle>
          <a:p xmlns:a="http://schemas.openxmlformats.org/drawingml/2006/main"/>
        </p:txBody>
      </p:sp>
      <p:sp>
        <p:nvSpPr>
          <p:cNvPr id="2" name="Left column">
            <a:extLst xmlns:a="http://schemas.openxmlformats.org/drawingml/2006/main">
              <a:ext uri="{FF2B5EF4-FFF2-40B4-BE49-F238E27FC236}">
                <a16:creationId xmlns:a16="http://schemas.microsoft.com/office/drawing/2014/main" id="{EBEB14EA-F514-4999-84CE-E4512845F508}"/>
              </a:ext>
            </a:extLst>
          </p:cNvPr>
          <p:cNvSpPr>
            <a:spLocks xmlns:a="http://schemas.openxmlformats.org/drawingml/2006/main" noGrp="1"/>
          </p:cNvSpPr>
          <p:nvPr>
            <p:ph type="body" idx="1"/>
          </p:nvPr>
        </p:nvSpPr>
        <p:spPr>
          <a:xfrm xmlns:a="http://schemas.openxmlformats.org/drawingml/2006/main">
            <a:off x="737235" y="2047875"/>
            <a:ext cx="5406390" cy="458724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>
            <a:noFill/>
            <a:prstDash val="solid"/>
          </a:ln>
        </p:spPr>
        <p:txBody>
          <a:bodyPr xmlns:a="http://schemas.openxmlformats.org/drawingml/2006/main" wrap="square" lIns="0" tIns="0" rIns="0" bIns="0" anchor="t">
            <a:normAutofit/>
          </a:bodyPr>
          <a:lstStyle xmlns:a="http://schemas.openxmlformats.org/drawingml/2006/main">
            <a:defPPr algn="l">
              <a:defRPr sz="2419" b="0">
                <a:solidFill>
                  <a:schemeClr val="tx1"/>
                </a:solidFill>
                <a:latin typeface="+mn-lt"/>
                <a:ea typeface="+mn-lt"/>
                <a:cs typeface="+mn-lt"/>
              </a:defRPr>
            </a:defPPr>
            <a:lvl1pPr marL="245745" indent="-245745" algn="l">
              <a:lnSpc>
                <a:spcPct val="110000"/>
              </a:lnSpc>
              <a:spcBef>
                <a:spcPts val="0"/>
              </a:spcBef>
              <a:spcAft>
                <a:spcPts val="1290"/>
              </a:spcAft>
              <a:buChar char="•"/>
              <a:defRPr sz="2419" b="0">
                <a:solidFill>
                  <a:schemeClr val="tx1"/>
                </a:solidFill>
                <a:latin typeface="+mn-lt"/>
                <a:ea typeface="+mn-lt"/>
                <a:cs typeface="+mn-lt"/>
              </a:defRPr>
            </a:lvl1pPr>
            <a:lvl2pPr marL="573405" indent="-245745" algn="l">
              <a:lnSpc>
                <a:spcPct val="110000"/>
              </a:lnSpc>
              <a:spcBef>
                <a:spcPts val="0"/>
              </a:spcBef>
              <a:spcAft>
                <a:spcPts val="1290"/>
              </a:spcAft>
              <a:buChar char="•"/>
              <a:defRPr sz="2419" b="0">
                <a:solidFill>
                  <a:schemeClr val="tx1"/>
                </a:solidFill>
                <a:latin typeface="+mn-lt"/>
                <a:ea typeface="+mn-lt"/>
                <a:cs typeface="+mn-lt"/>
              </a:defRPr>
            </a:lvl2pPr>
            <a:lvl3pPr marL="901065" indent="-245745" algn="l">
              <a:lnSpc>
                <a:spcPct val="110000"/>
              </a:lnSpc>
              <a:spcBef>
                <a:spcPts val="0"/>
              </a:spcBef>
              <a:spcAft>
                <a:spcPts val="1290"/>
              </a:spcAft>
              <a:buChar char="•"/>
              <a:defRPr sz="2419" b="0">
                <a:solidFill>
                  <a:schemeClr val="tx1"/>
                </a:solidFill>
                <a:latin typeface="+mn-lt"/>
                <a:ea typeface="+mn-lt"/>
                <a:cs typeface="+mn-lt"/>
              </a:defRPr>
            </a:lvl3pPr>
            <a:lvl4pPr marL="1228725" indent="-245745" algn="l">
              <a:lnSpc>
                <a:spcPct val="110000"/>
              </a:lnSpc>
              <a:spcBef>
                <a:spcPts val="0"/>
              </a:spcBef>
              <a:spcAft>
                <a:spcPts val="1290"/>
              </a:spcAft>
              <a:buChar char="•"/>
              <a:defRPr sz="2419" b="0">
                <a:solidFill>
                  <a:schemeClr val="tx1"/>
                </a:solidFill>
                <a:latin typeface="+mn-lt"/>
                <a:ea typeface="+mn-lt"/>
                <a:cs typeface="+mn-lt"/>
              </a:defRPr>
            </a:lvl4pPr>
            <a:lvl5pPr marL="1556385" indent="-245745" algn="l">
              <a:lnSpc>
                <a:spcPct val="110000"/>
              </a:lnSpc>
              <a:spcBef>
                <a:spcPts val="0"/>
              </a:spcBef>
              <a:spcAft>
                <a:spcPts val="1290"/>
              </a:spcAft>
              <a:buChar char="•"/>
              <a:defRPr sz="2419" b="0">
                <a:solidFill>
                  <a:schemeClr val="tx1"/>
                </a:solidFill>
                <a:latin typeface="+mn-lt"/>
                <a:ea typeface="+mn-lt"/>
                <a:cs typeface="+mn-lt"/>
              </a:defRPr>
            </a:lvl5pPr>
            <a:lvl6pPr marL="1884045" indent="-245745" algn="l">
              <a:lnSpc>
                <a:spcPct val="110000"/>
              </a:lnSpc>
              <a:spcBef>
                <a:spcPts val="0"/>
              </a:spcBef>
              <a:spcAft>
                <a:spcPts val="1290"/>
              </a:spcAft>
              <a:buChar char="•"/>
              <a:defRPr sz="2419" b="0">
                <a:solidFill>
                  <a:schemeClr val="tx1"/>
                </a:solidFill>
                <a:latin typeface="+mn-lt"/>
                <a:ea typeface="+mn-lt"/>
                <a:cs typeface="+mn-lt"/>
              </a:defRPr>
            </a:lvl6pPr>
            <a:lvl7pPr marL="2211705" indent="-245745" algn="l">
              <a:lnSpc>
                <a:spcPct val="110000"/>
              </a:lnSpc>
              <a:spcBef>
                <a:spcPts val="0"/>
              </a:spcBef>
              <a:spcAft>
                <a:spcPts val="1290"/>
              </a:spcAft>
              <a:buChar char="•"/>
              <a:defRPr sz="2419" b="0">
                <a:solidFill>
                  <a:schemeClr val="tx1"/>
                </a:solidFill>
                <a:latin typeface="+mn-lt"/>
                <a:ea typeface="+mn-lt"/>
                <a:cs typeface="+mn-lt"/>
              </a:defRPr>
            </a:lvl7pPr>
            <a:lvl8pPr marL="2539365" indent="-245745" algn="l">
              <a:lnSpc>
                <a:spcPct val="110000"/>
              </a:lnSpc>
              <a:spcBef>
                <a:spcPts val="0"/>
              </a:spcBef>
              <a:spcAft>
                <a:spcPts val="1290"/>
              </a:spcAft>
              <a:buChar char="•"/>
              <a:defRPr sz="2419" b="0">
                <a:solidFill>
                  <a:schemeClr val="tx1"/>
                </a:solidFill>
                <a:latin typeface="+mn-lt"/>
                <a:ea typeface="+mn-lt"/>
                <a:cs typeface="+mn-lt"/>
              </a:defRPr>
            </a:lvl8pPr>
            <a:lvl9pPr marL="2867025" indent="-245745" algn="l">
              <a:lnSpc>
                <a:spcPct val="110000"/>
              </a:lnSpc>
              <a:spcBef>
                <a:spcPts val="0"/>
              </a:spcBef>
              <a:spcAft>
                <a:spcPts val="1290"/>
              </a:spcAft>
              <a:buChar char="•"/>
              <a:defRPr sz="2419" b="0">
                <a:solidFill>
                  <a:schemeClr val="tx1"/>
                </a:solidFill>
                <a:latin typeface="+mn-lt"/>
                <a:ea typeface="+mn-lt"/>
                <a:cs typeface="+mn-lt"/>
              </a:defRPr>
            </a:lvl9pPr>
          </a:lstStyle>
          <a:p xmlns:a="http://schemas.openxmlformats.org/drawingml/2006/main"/>
        </p:txBody>
      </p:sp>
    </p:spTree>
  </p:cSld>
</p:sldLayout>
</file>

<file path=ppt/slideLayouts/slideLayout6.xml><?xml version="1.0" encoding="utf-8"?>
<p:sldLayout xmlns:p="http://schemas.openxmlformats.org/presentationml/2006/main" type="blank">
  <p:cSld name="Blank">
    <p:spTree>
      <p:nvGrpSpPr>
        <p:cNvPr id="1" name=""/>
        <p:cNvGrpSpPr/>
        <p:nvPr/>
      </p:nvGrpSpPr>
      <p:grpSpPr>
        <a:xfrm xmlns:a="http://schemas.openxmlformats.org/drawingml/2006/main"/>
      </p:grpSpPr>
    </p:spTree>
  </p:cSld>
</p:sldLayout>
</file>

<file path=ppt/slideMasters/_rels/slideMaster1.xml.rels>&#65279;<?xml version="1.0" encoding="utf-8"?><Relationships xmlns="http://schemas.openxmlformats.org/package/2006/relationships"><Relationship Type="http://schemas.openxmlformats.org/officeDocument/2006/relationships/theme" Target="/ppt/slideMasters/theme/theme2.xml" Id="R433443b587d147f9" /><Relationship Type="http://schemas.openxmlformats.org/officeDocument/2006/relationships/slideLayout" Target="/ppt/slideLayouts/slideLayout1.xml" Id="Rd1a79da1cfc54228" /><Relationship Type="http://schemas.openxmlformats.org/officeDocument/2006/relationships/slideLayout" Target="/ppt/slideLayouts/slideLayout2.xml" Id="Rd8fd99a690724cf0" /><Relationship Type="http://schemas.openxmlformats.org/officeDocument/2006/relationships/slideLayout" Target="/ppt/slideLayouts/slideLayout3.xml" Id="Ra83b1793d7b64ab4" /><Relationship Type="http://schemas.openxmlformats.org/officeDocument/2006/relationships/slideLayout" Target="/ppt/slideLayouts/slideLayout4.xml" Id="R9dde7339c75d4eaf" /><Relationship Type="http://schemas.openxmlformats.org/officeDocument/2006/relationships/slideLayout" Target="/ppt/slideLayouts/slideLayout5.xml" Id="Rda38b9aa9eb144ff" /><Relationship Type="http://schemas.openxmlformats.org/officeDocument/2006/relationships/slideLayout" Target="/ppt/slideLayouts/slideLayout6.xml" Id="R06895d530f9f4405" /></Relationships>
</file>

<file path=ppt/slideMasters/slideMaster1.xml><?xml version="1.0" encoding="utf-8"?>
<p:sldMaster xmlns:p="http://schemas.openxmlformats.org/presentationml/2006/main">
  <p:cSld name="Master">
    <p:bg>
      <p:bgRef idx="1001">
        <a:schemeClr xmlns:a="http://schemas.openxmlformats.org/drawingml/2006/main" val="bg1"/>
      </p:bgRef>
    </p:bg>
    <p:spTree>
      <p:nvGrpSpPr>
        <p:cNvPr id="1" name=""/>
        <p:cNvGrpSpPr/>
        <p:nvPr/>
      </p:nvGrpSpPr>
      <p:grpSpPr>
        <a:xfrm xmlns:a="http://schemas.openxmlformats.org/drawingml/2006/main"/>
      </p:grpSpPr>
    </p:spTree>
  </p:cSld>
  <p:clrMap bg1="lt1" tx1="dk1" bg2="lt2" tx2="dk2" accent1="accent1" accent2="accent2" accent3="accent3" accent4="accent4" accent5="accent5" accent6="accent6" hlink="hlink" folHlink="folHlink"/>
  <p:sldLayoutIdLst>
    <p:sldLayoutId xmlns:r="http://schemas.openxmlformats.org/officeDocument/2006/relationships" id="2147483649" r:id="Rd1a79da1cfc54228"/>
    <p:sldLayoutId xmlns:r="http://schemas.openxmlformats.org/officeDocument/2006/relationships" id="2147483650" r:id="Rd8fd99a690724cf0"/>
    <p:sldLayoutId xmlns:r="http://schemas.openxmlformats.org/officeDocument/2006/relationships" id="2147483651" r:id="Ra83b1793d7b64ab4"/>
    <p:sldLayoutId xmlns:r="http://schemas.openxmlformats.org/officeDocument/2006/relationships" id="2147483652" r:id="R9dde7339c75d4eaf"/>
    <p:sldLayoutId xmlns:r="http://schemas.openxmlformats.org/officeDocument/2006/relationships" id="2147483653" r:id="Rda38b9aa9eb144ff"/>
    <p:sldLayoutId xmlns:r="http://schemas.openxmlformats.org/officeDocument/2006/relationships" id="2147483654" r:id="R06895d530f9f4405"/>
  </p:sldLayoutIdLst>
  <p:txStyles>
    <p:titleStyle>
      <a:lvl1pPr xmlns:a="http://schemas.openxmlformats.org/drawingml/2006/main" algn="l">
        <a:lnSpc>
          <a:spcPct val="90000"/>
        </a:lnSpc>
        <a:spcBef>
          <a:spcPts val="0"/>
        </a:spcBef>
        <a:buNone/>
        <a:defRPr sz="4400">
          <a:solidFill>
            <a:schemeClr val="tx1"/>
          </a:solidFill>
          <a:latin typeface="+mj-lt"/>
          <a:ea typeface="+mj-lt"/>
          <a:cs typeface="+mj-lt"/>
        </a:defRPr>
      </a:lvl1pPr>
    </p:titleStyle>
    <p:bodyStyle>
      <a:lvl1pPr xmlns:a="http://schemas.openxmlformats.org/drawingml/2006/main" marL="228600" indent="-228600" algn="l">
        <a:lnSpc>
          <a:spcPct val="90000"/>
        </a:lnSpc>
        <a:spcBef>
          <a:spcPts val="1000"/>
        </a:spcBef>
        <a:buChar char="•"/>
        <a:defRPr sz="2800">
          <a:solidFill>
            <a:schemeClr val="tx1"/>
          </a:solidFill>
          <a:latin typeface="+mn-lt"/>
          <a:ea typeface="+mn-lt"/>
          <a:cs typeface="+mn-lt"/>
        </a:defRPr>
      </a:lvl1pPr>
      <a:lvl2pPr xmlns:a="http://schemas.openxmlformats.org/drawingml/2006/main" marL="685800" indent="-228600" algn="l">
        <a:lnSpc>
          <a:spcPct val="90000"/>
        </a:lnSpc>
        <a:spcBef>
          <a:spcPts val="500"/>
        </a:spcBef>
        <a:buChar char="•"/>
        <a:defRPr sz="2400">
          <a:solidFill>
            <a:schemeClr val="tx1"/>
          </a:solidFill>
          <a:latin typeface="+mn-lt"/>
          <a:ea typeface="+mn-lt"/>
          <a:cs typeface="+mn-lt"/>
        </a:defRPr>
      </a:lvl2pPr>
      <a:lvl3pPr xmlns:a="http://schemas.openxmlformats.org/drawingml/2006/main" marL="1143000" indent="-228600" algn="l">
        <a:lnSpc>
          <a:spcPct val="90000"/>
        </a:lnSpc>
        <a:spcBef>
          <a:spcPts val="500"/>
        </a:spcBef>
        <a:buChar char="•"/>
        <a:defRPr sz="2000">
          <a:solidFill>
            <a:schemeClr val="tx1"/>
          </a:solidFill>
          <a:latin typeface="+mn-lt"/>
          <a:ea typeface="+mn-lt"/>
          <a:cs typeface="+mn-lt"/>
        </a:defRPr>
      </a:lvl3pPr>
      <a:lvl4pPr xmlns:a="http://schemas.openxmlformats.org/drawingml/2006/main" marL="1600200" indent="-228600" algn="l">
        <a:lnSpc>
          <a:spcPct val="90000"/>
        </a:lnSpc>
        <a:spcBef>
          <a:spcPts val="500"/>
        </a:spcBef>
        <a:buChar char="•"/>
        <a:defRPr sz="1800">
          <a:solidFill>
            <a:schemeClr val="tx1"/>
          </a:solidFill>
          <a:latin typeface="+mn-lt"/>
          <a:ea typeface="+mn-lt"/>
          <a:cs typeface="+mn-lt"/>
        </a:defRPr>
      </a:lvl4pPr>
      <a:lvl5pPr xmlns:a="http://schemas.openxmlformats.org/drawingml/2006/main" marL="2057400" indent="-228600" algn="l">
        <a:lnSpc>
          <a:spcPct val="90000"/>
        </a:lnSpc>
        <a:spcBef>
          <a:spcPts val="500"/>
        </a:spcBef>
        <a:buChar char="•"/>
        <a:defRPr sz="1800">
          <a:solidFill>
            <a:schemeClr val="tx1"/>
          </a:solidFill>
          <a:latin typeface="+mn-lt"/>
          <a:ea typeface="+mn-lt"/>
          <a:cs typeface="+mn-lt"/>
        </a:defRPr>
      </a:lvl5pPr>
      <a:lvl6pPr xmlns:a="http://schemas.openxmlformats.org/drawingml/2006/main" marL="2514600" indent="-228600" algn="l">
        <a:lnSpc>
          <a:spcPct val="90000"/>
        </a:lnSpc>
        <a:spcBef>
          <a:spcPts val="500"/>
        </a:spcBef>
        <a:buChar char="•"/>
        <a:defRPr sz="1800">
          <a:solidFill>
            <a:schemeClr val="tx1"/>
          </a:solidFill>
          <a:latin typeface="+mn-lt"/>
          <a:ea typeface="+mn-lt"/>
          <a:cs typeface="+mn-lt"/>
        </a:defRPr>
      </a:lvl6pPr>
      <a:lvl7pPr xmlns:a="http://schemas.openxmlformats.org/drawingml/2006/main" marL="2971800" indent="-228600" algn="l">
        <a:lnSpc>
          <a:spcPct val="90000"/>
        </a:lnSpc>
        <a:spcBef>
          <a:spcPts val="500"/>
        </a:spcBef>
        <a:buChar char="•"/>
        <a:defRPr sz="1800">
          <a:solidFill>
            <a:schemeClr val="tx1"/>
          </a:solidFill>
          <a:latin typeface="+mn-lt"/>
          <a:ea typeface="+mn-lt"/>
          <a:cs typeface="+mn-lt"/>
        </a:defRPr>
      </a:lvl7pPr>
      <a:lvl8pPr xmlns:a="http://schemas.openxmlformats.org/drawingml/2006/main" marL="3429000" indent="-228600" algn="l">
        <a:lnSpc>
          <a:spcPct val="90000"/>
        </a:lnSpc>
        <a:spcBef>
          <a:spcPts val="500"/>
        </a:spcBef>
        <a:buChar char="•"/>
        <a:defRPr sz="1800">
          <a:solidFill>
            <a:schemeClr val="tx1"/>
          </a:solidFill>
          <a:latin typeface="+mn-lt"/>
          <a:ea typeface="+mn-lt"/>
          <a:cs typeface="+mn-lt"/>
        </a:defRPr>
      </a:lvl8pPr>
      <a:lvl9pPr xmlns:a="http://schemas.openxmlformats.org/drawingml/2006/main" marL="3886200" indent="-228600" algn="l">
        <a:lnSpc>
          <a:spcPct val="90000"/>
        </a:lnSpc>
        <a:spcBef>
          <a:spcPts val="500"/>
        </a:spcBef>
        <a:buChar char="•"/>
        <a:defRPr sz="1800">
          <a:solidFill>
            <a:schemeClr val="tx1"/>
          </a:solidFill>
          <a:latin typeface="+mn-lt"/>
          <a:ea typeface="+mn-lt"/>
          <a:cs typeface="+mn-lt"/>
        </a:defRPr>
      </a:lvl9pPr>
    </p:bodyStyle>
    <p:otherStyle>
      <a:lvl1pPr xmlns:a="http://schemas.openxmlformats.org/drawingml/2006/main" marL="0" algn="l">
        <a:buNone/>
        <a:defRPr sz="1800">
          <a:solidFill>
            <a:schemeClr val="tx1"/>
          </a:solidFill>
          <a:latin typeface="+mn-lt"/>
          <a:ea typeface="+mn-lt"/>
          <a:cs typeface="+mn-lt"/>
        </a:defRPr>
      </a:lvl1pPr>
      <a:lvl2pPr xmlns:a="http://schemas.openxmlformats.org/drawingml/2006/main" marL="457200" algn="l">
        <a:buNone/>
        <a:defRPr sz="1800">
          <a:solidFill>
            <a:schemeClr val="tx1"/>
          </a:solidFill>
          <a:latin typeface="+mn-lt"/>
          <a:ea typeface="+mn-lt"/>
          <a:cs typeface="+mn-lt"/>
        </a:defRPr>
      </a:lvl2pPr>
      <a:lvl3pPr xmlns:a="http://schemas.openxmlformats.org/drawingml/2006/main" marL="914400" algn="l">
        <a:buNone/>
        <a:defRPr sz="1800">
          <a:solidFill>
            <a:schemeClr val="tx1"/>
          </a:solidFill>
          <a:latin typeface="+mn-lt"/>
          <a:ea typeface="+mn-lt"/>
          <a:cs typeface="+mn-lt"/>
        </a:defRPr>
      </a:lvl3pPr>
      <a:lvl4pPr xmlns:a="http://schemas.openxmlformats.org/drawingml/2006/main" marL="1371600" algn="l">
        <a:buNone/>
        <a:defRPr sz="1800">
          <a:solidFill>
            <a:schemeClr val="tx1"/>
          </a:solidFill>
          <a:latin typeface="+mn-lt"/>
          <a:ea typeface="+mn-lt"/>
          <a:cs typeface="+mn-lt"/>
        </a:defRPr>
      </a:lvl4pPr>
      <a:lvl5pPr xmlns:a="http://schemas.openxmlformats.org/drawingml/2006/main" marL="1828800" algn="l">
        <a:buNone/>
        <a:defRPr sz="1800">
          <a:solidFill>
            <a:schemeClr val="tx1"/>
          </a:solidFill>
          <a:latin typeface="+mn-lt"/>
          <a:ea typeface="+mn-lt"/>
          <a:cs typeface="+mn-lt"/>
        </a:defRPr>
      </a:lvl5pPr>
      <a:lvl6pPr xmlns:a="http://schemas.openxmlformats.org/drawingml/2006/main" marL="2286000" algn="l">
        <a:buNone/>
        <a:defRPr sz="1800">
          <a:solidFill>
            <a:schemeClr val="tx1"/>
          </a:solidFill>
          <a:latin typeface="+mn-lt"/>
          <a:ea typeface="+mn-lt"/>
          <a:cs typeface="+mn-lt"/>
        </a:defRPr>
      </a:lvl6pPr>
      <a:lvl7pPr xmlns:a="http://schemas.openxmlformats.org/drawingml/2006/main" marL="2743200" algn="l">
        <a:buNone/>
        <a:defRPr sz="1800">
          <a:solidFill>
            <a:schemeClr val="tx1"/>
          </a:solidFill>
          <a:latin typeface="+mn-lt"/>
          <a:ea typeface="+mn-lt"/>
          <a:cs typeface="+mn-lt"/>
        </a:defRPr>
      </a:lvl7pPr>
      <a:lvl8pPr xmlns:a="http://schemas.openxmlformats.org/drawingml/2006/main" marL="3200400" algn="l">
        <a:buNone/>
        <a:defRPr sz="1800">
          <a:solidFill>
            <a:schemeClr val="tx1"/>
          </a:solidFill>
          <a:latin typeface="+mn-lt"/>
          <a:ea typeface="+mn-lt"/>
          <a:cs typeface="+mn-lt"/>
        </a:defRPr>
      </a:lvl8pPr>
      <a:lvl9pPr xmlns:a="http://schemas.openxmlformats.org/drawingml/2006/main" marL="3657600" algn="l">
        <a:buNone/>
        <a:defRPr sz="1800">
          <a:solidFill>
            <a:schemeClr val="tx1"/>
          </a:solidFill>
          <a:latin typeface="+mn-lt"/>
          <a:ea typeface="+mn-lt"/>
          <a:cs typeface="+mn-lt"/>
        </a:defRPr>
      </a:lvl9pPr>
    </p:otherStyle>
  </p:txStyles>
</p:sldMaster>
</file>

<file path=ppt/slideMasters/theme/theme2.xml><?xml version="1.0" encoding="utf-8"?>
<a:theme xmlns:a="http://schemas.openxmlformats.org/drawingml/2006/main" name="ChatGPT">
  <a:themeElements>
    <a:clrScheme name="ChatGPT">
      <a:dk1>
        <a:srgbClr val="000000"/>
      </a:dk1>
      <a:lt1>
        <a:srgbClr val="FFFFFF"/>
      </a:lt1>
      <a:dk2>
        <a:srgbClr val="0E2841"/>
      </a:dk2>
      <a:lt2>
        <a:srgbClr val="E8E8E8"/>
      </a:lt2>
      <a:accent1>
        <a:srgbClr val="156082"/>
      </a:accent1>
      <a:accent2>
        <a:srgbClr val="E97132"/>
      </a:accent2>
      <a:accent3>
        <a:srgbClr val="196B24"/>
      </a:accent3>
      <a:accent4>
        <a:srgbClr val="0F9ED5"/>
      </a:accent4>
      <a:accent5>
        <a:srgbClr val="A02B93"/>
      </a:accent5>
      <a:accent6>
        <a:srgbClr val="4EA72E"/>
      </a:accent6>
      <a:hlink>
        <a:srgbClr val="467886"/>
      </a:hlink>
      <a:folHlink>
        <a:srgbClr val="96607D"/>
      </a:folHlink>
    </a:clrScheme>
    <a:fontScheme name="">
      <a:majorFont>
        <a:latin typeface="Aptos"/>
        <a:ea typeface=""/>
        <a:cs typeface=""/>
      </a:majorFont>
      <a:minorFont>
        <a:latin typeface="Aptos"/>
        <a:ea typeface=""/>
        <a:cs typeface=""/>
      </a:minorFont>
    </a:fontScheme>
    <a:fmtScheme name="ChatGPT">
      <a:fillStyleLst>
        <a:solidFill>
          <a:schemeClr val="phClr"/>
        </a:solidFill>
        <a:gradFill>
          <a:gsLst>
            <a:gs pos="0">
              <a:schemeClr val="phClr">
                <a:tint val="67000"/>
                <a:lumMod val="110000"/>
                <a:satMod val="105000"/>
              </a:schemeClr>
            </a:gs>
            <a:gs pos="50000">
              <a:schemeClr val="phClr">
                <a:tint val="73000"/>
                <a:lumMod val="105000"/>
                <a:satMod val="103000"/>
              </a:schemeClr>
            </a:gs>
            <a:gs pos="100000">
              <a:schemeClr val="phClr">
                <a:tint val="81000"/>
                <a:lumMod val="105000"/>
                <a:satMod val="109000"/>
              </a:schemeClr>
            </a:gs>
          </a:gsLst>
          <a:lin ang="5400000" scaled="0"/>
        </a:gradFill>
        <a:gradFill>
          <a:gsLst>
            <a:gs pos="0">
              <a:schemeClr val="phClr">
                <a:tint val="94000"/>
                <a:lumMod val="102000"/>
                <a:satMod val="103000"/>
              </a:schemeClr>
            </a:gs>
            <a:gs pos="50000">
              <a:schemeClr val="phClr">
                <a:shade val="100000"/>
                <a:lumMod val="100000"/>
                <a:satMod val="110000"/>
              </a:schemeClr>
            </a:gs>
            <a:gs pos="100000">
              <a:schemeClr val="phClr">
                <a:shade val="78000"/>
                <a:lumMod val="99000"/>
                <a:satMod val="120000"/>
              </a:schemeClr>
            </a:gs>
          </a:gsLst>
          <a:lin ang="5400000" scaled="0"/>
        </a:gradFill>
      </a:fillStyleLst>
      <a:lnStyleLst>
        <a:ln w="12700">
          <a:solidFill>
            <a:schemeClr val="phClr"/>
          </a:solidFill>
          <a:prstDash val="solid"/>
        </a:ln>
        <a:ln w="19050">
          <a:solidFill>
            <a:schemeClr val="phClr"/>
          </a:solidFill>
          <a:prstDash val="solid"/>
        </a:ln>
        <a:ln w="25400">
          <a:solidFill>
            <a:schemeClr val="phClr"/>
          </a:solidFill>
          <a:prstDash val="solid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>
              <a:srgbClr val="000000">
                <a:alpha val="16000"/>
              </a:srgbClr>
            </a:outerShdw>
          </a:effectLst>
        </a:effectStyle>
        <a:effectStyle>
          <a:effectLst>
            <a:outerShdw blurRad="19050" dist="9525" dir="5400000">
              <a:srgbClr val="000000">
                <a:alpha val="6000"/>
              </a:srgbClr>
            </a:outerShdw>
          </a:effectLst>
        </a:effectStyle>
        <a:effectStyle>
          <a:effectLst>
            <a:outerShdw blurRad="28575" dist="9525" dir="5400000">
              <a:srgbClr val="000000">
                <a:alpha val="8000"/>
              </a:srgbClr>
            </a:outerShdw>
          </a:effectLst>
        </a:effectStyle>
        <a:effectStyle>
          <a:effectLst>
            <a:outerShdw blurRad="57150" dist="19050" dir="5400000">
              <a:srgbClr val="000000">
                <a:alpha val="10000"/>
              </a:srgbClr>
            </a:outerShdw>
          </a:effectLst>
        </a:effectStyle>
        <a:effectStyle>
          <a:effectLst>
            <a:outerShdw blurRad="114300" dist="38100" dir="5400000">
              <a:srgbClr val="000000">
                <a:alpha val="12000"/>
              </a:srgbClr>
            </a:outerShdw>
          </a:effectLst>
        </a:effectStyle>
        <a:effectStyle>
          <a:effectLst>
            <a:outerShdw blurRad="171450" dist="57150" dir="5400000">
              <a:srgbClr val="000000">
                <a:alpha val="16000"/>
              </a:srgbClr>
            </a:outerShdw>
          </a:effectLst>
        </a:effectStyle>
        <a:effectStyle>
          <a:effectLst>
            <a:outerShdw blurRad="266700" dist="95250" dir="5400000">
              <a:srgbClr val="000000">
                <a:alpha val="24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>
          <a:gsLst>
            <a:gs pos="0">
              <a:schemeClr val="phClr">
                <a:tint val="93000"/>
                <a:shade val="98000"/>
                <a:lumMod val="102000"/>
                <a:satMod val="150000"/>
              </a:schemeClr>
            </a:gs>
            <a:gs pos="50000">
              <a:schemeClr val="phClr">
                <a:tint val="98000"/>
                <a:shade val="90000"/>
                <a:lumMod val="103000"/>
                <a:satMod val="130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</a:theme>
</file>

<file path=ppt/slides/_rels/slide1.xml.rels>&#65279;<?xml version="1.0" encoding="utf-8"?><Relationships xmlns="http://schemas.openxmlformats.org/package/2006/relationships"><Relationship Type="http://schemas.openxmlformats.org/officeDocument/2006/relationships/slideLayout" Target="/ppt/slideLayouts/slideLayout6.xml" Id="Rfc64035377a74ea8" /><Relationship Type="http://schemas.openxmlformats.org/officeDocument/2006/relationships/notesSlide" Target="/ppt/notesSlides/notesSlide1.xml" Id="Re921d60fcc3a42c4" /></Relationships>
</file>

<file path=ppt/slides/_rels/slide2.xml.rels>&#65279;<?xml version="1.0" encoding="utf-8"?><Relationships xmlns="http://schemas.openxmlformats.org/package/2006/relationships"><Relationship Type="http://schemas.openxmlformats.org/officeDocument/2006/relationships/slideLayout" Target="/ppt/slideLayouts/slideLayout6.xml" Id="R03470253bec24217" /><Relationship Type="http://schemas.openxmlformats.org/officeDocument/2006/relationships/notesSlide" Target="/ppt/notesSlides/notesSlide2.xml" Id="R2c9ad03cb23b4b8c" /></Relationships>
</file>

<file path=ppt/slides/_rels/slide3.xml.rels>&#65279;<?xml version="1.0" encoding="utf-8"?><Relationships xmlns="http://schemas.openxmlformats.org/package/2006/relationships"><Relationship Type="http://schemas.openxmlformats.org/officeDocument/2006/relationships/slideLayout" Target="/ppt/slideLayouts/slideLayout6.xml" Id="Ree9d259622d64d9d" /><Relationship Type="http://schemas.openxmlformats.org/officeDocument/2006/relationships/notesSlide" Target="/ppt/notesSlides/notesSlide3.xml" Id="Rfeccc136b7ba43e5" /></Relationships>
</file>

<file path=ppt/slides/_rels/slide4.xml.rels>&#65279;<?xml version="1.0" encoding="utf-8"?><Relationships xmlns="http://schemas.openxmlformats.org/package/2006/relationships"><Relationship Type="http://schemas.openxmlformats.org/officeDocument/2006/relationships/slideLayout" Target="/ppt/slideLayouts/slideLayout6.xml" Id="R5ade48cfa54a468f" /><Relationship Type="http://schemas.openxmlformats.org/officeDocument/2006/relationships/notesSlide" Target="/ppt/notesSlides/notesSlide4.xml" Id="R75d82ff97bea43e0" /></Relationships>
</file>

<file path=ppt/slides/_rels/slide5.xml.rels>&#65279;<?xml version="1.0" encoding="utf-8"?><Relationships xmlns="http://schemas.openxmlformats.org/package/2006/relationships"><Relationship Type="http://schemas.openxmlformats.org/officeDocument/2006/relationships/slideLayout" Target="/ppt/slideLayouts/slideLayout6.xml" Id="R83b05fa394ab4c91" /><Relationship Type="http://schemas.openxmlformats.org/officeDocument/2006/relationships/notesSlide" Target="/ppt/notesSlides/notesSlide5.xml" Id="R83362517aed44224" /></Relationships>
</file>

<file path=ppt/slides/_rels/slide6.xml.rels>&#65279;<?xml version="1.0" encoding="utf-8"?><Relationships xmlns="http://schemas.openxmlformats.org/package/2006/relationships"><Relationship Type="http://schemas.openxmlformats.org/officeDocument/2006/relationships/slideLayout" Target="/ppt/slideLayouts/slideLayout6.xml" Id="Re97a1bc30a6c47a8" /><Relationship Type="http://schemas.openxmlformats.org/officeDocument/2006/relationships/notesSlide" Target="/ppt/notesSlides/notesSlide6.xml" Id="R01405a1f795a4e4b" /></Relationships>
</file>

<file path=ppt/slides/_rels/slide7.xml.rels>&#65279;<?xml version="1.0" encoding="utf-8"?><Relationships xmlns="http://schemas.openxmlformats.org/package/2006/relationships"><Relationship Type="http://schemas.openxmlformats.org/officeDocument/2006/relationships/slideLayout" Target="/ppt/slideLayouts/slideLayout6.xml" Id="Ra0730676d6e44acb" /><Relationship Type="http://schemas.openxmlformats.org/officeDocument/2006/relationships/notesSlide" Target="/ppt/notesSlides/notesSlide7.xml" Id="R1c9f7c2464d945a2" /></Relationships>
</file>

<file path=ppt/slides/slide1.xml><?xml version="1.0" encoding="utf-8"?>
<p:sld xmlns:p="http://schemas.openxmlformats.org/presentationml/2006/main">
  <p:cSld>
    <p:bg>
      <p:bgPr>
        <a:solidFill xmlns:a="http://schemas.openxmlformats.org/drawingml/2006/main">
          <a:srgbClr val="F5F1E5"/>
        </a:solidFill>
      </p:bgPr>
    </p:bg>
    <p:spTree>
      <p:nvGrpSpPr>
        <p:cNvPr id="1" name=""/>
        <p:cNvGrpSpPr/>
        <p:nvPr/>
      </p:nvGrpSpPr>
      <p:grpSpPr>
        <a:xfrm xmlns:a="http://schemas.openxmlformats.org/drawingml/2006/main"/>
      </p:grpSpPr>
      <p:sp>
        <p:nvSpPr>
          <p:cNvPr id="84" name="">
            <a:extLst xmlns:a="http://schemas.openxmlformats.org/drawingml/2006/main">
              <a:ext uri="{FF2B5EF4-FFF2-40B4-BE49-F238E27FC236}">
                <a16:creationId xmlns:a16="http://schemas.microsoft.com/office/drawing/2014/main" id="{35188F7A-3A0D-422A-A6E3-BAF33CFC7E3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2077700" y="7153275"/>
            <a:ext cx="990600" cy="17145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/>
          <a:lstStyle xmlns:a="http://schemas.openxmlformats.org/drawingml/2006/main">
            <a:defPPr algn="l">
              <a:defRPr sz="750" b="1">
                <a:solidFill>
                  <a:srgbClr val="111111"/>
                </a:solidFill>
                <a:latin typeface="Arial"/>
                <a:ea typeface="Arial"/>
                <a:cs typeface="Arial"/>
              </a:defRPr>
            </a:defPPr>
            <a:lvl1pPr algn="l">
              <a:defRPr sz="750" b="1">
                <a:solidFill>
                  <a:srgbClr val="111111"/>
                </a:solidFill>
                <a:latin typeface="Arial"/>
                <a:ea typeface="Arial"/>
                <a:cs typeface="Arial"/>
              </a:defRPr>
            </a:lvl1pPr>
            <a:lvl2pPr algn="l">
              <a:defRPr sz="750" b="1">
                <a:solidFill>
                  <a:srgbClr val="111111"/>
                </a:solidFill>
                <a:latin typeface="Arial"/>
                <a:ea typeface="Arial"/>
                <a:cs typeface="Arial"/>
              </a:defRPr>
            </a:lvl2pPr>
            <a:lvl3pPr algn="l">
              <a:defRPr sz="750" b="1">
                <a:solidFill>
                  <a:srgbClr val="111111"/>
                </a:solidFill>
                <a:latin typeface="Arial"/>
                <a:ea typeface="Arial"/>
                <a:cs typeface="Arial"/>
              </a:defRPr>
            </a:lvl3pPr>
            <a:lvl4pPr algn="l">
              <a:defRPr sz="750" b="1">
                <a:solidFill>
                  <a:srgbClr val="111111"/>
                </a:solidFill>
                <a:latin typeface="Arial"/>
                <a:ea typeface="Arial"/>
                <a:cs typeface="Arial"/>
              </a:defRPr>
            </a:lvl4pPr>
            <a:lvl5pPr algn="l">
              <a:defRPr sz="750" b="1">
                <a:solidFill>
                  <a:srgbClr val="111111"/>
                </a:solidFill>
                <a:latin typeface="Arial"/>
                <a:ea typeface="Arial"/>
                <a:cs typeface="Arial"/>
              </a:defRPr>
            </a:lvl5pPr>
            <a:lvl6pPr algn="l">
              <a:defRPr sz="750" b="1">
                <a:solidFill>
                  <a:srgbClr val="111111"/>
                </a:solidFill>
                <a:latin typeface="Arial"/>
                <a:ea typeface="Arial"/>
                <a:cs typeface="Arial"/>
              </a:defRPr>
            </a:lvl6pPr>
            <a:lvl7pPr algn="l">
              <a:defRPr sz="750" b="1">
                <a:solidFill>
                  <a:srgbClr val="111111"/>
                </a:solidFill>
                <a:latin typeface="Arial"/>
                <a:ea typeface="Arial"/>
                <a:cs typeface="Arial"/>
              </a:defRPr>
            </a:lvl7pPr>
            <a:lvl8pPr algn="l">
              <a:defRPr sz="750" b="1">
                <a:solidFill>
                  <a:srgbClr val="111111"/>
                </a:solidFill>
                <a:latin typeface="Arial"/>
                <a:ea typeface="Arial"/>
                <a:cs typeface="Arial"/>
              </a:defRPr>
            </a:lvl8pPr>
            <a:lvl9pPr algn="l">
              <a:defRPr sz="750" b="1">
                <a:solidFill>
                  <a:srgbClr val="111111"/>
                </a:solidFill>
                <a:latin typeface="Arial"/>
                <a:ea typeface="Arial"/>
                <a:cs typeface="Arial"/>
              </a:defRPr>
            </a:lvl9pPr>
          </a:lstStyle>
          <a:p xmlns:a="http://schemas.openxmlformats.org/drawingml/2006/main">
            <a:pPr algn="l">
              <a:lnSpc>
                <a:spcPct val="105000"/>
              </a:lnSpc>
              <a:buNone/>
              <a:defRPr sz="750" b="1">
                <a:solidFill>
                  <a:srgbClr val="111111"/>
                </a:solidFill>
                <a:latin typeface="Arial"/>
                <a:ea typeface="Arial"/>
                <a:cs typeface="Arial"/>
              </a:defRPr>
            </a:pPr>
            <a:r>
              <a:rPr sz="750" b="1">
                <a:solidFill>
                  <a:srgbClr val="111111"/>
                </a:solidFill>
                <a:latin typeface="Arial"/>
                <a:ea typeface="Arial"/>
                <a:cs typeface="Arial"/>
              </a:rPr>
              <a:t>◉ Gemini Notebook</a:t>
            </a:r>
          </a:p>
        </p:txBody>
      </p:sp>
      <p:sp>
        <p:nvSpPr>
          <p:cNvPr id="2" name="">
            <a:extLst xmlns:a="http://schemas.openxmlformats.org/drawingml/2006/main">
              <a:ext uri="{FF2B5EF4-FFF2-40B4-BE49-F238E27FC236}">
                <a16:creationId xmlns:a16="http://schemas.microsoft.com/office/drawing/2014/main" id="{3ED2AF1B-061C-472B-BAE8-BB8A3E237E2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0" y="0"/>
            <a:ext cx="13106400" cy="7372350"/>
          </a:xfrm>
          <a:custGeom xmlns:a="http://schemas.openxmlformats.org/drawingml/2006/main">
            <a:pathLst>
              <a:path w="13106400" h="7372350">
                <a:moveTo>
                  <a:pt x="9525000" y="0"/>
                </a:moveTo>
                <a:lnTo>
                  <a:pt x="13106400" y="0"/>
                </a:lnTo>
                <a:lnTo>
                  <a:pt x="13106400" y="7315200"/>
                </a:lnTo>
                <a:lnTo>
                  <a:pt x="4962525" y="7315200"/>
                </a:lnTo>
                <a:lnTo>
                  <a:pt x="7372350" y="4953000"/>
                </a:lnTo>
                <a:close/>
              </a:path>
            </a:pathLst>
          </a:custGeom>
          <a:solidFill xmlns:a="http://schemas.openxmlformats.org/drawingml/2006/main">
            <a:srgbClr val="0659ED"/>
          </a:solidFill>
          <a:ln xmlns:a="http://schemas.openxmlformats.org/drawingml/2006/main" w="0">
            <a:noFill/>
          </a:ln>
        </p:spPr>
      </p:sp>
      <p:sp>
        <p:nvSpPr>
          <p:cNvPr id="3" name="">
            <a:extLst xmlns:a="http://schemas.openxmlformats.org/drawingml/2006/main">
              <a:ext uri="{FF2B5EF4-FFF2-40B4-BE49-F238E27FC236}">
                <a16:creationId xmlns:a16="http://schemas.microsoft.com/office/drawing/2014/main" id="{7FF6BAC6-2010-4D27-8510-7327F521327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7048500" y="190500"/>
            <a:ext cx="5905500" cy="6619875"/>
          </a:xfrm>
          <a:prstGeom xmlns:a="http://schemas.openxmlformats.org/drawingml/2006/main" prst="rect">
            <a:avLst/>
          </a:prstGeom>
          <a:solidFill xmlns:a="http://schemas.openxmlformats.org/drawingml/2006/main">
            <a:srgbClr val="DEE1E4"/>
          </a:solidFill>
          <a:ln xmlns:a="http://schemas.openxmlformats.org/drawingml/2006/main" w="0">
            <a:noFill/>
          </a:ln>
        </p:spPr>
      </p:sp>
      <p:sp>
        <p:nvSpPr>
          <p:cNvPr id="4" name="">
            <a:extLst xmlns:a="http://schemas.openxmlformats.org/drawingml/2006/main">
              <a:ext uri="{FF2B5EF4-FFF2-40B4-BE49-F238E27FC236}">
                <a16:creationId xmlns:a16="http://schemas.microsoft.com/office/drawing/2014/main" id="{55FE9EC2-45B2-4B03-8967-6060CE6493C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-180000">
            <a:off x="7334250" y="428625"/>
            <a:ext cx="2667000" cy="5934075"/>
          </a:xfrm>
          <a:prstGeom xmlns:a="http://schemas.openxmlformats.org/drawingml/2006/main" prst="roundRect">
            <a:avLst>
              <a:gd name="adj" fmla="val 7857"/>
            </a:avLst>
          </a:pr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</a:ln>
        </p:spPr>
      </p:sp>
      <p:sp>
        <p:nvSpPr>
          <p:cNvPr id="5" name="">
            <a:extLst xmlns:a="http://schemas.openxmlformats.org/drawingml/2006/main">
              <a:ext uri="{FF2B5EF4-FFF2-40B4-BE49-F238E27FC236}">
                <a16:creationId xmlns:a16="http://schemas.microsoft.com/office/drawing/2014/main" id="{8B90DA24-FE44-4BA3-936F-290C6A305AB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360000">
            <a:off x="9858375" y="685800"/>
            <a:ext cx="2857500" cy="5600700"/>
          </a:xfrm>
          <a:prstGeom xmlns:a="http://schemas.openxmlformats.org/drawingml/2006/main" prst="roundRect">
            <a:avLst>
              <a:gd name="adj" fmla="val 7333"/>
            </a:avLst>
          </a:prstGeom>
          <a:solidFill xmlns:a="http://schemas.openxmlformats.org/drawingml/2006/main">
            <a:srgbClr val="06172D"/>
          </a:solidFill>
          <a:ln xmlns:a="http://schemas.openxmlformats.org/drawingml/2006/main" w="0">
            <a:noFill/>
          </a:ln>
        </p:spPr>
      </p:sp>
      <p:sp>
        <p:nvSpPr>
          <p:cNvPr id="6" name="phones vector #fcfdfe">
            <a:extLst xmlns:a="http://schemas.openxmlformats.org/drawingml/2006/main">
              <a:ext uri="{FF2B5EF4-FFF2-40B4-BE49-F238E27FC236}">
                <a16:creationId xmlns:a16="http://schemas.microsoft.com/office/drawing/2014/main" id="{93EF8290-99F9-4E4A-9394-177F70444C7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48500" y="190500"/>
            <a:ext cx="5905500" cy="6619875"/>
          </a:xfrm>
          <a:custGeom xmlns:a="http://schemas.openxmlformats.org/drawingml/2006/main">
            <a:pathLst>
              <a:path w="3838575" h="4295775">
                <a:moveTo>
                  <a:pt x="809625" y="219075"/>
                </a:moveTo>
                <a:lnTo>
                  <a:pt x="828675" y="219075"/>
                </a:lnTo>
                <a:lnTo>
                  <a:pt x="828675" y="228600"/>
                </a:lnTo>
                <a:lnTo>
                  <a:pt x="809625" y="228600"/>
                </a:lnTo>
                <a:close/>
                <a:moveTo>
                  <a:pt x="1390650" y="257175"/>
                </a:moveTo>
                <a:lnTo>
                  <a:pt x="1400175" y="257175"/>
                </a:lnTo>
                <a:lnTo>
                  <a:pt x="1400175" y="276225"/>
                </a:lnTo>
                <a:lnTo>
                  <a:pt x="1390650" y="276225"/>
                </a:lnTo>
                <a:close/>
                <a:moveTo>
                  <a:pt x="409575" y="542925"/>
                </a:moveTo>
                <a:lnTo>
                  <a:pt x="428625" y="542925"/>
                </a:lnTo>
                <a:lnTo>
                  <a:pt x="428625" y="571500"/>
                </a:lnTo>
                <a:lnTo>
                  <a:pt x="409575" y="571500"/>
                </a:lnTo>
                <a:close/>
                <a:moveTo>
                  <a:pt x="314325" y="723900"/>
                </a:moveTo>
                <a:lnTo>
                  <a:pt x="333375" y="723900"/>
                </a:lnTo>
                <a:lnTo>
                  <a:pt x="333375" y="752475"/>
                </a:lnTo>
                <a:lnTo>
                  <a:pt x="323850" y="752475"/>
                </a:lnTo>
                <a:lnTo>
                  <a:pt x="323850" y="742950"/>
                </a:lnTo>
                <a:lnTo>
                  <a:pt x="314325" y="742950"/>
                </a:lnTo>
                <a:close/>
                <a:moveTo>
                  <a:pt x="266700" y="733425"/>
                </a:moveTo>
                <a:lnTo>
                  <a:pt x="276225" y="733425"/>
                </a:lnTo>
                <a:lnTo>
                  <a:pt x="276225" y="742950"/>
                </a:lnTo>
                <a:lnTo>
                  <a:pt x="266700" y="742950"/>
                </a:lnTo>
                <a:close/>
                <a:moveTo>
                  <a:pt x="323850" y="781050"/>
                </a:moveTo>
                <a:lnTo>
                  <a:pt x="333375" y="781050"/>
                </a:lnTo>
                <a:lnTo>
                  <a:pt x="333375" y="790575"/>
                </a:lnTo>
                <a:lnTo>
                  <a:pt x="342900" y="790575"/>
                </a:lnTo>
                <a:lnTo>
                  <a:pt x="342900" y="809625"/>
                </a:lnTo>
                <a:lnTo>
                  <a:pt x="333375" y="809625"/>
                </a:lnTo>
                <a:lnTo>
                  <a:pt x="333375" y="800100"/>
                </a:lnTo>
                <a:lnTo>
                  <a:pt x="323850" y="800100"/>
                </a:lnTo>
                <a:close/>
                <a:moveTo>
                  <a:pt x="1028700" y="942975"/>
                </a:moveTo>
                <a:lnTo>
                  <a:pt x="1047750" y="942975"/>
                </a:lnTo>
                <a:lnTo>
                  <a:pt x="1047750" y="981075"/>
                </a:lnTo>
                <a:lnTo>
                  <a:pt x="1066800" y="981075"/>
                </a:lnTo>
                <a:lnTo>
                  <a:pt x="1066800" y="1009650"/>
                </a:lnTo>
                <a:lnTo>
                  <a:pt x="1057275" y="1009650"/>
                </a:lnTo>
                <a:lnTo>
                  <a:pt x="1057275" y="1028700"/>
                </a:lnTo>
                <a:lnTo>
                  <a:pt x="1047750" y="1028700"/>
                </a:lnTo>
                <a:lnTo>
                  <a:pt x="1047750" y="1038225"/>
                </a:lnTo>
                <a:lnTo>
                  <a:pt x="1038225" y="1038225"/>
                </a:lnTo>
                <a:lnTo>
                  <a:pt x="1038225" y="1057275"/>
                </a:lnTo>
                <a:lnTo>
                  <a:pt x="1019175" y="1057275"/>
                </a:lnTo>
                <a:lnTo>
                  <a:pt x="1019175" y="1066800"/>
                </a:lnTo>
                <a:lnTo>
                  <a:pt x="1000125" y="1066800"/>
                </a:lnTo>
                <a:lnTo>
                  <a:pt x="1000125" y="1076325"/>
                </a:lnTo>
                <a:lnTo>
                  <a:pt x="990600" y="1076325"/>
                </a:lnTo>
                <a:lnTo>
                  <a:pt x="990600" y="1057275"/>
                </a:lnTo>
                <a:lnTo>
                  <a:pt x="981075" y="1057275"/>
                </a:lnTo>
                <a:lnTo>
                  <a:pt x="981075" y="1038225"/>
                </a:lnTo>
                <a:lnTo>
                  <a:pt x="990600" y="1038225"/>
                </a:lnTo>
                <a:lnTo>
                  <a:pt x="990600" y="1009650"/>
                </a:lnTo>
                <a:lnTo>
                  <a:pt x="1028700" y="1009650"/>
                </a:lnTo>
                <a:lnTo>
                  <a:pt x="1028700" y="1000125"/>
                </a:lnTo>
                <a:lnTo>
                  <a:pt x="1038225" y="1000125"/>
                </a:lnTo>
                <a:lnTo>
                  <a:pt x="1038225" y="962025"/>
                </a:lnTo>
                <a:lnTo>
                  <a:pt x="1019175" y="962025"/>
                </a:lnTo>
                <a:lnTo>
                  <a:pt x="1019175" y="952500"/>
                </a:lnTo>
                <a:lnTo>
                  <a:pt x="1028700" y="952500"/>
                </a:lnTo>
                <a:close/>
                <a:moveTo>
                  <a:pt x="752475" y="971550"/>
                </a:moveTo>
                <a:lnTo>
                  <a:pt x="771525" y="971550"/>
                </a:lnTo>
                <a:lnTo>
                  <a:pt x="771525" y="981075"/>
                </a:lnTo>
                <a:lnTo>
                  <a:pt x="790575" y="981075"/>
                </a:lnTo>
                <a:lnTo>
                  <a:pt x="790575" y="971550"/>
                </a:lnTo>
                <a:lnTo>
                  <a:pt x="819150" y="971550"/>
                </a:lnTo>
                <a:lnTo>
                  <a:pt x="819150" y="981075"/>
                </a:lnTo>
                <a:lnTo>
                  <a:pt x="828675" y="981075"/>
                </a:lnTo>
                <a:lnTo>
                  <a:pt x="828675" y="1000125"/>
                </a:lnTo>
                <a:lnTo>
                  <a:pt x="800100" y="1000125"/>
                </a:lnTo>
                <a:lnTo>
                  <a:pt x="800100" y="990600"/>
                </a:lnTo>
                <a:lnTo>
                  <a:pt x="762000" y="990600"/>
                </a:lnTo>
                <a:lnTo>
                  <a:pt x="762000" y="1000125"/>
                </a:lnTo>
                <a:lnTo>
                  <a:pt x="752475" y="1000125"/>
                </a:lnTo>
                <a:lnTo>
                  <a:pt x="752475" y="1019175"/>
                </a:lnTo>
                <a:lnTo>
                  <a:pt x="733425" y="1019175"/>
                </a:lnTo>
                <a:lnTo>
                  <a:pt x="733425" y="1000125"/>
                </a:lnTo>
                <a:lnTo>
                  <a:pt x="742950" y="1000125"/>
                </a:lnTo>
                <a:lnTo>
                  <a:pt x="742950" y="981075"/>
                </a:lnTo>
                <a:lnTo>
                  <a:pt x="752475" y="981075"/>
                </a:lnTo>
                <a:close/>
                <a:moveTo>
                  <a:pt x="990600" y="981075"/>
                </a:moveTo>
                <a:lnTo>
                  <a:pt x="1000125" y="981075"/>
                </a:lnTo>
                <a:lnTo>
                  <a:pt x="1000125" y="1000125"/>
                </a:lnTo>
                <a:lnTo>
                  <a:pt x="990600" y="1000125"/>
                </a:lnTo>
                <a:close/>
                <a:moveTo>
                  <a:pt x="1438275" y="981075"/>
                </a:moveTo>
                <a:lnTo>
                  <a:pt x="1447800" y="981075"/>
                </a:lnTo>
                <a:lnTo>
                  <a:pt x="1447800" y="1000125"/>
                </a:lnTo>
                <a:lnTo>
                  <a:pt x="1438275" y="1000125"/>
                </a:lnTo>
                <a:close/>
                <a:moveTo>
                  <a:pt x="609600" y="990600"/>
                </a:moveTo>
                <a:lnTo>
                  <a:pt x="619125" y="990600"/>
                </a:lnTo>
                <a:lnTo>
                  <a:pt x="619125" y="1000125"/>
                </a:lnTo>
                <a:lnTo>
                  <a:pt x="609600" y="1000125"/>
                </a:lnTo>
                <a:close/>
                <a:moveTo>
                  <a:pt x="638175" y="990600"/>
                </a:moveTo>
                <a:lnTo>
                  <a:pt x="647700" y="990600"/>
                </a:lnTo>
                <a:lnTo>
                  <a:pt x="647700" y="1000125"/>
                </a:lnTo>
                <a:lnTo>
                  <a:pt x="638175" y="1000125"/>
                </a:lnTo>
                <a:close/>
                <a:moveTo>
                  <a:pt x="466725" y="1000125"/>
                </a:moveTo>
                <a:lnTo>
                  <a:pt x="476250" y="1000125"/>
                </a:lnTo>
                <a:lnTo>
                  <a:pt x="476250" y="1009650"/>
                </a:lnTo>
                <a:lnTo>
                  <a:pt x="485775" y="1009650"/>
                </a:lnTo>
                <a:lnTo>
                  <a:pt x="485775" y="1000125"/>
                </a:lnTo>
                <a:lnTo>
                  <a:pt x="514350" y="1000125"/>
                </a:lnTo>
                <a:lnTo>
                  <a:pt x="514350" y="1009650"/>
                </a:lnTo>
                <a:lnTo>
                  <a:pt x="495300" y="1009650"/>
                </a:lnTo>
                <a:lnTo>
                  <a:pt x="495300" y="1019175"/>
                </a:lnTo>
                <a:lnTo>
                  <a:pt x="485775" y="1019175"/>
                </a:lnTo>
                <a:lnTo>
                  <a:pt x="485775" y="1028700"/>
                </a:lnTo>
                <a:lnTo>
                  <a:pt x="476250" y="1028700"/>
                </a:lnTo>
                <a:lnTo>
                  <a:pt x="476250" y="1019175"/>
                </a:lnTo>
                <a:lnTo>
                  <a:pt x="466725" y="1019175"/>
                </a:lnTo>
                <a:close/>
                <a:moveTo>
                  <a:pt x="533400" y="1000125"/>
                </a:moveTo>
                <a:lnTo>
                  <a:pt x="542925" y="1000125"/>
                </a:lnTo>
                <a:lnTo>
                  <a:pt x="542925" y="1009650"/>
                </a:lnTo>
                <a:lnTo>
                  <a:pt x="533400" y="1009650"/>
                </a:lnTo>
                <a:close/>
                <a:moveTo>
                  <a:pt x="647700" y="1000125"/>
                </a:moveTo>
                <a:lnTo>
                  <a:pt x="657225" y="1000125"/>
                </a:lnTo>
                <a:lnTo>
                  <a:pt x="657225" y="1009650"/>
                </a:lnTo>
                <a:lnTo>
                  <a:pt x="647700" y="1009650"/>
                </a:lnTo>
                <a:close/>
                <a:moveTo>
                  <a:pt x="333375" y="1009650"/>
                </a:moveTo>
                <a:lnTo>
                  <a:pt x="342900" y="1009650"/>
                </a:lnTo>
                <a:lnTo>
                  <a:pt x="342900" y="1019175"/>
                </a:lnTo>
                <a:lnTo>
                  <a:pt x="361950" y="1019175"/>
                </a:lnTo>
                <a:lnTo>
                  <a:pt x="361950" y="1028700"/>
                </a:lnTo>
                <a:lnTo>
                  <a:pt x="333375" y="1028700"/>
                </a:lnTo>
                <a:lnTo>
                  <a:pt x="333375" y="1038225"/>
                </a:lnTo>
                <a:lnTo>
                  <a:pt x="323850" y="1038225"/>
                </a:lnTo>
                <a:lnTo>
                  <a:pt x="323850" y="1028700"/>
                </a:lnTo>
                <a:lnTo>
                  <a:pt x="314325" y="1028700"/>
                </a:lnTo>
                <a:lnTo>
                  <a:pt x="314325" y="1019175"/>
                </a:lnTo>
                <a:lnTo>
                  <a:pt x="333375" y="1019175"/>
                </a:lnTo>
                <a:close/>
                <a:moveTo>
                  <a:pt x="381000" y="1009650"/>
                </a:moveTo>
                <a:lnTo>
                  <a:pt x="400050" y="1009650"/>
                </a:lnTo>
                <a:lnTo>
                  <a:pt x="400050" y="1019175"/>
                </a:lnTo>
                <a:lnTo>
                  <a:pt x="381000" y="1019175"/>
                </a:lnTo>
                <a:close/>
                <a:moveTo>
                  <a:pt x="657225" y="1009650"/>
                </a:moveTo>
                <a:lnTo>
                  <a:pt x="666750" y="1009650"/>
                </a:lnTo>
                <a:lnTo>
                  <a:pt x="666750" y="1019175"/>
                </a:lnTo>
                <a:lnTo>
                  <a:pt x="657225" y="1019175"/>
                </a:lnTo>
                <a:close/>
                <a:moveTo>
                  <a:pt x="695325" y="1009650"/>
                </a:moveTo>
                <a:lnTo>
                  <a:pt x="704850" y="1009650"/>
                </a:lnTo>
                <a:lnTo>
                  <a:pt x="704850" y="1019175"/>
                </a:lnTo>
                <a:lnTo>
                  <a:pt x="714375" y="1019175"/>
                </a:lnTo>
                <a:lnTo>
                  <a:pt x="714375" y="1047750"/>
                </a:lnTo>
                <a:lnTo>
                  <a:pt x="704850" y="1047750"/>
                </a:lnTo>
                <a:lnTo>
                  <a:pt x="704850" y="1038225"/>
                </a:lnTo>
                <a:lnTo>
                  <a:pt x="695325" y="1038225"/>
                </a:lnTo>
                <a:close/>
                <a:moveTo>
                  <a:pt x="819150" y="1009650"/>
                </a:moveTo>
                <a:lnTo>
                  <a:pt x="828675" y="1009650"/>
                </a:lnTo>
                <a:lnTo>
                  <a:pt x="828675" y="1019175"/>
                </a:lnTo>
                <a:lnTo>
                  <a:pt x="819150" y="1019175"/>
                </a:lnTo>
                <a:close/>
                <a:moveTo>
                  <a:pt x="1371600" y="1009650"/>
                </a:moveTo>
                <a:lnTo>
                  <a:pt x="1381125" y="1009650"/>
                </a:lnTo>
                <a:lnTo>
                  <a:pt x="1381125" y="1019175"/>
                </a:lnTo>
                <a:lnTo>
                  <a:pt x="1371600" y="1019175"/>
                </a:lnTo>
                <a:close/>
                <a:moveTo>
                  <a:pt x="666750" y="1019175"/>
                </a:moveTo>
                <a:lnTo>
                  <a:pt x="685800" y="1019175"/>
                </a:lnTo>
                <a:lnTo>
                  <a:pt x="685800" y="1028700"/>
                </a:lnTo>
                <a:lnTo>
                  <a:pt x="676275" y="1028700"/>
                </a:lnTo>
                <a:lnTo>
                  <a:pt x="676275" y="1038225"/>
                </a:lnTo>
                <a:lnTo>
                  <a:pt x="666750" y="1038225"/>
                </a:lnTo>
                <a:close/>
                <a:moveTo>
                  <a:pt x="1476375" y="1019175"/>
                </a:moveTo>
                <a:lnTo>
                  <a:pt x="1485900" y="1019175"/>
                </a:lnTo>
                <a:lnTo>
                  <a:pt x="1485900" y="1028700"/>
                </a:lnTo>
                <a:lnTo>
                  <a:pt x="1476375" y="1028700"/>
                </a:lnTo>
                <a:close/>
                <a:moveTo>
                  <a:pt x="409575" y="1028700"/>
                </a:moveTo>
                <a:lnTo>
                  <a:pt x="457200" y="1028700"/>
                </a:lnTo>
                <a:lnTo>
                  <a:pt x="457200" y="1038225"/>
                </a:lnTo>
                <a:lnTo>
                  <a:pt x="419100" y="1038225"/>
                </a:lnTo>
                <a:lnTo>
                  <a:pt x="419100" y="1047750"/>
                </a:lnTo>
                <a:lnTo>
                  <a:pt x="409575" y="1047750"/>
                </a:lnTo>
                <a:close/>
                <a:moveTo>
                  <a:pt x="600075" y="1028700"/>
                </a:moveTo>
                <a:lnTo>
                  <a:pt x="609600" y="1028700"/>
                </a:lnTo>
                <a:lnTo>
                  <a:pt x="609600" y="1038225"/>
                </a:lnTo>
                <a:lnTo>
                  <a:pt x="600075" y="1038225"/>
                </a:lnTo>
                <a:close/>
                <a:moveTo>
                  <a:pt x="752475" y="1028700"/>
                </a:moveTo>
                <a:lnTo>
                  <a:pt x="781050" y="1028700"/>
                </a:lnTo>
                <a:lnTo>
                  <a:pt x="781050" y="1047750"/>
                </a:lnTo>
                <a:lnTo>
                  <a:pt x="771525" y="1047750"/>
                </a:lnTo>
                <a:lnTo>
                  <a:pt x="771525" y="1057275"/>
                </a:lnTo>
                <a:lnTo>
                  <a:pt x="752475" y="1057275"/>
                </a:lnTo>
                <a:lnTo>
                  <a:pt x="752475" y="1047750"/>
                </a:lnTo>
                <a:lnTo>
                  <a:pt x="742950" y="1047750"/>
                </a:lnTo>
                <a:lnTo>
                  <a:pt x="742950" y="1038225"/>
                </a:lnTo>
                <a:lnTo>
                  <a:pt x="752475" y="1038225"/>
                </a:lnTo>
                <a:close/>
                <a:moveTo>
                  <a:pt x="800100" y="1028700"/>
                </a:moveTo>
                <a:lnTo>
                  <a:pt x="828675" y="1028700"/>
                </a:lnTo>
                <a:lnTo>
                  <a:pt x="828675" y="1038225"/>
                </a:lnTo>
                <a:lnTo>
                  <a:pt x="819150" y="1038225"/>
                </a:lnTo>
                <a:lnTo>
                  <a:pt x="819150" y="1057275"/>
                </a:lnTo>
                <a:lnTo>
                  <a:pt x="809625" y="1057275"/>
                </a:lnTo>
                <a:lnTo>
                  <a:pt x="809625" y="1038225"/>
                </a:lnTo>
                <a:lnTo>
                  <a:pt x="800100" y="1038225"/>
                </a:lnTo>
                <a:close/>
                <a:moveTo>
                  <a:pt x="1485900" y="1028700"/>
                </a:moveTo>
                <a:lnTo>
                  <a:pt x="1495425" y="1028700"/>
                </a:lnTo>
                <a:lnTo>
                  <a:pt x="1495425" y="1038225"/>
                </a:lnTo>
                <a:lnTo>
                  <a:pt x="1485900" y="1038225"/>
                </a:lnTo>
                <a:close/>
                <a:moveTo>
                  <a:pt x="552450" y="1038225"/>
                </a:moveTo>
                <a:lnTo>
                  <a:pt x="561975" y="1038225"/>
                </a:lnTo>
                <a:lnTo>
                  <a:pt x="561975" y="1047750"/>
                </a:lnTo>
                <a:lnTo>
                  <a:pt x="552450" y="1047750"/>
                </a:lnTo>
                <a:close/>
                <a:moveTo>
                  <a:pt x="609600" y="1038225"/>
                </a:moveTo>
                <a:lnTo>
                  <a:pt x="619125" y="1038225"/>
                </a:lnTo>
                <a:lnTo>
                  <a:pt x="619125" y="1047750"/>
                </a:lnTo>
                <a:lnTo>
                  <a:pt x="609600" y="1047750"/>
                </a:lnTo>
                <a:close/>
                <a:moveTo>
                  <a:pt x="828675" y="1038225"/>
                </a:moveTo>
                <a:lnTo>
                  <a:pt x="838200" y="1038225"/>
                </a:lnTo>
                <a:lnTo>
                  <a:pt x="838200" y="1047750"/>
                </a:lnTo>
                <a:lnTo>
                  <a:pt x="828675" y="1047750"/>
                </a:lnTo>
                <a:close/>
                <a:moveTo>
                  <a:pt x="1343025" y="1038225"/>
                </a:moveTo>
                <a:lnTo>
                  <a:pt x="1362075" y="1038225"/>
                </a:lnTo>
                <a:lnTo>
                  <a:pt x="1362075" y="1047750"/>
                </a:lnTo>
                <a:lnTo>
                  <a:pt x="1343025" y="1047750"/>
                </a:lnTo>
                <a:close/>
                <a:moveTo>
                  <a:pt x="314325" y="1047750"/>
                </a:moveTo>
                <a:lnTo>
                  <a:pt x="333375" y="1047750"/>
                </a:lnTo>
                <a:lnTo>
                  <a:pt x="333375" y="1085850"/>
                </a:lnTo>
                <a:lnTo>
                  <a:pt x="342900" y="1085850"/>
                </a:lnTo>
                <a:lnTo>
                  <a:pt x="342900" y="1076325"/>
                </a:lnTo>
                <a:lnTo>
                  <a:pt x="352425" y="1076325"/>
                </a:lnTo>
                <a:lnTo>
                  <a:pt x="352425" y="1066800"/>
                </a:lnTo>
                <a:lnTo>
                  <a:pt x="361950" y="1066800"/>
                </a:lnTo>
                <a:lnTo>
                  <a:pt x="361950" y="1076325"/>
                </a:lnTo>
                <a:lnTo>
                  <a:pt x="352425" y="1076325"/>
                </a:lnTo>
                <a:lnTo>
                  <a:pt x="352425" y="1085850"/>
                </a:lnTo>
                <a:lnTo>
                  <a:pt x="342900" y="1085850"/>
                </a:lnTo>
                <a:lnTo>
                  <a:pt x="342900" y="1095375"/>
                </a:lnTo>
                <a:lnTo>
                  <a:pt x="333375" y="1095375"/>
                </a:lnTo>
                <a:lnTo>
                  <a:pt x="333375" y="1104900"/>
                </a:lnTo>
                <a:lnTo>
                  <a:pt x="323850" y="1104900"/>
                </a:lnTo>
                <a:lnTo>
                  <a:pt x="323850" y="1143000"/>
                </a:lnTo>
                <a:lnTo>
                  <a:pt x="295275" y="1143000"/>
                </a:lnTo>
                <a:lnTo>
                  <a:pt x="295275" y="1123950"/>
                </a:lnTo>
                <a:lnTo>
                  <a:pt x="276225" y="1123950"/>
                </a:lnTo>
                <a:lnTo>
                  <a:pt x="276225" y="1114425"/>
                </a:lnTo>
                <a:lnTo>
                  <a:pt x="285750" y="1114425"/>
                </a:lnTo>
                <a:lnTo>
                  <a:pt x="285750" y="1104900"/>
                </a:lnTo>
                <a:lnTo>
                  <a:pt x="276225" y="1104900"/>
                </a:lnTo>
                <a:lnTo>
                  <a:pt x="276225" y="1076325"/>
                </a:lnTo>
                <a:lnTo>
                  <a:pt x="285750" y="1076325"/>
                </a:lnTo>
                <a:lnTo>
                  <a:pt x="285750" y="1095375"/>
                </a:lnTo>
                <a:lnTo>
                  <a:pt x="295275" y="1095375"/>
                </a:lnTo>
                <a:lnTo>
                  <a:pt x="295275" y="1076325"/>
                </a:lnTo>
                <a:lnTo>
                  <a:pt x="304800" y="1076325"/>
                </a:lnTo>
                <a:lnTo>
                  <a:pt x="304800" y="1066800"/>
                </a:lnTo>
                <a:lnTo>
                  <a:pt x="314325" y="1066800"/>
                </a:lnTo>
                <a:close/>
                <a:moveTo>
                  <a:pt x="638175" y="1047750"/>
                </a:moveTo>
                <a:lnTo>
                  <a:pt x="657225" y="1047750"/>
                </a:lnTo>
                <a:lnTo>
                  <a:pt x="657225" y="1057275"/>
                </a:lnTo>
                <a:lnTo>
                  <a:pt x="666750" y="1057275"/>
                </a:lnTo>
                <a:lnTo>
                  <a:pt x="666750" y="1085850"/>
                </a:lnTo>
                <a:lnTo>
                  <a:pt x="647700" y="1085850"/>
                </a:lnTo>
                <a:lnTo>
                  <a:pt x="647700" y="1076325"/>
                </a:lnTo>
                <a:lnTo>
                  <a:pt x="628650" y="1076325"/>
                </a:lnTo>
                <a:lnTo>
                  <a:pt x="628650" y="1057275"/>
                </a:lnTo>
                <a:lnTo>
                  <a:pt x="638175" y="1057275"/>
                </a:lnTo>
                <a:close/>
                <a:moveTo>
                  <a:pt x="838200" y="1047750"/>
                </a:moveTo>
                <a:lnTo>
                  <a:pt x="847725" y="1047750"/>
                </a:lnTo>
                <a:lnTo>
                  <a:pt x="847725" y="1066800"/>
                </a:lnTo>
                <a:lnTo>
                  <a:pt x="838200" y="1066800"/>
                </a:lnTo>
                <a:lnTo>
                  <a:pt x="838200" y="1076325"/>
                </a:lnTo>
                <a:lnTo>
                  <a:pt x="828675" y="1076325"/>
                </a:lnTo>
                <a:lnTo>
                  <a:pt x="828675" y="1066800"/>
                </a:lnTo>
                <a:lnTo>
                  <a:pt x="819150" y="1066800"/>
                </a:lnTo>
                <a:lnTo>
                  <a:pt x="819150" y="1057275"/>
                </a:lnTo>
                <a:lnTo>
                  <a:pt x="838200" y="1057275"/>
                </a:lnTo>
                <a:close/>
                <a:moveTo>
                  <a:pt x="1524000" y="1047750"/>
                </a:moveTo>
                <a:lnTo>
                  <a:pt x="1533525" y="1047750"/>
                </a:lnTo>
                <a:lnTo>
                  <a:pt x="1533525" y="1057275"/>
                </a:lnTo>
                <a:lnTo>
                  <a:pt x="1524000" y="1057275"/>
                </a:lnTo>
                <a:close/>
                <a:moveTo>
                  <a:pt x="1619250" y="1057275"/>
                </a:moveTo>
                <a:lnTo>
                  <a:pt x="1628775" y="1057275"/>
                </a:lnTo>
                <a:lnTo>
                  <a:pt x="1628775" y="1076325"/>
                </a:lnTo>
                <a:lnTo>
                  <a:pt x="1619250" y="1076325"/>
                </a:lnTo>
                <a:close/>
                <a:moveTo>
                  <a:pt x="561975" y="1066800"/>
                </a:moveTo>
                <a:lnTo>
                  <a:pt x="581025" y="1066800"/>
                </a:lnTo>
                <a:lnTo>
                  <a:pt x="581025" y="1076325"/>
                </a:lnTo>
                <a:lnTo>
                  <a:pt x="561975" y="1076325"/>
                </a:lnTo>
                <a:close/>
                <a:moveTo>
                  <a:pt x="609600" y="1066800"/>
                </a:moveTo>
                <a:lnTo>
                  <a:pt x="619125" y="1066800"/>
                </a:lnTo>
                <a:lnTo>
                  <a:pt x="619125" y="1076325"/>
                </a:lnTo>
                <a:lnTo>
                  <a:pt x="609600" y="1076325"/>
                </a:lnTo>
                <a:close/>
                <a:moveTo>
                  <a:pt x="523875" y="1076325"/>
                </a:moveTo>
                <a:lnTo>
                  <a:pt x="542925" y="1076325"/>
                </a:lnTo>
                <a:lnTo>
                  <a:pt x="542925" y="1085850"/>
                </a:lnTo>
                <a:lnTo>
                  <a:pt x="552450" y="1085850"/>
                </a:lnTo>
                <a:lnTo>
                  <a:pt x="552450" y="1104900"/>
                </a:lnTo>
                <a:lnTo>
                  <a:pt x="561975" y="1104900"/>
                </a:lnTo>
                <a:lnTo>
                  <a:pt x="561975" y="1114425"/>
                </a:lnTo>
                <a:lnTo>
                  <a:pt x="581025" y="1114425"/>
                </a:lnTo>
                <a:lnTo>
                  <a:pt x="581025" y="1123950"/>
                </a:lnTo>
                <a:lnTo>
                  <a:pt x="590550" y="1123950"/>
                </a:lnTo>
                <a:lnTo>
                  <a:pt x="590550" y="1104900"/>
                </a:lnTo>
                <a:lnTo>
                  <a:pt x="581025" y="1104900"/>
                </a:lnTo>
                <a:lnTo>
                  <a:pt x="581025" y="1095375"/>
                </a:lnTo>
                <a:lnTo>
                  <a:pt x="590550" y="1095375"/>
                </a:lnTo>
                <a:lnTo>
                  <a:pt x="590550" y="1104900"/>
                </a:lnTo>
                <a:lnTo>
                  <a:pt x="600075" y="1104900"/>
                </a:lnTo>
                <a:lnTo>
                  <a:pt x="600075" y="1095375"/>
                </a:lnTo>
                <a:lnTo>
                  <a:pt x="609600" y="1095375"/>
                </a:lnTo>
                <a:lnTo>
                  <a:pt x="609600" y="1104900"/>
                </a:lnTo>
                <a:lnTo>
                  <a:pt x="600075" y="1104900"/>
                </a:lnTo>
                <a:lnTo>
                  <a:pt x="600075" y="1123950"/>
                </a:lnTo>
                <a:lnTo>
                  <a:pt x="609600" y="1123950"/>
                </a:lnTo>
                <a:lnTo>
                  <a:pt x="609600" y="1133475"/>
                </a:lnTo>
                <a:lnTo>
                  <a:pt x="619125" y="1133475"/>
                </a:lnTo>
                <a:lnTo>
                  <a:pt x="619125" y="1143000"/>
                </a:lnTo>
                <a:lnTo>
                  <a:pt x="628650" y="1143000"/>
                </a:lnTo>
                <a:lnTo>
                  <a:pt x="628650" y="1123950"/>
                </a:lnTo>
                <a:lnTo>
                  <a:pt x="619125" y="1123950"/>
                </a:lnTo>
                <a:lnTo>
                  <a:pt x="619125" y="1114425"/>
                </a:lnTo>
                <a:lnTo>
                  <a:pt x="628650" y="1114425"/>
                </a:lnTo>
                <a:lnTo>
                  <a:pt x="628650" y="1104900"/>
                </a:lnTo>
                <a:lnTo>
                  <a:pt x="647700" y="1104900"/>
                </a:lnTo>
                <a:lnTo>
                  <a:pt x="647700" y="1114425"/>
                </a:lnTo>
                <a:lnTo>
                  <a:pt x="657225" y="1114425"/>
                </a:lnTo>
                <a:lnTo>
                  <a:pt x="657225" y="1133475"/>
                </a:lnTo>
                <a:lnTo>
                  <a:pt x="666750" y="1133475"/>
                </a:lnTo>
                <a:lnTo>
                  <a:pt x="666750" y="1152525"/>
                </a:lnTo>
                <a:lnTo>
                  <a:pt x="657225" y="1152525"/>
                </a:lnTo>
                <a:lnTo>
                  <a:pt x="657225" y="1162050"/>
                </a:lnTo>
                <a:lnTo>
                  <a:pt x="647700" y="1162050"/>
                </a:lnTo>
                <a:lnTo>
                  <a:pt x="647700" y="1181100"/>
                </a:lnTo>
                <a:lnTo>
                  <a:pt x="676275" y="1181100"/>
                </a:lnTo>
                <a:lnTo>
                  <a:pt x="676275" y="1209675"/>
                </a:lnTo>
                <a:lnTo>
                  <a:pt x="695325" y="1209675"/>
                </a:lnTo>
                <a:lnTo>
                  <a:pt x="695325" y="1219200"/>
                </a:lnTo>
                <a:lnTo>
                  <a:pt x="685800" y="1219200"/>
                </a:lnTo>
                <a:lnTo>
                  <a:pt x="685800" y="1228725"/>
                </a:lnTo>
                <a:lnTo>
                  <a:pt x="676275" y="1228725"/>
                </a:lnTo>
                <a:lnTo>
                  <a:pt x="676275" y="1219200"/>
                </a:lnTo>
                <a:lnTo>
                  <a:pt x="666750" y="1219200"/>
                </a:lnTo>
                <a:lnTo>
                  <a:pt x="666750" y="1209675"/>
                </a:lnTo>
                <a:lnTo>
                  <a:pt x="647700" y="1209675"/>
                </a:lnTo>
                <a:lnTo>
                  <a:pt x="647700" y="1190625"/>
                </a:lnTo>
                <a:lnTo>
                  <a:pt x="619125" y="1190625"/>
                </a:lnTo>
                <a:lnTo>
                  <a:pt x="619125" y="1209675"/>
                </a:lnTo>
                <a:lnTo>
                  <a:pt x="638175" y="1209675"/>
                </a:lnTo>
                <a:lnTo>
                  <a:pt x="638175" y="1228725"/>
                </a:lnTo>
                <a:lnTo>
                  <a:pt x="628650" y="1228725"/>
                </a:lnTo>
                <a:lnTo>
                  <a:pt x="628650" y="1238250"/>
                </a:lnTo>
                <a:lnTo>
                  <a:pt x="619125" y="1238250"/>
                </a:lnTo>
                <a:lnTo>
                  <a:pt x="619125" y="1257300"/>
                </a:lnTo>
                <a:lnTo>
                  <a:pt x="600075" y="1257300"/>
                </a:lnTo>
                <a:lnTo>
                  <a:pt x="600075" y="1247775"/>
                </a:lnTo>
                <a:lnTo>
                  <a:pt x="561975" y="1247775"/>
                </a:lnTo>
                <a:lnTo>
                  <a:pt x="561975" y="1238250"/>
                </a:lnTo>
                <a:lnTo>
                  <a:pt x="533400" y="1238250"/>
                </a:lnTo>
                <a:lnTo>
                  <a:pt x="533400" y="1247775"/>
                </a:lnTo>
                <a:lnTo>
                  <a:pt x="542925" y="1247775"/>
                </a:lnTo>
                <a:lnTo>
                  <a:pt x="542925" y="1257300"/>
                </a:lnTo>
                <a:lnTo>
                  <a:pt x="514350" y="1257300"/>
                </a:lnTo>
                <a:lnTo>
                  <a:pt x="514350" y="1238250"/>
                </a:lnTo>
                <a:lnTo>
                  <a:pt x="504825" y="1238250"/>
                </a:lnTo>
                <a:lnTo>
                  <a:pt x="504825" y="1266825"/>
                </a:lnTo>
                <a:lnTo>
                  <a:pt x="495300" y="1266825"/>
                </a:lnTo>
                <a:lnTo>
                  <a:pt x="495300" y="1257300"/>
                </a:lnTo>
                <a:lnTo>
                  <a:pt x="476250" y="1257300"/>
                </a:lnTo>
                <a:lnTo>
                  <a:pt x="476250" y="1266825"/>
                </a:lnTo>
                <a:lnTo>
                  <a:pt x="438150" y="1266825"/>
                </a:lnTo>
                <a:lnTo>
                  <a:pt x="438150" y="1257300"/>
                </a:lnTo>
                <a:lnTo>
                  <a:pt x="428625" y="1257300"/>
                </a:lnTo>
                <a:lnTo>
                  <a:pt x="428625" y="1238250"/>
                </a:lnTo>
                <a:lnTo>
                  <a:pt x="447675" y="1238250"/>
                </a:lnTo>
                <a:lnTo>
                  <a:pt x="447675" y="1228725"/>
                </a:lnTo>
                <a:lnTo>
                  <a:pt x="466725" y="1228725"/>
                </a:lnTo>
                <a:lnTo>
                  <a:pt x="466725" y="1238250"/>
                </a:lnTo>
                <a:lnTo>
                  <a:pt x="485775" y="1238250"/>
                </a:lnTo>
                <a:lnTo>
                  <a:pt x="485775" y="1219200"/>
                </a:lnTo>
                <a:lnTo>
                  <a:pt x="495300" y="1219200"/>
                </a:lnTo>
                <a:lnTo>
                  <a:pt x="495300" y="1209675"/>
                </a:lnTo>
                <a:lnTo>
                  <a:pt x="504825" y="1209675"/>
                </a:lnTo>
                <a:lnTo>
                  <a:pt x="504825" y="1190625"/>
                </a:lnTo>
                <a:lnTo>
                  <a:pt x="514350" y="1190625"/>
                </a:lnTo>
                <a:lnTo>
                  <a:pt x="514350" y="1181100"/>
                </a:lnTo>
                <a:lnTo>
                  <a:pt x="523875" y="1181100"/>
                </a:lnTo>
                <a:lnTo>
                  <a:pt x="523875" y="1143000"/>
                </a:lnTo>
                <a:lnTo>
                  <a:pt x="542925" y="1143000"/>
                </a:lnTo>
                <a:lnTo>
                  <a:pt x="542925" y="1104900"/>
                </a:lnTo>
                <a:lnTo>
                  <a:pt x="533400" y="1104900"/>
                </a:lnTo>
                <a:lnTo>
                  <a:pt x="533400" y="1095375"/>
                </a:lnTo>
                <a:lnTo>
                  <a:pt x="523875" y="1095375"/>
                </a:lnTo>
                <a:close/>
                <a:moveTo>
                  <a:pt x="1247775" y="1076325"/>
                </a:moveTo>
                <a:lnTo>
                  <a:pt x="1257300" y="1076325"/>
                </a:lnTo>
                <a:lnTo>
                  <a:pt x="1257300" y="1095375"/>
                </a:lnTo>
                <a:lnTo>
                  <a:pt x="1285875" y="1095375"/>
                </a:lnTo>
                <a:lnTo>
                  <a:pt x="1285875" y="1114425"/>
                </a:lnTo>
                <a:lnTo>
                  <a:pt x="1276350" y="1114425"/>
                </a:lnTo>
                <a:lnTo>
                  <a:pt x="1276350" y="1123950"/>
                </a:lnTo>
                <a:lnTo>
                  <a:pt x="1266825" y="1123950"/>
                </a:lnTo>
                <a:lnTo>
                  <a:pt x="1266825" y="1143000"/>
                </a:lnTo>
                <a:lnTo>
                  <a:pt x="1276350" y="1143000"/>
                </a:lnTo>
                <a:lnTo>
                  <a:pt x="1276350" y="1152525"/>
                </a:lnTo>
                <a:lnTo>
                  <a:pt x="1295400" y="1152525"/>
                </a:lnTo>
                <a:lnTo>
                  <a:pt x="1295400" y="1133475"/>
                </a:lnTo>
                <a:lnTo>
                  <a:pt x="1304925" y="1133475"/>
                </a:lnTo>
                <a:lnTo>
                  <a:pt x="1304925" y="1143000"/>
                </a:lnTo>
                <a:lnTo>
                  <a:pt x="1314450" y="1143000"/>
                </a:lnTo>
                <a:lnTo>
                  <a:pt x="1314450" y="1190625"/>
                </a:lnTo>
                <a:lnTo>
                  <a:pt x="1323975" y="1190625"/>
                </a:lnTo>
                <a:lnTo>
                  <a:pt x="1323975" y="1209675"/>
                </a:lnTo>
                <a:lnTo>
                  <a:pt x="1333500" y="1209675"/>
                </a:lnTo>
                <a:lnTo>
                  <a:pt x="1333500" y="1200150"/>
                </a:lnTo>
                <a:lnTo>
                  <a:pt x="1343025" y="1200150"/>
                </a:lnTo>
                <a:lnTo>
                  <a:pt x="1343025" y="1228725"/>
                </a:lnTo>
                <a:lnTo>
                  <a:pt x="1352550" y="1228725"/>
                </a:lnTo>
                <a:lnTo>
                  <a:pt x="1352550" y="1247775"/>
                </a:lnTo>
                <a:lnTo>
                  <a:pt x="1362075" y="1247775"/>
                </a:lnTo>
                <a:lnTo>
                  <a:pt x="1362075" y="1257300"/>
                </a:lnTo>
                <a:lnTo>
                  <a:pt x="1333500" y="1257300"/>
                </a:lnTo>
                <a:lnTo>
                  <a:pt x="1333500" y="1285875"/>
                </a:lnTo>
                <a:lnTo>
                  <a:pt x="1352550" y="1285875"/>
                </a:lnTo>
                <a:lnTo>
                  <a:pt x="1352550" y="1295400"/>
                </a:lnTo>
                <a:lnTo>
                  <a:pt x="1343025" y="1295400"/>
                </a:lnTo>
                <a:lnTo>
                  <a:pt x="1343025" y="1304925"/>
                </a:lnTo>
                <a:lnTo>
                  <a:pt x="1323975" y="1304925"/>
                </a:lnTo>
                <a:lnTo>
                  <a:pt x="1323975" y="1295400"/>
                </a:lnTo>
                <a:lnTo>
                  <a:pt x="1314450" y="1295400"/>
                </a:lnTo>
                <a:lnTo>
                  <a:pt x="1314450" y="1285875"/>
                </a:lnTo>
                <a:lnTo>
                  <a:pt x="1304925" y="1285875"/>
                </a:lnTo>
                <a:lnTo>
                  <a:pt x="1304925" y="1276350"/>
                </a:lnTo>
                <a:lnTo>
                  <a:pt x="1314450" y="1276350"/>
                </a:lnTo>
                <a:lnTo>
                  <a:pt x="1314450" y="1285875"/>
                </a:lnTo>
                <a:lnTo>
                  <a:pt x="1323975" y="1285875"/>
                </a:lnTo>
                <a:lnTo>
                  <a:pt x="1323975" y="1247775"/>
                </a:lnTo>
                <a:lnTo>
                  <a:pt x="1304925" y="1247775"/>
                </a:lnTo>
                <a:lnTo>
                  <a:pt x="1304925" y="1257300"/>
                </a:lnTo>
                <a:lnTo>
                  <a:pt x="1285875" y="1257300"/>
                </a:lnTo>
                <a:lnTo>
                  <a:pt x="1285875" y="1209675"/>
                </a:lnTo>
                <a:lnTo>
                  <a:pt x="1276350" y="1209675"/>
                </a:lnTo>
                <a:lnTo>
                  <a:pt x="1276350" y="1200150"/>
                </a:lnTo>
                <a:lnTo>
                  <a:pt x="1143000" y="1200150"/>
                </a:lnTo>
                <a:lnTo>
                  <a:pt x="1143000" y="1190625"/>
                </a:lnTo>
                <a:lnTo>
                  <a:pt x="1152525" y="1190625"/>
                </a:lnTo>
                <a:lnTo>
                  <a:pt x="1152525" y="1181100"/>
                </a:lnTo>
                <a:lnTo>
                  <a:pt x="1190625" y="1181100"/>
                </a:lnTo>
                <a:lnTo>
                  <a:pt x="1190625" y="1162050"/>
                </a:lnTo>
                <a:lnTo>
                  <a:pt x="1200150" y="1162050"/>
                </a:lnTo>
                <a:lnTo>
                  <a:pt x="1200150" y="1152525"/>
                </a:lnTo>
                <a:lnTo>
                  <a:pt x="1209675" y="1152525"/>
                </a:lnTo>
                <a:lnTo>
                  <a:pt x="1209675" y="1143000"/>
                </a:lnTo>
                <a:lnTo>
                  <a:pt x="1238250" y="1143000"/>
                </a:lnTo>
                <a:lnTo>
                  <a:pt x="1238250" y="1133475"/>
                </a:lnTo>
                <a:lnTo>
                  <a:pt x="1247775" y="1133475"/>
                </a:lnTo>
                <a:lnTo>
                  <a:pt x="1247775" y="1123950"/>
                </a:lnTo>
                <a:lnTo>
                  <a:pt x="1238250" y="1123950"/>
                </a:lnTo>
                <a:lnTo>
                  <a:pt x="1238250" y="1085850"/>
                </a:lnTo>
                <a:lnTo>
                  <a:pt x="1247775" y="1085850"/>
                </a:lnTo>
                <a:close/>
                <a:moveTo>
                  <a:pt x="1314450" y="1076325"/>
                </a:moveTo>
                <a:lnTo>
                  <a:pt x="1323975" y="1076325"/>
                </a:lnTo>
                <a:lnTo>
                  <a:pt x="1323975" y="1085850"/>
                </a:lnTo>
                <a:lnTo>
                  <a:pt x="1333500" y="1085850"/>
                </a:lnTo>
                <a:lnTo>
                  <a:pt x="1333500" y="1095375"/>
                </a:lnTo>
                <a:lnTo>
                  <a:pt x="1352550" y="1095375"/>
                </a:lnTo>
                <a:lnTo>
                  <a:pt x="1352550" y="1104900"/>
                </a:lnTo>
                <a:lnTo>
                  <a:pt x="1333500" y="1104900"/>
                </a:lnTo>
                <a:lnTo>
                  <a:pt x="1333500" y="1123950"/>
                </a:lnTo>
                <a:lnTo>
                  <a:pt x="1323975" y="1123950"/>
                </a:lnTo>
                <a:lnTo>
                  <a:pt x="1323975" y="1114425"/>
                </a:lnTo>
                <a:lnTo>
                  <a:pt x="1314450" y="1114425"/>
                </a:lnTo>
                <a:lnTo>
                  <a:pt x="1314450" y="1104900"/>
                </a:lnTo>
                <a:lnTo>
                  <a:pt x="1304925" y="1104900"/>
                </a:lnTo>
                <a:lnTo>
                  <a:pt x="1304925" y="1085850"/>
                </a:lnTo>
                <a:lnTo>
                  <a:pt x="1314450" y="1085850"/>
                </a:lnTo>
                <a:close/>
                <a:moveTo>
                  <a:pt x="752475" y="1085850"/>
                </a:moveTo>
                <a:lnTo>
                  <a:pt x="771525" y="1085850"/>
                </a:lnTo>
                <a:lnTo>
                  <a:pt x="771525" y="1104900"/>
                </a:lnTo>
                <a:lnTo>
                  <a:pt x="752475" y="1104900"/>
                </a:lnTo>
                <a:close/>
                <a:moveTo>
                  <a:pt x="704850" y="1104900"/>
                </a:moveTo>
                <a:lnTo>
                  <a:pt x="714375" y="1104900"/>
                </a:lnTo>
                <a:lnTo>
                  <a:pt x="714375" y="1123950"/>
                </a:lnTo>
                <a:lnTo>
                  <a:pt x="723900" y="1123950"/>
                </a:lnTo>
                <a:lnTo>
                  <a:pt x="723900" y="1133475"/>
                </a:lnTo>
                <a:lnTo>
                  <a:pt x="704850" y="1133475"/>
                </a:lnTo>
                <a:close/>
                <a:moveTo>
                  <a:pt x="1257300" y="1114425"/>
                </a:moveTo>
                <a:lnTo>
                  <a:pt x="1266825" y="1114425"/>
                </a:lnTo>
                <a:lnTo>
                  <a:pt x="1266825" y="1104900"/>
                </a:lnTo>
                <a:lnTo>
                  <a:pt x="1257300" y="1104900"/>
                </a:lnTo>
                <a:close/>
                <a:moveTo>
                  <a:pt x="1619250" y="1123950"/>
                </a:moveTo>
                <a:lnTo>
                  <a:pt x="1638300" y="1123950"/>
                </a:lnTo>
                <a:lnTo>
                  <a:pt x="1638300" y="1133475"/>
                </a:lnTo>
                <a:lnTo>
                  <a:pt x="1647825" y="1133475"/>
                </a:lnTo>
                <a:lnTo>
                  <a:pt x="1647825" y="1152525"/>
                </a:lnTo>
                <a:lnTo>
                  <a:pt x="1638300" y="1152525"/>
                </a:lnTo>
                <a:lnTo>
                  <a:pt x="1638300" y="1181100"/>
                </a:lnTo>
                <a:lnTo>
                  <a:pt x="1628775" y="1181100"/>
                </a:lnTo>
                <a:lnTo>
                  <a:pt x="1628775" y="1162050"/>
                </a:lnTo>
                <a:lnTo>
                  <a:pt x="1619250" y="1162050"/>
                </a:lnTo>
                <a:close/>
                <a:moveTo>
                  <a:pt x="304800" y="1133475"/>
                </a:moveTo>
                <a:lnTo>
                  <a:pt x="314325" y="1133475"/>
                </a:lnTo>
                <a:lnTo>
                  <a:pt x="314325" y="1114425"/>
                </a:lnTo>
                <a:lnTo>
                  <a:pt x="304800" y="1114425"/>
                </a:lnTo>
                <a:close/>
                <a:moveTo>
                  <a:pt x="638175" y="1133475"/>
                </a:moveTo>
                <a:lnTo>
                  <a:pt x="647700" y="1133475"/>
                </a:lnTo>
                <a:lnTo>
                  <a:pt x="647700" y="1123950"/>
                </a:lnTo>
                <a:lnTo>
                  <a:pt x="638175" y="1123950"/>
                </a:lnTo>
                <a:close/>
                <a:moveTo>
                  <a:pt x="685800" y="1133475"/>
                </a:moveTo>
                <a:lnTo>
                  <a:pt x="704850" y="1133475"/>
                </a:lnTo>
                <a:lnTo>
                  <a:pt x="704850" y="1143000"/>
                </a:lnTo>
                <a:lnTo>
                  <a:pt x="695325" y="1143000"/>
                </a:lnTo>
                <a:lnTo>
                  <a:pt x="695325" y="1152525"/>
                </a:lnTo>
                <a:lnTo>
                  <a:pt x="704850" y="1152525"/>
                </a:lnTo>
                <a:lnTo>
                  <a:pt x="704850" y="1162050"/>
                </a:lnTo>
                <a:lnTo>
                  <a:pt x="714375" y="1162050"/>
                </a:lnTo>
                <a:lnTo>
                  <a:pt x="714375" y="1190625"/>
                </a:lnTo>
                <a:lnTo>
                  <a:pt x="704850" y="1190625"/>
                </a:lnTo>
                <a:lnTo>
                  <a:pt x="704850" y="1171575"/>
                </a:lnTo>
                <a:lnTo>
                  <a:pt x="657225" y="1171575"/>
                </a:lnTo>
                <a:lnTo>
                  <a:pt x="657225" y="1162050"/>
                </a:lnTo>
                <a:lnTo>
                  <a:pt x="685800" y="1162050"/>
                </a:lnTo>
                <a:close/>
                <a:moveTo>
                  <a:pt x="752475" y="1133475"/>
                </a:moveTo>
                <a:lnTo>
                  <a:pt x="762000" y="1133475"/>
                </a:lnTo>
                <a:lnTo>
                  <a:pt x="762000" y="1143000"/>
                </a:lnTo>
                <a:lnTo>
                  <a:pt x="781050" y="1143000"/>
                </a:lnTo>
                <a:lnTo>
                  <a:pt x="781050" y="1152525"/>
                </a:lnTo>
                <a:lnTo>
                  <a:pt x="790575" y="1152525"/>
                </a:lnTo>
                <a:lnTo>
                  <a:pt x="790575" y="1181100"/>
                </a:lnTo>
                <a:lnTo>
                  <a:pt x="781050" y="1181100"/>
                </a:lnTo>
                <a:lnTo>
                  <a:pt x="781050" y="1171575"/>
                </a:lnTo>
                <a:lnTo>
                  <a:pt x="752475" y="1171575"/>
                </a:lnTo>
                <a:lnTo>
                  <a:pt x="752475" y="1162050"/>
                </a:lnTo>
                <a:lnTo>
                  <a:pt x="762000" y="1162050"/>
                </a:lnTo>
                <a:lnTo>
                  <a:pt x="762000" y="1152525"/>
                </a:lnTo>
                <a:lnTo>
                  <a:pt x="752475" y="1152525"/>
                </a:lnTo>
                <a:close/>
                <a:moveTo>
                  <a:pt x="1038225" y="1133475"/>
                </a:moveTo>
                <a:lnTo>
                  <a:pt x="1066800" y="1133475"/>
                </a:lnTo>
                <a:lnTo>
                  <a:pt x="1066800" y="1152525"/>
                </a:lnTo>
                <a:lnTo>
                  <a:pt x="1047750" y="1152525"/>
                </a:lnTo>
                <a:lnTo>
                  <a:pt x="1047750" y="1143000"/>
                </a:lnTo>
                <a:lnTo>
                  <a:pt x="1038225" y="1143000"/>
                </a:lnTo>
                <a:close/>
                <a:moveTo>
                  <a:pt x="828675" y="1152525"/>
                </a:moveTo>
                <a:lnTo>
                  <a:pt x="838200" y="1152525"/>
                </a:lnTo>
                <a:lnTo>
                  <a:pt x="838200" y="1162050"/>
                </a:lnTo>
                <a:lnTo>
                  <a:pt x="847725" y="1162050"/>
                </a:lnTo>
                <a:lnTo>
                  <a:pt x="847725" y="1181100"/>
                </a:lnTo>
                <a:lnTo>
                  <a:pt x="819150" y="1181100"/>
                </a:lnTo>
                <a:lnTo>
                  <a:pt x="819150" y="1162050"/>
                </a:lnTo>
                <a:lnTo>
                  <a:pt x="828675" y="1162050"/>
                </a:lnTo>
                <a:close/>
                <a:moveTo>
                  <a:pt x="276225" y="1162050"/>
                </a:moveTo>
                <a:lnTo>
                  <a:pt x="285750" y="1162050"/>
                </a:lnTo>
                <a:lnTo>
                  <a:pt x="285750" y="1181100"/>
                </a:lnTo>
                <a:lnTo>
                  <a:pt x="266700" y="1181100"/>
                </a:lnTo>
                <a:lnTo>
                  <a:pt x="266700" y="1171575"/>
                </a:lnTo>
                <a:lnTo>
                  <a:pt x="276225" y="1171575"/>
                </a:lnTo>
                <a:close/>
                <a:moveTo>
                  <a:pt x="1076325" y="1162050"/>
                </a:moveTo>
                <a:lnTo>
                  <a:pt x="1095375" y="1162050"/>
                </a:lnTo>
                <a:lnTo>
                  <a:pt x="1095375" y="1171575"/>
                </a:lnTo>
                <a:lnTo>
                  <a:pt x="1104900" y="1171575"/>
                </a:lnTo>
                <a:lnTo>
                  <a:pt x="1104900" y="1181100"/>
                </a:lnTo>
                <a:lnTo>
                  <a:pt x="1123950" y="1181100"/>
                </a:lnTo>
                <a:lnTo>
                  <a:pt x="1123950" y="1190625"/>
                </a:lnTo>
                <a:lnTo>
                  <a:pt x="1133475" y="1190625"/>
                </a:lnTo>
                <a:lnTo>
                  <a:pt x="1133475" y="1200150"/>
                </a:lnTo>
                <a:lnTo>
                  <a:pt x="1095375" y="1200150"/>
                </a:lnTo>
                <a:lnTo>
                  <a:pt x="1095375" y="1190625"/>
                </a:lnTo>
                <a:lnTo>
                  <a:pt x="1076325" y="1190625"/>
                </a:lnTo>
                <a:close/>
                <a:moveTo>
                  <a:pt x="323850" y="1171575"/>
                </a:moveTo>
                <a:lnTo>
                  <a:pt x="333375" y="1171575"/>
                </a:lnTo>
                <a:lnTo>
                  <a:pt x="333375" y="1181100"/>
                </a:lnTo>
                <a:lnTo>
                  <a:pt x="342900" y="1181100"/>
                </a:lnTo>
                <a:lnTo>
                  <a:pt x="342900" y="1200150"/>
                </a:lnTo>
                <a:lnTo>
                  <a:pt x="352425" y="1200150"/>
                </a:lnTo>
                <a:lnTo>
                  <a:pt x="352425" y="1209675"/>
                </a:lnTo>
                <a:lnTo>
                  <a:pt x="333375" y="1209675"/>
                </a:lnTo>
                <a:lnTo>
                  <a:pt x="333375" y="1200150"/>
                </a:lnTo>
                <a:lnTo>
                  <a:pt x="323850" y="1200150"/>
                </a:lnTo>
                <a:close/>
                <a:moveTo>
                  <a:pt x="600075" y="1171575"/>
                </a:moveTo>
                <a:lnTo>
                  <a:pt x="619125" y="1171575"/>
                </a:lnTo>
                <a:lnTo>
                  <a:pt x="619125" y="1181100"/>
                </a:lnTo>
                <a:lnTo>
                  <a:pt x="638175" y="1181100"/>
                </a:lnTo>
                <a:lnTo>
                  <a:pt x="638175" y="1162050"/>
                </a:lnTo>
                <a:lnTo>
                  <a:pt x="619125" y="1162050"/>
                </a:lnTo>
                <a:lnTo>
                  <a:pt x="619125" y="1152525"/>
                </a:lnTo>
                <a:lnTo>
                  <a:pt x="600075" y="1152525"/>
                </a:lnTo>
                <a:close/>
                <a:moveTo>
                  <a:pt x="1285875" y="1171575"/>
                </a:moveTo>
                <a:lnTo>
                  <a:pt x="1295400" y="1171575"/>
                </a:lnTo>
                <a:lnTo>
                  <a:pt x="1295400" y="1162050"/>
                </a:lnTo>
                <a:lnTo>
                  <a:pt x="1285875" y="1162050"/>
                </a:lnTo>
                <a:close/>
                <a:moveTo>
                  <a:pt x="752475" y="1181100"/>
                </a:moveTo>
                <a:lnTo>
                  <a:pt x="771525" y="1181100"/>
                </a:lnTo>
                <a:lnTo>
                  <a:pt x="771525" y="1190625"/>
                </a:lnTo>
                <a:lnTo>
                  <a:pt x="752475" y="1190625"/>
                </a:lnTo>
                <a:close/>
                <a:moveTo>
                  <a:pt x="600075" y="1190625"/>
                </a:moveTo>
                <a:lnTo>
                  <a:pt x="609600" y="1190625"/>
                </a:lnTo>
                <a:lnTo>
                  <a:pt x="609600" y="1181100"/>
                </a:lnTo>
                <a:lnTo>
                  <a:pt x="600075" y="1181100"/>
                </a:lnTo>
                <a:close/>
                <a:moveTo>
                  <a:pt x="904875" y="1190625"/>
                </a:moveTo>
                <a:lnTo>
                  <a:pt x="914400" y="1190625"/>
                </a:lnTo>
                <a:lnTo>
                  <a:pt x="914400" y="1200150"/>
                </a:lnTo>
                <a:lnTo>
                  <a:pt x="904875" y="1200150"/>
                </a:lnTo>
                <a:close/>
                <a:moveTo>
                  <a:pt x="1352550" y="1190625"/>
                </a:moveTo>
                <a:lnTo>
                  <a:pt x="1362075" y="1190625"/>
                </a:lnTo>
                <a:lnTo>
                  <a:pt x="1362075" y="1200150"/>
                </a:lnTo>
                <a:lnTo>
                  <a:pt x="1352550" y="1200150"/>
                </a:lnTo>
                <a:close/>
                <a:moveTo>
                  <a:pt x="723900" y="1200150"/>
                </a:moveTo>
                <a:lnTo>
                  <a:pt x="733425" y="1200150"/>
                </a:lnTo>
                <a:lnTo>
                  <a:pt x="733425" y="1209675"/>
                </a:lnTo>
                <a:lnTo>
                  <a:pt x="723900" y="1209675"/>
                </a:lnTo>
                <a:close/>
                <a:moveTo>
                  <a:pt x="1038225" y="1200150"/>
                </a:moveTo>
                <a:lnTo>
                  <a:pt x="1047750" y="1200150"/>
                </a:lnTo>
                <a:lnTo>
                  <a:pt x="1047750" y="1228725"/>
                </a:lnTo>
                <a:lnTo>
                  <a:pt x="1028700" y="1228725"/>
                </a:lnTo>
                <a:lnTo>
                  <a:pt x="1028700" y="1209675"/>
                </a:lnTo>
                <a:lnTo>
                  <a:pt x="1038225" y="1209675"/>
                </a:lnTo>
                <a:close/>
                <a:moveTo>
                  <a:pt x="352425" y="1209675"/>
                </a:moveTo>
                <a:lnTo>
                  <a:pt x="361950" y="1209675"/>
                </a:lnTo>
                <a:lnTo>
                  <a:pt x="361950" y="1228725"/>
                </a:lnTo>
                <a:lnTo>
                  <a:pt x="352425" y="1228725"/>
                </a:lnTo>
                <a:close/>
                <a:moveTo>
                  <a:pt x="771525" y="1209675"/>
                </a:moveTo>
                <a:lnTo>
                  <a:pt x="790575" y="1209675"/>
                </a:lnTo>
                <a:lnTo>
                  <a:pt x="790575" y="1219200"/>
                </a:lnTo>
                <a:lnTo>
                  <a:pt x="800100" y="1219200"/>
                </a:lnTo>
                <a:lnTo>
                  <a:pt x="800100" y="1228725"/>
                </a:lnTo>
                <a:lnTo>
                  <a:pt x="781050" y="1228725"/>
                </a:lnTo>
                <a:lnTo>
                  <a:pt x="781050" y="1238250"/>
                </a:lnTo>
                <a:lnTo>
                  <a:pt x="771525" y="1238250"/>
                </a:lnTo>
                <a:lnTo>
                  <a:pt x="771525" y="1247775"/>
                </a:lnTo>
                <a:lnTo>
                  <a:pt x="762000" y="1247775"/>
                </a:lnTo>
                <a:lnTo>
                  <a:pt x="762000" y="1238250"/>
                </a:lnTo>
                <a:lnTo>
                  <a:pt x="752475" y="1238250"/>
                </a:lnTo>
                <a:lnTo>
                  <a:pt x="752475" y="1228725"/>
                </a:lnTo>
                <a:lnTo>
                  <a:pt x="771525" y="1228725"/>
                </a:lnTo>
                <a:close/>
                <a:moveTo>
                  <a:pt x="1000125" y="1209675"/>
                </a:moveTo>
                <a:lnTo>
                  <a:pt x="1009650" y="1209675"/>
                </a:lnTo>
                <a:lnTo>
                  <a:pt x="1009650" y="1219200"/>
                </a:lnTo>
                <a:lnTo>
                  <a:pt x="1019175" y="1219200"/>
                </a:lnTo>
                <a:lnTo>
                  <a:pt x="1019175" y="1228725"/>
                </a:lnTo>
                <a:lnTo>
                  <a:pt x="1009650" y="1228725"/>
                </a:lnTo>
                <a:lnTo>
                  <a:pt x="1009650" y="1247775"/>
                </a:lnTo>
                <a:lnTo>
                  <a:pt x="1000125" y="1247775"/>
                </a:lnTo>
                <a:close/>
                <a:moveTo>
                  <a:pt x="371475" y="1219200"/>
                </a:moveTo>
                <a:lnTo>
                  <a:pt x="381000" y="1219200"/>
                </a:lnTo>
                <a:lnTo>
                  <a:pt x="381000" y="1228725"/>
                </a:lnTo>
                <a:lnTo>
                  <a:pt x="400050" y="1228725"/>
                </a:lnTo>
                <a:lnTo>
                  <a:pt x="400050" y="1247775"/>
                </a:lnTo>
                <a:lnTo>
                  <a:pt x="390525" y="1247775"/>
                </a:lnTo>
                <a:lnTo>
                  <a:pt x="390525" y="1238250"/>
                </a:lnTo>
                <a:lnTo>
                  <a:pt x="371475" y="1238250"/>
                </a:lnTo>
                <a:close/>
                <a:moveTo>
                  <a:pt x="704850" y="1219200"/>
                </a:moveTo>
                <a:lnTo>
                  <a:pt x="714375" y="1219200"/>
                </a:lnTo>
                <a:lnTo>
                  <a:pt x="714375" y="1238250"/>
                </a:lnTo>
                <a:lnTo>
                  <a:pt x="733425" y="1238250"/>
                </a:lnTo>
                <a:lnTo>
                  <a:pt x="733425" y="1247775"/>
                </a:lnTo>
                <a:lnTo>
                  <a:pt x="742950" y="1247775"/>
                </a:lnTo>
                <a:lnTo>
                  <a:pt x="742950" y="1257300"/>
                </a:lnTo>
                <a:lnTo>
                  <a:pt x="752475" y="1257300"/>
                </a:lnTo>
                <a:lnTo>
                  <a:pt x="752475" y="1266825"/>
                </a:lnTo>
                <a:lnTo>
                  <a:pt x="742950" y="1266825"/>
                </a:lnTo>
                <a:lnTo>
                  <a:pt x="742950" y="1285875"/>
                </a:lnTo>
                <a:lnTo>
                  <a:pt x="752475" y="1285875"/>
                </a:lnTo>
                <a:lnTo>
                  <a:pt x="752475" y="1304925"/>
                </a:lnTo>
                <a:lnTo>
                  <a:pt x="762000" y="1304925"/>
                </a:lnTo>
                <a:lnTo>
                  <a:pt x="762000" y="1314450"/>
                </a:lnTo>
                <a:lnTo>
                  <a:pt x="790575" y="1314450"/>
                </a:lnTo>
                <a:lnTo>
                  <a:pt x="790575" y="1285875"/>
                </a:lnTo>
                <a:lnTo>
                  <a:pt x="781050" y="1285875"/>
                </a:lnTo>
                <a:lnTo>
                  <a:pt x="781050" y="1276350"/>
                </a:lnTo>
                <a:lnTo>
                  <a:pt x="809625" y="1276350"/>
                </a:lnTo>
                <a:lnTo>
                  <a:pt x="809625" y="1238250"/>
                </a:lnTo>
                <a:lnTo>
                  <a:pt x="828675" y="1238250"/>
                </a:lnTo>
                <a:lnTo>
                  <a:pt x="828675" y="1257300"/>
                </a:lnTo>
                <a:lnTo>
                  <a:pt x="819150" y="1257300"/>
                </a:lnTo>
                <a:lnTo>
                  <a:pt x="819150" y="1276350"/>
                </a:lnTo>
                <a:lnTo>
                  <a:pt x="847725" y="1276350"/>
                </a:lnTo>
                <a:lnTo>
                  <a:pt x="847725" y="1266825"/>
                </a:lnTo>
                <a:lnTo>
                  <a:pt x="857250" y="1266825"/>
                </a:lnTo>
                <a:lnTo>
                  <a:pt x="857250" y="1257300"/>
                </a:lnTo>
                <a:lnTo>
                  <a:pt x="866775" y="1257300"/>
                </a:lnTo>
                <a:lnTo>
                  <a:pt x="866775" y="1276350"/>
                </a:lnTo>
                <a:lnTo>
                  <a:pt x="885825" y="1276350"/>
                </a:lnTo>
                <a:lnTo>
                  <a:pt x="885825" y="1285875"/>
                </a:lnTo>
                <a:lnTo>
                  <a:pt x="914400" y="1285875"/>
                </a:lnTo>
                <a:lnTo>
                  <a:pt x="914400" y="1295400"/>
                </a:lnTo>
                <a:lnTo>
                  <a:pt x="866775" y="1295400"/>
                </a:lnTo>
                <a:lnTo>
                  <a:pt x="866775" y="1285875"/>
                </a:lnTo>
                <a:lnTo>
                  <a:pt x="847725" y="1285875"/>
                </a:lnTo>
                <a:lnTo>
                  <a:pt x="847725" y="1333500"/>
                </a:lnTo>
                <a:lnTo>
                  <a:pt x="819150" y="1333500"/>
                </a:lnTo>
                <a:lnTo>
                  <a:pt x="819150" y="1343025"/>
                </a:lnTo>
                <a:lnTo>
                  <a:pt x="790575" y="1343025"/>
                </a:lnTo>
                <a:lnTo>
                  <a:pt x="790575" y="1333500"/>
                </a:lnTo>
                <a:lnTo>
                  <a:pt x="781050" y="1333500"/>
                </a:lnTo>
                <a:lnTo>
                  <a:pt x="781050" y="1352550"/>
                </a:lnTo>
                <a:lnTo>
                  <a:pt x="771525" y="1352550"/>
                </a:lnTo>
                <a:lnTo>
                  <a:pt x="771525" y="1343025"/>
                </a:lnTo>
                <a:lnTo>
                  <a:pt x="762000" y="1343025"/>
                </a:lnTo>
                <a:lnTo>
                  <a:pt x="762000" y="1362075"/>
                </a:lnTo>
                <a:lnTo>
                  <a:pt x="781050" y="1362075"/>
                </a:lnTo>
                <a:lnTo>
                  <a:pt x="781050" y="1352550"/>
                </a:lnTo>
                <a:lnTo>
                  <a:pt x="790575" y="1352550"/>
                </a:lnTo>
                <a:lnTo>
                  <a:pt x="790575" y="1362075"/>
                </a:lnTo>
                <a:lnTo>
                  <a:pt x="800100" y="1362075"/>
                </a:lnTo>
                <a:lnTo>
                  <a:pt x="800100" y="1371600"/>
                </a:lnTo>
                <a:lnTo>
                  <a:pt x="819150" y="1371600"/>
                </a:lnTo>
                <a:lnTo>
                  <a:pt x="819150" y="1352550"/>
                </a:lnTo>
                <a:lnTo>
                  <a:pt x="857250" y="1352550"/>
                </a:lnTo>
                <a:lnTo>
                  <a:pt x="857250" y="1343025"/>
                </a:lnTo>
                <a:lnTo>
                  <a:pt x="847725" y="1343025"/>
                </a:lnTo>
                <a:lnTo>
                  <a:pt x="847725" y="1333500"/>
                </a:lnTo>
                <a:lnTo>
                  <a:pt x="857250" y="1333500"/>
                </a:lnTo>
                <a:lnTo>
                  <a:pt x="857250" y="1323975"/>
                </a:lnTo>
                <a:lnTo>
                  <a:pt x="866775" y="1323975"/>
                </a:lnTo>
                <a:lnTo>
                  <a:pt x="866775" y="1362075"/>
                </a:lnTo>
                <a:lnTo>
                  <a:pt x="857250" y="1362075"/>
                </a:lnTo>
                <a:lnTo>
                  <a:pt x="857250" y="1381125"/>
                </a:lnTo>
                <a:lnTo>
                  <a:pt x="847725" y="1381125"/>
                </a:lnTo>
                <a:lnTo>
                  <a:pt x="847725" y="1371600"/>
                </a:lnTo>
                <a:lnTo>
                  <a:pt x="838200" y="1371600"/>
                </a:lnTo>
                <a:lnTo>
                  <a:pt x="838200" y="1381125"/>
                </a:lnTo>
                <a:lnTo>
                  <a:pt x="828675" y="1381125"/>
                </a:lnTo>
                <a:lnTo>
                  <a:pt x="828675" y="1390650"/>
                </a:lnTo>
                <a:lnTo>
                  <a:pt x="800100" y="1390650"/>
                </a:lnTo>
                <a:lnTo>
                  <a:pt x="800100" y="1400175"/>
                </a:lnTo>
                <a:lnTo>
                  <a:pt x="790575" y="1400175"/>
                </a:lnTo>
                <a:lnTo>
                  <a:pt x="790575" y="1381125"/>
                </a:lnTo>
                <a:lnTo>
                  <a:pt x="771525" y="1381125"/>
                </a:lnTo>
                <a:lnTo>
                  <a:pt x="771525" y="1400175"/>
                </a:lnTo>
                <a:lnTo>
                  <a:pt x="781050" y="1400175"/>
                </a:lnTo>
                <a:lnTo>
                  <a:pt x="781050" y="1419225"/>
                </a:lnTo>
                <a:lnTo>
                  <a:pt x="790575" y="1419225"/>
                </a:lnTo>
                <a:lnTo>
                  <a:pt x="790575" y="1438275"/>
                </a:lnTo>
                <a:lnTo>
                  <a:pt x="771525" y="1438275"/>
                </a:lnTo>
                <a:lnTo>
                  <a:pt x="771525" y="1428750"/>
                </a:lnTo>
                <a:lnTo>
                  <a:pt x="752475" y="1428750"/>
                </a:lnTo>
                <a:lnTo>
                  <a:pt x="752475" y="1447800"/>
                </a:lnTo>
                <a:lnTo>
                  <a:pt x="742950" y="1447800"/>
                </a:lnTo>
                <a:lnTo>
                  <a:pt x="742950" y="1438275"/>
                </a:lnTo>
                <a:lnTo>
                  <a:pt x="733425" y="1438275"/>
                </a:lnTo>
                <a:lnTo>
                  <a:pt x="733425" y="1428750"/>
                </a:lnTo>
                <a:lnTo>
                  <a:pt x="723900" y="1428750"/>
                </a:lnTo>
                <a:lnTo>
                  <a:pt x="723900" y="1438275"/>
                </a:lnTo>
                <a:lnTo>
                  <a:pt x="714375" y="1438275"/>
                </a:lnTo>
                <a:lnTo>
                  <a:pt x="714375" y="1400175"/>
                </a:lnTo>
                <a:lnTo>
                  <a:pt x="676275" y="1400175"/>
                </a:lnTo>
                <a:lnTo>
                  <a:pt x="676275" y="1390650"/>
                </a:lnTo>
                <a:lnTo>
                  <a:pt x="666750" y="1390650"/>
                </a:lnTo>
                <a:lnTo>
                  <a:pt x="666750" y="1381125"/>
                </a:lnTo>
                <a:lnTo>
                  <a:pt x="657225" y="1381125"/>
                </a:lnTo>
                <a:lnTo>
                  <a:pt x="657225" y="1390650"/>
                </a:lnTo>
                <a:lnTo>
                  <a:pt x="647700" y="1390650"/>
                </a:lnTo>
                <a:lnTo>
                  <a:pt x="647700" y="1400175"/>
                </a:lnTo>
                <a:lnTo>
                  <a:pt x="628650" y="1400175"/>
                </a:lnTo>
                <a:lnTo>
                  <a:pt x="628650" y="1419225"/>
                </a:lnTo>
                <a:lnTo>
                  <a:pt x="619125" y="1419225"/>
                </a:lnTo>
                <a:lnTo>
                  <a:pt x="619125" y="1409700"/>
                </a:lnTo>
                <a:lnTo>
                  <a:pt x="609600" y="1409700"/>
                </a:lnTo>
                <a:lnTo>
                  <a:pt x="609600" y="1400175"/>
                </a:lnTo>
                <a:lnTo>
                  <a:pt x="590550" y="1400175"/>
                </a:lnTo>
                <a:lnTo>
                  <a:pt x="590550" y="1409700"/>
                </a:lnTo>
                <a:lnTo>
                  <a:pt x="581025" y="1409700"/>
                </a:lnTo>
                <a:lnTo>
                  <a:pt x="581025" y="1390650"/>
                </a:lnTo>
                <a:lnTo>
                  <a:pt x="571500" y="1390650"/>
                </a:lnTo>
                <a:lnTo>
                  <a:pt x="571500" y="1381125"/>
                </a:lnTo>
                <a:lnTo>
                  <a:pt x="581025" y="1381125"/>
                </a:lnTo>
                <a:lnTo>
                  <a:pt x="581025" y="1371600"/>
                </a:lnTo>
                <a:lnTo>
                  <a:pt x="600075" y="1371600"/>
                </a:lnTo>
                <a:lnTo>
                  <a:pt x="600075" y="1381125"/>
                </a:lnTo>
                <a:lnTo>
                  <a:pt x="619125" y="1381125"/>
                </a:lnTo>
                <a:lnTo>
                  <a:pt x="619125" y="1390650"/>
                </a:lnTo>
                <a:lnTo>
                  <a:pt x="628650" y="1390650"/>
                </a:lnTo>
                <a:lnTo>
                  <a:pt x="628650" y="1381125"/>
                </a:lnTo>
                <a:lnTo>
                  <a:pt x="638175" y="1381125"/>
                </a:lnTo>
                <a:lnTo>
                  <a:pt x="638175" y="1371600"/>
                </a:lnTo>
                <a:lnTo>
                  <a:pt x="628650" y="1371600"/>
                </a:lnTo>
                <a:lnTo>
                  <a:pt x="628650" y="1362075"/>
                </a:lnTo>
                <a:lnTo>
                  <a:pt x="619125" y="1362075"/>
                </a:lnTo>
                <a:lnTo>
                  <a:pt x="619125" y="1352550"/>
                </a:lnTo>
                <a:lnTo>
                  <a:pt x="600075" y="1352550"/>
                </a:lnTo>
                <a:lnTo>
                  <a:pt x="600075" y="1343025"/>
                </a:lnTo>
                <a:lnTo>
                  <a:pt x="590550" y="1343025"/>
                </a:lnTo>
                <a:lnTo>
                  <a:pt x="590550" y="1352550"/>
                </a:lnTo>
                <a:lnTo>
                  <a:pt x="581025" y="1352550"/>
                </a:lnTo>
                <a:lnTo>
                  <a:pt x="581025" y="1333500"/>
                </a:lnTo>
                <a:lnTo>
                  <a:pt x="571500" y="1333500"/>
                </a:lnTo>
                <a:lnTo>
                  <a:pt x="571500" y="1323975"/>
                </a:lnTo>
                <a:lnTo>
                  <a:pt x="552450" y="1323975"/>
                </a:lnTo>
                <a:lnTo>
                  <a:pt x="552450" y="1333500"/>
                </a:lnTo>
                <a:lnTo>
                  <a:pt x="523875" y="1333500"/>
                </a:lnTo>
                <a:lnTo>
                  <a:pt x="523875" y="1314450"/>
                </a:lnTo>
                <a:lnTo>
                  <a:pt x="657225" y="1314450"/>
                </a:lnTo>
                <a:lnTo>
                  <a:pt x="657225" y="1295400"/>
                </a:lnTo>
                <a:lnTo>
                  <a:pt x="676275" y="1295400"/>
                </a:lnTo>
                <a:lnTo>
                  <a:pt x="676275" y="1276350"/>
                </a:lnTo>
                <a:lnTo>
                  <a:pt x="666750" y="1276350"/>
                </a:lnTo>
                <a:lnTo>
                  <a:pt x="666750" y="1257300"/>
                </a:lnTo>
                <a:lnTo>
                  <a:pt x="657225" y="1257300"/>
                </a:lnTo>
                <a:lnTo>
                  <a:pt x="657225" y="1247775"/>
                </a:lnTo>
                <a:lnTo>
                  <a:pt x="676275" y="1247775"/>
                </a:lnTo>
                <a:lnTo>
                  <a:pt x="676275" y="1238250"/>
                </a:lnTo>
                <a:lnTo>
                  <a:pt x="685800" y="1238250"/>
                </a:lnTo>
                <a:lnTo>
                  <a:pt x="685800" y="1228725"/>
                </a:lnTo>
                <a:lnTo>
                  <a:pt x="704850" y="1228725"/>
                </a:lnTo>
                <a:close/>
                <a:moveTo>
                  <a:pt x="857250" y="1228725"/>
                </a:moveTo>
                <a:lnTo>
                  <a:pt x="876300" y="1228725"/>
                </a:lnTo>
                <a:lnTo>
                  <a:pt x="876300" y="1238250"/>
                </a:lnTo>
                <a:lnTo>
                  <a:pt x="885825" y="1238250"/>
                </a:lnTo>
                <a:lnTo>
                  <a:pt x="885825" y="1247775"/>
                </a:lnTo>
                <a:lnTo>
                  <a:pt x="857250" y="1247775"/>
                </a:lnTo>
                <a:close/>
                <a:moveTo>
                  <a:pt x="1447800" y="1228725"/>
                </a:moveTo>
                <a:lnTo>
                  <a:pt x="1457325" y="1228725"/>
                </a:lnTo>
                <a:lnTo>
                  <a:pt x="1457325" y="1238250"/>
                </a:lnTo>
                <a:lnTo>
                  <a:pt x="1447800" y="1238250"/>
                </a:lnTo>
                <a:close/>
                <a:moveTo>
                  <a:pt x="581025" y="1238250"/>
                </a:moveTo>
                <a:lnTo>
                  <a:pt x="609600" y="1238250"/>
                </a:lnTo>
                <a:lnTo>
                  <a:pt x="609600" y="1228725"/>
                </a:lnTo>
                <a:lnTo>
                  <a:pt x="600075" y="1228725"/>
                </a:lnTo>
                <a:lnTo>
                  <a:pt x="600075" y="1219200"/>
                </a:lnTo>
                <a:lnTo>
                  <a:pt x="590550" y="1219200"/>
                </a:lnTo>
                <a:lnTo>
                  <a:pt x="590550" y="1228725"/>
                </a:lnTo>
                <a:lnTo>
                  <a:pt x="581025" y="1228725"/>
                </a:lnTo>
                <a:close/>
                <a:moveTo>
                  <a:pt x="1400175" y="1238250"/>
                </a:moveTo>
                <a:lnTo>
                  <a:pt x="1428750" y="1238250"/>
                </a:lnTo>
                <a:lnTo>
                  <a:pt x="1428750" y="1247775"/>
                </a:lnTo>
                <a:lnTo>
                  <a:pt x="1409700" y="1247775"/>
                </a:lnTo>
                <a:lnTo>
                  <a:pt x="1409700" y="1266825"/>
                </a:lnTo>
                <a:lnTo>
                  <a:pt x="1400175" y="1266825"/>
                </a:lnTo>
                <a:lnTo>
                  <a:pt x="1400175" y="1276350"/>
                </a:lnTo>
                <a:lnTo>
                  <a:pt x="1390650" y="1276350"/>
                </a:lnTo>
                <a:lnTo>
                  <a:pt x="1390650" y="1257300"/>
                </a:lnTo>
                <a:lnTo>
                  <a:pt x="1400175" y="1257300"/>
                </a:lnTo>
                <a:close/>
                <a:moveTo>
                  <a:pt x="342900" y="1247775"/>
                </a:moveTo>
                <a:lnTo>
                  <a:pt x="371475" y="1247775"/>
                </a:lnTo>
                <a:lnTo>
                  <a:pt x="371475" y="1257300"/>
                </a:lnTo>
                <a:lnTo>
                  <a:pt x="342900" y="1257300"/>
                </a:lnTo>
                <a:close/>
                <a:moveTo>
                  <a:pt x="771525" y="1247775"/>
                </a:moveTo>
                <a:lnTo>
                  <a:pt x="790575" y="1247775"/>
                </a:lnTo>
                <a:lnTo>
                  <a:pt x="790575" y="1257300"/>
                </a:lnTo>
                <a:lnTo>
                  <a:pt x="800100" y="1257300"/>
                </a:lnTo>
                <a:lnTo>
                  <a:pt x="800100" y="1266825"/>
                </a:lnTo>
                <a:lnTo>
                  <a:pt x="771525" y="1266825"/>
                </a:lnTo>
                <a:close/>
                <a:moveTo>
                  <a:pt x="285750" y="1257300"/>
                </a:moveTo>
                <a:lnTo>
                  <a:pt x="295275" y="1257300"/>
                </a:lnTo>
                <a:lnTo>
                  <a:pt x="295275" y="1266825"/>
                </a:lnTo>
                <a:lnTo>
                  <a:pt x="304800" y="1266825"/>
                </a:lnTo>
                <a:lnTo>
                  <a:pt x="304800" y="1257300"/>
                </a:lnTo>
                <a:lnTo>
                  <a:pt x="314325" y="1257300"/>
                </a:lnTo>
                <a:lnTo>
                  <a:pt x="314325" y="1266825"/>
                </a:lnTo>
                <a:lnTo>
                  <a:pt x="352425" y="1266825"/>
                </a:lnTo>
                <a:lnTo>
                  <a:pt x="352425" y="1276350"/>
                </a:lnTo>
                <a:lnTo>
                  <a:pt x="342900" y="1276350"/>
                </a:lnTo>
                <a:lnTo>
                  <a:pt x="342900" y="1314450"/>
                </a:lnTo>
                <a:lnTo>
                  <a:pt x="333375" y="1314450"/>
                </a:lnTo>
                <a:lnTo>
                  <a:pt x="333375" y="1323975"/>
                </a:lnTo>
                <a:lnTo>
                  <a:pt x="304800" y="1323975"/>
                </a:lnTo>
                <a:lnTo>
                  <a:pt x="304800" y="1285875"/>
                </a:lnTo>
                <a:lnTo>
                  <a:pt x="295275" y="1285875"/>
                </a:lnTo>
                <a:lnTo>
                  <a:pt x="295275" y="1304925"/>
                </a:lnTo>
                <a:lnTo>
                  <a:pt x="285750" y="1304925"/>
                </a:lnTo>
                <a:lnTo>
                  <a:pt x="285750" y="1285875"/>
                </a:lnTo>
                <a:lnTo>
                  <a:pt x="276225" y="1285875"/>
                </a:lnTo>
                <a:lnTo>
                  <a:pt x="276225" y="1276350"/>
                </a:lnTo>
                <a:lnTo>
                  <a:pt x="285750" y="1276350"/>
                </a:lnTo>
                <a:close/>
                <a:moveTo>
                  <a:pt x="1419225" y="1257300"/>
                </a:moveTo>
                <a:lnTo>
                  <a:pt x="1428750" y="1257300"/>
                </a:lnTo>
                <a:lnTo>
                  <a:pt x="1428750" y="1266825"/>
                </a:lnTo>
                <a:lnTo>
                  <a:pt x="1419225" y="1266825"/>
                </a:lnTo>
                <a:close/>
                <a:moveTo>
                  <a:pt x="1076325" y="1266825"/>
                </a:moveTo>
                <a:lnTo>
                  <a:pt x="1085850" y="1266825"/>
                </a:lnTo>
                <a:lnTo>
                  <a:pt x="1085850" y="1285875"/>
                </a:lnTo>
                <a:lnTo>
                  <a:pt x="1066800" y="1285875"/>
                </a:lnTo>
                <a:lnTo>
                  <a:pt x="1066800" y="1276350"/>
                </a:lnTo>
                <a:lnTo>
                  <a:pt x="1076325" y="1276350"/>
                </a:lnTo>
                <a:close/>
                <a:moveTo>
                  <a:pt x="1181100" y="1266825"/>
                </a:moveTo>
                <a:lnTo>
                  <a:pt x="1200150" y="1266825"/>
                </a:lnTo>
                <a:lnTo>
                  <a:pt x="1200150" y="1295400"/>
                </a:lnTo>
                <a:lnTo>
                  <a:pt x="1228725" y="1295400"/>
                </a:lnTo>
                <a:lnTo>
                  <a:pt x="1228725" y="1285875"/>
                </a:lnTo>
                <a:lnTo>
                  <a:pt x="1238250" y="1285875"/>
                </a:lnTo>
                <a:lnTo>
                  <a:pt x="1238250" y="1276350"/>
                </a:lnTo>
                <a:lnTo>
                  <a:pt x="1276350" y="1276350"/>
                </a:lnTo>
                <a:lnTo>
                  <a:pt x="1276350" y="1285875"/>
                </a:lnTo>
                <a:lnTo>
                  <a:pt x="1238250" y="1285875"/>
                </a:lnTo>
                <a:lnTo>
                  <a:pt x="1238250" y="1295400"/>
                </a:lnTo>
                <a:lnTo>
                  <a:pt x="1247775" y="1295400"/>
                </a:lnTo>
                <a:lnTo>
                  <a:pt x="1247775" y="1304925"/>
                </a:lnTo>
                <a:lnTo>
                  <a:pt x="1266825" y="1304925"/>
                </a:lnTo>
                <a:lnTo>
                  <a:pt x="1266825" y="1314450"/>
                </a:lnTo>
                <a:lnTo>
                  <a:pt x="1276350" y="1314450"/>
                </a:lnTo>
                <a:lnTo>
                  <a:pt x="1276350" y="1323975"/>
                </a:lnTo>
                <a:lnTo>
                  <a:pt x="1266825" y="1323975"/>
                </a:lnTo>
                <a:lnTo>
                  <a:pt x="1266825" y="1343025"/>
                </a:lnTo>
                <a:lnTo>
                  <a:pt x="1247775" y="1343025"/>
                </a:lnTo>
                <a:lnTo>
                  <a:pt x="1247775" y="1362075"/>
                </a:lnTo>
                <a:lnTo>
                  <a:pt x="1266825" y="1362075"/>
                </a:lnTo>
                <a:lnTo>
                  <a:pt x="1266825" y="1352550"/>
                </a:lnTo>
                <a:lnTo>
                  <a:pt x="1276350" y="1352550"/>
                </a:lnTo>
                <a:lnTo>
                  <a:pt x="1276350" y="1343025"/>
                </a:lnTo>
                <a:lnTo>
                  <a:pt x="1285875" y="1343025"/>
                </a:lnTo>
                <a:lnTo>
                  <a:pt x="1285875" y="1381125"/>
                </a:lnTo>
                <a:lnTo>
                  <a:pt x="1276350" y="1381125"/>
                </a:lnTo>
                <a:lnTo>
                  <a:pt x="1276350" y="1371600"/>
                </a:lnTo>
                <a:lnTo>
                  <a:pt x="1266825" y="1371600"/>
                </a:lnTo>
                <a:lnTo>
                  <a:pt x="1266825" y="1381125"/>
                </a:lnTo>
                <a:lnTo>
                  <a:pt x="1257300" y="1381125"/>
                </a:lnTo>
                <a:lnTo>
                  <a:pt x="1257300" y="1390650"/>
                </a:lnTo>
                <a:lnTo>
                  <a:pt x="1247775" y="1390650"/>
                </a:lnTo>
                <a:lnTo>
                  <a:pt x="1247775" y="1409700"/>
                </a:lnTo>
                <a:lnTo>
                  <a:pt x="1228725" y="1409700"/>
                </a:lnTo>
                <a:lnTo>
                  <a:pt x="1228725" y="1419225"/>
                </a:lnTo>
                <a:lnTo>
                  <a:pt x="1219200" y="1419225"/>
                </a:lnTo>
                <a:lnTo>
                  <a:pt x="1219200" y="1409700"/>
                </a:lnTo>
                <a:lnTo>
                  <a:pt x="1209675" y="1409700"/>
                </a:lnTo>
                <a:lnTo>
                  <a:pt x="1209675" y="1400175"/>
                </a:lnTo>
                <a:lnTo>
                  <a:pt x="1228725" y="1400175"/>
                </a:lnTo>
                <a:lnTo>
                  <a:pt x="1228725" y="1371600"/>
                </a:lnTo>
                <a:lnTo>
                  <a:pt x="1219200" y="1371600"/>
                </a:lnTo>
                <a:lnTo>
                  <a:pt x="1219200" y="1362075"/>
                </a:lnTo>
                <a:lnTo>
                  <a:pt x="1209675" y="1362075"/>
                </a:lnTo>
                <a:lnTo>
                  <a:pt x="1209675" y="1343025"/>
                </a:lnTo>
                <a:lnTo>
                  <a:pt x="1200150" y="1343025"/>
                </a:lnTo>
                <a:lnTo>
                  <a:pt x="1200150" y="1304925"/>
                </a:lnTo>
                <a:lnTo>
                  <a:pt x="1152525" y="1304925"/>
                </a:lnTo>
                <a:lnTo>
                  <a:pt x="1152525" y="1285875"/>
                </a:lnTo>
                <a:lnTo>
                  <a:pt x="1171575" y="1285875"/>
                </a:lnTo>
                <a:lnTo>
                  <a:pt x="1171575" y="1276350"/>
                </a:lnTo>
                <a:lnTo>
                  <a:pt x="1181100" y="1276350"/>
                </a:lnTo>
                <a:close/>
                <a:moveTo>
                  <a:pt x="1409700" y="1266825"/>
                </a:moveTo>
                <a:lnTo>
                  <a:pt x="1419225" y="1266825"/>
                </a:lnTo>
                <a:lnTo>
                  <a:pt x="1419225" y="1276350"/>
                </a:lnTo>
                <a:lnTo>
                  <a:pt x="1409700" y="1276350"/>
                </a:lnTo>
                <a:close/>
                <a:moveTo>
                  <a:pt x="695325" y="1276350"/>
                </a:moveTo>
                <a:lnTo>
                  <a:pt x="704850" y="1276350"/>
                </a:lnTo>
                <a:lnTo>
                  <a:pt x="704850" y="1304925"/>
                </a:lnTo>
                <a:lnTo>
                  <a:pt x="695325" y="1304925"/>
                </a:lnTo>
                <a:lnTo>
                  <a:pt x="695325" y="1295400"/>
                </a:lnTo>
                <a:lnTo>
                  <a:pt x="685800" y="1295400"/>
                </a:lnTo>
                <a:lnTo>
                  <a:pt x="685800" y="1314450"/>
                </a:lnTo>
                <a:lnTo>
                  <a:pt x="695325" y="1314450"/>
                </a:lnTo>
                <a:lnTo>
                  <a:pt x="695325" y="1323975"/>
                </a:lnTo>
                <a:lnTo>
                  <a:pt x="704850" y="1323975"/>
                </a:lnTo>
                <a:lnTo>
                  <a:pt x="704850" y="1304925"/>
                </a:lnTo>
                <a:lnTo>
                  <a:pt x="723900" y="1304925"/>
                </a:lnTo>
                <a:lnTo>
                  <a:pt x="723900" y="1285875"/>
                </a:lnTo>
                <a:lnTo>
                  <a:pt x="714375" y="1285875"/>
                </a:lnTo>
                <a:lnTo>
                  <a:pt x="714375" y="1247775"/>
                </a:lnTo>
                <a:lnTo>
                  <a:pt x="695325" y="1247775"/>
                </a:lnTo>
                <a:close/>
                <a:moveTo>
                  <a:pt x="1514475" y="1276350"/>
                </a:moveTo>
                <a:lnTo>
                  <a:pt x="1524000" y="1276350"/>
                </a:lnTo>
                <a:lnTo>
                  <a:pt x="1524000" y="1285875"/>
                </a:lnTo>
                <a:lnTo>
                  <a:pt x="1514475" y="1285875"/>
                </a:lnTo>
                <a:close/>
                <a:moveTo>
                  <a:pt x="1543050" y="1276350"/>
                </a:moveTo>
                <a:lnTo>
                  <a:pt x="1552575" y="1276350"/>
                </a:lnTo>
                <a:lnTo>
                  <a:pt x="1552575" y="1285875"/>
                </a:lnTo>
                <a:lnTo>
                  <a:pt x="1562100" y="1285875"/>
                </a:lnTo>
                <a:lnTo>
                  <a:pt x="1562100" y="1295400"/>
                </a:lnTo>
                <a:lnTo>
                  <a:pt x="1533525" y="1295400"/>
                </a:lnTo>
                <a:lnTo>
                  <a:pt x="1533525" y="1285875"/>
                </a:lnTo>
                <a:lnTo>
                  <a:pt x="1543050" y="1285875"/>
                </a:lnTo>
                <a:close/>
                <a:moveTo>
                  <a:pt x="1362075" y="1285875"/>
                </a:moveTo>
                <a:lnTo>
                  <a:pt x="1371600" y="1285875"/>
                </a:lnTo>
                <a:lnTo>
                  <a:pt x="1371600" y="1314450"/>
                </a:lnTo>
                <a:lnTo>
                  <a:pt x="1409700" y="1314450"/>
                </a:lnTo>
                <a:lnTo>
                  <a:pt x="1409700" y="1323975"/>
                </a:lnTo>
                <a:lnTo>
                  <a:pt x="1419225" y="1323975"/>
                </a:lnTo>
                <a:lnTo>
                  <a:pt x="1419225" y="1304925"/>
                </a:lnTo>
                <a:lnTo>
                  <a:pt x="1409700" y="1304925"/>
                </a:lnTo>
                <a:lnTo>
                  <a:pt x="1409700" y="1285875"/>
                </a:lnTo>
                <a:lnTo>
                  <a:pt x="1419225" y="1285875"/>
                </a:lnTo>
                <a:lnTo>
                  <a:pt x="1419225" y="1295400"/>
                </a:lnTo>
                <a:lnTo>
                  <a:pt x="1438275" y="1295400"/>
                </a:lnTo>
                <a:lnTo>
                  <a:pt x="1438275" y="1285875"/>
                </a:lnTo>
                <a:lnTo>
                  <a:pt x="1447800" y="1285875"/>
                </a:lnTo>
                <a:lnTo>
                  <a:pt x="1447800" y="1323975"/>
                </a:lnTo>
                <a:lnTo>
                  <a:pt x="1438275" y="1323975"/>
                </a:lnTo>
                <a:lnTo>
                  <a:pt x="1438275" y="1343025"/>
                </a:lnTo>
                <a:lnTo>
                  <a:pt x="1400175" y="1343025"/>
                </a:lnTo>
                <a:lnTo>
                  <a:pt x="1400175" y="1333500"/>
                </a:lnTo>
                <a:lnTo>
                  <a:pt x="1371600" y="1333500"/>
                </a:lnTo>
                <a:lnTo>
                  <a:pt x="1371600" y="1343025"/>
                </a:lnTo>
                <a:lnTo>
                  <a:pt x="1362075" y="1343025"/>
                </a:lnTo>
                <a:lnTo>
                  <a:pt x="1362075" y="1352550"/>
                </a:lnTo>
                <a:lnTo>
                  <a:pt x="1352550" y="1352550"/>
                </a:lnTo>
                <a:lnTo>
                  <a:pt x="1352550" y="1323975"/>
                </a:lnTo>
                <a:lnTo>
                  <a:pt x="1362075" y="1323975"/>
                </a:lnTo>
                <a:lnTo>
                  <a:pt x="1362075" y="1314450"/>
                </a:lnTo>
                <a:lnTo>
                  <a:pt x="1352550" y="1314450"/>
                </a:lnTo>
                <a:lnTo>
                  <a:pt x="1352550" y="1304925"/>
                </a:lnTo>
                <a:lnTo>
                  <a:pt x="1362075" y="1304925"/>
                </a:lnTo>
                <a:close/>
                <a:moveTo>
                  <a:pt x="1504950" y="1285875"/>
                </a:moveTo>
                <a:lnTo>
                  <a:pt x="1514475" y="1285875"/>
                </a:lnTo>
                <a:lnTo>
                  <a:pt x="1514475" y="1295400"/>
                </a:lnTo>
                <a:lnTo>
                  <a:pt x="1504950" y="1295400"/>
                </a:lnTo>
                <a:close/>
                <a:moveTo>
                  <a:pt x="1276350" y="1295400"/>
                </a:moveTo>
                <a:lnTo>
                  <a:pt x="1285875" y="1295400"/>
                </a:lnTo>
                <a:lnTo>
                  <a:pt x="1285875" y="1304925"/>
                </a:lnTo>
                <a:lnTo>
                  <a:pt x="1276350" y="1304925"/>
                </a:lnTo>
                <a:close/>
                <a:moveTo>
                  <a:pt x="1295400" y="1304925"/>
                </a:moveTo>
                <a:lnTo>
                  <a:pt x="1304925" y="1304925"/>
                </a:lnTo>
                <a:lnTo>
                  <a:pt x="1304925" y="1314450"/>
                </a:lnTo>
                <a:lnTo>
                  <a:pt x="1295400" y="1314450"/>
                </a:lnTo>
                <a:close/>
                <a:moveTo>
                  <a:pt x="371475" y="1314450"/>
                </a:moveTo>
                <a:lnTo>
                  <a:pt x="381000" y="1314450"/>
                </a:lnTo>
                <a:lnTo>
                  <a:pt x="381000" y="1323975"/>
                </a:lnTo>
                <a:lnTo>
                  <a:pt x="400050" y="1323975"/>
                </a:lnTo>
                <a:lnTo>
                  <a:pt x="400050" y="1333500"/>
                </a:lnTo>
                <a:lnTo>
                  <a:pt x="428625" y="1333500"/>
                </a:lnTo>
                <a:lnTo>
                  <a:pt x="428625" y="1352550"/>
                </a:lnTo>
                <a:lnTo>
                  <a:pt x="447675" y="1352550"/>
                </a:lnTo>
                <a:lnTo>
                  <a:pt x="447675" y="1362075"/>
                </a:lnTo>
                <a:lnTo>
                  <a:pt x="438150" y="1362075"/>
                </a:lnTo>
                <a:lnTo>
                  <a:pt x="438150" y="1371600"/>
                </a:lnTo>
                <a:lnTo>
                  <a:pt x="428625" y="1371600"/>
                </a:lnTo>
                <a:lnTo>
                  <a:pt x="428625" y="1381125"/>
                </a:lnTo>
                <a:lnTo>
                  <a:pt x="419100" y="1381125"/>
                </a:lnTo>
                <a:lnTo>
                  <a:pt x="419100" y="1390650"/>
                </a:lnTo>
                <a:lnTo>
                  <a:pt x="400050" y="1390650"/>
                </a:lnTo>
                <a:lnTo>
                  <a:pt x="400050" y="1381125"/>
                </a:lnTo>
                <a:lnTo>
                  <a:pt x="390525" y="1381125"/>
                </a:lnTo>
                <a:lnTo>
                  <a:pt x="390525" y="1343025"/>
                </a:lnTo>
                <a:lnTo>
                  <a:pt x="361950" y="1343025"/>
                </a:lnTo>
                <a:lnTo>
                  <a:pt x="361950" y="1323975"/>
                </a:lnTo>
                <a:lnTo>
                  <a:pt x="371475" y="1323975"/>
                </a:lnTo>
                <a:close/>
                <a:moveTo>
                  <a:pt x="819150" y="1314450"/>
                </a:moveTo>
                <a:lnTo>
                  <a:pt x="838200" y="1314450"/>
                </a:lnTo>
                <a:lnTo>
                  <a:pt x="838200" y="1304925"/>
                </a:lnTo>
                <a:lnTo>
                  <a:pt x="819150" y="1304925"/>
                </a:lnTo>
                <a:close/>
                <a:moveTo>
                  <a:pt x="276225" y="1323975"/>
                </a:moveTo>
                <a:lnTo>
                  <a:pt x="295275" y="1323975"/>
                </a:lnTo>
                <a:lnTo>
                  <a:pt x="295275" y="1352550"/>
                </a:lnTo>
                <a:lnTo>
                  <a:pt x="285750" y="1352550"/>
                </a:lnTo>
                <a:lnTo>
                  <a:pt x="285750" y="1343025"/>
                </a:lnTo>
                <a:lnTo>
                  <a:pt x="276225" y="1343025"/>
                </a:lnTo>
                <a:close/>
                <a:moveTo>
                  <a:pt x="904875" y="1323975"/>
                </a:moveTo>
                <a:lnTo>
                  <a:pt x="923925" y="1323975"/>
                </a:lnTo>
                <a:lnTo>
                  <a:pt x="923925" y="1343025"/>
                </a:lnTo>
                <a:lnTo>
                  <a:pt x="904875" y="1343025"/>
                </a:lnTo>
                <a:close/>
                <a:moveTo>
                  <a:pt x="1009650" y="1323975"/>
                </a:moveTo>
                <a:lnTo>
                  <a:pt x="1028700" y="1323975"/>
                </a:lnTo>
                <a:lnTo>
                  <a:pt x="1028700" y="1333500"/>
                </a:lnTo>
                <a:lnTo>
                  <a:pt x="1019175" y="1333500"/>
                </a:lnTo>
                <a:lnTo>
                  <a:pt x="1019175" y="1352550"/>
                </a:lnTo>
                <a:lnTo>
                  <a:pt x="1028700" y="1352550"/>
                </a:lnTo>
                <a:lnTo>
                  <a:pt x="1028700" y="1333500"/>
                </a:lnTo>
                <a:lnTo>
                  <a:pt x="1038225" y="1333500"/>
                </a:lnTo>
                <a:lnTo>
                  <a:pt x="1038225" y="1352550"/>
                </a:lnTo>
                <a:lnTo>
                  <a:pt x="1028700" y="1352550"/>
                </a:lnTo>
                <a:lnTo>
                  <a:pt x="1028700" y="1381125"/>
                </a:lnTo>
                <a:lnTo>
                  <a:pt x="1019175" y="1381125"/>
                </a:lnTo>
                <a:lnTo>
                  <a:pt x="1019175" y="1390650"/>
                </a:lnTo>
                <a:lnTo>
                  <a:pt x="1009650" y="1390650"/>
                </a:lnTo>
                <a:close/>
                <a:moveTo>
                  <a:pt x="1047750" y="1323975"/>
                </a:moveTo>
                <a:lnTo>
                  <a:pt x="1057275" y="1323975"/>
                </a:lnTo>
                <a:lnTo>
                  <a:pt x="1057275" y="1333500"/>
                </a:lnTo>
                <a:lnTo>
                  <a:pt x="1047750" y="1333500"/>
                </a:lnTo>
                <a:close/>
                <a:moveTo>
                  <a:pt x="1533525" y="1323975"/>
                </a:moveTo>
                <a:lnTo>
                  <a:pt x="1543050" y="1323975"/>
                </a:lnTo>
                <a:lnTo>
                  <a:pt x="1543050" y="1333500"/>
                </a:lnTo>
                <a:lnTo>
                  <a:pt x="1533525" y="1333500"/>
                </a:lnTo>
                <a:close/>
                <a:moveTo>
                  <a:pt x="1543050" y="1333500"/>
                </a:moveTo>
                <a:lnTo>
                  <a:pt x="1562100" y="1333500"/>
                </a:lnTo>
                <a:lnTo>
                  <a:pt x="1562100" y="1343025"/>
                </a:lnTo>
                <a:lnTo>
                  <a:pt x="1543050" y="1343025"/>
                </a:lnTo>
                <a:close/>
                <a:moveTo>
                  <a:pt x="1066800" y="1343025"/>
                </a:moveTo>
                <a:lnTo>
                  <a:pt x="1095375" y="1343025"/>
                </a:lnTo>
                <a:lnTo>
                  <a:pt x="1095375" y="1362075"/>
                </a:lnTo>
                <a:lnTo>
                  <a:pt x="1057275" y="1362075"/>
                </a:lnTo>
                <a:lnTo>
                  <a:pt x="1057275" y="1352550"/>
                </a:lnTo>
                <a:lnTo>
                  <a:pt x="1066800" y="1352550"/>
                </a:lnTo>
                <a:close/>
                <a:moveTo>
                  <a:pt x="666750" y="1362075"/>
                </a:moveTo>
                <a:lnTo>
                  <a:pt x="647700" y="1362075"/>
                </a:lnTo>
                <a:lnTo>
                  <a:pt x="647700" y="1371600"/>
                </a:lnTo>
                <a:lnTo>
                  <a:pt x="666750" y="1371600"/>
                </a:lnTo>
                <a:close/>
                <a:moveTo>
                  <a:pt x="666750" y="1362075"/>
                </a:moveTo>
                <a:lnTo>
                  <a:pt x="685800" y="1362075"/>
                </a:lnTo>
                <a:lnTo>
                  <a:pt x="685800" y="1352550"/>
                </a:lnTo>
                <a:lnTo>
                  <a:pt x="666750" y="1352550"/>
                </a:lnTo>
                <a:close/>
                <a:moveTo>
                  <a:pt x="914400" y="1362075"/>
                </a:moveTo>
                <a:lnTo>
                  <a:pt x="923925" y="1362075"/>
                </a:lnTo>
                <a:lnTo>
                  <a:pt x="923925" y="1381125"/>
                </a:lnTo>
                <a:lnTo>
                  <a:pt x="914400" y="1381125"/>
                </a:lnTo>
                <a:close/>
                <a:moveTo>
                  <a:pt x="1323975" y="1362075"/>
                </a:moveTo>
                <a:lnTo>
                  <a:pt x="1333500" y="1362075"/>
                </a:lnTo>
                <a:lnTo>
                  <a:pt x="1333500" y="1371600"/>
                </a:lnTo>
                <a:lnTo>
                  <a:pt x="1352550" y="1371600"/>
                </a:lnTo>
                <a:lnTo>
                  <a:pt x="1352550" y="1400175"/>
                </a:lnTo>
                <a:lnTo>
                  <a:pt x="1343025" y="1400175"/>
                </a:lnTo>
                <a:lnTo>
                  <a:pt x="1343025" y="1381125"/>
                </a:lnTo>
                <a:lnTo>
                  <a:pt x="1323975" y="1381125"/>
                </a:lnTo>
                <a:close/>
                <a:moveTo>
                  <a:pt x="1362075" y="1362075"/>
                </a:moveTo>
                <a:lnTo>
                  <a:pt x="1390650" y="1362075"/>
                </a:lnTo>
                <a:lnTo>
                  <a:pt x="1390650" y="1371600"/>
                </a:lnTo>
                <a:lnTo>
                  <a:pt x="1400175" y="1371600"/>
                </a:lnTo>
                <a:lnTo>
                  <a:pt x="1400175" y="1381125"/>
                </a:lnTo>
                <a:lnTo>
                  <a:pt x="1371600" y="1381125"/>
                </a:lnTo>
                <a:lnTo>
                  <a:pt x="1371600" y="1371600"/>
                </a:lnTo>
                <a:lnTo>
                  <a:pt x="1362075" y="1371600"/>
                </a:lnTo>
                <a:close/>
                <a:moveTo>
                  <a:pt x="704850" y="1371600"/>
                </a:moveTo>
                <a:lnTo>
                  <a:pt x="714375" y="1371600"/>
                </a:lnTo>
                <a:lnTo>
                  <a:pt x="714375" y="1381125"/>
                </a:lnTo>
                <a:lnTo>
                  <a:pt x="723900" y="1381125"/>
                </a:lnTo>
                <a:lnTo>
                  <a:pt x="723900" y="1390650"/>
                </a:lnTo>
                <a:lnTo>
                  <a:pt x="733425" y="1390650"/>
                </a:lnTo>
                <a:lnTo>
                  <a:pt x="733425" y="1381125"/>
                </a:lnTo>
                <a:lnTo>
                  <a:pt x="742950" y="1381125"/>
                </a:lnTo>
                <a:lnTo>
                  <a:pt x="742950" y="1333500"/>
                </a:lnTo>
                <a:lnTo>
                  <a:pt x="723900" y="1333500"/>
                </a:lnTo>
                <a:lnTo>
                  <a:pt x="723900" y="1343025"/>
                </a:lnTo>
                <a:lnTo>
                  <a:pt x="714375" y="1343025"/>
                </a:lnTo>
                <a:lnTo>
                  <a:pt x="714375" y="1352550"/>
                </a:lnTo>
                <a:lnTo>
                  <a:pt x="704850" y="1352550"/>
                </a:lnTo>
                <a:close/>
                <a:moveTo>
                  <a:pt x="1057275" y="1381125"/>
                </a:moveTo>
                <a:lnTo>
                  <a:pt x="1066800" y="1381125"/>
                </a:lnTo>
                <a:lnTo>
                  <a:pt x="1066800" y="1390650"/>
                </a:lnTo>
                <a:lnTo>
                  <a:pt x="1057275" y="1390650"/>
                </a:lnTo>
                <a:close/>
                <a:moveTo>
                  <a:pt x="1285875" y="1381125"/>
                </a:moveTo>
                <a:lnTo>
                  <a:pt x="1295400" y="1381125"/>
                </a:lnTo>
                <a:lnTo>
                  <a:pt x="1295400" y="1390650"/>
                </a:lnTo>
                <a:lnTo>
                  <a:pt x="1285875" y="1390650"/>
                </a:lnTo>
                <a:close/>
                <a:moveTo>
                  <a:pt x="1323975" y="1390650"/>
                </a:moveTo>
                <a:lnTo>
                  <a:pt x="1333500" y="1390650"/>
                </a:lnTo>
                <a:lnTo>
                  <a:pt x="1333500" y="1400175"/>
                </a:lnTo>
                <a:lnTo>
                  <a:pt x="1323975" y="1400175"/>
                </a:lnTo>
                <a:close/>
                <a:moveTo>
                  <a:pt x="295275" y="1400175"/>
                </a:moveTo>
                <a:lnTo>
                  <a:pt x="304800" y="1400175"/>
                </a:lnTo>
                <a:lnTo>
                  <a:pt x="304800" y="1419225"/>
                </a:lnTo>
                <a:lnTo>
                  <a:pt x="295275" y="1419225"/>
                </a:lnTo>
                <a:close/>
                <a:moveTo>
                  <a:pt x="333375" y="1400175"/>
                </a:moveTo>
                <a:lnTo>
                  <a:pt x="352425" y="1400175"/>
                </a:lnTo>
                <a:lnTo>
                  <a:pt x="352425" y="1428750"/>
                </a:lnTo>
                <a:lnTo>
                  <a:pt x="333375" y="1428750"/>
                </a:lnTo>
                <a:close/>
                <a:moveTo>
                  <a:pt x="476250" y="1400175"/>
                </a:moveTo>
                <a:lnTo>
                  <a:pt x="495300" y="1400175"/>
                </a:lnTo>
                <a:lnTo>
                  <a:pt x="495300" y="1419225"/>
                </a:lnTo>
                <a:lnTo>
                  <a:pt x="476250" y="1419225"/>
                </a:lnTo>
                <a:close/>
                <a:moveTo>
                  <a:pt x="533400" y="1400175"/>
                </a:moveTo>
                <a:lnTo>
                  <a:pt x="552450" y="1400175"/>
                </a:lnTo>
                <a:lnTo>
                  <a:pt x="552450" y="1409700"/>
                </a:lnTo>
                <a:lnTo>
                  <a:pt x="561975" y="1409700"/>
                </a:lnTo>
                <a:lnTo>
                  <a:pt x="561975" y="1400175"/>
                </a:lnTo>
                <a:lnTo>
                  <a:pt x="571500" y="1400175"/>
                </a:lnTo>
                <a:lnTo>
                  <a:pt x="571500" y="1409700"/>
                </a:lnTo>
                <a:lnTo>
                  <a:pt x="561975" y="1409700"/>
                </a:lnTo>
                <a:lnTo>
                  <a:pt x="561975" y="1438275"/>
                </a:lnTo>
                <a:lnTo>
                  <a:pt x="571500" y="1438275"/>
                </a:lnTo>
                <a:lnTo>
                  <a:pt x="571500" y="1447800"/>
                </a:lnTo>
                <a:lnTo>
                  <a:pt x="581025" y="1447800"/>
                </a:lnTo>
                <a:lnTo>
                  <a:pt x="581025" y="1419225"/>
                </a:lnTo>
                <a:lnTo>
                  <a:pt x="590550" y="1419225"/>
                </a:lnTo>
                <a:lnTo>
                  <a:pt x="590550" y="1438275"/>
                </a:lnTo>
                <a:lnTo>
                  <a:pt x="609600" y="1438275"/>
                </a:lnTo>
                <a:lnTo>
                  <a:pt x="609600" y="1447800"/>
                </a:lnTo>
                <a:lnTo>
                  <a:pt x="628650" y="1447800"/>
                </a:lnTo>
                <a:lnTo>
                  <a:pt x="628650" y="1428750"/>
                </a:lnTo>
                <a:lnTo>
                  <a:pt x="647700" y="1428750"/>
                </a:lnTo>
                <a:lnTo>
                  <a:pt x="647700" y="1438275"/>
                </a:lnTo>
                <a:lnTo>
                  <a:pt x="657225" y="1438275"/>
                </a:lnTo>
                <a:lnTo>
                  <a:pt x="657225" y="1447800"/>
                </a:lnTo>
                <a:lnTo>
                  <a:pt x="666750" y="1447800"/>
                </a:lnTo>
                <a:lnTo>
                  <a:pt x="666750" y="1438275"/>
                </a:lnTo>
                <a:lnTo>
                  <a:pt x="676275" y="1438275"/>
                </a:lnTo>
                <a:lnTo>
                  <a:pt x="676275" y="1428750"/>
                </a:lnTo>
                <a:lnTo>
                  <a:pt x="704850" y="1428750"/>
                </a:lnTo>
                <a:lnTo>
                  <a:pt x="704850" y="1457325"/>
                </a:lnTo>
                <a:lnTo>
                  <a:pt x="676275" y="1457325"/>
                </a:lnTo>
                <a:lnTo>
                  <a:pt x="676275" y="1466850"/>
                </a:lnTo>
                <a:lnTo>
                  <a:pt x="666750" y="1466850"/>
                </a:lnTo>
                <a:lnTo>
                  <a:pt x="666750" y="1476375"/>
                </a:lnTo>
                <a:lnTo>
                  <a:pt x="647700" y="1476375"/>
                </a:lnTo>
                <a:lnTo>
                  <a:pt x="647700" y="1466850"/>
                </a:lnTo>
                <a:lnTo>
                  <a:pt x="638175" y="1466850"/>
                </a:lnTo>
                <a:lnTo>
                  <a:pt x="638175" y="1457325"/>
                </a:lnTo>
                <a:lnTo>
                  <a:pt x="628650" y="1457325"/>
                </a:lnTo>
                <a:lnTo>
                  <a:pt x="628650" y="1466850"/>
                </a:lnTo>
                <a:lnTo>
                  <a:pt x="609600" y="1466850"/>
                </a:lnTo>
                <a:lnTo>
                  <a:pt x="609600" y="1457325"/>
                </a:lnTo>
                <a:lnTo>
                  <a:pt x="590550" y="1457325"/>
                </a:lnTo>
                <a:lnTo>
                  <a:pt x="590550" y="1466850"/>
                </a:lnTo>
                <a:lnTo>
                  <a:pt x="561975" y="1466850"/>
                </a:lnTo>
                <a:lnTo>
                  <a:pt x="561975" y="1447800"/>
                </a:lnTo>
                <a:lnTo>
                  <a:pt x="552450" y="1447800"/>
                </a:lnTo>
                <a:lnTo>
                  <a:pt x="552450" y="1438275"/>
                </a:lnTo>
                <a:lnTo>
                  <a:pt x="533400" y="1438275"/>
                </a:lnTo>
                <a:lnTo>
                  <a:pt x="533400" y="1428750"/>
                </a:lnTo>
                <a:lnTo>
                  <a:pt x="523875" y="1428750"/>
                </a:lnTo>
                <a:lnTo>
                  <a:pt x="523875" y="1409700"/>
                </a:lnTo>
                <a:lnTo>
                  <a:pt x="533400" y="1409700"/>
                </a:lnTo>
                <a:close/>
                <a:moveTo>
                  <a:pt x="647700" y="1400175"/>
                </a:moveTo>
                <a:lnTo>
                  <a:pt x="657225" y="1400175"/>
                </a:lnTo>
                <a:lnTo>
                  <a:pt x="657225" y="1409700"/>
                </a:lnTo>
                <a:lnTo>
                  <a:pt x="647700" y="1409700"/>
                </a:lnTo>
                <a:close/>
                <a:moveTo>
                  <a:pt x="1085850" y="1409700"/>
                </a:moveTo>
                <a:lnTo>
                  <a:pt x="1095375" y="1409700"/>
                </a:lnTo>
                <a:lnTo>
                  <a:pt x="1095375" y="1419225"/>
                </a:lnTo>
                <a:lnTo>
                  <a:pt x="1085850" y="1419225"/>
                </a:lnTo>
                <a:close/>
                <a:moveTo>
                  <a:pt x="1114425" y="1409700"/>
                </a:moveTo>
                <a:lnTo>
                  <a:pt x="1133475" y="1409700"/>
                </a:lnTo>
                <a:lnTo>
                  <a:pt x="1133475" y="1419225"/>
                </a:lnTo>
                <a:lnTo>
                  <a:pt x="1114425" y="1419225"/>
                </a:lnTo>
                <a:close/>
                <a:moveTo>
                  <a:pt x="295275" y="1447800"/>
                </a:moveTo>
                <a:lnTo>
                  <a:pt x="304800" y="1447800"/>
                </a:lnTo>
                <a:lnTo>
                  <a:pt x="304800" y="1466850"/>
                </a:lnTo>
                <a:lnTo>
                  <a:pt x="295275" y="1466850"/>
                </a:lnTo>
                <a:close/>
                <a:moveTo>
                  <a:pt x="752475" y="1447800"/>
                </a:moveTo>
                <a:lnTo>
                  <a:pt x="762000" y="1447800"/>
                </a:lnTo>
                <a:lnTo>
                  <a:pt x="762000" y="1457325"/>
                </a:lnTo>
                <a:lnTo>
                  <a:pt x="752475" y="1457325"/>
                </a:lnTo>
                <a:close/>
                <a:moveTo>
                  <a:pt x="485775" y="1457325"/>
                </a:moveTo>
                <a:lnTo>
                  <a:pt x="514350" y="1457325"/>
                </a:lnTo>
                <a:lnTo>
                  <a:pt x="514350" y="1485900"/>
                </a:lnTo>
                <a:lnTo>
                  <a:pt x="504825" y="1485900"/>
                </a:lnTo>
                <a:lnTo>
                  <a:pt x="504825" y="1495425"/>
                </a:lnTo>
                <a:lnTo>
                  <a:pt x="476250" y="1495425"/>
                </a:lnTo>
                <a:lnTo>
                  <a:pt x="476250" y="1485900"/>
                </a:lnTo>
                <a:lnTo>
                  <a:pt x="485775" y="1485900"/>
                </a:lnTo>
                <a:close/>
                <a:moveTo>
                  <a:pt x="866775" y="1457325"/>
                </a:moveTo>
                <a:lnTo>
                  <a:pt x="876300" y="1457325"/>
                </a:lnTo>
                <a:lnTo>
                  <a:pt x="876300" y="1466850"/>
                </a:lnTo>
                <a:lnTo>
                  <a:pt x="866775" y="1466850"/>
                </a:lnTo>
                <a:close/>
                <a:moveTo>
                  <a:pt x="771525" y="1466850"/>
                </a:moveTo>
                <a:lnTo>
                  <a:pt x="781050" y="1466850"/>
                </a:lnTo>
                <a:lnTo>
                  <a:pt x="781050" y="1476375"/>
                </a:lnTo>
                <a:lnTo>
                  <a:pt x="771525" y="1476375"/>
                </a:lnTo>
                <a:close/>
                <a:moveTo>
                  <a:pt x="619125" y="1476375"/>
                </a:moveTo>
                <a:lnTo>
                  <a:pt x="628650" y="1476375"/>
                </a:lnTo>
                <a:lnTo>
                  <a:pt x="628650" y="1485900"/>
                </a:lnTo>
                <a:lnTo>
                  <a:pt x="619125" y="1485900"/>
                </a:lnTo>
                <a:close/>
                <a:moveTo>
                  <a:pt x="752475" y="1476375"/>
                </a:moveTo>
                <a:lnTo>
                  <a:pt x="762000" y="1476375"/>
                </a:lnTo>
                <a:lnTo>
                  <a:pt x="762000" y="1495425"/>
                </a:lnTo>
                <a:lnTo>
                  <a:pt x="752475" y="1495425"/>
                </a:lnTo>
                <a:lnTo>
                  <a:pt x="752475" y="1504950"/>
                </a:lnTo>
                <a:lnTo>
                  <a:pt x="742950" y="1504950"/>
                </a:lnTo>
                <a:lnTo>
                  <a:pt x="742950" y="1485900"/>
                </a:lnTo>
                <a:lnTo>
                  <a:pt x="752475" y="1485900"/>
                </a:lnTo>
                <a:close/>
                <a:moveTo>
                  <a:pt x="876300" y="1476375"/>
                </a:moveTo>
                <a:lnTo>
                  <a:pt x="885825" y="1476375"/>
                </a:lnTo>
                <a:lnTo>
                  <a:pt x="885825" y="1485900"/>
                </a:lnTo>
                <a:lnTo>
                  <a:pt x="876300" y="1485900"/>
                </a:lnTo>
                <a:close/>
                <a:moveTo>
                  <a:pt x="438150" y="1485900"/>
                </a:moveTo>
                <a:lnTo>
                  <a:pt x="466725" y="1485900"/>
                </a:lnTo>
                <a:lnTo>
                  <a:pt x="466725" y="1495425"/>
                </a:lnTo>
                <a:lnTo>
                  <a:pt x="438150" y="1495425"/>
                </a:lnTo>
                <a:close/>
                <a:moveTo>
                  <a:pt x="590550" y="1485900"/>
                </a:moveTo>
                <a:lnTo>
                  <a:pt x="609600" y="1485900"/>
                </a:lnTo>
                <a:lnTo>
                  <a:pt x="609600" y="1495425"/>
                </a:lnTo>
                <a:lnTo>
                  <a:pt x="638175" y="1495425"/>
                </a:lnTo>
                <a:lnTo>
                  <a:pt x="638175" y="1504950"/>
                </a:lnTo>
                <a:lnTo>
                  <a:pt x="619125" y="1504950"/>
                </a:lnTo>
                <a:lnTo>
                  <a:pt x="619125" y="1514475"/>
                </a:lnTo>
                <a:lnTo>
                  <a:pt x="609600" y="1514475"/>
                </a:lnTo>
                <a:lnTo>
                  <a:pt x="609600" y="1524000"/>
                </a:lnTo>
                <a:lnTo>
                  <a:pt x="571500" y="1524000"/>
                </a:lnTo>
                <a:lnTo>
                  <a:pt x="571500" y="1514475"/>
                </a:lnTo>
                <a:lnTo>
                  <a:pt x="552450" y="1514475"/>
                </a:lnTo>
                <a:lnTo>
                  <a:pt x="552450" y="1495425"/>
                </a:lnTo>
                <a:lnTo>
                  <a:pt x="590550" y="1495425"/>
                </a:lnTo>
                <a:close/>
                <a:moveTo>
                  <a:pt x="666750" y="1485900"/>
                </a:moveTo>
                <a:lnTo>
                  <a:pt x="714375" y="1485900"/>
                </a:lnTo>
                <a:lnTo>
                  <a:pt x="714375" y="1504950"/>
                </a:lnTo>
                <a:lnTo>
                  <a:pt x="704850" y="1504950"/>
                </a:lnTo>
                <a:lnTo>
                  <a:pt x="704850" y="1495425"/>
                </a:lnTo>
                <a:lnTo>
                  <a:pt x="695325" y="1495425"/>
                </a:lnTo>
                <a:lnTo>
                  <a:pt x="695325" y="1504950"/>
                </a:lnTo>
                <a:lnTo>
                  <a:pt x="647700" y="1504950"/>
                </a:lnTo>
                <a:lnTo>
                  <a:pt x="647700" y="1495425"/>
                </a:lnTo>
                <a:lnTo>
                  <a:pt x="666750" y="1495425"/>
                </a:lnTo>
                <a:close/>
                <a:moveTo>
                  <a:pt x="371475" y="1495425"/>
                </a:moveTo>
                <a:lnTo>
                  <a:pt x="400050" y="1495425"/>
                </a:lnTo>
                <a:lnTo>
                  <a:pt x="400050" y="1504950"/>
                </a:lnTo>
                <a:lnTo>
                  <a:pt x="390525" y="1504950"/>
                </a:lnTo>
                <a:lnTo>
                  <a:pt x="390525" y="1514475"/>
                </a:lnTo>
                <a:lnTo>
                  <a:pt x="428625" y="1514475"/>
                </a:lnTo>
                <a:lnTo>
                  <a:pt x="428625" y="1524000"/>
                </a:lnTo>
                <a:lnTo>
                  <a:pt x="381000" y="1524000"/>
                </a:lnTo>
                <a:lnTo>
                  <a:pt x="381000" y="1533525"/>
                </a:lnTo>
                <a:lnTo>
                  <a:pt x="371475" y="1533525"/>
                </a:lnTo>
                <a:lnTo>
                  <a:pt x="371475" y="1543050"/>
                </a:lnTo>
                <a:lnTo>
                  <a:pt x="352425" y="1543050"/>
                </a:lnTo>
                <a:lnTo>
                  <a:pt x="352425" y="1533525"/>
                </a:lnTo>
                <a:lnTo>
                  <a:pt x="304800" y="1533525"/>
                </a:lnTo>
                <a:lnTo>
                  <a:pt x="304800" y="1514475"/>
                </a:lnTo>
                <a:lnTo>
                  <a:pt x="342900" y="1514475"/>
                </a:lnTo>
                <a:lnTo>
                  <a:pt x="342900" y="1504950"/>
                </a:lnTo>
                <a:lnTo>
                  <a:pt x="352425" y="1504950"/>
                </a:lnTo>
                <a:lnTo>
                  <a:pt x="352425" y="1514475"/>
                </a:lnTo>
                <a:lnTo>
                  <a:pt x="371475" y="1514475"/>
                </a:lnTo>
                <a:close/>
                <a:moveTo>
                  <a:pt x="1514475" y="1514475"/>
                </a:moveTo>
                <a:lnTo>
                  <a:pt x="1543050" y="1514475"/>
                </a:lnTo>
                <a:lnTo>
                  <a:pt x="1543050" y="1524000"/>
                </a:lnTo>
                <a:lnTo>
                  <a:pt x="1524000" y="1524000"/>
                </a:lnTo>
                <a:lnTo>
                  <a:pt x="1524000" y="1533525"/>
                </a:lnTo>
                <a:lnTo>
                  <a:pt x="1514475" y="1533525"/>
                </a:lnTo>
                <a:close/>
                <a:moveTo>
                  <a:pt x="1295400" y="1524000"/>
                </a:moveTo>
                <a:lnTo>
                  <a:pt x="1304925" y="1524000"/>
                </a:lnTo>
                <a:lnTo>
                  <a:pt x="1304925" y="1543050"/>
                </a:lnTo>
                <a:lnTo>
                  <a:pt x="1295400" y="1543050"/>
                </a:lnTo>
                <a:close/>
                <a:moveTo>
                  <a:pt x="1362075" y="1524000"/>
                </a:moveTo>
                <a:lnTo>
                  <a:pt x="1371600" y="1524000"/>
                </a:lnTo>
                <a:lnTo>
                  <a:pt x="1371600" y="1533525"/>
                </a:lnTo>
                <a:lnTo>
                  <a:pt x="1362075" y="1533525"/>
                </a:lnTo>
                <a:close/>
                <a:moveTo>
                  <a:pt x="1038225" y="1552575"/>
                </a:moveTo>
                <a:lnTo>
                  <a:pt x="1066800" y="1552575"/>
                </a:lnTo>
                <a:lnTo>
                  <a:pt x="1066800" y="1571625"/>
                </a:lnTo>
                <a:lnTo>
                  <a:pt x="1076325" y="1571625"/>
                </a:lnTo>
                <a:lnTo>
                  <a:pt x="1076325" y="1581150"/>
                </a:lnTo>
                <a:lnTo>
                  <a:pt x="1085850" y="1581150"/>
                </a:lnTo>
                <a:lnTo>
                  <a:pt x="1085850" y="1600200"/>
                </a:lnTo>
                <a:lnTo>
                  <a:pt x="1076325" y="1600200"/>
                </a:lnTo>
                <a:lnTo>
                  <a:pt x="1076325" y="1628775"/>
                </a:lnTo>
                <a:lnTo>
                  <a:pt x="1085850" y="1628775"/>
                </a:lnTo>
                <a:lnTo>
                  <a:pt x="1085850" y="1676400"/>
                </a:lnTo>
                <a:lnTo>
                  <a:pt x="1028700" y="1676400"/>
                </a:lnTo>
                <a:lnTo>
                  <a:pt x="1028700" y="1609725"/>
                </a:lnTo>
                <a:lnTo>
                  <a:pt x="1038225" y="1609725"/>
                </a:lnTo>
                <a:lnTo>
                  <a:pt x="1038225" y="1581150"/>
                </a:lnTo>
                <a:lnTo>
                  <a:pt x="1028700" y="1581150"/>
                </a:lnTo>
                <a:lnTo>
                  <a:pt x="1028700" y="1562100"/>
                </a:lnTo>
                <a:lnTo>
                  <a:pt x="1038225" y="1562100"/>
                </a:lnTo>
                <a:close/>
                <a:moveTo>
                  <a:pt x="866775" y="1562100"/>
                </a:moveTo>
                <a:lnTo>
                  <a:pt x="904875" y="1562100"/>
                </a:lnTo>
                <a:lnTo>
                  <a:pt x="904875" y="1571625"/>
                </a:lnTo>
                <a:lnTo>
                  <a:pt x="885825" y="1571625"/>
                </a:lnTo>
                <a:lnTo>
                  <a:pt x="885825" y="1581150"/>
                </a:lnTo>
                <a:lnTo>
                  <a:pt x="914400" y="1581150"/>
                </a:lnTo>
                <a:lnTo>
                  <a:pt x="914400" y="1562100"/>
                </a:lnTo>
                <a:lnTo>
                  <a:pt x="923925" y="1562100"/>
                </a:lnTo>
                <a:lnTo>
                  <a:pt x="923925" y="1571625"/>
                </a:lnTo>
                <a:lnTo>
                  <a:pt x="933450" y="1571625"/>
                </a:lnTo>
                <a:lnTo>
                  <a:pt x="933450" y="1600200"/>
                </a:lnTo>
                <a:lnTo>
                  <a:pt x="895350" y="1600200"/>
                </a:lnTo>
                <a:lnTo>
                  <a:pt x="895350" y="1619250"/>
                </a:lnTo>
                <a:lnTo>
                  <a:pt x="904875" y="1619250"/>
                </a:lnTo>
                <a:lnTo>
                  <a:pt x="904875" y="1638300"/>
                </a:lnTo>
                <a:lnTo>
                  <a:pt x="885825" y="1638300"/>
                </a:lnTo>
                <a:lnTo>
                  <a:pt x="885825" y="1628775"/>
                </a:lnTo>
                <a:lnTo>
                  <a:pt x="876300" y="1628775"/>
                </a:lnTo>
                <a:lnTo>
                  <a:pt x="876300" y="1619250"/>
                </a:lnTo>
                <a:lnTo>
                  <a:pt x="885825" y="1619250"/>
                </a:lnTo>
                <a:lnTo>
                  <a:pt x="885825" y="1590675"/>
                </a:lnTo>
                <a:lnTo>
                  <a:pt x="866775" y="1590675"/>
                </a:lnTo>
                <a:close/>
                <a:moveTo>
                  <a:pt x="1162050" y="1562100"/>
                </a:moveTo>
                <a:lnTo>
                  <a:pt x="1171575" y="1562100"/>
                </a:lnTo>
                <a:lnTo>
                  <a:pt x="1171575" y="1571625"/>
                </a:lnTo>
                <a:lnTo>
                  <a:pt x="1162050" y="1571625"/>
                </a:lnTo>
                <a:close/>
                <a:moveTo>
                  <a:pt x="1181100" y="1562100"/>
                </a:moveTo>
                <a:lnTo>
                  <a:pt x="1200150" y="1562100"/>
                </a:lnTo>
                <a:lnTo>
                  <a:pt x="1200150" y="1571625"/>
                </a:lnTo>
                <a:lnTo>
                  <a:pt x="1181100" y="1571625"/>
                </a:lnTo>
                <a:close/>
                <a:moveTo>
                  <a:pt x="1343025" y="1562100"/>
                </a:moveTo>
                <a:lnTo>
                  <a:pt x="1362075" y="1562100"/>
                </a:lnTo>
                <a:lnTo>
                  <a:pt x="1362075" y="1581150"/>
                </a:lnTo>
                <a:lnTo>
                  <a:pt x="1352550" y="1581150"/>
                </a:lnTo>
                <a:lnTo>
                  <a:pt x="1352550" y="1590675"/>
                </a:lnTo>
                <a:lnTo>
                  <a:pt x="1343025" y="1590675"/>
                </a:lnTo>
                <a:lnTo>
                  <a:pt x="1343025" y="1581150"/>
                </a:lnTo>
                <a:lnTo>
                  <a:pt x="1333500" y="1581150"/>
                </a:lnTo>
                <a:lnTo>
                  <a:pt x="1333500" y="1571625"/>
                </a:lnTo>
                <a:lnTo>
                  <a:pt x="1343025" y="1571625"/>
                </a:lnTo>
                <a:close/>
                <a:moveTo>
                  <a:pt x="1524000" y="1562100"/>
                </a:moveTo>
                <a:lnTo>
                  <a:pt x="1543050" y="1562100"/>
                </a:lnTo>
                <a:lnTo>
                  <a:pt x="1543050" y="1571625"/>
                </a:lnTo>
                <a:lnTo>
                  <a:pt x="1552575" y="1571625"/>
                </a:lnTo>
                <a:lnTo>
                  <a:pt x="1552575" y="1562100"/>
                </a:lnTo>
                <a:lnTo>
                  <a:pt x="1581150" y="1562100"/>
                </a:lnTo>
                <a:lnTo>
                  <a:pt x="1581150" y="1571625"/>
                </a:lnTo>
                <a:lnTo>
                  <a:pt x="1571625" y="1571625"/>
                </a:lnTo>
                <a:lnTo>
                  <a:pt x="1571625" y="1590675"/>
                </a:lnTo>
                <a:lnTo>
                  <a:pt x="1562100" y="1590675"/>
                </a:lnTo>
                <a:lnTo>
                  <a:pt x="1562100" y="1609725"/>
                </a:lnTo>
                <a:lnTo>
                  <a:pt x="1571625" y="1609725"/>
                </a:lnTo>
                <a:lnTo>
                  <a:pt x="1571625" y="1628775"/>
                </a:lnTo>
                <a:lnTo>
                  <a:pt x="1590675" y="1628775"/>
                </a:lnTo>
                <a:lnTo>
                  <a:pt x="1590675" y="1619250"/>
                </a:lnTo>
                <a:lnTo>
                  <a:pt x="1609725" y="1619250"/>
                </a:lnTo>
                <a:lnTo>
                  <a:pt x="1609725" y="1600200"/>
                </a:lnTo>
                <a:lnTo>
                  <a:pt x="1619250" y="1600200"/>
                </a:lnTo>
                <a:lnTo>
                  <a:pt x="1619250" y="1590675"/>
                </a:lnTo>
                <a:lnTo>
                  <a:pt x="1628775" y="1590675"/>
                </a:lnTo>
                <a:lnTo>
                  <a:pt x="1628775" y="1600200"/>
                </a:lnTo>
                <a:lnTo>
                  <a:pt x="1647825" y="1600200"/>
                </a:lnTo>
                <a:lnTo>
                  <a:pt x="1647825" y="1619250"/>
                </a:lnTo>
                <a:lnTo>
                  <a:pt x="1657350" y="1619250"/>
                </a:lnTo>
                <a:lnTo>
                  <a:pt x="1657350" y="1666875"/>
                </a:lnTo>
                <a:lnTo>
                  <a:pt x="1666875" y="1666875"/>
                </a:lnTo>
                <a:lnTo>
                  <a:pt x="1666875" y="1676400"/>
                </a:lnTo>
                <a:lnTo>
                  <a:pt x="1676400" y="1676400"/>
                </a:lnTo>
                <a:lnTo>
                  <a:pt x="1676400" y="1685925"/>
                </a:lnTo>
                <a:lnTo>
                  <a:pt x="1666875" y="1685925"/>
                </a:lnTo>
                <a:lnTo>
                  <a:pt x="1666875" y="1695450"/>
                </a:lnTo>
                <a:lnTo>
                  <a:pt x="1657350" y="1695450"/>
                </a:lnTo>
                <a:lnTo>
                  <a:pt x="1657350" y="1704975"/>
                </a:lnTo>
                <a:lnTo>
                  <a:pt x="1647825" y="1704975"/>
                </a:lnTo>
                <a:lnTo>
                  <a:pt x="1647825" y="1685925"/>
                </a:lnTo>
                <a:lnTo>
                  <a:pt x="1638300" y="1685925"/>
                </a:lnTo>
                <a:lnTo>
                  <a:pt x="1638300" y="1676400"/>
                </a:lnTo>
                <a:lnTo>
                  <a:pt x="1628775" y="1676400"/>
                </a:lnTo>
                <a:lnTo>
                  <a:pt x="1628775" y="1666875"/>
                </a:lnTo>
                <a:lnTo>
                  <a:pt x="1619250" y="1666875"/>
                </a:lnTo>
                <a:lnTo>
                  <a:pt x="1619250" y="1647825"/>
                </a:lnTo>
                <a:lnTo>
                  <a:pt x="1628775" y="1647825"/>
                </a:lnTo>
                <a:lnTo>
                  <a:pt x="1628775" y="1628775"/>
                </a:lnTo>
                <a:lnTo>
                  <a:pt x="1619250" y="1628775"/>
                </a:lnTo>
                <a:lnTo>
                  <a:pt x="1619250" y="1619250"/>
                </a:lnTo>
                <a:lnTo>
                  <a:pt x="1609725" y="1619250"/>
                </a:lnTo>
                <a:lnTo>
                  <a:pt x="1609725" y="1638300"/>
                </a:lnTo>
                <a:lnTo>
                  <a:pt x="1533525" y="1638300"/>
                </a:lnTo>
                <a:lnTo>
                  <a:pt x="1533525" y="1647825"/>
                </a:lnTo>
                <a:lnTo>
                  <a:pt x="1543050" y="1647825"/>
                </a:lnTo>
                <a:lnTo>
                  <a:pt x="1543050" y="1657350"/>
                </a:lnTo>
                <a:lnTo>
                  <a:pt x="1562100" y="1657350"/>
                </a:lnTo>
                <a:lnTo>
                  <a:pt x="1562100" y="1676400"/>
                </a:lnTo>
                <a:lnTo>
                  <a:pt x="1552575" y="1676400"/>
                </a:lnTo>
                <a:lnTo>
                  <a:pt x="1552575" y="1695450"/>
                </a:lnTo>
                <a:lnTo>
                  <a:pt x="1543050" y="1695450"/>
                </a:lnTo>
                <a:lnTo>
                  <a:pt x="1543050" y="1676400"/>
                </a:lnTo>
                <a:lnTo>
                  <a:pt x="1504950" y="1676400"/>
                </a:lnTo>
                <a:lnTo>
                  <a:pt x="1504950" y="1666875"/>
                </a:lnTo>
                <a:lnTo>
                  <a:pt x="1495425" y="1666875"/>
                </a:lnTo>
                <a:lnTo>
                  <a:pt x="1495425" y="1657350"/>
                </a:lnTo>
                <a:lnTo>
                  <a:pt x="1524000" y="1657350"/>
                </a:lnTo>
                <a:lnTo>
                  <a:pt x="1524000" y="1638300"/>
                </a:lnTo>
                <a:lnTo>
                  <a:pt x="1514475" y="1638300"/>
                </a:lnTo>
                <a:lnTo>
                  <a:pt x="1514475" y="1628775"/>
                </a:lnTo>
                <a:lnTo>
                  <a:pt x="1524000" y="1628775"/>
                </a:lnTo>
                <a:lnTo>
                  <a:pt x="1524000" y="1619250"/>
                </a:lnTo>
                <a:lnTo>
                  <a:pt x="1533525" y="1619250"/>
                </a:lnTo>
                <a:lnTo>
                  <a:pt x="1533525" y="1600200"/>
                </a:lnTo>
                <a:lnTo>
                  <a:pt x="1543050" y="1600200"/>
                </a:lnTo>
                <a:lnTo>
                  <a:pt x="1543050" y="1590675"/>
                </a:lnTo>
                <a:lnTo>
                  <a:pt x="1533525" y="1590675"/>
                </a:lnTo>
                <a:lnTo>
                  <a:pt x="1533525" y="1581150"/>
                </a:lnTo>
                <a:lnTo>
                  <a:pt x="1524000" y="1581150"/>
                </a:lnTo>
                <a:close/>
                <a:moveTo>
                  <a:pt x="647700" y="1571625"/>
                </a:moveTo>
                <a:lnTo>
                  <a:pt x="657225" y="1571625"/>
                </a:lnTo>
                <a:lnTo>
                  <a:pt x="657225" y="1581150"/>
                </a:lnTo>
                <a:lnTo>
                  <a:pt x="733425" y="1581150"/>
                </a:lnTo>
                <a:lnTo>
                  <a:pt x="733425" y="1600200"/>
                </a:lnTo>
                <a:lnTo>
                  <a:pt x="704850" y="1600200"/>
                </a:lnTo>
                <a:lnTo>
                  <a:pt x="704850" y="1590675"/>
                </a:lnTo>
                <a:lnTo>
                  <a:pt x="676275" y="1590675"/>
                </a:lnTo>
                <a:lnTo>
                  <a:pt x="676275" y="1600200"/>
                </a:lnTo>
                <a:lnTo>
                  <a:pt x="685800" y="1600200"/>
                </a:lnTo>
                <a:lnTo>
                  <a:pt x="685800" y="1609725"/>
                </a:lnTo>
                <a:lnTo>
                  <a:pt x="666750" y="1609725"/>
                </a:lnTo>
                <a:lnTo>
                  <a:pt x="666750" y="1619250"/>
                </a:lnTo>
                <a:lnTo>
                  <a:pt x="647700" y="1619250"/>
                </a:lnTo>
                <a:lnTo>
                  <a:pt x="647700" y="1628775"/>
                </a:lnTo>
                <a:lnTo>
                  <a:pt x="657225" y="1628775"/>
                </a:lnTo>
                <a:lnTo>
                  <a:pt x="657225" y="1638300"/>
                </a:lnTo>
                <a:lnTo>
                  <a:pt x="638175" y="1638300"/>
                </a:lnTo>
                <a:lnTo>
                  <a:pt x="638175" y="1657350"/>
                </a:lnTo>
                <a:lnTo>
                  <a:pt x="628650" y="1657350"/>
                </a:lnTo>
                <a:lnTo>
                  <a:pt x="628650" y="1666875"/>
                </a:lnTo>
                <a:lnTo>
                  <a:pt x="609600" y="1666875"/>
                </a:lnTo>
                <a:lnTo>
                  <a:pt x="609600" y="1657350"/>
                </a:lnTo>
                <a:lnTo>
                  <a:pt x="619125" y="1657350"/>
                </a:lnTo>
                <a:lnTo>
                  <a:pt x="619125" y="1647825"/>
                </a:lnTo>
                <a:lnTo>
                  <a:pt x="628650" y="1647825"/>
                </a:lnTo>
                <a:lnTo>
                  <a:pt x="628650" y="1638300"/>
                </a:lnTo>
                <a:lnTo>
                  <a:pt x="619125" y="1638300"/>
                </a:lnTo>
                <a:lnTo>
                  <a:pt x="619125" y="1628775"/>
                </a:lnTo>
                <a:lnTo>
                  <a:pt x="609600" y="1628775"/>
                </a:lnTo>
                <a:lnTo>
                  <a:pt x="609600" y="1619250"/>
                </a:lnTo>
                <a:lnTo>
                  <a:pt x="561975" y="1619250"/>
                </a:lnTo>
                <a:lnTo>
                  <a:pt x="561975" y="1628775"/>
                </a:lnTo>
                <a:lnTo>
                  <a:pt x="533400" y="1628775"/>
                </a:lnTo>
                <a:lnTo>
                  <a:pt x="533400" y="1647825"/>
                </a:lnTo>
                <a:lnTo>
                  <a:pt x="523875" y="1647825"/>
                </a:lnTo>
                <a:lnTo>
                  <a:pt x="523875" y="1638300"/>
                </a:lnTo>
                <a:lnTo>
                  <a:pt x="495300" y="1638300"/>
                </a:lnTo>
                <a:lnTo>
                  <a:pt x="495300" y="1628775"/>
                </a:lnTo>
                <a:lnTo>
                  <a:pt x="476250" y="1628775"/>
                </a:lnTo>
                <a:lnTo>
                  <a:pt x="476250" y="1619250"/>
                </a:lnTo>
                <a:lnTo>
                  <a:pt x="485775" y="1619250"/>
                </a:lnTo>
                <a:lnTo>
                  <a:pt x="485775" y="1600200"/>
                </a:lnTo>
                <a:lnTo>
                  <a:pt x="495300" y="1600200"/>
                </a:lnTo>
                <a:lnTo>
                  <a:pt x="495300" y="1590675"/>
                </a:lnTo>
                <a:lnTo>
                  <a:pt x="514350" y="1590675"/>
                </a:lnTo>
                <a:lnTo>
                  <a:pt x="514350" y="1609725"/>
                </a:lnTo>
                <a:lnTo>
                  <a:pt x="504825" y="1609725"/>
                </a:lnTo>
                <a:lnTo>
                  <a:pt x="504825" y="1619250"/>
                </a:lnTo>
                <a:lnTo>
                  <a:pt x="533400" y="1619250"/>
                </a:lnTo>
                <a:lnTo>
                  <a:pt x="533400" y="1600200"/>
                </a:lnTo>
                <a:lnTo>
                  <a:pt x="542925" y="1600200"/>
                </a:lnTo>
                <a:lnTo>
                  <a:pt x="542925" y="1590675"/>
                </a:lnTo>
                <a:lnTo>
                  <a:pt x="600075" y="1590675"/>
                </a:lnTo>
                <a:lnTo>
                  <a:pt x="600075" y="1581150"/>
                </a:lnTo>
                <a:lnTo>
                  <a:pt x="609600" y="1581150"/>
                </a:lnTo>
                <a:lnTo>
                  <a:pt x="609600" y="1609725"/>
                </a:lnTo>
                <a:lnTo>
                  <a:pt x="647700" y="1609725"/>
                </a:lnTo>
                <a:lnTo>
                  <a:pt x="647700" y="1600200"/>
                </a:lnTo>
                <a:lnTo>
                  <a:pt x="638175" y="1600200"/>
                </a:lnTo>
                <a:lnTo>
                  <a:pt x="638175" y="1590675"/>
                </a:lnTo>
                <a:lnTo>
                  <a:pt x="647700" y="1590675"/>
                </a:lnTo>
                <a:close/>
                <a:moveTo>
                  <a:pt x="800100" y="1571625"/>
                </a:moveTo>
                <a:lnTo>
                  <a:pt x="809625" y="1571625"/>
                </a:lnTo>
                <a:lnTo>
                  <a:pt x="809625" y="1581150"/>
                </a:lnTo>
                <a:lnTo>
                  <a:pt x="800100" y="1581150"/>
                </a:lnTo>
                <a:close/>
                <a:moveTo>
                  <a:pt x="1285875" y="1571625"/>
                </a:moveTo>
                <a:lnTo>
                  <a:pt x="1304925" y="1571625"/>
                </a:lnTo>
                <a:lnTo>
                  <a:pt x="1304925" y="1581150"/>
                </a:lnTo>
                <a:lnTo>
                  <a:pt x="1314450" y="1581150"/>
                </a:lnTo>
                <a:lnTo>
                  <a:pt x="1314450" y="1590675"/>
                </a:lnTo>
                <a:lnTo>
                  <a:pt x="1323975" y="1590675"/>
                </a:lnTo>
                <a:lnTo>
                  <a:pt x="1323975" y="1609725"/>
                </a:lnTo>
                <a:lnTo>
                  <a:pt x="1352550" y="1609725"/>
                </a:lnTo>
                <a:lnTo>
                  <a:pt x="1352550" y="1600200"/>
                </a:lnTo>
                <a:lnTo>
                  <a:pt x="1362075" y="1600200"/>
                </a:lnTo>
                <a:lnTo>
                  <a:pt x="1362075" y="1609725"/>
                </a:lnTo>
                <a:lnTo>
                  <a:pt x="1381125" y="1609725"/>
                </a:lnTo>
                <a:lnTo>
                  <a:pt x="1381125" y="1600200"/>
                </a:lnTo>
                <a:lnTo>
                  <a:pt x="1390650" y="1600200"/>
                </a:lnTo>
                <a:lnTo>
                  <a:pt x="1390650" y="1590675"/>
                </a:lnTo>
                <a:lnTo>
                  <a:pt x="1409700" y="1590675"/>
                </a:lnTo>
                <a:lnTo>
                  <a:pt x="1409700" y="1609725"/>
                </a:lnTo>
                <a:lnTo>
                  <a:pt x="1428750" y="1609725"/>
                </a:lnTo>
                <a:lnTo>
                  <a:pt x="1428750" y="1590675"/>
                </a:lnTo>
                <a:lnTo>
                  <a:pt x="1438275" y="1590675"/>
                </a:lnTo>
                <a:lnTo>
                  <a:pt x="1438275" y="1581150"/>
                </a:lnTo>
                <a:lnTo>
                  <a:pt x="1447800" y="1581150"/>
                </a:lnTo>
                <a:lnTo>
                  <a:pt x="1447800" y="1590675"/>
                </a:lnTo>
                <a:lnTo>
                  <a:pt x="1438275" y="1590675"/>
                </a:lnTo>
                <a:lnTo>
                  <a:pt x="1438275" y="1619250"/>
                </a:lnTo>
                <a:lnTo>
                  <a:pt x="1428750" y="1619250"/>
                </a:lnTo>
                <a:lnTo>
                  <a:pt x="1428750" y="1628775"/>
                </a:lnTo>
                <a:lnTo>
                  <a:pt x="1409700" y="1628775"/>
                </a:lnTo>
                <a:lnTo>
                  <a:pt x="1409700" y="1638300"/>
                </a:lnTo>
                <a:lnTo>
                  <a:pt x="1371600" y="1638300"/>
                </a:lnTo>
                <a:lnTo>
                  <a:pt x="1371600" y="1628775"/>
                </a:lnTo>
                <a:lnTo>
                  <a:pt x="1343025" y="1628775"/>
                </a:lnTo>
                <a:lnTo>
                  <a:pt x="1343025" y="1638300"/>
                </a:lnTo>
                <a:lnTo>
                  <a:pt x="1371600" y="1638300"/>
                </a:lnTo>
                <a:lnTo>
                  <a:pt x="1371600" y="1647825"/>
                </a:lnTo>
                <a:lnTo>
                  <a:pt x="1352550" y="1647825"/>
                </a:lnTo>
                <a:lnTo>
                  <a:pt x="1352550" y="1657350"/>
                </a:lnTo>
                <a:lnTo>
                  <a:pt x="1343025" y="1657350"/>
                </a:lnTo>
                <a:lnTo>
                  <a:pt x="1343025" y="1666875"/>
                </a:lnTo>
                <a:lnTo>
                  <a:pt x="1323975" y="1666875"/>
                </a:lnTo>
                <a:lnTo>
                  <a:pt x="1323975" y="1647825"/>
                </a:lnTo>
                <a:lnTo>
                  <a:pt x="1333500" y="1647825"/>
                </a:lnTo>
                <a:lnTo>
                  <a:pt x="1333500" y="1619250"/>
                </a:lnTo>
                <a:lnTo>
                  <a:pt x="1323975" y="1619250"/>
                </a:lnTo>
                <a:lnTo>
                  <a:pt x="1323975" y="1628775"/>
                </a:lnTo>
                <a:lnTo>
                  <a:pt x="1314450" y="1628775"/>
                </a:lnTo>
                <a:lnTo>
                  <a:pt x="1314450" y="1638300"/>
                </a:lnTo>
                <a:lnTo>
                  <a:pt x="1295400" y="1638300"/>
                </a:lnTo>
                <a:lnTo>
                  <a:pt x="1295400" y="1628775"/>
                </a:lnTo>
                <a:lnTo>
                  <a:pt x="1285875" y="1628775"/>
                </a:lnTo>
                <a:lnTo>
                  <a:pt x="1285875" y="1619250"/>
                </a:lnTo>
                <a:lnTo>
                  <a:pt x="1295400" y="1619250"/>
                </a:lnTo>
                <a:lnTo>
                  <a:pt x="1295400" y="1609725"/>
                </a:lnTo>
                <a:lnTo>
                  <a:pt x="1304925" y="1609725"/>
                </a:lnTo>
                <a:lnTo>
                  <a:pt x="1304925" y="1590675"/>
                </a:lnTo>
                <a:lnTo>
                  <a:pt x="1295400" y="1590675"/>
                </a:lnTo>
                <a:lnTo>
                  <a:pt x="1295400" y="1581150"/>
                </a:lnTo>
                <a:lnTo>
                  <a:pt x="1285875" y="1581150"/>
                </a:lnTo>
                <a:close/>
                <a:moveTo>
                  <a:pt x="1476375" y="1571625"/>
                </a:moveTo>
                <a:lnTo>
                  <a:pt x="1495425" y="1571625"/>
                </a:lnTo>
                <a:lnTo>
                  <a:pt x="1495425" y="1590675"/>
                </a:lnTo>
                <a:lnTo>
                  <a:pt x="1485900" y="1590675"/>
                </a:lnTo>
                <a:lnTo>
                  <a:pt x="1485900" y="1600200"/>
                </a:lnTo>
                <a:lnTo>
                  <a:pt x="1476375" y="1600200"/>
                </a:lnTo>
                <a:lnTo>
                  <a:pt x="1476375" y="1609725"/>
                </a:lnTo>
                <a:lnTo>
                  <a:pt x="1485900" y="1609725"/>
                </a:lnTo>
                <a:lnTo>
                  <a:pt x="1485900" y="1619250"/>
                </a:lnTo>
                <a:lnTo>
                  <a:pt x="1476375" y="1619250"/>
                </a:lnTo>
                <a:lnTo>
                  <a:pt x="1476375" y="1628775"/>
                </a:lnTo>
                <a:lnTo>
                  <a:pt x="1457325" y="1628775"/>
                </a:lnTo>
                <a:lnTo>
                  <a:pt x="1457325" y="1647825"/>
                </a:lnTo>
                <a:lnTo>
                  <a:pt x="1447800" y="1647825"/>
                </a:lnTo>
                <a:lnTo>
                  <a:pt x="1447800" y="1638300"/>
                </a:lnTo>
                <a:lnTo>
                  <a:pt x="1438275" y="1638300"/>
                </a:lnTo>
                <a:lnTo>
                  <a:pt x="1438275" y="1628775"/>
                </a:lnTo>
                <a:lnTo>
                  <a:pt x="1447800" y="1628775"/>
                </a:lnTo>
                <a:lnTo>
                  <a:pt x="1447800" y="1619250"/>
                </a:lnTo>
                <a:lnTo>
                  <a:pt x="1457325" y="1619250"/>
                </a:lnTo>
                <a:lnTo>
                  <a:pt x="1457325" y="1600200"/>
                </a:lnTo>
                <a:lnTo>
                  <a:pt x="1447800" y="1600200"/>
                </a:lnTo>
                <a:lnTo>
                  <a:pt x="1447800" y="1590675"/>
                </a:lnTo>
                <a:lnTo>
                  <a:pt x="1476375" y="1590675"/>
                </a:lnTo>
                <a:close/>
                <a:moveTo>
                  <a:pt x="1095375" y="1581150"/>
                </a:moveTo>
                <a:lnTo>
                  <a:pt x="1104900" y="1581150"/>
                </a:lnTo>
                <a:lnTo>
                  <a:pt x="1104900" y="1590675"/>
                </a:lnTo>
                <a:lnTo>
                  <a:pt x="1095375" y="1590675"/>
                </a:lnTo>
                <a:close/>
                <a:moveTo>
                  <a:pt x="1504950" y="1581150"/>
                </a:moveTo>
                <a:lnTo>
                  <a:pt x="1514475" y="1581150"/>
                </a:lnTo>
                <a:lnTo>
                  <a:pt x="1514475" y="1590675"/>
                </a:lnTo>
                <a:lnTo>
                  <a:pt x="1504950" y="1590675"/>
                </a:lnTo>
                <a:close/>
                <a:moveTo>
                  <a:pt x="838200" y="1590675"/>
                </a:moveTo>
                <a:lnTo>
                  <a:pt x="847725" y="1590675"/>
                </a:lnTo>
                <a:lnTo>
                  <a:pt x="847725" y="1600200"/>
                </a:lnTo>
                <a:lnTo>
                  <a:pt x="838200" y="1600200"/>
                </a:lnTo>
                <a:close/>
                <a:moveTo>
                  <a:pt x="400050" y="1600200"/>
                </a:moveTo>
                <a:lnTo>
                  <a:pt x="409575" y="1600200"/>
                </a:lnTo>
                <a:lnTo>
                  <a:pt x="409575" y="1619250"/>
                </a:lnTo>
                <a:lnTo>
                  <a:pt x="400050" y="1619250"/>
                </a:lnTo>
                <a:close/>
                <a:moveTo>
                  <a:pt x="809625" y="1600200"/>
                </a:moveTo>
                <a:lnTo>
                  <a:pt x="819150" y="1600200"/>
                </a:lnTo>
                <a:lnTo>
                  <a:pt x="819150" y="1619250"/>
                </a:lnTo>
                <a:lnTo>
                  <a:pt x="809625" y="1619250"/>
                </a:lnTo>
                <a:lnTo>
                  <a:pt x="809625" y="1628775"/>
                </a:lnTo>
                <a:lnTo>
                  <a:pt x="800100" y="1628775"/>
                </a:lnTo>
                <a:lnTo>
                  <a:pt x="800100" y="1647825"/>
                </a:lnTo>
                <a:lnTo>
                  <a:pt x="790575" y="1647825"/>
                </a:lnTo>
                <a:lnTo>
                  <a:pt x="790575" y="1638300"/>
                </a:lnTo>
                <a:lnTo>
                  <a:pt x="781050" y="1638300"/>
                </a:lnTo>
                <a:lnTo>
                  <a:pt x="781050" y="1647825"/>
                </a:lnTo>
                <a:lnTo>
                  <a:pt x="771525" y="1647825"/>
                </a:lnTo>
                <a:lnTo>
                  <a:pt x="771525" y="1666875"/>
                </a:lnTo>
                <a:lnTo>
                  <a:pt x="762000" y="1666875"/>
                </a:lnTo>
                <a:lnTo>
                  <a:pt x="762000" y="1685925"/>
                </a:lnTo>
                <a:lnTo>
                  <a:pt x="752475" y="1685925"/>
                </a:lnTo>
                <a:lnTo>
                  <a:pt x="752475" y="1695450"/>
                </a:lnTo>
                <a:lnTo>
                  <a:pt x="733425" y="1695450"/>
                </a:lnTo>
                <a:lnTo>
                  <a:pt x="733425" y="1676400"/>
                </a:lnTo>
                <a:lnTo>
                  <a:pt x="723900" y="1676400"/>
                </a:lnTo>
                <a:lnTo>
                  <a:pt x="723900" y="1657350"/>
                </a:lnTo>
                <a:lnTo>
                  <a:pt x="742950" y="1657350"/>
                </a:lnTo>
                <a:lnTo>
                  <a:pt x="742950" y="1647825"/>
                </a:lnTo>
                <a:lnTo>
                  <a:pt x="723900" y="1647825"/>
                </a:lnTo>
                <a:lnTo>
                  <a:pt x="723900" y="1638300"/>
                </a:lnTo>
                <a:lnTo>
                  <a:pt x="714375" y="1638300"/>
                </a:lnTo>
                <a:lnTo>
                  <a:pt x="714375" y="1628775"/>
                </a:lnTo>
                <a:lnTo>
                  <a:pt x="704850" y="1628775"/>
                </a:lnTo>
                <a:lnTo>
                  <a:pt x="704850" y="1619250"/>
                </a:lnTo>
                <a:lnTo>
                  <a:pt x="714375" y="1619250"/>
                </a:lnTo>
                <a:lnTo>
                  <a:pt x="714375" y="1628775"/>
                </a:lnTo>
                <a:lnTo>
                  <a:pt x="742950" y="1628775"/>
                </a:lnTo>
                <a:lnTo>
                  <a:pt x="742950" y="1638300"/>
                </a:lnTo>
                <a:lnTo>
                  <a:pt x="752475" y="1638300"/>
                </a:lnTo>
                <a:lnTo>
                  <a:pt x="752475" y="1647825"/>
                </a:lnTo>
                <a:lnTo>
                  <a:pt x="762000" y="1647825"/>
                </a:lnTo>
                <a:lnTo>
                  <a:pt x="762000" y="1619250"/>
                </a:lnTo>
                <a:lnTo>
                  <a:pt x="790575" y="1619250"/>
                </a:lnTo>
                <a:lnTo>
                  <a:pt x="790575" y="1609725"/>
                </a:lnTo>
                <a:lnTo>
                  <a:pt x="809625" y="1609725"/>
                </a:lnTo>
                <a:close/>
                <a:moveTo>
                  <a:pt x="323850" y="1609725"/>
                </a:moveTo>
                <a:lnTo>
                  <a:pt x="371475" y="1609725"/>
                </a:lnTo>
                <a:lnTo>
                  <a:pt x="371475" y="1657350"/>
                </a:lnTo>
                <a:lnTo>
                  <a:pt x="361950" y="1657350"/>
                </a:lnTo>
                <a:lnTo>
                  <a:pt x="361950" y="1676400"/>
                </a:lnTo>
                <a:lnTo>
                  <a:pt x="371475" y="1676400"/>
                </a:lnTo>
                <a:lnTo>
                  <a:pt x="371475" y="1695450"/>
                </a:lnTo>
                <a:lnTo>
                  <a:pt x="352425" y="1695450"/>
                </a:lnTo>
                <a:lnTo>
                  <a:pt x="352425" y="1685925"/>
                </a:lnTo>
                <a:lnTo>
                  <a:pt x="323850" y="1685925"/>
                </a:lnTo>
                <a:lnTo>
                  <a:pt x="323850" y="1695450"/>
                </a:lnTo>
                <a:lnTo>
                  <a:pt x="314325" y="1695450"/>
                </a:lnTo>
                <a:lnTo>
                  <a:pt x="314325" y="1714500"/>
                </a:lnTo>
                <a:lnTo>
                  <a:pt x="333375" y="1714500"/>
                </a:lnTo>
                <a:lnTo>
                  <a:pt x="333375" y="1733550"/>
                </a:lnTo>
                <a:lnTo>
                  <a:pt x="323850" y="1733550"/>
                </a:lnTo>
                <a:lnTo>
                  <a:pt x="323850" y="1743075"/>
                </a:lnTo>
                <a:lnTo>
                  <a:pt x="304800" y="1743075"/>
                </a:lnTo>
                <a:lnTo>
                  <a:pt x="304800" y="1714500"/>
                </a:lnTo>
                <a:lnTo>
                  <a:pt x="295275" y="1714500"/>
                </a:lnTo>
                <a:lnTo>
                  <a:pt x="295275" y="1704975"/>
                </a:lnTo>
                <a:lnTo>
                  <a:pt x="304800" y="1704975"/>
                </a:lnTo>
                <a:lnTo>
                  <a:pt x="304800" y="1657350"/>
                </a:lnTo>
                <a:lnTo>
                  <a:pt x="295275" y="1657350"/>
                </a:lnTo>
                <a:lnTo>
                  <a:pt x="295275" y="1647825"/>
                </a:lnTo>
                <a:lnTo>
                  <a:pt x="304800" y="1647825"/>
                </a:lnTo>
                <a:lnTo>
                  <a:pt x="304800" y="1628775"/>
                </a:lnTo>
                <a:lnTo>
                  <a:pt x="314325" y="1628775"/>
                </a:lnTo>
                <a:lnTo>
                  <a:pt x="314325" y="1619250"/>
                </a:lnTo>
                <a:lnTo>
                  <a:pt x="323850" y="1619250"/>
                </a:lnTo>
                <a:close/>
                <a:moveTo>
                  <a:pt x="857250" y="1609725"/>
                </a:moveTo>
                <a:lnTo>
                  <a:pt x="866775" y="1609725"/>
                </a:lnTo>
                <a:lnTo>
                  <a:pt x="866775" y="1628775"/>
                </a:lnTo>
                <a:lnTo>
                  <a:pt x="847725" y="1628775"/>
                </a:lnTo>
                <a:lnTo>
                  <a:pt x="847725" y="1619250"/>
                </a:lnTo>
                <a:lnTo>
                  <a:pt x="857250" y="1619250"/>
                </a:lnTo>
                <a:close/>
                <a:moveTo>
                  <a:pt x="1390650" y="1619250"/>
                </a:moveTo>
                <a:lnTo>
                  <a:pt x="1400175" y="1619250"/>
                </a:lnTo>
                <a:lnTo>
                  <a:pt x="1400175" y="1609725"/>
                </a:lnTo>
                <a:lnTo>
                  <a:pt x="1390650" y="1609725"/>
                </a:lnTo>
                <a:close/>
                <a:moveTo>
                  <a:pt x="400050" y="1628775"/>
                </a:moveTo>
                <a:lnTo>
                  <a:pt x="409575" y="1628775"/>
                </a:lnTo>
                <a:lnTo>
                  <a:pt x="409575" y="1638300"/>
                </a:lnTo>
                <a:lnTo>
                  <a:pt x="400050" y="1638300"/>
                </a:lnTo>
                <a:close/>
                <a:moveTo>
                  <a:pt x="590550" y="1628775"/>
                </a:moveTo>
                <a:lnTo>
                  <a:pt x="600075" y="1628775"/>
                </a:lnTo>
                <a:lnTo>
                  <a:pt x="600075" y="1638300"/>
                </a:lnTo>
                <a:lnTo>
                  <a:pt x="590550" y="1638300"/>
                </a:lnTo>
                <a:close/>
                <a:moveTo>
                  <a:pt x="581025" y="1638300"/>
                </a:moveTo>
                <a:lnTo>
                  <a:pt x="590550" y="1638300"/>
                </a:lnTo>
                <a:lnTo>
                  <a:pt x="590550" y="1647825"/>
                </a:lnTo>
                <a:lnTo>
                  <a:pt x="581025" y="1647825"/>
                </a:lnTo>
                <a:close/>
                <a:moveTo>
                  <a:pt x="352425" y="1647825"/>
                </a:moveTo>
                <a:lnTo>
                  <a:pt x="361950" y="1647825"/>
                </a:lnTo>
                <a:lnTo>
                  <a:pt x="361950" y="1638300"/>
                </a:lnTo>
                <a:lnTo>
                  <a:pt x="352425" y="1638300"/>
                </a:lnTo>
                <a:lnTo>
                  <a:pt x="352425" y="1628775"/>
                </a:lnTo>
                <a:lnTo>
                  <a:pt x="342900" y="1628775"/>
                </a:lnTo>
                <a:lnTo>
                  <a:pt x="342900" y="1657350"/>
                </a:lnTo>
                <a:lnTo>
                  <a:pt x="352425" y="1657350"/>
                </a:lnTo>
                <a:close/>
                <a:moveTo>
                  <a:pt x="800100" y="1647825"/>
                </a:moveTo>
                <a:lnTo>
                  <a:pt x="819150" y="1647825"/>
                </a:lnTo>
                <a:lnTo>
                  <a:pt x="819150" y="1666875"/>
                </a:lnTo>
                <a:lnTo>
                  <a:pt x="800100" y="1666875"/>
                </a:lnTo>
                <a:close/>
                <a:moveTo>
                  <a:pt x="933450" y="1647825"/>
                </a:moveTo>
                <a:lnTo>
                  <a:pt x="942975" y="1647825"/>
                </a:lnTo>
                <a:lnTo>
                  <a:pt x="942975" y="1676400"/>
                </a:lnTo>
                <a:lnTo>
                  <a:pt x="933450" y="1676400"/>
                </a:lnTo>
                <a:lnTo>
                  <a:pt x="933450" y="1685925"/>
                </a:lnTo>
                <a:lnTo>
                  <a:pt x="923925" y="1685925"/>
                </a:lnTo>
                <a:lnTo>
                  <a:pt x="923925" y="1704975"/>
                </a:lnTo>
                <a:lnTo>
                  <a:pt x="904875" y="1704975"/>
                </a:lnTo>
                <a:lnTo>
                  <a:pt x="904875" y="1695450"/>
                </a:lnTo>
                <a:lnTo>
                  <a:pt x="895350" y="1695450"/>
                </a:lnTo>
                <a:lnTo>
                  <a:pt x="895350" y="1657350"/>
                </a:lnTo>
                <a:lnTo>
                  <a:pt x="904875" y="1657350"/>
                </a:lnTo>
                <a:lnTo>
                  <a:pt x="904875" y="1676400"/>
                </a:lnTo>
                <a:lnTo>
                  <a:pt x="914400" y="1676400"/>
                </a:lnTo>
                <a:lnTo>
                  <a:pt x="914400" y="1657350"/>
                </a:lnTo>
                <a:lnTo>
                  <a:pt x="933450" y="1657350"/>
                </a:lnTo>
                <a:close/>
                <a:moveTo>
                  <a:pt x="1428750" y="1647825"/>
                </a:moveTo>
                <a:lnTo>
                  <a:pt x="1438275" y="1647825"/>
                </a:lnTo>
                <a:lnTo>
                  <a:pt x="1438275" y="1666875"/>
                </a:lnTo>
                <a:lnTo>
                  <a:pt x="1419225" y="1666875"/>
                </a:lnTo>
                <a:lnTo>
                  <a:pt x="1419225" y="1676400"/>
                </a:lnTo>
                <a:lnTo>
                  <a:pt x="1409700" y="1676400"/>
                </a:lnTo>
                <a:lnTo>
                  <a:pt x="1409700" y="1685925"/>
                </a:lnTo>
                <a:lnTo>
                  <a:pt x="1400175" y="1685925"/>
                </a:lnTo>
                <a:lnTo>
                  <a:pt x="1400175" y="1676400"/>
                </a:lnTo>
                <a:lnTo>
                  <a:pt x="1390650" y="1676400"/>
                </a:lnTo>
                <a:lnTo>
                  <a:pt x="1390650" y="1666875"/>
                </a:lnTo>
                <a:lnTo>
                  <a:pt x="1400175" y="1666875"/>
                </a:lnTo>
                <a:lnTo>
                  <a:pt x="1400175" y="1657350"/>
                </a:lnTo>
                <a:lnTo>
                  <a:pt x="1428750" y="1657350"/>
                </a:lnTo>
                <a:close/>
                <a:moveTo>
                  <a:pt x="1285875" y="1657350"/>
                </a:moveTo>
                <a:lnTo>
                  <a:pt x="1295400" y="1657350"/>
                </a:lnTo>
                <a:lnTo>
                  <a:pt x="1295400" y="1676400"/>
                </a:lnTo>
                <a:lnTo>
                  <a:pt x="1304925" y="1676400"/>
                </a:lnTo>
                <a:lnTo>
                  <a:pt x="1304925" y="1666875"/>
                </a:lnTo>
                <a:lnTo>
                  <a:pt x="1314450" y="1666875"/>
                </a:lnTo>
                <a:lnTo>
                  <a:pt x="1314450" y="1676400"/>
                </a:lnTo>
                <a:lnTo>
                  <a:pt x="1323975" y="1676400"/>
                </a:lnTo>
                <a:lnTo>
                  <a:pt x="1323975" y="1685925"/>
                </a:lnTo>
                <a:lnTo>
                  <a:pt x="1352550" y="1685925"/>
                </a:lnTo>
                <a:lnTo>
                  <a:pt x="1352550" y="1695450"/>
                </a:lnTo>
                <a:lnTo>
                  <a:pt x="1390650" y="1695450"/>
                </a:lnTo>
                <a:lnTo>
                  <a:pt x="1390650" y="1704975"/>
                </a:lnTo>
                <a:lnTo>
                  <a:pt x="1428750" y="1704975"/>
                </a:lnTo>
                <a:lnTo>
                  <a:pt x="1428750" y="1714500"/>
                </a:lnTo>
                <a:lnTo>
                  <a:pt x="1438275" y="1714500"/>
                </a:lnTo>
                <a:lnTo>
                  <a:pt x="1438275" y="1704975"/>
                </a:lnTo>
                <a:lnTo>
                  <a:pt x="1457325" y="1704975"/>
                </a:lnTo>
                <a:lnTo>
                  <a:pt x="1457325" y="1724025"/>
                </a:lnTo>
                <a:lnTo>
                  <a:pt x="1466850" y="1724025"/>
                </a:lnTo>
                <a:lnTo>
                  <a:pt x="1466850" y="1733550"/>
                </a:lnTo>
                <a:lnTo>
                  <a:pt x="1504950" y="1733550"/>
                </a:lnTo>
                <a:lnTo>
                  <a:pt x="1504950" y="1752600"/>
                </a:lnTo>
                <a:lnTo>
                  <a:pt x="1495425" y="1752600"/>
                </a:lnTo>
                <a:lnTo>
                  <a:pt x="1495425" y="1771650"/>
                </a:lnTo>
                <a:lnTo>
                  <a:pt x="1504950" y="1771650"/>
                </a:lnTo>
                <a:lnTo>
                  <a:pt x="1504950" y="1752600"/>
                </a:lnTo>
                <a:lnTo>
                  <a:pt x="1514475" y="1752600"/>
                </a:lnTo>
                <a:lnTo>
                  <a:pt x="1514475" y="1781175"/>
                </a:lnTo>
                <a:lnTo>
                  <a:pt x="1504950" y="1781175"/>
                </a:lnTo>
                <a:lnTo>
                  <a:pt x="1504950" y="1790700"/>
                </a:lnTo>
                <a:lnTo>
                  <a:pt x="1495425" y="1790700"/>
                </a:lnTo>
                <a:lnTo>
                  <a:pt x="1495425" y="1781175"/>
                </a:lnTo>
                <a:lnTo>
                  <a:pt x="1466850" y="1781175"/>
                </a:lnTo>
                <a:lnTo>
                  <a:pt x="1466850" y="1790700"/>
                </a:lnTo>
                <a:lnTo>
                  <a:pt x="1419225" y="1790700"/>
                </a:lnTo>
                <a:lnTo>
                  <a:pt x="1419225" y="1781175"/>
                </a:lnTo>
                <a:lnTo>
                  <a:pt x="1390650" y="1781175"/>
                </a:lnTo>
                <a:lnTo>
                  <a:pt x="1390650" y="1790700"/>
                </a:lnTo>
                <a:lnTo>
                  <a:pt x="1381125" y="1790700"/>
                </a:lnTo>
                <a:lnTo>
                  <a:pt x="1381125" y="1781175"/>
                </a:lnTo>
                <a:lnTo>
                  <a:pt x="1352550" y="1781175"/>
                </a:lnTo>
                <a:lnTo>
                  <a:pt x="1352550" y="1790700"/>
                </a:lnTo>
                <a:lnTo>
                  <a:pt x="1333500" y="1790700"/>
                </a:lnTo>
                <a:lnTo>
                  <a:pt x="1333500" y="1800225"/>
                </a:lnTo>
                <a:lnTo>
                  <a:pt x="1304925" y="1800225"/>
                </a:lnTo>
                <a:lnTo>
                  <a:pt x="1304925" y="1790700"/>
                </a:lnTo>
                <a:lnTo>
                  <a:pt x="1295400" y="1790700"/>
                </a:lnTo>
                <a:lnTo>
                  <a:pt x="1295400" y="1771650"/>
                </a:lnTo>
                <a:lnTo>
                  <a:pt x="1285875" y="1771650"/>
                </a:lnTo>
                <a:lnTo>
                  <a:pt x="1285875" y="1752600"/>
                </a:lnTo>
                <a:lnTo>
                  <a:pt x="1276350" y="1752600"/>
                </a:lnTo>
                <a:lnTo>
                  <a:pt x="1276350" y="1743075"/>
                </a:lnTo>
                <a:lnTo>
                  <a:pt x="1266825" y="1743075"/>
                </a:lnTo>
                <a:lnTo>
                  <a:pt x="1266825" y="1752600"/>
                </a:lnTo>
                <a:lnTo>
                  <a:pt x="1247775" y="1752600"/>
                </a:lnTo>
                <a:lnTo>
                  <a:pt x="1247775" y="1733550"/>
                </a:lnTo>
                <a:lnTo>
                  <a:pt x="1266825" y="1733550"/>
                </a:lnTo>
                <a:lnTo>
                  <a:pt x="1266825" y="1724025"/>
                </a:lnTo>
                <a:lnTo>
                  <a:pt x="1276350" y="1724025"/>
                </a:lnTo>
                <a:lnTo>
                  <a:pt x="1276350" y="1704975"/>
                </a:lnTo>
                <a:lnTo>
                  <a:pt x="1295400" y="1704975"/>
                </a:lnTo>
                <a:lnTo>
                  <a:pt x="1295400" y="1695450"/>
                </a:lnTo>
                <a:lnTo>
                  <a:pt x="1285875" y="1695450"/>
                </a:lnTo>
                <a:close/>
                <a:moveTo>
                  <a:pt x="1447800" y="1657350"/>
                </a:moveTo>
                <a:lnTo>
                  <a:pt x="1466850" y="1657350"/>
                </a:lnTo>
                <a:lnTo>
                  <a:pt x="1466850" y="1666875"/>
                </a:lnTo>
                <a:lnTo>
                  <a:pt x="1485900" y="1666875"/>
                </a:lnTo>
                <a:lnTo>
                  <a:pt x="1485900" y="1676400"/>
                </a:lnTo>
                <a:lnTo>
                  <a:pt x="1466850" y="1676400"/>
                </a:lnTo>
                <a:lnTo>
                  <a:pt x="1466850" y="1695450"/>
                </a:lnTo>
                <a:lnTo>
                  <a:pt x="1457325" y="1695450"/>
                </a:lnTo>
                <a:lnTo>
                  <a:pt x="1457325" y="1685925"/>
                </a:lnTo>
                <a:lnTo>
                  <a:pt x="1438275" y="1685925"/>
                </a:lnTo>
                <a:lnTo>
                  <a:pt x="1438275" y="1666875"/>
                </a:lnTo>
                <a:lnTo>
                  <a:pt x="1447800" y="1666875"/>
                </a:lnTo>
                <a:close/>
                <a:moveTo>
                  <a:pt x="790575" y="1666875"/>
                </a:moveTo>
                <a:lnTo>
                  <a:pt x="800100" y="1666875"/>
                </a:lnTo>
                <a:lnTo>
                  <a:pt x="800100" y="1685925"/>
                </a:lnTo>
                <a:lnTo>
                  <a:pt x="809625" y="1685925"/>
                </a:lnTo>
                <a:lnTo>
                  <a:pt x="809625" y="1695450"/>
                </a:lnTo>
                <a:lnTo>
                  <a:pt x="819150" y="1695450"/>
                </a:lnTo>
                <a:lnTo>
                  <a:pt x="819150" y="1714500"/>
                </a:lnTo>
                <a:lnTo>
                  <a:pt x="800100" y="1714500"/>
                </a:lnTo>
                <a:lnTo>
                  <a:pt x="800100" y="1724025"/>
                </a:lnTo>
                <a:lnTo>
                  <a:pt x="790575" y="1724025"/>
                </a:lnTo>
                <a:lnTo>
                  <a:pt x="790575" y="1714500"/>
                </a:lnTo>
                <a:lnTo>
                  <a:pt x="771525" y="1714500"/>
                </a:lnTo>
                <a:lnTo>
                  <a:pt x="771525" y="1724025"/>
                </a:lnTo>
                <a:lnTo>
                  <a:pt x="781050" y="1724025"/>
                </a:lnTo>
                <a:lnTo>
                  <a:pt x="781050" y="1733550"/>
                </a:lnTo>
                <a:lnTo>
                  <a:pt x="771525" y="1733550"/>
                </a:lnTo>
                <a:lnTo>
                  <a:pt x="771525" y="1743075"/>
                </a:lnTo>
                <a:lnTo>
                  <a:pt x="790575" y="1743075"/>
                </a:lnTo>
                <a:lnTo>
                  <a:pt x="790575" y="1733550"/>
                </a:lnTo>
                <a:lnTo>
                  <a:pt x="800100" y="1733550"/>
                </a:lnTo>
                <a:lnTo>
                  <a:pt x="800100" y="1743075"/>
                </a:lnTo>
                <a:lnTo>
                  <a:pt x="819150" y="1743075"/>
                </a:lnTo>
                <a:lnTo>
                  <a:pt x="819150" y="1733550"/>
                </a:lnTo>
                <a:lnTo>
                  <a:pt x="828675" y="1733550"/>
                </a:lnTo>
                <a:lnTo>
                  <a:pt x="828675" y="1771650"/>
                </a:lnTo>
                <a:lnTo>
                  <a:pt x="819150" y="1771650"/>
                </a:lnTo>
                <a:lnTo>
                  <a:pt x="819150" y="1762125"/>
                </a:lnTo>
                <a:lnTo>
                  <a:pt x="809625" y="1762125"/>
                </a:lnTo>
                <a:lnTo>
                  <a:pt x="809625" y="1752600"/>
                </a:lnTo>
                <a:lnTo>
                  <a:pt x="790575" y="1752600"/>
                </a:lnTo>
                <a:lnTo>
                  <a:pt x="790575" y="1762125"/>
                </a:lnTo>
                <a:lnTo>
                  <a:pt x="771525" y="1762125"/>
                </a:lnTo>
                <a:lnTo>
                  <a:pt x="771525" y="1771650"/>
                </a:lnTo>
                <a:lnTo>
                  <a:pt x="742950" y="1771650"/>
                </a:lnTo>
                <a:lnTo>
                  <a:pt x="742950" y="1790700"/>
                </a:lnTo>
                <a:lnTo>
                  <a:pt x="733425" y="1790700"/>
                </a:lnTo>
                <a:lnTo>
                  <a:pt x="733425" y="1762125"/>
                </a:lnTo>
                <a:lnTo>
                  <a:pt x="762000" y="1762125"/>
                </a:lnTo>
                <a:lnTo>
                  <a:pt x="762000" y="1752600"/>
                </a:lnTo>
                <a:lnTo>
                  <a:pt x="752475" y="1752600"/>
                </a:lnTo>
                <a:lnTo>
                  <a:pt x="752475" y="1743075"/>
                </a:lnTo>
                <a:lnTo>
                  <a:pt x="742950" y="1743075"/>
                </a:lnTo>
                <a:lnTo>
                  <a:pt x="742950" y="1733550"/>
                </a:lnTo>
                <a:lnTo>
                  <a:pt x="733425" y="1733550"/>
                </a:lnTo>
                <a:lnTo>
                  <a:pt x="733425" y="1724025"/>
                </a:lnTo>
                <a:lnTo>
                  <a:pt x="742950" y="1724025"/>
                </a:lnTo>
                <a:lnTo>
                  <a:pt x="742950" y="1714500"/>
                </a:lnTo>
                <a:lnTo>
                  <a:pt x="752475" y="1714500"/>
                </a:lnTo>
                <a:lnTo>
                  <a:pt x="752475" y="1695450"/>
                </a:lnTo>
                <a:lnTo>
                  <a:pt x="762000" y="1695450"/>
                </a:lnTo>
                <a:lnTo>
                  <a:pt x="762000" y="1704975"/>
                </a:lnTo>
                <a:lnTo>
                  <a:pt x="781050" y="1704975"/>
                </a:lnTo>
                <a:lnTo>
                  <a:pt x="781050" y="1695450"/>
                </a:lnTo>
                <a:lnTo>
                  <a:pt x="771525" y="1695450"/>
                </a:lnTo>
                <a:lnTo>
                  <a:pt x="771525" y="1685925"/>
                </a:lnTo>
                <a:lnTo>
                  <a:pt x="790575" y="1685925"/>
                </a:lnTo>
                <a:close/>
                <a:moveTo>
                  <a:pt x="314325" y="1676400"/>
                </a:moveTo>
                <a:lnTo>
                  <a:pt x="323850" y="1676400"/>
                </a:lnTo>
                <a:lnTo>
                  <a:pt x="323850" y="1666875"/>
                </a:lnTo>
                <a:lnTo>
                  <a:pt x="314325" y="1666875"/>
                </a:lnTo>
                <a:close/>
                <a:moveTo>
                  <a:pt x="666750" y="1676400"/>
                </a:moveTo>
                <a:lnTo>
                  <a:pt x="676275" y="1676400"/>
                </a:lnTo>
                <a:lnTo>
                  <a:pt x="676275" y="1695450"/>
                </a:lnTo>
                <a:lnTo>
                  <a:pt x="666750" y="1695450"/>
                </a:lnTo>
                <a:lnTo>
                  <a:pt x="666750" y="1724025"/>
                </a:lnTo>
                <a:lnTo>
                  <a:pt x="657225" y="1724025"/>
                </a:lnTo>
                <a:lnTo>
                  <a:pt x="657225" y="1704975"/>
                </a:lnTo>
                <a:lnTo>
                  <a:pt x="647700" y="1704975"/>
                </a:lnTo>
                <a:lnTo>
                  <a:pt x="647700" y="1685925"/>
                </a:lnTo>
                <a:lnTo>
                  <a:pt x="666750" y="1685925"/>
                </a:lnTo>
                <a:close/>
                <a:moveTo>
                  <a:pt x="704850" y="1685925"/>
                </a:moveTo>
                <a:lnTo>
                  <a:pt x="723900" y="1685925"/>
                </a:lnTo>
                <a:lnTo>
                  <a:pt x="723900" y="1695450"/>
                </a:lnTo>
                <a:lnTo>
                  <a:pt x="714375" y="1695450"/>
                </a:lnTo>
                <a:lnTo>
                  <a:pt x="714375" y="1714500"/>
                </a:lnTo>
                <a:lnTo>
                  <a:pt x="704850" y="1714500"/>
                </a:lnTo>
                <a:lnTo>
                  <a:pt x="704850" y="1704975"/>
                </a:lnTo>
                <a:lnTo>
                  <a:pt x="685800" y="1704975"/>
                </a:lnTo>
                <a:lnTo>
                  <a:pt x="685800" y="1695450"/>
                </a:lnTo>
                <a:lnTo>
                  <a:pt x="704850" y="1695450"/>
                </a:lnTo>
                <a:close/>
                <a:moveTo>
                  <a:pt x="1076325" y="1685925"/>
                </a:moveTo>
                <a:lnTo>
                  <a:pt x="1085850" y="1685925"/>
                </a:lnTo>
                <a:lnTo>
                  <a:pt x="1085850" y="1714500"/>
                </a:lnTo>
                <a:lnTo>
                  <a:pt x="1095375" y="1714500"/>
                </a:lnTo>
                <a:lnTo>
                  <a:pt x="1095375" y="1733550"/>
                </a:lnTo>
                <a:lnTo>
                  <a:pt x="1085850" y="1733550"/>
                </a:lnTo>
                <a:lnTo>
                  <a:pt x="1085850" y="1752600"/>
                </a:lnTo>
                <a:lnTo>
                  <a:pt x="1076325" y="1752600"/>
                </a:lnTo>
                <a:lnTo>
                  <a:pt x="1076325" y="1771650"/>
                </a:lnTo>
                <a:lnTo>
                  <a:pt x="1066800" y="1771650"/>
                </a:lnTo>
                <a:lnTo>
                  <a:pt x="1066800" y="1752600"/>
                </a:lnTo>
                <a:lnTo>
                  <a:pt x="1057275" y="1752600"/>
                </a:lnTo>
                <a:lnTo>
                  <a:pt x="1057275" y="1733550"/>
                </a:lnTo>
                <a:lnTo>
                  <a:pt x="1038225" y="1733550"/>
                </a:lnTo>
                <a:lnTo>
                  <a:pt x="1038225" y="1724025"/>
                </a:lnTo>
                <a:lnTo>
                  <a:pt x="1028700" y="1724025"/>
                </a:lnTo>
                <a:lnTo>
                  <a:pt x="1028700" y="1704975"/>
                </a:lnTo>
                <a:lnTo>
                  <a:pt x="1038225" y="1704975"/>
                </a:lnTo>
                <a:lnTo>
                  <a:pt x="1038225" y="1695450"/>
                </a:lnTo>
                <a:lnTo>
                  <a:pt x="1066800" y="1695450"/>
                </a:lnTo>
                <a:lnTo>
                  <a:pt x="1066800" y="1704975"/>
                </a:lnTo>
                <a:lnTo>
                  <a:pt x="1076325" y="1704975"/>
                </a:lnTo>
                <a:close/>
                <a:moveTo>
                  <a:pt x="1514475" y="1685925"/>
                </a:moveTo>
                <a:lnTo>
                  <a:pt x="1524000" y="1685925"/>
                </a:lnTo>
                <a:lnTo>
                  <a:pt x="1524000" y="1695450"/>
                </a:lnTo>
                <a:lnTo>
                  <a:pt x="1533525" y="1695450"/>
                </a:lnTo>
                <a:lnTo>
                  <a:pt x="1533525" y="1704975"/>
                </a:lnTo>
                <a:lnTo>
                  <a:pt x="1543050" y="1704975"/>
                </a:lnTo>
                <a:lnTo>
                  <a:pt x="1543050" y="1714500"/>
                </a:lnTo>
                <a:lnTo>
                  <a:pt x="1514475" y="1714500"/>
                </a:lnTo>
                <a:lnTo>
                  <a:pt x="1514475" y="1704975"/>
                </a:lnTo>
                <a:lnTo>
                  <a:pt x="1495425" y="1704975"/>
                </a:lnTo>
                <a:lnTo>
                  <a:pt x="1495425" y="1695450"/>
                </a:lnTo>
                <a:lnTo>
                  <a:pt x="1514475" y="1695450"/>
                </a:lnTo>
                <a:close/>
                <a:moveTo>
                  <a:pt x="600075" y="1695450"/>
                </a:moveTo>
                <a:lnTo>
                  <a:pt x="609600" y="1695450"/>
                </a:lnTo>
                <a:lnTo>
                  <a:pt x="609600" y="1704975"/>
                </a:lnTo>
                <a:lnTo>
                  <a:pt x="600075" y="1704975"/>
                </a:lnTo>
                <a:close/>
                <a:moveTo>
                  <a:pt x="828675" y="1695450"/>
                </a:moveTo>
                <a:lnTo>
                  <a:pt x="838200" y="1695450"/>
                </a:lnTo>
                <a:lnTo>
                  <a:pt x="838200" y="1704975"/>
                </a:lnTo>
                <a:lnTo>
                  <a:pt x="828675" y="1704975"/>
                </a:lnTo>
                <a:close/>
                <a:moveTo>
                  <a:pt x="590550" y="1704975"/>
                </a:moveTo>
                <a:lnTo>
                  <a:pt x="600075" y="1704975"/>
                </a:lnTo>
                <a:lnTo>
                  <a:pt x="600075" y="1714500"/>
                </a:lnTo>
                <a:lnTo>
                  <a:pt x="590550" y="1714500"/>
                </a:lnTo>
                <a:close/>
                <a:moveTo>
                  <a:pt x="866775" y="1704975"/>
                </a:moveTo>
                <a:lnTo>
                  <a:pt x="904875" y="1704975"/>
                </a:lnTo>
                <a:lnTo>
                  <a:pt x="904875" y="1724025"/>
                </a:lnTo>
                <a:lnTo>
                  <a:pt x="885825" y="1724025"/>
                </a:lnTo>
                <a:lnTo>
                  <a:pt x="885825" y="1733550"/>
                </a:lnTo>
                <a:lnTo>
                  <a:pt x="876300" y="1733550"/>
                </a:lnTo>
                <a:lnTo>
                  <a:pt x="876300" y="1714500"/>
                </a:lnTo>
                <a:lnTo>
                  <a:pt x="866775" y="1714500"/>
                </a:lnTo>
                <a:close/>
                <a:moveTo>
                  <a:pt x="695325" y="1714500"/>
                </a:moveTo>
                <a:lnTo>
                  <a:pt x="704850" y="1714500"/>
                </a:lnTo>
                <a:lnTo>
                  <a:pt x="704850" y="1733550"/>
                </a:lnTo>
                <a:lnTo>
                  <a:pt x="723900" y="1733550"/>
                </a:lnTo>
                <a:lnTo>
                  <a:pt x="723900" y="1743075"/>
                </a:lnTo>
                <a:lnTo>
                  <a:pt x="714375" y="1743075"/>
                </a:lnTo>
                <a:lnTo>
                  <a:pt x="714375" y="1771650"/>
                </a:lnTo>
                <a:lnTo>
                  <a:pt x="695325" y="1771650"/>
                </a:lnTo>
                <a:lnTo>
                  <a:pt x="695325" y="1752600"/>
                </a:lnTo>
                <a:lnTo>
                  <a:pt x="704850" y="1752600"/>
                </a:lnTo>
                <a:lnTo>
                  <a:pt x="704850" y="1743075"/>
                </a:lnTo>
                <a:lnTo>
                  <a:pt x="695325" y="1743075"/>
                </a:lnTo>
                <a:close/>
                <a:moveTo>
                  <a:pt x="1609725" y="1714500"/>
                </a:moveTo>
                <a:lnTo>
                  <a:pt x="1619250" y="1714500"/>
                </a:lnTo>
                <a:lnTo>
                  <a:pt x="1619250" y="1724025"/>
                </a:lnTo>
                <a:lnTo>
                  <a:pt x="1638300" y="1724025"/>
                </a:lnTo>
                <a:lnTo>
                  <a:pt x="1638300" y="1771650"/>
                </a:lnTo>
                <a:lnTo>
                  <a:pt x="1619250" y="1771650"/>
                </a:lnTo>
                <a:lnTo>
                  <a:pt x="1619250" y="1752600"/>
                </a:lnTo>
                <a:lnTo>
                  <a:pt x="1609725" y="1752600"/>
                </a:lnTo>
                <a:close/>
                <a:moveTo>
                  <a:pt x="1323975" y="1724025"/>
                </a:moveTo>
                <a:lnTo>
                  <a:pt x="1333500" y="1724025"/>
                </a:lnTo>
                <a:lnTo>
                  <a:pt x="1333500" y="1714500"/>
                </a:lnTo>
                <a:lnTo>
                  <a:pt x="1323975" y="1714500"/>
                </a:lnTo>
                <a:close/>
                <a:moveTo>
                  <a:pt x="628650" y="1733550"/>
                </a:moveTo>
                <a:lnTo>
                  <a:pt x="666750" y="1733550"/>
                </a:lnTo>
                <a:lnTo>
                  <a:pt x="666750" y="1752600"/>
                </a:lnTo>
                <a:lnTo>
                  <a:pt x="657225" y="1752600"/>
                </a:lnTo>
                <a:lnTo>
                  <a:pt x="657225" y="1771650"/>
                </a:lnTo>
                <a:lnTo>
                  <a:pt x="695325" y="1771650"/>
                </a:lnTo>
                <a:lnTo>
                  <a:pt x="695325" y="1790700"/>
                </a:lnTo>
                <a:lnTo>
                  <a:pt x="685800" y="1790700"/>
                </a:lnTo>
                <a:lnTo>
                  <a:pt x="685800" y="1819275"/>
                </a:lnTo>
                <a:lnTo>
                  <a:pt x="733425" y="1819275"/>
                </a:lnTo>
                <a:lnTo>
                  <a:pt x="733425" y="1828800"/>
                </a:lnTo>
                <a:lnTo>
                  <a:pt x="742950" y="1828800"/>
                </a:lnTo>
                <a:lnTo>
                  <a:pt x="742950" y="1838325"/>
                </a:lnTo>
                <a:lnTo>
                  <a:pt x="752475" y="1838325"/>
                </a:lnTo>
                <a:lnTo>
                  <a:pt x="752475" y="1847850"/>
                </a:lnTo>
                <a:lnTo>
                  <a:pt x="790575" y="1847850"/>
                </a:lnTo>
                <a:lnTo>
                  <a:pt x="790575" y="1885950"/>
                </a:lnTo>
                <a:lnTo>
                  <a:pt x="800100" y="1885950"/>
                </a:lnTo>
                <a:lnTo>
                  <a:pt x="800100" y="1905000"/>
                </a:lnTo>
                <a:lnTo>
                  <a:pt x="790575" y="1905000"/>
                </a:lnTo>
                <a:lnTo>
                  <a:pt x="790575" y="1924050"/>
                </a:lnTo>
                <a:lnTo>
                  <a:pt x="800100" y="1924050"/>
                </a:lnTo>
                <a:lnTo>
                  <a:pt x="800100" y="1933575"/>
                </a:lnTo>
                <a:lnTo>
                  <a:pt x="809625" y="1933575"/>
                </a:lnTo>
                <a:lnTo>
                  <a:pt x="809625" y="1943100"/>
                </a:lnTo>
                <a:lnTo>
                  <a:pt x="800100" y="1943100"/>
                </a:lnTo>
                <a:lnTo>
                  <a:pt x="800100" y="1952625"/>
                </a:lnTo>
                <a:lnTo>
                  <a:pt x="790575" y="1952625"/>
                </a:lnTo>
                <a:lnTo>
                  <a:pt x="790575" y="1962150"/>
                </a:lnTo>
                <a:lnTo>
                  <a:pt x="800100" y="1962150"/>
                </a:lnTo>
                <a:lnTo>
                  <a:pt x="800100" y="1952625"/>
                </a:lnTo>
                <a:lnTo>
                  <a:pt x="809625" y="1952625"/>
                </a:lnTo>
                <a:lnTo>
                  <a:pt x="809625" y="1962150"/>
                </a:lnTo>
                <a:lnTo>
                  <a:pt x="800100" y="1962150"/>
                </a:lnTo>
                <a:lnTo>
                  <a:pt x="800100" y="1971675"/>
                </a:lnTo>
                <a:lnTo>
                  <a:pt x="781050" y="1971675"/>
                </a:lnTo>
                <a:lnTo>
                  <a:pt x="781050" y="1962150"/>
                </a:lnTo>
                <a:lnTo>
                  <a:pt x="762000" y="1962150"/>
                </a:lnTo>
                <a:lnTo>
                  <a:pt x="762000" y="1952625"/>
                </a:lnTo>
                <a:lnTo>
                  <a:pt x="742950" y="1952625"/>
                </a:lnTo>
                <a:lnTo>
                  <a:pt x="742950" y="1933575"/>
                </a:lnTo>
                <a:lnTo>
                  <a:pt x="752475" y="1933575"/>
                </a:lnTo>
                <a:lnTo>
                  <a:pt x="752475" y="1924050"/>
                </a:lnTo>
                <a:lnTo>
                  <a:pt x="742950" y="1924050"/>
                </a:lnTo>
                <a:lnTo>
                  <a:pt x="742950" y="1914525"/>
                </a:lnTo>
                <a:lnTo>
                  <a:pt x="733425" y="1914525"/>
                </a:lnTo>
                <a:lnTo>
                  <a:pt x="733425" y="1924050"/>
                </a:lnTo>
                <a:lnTo>
                  <a:pt x="714375" y="1924050"/>
                </a:lnTo>
                <a:lnTo>
                  <a:pt x="714375" y="1943100"/>
                </a:lnTo>
                <a:lnTo>
                  <a:pt x="723900" y="1943100"/>
                </a:lnTo>
                <a:lnTo>
                  <a:pt x="723900" y="1952625"/>
                </a:lnTo>
                <a:lnTo>
                  <a:pt x="704850" y="1952625"/>
                </a:lnTo>
                <a:lnTo>
                  <a:pt x="704850" y="1981200"/>
                </a:lnTo>
                <a:lnTo>
                  <a:pt x="723900" y="1981200"/>
                </a:lnTo>
                <a:lnTo>
                  <a:pt x="723900" y="2009775"/>
                </a:lnTo>
                <a:lnTo>
                  <a:pt x="714375" y="2009775"/>
                </a:lnTo>
                <a:lnTo>
                  <a:pt x="714375" y="2019300"/>
                </a:lnTo>
                <a:lnTo>
                  <a:pt x="704850" y="2019300"/>
                </a:lnTo>
                <a:lnTo>
                  <a:pt x="704850" y="2028825"/>
                </a:lnTo>
                <a:lnTo>
                  <a:pt x="685800" y="2028825"/>
                </a:lnTo>
                <a:lnTo>
                  <a:pt x="685800" y="2009775"/>
                </a:lnTo>
                <a:lnTo>
                  <a:pt x="695325" y="2009775"/>
                </a:lnTo>
                <a:lnTo>
                  <a:pt x="695325" y="2000250"/>
                </a:lnTo>
                <a:lnTo>
                  <a:pt x="685800" y="2000250"/>
                </a:lnTo>
                <a:lnTo>
                  <a:pt x="685800" y="1981200"/>
                </a:lnTo>
                <a:lnTo>
                  <a:pt x="666750" y="1981200"/>
                </a:lnTo>
                <a:lnTo>
                  <a:pt x="666750" y="1971675"/>
                </a:lnTo>
                <a:lnTo>
                  <a:pt x="657225" y="1971675"/>
                </a:lnTo>
                <a:lnTo>
                  <a:pt x="657225" y="1962150"/>
                </a:lnTo>
                <a:lnTo>
                  <a:pt x="685800" y="1962150"/>
                </a:lnTo>
                <a:lnTo>
                  <a:pt x="685800" y="1933575"/>
                </a:lnTo>
                <a:lnTo>
                  <a:pt x="695325" y="1933575"/>
                </a:lnTo>
                <a:lnTo>
                  <a:pt x="695325" y="1895475"/>
                </a:lnTo>
                <a:lnTo>
                  <a:pt x="704850" y="1895475"/>
                </a:lnTo>
                <a:lnTo>
                  <a:pt x="704850" y="1857375"/>
                </a:lnTo>
                <a:lnTo>
                  <a:pt x="695325" y="1857375"/>
                </a:lnTo>
                <a:lnTo>
                  <a:pt x="695325" y="1847850"/>
                </a:lnTo>
                <a:lnTo>
                  <a:pt x="685800" y="1847850"/>
                </a:lnTo>
                <a:lnTo>
                  <a:pt x="685800" y="1828800"/>
                </a:lnTo>
                <a:lnTo>
                  <a:pt x="666750" y="1828800"/>
                </a:lnTo>
                <a:lnTo>
                  <a:pt x="666750" y="1790700"/>
                </a:lnTo>
                <a:lnTo>
                  <a:pt x="657225" y="1790700"/>
                </a:lnTo>
                <a:lnTo>
                  <a:pt x="657225" y="1781175"/>
                </a:lnTo>
                <a:lnTo>
                  <a:pt x="647700" y="1781175"/>
                </a:lnTo>
                <a:lnTo>
                  <a:pt x="647700" y="1809750"/>
                </a:lnTo>
                <a:lnTo>
                  <a:pt x="638175" y="1809750"/>
                </a:lnTo>
                <a:lnTo>
                  <a:pt x="638175" y="1800225"/>
                </a:lnTo>
                <a:lnTo>
                  <a:pt x="619125" y="1800225"/>
                </a:lnTo>
                <a:lnTo>
                  <a:pt x="619125" y="1809750"/>
                </a:lnTo>
                <a:lnTo>
                  <a:pt x="638175" y="1809750"/>
                </a:lnTo>
                <a:lnTo>
                  <a:pt x="638175" y="1819275"/>
                </a:lnTo>
                <a:lnTo>
                  <a:pt x="619125" y="1819275"/>
                </a:lnTo>
                <a:lnTo>
                  <a:pt x="619125" y="1828800"/>
                </a:lnTo>
                <a:lnTo>
                  <a:pt x="600075" y="1828800"/>
                </a:lnTo>
                <a:lnTo>
                  <a:pt x="600075" y="1838325"/>
                </a:lnTo>
                <a:lnTo>
                  <a:pt x="619125" y="1838325"/>
                </a:lnTo>
                <a:lnTo>
                  <a:pt x="619125" y="1857375"/>
                </a:lnTo>
                <a:lnTo>
                  <a:pt x="590550" y="1857375"/>
                </a:lnTo>
                <a:lnTo>
                  <a:pt x="590550" y="1847850"/>
                </a:lnTo>
                <a:lnTo>
                  <a:pt x="571500" y="1847850"/>
                </a:lnTo>
                <a:lnTo>
                  <a:pt x="571500" y="1857375"/>
                </a:lnTo>
                <a:lnTo>
                  <a:pt x="561975" y="1857375"/>
                </a:lnTo>
                <a:lnTo>
                  <a:pt x="561975" y="1847850"/>
                </a:lnTo>
                <a:lnTo>
                  <a:pt x="552450" y="1847850"/>
                </a:lnTo>
                <a:lnTo>
                  <a:pt x="552450" y="1866900"/>
                </a:lnTo>
                <a:lnTo>
                  <a:pt x="542925" y="1866900"/>
                </a:lnTo>
                <a:lnTo>
                  <a:pt x="542925" y="1847850"/>
                </a:lnTo>
                <a:lnTo>
                  <a:pt x="533400" y="1847850"/>
                </a:lnTo>
                <a:lnTo>
                  <a:pt x="533400" y="1857375"/>
                </a:lnTo>
                <a:lnTo>
                  <a:pt x="523875" y="1857375"/>
                </a:lnTo>
                <a:lnTo>
                  <a:pt x="523875" y="1838325"/>
                </a:lnTo>
                <a:lnTo>
                  <a:pt x="504825" y="1838325"/>
                </a:lnTo>
                <a:lnTo>
                  <a:pt x="504825" y="1809750"/>
                </a:lnTo>
                <a:lnTo>
                  <a:pt x="523875" y="1809750"/>
                </a:lnTo>
                <a:lnTo>
                  <a:pt x="523875" y="1800225"/>
                </a:lnTo>
                <a:lnTo>
                  <a:pt x="561975" y="1800225"/>
                </a:lnTo>
                <a:lnTo>
                  <a:pt x="561975" y="1809750"/>
                </a:lnTo>
                <a:lnTo>
                  <a:pt x="571500" y="1809750"/>
                </a:lnTo>
                <a:lnTo>
                  <a:pt x="571500" y="1819275"/>
                </a:lnTo>
                <a:lnTo>
                  <a:pt x="600075" y="1819275"/>
                </a:lnTo>
                <a:lnTo>
                  <a:pt x="600075" y="1800225"/>
                </a:lnTo>
                <a:lnTo>
                  <a:pt x="609600" y="1800225"/>
                </a:lnTo>
                <a:lnTo>
                  <a:pt x="609600" y="1781175"/>
                </a:lnTo>
                <a:lnTo>
                  <a:pt x="619125" y="1781175"/>
                </a:lnTo>
                <a:lnTo>
                  <a:pt x="619125" y="1771650"/>
                </a:lnTo>
                <a:lnTo>
                  <a:pt x="628650" y="1771650"/>
                </a:lnTo>
                <a:lnTo>
                  <a:pt x="628650" y="1762125"/>
                </a:lnTo>
                <a:lnTo>
                  <a:pt x="638175" y="1762125"/>
                </a:lnTo>
                <a:lnTo>
                  <a:pt x="638175" y="1752600"/>
                </a:lnTo>
                <a:lnTo>
                  <a:pt x="628650" y="1752600"/>
                </a:lnTo>
                <a:close/>
                <a:moveTo>
                  <a:pt x="838200" y="1733550"/>
                </a:moveTo>
                <a:lnTo>
                  <a:pt x="847725" y="1733550"/>
                </a:lnTo>
                <a:lnTo>
                  <a:pt x="847725" y="1743075"/>
                </a:lnTo>
                <a:lnTo>
                  <a:pt x="838200" y="1743075"/>
                </a:lnTo>
                <a:close/>
                <a:moveTo>
                  <a:pt x="1533525" y="1733550"/>
                </a:moveTo>
                <a:lnTo>
                  <a:pt x="1552575" y="1733550"/>
                </a:lnTo>
                <a:lnTo>
                  <a:pt x="1552575" y="1743075"/>
                </a:lnTo>
                <a:lnTo>
                  <a:pt x="1533525" y="1743075"/>
                </a:lnTo>
                <a:close/>
                <a:moveTo>
                  <a:pt x="590550" y="1743075"/>
                </a:moveTo>
                <a:lnTo>
                  <a:pt x="600075" y="1743075"/>
                </a:lnTo>
                <a:lnTo>
                  <a:pt x="600075" y="1752600"/>
                </a:lnTo>
                <a:lnTo>
                  <a:pt x="590550" y="1752600"/>
                </a:lnTo>
                <a:close/>
                <a:moveTo>
                  <a:pt x="1104900" y="1743075"/>
                </a:moveTo>
                <a:lnTo>
                  <a:pt x="1114425" y="1743075"/>
                </a:lnTo>
                <a:lnTo>
                  <a:pt x="1114425" y="1752600"/>
                </a:lnTo>
                <a:lnTo>
                  <a:pt x="1133475" y="1752600"/>
                </a:lnTo>
                <a:lnTo>
                  <a:pt x="1133475" y="1762125"/>
                </a:lnTo>
                <a:lnTo>
                  <a:pt x="1143000" y="1762125"/>
                </a:lnTo>
                <a:lnTo>
                  <a:pt x="1143000" y="1771650"/>
                </a:lnTo>
                <a:lnTo>
                  <a:pt x="1123950" y="1771650"/>
                </a:lnTo>
                <a:lnTo>
                  <a:pt x="1123950" y="1781175"/>
                </a:lnTo>
                <a:lnTo>
                  <a:pt x="1133475" y="1781175"/>
                </a:lnTo>
                <a:lnTo>
                  <a:pt x="1133475" y="1790700"/>
                </a:lnTo>
                <a:lnTo>
                  <a:pt x="1104900" y="1790700"/>
                </a:lnTo>
                <a:lnTo>
                  <a:pt x="1104900" y="1781175"/>
                </a:lnTo>
                <a:lnTo>
                  <a:pt x="1095375" y="1781175"/>
                </a:lnTo>
                <a:lnTo>
                  <a:pt x="1095375" y="1762125"/>
                </a:lnTo>
                <a:lnTo>
                  <a:pt x="1104900" y="1762125"/>
                </a:lnTo>
                <a:close/>
                <a:moveTo>
                  <a:pt x="1228725" y="1752600"/>
                </a:moveTo>
                <a:lnTo>
                  <a:pt x="1238250" y="1752600"/>
                </a:lnTo>
                <a:lnTo>
                  <a:pt x="1238250" y="1762125"/>
                </a:lnTo>
                <a:lnTo>
                  <a:pt x="1228725" y="1762125"/>
                </a:lnTo>
                <a:close/>
                <a:moveTo>
                  <a:pt x="590550" y="1762125"/>
                </a:moveTo>
                <a:lnTo>
                  <a:pt x="600075" y="1762125"/>
                </a:lnTo>
                <a:lnTo>
                  <a:pt x="600075" y="1781175"/>
                </a:lnTo>
                <a:lnTo>
                  <a:pt x="581025" y="1781175"/>
                </a:lnTo>
                <a:lnTo>
                  <a:pt x="581025" y="1771650"/>
                </a:lnTo>
                <a:lnTo>
                  <a:pt x="590550" y="1771650"/>
                </a:lnTo>
                <a:close/>
                <a:moveTo>
                  <a:pt x="847725" y="1762125"/>
                </a:moveTo>
                <a:lnTo>
                  <a:pt x="857250" y="1762125"/>
                </a:lnTo>
                <a:lnTo>
                  <a:pt x="857250" y="1771650"/>
                </a:lnTo>
                <a:lnTo>
                  <a:pt x="866775" y="1771650"/>
                </a:lnTo>
                <a:lnTo>
                  <a:pt x="866775" y="1781175"/>
                </a:lnTo>
                <a:lnTo>
                  <a:pt x="857250" y="1781175"/>
                </a:lnTo>
                <a:lnTo>
                  <a:pt x="857250" y="1790700"/>
                </a:lnTo>
                <a:lnTo>
                  <a:pt x="847725" y="1790700"/>
                </a:lnTo>
                <a:lnTo>
                  <a:pt x="847725" y="1800225"/>
                </a:lnTo>
                <a:lnTo>
                  <a:pt x="838200" y="1800225"/>
                </a:lnTo>
                <a:lnTo>
                  <a:pt x="838200" y="1771650"/>
                </a:lnTo>
                <a:lnTo>
                  <a:pt x="847725" y="1771650"/>
                </a:lnTo>
                <a:close/>
                <a:moveTo>
                  <a:pt x="1162050" y="1762125"/>
                </a:moveTo>
                <a:lnTo>
                  <a:pt x="1228725" y="1762125"/>
                </a:lnTo>
                <a:lnTo>
                  <a:pt x="1228725" y="1771650"/>
                </a:lnTo>
                <a:lnTo>
                  <a:pt x="1209675" y="1771650"/>
                </a:lnTo>
                <a:lnTo>
                  <a:pt x="1209675" y="1781175"/>
                </a:lnTo>
                <a:lnTo>
                  <a:pt x="1190625" y="1781175"/>
                </a:lnTo>
                <a:lnTo>
                  <a:pt x="1190625" y="1790700"/>
                </a:lnTo>
                <a:lnTo>
                  <a:pt x="1209675" y="1790700"/>
                </a:lnTo>
                <a:lnTo>
                  <a:pt x="1209675" y="1800225"/>
                </a:lnTo>
                <a:lnTo>
                  <a:pt x="1181100" y="1800225"/>
                </a:lnTo>
                <a:lnTo>
                  <a:pt x="1181100" y="1781175"/>
                </a:lnTo>
                <a:lnTo>
                  <a:pt x="1152525" y="1781175"/>
                </a:lnTo>
                <a:lnTo>
                  <a:pt x="1152525" y="1771650"/>
                </a:lnTo>
                <a:lnTo>
                  <a:pt x="1162050" y="1771650"/>
                </a:lnTo>
                <a:close/>
                <a:moveTo>
                  <a:pt x="809625" y="1771650"/>
                </a:moveTo>
                <a:lnTo>
                  <a:pt x="819150" y="1771650"/>
                </a:lnTo>
                <a:lnTo>
                  <a:pt x="819150" y="1781175"/>
                </a:lnTo>
                <a:lnTo>
                  <a:pt x="809625" y="1781175"/>
                </a:lnTo>
                <a:close/>
                <a:moveTo>
                  <a:pt x="1047750" y="1771650"/>
                </a:moveTo>
                <a:lnTo>
                  <a:pt x="1057275" y="1771650"/>
                </a:lnTo>
                <a:lnTo>
                  <a:pt x="1057275" y="1790700"/>
                </a:lnTo>
                <a:lnTo>
                  <a:pt x="1076325" y="1790700"/>
                </a:lnTo>
                <a:lnTo>
                  <a:pt x="1076325" y="1800225"/>
                </a:lnTo>
                <a:lnTo>
                  <a:pt x="1047750" y="1800225"/>
                </a:lnTo>
                <a:close/>
                <a:moveTo>
                  <a:pt x="1543050" y="1771650"/>
                </a:moveTo>
                <a:lnTo>
                  <a:pt x="1552575" y="1771650"/>
                </a:lnTo>
                <a:lnTo>
                  <a:pt x="1552575" y="1781175"/>
                </a:lnTo>
                <a:lnTo>
                  <a:pt x="1543050" y="1781175"/>
                </a:lnTo>
                <a:close/>
                <a:moveTo>
                  <a:pt x="1238250" y="1781175"/>
                </a:moveTo>
                <a:lnTo>
                  <a:pt x="1276350" y="1781175"/>
                </a:lnTo>
                <a:lnTo>
                  <a:pt x="1276350" y="1800225"/>
                </a:lnTo>
                <a:lnTo>
                  <a:pt x="1238250" y="1800225"/>
                </a:lnTo>
                <a:close/>
                <a:moveTo>
                  <a:pt x="619125" y="1790700"/>
                </a:moveTo>
                <a:lnTo>
                  <a:pt x="628650" y="1790700"/>
                </a:lnTo>
                <a:lnTo>
                  <a:pt x="628650" y="1781175"/>
                </a:lnTo>
                <a:lnTo>
                  <a:pt x="619125" y="1781175"/>
                </a:lnTo>
                <a:close/>
                <a:moveTo>
                  <a:pt x="752475" y="1790700"/>
                </a:moveTo>
                <a:lnTo>
                  <a:pt x="771525" y="1790700"/>
                </a:lnTo>
                <a:lnTo>
                  <a:pt x="771525" y="1809750"/>
                </a:lnTo>
                <a:lnTo>
                  <a:pt x="762000" y="1809750"/>
                </a:lnTo>
                <a:lnTo>
                  <a:pt x="762000" y="1800225"/>
                </a:lnTo>
                <a:lnTo>
                  <a:pt x="752475" y="1800225"/>
                </a:lnTo>
                <a:close/>
                <a:moveTo>
                  <a:pt x="342900" y="1800225"/>
                </a:moveTo>
                <a:lnTo>
                  <a:pt x="371475" y="1800225"/>
                </a:lnTo>
                <a:lnTo>
                  <a:pt x="371475" y="1819275"/>
                </a:lnTo>
                <a:lnTo>
                  <a:pt x="361950" y="1819275"/>
                </a:lnTo>
                <a:lnTo>
                  <a:pt x="361950" y="1838325"/>
                </a:lnTo>
                <a:lnTo>
                  <a:pt x="352425" y="1838325"/>
                </a:lnTo>
                <a:lnTo>
                  <a:pt x="352425" y="1857375"/>
                </a:lnTo>
                <a:lnTo>
                  <a:pt x="342900" y="1857375"/>
                </a:lnTo>
                <a:lnTo>
                  <a:pt x="342900" y="1866900"/>
                </a:lnTo>
                <a:lnTo>
                  <a:pt x="361950" y="1866900"/>
                </a:lnTo>
                <a:lnTo>
                  <a:pt x="361950" y="1876425"/>
                </a:lnTo>
                <a:lnTo>
                  <a:pt x="371475" y="1876425"/>
                </a:lnTo>
                <a:lnTo>
                  <a:pt x="371475" y="1914525"/>
                </a:lnTo>
                <a:lnTo>
                  <a:pt x="381000" y="1914525"/>
                </a:lnTo>
                <a:lnTo>
                  <a:pt x="381000" y="1924050"/>
                </a:lnTo>
                <a:lnTo>
                  <a:pt x="371475" y="1924050"/>
                </a:lnTo>
                <a:lnTo>
                  <a:pt x="371475" y="1933575"/>
                </a:lnTo>
                <a:lnTo>
                  <a:pt x="381000" y="1933575"/>
                </a:lnTo>
                <a:lnTo>
                  <a:pt x="381000" y="1943100"/>
                </a:lnTo>
                <a:lnTo>
                  <a:pt x="371475" y="1943100"/>
                </a:lnTo>
                <a:lnTo>
                  <a:pt x="371475" y="1962150"/>
                </a:lnTo>
                <a:lnTo>
                  <a:pt x="352425" y="1962150"/>
                </a:lnTo>
                <a:lnTo>
                  <a:pt x="352425" y="1971675"/>
                </a:lnTo>
                <a:lnTo>
                  <a:pt x="342900" y="1971675"/>
                </a:lnTo>
                <a:lnTo>
                  <a:pt x="342900" y="1981200"/>
                </a:lnTo>
                <a:lnTo>
                  <a:pt x="333375" y="1981200"/>
                </a:lnTo>
                <a:lnTo>
                  <a:pt x="333375" y="1990725"/>
                </a:lnTo>
                <a:lnTo>
                  <a:pt x="323850" y="1990725"/>
                </a:lnTo>
                <a:lnTo>
                  <a:pt x="323850" y="1943100"/>
                </a:lnTo>
                <a:lnTo>
                  <a:pt x="314325" y="1943100"/>
                </a:lnTo>
                <a:lnTo>
                  <a:pt x="314325" y="1933575"/>
                </a:lnTo>
                <a:lnTo>
                  <a:pt x="304800" y="1933575"/>
                </a:lnTo>
                <a:lnTo>
                  <a:pt x="304800" y="1914525"/>
                </a:lnTo>
                <a:lnTo>
                  <a:pt x="314325" y="1914525"/>
                </a:lnTo>
                <a:lnTo>
                  <a:pt x="314325" y="1866900"/>
                </a:lnTo>
                <a:lnTo>
                  <a:pt x="304800" y="1866900"/>
                </a:lnTo>
                <a:lnTo>
                  <a:pt x="304800" y="1838325"/>
                </a:lnTo>
                <a:lnTo>
                  <a:pt x="314325" y="1838325"/>
                </a:lnTo>
                <a:lnTo>
                  <a:pt x="314325" y="1809750"/>
                </a:lnTo>
                <a:lnTo>
                  <a:pt x="342900" y="1809750"/>
                </a:lnTo>
                <a:close/>
                <a:moveTo>
                  <a:pt x="800100" y="1800225"/>
                </a:moveTo>
                <a:lnTo>
                  <a:pt x="809625" y="1800225"/>
                </a:lnTo>
                <a:lnTo>
                  <a:pt x="809625" y="1809750"/>
                </a:lnTo>
                <a:lnTo>
                  <a:pt x="800100" y="1809750"/>
                </a:lnTo>
                <a:close/>
                <a:moveTo>
                  <a:pt x="1104900" y="1800225"/>
                </a:moveTo>
                <a:lnTo>
                  <a:pt x="1114425" y="1800225"/>
                </a:lnTo>
                <a:lnTo>
                  <a:pt x="1114425" y="1809750"/>
                </a:lnTo>
                <a:lnTo>
                  <a:pt x="1104900" y="1809750"/>
                </a:lnTo>
                <a:close/>
                <a:moveTo>
                  <a:pt x="752475" y="1809750"/>
                </a:moveTo>
                <a:lnTo>
                  <a:pt x="762000" y="1809750"/>
                </a:lnTo>
                <a:lnTo>
                  <a:pt x="762000" y="1819275"/>
                </a:lnTo>
                <a:lnTo>
                  <a:pt x="752475" y="1819275"/>
                </a:lnTo>
                <a:close/>
                <a:moveTo>
                  <a:pt x="809625" y="1809750"/>
                </a:moveTo>
                <a:lnTo>
                  <a:pt x="828675" y="1809750"/>
                </a:lnTo>
                <a:lnTo>
                  <a:pt x="828675" y="1819275"/>
                </a:lnTo>
                <a:lnTo>
                  <a:pt x="809625" y="1819275"/>
                </a:lnTo>
                <a:close/>
                <a:moveTo>
                  <a:pt x="1514475" y="1809750"/>
                </a:moveTo>
                <a:lnTo>
                  <a:pt x="1524000" y="1809750"/>
                </a:lnTo>
                <a:lnTo>
                  <a:pt x="1524000" y="1819275"/>
                </a:lnTo>
                <a:lnTo>
                  <a:pt x="1514475" y="1819275"/>
                </a:lnTo>
                <a:close/>
                <a:moveTo>
                  <a:pt x="857250" y="1819275"/>
                </a:moveTo>
                <a:lnTo>
                  <a:pt x="866775" y="1819275"/>
                </a:lnTo>
                <a:lnTo>
                  <a:pt x="866775" y="1828800"/>
                </a:lnTo>
                <a:lnTo>
                  <a:pt x="857250" y="1828800"/>
                </a:lnTo>
                <a:close/>
                <a:moveTo>
                  <a:pt x="1076325" y="1819275"/>
                </a:moveTo>
                <a:lnTo>
                  <a:pt x="1104900" y="1819275"/>
                </a:lnTo>
                <a:lnTo>
                  <a:pt x="1104900" y="1838325"/>
                </a:lnTo>
                <a:lnTo>
                  <a:pt x="1095375" y="1838325"/>
                </a:lnTo>
                <a:lnTo>
                  <a:pt x="1095375" y="1857375"/>
                </a:lnTo>
                <a:lnTo>
                  <a:pt x="1104900" y="1857375"/>
                </a:lnTo>
                <a:lnTo>
                  <a:pt x="1104900" y="1866900"/>
                </a:lnTo>
                <a:lnTo>
                  <a:pt x="1114425" y="1866900"/>
                </a:lnTo>
                <a:lnTo>
                  <a:pt x="1114425" y="1895475"/>
                </a:lnTo>
                <a:lnTo>
                  <a:pt x="1104900" y="1895475"/>
                </a:lnTo>
                <a:lnTo>
                  <a:pt x="1104900" y="1905000"/>
                </a:lnTo>
                <a:lnTo>
                  <a:pt x="1114425" y="1905000"/>
                </a:lnTo>
                <a:lnTo>
                  <a:pt x="1114425" y="1914525"/>
                </a:lnTo>
                <a:lnTo>
                  <a:pt x="1104900" y="1914525"/>
                </a:lnTo>
                <a:lnTo>
                  <a:pt x="1104900" y="1971675"/>
                </a:lnTo>
                <a:lnTo>
                  <a:pt x="1085850" y="1971675"/>
                </a:lnTo>
                <a:lnTo>
                  <a:pt x="1085850" y="1962150"/>
                </a:lnTo>
                <a:lnTo>
                  <a:pt x="1066800" y="1962150"/>
                </a:lnTo>
                <a:lnTo>
                  <a:pt x="1066800" y="1952625"/>
                </a:lnTo>
                <a:lnTo>
                  <a:pt x="1057275" y="1952625"/>
                </a:lnTo>
                <a:lnTo>
                  <a:pt x="1057275" y="1943100"/>
                </a:lnTo>
                <a:lnTo>
                  <a:pt x="1047750" y="1943100"/>
                </a:lnTo>
                <a:lnTo>
                  <a:pt x="1047750" y="1933575"/>
                </a:lnTo>
                <a:lnTo>
                  <a:pt x="1038225" y="1933575"/>
                </a:lnTo>
                <a:lnTo>
                  <a:pt x="1038225" y="1924050"/>
                </a:lnTo>
                <a:lnTo>
                  <a:pt x="1047750" y="1924050"/>
                </a:lnTo>
                <a:lnTo>
                  <a:pt x="1047750" y="1914525"/>
                </a:lnTo>
                <a:lnTo>
                  <a:pt x="1057275" y="1914525"/>
                </a:lnTo>
                <a:lnTo>
                  <a:pt x="1057275" y="1905000"/>
                </a:lnTo>
                <a:lnTo>
                  <a:pt x="1066800" y="1905000"/>
                </a:lnTo>
                <a:lnTo>
                  <a:pt x="1066800" y="1885950"/>
                </a:lnTo>
                <a:lnTo>
                  <a:pt x="1047750" y="1885950"/>
                </a:lnTo>
                <a:lnTo>
                  <a:pt x="1047750" y="1866900"/>
                </a:lnTo>
                <a:lnTo>
                  <a:pt x="1066800" y="1866900"/>
                </a:lnTo>
                <a:lnTo>
                  <a:pt x="1066800" y="1847850"/>
                </a:lnTo>
                <a:lnTo>
                  <a:pt x="1076325" y="1847850"/>
                </a:lnTo>
                <a:close/>
                <a:moveTo>
                  <a:pt x="1647825" y="1819275"/>
                </a:moveTo>
                <a:lnTo>
                  <a:pt x="1657350" y="1819275"/>
                </a:lnTo>
                <a:lnTo>
                  <a:pt x="1657350" y="1828800"/>
                </a:lnTo>
                <a:lnTo>
                  <a:pt x="1647825" y="1828800"/>
                </a:lnTo>
                <a:close/>
                <a:moveTo>
                  <a:pt x="400050" y="1828800"/>
                </a:moveTo>
                <a:lnTo>
                  <a:pt x="428625" y="1828800"/>
                </a:lnTo>
                <a:lnTo>
                  <a:pt x="428625" y="1838325"/>
                </a:lnTo>
                <a:lnTo>
                  <a:pt x="438150" y="1838325"/>
                </a:lnTo>
                <a:lnTo>
                  <a:pt x="438150" y="1847850"/>
                </a:lnTo>
                <a:lnTo>
                  <a:pt x="476250" y="1847850"/>
                </a:lnTo>
                <a:lnTo>
                  <a:pt x="476250" y="1857375"/>
                </a:lnTo>
                <a:lnTo>
                  <a:pt x="457200" y="1857375"/>
                </a:lnTo>
                <a:lnTo>
                  <a:pt x="457200" y="1866900"/>
                </a:lnTo>
                <a:lnTo>
                  <a:pt x="390525" y="1866900"/>
                </a:lnTo>
                <a:lnTo>
                  <a:pt x="390525" y="1857375"/>
                </a:lnTo>
                <a:lnTo>
                  <a:pt x="381000" y="1857375"/>
                </a:lnTo>
                <a:lnTo>
                  <a:pt x="381000" y="1866900"/>
                </a:lnTo>
                <a:lnTo>
                  <a:pt x="371475" y="1866900"/>
                </a:lnTo>
                <a:lnTo>
                  <a:pt x="371475" y="1847850"/>
                </a:lnTo>
                <a:lnTo>
                  <a:pt x="390525" y="1847850"/>
                </a:lnTo>
                <a:lnTo>
                  <a:pt x="390525" y="1838325"/>
                </a:lnTo>
                <a:lnTo>
                  <a:pt x="400050" y="1838325"/>
                </a:lnTo>
                <a:close/>
                <a:moveTo>
                  <a:pt x="914400" y="1828800"/>
                </a:moveTo>
                <a:lnTo>
                  <a:pt x="923925" y="1828800"/>
                </a:lnTo>
                <a:lnTo>
                  <a:pt x="923925" y="1838325"/>
                </a:lnTo>
                <a:lnTo>
                  <a:pt x="914400" y="1838325"/>
                </a:lnTo>
                <a:close/>
                <a:moveTo>
                  <a:pt x="923925" y="1838325"/>
                </a:moveTo>
                <a:lnTo>
                  <a:pt x="933450" y="1838325"/>
                </a:lnTo>
                <a:lnTo>
                  <a:pt x="933450" y="1857375"/>
                </a:lnTo>
                <a:lnTo>
                  <a:pt x="923925" y="1857375"/>
                </a:lnTo>
                <a:close/>
                <a:moveTo>
                  <a:pt x="1524000" y="1838325"/>
                </a:moveTo>
                <a:lnTo>
                  <a:pt x="1543050" y="1838325"/>
                </a:lnTo>
                <a:lnTo>
                  <a:pt x="1543050" y="1847850"/>
                </a:lnTo>
                <a:lnTo>
                  <a:pt x="1524000" y="1847850"/>
                </a:lnTo>
                <a:close/>
                <a:moveTo>
                  <a:pt x="1343025" y="1847850"/>
                </a:moveTo>
                <a:lnTo>
                  <a:pt x="1352550" y="1847850"/>
                </a:lnTo>
                <a:lnTo>
                  <a:pt x="1352550" y="1866900"/>
                </a:lnTo>
                <a:lnTo>
                  <a:pt x="1333500" y="1866900"/>
                </a:lnTo>
                <a:lnTo>
                  <a:pt x="1333500" y="1857375"/>
                </a:lnTo>
                <a:lnTo>
                  <a:pt x="1343025" y="1857375"/>
                </a:lnTo>
                <a:close/>
                <a:moveTo>
                  <a:pt x="1371600" y="1847850"/>
                </a:moveTo>
                <a:lnTo>
                  <a:pt x="1381125" y="1847850"/>
                </a:lnTo>
                <a:lnTo>
                  <a:pt x="1381125" y="1857375"/>
                </a:lnTo>
                <a:lnTo>
                  <a:pt x="1390650" y="1857375"/>
                </a:lnTo>
                <a:lnTo>
                  <a:pt x="1390650" y="1847850"/>
                </a:lnTo>
                <a:lnTo>
                  <a:pt x="1409700" y="1847850"/>
                </a:lnTo>
                <a:lnTo>
                  <a:pt x="1409700" y="1857375"/>
                </a:lnTo>
                <a:lnTo>
                  <a:pt x="1390650" y="1857375"/>
                </a:lnTo>
                <a:lnTo>
                  <a:pt x="1390650" y="1866900"/>
                </a:lnTo>
                <a:lnTo>
                  <a:pt x="1371600" y="1866900"/>
                </a:lnTo>
                <a:close/>
                <a:moveTo>
                  <a:pt x="1438275" y="1847850"/>
                </a:moveTo>
                <a:lnTo>
                  <a:pt x="1447800" y="1847850"/>
                </a:lnTo>
                <a:lnTo>
                  <a:pt x="1447800" y="1857375"/>
                </a:lnTo>
                <a:lnTo>
                  <a:pt x="1438275" y="1857375"/>
                </a:lnTo>
                <a:close/>
                <a:moveTo>
                  <a:pt x="1476375" y="1847850"/>
                </a:moveTo>
                <a:lnTo>
                  <a:pt x="1485900" y="1847850"/>
                </a:lnTo>
                <a:lnTo>
                  <a:pt x="1485900" y="1866900"/>
                </a:lnTo>
                <a:lnTo>
                  <a:pt x="1476375" y="1866900"/>
                </a:lnTo>
                <a:close/>
                <a:moveTo>
                  <a:pt x="1543050" y="1847850"/>
                </a:moveTo>
                <a:lnTo>
                  <a:pt x="1562100" y="1847850"/>
                </a:lnTo>
                <a:lnTo>
                  <a:pt x="1562100" y="1857375"/>
                </a:lnTo>
                <a:lnTo>
                  <a:pt x="1571625" y="1857375"/>
                </a:lnTo>
                <a:lnTo>
                  <a:pt x="1571625" y="1847850"/>
                </a:lnTo>
                <a:lnTo>
                  <a:pt x="1590675" y="1847850"/>
                </a:lnTo>
                <a:lnTo>
                  <a:pt x="1590675" y="1857375"/>
                </a:lnTo>
                <a:lnTo>
                  <a:pt x="1600200" y="1857375"/>
                </a:lnTo>
                <a:lnTo>
                  <a:pt x="1600200" y="1895475"/>
                </a:lnTo>
                <a:lnTo>
                  <a:pt x="1590675" y="1895475"/>
                </a:lnTo>
                <a:lnTo>
                  <a:pt x="1590675" y="1876425"/>
                </a:lnTo>
                <a:lnTo>
                  <a:pt x="1581150" y="1876425"/>
                </a:lnTo>
                <a:lnTo>
                  <a:pt x="1581150" y="1885950"/>
                </a:lnTo>
                <a:lnTo>
                  <a:pt x="1552575" y="1885950"/>
                </a:lnTo>
                <a:lnTo>
                  <a:pt x="1552575" y="1866900"/>
                </a:lnTo>
                <a:lnTo>
                  <a:pt x="1543050" y="1866900"/>
                </a:lnTo>
                <a:lnTo>
                  <a:pt x="1543050" y="1876425"/>
                </a:lnTo>
                <a:lnTo>
                  <a:pt x="1533525" y="1876425"/>
                </a:lnTo>
                <a:lnTo>
                  <a:pt x="1533525" y="1857375"/>
                </a:lnTo>
                <a:lnTo>
                  <a:pt x="1543050" y="1857375"/>
                </a:lnTo>
                <a:close/>
                <a:moveTo>
                  <a:pt x="942975" y="1857375"/>
                </a:moveTo>
                <a:lnTo>
                  <a:pt x="952500" y="1857375"/>
                </a:lnTo>
                <a:lnTo>
                  <a:pt x="952500" y="1866900"/>
                </a:lnTo>
                <a:lnTo>
                  <a:pt x="942975" y="1866900"/>
                </a:lnTo>
                <a:close/>
                <a:moveTo>
                  <a:pt x="1076325" y="1857375"/>
                </a:moveTo>
                <a:lnTo>
                  <a:pt x="1085850" y="1857375"/>
                </a:lnTo>
                <a:lnTo>
                  <a:pt x="1085850" y="1847850"/>
                </a:lnTo>
                <a:lnTo>
                  <a:pt x="1076325" y="1847850"/>
                </a:lnTo>
                <a:close/>
                <a:moveTo>
                  <a:pt x="1181100" y="1857375"/>
                </a:moveTo>
                <a:lnTo>
                  <a:pt x="1200150" y="1857375"/>
                </a:lnTo>
                <a:lnTo>
                  <a:pt x="1200150" y="1876425"/>
                </a:lnTo>
                <a:lnTo>
                  <a:pt x="1171575" y="1876425"/>
                </a:lnTo>
                <a:lnTo>
                  <a:pt x="1171575" y="1866900"/>
                </a:lnTo>
                <a:lnTo>
                  <a:pt x="1181100" y="1866900"/>
                </a:lnTo>
                <a:close/>
                <a:moveTo>
                  <a:pt x="1619250" y="1857375"/>
                </a:moveTo>
                <a:lnTo>
                  <a:pt x="1638300" y="1857375"/>
                </a:lnTo>
                <a:lnTo>
                  <a:pt x="1638300" y="1866900"/>
                </a:lnTo>
                <a:lnTo>
                  <a:pt x="1619250" y="1866900"/>
                </a:lnTo>
                <a:close/>
                <a:moveTo>
                  <a:pt x="809625" y="1866900"/>
                </a:moveTo>
                <a:lnTo>
                  <a:pt x="819150" y="1866900"/>
                </a:lnTo>
                <a:lnTo>
                  <a:pt x="819150" y="1876425"/>
                </a:lnTo>
                <a:lnTo>
                  <a:pt x="809625" y="1876425"/>
                </a:lnTo>
                <a:close/>
                <a:moveTo>
                  <a:pt x="1657350" y="1866900"/>
                </a:moveTo>
                <a:lnTo>
                  <a:pt x="1666875" y="1866900"/>
                </a:lnTo>
                <a:lnTo>
                  <a:pt x="1666875" y="1895475"/>
                </a:lnTo>
                <a:lnTo>
                  <a:pt x="1657350" y="1895475"/>
                </a:lnTo>
                <a:lnTo>
                  <a:pt x="1657350" y="1885950"/>
                </a:lnTo>
                <a:lnTo>
                  <a:pt x="1647825" y="1885950"/>
                </a:lnTo>
                <a:lnTo>
                  <a:pt x="1647825" y="1876425"/>
                </a:lnTo>
                <a:lnTo>
                  <a:pt x="1657350" y="1876425"/>
                </a:lnTo>
                <a:close/>
                <a:moveTo>
                  <a:pt x="952500" y="1876425"/>
                </a:moveTo>
                <a:lnTo>
                  <a:pt x="962025" y="1876425"/>
                </a:lnTo>
                <a:lnTo>
                  <a:pt x="962025" y="1924050"/>
                </a:lnTo>
                <a:lnTo>
                  <a:pt x="952500" y="1924050"/>
                </a:lnTo>
                <a:lnTo>
                  <a:pt x="952500" y="1914525"/>
                </a:lnTo>
                <a:lnTo>
                  <a:pt x="942975" y="1914525"/>
                </a:lnTo>
                <a:lnTo>
                  <a:pt x="942975" y="1885950"/>
                </a:lnTo>
                <a:lnTo>
                  <a:pt x="952500" y="1885950"/>
                </a:lnTo>
                <a:close/>
                <a:moveTo>
                  <a:pt x="762000" y="1885950"/>
                </a:moveTo>
                <a:lnTo>
                  <a:pt x="771525" y="1885950"/>
                </a:lnTo>
                <a:lnTo>
                  <a:pt x="771525" y="1895475"/>
                </a:lnTo>
                <a:lnTo>
                  <a:pt x="781050" y="1895475"/>
                </a:lnTo>
                <a:lnTo>
                  <a:pt x="781050" y="1866900"/>
                </a:lnTo>
                <a:lnTo>
                  <a:pt x="771525" y="1866900"/>
                </a:lnTo>
                <a:lnTo>
                  <a:pt x="771525" y="1876425"/>
                </a:lnTo>
                <a:lnTo>
                  <a:pt x="762000" y="1876425"/>
                </a:lnTo>
                <a:close/>
                <a:moveTo>
                  <a:pt x="809625" y="1885950"/>
                </a:moveTo>
                <a:lnTo>
                  <a:pt x="819150" y="1885950"/>
                </a:lnTo>
                <a:lnTo>
                  <a:pt x="819150" y="1895475"/>
                </a:lnTo>
                <a:lnTo>
                  <a:pt x="809625" y="1895475"/>
                </a:lnTo>
                <a:close/>
                <a:moveTo>
                  <a:pt x="866775" y="1885950"/>
                </a:moveTo>
                <a:lnTo>
                  <a:pt x="885825" y="1885950"/>
                </a:lnTo>
                <a:lnTo>
                  <a:pt x="885825" y="1895475"/>
                </a:lnTo>
                <a:lnTo>
                  <a:pt x="866775" y="1895475"/>
                </a:lnTo>
                <a:close/>
                <a:moveTo>
                  <a:pt x="1466850" y="1885950"/>
                </a:moveTo>
                <a:lnTo>
                  <a:pt x="1476375" y="1885950"/>
                </a:lnTo>
                <a:lnTo>
                  <a:pt x="1476375" y="1895475"/>
                </a:lnTo>
                <a:lnTo>
                  <a:pt x="1466850" y="1895475"/>
                </a:lnTo>
                <a:close/>
                <a:moveTo>
                  <a:pt x="904875" y="1895475"/>
                </a:moveTo>
                <a:lnTo>
                  <a:pt x="923925" y="1895475"/>
                </a:lnTo>
                <a:lnTo>
                  <a:pt x="923925" y="1905000"/>
                </a:lnTo>
                <a:lnTo>
                  <a:pt x="914400" y="1905000"/>
                </a:lnTo>
                <a:lnTo>
                  <a:pt x="914400" y="1914525"/>
                </a:lnTo>
                <a:lnTo>
                  <a:pt x="885825" y="1914525"/>
                </a:lnTo>
                <a:lnTo>
                  <a:pt x="885825" y="1924050"/>
                </a:lnTo>
                <a:lnTo>
                  <a:pt x="876300" y="1924050"/>
                </a:lnTo>
                <a:lnTo>
                  <a:pt x="876300" y="1933575"/>
                </a:lnTo>
                <a:lnTo>
                  <a:pt x="866775" y="1933575"/>
                </a:lnTo>
                <a:lnTo>
                  <a:pt x="866775" y="1943100"/>
                </a:lnTo>
                <a:lnTo>
                  <a:pt x="857250" y="1943100"/>
                </a:lnTo>
                <a:lnTo>
                  <a:pt x="857250" y="1952625"/>
                </a:lnTo>
                <a:lnTo>
                  <a:pt x="847725" y="1952625"/>
                </a:lnTo>
                <a:lnTo>
                  <a:pt x="847725" y="1962150"/>
                </a:lnTo>
                <a:lnTo>
                  <a:pt x="857250" y="1962150"/>
                </a:lnTo>
                <a:lnTo>
                  <a:pt x="857250" y="1971675"/>
                </a:lnTo>
                <a:lnTo>
                  <a:pt x="866775" y="1971675"/>
                </a:lnTo>
                <a:lnTo>
                  <a:pt x="866775" y="1962150"/>
                </a:lnTo>
                <a:lnTo>
                  <a:pt x="885825" y="1962150"/>
                </a:lnTo>
                <a:lnTo>
                  <a:pt x="885825" y="1952625"/>
                </a:lnTo>
                <a:lnTo>
                  <a:pt x="895350" y="1952625"/>
                </a:lnTo>
                <a:lnTo>
                  <a:pt x="895350" y="1933575"/>
                </a:lnTo>
                <a:lnTo>
                  <a:pt x="933450" y="1933575"/>
                </a:lnTo>
                <a:lnTo>
                  <a:pt x="933450" y="1943100"/>
                </a:lnTo>
                <a:lnTo>
                  <a:pt x="952500" y="1943100"/>
                </a:lnTo>
                <a:lnTo>
                  <a:pt x="952500" y="1952625"/>
                </a:lnTo>
                <a:lnTo>
                  <a:pt x="962025" y="1952625"/>
                </a:lnTo>
                <a:lnTo>
                  <a:pt x="962025" y="1962150"/>
                </a:lnTo>
                <a:lnTo>
                  <a:pt x="952500" y="1962150"/>
                </a:lnTo>
                <a:lnTo>
                  <a:pt x="952500" y="1971675"/>
                </a:lnTo>
                <a:lnTo>
                  <a:pt x="942975" y="1971675"/>
                </a:lnTo>
                <a:lnTo>
                  <a:pt x="942975" y="1962150"/>
                </a:lnTo>
                <a:lnTo>
                  <a:pt x="933450" y="1962150"/>
                </a:lnTo>
                <a:lnTo>
                  <a:pt x="933450" y="1971675"/>
                </a:lnTo>
                <a:lnTo>
                  <a:pt x="923925" y="1971675"/>
                </a:lnTo>
                <a:lnTo>
                  <a:pt x="923925" y="1990725"/>
                </a:lnTo>
                <a:lnTo>
                  <a:pt x="942975" y="1990725"/>
                </a:lnTo>
                <a:lnTo>
                  <a:pt x="942975" y="2000250"/>
                </a:lnTo>
                <a:lnTo>
                  <a:pt x="952500" y="2000250"/>
                </a:lnTo>
                <a:lnTo>
                  <a:pt x="952500" y="1990725"/>
                </a:lnTo>
                <a:lnTo>
                  <a:pt x="962025" y="1990725"/>
                </a:lnTo>
                <a:lnTo>
                  <a:pt x="962025" y="2019300"/>
                </a:lnTo>
                <a:lnTo>
                  <a:pt x="942975" y="2019300"/>
                </a:lnTo>
                <a:lnTo>
                  <a:pt x="942975" y="2009775"/>
                </a:lnTo>
                <a:lnTo>
                  <a:pt x="923925" y="2009775"/>
                </a:lnTo>
                <a:lnTo>
                  <a:pt x="923925" y="2019300"/>
                </a:lnTo>
                <a:lnTo>
                  <a:pt x="914400" y="2019300"/>
                </a:lnTo>
                <a:lnTo>
                  <a:pt x="914400" y="2009775"/>
                </a:lnTo>
                <a:lnTo>
                  <a:pt x="895350" y="2009775"/>
                </a:lnTo>
                <a:lnTo>
                  <a:pt x="895350" y="2019300"/>
                </a:lnTo>
                <a:lnTo>
                  <a:pt x="885825" y="2019300"/>
                </a:lnTo>
                <a:lnTo>
                  <a:pt x="885825" y="2000250"/>
                </a:lnTo>
                <a:lnTo>
                  <a:pt x="895350" y="2000250"/>
                </a:lnTo>
                <a:lnTo>
                  <a:pt x="895350" y="1981200"/>
                </a:lnTo>
                <a:lnTo>
                  <a:pt x="885825" y="1981200"/>
                </a:lnTo>
                <a:lnTo>
                  <a:pt x="885825" y="1971675"/>
                </a:lnTo>
                <a:lnTo>
                  <a:pt x="866775" y="1971675"/>
                </a:lnTo>
                <a:lnTo>
                  <a:pt x="866775" y="1990725"/>
                </a:lnTo>
                <a:lnTo>
                  <a:pt x="857250" y="1990725"/>
                </a:lnTo>
                <a:lnTo>
                  <a:pt x="857250" y="2000250"/>
                </a:lnTo>
                <a:lnTo>
                  <a:pt x="847725" y="2000250"/>
                </a:lnTo>
                <a:lnTo>
                  <a:pt x="847725" y="2009775"/>
                </a:lnTo>
                <a:lnTo>
                  <a:pt x="838200" y="2009775"/>
                </a:lnTo>
                <a:lnTo>
                  <a:pt x="838200" y="2000250"/>
                </a:lnTo>
                <a:lnTo>
                  <a:pt x="809625" y="2000250"/>
                </a:lnTo>
                <a:lnTo>
                  <a:pt x="809625" y="2028825"/>
                </a:lnTo>
                <a:lnTo>
                  <a:pt x="828675" y="2028825"/>
                </a:lnTo>
                <a:lnTo>
                  <a:pt x="828675" y="2019300"/>
                </a:lnTo>
                <a:lnTo>
                  <a:pt x="838200" y="2019300"/>
                </a:lnTo>
                <a:lnTo>
                  <a:pt x="838200" y="2028825"/>
                </a:lnTo>
                <a:lnTo>
                  <a:pt x="866775" y="2028825"/>
                </a:lnTo>
                <a:lnTo>
                  <a:pt x="866775" y="2038350"/>
                </a:lnTo>
                <a:lnTo>
                  <a:pt x="876300" y="2038350"/>
                </a:lnTo>
                <a:lnTo>
                  <a:pt x="876300" y="2047875"/>
                </a:lnTo>
                <a:lnTo>
                  <a:pt x="866775" y="2047875"/>
                </a:lnTo>
                <a:lnTo>
                  <a:pt x="866775" y="2057400"/>
                </a:lnTo>
                <a:lnTo>
                  <a:pt x="857250" y="2057400"/>
                </a:lnTo>
                <a:lnTo>
                  <a:pt x="857250" y="2047875"/>
                </a:lnTo>
                <a:lnTo>
                  <a:pt x="847725" y="2047875"/>
                </a:lnTo>
                <a:lnTo>
                  <a:pt x="847725" y="2057400"/>
                </a:lnTo>
                <a:lnTo>
                  <a:pt x="838200" y="2057400"/>
                </a:lnTo>
                <a:lnTo>
                  <a:pt x="838200" y="2047875"/>
                </a:lnTo>
                <a:lnTo>
                  <a:pt x="828675" y="2047875"/>
                </a:lnTo>
                <a:lnTo>
                  <a:pt x="828675" y="2038350"/>
                </a:lnTo>
                <a:lnTo>
                  <a:pt x="819150" y="2038350"/>
                </a:lnTo>
                <a:lnTo>
                  <a:pt x="819150" y="2057400"/>
                </a:lnTo>
                <a:lnTo>
                  <a:pt x="790575" y="2057400"/>
                </a:lnTo>
                <a:lnTo>
                  <a:pt x="790575" y="2047875"/>
                </a:lnTo>
                <a:lnTo>
                  <a:pt x="800100" y="2047875"/>
                </a:lnTo>
                <a:lnTo>
                  <a:pt x="800100" y="2028825"/>
                </a:lnTo>
                <a:lnTo>
                  <a:pt x="762000" y="2028825"/>
                </a:lnTo>
                <a:lnTo>
                  <a:pt x="762000" y="2019300"/>
                </a:lnTo>
                <a:lnTo>
                  <a:pt x="742950" y="2019300"/>
                </a:lnTo>
                <a:lnTo>
                  <a:pt x="742950" y="2009775"/>
                </a:lnTo>
                <a:lnTo>
                  <a:pt x="733425" y="2009775"/>
                </a:lnTo>
                <a:lnTo>
                  <a:pt x="733425" y="2000250"/>
                </a:lnTo>
                <a:lnTo>
                  <a:pt x="762000" y="2000250"/>
                </a:lnTo>
                <a:lnTo>
                  <a:pt x="762000" y="1990725"/>
                </a:lnTo>
                <a:lnTo>
                  <a:pt x="790575" y="1990725"/>
                </a:lnTo>
                <a:lnTo>
                  <a:pt x="790575" y="1981200"/>
                </a:lnTo>
                <a:lnTo>
                  <a:pt x="800100" y="1981200"/>
                </a:lnTo>
                <a:lnTo>
                  <a:pt x="800100" y="1990725"/>
                </a:lnTo>
                <a:lnTo>
                  <a:pt x="819150" y="1990725"/>
                </a:lnTo>
                <a:lnTo>
                  <a:pt x="819150" y="1981200"/>
                </a:lnTo>
                <a:lnTo>
                  <a:pt x="828675" y="1981200"/>
                </a:lnTo>
                <a:lnTo>
                  <a:pt x="828675" y="1943100"/>
                </a:lnTo>
                <a:lnTo>
                  <a:pt x="819150" y="1943100"/>
                </a:lnTo>
                <a:lnTo>
                  <a:pt x="819150" y="1933575"/>
                </a:lnTo>
                <a:lnTo>
                  <a:pt x="828675" y="1933575"/>
                </a:lnTo>
                <a:lnTo>
                  <a:pt x="828675" y="1924050"/>
                </a:lnTo>
                <a:lnTo>
                  <a:pt x="838200" y="1924050"/>
                </a:lnTo>
                <a:lnTo>
                  <a:pt x="838200" y="1914525"/>
                </a:lnTo>
                <a:lnTo>
                  <a:pt x="847725" y="1914525"/>
                </a:lnTo>
                <a:lnTo>
                  <a:pt x="847725" y="1905000"/>
                </a:lnTo>
                <a:lnTo>
                  <a:pt x="904875" y="1905000"/>
                </a:lnTo>
                <a:close/>
                <a:moveTo>
                  <a:pt x="1476375" y="1895475"/>
                </a:moveTo>
                <a:lnTo>
                  <a:pt x="1485900" y="1895475"/>
                </a:lnTo>
                <a:lnTo>
                  <a:pt x="1485900" y="1905000"/>
                </a:lnTo>
                <a:lnTo>
                  <a:pt x="1476375" y="1905000"/>
                </a:lnTo>
                <a:close/>
                <a:moveTo>
                  <a:pt x="1371600" y="1905000"/>
                </a:moveTo>
                <a:lnTo>
                  <a:pt x="1390650" y="1905000"/>
                </a:lnTo>
                <a:lnTo>
                  <a:pt x="1390650" y="1914525"/>
                </a:lnTo>
                <a:lnTo>
                  <a:pt x="1371600" y="1914525"/>
                </a:lnTo>
                <a:close/>
                <a:moveTo>
                  <a:pt x="1419225" y="1905000"/>
                </a:moveTo>
                <a:lnTo>
                  <a:pt x="1438275" y="1905000"/>
                </a:lnTo>
                <a:lnTo>
                  <a:pt x="1438275" y="1914525"/>
                </a:lnTo>
                <a:lnTo>
                  <a:pt x="1476375" y="1914525"/>
                </a:lnTo>
                <a:lnTo>
                  <a:pt x="1476375" y="1933575"/>
                </a:lnTo>
                <a:lnTo>
                  <a:pt x="1466850" y="1933575"/>
                </a:lnTo>
                <a:lnTo>
                  <a:pt x="1466850" y="1924050"/>
                </a:lnTo>
                <a:lnTo>
                  <a:pt x="1457325" y="1924050"/>
                </a:lnTo>
                <a:lnTo>
                  <a:pt x="1457325" y="1962150"/>
                </a:lnTo>
                <a:lnTo>
                  <a:pt x="1466850" y="1962150"/>
                </a:lnTo>
                <a:lnTo>
                  <a:pt x="1466850" y="2000250"/>
                </a:lnTo>
                <a:lnTo>
                  <a:pt x="1457325" y="2000250"/>
                </a:lnTo>
                <a:lnTo>
                  <a:pt x="1457325" y="1990725"/>
                </a:lnTo>
                <a:lnTo>
                  <a:pt x="1447800" y="1990725"/>
                </a:lnTo>
                <a:lnTo>
                  <a:pt x="1447800" y="2000250"/>
                </a:lnTo>
                <a:lnTo>
                  <a:pt x="1428750" y="2000250"/>
                </a:lnTo>
                <a:lnTo>
                  <a:pt x="1428750" y="2009775"/>
                </a:lnTo>
                <a:lnTo>
                  <a:pt x="1409700" y="2009775"/>
                </a:lnTo>
                <a:lnTo>
                  <a:pt x="1409700" y="2019300"/>
                </a:lnTo>
                <a:lnTo>
                  <a:pt x="1400175" y="2019300"/>
                </a:lnTo>
                <a:lnTo>
                  <a:pt x="1400175" y="2028825"/>
                </a:lnTo>
                <a:lnTo>
                  <a:pt x="1409700" y="2028825"/>
                </a:lnTo>
                <a:lnTo>
                  <a:pt x="1409700" y="2047875"/>
                </a:lnTo>
                <a:lnTo>
                  <a:pt x="1390650" y="2047875"/>
                </a:lnTo>
                <a:lnTo>
                  <a:pt x="1390650" y="2019300"/>
                </a:lnTo>
                <a:lnTo>
                  <a:pt x="1362075" y="2019300"/>
                </a:lnTo>
                <a:lnTo>
                  <a:pt x="1362075" y="2047875"/>
                </a:lnTo>
                <a:lnTo>
                  <a:pt x="1352550" y="2047875"/>
                </a:lnTo>
                <a:lnTo>
                  <a:pt x="1352550" y="2057400"/>
                </a:lnTo>
                <a:lnTo>
                  <a:pt x="1343025" y="2057400"/>
                </a:lnTo>
                <a:lnTo>
                  <a:pt x="1343025" y="2047875"/>
                </a:lnTo>
                <a:lnTo>
                  <a:pt x="1333500" y="2047875"/>
                </a:lnTo>
                <a:lnTo>
                  <a:pt x="1333500" y="2057400"/>
                </a:lnTo>
                <a:lnTo>
                  <a:pt x="1314450" y="2057400"/>
                </a:lnTo>
                <a:lnTo>
                  <a:pt x="1314450" y="2038350"/>
                </a:lnTo>
                <a:lnTo>
                  <a:pt x="1285875" y="2038350"/>
                </a:lnTo>
                <a:lnTo>
                  <a:pt x="1285875" y="2028825"/>
                </a:lnTo>
                <a:lnTo>
                  <a:pt x="1295400" y="2028825"/>
                </a:lnTo>
                <a:lnTo>
                  <a:pt x="1295400" y="2019300"/>
                </a:lnTo>
                <a:lnTo>
                  <a:pt x="1314450" y="2019300"/>
                </a:lnTo>
                <a:lnTo>
                  <a:pt x="1314450" y="1981200"/>
                </a:lnTo>
                <a:lnTo>
                  <a:pt x="1333500" y="1981200"/>
                </a:lnTo>
                <a:lnTo>
                  <a:pt x="1333500" y="2000250"/>
                </a:lnTo>
                <a:lnTo>
                  <a:pt x="1343025" y="2000250"/>
                </a:lnTo>
                <a:lnTo>
                  <a:pt x="1343025" y="2019300"/>
                </a:lnTo>
                <a:lnTo>
                  <a:pt x="1352550" y="2019300"/>
                </a:lnTo>
                <a:lnTo>
                  <a:pt x="1352550" y="2009775"/>
                </a:lnTo>
                <a:lnTo>
                  <a:pt x="1371600" y="2009775"/>
                </a:lnTo>
                <a:lnTo>
                  <a:pt x="1371600" y="1981200"/>
                </a:lnTo>
                <a:lnTo>
                  <a:pt x="1362075" y="1981200"/>
                </a:lnTo>
                <a:lnTo>
                  <a:pt x="1362075" y="1952625"/>
                </a:lnTo>
                <a:lnTo>
                  <a:pt x="1390650" y="1952625"/>
                </a:lnTo>
                <a:lnTo>
                  <a:pt x="1390650" y="1962150"/>
                </a:lnTo>
                <a:lnTo>
                  <a:pt x="1400175" y="1962150"/>
                </a:lnTo>
                <a:lnTo>
                  <a:pt x="1400175" y="1933575"/>
                </a:lnTo>
                <a:lnTo>
                  <a:pt x="1409700" y="1933575"/>
                </a:lnTo>
                <a:lnTo>
                  <a:pt x="1409700" y="1943100"/>
                </a:lnTo>
                <a:lnTo>
                  <a:pt x="1428750" y="1943100"/>
                </a:lnTo>
                <a:lnTo>
                  <a:pt x="1428750" y="1914525"/>
                </a:lnTo>
                <a:lnTo>
                  <a:pt x="1419225" y="1914525"/>
                </a:lnTo>
                <a:close/>
                <a:moveTo>
                  <a:pt x="1571625" y="1905000"/>
                </a:moveTo>
                <a:lnTo>
                  <a:pt x="1600200" y="1905000"/>
                </a:lnTo>
                <a:lnTo>
                  <a:pt x="1600200" y="1914525"/>
                </a:lnTo>
                <a:lnTo>
                  <a:pt x="1571625" y="1914525"/>
                </a:lnTo>
                <a:close/>
                <a:moveTo>
                  <a:pt x="1619250" y="1905000"/>
                </a:moveTo>
                <a:lnTo>
                  <a:pt x="1647825" y="1905000"/>
                </a:lnTo>
                <a:lnTo>
                  <a:pt x="1647825" y="1914525"/>
                </a:lnTo>
                <a:lnTo>
                  <a:pt x="1666875" y="1914525"/>
                </a:lnTo>
                <a:lnTo>
                  <a:pt x="1666875" y="1924050"/>
                </a:lnTo>
                <a:lnTo>
                  <a:pt x="1657350" y="1924050"/>
                </a:lnTo>
                <a:lnTo>
                  <a:pt x="1657350" y="1943100"/>
                </a:lnTo>
                <a:lnTo>
                  <a:pt x="1647825" y="1943100"/>
                </a:lnTo>
                <a:lnTo>
                  <a:pt x="1647825" y="1952625"/>
                </a:lnTo>
                <a:lnTo>
                  <a:pt x="1609725" y="1952625"/>
                </a:lnTo>
                <a:lnTo>
                  <a:pt x="1609725" y="1943100"/>
                </a:lnTo>
                <a:lnTo>
                  <a:pt x="1619250" y="1943100"/>
                </a:lnTo>
                <a:lnTo>
                  <a:pt x="1619250" y="1924050"/>
                </a:lnTo>
                <a:lnTo>
                  <a:pt x="1638300" y="1924050"/>
                </a:lnTo>
                <a:lnTo>
                  <a:pt x="1638300" y="1914525"/>
                </a:lnTo>
                <a:lnTo>
                  <a:pt x="1619250" y="1914525"/>
                </a:lnTo>
                <a:close/>
                <a:moveTo>
                  <a:pt x="466725" y="1914525"/>
                </a:moveTo>
                <a:lnTo>
                  <a:pt x="485775" y="1914525"/>
                </a:lnTo>
                <a:lnTo>
                  <a:pt x="485775" y="1933575"/>
                </a:lnTo>
                <a:lnTo>
                  <a:pt x="466725" y="1933575"/>
                </a:lnTo>
                <a:close/>
                <a:moveTo>
                  <a:pt x="657225" y="1914525"/>
                </a:moveTo>
                <a:lnTo>
                  <a:pt x="666750" y="1914525"/>
                </a:lnTo>
                <a:lnTo>
                  <a:pt x="666750" y="1924050"/>
                </a:lnTo>
                <a:lnTo>
                  <a:pt x="657225" y="1924050"/>
                </a:lnTo>
                <a:close/>
                <a:moveTo>
                  <a:pt x="742950" y="1914525"/>
                </a:moveTo>
                <a:lnTo>
                  <a:pt x="762000" y="1914525"/>
                </a:lnTo>
                <a:lnTo>
                  <a:pt x="762000" y="1933575"/>
                </a:lnTo>
                <a:lnTo>
                  <a:pt x="781050" y="1933575"/>
                </a:lnTo>
                <a:lnTo>
                  <a:pt x="781050" y="1924050"/>
                </a:lnTo>
                <a:lnTo>
                  <a:pt x="771525" y="1924050"/>
                </a:lnTo>
                <a:lnTo>
                  <a:pt x="771525" y="1905000"/>
                </a:lnTo>
                <a:lnTo>
                  <a:pt x="742950" y="1905000"/>
                </a:lnTo>
                <a:close/>
                <a:moveTo>
                  <a:pt x="1314450" y="1914525"/>
                </a:moveTo>
                <a:lnTo>
                  <a:pt x="1323975" y="1914525"/>
                </a:lnTo>
                <a:lnTo>
                  <a:pt x="1323975" y="1924050"/>
                </a:lnTo>
                <a:lnTo>
                  <a:pt x="1352550" y="1924050"/>
                </a:lnTo>
                <a:lnTo>
                  <a:pt x="1352550" y="1933575"/>
                </a:lnTo>
                <a:lnTo>
                  <a:pt x="1343025" y="1933575"/>
                </a:lnTo>
                <a:lnTo>
                  <a:pt x="1343025" y="1943100"/>
                </a:lnTo>
                <a:lnTo>
                  <a:pt x="1352550" y="1943100"/>
                </a:lnTo>
                <a:lnTo>
                  <a:pt x="1352550" y="1952625"/>
                </a:lnTo>
                <a:lnTo>
                  <a:pt x="1343025" y="1952625"/>
                </a:lnTo>
                <a:lnTo>
                  <a:pt x="1343025" y="1971675"/>
                </a:lnTo>
                <a:lnTo>
                  <a:pt x="1333500" y="1971675"/>
                </a:lnTo>
                <a:lnTo>
                  <a:pt x="1333500" y="1962150"/>
                </a:lnTo>
                <a:lnTo>
                  <a:pt x="1323975" y="1962150"/>
                </a:lnTo>
                <a:lnTo>
                  <a:pt x="1323975" y="1933575"/>
                </a:lnTo>
                <a:lnTo>
                  <a:pt x="1314450" y="1933575"/>
                </a:lnTo>
                <a:lnTo>
                  <a:pt x="1314450" y="1943100"/>
                </a:lnTo>
                <a:lnTo>
                  <a:pt x="1295400" y="1943100"/>
                </a:lnTo>
                <a:lnTo>
                  <a:pt x="1295400" y="1952625"/>
                </a:lnTo>
                <a:lnTo>
                  <a:pt x="1285875" y="1952625"/>
                </a:lnTo>
                <a:lnTo>
                  <a:pt x="1285875" y="1962150"/>
                </a:lnTo>
                <a:lnTo>
                  <a:pt x="1276350" y="1962150"/>
                </a:lnTo>
                <a:lnTo>
                  <a:pt x="1276350" y="1952625"/>
                </a:lnTo>
                <a:lnTo>
                  <a:pt x="1266825" y="1952625"/>
                </a:lnTo>
                <a:lnTo>
                  <a:pt x="1266825" y="1933575"/>
                </a:lnTo>
                <a:lnTo>
                  <a:pt x="1295400" y="1933575"/>
                </a:lnTo>
                <a:lnTo>
                  <a:pt x="1295400" y="1924050"/>
                </a:lnTo>
                <a:lnTo>
                  <a:pt x="1314450" y="1924050"/>
                </a:lnTo>
                <a:close/>
                <a:moveTo>
                  <a:pt x="1543050" y="1924050"/>
                </a:moveTo>
                <a:lnTo>
                  <a:pt x="1562100" y="1924050"/>
                </a:lnTo>
                <a:lnTo>
                  <a:pt x="1562100" y="1933575"/>
                </a:lnTo>
                <a:lnTo>
                  <a:pt x="1552575" y="1933575"/>
                </a:lnTo>
                <a:lnTo>
                  <a:pt x="1552575" y="1952625"/>
                </a:lnTo>
                <a:lnTo>
                  <a:pt x="1543050" y="1952625"/>
                </a:lnTo>
                <a:close/>
                <a:moveTo>
                  <a:pt x="533400" y="1943100"/>
                </a:moveTo>
                <a:lnTo>
                  <a:pt x="561975" y="1943100"/>
                </a:lnTo>
                <a:lnTo>
                  <a:pt x="561975" y="1952625"/>
                </a:lnTo>
                <a:lnTo>
                  <a:pt x="581025" y="1952625"/>
                </a:lnTo>
                <a:lnTo>
                  <a:pt x="581025" y="1981200"/>
                </a:lnTo>
                <a:lnTo>
                  <a:pt x="571500" y="1981200"/>
                </a:lnTo>
                <a:lnTo>
                  <a:pt x="571500" y="1990725"/>
                </a:lnTo>
                <a:lnTo>
                  <a:pt x="561975" y="1990725"/>
                </a:lnTo>
                <a:lnTo>
                  <a:pt x="561975" y="1981200"/>
                </a:lnTo>
                <a:lnTo>
                  <a:pt x="552450" y="1981200"/>
                </a:lnTo>
                <a:lnTo>
                  <a:pt x="552450" y="1962150"/>
                </a:lnTo>
                <a:lnTo>
                  <a:pt x="542925" y="1962150"/>
                </a:lnTo>
                <a:lnTo>
                  <a:pt x="542925" y="1952625"/>
                </a:lnTo>
                <a:lnTo>
                  <a:pt x="533400" y="1952625"/>
                </a:lnTo>
                <a:close/>
                <a:moveTo>
                  <a:pt x="1171575" y="1943100"/>
                </a:moveTo>
                <a:lnTo>
                  <a:pt x="1190625" y="1943100"/>
                </a:lnTo>
                <a:lnTo>
                  <a:pt x="1190625" y="1962150"/>
                </a:lnTo>
                <a:lnTo>
                  <a:pt x="1181100" y="1962150"/>
                </a:lnTo>
                <a:lnTo>
                  <a:pt x="1181100" y="1971675"/>
                </a:lnTo>
                <a:lnTo>
                  <a:pt x="1162050" y="1971675"/>
                </a:lnTo>
                <a:lnTo>
                  <a:pt x="1162050" y="1952625"/>
                </a:lnTo>
                <a:lnTo>
                  <a:pt x="1171575" y="1952625"/>
                </a:lnTo>
                <a:close/>
                <a:moveTo>
                  <a:pt x="1571625" y="1943100"/>
                </a:moveTo>
                <a:lnTo>
                  <a:pt x="1581150" y="1943100"/>
                </a:lnTo>
                <a:lnTo>
                  <a:pt x="1581150" y="1962150"/>
                </a:lnTo>
                <a:lnTo>
                  <a:pt x="1590675" y="1962150"/>
                </a:lnTo>
                <a:lnTo>
                  <a:pt x="1590675" y="1971675"/>
                </a:lnTo>
                <a:lnTo>
                  <a:pt x="1571625" y="1971675"/>
                </a:lnTo>
                <a:close/>
                <a:moveTo>
                  <a:pt x="523875" y="1952625"/>
                </a:moveTo>
                <a:lnTo>
                  <a:pt x="533400" y="1952625"/>
                </a:lnTo>
                <a:lnTo>
                  <a:pt x="533400" y="1981200"/>
                </a:lnTo>
                <a:lnTo>
                  <a:pt x="523875" y="1981200"/>
                </a:lnTo>
                <a:lnTo>
                  <a:pt x="523875" y="1990725"/>
                </a:lnTo>
                <a:lnTo>
                  <a:pt x="514350" y="1990725"/>
                </a:lnTo>
                <a:lnTo>
                  <a:pt x="514350" y="1962150"/>
                </a:lnTo>
                <a:lnTo>
                  <a:pt x="523875" y="1962150"/>
                </a:lnTo>
                <a:close/>
                <a:moveTo>
                  <a:pt x="733425" y="1952625"/>
                </a:moveTo>
                <a:lnTo>
                  <a:pt x="742950" y="1952625"/>
                </a:lnTo>
                <a:lnTo>
                  <a:pt x="742950" y="1962150"/>
                </a:lnTo>
                <a:lnTo>
                  <a:pt x="733425" y="1962150"/>
                </a:lnTo>
                <a:close/>
                <a:moveTo>
                  <a:pt x="1504950" y="1952625"/>
                </a:moveTo>
                <a:lnTo>
                  <a:pt x="1533525" y="1952625"/>
                </a:lnTo>
                <a:lnTo>
                  <a:pt x="1533525" y="1962150"/>
                </a:lnTo>
                <a:lnTo>
                  <a:pt x="1524000" y="1962150"/>
                </a:lnTo>
                <a:lnTo>
                  <a:pt x="1524000" y="1971675"/>
                </a:lnTo>
                <a:lnTo>
                  <a:pt x="1504950" y="1971675"/>
                </a:lnTo>
                <a:close/>
                <a:moveTo>
                  <a:pt x="1238250" y="1962150"/>
                </a:moveTo>
                <a:lnTo>
                  <a:pt x="1247775" y="1962150"/>
                </a:lnTo>
                <a:lnTo>
                  <a:pt x="1247775" y="1971675"/>
                </a:lnTo>
                <a:lnTo>
                  <a:pt x="1257300" y="1971675"/>
                </a:lnTo>
                <a:lnTo>
                  <a:pt x="1257300" y="1990725"/>
                </a:lnTo>
                <a:lnTo>
                  <a:pt x="1238250" y="1990725"/>
                </a:lnTo>
                <a:close/>
                <a:moveTo>
                  <a:pt x="952500" y="1971675"/>
                </a:moveTo>
                <a:lnTo>
                  <a:pt x="962025" y="1971675"/>
                </a:lnTo>
                <a:lnTo>
                  <a:pt x="962025" y="1981200"/>
                </a:lnTo>
                <a:lnTo>
                  <a:pt x="952500" y="1981200"/>
                </a:lnTo>
                <a:close/>
                <a:moveTo>
                  <a:pt x="1057275" y="1971675"/>
                </a:moveTo>
                <a:lnTo>
                  <a:pt x="1066800" y="1971675"/>
                </a:lnTo>
                <a:lnTo>
                  <a:pt x="1066800" y="1981200"/>
                </a:lnTo>
                <a:lnTo>
                  <a:pt x="1057275" y="1981200"/>
                </a:lnTo>
                <a:close/>
                <a:moveTo>
                  <a:pt x="1114425" y="1971675"/>
                </a:moveTo>
                <a:lnTo>
                  <a:pt x="1123950" y="1971675"/>
                </a:lnTo>
                <a:lnTo>
                  <a:pt x="1123950" y="1990725"/>
                </a:lnTo>
                <a:lnTo>
                  <a:pt x="1114425" y="1990725"/>
                </a:lnTo>
                <a:close/>
                <a:moveTo>
                  <a:pt x="542925" y="1981200"/>
                </a:moveTo>
                <a:lnTo>
                  <a:pt x="552450" y="1981200"/>
                </a:lnTo>
                <a:lnTo>
                  <a:pt x="552450" y="2000250"/>
                </a:lnTo>
                <a:lnTo>
                  <a:pt x="542925" y="2000250"/>
                </a:lnTo>
                <a:lnTo>
                  <a:pt x="542925" y="2019300"/>
                </a:lnTo>
                <a:lnTo>
                  <a:pt x="552450" y="2019300"/>
                </a:lnTo>
                <a:lnTo>
                  <a:pt x="552450" y="2047875"/>
                </a:lnTo>
                <a:lnTo>
                  <a:pt x="542925" y="2047875"/>
                </a:lnTo>
                <a:lnTo>
                  <a:pt x="542925" y="2057400"/>
                </a:lnTo>
                <a:lnTo>
                  <a:pt x="552450" y="2057400"/>
                </a:lnTo>
                <a:lnTo>
                  <a:pt x="552450" y="2066925"/>
                </a:lnTo>
                <a:lnTo>
                  <a:pt x="533400" y="2066925"/>
                </a:lnTo>
                <a:lnTo>
                  <a:pt x="533400" y="2057400"/>
                </a:lnTo>
                <a:lnTo>
                  <a:pt x="523875" y="2057400"/>
                </a:lnTo>
                <a:lnTo>
                  <a:pt x="523875" y="2047875"/>
                </a:lnTo>
                <a:lnTo>
                  <a:pt x="514350" y="2047875"/>
                </a:lnTo>
                <a:lnTo>
                  <a:pt x="514350" y="2057400"/>
                </a:lnTo>
                <a:lnTo>
                  <a:pt x="504825" y="2057400"/>
                </a:lnTo>
                <a:lnTo>
                  <a:pt x="504825" y="2047875"/>
                </a:lnTo>
                <a:lnTo>
                  <a:pt x="495300" y="2047875"/>
                </a:lnTo>
                <a:lnTo>
                  <a:pt x="495300" y="2038350"/>
                </a:lnTo>
                <a:lnTo>
                  <a:pt x="476250" y="2038350"/>
                </a:lnTo>
                <a:lnTo>
                  <a:pt x="476250" y="2019300"/>
                </a:lnTo>
                <a:lnTo>
                  <a:pt x="466725" y="2019300"/>
                </a:lnTo>
                <a:lnTo>
                  <a:pt x="466725" y="2000250"/>
                </a:lnTo>
                <a:lnTo>
                  <a:pt x="476250" y="2000250"/>
                </a:lnTo>
                <a:lnTo>
                  <a:pt x="476250" y="1990725"/>
                </a:lnTo>
                <a:lnTo>
                  <a:pt x="485775" y="1990725"/>
                </a:lnTo>
                <a:lnTo>
                  <a:pt x="485775" y="2000250"/>
                </a:lnTo>
                <a:lnTo>
                  <a:pt x="495300" y="2000250"/>
                </a:lnTo>
                <a:lnTo>
                  <a:pt x="495300" y="2028825"/>
                </a:lnTo>
                <a:lnTo>
                  <a:pt x="523875" y="2028825"/>
                </a:lnTo>
                <a:lnTo>
                  <a:pt x="523875" y="2019300"/>
                </a:lnTo>
                <a:lnTo>
                  <a:pt x="533400" y="2019300"/>
                </a:lnTo>
                <a:lnTo>
                  <a:pt x="533400" y="2009775"/>
                </a:lnTo>
                <a:lnTo>
                  <a:pt x="523875" y="2009775"/>
                </a:lnTo>
                <a:lnTo>
                  <a:pt x="523875" y="1990725"/>
                </a:lnTo>
                <a:lnTo>
                  <a:pt x="542925" y="1990725"/>
                </a:lnTo>
                <a:close/>
                <a:moveTo>
                  <a:pt x="1276350" y="1981200"/>
                </a:moveTo>
                <a:lnTo>
                  <a:pt x="1295400" y="1981200"/>
                </a:lnTo>
                <a:lnTo>
                  <a:pt x="1295400" y="2000250"/>
                </a:lnTo>
                <a:lnTo>
                  <a:pt x="1276350" y="2000250"/>
                </a:lnTo>
                <a:close/>
                <a:moveTo>
                  <a:pt x="600075" y="1990725"/>
                </a:moveTo>
                <a:lnTo>
                  <a:pt x="619125" y="1990725"/>
                </a:lnTo>
                <a:lnTo>
                  <a:pt x="619125" y="2000250"/>
                </a:lnTo>
                <a:lnTo>
                  <a:pt x="600075" y="2000250"/>
                </a:lnTo>
                <a:close/>
                <a:moveTo>
                  <a:pt x="647700" y="1990725"/>
                </a:moveTo>
                <a:lnTo>
                  <a:pt x="657225" y="1990725"/>
                </a:lnTo>
                <a:lnTo>
                  <a:pt x="657225" y="2000250"/>
                </a:lnTo>
                <a:lnTo>
                  <a:pt x="647700" y="2000250"/>
                </a:lnTo>
                <a:close/>
                <a:moveTo>
                  <a:pt x="1057275" y="1990725"/>
                </a:moveTo>
                <a:lnTo>
                  <a:pt x="1066800" y="1990725"/>
                </a:lnTo>
                <a:lnTo>
                  <a:pt x="1066800" y="2000250"/>
                </a:lnTo>
                <a:lnTo>
                  <a:pt x="1057275" y="2000250"/>
                </a:lnTo>
                <a:close/>
                <a:moveTo>
                  <a:pt x="619125" y="2000250"/>
                </a:moveTo>
                <a:lnTo>
                  <a:pt x="647700" y="2000250"/>
                </a:lnTo>
                <a:lnTo>
                  <a:pt x="647700" y="2009775"/>
                </a:lnTo>
                <a:lnTo>
                  <a:pt x="657225" y="2009775"/>
                </a:lnTo>
                <a:lnTo>
                  <a:pt x="657225" y="2000250"/>
                </a:lnTo>
                <a:lnTo>
                  <a:pt x="666750" y="2000250"/>
                </a:lnTo>
                <a:lnTo>
                  <a:pt x="666750" y="2019300"/>
                </a:lnTo>
                <a:lnTo>
                  <a:pt x="676275" y="2019300"/>
                </a:lnTo>
                <a:lnTo>
                  <a:pt x="676275" y="2028825"/>
                </a:lnTo>
                <a:lnTo>
                  <a:pt x="666750" y="2028825"/>
                </a:lnTo>
                <a:lnTo>
                  <a:pt x="666750" y="2038350"/>
                </a:lnTo>
                <a:lnTo>
                  <a:pt x="657225" y="2038350"/>
                </a:lnTo>
                <a:lnTo>
                  <a:pt x="657225" y="2047875"/>
                </a:lnTo>
                <a:lnTo>
                  <a:pt x="647700" y="2047875"/>
                </a:lnTo>
                <a:lnTo>
                  <a:pt x="647700" y="2057400"/>
                </a:lnTo>
                <a:lnTo>
                  <a:pt x="638175" y="2057400"/>
                </a:lnTo>
                <a:lnTo>
                  <a:pt x="638175" y="2047875"/>
                </a:lnTo>
                <a:lnTo>
                  <a:pt x="619125" y="2047875"/>
                </a:lnTo>
                <a:lnTo>
                  <a:pt x="619125" y="2038350"/>
                </a:lnTo>
                <a:lnTo>
                  <a:pt x="609600" y="2038350"/>
                </a:lnTo>
                <a:lnTo>
                  <a:pt x="609600" y="2047875"/>
                </a:lnTo>
                <a:lnTo>
                  <a:pt x="600075" y="2047875"/>
                </a:lnTo>
                <a:lnTo>
                  <a:pt x="600075" y="2038350"/>
                </a:lnTo>
                <a:lnTo>
                  <a:pt x="590550" y="2038350"/>
                </a:lnTo>
                <a:lnTo>
                  <a:pt x="590550" y="2028825"/>
                </a:lnTo>
                <a:lnTo>
                  <a:pt x="609600" y="2028825"/>
                </a:lnTo>
                <a:lnTo>
                  <a:pt x="609600" y="2019300"/>
                </a:lnTo>
                <a:lnTo>
                  <a:pt x="619125" y="2019300"/>
                </a:lnTo>
                <a:lnTo>
                  <a:pt x="619125" y="2038350"/>
                </a:lnTo>
                <a:lnTo>
                  <a:pt x="628650" y="2038350"/>
                </a:lnTo>
                <a:lnTo>
                  <a:pt x="628650" y="2028825"/>
                </a:lnTo>
                <a:lnTo>
                  <a:pt x="647700" y="2028825"/>
                </a:lnTo>
                <a:lnTo>
                  <a:pt x="647700" y="2019300"/>
                </a:lnTo>
                <a:lnTo>
                  <a:pt x="628650" y="2019300"/>
                </a:lnTo>
                <a:lnTo>
                  <a:pt x="628650" y="2009775"/>
                </a:lnTo>
                <a:lnTo>
                  <a:pt x="619125" y="2009775"/>
                </a:lnTo>
                <a:close/>
                <a:moveTo>
                  <a:pt x="1409700" y="2000250"/>
                </a:moveTo>
                <a:lnTo>
                  <a:pt x="1419225" y="2000250"/>
                </a:lnTo>
                <a:lnTo>
                  <a:pt x="1419225" y="1981200"/>
                </a:lnTo>
                <a:lnTo>
                  <a:pt x="1409700" y="1981200"/>
                </a:lnTo>
                <a:close/>
                <a:moveTo>
                  <a:pt x="1476375" y="2000250"/>
                </a:moveTo>
                <a:lnTo>
                  <a:pt x="1485900" y="2000250"/>
                </a:lnTo>
                <a:lnTo>
                  <a:pt x="1485900" y="2009775"/>
                </a:lnTo>
                <a:lnTo>
                  <a:pt x="1504950" y="2009775"/>
                </a:lnTo>
                <a:lnTo>
                  <a:pt x="1504950" y="2038350"/>
                </a:lnTo>
                <a:lnTo>
                  <a:pt x="1485900" y="2038350"/>
                </a:lnTo>
                <a:lnTo>
                  <a:pt x="1485900" y="2019300"/>
                </a:lnTo>
                <a:lnTo>
                  <a:pt x="1476375" y="2019300"/>
                </a:lnTo>
                <a:close/>
                <a:moveTo>
                  <a:pt x="1562100" y="2000250"/>
                </a:moveTo>
                <a:lnTo>
                  <a:pt x="1571625" y="2000250"/>
                </a:lnTo>
                <a:lnTo>
                  <a:pt x="1571625" y="2019300"/>
                </a:lnTo>
                <a:lnTo>
                  <a:pt x="1562100" y="2019300"/>
                </a:lnTo>
                <a:close/>
                <a:moveTo>
                  <a:pt x="323850" y="2009775"/>
                </a:moveTo>
                <a:lnTo>
                  <a:pt x="371475" y="2009775"/>
                </a:lnTo>
                <a:lnTo>
                  <a:pt x="371475" y="2047875"/>
                </a:lnTo>
                <a:lnTo>
                  <a:pt x="381000" y="2047875"/>
                </a:lnTo>
                <a:lnTo>
                  <a:pt x="381000" y="2066925"/>
                </a:lnTo>
                <a:lnTo>
                  <a:pt x="390525" y="2066925"/>
                </a:lnTo>
                <a:lnTo>
                  <a:pt x="390525" y="2085975"/>
                </a:lnTo>
                <a:lnTo>
                  <a:pt x="381000" y="2085975"/>
                </a:lnTo>
                <a:lnTo>
                  <a:pt x="381000" y="2095500"/>
                </a:lnTo>
                <a:lnTo>
                  <a:pt x="371475" y="2095500"/>
                </a:lnTo>
                <a:lnTo>
                  <a:pt x="371475" y="2105025"/>
                </a:lnTo>
                <a:lnTo>
                  <a:pt x="381000" y="2105025"/>
                </a:lnTo>
                <a:lnTo>
                  <a:pt x="381000" y="2114550"/>
                </a:lnTo>
                <a:lnTo>
                  <a:pt x="371475" y="2114550"/>
                </a:lnTo>
                <a:lnTo>
                  <a:pt x="371475" y="2133600"/>
                </a:lnTo>
                <a:lnTo>
                  <a:pt x="352425" y="2133600"/>
                </a:lnTo>
                <a:lnTo>
                  <a:pt x="352425" y="2124075"/>
                </a:lnTo>
                <a:lnTo>
                  <a:pt x="333375" y="2124075"/>
                </a:lnTo>
                <a:lnTo>
                  <a:pt x="333375" y="2114550"/>
                </a:lnTo>
                <a:lnTo>
                  <a:pt x="323850" y="2114550"/>
                </a:lnTo>
                <a:lnTo>
                  <a:pt x="323850" y="2066925"/>
                </a:lnTo>
                <a:lnTo>
                  <a:pt x="333375" y="2066925"/>
                </a:lnTo>
                <a:lnTo>
                  <a:pt x="333375" y="2076450"/>
                </a:lnTo>
                <a:lnTo>
                  <a:pt x="342900" y="2076450"/>
                </a:lnTo>
                <a:lnTo>
                  <a:pt x="342900" y="2066925"/>
                </a:lnTo>
                <a:lnTo>
                  <a:pt x="352425" y="2066925"/>
                </a:lnTo>
                <a:lnTo>
                  <a:pt x="352425" y="2047875"/>
                </a:lnTo>
                <a:lnTo>
                  <a:pt x="333375" y="2047875"/>
                </a:lnTo>
                <a:lnTo>
                  <a:pt x="333375" y="2057400"/>
                </a:lnTo>
                <a:lnTo>
                  <a:pt x="323850" y="2057400"/>
                </a:lnTo>
                <a:lnTo>
                  <a:pt x="323850" y="2047875"/>
                </a:lnTo>
                <a:lnTo>
                  <a:pt x="314325" y="2047875"/>
                </a:lnTo>
                <a:lnTo>
                  <a:pt x="314325" y="2028825"/>
                </a:lnTo>
                <a:lnTo>
                  <a:pt x="323850" y="2028825"/>
                </a:lnTo>
                <a:close/>
                <a:moveTo>
                  <a:pt x="1057275" y="2009775"/>
                </a:moveTo>
                <a:lnTo>
                  <a:pt x="1066800" y="2009775"/>
                </a:lnTo>
                <a:lnTo>
                  <a:pt x="1066800" y="2019300"/>
                </a:lnTo>
                <a:lnTo>
                  <a:pt x="1057275" y="2019300"/>
                </a:lnTo>
                <a:close/>
                <a:moveTo>
                  <a:pt x="1190625" y="2009775"/>
                </a:moveTo>
                <a:lnTo>
                  <a:pt x="1200150" y="2009775"/>
                </a:lnTo>
                <a:lnTo>
                  <a:pt x="1200150" y="2019300"/>
                </a:lnTo>
                <a:lnTo>
                  <a:pt x="1190625" y="2019300"/>
                </a:lnTo>
                <a:close/>
                <a:moveTo>
                  <a:pt x="1209675" y="2009775"/>
                </a:moveTo>
                <a:lnTo>
                  <a:pt x="1219200" y="2009775"/>
                </a:lnTo>
                <a:lnTo>
                  <a:pt x="1219200" y="2028825"/>
                </a:lnTo>
                <a:lnTo>
                  <a:pt x="1228725" y="2028825"/>
                </a:lnTo>
                <a:lnTo>
                  <a:pt x="1228725" y="2038350"/>
                </a:lnTo>
                <a:lnTo>
                  <a:pt x="1219200" y="2038350"/>
                </a:lnTo>
                <a:lnTo>
                  <a:pt x="1219200" y="2057400"/>
                </a:lnTo>
                <a:lnTo>
                  <a:pt x="1200150" y="2057400"/>
                </a:lnTo>
                <a:lnTo>
                  <a:pt x="1200150" y="2028825"/>
                </a:lnTo>
                <a:lnTo>
                  <a:pt x="1209675" y="2028825"/>
                </a:lnTo>
                <a:close/>
                <a:moveTo>
                  <a:pt x="1238250" y="2019300"/>
                </a:moveTo>
                <a:lnTo>
                  <a:pt x="1257300" y="2019300"/>
                </a:lnTo>
                <a:lnTo>
                  <a:pt x="1257300" y="2028825"/>
                </a:lnTo>
                <a:lnTo>
                  <a:pt x="1266825" y="2028825"/>
                </a:lnTo>
                <a:lnTo>
                  <a:pt x="1266825" y="2038350"/>
                </a:lnTo>
                <a:lnTo>
                  <a:pt x="1247775" y="2038350"/>
                </a:lnTo>
                <a:lnTo>
                  <a:pt x="1247775" y="2028825"/>
                </a:lnTo>
                <a:lnTo>
                  <a:pt x="1238250" y="2028825"/>
                </a:lnTo>
                <a:close/>
                <a:moveTo>
                  <a:pt x="1428750" y="2028825"/>
                </a:moveTo>
                <a:lnTo>
                  <a:pt x="1447800" y="2028825"/>
                </a:lnTo>
                <a:lnTo>
                  <a:pt x="1447800" y="2038350"/>
                </a:lnTo>
                <a:lnTo>
                  <a:pt x="1457325" y="2038350"/>
                </a:lnTo>
                <a:lnTo>
                  <a:pt x="1457325" y="2047875"/>
                </a:lnTo>
                <a:lnTo>
                  <a:pt x="1428750" y="2047875"/>
                </a:lnTo>
                <a:close/>
                <a:moveTo>
                  <a:pt x="1162050" y="2038350"/>
                </a:moveTo>
                <a:lnTo>
                  <a:pt x="1181100" y="2038350"/>
                </a:lnTo>
                <a:lnTo>
                  <a:pt x="1181100" y="2047875"/>
                </a:lnTo>
                <a:lnTo>
                  <a:pt x="1190625" y="2047875"/>
                </a:lnTo>
                <a:lnTo>
                  <a:pt x="1190625" y="2057400"/>
                </a:lnTo>
                <a:lnTo>
                  <a:pt x="1200150" y="2057400"/>
                </a:lnTo>
                <a:lnTo>
                  <a:pt x="1200150" y="2066925"/>
                </a:lnTo>
                <a:lnTo>
                  <a:pt x="1171575" y="2066925"/>
                </a:lnTo>
                <a:lnTo>
                  <a:pt x="1171575" y="2057400"/>
                </a:lnTo>
                <a:lnTo>
                  <a:pt x="1162050" y="2057400"/>
                </a:lnTo>
                <a:close/>
                <a:moveTo>
                  <a:pt x="704850" y="2047875"/>
                </a:moveTo>
                <a:lnTo>
                  <a:pt x="723900" y="2047875"/>
                </a:lnTo>
                <a:lnTo>
                  <a:pt x="723900" y="2066925"/>
                </a:lnTo>
                <a:lnTo>
                  <a:pt x="733425" y="2066925"/>
                </a:lnTo>
                <a:lnTo>
                  <a:pt x="733425" y="2085975"/>
                </a:lnTo>
                <a:lnTo>
                  <a:pt x="723900" y="2085975"/>
                </a:lnTo>
                <a:lnTo>
                  <a:pt x="723900" y="2076450"/>
                </a:lnTo>
                <a:lnTo>
                  <a:pt x="704850" y="2076450"/>
                </a:lnTo>
                <a:close/>
                <a:moveTo>
                  <a:pt x="1228725" y="2047875"/>
                </a:moveTo>
                <a:lnTo>
                  <a:pt x="1238250" y="2047875"/>
                </a:lnTo>
                <a:lnTo>
                  <a:pt x="1238250" y="2057400"/>
                </a:lnTo>
                <a:lnTo>
                  <a:pt x="1228725" y="2057400"/>
                </a:lnTo>
                <a:close/>
                <a:moveTo>
                  <a:pt x="1285875" y="2047875"/>
                </a:moveTo>
                <a:lnTo>
                  <a:pt x="1295400" y="2047875"/>
                </a:lnTo>
                <a:lnTo>
                  <a:pt x="1295400" y="2057400"/>
                </a:lnTo>
                <a:lnTo>
                  <a:pt x="1285875" y="2057400"/>
                </a:lnTo>
                <a:close/>
                <a:moveTo>
                  <a:pt x="1066800" y="2057400"/>
                </a:moveTo>
                <a:lnTo>
                  <a:pt x="1076325" y="2057400"/>
                </a:lnTo>
                <a:lnTo>
                  <a:pt x="1076325" y="2066925"/>
                </a:lnTo>
                <a:lnTo>
                  <a:pt x="1066800" y="2066925"/>
                </a:lnTo>
                <a:close/>
                <a:moveTo>
                  <a:pt x="1114425" y="2057400"/>
                </a:moveTo>
                <a:lnTo>
                  <a:pt x="1143000" y="2057400"/>
                </a:lnTo>
                <a:lnTo>
                  <a:pt x="1143000" y="2076450"/>
                </a:lnTo>
                <a:lnTo>
                  <a:pt x="1133475" y="2076450"/>
                </a:lnTo>
                <a:lnTo>
                  <a:pt x="1133475" y="2066925"/>
                </a:lnTo>
                <a:lnTo>
                  <a:pt x="1114425" y="2066925"/>
                </a:lnTo>
                <a:close/>
                <a:moveTo>
                  <a:pt x="523875" y="2066925"/>
                </a:moveTo>
                <a:lnTo>
                  <a:pt x="533400" y="2066925"/>
                </a:lnTo>
                <a:lnTo>
                  <a:pt x="533400" y="2076450"/>
                </a:lnTo>
                <a:lnTo>
                  <a:pt x="523875" y="2076450"/>
                </a:lnTo>
                <a:close/>
                <a:moveTo>
                  <a:pt x="552450" y="2066925"/>
                </a:moveTo>
                <a:lnTo>
                  <a:pt x="561975" y="2066925"/>
                </a:lnTo>
                <a:lnTo>
                  <a:pt x="561975" y="2076450"/>
                </a:lnTo>
                <a:lnTo>
                  <a:pt x="552450" y="2076450"/>
                </a:lnTo>
                <a:close/>
                <a:moveTo>
                  <a:pt x="1104900" y="2066925"/>
                </a:moveTo>
                <a:lnTo>
                  <a:pt x="1114425" y="2066925"/>
                </a:lnTo>
                <a:lnTo>
                  <a:pt x="1114425" y="2076450"/>
                </a:lnTo>
                <a:lnTo>
                  <a:pt x="1104900" y="2076450"/>
                </a:lnTo>
                <a:close/>
                <a:moveTo>
                  <a:pt x="466725" y="2076450"/>
                </a:moveTo>
                <a:lnTo>
                  <a:pt x="495300" y="2076450"/>
                </a:lnTo>
                <a:lnTo>
                  <a:pt x="495300" y="2085975"/>
                </a:lnTo>
                <a:lnTo>
                  <a:pt x="466725" y="2085975"/>
                </a:lnTo>
                <a:close/>
                <a:moveTo>
                  <a:pt x="533400" y="2076450"/>
                </a:moveTo>
                <a:lnTo>
                  <a:pt x="542925" y="2076450"/>
                </a:lnTo>
                <a:lnTo>
                  <a:pt x="542925" y="2095500"/>
                </a:lnTo>
                <a:lnTo>
                  <a:pt x="533400" y="2095500"/>
                </a:lnTo>
                <a:close/>
                <a:moveTo>
                  <a:pt x="666750" y="2085975"/>
                </a:moveTo>
                <a:lnTo>
                  <a:pt x="695325" y="2085975"/>
                </a:lnTo>
                <a:lnTo>
                  <a:pt x="695325" y="2095500"/>
                </a:lnTo>
                <a:lnTo>
                  <a:pt x="714375" y="2095500"/>
                </a:lnTo>
                <a:lnTo>
                  <a:pt x="714375" y="2105025"/>
                </a:lnTo>
                <a:lnTo>
                  <a:pt x="685800" y="2105025"/>
                </a:lnTo>
                <a:lnTo>
                  <a:pt x="685800" y="2095500"/>
                </a:lnTo>
                <a:lnTo>
                  <a:pt x="666750" y="2095500"/>
                </a:lnTo>
                <a:close/>
                <a:moveTo>
                  <a:pt x="771525" y="2085975"/>
                </a:moveTo>
                <a:lnTo>
                  <a:pt x="790575" y="2085975"/>
                </a:lnTo>
                <a:lnTo>
                  <a:pt x="790575" y="2105025"/>
                </a:lnTo>
                <a:lnTo>
                  <a:pt x="762000" y="2105025"/>
                </a:lnTo>
                <a:lnTo>
                  <a:pt x="762000" y="2095500"/>
                </a:lnTo>
                <a:lnTo>
                  <a:pt x="771525" y="2095500"/>
                </a:lnTo>
                <a:close/>
                <a:moveTo>
                  <a:pt x="723900" y="2095500"/>
                </a:moveTo>
                <a:lnTo>
                  <a:pt x="733425" y="2095500"/>
                </a:lnTo>
                <a:lnTo>
                  <a:pt x="733425" y="2105025"/>
                </a:lnTo>
                <a:lnTo>
                  <a:pt x="723900" y="2105025"/>
                </a:lnTo>
                <a:close/>
                <a:moveTo>
                  <a:pt x="800100" y="2095500"/>
                </a:moveTo>
                <a:lnTo>
                  <a:pt x="819150" y="2095500"/>
                </a:lnTo>
                <a:lnTo>
                  <a:pt x="819150" y="2105025"/>
                </a:lnTo>
                <a:lnTo>
                  <a:pt x="800100" y="2105025"/>
                </a:lnTo>
                <a:close/>
                <a:moveTo>
                  <a:pt x="352425" y="2105025"/>
                </a:moveTo>
                <a:lnTo>
                  <a:pt x="361950" y="2105025"/>
                </a:lnTo>
                <a:lnTo>
                  <a:pt x="361950" y="2095500"/>
                </a:lnTo>
                <a:lnTo>
                  <a:pt x="352425" y="2095500"/>
                </a:lnTo>
                <a:close/>
                <a:moveTo>
                  <a:pt x="447675" y="2105025"/>
                </a:moveTo>
                <a:lnTo>
                  <a:pt x="457200" y="2105025"/>
                </a:lnTo>
                <a:lnTo>
                  <a:pt x="457200" y="2124075"/>
                </a:lnTo>
                <a:lnTo>
                  <a:pt x="447675" y="2124075"/>
                </a:lnTo>
                <a:close/>
                <a:moveTo>
                  <a:pt x="504825" y="2105025"/>
                </a:moveTo>
                <a:lnTo>
                  <a:pt x="542925" y="2105025"/>
                </a:lnTo>
                <a:lnTo>
                  <a:pt x="542925" y="2124075"/>
                </a:lnTo>
                <a:lnTo>
                  <a:pt x="514350" y="2124075"/>
                </a:lnTo>
                <a:lnTo>
                  <a:pt x="514350" y="2133600"/>
                </a:lnTo>
                <a:lnTo>
                  <a:pt x="485775" y="2133600"/>
                </a:lnTo>
                <a:lnTo>
                  <a:pt x="485775" y="2124075"/>
                </a:lnTo>
                <a:lnTo>
                  <a:pt x="476250" y="2124075"/>
                </a:lnTo>
                <a:lnTo>
                  <a:pt x="476250" y="2114550"/>
                </a:lnTo>
                <a:lnTo>
                  <a:pt x="504825" y="2114550"/>
                </a:lnTo>
                <a:close/>
                <a:moveTo>
                  <a:pt x="571500" y="2105025"/>
                </a:moveTo>
                <a:lnTo>
                  <a:pt x="581025" y="2105025"/>
                </a:lnTo>
                <a:lnTo>
                  <a:pt x="581025" y="2114550"/>
                </a:lnTo>
                <a:lnTo>
                  <a:pt x="571500" y="2114550"/>
                </a:lnTo>
                <a:close/>
                <a:moveTo>
                  <a:pt x="647700" y="2105025"/>
                </a:moveTo>
                <a:lnTo>
                  <a:pt x="657225" y="2105025"/>
                </a:lnTo>
                <a:lnTo>
                  <a:pt x="657225" y="2114550"/>
                </a:lnTo>
                <a:lnTo>
                  <a:pt x="647700" y="2114550"/>
                </a:lnTo>
                <a:close/>
                <a:moveTo>
                  <a:pt x="1600200" y="2314575"/>
                </a:moveTo>
                <a:lnTo>
                  <a:pt x="1619250" y="2314575"/>
                </a:lnTo>
                <a:lnTo>
                  <a:pt x="1619250" y="2324100"/>
                </a:lnTo>
                <a:lnTo>
                  <a:pt x="1657350" y="2324100"/>
                </a:lnTo>
                <a:lnTo>
                  <a:pt x="1657350" y="2343150"/>
                </a:lnTo>
                <a:lnTo>
                  <a:pt x="1666875" y="2343150"/>
                </a:lnTo>
                <a:lnTo>
                  <a:pt x="1666875" y="2314575"/>
                </a:lnTo>
                <a:lnTo>
                  <a:pt x="1704975" y="2314575"/>
                </a:lnTo>
                <a:lnTo>
                  <a:pt x="1704975" y="2324100"/>
                </a:lnTo>
                <a:lnTo>
                  <a:pt x="1714500" y="2324100"/>
                </a:lnTo>
                <a:lnTo>
                  <a:pt x="1714500" y="2333625"/>
                </a:lnTo>
                <a:lnTo>
                  <a:pt x="1724025" y="2333625"/>
                </a:lnTo>
                <a:lnTo>
                  <a:pt x="1724025" y="2343150"/>
                </a:lnTo>
                <a:lnTo>
                  <a:pt x="1733550" y="2343150"/>
                </a:lnTo>
                <a:lnTo>
                  <a:pt x="1733550" y="2352675"/>
                </a:lnTo>
                <a:lnTo>
                  <a:pt x="1724025" y="2352675"/>
                </a:lnTo>
                <a:lnTo>
                  <a:pt x="1724025" y="2371725"/>
                </a:lnTo>
                <a:lnTo>
                  <a:pt x="1733550" y="2371725"/>
                </a:lnTo>
                <a:lnTo>
                  <a:pt x="1733550" y="2419350"/>
                </a:lnTo>
                <a:lnTo>
                  <a:pt x="1724025" y="2419350"/>
                </a:lnTo>
                <a:lnTo>
                  <a:pt x="1724025" y="2400300"/>
                </a:lnTo>
                <a:lnTo>
                  <a:pt x="1714500" y="2400300"/>
                </a:lnTo>
                <a:lnTo>
                  <a:pt x="1714500" y="2381250"/>
                </a:lnTo>
                <a:lnTo>
                  <a:pt x="1695450" y="2381250"/>
                </a:lnTo>
                <a:lnTo>
                  <a:pt x="1695450" y="2390775"/>
                </a:lnTo>
                <a:lnTo>
                  <a:pt x="1676400" y="2390775"/>
                </a:lnTo>
                <a:lnTo>
                  <a:pt x="1676400" y="2400300"/>
                </a:lnTo>
                <a:lnTo>
                  <a:pt x="1666875" y="2400300"/>
                </a:lnTo>
                <a:lnTo>
                  <a:pt x="1666875" y="2409825"/>
                </a:lnTo>
                <a:lnTo>
                  <a:pt x="1657350" y="2409825"/>
                </a:lnTo>
                <a:lnTo>
                  <a:pt x="1657350" y="2400300"/>
                </a:lnTo>
                <a:lnTo>
                  <a:pt x="1638300" y="2400300"/>
                </a:lnTo>
                <a:lnTo>
                  <a:pt x="1638300" y="2390775"/>
                </a:lnTo>
                <a:lnTo>
                  <a:pt x="1628775" y="2390775"/>
                </a:lnTo>
                <a:lnTo>
                  <a:pt x="1628775" y="2381250"/>
                </a:lnTo>
                <a:lnTo>
                  <a:pt x="1600200" y="2381250"/>
                </a:lnTo>
                <a:lnTo>
                  <a:pt x="1600200" y="2390775"/>
                </a:lnTo>
                <a:lnTo>
                  <a:pt x="1571625" y="2390775"/>
                </a:lnTo>
                <a:lnTo>
                  <a:pt x="1571625" y="2400300"/>
                </a:lnTo>
                <a:lnTo>
                  <a:pt x="1562100" y="2400300"/>
                </a:lnTo>
                <a:lnTo>
                  <a:pt x="1562100" y="2390775"/>
                </a:lnTo>
                <a:lnTo>
                  <a:pt x="1552575" y="2390775"/>
                </a:lnTo>
                <a:lnTo>
                  <a:pt x="1552575" y="2381250"/>
                </a:lnTo>
                <a:lnTo>
                  <a:pt x="1533525" y="2381250"/>
                </a:lnTo>
                <a:lnTo>
                  <a:pt x="1533525" y="2400300"/>
                </a:lnTo>
                <a:lnTo>
                  <a:pt x="1514475" y="2400300"/>
                </a:lnTo>
                <a:lnTo>
                  <a:pt x="1514475" y="2409825"/>
                </a:lnTo>
                <a:lnTo>
                  <a:pt x="1504950" y="2409825"/>
                </a:lnTo>
                <a:lnTo>
                  <a:pt x="1504950" y="2419350"/>
                </a:lnTo>
                <a:lnTo>
                  <a:pt x="1495425" y="2419350"/>
                </a:lnTo>
                <a:lnTo>
                  <a:pt x="1495425" y="2438400"/>
                </a:lnTo>
                <a:lnTo>
                  <a:pt x="1504950" y="2438400"/>
                </a:lnTo>
                <a:lnTo>
                  <a:pt x="1504950" y="2457450"/>
                </a:lnTo>
                <a:lnTo>
                  <a:pt x="1476375" y="2457450"/>
                </a:lnTo>
                <a:lnTo>
                  <a:pt x="1476375" y="2447925"/>
                </a:lnTo>
                <a:lnTo>
                  <a:pt x="1466850" y="2447925"/>
                </a:lnTo>
                <a:lnTo>
                  <a:pt x="1466850" y="2428875"/>
                </a:lnTo>
                <a:lnTo>
                  <a:pt x="1476375" y="2428875"/>
                </a:lnTo>
                <a:lnTo>
                  <a:pt x="1476375" y="2409825"/>
                </a:lnTo>
                <a:lnTo>
                  <a:pt x="1466850" y="2409825"/>
                </a:lnTo>
                <a:lnTo>
                  <a:pt x="1466850" y="2400300"/>
                </a:lnTo>
                <a:lnTo>
                  <a:pt x="1438275" y="2400300"/>
                </a:lnTo>
                <a:lnTo>
                  <a:pt x="1438275" y="2390775"/>
                </a:lnTo>
                <a:lnTo>
                  <a:pt x="1428750" y="2390775"/>
                </a:lnTo>
                <a:lnTo>
                  <a:pt x="1428750" y="2381250"/>
                </a:lnTo>
                <a:lnTo>
                  <a:pt x="1409700" y="2381250"/>
                </a:lnTo>
                <a:lnTo>
                  <a:pt x="1409700" y="2390775"/>
                </a:lnTo>
                <a:lnTo>
                  <a:pt x="1381125" y="2390775"/>
                </a:lnTo>
                <a:lnTo>
                  <a:pt x="1381125" y="2409825"/>
                </a:lnTo>
                <a:lnTo>
                  <a:pt x="1362075" y="2409825"/>
                </a:lnTo>
                <a:lnTo>
                  <a:pt x="1362075" y="2400300"/>
                </a:lnTo>
                <a:lnTo>
                  <a:pt x="1323975" y="2400300"/>
                </a:lnTo>
                <a:lnTo>
                  <a:pt x="1323975" y="2409825"/>
                </a:lnTo>
                <a:lnTo>
                  <a:pt x="1304925" y="2409825"/>
                </a:lnTo>
                <a:lnTo>
                  <a:pt x="1304925" y="2419350"/>
                </a:lnTo>
                <a:lnTo>
                  <a:pt x="1295400" y="2419350"/>
                </a:lnTo>
                <a:lnTo>
                  <a:pt x="1295400" y="2428875"/>
                </a:lnTo>
                <a:lnTo>
                  <a:pt x="1285875" y="2428875"/>
                </a:lnTo>
                <a:lnTo>
                  <a:pt x="1285875" y="2438400"/>
                </a:lnTo>
                <a:lnTo>
                  <a:pt x="1247775" y="2438400"/>
                </a:lnTo>
                <a:lnTo>
                  <a:pt x="1247775" y="2476500"/>
                </a:lnTo>
                <a:lnTo>
                  <a:pt x="1238250" y="2476500"/>
                </a:lnTo>
                <a:lnTo>
                  <a:pt x="1238250" y="2486025"/>
                </a:lnTo>
                <a:lnTo>
                  <a:pt x="1228725" y="2486025"/>
                </a:lnTo>
                <a:lnTo>
                  <a:pt x="1228725" y="2505075"/>
                </a:lnTo>
                <a:lnTo>
                  <a:pt x="1247775" y="2505075"/>
                </a:lnTo>
                <a:lnTo>
                  <a:pt x="1247775" y="2495550"/>
                </a:lnTo>
                <a:lnTo>
                  <a:pt x="1257300" y="2495550"/>
                </a:lnTo>
                <a:lnTo>
                  <a:pt x="1257300" y="2486025"/>
                </a:lnTo>
                <a:lnTo>
                  <a:pt x="1276350" y="2486025"/>
                </a:lnTo>
                <a:lnTo>
                  <a:pt x="1276350" y="2495550"/>
                </a:lnTo>
                <a:lnTo>
                  <a:pt x="1295400" y="2495550"/>
                </a:lnTo>
                <a:lnTo>
                  <a:pt x="1295400" y="2505075"/>
                </a:lnTo>
                <a:lnTo>
                  <a:pt x="1285875" y="2505075"/>
                </a:lnTo>
                <a:lnTo>
                  <a:pt x="1285875" y="2514600"/>
                </a:lnTo>
                <a:lnTo>
                  <a:pt x="1323975" y="2514600"/>
                </a:lnTo>
                <a:lnTo>
                  <a:pt x="1323975" y="2524125"/>
                </a:lnTo>
                <a:lnTo>
                  <a:pt x="1371600" y="2524125"/>
                </a:lnTo>
                <a:lnTo>
                  <a:pt x="1371600" y="2505075"/>
                </a:lnTo>
                <a:lnTo>
                  <a:pt x="1400175" y="2505075"/>
                </a:lnTo>
                <a:lnTo>
                  <a:pt x="1400175" y="2495550"/>
                </a:lnTo>
                <a:lnTo>
                  <a:pt x="1419225" y="2495550"/>
                </a:lnTo>
                <a:lnTo>
                  <a:pt x="1419225" y="2486025"/>
                </a:lnTo>
                <a:lnTo>
                  <a:pt x="1438275" y="2486025"/>
                </a:lnTo>
                <a:lnTo>
                  <a:pt x="1438275" y="2505075"/>
                </a:lnTo>
                <a:lnTo>
                  <a:pt x="1428750" y="2505075"/>
                </a:lnTo>
                <a:lnTo>
                  <a:pt x="1428750" y="2514600"/>
                </a:lnTo>
                <a:lnTo>
                  <a:pt x="1447800" y="2514600"/>
                </a:lnTo>
                <a:lnTo>
                  <a:pt x="1447800" y="2505075"/>
                </a:lnTo>
                <a:lnTo>
                  <a:pt x="1457325" y="2505075"/>
                </a:lnTo>
                <a:lnTo>
                  <a:pt x="1457325" y="2486025"/>
                </a:lnTo>
                <a:lnTo>
                  <a:pt x="1485900" y="2486025"/>
                </a:lnTo>
                <a:lnTo>
                  <a:pt x="1485900" y="2495550"/>
                </a:lnTo>
                <a:lnTo>
                  <a:pt x="1476375" y="2495550"/>
                </a:lnTo>
                <a:lnTo>
                  <a:pt x="1476375" y="2505075"/>
                </a:lnTo>
                <a:lnTo>
                  <a:pt x="1485900" y="2505075"/>
                </a:lnTo>
                <a:lnTo>
                  <a:pt x="1485900" y="2514600"/>
                </a:lnTo>
                <a:lnTo>
                  <a:pt x="1476375" y="2514600"/>
                </a:lnTo>
                <a:lnTo>
                  <a:pt x="1476375" y="2524125"/>
                </a:lnTo>
                <a:lnTo>
                  <a:pt x="1485900" y="2524125"/>
                </a:lnTo>
                <a:lnTo>
                  <a:pt x="1485900" y="2543175"/>
                </a:lnTo>
                <a:lnTo>
                  <a:pt x="1476375" y="2543175"/>
                </a:lnTo>
                <a:lnTo>
                  <a:pt x="1476375" y="2552700"/>
                </a:lnTo>
                <a:lnTo>
                  <a:pt x="1447800" y="2552700"/>
                </a:lnTo>
                <a:lnTo>
                  <a:pt x="1447800" y="2543175"/>
                </a:lnTo>
                <a:lnTo>
                  <a:pt x="1419225" y="2543175"/>
                </a:lnTo>
                <a:lnTo>
                  <a:pt x="1419225" y="2524125"/>
                </a:lnTo>
                <a:lnTo>
                  <a:pt x="1400175" y="2524125"/>
                </a:lnTo>
                <a:lnTo>
                  <a:pt x="1400175" y="2543175"/>
                </a:lnTo>
                <a:lnTo>
                  <a:pt x="1381125" y="2543175"/>
                </a:lnTo>
                <a:lnTo>
                  <a:pt x="1381125" y="2552700"/>
                </a:lnTo>
                <a:lnTo>
                  <a:pt x="1285875" y="2552700"/>
                </a:lnTo>
                <a:lnTo>
                  <a:pt x="1285875" y="2562225"/>
                </a:lnTo>
                <a:lnTo>
                  <a:pt x="1295400" y="2562225"/>
                </a:lnTo>
                <a:lnTo>
                  <a:pt x="1295400" y="2581275"/>
                </a:lnTo>
                <a:lnTo>
                  <a:pt x="1304925" y="2581275"/>
                </a:lnTo>
                <a:lnTo>
                  <a:pt x="1304925" y="2600325"/>
                </a:lnTo>
                <a:lnTo>
                  <a:pt x="1314450" y="2600325"/>
                </a:lnTo>
                <a:lnTo>
                  <a:pt x="1314450" y="2609850"/>
                </a:lnTo>
                <a:lnTo>
                  <a:pt x="1381125" y="2609850"/>
                </a:lnTo>
                <a:lnTo>
                  <a:pt x="1381125" y="2619375"/>
                </a:lnTo>
                <a:lnTo>
                  <a:pt x="1409700" y="2619375"/>
                </a:lnTo>
                <a:lnTo>
                  <a:pt x="1409700" y="2609850"/>
                </a:lnTo>
                <a:lnTo>
                  <a:pt x="1428750" y="2609850"/>
                </a:lnTo>
                <a:lnTo>
                  <a:pt x="1428750" y="2600325"/>
                </a:lnTo>
                <a:lnTo>
                  <a:pt x="1457325" y="2600325"/>
                </a:lnTo>
                <a:lnTo>
                  <a:pt x="1457325" y="2619375"/>
                </a:lnTo>
                <a:lnTo>
                  <a:pt x="1466850" y="2619375"/>
                </a:lnTo>
                <a:lnTo>
                  <a:pt x="1466850" y="2628900"/>
                </a:lnTo>
                <a:lnTo>
                  <a:pt x="1476375" y="2628900"/>
                </a:lnTo>
                <a:lnTo>
                  <a:pt x="1476375" y="2609850"/>
                </a:lnTo>
                <a:lnTo>
                  <a:pt x="1504950" y="2609850"/>
                </a:lnTo>
                <a:lnTo>
                  <a:pt x="1504950" y="2600325"/>
                </a:lnTo>
                <a:lnTo>
                  <a:pt x="1533525" y="2600325"/>
                </a:lnTo>
                <a:lnTo>
                  <a:pt x="1533525" y="2609850"/>
                </a:lnTo>
                <a:lnTo>
                  <a:pt x="1552575" y="2609850"/>
                </a:lnTo>
                <a:lnTo>
                  <a:pt x="1552575" y="2600325"/>
                </a:lnTo>
                <a:lnTo>
                  <a:pt x="1562100" y="2600325"/>
                </a:lnTo>
                <a:lnTo>
                  <a:pt x="1562100" y="2581275"/>
                </a:lnTo>
                <a:lnTo>
                  <a:pt x="1590675" y="2581275"/>
                </a:lnTo>
                <a:lnTo>
                  <a:pt x="1590675" y="2590800"/>
                </a:lnTo>
                <a:lnTo>
                  <a:pt x="1657350" y="2590800"/>
                </a:lnTo>
                <a:lnTo>
                  <a:pt x="1657350" y="2600325"/>
                </a:lnTo>
                <a:lnTo>
                  <a:pt x="1666875" y="2600325"/>
                </a:lnTo>
                <a:lnTo>
                  <a:pt x="1666875" y="2590800"/>
                </a:lnTo>
                <a:lnTo>
                  <a:pt x="1685925" y="2590800"/>
                </a:lnTo>
                <a:lnTo>
                  <a:pt x="1685925" y="2543175"/>
                </a:lnTo>
                <a:lnTo>
                  <a:pt x="1695450" y="2543175"/>
                </a:lnTo>
                <a:lnTo>
                  <a:pt x="1695450" y="2552700"/>
                </a:lnTo>
                <a:lnTo>
                  <a:pt x="1714500" y="2552700"/>
                </a:lnTo>
                <a:lnTo>
                  <a:pt x="1714500" y="2533650"/>
                </a:lnTo>
                <a:lnTo>
                  <a:pt x="1724025" y="2533650"/>
                </a:lnTo>
                <a:lnTo>
                  <a:pt x="1724025" y="2524125"/>
                </a:lnTo>
                <a:lnTo>
                  <a:pt x="1714500" y="2524125"/>
                </a:lnTo>
                <a:lnTo>
                  <a:pt x="1714500" y="2514600"/>
                </a:lnTo>
                <a:lnTo>
                  <a:pt x="1724025" y="2514600"/>
                </a:lnTo>
                <a:lnTo>
                  <a:pt x="1724025" y="2495550"/>
                </a:lnTo>
                <a:lnTo>
                  <a:pt x="1743075" y="2495550"/>
                </a:lnTo>
                <a:lnTo>
                  <a:pt x="1743075" y="2533650"/>
                </a:lnTo>
                <a:lnTo>
                  <a:pt x="1752600" y="2533650"/>
                </a:lnTo>
                <a:lnTo>
                  <a:pt x="1752600" y="2638425"/>
                </a:lnTo>
                <a:lnTo>
                  <a:pt x="1743075" y="2638425"/>
                </a:lnTo>
                <a:lnTo>
                  <a:pt x="1743075" y="2647950"/>
                </a:lnTo>
                <a:lnTo>
                  <a:pt x="1733550" y="2647950"/>
                </a:lnTo>
                <a:lnTo>
                  <a:pt x="1733550" y="2657475"/>
                </a:lnTo>
                <a:lnTo>
                  <a:pt x="1714500" y="2657475"/>
                </a:lnTo>
                <a:lnTo>
                  <a:pt x="1714500" y="2647950"/>
                </a:lnTo>
                <a:lnTo>
                  <a:pt x="1704975" y="2647950"/>
                </a:lnTo>
                <a:lnTo>
                  <a:pt x="1704975" y="2667000"/>
                </a:lnTo>
                <a:lnTo>
                  <a:pt x="1695450" y="2667000"/>
                </a:lnTo>
                <a:lnTo>
                  <a:pt x="1695450" y="2676525"/>
                </a:lnTo>
                <a:lnTo>
                  <a:pt x="1590675" y="2676525"/>
                </a:lnTo>
                <a:lnTo>
                  <a:pt x="1590675" y="2686050"/>
                </a:lnTo>
                <a:lnTo>
                  <a:pt x="1466850" y="2686050"/>
                </a:lnTo>
                <a:lnTo>
                  <a:pt x="1466850" y="2695575"/>
                </a:lnTo>
                <a:lnTo>
                  <a:pt x="1323975" y="2695575"/>
                </a:lnTo>
                <a:lnTo>
                  <a:pt x="1323975" y="2705100"/>
                </a:lnTo>
                <a:lnTo>
                  <a:pt x="1257300" y="2705100"/>
                </a:lnTo>
                <a:lnTo>
                  <a:pt x="1257300" y="2695575"/>
                </a:lnTo>
                <a:lnTo>
                  <a:pt x="1238250" y="2695575"/>
                </a:lnTo>
                <a:lnTo>
                  <a:pt x="1238250" y="2686050"/>
                </a:lnTo>
                <a:lnTo>
                  <a:pt x="1228725" y="2686050"/>
                </a:lnTo>
                <a:lnTo>
                  <a:pt x="1228725" y="2657475"/>
                </a:lnTo>
                <a:lnTo>
                  <a:pt x="1219200" y="2657475"/>
                </a:lnTo>
                <a:lnTo>
                  <a:pt x="1219200" y="2552700"/>
                </a:lnTo>
                <a:lnTo>
                  <a:pt x="1209675" y="2552700"/>
                </a:lnTo>
                <a:lnTo>
                  <a:pt x="1209675" y="2419350"/>
                </a:lnTo>
                <a:lnTo>
                  <a:pt x="1219200" y="2419350"/>
                </a:lnTo>
                <a:lnTo>
                  <a:pt x="1219200" y="2400300"/>
                </a:lnTo>
                <a:lnTo>
                  <a:pt x="1209675" y="2400300"/>
                </a:lnTo>
                <a:lnTo>
                  <a:pt x="1209675" y="2381250"/>
                </a:lnTo>
                <a:lnTo>
                  <a:pt x="1219200" y="2381250"/>
                </a:lnTo>
                <a:lnTo>
                  <a:pt x="1219200" y="2362200"/>
                </a:lnTo>
                <a:lnTo>
                  <a:pt x="1228725" y="2362200"/>
                </a:lnTo>
                <a:lnTo>
                  <a:pt x="1228725" y="2352675"/>
                </a:lnTo>
                <a:lnTo>
                  <a:pt x="1238250" y="2352675"/>
                </a:lnTo>
                <a:lnTo>
                  <a:pt x="1238250" y="2343150"/>
                </a:lnTo>
                <a:lnTo>
                  <a:pt x="1304925" y="2343150"/>
                </a:lnTo>
                <a:lnTo>
                  <a:pt x="1304925" y="2352675"/>
                </a:lnTo>
                <a:lnTo>
                  <a:pt x="1314450" y="2352675"/>
                </a:lnTo>
                <a:lnTo>
                  <a:pt x="1314450" y="2343150"/>
                </a:lnTo>
                <a:lnTo>
                  <a:pt x="1333500" y="2343150"/>
                </a:lnTo>
                <a:lnTo>
                  <a:pt x="1333500" y="2333625"/>
                </a:lnTo>
                <a:lnTo>
                  <a:pt x="1362075" y="2333625"/>
                </a:lnTo>
                <a:lnTo>
                  <a:pt x="1362075" y="2343150"/>
                </a:lnTo>
                <a:lnTo>
                  <a:pt x="1419225" y="2343150"/>
                </a:lnTo>
                <a:lnTo>
                  <a:pt x="1419225" y="2352675"/>
                </a:lnTo>
                <a:lnTo>
                  <a:pt x="1428750" y="2352675"/>
                </a:lnTo>
                <a:lnTo>
                  <a:pt x="1428750" y="2343150"/>
                </a:lnTo>
                <a:lnTo>
                  <a:pt x="1466850" y="2343150"/>
                </a:lnTo>
                <a:lnTo>
                  <a:pt x="1466850" y="2333625"/>
                </a:lnTo>
                <a:lnTo>
                  <a:pt x="1514475" y="2333625"/>
                </a:lnTo>
                <a:lnTo>
                  <a:pt x="1514475" y="2324100"/>
                </a:lnTo>
                <a:lnTo>
                  <a:pt x="1600200" y="2324100"/>
                </a:lnTo>
                <a:close/>
                <a:moveTo>
                  <a:pt x="1695450" y="2352675"/>
                </a:moveTo>
                <a:lnTo>
                  <a:pt x="1704975" y="2352675"/>
                </a:lnTo>
                <a:lnTo>
                  <a:pt x="1704975" y="2371725"/>
                </a:lnTo>
                <a:lnTo>
                  <a:pt x="1714500" y="2371725"/>
                </a:lnTo>
                <a:lnTo>
                  <a:pt x="1714500" y="2343150"/>
                </a:lnTo>
                <a:lnTo>
                  <a:pt x="1695450" y="2343150"/>
                </a:lnTo>
                <a:close/>
                <a:moveTo>
                  <a:pt x="1628775" y="2371725"/>
                </a:moveTo>
                <a:lnTo>
                  <a:pt x="1638300" y="2371725"/>
                </a:lnTo>
                <a:lnTo>
                  <a:pt x="1638300" y="2352675"/>
                </a:lnTo>
                <a:lnTo>
                  <a:pt x="1628775" y="2352675"/>
                </a:lnTo>
                <a:close/>
                <a:moveTo>
                  <a:pt x="1495425" y="2400300"/>
                </a:moveTo>
                <a:lnTo>
                  <a:pt x="1504950" y="2400300"/>
                </a:lnTo>
                <a:lnTo>
                  <a:pt x="1504950" y="2390775"/>
                </a:lnTo>
                <a:lnTo>
                  <a:pt x="1495425" y="2390775"/>
                </a:lnTo>
                <a:close/>
                <a:moveTo>
                  <a:pt x="1352550" y="2419350"/>
                </a:moveTo>
                <a:lnTo>
                  <a:pt x="1371600" y="2419350"/>
                </a:lnTo>
                <a:lnTo>
                  <a:pt x="1371600" y="2428875"/>
                </a:lnTo>
                <a:lnTo>
                  <a:pt x="1362075" y="2428875"/>
                </a:lnTo>
                <a:lnTo>
                  <a:pt x="1362075" y="2447925"/>
                </a:lnTo>
                <a:lnTo>
                  <a:pt x="1371600" y="2447925"/>
                </a:lnTo>
                <a:lnTo>
                  <a:pt x="1371600" y="2476500"/>
                </a:lnTo>
                <a:lnTo>
                  <a:pt x="1362075" y="2476500"/>
                </a:lnTo>
                <a:lnTo>
                  <a:pt x="1362075" y="2505075"/>
                </a:lnTo>
                <a:lnTo>
                  <a:pt x="1343025" y="2505075"/>
                </a:lnTo>
                <a:lnTo>
                  <a:pt x="1343025" y="2428875"/>
                </a:lnTo>
                <a:lnTo>
                  <a:pt x="1352550" y="2428875"/>
                </a:lnTo>
                <a:close/>
                <a:moveTo>
                  <a:pt x="1724025" y="2438400"/>
                </a:moveTo>
                <a:lnTo>
                  <a:pt x="1733550" y="2438400"/>
                </a:lnTo>
                <a:lnTo>
                  <a:pt x="1733550" y="2447925"/>
                </a:lnTo>
                <a:lnTo>
                  <a:pt x="1743075" y="2447925"/>
                </a:lnTo>
                <a:lnTo>
                  <a:pt x="1743075" y="2457450"/>
                </a:lnTo>
                <a:lnTo>
                  <a:pt x="1733550" y="2457450"/>
                </a:lnTo>
                <a:lnTo>
                  <a:pt x="1733550" y="2466975"/>
                </a:lnTo>
                <a:lnTo>
                  <a:pt x="1724025" y="2466975"/>
                </a:lnTo>
                <a:lnTo>
                  <a:pt x="1724025" y="2476500"/>
                </a:lnTo>
                <a:lnTo>
                  <a:pt x="1704975" y="2476500"/>
                </a:lnTo>
                <a:lnTo>
                  <a:pt x="1704975" y="2457450"/>
                </a:lnTo>
                <a:lnTo>
                  <a:pt x="1714500" y="2457450"/>
                </a:lnTo>
                <a:lnTo>
                  <a:pt x="1714500" y="2447925"/>
                </a:lnTo>
                <a:lnTo>
                  <a:pt x="1724025" y="2447925"/>
                </a:lnTo>
                <a:close/>
                <a:moveTo>
                  <a:pt x="1609725" y="2476500"/>
                </a:moveTo>
                <a:lnTo>
                  <a:pt x="1628775" y="2476500"/>
                </a:lnTo>
                <a:lnTo>
                  <a:pt x="1628775" y="2486025"/>
                </a:lnTo>
                <a:lnTo>
                  <a:pt x="1638300" y="2486025"/>
                </a:lnTo>
                <a:lnTo>
                  <a:pt x="1638300" y="2495550"/>
                </a:lnTo>
                <a:lnTo>
                  <a:pt x="1609725" y="2495550"/>
                </a:lnTo>
                <a:close/>
                <a:moveTo>
                  <a:pt x="1533525" y="2495550"/>
                </a:moveTo>
                <a:lnTo>
                  <a:pt x="1543050" y="2495550"/>
                </a:lnTo>
                <a:lnTo>
                  <a:pt x="1543050" y="2505075"/>
                </a:lnTo>
                <a:lnTo>
                  <a:pt x="1533525" y="2505075"/>
                </a:lnTo>
                <a:close/>
                <a:moveTo>
                  <a:pt x="1533525" y="2514600"/>
                </a:moveTo>
                <a:lnTo>
                  <a:pt x="1552575" y="2514600"/>
                </a:lnTo>
                <a:lnTo>
                  <a:pt x="1552575" y="2543175"/>
                </a:lnTo>
                <a:lnTo>
                  <a:pt x="1504950" y="2543175"/>
                </a:lnTo>
                <a:lnTo>
                  <a:pt x="1504950" y="2524125"/>
                </a:lnTo>
                <a:lnTo>
                  <a:pt x="1533525" y="2524125"/>
                </a:lnTo>
                <a:close/>
                <a:moveTo>
                  <a:pt x="1266825" y="2524125"/>
                </a:moveTo>
                <a:lnTo>
                  <a:pt x="1276350" y="2524125"/>
                </a:lnTo>
                <a:lnTo>
                  <a:pt x="1276350" y="2514600"/>
                </a:lnTo>
                <a:lnTo>
                  <a:pt x="1266825" y="2514600"/>
                </a:lnTo>
                <a:close/>
                <a:moveTo>
                  <a:pt x="1571625" y="2524125"/>
                </a:moveTo>
                <a:lnTo>
                  <a:pt x="1600200" y="2524125"/>
                </a:lnTo>
                <a:lnTo>
                  <a:pt x="1600200" y="2533650"/>
                </a:lnTo>
                <a:lnTo>
                  <a:pt x="1590675" y="2533650"/>
                </a:lnTo>
                <a:lnTo>
                  <a:pt x="1590675" y="2552700"/>
                </a:lnTo>
                <a:lnTo>
                  <a:pt x="1562100" y="2552700"/>
                </a:lnTo>
                <a:lnTo>
                  <a:pt x="1562100" y="2533650"/>
                </a:lnTo>
                <a:lnTo>
                  <a:pt x="1571625" y="2533650"/>
                </a:lnTo>
                <a:close/>
                <a:moveTo>
                  <a:pt x="1685925" y="2609850"/>
                </a:moveTo>
                <a:lnTo>
                  <a:pt x="1695450" y="2609850"/>
                </a:lnTo>
                <a:lnTo>
                  <a:pt x="1695450" y="2600325"/>
                </a:lnTo>
                <a:lnTo>
                  <a:pt x="1685925" y="2600325"/>
                </a:lnTo>
                <a:close/>
                <a:moveTo>
                  <a:pt x="523875" y="3009900"/>
                </a:moveTo>
                <a:lnTo>
                  <a:pt x="600075" y="3009900"/>
                </a:lnTo>
                <a:lnTo>
                  <a:pt x="600075" y="3019425"/>
                </a:lnTo>
                <a:lnTo>
                  <a:pt x="609600" y="3019425"/>
                </a:lnTo>
                <a:lnTo>
                  <a:pt x="609600" y="3095625"/>
                </a:lnTo>
                <a:lnTo>
                  <a:pt x="590550" y="3095625"/>
                </a:lnTo>
                <a:lnTo>
                  <a:pt x="590550" y="3086100"/>
                </a:lnTo>
                <a:lnTo>
                  <a:pt x="581025" y="3086100"/>
                </a:lnTo>
                <a:lnTo>
                  <a:pt x="581025" y="3095625"/>
                </a:lnTo>
                <a:lnTo>
                  <a:pt x="571500" y="3095625"/>
                </a:lnTo>
                <a:lnTo>
                  <a:pt x="571500" y="3086100"/>
                </a:lnTo>
                <a:lnTo>
                  <a:pt x="561975" y="3086100"/>
                </a:lnTo>
                <a:lnTo>
                  <a:pt x="561975" y="3076575"/>
                </a:lnTo>
                <a:lnTo>
                  <a:pt x="552450" y="3076575"/>
                </a:lnTo>
                <a:lnTo>
                  <a:pt x="552450" y="3048000"/>
                </a:lnTo>
                <a:lnTo>
                  <a:pt x="533400" y="3048000"/>
                </a:lnTo>
                <a:lnTo>
                  <a:pt x="533400" y="3028950"/>
                </a:lnTo>
                <a:lnTo>
                  <a:pt x="523875" y="3028950"/>
                </a:lnTo>
                <a:close/>
                <a:moveTo>
                  <a:pt x="428625" y="3019425"/>
                </a:moveTo>
                <a:lnTo>
                  <a:pt x="504825" y="3019425"/>
                </a:lnTo>
                <a:lnTo>
                  <a:pt x="504825" y="3028950"/>
                </a:lnTo>
                <a:lnTo>
                  <a:pt x="495300" y="3028950"/>
                </a:lnTo>
                <a:lnTo>
                  <a:pt x="495300" y="3057525"/>
                </a:lnTo>
                <a:lnTo>
                  <a:pt x="485775" y="3057525"/>
                </a:lnTo>
                <a:lnTo>
                  <a:pt x="485775" y="3067050"/>
                </a:lnTo>
                <a:lnTo>
                  <a:pt x="476250" y="3067050"/>
                </a:lnTo>
                <a:lnTo>
                  <a:pt x="476250" y="3143250"/>
                </a:lnTo>
                <a:lnTo>
                  <a:pt x="485775" y="3143250"/>
                </a:lnTo>
                <a:lnTo>
                  <a:pt x="485775" y="3162300"/>
                </a:lnTo>
                <a:lnTo>
                  <a:pt x="476250" y="3162300"/>
                </a:lnTo>
                <a:lnTo>
                  <a:pt x="476250" y="3171825"/>
                </a:lnTo>
                <a:lnTo>
                  <a:pt x="466725" y="3171825"/>
                </a:lnTo>
                <a:lnTo>
                  <a:pt x="466725" y="3162300"/>
                </a:lnTo>
                <a:lnTo>
                  <a:pt x="457200" y="3162300"/>
                </a:lnTo>
                <a:lnTo>
                  <a:pt x="457200" y="3181350"/>
                </a:lnTo>
                <a:lnTo>
                  <a:pt x="447675" y="3181350"/>
                </a:lnTo>
                <a:lnTo>
                  <a:pt x="447675" y="3190875"/>
                </a:lnTo>
                <a:lnTo>
                  <a:pt x="438150" y="3190875"/>
                </a:lnTo>
                <a:lnTo>
                  <a:pt x="438150" y="3200400"/>
                </a:lnTo>
                <a:lnTo>
                  <a:pt x="447675" y="3200400"/>
                </a:lnTo>
                <a:lnTo>
                  <a:pt x="447675" y="3209925"/>
                </a:lnTo>
                <a:lnTo>
                  <a:pt x="428625" y="3209925"/>
                </a:lnTo>
                <a:lnTo>
                  <a:pt x="428625" y="3200400"/>
                </a:lnTo>
                <a:lnTo>
                  <a:pt x="419100" y="3200400"/>
                </a:lnTo>
                <a:lnTo>
                  <a:pt x="419100" y="3162300"/>
                </a:lnTo>
                <a:lnTo>
                  <a:pt x="428625" y="3162300"/>
                </a:lnTo>
                <a:lnTo>
                  <a:pt x="428625" y="3143250"/>
                </a:lnTo>
                <a:lnTo>
                  <a:pt x="419100" y="3143250"/>
                </a:lnTo>
                <a:lnTo>
                  <a:pt x="419100" y="3067050"/>
                </a:lnTo>
                <a:lnTo>
                  <a:pt x="409575" y="3067050"/>
                </a:lnTo>
                <a:lnTo>
                  <a:pt x="409575" y="3038475"/>
                </a:lnTo>
                <a:lnTo>
                  <a:pt x="419100" y="3038475"/>
                </a:lnTo>
                <a:lnTo>
                  <a:pt x="419100" y="3028950"/>
                </a:lnTo>
                <a:lnTo>
                  <a:pt x="428625" y="3028950"/>
                </a:lnTo>
                <a:close/>
                <a:moveTo>
                  <a:pt x="428625" y="3086100"/>
                </a:moveTo>
                <a:lnTo>
                  <a:pt x="438150" y="3086100"/>
                </a:lnTo>
                <a:lnTo>
                  <a:pt x="438150" y="3067050"/>
                </a:lnTo>
                <a:lnTo>
                  <a:pt x="428625" y="3067050"/>
                </a:lnTo>
                <a:close/>
                <a:moveTo>
                  <a:pt x="600075" y="3105150"/>
                </a:moveTo>
                <a:lnTo>
                  <a:pt x="609600" y="3105150"/>
                </a:lnTo>
                <a:lnTo>
                  <a:pt x="609600" y="3133725"/>
                </a:lnTo>
                <a:lnTo>
                  <a:pt x="619125" y="3133725"/>
                </a:lnTo>
                <a:lnTo>
                  <a:pt x="619125" y="3190875"/>
                </a:lnTo>
                <a:lnTo>
                  <a:pt x="609600" y="3190875"/>
                </a:lnTo>
                <a:lnTo>
                  <a:pt x="609600" y="3209925"/>
                </a:lnTo>
                <a:lnTo>
                  <a:pt x="581025" y="3209925"/>
                </a:lnTo>
                <a:lnTo>
                  <a:pt x="581025" y="3200400"/>
                </a:lnTo>
                <a:lnTo>
                  <a:pt x="571500" y="3200400"/>
                </a:lnTo>
                <a:lnTo>
                  <a:pt x="571500" y="3190875"/>
                </a:lnTo>
                <a:lnTo>
                  <a:pt x="581025" y="3190875"/>
                </a:lnTo>
                <a:lnTo>
                  <a:pt x="581025" y="3181350"/>
                </a:lnTo>
                <a:lnTo>
                  <a:pt x="590550" y="3181350"/>
                </a:lnTo>
                <a:lnTo>
                  <a:pt x="590550" y="3171825"/>
                </a:lnTo>
                <a:lnTo>
                  <a:pt x="571500" y="3171825"/>
                </a:lnTo>
                <a:lnTo>
                  <a:pt x="571500" y="3152775"/>
                </a:lnTo>
                <a:lnTo>
                  <a:pt x="561975" y="3152775"/>
                </a:lnTo>
                <a:lnTo>
                  <a:pt x="561975" y="3133725"/>
                </a:lnTo>
                <a:lnTo>
                  <a:pt x="571500" y="3133725"/>
                </a:lnTo>
                <a:lnTo>
                  <a:pt x="571500" y="3152775"/>
                </a:lnTo>
                <a:lnTo>
                  <a:pt x="581025" y="3152775"/>
                </a:lnTo>
                <a:lnTo>
                  <a:pt x="581025" y="3143250"/>
                </a:lnTo>
                <a:lnTo>
                  <a:pt x="590550" y="3143250"/>
                </a:lnTo>
                <a:lnTo>
                  <a:pt x="590550" y="3124200"/>
                </a:lnTo>
                <a:lnTo>
                  <a:pt x="600075" y="3124200"/>
                </a:lnTo>
                <a:close/>
                <a:moveTo>
                  <a:pt x="438150" y="3162300"/>
                </a:moveTo>
                <a:lnTo>
                  <a:pt x="447675" y="3162300"/>
                </a:lnTo>
                <a:lnTo>
                  <a:pt x="447675" y="3143250"/>
                </a:lnTo>
                <a:lnTo>
                  <a:pt x="438150" y="3143250"/>
                </a:lnTo>
                <a:close/>
                <a:moveTo>
                  <a:pt x="600075" y="3257550"/>
                </a:moveTo>
                <a:lnTo>
                  <a:pt x="609600" y="3257550"/>
                </a:lnTo>
                <a:lnTo>
                  <a:pt x="609600" y="3267075"/>
                </a:lnTo>
                <a:lnTo>
                  <a:pt x="619125" y="3267075"/>
                </a:lnTo>
                <a:lnTo>
                  <a:pt x="619125" y="3295650"/>
                </a:lnTo>
                <a:lnTo>
                  <a:pt x="628650" y="3295650"/>
                </a:lnTo>
                <a:lnTo>
                  <a:pt x="628650" y="3352800"/>
                </a:lnTo>
                <a:lnTo>
                  <a:pt x="609600" y="3352800"/>
                </a:lnTo>
                <a:lnTo>
                  <a:pt x="609600" y="3343275"/>
                </a:lnTo>
                <a:lnTo>
                  <a:pt x="600075" y="3343275"/>
                </a:lnTo>
                <a:lnTo>
                  <a:pt x="600075" y="3324225"/>
                </a:lnTo>
                <a:lnTo>
                  <a:pt x="609600" y="3324225"/>
                </a:lnTo>
                <a:lnTo>
                  <a:pt x="609600" y="3295650"/>
                </a:lnTo>
                <a:lnTo>
                  <a:pt x="600075" y="3295650"/>
                </a:lnTo>
                <a:lnTo>
                  <a:pt x="600075" y="3276600"/>
                </a:lnTo>
                <a:lnTo>
                  <a:pt x="590550" y="3276600"/>
                </a:lnTo>
                <a:lnTo>
                  <a:pt x="590550" y="3267075"/>
                </a:lnTo>
                <a:lnTo>
                  <a:pt x="600075" y="3267075"/>
                </a:lnTo>
                <a:close/>
                <a:moveTo>
                  <a:pt x="438150" y="3267075"/>
                </a:moveTo>
                <a:lnTo>
                  <a:pt x="466725" y="3267075"/>
                </a:lnTo>
                <a:lnTo>
                  <a:pt x="466725" y="3276600"/>
                </a:lnTo>
                <a:lnTo>
                  <a:pt x="457200" y="3276600"/>
                </a:lnTo>
                <a:lnTo>
                  <a:pt x="457200" y="3286125"/>
                </a:lnTo>
                <a:lnTo>
                  <a:pt x="447675" y="3286125"/>
                </a:lnTo>
                <a:lnTo>
                  <a:pt x="447675" y="3333750"/>
                </a:lnTo>
                <a:lnTo>
                  <a:pt x="438150" y="3333750"/>
                </a:lnTo>
                <a:lnTo>
                  <a:pt x="438150" y="3343275"/>
                </a:lnTo>
                <a:lnTo>
                  <a:pt x="428625" y="3343275"/>
                </a:lnTo>
                <a:lnTo>
                  <a:pt x="428625" y="3276600"/>
                </a:lnTo>
                <a:lnTo>
                  <a:pt x="438150" y="3276600"/>
                </a:lnTo>
                <a:close/>
                <a:moveTo>
                  <a:pt x="428625" y="3362325"/>
                </a:moveTo>
                <a:lnTo>
                  <a:pt x="447675" y="3362325"/>
                </a:lnTo>
                <a:lnTo>
                  <a:pt x="447675" y="3438525"/>
                </a:lnTo>
                <a:lnTo>
                  <a:pt x="457200" y="3438525"/>
                </a:lnTo>
                <a:lnTo>
                  <a:pt x="457200" y="3457575"/>
                </a:lnTo>
                <a:lnTo>
                  <a:pt x="447675" y="3457575"/>
                </a:lnTo>
                <a:lnTo>
                  <a:pt x="447675" y="3448050"/>
                </a:lnTo>
                <a:lnTo>
                  <a:pt x="438150" y="3448050"/>
                </a:lnTo>
                <a:lnTo>
                  <a:pt x="438150" y="3438525"/>
                </a:lnTo>
                <a:lnTo>
                  <a:pt x="428625" y="3438525"/>
                </a:lnTo>
                <a:close/>
                <a:moveTo>
                  <a:pt x="581025" y="3495675"/>
                </a:moveTo>
                <a:lnTo>
                  <a:pt x="619125" y="3495675"/>
                </a:lnTo>
                <a:lnTo>
                  <a:pt x="619125" y="3505200"/>
                </a:lnTo>
                <a:lnTo>
                  <a:pt x="628650" y="3505200"/>
                </a:lnTo>
                <a:lnTo>
                  <a:pt x="628650" y="3514725"/>
                </a:lnTo>
                <a:lnTo>
                  <a:pt x="638175" y="3514725"/>
                </a:lnTo>
                <a:lnTo>
                  <a:pt x="638175" y="3552825"/>
                </a:lnTo>
                <a:lnTo>
                  <a:pt x="647700" y="3552825"/>
                </a:lnTo>
                <a:lnTo>
                  <a:pt x="647700" y="3648075"/>
                </a:lnTo>
                <a:lnTo>
                  <a:pt x="638175" y="3648075"/>
                </a:lnTo>
                <a:lnTo>
                  <a:pt x="638175" y="3657600"/>
                </a:lnTo>
                <a:lnTo>
                  <a:pt x="628650" y="3657600"/>
                </a:lnTo>
                <a:lnTo>
                  <a:pt x="628650" y="3667125"/>
                </a:lnTo>
                <a:lnTo>
                  <a:pt x="619125" y="3667125"/>
                </a:lnTo>
                <a:lnTo>
                  <a:pt x="619125" y="3638550"/>
                </a:lnTo>
                <a:lnTo>
                  <a:pt x="609600" y="3638550"/>
                </a:lnTo>
                <a:lnTo>
                  <a:pt x="609600" y="3629025"/>
                </a:lnTo>
                <a:lnTo>
                  <a:pt x="600075" y="3629025"/>
                </a:lnTo>
                <a:lnTo>
                  <a:pt x="600075" y="3600450"/>
                </a:lnTo>
                <a:lnTo>
                  <a:pt x="609600" y="3600450"/>
                </a:lnTo>
                <a:lnTo>
                  <a:pt x="609600" y="3571875"/>
                </a:lnTo>
                <a:lnTo>
                  <a:pt x="600075" y="3571875"/>
                </a:lnTo>
                <a:lnTo>
                  <a:pt x="600075" y="3562350"/>
                </a:lnTo>
                <a:lnTo>
                  <a:pt x="590550" y="3562350"/>
                </a:lnTo>
                <a:lnTo>
                  <a:pt x="590550" y="3533775"/>
                </a:lnTo>
                <a:lnTo>
                  <a:pt x="600075" y="3533775"/>
                </a:lnTo>
                <a:lnTo>
                  <a:pt x="600075" y="3524250"/>
                </a:lnTo>
                <a:lnTo>
                  <a:pt x="590550" y="3524250"/>
                </a:lnTo>
                <a:lnTo>
                  <a:pt x="590550" y="3514725"/>
                </a:lnTo>
                <a:lnTo>
                  <a:pt x="581025" y="3514725"/>
                </a:lnTo>
                <a:close/>
                <a:moveTo>
                  <a:pt x="457200" y="3505200"/>
                </a:moveTo>
                <a:lnTo>
                  <a:pt x="466725" y="3505200"/>
                </a:lnTo>
                <a:lnTo>
                  <a:pt x="466725" y="3514725"/>
                </a:lnTo>
                <a:lnTo>
                  <a:pt x="485775" y="3514725"/>
                </a:lnTo>
                <a:lnTo>
                  <a:pt x="485775" y="3524250"/>
                </a:lnTo>
                <a:lnTo>
                  <a:pt x="476250" y="3524250"/>
                </a:lnTo>
                <a:lnTo>
                  <a:pt x="476250" y="3581400"/>
                </a:lnTo>
                <a:lnTo>
                  <a:pt x="485775" y="3581400"/>
                </a:lnTo>
                <a:lnTo>
                  <a:pt x="485775" y="3619500"/>
                </a:lnTo>
                <a:lnTo>
                  <a:pt x="495300" y="3619500"/>
                </a:lnTo>
                <a:lnTo>
                  <a:pt x="495300" y="3657600"/>
                </a:lnTo>
                <a:lnTo>
                  <a:pt x="504825" y="3657600"/>
                </a:lnTo>
                <a:lnTo>
                  <a:pt x="504825" y="3686175"/>
                </a:lnTo>
                <a:lnTo>
                  <a:pt x="485775" y="3686175"/>
                </a:lnTo>
                <a:lnTo>
                  <a:pt x="485775" y="3676650"/>
                </a:lnTo>
                <a:lnTo>
                  <a:pt x="457200" y="3676650"/>
                </a:lnTo>
                <a:lnTo>
                  <a:pt x="457200" y="3667125"/>
                </a:lnTo>
                <a:lnTo>
                  <a:pt x="447675" y="3667125"/>
                </a:lnTo>
                <a:lnTo>
                  <a:pt x="447675" y="3657600"/>
                </a:lnTo>
                <a:lnTo>
                  <a:pt x="457200" y="3657600"/>
                </a:lnTo>
                <a:lnTo>
                  <a:pt x="457200" y="3629025"/>
                </a:lnTo>
                <a:lnTo>
                  <a:pt x="447675" y="3629025"/>
                </a:lnTo>
                <a:lnTo>
                  <a:pt x="447675" y="3571875"/>
                </a:lnTo>
                <a:lnTo>
                  <a:pt x="438150" y="3571875"/>
                </a:lnTo>
                <a:lnTo>
                  <a:pt x="438150" y="3562350"/>
                </a:lnTo>
                <a:lnTo>
                  <a:pt x="447675" y="3562350"/>
                </a:lnTo>
                <a:lnTo>
                  <a:pt x="447675" y="3514725"/>
                </a:lnTo>
                <a:lnTo>
                  <a:pt x="457200" y="3514725"/>
                </a:lnTo>
                <a:close/>
                <a:moveTo>
                  <a:pt x="600075" y="3657600"/>
                </a:moveTo>
                <a:lnTo>
                  <a:pt x="609600" y="3657600"/>
                </a:lnTo>
                <a:lnTo>
                  <a:pt x="609600" y="3667125"/>
                </a:lnTo>
                <a:lnTo>
                  <a:pt x="600075" y="3667125"/>
                </a:lnTo>
                <a:close/>
              </a:path>
            </a:pathLst>
          </a:custGeom>
          <a:solidFill xmlns:a="http://schemas.openxmlformats.org/drawingml/2006/main">
            <a:srgbClr val="FCFDFE"/>
          </a:solidFill>
          <a:ln xmlns:a="http://schemas.openxmlformats.org/drawingml/2006/main" w="0">
            <a:noFill/>
          </a:ln>
        </p:spPr>
      </p:sp>
      <p:sp>
        <p:nvSpPr>
          <p:cNvPr id="7" name="phones vector #fbfcfe">
            <a:extLst xmlns:a="http://schemas.openxmlformats.org/drawingml/2006/main">
              <a:ext uri="{FF2B5EF4-FFF2-40B4-BE49-F238E27FC236}">
                <a16:creationId xmlns:a16="http://schemas.microsoft.com/office/drawing/2014/main" id="{82472C27-6CE7-466E-BCA6-4F809EB08DE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48500" y="190500"/>
            <a:ext cx="5905500" cy="6619875"/>
          </a:xfrm>
          <a:custGeom xmlns:a="http://schemas.openxmlformats.org/drawingml/2006/main">
            <a:pathLst>
              <a:path w="3838575" h="4295775">
                <a:moveTo>
                  <a:pt x="828675" y="219075"/>
                </a:moveTo>
                <a:lnTo>
                  <a:pt x="838200" y="219075"/>
                </a:lnTo>
                <a:lnTo>
                  <a:pt x="838200" y="228600"/>
                </a:lnTo>
                <a:lnTo>
                  <a:pt x="828675" y="228600"/>
                </a:lnTo>
                <a:close/>
                <a:moveTo>
                  <a:pt x="1504950" y="447675"/>
                </a:moveTo>
                <a:lnTo>
                  <a:pt x="1533525" y="447675"/>
                </a:lnTo>
                <a:lnTo>
                  <a:pt x="1533525" y="466725"/>
                </a:lnTo>
                <a:lnTo>
                  <a:pt x="1524000" y="466725"/>
                </a:lnTo>
                <a:lnTo>
                  <a:pt x="1524000" y="476250"/>
                </a:lnTo>
                <a:lnTo>
                  <a:pt x="1504950" y="476250"/>
                </a:lnTo>
                <a:close/>
                <a:moveTo>
                  <a:pt x="314325" y="714375"/>
                </a:moveTo>
                <a:lnTo>
                  <a:pt x="342900" y="714375"/>
                </a:lnTo>
                <a:lnTo>
                  <a:pt x="342900" y="723900"/>
                </a:lnTo>
                <a:lnTo>
                  <a:pt x="314325" y="723900"/>
                </a:lnTo>
                <a:close/>
                <a:moveTo>
                  <a:pt x="381000" y="733425"/>
                </a:moveTo>
                <a:lnTo>
                  <a:pt x="390525" y="733425"/>
                </a:lnTo>
                <a:lnTo>
                  <a:pt x="390525" y="742950"/>
                </a:lnTo>
                <a:lnTo>
                  <a:pt x="381000" y="742950"/>
                </a:lnTo>
                <a:close/>
                <a:moveTo>
                  <a:pt x="428625" y="800100"/>
                </a:moveTo>
                <a:lnTo>
                  <a:pt x="457200" y="800100"/>
                </a:lnTo>
                <a:lnTo>
                  <a:pt x="457200" y="809625"/>
                </a:lnTo>
                <a:lnTo>
                  <a:pt x="428625" y="809625"/>
                </a:lnTo>
                <a:close/>
                <a:moveTo>
                  <a:pt x="542925" y="828675"/>
                </a:moveTo>
                <a:lnTo>
                  <a:pt x="552450" y="828675"/>
                </a:lnTo>
                <a:lnTo>
                  <a:pt x="552450" y="847725"/>
                </a:lnTo>
                <a:lnTo>
                  <a:pt x="542925" y="847725"/>
                </a:lnTo>
                <a:close/>
                <a:moveTo>
                  <a:pt x="1447800" y="904875"/>
                </a:moveTo>
                <a:lnTo>
                  <a:pt x="1457325" y="904875"/>
                </a:lnTo>
                <a:lnTo>
                  <a:pt x="1457325" y="923925"/>
                </a:lnTo>
                <a:lnTo>
                  <a:pt x="1447800" y="923925"/>
                </a:lnTo>
                <a:close/>
                <a:moveTo>
                  <a:pt x="1209675" y="923925"/>
                </a:moveTo>
                <a:lnTo>
                  <a:pt x="1228725" y="923925"/>
                </a:lnTo>
                <a:lnTo>
                  <a:pt x="1228725" y="942975"/>
                </a:lnTo>
                <a:lnTo>
                  <a:pt x="1219200" y="942975"/>
                </a:lnTo>
                <a:lnTo>
                  <a:pt x="1219200" y="952500"/>
                </a:lnTo>
                <a:lnTo>
                  <a:pt x="1209675" y="952500"/>
                </a:lnTo>
                <a:close/>
                <a:moveTo>
                  <a:pt x="1295400" y="933450"/>
                </a:moveTo>
                <a:lnTo>
                  <a:pt x="1323975" y="933450"/>
                </a:lnTo>
                <a:lnTo>
                  <a:pt x="1323975" y="952500"/>
                </a:lnTo>
                <a:lnTo>
                  <a:pt x="1333500" y="952500"/>
                </a:lnTo>
                <a:lnTo>
                  <a:pt x="1333500" y="933450"/>
                </a:lnTo>
                <a:lnTo>
                  <a:pt x="1343025" y="933450"/>
                </a:lnTo>
                <a:lnTo>
                  <a:pt x="1343025" y="942975"/>
                </a:lnTo>
                <a:lnTo>
                  <a:pt x="1352550" y="942975"/>
                </a:lnTo>
                <a:lnTo>
                  <a:pt x="1352550" y="990600"/>
                </a:lnTo>
                <a:lnTo>
                  <a:pt x="1343025" y="990600"/>
                </a:lnTo>
                <a:lnTo>
                  <a:pt x="1343025" y="1000125"/>
                </a:lnTo>
                <a:lnTo>
                  <a:pt x="1333500" y="1000125"/>
                </a:lnTo>
                <a:lnTo>
                  <a:pt x="1333500" y="990600"/>
                </a:lnTo>
                <a:lnTo>
                  <a:pt x="1323975" y="990600"/>
                </a:lnTo>
                <a:lnTo>
                  <a:pt x="1323975" y="962025"/>
                </a:lnTo>
                <a:lnTo>
                  <a:pt x="1314450" y="962025"/>
                </a:lnTo>
                <a:lnTo>
                  <a:pt x="1314450" y="952500"/>
                </a:lnTo>
                <a:lnTo>
                  <a:pt x="1295400" y="952500"/>
                </a:lnTo>
                <a:close/>
                <a:moveTo>
                  <a:pt x="1390650" y="933450"/>
                </a:moveTo>
                <a:lnTo>
                  <a:pt x="1409700" y="933450"/>
                </a:lnTo>
                <a:lnTo>
                  <a:pt x="1409700" y="942975"/>
                </a:lnTo>
                <a:lnTo>
                  <a:pt x="1400175" y="942975"/>
                </a:lnTo>
                <a:lnTo>
                  <a:pt x="1400175" y="952500"/>
                </a:lnTo>
                <a:lnTo>
                  <a:pt x="1409700" y="952500"/>
                </a:lnTo>
                <a:lnTo>
                  <a:pt x="1409700" y="981075"/>
                </a:lnTo>
                <a:lnTo>
                  <a:pt x="1390650" y="981075"/>
                </a:lnTo>
                <a:lnTo>
                  <a:pt x="1390650" y="990600"/>
                </a:lnTo>
                <a:lnTo>
                  <a:pt x="1381125" y="990600"/>
                </a:lnTo>
                <a:lnTo>
                  <a:pt x="1381125" y="962025"/>
                </a:lnTo>
                <a:lnTo>
                  <a:pt x="1371600" y="962025"/>
                </a:lnTo>
                <a:lnTo>
                  <a:pt x="1371600" y="981075"/>
                </a:lnTo>
                <a:lnTo>
                  <a:pt x="1362075" y="981075"/>
                </a:lnTo>
                <a:lnTo>
                  <a:pt x="1362075" y="952500"/>
                </a:lnTo>
                <a:lnTo>
                  <a:pt x="1371600" y="952500"/>
                </a:lnTo>
                <a:lnTo>
                  <a:pt x="1371600" y="942975"/>
                </a:lnTo>
                <a:lnTo>
                  <a:pt x="1390650" y="942975"/>
                </a:lnTo>
                <a:close/>
                <a:moveTo>
                  <a:pt x="1438275" y="933450"/>
                </a:moveTo>
                <a:lnTo>
                  <a:pt x="1447800" y="933450"/>
                </a:lnTo>
                <a:lnTo>
                  <a:pt x="1447800" y="952500"/>
                </a:lnTo>
                <a:lnTo>
                  <a:pt x="1457325" y="952500"/>
                </a:lnTo>
                <a:lnTo>
                  <a:pt x="1457325" y="962025"/>
                </a:lnTo>
                <a:lnTo>
                  <a:pt x="1438275" y="962025"/>
                </a:lnTo>
                <a:close/>
                <a:moveTo>
                  <a:pt x="1504950" y="933450"/>
                </a:moveTo>
                <a:lnTo>
                  <a:pt x="1524000" y="933450"/>
                </a:lnTo>
                <a:lnTo>
                  <a:pt x="1524000" y="942975"/>
                </a:lnTo>
                <a:lnTo>
                  <a:pt x="1533525" y="942975"/>
                </a:lnTo>
                <a:lnTo>
                  <a:pt x="1533525" y="952500"/>
                </a:lnTo>
                <a:lnTo>
                  <a:pt x="1524000" y="952500"/>
                </a:lnTo>
                <a:lnTo>
                  <a:pt x="1524000" y="962025"/>
                </a:lnTo>
                <a:lnTo>
                  <a:pt x="1485900" y="962025"/>
                </a:lnTo>
                <a:lnTo>
                  <a:pt x="1485900" y="952500"/>
                </a:lnTo>
                <a:lnTo>
                  <a:pt x="1466850" y="952500"/>
                </a:lnTo>
                <a:lnTo>
                  <a:pt x="1466850" y="942975"/>
                </a:lnTo>
                <a:lnTo>
                  <a:pt x="1504950" y="942975"/>
                </a:lnTo>
                <a:close/>
                <a:moveTo>
                  <a:pt x="1162050" y="942975"/>
                </a:moveTo>
                <a:lnTo>
                  <a:pt x="1181100" y="942975"/>
                </a:lnTo>
                <a:lnTo>
                  <a:pt x="1181100" y="952500"/>
                </a:lnTo>
                <a:lnTo>
                  <a:pt x="1171575" y="952500"/>
                </a:lnTo>
                <a:lnTo>
                  <a:pt x="1171575" y="971550"/>
                </a:lnTo>
                <a:lnTo>
                  <a:pt x="1162050" y="971550"/>
                </a:lnTo>
                <a:close/>
                <a:moveTo>
                  <a:pt x="790575" y="962025"/>
                </a:moveTo>
                <a:lnTo>
                  <a:pt x="800100" y="962025"/>
                </a:lnTo>
                <a:lnTo>
                  <a:pt x="800100" y="971550"/>
                </a:lnTo>
                <a:lnTo>
                  <a:pt x="790575" y="971550"/>
                </a:lnTo>
                <a:close/>
                <a:moveTo>
                  <a:pt x="1019175" y="962025"/>
                </a:moveTo>
                <a:lnTo>
                  <a:pt x="1038225" y="962025"/>
                </a:lnTo>
                <a:lnTo>
                  <a:pt x="1038225" y="981075"/>
                </a:lnTo>
                <a:lnTo>
                  <a:pt x="1028700" y="981075"/>
                </a:lnTo>
                <a:lnTo>
                  <a:pt x="1028700" y="1009650"/>
                </a:lnTo>
                <a:lnTo>
                  <a:pt x="1000125" y="1009650"/>
                </a:lnTo>
                <a:lnTo>
                  <a:pt x="1000125" y="1000125"/>
                </a:lnTo>
                <a:lnTo>
                  <a:pt x="1009650" y="1000125"/>
                </a:lnTo>
                <a:lnTo>
                  <a:pt x="1009650" y="981075"/>
                </a:lnTo>
                <a:lnTo>
                  <a:pt x="1019175" y="981075"/>
                </a:lnTo>
                <a:close/>
                <a:moveTo>
                  <a:pt x="1457325" y="962025"/>
                </a:moveTo>
                <a:lnTo>
                  <a:pt x="1466850" y="962025"/>
                </a:lnTo>
                <a:lnTo>
                  <a:pt x="1466850" y="971550"/>
                </a:lnTo>
                <a:lnTo>
                  <a:pt x="1457325" y="971550"/>
                </a:lnTo>
                <a:close/>
                <a:moveTo>
                  <a:pt x="885825" y="971550"/>
                </a:moveTo>
                <a:lnTo>
                  <a:pt x="895350" y="971550"/>
                </a:lnTo>
                <a:lnTo>
                  <a:pt x="895350" y="981075"/>
                </a:lnTo>
                <a:lnTo>
                  <a:pt x="904875" y="981075"/>
                </a:lnTo>
                <a:lnTo>
                  <a:pt x="904875" y="1019175"/>
                </a:lnTo>
                <a:lnTo>
                  <a:pt x="876300" y="1019175"/>
                </a:lnTo>
                <a:lnTo>
                  <a:pt x="876300" y="1028700"/>
                </a:lnTo>
                <a:lnTo>
                  <a:pt x="866775" y="1028700"/>
                </a:lnTo>
                <a:lnTo>
                  <a:pt x="866775" y="1009650"/>
                </a:lnTo>
                <a:lnTo>
                  <a:pt x="876300" y="1009650"/>
                </a:lnTo>
                <a:lnTo>
                  <a:pt x="876300" y="981075"/>
                </a:lnTo>
                <a:lnTo>
                  <a:pt x="885825" y="981075"/>
                </a:lnTo>
                <a:close/>
                <a:moveTo>
                  <a:pt x="1085850" y="971550"/>
                </a:moveTo>
                <a:lnTo>
                  <a:pt x="1095375" y="971550"/>
                </a:lnTo>
                <a:lnTo>
                  <a:pt x="1095375" y="981075"/>
                </a:lnTo>
                <a:lnTo>
                  <a:pt x="1085850" y="981075"/>
                </a:lnTo>
                <a:close/>
                <a:moveTo>
                  <a:pt x="600075" y="981075"/>
                </a:moveTo>
                <a:lnTo>
                  <a:pt x="657225" y="981075"/>
                </a:lnTo>
                <a:lnTo>
                  <a:pt x="657225" y="990600"/>
                </a:lnTo>
                <a:lnTo>
                  <a:pt x="638175" y="990600"/>
                </a:lnTo>
                <a:lnTo>
                  <a:pt x="638175" y="1000125"/>
                </a:lnTo>
                <a:lnTo>
                  <a:pt x="647700" y="1000125"/>
                </a:lnTo>
                <a:lnTo>
                  <a:pt x="647700" y="1009650"/>
                </a:lnTo>
                <a:lnTo>
                  <a:pt x="657225" y="1009650"/>
                </a:lnTo>
                <a:lnTo>
                  <a:pt x="657225" y="1019175"/>
                </a:lnTo>
                <a:lnTo>
                  <a:pt x="666750" y="1019175"/>
                </a:lnTo>
                <a:lnTo>
                  <a:pt x="666750" y="1000125"/>
                </a:lnTo>
                <a:lnTo>
                  <a:pt x="676275" y="1000125"/>
                </a:lnTo>
                <a:lnTo>
                  <a:pt x="676275" y="990600"/>
                </a:lnTo>
                <a:lnTo>
                  <a:pt x="685800" y="990600"/>
                </a:lnTo>
                <a:lnTo>
                  <a:pt x="685800" y="1019175"/>
                </a:lnTo>
                <a:lnTo>
                  <a:pt x="666750" y="1019175"/>
                </a:lnTo>
                <a:lnTo>
                  <a:pt x="666750" y="1038225"/>
                </a:lnTo>
                <a:lnTo>
                  <a:pt x="685800" y="1038225"/>
                </a:lnTo>
                <a:lnTo>
                  <a:pt x="685800" y="1047750"/>
                </a:lnTo>
                <a:lnTo>
                  <a:pt x="704850" y="1047750"/>
                </a:lnTo>
                <a:lnTo>
                  <a:pt x="704850" y="1057275"/>
                </a:lnTo>
                <a:lnTo>
                  <a:pt x="714375" y="1057275"/>
                </a:lnTo>
                <a:lnTo>
                  <a:pt x="714375" y="1019175"/>
                </a:lnTo>
                <a:lnTo>
                  <a:pt x="742950" y="1019175"/>
                </a:lnTo>
                <a:lnTo>
                  <a:pt x="742950" y="1047750"/>
                </a:lnTo>
                <a:lnTo>
                  <a:pt x="752475" y="1047750"/>
                </a:lnTo>
                <a:lnTo>
                  <a:pt x="752475" y="1057275"/>
                </a:lnTo>
                <a:lnTo>
                  <a:pt x="771525" y="1057275"/>
                </a:lnTo>
                <a:lnTo>
                  <a:pt x="771525" y="1047750"/>
                </a:lnTo>
                <a:lnTo>
                  <a:pt x="781050" y="1047750"/>
                </a:lnTo>
                <a:lnTo>
                  <a:pt x="781050" y="1066800"/>
                </a:lnTo>
                <a:lnTo>
                  <a:pt x="771525" y="1066800"/>
                </a:lnTo>
                <a:lnTo>
                  <a:pt x="771525" y="1076325"/>
                </a:lnTo>
                <a:lnTo>
                  <a:pt x="762000" y="1076325"/>
                </a:lnTo>
                <a:lnTo>
                  <a:pt x="762000" y="1085850"/>
                </a:lnTo>
                <a:lnTo>
                  <a:pt x="752475" y="1085850"/>
                </a:lnTo>
                <a:lnTo>
                  <a:pt x="752475" y="1104900"/>
                </a:lnTo>
                <a:lnTo>
                  <a:pt x="771525" y="1104900"/>
                </a:lnTo>
                <a:lnTo>
                  <a:pt x="771525" y="1095375"/>
                </a:lnTo>
                <a:lnTo>
                  <a:pt x="781050" y="1095375"/>
                </a:lnTo>
                <a:lnTo>
                  <a:pt x="781050" y="1085850"/>
                </a:lnTo>
                <a:lnTo>
                  <a:pt x="819150" y="1085850"/>
                </a:lnTo>
                <a:lnTo>
                  <a:pt x="819150" y="1095375"/>
                </a:lnTo>
                <a:lnTo>
                  <a:pt x="838200" y="1095375"/>
                </a:lnTo>
                <a:lnTo>
                  <a:pt x="838200" y="1104900"/>
                </a:lnTo>
                <a:lnTo>
                  <a:pt x="857250" y="1104900"/>
                </a:lnTo>
                <a:lnTo>
                  <a:pt x="857250" y="1095375"/>
                </a:lnTo>
                <a:lnTo>
                  <a:pt x="847725" y="1095375"/>
                </a:lnTo>
                <a:lnTo>
                  <a:pt x="847725" y="1076325"/>
                </a:lnTo>
                <a:lnTo>
                  <a:pt x="838200" y="1076325"/>
                </a:lnTo>
                <a:lnTo>
                  <a:pt x="838200" y="1066800"/>
                </a:lnTo>
                <a:lnTo>
                  <a:pt x="857250" y="1066800"/>
                </a:lnTo>
                <a:lnTo>
                  <a:pt x="857250" y="1057275"/>
                </a:lnTo>
                <a:lnTo>
                  <a:pt x="866775" y="1057275"/>
                </a:lnTo>
                <a:lnTo>
                  <a:pt x="866775" y="1038225"/>
                </a:lnTo>
                <a:lnTo>
                  <a:pt x="876300" y="1038225"/>
                </a:lnTo>
                <a:lnTo>
                  <a:pt x="876300" y="1047750"/>
                </a:lnTo>
                <a:lnTo>
                  <a:pt x="885825" y="1047750"/>
                </a:lnTo>
                <a:lnTo>
                  <a:pt x="885825" y="1066800"/>
                </a:lnTo>
                <a:lnTo>
                  <a:pt x="857250" y="1066800"/>
                </a:lnTo>
                <a:lnTo>
                  <a:pt x="857250" y="1085850"/>
                </a:lnTo>
                <a:lnTo>
                  <a:pt x="866775" y="1085850"/>
                </a:lnTo>
                <a:lnTo>
                  <a:pt x="866775" y="1095375"/>
                </a:lnTo>
                <a:lnTo>
                  <a:pt x="895350" y="1095375"/>
                </a:lnTo>
                <a:lnTo>
                  <a:pt x="895350" y="1076325"/>
                </a:lnTo>
                <a:lnTo>
                  <a:pt x="904875" y="1076325"/>
                </a:lnTo>
                <a:lnTo>
                  <a:pt x="904875" y="1085850"/>
                </a:lnTo>
                <a:lnTo>
                  <a:pt x="914400" y="1085850"/>
                </a:lnTo>
                <a:lnTo>
                  <a:pt x="914400" y="1123950"/>
                </a:lnTo>
                <a:lnTo>
                  <a:pt x="904875" y="1123950"/>
                </a:lnTo>
                <a:lnTo>
                  <a:pt x="904875" y="1143000"/>
                </a:lnTo>
                <a:lnTo>
                  <a:pt x="895350" y="1143000"/>
                </a:lnTo>
                <a:lnTo>
                  <a:pt x="895350" y="1162050"/>
                </a:lnTo>
                <a:lnTo>
                  <a:pt x="885825" y="1162050"/>
                </a:lnTo>
                <a:lnTo>
                  <a:pt x="885825" y="1171575"/>
                </a:lnTo>
                <a:lnTo>
                  <a:pt x="895350" y="1171575"/>
                </a:lnTo>
                <a:lnTo>
                  <a:pt x="895350" y="1219200"/>
                </a:lnTo>
                <a:lnTo>
                  <a:pt x="876300" y="1219200"/>
                </a:lnTo>
                <a:lnTo>
                  <a:pt x="876300" y="1228725"/>
                </a:lnTo>
                <a:lnTo>
                  <a:pt x="857250" y="1228725"/>
                </a:lnTo>
                <a:lnTo>
                  <a:pt x="857250" y="1247775"/>
                </a:lnTo>
                <a:lnTo>
                  <a:pt x="895350" y="1247775"/>
                </a:lnTo>
                <a:lnTo>
                  <a:pt x="895350" y="1266825"/>
                </a:lnTo>
                <a:lnTo>
                  <a:pt x="866775" y="1266825"/>
                </a:lnTo>
                <a:lnTo>
                  <a:pt x="866775" y="1257300"/>
                </a:lnTo>
                <a:lnTo>
                  <a:pt x="838200" y="1257300"/>
                </a:lnTo>
                <a:lnTo>
                  <a:pt x="838200" y="1247775"/>
                </a:lnTo>
                <a:lnTo>
                  <a:pt x="828675" y="1247775"/>
                </a:lnTo>
                <a:lnTo>
                  <a:pt x="828675" y="1238250"/>
                </a:lnTo>
                <a:lnTo>
                  <a:pt x="809625" y="1238250"/>
                </a:lnTo>
                <a:lnTo>
                  <a:pt x="809625" y="1266825"/>
                </a:lnTo>
                <a:lnTo>
                  <a:pt x="800100" y="1266825"/>
                </a:lnTo>
                <a:lnTo>
                  <a:pt x="800100" y="1257300"/>
                </a:lnTo>
                <a:lnTo>
                  <a:pt x="790575" y="1257300"/>
                </a:lnTo>
                <a:lnTo>
                  <a:pt x="790575" y="1247775"/>
                </a:lnTo>
                <a:lnTo>
                  <a:pt x="771525" y="1247775"/>
                </a:lnTo>
                <a:lnTo>
                  <a:pt x="771525" y="1238250"/>
                </a:lnTo>
                <a:lnTo>
                  <a:pt x="781050" y="1238250"/>
                </a:lnTo>
                <a:lnTo>
                  <a:pt x="781050" y="1228725"/>
                </a:lnTo>
                <a:lnTo>
                  <a:pt x="800100" y="1228725"/>
                </a:lnTo>
                <a:lnTo>
                  <a:pt x="800100" y="1219200"/>
                </a:lnTo>
                <a:lnTo>
                  <a:pt x="790575" y="1219200"/>
                </a:lnTo>
                <a:lnTo>
                  <a:pt x="790575" y="1209675"/>
                </a:lnTo>
                <a:lnTo>
                  <a:pt x="771525" y="1209675"/>
                </a:lnTo>
                <a:lnTo>
                  <a:pt x="771525" y="1228725"/>
                </a:lnTo>
                <a:lnTo>
                  <a:pt x="752475" y="1228725"/>
                </a:lnTo>
                <a:lnTo>
                  <a:pt x="752475" y="1238250"/>
                </a:lnTo>
                <a:lnTo>
                  <a:pt x="714375" y="1238250"/>
                </a:lnTo>
                <a:lnTo>
                  <a:pt x="714375" y="1219200"/>
                </a:lnTo>
                <a:lnTo>
                  <a:pt x="704850" y="1219200"/>
                </a:lnTo>
                <a:lnTo>
                  <a:pt x="704850" y="1228725"/>
                </a:lnTo>
                <a:lnTo>
                  <a:pt x="685800" y="1228725"/>
                </a:lnTo>
                <a:lnTo>
                  <a:pt x="685800" y="1219200"/>
                </a:lnTo>
                <a:lnTo>
                  <a:pt x="695325" y="1219200"/>
                </a:lnTo>
                <a:lnTo>
                  <a:pt x="695325" y="1209675"/>
                </a:lnTo>
                <a:lnTo>
                  <a:pt x="685800" y="1209675"/>
                </a:lnTo>
                <a:lnTo>
                  <a:pt x="685800" y="1190625"/>
                </a:lnTo>
                <a:lnTo>
                  <a:pt x="676275" y="1190625"/>
                </a:lnTo>
                <a:lnTo>
                  <a:pt x="676275" y="1181100"/>
                </a:lnTo>
                <a:lnTo>
                  <a:pt x="647700" y="1181100"/>
                </a:lnTo>
                <a:lnTo>
                  <a:pt x="647700" y="1162050"/>
                </a:lnTo>
                <a:lnTo>
                  <a:pt x="657225" y="1162050"/>
                </a:lnTo>
                <a:lnTo>
                  <a:pt x="657225" y="1171575"/>
                </a:lnTo>
                <a:lnTo>
                  <a:pt x="704850" y="1171575"/>
                </a:lnTo>
                <a:lnTo>
                  <a:pt x="704850" y="1190625"/>
                </a:lnTo>
                <a:lnTo>
                  <a:pt x="714375" y="1190625"/>
                </a:lnTo>
                <a:lnTo>
                  <a:pt x="714375" y="1143000"/>
                </a:lnTo>
                <a:lnTo>
                  <a:pt x="723900" y="1143000"/>
                </a:lnTo>
                <a:lnTo>
                  <a:pt x="723900" y="1123950"/>
                </a:lnTo>
                <a:lnTo>
                  <a:pt x="714375" y="1123950"/>
                </a:lnTo>
                <a:lnTo>
                  <a:pt x="714375" y="1104900"/>
                </a:lnTo>
                <a:lnTo>
                  <a:pt x="704850" y="1104900"/>
                </a:lnTo>
                <a:lnTo>
                  <a:pt x="704850" y="1133475"/>
                </a:lnTo>
                <a:lnTo>
                  <a:pt x="685800" y="1133475"/>
                </a:lnTo>
                <a:lnTo>
                  <a:pt x="685800" y="1152525"/>
                </a:lnTo>
                <a:lnTo>
                  <a:pt x="666750" y="1152525"/>
                </a:lnTo>
                <a:lnTo>
                  <a:pt x="666750" y="1133475"/>
                </a:lnTo>
                <a:lnTo>
                  <a:pt x="657225" y="1133475"/>
                </a:lnTo>
                <a:lnTo>
                  <a:pt x="657225" y="1114425"/>
                </a:lnTo>
                <a:lnTo>
                  <a:pt x="647700" y="1114425"/>
                </a:lnTo>
                <a:lnTo>
                  <a:pt x="647700" y="1104900"/>
                </a:lnTo>
                <a:lnTo>
                  <a:pt x="628650" y="1104900"/>
                </a:lnTo>
                <a:lnTo>
                  <a:pt x="628650" y="1114425"/>
                </a:lnTo>
                <a:lnTo>
                  <a:pt x="619125" y="1114425"/>
                </a:lnTo>
                <a:lnTo>
                  <a:pt x="619125" y="1123950"/>
                </a:lnTo>
                <a:lnTo>
                  <a:pt x="628650" y="1123950"/>
                </a:lnTo>
                <a:lnTo>
                  <a:pt x="628650" y="1143000"/>
                </a:lnTo>
                <a:lnTo>
                  <a:pt x="619125" y="1143000"/>
                </a:lnTo>
                <a:lnTo>
                  <a:pt x="619125" y="1133475"/>
                </a:lnTo>
                <a:lnTo>
                  <a:pt x="609600" y="1133475"/>
                </a:lnTo>
                <a:lnTo>
                  <a:pt x="609600" y="1123950"/>
                </a:lnTo>
                <a:lnTo>
                  <a:pt x="600075" y="1123950"/>
                </a:lnTo>
                <a:lnTo>
                  <a:pt x="600075" y="1104900"/>
                </a:lnTo>
                <a:lnTo>
                  <a:pt x="609600" y="1104900"/>
                </a:lnTo>
                <a:lnTo>
                  <a:pt x="609600" y="1095375"/>
                </a:lnTo>
                <a:lnTo>
                  <a:pt x="590550" y="1095375"/>
                </a:lnTo>
                <a:lnTo>
                  <a:pt x="590550" y="1076325"/>
                </a:lnTo>
                <a:lnTo>
                  <a:pt x="581025" y="1076325"/>
                </a:lnTo>
                <a:lnTo>
                  <a:pt x="581025" y="1066800"/>
                </a:lnTo>
                <a:lnTo>
                  <a:pt x="552450" y="1066800"/>
                </a:lnTo>
                <a:lnTo>
                  <a:pt x="552450" y="1076325"/>
                </a:lnTo>
                <a:lnTo>
                  <a:pt x="523875" y="1076325"/>
                </a:lnTo>
                <a:lnTo>
                  <a:pt x="523875" y="1095375"/>
                </a:lnTo>
                <a:lnTo>
                  <a:pt x="504825" y="1095375"/>
                </a:lnTo>
                <a:lnTo>
                  <a:pt x="504825" y="1076325"/>
                </a:lnTo>
                <a:lnTo>
                  <a:pt x="495300" y="1076325"/>
                </a:lnTo>
                <a:lnTo>
                  <a:pt x="495300" y="1066800"/>
                </a:lnTo>
                <a:lnTo>
                  <a:pt x="485775" y="1066800"/>
                </a:lnTo>
                <a:lnTo>
                  <a:pt x="485775" y="1057275"/>
                </a:lnTo>
                <a:lnTo>
                  <a:pt x="476250" y="1057275"/>
                </a:lnTo>
                <a:lnTo>
                  <a:pt x="476250" y="1028700"/>
                </a:lnTo>
                <a:lnTo>
                  <a:pt x="485775" y="1028700"/>
                </a:lnTo>
                <a:lnTo>
                  <a:pt x="485775" y="1019175"/>
                </a:lnTo>
                <a:lnTo>
                  <a:pt x="495300" y="1019175"/>
                </a:lnTo>
                <a:lnTo>
                  <a:pt x="495300" y="1009650"/>
                </a:lnTo>
                <a:lnTo>
                  <a:pt x="514350" y="1009650"/>
                </a:lnTo>
                <a:lnTo>
                  <a:pt x="514350" y="1000125"/>
                </a:lnTo>
                <a:lnTo>
                  <a:pt x="495300" y="1000125"/>
                </a:lnTo>
                <a:lnTo>
                  <a:pt x="495300" y="990600"/>
                </a:lnTo>
                <a:lnTo>
                  <a:pt x="542925" y="990600"/>
                </a:lnTo>
                <a:lnTo>
                  <a:pt x="542925" y="1000125"/>
                </a:lnTo>
                <a:lnTo>
                  <a:pt x="533400" y="1000125"/>
                </a:lnTo>
                <a:lnTo>
                  <a:pt x="533400" y="1009650"/>
                </a:lnTo>
                <a:lnTo>
                  <a:pt x="542925" y="1009650"/>
                </a:lnTo>
                <a:lnTo>
                  <a:pt x="542925" y="1028700"/>
                </a:lnTo>
                <a:lnTo>
                  <a:pt x="552450" y="1028700"/>
                </a:lnTo>
                <a:lnTo>
                  <a:pt x="552450" y="1019175"/>
                </a:lnTo>
                <a:lnTo>
                  <a:pt x="571500" y="1019175"/>
                </a:lnTo>
                <a:lnTo>
                  <a:pt x="571500" y="1009650"/>
                </a:lnTo>
                <a:lnTo>
                  <a:pt x="581025" y="1009650"/>
                </a:lnTo>
                <a:lnTo>
                  <a:pt x="581025" y="990600"/>
                </a:lnTo>
                <a:lnTo>
                  <a:pt x="590550" y="990600"/>
                </a:lnTo>
                <a:lnTo>
                  <a:pt x="590550" y="1000125"/>
                </a:lnTo>
                <a:lnTo>
                  <a:pt x="619125" y="1000125"/>
                </a:lnTo>
                <a:lnTo>
                  <a:pt x="619125" y="990600"/>
                </a:lnTo>
                <a:lnTo>
                  <a:pt x="600075" y="990600"/>
                </a:lnTo>
                <a:close/>
                <a:moveTo>
                  <a:pt x="1609725" y="981075"/>
                </a:moveTo>
                <a:lnTo>
                  <a:pt x="1619250" y="981075"/>
                </a:lnTo>
                <a:lnTo>
                  <a:pt x="1619250" y="1000125"/>
                </a:lnTo>
                <a:lnTo>
                  <a:pt x="1609725" y="1000125"/>
                </a:lnTo>
                <a:close/>
                <a:moveTo>
                  <a:pt x="771525" y="990600"/>
                </a:moveTo>
                <a:lnTo>
                  <a:pt x="781050" y="990600"/>
                </a:lnTo>
                <a:lnTo>
                  <a:pt x="781050" y="1000125"/>
                </a:lnTo>
                <a:lnTo>
                  <a:pt x="790575" y="1000125"/>
                </a:lnTo>
                <a:lnTo>
                  <a:pt x="790575" y="1009650"/>
                </a:lnTo>
                <a:lnTo>
                  <a:pt x="771525" y="1009650"/>
                </a:lnTo>
                <a:close/>
                <a:moveTo>
                  <a:pt x="828675" y="990600"/>
                </a:moveTo>
                <a:lnTo>
                  <a:pt x="838200" y="990600"/>
                </a:lnTo>
                <a:lnTo>
                  <a:pt x="838200" y="1009650"/>
                </a:lnTo>
                <a:lnTo>
                  <a:pt x="819150" y="1009650"/>
                </a:lnTo>
                <a:lnTo>
                  <a:pt x="819150" y="1000125"/>
                </a:lnTo>
                <a:lnTo>
                  <a:pt x="828675" y="1000125"/>
                </a:lnTo>
                <a:close/>
                <a:moveTo>
                  <a:pt x="390525" y="1000125"/>
                </a:moveTo>
                <a:lnTo>
                  <a:pt x="419100" y="1000125"/>
                </a:lnTo>
                <a:lnTo>
                  <a:pt x="419100" y="1009650"/>
                </a:lnTo>
                <a:lnTo>
                  <a:pt x="390525" y="1009650"/>
                </a:lnTo>
                <a:close/>
                <a:moveTo>
                  <a:pt x="476250" y="1000125"/>
                </a:moveTo>
                <a:lnTo>
                  <a:pt x="485775" y="1000125"/>
                </a:lnTo>
                <a:lnTo>
                  <a:pt x="485775" y="1009650"/>
                </a:lnTo>
                <a:lnTo>
                  <a:pt x="476250" y="1009650"/>
                </a:lnTo>
                <a:close/>
                <a:moveTo>
                  <a:pt x="981075" y="1000125"/>
                </a:moveTo>
                <a:lnTo>
                  <a:pt x="990600" y="1000125"/>
                </a:lnTo>
                <a:lnTo>
                  <a:pt x="990600" y="1038225"/>
                </a:lnTo>
                <a:lnTo>
                  <a:pt x="981075" y="1038225"/>
                </a:lnTo>
                <a:close/>
                <a:moveTo>
                  <a:pt x="1314450" y="1000125"/>
                </a:moveTo>
                <a:lnTo>
                  <a:pt x="1323975" y="1000125"/>
                </a:lnTo>
                <a:lnTo>
                  <a:pt x="1323975" y="1009650"/>
                </a:lnTo>
                <a:lnTo>
                  <a:pt x="1314450" y="1009650"/>
                </a:lnTo>
                <a:close/>
                <a:moveTo>
                  <a:pt x="1381125" y="1000125"/>
                </a:moveTo>
                <a:lnTo>
                  <a:pt x="1390650" y="1000125"/>
                </a:lnTo>
                <a:lnTo>
                  <a:pt x="1390650" y="1009650"/>
                </a:lnTo>
                <a:lnTo>
                  <a:pt x="1400175" y="1009650"/>
                </a:lnTo>
                <a:lnTo>
                  <a:pt x="1400175" y="1028700"/>
                </a:lnTo>
                <a:lnTo>
                  <a:pt x="1390650" y="1028700"/>
                </a:lnTo>
                <a:lnTo>
                  <a:pt x="1390650" y="1038225"/>
                </a:lnTo>
                <a:lnTo>
                  <a:pt x="1371600" y="1038225"/>
                </a:lnTo>
                <a:lnTo>
                  <a:pt x="1371600" y="1019175"/>
                </a:lnTo>
                <a:lnTo>
                  <a:pt x="1381125" y="1019175"/>
                </a:lnTo>
                <a:close/>
                <a:moveTo>
                  <a:pt x="1457325" y="1000125"/>
                </a:moveTo>
                <a:lnTo>
                  <a:pt x="1504950" y="1000125"/>
                </a:lnTo>
                <a:lnTo>
                  <a:pt x="1504950" y="1009650"/>
                </a:lnTo>
                <a:lnTo>
                  <a:pt x="1514475" y="1009650"/>
                </a:lnTo>
                <a:lnTo>
                  <a:pt x="1514475" y="1019175"/>
                </a:lnTo>
                <a:lnTo>
                  <a:pt x="1504950" y="1019175"/>
                </a:lnTo>
                <a:lnTo>
                  <a:pt x="1504950" y="1028700"/>
                </a:lnTo>
                <a:lnTo>
                  <a:pt x="1485900" y="1028700"/>
                </a:lnTo>
                <a:lnTo>
                  <a:pt x="1485900" y="1019175"/>
                </a:lnTo>
                <a:lnTo>
                  <a:pt x="1466850" y="1019175"/>
                </a:lnTo>
                <a:lnTo>
                  <a:pt x="1466850" y="1038225"/>
                </a:lnTo>
                <a:lnTo>
                  <a:pt x="1476375" y="1038225"/>
                </a:lnTo>
                <a:lnTo>
                  <a:pt x="1476375" y="1047750"/>
                </a:lnTo>
                <a:lnTo>
                  <a:pt x="1514475" y="1047750"/>
                </a:lnTo>
                <a:lnTo>
                  <a:pt x="1514475" y="1028700"/>
                </a:lnTo>
                <a:lnTo>
                  <a:pt x="1524000" y="1028700"/>
                </a:lnTo>
                <a:lnTo>
                  <a:pt x="1524000" y="1057275"/>
                </a:lnTo>
                <a:lnTo>
                  <a:pt x="1533525" y="1057275"/>
                </a:lnTo>
                <a:lnTo>
                  <a:pt x="1533525" y="1066800"/>
                </a:lnTo>
                <a:lnTo>
                  <a:pt x="1543050" y="1066800"/>
                </a:lnTo>
                <a:lnTo>
                  <a:pt x="1543050" y="1076325"/>
                </a:lnTo>
                <a:lnTo>
                  <a:pt x="1562100" y="1076325"/>
                </a:lnTo>
                <a:lnTo>
                  <a:pt x="1562100" y="1066800"/>
                </a:lnTo>
                <a:lnTo>
                  <a:pt x="1571625" y="1066800"/>
                </a:lnTo>
                <a:lnTo>
                  <a:pt x="1571625" y="1114425"/>
                </a:lnTo>
                <a:lnTo>
                  <a:pt x="1600200" y="1114425"/>
                </a:lnTo>
                <a:lnTo>
                  <a:pt x="1600200" y="1123950"/>
                </a:lnTo>
                <a:lnTo>
                  <a:pt x="1609725" y="1123950"/>
                </a:lnTo>
                <a:lnTo>
                  <a:pt x="1609725" y="1133475"/>
                </a:lnTo>
                <a:lnTo>
                  <a:pt x="1619250" y="1133475"/>
                </a:lnTo>
                <a:lnTo>
                  <a:pt x="1619250" y="1162050"/>
                </a:lnTo>
                <a:lnTo>
                  <a:pt x="1609725" y="1162050"/>
                </a:lnTo>
                <a:lnTo>
                  <a:pt x="1609725" y="1143000"/>
                </a:lnTo>
                <a:lnTo>
                  <a:pt x="1600200" y="1143000"/>
                </a:lnTo>
                <a:lnTo>
                  <a:pt x="1600200" y="1162050"/>
                </a:lnTo>
                <a:lnTo>
                  <a:pt x="1581150" y="1162050"/>
                </a:lnTo>
                <a:lnTo>
                  <a:pt x="1581150" y="1181100"/>
                </a:lnTo>
                <a:lnTo>
                  <a:pt x="1590675" y="1181100"/>
                </a:lnTo>
                <a:lnTo>
                  <a:pt x="1590675" y="1190625"/>
                </a:lnTo>
                <a:lnTo>
                  <a:pt x="1600200" y="1190625"/>
                </a:lnTo>
                <a:lnTo>
                  <a:pt x="1600200" y="1200150"/>
                </a:lnTo>
                <a:lnTo>
                  <a:pt x="1609725" y="1200150"/>
                </a:lnTo>
                <a:lnTo>
                  <a:pt x="1609725" y="1190625"/>
                </a:lnTo>
                <a:lnTo>
                  <a:pt x="1628775" y="1190625"/>
                </a:lnTo>
                <a:lnTo>
                  <a:pt x="1628775" y="1209675"/>
                </a:lnTo>
                <a:lnTo>
                  <a:pt x="1638300" y="1209675"/>
                </a:lnTo>
                <a:lnTo>
                  <a:pt x="1638300" y="1190625"/>
                </a:lnTo>
                <a:lnTo>
                  <a:pt x="1647825" y="1190625"/>
                </a:lnTo>
                <a:lnTo>
                  <a:pt x="1647825" y="1228725"/>
                </a:lnTo>
                <a:lnTo>
                  <a:pt x="1638300" y="1228725"/>
                </a:lnTo>
                <a:lnTo>
                  <a:pt x="1638300" y="1219200"/>
                </a:lnTo>
                <a:lnTo>
                  <a:pt x="1619250" y="1219200"/>
                </a:lnTo>
                <a:lnTo>
                  <a:pt x="1619250" y="1228725"/>
                </a:lnTo>
                <a:lnTo>
                  <a:pt x="1609725" y="1228725"/>
                </a:lnTo>
                <a:lnTo>
                  <a:pt x="1609725" y="1209675"/>
                </a:lnTo>
                <a:lnTo>
                  <a:pt x="1600200" y="1209675"/>
                </a:lnTo>
                <a:lnTo>
                  <a:pt x="1600200" y="1219200"/>
                </a:lnTo>
                <a:lnTo>
                  <a:pt x="1581150" y="1219200"/>
                </a:lnTo>
                <a:lnTo>
                  <a:pt x="1581150" y="1209675"/>
                </a:lnTo>
                <a:lnTo>
                  <a:pt x="1562100" y="1209675"/>
                </a:lnTo>
                <a:lnTo>
                  <a:pt x="1562100" y="1190625"/>
                </a:lnTo>
                <a:lnTo>
                  <a:pt x="1543050" y="1190625"/>
                </a:lnTo>
                <a:lnTo>
                  <a:pt x="1543050" y="1181100"/>
                </a:lnTo>
                <a:lnTo>
                  <a:pt x="1533525" y="1181100"/>
                </a:lnTo>
                <a:lnTo>
                  <a:pt x="1533525" y="1171575"/>
                </a:lnTo>
                <a:lnTo>
                  <a:pt x="1524000" y="1171575"/>
                </a:lnTo>
                <a:lnTo>
                  <a:pt x="1524000" y="1162050"/>
                </a:lnTo>
                <a:lnTo>
                  <a:pt x="1504950" y="1162050"/>
                </a:lnTo>
                <a:lnTo>
                  <a:pt x="1504950" y="1171575"/>
                </a:lnTo>
                <a:lnTo>
                  <a:pt x="1514475" y="1171575"/>
                </a:lnTo>
                <a:lnTo>
                  <a:pt x="1514475" y="1181100"/>
                </a:lnTo>
                <a:lnTo>
                  <a:pt x="1524000" y="1181100"/>
                </a:lnTo>
                <a:lnTo>
                  <a:pt x="1524000" y="1209675"/>
                </a:lnTo>
                <a:lnTo>
                  <a:pt x="1514475" y="1209675"/>
                </a:lnTo>
                <a:lnTo>
                  <a:pt x="1514475" y="1200150"/>
                </a:lnTo>
                <a:lnTo>
                  <a:pt x="1504950" y="1200150"/>
                </a:lnTo>
                <a:lnTo>
                  <a:pt x="1504950" y="1209675"/>
                </a:lnTo>
                <a:lnTo>
                  <a:pt x="1485900" y="1209675"/>
                </a:lnTo>
                <a:lnTo>
                  <a:pt x="1485900" y="1219200"/>
                </a:lnTo>
                <a:lnTo>
                  <a:pt x="1476375" y="1219200"/>
                </a:lnTo>
                <a:lnTo>
                  <a:pt x="1476375" y="1209675"/>
                </a:lnTo>
                <a:lnTo>
                  <a:pt x="1457325" y="1209675"/>
                </a:lnTo>
                <a:lnTo>
                  <a:pt x="1457325" y="1228725"/>
                </a:lnTo>
                <a:lnTo>
                  <a:pt x="1447800" y="1228725"/>
                </a:lnTo>
                <a:lnTo>
                  <a:pt x="1447800" y="1247775"/>
                </a:lnTo>
                <a:lnTo>
                  <a:pt x="1457325" y="1247775"/>
                </a:lnTo>
                <a:lnTo>
                  <a:pt x="1457325" y="1266825"/>
                </a:lnTo>
                <a:lnTo>
                  <a:pt x="1466850" y="1266825"/>
                </a:lnTo>
                <a:lnTo>
                  <a:pt x="1466850" y="1276350"/>
                </a:lnTo>
                <a:lnTo>
                  <a:pt x="1476375" y="1276350"/>
                </a:lnTo>
                <a:lnTo>
                  <a:pt x="1476375" y="1285875"/>
                </a:lnTo>
                <a:lnTo>
                  <a:pt x="1495425" y="1285875"/>
                </a:lnTo>
                <a:lnTo>
                  <a:pt x="1495425" y="1295400"/>
                </a:lnTo>
                <a:lnTo>
                  <a:pt x="1514475" y="1295400"/>
                </a:lnTo>
                <a:lnTo>
                  <a:pt x="1514475" y="1285875"/>
                </a:lnTo>
                <a:lnTo>
                  <a:pt x="1524000" y="1285875"/>
                </a:lnTo>
                <a:lnTo>
                  <a:pt x="1524000" y="1276350"/>
                </a:lnTo>
                <a:lnTo>
                  <a:pt x="1504950" y="1276350"/>
                </a:lnTo>
                <a:lnTo>
                  <a:pt x="1504950" y="1266825"/>
                </a:lnTo>
                <a:lnTo>
                  <a:pt x="1495425" y="1266825"/>
                </a:lnTo>
                <a:lnTo>
                  <a:pt x="1495425" y="1247775"/>
                </a:lnTo>
                <a:lnTo>
                  <a:pt x="1524000" y="1247775"/>
                </a:lnTo>
                <a:lnTo>
                  <a:pt x="1524000" y="1238250"/>
                </a:lnTo>
                <a:lnTo>
                  <a:pt x="1533525" y="1238250"/>
                </a:lnTo>
                <a:lnTo>
                  <a:pt x="1533525" y="1209675"/>
                </a:lnTo>
                <a:lnTo>
                  <a:pt x="1552575" y="1209675"/>
                </a:lnTo>
                <a:lnTo>
                  <a:pt x="1552575" y="1219200"/>
                </a:lnTo>
                <a:lnTo>
                  <a:pt x="1562100" y="1219200"/>
                </a:lnTo>
                <a:lnTo>
                  <a:pt x="1562100" y="1228725"/>
                </a:lnTo>
                <a:lnTo>
                  <a:pt x="1571625" y="1228725"/>
                </a:lnTo>
                <a:lnTo>
                  <a:pt x="1571625" y="1238250"/>
                </a:lnTo>
                <a:lnTo>
                  <a:pt x="1600200" y="1238250"/>
                </a:lnTo>
                <a:lnTo>
                  <a:pt x="1600200" y="1266825"/>
                </a:lnTo>
                <a:lnTo>
                  <a:pt x="1581150" y="1266825"/>
                </a:lnTo>
                <a:lnTo>
                  <a:pt x="1581150" y="1257300"/>
                </a:lnTo>
                <a:lnTo>
                  <a:pt x="1562100" y="1257300"/>
                </a:lnTo>
                <a:lnTo>
                  <a:pt x="1562100" y="1266825"/>
                </a:lnTo>
                <a:lnTo>
                  <a:pt x="1552575" y="1266825"/>
                </a:lnTo>
                <a:lnTo>
                  <a:pt x="1552575" y="1276350"/>
                </a:lnTo>
                <a:lnTo>
                  <a:pt x="1543050" y="1276350"/>
                </a:lnTo>
                <a:lnTo>
                  <a:pt x="1543050" y="1285875"/>
                </a:lnTo>
                <a:lnTo>
                  <a:pt x="1533525" y="1285875"/>
                </a:lnTo>
                <a:lnTo>
                  <a:pt x="1533525" y="1333500"/>
                </a:lnTo>
                <a:lnTo>
                  <a:pt x="1543050" y="1333500"/>
                </a:lnTo>
                <a:lnTo>
                  <a:pt x="1543050" y="1343025"/>
                </a:lnTo>
                <a:lnTo>
                  <a:pt x="1562100" y="1343025"/>
                </a:lnTo>
                <a:lnTo>
                  <a:pt x="1562100" y="1333500"/>
                </a:lnTo>
                <a:lnTo>
                  <a:pt x="1571625" y="1333500"/>
                </a:lnTo>
                <a:lnTo>
                  <a:pt x="1571625" y="1352550"/>
                </a:lnTo>
                <a:lnTo>
                  <a:pt x="1562100" y="1352550"/>
                </a:lnTo>
                <a:lnTo>
                  <a:pt x="1562100" y="1371600"/>
                </a:lnTo>
                <a:lnTo>
                  <a:pt x="1571625" y="1371600"/>
                </a:lnTo>
                <a:lnTo>
                  <a:pt x="1571625" y="1381125"/>
                </a:lnTo>
                <a:lnTo>
                  <a:pt x="1581150" y="1381125"/>
                </a:lnTo>
                <a:lnTo>
                  <a:pt x="1581150" y="1390650"/>
                </a:lnTo>
                <a:lnTo>
                  <a:pt x="1590675" y="1390650"/>
                </a:lnTo>
                <a:lnTo>
                  <a:pt x="1590675" y="1400175"/>
                </a:lnTo>
                <a:lnTo>
                  <a:pt x="1571625" y="1400175"/>
                </a:lnTo>
                <a:lnTo>
                  <a:pt x="1571625" y="1419225"/>
                </a:lnTo>
                <a:lnTo>
                  <a:pt x="1562100" y="1419225"/>
                </a:lnTo>
                <a:lnTo>
                  <a:pt x="1562100" y="1428750"/>
                </a:lnTo>
                <a:lnTo>
                  <a:pt x="1552575" y="1428750"/>
                </a:lnTo>
                <a:lnTo>
                  <a:pt x="1552575" y="1438275"/>
                </a:lnTo>
                <a:lnTo>
                  <a:pt x="1543050" y="1438275"/>
                </a:lnTo>
                <a:lnTo>
                  <a:pt x="1543050" y="1428750"/>
                </a:lnTo>
                <a:lnTo>
                  <a:pt x="1533525" y="1428750"/>
                </a:lnTo>
                <a:lnTo>
                  <a:pt x="1533525" y="1419225"/>
                </a:lnTo>
                <a:lnTo>
                  <a:pt x="1543050" y="1419225"/>
                </a:lnTo>
                <a:lnTo>
                  <a:pt x="1543050" y="1409700"/>
                </a:lnTo>
                <a:lnTo>
                  <a:pt x="1552575" y="1409700"/>
                </a:lnTo>
                <a:lnTo>
                  <a:pt x="1552575" y="1390650"/>
                </a:lnTo>
                <a:lnTo>
                  <a:pt x="1543050" y="1390650"/>
                </a:lnTo>
                <a:lnTo>
                  <a:pt x="1543050" y="1381125"/>
                </a:lnTo>
                <a:lnTo>
                  <a:pt x="1533525" y="1381125"/>
                </a:lnTo>
                <a:lnTo>
                  <a:pt x="1533525" y="1362075"/>
                </a:lnTo>
                <a:lnTo>
                  <a:pt x="1504950" y="1362075"/>
                </a:lnTo>
                <a:lnTo>
                  <a:pt x="1504950" y="1352550"/>
                </a:lnTo>
                <a:lnTo>
                  <a:pt x="1495425" y="1352550"/>
                </a:lnTo>
                <a:lnTo>
                  <a:pt x="1495425" y="1371600"/>
                </a:lnTo>
                <a:lnTo>
                  <a:pt x="1485900" y="1371600"/>
                </a:lnTo>
                <a:lnTo>
                  <a:pt x="1485900" y="1362075"/>
                </a:lnTo>
                <a:lnTo>
                  <a:pt x="1457325" y="1362075"/>
                </a:lnTo>
                <a:lnTo>
                  <a:pt x="1457325" y="1381125"/>
                </a:lnTo>
                <a:lnTo>
                  <a:pt x="1447800" y="1381125"/>
                </a:lnTo>
                <a:lnTo>
                  <a:pt x="1447800" y="1390650"/>
                </a:lnTo>
                <a:lnTo>
                  <a:pt x="1476375" y="1390650"/>
                </a:lnTo>
                <a:lnTo>
                  <a:pt x="1476375" y="1381125"/>
                </a:lnTo>
                <a:lnTo>
                  <a:pt x="1466850" y="1381125"/>
                </a:lnTo>
                <a:lnTo>
                  <a:pt x="1466850" y="1371600"/>
                </a:lnTo>
                <a:lnTo>
                  <a:pt x="1485900" y="1371600"/>
                </a:lnTo>
                <a:lnTo>
                  <a:pt x="1485900" y="1381125"/>
                </a:lnTo>
                <a:lnTo>
                  <a:pt x="1495425" y="1381125"/>
                </a:lnTo>
                <a:lnTo>
                  <a:pt x="1495425" y="1400175"/>
                </a:lnTo>
                <a:lnTo>
                  <a:pt x="1504950" y="1400175"/>
                </a:lnTo>
                <a:lnTo>
                  <a:pt x="1504950" y="1409700"/>
                </a:lnTo>
                <a:lnTo>
                  <a:pt x="1514475" y="1409700"/>
                </a:lnTo>
                <a:lnTo>
                  <a:pt x="1514475" y="1419225"/>
                </a:lnTo>
                <a:lnTo>
                  <a:pt x="1524000" y="1419225"/>
                </a:lnTo>
                <a:lnTo>
                  <a:pt x="1524000" y="1428750"/>
                </a:lnTo>
                <a:lnTo>
                  <a:pt x="1514475" y="1428750"/>
                </a:lnTo>
                <a:lnTo>
                  <a:pt x="1514475" y="1438275"/>
                </a:lnTo>
                <a:lnTo>
                  <a:pt x="1485900" y="1438275"/>
                </a:lnTo>
                <a:lnTo>
                  <a:pt x="1485900" y="1447800"/>
                </a:lnTo>
                <a:lnTo>
                  <a:pt x="1457325" y="1447800"/>
                </a:lnTo>
                <a:lnTo>
                  <a:pt x="1457325" y="1438275"/>
                </a:lnTo>
                <a:lnTo>
                  <a:pt x="1428750" y="1438275"/>
                </a:lnTo>
                <a:lnTo>
                  <a:pt x="1428750" y="1447800"/>
                </a:lnTo>
                <a:lnTo>
                  <a:pt x="1419225" y="1447800"/>
                </a:lnTo>
                <a:lnTo>
                  <a:pt x="1419225" y="1419225"/>
                </a:lnTo>
                <a:lnTo>
                  <a:pt x="1409700" y="1419225"/>
                </a:lnTo>
                <a:lnTo>
                  <a:pt x="1409700" y="1390650"/>
                </a:lnTo>
                <a:lnTo>
                  <a:pt x="1428750" y="1390650"/>
                </a:lnTo>
                <a:lnTo>
                  <a:pt x="1428750" y="1352550"/>
                </a:lnTo>
                <a:lnTo>
                  <a:pt x="1419225" y="1352550"/>
                </a:lnTo>
                <a:lnTo>
                  <a:pt x="1419225" y="1343025"/>
                </a:lnTo>
                <a:lnTo>
                  <a:pt x="1457325" y="1343025"/>
                </a:lnTo>
                <a:lnTo>
                  <a:pt x="1457325" y="1314450"/>
                </a:lnTo>
                <a:lnTo>
                  <a:pt x="1466850" y="1314450"/>
                </a:lnTo>
                <a:lnTo>
                  <a:pt x="1466850" y="1295400"/>
                </a:lnTo>
                <a:lnTo>
                  <a:pt x="1457325" y="1295400"/>
                </a:lnTo>
                <a:lnTo>
                  <a:pt x="1457325" y="1276350"/>
                </a:lnTo>
                <a:lnTo>
                  <a:pt x="1447800" y="1276350"/>
                </a:lnTo>
                <a:lnTo>
                  <a:pt x="1447800" y="1285875"/>
                </a:lnTo>
                <a:lnTo>
                  <a:pt x="1438275" y="1285875"/>
                </a:lnTo>
                <a:lnTo>
                  <a:pt x="1438275" y="1276350"/>
                </a:lnTo>
                <a:lnTo>
                  <a:pt x="1419225" y="1276350"/>
                </a:lnTo>
                <a:lnTo>
                  <a:pt x="1419225" y="1266825"/>
                </a:lnTo>
                <a:lnTo>
                  <a:pt x="1409700" y="1266825"/>
                </a:lnTo>
                <a:lnTo>
                  <a:pt x="1409700" y="1247775"/>
                </a:lnTo>
                <a:lnTo>
                  <a:pt x="1428750" y="1247775"/>
                </a:lnTo>
                <a:lnTo>
                  <a:pt x="1428750" y="1257300"/>
                </a:lnTo>
                <a:lnTo>
                  <a:pt x="1419225" y="1257300"/>
                </a:lnTo>
                <a:lnTo>
                  <a:pt x="1419225" y="1266825"/>
                </a:lnTo>
                <a:lnTo>
                  <a:pt x="1438275" y="1266825"/>
                </a:lnTo>
                <a:lnTo>
                  <a:pt x="1438275" y="1238250"/>
                </a:lnTo>
                <a:lnTo>
                  <a:pt x="1419225" y="1238250"/>
                </a:lnTo>
                <a:lnTo>
                  <a:pt x="1419225" y="1228725"/>
                </a:lnTo>
                <a:lnTo>
                  <a:pt x="1409700" y="1228725"/>
                </a:lnTo>
                <a:lnTo>
                  <a:pt x="1409700" y="1238250"/>
                </a:lnTo>
                <a:lnTo>
                  <a:pt x="1400175" y="1238250"/>
                </a:lnTo>
                <a:lnTo>
                  <a:pt x="1400175" y="1247775"/>
                </a:lnTo>
                <a:lnTo>
                  <a:pt x="1371600" y="1247775"/>
                </a:lnTo>
                <a:lnTo>
                  <a:pt x="1371600" y="1276350"/>
                </a:lnTo>
                <a:lnTo>
                  <a:pt x="1390650" y="1276350"/>
                </a:lnTo>
                <a:lnTo>
                  <a:pt x="1390650" y="1285875"/>
                </a:lnTo>
                <a:lnTo>
                  <a:pt x="1400175" y="1285875"/>
                </a:lnTo>
                <a:lnTo>
                  <a:pt x="1400175" y="1295400"/>
                </a:lnTo>
                <a:lnTo>
                  <a:pt x="1409700" y="1295400"/>
                </a:lnTo>
                <a:lnTo>
                  <a:pt x="1409700" y="1314450"/>
                </a:lnTo>
                <a:lnTo>
                  <a:pt x="1371600" y="1314450"/>
                </a:lnTo>
                <a:lnTo>
                  <a:pt x="1371600" y="1285875"/>
                </a:lnTo>
                <a:lnTo>
                  <a:pt x="1362075" y="1285875"/>
                </a:lnTo>
                <a:lnTo>
                  <a:pt x="1362075" y="1276350"/>
                </a:lnTo>
                <a:lnTo>
                  <a:pt x="1352550" y="1276350"/>
                </a:lnTo>
                <a:lnTo>
                  <a:pt x="1352550" y="1285875"/>
                </a:lnTo>
                <a:lnTo>
                  <a:pt x="1333500" y="1285875"/>
                </a:lnTo>
                <a:lnTo>
                  <a:pt x="1333500" y="1257300"/>
                </a:lnTo>
                <a:lnTo>
                  <a:pt x="1362075" y="1257300"/>
                </a:lnTo>
                <a:lnTo>
                  <a:pt x="1362075" y="1247775"/>
                </a:lnTo>
                <a:lnTo>
                  <a:pt x="1352550" y="1247775"/>
                </a:lnTo>
                <a:lnTo>
                  <a:pt x="1352550" y="1228725"/>
                </a:lnTo>
                <a:lnTo>
                  <a:pt x="1343025" y="1228725"/>
                </a:lnTo>
                <a:lnTo>
                  <a:pt x="1343025" y="1219200"/>
                </a:lnTo>
                <a:lnTo>
                  <a:pt x="1352550" y="1219200"/>
                </a:lnTo>
                <a:lnTo>
                  <a:pt x="1352550" y="1209675"/>
                </a:lnTo>
                <a:lnTo>
                  <a:pt x="1343025" y="1209675"/>
                </a:lnTo>
                <a:lnTo>
                  <a:pt x="1343025" y="1200150"/>
                </a:lnTo>
                <a:lnTo>
                  <a:pt x="1333500" y="1200150"/>
                </a:lnTo>
                <a:lnTo>
                  <a:pt x="1333500" y="1209675"/>
                </a:lnTo>
                <a:lnTo>
                  <a:pt x="1323975" y="1209675"/>
                </a:lnTo>
                <a:lnTo>
                  <a:pt x="1323975" y="1190625"/>
                </a:lnTo>
                <a:lnTo>
                  <a:pt x="1314450" y="1190625"/>
                </a:lnTo>
                <a:lnTo>
                  <a:pt x="1314450" y="1143000"/>
                </a:lnTo>
                <a:lnTo>
                  <a:pt x="1304925" y="1143000"/>
                </a:lnTo>
                <a:lnTo>
                  <a:pt x="1304925" y="1133475"/>
                </a:lnTo>
                <a:lnTo>
                  <a:pt x="1285875" y="1133475"/>
                </a:lnTo>
                <a:lnTo>
                  <a:pt x="1285875" y="1123950"/>
                </a:lnTo>
                <a:lnTo>
                  <a:pt x="1276350" y="1123950"/>
                </a:lnTo>
                <a:lnTo>
                  <a:pt x="1276350" y="1114425"/>
                </a:lnTo>
                <a:lnTo>
                  <a:pt x="1323975" y="1114425"/>
                </a:lnTo>
                <a:lnTo>
                  <a:pt x="1323975" y="1123950"/>
                </a:lnTo>
                <a:lnTo>
                  <a:pt x="1333500" y="1123950"/>
                </a:lnTo>
                <a:lnTo>
                  <a:pt x="1333500" y="1104900"/>
                </a:lnTo>
                <a:lnTo>
                  <a:pt x="1362075" y="1104900"/>
                </a:lnTo>
                <a:lnTo>
                  <a:pt x="1362075" y="1095375"/>
                </a:lnTo>
                <a:lnTo>
                  <a:pt x="1333500" y="1095375"/>
                </a:lnTo>
                <a:lnTo>
                  <a:pt x="1333500" y="1085850"/>
                </a:lnTo>
                <a:lnTo>
                  <a:pt x="1343025" y="1085850"/>
                </a:lnTo>
                <a:lnTo>
                  <a:pt x="1343025" y="1076325"/>
                </a:lnTo>
                <a:lnTo>
                  <a:pt x="1352550" y="1076325"/>
                </a:lnTo>
                <a:lnTo>
                  <a:pt x="1352550" y="1066800"/>
                </a:lnTo>
                <a:lnTo>
                  <a:pt x="1323975" y="1066800"/>
                </a:lnTo>
                <a:lnTo>
                  <a:pt x="1323975" y="1057275"/>
                </a:lnTo>
                <a:lnTo>
                  <a:pt x="1371600" y="1057275"/>
                </a:lnTo>
                <a:lnTo>
                  <a:pt x="1371600" y="1076325"/>
                </a:lnTo>
                <a:lnTo>
                  <a:pt x="1352550" y="1076325"/>
                </a:lnTo>
                <a:lnTo>
                  <a:pt x="1352550" y="1085850"/>
                </a:lnTo>
                <a:lnTo>
                  <a:pt x="1390650" y="1085850"/>
                </a:lnTo>
                <a:lnTo>
                  <a:pt x="1390650" y="1076325"/>
                </a:lnTo>
                <a:lnTo>
                  <a:pt x="1400175" y="1076325"/>
                </a:lnTo>
                <a:lnTo>
                  <a:pt x="1400175" y="1095375"/>
                </a:lnTo>
                <a:lnTo>
                  <a:pt x="1390650" y="1095375"/>
                </a:lnTo>
                <a:lnTo>
                  <a:pt x="1390650" y="1104900"/>
                </a:lnTo>
                <a:lnTo>
                  <a:pt x="1371600" y="1104900"/>
                </a:lnTo>
                <a:lnTo>
                  <a:pt x="1371600" y="1114425"/>
                </a:lnTo>
                <a:lnTo>
                  <a:pt x="1352550" y="1114425"/>
                </a:lnTo>
                <a:lnTo>
                  <a:pt x="1352550" y="1133475"/>
                </a:lnTo>
                <a:lnTo>
                  <a:pt x="1390650" y="1133475"/>
                </a:lnTo>
                <a:lnTo>
                  <a:pt x="1390650" y="1143000"/>
                </a:lnTo>
                <a:lnTo>
                  <a:pt x="1400175" y="1143000"/>
                </a:lnTo>
                <a:lnTo>
                  <a:pt x="1400175" y="1123950"/>
                </a:lnTo>
                <a:lnTo>
                  <a:pt x="1409700" y="1123950"/>
                </a:lnTo>
                <a:lnTo>
                  <a:pt x="1409700" y="1104900"/>
                </a:lnTo>
                <a:lnTo>
                  <a:pt x="1419225" y="1104900"/>
                </a:lnTo>
                <a:lnTo>
                  <a:pt x="1419225" y="1095375"/>
                </a:lnTo>
                <a:lnTo>
                  <a:pt x="1428750" y="1095375"/>
                </a:lnTo>
                <a:lnTo>
                  <a:pt x="1428750" y="1104900"/>
                </a:lnTo>
                <a:lnTo>
                  <a:pt x="1438275" y="1104900"/>
                </a:lnTo>
                <a:lnTo>
                  <a:pt x="1438275" y="1066800"/>
                </a:lnTo>
                <a:lnTo>
                  <a:pt x="1447800" y="1066800"/>
                </a:lnTo>
                <a:lnTo>
                  <a:pt x="1447800" y="1047750"/>
                </a:lnTo>
                <a:lnTo>
                  <a:pt x="1438275" y="1047750"/>
                </a:lnTo>
                <a:lnTo>
                  <a:pt x="1438275" y="1038225"/>
                </a:lnTo>
                <a:lnTo>
                  <a:pt x="1447800" y="1038225"/>
                </a:lnTo>
                <a:lnTo>
                  <a:pt x="1447800" y="1047750"/>
                </a:lnTo>
                <a:lnTo>
                  <a:pt x="1457325" y="1047750"/>
                </a:lnTo>
                <a:lnTo>
                  <a:pt x="1457325" y="1028700"/>
                </a:lnTo>
                <a:lnTo>
                  <a:pt x="1447800" y="1028700"/>
                </a:lnTo>
                <a:lnTo>
                  <a:pt x="1447800" y="1019175"/>
                </a:lnTo>
                <a:lnTo>
                  <a:pt x="1457325" y="1019175"/>
                </a:lnTo>
                <a:close/>
                <a:moveTo>
                  <a:pt x="1619250" y="1000125"/>
                </a:moveTo>
                <a:lnTo>
                  <a:pt x="1638300" y="1000125"/>
                </a:lnTo>
                <a:lnTo>
                  <a:pt x="1638300" y="1085850"/>
                </a:lnTo>
                <a:lnTo>
                  <a:pt x="1619250" y="1085850"/>
                </a:lnTo>
                <a:lnTo>
                  <a:pt x="1619250" y="1076325"/>
                </a:lnTo>
                <a:lnTo>
                  <a:pt x="1628775" y="1076325"/>
                </a:lnTo>
                <a:lnTo>
                  <a:pt x="1628775" y="1047750"/>
                </a:lnTo>
                <a:lnTo>
                  <a:pt x="1609725" y="1047750"/>
                </a:lnTo>
                <a:lnTo>
                  <a:pt x="1609725" y="1028700"/>
                </a:lnTo>
                <a:lnTo>
                  <a:pt x="1628775" y="1028700"/>
                </a:lnTo>
                <a:lnTo>
                  <a:pt x="1628775" y="1009650"/>
                </a:lnTo>
                <a:lnTo>
                  <a:pt x="1619250" y="1009650"/>
                </a:lnTo>
                <a:close/>
                <a:moveTo>
                  <a:pt x="295275" y="1009650"/>
                </a:moveTo>
                <a:lnTo>
                  <a:pt x="333375" y="1009650"/>
                </a:lnTo>
                <a:lnTo>
                  <a:pt x="333375" y="1019175"/>
                </a:lnTo>
                <a:lnTo>
                  <a:pt x="304800" y="1019175"/>
                </a:lnTo>
                <a:lnTo>
                  <a:pt x="304800" y="1028700"/>
                </a:lnTo>
                <a:lnTo>
                  <a:pt x="314325" y="1028700"/>
                </a:lnTo>
                <a:lnTo>
                  <a:pt x="314325" y="1038225"/>
                </a:lnTo>
                <a:lnTo>
                  <a:pt x="295275" y="1038225"/>
                </a:lnTo>
                <a:lnTo>
                  <a:pt x="295275" y="1057275"/>
                </a:lnTo>
                <a:lnTo>
                  <a:pt x="304800" y="1057275"/>
                </a:lnTo>
                <a:lnTo>
                  <a:pt x="304800" y="1047750"/>
                </a:lnTo>
                <a:lnTo>
                  <a:pt x="314325" y="1047750"/>
                </a:lnTo>
                <a:lnTo>
                  <a:pt x="314325" y="1066800"/>
                </a:lnTo>
                <a:lnTo>
                  <a:pt x="304800" y="1066800"/>
                </a:lnTo>
                <a:lnTo>
                  <a:pt x="304800" y="1076325"/>
                </a:lnTo>
                <a:lnTo>
                  <a:pt x="266700" y="1076325"/>
                </a:lnTo>
                <a:lnTo>
                  <a:pt x="266700" y="1047750"/>
                </a:lnTo>
                <a:lnTo>
                  <a:pt x="276225" y="1047750"/>
                </a:lnTo>
                <a:lnTo>
                  <a:pt x="276225" y="1028700"/>
                </a:lnTo>
                <a:lnTo>
                  <a:pt x="285750" y="1028700"/>
                </a:lnTo>
                <a:lnTo>
                  <a:pt x="285750" y="1019175"/>
                </a:lnTo>
                <a:lnTo>
                  <a:pt x="295275" y="1019175"/>
                </a:lnTo>
                <a:close/>
                <a:moveTo>
                  <a:pt x="342900" y="1009650"/>
                </a:moveTo>
                <a:lnTo>
                  <a:pt x="381000" y="1009650"/>
                </a:lnTo>
                <a:lnTo>
                  <a:pt x="381000" y="1028700"/>
                </a:lnTo>
                <a:lnTo>
                  <a:pt x="390525" y="1028700"/>
                </a:lnTo>
                <a:lnTo>
                  <a:pt x="390525" y="1038225"/>
                </a:lnTo>
                <a:lnTo>
                  <a:pt x="409575" y="1038225"/>
                </a:lnTo>
                <a:lnTo>
                  <a:pt x="409575" y="1047750"/>
                </a:lnTo>
                <a:lnTo>
                  <a:pt x="390525" y="1047750"/>
                </a:lnTo>
                <a:lnTo>
                  <a:pt x="390525" y="1057275"/>
                </a:lnTo>
                <a:lnTo>
                  <a:pt x="381000" y="1057275"/>
                </a:lnTo>
                <a:lnTo>
                  <a:pt x="381000" y="1038225"/>
                </a:lnTo>
                <a:lnTo>
                  <a:pt x="361950" y="1038225"/>
                </a:lnTo>
                <a:lnTo>
                  <a:pt x="361950" y="1019175"/>
                </a:lnTo>
                <a:lnTo>
                  <a:pt x="342900" y="1019175"/>
                </a:lnTo>
                <a:close/>
                <a:moveTo>
                  <a:pt x="1295400" y="1009650"/>
                </a:moveTo>
                <a:lnTo>
                  <a:pt x="1314450" y="1009650"/>
                </a:lnTo>
                <a:lnTo>
                  <a:pt x="1314450" y="1028700"/>
                </a:lnTo>
                <a:lnTo>
                  <a:pt x="1304925" y="1028700"/>
                </a:lnTo>
                <a:lnTo>
                  <a:pt x="1304925" y="1038225"/>
                </a:lnTo>
                <a:lnTo>
                  <a:pt x="1285875" y="1038225"/>
                </a:lnTo>
                <a:lnTo>
                  <a:pt x="1285875" y="1019175"/>
                </a:lnTo>
                <a:lnTo>
                  <a:pt x="1295400" y="1019175"/>
                </a:lnTo>
                <a:close/>
                <a:moveTo>
                  <a:pt x="1533525" y="1009650"/>
                </a:moveTo>
                <a:lnTo>
                  <a:pt x="1543050" y="1009650"/>
                </a:lnTo>
                <a:lnTo>
                  <a:pt x="1543050" y="1019175"/>
                </a:lnTo>
                <a:lnTo>
                  <a:pt x="1533525" y="1019175"/>
                </a:lnTo>
                <a:close/>
                <a:moveTo>
                  <a:pt x="1562100" y="1009650"/>
                </a:moveTo>
                <a:lnTo>
                  <a:pt x="1581150" y="1009650"/>
                </a:lnTo>
                <a:lnTo>
                  <a:pt x="1581150" y="1019175"/>
                </a:lnTo>
                <a:lnTo>
                  <a:pt x="1562100" y="1019175"/>
                </a:lnTo>
                <a:close/>
                <a:moveTo>
                  <a:pt x="504825" y="1028700"/>
                </a:moveTo>
                <a:lnTo>
                  <a:pt x="514350" y="1028700"/>
                </a:lnTo>
                <a:lnTo>
                  <a:pt x="514350" y="1019175"/>
                </a:lnTo>
                <a:lnTo>
                  <a:pt x="504825" y="1019175"/>
                </a:lnTo>
                <a:close/>
                <a:moveTo>
                  <a:pt x="1419225" y="1028700"/>
                </a:moveTo>
                <a:lnTo>
                  <a:pt x="1428750" y="1028700"/>
                </a:lnTo>
                <a:lnTo>
                  <a:pt x="1428750" y="1038225"/>
                </a:lnTo>
                <a:lnTo>
                  <a:pt x="1419225" y="1038225"/>
                </a:lnTo>
                <a:close/>
                <a:moveTo>
                  <a:pt x="419100" y="1038225"/>
                </a:moveTo>
                <a:lnTo>
                  <a:pt x="447675" y="1038225"/>
                </a:lnTo>
                <a:lnTo>
                  <a:pt x="447675" y="1047750"/>
                </a:lnTo>
                <a:lnTo>
                  <a:pt x="419100" y="1047750"/>
                </a:lnTo>
                <a:close/>
                <a:moveTo>
                  <a:pt x="561975" y="1038225"/>
                </a:moveTo>
                <a:lnTo>
                  <a:pt x="571500" y="1038225"/>
                </a:lnTo>
                <a:lnTo>
                  <a:pt x="571500" y="1028700"/>
                </a:lnTo>
                <a:lnTo>
                  <a:pt x="552450" y="1028700"/>
                </a:lnTo>
                <a:lnTo>
                  <a:pt x="552450" y="1047750"/>
                </a:lnTo>
                <a:lnTo>
                  <a:pt x="561975" y="1047750"/>
                </a:lnTo>
                <a:close/>
                <a:moveTo>
                  <a:pt x="819150" y="1038225"/>
                </a:moveTo>
                <a:lnTo>
                  <a:pt x="828675" y="1038225"/>
                </a:lnTo>
                <a:lnTo>
                  <a:pt x="828675" y="1047750"/>
                </a:lnTo>
                <a:lnTo>
                  <a:pt x="838200" y="1047750"/>
                </a:lnTo>
                <a:lnTo>
                  <a:pt x="838200" y="1057275"/>
                </a:lnTo>
                <a:lnTo>
                  <a:pt x="819150" y="1057275"/>
                </a:lnTo>
                <a:close/>
                <a:moveTo>
                  <a:pt x="514350" y="1047750"/>
                </a:moveTo>
                <a:lnTo>
                  <a:pt x="523875" y="1047750"/>
                </a:lnTo>
                <a:lnTo>
                  <a:pt x="523875" y="1038225"/>
                </a:lnTo>
                <a:lnTo>
                  <a:pt x="514350" y="1038225"/>
                </a:lnTo>
                <a:close/>
                <a:moveTo>
                  <a:pt x="609600" y="1047750"/>
                </a:moveTo>
                <a:lnTo>
                  <a:pt x="619125" y="1047750"/>
                </a:lnTo>
                <a:lnTo>
                  <a:pt x="619125" y="1038225"/>
                </a:lnTo>
                <a:lnTo>
                  <a:pt x="609600" y="1038225"/>
                </a:lnTo>
                <a:lnTo>
                  <a:pt x="609600" y="1028700"/>
                </a:lnTo>
                <a:lnTo>
                  <a:pt x="600075" y="1028700"/>
                </a:lnTo>
                <a:lnTo>
                  <a:pt x="600075" y="1057275"/>
                </a:lnTo>
                <a:lnTo>
                  <a:pt x="609600" y="1057275"/>
                </a:lnTo>
                <a:close/>
                <a:moveTo>
                  <a:pt x="981075" y="1057275"/>
                </a:moveTo>
                <a:lnTo>
                  <a:pt x="990600" y="1057275"/>
                </a:lnTo>
                <a:lnTo>
                  <a:pt x="990600" y="1076325"/>
                </a:lnTo>
                <a:lnTo>
                  <a:pt x="981075" y="1076325"/>
                </a:lnTo>
                <a:close/>
                <a:moveTo>
                  <a:pt x="1019175" y="1057275"/>
                </a:moveTo>
                <a:lnTo>
                  <a:pt x="1028700" y="1057275"/>
                </a:lnTo>
                <a:lnTo>
                  <a:pt x="1028700" y="1066800"/>
                </a:lnTo>
                <a:lnTo>
                  <a:pt x="1038225" y="1066800"/>
                </a:lnTo>
                <a:lnTo>
                  <a:pt x="1038225" y="1076325"/>
                </a:lnTo>
                <a:lnTo>
                  <a:pt x="1019175" y="1076325"/>
                </a:lnTo>
                <a:close/>
                <a:moveTo>
                  <a:pt x="609600" y="1076325"/>
                </a:moveTo>
                <a:lnTo>
                  <a:pt x="619125" y="1076325"/>
                </a:lnTo>
                <a:lnTo>
                  <a:pt x="619125" y="1066800"/>
                </a:lnTo>
                <a:lnTo>
                  <a:pt x="609600" y="1066800"/>
                </a:lnTo>
                <a:close/>
                <a:moveTo>
                  <a:pt x="628650" y="1076325"/>
                </a:moveTo>
                <a:lnTo>
                  <a:pt x="647700" y="1076325"/>
                </a:lnTo>
                <a:lnTo>
                  <a:pt x="647700" y="1085850"/>
                </a:lnTo>
                <a:lnTo>
                  <a:pt x="666750" y="1085850"/>
                </a:lnTo>
                <a:lnTo>
                  <a:pt x="666750" y="1057275"/>
                </a:lnTo>
                <a:lnTo>
                  <a:pt x="657225" y="1057275"/>
                </a:lnTo>
                <a:lnTo>
                  <a:pt x="657225" y="1047750"/>
                </a:lnTo>
                <a:lnTo>
                  <a:pt x="638175" y="1047750"/>
                </a:lnTo>
                <a:lnTo>
                  <a:pt x="638175" y="1057275"/>
                </a:lnTo>
                <a:lnTo>
                  <a:pt x="628650" y="1057275"/>
                </a:lnTo>
                <a:close/>
                <a:moveTo>
                  <a:pt x="1304925" y="1076325"/>
                </a:moveTo>
                <a:lnTo>
                  <a:pt x="1314450" y="1076325"/>
                </a:lnTo>
                <a:lnTo>
                  <a:pt x="1314450" y="1085850"/>
                </a:lnTo>
                <a:lnTo>
                  <a:pt x="1304925" y="1085850"/>
                </a:lnTo>
                <a:close/>
                <a:moveTo>
                  <a:pt x="571500" y="1085850"/>
                </a:moveTo>
                <a:lnTo>
                  <a:pt x="581025" y="1085850"/>
                </a:lnTo>
                <a:lnTo>
                  <a:pt x="581025" y="1104900"/>
                </a:lnTo>
                <a:lnTo>
                  <a:pt x="552450" y="1104900"/>
                </a:lnTo>
                <a:lnTo>
                  <a:pt x="552450" y="1095375"/>
                </a:lnTo>
                <a:lnTo>
                  <a:pt x="571500" y="1095375"/>
                </a:lnTo>
                <a:close/>
                <a:moveTo>
                  <a:pt x="1447800" y="1085850"/>
                </a:moveTo>
                <a:lnTo>
                  <a:pt x="1466850" y="1085850"/>
                </a:lnTo>
                <a:lnTo>
                  <a:pt x="1466850" y="1095375"/>
                </a:lnTo>
                <a:lnTo>
                  <a:pt x="1476375" y="1095375"/>
                </a:lnTo>
                <a:lnTo>
                  <a:pt x="1476375" y="1066800"/>
                </a:lnTo>
                <a:lnTo>
                  <a:pt x="1466850" y="1066800"/>
                </a:lnTo>
                <a:lnTo>
                  <a:pt x="1466850" y="1076325"/>
                </a:lnTo>
                <a:lnTo>
                  <a:pt x="1457325" y="1076325"/>
                </a:lnTo>
                <a:lnTo>
                  <a:pt x="1457325" y="1066800"/>
                </a:lnTo>
                <a:lnTo>
                  <a:pt x="1447800" y="1066800"/>
                </a:lnTo>
                <a:close/>
                <a:moveTo>
                  <a:pt x="266700" y="1104900"/>
                </a:moveTo>
                <a:lnTo>
                  <a:pt x="285750" y="1104900"/>
                </a:lnTo>
                <a:lnTo>
                  <a:pt x="285750" y="1114425"/>
                </a:lnTo>
                <a:lnTo>
                  <a:pt x="276225" y="1114425"/>
                </a:lnTo>
                <a:lnTo>
                  <a:pt x="276225" y="1123950"/>
                </a:lnTo>
                <a:lnTo>
                  <a:pt x="295275" y="1123950"/>
                </a:lnTo>
                <a:lnTo>
                  <a:pt x="295275" y="1152525"/>
                </a:lnTo>
                <a:lnTo>
                  <a:pt x="285750" y="1152525"/>
                </a:lnTo>
                <a:lnTo>
                  <a:pt x="285750" y="1162050"/>
                </a:lnTo>
                <a:lnTo>
                  <a:pt x="276225" y="1162050"/>
                </a:lnTo>
                <a:lnTo>
                  <a:pt x="276225" y="1171575"/>
                </a:lnTo>
                <a:lnTo>
                  <a:pt x="266700" y="1171575"/>
                </a:lnTo>
                <a:close/>
                <a:moveTo>
                  <a:pt x="514350" y="1104900"/>
                </a:moveTo>
                <a:lnTo>
                  <a:pt x="533400" y="1104900"/>
                </a:lnTo>
                <a:lnTo>
                  <a:pt x="533400" y="1123950"/>
                </a:lnTo>
                <a:lnTo>
                  <a:pt x="514350" y="1123950"/>
                </a:lnTo>
                <a:close/>
                <a:moveTo>
                  <a:pt x="666750" y="1104900"/>
                </a:moveTo>
                <a:lnTo>
                  <a:pt x="676275" y="1104900"/>
                </a:lnTo>
                <a:lnTo>
                  <a:pt x="676275" y="1095375"/>
                </a:lnTo>
                <a:lnTo>
                  <a:pt x="666750" y="1095375"/>
                </a:lnTo>
                <a:close/>
                <a:moveTo>
                  <a:pt x="990600" y="1123950"/>
                </a:moveTo>
                <a:lnTo>
                  <a:pt x="1000125" y="1123950"/>
                </a:lnTo>
                <a:lnTo>
                  <a:pt x="1000125" y="1133475"/>
                </a:lnTo>
                <a:lnTo>
                  <a:pt x="1009650" y="1133475"/>
                </a:lnTo>
                <a:lnTo>
                  <a:pt x="1009650" y="1171575"/>
                </a:lnTo>
                <a:lnTo>
                  <a:pt x="1019175" y="1171575"/>
                </a:lnTo>
                <a:lnTo>
                  <a:pt x="1019175" y="1200150"/>
                </a:lnTo>
                <a:lnTo>
                  <a:pt x="1009650" y="1200150"/>
                </a:lnTo>
                <a:lnTo>
                  <a:pt x="1009650" y="1209675"/>
                </a:lnTo>
                <a:lnTo>
                  <a:pt x="1000125" y="1209675"/>
                </a:lnTo>
                <a:lnTo>
                  <a:pt x="1000125" y="1247775"/>
                </a:lnTo>
                <a:lnTo>
                  <a:pt x="990600" y="1247775"/>
                </a:lnTo>
                <a:close/>
                <a:moveTo>
                  <a:pt x="1447800" y="1133475"/>
                </a:moveTo>
                <a:lnTo>
                  <a:pt x="1457325" y="1133475"/>
                </a:lnTo>
                <a:lnTo>
                  <a:pt x="1457325" y="1143000"/>
                </a:lnTo>
                <a:lnTo>
                  <a:pt x="1447800" y="1143000"/>
                </a:lnTo>
                <a:lnTo>
                  <a:pt x="1447800" y="1152525"/>
                </a:lnTo>
                <a:lnTo>
                  <a:pt x="1457325" y="1152525"/>
                </a:lnTo>
                <a:lnTo>
                  <a:pt x="1457325" y="1162050"/>
                </a:lnTo>
                <a:lnTo>
                  <a:pt x="1447800" y="1162050"/>
                </a:lnTo>
                <a:lnTo>
                  <a:pt x="1447800" y="1171575"/>
                </a:lnTo>
                <a:lnTo>
                  <a:pt x="1457325" y="1171575"/>
                </a:lnTo>
                <a:lnTo>
                  <a:pt x="1457325" y="1200150"/>
                </a:lnTo>
                <a:lnTo>
                  <a:pt x="1476375" y="1200150"/>
                </a:lnTo>
                <a:lnTo>
                  <a:pt x="1476375" y="1143000"/>
                </a:lnTo>
                <a:lnTo>
                  <a:pt x="1485900" y="1143000"/>
                </a:lnTo>
                <a:lnTo>
                  <a:pt x="1485900" y="1133475"/>
                </a:lnTo>
                <a:lnTo>
                  <a:pt x="1495425" y="1133475"/>
                </a:lnTo>
                <a:lnTo>
                  <a:pt x="1495425" y="1114425"/>
                </a:lnTo>
                <a:lnTo>
                  <a:pt x="1457325" y="1114425"/>
                </a:lnTo>
                <a:lnTo>
                  <a:pt x="1457325" y="1104900"/>
                </a:lnTo>
                <a:lnTo>
                  <a:pt x="1447800" y="1104900"/>
                </a:lnTo>
                <a:close/>
                <a:moveTo>
                  <a:pt x="1562100" y="1143000"/>
                </a:moveTo>
                <a:lnTo>
                  <a:pt x="1571625" y="1143000"/>
                </a:lnTo>
                <a:lnTo>
                  <a:pt x="1571625" y="1152525"/>
                </a:lnTo>
                <a:lnTo>
                  <a:pt x="1590675" y="1152525"/>
                </a:lnTo>
                <a:lnTo>
                  <a:pt x="1590675" y="1133475"/>
                </a:lnTo>
                <a:lnTo>
                  <a:pt x="1562100" y="1133475"/>
                </a:lnTo>
                <a:close/>
                <a:moveTo>
                  <a:pt x="514350" y="1152525"/>
                </a:moveTo>
                <a:lnTo>
                  <a:pt x="523875" y="1152525"/>
                </a:lnTo>
                <a:lnTo>
                  <a:pt x="523875" y="1181100"/>
                </a:lnTo>
                <a:lnTo>
                  <a:pt x="514350" y="1181100"/>
                </a:lnTo>
                <a:close/>
                <a:moveTo>
                  <a:pt x="600075" y="1152525"/>
                </a:moveTo>
                <a:lnTo>
                  <a:pt x="619125" y="1152525"/>
                </a:lnTo>
                <a:lnTo>
                  <a:pt x="619125" y="1171575"/>
                </a:lnTo>
                <a:lnTo>
                  <a:pt x="600075" y="1171575"/>
                </a:lnTo>
                <a:close/>
                <a:moveTo>
                  <a:pt x="752475" y="1152525"/>
                </a:moveTo>
                <a:lnTo>
                  <a:pt x="762000" y="1152525"/>
                </a:lnTo>
                <a:lnTo>
                  <a:pt x="762000" y="1162050"/>
                </a:lnTo>
                <a:lnTo>
                  <a:pt x="752475" y="1162050"/>
                </a:lnTo>
                <a:lnTo>
                  <a:pt x="752475" y="1171575"/>
                </a:lnTo>
                <a:lnTo>
                  <a:pt x="742950" y="1171575"/>
                </a:lnTo>
                <a:lnTo>
                  <a:pt x="742950" y="1181100"/>
                </a:lnTo>
                <a:lnTo>
                  <a:pt x="752475" y="1181100"/>
                </a:lnTo>
                <a:lnTo>
                  <a:pt x="752475" y="1190625"/>
                </a:lnTo>
                <a:lnTo>
                  <a:pt x="771525" y="1190625"/>
                </a:lnTo>
                <a:lnTo>
                  <a:pt x="771525" y="1171575"/>
                </a:lnTo>
                <a:lnTo>
                  <a:pt x="781050" y="1171575"/>
                </a:lnTo>
                <a:lnTo>
                  <a:pt x="781050" y="1181100"/>
                </a:lnTo>
                <a:lnTo>
                  <a:pt x="809625" y="1181100"/>
                </a:lnTo>
                <a:lnTo>
                  <a:pt x="809625" y="1190625"/>
                </a:lnTo>
                <a:lnTo>
                  <a:pt x="828675" y="1190625"/>
                </a:lnTo>
                <a:lnTo>
                  <a:pt x="828675" y="1200150"/>
                </a:lnTo>
                <a:lnTo>
                  <a:pt x="857250" y="1200150"/>
                </a:lnTo>
                <a:lnTo>
                  <a:pt x="857250" y="1190625"/>
                </a:lnTo>
                <a:lnTo>
                  <a:pt x="866775" y="1190625"/>
                </a:lnTo>
                <a:lnTo>
                  <a:pt x="866775" y="1181100"/>
                </a:lnTo>
                <a:lnTo>
                  <a:pt x="857250" y="1181100"/>
                </a:lnTo>
                <a:lnTo>
                  <a:pt x="857250" y="1171575"/>
                </a:lnTo>
                <a:lnTo>
                  <a:pt x="847725" y="1171575"/>
                </a:lnTo>
                <a:lnTo>
                  <a:pt x="847725" y="1162050"/>
                </a:lnTo>
                <a:lnTo>
                  <a:pt x="838200" y="1162050"/>
                </a:lnTo>
                <a:lnTo>
                  <a:pt x="838200" y="1152525"/>
                </a:lnTo>
                <a:lnTo>
                  <a:pt x="828675" y="1152525"/>
                </a:lnTo>
                <a:lnTo>
                  <a:pt x="828675" y="1162050"/>
                </a:lnTo>
                <a:lnTo>
                  <a:pt x="809625" y="1162050"/>
                </a:lnTo>
                <a:lnTo>
                  <a:pt x="809625" y="1171575"/>
                </a:lnTo>
                <a:lnTo>
                  <a:pt x="790575" y="1171575"/>
                </a:lnTo>
                <a:lnTo>
                  <a:pt x="790575" y="1152525"/>
                </a:lnTo>
                <a:lnTo>
                  <a:pt x="781050" y="1152525"/>
                </a:lnTo>
                <a:lnTo>
                  <a:pt x="781050" y="1143000"/>
                </a:lnTo>
                <a:lnTo>
                  <a:pt x="762000" y="1143000"/>
                </a:lnTo>
                <a:lnTo>
                  <a:pt x="762000" y="1133475"/>
                </a:lnTo>
                <a:lnTo>
                  <a:pt x="752475" y="1133475"/>
                </a:lnTo>
                <a:close/>
                <a:moveTo>
                  <a:pt x="1638300" y="1152525"/>
                </a:moveTo>
                <a:lnTo>
                  <a:pt x="1647825" y="1152525"/>
                </a:lnTo>
                <a:lnTo>
                  <a:pt x="1647825" y="1181100"/>
                </a:lnTo>
                <a:lnTo>
                  <a:pt x="1638300" y="1181100"/>
                </a:lnTo>
                <a:close/>
                <a:moveTo>
                  <a:pt x="1285875" y="1162050"/>
                </a:moveTo>
                <a:lnTo>
                  <a:pt x="1295400" y="1162050"/>
                </a:lnTo>
                <a:lnTo>
                  <a:pt x="1295400" y="1171575"/>
                </a:lnTo>
                <a:lnTo>
                  <a:pt x="1285875" y="1171575"/>
                </a:lnTo>
                <a:close/>
                <a:moveTo>
                  <a:pt x="504825" y="1181100"/>
                </a:moveTo>
                <a:lnTo>
                  <a:pt x="514350" y="1181100"/>
                </a:lnTo>
                <a:lnTo>
                  <a:pt x="514350" y="1190625"/>
                </a:lnTo>
                <a:lnTo>
                  <a:pt x="504825" y="1190625"/>
                </a:lnTo>
                <a:close/>
                <a:moveTo>
                  <a:pt x="266700" y="1190625"/>
                </a:moveTo>
                <a:lnTo>
                  <a:pt x="276225" y="1190625"/>
                </a:lnTo>
                <a:lnTo>
                  <a:pt x="276225" y="1219200"/>
                </a:lnTo>
                <a:lnTo>
                  <a:pt x="266700" y="1219200"/>
                </a:lnTo>
                <a:close/>
                <a:moveTo>
                  <a:pt x="619125" y="1190625"/>
                </a:moveTo>
                <a:lnTo>
                  <a:pt x="647700" y="1190625"/>
                </a:lnTo>
                <a:lnTo>
                  <a:pt x="647700" y="1200150"/>
                </a:lnTo>
                <a:lnTo>
                  <a:pt x="638175" y="1200150"/>
                </a:lnTo>
                <a:lnTo>
                  <a:pt x="638175" y="1209675"/>
                </a:lnTo>
                <a:lnTo>
                  <a:pt x="619125" y="1209675"/>
                </a:lnTo>
                <a:close/>
                <a:moveTo>
                  <a:pt x="914400" y="1190625"/>
                </a:moveTo>
                <a:lnTo>
                  <a:pt x="923925" y="1190625"/>
                </a:lnTo>
                <a:lnTo>
                  <a:pt x="923925" y="1209675"/>
                </a:lnTo>
                <a:lnTo>
                  <a:pt x="914400" y="1209675"/>
                </a:lnTo>
                <a:close/>
                <a:moveTo>
                  <a:pt x="1371600" y="1190625"/>
                </a:moveTo>
                <a:lnTo>
                  <a:pt x="1390650" y="1190625"/>
                </a:lnTo>
                <a:lnTo>
                  <a:pt x="1390650" y="1200150"/>
                </a:lnTo>
                <a:lnTo>
                  <a:pt x="1409700" y="1200150"/>
                </a:lnTo>
                <a:lnTo>
                  <a:pt x="1409700" y="1171575"/>
                </a:lnTo>
                <a:lnTo>
                  <a:pt x="1400175" y="1171575"/>
                </a:lnTo>
                <a:lnTo>
                  <a:pt x="1400175" y="1162050"/>
                </a:lnTo>
                <a:lnTo>
                  <a:pt x="1381125" y="1162050"/>
                </a:lnTo>
                <a:lnTo>
                  <a:pt x="1381125" y="1171575"/>
                </a:lnTo>
                <a:lnTo>
                  <a:pt x="1371600" y="1171575"/>
                </a:lnTo>
                <a:close/>
                <a:moveTo>
                  <a:pt x="1114425" y="1200150"/>
                </a:moveTo>
                <a:lnTo>
                  <a:pt x="1181100" y="1200150"/>
                </a:lnTo>
                <a:lnTo>
                  <a:pt x="1181100" y="1209675"/>
                </a:lnTo>
                <a:lnTo>
                  <a:pt x="1114425" y="1209675"/>
                </a:lnTo>
                <a:close/>
                <a:moveTo>
                  <a:pt x="1200150" y="1200150"/>
                </a:moveTo>
                <a:lnTo>
                  <a:pt x="1219200" y="1200150"/>
                </a:lnTo>
                <a:lnTo>
                  <a:pt x="1219200" y="1209675"/>
                </a:lnTo>
                <a:lnTo>
                  <a:pt x="1200150" y="1209675"/>
                </a:lnTo>
                <a:close/>
                <a:moveTo>
                  <a:pt x="1352550" y="1200150"/>
                </a:moveTo>
                <a:lnTo>
                  <a:pt x="1362075" y="1200150"/>
                </a:lnTo>
                <a:lnTo>
                  <a:pt x="1362075" y="1190625"/>
                </a:lnTo>
                <a:lnTo>
                  <a:pt x="1352550" y="1190625"/>
                </a:lnTo>
                <a:close/>
                <a:moveTo>
                  <a:pt x="723900" y="1209675"/>
                </a:moveTo>
                <a:lnTo>
                  <a:pt x="733425" y="1209675"/>
                </a:lnTo>
                <a:lnTo>
                  <a:pt x="733425" y="1200150"/>
                </a:lnTo>
                <a:lnTo>
                  <a:pt x="723900" y="1200150"/>
                </a:lnTo>
                <a:close/>
                <a:moveTo>
                  <a:pt x="276225" y="1219200"/>
                </a:moveTo>
                <a:lnTo>
                  <a:pt x="285750" y="1219200"/>
                </a:lnTo>
                <a:lnTo>
                  <a:pt x="285750" y="1228725"/>
                </a:lnTo>
                <a:lnTo>
                  <a:pt x="276225" y="1228725"/>
                </a:lnTo>
                <a:close/>
                <a:moveTo>
                  <a:pt x="438150" y="1228725"/>
                </a:moveTo>
                <a:lnTo>
                  <a:pt x="447675" y="1228725"/>
                </a:lnTo>
                <a:lnTo>
                  <a:pt x="447675" y="1238250"/>
                </a:lnTo>
                <a:lnTo>
                  <a:pt x="438150" y="1238250"/>
                </a:lnTo>
                <a:close/>
                <a:moveTo>
                  <a:pt x="371475" y="1238250"/>
                </a:moveTo>
                <a:lnTo>
                  <a:pt x="381000" y="1238250"/>
                </a:lnTo>
                <a:lnTo>
                  <a:pt x="381000" y="1247775"/>
                </a:lnTo>
                <a:lnTo>
                  <a:pt x="390525" y="1247775"/>
                </a:lnTo>
                <a:lnTo>
                  <a:pt x="390525" y="1257300"/>
                </a:lnTo>
                <a:lnTo>
                  <a:pt x="381000" y="1257300"/>
                </a:lnTo>
                <a:lnTo>
                  <a:pt x="381000" y="1266825"/>
                </a:lnTo>
                <a:lnTo>
                  <a:pt x="342900" y="1266825"/>
                </a:lnTo>
                <a:lnTo>
                  <a:pt x="342900" y="1257300"/>
                </a:lnTo>
                <a:lnTo>
                  <a:pt x="371475" y="1257300"/>
                </a:lnTo>
                <a:close/>
                <a:moveTo>
                  <a:pt x="533400" y="1238250"/>
                </a:moveTo>
                <a:lnTo>
                  <a:pt x="561975" y="1238250"/>
                </a:lnTo>
                <a:lnTo>
                  <a:pt x="561975" y="1247775"/>
                </a:lnTo>
                <a:lnTo>
                  <a:pt x="600075" y="1247775"/>
                </a:lnTo>
                <a:lnTo>
                  <a:pt x="600075" y="1257300"/>
                </a:lnTo>
                <a:lnTo>
                  <a:pt x="542925" y="1257300"/>
                </a:lnTo>
                <a:lnTo>
                  <a:pt x="542925" y="1247775"/>
                </a:lnTo>
                <a:lnTo>
                  <a:pt x="533400" y="1247775"/>
                </a:lnTo>
                <a:close/>
                <a:moveTo>
                  <a:pt x="1276350" y="1238250"/>
                </a:moveTo>
                <a:lnTo>
                  <a:pt x="1285875" y="1238250"/>
                </a:lnTo>
                <a:lnTo>
                  <a:pt x="1285875" y="1247775"/>
                </a:lnTo>
                <a:lnTo>
                  <a:pt x="1276350" y="1247775"/>
                </a:lnTo>
                <a:close/>
                <a:moveTo>
                  <a:pt x="647700" y="1247775"/>
                </a:moveTo>
                <a:lnTo>
                  <a:pt x="657225" y="1247775"/>
                </a:lnTo>
                <a:lnTo>
                  <a:pt x="657225" y="1257300"/>
                </a:lnTo>
                <a:lnTo>
                  <a:pt x="647700" y="1257300"/>
                </a:lnTo>
                <a:close/>
                <a:moveTo>
                  <a:pt x="695325" y="1247775"/>
                </a:moveTo>
                <a:lnTo>
                  <a:pt x="714375" y="1247775"/>
                </a:lnTo>
                <a:lnTo>
                  <a:pt x="714375" y="1276350"/>
                </a:lnTo>
                <a:lnTo>
                  <a:pt x="695325" y="1276350"/>
                </a:lnTo>
                <a:close/>
                <a:moveTo>
                  <a:pt x="762000" y="1247775"/>
                </a:moveTo>
                <a:lnTo>
                  <a:pt x="771525" y="1247775"/>
                </a:lnTo>
                <a:lnTo>
                  <a:pt x="771525" y="1266825"/>
                </a:lnTo>
                <a:lnTo>
                  <a:pt x="781050" y="1266825"/>
                </a:lnTo>
                <a:lnTo>
                  <a:pt x="781050" y="1285875"/>
                </a:lnTo>
                <a:lnTo>
                  <a:pt x="790575" y="1285875"/>
                </a:lnTo>
                <a:lnTo>
                  <a:pt x="790575" y="1304925"/>
                </a:lnTo>
                <a:lnTo>
                  <a:pt x="771525" y="1304925"/>
                </a:lnTo>
                <a:lnTo>
                  <a:pt x="771525" y="1314450"/>
                </a:lnTo>
                <a:lnTo>
                  <a:pt x="762000" y="1314450"/>
                </a:lnTo>
                <a:lnTo>
                  <a:pt x="762000" y="1304925"/>
                </a:lnTo>
                <a:lnTo>
                  <a:pt x="752475" y="1304925"/>
                </a:lnTo>
                <a:lnTo>
                  <a:pt x="752475" y="1285875"/>
                </a:lnTo>
                <a:lnTo>
                  <a:pt x="742950" y="1285875"/>
                </a:lnTo>
                <a:lnTo>
                  <a:pt x="742950" y="1266825"/>
                </a:lnTo>
                <a:lnTo>
                  <a:pt x="752475" y="1266825"/>
                </a:lnTo>
                <a:lnTo>
                  <a:pt x="752475" y="1257300"/>
                </a:lnTo>
                <a:lnTo>
                  <a:pt x="762000" y="1257300"/>
                </a:lnTo>
                <a:close/>
                <a:moveTo>
                  <a:pt x="1304925" y="1247775"/>
                </a:moveTo>
                <a:lnTo>
                  <a:pt x="1323975" y="1247775"/>
                </a:lnTo>
                <a:lnTo>
                  <a:pt x="1323975" y="1285875"/>
                </a:lnTo>
                <a:lnTo>
                  <a:pt x="1314450" y="1285875"/>
                </a:lnTo>
                <a:lnTo>
                  <a:pt x="1314450" y="1276350"/>
                </a:lnTo>
                <a:lnTo>
                  <a:pt x="1304925" y="1276350"/>
                </a:lnTo>
                <a:lnTo>
                  <a:pt x="1304925" y="1285875"/>
                </a:lnTo>
                <a:lnTo>
                  <a:pt x="1295400" y="1285875"/>
                </a:lnTo>
                <a:lnTo>
                  <a:pt x="1295400" y="1257300"/>
                </a:lnTo>
                <a:lnTo>
                  <a:pt x="1304925" y="1257300"/>
                </a:lnTo>
                <a:close/>
                <a:moveTo>
                  <a:pt x="485775" y="1257300"/>
                </a:moveTo>
                <a:lnTo>
                  <a:pt x="495300" y="1257300"/>
                </a:lnTo>
                <a:lnTo>
                  <a:pt x="495300" y="1266825"/>
                </a:lnTo>
                <a:lnTo>
                  <a:pt x="485775" y="1266825"/>
                </a:lnTo>
                <a:close/>
                <a:moveTo>
                  <a:pt x="523875" y="1257300"/>
                </a:moveTo>
                <a:lnTo>
                  <a:pt x="533400" y="1257300"/>
                </a:lnTo>
                <a:lnTo>
                  <a:pt x="533400" y="1266825"/>
                </a:lnTo>
                <a:lnTo>
                  <a:pt x="523875" y="1266825"/>
                </a:lnTo>
                <a:close/>
                <a:moveTo>
                  <a:pt x="657225" y="1257300"/>
                </a:moveTo>
                <a:lnTo>
                  <a:pt x="666750" y="1257300"/>
                </a:lnTo>
                <a:lnTo>
                  <a:pt x="666750" y="1266825"/>
                </a:lnTo>
                <a:lnTo>
                  <a:pt x="657225" y="1266825"/>
                </a:lnTo>
                <a:close/>
                <a:moveTo>
                  <a:pt x="1066800" y="1257300"/>
                </a:moveTo>
                <a:lnTo>
                  <a:pt x="1085850" y="1257300"/>
                </a:lnTo>
                <a:lnTo>
                  <a:pt x="1085850" y="1266825"/>
                </a:lnTo>
                <a:lnTo>
                  <a:pt x="1066800" y="1266825"/>
                </a:lnTo>
                <a:close/>
                <a:moveTo>
                  <a:pt x="438150" y="1266825"/>
                </a:moveTo>
                <a:lnTo>
                  <a:pt x="457200" y="1266825"/>
                </a:lnTo>
                <a:lnTo>
                  <a:pt x="457200" y="1276350"/>
                </a:lnTo>
                <a:lnTo>
                  <a:pt x="438150" y="1276350"/>
                </a:lnTo>
                <a:close/>
                <a:moveTo>
                  <a:pt x="1171575" y="1266825"/>
                </a:moveTo>
                <a:lnTo>
                  <a:pt x="1181100" y="1266825"/>
                </a:lnTo>
                <a:lnTo>
                  <a:pt x="1181100" y="1276350"/>
                </a:lnTo>
                <a:lnTo>
                  <a:pt x="1171575" y="1276350"/>
                </a:lnTo>
                <a:close/>
                <a:moveTo>
                  <a:pt x="666750" y="1276350"/>
                </a:moveTo>
                <a:lnTo>
                  <a:pt x="676275" y="1276350"/>
                </a:lnTo>
                <a:lnTo>
                  <a:pt x="676275" y="1295400"/>
                </a:lnTo>
                <a:lnTo>
                  <a:pt x="666750" y="1295400"/>
                </a:lnTo>
                <a:close/>
                <a:moveTo>
                  <a:pt x="1562100" y="1276350"/>
                </a:moveTo>
                <a:lnTo>
                  <a:pt x="1571625" y="1276350"/>
                </a:lnTo>
                <a:lnTo>
                  <a:pt x="1571625" y="1304925"/>
                </a:lnTo>
                <a:lnTo>
                  <a:pt x="1562100" y="1304925"/>
                </a:lnTo>
                <a:close/>
                <a:moveTo>
                  <a:pt x="1066800" y="1285875"/>
                </a:moveTo>
                <a:lnTo>
                  <a:pt x="1076325" y="1285875"/>
                </a:lnTo>
                <a:lnTo>
                  <a:pt x="1076325" y="1295400"/>
                </a:lnTo>
                <a:lnTo>
                  <a:pt x="1085850" y="1295400"/>
                </a:lnTo>
                <a:lnTo>
                  <a:pt x="1085850" y="1314450"/>
                </a:lnTo>
                <a:lnTo>
                  <a:pt x="1076325" y="1314450"/>
                </a:lnTo>
                <a:lnTo>
                  <a:pt x="1076325" y="1343025"/>
                </a:lnTo>
                <a:lnTo>
                  <a:pt x="1066800" y="1343025"/>
                </a:lnTo>
                <a:lnTo>
                  <a:pt x="1066800" y="1352550"/>
                </a:lnTo>
                <a:lnTo>
                  <a:pt x="1057275" y="1352550"/>
                </a:lnTo>
                <a:lnTo>
                  <a:pt x="1057275" y="1295400"/>
                </a:lnTo>
                <a:lnTo>
                  <a:pt x="1066800" y="1295400"/>
                </a:lnTo>
                <a:close/>
                <a:moveTo>
                  <a:pt x="1238250" y="1285875"/>
                </a:moveTo>
                <a:lnTo>
                  <a:pt x="1276350" y="1285875"/>
                </a:lnTo>
                <a:lnTo>
                  <a:pt x="1276350" y="1304925"/>
                </a:lnTo>
                <a:lnTo>
                  <a:pt x="1295400" y="1304925"/>
                </a:lnTo>
                <a:lnTo>
                  <a:pt x="1295400" y="1314450"/>
                </a:lnTo>
                <a:lnTo>
                  <a:pt x="1304925" y="1314450"/>
                </a:lnTo>
                <a:lnTo>
                  <a:pt x="1304925" y="1304925"/>
                </a:lnTo>
                <a:lnTo>
                  <a:pt x="1314450" y="1304925"/>
                </a:lnTo>
                <a:lnTo>
                  <a:pt x="1314450" y="1295400"/>
                </a:lnTo>
                <a:lnTo>
                  <a:pt x="1323975" y="1295400"/>
                </a:lnTo>
                <a:lnTo>
                  <a:pt x="1323975" y="1304925"/>
                </a:lnTo>
                <a:lnTo>
                  <a:pt x="1343025" y="1304925"/>
                </a:lnTo>
                <a:lnTo>
                  <a:pt x="1343025" y="1314450"/>
                </a:lnTo>
                <a:lnTo>
                  <a:pt x="1362075" y="1314450"/>
                </a:lnTo>
                <a:lnTo>
                  <a:pt x="1362075" y="1323975"/>
                </a:lnTo>
                <a:lnTo>
                  <a:pt x="1352550" y="1323975"/>
                </a:lnTo>
                <a:lnTo>
                  <a:pt x="1352550" y="1352550"/>
                </a:lnTo>
                <a:lnTo>
                  <a:pt x="1362075" y="1352550"/>
                </a:lnTo>
                <a:lnTo>
                  <a:pt x="1362075" y="1343025"/>
                </a:lnTo>
                <a:lnTo>
                  <a:pt x="1381125" y="1343025"/>
                </a:lnTo>
                <a:lnTo>
                  <a:pt x="1381125" y="1362075"/>
                </a:lnTo>
                <a:lnTo>
                  <a:pt x="1362075" y="1362075"/>
                </a:lnTo>
                <a:lnTo>
                  <a:pt x="1362075" y="1371600"/>
                </a:lnTo>
                <a:lnTo>
                  <a:pt x="1333500" y="1371600"/>
                </a:lnTo>
                <a:lnTo>
                  <a:pt x="1333500" y="1362075"/>
                </a:lnTo>
                <a:lnTo>
                  <a:pt x="1323975" y="1362075"/>
                </a:lnTo>
                <a:lnTo>
                  <a:pt x="1323975" y="1371600"/>
                </a:lnTo>
                <a:lnTo>
                  <a:pt x="1314450" y="1371600"/>
                </a:lnTo>
                <a:lnTo>
                  <a:pt x="1314450" y="1381125"/>
                </a:lnTo>
                <a:lnTo>
                  <a:pt x="1285875" y="1381125"/>
                </a:lnTo>
                <a:lnTo>
                  <a:pt x="1285875" y="1333500"/>
                </a:lnTo>
                <a:lnTo>
                  <a:pt x="1276350" y="1333500"/>
                </a:lnTo>
                <a:lnTo>
                  <a:pt x="1276350" y="1314450"/>
                </a:lnTo>
                <a:lnTo>
                  <a:pt x="1266825" y="1314450"/>
                </a:lnTo>
                <a:lnTo>
                  <a:pt x="1266825" y="1304925"/>
                </a:lnTo>
                <a:lnTo>
                  <a:pt x="1247775" y="1304925"/>
                </a:lnTo>
                <a:lnTo>
                  <a:pt x="1247775" y="1295400"/>
                </a:lnTo>
                <a:lnTo>
                  <a:pt x="1238250" y="1295400"/>
                </a:lnTo>
                <a:close/>
                <a:moveTo>
                  <a:pt x="685800" y="1295400"/>
                </a:moveTo>
                <a:lnTo>
                  <a:pt x="695325" y="1295400"/>
                </a:lnTo>
                <a:lnTo>
                  <a:pt x="695325" y="1304925"/>
                </a:lnTo>
                <a:lnTo>
                  <a:pt x="704850" y="1304925"/>
                </a:lnTo>
                <a:lnTo>
                  <a:pt x="704850" y="1323975"/>
                </a:lnTo>
                <a:lnTo>
                  <a:pt x="695325" y="1323975"/>
                </a:lnTo>
                <a:lnTo>
                  <a:pt x="695325" y="1314450"/>
                </a:lnTo>
                <a:lnTo>
                  <a:pt x="685800" y="1314450"/>
                </a:lnTo>
                <a:close/>
                <a:moveTo>
                  <a:pt x="847725" y="1304925"/>
                </a:moveTo>
                <a:lnTo>
                  <a:pt x="866775" y="1304925"/>
                </a:lnTo>
                <a:lnTo>
                  <a:pt x="866775" y="1323975"/>
                </a:lnTo>
                <a:lnTo>
                  <a:pt x="857250" y="1323975"/>
                </a:lnTo>
                <a:lnTo>
                  <a:pt x="857250" y="1333500"/>
                </a:lnTo>
                <a:lnTo>
                  <a:pt x="847725" y="1333500"/>
                </a:lnTo>
                <a:close/>
                <a:moveTo>
                  <a:pt x="1190625" y="1304925"/>
                </a:moveTo>
                <a:lnTo>
                  <a:pt x="1200150" y="1304925"/>
                </a:lnTo>
                <a:lnTo>
                  <a:pt x="1200150" y="1314450"/>
                </a:lnTo>
                <a:lnTo>
                  <a:pt x="1190625" y="1314450"/>
                </a:lnTo>
                <a:close/>
                <a:moveTo>
                  <a:pt x="504825" y="1314450"/>
                </a:moveTo>
                <a:lnTo>
                  <a:pt x="523875" y="1314450"/>
                </a:lnTo>
                <a:lnTo>
                  <a:pt x="523875" y="1333500"/>
                </a:lnTo>
                <a:lnTo>
                  <a:pt x="542925" y="1333500"/>
                </a:lnTo>
                <a:lnTo>
                  <a:pt x="542925" y="1343025"/>
                </a:lnTo>
                <a:lnTo>
                  <a:pt x="552450" y="1343025"/>
                </a:lnTo>
                <a:lnTo>
                  <a:pt x="552450" y="1362075"/>
                </a:lnTo>
                <a:lnTo>
                  <a:pt x="571500" y="1362075"/>
                </a:lnTo>
                <a:lnTo>
                  <a:pt x="571500" y="1352550"/>
                </a:lnTo>
                <a:lnTo>
                  <a:pt x="590550" y="1352550"/>
                </a:lnTo>
                <a:lnTo>
                  <a:pt x="590550" y="1343025"/>
                </a:lnTo>
                <a:lnTo>
                  <a:pt x="600075" y="1343025"/>
                </a:lnTo>
                <a:lnTo>
                  <a:pt x="600075" y="1352550"/>
                </a:lnTo>
                <a:lnTo>
                  <a:pt x="619125" y="1352550"/>
                </a:lnTo>
                <a:lnTo>
                  <a:pt x="619125" y="1362075"/>
                </a:lnTo>
                <a:lnTo>
                  <a:pt x="628650" y="1362075"/>
                </a:lnTo>
                <a:lnTo>
                  <a:pt x="628650" y="1371600"/>
                </a:lnTo>
                <a:lnTo>
                  <a:pt x="638175" y="1371600"/>
                </a:lnTo>
                <a:lnTo>
                  <a:pt x="638175" y="1381125"/>
                </a:lnTo>
                <a:lnTo>
                  <a:pt x="628650" y="1381125"/>
                </a:lnTo>
                <a:lnTo>
                  <a:pt x="628650" y="1390650"/>
                </a:lnTo>
                <a:lnTo>
                  <a:pt x="619125" y="1390650"/>
                </a:lnTo>
                <a:lnTo>
                  <a:pt x="619125" y="1381125"/>
                </a:lnTo>
                <a:lnTo>
                  <a:pt x="600075" y="1381125"/>
                </a:lnTo>
                <a:lnTo>
                  <a:pt x="600075" y="1371600"/>
                </a:lnTo>
                <a:lnTo>
                  <a:pt x="581025" y="1371600"/>
                </a:lnTo>
                <a:lnTo>
                  <a:pt x="581025" y="1381125"/>
                </a:lnTo>
                <a:lnTo>
                  <a:pt x="571500" y="1381125"/>
                </a:lnTo>
                <a:lnTo>
                  <a:pt x="571500" y="1390650"/>
                </a:lnTo>
                <a:lnTo>
                  <a:pt x="581025" y="1390650"/>
                </a:lnTo>
                <a:lnTo>
                  <a:pt x="581025" y="1409700"/>
                </a:lnTo>
                <a:lnTo>
                  <a:pt x="571500" y="1409700"/>
                </a:lnTo>
                <a:lnTo>
                  <a:pt x="571500" y="1400175"/>
                </a:lnTo>
                <a:lnTo>
                  <a:pt x="561975" y="1400175"/>
                </a:lnTo>
                <a:lnTo>
                  <a:pt x="561975" y="1409700"/>
                </a:lnTo>
                <a:lnTo>
                  <a:pt x="552450" y="1409700"/>
                </a:lnTo>
                <a:lnTo>
                  <a:pt x="552450" y="1400175"/>
                </a:lnTo>
                <a:lnTo>
                  <a:pt x="542925" y="1400175"/>
                </a:lnTo>
                <a:lnTo>
                  <a:pt x="542925" y="1381125"/>
                </a:lnTo>
                <a:lnTo>
                  <a:pt x="552450" y="1381125"/>
                </a:lnTo>
                <a:lnTo>
                  <a:pt x="552450" y="1371600"/>
                </a:lnTo>
                <a:lnTo>
                  <a:pt x="542925" y="1371600"/>
                </a:lnTo>
                <a:lnTo>
                  <a:pt x="542925" y="1352550"/>
                </a:lnTo>
                <a:lnTo>
                  <a:pt x="523875" y="1352550"/>
                </a:lnTo>
                <a:lnTo>
                  <a:pt x="523875" y="1343025"/>
                </a:lnTo>
                <a:lnTo>
                  <a:pt x="514350" y="1343025"/>
                </a:lnTo>
                <a:lnTo>
                  <a:pt x="514350" y="1333500"/>
                </a:lnTo>
                <a:lnTo>
                  <a:pt x="504825" y="1333500"/>
                </a:lnTo>
                <a:close/>
                <a:moveTo>
                  <a:pt x="1619250" y="1314450"/>
                </a:moveTo>
                <a:lnTo>
                  <a:pt x="1628775" y="1314450"/>
                </a:lnTo>
                <a:lnTo>
                  <a:pt x="1628775" y="1323975"/>
                </a:lnTo>
                <a:lnTo>
                  <a:pt x="1619250" y="1323975"/>
                </a:lnTo>
                <a:close/>
                <a:moveTo>
                  <a:pt x="400050" y="1323975"/>
                </a:moveTo>
                <a:lnTo>
                  <a:pt x="428625" y="1323975"/>
                </a:lnTo>
                <a:lnTo>
                  <a:pt x="428625" y="1333500"/>
                </a:lnTo>
                <a:lnTo>
                  <a:pt x="400050" y="1333500"/>
                </a:lnTo>
                <a:close/>
                <a:moveTo>
                  <a:pt x="1038225" y="1323975"/>
                </a:moveTo>
                <a:lnTo>
                  <a:pt x="1047750" y="1323975"/>
                </a:lnTo>
                <a:lnTo>
                  <a:pt x="1047750" y="1343025"/>
                </a:lnTo>
                <a:lnTo>
                  <a:pt x="1038225" y="1343025"/>
                </a:lnTo>
                <a:close/>
                <a:moveTo>
                  <a:pt x="352425" y="1333500"/>
                </a:moveTo>
                <a:lnTo>
                  <a:pt x="361950" y="1333500"/>
                </a:lnTo>
                <a:lnTo>
                  <a:pt x="361950" y="1343025"/>
                </a:lnTo>
                <a:lnTo>
                  <a:pt x="381000" y="1343025"/>
                </a:lnTo>
                <a:lnTo>
                  <a:pt x="381000" y="1371600"/>
                </a:lnTo>
                <a:lnTo>
                  <a:pt x="361950" y="1371600"/>
                </a:lnTo>
                <a:lnTo>
                  <a:pt x="361950" y="1362075"/>
                </a:lnTo>
                <a:lnTo>
                  <a:pt x="352425" y="1362075"/>
                </a:lnTo>
                <a:close/>
                <a:moveTo>
                  <a:pt x="428625" y="1333500"/>
                </a:moveTo>
                <a:lnTo>
                  <a:pt x="438150" y="1333500"/>
                </a:lnTo>
                <a:lnTo>
                  <a:pt x="438150" y="1343025"/>
                </a:lnTo>
                <a:lnTo>
                  <a:pt x="428625" y="1343025"/>
                </a:lnTo>
                <a:close/>
                <a:moveTo>
                  <a:pt x="723900" y="1333500"/>
                </a:moveTo>
                <a:lnTo>
                  <a:pt x="742950" y="1333500"/>
                </a:lnTo>
                <a:lnTo>
                  <a:pt x="742950" y="1381125"/>
                </a:lnTo>
                <a:lnTo>
                  <a:pt x="733425" y="1381125"/>
                </a:lnTo>
                <a:lnTo>
                  <a:pt x="733425" y="1390650"/>
                </a:lnTo>
                <a:lnTo>
                  <a:pt x="723900" y="1390650"/>
                </a:lnTo>
                <a:lnTo>
                  <a:pt x="723900" y="1381125"/>
                </a:lnTo>
                <a:lnTo>
                  <a:pt x="714375" y="1381125"/>
                </a:lnTo>
                <a:lnTo>
                  <a:pt x="714375" y="1371600"/>
                </a:lnTo>
                <a:lnTo>
                  <a:pt x="704850" y="1371600"/>
                </a:lnTo>
                <a:lnTo>
                  <a:pt x="704850" y="1352550"/>
                </a:lnTo>
                <a:lnTo>
                  <a:pt x="714375" y="1352550"/>
                </a:lnTo>
                <a:lnTo>
                  <a:pt x="714375" y="1343025"/>
                </a:lnTo>
                <a:lnTo>
                  <a:pt x="723900" y="1343025"/>
                </a:lnTo>
                <a:close/>
                <a:moveTo>
                  <a:pt x="781050" y="1333500"/>
                </a:moveTo>
                <a:lnTo>
                  <a:pt x="790575" y="1333500"/>
                </a:lnTo>
                <a:lnTo>
                  <a:pt x="790575" y="1343025"/>
                </a:lnTo>
                <a:lnTo>
                  <a:pt x="819150" y="1343025"/>
                </a:lnTo>
                <a:lnTo>
                  <a:pt x="819150" y="1333500"/>
                </a:lnTo>
                <a:lnTo>
                  <a:pt x="847725" y="1333500"/>
                </a:lnTo>
                <a:lnTo>
                  <a:pt x="847725" y="1343025"/>
                </a:lnTo>
                <a:lnTo>
                  <a:pt x="857250" y="1343025"/>
                </a:lnTo>
                <a:lnTo>
                  <a:pt x="857250" y="1352550"/>
                </a:lnTo>
                <a:lnTo>
                  <a:pt x="819150" y="1352550"/>
                </a:lnTo>
                <a:lnTo>
                  <a:pt x="819150" y="1371600"/>
                </a:lnTo>
                <a:lnTo>
                  <a:pt x="800100" y="1371600"/>
                </a:lnTo>
                <a:lnTo>
                  <a:pt x="800100" y="1362075"/>
                </a:lnTo>
                <a:lnTo>
                  <a:pt x="790575" y="1362075"/>
                </a:lnTo>
                <a:lnTo>
                  <a:pt x="790575" y="1352550"/>
                </a:lnTo>
                <a:lnTo>
                  <a:pt x="781050" y="1352550"/>
                </a:lnTo>
                <a:close/>
                <a:moveTo>
                  <a:pt x="885825" y="1333500"/>
                </a:moveTo>
                <a:lnTo>
                  <a:pt x="904875" y="1333500"/>
                </a:lnTo>
                <a:lnTo>
                  <a:pt x="904875" y="1343025"/>
                </a:lnTo>
                <a:lnTo>
                  <a:pt x="933450" y="1343025"/>
                </a:lnTo>
                <a:lnTo>
                  <a:pt x="933450" y="1362075"/>
                </a:lnTo>
                <a:lnTo>
                  <a:pt x="914400" y="1362075"/>
                </a:lnTo>
                <a:lnTo>
                  <a:pt x="914400" y="1381125"/>
                </a:lnTo>
                <a:lnTo>
                  <a:pt x="933450" y="1381125"/>
                </a:lnTo>
                <a:lnTo>
                  <a:pt x="933450" y="1390650"/>
                </a:lnTo>
                <a:lnTo>
                  <a:pt x="923925" y="1390650"/>
                </a:lnTo>
                <a:lnTo>
                  <a:pt x="923925" y="1400175"/>
                </a:lnTo>
                <a:lnTo>
                  <a:pt x="933450" y="1400175"/>
                </a:lnTo>
                <a:lnTo>
                  <a:pt x="933450" y="1409700"/>
                </a:lnTo>
                <a:lnTo>
                  <a:pt x="904875" y="1409700"/>
                </a:lnTo>
                <a:lnTo>
                  <a:pt x="904875" y="1428750"/>
                </a:lnTo>
                <a:lnTo>
                  <a:pt x="914400" y="1428750"/>
                </a:lnTo>
                <a:lnTo>
                  <a:pt x="914400" y="1447800"/>
                </a:lnTo>
                <a:lnTo>
                  <a:pt x="923925" y="1447800"/>
                </a:lnTo>
                <a:lnTo>
                  <a:pt x="923925" y="1485900"/>
                </a:lnTo>
                <a:lnTo>
                  <a:pt x="904875" y="1485900"/>
                </a:lnTo>
                <a:lnTo>
                  <a:pt x="904875" y="1495425"/>
                </a:lnTo>
                <a:lnTo>
                  <a:pt x="866775" y="1495425"/>
                </a:lnTo>
                <a:lnTo>
                  <a:pt x="866775" y="1476375"/>
                </a:lnTo>
                <a:lnTo>
                  <a:pt x="876300" y="1476375"/>
                </a:lnTo>
                <a:lnTo>
                  <a:pt x="876300" y="1485900"/>
                </a:lnTo>
                <a:lnTo>
                  <a:pt x="885825" y="1485900"/>
                </a:lnTo>
                <a:lnTo>
                  <a:pt x="885825" y="1476375"/>
                </a:lnTo>
                <a:lnTo>
                  <a:pt x="895350" y="1476375"/>
                </a:lnTo>
                <a:lnTo>
                  <a:pt x="895350" y="1466850"/>
                </a:lnTo>
                <a:lnTo>
                  <a:pt x="885825" y="1466850"/>
                </a:lnTo>
                <a:lnTo>
                  <a:pt x="885825" y="1457325"/>
                </a:lnTo>
                <a:lnTo>
                  <a:pt x="866775" y="1457325"/>
                </a:lnTo>
                <a:lnTo>
                  <a:pt x="866775" y="1466850"/>
                </a:lnTo>
                <a:lnTo>
                  <a:pt x="857250" y="1466850"/>
                </a:lnTo>
                <a:lnTo>
                  <a:pt x="857250" y="1476375"/>
                </a:lnTo>
                <a:lnTo>
                  <a:pt x="838200" y="1476375"/>
                </a:lnTo>
                <a:lnTo>
                  <a:pt x="838200" y="1495425"/>
                </a:lnTo>
                <a:lnTo>
                  <a:pt x="828675" y="1495425"/>
                </a:lnTo>
                <a:lnTo>
                  <a:pt x="828675" y="1504950"/>
                </a:lnTo>
                <a:lnTo>
                  <a:pt x="752475" y="1504950"/>
                </a:lnTo>
                <a:lnTo>
                  <a:pt x="752475" y="1495425"/>
                </a:lnTo>
                <a:lnTo>
                  <a:pt x="762000" y="1495425"/>
                </a:lnTo>
                <a:lnTo>
                  <a:pt x="762000" y="1476375"/>
                </a:lnTo>
                <a:lnTo>
                  <a:pt x="733425" y="1476375"/>
                </a:lnTo>
                <a:lnTo>
                  <a:pt x="733425" y="1466850"/>
                </a:lnTo>
                <a:lnTo>
                  <a:pt x="714375" y="1466850"/>
                </a:lnTo>
                <a:lnTo>
                  <a:pt x="714375" y="1438275"/>
                </a:lnTo>
                <a:lnTo>
                  <a:pt x="723900" y="1438275"/>
                </a:lnTo>
                <a:lnTo>
                  <a:pt x="723900" y="1428750"/>
                </a:lnTo>
                <a:lnTo>
                  <a:pt x="733425" y="1428750"/>
                </a:lnTo>
                <a:lnTo>
                  <a:pt x="733425" y="1438275"/>
                </a:lnTo>
                <a:lnTo>
                  <a:pt x="742950" y="1438275"/>
                </a:lnTo>
                <a:lnTo>
                  <a:pt x="742950" y="1447800"/>
                </a:lnTo>
                <a:lnTo>
                  <a:pt x="752475" y="1447800"/>
                </a:lnTo>
                <a:lnTo>
                  <a:pt x="752475" y="1457325"/>
                </a:lnTo>
                <a:lnTo>
                  <a:pt x="762000" y="1457325"/>
                </a:lnTo>
                <a:lnTo>
                  <a:pt x="762000" y="1466850"/>
                </a:lnTo>
                <a:lnTo>
                  <a:pt x="771525" y="1466850"/>
                </a:lnTo>
                <a:lnTo>
                  <a:pt x="771525" y="1476375"/>
                </a:lnTo>
                <a:lnTo>
                  <a:pt x="781050" y="1476375"/>
                </a:lnTo>
                <a:lnTo>
                  <a:pt x="781050" y="1485900"/>
                </a:lnTo>
                <a:lnTo>
                  <a:pt x="800100" y="1485900"/>
                </a:lnTo>
                <a:lnTo>
                  <a:pt x="800100" y="1476375"/>
                </a:lnTo>
                <a:lnTo>
                  <a:pt x="809625" y="1476375"/>
                </a:lnTo>
                <a:lnTo>
                  <a:pt x="809625" y="1466850"/>
                </a:lnTo>
                <a:lnTo>
                  <a:pt x="819150" y="1466850"/>
                </a:lnTo>
                <a:lnTo>
                  <a:pt x="819150" y="1457325"/>
                </a:lnTo>
                <a:lnTo>
                  <a:pt x="809625" y="1457325"/>
                </a:lnTo>
                <a:lnTo>
                  <a:pt x="809625" y="1447800"/>
                </a:lnTo>
                <a:lnTo>
                  <a:pt x="800100" y="1447800"/>
                </a:lnTo>
                <a:lnTo>
                  <a:pt x="800100" y="1457325"/>
                </a:lnTo>
                <a:lnTo>
                  <a:pt x="790575" y="1457325"/>
                </a:lnTo>
                <a:lnTo>
                  <a:pt x="790575" y="1447800"/>
                </a:lnTo>
                <a:lnTo>
                  <a:pt x="771525" y="1447800"/>
                </a:lnTo>
                <a:lnTo>
                  <a:pt x="771525" y="1438275"/>
                </a:lnTo>
                <a:lnTo>
                  <a:pt x="790575" y="1438275"/>
                </a:lnTo>
                <a:lnTo>
                  <a:pt x="790575" y="1428750"/>
                </a:lnTo>
                <a:lnTo>
                  <a:pt x="800100" y="1428750"/>
                </a:lnTo>
                <a:lnTo>
                  <a:pt x="800100" y="1419225"/>
                </a:lnTo>
                <a:lnTo>
                  <a:pt x="809625" y="1419225"/>
                </a:lnTo>
                <a:lnTo>
                  <a:pt x="809625" y="1409700"/>
                </a:lnTo>
                <a:lnTo>
                  <a:pt x="819150" y="1409700"/>
                </a:lnTo>
                <a:lnTo>
                  <a:pt x="819150" y="1390650"/>
                </a:lnTo>
                <a:lnTo>
                  <a:pt x="828675" y="1390650"/>
                </a:lnTo>
                <a:lnTo>
                  <a:pt x="828675" y="1381125"/>
                </a:lnTo>
                <a:lnTo>
                  <a:pt x="838200" y="1381125"/>
                </a:lnTo>
                <a:lnTo>
                  <a:pt x="838200" y="1371600"/>
                </a:lnTo>
                <a:lnTo>
                  <a:pt x="847725" y="1371600"/>
                </a:lnTo>
                <a:lnTo>
                  <a:pt x="847725" y="1381125"/>
                </a:lnTo>
                <a:lnTo>
                  <a:pt x="857250" y="1381125"/>
                </a:lnTo>
                <a:lnTo>
                  <a:pt x="857250" y="1390650"/>
                </a:lnTo>
                <a:lnTo>
                  <a:pt x="866775" y="1390650"/>
                </a:lnTo>
                <a:lnTo>
                  <a:pt x="866775" y="1381125"/>
                </a:lnTo>
                <a:lnTo>
                  <a:pt x="876300" y="1381125"/>
                </a:lnTo>
                <a:lnTo>
                  <a:pt x="876300" y="1371600"/>
                </a:lnTo>
                <a:lnTo>
                  <a:pt x="895350" y="1371600"/>
                </a:lnTo>
                <a:lnTo>
                  <a:pt x="895350" y="1352550"/>
                </a:lnTo>
                <a:lnTo>
                  <a:pt x="885825" y="1352550"/>
                </a:lnTo>
                <a:close/>
                <a:moveTo>
                  <a:pt x="1000125" y="1333500"/>
                </a:moveTo>
                <a:lnTo>
                  <a:pt x="1009650" y="1333500"/>
                </a:lnTo>
                <a:lnTo>
                  <a:pt x="1009650" y="1419225"/>
                </a:lnTo>
                <a:lnTo>
                  <a:pt x="1000125" y="1419225"/>
                </a:lnTo>
                <a:close/>
                <a:moveTo>
                  <a:pt x="1019175" y="1333500"/>
                </a:moveTo>
                <a:lnTo>
                  <a:pt x="1028700" y="1333500"/>
                </a:lnTo>
                <a:lnTo>
                  <a:pt x="1028700" y="1352550"/>
                </a:lnTo>
                <a:lnTo>
                  <a:pt x="1019175" y="1352550"/>
                </a:lnTo>
                <a:close/>
                <a:moveTo>
                  <a:pt x="1476375" y="1333500"/>
                </a:moveTo>
                <a:lnTo>
                  <a:pt x="1485900" y="1333500"/>
                </a:lnTo>
                <a:lnTo>
                  <a:pt x="1485900" y="1343025"/>
                </a:lnTo>
                <a:lnTo>
                  <a:pt x="1504950" y="1343025"/>
                </a:lnTo>
                <a:lnTo>
                  <a:pt x="1504950" y="1333500"/>
                </a:lnTo>
                <a:lnTo>
                  <a:pt x="1514475" y="1333500"/>
                </a:lnTo>
                <a:lnTo>
                  <a:pt x="1514475" y="1314450"/>
                </a:lnTo>
                <a:lnTo>
                  <a:pt x="1476375" y="1314450"/>
                </a:lnTo>
                <a:close/>
                <a:moveTo>
                  <a:pt x="276225" y="1343025"/>
                </a:moveTo>
                <a:lnTo>
                  <a:pt x="285750" y="1343025"/>
                </a:lnTo>
                <a:lnTo>
                  <a:pt x="285750" y="1352550"/>
                </a:lnTo>
                <a:lnTo>
                  <a:pt x="276225" y="1352550"/>
                </a:lnTo>
                <a:close/>
                <a:moveTo>
                  <a:pt x="323850" y="1343025"/>
                </a:moveTo>
                <a:lnTo>
                  <a:pt x="333375" y="1343025"/>
                </a:lnTo>
                <a:lnTo>
                  <a:pt x="333375" y="1352550"/>
                </a:lnTo>
                <a:lnTo>
                  <a:pt x="323850" y="1352550"/>
                </a:lnTo>
                <a:close/>
                <a:moveTo>
                  <a:pt x="438150" y="1343025"/>
                </a:moveTo>
                <a:lnTo>
                  <a:pt x="466725" y="1343025"/>
                </a:lnTo>
                <a:lnTo>
                  <a:pt x="466725" y="1352550"/>
                </a:lnTo>
                <a:lnTo>
                  <a:pt x="476250" y="1352550"/>
                </a:lnTo>
                <a:lnTo>
                  <a:pt x="476250" y="1362075"/>
                </a:lnTo>
                <a:lnTo>
                  <a:pt x="485775" y="1362075"/>
                </a:lnTo>
                <a:lnTo>
                  <a:pt x="485775" y="1371600"/>
                </a:lnTo>
                <a:lnTo>
                  <a:pt x="457200" y="1371600"/>
                </a:lnTo>
                <a:lnTo>
                  <a:pt x="457200" y="1362075"/>
                </a:lnTo>
                <a:lnTo>
                  <a:pt x="447675" y="1362075"/>
                </a:lnTo>
                <a:lnTo>
                  <a:pt x="447675" y="1352550"/>
                </a:lnTo>
                <a:lnTo>
                  <a:pt x="438150" y="1352550"/>
                </a:lnTo>
                <a:close/>
                <a:moveTo>
                  <a:pt x="647700" y="1362075"/>
                </a:moveTo>
                <a:lnTo>
                  <a:pt x="666750" y="1362075"/>
                </a:lnTo>
                <a:lnTo>
                  <a:pt x="666750" y="1371600"/>
                </a:lnTo>
                <a:lnTo>
                  <a:pt x="647700" y="1371600"/>
                </a:lnTo>
                <a:close/>
                <a:moveTo>
                  <a:pt x="1209675" y="1362075"/>
                </a:moveTo>
                <a:lnTo>
                  <a:pt x="1219200" y="1362075"/>
                </a:lnTo>
                <a:lnTo>
                  <a:pt x="1219200" y="1371600"/>
                </a:lnTo>
                <a:lnTo>
                  <a:pt x="1228725" y="1371600"/>
                </a:lnTo>
                <a:lnTo>
                  <a:pt x="1228725" y="1400175"/>
                </a:lnTo>
                <a:lnTo>
                  <a:pt x="1200150" y="1400175"/>
                </a:lnTo>
                <a:lnTo>
                  <a:pt x="1200150" y="1381125"/>
                </a:lnTo>
                <a:lnTo>
                  <a:pt x="1209675" y="1381125"/>
                </a:lnTo>
                <a:close/>
                <a:moveTo>
                  <a:pt x="285750" y="1371600"/>
                </a:moveTo>
                <a:lnTo>
                  <a:pt x="295275" y="1371600"/>
                </a:lnTo>
                <a:lnTo>
                  <a:pt x="295275" y="1381125"/>
                </a:lnTo>
                <a:lnTo>
                  <a:pt x="304800" y="1381125"/>
                </a:lnTo>
                <a:lnTo>
                  <a:pt x="304800" y="1371600"/>
                </a:lnTo>
                <a:lnTo>
                  <a:pt x="314325" y="1371600"/>
                </a:lnTo>
                <a:lnTo>
                  <a:pt x="314325" y="1381125"/>
                </a:lnTo>
                <a:lnTo>
                  <a:pt x="323850" y="1381125"/>
                </a:lnTo>
                <a:lnTo>
                  <a:pt x="323850" y="1400175"/>
                </a:lnTo>
                <a:lnTo>
                  <a:pt x="295275" y="1400175"/>
                </a:lnTo>
                <a:lnTo>
                  <a:pt x="295275" y="1409700"/>
                </a:lnTo>
                <a:lnTo>
                  <a:pt x="285750" y="1409700"/>
                </a:lnTo>
                <a:close/>
                <a:moveTo>
                  <a:pt x="1266825" y="1371600"/>
                </a:moveTo>
                <a:lnTo>
                  <a:pt x="1276350" y="1371600"/>
                </a:lnTo>
                <a:lnTo>
                  <a:pt x="1276350" y="1390650"/>
                </a:lnTo>
                <a:lnTo>
                  <a:pt x="1295400" y="1390650"/>
                </a:lnTo>
                <a:lnTo>
                  <a:pt x="1295400" y="1400175"/>
                </a:lnTo>
                <a:lnTo>
                  <a:pt x="1266825" y="1400175"/>
                </a:lnTo>
                <a:lnTo>
                  <a:pt x="1266825" y="1390650"/>
                </a:lnTo>
                <a:lnTo>
                  <a:pt x="1257300" y="1390650"/>
                </a:lnTo>
                <a:lnTo>
                  <a:pt x="1257300" y="1381125"/>
                </a:lnTo>
                <a:lnTo>
                  <a:pt x="1266825" y="1381125"/>
                </a:lnTo>
                <a:close/>
                <a:moveTo>
                  <a:pt x="390525" y="1381125"/>
                </a:moveTo>
                <a:lnTo>
                  <a:pt x="400050" y="1381125"/>
                </a:lnTo>
                <a:lnTo>
                  <a:pt x="400050" y="1390650"/>
                </a:lnTo>
                <a:lnTo>
                  <a:pt x="390525" y="1390650"/>
                </a:lnTo>
                <a:close/>
                <a:moveTo>
                  <a:pt x="771525" y="1381125"/>
                </a:moveTo>
                <a:lnTo>
                  <a:pt x="790575" y="1381125"/>
                </a:lnTo>
                <a:lnTo>
                  <a:pt x="790575" y="1400175"/>
                </a:lnTo>
                <a:lnTo>
                  <a:pt x="771525" y="1400175"/>
                </a:lnTo>
                <a:close/>
                <a:moveTo>
                  <a:pt x="1314450" y="1381125"/>
                </a:moveTo>
                <a:lnTo>
                  <a:pt x="1323975" y="1381125"/>
                </a:lnTo>
                <a:lnTo>
                  <a:pt x="1323975" y="1419225"/>
                </a:lnTo>
                <a:lnTo>
                  <a:pt x="1295400" y="1419225"/>
                </a:lnTo>
                <a:lnTo>
                  <a:pt x="1295400" y="1400175"/>
                </a:lnTo>
                <a:lnTo>
                  <a:pt x="1314450" y="1400175"/>
                </a:lnTo>
                <a:close/>
                <a:moveTo>
                  <a:pt x="1333500" y="1381125"/>
                </a:moveTo>
                <a:lnTo>
                  <a:pt x="1343025" y="1381125"/>
                </a:lnTo>
                <a:lnTo>
                  <a:pt x="1343025" y="1409700"/>
                </a:lnTo>
                <a:lnTo>
                  <a:pt x="1333500" y="1409700"/>
                </a:lnTo>
                <a:close/>
                <a:moveTo>
                  <a:pt x="1362075" y="1381125"/>
                </a:moveTo>
                <a:lnTo>
                  <a:pt x="1381125" y="1381125"/>
                </a:lnTo>
                <a:lnTo>
                  <a:pt x="1381125" y="1390650"/>
                </a:lnTo>
                <a:lnTo>
                  <a:pt x="1390650" y="1390650"/>
                </a:lnTo>
                <a:lnTo>
                  <a:pt x="1390650" y="1400175"/>
                </a:lnTo>
                <a:lnTo>
                  <a:pt x="1381125" y="1400175"/>
                </a:lnTo>
                <a:lnTo>
                  <a:pt x="1381125" y="1409700"/>
                </a:lnTo>
                <a:lnTo>
                  <a:pt x="1362075" y="1409700"/>
                </a:lnTo>
                <a:close/>
                <a:moveTo>
                  <a:pt x="400050" y="1390650"/>
                </a:moveTo>
                <a:lnTo>
                  <a:pt x="419100" y="1390650"/>
                </a:lnTo>
                <a:lnTo>
                  <a:pt x="419100" y="1400175"/>
                </a:lnTo>
                <a:lnTo>
                  <a:pt x="400050" y="1400175"/>
                </a:lnTo>
                <a:close/>
                <a:moveTo>
                  <a:pt x="1076325" y="1390650"/>
                </a:moveTo>
                <a:lnTo>
                  <a:pt x="1085850" y="1390650"/>
                </a:lnTo>
                <a:lnTo>
                  <a:pt x="1085850" y="1400175"/>
                </a:lnTo>
                <a:lnTo>
                  <a:pt x="1076325" y="1400175"/>
                </a:lnTo>
                <a:close/>
                <a:moveTo>
                  <a:pt x="466725" y="1400175"/>
                </a:moveTo>
                <a:lnTo>
                  <a:pt x="476250" y="1400175"/>
                </a:lnTo>
                <a:lnTo>
                  <a:pt x="476250" y="1419225"/>
                </a:lnTo>
                <a:lnTo>
                  <a:pt x="466725" y="1419225"/>
                </a:lnTo>
                <a:close/>
                <a:moveTo>
                  <a:pt x="590550" y="1400175"/>
                </a:moveTo>
                <a:lnTo>
                  <a:pt x="609600" y="1400175"/>
                </a:lnTo>
                <a:lnTo>
                  <a:pt x="609600" y="1409700"/>
                </a:lnTo>
                <a:lnTo>
                  <a:pt x="619125" y="1409700"/>
                </a:lnTo>
                <a:lnTo>
                  <a:pt x="619125" y="1419225"/>
                </a:lnTo>
                <a:lnTo>
                  <a:pt x="628650" y="1419225"/>
                </a:lnTo>
                <a:lnTo>
                  <a:pt x="628650" y="1428750"/>
                </a:lnTo>
                <a:lnTo>
                  <a:pt x="619125" y="1428750"/>
                </a:lnTo>
                <a:lnTo>
                  <a:pt x="619125" y="1438275"/>
                </a:lnTo>
                <a:lnTo>
                  <a:pt x="590550" y="1438275"/>
                </a:lnTo>
                <a:lnTo>
                  <a:pt x="590550" y="1419225"/>
                </a:lnTo>
                <a:lnTo>
                  <a:pt x="581025" y="1419225"/>
                </a:lnTo>
                <a:lnTo>
                  <a:pt x="581025" y="1409700"/>
                </a:lnTo>
                <a:lnTo>
                  <a:pt x="590550" y="1409700"/>
                </a:lnTo>
                <a:close/>
                <a:moveTo>
                  <a:pt x="1066800" y="1400175"/>
                </a:moveTo>
                <a:lnTo>
                  <a:pt x="1076325" y="1400175"/>
                </a:lnTo>
                <a:lnTo>
                  <a:pt x="1076325" y="1409700"/>
                </a:lnTo>
                <a:lnTo>
                  <a:pt x="1066800" y="1409700"/>
                </a:lnTo>
                <a:close/>
                <a:moveTo>
                  <a:pt x="1085850" y="1400175"/>
                </a:moveTo>
                <a:lnTo>
                  <a:pt x="1095375" y="1400175"/>
                </a:lnTo>
                <a:lnTo>
                  <a:pt x="1095375" y="1409700"/>
                </a:lnTo>
                <a:lnTo>
                  <a:pt x="1085850" y="1409700"/>
                </a:lnTo>
                <a:close/>
                <a:moveTo>
                  <a:pt x="1390650" y="1400175"/>
                </a:moveTo>
                <a:lnTo>
                  <a:pt x="1400175" y="1400175"/>
                </a:lnTo>
                <a:lnTo>
                  <a:pt x="1400175" y="1409700"/>
                </a:lnTo>
                <a:lnTo>
                  <a:pt x="1390650" y="1409700"/>
                </a:lnTo>
                <a:close/>
                <a:moveTo>
                  <a:pt x="1628775" y="1400175"/>
                </a:moveTo>
                <a:lnTo>
                  <a:pt x="1638300" y="1400175"/>
                </a:lnTo>
                <a:lnTo>
                  <a:pt x="1638300" y="1428750"/>
                </a:lnTo>
                <a:lnTo>
                  <a:pt x="1619250" y="1428750"/>
                </a:lnTo>
                <a:lnTo>
                  <a:pt x="1619250" y="1419225"/>
                </a:lnTo>
                <a:lnTo>
                  <a:pt x="1609725" y="1419225"/>
                </a:lnTo>
                <a:lnTo>
                  <a:pt x="1609725" y="1409700"/>
                </a:lnTo>
                <a:lnTo>
                  <a:pt x="1628775" y="1409700"/>
                </a:lnTo>
                <a:close/>
                <a:moveTo>
                  <a:pt x="352425" y="1409700"/>
                </a:moveTo>
                <a:lnTo>
                  <a:pt x="361950" y="1409700"/>
                </a:lnTo>
                <a:lnTo>
                  <a:pt x="361950" y="1419225"/>
                </a:lnTo>
                <a:lnTo>
                  <a:pt x="352425" y="1419225"/>
                </a:lnTo>
                <a:close/>
                <a:moveTo>
                  <a:pt x="1152525" y="1409700"/>
                </a:moveTo>
                <a:lnTo>
                  <a:pt x="1162050" y="1409700"/>
                </a:lnTo>
                <a:lnTo>
                  <a:pt x="1162050" y="1419225"/>
                </a:lnTo>
                <a:lnTo>
                  <a:pt x="1152525" y="1419225"/>
                </a:lnTo>
                <a:close/>
                <a:moveTo>
                  <a:pt x="1419225" y="1409700"/>
                </a:moveTo>
                <a:lnTo>
                  <a:pt x="1428750" y="1409700"/>
                </a:lnTo>
                <a:lnTo>
                  <a:pt x="1428750" y="1419225"/>
                </a:lnTo>
                <a:lnTo>
                  <a:pt x="1438275" y="1419225"/>
                </a:lnTo>
                <a:lnTo>
                  <a:pt x="1438275" y="1400175"/>
                </a:lnTo>
                <a:lnTo>
                  <a:pt x="1419225" y="1400175"/>
                </a:lnTo>
                <a:close/>
                <a:moveTo>
                  <a:pt x="1333500" y="1419225"/>
                </a:moveTo>
                <a:lnTo>
                  <a:pt x="1352550" y="1419225"/>
                </a:lnTo>
                <a:lnTo>
                  <a:pt x="1352550" y="1428750"/>
                </a:lnTo>
                <a:lnTo>
                  <a:pt x="1333500" y="1428750"/>
                </a:lnTo>
                <a:close/>
                <a:moveTo>
                  <a:pt x="352425" y="1428750"/>
                </a:moveTo>
                <a:lnTo>
                  <a:pt x="361950" y="1428750"/>
                </a:lnTo>
                <a:lnTo>
                  <a:pt x="361950" y="1438275"/>
                </a:lnTo>
                <a:lnTo>
                  <a:pt x="352425" y="1438275"/>
                </a:lnTo>
                <a:close/>
                <a:moveTo>
                  <a:pt x="828675" y="1428750"/>
                </a:moveTo>
                <a:lnTo>
                  <a:pt x="838200" y="1428750"/>
                </a:lnTo>
                <a:lnTo>
                  <a:pt x="838200" y="1409700"/>
                </a:lnTo>
                <a:lnTo>
                  <a:pt x="828675" y="1409700"/>
                </a:lnTo>
                <a:close/>
                <a:moveTo>
                  <a:pt x="1114425" y="1428750"/>
                </a:moveTo>
                <a:lnTo>
                  <a:pt x="1143000" y="1428750"/>
                </a:lnTo>
                <a:lnTo>
                  <a:pt x="1143000" y="1438275"/>
                </a:lnTo>
                <a:lnTo>
                  <a:pt x="1133475" y="1438275"/>
                </a:lnTo>
                <a:lnTo>
                  <a:pt x="1133475" y="1457325"/>
                </a:lnTo>
                <a:lnTo>
                  <a:pt x="1123950" y="1457325"/>
                </a:lnTo>
                <a:lnTo>
                  <a:pt x="1123950" y="1466850"/>
                </a:lnTo>
                <a:lnTo>
                  <a:pt x="1104900" y="1466850"/>
                </a:lnTo>
                <a:lnTo>
                  <a:pt x="1104900" y="1476375"/>
                </a:lnTo>
                <a:lnTo>
                  <a:pt x="1028700" y="1476375"/>
                </a:lnTo>
                <a:lnTo>
                  <a:pt x="1028700" y="1466850"/>
                </a:lnTo>
                <a:lnTo>
                  <a:pt x="1019175" y="1466850"/>
                </a:lnTo>
                <a:lnTo>
                  <a:pt x="1019175" y="1457325"/>
                </a:lnTo>
                <a:lnTo>
                  <a:pt x="1009650" y="1457325"/>
                </a:lnTo>
                <a:lnTo>
                  <a:pt x="1009650" y="1447800"/>
                </a:lnTo>
                <a:lnTo>
                  <a:pt x="1028700" y="1447800"/>
                </a:lnTo>
                <a:lnTo>
                  <a:pt x="1028700" y="1457325"/>
                </a:lnTo>
                <a:lnTo>
                  <a:pt x="1047750" y="1457325"/>
                </a:lnTo>
                <a:lnTo>
                  <a:pt x="1047750" y="1447800"/>
                </a:lnTo>
                <a:lnTo>
                  <a:pt x="1066800" y="1447800"/>
                </a:lnTo>
                <a:lnTo>
                  <a:pt x="1066800" y="1438275"/>
                </a:lnTo>
                <a:lnTo>
                  <a:pt x="1085850" y="1438275"/>
                </a:lnTo>
                <a:lnTo>
                  <a:pt x="1085850" y="1447800"/>
                </a:lnTo>
                <a:lnTo>
                  <a:pt x="1104900" y="1447800"/>
                </a:lnTo>
                <a:lnTo>
                  <a:pt x="1104900" y="1438275"/>
                </a:lnTo>
                <a:lnTo>
                  <a:pt x="1114425" y="1438275"/>
                </a:lnTo>
                <a:close/>
                <a:moveTo>
                  <a:pt x="1257300" y="1428750"/>
                </a:moveTo>
                <a:lnTo>
                  <a:pt x="1266825" y="1428750"/>
                </a:lnTo>
                <a:lnTo>
                  <a:pt x="1266825" y="1438275"/>
                </a:lnTo>
                <a:lnTo>
                  <a:pt x="1276350" y="1438275"/>
                </a:lnTo>
                <a:lnTo>
                  <a:pt x="1276350" y="1447800"/>
                </a:lnTo>
                <a:lnTo>
                  <a:pt x="1266825" y="1447800"/>
                </a:lnTo>
                <a:lnTo>
                  <a:pt x="1266825" y="1457325"/>
                </a:lnTo>
                <a:lnTo>
                  <a:pt x="1247775" y="1457325"/>
                </a:lnTo>
                <a:lnTo>
                  <a:pt x="1247775" y="1466850"/>
                </a:lnTo>
                <a:lnTo>
                  <a:pt x="1228725" y="1466850"/>
                </a:lnTo>
                <a:lnTo>
                  <a:pt x="1228725" y="1457325"/>
                </a:lnTo>
                <a:lnTo>
                  <a:pt x="1219200" y="1457325"/>
                </a:lnTo>
                <a:lnTo>
                  <a:pt x="1219200" y="1447800"/>
                </a:lnTo>
                <a:lnTo>
                  <a:pt x="1257300" y="1447800"/>
                </a:lnTo>
                <a:close/>
                <a:moveTo>
                  <a:pt x="1371600" y="1428750"/>
                </a:moveTo>
                <a:lnTo>
                  <a:pt x="1390650" y="1428750"/>
                </a:lnTo>
                <a:lnTo>
                  <a:pt x="1390650" y="1438275"/>
                </a:lnTo>
                <a:lnTo>
                  <a:pt x="1371600" y="1438275"/>
                </a:lnTo>
                <a:close/>
                <a:moveTo>
                  <a:pt x="542925" y="1438275"/>
                </a:moveTo>
                <a:lnTo>
                  <a:pt x="552450" y="1438275"/>
                </a:lnTo>
                <a:lnTo>
                  <a:pt x="552450" y="1447800"/>
                </a:lnTo>
                <a:lnTo>
                  <a:pt x="561975" y="1447800"/>
                </a:lnTo>
                <a:lnTo>
                  <a:pt x="561975" y="1476375"/>
                </a:lnTo>
                <a:lnTo>
                  <a:pt x="514350" y="1476375"/>
                </a:lnTo>
                <a:lnTo>
                  <a:pt x="514350" y="1457325"/>
                </a:lnTo>
                <a:lnTo>
                  <a:pt x="533400" y="1457325"/>
                </a:lnTo>
                <a:lnTo>
                  <a:pt x="533400" y="1447800"/>
                </a:lnTo>
                <a:lnTo>
                  <a:pt x="542925" y="1447800"/>
                </a:lnTo>
                <a:close/>
                <a:moveTo>
                  <a:pt x="1333500" y="1438275"/>
                </a:moveTo>
                <a:lnTo>
                  <a:pt x="1343025" y="1438275"/>
                </a:lnTo>
                <a:lnTo>
                  <a:pt x="1343025" y="1447800"/>
                </a:lnTo>
                <a:lnTo>
                  <a:pt x="1333500" y="1447800"/>
                </a:lnTo>
                <a:close/>
                <a:moveTo>
                  <a:pt x="352425" y="1447800"/>
                </a:moveTo>
                <a:lnTo>
                  <a:pt x="361950" y="1447800"/>
                </a:lnTo>
                <a:lnTo>
                  <a:pt x="361950" y="1457325"/>
                </a:lnTo>
                <a:lnTo>
                  <a:pt x="352425" y="1457325"/>
                </a:lnTo>
                <a:close/>
                <a:moveTo>
                  <a:pt x="409575" y="1447800"/>
                </a:moveTo>
                <a:lnTo>
                  <a:pt x="428625" y="1447800"/>
                </a:lnTo>
                <a:lnTo>
                  <a:pt x="428625" y="1457325"/>
                </a:lnTo>
                <a:lnTo>
                  <a:pt x="419100" y="1457325"/>
                </a:lnTo>
                <a:lnTo>
                  <a:pt x="419100" y="1476375"/>
                </a:lnTo>
                <a:lnTo>
                  <a:pt x="409575" y="1476375"/>
                </a:lnTo>
                <a:lnTo>
                  <a:pt x="409575" y="1495425"/>
                </a:lnTo>
                <a:lnTo>
                  <a:pt x="419100" y="1495425"/>
                </a:lnTo>
                <a:lnTo>
                  <a:pt x="419100" y="1514475"/>
                </a:lnTo>
                <a:lnTo>
                  <a:pt x="390525" y="1514475"/>
                </a:lnTo>
                <a:lnTo>
                  <a:pt x="390525" y="1504950"/>
                </a:lnTo>
                <a:lnTo>
                  <a:pt x="400050" y="1504950"/>
                </a:lnTo>
                <a:lnTo>
                  <a:pt x="400050" y="1495425"/>
                </a:lnTo>
                <a:lnTo>
                  <a:pt x="371475" y="1495425"/>
                </a:lnTo>
                <a:lnTo>
                  <a:pt x="371475" y="1485900"/>
                </a:lnTo>
                <a:lnTo>
                  <a:pt x="352425" y="1485900"/>
                </a:lnTo>
                <a:lnTo>
                  <a:pt x="352425" y="1495425"/>
                </a:lnTo>
                <a:lnTo>
                  <a:pt x="342900" y="1495425"/>
                </a:lnTo>
                <a:lnTo>
                  <a:pt x="342900" y="1504950"/>
                </a:lnTo>
                <a:lnTo>
                  <a:pt x="333375" y="1504950"/>
                </a:lnTo>
                <a:lnTo>
                  <a:pt x="333375" y="1514475"/>
                </a:lnTo>
                <a:lnTo>
                  <a:pt x="304800" y="1514475"/>
                </a:lnTo>
                <a:lnTo>
                  <a:pt x="304800" y="1524000"/>
                </a:lnTo>
                <a:lnTo>
                  <a:pt x="295275" y="1524000"/>
                </a:lnTo>
                <a:lnTo>
                  <a:pt x="295275" y="1514475"/>
                </a:lnTo>
                <a:lnTo>
                  <a:pt x="285750" y="1514475"/>
                </a:lnTo>
                <a:lnTo>
                  <a:pt x="285750" y="1457325"/>
                </a:lnTo>
                <a:lnTo>
                  <a:pt x="295275" y="1457325"/>
                </a:lnTo>
                <a:lnTo>
                  <a:pt x="295275" y="1466850"/>
                </a:lnTo>
                <a:lnTo>
                  <a:pt x="304800" y="1466850"/>
                </a:lnTo>
                <a:lnTo>
                  <a:pt x="304800" y="1457325"/>
                </a:lnTo>
                <a:lnTo>
                  <a:pt x="352425" y="1457325"/>
                </a:lnTo>
                <a:lnTo>
                  <a:pt x="352425" y="1476375"/>
                </a:lnTo>
                <a:lnTo>
                  <a:pt x="361950" y="1476375"/>
                </a:lnTo>
                <a:lnTo>
                  <a:pt x="361950" y="1457325"/>
                </a:lnTo>
                <a:lnTo>
                  <a:pt x="371475" y="1457325"/>
                </a:lnTo>
                <a:lnTo>
                  <a:pt x="371475" y="1466850"/>
                </a:lnTo>
                <a:lnTo>
                  <a:pt x="400050" y="1466850"/>
                </a:lnTo>
                <a:lnTo>
                  <a:pt x="400050" y="1457325"/>
                </a:lnTo>
                <a:lnTo>
                  <a:pt x="409575" y="1457325"/>
                </a:lnTo>
                <a:close/>
                <a:moveTo>
                  <a:pt x="457200" y="1447800"/>
                </a:moveTo>
                <a:lnTo>
                  <a:pt x="485775" y="1447800"/>
                </a:lnTo>
                <a:lnTo>
                  <a:pt x="485775" y="1457325"/>
                </a:lnTo>
                <a:lnTo>
                  <a:pt x="476250" y="1457325"/>
                </a:lnTo>
                <a:lnTo>
                  <a:pt x="476250" y="1466850"/>
                </a:lnTo>
                <a:lnTo>
                  <a:pt x="457200" y="1466850"/>
                </a:lnTo>
                <a:close/>
                <a:moveTo>
                  <a:pt x="1143000" y="1447800"/>
                </a:moveTo>
                <a:lnTo>
                  <a:pt x="1152525" y="1447800"/>
                </a:lnTo>
                <a:lnTo>
                  <a:pt x="1152525" y="1466850"/>
                </a:lnTo>
                <a:lnTo>
                  <a:pt x="1143000" y="1466850"/>
                </a:lnTo>
                <a:close/>
                <a:moveTo>
                  <a:pt x="1190625" y="1447800"/>
                </a:moveTo>
                <a:lnTo>
                  <a:pt x="1200150" y="1447800"/>
                </a:lnTo>
                <a:lnTo>
                  <a:pt x="1200150" y="1457325"/>
                </a:lnTo>
                <a:lnTo>
                  <a:pt x="1190625" y="1457325"/>
                </a:lnTo>
                <a:close/>
                <a:moveTo>
                  <a:pt x="438150" y="1457325"/>
                </a:moveTo>
                <a:lnTo>
                  <a:pt x="447675" y="1457325"/>
                </a:lnTo>
                <a:lnTo>
                  <a:pt x="447675" y="1466850"/>
                </a:lnTo>
                <a:lnTo>
                  <a:pt x="438150" y="1466850"/>
                </a:lnTo>
                <a:close/>
                <a:moveTo>
                  <a:pt x="590550" y="1457325"/>
                </a:moveTo>
                <a:lnTo>
                  <a:pt x="609600" y="1457325"/>
                </a:lnTo>
                <a:lnTo>
                  <a:pt x="609600" y="1466850"/>
                </a:lnTo>
                <a:lnTo>
                  <a:pt x="619125" y="1466850"/>
                </a:lnTo>
                <a:lnTo>
                  <a:pt x="619125" y="1485900"/>
                </a:lnTo>
                <a:lnTo>
                  <a:pt x="628650" y="1485900"/>
                </a:lnTo>
                <a:lnTo>
                  <a:pt x="628650" y="1495425"/>
                </a:lnTo>
                <a:lnTo>
                  <a:pt x="609600" y="1495425"/>
                </a:lnTo>
                <a:lnTo>
                  <a:pt x="609600" y="1485900"/>
                </a:lnTo>
                <a:lnTo>
                  <a:pt x="590550" y="1485900"/>
                </a:lnTo>
                <a:lnTo>
                  <a:pt x="590550" y="1476375"/>
                </a:lnTo>
                <a:lnTo>
                  <a:pt x="581025" y="1476375"/>
                </a:lnTo>
                <a:lnTo>
                  <a:pt x="581025" y="1466850"/>
                </a:lnTo>
                <a:lnTo>
                  <a:pt x="590550" y="1466850"/>
                </a:lnTo>
                <a:close/>
                <a:moveTo>
                  <a:pt x="209550" y="1495425"/>
                </a:moveTo>
                <a:lnTo>
                  <a:pt x="228600" y="1495425"/>
                </a:lnTo>
                <a:lnTo>
                  <a:pt x="228600" y="1514475"/>
                </a:lnTo>
                <a:lnTo>
                  <a:pt x="209550" y="1514475"/>
                </a:lnTo>
                <a:close/>
                <a:moveTo>
                  <a:pt x="447675" y="1495425"/>
                </a:moveTo>
                <a:lnTo>
                  <a:pt x="485775" y="1495425"/>
                </a:lnTo>
                <a:lnTo>
                  <a:pt x="485775" y="1524000"/>
                </a:lnTo>
                <a:lnTo>
                  <a:pt x="476250" y="1524000"/>
                </a:lnTo>
                <a:lnTo>
                  <a:pt x="476250" y="1533525"/>
                </a:lnTo>
                <a:lnTo>
                  <a:pt x="400050" y="1533525"/>
                </a:lnTo>
                <a:lnTo>
                  <a:pt x="400050" y="1543050"/>
                </a:lnTo>
                <a:lnTo>
                  <a:pt x="371475" y="1543050"/>
                </a:lnTo>
                <a:lnTo>
                  <a:pt x="371475" y="1533525"/>
                </a:lnTo>
                <a:lnTo>
                  <a:pt x="390525" y="1533525"/>
                </a:lnTo>
                <a:lnTo>
                  <a:pt x="390525" y="1524000"/>
                </a:lnTo>
                <a:lnTo>
                  <a:pt x="447675" y="1524000"/>
                </a:lnTo>
                <a:lnTo>
                  <a:pt x="447675" y="1514475"/>
                </a:lnTo>
                <a:lnTo>
                  <a:pt x="438150" y="1514475"/>
                </a:lnTo>
                <a:lnTo>
                  <a:pt x="438150" y="1504950"/>
                </a:lnTo>
                <a:lnTo>
                  <a:pt x="447675" y="1504950"/>
                </a:lnTo>
                <a:close/>
                <a:moveTo>
                  <a:pt x="695325" y="1495425"/>
                </a:moveTo>
                <a:lnTo>
                  <a:pt x="704850" y="1495425"/>
                </a:lnTo>
                <a:lnTo>
                  <a:pt x="704850" y="1504950"/>
                </a:lnTo>
                <a:lnTo>
                  <a:pt x="714375" y="1504950"/>
                </a:lnTo>
                <a:lnTo>
                  <a:pt x="714375" y="1495425"/>
                </a:lnTo>
                <a:lnTo>
                  <a:pt x="742950" y="1495425"/>
                </a:lnTo>
                <a:lnTo>
                  <a:pt x="742950" y="1504950"/>
                </a:lnTo>
                <a:lnTo>
                  <a:pt x="714375" y="1504950"/>
                </a:lnTo>
                <a:lnTo>
                  <a:pt x="714375" y="1514475"/>
                </a:lnTo>
                <a:lnTo>
                  <a:pt x="666750" y="1514475"/>
                </a:lnTo>
                <a:lnTo>
                  <a:pt x="666750" y="1504950"/>
                </a:lnTo>
                <a:lnTo>
                  <a:pt x="695325" y="1504950"/>
                </a:lnTo>
                <a:close/>
                <a:moveTo>
                  <a:pt x="1514475" y="1495425"/>
                </a:moveTo>
                <a:lnTo>
                  <a:pt x="1552575" y="1495425"/>
                </a:lnTo>
                <a:lnTo>
                  <a:pt x="1552575" y="1504950"/>
                </a:lnTo>
                <a:lnTo>
                  <a:pt x="1562100" y="1504950"/>
                </a:lnTo>
                <a:lnTo>
                  <a:pt x="1562100" y="1514475"/>
                </a:lnTo>
                <a:lnTo>
                  <a:pt x="1552575" y="1514475"/>
                </a:lnTo>
                <a:lnTo>
                  <a:pt x="1552575" y="1524000"/>
                </a:lnTo>
                <a:lnTo>
                  <a:pt x="1543050" y="1524000"/>
                </a:lnTo>
                <a:lnTo>
                  <a:pt x="1543050" y="1514475"/>
                </a:lnTo>
                <a:lnTo>
                  <a:pt x="1504950" y="1514475"/>
                </a:lnTo>
                <a:lnTo>
                  <a:pt x="1504950" y="1504950"/>
                </a:lnTo>
                <a:lnTo>
                  <a:pt x="1514475" y="1504950"/>
                </a:lnTo>
                <a:close/>
                <a:moveTo>
                  <a:pt x="619125" y="1504950"/>
                </a:moveTo>
                <a:lnTo>
                  <a:pt x="657225" y="1504950"/>
                </a:lnTo>
                <a:lnTo>
                  <a:pt x="657225" y="1514475"/>
                </a:lnTo>
                <a:lnTo>
                  <a:pt x="619125" y="1514475"/>
                </a:lnTo>
                <a:close/>
                <a:moveTo>
                  <a:pt x="1409700" y="1504950"/>
                </a:moveTo>
                <a:lnTo>
                  <a:pt x="1476375" y="1504950"/>
                </a:lnTo>
                <a:lnTo>
                  <a:pt x="1476375" y="1543050"/>
                </a:lnTo>
                <a:lnTo>
                  <a:pt x="1485900" y="1543050"/>
                </a:lnTo>
                <a:lnTo>
                  <a:pt x="1485900" y="1514475"/>
                </a:lnTo>
                <a:lnTo>
                  <a:pt x="1495425" y="1514475"/>
                </a:lnTo>
                <a:lnTo>
                  <a:pt x="1495425" y="1533525"/>
                </a:lnTo>
                <a:lnTo>
                  <a:pt x="1514475" y="1533525"/>
                </a:lnTo>
                <a:lnTo>
                  <a:pt x="1514475" y="1552575"/>
                </a:lnTo>
                <a:lnTo>
                  <a:pt x="1504950" y="1552575"/>
                </a:lnTo>
                <a:lnTo>
                  <a:pt x="1504950" y="1543050"/>
                </a:lnTo>
                <a:lnTo>
                  <a:pt x="1495425" y="1543050"/>
                </a:lnTo>
                <a:lnTo>
                  <a:pt x="1495425" y="1552575"/>
                </a:lnTo>
                <a:lnTo>
                  <a:pt x="1485900" y="1552575"/>
                </a:lnTo>
                <a:lnTo>
                  <a:pt x="1485900" y="1562100"/>
                </a:lnTo>
                <a:lnTo>
                  <a:pt x="1476375" y="1562100"/>
                </a:lnTo>
                <a:lnTo>
                  <a:pt x="1476375" y="1571625"/>
                </a:lnTo>
                <a:lnTo>
                  <a:pt x="1457325" y="1571625"/>
                </a:lnTo>
                <a:lnTo>
                  <a:pt x="1457325" y="1562100"/>
                </a:lnTo>
                <a:lnTo>
                  <a:pt x="1447800" y="1562100"/>
                </a:lnTo>
                <a:lnTo>
                  <a:pt x="1447800" y="1581150"/>
                </a:lnTo>
                <a:lnTo>
                  <a:pt x="1438275" y="1581150"/>
                </a:lnTo>
                <a:lnTo>
                  <a:pt x="1438275" y="1571625"/>
                </a:lnTo>
                <a:lnTo>
                  <a:pt x="1428750" y="1571625"/>
                </a:lnTo>
                <a:lnTo>
                  <a:pt x="1428750" y="1581150"/>
                </a:lnTo>
                <a:lnTo>
                  <a:pt x="1419225" y="1581150"/>
                </a:lnTo>
                <a:lnTo>
                  <a:pt x="1419225" y="1571625"/>
                </a:lnTo>
                <a:lnTo>
                  <a:pt x="1409700" y="1571625"/>
                </a:lnTo>
                <a:lnTo>
                  <a:pt x="1409700" y="1562100"/>
                </a:lnTo>
                <a:lnTo>
                  <a:pt x="1419225" y="1562100"/>
                </a:lnTo>
                <a:lnTo>
                  <a:pt x="1419225" y="1552575"/>
                </a:lnTo>
                <a:lnTo>
                  <a:pt x="1409700" y="1552575"/>
                </a:lnTo>
                <a:lnTo>
                  <a:pt x="1409700" y="1543050"/>
                </a:lnTo>
                <a:lnTo>
                  <a:pt x="1400175" y="1543050"/>
                </a:lnTo>
                <a:lnTo>
                  <a:pt x="1400175" y="1581150"/>
                </a:lnTo>
                <a:lnTo>
                  <a:pt x="1390650" y="1581150"/>
                </a:lnTo>
                <a:lnTo>
                  <a:pt x="1390650" y="1600200"/>
                </a:lnTo>
                <a:lnTo>
                  <a:pt x="1352550" y="1600200"/>
                </a:lnTo>
                <a:lnTo>
                  <a:pt x="1352550" y="1609725"/>
                </a:lnTo>
                <a:lnTo>
                  <a:pt x="1323975" y="1609725"/>
                </a:lnTo>
                <a:lnTo>
                  <a:pt x="1323975" y="1590675"/>
                </a:lnTo>
                <a:lnTo>
                  <a:pt x="1314450" y="1590675"/>
                </a:lnTo>
                <a:lnTo>
                  <a:pt x="1314450" y="1581150"/>
                </a:lnTo>
                <a:lnTo>
                  <a:pt x="1304925" y="1581150"/>
                </a:lnTo>
                <a:lnTo>
                  <a:pt x="1304925" y="1571625"/>
                </a:lnTo>
                <a:lnTo>
                  <a:pt x="1285875" y="1571625"/>
                </a:lnTo>
                <a:lnTo>
                  <a:pt x="1285875" y="1562100"/>
                </a:lnTo>
                <a:lnTo>
                  <a:pt x="1295400" y="1562100"/>
                </a:lnTo>
                <a:lnTo>
                  <a:pt x="1295400" y="1543050"/>
                </a:lnTo>
                <a:lnTo>
                  <a:pt x="1276350" y="1543050"/>
                </a:lnTo>
                <a:lnTo>
                  <a:pt x="1276350" y="1552575"/>
                </a:lnTo>
                <a:lnTo>
                  <a:pt x="1266825" y="1552575"/>
                </a:lnTo>
                <a:lnTo>
                  <a:pt x="1266825" y="1562100"/>
                </a:lnTo>
                <a:lnTo>
                  <a:pt x="1238250" y="1562100"/>
                </a:lnTo>
                <a:lnTo>
                  <a:pt x="1238250" y="1571625"/>
                </a:lnTo>
                <a:lnTo>
                  <a:pt x="1219200" y="1571625"/>
                </a:lnTo>
                <a:lnTo>
                  <a:pt x="1219200" y="1581150"/>
                </a:lnTo>
                <a:lnTo>
                  <a:pt x="1181100" y="1581150"/>
                </a:lnTo>
                <a:lnTo>
                  <a:pt x="1181100" y="1571625"/>
                </a:lnTo>
                <a:lnTo>
                  <a:pt x="1200150" y="1571625"/>
                </a:lnTo>
                <a:lnTo>
                  <a:pt x="1200150" y="1562100"/>
                </a:lnTo>
                <a:lnTo>
                  <a:pt x="1181100" y="1562100"/>
                </a:lnTo>
                <a:lnTo>
                  <a:pt x="1181100" y="1552575"/>
                </a:lnTo>
                <a:lnTo>
                  <a:pt x="1171575" y="1552575"/>
                </a:lnTo>
                <a:lnTo>
                  <a:pt x="1171575" y="1562100"/>
                </a:lnTo>
                <a:lnTo>
                  <a:pt x="1162050" y="1562100"/>
                </a:lnTo>
                <a:lnTo>
                  <a:pt x="1162050" y="1571625"/>
                </a:lnTo>
                <a:lnTo>
                  <a:pt x="1171575" y="1571625"/>
                </a:lnTo>
                <a:lnTo>
                  <a:pt x="1171575" y="1581150"/>
                </a:lnTo>
                <a:lnTo>
                  <a:pt x="1143000" y="1581150"/>
                </a:lnTo>
                <a:lnTo>
                  <a:pt x="1143000" y="1590675"/>
                </a:lnTo>
                <a:lnTo>
                  <a:pt x="1123950" y="1590675"/>
                </a:lnTo>
                <a:lnTo>
                  <a:pt x="1123950" y="1581150"/>
                </a:lnTo>
                <a:lnTo>
                  <a:pt x="1114425" y="1581150"/>
                </a:lnTo>
                <a:lnTo>
                  <a:pt x="1114425" y="1590675"/>
                </a:lnTo>
                <a:lnTo>
                  <a:pt x="1104900" y="1590675"/>
                </a:lnTo>
                <a:lnTo>
                  <a:pt x="1104900" y="1581150"/>
                </a:lnTo>
                <a:lnTo>
                  <a:pt x="1095375" y="1581150"/>
                </a:lnTo>
                <a:lnTo>
                  <a:pt x="1095375" y="1600200"/>
                </a:lnTo>
                <a:lnTo>
                  <a:pt x="1085850" y="1600200"/>
                </a:lnTo>
                <a:lnTo>
                  <a:pt x="1085850" y="1571625"/>
                </a:lnTo>
                <a:lnTo>
                  <a:pt x="1104900" y="1571625"/>
                </a:lnTo>
                <a:lnTo>
                  <a:pt x="1104900" y="1562100"/>
                </a:lnTo>
                <a:lnTo>
                  <a:pt x="1123950" y="1562100"/>
                </a:lnTo>
                <a:lnTo>
                  <a:pt x="1123950" y="1571625"/>
                </a:lnTo>
                <a:lnTo>
                  <a:pt x="1133475" y="1571625"/>
                </a:lnTo>
                <a:lnTo>
                  <a:pt x="1133475" y="1562100"/>
                </a:lnTo>
                <a:lnTo>
                  <a:pt x="1152525" y="1562100"/>
                </a:lnTo>
                <a:lnTo>
                  <a:pt x="1152525" y="1552575"/>
                </a:lnTo>
                <a:lnTo>
                  <a:pt x="1143000" y="1552575"/>
                </a:lnTo>
                <a:lnTo>
                  <a:pt x="1143000" y="1543050"/>
                </a:lnTo>
                <a:lnTo>
                  <a:pt x="1152525" y="1543050"/>
                </a:lnTo>
                <a:lnTo>
                  <a:pt x="1152525" y="1533525"/>
                </a:lnTo>
                <a:lnTo>
                  <a:pt x="1171575" y="1533525"/>
                </a:lnTo>
                <a:lnTo>
                  <a:pt x="1171575" y="1524000"/>
                </a:lnTo>
                <a:lnTo>
                  <a:pt x="1181100" y="1524000"/>
                </a:lnTo>
                <a:lnTo>
                  <a:pt x="1181100" y="1533525"/>
                </a:lnTo>
                <a:lnTo>
                  <a:pt x="1247775" y="1533525"/>
                </a:lnTo>
                <a:lnTo>
                  <a:pt x="1247775" y="1524000"/>
                </a:lnTo>
                <a:lnTo>
                  <a:pt x="1295400" y="1524000"/>
                </a:lnTo>
                <a:lnTo>
                  <a:pt x="1295400" y="1543050"/>
                </a:lnTo>
                <a:lnTo>
                  <a:pt x="1314450" y="1543050"/>
                </a:lnTo>
                <a:lnTo>
                  <a:pt x="1314450" y="1533525"/>
                </a:lnTo>
                <a:lnTo>
                  <a:pt x="1323975" y="1533525"/>
                </a:lnTo>
                <a:lnTo>
                  <a:pt x="1323975" y="1524000"/>
                </a:lnTo>
                <a:lnTo>
                  <a:pt x="1333500" y="1524000"/>
                </a:lnTo>
                <a:lnTo>
                  <a:pt x="1333500" y="1514475"/>
                </a:lnTo>
                <a:lnTo>
                  <a:pt x="1362075" y="1514475"/>
                </a:lnTo>
                <a:lnTo>
                  <a:pt x="1362075" y="1543050"/>
                </a:lnTo>
                <a:lnTo>
                  <a:pt x="1352550" y="1543050"/>
                </a:lnTo>
                <a:lnTo>
                  <a:pt x="1352550" y="1562100"/>
                </a:lnTo>
                <a:lnTo>
                  <a:pt x="1343025" y="1562100"/>
                </a:lnTo>
                <a:lnTo>
                  <a:pt x="1343025" y="1571625"/>
                </a:lnTo>
                <a:lnTo>
                  <a:pt x="1333500" y="1571625"/>
                </a:lnTo>
                <a:lnTo>
                  <a:pt x="1333500" y="1581150"/>
                </a:lnTo>
                <a:lnTo>
                  <a:pt x="1343025" y="1581150"/>
                </a:lnTo>
                <a:lnTo>
                  <a:pt x="1343025" y="1590675"/>
                </a:lnTo>
                <a:lnTo>
                  <a:pt x="1352550" y="1590675"/>
                </a:lnTo>
                <a:lnTo>
                  <a:pt x="1352550" y="1581150"/>
                </a:lnTo>
                <a:lnTo>
                  <a:pt x="1362075" y="1581150"/>
                </a:lnTo>
                <a:lnTo>
                  <a:pt x="1362075" y="1562100"/>
                </a:lnTo>
                <a:lnTo>
                  <a:pt x="1371600" y="1562100"/>
                </a:lnTo>
                <a:lnTo>
                  <a:pt x="1371600" y="1543050"/>
                </a:lnTo>
                <a:lnTo>
                  <a:pt x="1381125" y="1543050"/>
                </a:lnTo>
                <a:lnTo>
                  <a:pt x="1381125" y="1524000"/>
                </a:lnTo>
                <a:lnTo>
                  <a:pt x="1400175" y="1524000"/>
                </a:lnTo>
                <a:lnTo>
                  <a:pt x="1400175" y="1514475"/>
                </a:lnTo>
                <a:lnTo>
                  <a:pt x="1409700" y="1514475"/>
                </a:lnTo>
                <a:close/>
                <a:moveTo>
                  <a:pt x="1657350" y="1504950"/>
                </a:moveTo>
                <a:lnTo>
                  <a:pt x="1666875" y="1504950"/>
                </a:lnTo>
                <a:lnTo>
                  <a:pt x="1666875" y="1524000"/>
                </a:lnTo>
                <a:lnTo>
                  <a:pt x="1657350" y="1524000"/>
                </a:lnTo>
                <a:close/>
                <a:moveTo>
                  <a:pt x="609600" y="1514475"/>
                </a:moveTo>
                <a:lnTo>
                  <a:pt x="619125" y="1514475"/>
                </a:lnTo>
                <a:lnTo>
                  <a:pt x="619125" y="1524000"/>
                </a:lnTo>
                <a:lnTo>
                  <a:pt x="609600" y="1524000"/>
                </a:lnTo>
                <a:close/>
                <a:moveTo>
                  <a:pt x="1590675" y="1514475"/>
                </a:moveTo>
                <a:lnTo>
                  <a:pt x="1600200" y="1514475"/>
                </a:lnTo>
                <a:lnTo>
                  <a:pt x="1600200" y="1524000"/>
                </a:lnTo>
                <a:lnTo>
                  <a:pt x="1590675" y="1524000"/>
                </a:lnTo>
                <a:close/>
                <a:moveTo>
                  <a:pt x="1562100" y="1524000"/>
                </a:moveTo>
                <a:lnTo>
                  <a:pt x="1571625" y="1524000"/>
                </a:lnTo>
                <a:lnTo>
                  <a:pt x="1571625" y="1533525"/>
                </a:lnTo>
                <a:lnTo>
                  <a:pt x="1590675" y="1533525"/>
                </a:lnTo>
                <a:lnTo>
                  <a:pt x="1590675" y="1543050"/>
                </a:lnTo>
                <a:lnTo>
                  <a:pt x="1571625" y="1543050"/>
                </a:lnTo>
                <a:lnTo>
                  <a:pt x="1571625" y="1552575"/>
                </a:lnTo>
                <a:lnTo>
                  <a:pt x="1581150" y="1552575"/>
                </a:lnTo>
                <a:lnTo>
                  <a:pt x="1581150" y="1562100"/>
                </a:lnTo>
                <a:lnTo>
                  <a:pt x="1552575" y="1562100"/>
                </a:lnTo>
                <a:lnTo>
                  <a:pt x="1552575" y="1571625"/>
                </a:lnTo>
                <a:lnTo>
                  <a:pt x="1543050" y="1571625"/>
                </a:lnTo>
                <a:lnTo>
                  <a:pt x="1543050" y="1543050"/>
                </a:lnTo>
                <a:lnTo>
                  <a:pt x="1562100" y="1543050"/>
                </a:lnTo>
                <a:close/>
                <a:moveTo>
                  <a:pt x="1066800" y="1533525"/>
                </a:moveTo>
                <a:lnTo>
                  <a:pt x="1076325" y="1533525"/>
                </a:lnTo>
                <a:lnTo>
                  <a:pt x="1076325" y="1543050"/>
                </a:lnTo>
                <a:lnTo>
                  <a:pt x="1066800" y="1543050"/>
                </a:lnTo>
                <a:close/>
                <a:moveTo>
                  <a:pt x="1657350" y="1533525"/>
                </a:moveTo>
                <a:lnTo>
                  <a:pt x="1676400" y="1533525"/>
                </a:lnTo>
                <a:lnTo>
                  <a:pt x="1676400" y="1552575"/>
                </a:lnTo>
                <a:lnTo>
                  <a:pt x="1657350" y="1552575"/>
                </a:lnTo>
                <a:close/>
                <a:moveTo>
                  <a:pt x="1419225" y="1543050"/>
                </a:moveTo>
                <a:lnTo>
                  <a:pt x="1428750" y="1543050"/>
                </a:lnTo>
                <a:lnTo>
                  <a:pt x="1428750" y="1533525"/>
                </a:lnTo>
                <a:lnTo>
                  <a:pt x="1419225" y="1533525"/>
                </a:lnTo>
                <a:close/>
                <a:moveTo>
                  <a:pt x="828675" y="1552575"/>
                </a:moveTo>
                <a:lnTo>
                  <a:pt x="857250" y="1552575"/>
                </a:lnTo>
                <a:lnTo>
                  <a:pt x="857250" y="1562100"/>
                </a:lnTo>
                <a:lnTo>
                  <a:pt x="828675" y="1562100"/>
                </a:lnTo>
                <a:close/>
                <a:moveTo>
                  <a:pt x="914400" y="1552575"/>
                </a:moveTo>
                <a:lnTo>
                  <a:pt x="923925" y="1552575"/>
                </a:lnTo>
                <a:lnTo>
                  <a:pt x="923925" y="1562100"/>
                </a:lnTo>
                <a:lnTo>
                  <a:pt x="914400" y="1562100"/>
                </a:lnTo>
                <a:close/>
                <a:moveTo>
                  <a:pt x="723900" y="1562100"/>
                </a:moveTo>
                <a:lnTo>
                  <a:pt x="752475" y="1562100"/>
                </a:lnTo>
                <a:lnTo>
                  <a:pt x="752475" y="1581150"/>
                </a:lnTo>
                <a:lnTo>
                  <a:pt x="742950" y="1581150"/>
                </a:lnTo>
                <a:lnTo>
                  <a:pt x="742950" y="1590675"/>
                </a:lnTo>
                <a:lnTo>
                  <a:pt x="733425" y="1590675"/>
                </a:lnTo>
                <a:lnTo>
                  <a:pt x="733425" y="1581150"/>
                </a:lnTo>
                <a:lnTo>
                  <a:pt x="695325" y="1581150"/>
                </a:lnTo>
                <a:lnTo>
                  <a:pt x="695325" y="1571625"/>
                </a:lnTo>
                <a:lnTo>
                  <a:pt x="723900" y="1571625"/>
                </a:lnTo>
                <a:close/>
                <a:moveTo>
                  <a:pt x="800100" y="1562100"/>
                </a:moveTo>
                <a:lnTo>
                  <a:pt x="828675" y="1562100"/>
                </a:lnTo>
                <a:lnTo>
                  <a:pt x="828675" y="1571625"/>
                </a:lnTo>
                <a:lnTo>
                  <a:pt x="800100" y="1571625"/>
                </a:lnTo>
                <a:close/>
                <a:moveTo>
                  <a:pt x="609600" y="1571625"/>
                </a:moveTo>
                <a:lnTo>
                  <a:pt x="647700" y="1571625"/>
                </a:lnTo>
                <a:lnTo>
                  <a:pt x="647700" y="1590675"/>
                </a:lnTo>
                <a:lnTo>
                  <a:pt x="619125" y="1590675"/>
                </a:lnTo>
                <a:lnTo>
                  <a:pt x="619125" y="1581150"/>
                </a:lnTo>
                <a:lnTo>
                  <a:pt x="609600" y="1581150"/>
                </a:lnTo>
                <a:close/>
                <a:moveTo>
                  <a:pt x="933450" y="1571625"/>
                </a:moveTo>
                <a:lnTo>
                  <a:pt x="942975" y="1571625"/>
                </a:lnTo>
                <a:lnTo>
                  <a:pt x="942975" y="1581150"/>
                </a:lnTo>
                <a:lnTo>
                  <a:pt x="933450" y="1581150"/>
                </a:lnTo>
                <a:close/>
                <a:moveTo>
                  <a:pt x="1266825" y="1571625"/>
                </a:moveTo>
                <a:lnTo>
                  <a:pt x="1285875" y="1571625"/>
                </a:lnTo>
                <a:lnTo>
                  <a:pt x="1285875" y="1581150"/>
                </a:lnTo>
                <a:lnTo>
                  <a:pt x="1295400" y="1581150"/>
                </a:lnTo>
                <a:lnTo>
                  <a:pt x="1295400" y="1590675"/>
                </a:lnTo>
                <a:lnTo>
                  <a:pt x="1285875" y="1590675"/>
                </a:lnTo>
                <a:lnTo>
                  <a:pt x="1285875" y="1609725"/>
                </a:lnTo>
                <a:lnTo>
                  <a:pt x="1276350" y="1609725"/>
                </a:lnTo>
                <a:lnTo>
                  <a:pt x="1276350" y="1619250"/>
                </a:lnTo>
                <a:lnTo>
                  <a:pt x="1266825" y="1619250"/>
                </a:lnTo>
                <a:lnTo>
                  <a:pt x="1266825" y="1609725"/>
                </a:lnTo>
                <a:lnTo>
                  <a:pt x="1257300" y="1609725"/>
                </a:lnTo>
                <a:lnTo>
                  <a:pt x="1257300" y="1600200"/>
                </a:lnTo>
                <a:lnTo>
                  <a:pt x="1247775" y="1600200"/>
                </a:lnTo>
                <a:lnTo>
                  <a:pt x="1247775" y="1590675"/>
                </a:lnTo>
                <a:lnTo>
                  <a:pt x="1257300" y="1590675"/>
                </a:lnTo>
                <a:lnTo>
                  <a:pt x="1257300" y="1581150"/>
                </a:lnTo>
                <a:lnTo>
                  <a:pt x="1266825" y="1581150"/>
                </a:lnTo>
                <a:close/>
                <a:moveTo>
                  <a:pt x="1514475" y="1571625"/>
                </a:moveTo>
                <a:lnTo>
                  <a:pt x="1524000" y="1571625"/>
                </a:lnTo>
                <a:lnTo>
                  <a:pt x="1524000" y="1581150"/>
                </a:lnTo>
                <a:lnTo>
                  <a:pt x="1533525" y="1581150"/>
                </a:lnTo>
                <a:lnTo>
                  <a:pt x="1533525" y="1590675"/>
                </a:lnTo>
                <a:lnTo>
                  <a:pt x="1543050" y="1590675"/>
                </a:lnTo>
                <a:lnTo>
                  <a:pt x="1543050" y="1600200"/>
                </a:lnTo>
                <a:lnTo>
                  <a:pt x="1514475" y="1600200"/>
                </a:lnTo>
                <a:close/>
                <a:moveTo>
                  <a:pt x="504825" y="1581150"/>
                </a:moveTo>
                <a:lnTo>
                  <a:pt x="600075" y="1581150"/>
                </a:lnTo>
                <a:lnTo>
                  <a:pt x="600075" y="1590675"/>
                </a:lnTo>
                <a:lnTo>
                  <a:pt x="542925" y="1590675"/>
                </a:lnTo>
                <a:lnTo>
                  <a:pt x="542925" y="1600200"/>
                </a:lnTo>
                <a:lnTo>
                  <a:pt x="533400" y="1600200"/>
                </a:lnTo>
                <a:lnTo>
                  <a:pt x="533400" y="1619250"/>
                </a:lnTo>
                <a:lnTo>
                  <a:pt x="504825" y="1619250"/>
                </a:lnTo>
                <a:lnTo>
                  <a:pt x="504825" y="1609725"/>
                </a:lnTo>
                <a:lnTo>
                  <a:pt x="514350" y="1609725"/>
                </a:lnTo>
                <a:lnTo>
                  <a:pt x="514350" y="1590675"/>
                </a:lnTo>
                <a:lnTo>
                  <a:pt x="504825" y="1590675"/>
                </a:lnTo>
                <a:close/>
                <a:moveTo>
                  <a:pt x="781050" y="1581150"/>
                </a:moveTo>
                <a:lnTo>
                  <a:pt x="809625" y="1581150"/>
                </a:lnTo>
                <a:lnTo>
                  <a:pt x="809625" y="1609725"/>
                </a:lnTo>
                <a:lnTo>
                  <a:pt x="790575" y="1609725"/>
                </a:lnTo>
                <a:lnTo>
                  <a:pt x="790575" y="1619250"/>
                </a:lnTo>
                <a:lnTo>
                  <a:pt x="762000" y="1619250"/>
                </a:lnTo>
                <a:lnTo>
                  <a:pt x="762000" y="1609725"/>
                </a:lnTo>
                <a:lnTo>
                  <a:pt x="752475" y="1609725"/>
                </a:lnTo>
                <a:lnTo>
                  <a:pt x="752475" y="1590675"/>
                </a:lnTo>
                <a:lnTo>
                  <a:pt x="781050" y="1590675"/>
                </a:lnTo>
                <a:close/>
                <a:moveTo>
                  <a:pt x="838200" y="1581150"/>
                </a:moveTo>
                <a:lnTo>
                  <a:pt x="847725" y="1581150"/>
                </a:lnTo>
                <a:lnTo>
                  <a:pt x="847725" y="1590675"/>
                </a:lnTo>
                <a:lnTo>
                  <a:pt x="838200" y="1590675"/>
                </a:lnTo>
                <a:close/>
                <a:moveTo>
                  <a:pt x="381000" y="1590675"/>
                </a:moveTo>
                <a:lnTo>
                  <a:pt x="390525" y="1590675"/>
                </a:lnTo>
                <a:lnTo>
                  <a:pt x="390525" y="1600200"/>
                </a:lnTo>
                <a:lnTo>
                  <a:pt x="381000" y="1600200"/>
                </a:lnTo>
                <a:close/>
                <a:moveTo>
                  <a:pt x="676275" y="1590675"/>
                </a:moveTo>
                <a:lnTo>
                  <a:pt x="704850" y="1590675"/>
                </a:lnTo>
                <a:lnTo>
                  <a:pt x="704850" y="1600200"/>
                </a:lnTo>
                <a:lnTo>
                  <a:pt x="723900" y="1600200"/>
                </a:lnTo>
                <a:lnTo>
                  <a:pt x="723900" y="1609725"/>
                </a:lnTo>
                <a:lnTo>
                  <a:pt x="742950" y="1609725"/>
                </a:lnTo>
                <a:lnTo>
                  <a:pt x="742950" y="1628775"/>
                </a:lnTo>
                <a:lnTo>
                  <a:pt x="714375" y="1628775"/>
                </a:lnTo>
                <a:lnTo>
                  <a:pt x="714375" y="1619250"/>
                </a:lnTo>
                <a:lnTo>
                  <a:pt x="685800" y="1619250"/>
                </a:lnTo>
                <a:lnTo>
                  <a:pt x="685800" y="1628775"/>
                </a:lnTo>
                <a:lnTo>
                  <a:pt x="666750" y="1628775"/>
                </a:lnTo>
                <a:lnTo>
                  <a:pt x="666750" y="1609725"/>
                </a:lnTo>
                <a:lnTo>
                  <a:pt x="685800" y="1609725"/>
                </a:lnTo>
                <a:lnTo>
                  <a:pt x="685800" y="1600200"/>
                </a:lnTo>
                <a:lnTo>
                  <a:pt x="676275" y="1600200"/>
                </a:lnTo>
                <a:close/>
                <a:moveTo>
                  <a:pt x="847725" y="1590675"/>
                </a:moveTo>
                <a:lnTo>
                  <a:pt x="857250" y="1590675"/>
                </a:lnTo>
                <a:lnTo>
                  <a:pt x="857250" y="1600200"/>
                </a:lnTo>
                <a:lnTo>
                  <a:pt x="866775" y="1600200"/>
                </a:lnTo>
                <a:lnTo>
                  <a:pt x="866775" y="1590675"/>
                </a:lnTo>
                <a:lnTo>
                  <a:pt x="885825" y="1590675"/>
                </a:lnTo>
                <a:lnTo>
                  <a:pt x="885825" y="1609725"/>
                </a:lnTo>
                <a:lnTo>
                  <a:pt x="857250" y="1609725"/>
                </a:lnTo>
                <a:lnTo>
                  <a:pt x="857250" y="1619250"/>
                </a:lnTo>
                <a:lnTo>
                  <a:pt x="847725" y="1619250"/>
                </a:lnTo>
                <a:close/>
                <a:moveTo>
                  <a:pt x="1438275" y="1590675"/>
                </a:moveTo>
                <a:lnTo>
                  <a:pt x="1447800" y="1590675"/>
                </a:lnTo>
                <a:lnTo>
                  <a:pt x="1447800" y="1600200"/>
                </a:lnTo>
                <a:lnTo>
                  <a:pt x="1457325" y="1600200"/>
                </a:lnTo>
                <a:lnTo>
                  <a:pt x="1457325" y="1619250"/>
                </a:lnTo>
                <a:lnTo>
                  <a:pt x="1447800" y="1619250"/>
                </a:lnTo>
                <a:lnTo>
                  <a:pt x="1447800" y="1628775"/>
                </a:lnTo>
                <a:lnTo>
                  <a:pt x="1438275" y="1628775"/>
                </a:lnTo>
                <a:lnTo>
                  <a:pt x="1438275" y="1638300"/>
                </a:lnTo>
                <a:lnTo>
                  <a:pt x="1447800" y="1638300"/>
                </a:lnTo>
                <a:lnTo>
                  <a:pt x="1447800" y="1647825"/>
                </a:lnTo>
                <a:lnTo>
                  <a:pt x="1457325" y="1647825"/>
                </a:lnTo>
                <a:lnTo>
                  <a:pt x="1457325" y="1628775"/>
                </a:lnTo>
                <a:lnTo>
                  <a:pt x="1476375" y="1628775"/>
                </a:lnTo>
                <a:lnTo>
                  <a:pt x="1476375" y="1619250"/>
                </a:lnTo>
                <a:lnTo>
                  <a:pt x="1485900" y="1619250"/>
                </a:lnTo>
                <a:lnTo>
                  <a:pt x="1485900" y="1590675"/>
                </a:lnTo>
                <a:lnTo>
                  <a:pt x="1495425" y="1590675"/>
                </a:lnTo>
                <a:lnTo>
                  <a:pt x="1495425" y="1600200"/>
                </a:lnTo>
                <a:lnTo>
                  <a:pt x="1504950" y="1600200"/>
                </a:lnTo>
                <a:lnTo>
                  <a:pt x="1504950" y="1609725"/>
                </a:lnTo>
                <a:lnTo>
                  <a:pt x="1514475" y="1609725"/>
                </a:lnTo>
                <a:lnTo>
                  <a:pt x="1514475" y="1619250"/>
                </a:lnTo>
                <a:lnTo>
                  <a:pt x="1504950" y="1619250"/>
                </a:lnTo>
                <a:lnTo>
                  <a:pt x="1504950" y="1638300"/>
                </a:lnTo>
                <a:lnTo>
                  <a:pt x="1524000" y="1638300"/>
                </a:lnTo>
                <a:lnTo>
                  <a:pt x="1524000" y="1657350"/>
                </a:lnTo>
                <a:lnTo>
                  <a:pt x="1495425" y="1657350"/>
                </a:lnTo>
                <a:lnTo>
                  <a:pt x="1495425" y="1666875"/>
                </a:lnTo>
                <a:lnTo>
                  <a:pt x="1466850" y="1666875"/>
                </a:lnTo>
                <a:lnTo>
                  <a:pt x="1466850" y="1657350"/>
                </a:lnTo>
                <a:lnTo>
                  <a:pt x="1447800" y="1657350"/>
                </a:lnTo>
                <a:lnTo>
                  <a:pt x="1447800" y="1666875"/>
                </a:lnTo>
                <a:lnTo>
                  <a:pt x="1438275" y="1666875"/>
                </a:lnTo>
                <a:lnTo>
                  <a:pt x="1438275" y="1647825"/>
                </a:lnTo>
                <a:lnTo>
                  <a:pt x="1428750" y="1647825"/>
                </a:lnTo>
                <a:lnTo>
                  <a:pt x="1428750" y="1657350"/>
                </a:lnTo>
                <a:lnTo>
                  <a:pt x="1409700" y="1657350"/>
                </a:lnTo>
                <a:lnTo>
                  <a:pt x="1409700" y="1647825"/>
                </a:lnTo>
                <a:lnTo>
                  <a:pt x="1400175" y="1647825"/>
                </a:lnTo>
                <a:lnTo>
                  <a:pt x="1400175" y="1638300"/>
                </a:lnTo>
                <a:lnTo>
                  <a:pt x="1409700" y="1638300"/>
                </a:lnTo>
                <a:lnTo>
                  <a:pt x="1409700" y="1628775"/>
                </a:lnTo>
                <a:lnTo>
                  <a:pt x="1428750" y="1628775"/>
                </a:lnTo>
                <a:lnTo>
                  <a:pt x="1428750" y="1619250"/>
                </a:lnTo>
                <a:lnTo>
                  <a:pt x="1438275" y="1619250"/>
                </a:lnTo>
                <a:close/>
                <a:moveTo>
                  <a:pt x="323850" y="1600200"/>
                </a:moveTo>
                <a:lnTo>
                  <a:pt x="361950" y="1600200"/>
                </a:lnTo>
                <a:lnTo>
                  <a:pt x="361950" y="1609725"/>
                </a:lnTo>
                <a:lnTo>
                  <a:pt x="323850" y="1609725"/>
                </a:lnTo>
                <a:close/>
                <a:moveTo>
                  <a:pt x="914400" y="1600200"/>
                </a:moveTo>
                <a:lnTo>
                  <a:pt x="923925" y="1600200"/>
                </a:lnTo>
                <a:lnTo>
                  <a:pt x="923925" y="1619250"/>
                </a:lnTo>
                <a:lnTo>
                  <a:pt x="904875" y="1619250"/>
                </a:lnTo>
                <a:lnTo>
                  <a:pt x="904875" y="1609725"/>
                </a:lnTo>
                <a:lnTo>
                  <a:pt x="914400" y="1609725"/>
                </a:lnTo>
                <a:close/>
                <a:moveTo>
                  <a:pt x="1600200" y="1600200"/>
                </a:moveTo>
                <a:lnTo>
                  <a:pt x="1609725" y="1600200"/>
                </a:lnTo>
                <a:lnTo>
                  <a:pt x="1609725" y="1619250"/>
                </a:lnTo>
                <a:lnTo>
                  <a:pt x="1600200" y="1619250"/>
                </a:lnTo>
                <a:close/>
                <a:moveTo>
                  <a:pt x="314325" y="1609725"/>
                </a:moveTo>
                <a:lnTo>
                  <a:pt x="323850" y="1609725"/>
                </a:lnTo>
                <a:lnTo>
                  <a:pt x="323850" y="1619250"/>
                </a:lnTo>
                <a:lnTo>
                  <a:pt x="314325" y="1619250"/>
                </a:lnTo>
                <a:close/>
                <a:moveTo>
                  <a:pt x="1390650" y="1609725"/>
                </a:moveTo>
                <a:lnTo>
                  <a:pt x="1400175" y="1609725"/>
                </a:lnTo>
                <a:lnTo>
                  <a:pt x="1400175" y="1619250"/>
                </a:lnTo>
                <a:lnTo>
                  <a:pt x="1390650" y="1619250"/>
                </a:lnTo>
                <a:close/>
                <a:moveTo>
                  <a:pt x="561975" y="1619250"/>
                </a:moveTo>
                <a:lnTo>
                  <a:pt x="590550" y="1619250"/>
                </a:lnTo>
                <a:lnTo>
                  <a:pt x="590550" y="1638300"/>
                </a:lnTo>
                <a:lnTo>
                  <a:pt x="581025" y="1638300"/>
                </a:lnTo>
                <a:lnTo>
                  <a:pt x="581025" y="1657350"/>
                </a:lnTo>
                <a:lnTo>
                  <a:pt x="571500" y="1657350"/>
                </a:lnTo>
                <a:lnTo>
                  <a:pt x="571500" y="1666875"/>
                </a:lnTo>
                <a:lnTo>
                  <a:pt x="561975" y="1666875"/>
                </a:lnTo>
                <a:close/>
                <a:moveTo>
                  <a:pt x="1323975" y="1619250"/>
                </a:moveTo>
                <a:lnTo>
                  <a:pt x="1333500" y="1619250"/>
                </a:lnTo>
                <a:lnTo>
                  <a:pt x="1333500" y="1647825"/>
                </a:lnTo>
                <a:lnTo>
                  <a:pt x="1323975" y="1647825"/>
                </a:lnTo>
                <a:lnTo>
                  <a:pt x="1323975" y="1666875"/>
                </a:lnTo>
                <a:lnTo>
                  <a:pt x="1343025" y="1666875"/>
                </a:lnTo>
                <a:lnTo>
                  <a:pt x="1343025" y="1657350"/>
                </a:lnTo>
                <a:lnTo>
                  <a:pt x="1352550" y="1657350"/>
                </a:lnTo>
                <a:lnTo>
                  <a:pt x="1352550" y="1647825"/>
                </a:lnTo>
                <a:lnTo>
                  <a:pt x="1371600" y="1647825"/>
                </a:lnTo>
                <a:lnTo>
                  <a:pt x="1371600" y="1638300"/>
                </a:lnTo>
                <a:lnTo>
                  <a:pt x="1381125" y="1638300"/>
                </a:lnTo>
                <a:lnTo>
                  <a:pt x="1381125" y="1657350"/>
                </a:lnTo>
                <a:lnTo>
                  <a:pt x="1390650" y="1657350"/>
                </a:lnTo>
                <a:lnTo>
                  <a:pt x="1390650" y="1676400"/>
                </a:lnTo>
                <a:lnTo>
                  <a:pt x="1400175" y="1676400"/>
                </a:lnTo>
                <a:lnTo>
                  <a:pt x="1400175" y="1685925"/>
                </a:lnTo>
                <a:lnTo>
                  <a:pt x="1409700" y="1685925"/>
                </a:lnTo>
                <a:lnTo>
                  <a:pt x="1409700" y="1676400"/>
                </a:lnTo>
                <a:lnTo>
                  <a:pt x="1419225" y="1676400"/>
                </a:lnTo>
                <a:lnTo>
                  <a:pt x="1419225" y="1666875"/>
                </a:lnTo>
                <a:lnTo>
                  <a:pt x="1438275" y="1666875"/>
                </a:lnTo>
                <a:lnTo>
                  <a:pt x="1438275" y="1695450"/>
                </a:lnTo>
                <a:lnTo>
                  <a:pt x="1428750" y="1695450"/>
                </a:lnTo>
                <a:lnTo>
                  <a:pt x="1428750" y="1704975"/>
                </a:lnTo>
                <a:lnTo>
                  <a:pt x="1390650" y="1704975"/>
                </a:lnTo>
                <a:lnTo>
                  <a:pt x="1390650" y="1695450"/>
                </a:lnTo>
                <a:lnTo>
                  <a:pt x="1371600" y="1695450"/>
                </a:lnTo>
                <a:lnTo>
                  <a:pt x="1371600" y="1685925"/>
                </a:lnTo>
                <a:lnTo>
                  <a:pt x="1323975" y="1685925"/>
                </a:lnTo>
                <a:lnTo>
                  <a:pt x="1323975" y="1676400"/>
                </a:lnTo>
                <a:lnTo>
                  <a:pt x="1314450" y="1676400"/>
                </a:lnTo>
                <a:lnTo>
                  <a:pt x="1314450" y="1666875"/>
                </a:lnTo>
                <a:lnTo>
                  <a:pt x="1295400" y="1666875"/>
                </a:lnTo>
                <a:lnTo>
                  <a:pt x="1295400" y="1657350"/>
                </a:lnTo>
                <a:lnTo>
                  <a:pt x="1285875" y="1657350"/>
                </a:lnTo>
                <a:lnTo>
                  <a:pt x="1285875" y="1695450"/>
                </a:lnTo>
                <a:lnTo>
                  <a:pt x="1295400" y="1695450"/>
                </a:lnTo>
                <a:lnTo>
                  <a:pt x="1295400" y="1704975"/>
                </a:lnTo>
                <a:lnTo>
                  <a:pt x="1276350" y="1704975"/>
                </a:lnTo>
                <a:lnTo>
                  <a:pt x="1276350" y="1628775"/>
                </a:lnTo>
                <a:lnTo>
                  <a:pt x="1295400" y="1628775"/>
                </a:lnTo>
                <a:lnTo>
                  <a:pt x="1295400" y="1638300"/>
                </a:lnTo>
                <a:lnTo>
                  <a:pt x="1314450" y="1638300"/>
                </a:lnTo>
                <a:lnTo>
                  <a:pt x="1314450" y="1628775"/>
                </a:lnTo>
                <a:lnTo>
                  <a:pt x="1323975" y="1628775"/>
                </a:lnTo>
                <a:close/>
                <a:moveTo>
                  <a:pt x="1609725" y="1619250"/>
                </a:moveTo>
                <a:lnTo>
                  <a:pt x="1619250" y="1619250"/>
                </a:lnTo>
                <a:lnTo>
                  <a:pt x="1619250" y="1647825"/>
                </a:lnTo>
                <a:lnTo>
                  <a:pt x="1609725" y="1647825"/>
                </a:lnTo>
                <a:close/>
                <a:moveTo>
                  <a:pt x="295275" y="1628775"/>
                </a:moveTo>
                <a:lnTo>
                  <a:pt x="304800" y="1628775"/>
                </a:lnTo>
                <a:lnTo>
                  <a:pt x="304800" y="1647825"/>
                </a:lnTo>
                <a:lnTo>
                  <a:pt x="295275" y="1647825"/>
                </a:lnTo>
                <a:close/>
                <a:moveTo>
                  <a:pt x="409575" y="1628775"/>
                </a:moveTo>
                <a:lnTo>
                  <a:pt x="419100" y="1628775"/>
                </a:lnTo>
                <a:lnTo>
                  <a:pt x="419100" y="1647825"/>
                </a:lnTo>
                <a:lnTo>
                  <a:pt x="390525" y="1647825"/>
                </a:lnTo>
                <a:lnTo>
                  <a:pt x="390525" y="1638300"/>
                </a:lnTo>
                <a:lnTo>
                  <a:pt x="409575" y="1638300"/>
                </a:lnTo>
                <a:close/>
                <a:moveTo>
                  <a:pt x="466725" y="1628775"/>
                </a:moveTo>
                <a:lnTo>
                  <a:pt x="476250" y="1628775"/>
                </a:lnTo>
                <a:lnTo>
                  <a:pt x="476250" y="1638300"/>
                </a:lnTo>
                <a:lnTo>
                  <a:pt x="466725" y="1638300"/>
                </a:lnTo>
                <a:close/>
                <a:moveTo>
                  <a:pt x="866775" y="1628775"/>
                </a:moveTo>
                <a:lnTo>
                  <a:pt x="885825" y="1628775"/>
                </a:lnTo>
                <a:lnTo>
                  <a:pt x="885825" y="1638300"/>
                </a:lnTo>
                <a:lnTo>
                  <a:pt x="895350" y="1638300"/>
                </a:lnTo>
                <a:lnTo>
                  <a:pt x="895350" y="1647825"/>
                </a:lnTo>
                <a:lnTo>
                  <a:pt x="885825" y="1647825"/>
                </a:lnTo>
                <a:lnTo>
                  <a:pt x="885825" y="1657350"/>
                </a:lnTo>
                <a:lnTo>
                  <a:pt x="866775" y="1657350"/>
                </a:lnTo>
                <a:close/>
                <a:moveTo>
                  <a:pt x="476250" y="1638300"/>
                </a:moveTo>
                <a:lnTo>
                  <a:pt x="485775" y="1638300"/>
                </a:lnTo>
                <a:lnTo>
                  <a:pt x="485775" y="1647825"/>
                </a:lnTo>
                <a:lnTo>
                  <a:pt x="476250" y="1647825"/>
                </a:lnTo>
                <a:close/>
                <a:moveTo>
                  <a:pt x="781050" y="1638300"/>
                </a:moveTo>
                <a:lnTo>
                  <a:pt x="790575" y="1638300"/>
                </a:lnTo>
                <a:lnTo>
                  <a:pt x="790575" y="1647825"/>
                </a:lnTo>
                <a:lnTo>
                  <a:pt x="800100" y="1647825"/>
                </a:lnTo>
                <a:lnTo>
                  <a:pt x="800100" y="1666875"/>
                </a:lnTo>
                <a:lnTo>
                  <a:pt x="771525" y="1666875"/>
                </a:lnTo>
                <a:lnTo>
                  <a:pt x="771525" y="1647825"/>
                </a:lnTo>
                <a:lnTo>
                  <a:pt x="781050" y="1647825"/>
                </a:lnTo>
                <a:close/>
                <a:moveTo>
                  <a:pt x="1657350" y="1638300"/>
                </a:moveTo>
                <a:lnTo>
                  <a:pt x="1676400" y="1638300"/>
                </a:lnTo>
                <a:lnTo>
                  <a:pt x="1676400" y="1647825"/>
                </a:lnTo>
                <a:lnTo>
                  <a:pt x="1685925" y="1647825"/>
                </a:lnTo>
                <a:lnTo>
                  <a:pt x="1685925" y="1685925"/>
                </a:lnTo>
                <a:lnTo>
                  <a:pt x="1676400" y="1685925"/>
                </a:lnTo>
                <a:lnTo>
                  <a:pt x="1676400" y="1676400"/>
                </a:lnTo>
                <a:lnTo>
                  <a:pt x="1666875" y="1676400"/>
                </a:lnTo>
                <a:lnTo>
                  <a:pt x="1666875" y="1666875"/>
                </a:lnTo>
                <a:lnTo>
                  <a:pt x="1657350" y="1666875"/>
                </a:lnTo>
                <a:close/>
                <a:moveTo>
                  <a:pt x="371475" y="1647825"/>
                </a:moveTo>
                <a:lnTo>
                  <a:pt x="390525" y="1647825"/>
                </a:lnTo>
                <a:lnTo>
                  <a:pt x="390525" y="1676400"/>
                </a:lnTo>
                <a:lnTo>
                  <a:pt x="361950" y="1676400"/>
                </a:lnTo>
                <a:lnTo>
                  <a:pt x="361950" y="1657350"/>
                </a:lnTo>
                <a:lnTo>
                  <a:pt x="371475" y="1657350"/>
                </a:lnTo>
                <a:close/>
                <a:moveTo>
                  <a:pt x="942975" y="1647825"/>
                </a:moveTo>
                <a:lnTo>
                  <a:pt x="952500" y="1647825"/>
                </a:lnTo>
                <a:lnTo>
                  <a:pt x="952500" y="1676400"/>
                </a:lnTo>
                <a:lnTo>
                  <a:pt x="942975" y="1676400"/>
                </a:lnTo>
                <a:close/>
                <a:moveTo>
                  <a:pt x="1543050" y="1647825"/>
                </a:moveTo>
                <a:lnTo>
                  <a:pt x="1571625" y="1647825"/>
                </a:lnTo>
                <a:lnTo>
                  <a:pt x="1571625" y="1657350"/>
                </a:lnTo>
                <a:lnTo>
                  <a:pt x="1543050" y="1657350"/>
                </a:lnTo>
                <a:close/>
                <a:moveTo>
                  <a:pt x="295275" y="1657350"/>
                </a:moveTo>
                <a:lnTo>
                  <a:pt x="304800" y="1657350"/>
                </a:lnTo>
                <a:lnTo>
                  <a:pt x="304800" y="1666875"/>
                </a:lnTo>
                <a:lnTo>
                  <a:pt x="295275" y="1666875"/>
                </a:lnTo>
                <a:close/>
                <a:moveTo>
                  <a:pt x="609600" y="1666875"/>
                </a:moveTo>
                <a:lnTo>
                  <a:pt x="628650" y="1666875"/>
                </a:lnTo>
                <a:lnTo>
                  <a:pt x="628650" y="1676400"/>
                </a:lnTo>
                <a:lnTo>
                  <a:pt x="638175" y="1676400"/>
                </a:lnTo>
                <a:lnTo>
                  <a:pt x="638175" y="1685925"/>
                </a:lnTo>
                <a:lnTo>
                  <a:pt x="647700" y="1685925"/>
                </a:lnTo>
                <a:lnTo>
                  <a:pt x="647700" y="1695450"/>
                </a:lnTo>
                <a:lnTo>
                  <a:pt x="638175" y="1695450"/>
                </a:lnTo>
                <a:lnTo>
                  <a:pt x="638175" y="1704975"/>
                </a:lnTo>
                <a:lnTo>
                  <a:pt x="619125" y="1704975"/>
                </a:lnTo>
                <a:lnTo>
                  <a:pt x="619125" y="1685925"/>
                </a:lnTo>
                <a:lnTo>
                  <a:pt x="609600" y="1685925"/>
                </a:lnTo>
                <a:close/>
                <a:moveTo>
                  <a:pt x="295275" y="1676400"/>
                </a:moveTo>
                <a:lnTo>
                  <a:pt x="304800" y="1676400"/>
                </a:lnTo>
                <a:lnTo>
                  <a:pt x="304800" y="1704975"/>
                </a:lnTo>
                <a:lnTo>
                  <a:pt x="295275" y="1704975"/>
                </a:lnTo>
                <a:close/>
                <a:moveTo>
                  <a:pt x="676275" y="1676400"/>
                </a:moveTo>
                <a:lnTo>
                  <a:pt x="695325" y="1676400"/>
                </a:lnTo>
                <a:lnTo>
                  <a:pt x="695325" y="1685925"/>
                </a:lnTo>
                <a:lnTo>
                  <a:pt x="704850" y="1685925"/>
                </a:lnTo>
                <a:lnTo>
                  <a:pt x="704850" y="1695450"/>
                </a:lnTo>
                <a:lnTo>
                  <a:pt x="676275" y="1695450"/>
                </a:lnTo>
                <a:close/>
                <a:moveTo>
                  <a:pt x="723900" y="1676400"/>
                </a:moveTo>
                <a:lnTo>
                  <a:pt x="733425" y="1676400"/>
                </a:lnTo>
                <a:lnTo>
                  <a:pt x="733425" y="1695450"/>
                </a:lnTo>
                <a:lnTo>
                  <a:pt x="723900" y="1695450"/>
                </a:lnTo>
                <a:close/>
                <a:moveTo>
                  <a:pt x="828675" y="1676400"/>
                </a:moveTo>
                <a:lnTo>
                  <a:pt x="847725" y="1676400"/>
                </a:lnTo>
                <a:lnTo>
                  <a:pt x="847725" y="1685925"/>
                </a:lnTo>
                <a:lnTo>
                  <a:pt x="857250" y="1685925"/>
                </a:lnTo>
                <a:lnTo>
                  <a:pt x="857250" y="1695450"/>
                </a:lnTo>
                <a:lnTo>
                  <a:pt x="866775" y="1695450"/>
                </a:lnTo>
                <a:lnTo>
                  <a:pt x="866775" y="1714500"/>
                </a:lnTo>
                <a:lnTo>
                  <a:pt x="876300" y="1714500"/>
                </a:lnTo>
                <a:lnTo>
                  <a:pt x="876300" y="1733550"/>
                </a:lnTo>
                <a:lnTo>
                  <a:pt x="885825" y="1733550"/>
                </a:lnTo>
                <a:lnTo>
                  <a:pt x="885825" y="1724025"/>
                </a:lnTo>
                <a:lnTo>
                  <a:pt x="904875" y="1724025"/>
                </a:lnTo>
                <a:lnTo>
                  <a:pt x="904875" y="1704975"/>
                </a:lnTo>
                <a:lnTo>
                  <a:pt x="923925" y="1704975"/>
                </a:lnTo>
                <a:lnTo>
                  <a:pt x="923925" y="1685925"/>
                </a:lnTo>
                <a:lnTo>
                  <a:pt x="933450" y="1685925"/>
                </a:lnTo>
                <a:lnTo>
                  <a:pt x="933450" y="1676400"/>
                </a:lnTo>
                <a:lnTo>
                  <a:pt x="942975" y="1676400"/>
                </a:lnTo>
                <a:lnTo>
                  <a:pt x="942975" y="1714500"/>
                </a:lnTo>
                <a:lnTo>
                  <a:pt x="952500" y="1714500"/>
                </a:lnTo>
                <a:lnTo>
                  <a:pt x="952500" y="1724025"/>
                </a:lnTo>
                <a:lnTo>
                  <a:pt x="962025" y="1724025"/>
                </a:lnTo>
                <a:lnTo>
                  <a:pt x="962025" y="1762125"/>
                </a:lnTo>
                <a:lnTo>
                  <a:pt x="933450" y="1762125"/>
                </a:lnTo>
                <a:lnTo>
                  <a:pt x="933450" y="1790700"/>
                </a:lnTo>
                <a:lnTo>
                  <a:pt x="942975" y="1790700"/>
                </a:lnTo>
                <a:lnTo>
                  <a:pt x="942975" y="1771650"/>
                </a:lnTo>
                <a:lnTo>
                  <a:pt x="952500" y="1771650"/>
                </a:lnTo>
                <a:lnTo>
                  <a:pt x="952500" y="1809750"/>
                </a:lnTo>
                <a:lnTo>
                  <a:pt x="962025" y="1809750"/>
                </a:lnTo>
                <a:lnTo>
                  <a:pt x="962025" y="1847850"/>
                </a:lnTo>
                <a:lnTo>
                  <a:pt x="952500" y="1847850"/>
                </a:lnTo>
                <a:lnTo>
                  <a:pt x="952500" y="1857375"/>
                </a:lnTo>
                <a:lnTo>
                  <a:pt x="942975" y="1857375"/>
                </a:lnTo>
                <a:lnTo>
                  <a:pt x="942975" y="1866900"/>
                </a:lnTo>
                <a:lnTo>
                  <a:pt x="952500" y="1866900"/>
                </a:lnTo>
                <a:lnTo>
                  <a:pt x="952500" y="1885950"/>
                </a:lnTo>
                <a:lnTo>
                  <a:pt x="923925" y="1885950"/>
                </a:lnTo>
                <a:lnTo>
                  <a:pt x="923925" y="1876425"/>
                </a:lnTo>
                <a:lnTo>
                  <a:pt x="904875" y="1876425"/>
                </a:lnTo>
                <a:lnTo>
                  <a:pt x="904875" y="1885950"/>
                </a:lnTo>
                <a:lnTo>
                  <a:pt x="876300" y="1885950"/>
                </a:lnTo>
                <a:lnTo>
                  <a:pt x="876300" y="1876425"/>
                </a:lnTo>
                <a:lnTo>
                  <a:pt x="866775" y="1876425"/>
                </a:lnTo>
                <a:lnTo>
                  <a:pt x="866775" y="1866900"/>
                </a:lnTo>
                <a:lnTo>
                  <a:pt x="857250" y="1866900"/>
                </a:lnTo>
                <a:lnTo>
                  <a:pt x="857250" y="1857375"/>
                </a:lnTo>
                <a:lnTo>
                  <a:pt x="847725" y="1857375"/>
                </a:lnTo>
                <a:lnTo>
                  <a:pt x="847725" y="1847850"/>
                </a:lnTo>
                <a:lnTo>
                  <a:pt x="828675" y="1847850"/>
                </a:lnTo>
                <a:lnTo>
                  <a:pt x="828675" y="1857375"/>
                </a:lnTo>
                <a:lnTo>
                  <a:pt x="847725" y="1857375"/>
                </a:lnTo>
                <a:lnTo>
                  <a:pt x="847725" y="1876425"/>
                </a:lnTo>
                <a:lnTo>
                  <a:pt x="857250" y="1876425"/>
                </a:lnTo>
                <a:lnTo>
                  <a:pt x="857250" y="1885950"/>
                </a:lnTo>
                <a:lnTo>
                  <a:pt x="847725" y="1885950"/>
                </a:lnTo>
                <a:lnTo>
                  <a:pt x="847725" y="1895475"/>
                </a:lnTo>
                <a:lnTo>
                  <a:pt x="828675" y="1895475"/>
                </a:lnTo>
                <a:lnTo>
                  <a:pt x="828675" y="1905000"/>
                </a:lnTo>
                <a:lnTo>
                  <a:pt x="819150" y="1905000"/>
                </a:lnTo>
                <a:lnTo>
                  <a:pt x="819150" y="1914525"/>
                </a:lnTo>
                <a:lnTo>
                  <a:pt x="809625" y="1914525"/>
                </a:lnTo>
                <a:lnTo>
                  <a:pt x="809625" y="1924050"/>
                </a:lnTo>
                <a:lnTo>
                  <a:pt x="790575" y="1924050"/>
                </a:lnTo>
                <a:lnTo>
                  <a:pt x="790575" y="1905000"/>
                </a:lnTo>
                <a:lnTo>
                  <a:pt x="800100" y="1905000"/>
                </a:lnTo>
                <a:lnTo>
                  <a:pt x="800100" y="1895475"/>
                </a:lnTo>
                <a:lnTo>
                  <a:pt x="819150" y="1895475"/>
                </a:lnTo>
                <a:lnTo>
                  <a:pt x="819150" y="1857375"/>
                </a:lnTo>
                <a:lnTo>
                  <a:pt x="790575" y="1857375"/>
                </a:lnTo>
                <a:lnTo>
                  <a:pt x="790575" y="1847850"/>
                </a:lnTo>
                <a:lnTo>
                  <a:pt x="781050" y="1847850"/>
                </a:lnTo>
                <a:lnTo>
                  <a:pt x="781050" y="1838325"/>
                </a:lnTo>
                <a:lnTo>
                  <a:pt x="790575" y="1838325"/>
                </a:lnTo>
                <a:lnTo>
                  <a:pt x="790575" y="1809750"/>
                </a:lnTo>
                <a:lnTo>
                  <a:pt x="809625" y="1809750"/>
                </a:lnTo>
                <a:lnTo>
                  <a:pt x="809625" y="1819275"/>
                </a:lnTo>
                <a:lnTo>
                  <a:pt x="847725" y="1819275"/>
                </a:lnTo>
                <a:lnTo>
                  <a:pt x="847725" y="1838325"/>
                </a:lnTo>
                <a:lnTo>
                  <a:pt x="866775" y="1838325"/>
                </a:lnTo>
                <a:lnTo>
                  <a:pt x="866775" y="1819275"/>
                </a:lnTo>
                <a:lnTo>
                  <a:pt x="857250" y="1819275"/>
                </a:lnTo>
                <a:lnTo>
                  <a:pt x="857250" y="1809750"/>
                </a:lnTo>
                <a:lnTo>
                  <a:pt x="847725" y="1809750"/>
                </a:lnTo>
                <a:lnTo>
                  <a:pt x="847725" y="1790700"/>
                </a:lnTo>
                <a:lnTo>
                  <a:pt x="857250" y="1790700"/>
                </a:lnTo>
                <a:lnTo>
                  <a:pt x="857250" y="1781175"/>
                </a:lnTo>
                <a:lnTo>
                  <a:pt x="866775" y="1781175"/>
                </a:lnTo>
                <a:lnTo>
                  <a:pt x="866775" y="1762125"/>
                </a:lnTo>
                <a:lnTo>
                  <a:pt x="838200" y="1762125"/>
                </a:lnTo>
                <a:lnTo>
                  <a:pt x="838200" y="1752600"/>
                </a:lnTo>
                <a:lnTo>
                  <a:pt x="828675" y="1752600"/>
                </a:lnTo>
                <a:lnTo>
                  <a:pt x="828675" y="1724025"/>
                </a:lnTo>
                <a:lnTo>
                  <a:pt x="838200" y="1724025"/>
                </a:lnTo>
                <a:lnTo>
                  <a:pt x="838200" y="1685925"/>
                </a:lnTo>
                <a:lnTo>
                  <a:pt x="828675" y="1685925"/>
                </a:lnTo>
                <a:close/>
                <a:moveTo>
                  <a:pt x="885825" y="1676400"/>
                </a:moveTo>
                <a:lnTo>
                  <a:pt x="895350" y="1676400"/>
                </a:lnTo>
                <a:lnTo>
                  <a:pt x="895350" y="1685925"/>
                </a:lnTo>
                <a:lnTo>
                  <a:pt x="885825" y="1685925"/>
                </a:lnTo>
                <a:close/>
                <a:moveTo>
                  <a:pt x="1028700" y="1676400"/>
                </a:moveTo>
                <a:lnTo>
                  <a:pt x="1085850" y="1676400"/>
                </a:lnTo>
                <a:lnTo>
                  <a:pt x="1085850" y="1685925"/>
                </a:lnTo>
                <a:lnTo>
                  <a:pt x="1076325" y="1685925"/>
                </a:lnTo>
                <a:lnTo>
                  <a:pt x="1076325" y="1704975"/>
                </a:lnTo>
                <a:lnTo>
                  <a:pt x="1066800" y="1704975"/>
                </a:lnTo>
                <a:lnTo>
                  <a:pt x="1066800" y="1695450"/>
                </a:lnTo>
                <a:lnTo>
                  <a:pt x="1038225" y="1695450"/>
                </a:lnTo>
                <a:lnTo>
                  <a:pt x="1038225" y="1704975"/>
                </a:lnTo>
                <a:lnTo>
                  <a:pt x="1028700" y="1704975"/>
                </a:lnTo>
                <a:close/>
                <a:moveTo>
                  <a:pt x="1466850" y="1676400"/>
                </a:moveTo>
                <a:lnTo>
                  <a:pt x="1485900" y="1676400"/>
                </a:lnTo>
                <a:lnTo>
                  <a:pt x="1485900" y="1685925"/>
                </a:lnTo>
                <a:lnTo>
                  <a:pt x="1495425" y="1685925"/>
                </a:lnTo>
                <a:lnTo>
                  <a:pt x="1495425" y="1704975"/>
                </a:lnTo>
                <a:lnTo>
                  <a:pt x="1514475" y="1704975"/>
                </a:lnTo>
                <a:lnTo>
                  <a:pt x="1514475" y="1714500"/>
                </a:lnTo>
                <a:lnTo>
                  <a:pt x="1533525" y="1714500"/>
                </a:lnTo>
                <a:lnTo>
                  <a:pt x="1533525" y="1724025"/>
                </a:lnTo>
                <a:lnTo>
                  <a:pt x="1543050" y="1724025"/>
                </a:lnTo>
                <a:lnTo>
                  <a:pt x="1543050" y="1733550"/>
                </a:lnTo>
                <a:lnTo>
                  <a:pt x="1533525" y="1733550"/>
                </a:lnTo>
                <a:lnTo>
                  <a:pt x="1533525" y="1743075"/>
                </a:lnTo>
                <a:lnTo>
                  <a:pt x="1552575" y="1743075"/>
                </a:lnTo>
                <a:lnTo>
                  <a:pt x="1552575" y="1704975"/>
                </a:lnTo>
                <a:lnTo>
                  <a:pt x="1533525" y="1704975"/>
                </a:lnTo>
                <a:lnTo>
                  <a:pt x="1533525" y="1695450"/>
                </a:lnTo>
                <a:lnTo>
                  <a:pt x="1524000" y="1695450"/>
                </a:lnTo>
                <a:lnTo>
                  <a:pt x="1524000" y="1685925"/>
                </a:lnTo>
                <a:lnTo>
                  <a:pt x="1514475" y="1685925"/>
                </a:lnTo>
                <a:lnTo>
                  <a:pt x="1514475" y="1676400"/>
                </a:lnTo>
                <a:lnTo>
                  <a:pt x="1543050" y="1676400"/>
                </a:lnTo>
                <a:lnTo>
                  <a:pt x="1543050" y="1695450"/>
                </a:lnTo>
                <a:lnTo>
                  <a:pt x="1552575" y="1695450"/>
                </a:lnTo>
                <a:lnTo>
                  <a:pt x="1552575" y="1676400"/>
                </a:lnTo>
                <a:lnTo>
                  <a:pt x="1571625" y="1676400"/>
                </a:lnTo>
                <a:lnTo>
                  <a:pt x="1571625" y="1685925"/>
                </a:lnTo>
                <a:lnTo>
                  <a:pt x="1581150" y="1685925"/>
                </a:lnTo>
                <a:lnTo>
                  <a:pt x="1581150" y="1695450"/>
                </a:lnTo>
                <a:lnTo>
                  <a:pt x="1590675" y="1695450"/>
                </a:lnTo>
                <a:lnTo>
                  <a:pt x="1590675" y="1704975"/>
                </a:lnTo>
                <a:lnTo>
                  <a:pt x="1619250" y="1704975"/>
                </a:lnTo>
                <a:lnTo>
                  <a:pt x="1619250" y="1695450"/>
                </a:lnTo>
                <a:lnTo>
                  <a:pt x="1628775" y="1695450"/>
                </a:lnTo>
                <a:lnTo>
                  <a:pt x="1628775" y="1704975"/>
                </a:lnTo>
                <a:lnTo>
                  <a:pt x="1638300" y="1704975"/>
                </a:lnTo>
                <a:lnTo>
                  <a:pt x="1638300" y="1695450"/>
                </a:lnTo>
                <a:lnTo>
                  <a:pt x="1647825" y="1695450"/>
                </a:lnTo>
                <a:lnTo>
                  <a:pt x="1647825" y="1704975"/>
                </a:lnTo>
                <a:lnTo>
                  <a:pt x="1657350" y="1704975"/>
                </a:lnTo>
                <a:lnTo>
                  <a:pt x="1657350" y="1695450"/>
                </a:lnTo>
                <a:lnTo>
                  <a:pt x="1666875" y="1695450"/>
                </a:lnTo>
                <a:lnTo>
                  <a:pt x="1666875" y="1714500"/>
                </a:lnTo>
                <a:lnTo>
                  <a:pt x="1685925" y="1714500"/>
                </a:lnTo>
                <a:lnTo>
                  <a:pt x="1685925" y="1752600"/>
                </a:lnTo>
                <a:lnTo>
                  <a:pt x="1676400" y="1752600"/>
                </a:lnTo>
                <a:lnTo>
                  <a:pt x="1676400" y="1733550"/>
                </a:lnTo>
                <a:lnTo>
                  <a:pt x="1666875" y="1733550"/>
                </a:lnTo>
                <a:lnTo>
                  <a:pt x="1666875" y="1743075"/>
                </a:lnTo>
                <a:lnTo>
                  <a:pt x="1657350" y="1743075"/>
                </a:lnTo>
                <a:lnTo>
                  <a:pt x="1657350" y="1733550"/>
                </a:lnTo>
                <a:lnTo>
                  <a:pt x="1647825" y="1733550"/>
                </a:lnTo>
                <a:lnTo>
                  <a:pt x="1647825" y="1752600"/>
                </a:lnTo>
                <a:lnTo>
                  <a:pt x="1657350" y="1752600"/>
                </a:lnTo>
                <a:lnTo>
                  <a:pt x="1657350" y="1771650"/>
                </a:lnTo>
                <a:lnTo>
                  <a:pt x="1666875" y="1771650"/>
                </a:lnTo>
                <a:lnTo>
                  <a:pt x="1666875" y="1790700"/>
                </a:lnTo>
                <a:lnTo>
                  <a:pt x="1657350" y="1790700"/>
                </a:lnTo>
                <a:lnTo>
                  <a:pt x="1657350" y="1819275"/>
                </a:lnTo>
                <a:lnTo>
                  <a:pt x="1647825" y="1819275"/>
                </a:lnTo>
                <a:lnTo>
                  <a:pt x="1647825" y="1828800"/>
                </a:lnTo>
                <a:lnTo>
                  <a:pt x="1638300" y="1828800"/>
                </a:lnTo>
                <a:lnTo>
                  <a:pt x="1638300" y="1838325"/>
                </a:lnTo>
                <a:lnTo>
                  <a:pt x="1647825" y="1838325"/>
                </a:lnTo>
                <a:lnTo>
                  <a:pt x="1647825" y="1847850"/>
                </a:lnTo>
                <a:lnTo>
                  <a:pt x="1657350" y="1847850"/>
                </a:lnTo>
                <a:lnTo>
                  <a:pt x="1657350" y="1838325"/>
                </a:lnTo>
                <a:lnTo>
                  <a:pt x="1676400" y="1838325"/>
                </a:lnTo>
                <a:lnTo>
                  <a:pt x="1676400" y="1857375"/>
                </a:lnTo>
                <a:lnTo>
                  <a:pt x="1666875" y="1857375"/>
                </a:lnTo>
                <a:lnTo>
                  <a:pt x="1666875" y="1866900"/>
                </a:lnTo>
                <a:lnTo>
                  <a:pt x="1657350" y="1866900"/>
                </a:lnTo>
                <a:lnTo>
                  <a:pt x="1657350" y="1876425"/>
                </a:lnTo>
                <a:lnTo>
                  <a:pt x="1628775" y="1876425"/>
                </a:lnTo>
                <a:lnTo>
                  <a:pt x="1628775" y="1905000"/>
                </a:lnTo>
                <a:lnTo>
                  <a:pt x="1619250" y="1905000"/>
                </a:lnTo>
                <a:lnTo>
                  <a:pt x="1619250" y="1914525"/>
                </a:lnTo>
                <a:lnTo>
                  <a:pt x="1638300" y="1914525"/>
                </a:lnTo>
                <a:lnTo>
                  <a:pt x="1638300" y="1924050"/>
                </a:lnTo>
                <a:lnTo>
                  <a:pt x="1609725" y="1924050"/>
                </a:lnTo>
                <a:lnTo>
                  <a:pt x="1609725" y="1914525"/>
                </a:lnTo>
                <a:lnTo>
                  <a:pt x="1600200" y="1914525"/>
                </a:lnTo>
                <a:lnTo>
                  <a:pt x="1600200" y="1905000"/>
                </a:lnTo>
                <a:lnTo>
                  <a:pt x="1571625" y="1905000"/>
                </a:lnTo>
                <a:lnTo>
                  <a:pt x="1571625" y="1933575"/>
                </a:lnTo>
                <a:lnTo>
                  <a:pt x="1581150" y="1933575"/>
                </a:lnTo>
                <a:lnTo>
                  <a:pt x="1581150" y="1943100"/>
                </a:lnTo>
                <a:lnTo>
                  <a:pt x="1571625" y="1943100"/>
                </a:lnTo>
                <a:lnTo>
                  <a:pt x="1571625" y="1952625"/>
                </a:lnTo>
                <a:lnTo>
                  <a:pt x="1562100" y="1952625"/>
                </a:lnTo>
                <a:lnTo>
                  <a:pt x="1562100" y="1971675"/>
                </a:lnTo>
                <a:lnTo>
                  <a:pt x="1571625" y="1971675"/>
                </a:lnTo>
                <a:lnTo>
                  <a:pt x="1571625" y="1981200"/>
                </a:lnTo>
                <a:lnTo>
                  <a:pt x="1581150" y="1981200"/>
                </a:lnTo>
                <a:lnTo>
                  <a:pt x="1581150" y="1971675"/>
                </a:lnTo>
                <a:lnTo>
                  <a:pt x="1590675" y="1971675"/>
                </a:lnTo>
                <a:lnTo>
                  <a:pt x="1590675" y="1962150"/>
                </a:lnTo>
                <a:lnTo>
                  <a:pt x="1581150" y="1962150"/>
                </a:lnTo>
                <a:lnTo>
                  <a:pt x="1581150" y="1952625"/>
                </a:lnTo>
                <a:lnTo>
                  <a:pt x="1590675" y="1952625"/>
                </a:lnTo>
                <a:lnTo>
                  <a:pt x="1590675" y="1943100"/>
                </a:lnTo>
                <a:lnTo>
                  <a:pt x="1600200" y="1943100"/>
                </a:lnTo>
                <a:lnTo>
                  <a:pt x="1600200" y="1962150"/>
                </a:lnTo>
                <a:lnTo>
                  <a:pt x="1609725" y="1962150"/>
                </a:lnTo>
                <a:lnTo>
                  <a:pt x="1609725" y="1990725"/>
                </a:lnTo>
                <a:lnTo>
                  <a:pt x="1619250" y="1990725"/>
                </a:lnTo>
                <a:lnTo>
                  <a:pt x="1619250" y="2000250"/>
                </a:lnTo>
                <a:lnTo>
                  <a:pt x="1657350" y="2000250"/>
                </a:lnTo>
                <a:lnTo>
                  <a:pt x="1657350" y="1971675"/>
                </a:lnTo>
                <a:lnTo>
                  <a:pt x="1666875" y="1971675"/>
                </a:lnTo>
                <a:lnTo>
                  <a:pt x="1666875" y="2000250"/>
                </a:lnTo>
                <a:lnTo>
                  <a:pt x="1657350" y="2000250"/>
                </a:lnTo>
                <a:lnTo>
                  <a:pt x="1657350" y="2009775"/>
                </a:lnTo>
                <a:lnTo>
                  <a:pt x="1666875" y="2009775"/>
                </a:lnTo>
                <a:lnTo>
                  <a:pt x="1666875" y="2019300"/>
                </a:lnTo>
                <a:lnTo>
                  <a:pt x="1657350" y="2019300"/>
                </a:lnTo>
                <a:lnTo>
                  <a:pt x="1657350" y="2028825"/>
                </a:lnTo>
                <a:lnTo>
                  <a:pt x="1666875" y="2028825"/>
                </a:lnTo>
                <a:lnTo>
                  <a:pt x="1666875" y="2038350"/>
                </a:lnTo>
                <a:lnTo>
                  <a:pt x="1638300" y="2038350"/>
                </a:lnTo>
                <a:lnTo>
                  <a:pt x="1638300" y="2019300"/>
                </a:lnTo>
                <a:lnTo>
                  <a:pt x="1628775" y="2019300"/>
                </a:lnTo>
                <a:lnTo>
                  <a:pt x="1628775" y="2009775"/>
                </a:lnTo>
                <a:lnTo>
                  <a:pt x="1619250" y="2009775"/>
                </a:lnTo>
                <a:lnTo>
                  <a:pt x="1619250" y="2019300"/>
                </a:lnTo>
                <a:lnTo>
                  <a:pt x="1590675" y="2019300"/>
                </a:lnTo>
                <a:lnTo>
                  <a:pt x="1590675" y="2000250"/>
                </a:lnTo>
                <a:lnTo>
                  <a:pt x="1562100" y="2000250"/>
                </a:lnTo>
                <a:lnTo>
                  <a:pt x="1562100" y="2019300"/>
                </a:lnTo>
                <a:lnTo>
                  <a:pt x="1571625" y="2019300"/>
                </a:lnTo>
                <a:lnTo>
                  <a:pt x="1571625" y="2028825"/>
                </a:lnTo>
                <a:lnTo>
                  <a:pt x="1581150" y="2028825"/>
                </a:lnTo>
                <a:lnTo>
                  <a:pt x="1581150" y="2019300"/>
                </a:lnTo>
                <a:lnTo>
                  <a:pt x="1590675" y="2019300"/>
                </a:lnTo>
                <a:lnTo>
                  <a:pt x="1590675" y="2047875"/>
                </a:lnTo>
                <a:lnTo>
                  <a:pt x="1571625" y="2047875"/>
                </a:lnTo>
                <a:lnTo>
                  <a:pt x="1571625" y="2038350"/>
                </a:lnTo>
                <a:lnTo>
                  <a:pt x="1562100" y="2038350"/>
                </a:lnTo>
                <a:lnTo>
                  <a:pt x="1562100" y="2028825"/>
                </a:lnTo>
                <a:lnTo>
                  <a:pt x="1552575" y="2028825"/>
                </a:lnTo>
                <a:lnTo>
                  <a:pt x="1552575" y="2009775"/>
                </a:lnTo>
                <a:lnTo>
                  <a:pt x="1543050" y="2009775"/>
                </a:lnTo>
                <a:lnTo>
                  <a:pt x="1543050" y="2000250"/>
                </a:lnTo>
                <a:lnTo>
                  <a:pt x="1552575" y="2000250"/>
                </a:lnTo>
                <a:lnTo>
                  <a:pt x="1552575" y="1990725"/>
                </a:lnTo>
                <a:lnTo>
                  <a:pt x="1533525" y="1990725"/>
                </a:lnTo>
                <a:lnTo>
                  <a:pt x="1533525" y="2000250"/>
                </a:lnTo>
                <a:lnTo>
                  <a:pt x="1514475" y="2000250"/>
                </a:lnTo>
                <a:lnTo>
                  <a:pt x="1514475" y="2009775"/>
                </a:lnTo>
                <a:lnTo>
                  <a:pt x="1485900" y="2009775"/>
                </a:lnTo>
                <a:lnTo>
                  <a:pt x="1485900" y="2000250"/>
                </a:lnTo>
                <a:lnTo>
                  <a:pt x="1466850" y="2000250"/>
                </a:lnTo>
                <a:lnTo>
                  <a:pt x="1466850" y="1962150"/>
                </a:lnTo>
                <a:lnTo>
                  <a:pt x="1457325" y="1962150"/>
                </a:lnTo>
                <a:lnTo>
                  <a:pt x="1457325" y="1924050"/>
                </a:lnTo>
                <a:lnTo>
                  <a:pt x="1466850" y="1924050"/>
                </a:lnTo>
                <a:lnTo>
                  <a:pt x="1466850" y="1933575"/>
                </a:lnTo>
                <a:lnTo>
                  <a:pt x="1524000" y="1933575"/>
                </a:lnTo>
                <a:lnTo>
                  <a:pt x="1524000" y="1914525"/>
                </a:lnTo>
                <a:lnTo>
                  <a:pt x="1504950" y="1914525"/>
                </a:lnTo>
                <a:lnTo>
                  <a:pt x="1504950" y="1924050"/>
                </a:lnTo>
                <a:lnTo>
                  <a:pt x="1485900" y="1924050"/>
                </a:lnTo>
                <a:lnTo>
                  <a:pt x="1485900" y="1914525"/>
                </a:lnTo>
                <a:lnTo>
                  <a:pt x="1438275" y="1914525"/>
                </a:lnTo>
                <a:lnTo>
                  <a:pt x="1438275" y="1905000"/>
                </a:lnTo>
                <a:lnTo>
                  <a:pt x="1419225" y="1905000"/>
                </a:lnTo>
                <a:lnTo>
                  <a:pt x="1419225" y="1914525"/>
                </a:lnTo>
                <a:lnTo>
                  <a:pt x="1428750" y="1914525"/>
                </a:lnTo>
                <a:lnTo>
                  <a:pt x="1428750" y="1943100"/>
                </a:lnTo>
                <a:lnTo>
                  <a:pt x="1409700" y="1943100"/>
                </a:lnTo>
                <a:lnTo>
                  <a:pt x="1409700" y="1933575"/>
                </a:lnTo>
                <a:lnTo>
                  <a:pt x="1400175" y="1933575"/>
                </a:lnTo>
                <a:lnTo>
                  <a:pt x="1400175" y="1924050"/>
                </a:lnTo>
                <a:lnTo>
                  <a:pt x="1390650" y="1924050"/>
                </a:lnTo>
                <a:lnTo>
                  <a:pt x="1390650" y="1905000"/>
                </a:lnTo>
                <a:lnTo>
                  <a:pt x="1371600" y="1905000"/>
                </a:lnTo>
                <a:lnTo>
                  <a:pt x="1371600" y="1914525"/>
                </a:lnTo>
                <a:lnTo>
                  <a:pt x="1381125" y="1914525"/>
                </a:lnTo>
                <a:lnTo>
                  <a:pt x="1381125" y="1943100"/>
                </a:lnTo>
                <a:lnTo>
                  <a:pt x="1400175" y="1943100"/>
                </a:lnTo>
                <a:lnTo>
                  <a:pt x="1400175" y="1962150"/>
                </a:lnTo>
                <a:lnTo>
                  <a:pt x="1390650" y="1962150"/>
                </a:lnTo>
                <a:lnTo>
                  <a:pt x="1390650" y="1952625"/>
                </a:lnTo>
                <a:lnTo>
                  <a:pt x="1362075" y="1952625"/>
                </a:lnTo>
                <a:lnTo>
                  <a:pt x="1362075" y="1981200"/>
                </a:lnTo>
                <a:lnTo>
                  <a:pt x="1371600" y="1981200"/>
                </a:lnTo>
                <a:lnTo>
                  <a:pt x="1371600" y="2009775"/>
                </a:lnTo>
                <a:lnTo>
                  <a:pt x="1352550" y="2009775"/>
                </a:lnTo>
                <a:lnTo>
                  <a:pt x="1352550" y="2019300"/>
                </a:lnTo>
                <a:lnTo>
                  <a:pt x="1343025" y="2019300"/>
                </a:lnTo>
                <a:lnTo>
                  <a:pt x="1343025" y="2000250"/>
                </a:lnTo>
                <a:lnTo>
                  <a:pt x="1333500" y="2000250"/>
                </a:lnTo>
                <a:lnTo>
                  <a:pt x="1333500" y="1971675"/>
                </a:lnTo>
                <a:lnTo>
                  <a:pt x="1343025" y="1971675"/>
                </a:lnTo>
                <a:lnTo>
                  <a:pt x="1343025" y="1952625"/>
                </a:lnTo>
                <a:lnTo>
                  <a:pt x="1352550" y="1952625"/>
                </a:lnTo>
                <a:lnTo>
                  <a:pt x="1352550" y="1924050"/>
                </a:lnTo>
                <a:lnTo>
                  <a:pt x="1333500" y="1924050"/>
                </a:lnTo>
                <a:lnTo>
                  <a:pt x="1333500" y="1895475"/>
                </a:lnTo>
                <a:lnTo>
                  <a:pt x="1323975" y="1895475"/>
                </a:lnTo>
                <a:lnTo>
                  <a:pt x="1323975" y="1914525"/>
                </a:lnTo>
                <a:lnTo>
                  <a:pt x="1285875" y="1914525"/>
                </a:lnTo>
                <a:lnTo>
                  <a:pt x="1285875" y="1905000"/>
                </a:lnTo>
                <a:lnTo>
                  <a:pt x="1295400" y="1905000"/>
                </a:lnTo>
                <a:lnTo>
                  <a:pt x="1295400" y="1895475"/>
                </a:lnTo>
                <a:lnTo>
                  <a:pt x="1314450" y="1895475"/>
                </a:lnTo>
                <a:lnTo>
                  <a:pt x="1314450" y="1885950"/>
                </a:lnTo>
                <a:lnTo>
                  <a:pt x="1333500" y="1885950"/>
                </a:lnTo>
                <a:lnTo>
                  <a:pt x="1333500" y="1895475"/>
                </a:lnTo>
                <a:lnTo>
                  <a:pt x="1352550" y="1895475"/>
                </a:lnTo>
                <a:lnTo>
                  <a:pt x="1352550" y="1905000"/>
                </a:lnTo>
                <a:lnTo>
                  <a:pt x="1362075" y="1905000"/>
                </a:lnTo>
                <a:lnTo>
                  <a:pt x="1362075" y="1895475"/>
                </a:lnTo>
                <a:lnTo>
                  <a:pt x="1381125" y="1895475"/>
                </a:lnTo>
                <a:lnTo>
                  <a:pt x="1381125" y="1866900"/>
                </a:lnTo>
                <a:lnTo>
                  <a:pt x="1390650" y="1866900"/>
                </a:lnTo>
                <a:lnTo>
                  <a:pt x="1390650" y="1857375"/>
                </a:lnTo>
                <a:lnTo>
                  <a:pt x="1409700" y="1857375"/>
                </a:lnTo>
                <a:lnTo>
                  <a:pt x="1409700" y="1847850"/>
                </a:lnTo>
                <a:lnTo>
                  <a:pt x="1390650" y="1847850"/>
                </a:lnTo>
                <a:lnTo>
                  <a:pt x="1390650" y="1838325"/>
                </a:lnTo>
                <a:lnTo>
                  <a:pt x="1457325" y="1838325"/>
                </a:lnTo>
                <a:lnTo>
                  <a:pt x="1457325" y="1847850"/>
                </a:lnTo>
                <a:lnTo>
                  <a:pt x="1438275" y="1847850"/>
                </a:lnTo>
                <a:lnTo>
                  <a:pt x="1438275" y="1857375"/>
                </a:lnTo>
                <a:lnTo>
                  <a:pt x="1447800" y="1857375"/>
                </a:lnTo>
                <a:lnTo>
                  <a:pt x="1447800" y="1885950"/>
                </a:lnTo>
                <a:lnTo>
                  <a:pt x="1466850" y="1885950"/>
                </a:lnTo>
                <a:lnTo>
                  <a:pt x="1466850" y="1895475"/>
                </a:lnTo>
                <a:lnTo>
                  <a:pt x="1476375" y="1895475"/>
                </a:lnTo>
                <a:lnTo>
                  <a:pt x="1476375" y="1905000"/>
                </a:lnTo>
                <a:lnTo>
                  <a:pt x="1485900" y="1905000"/>
                </a:lnTo>
                <a:lnTo>
                  <a:pt x="1485900" y="1895475"/>
                </a:lnTo>
                <a:lnTo>
                  <a:pt x="1495425" y="1895475"/>
                </a:lnTo>
                <a:lnTo>
                  <a:pt x="1495425" y="1876425"/>
                </a:lnTo>
                <a:lnTo>
                  <a:pt x="1485900" y="1876425"/>
                </a:lnTo>
                <a:lnTo>
                  <a:pt x="1485900" y="1838325"/>
                </a:lnTo>
                <a:lnTo>
                  <a:pt x="1495425" y="1838325"/>
                </a:lnTo>
                <a:lnTo>
                  <a:pt x="1495425" y="1828800"/>
                </a:lnTo>
                <a:lnTo>
                  <a:pt x="1504950" y="1828800"/>
                </a:lnTo>
                <a:lnTo>
                  <a:pt x="1504950" y="1781175"/>
                </a:lnTo>
                <a:lnTo>
                  <a:pt x="1514475" y="1781175"/>
                </a:lnTo>
                <a:lnTo>
                  <a:pt x="1514475" y="1752600"/>
                </a:lnTo>
                <a:lnTo>
                  <a:pt x="1504950" y="1752600"/>
                </a:lnTo>
                <a:lnTo>
                  <a:pt x="1504950" y="1714500"/>
                </a:lnTo>
                <a:lnTo>
                  <a:pt x="1476375" y="1714500"/>
                </a:lnTo>
                <a:lnTo>
                  <a:pt x="1476375" y="1724025"/>
                </a:lnTo>
                <a:lnTo>
                  <a:pt x="1485900" y="1724025"/>
                </a:lnTo>
                <a:lnTo>
                  <a:pt x="1485900" y="1733550"/>
                </a:lnTo>
                <a:lnTo>
                  <a:pt x="1466850" y="1733550"/>
                </a:lnTo>
                <a:lnTo>
                  <a:pt x="1466850" y="1714500"/>
                </a:lnTo>
                <a:lnTo>
                  <a:pt x="1457325" y="1714500"/>
                </a:lnTo>
                <a:lnTo>
                  <a:pt x="1457325" y="1695450"/>
                </a:lnTo>
                <a:lnTo>
                  <a:pt x="1466850" y="1695450"/>
                </a:lnTo>
                <a:close/>
                <a:moveTo>
                  <a:pt x="323850" y="1685925"/>
                </a:moveTo>
                <a:lnTo>
                  <a:pt x="352425" y="1685925"/>
                </a:lnTo>
                <a:lnTo>
                  <a:pt x="352425" y="1695450"/>
                </a:lnTo>
                <a:lnTo>
                  <a:pt x="371475" y="1695450"/>
                </a:lnTo>
                <a:lnTo>
                  <a:pt x="371475" y="1704975"/>
                </a:lnTo>
                <a:lnTo>
                  <a:pt x="361950" y="1704975"/>
                </a:lnTo>
                <a:lnTo>
                  <a:pt x="361950" y="1762125"/>
                </a:lnTo>
                <a:lnTo>
                  <a:pt x="371475" y="1762125"/>
                </a:lnTo>
                <a:lnTo>
                  <a:pt x="371475" y="1771650"/>
                </a:lnTo>
                <a:lnTo>
                  <a:pt x="361950" y="1771650"/>
                </a:lnTo>
                <a:lnTo>
                  <a:pt x="361950" y="1790700"/>
                </a:lnTo>
                <a:lnTo>
                  <a:pt x="371475" y="1790700"/>
                </a:lnTo>
                <a:lnTo>
                  <a:pt x="371475" y="1800225"/>
                </a:lnTo>
                <a:lnTo>
                  <a:pt x="342900" y="1800225"/>
                </a:lnTo>
                <a:lnTo>
                  <a:pt x="342900" y="1809750"/>
                </a:lnTo>
                <a:lnTo>
                  <a:pt x="314325" y="1809750"/>
                </a:lnTo>
                <a:lnTo>
                  <a:pt x="314325" y="1838325"/>
                </a:lnTo>
                <a:lnTo>
                  <a:pt x="304800" y="1838325"/>
                </a:lnTo>
                <a:lnTo>
                  <a:pt x="304800" y="1743075"/>
                </a:lnTo>
                <a:lnTo>
                  <a:pt x="295275" y="1743075"/>
                </a:lnTo>
                <a:lnTo>
                  <a:pt x="295275" y="1733550"/>
                </a:lnTo>
                <a:lnTo>
                  <a:pt x="304800" y="1733550"/>
                </a:lnTo>
                <a:lnTo>
                  <a:pt x="304800" y="1743075"/>
                </a:lnTo>
                <a:lnTo>
                  <a:pt x="323850" y="1743075"/>
                </a:lnTo>
                <a:lnTo>
                  <a:pt x="323850" y="1733550"/>
                </a:lnTo>
                <a:lnTo>
                  <a:pt x="333375" y="1733550"/>
                </a:lnTo>
                <a:lnTo>
                  <a:pt x="333375" y="1714500"/>
                </a:lnTo>
                <a:lnTo>
                  <a:pt x="314325" y="1714500"/>
                </a:lnTo>
                <a:lnTo>
                  <a:pt x="314325" y="1695450"/>
                </a:lnTo>
                <a:lnTo>
                  <a:pt x="323850" y="1695450"/>
                </a:lnTo>
                <a:close/>
                <a:moveTo>
                  <a:pt x="742950" y="1695450"/>
                </a:moveTo>
                <a:lnTo>
                  <a:pt x="752475" y="1695450"/>
                </a:lnTo>
                <a:lnTo>
                  <a:pt x="752475" y="1714500"/>
                </a:lnTo>
                <a:lnTo>
                  <a:pt x="742950" y="1714500"/>
                </a:lnTo>
                <a:close/>
                <a:moveTo>
                  <a:pt x="647700" y="1704975"/>
                </a:moveTo>
                <a:lnTo>
                  <a:pt x="657225" y="1704975"/>
                </a:lnTo>
                <a:lnTo>
                  <a:pt x="657225" y="1724025"/>
                </a:lnTo>
                <a:lnTo>
                  <a:pt x="676275" y="1724025"/>
                </a:lnTo>
                <a:lnTo>
                  <a:pt x="676275" y="1743075"/>
                </a:lnTo>
                <a:lnTo>
                  <a:pt x="666750" y="1743075"/>
                </a:lnTo>
                <a:lnTo>
                  <a:pt x="666750" y="1733550"/>
                </a:lnTo>
                <a:lnTo>
                  <a:pt x="628650" y="1733550"/>
                </a:lnTo>
                <a:lnTo>
                  <a:pt x="628650" y="1743075"/>
                </a:lnTo>
                <a:lnTo>
                  <a:pt x="619125" y="1743075"/>
                </a:lnTo>
                <a:lnTo>
                  <a:pt x="619125" y="1724025"/>
                </a:lnTo>
                <a:lnTo>
                  <a:pt x="647700" y="1724025"/>
                </a:lnTo>
                <a:close/>
                <a:moveTo>
                  <a:pt x="695325" y="1704975"/>
                </a:moveTo>
                <a:lnTo>
                  <a:pt x="704850" y="1704975"/>
                </a:lnTo>
                <a:lnTo>
                  <a:pt x="704850" y="1714500"/>
                </a:lnTo>
                <a:lnTo>
                  <a:pt x="695325" y="1714500"/>
                </a:lnTo>
                <a:close/>
                <a:moveTo>
                  <a:pt x="1266825" y="1704975"/>
                </a:moveTo>
                <a:lnTo>
                  <a:pt x="1276350" y="1704975"/>
                </a:lnTo>
                <a:lnTo>
                  <a:pt x="1276350" y="1724025"/>
                </a:lnTo>
                <a:lnTo>
                  <a:pt x="1266825" y="1724025"/>
                </a:lnTo>
                <a:close/>
                <a:moveTo>
                  <a:pt x="1562100" y="1714500"/>
                </a:moveTo>
                <a:lnTo>
                  <a:pt x="1571625" y="1714500"/>
                </a:lnTo>
                <a:lnTo>
                  <a:pt x="1571625" y="1704975"/>
                </a:lnTo>
                <a:lnTo>
                  <a:pt x="1562100" y="1704975"/>
                </a:lnTo>
                <a:close/>
                <a:moveTo>
                  <a:pt x="685800" y="1724025"/>
                </a:moveTo>
                <a:lnTo>
                  <a:pt x="695325" y="1724025"/>
                </a:lnTo>
                <a:lnTo>
                  <a:pt x="695325" y="1733550"/>
                </a:lnTo>
                <a:lnTo>
                  <a:pt x="685800" y="1733550"/>
                </a:lnTo>
                <a:close/>
                <a:moveTo>
                  <a:pt x="1028700" y="1724025"/>
                </a:moveTo>
                <a:lnTo>
                  <a:pt x="1038225" y="1724025"/>
                </a:lnTo>
                <a:lnTo>
                  <a:pt x="1038225" y="1733550"/>
                </a:lnTo>
                <a:lnTo>
                  <a:pt x="1057275" y="1733550"/>
                </a:lnTo>
                <a:lnTo>
                  <a:pt x="1057275" y="1752600"/>
                </a:lnTo>
                <a:lnTo>
                  <a:pt x="1066800" y="1752600"/>
                </a:lnTo>
                <a:lnTo>
                  <a:pt x="1066800" y="1771650"/>
                </a:lnTo>
                <a:lnTo>
                  <a:pt x="1076325" y="1771650"/>
                </a:lnTo>
                <a:lnTo>
                  <a:pt x="1076325" y="1752600"/>
                </a:lnTo>
                <a:lnTo>
                  <a:pt x="1085850" y="1752600"/>
                </a:lnTo>
                <a:lnTo>
                  <a:pt x="1085850" y="1733550"/>
                </a:lnTo>
                <a:lnTo>
                  <a:pt x="1095375" y="1733550"/>
                </a:lnTo>
                <a:lnTo>
                  <a:pt x="1095375" y="1724025"/>
                </a:lnTo>
                <a:lnTo>
                  <a:pt x="1104900" y="1724025"/>
                </a:lnTo>
                <a:lnTo>
                  <a:pt x="1104900" y="1733550"/>
                </a:lnTo>
                <a:lnTo>
                  <a:pt x="1114425" y="1733550"/>
                </a:lnTo>
                <a:lnTo>
                  <a:pt x="1114425" y="1743075"/>
                </a:lnTo>
                <a:lnTo>
                  <a:pt x="1104900" y="1743075"/>
                </a:lnTo>
                <a:lnTo>
                  <a:pt x="1104900" y="1762125"/>
                </a:lnTo>
                <a:lnTo>
                  <a:pt x="1095375" y="1762125"/>
                </a:lnTo>
                <a:lnTo>
                  <a:pt x="1095375" y="1771650"/>
                </a:lnTo>
                <a:lnTo>
                  <a:pt x="1076325" y="1771650"/>
                </a:lnTo>
                <a:lnTo>
                  <a:pt x="1076325" y="1790700"/>
                </a:lnTo>
                <a:lnTo>
                  <a:pt x="1057275" y="1790700"/>
                </a:lnTo>
                <a:lnTo>
                  <a:pt x="1057275" y="1771650"/>
                </a:lnTo>
                <a:lnTo>
                  <a:pt x="1047750" y="1771650"/>
                </a:lnTo>
                <a:lnTo>
                  <a:pt x="1047750" y="1800225"/>
                </a:lnTo>
                <a:lnTo>
                  <a:pt x="1085850" y="1800225"/>
                </a:lnTo>
                <a:lnTo>
                  <a:pt x="1085850" y="1781175"/>
                </a:lnTo>
                <a:lnTo>
                  <a:pt x="1104900" y="1781175"/>
                </a:lnTo>
                <a:lnTo>
                  <a:pt x="1104900" y="1790700"/>
                </a:lnTo>
                <a:lnTo>
                  <a:pt x="1133475" y="1790700"/>
                </a:lnTo>
                <a:lnTo>
                  <a:pt x="1133475" y="1781175"/>
                </a:lnTo>
                <a:lnTo>
                  <a:pt x="1123950" y="1781175"/>
                </a:lnTo>
                <a:lnTo>
                  <a:pt x="1123950" y="1771650"/>
                </a:lnTo>
                <a:lnTo>
                  <a:pt x="1143000" y="1771650"/>
                </a:lnTo>
                <a:lnTo>
                  <a:pt x="1143000" y="1762125"/>
                </a:lnTo>
                <a:lnTo>
                  <a:pt x="1133475" y="1762125"/>
                </a:lnTo>
                <a:lnTo>
                  <a:pt x="1133475" y="1752600"/>
                </a:lnTo>
                <a:lnTo>
                  <a:pt x="1143000" y="1752600"/>
                </a:lnTo>
                <a:lnTo>
                  <a:pt x="1143000" y="1762125"/>
                </a:lnTo>
                <a:lnTo>
                  <a:pt x="1162050" y="1762125"/>
                </a:lnTo>
                <a:lnTo>
                  <a:pt x="1162050" y="1771650"/>
                </a:lnTo>
                <a:lnTo>
                  <a:pt x="1152525" y="1771650"/>
                </a:lnTo>
                <a:lnTo>
                  <a:pt x="1152525" y="1781175"/>
                </a:lnTo>
                <a:lnTo>
                  <a:pt x="1181100" y="1781175"/>
                </a:lnTo>
                <a:lnTo>
                  <a:pt x="1181100" y="1800225"/>
                </a:lnTo>
                <a:lnTo>
                  <a:pt x="1209675" y="1800225"/>
                </a:lnTo>
                <a:lnTo>
                  <a:pt x="1209675" y="1781175"/>
                </a:lnTo>
                <a:lnTo>
                  <a:pt x="1219200" y="1781175"/>
                </a:lnTo>
                <a:lnTo>
                  <a:pt x="1219200" y="1790700"/>
                </a:lnTo>
                <a:lnTo>
                  <a:pt x="1238250" y="1790700"/>
                </a:lnTo>
                <a:lnTo>
                  <a:pt x="1238250" y="1800225"/>
                </a:lnTo>
                <a:lnTo>
                  <a:pt x="1209675" y="1800225"/>
                </a:lnTo>
                <a:lnTo>
                  <a:pt x="1209675" y="1809750"/>
                </a:lnTo>
                <a:lnTo>
                  <a:pt x="1152525" y="1809750"/>
                </a:lnTo>
                <a:lnTo>
                  <a:pt x="1152525" y="1800225"/>
                </a:lnTo>
                <a:lnTo>
                  <a:pt x="1104900" y="1800225"/>
                </a:lnTo>
                <a:lnTo>
                  <a:pt x="1104900" y="1819275"/>
                </a:lnTo>
                <a:lnTo>
                  <a:pt x="1076325" y="1819275"/>
                </a:lnTo>
                <a:lnTo>
                  <a:pt x="1076325" y="1847850"/>
                </a:lnTo>
                <a:lnTo>
                  <a:pt x="1057275" y="1847850"/>
                </a:lnTo>
                <a:lnTo>
                  <a:pt x="1057275" y="1838325"/>
                </a:lnTo>
                <a:lnTo>
                  <a:pt x="1038225" y="1838325"/>
                </a:lnTo>
                <a:lnTo>
                  <a:pt x="1038225" y="1828800"/>
                </a:lnTo>
                <a:lnTo>
                  <a:pt x="1028700" y="1828800"/>
                </a:lnTo>
                <a:close/>
                <a:moveTo>
                  <a:pt x="1257300" y="1724025"/>
                </a:moveTo>
                <a:lnTo>
                  <a:pt x="1266825" y="1724025"/>
                </a:lnTo>
                <a:lnTo>
                  <a:pt x="1266825" y="1733550"/>
                </a:lnTo>
                <a:lnTo>
                  <a:pt x="1257300" y="1733550"/>
                </a:lnTo>
                <a:close/>
                <a:moveTo>
                  <a:pt x="723900" y="1733550"/>
                </a:moveTo>
                <a:lnTo>
                  <a:pt x="742950" y="1733550"/>
                </a:lnTo>
                <a:lnTo>
                  <a:pt x="742950" y="1743075"/>
                </a:lnTo>
                <a:lnTo>
                  <a:pt x="752475" y="1743075"/>
                </a:lnTo>
                <a:lnTo>
                  <a:pt x="752475" y="1752600"/>
                </a:lnTo>
                <a:lnTo>
                  <a:pt x="762000" y="1752600"/>
                </a:lnTo>
                <a:lnTo>
                  <a:pt x="762000" y="1762125"/>
                </a:lnTo>
                <a:lnTo>
                  <a:pt x="733425" y="1762125"/>
                </a:lnTo>
                <a:lnTo>
                  <a:pt x="733425" y="1752600"/>
                </a:lnTo>
                <a:lnTo>
                  <a:pt x="723900" y="1752600"/>
                </a:lnTo>
                <a:lnTo>
                  <a:pt x="723900" y="1762125"/>
                </a:lnTo>
                <a:lnTo>
                  <a:pt x="714375" y="1762125"/>
                </a:lnTo>
                <a:lnTo>
                  <a:pt x="714375" y="1743075"/>
                </a:lnTo>
                <a:lnTo>
                  <a:pt x="723900" y="1743075"/>
                </a:lnTo>
                <a:close/>
                <a:moveTo>
                  <a:pt x="771525" y="1733550"/>
                </a:moveTo>
                <a:lnTo>
                  <a:pt x="790575" y="1733550"/>
                </a:lnTo>
                <a:lnTo>
                  <a:pt x="790575" y="1743075"/>
                </a:lnTo>
                <a:lnTo>
                  <a:pt x="771525" y="1743075"/>
                </a:lnTo>
                <a:close/>
                <a:moveTo>
                  <a:pt x="923925" y="1733550"/>
                </a:moveTo>
                <a:lnTo>
                  <a:pt x="933450" y="1733550"/>
                </a:lnTo>
                <a:lnTo>
                  <a:pt x="933450" y="1714500"/>
                </a:lnTo>
                <a:lnTo>
                  <a:pt x="923925" y="1714500"/>
                </a:lnTo>
                <a:close/>
                <a:moveTo>
                  <a:pt x="838200" y="1743075"/>
                </a:moveTo>
                <a:lnTo>
                  <a:pt x="847725" y="1743075"/>
                </a:lnTo>
                <a:lnTo>
                  <a:pt x="847725" y="1733550"/>
                </a:lnTo>
                <a:lnTo>
                  <a:pt x="838200" y="1733550"/>
                </a:lnTo>
                <a:close/>
                <a:moveTo>
                  <a:pt x="790575" y="1752600"/>
                </a:moveTo>
                <a:lnTo>
                  <a:pt x="809625" y="1752600"/>
                </a:lnTo>
                <a:lnTo>
                  <a:pt x="809625" y="1762125"/>
                </a:lnTo>
                <a:lnTo>
                  <a:pt x="819150" y="1762125"/>
                </a:lnTo>
                <a:lnTo>
                  <a:pt x="819150" y="1771650"/>
                </a:lnTo>
                <a:lnTo>
                  <a:pt x="800100" y="1771650"/>
                </a:lnTo>
                <a:lnTo>
                  <a:pt x="800100" y="1781175"/>
                </a:lnTo>
                <a:lnTo>
                  <a:pt x="790575" y="1781175"/>
                </a:lnTo>
                <a:close/>
                <a:moveTo>
                  <a:pt x="1609725" y="1752600"/>
                </a:moveTo>
                <a:lnTo>
                  <a:pt x="1619250" y="1752600"/>
                </a:lnTo>
                <a:lnTo>
                  <a:pt x="1619250" y="1771650"/>
                </a:lnTo>
                <a:lnTo>
                  <a:pt x="1638300" y="1771650"/>
                </a:lnTo>
                <a:lnTo>
                  <a:pt x="1638300" y="1724025"/>
                </a:lnTo>
                <a:lnTo>
                  <a:pt x="1628775" y="1724025"/>
                </a:lnTo>
                <a:lnTo>
                  <a:pt x="1628775" y="1714500"/>
                </a:lnTo>
                <a:lnTo>
                  <a:pt x="1609725" y="1714500"/>
                </a:lnTo>
                <a:close/>
                <a:moveTo>
                  <a:pt x="552450" y="1771650"/>
                </a:moveTo>
                <a:lnTo>
                  <a:pt x="561975" y="1771650"/>
                </a:lnTo>
                <a:lnTo>
                  <a:pt x="561975" y="1781175"/>
                </a:lnTo>
                <a:lnTo>
                  <a:pt x="552450" y="1781175"/>
                </a:lnTo>
                <a:close/>
                <a:moveTo>
                  <a:pt x="819150" y="1771650"/>
                </a:moveTo>
                <a:lnTo>
                  <a:pt x="838200" y="1771650"/>
                </a:lnTo>
                <a:lnTo>
                  <a:pt x="838200" y="1790700"/>
                </a:lnTo>
                <a:lnTo>
                  <a:pt x="819150" y="1790700"/>
                </a:lnTo>
                <a:close/>
                <a:moveTo>
                  <a:pt x="581025" y="1781175"/>
                </a:moveTo>
                <a:lnTo>
                  <a:pt x="600075" y="1781175"/>
                </a:lnTo>
                <a:lnTo>
                  <a:pt x="600075" y="1800225"/>
                </a:lnTo>
                <a:lnTo>
                  <a:pt x="590550" y="1800225"/>
                </a:lnTo>
                <a:lnTo>
                  <a:pt x="590550" y="1809750"/>
                </a:lnTo>
                <a:lnTo>
                  <a:pt x="600075" y="1809750"/>
                </a:lnTo>
                <a:lnTo>
                  <a:pt x="600075" y="1819275"/>
                </a:lnTo>
                <a:lnTo>
                  <a:pt x="571500" y="1819275"/>
                </a:lnTo>
                <a:lnTo>
                  <a:pt x="571500" y="1790700"/>
                </a:lnTo>
                <a:lnTo>
                  <a:pt x="581025" y="1790700"/>
                </a:lnTo>
                <a:close/>
                <a:moveTo>
                  <a:pt x="619125" y="1781175"/>
                </a:moveTo>
                <a:lnTo>
                  <a:pt x="628650" y="1781175"/>
                </a:lnTo>
                <a:lnTo>
                  <a:pt x="628650" y="1790700"/>
                </a:lnTo>
                <a:lnTo>
                  <a:pt x="619125" y="1790700"/>
                </a:lnTo>
                <a:close/>
                <a:moveTo>
                  <a:pt x="1190625" y="1781175"/>
                </a:moveTo>
                <a:lnTo>
                  <a:pt x="1200150" y="1781175"/>
                </a:lnTo>
                <a:lnTo>
                  <a:pt x="1200150" y="1790700"/>
                </a:lnTo>
                <a:lnTo>
                  <a:pt x="1190625" y="1790700"/>
                </a:lnTo>
                <a:close/>
                <a:moveTo>
                  <a:pt x="1390650" y="1781175"/>
                </a:moveTo>
                <a:lnTo>
                  <a:pt x="1419225" y="1781175"/>
                </a:lnTo>
                <a:lnTo>
                  <a:pt x="1419225" y="1790700"/>
                </a:lnTo>
                <a:lnTo>
                  <a:pt x="1390650" y="1790700"/>
                </a:lnTo>
                <a:close/>
                <a:moveTo>
                  <a:pt x="1466850" y="1781175"/>
                </a:moveTo>
                <a:lnTo>
                  <a:pt x="1476375" y="1781175"/>
                </a:lnTo>
                <a:lnTo>
                  <a:pt x="1476375" y="1790700"/>
                </a:lnTo>
                <a:lnTo>
                  <a:pt x="1466850" y="1790700"/>
                </a:lnTo>
                <a:close/>
                <a:moveTo>
                  <a:pt x="1543050" y="1781175"/>
                </a:moveTo>
                <a:lnTo>
                  <a:pt x="1552575" y="1781175"/>
                </a:lnTo>
                <a:lnTo>
                  <a:pt x="1552575" y="1771650"/>
                </a:lnTo>
                <a:lnTo>
                  <a:pt x="1543050" y="1771650"/>
                </a:lnTo>
                <a:close/>
                <a:moveTo>
                  <a:pt x="742950" y="1790700"/>
                </a:moveTo>
                <a:lnTo>
                  <a:pt x="752475" y="1790700"/>
                </a:lnTo>
                <a:lnTo>
                  <a:pt x="752475" y="1800225"/>
                </a:lnTo>
                <a:lnTo>
                  <a:pt x="762000" y="1800225"/>
                </a:lnTo>
                <a:lnTo>
                  <a:pt x="762000" y="1809750"/>
                </a:lnTo>
                <a:lnTo>
                  <a:pt x="742950" y="1809750"/>
                </a:lnTo>
                <a:close/>
                <a:moveTo>
                  <a:pt x="1609725" y="1790700"/>
                </a:moveTo>
                <a:lnTo>
                  <a:pt x="1628775" y="1790700"/>
                </a:lnTo>
                <a:lnTo>
                  <a:pt x="1628775" y="1781175"/>
                </a:lnTo>
                <a:lnTo>
                  <a:pt x="1609725" y="1781175"/>
                </a:lnTo>
                <a:close/>
                <a:moveTo>
                  <a:pt x="619125" y="1800225"/>
                </a:moveTo>
                <a:lnTo>
                  <a:pt x="638175" y="1800225"/>
                </a:lnTo>
                <a:lnTo>
                  <a:pt x="638175" y="1809750"/>
                </a:lnTo>
                <a:lnTo>
                  <a:pt x="619125" y="1809750"/>
                </a:lnTo>
                <a:close/>
                <a:moveTo>
                  <a:pt x="1238250" y="1800225"/>
                </a:moveTo>
                <a:lnTo>
                  <a:pt x="1257300" y="1800225"/>
                </a:lnTo>
                <a:lnTo>
                  <a:pt x="1257300" y="1809750"/>
                </a:lnTo>
                <a:lnTo>
                  <a:pt x="1238250" y="1809750"/>
                </a:lnTo>
                <a:close/>
                <a:moveTo>
                  <a:pt x="619125" y="1819275"/>
                </a:moveTo>
                <a:lnTo>
                  <a:pt x="638175" y="1819275"/>
                </a:lnTo>
                <a:lnTo>
                  <a:pt x="638175" y="1828800"/>
                </a:lnTo>
                <a:lnTo>
                  <a:pt x="647700" y="1828800"/>
                </a:lnTo>
                <a:lnTo>
                  <a:pt x="647700" y="1847850"/>
                </a:lnTo>
                <a:lnTo>
                  <a:pt x="628650" y="1847850"/>
                </a:lnTo>
                <a:lnTo>
                  <a:pt x="628650" y="1857375"/>
                </a:lnTo>
                <a:lnTo>
                  <a:pt x="619125" y="1857375"/>
                </a:lnTo>
                <a:lnTo>
                  <a:pt x="619125" y="1838325"/>
                </a:lnTo>
                <a:lnTo>
                  <a:pt x="600075" y="1838325"/>
                </a:lnTo>
                <a:lnTo>
                  <a:pt x="600075" y="1828800"/>
                </a:lnTo>
                <a:lnTo>
                  <a:pt x="619125" y="1828800"/>
                </a:lnTo>
                <a:close/>
                <a:moveTo>
                  <a:pt x="1057275" y="1819275"/>
                </a:moveTo>
                <a:lnTo>
                  <a:pt x="1066800" y="1819275"/>
                </a:lnTo>
                <a:lnTo>
                  <a:pt x="1066800" y="1809750"/>
                </a:lnTo>
                <a:lnTo>
                  <a:pt x="1057275" y="1809750"/>
                </a:lnTo>
                <a:close/>
                <a:moveTo>
                  <a:pt x="1514475" y="1819275"/>
                </a:moveTo>
                <a:lnTo>
                  <a:pt x="1524000" y="1819275"/>
                </a:lnTo>
                <a:lnTo>
                  <a:pt x="1524000" y="1809750"/>
                </a:lnTo>
                <a:lnTo>
                  <a:pt x="1514475" y="1809750"/>
                </a:lnTo>
                <a:close/>
                <a:moveTo>
                  <a:pt x="1657350" y="1819275"/>
                </a:moveTo>
                <a:lnTo>
                  <a:pt x="1666875" y="1819275"/>
                </a:lnTo>
                <a:lnTo>
                  <a:pt x="1666875" y="1828800"/>
                </a:lnTo>
                <a:lnTo>
                  <a:pt x="1657350" y="1828800"/>
                </a:lnTo>
                <a:close/>
                <a:moveTo>
                  <a:pt x="666750" y="1828800"/>
                </a:moveTo>
                <a:lnTo>
                  <a:pt x="676275" y="1828800"/>
                </a:lnTo>
                <a:lnTo>
                  <a:pt x="676275" y="1847850"/>
                </a:lnTo>
                <a:lnTo>
                  <a:pt x="666750" y="1847850"/>
                </a:lnTo>
                <a:close/>
                <a:moveTo>
                  <a:pt x="514350" y="1838325"/>
                </a:moveTo>
                <a:lnTo>
                  <a:pt x="523875" y="1838325"/>
                </a:lnTo>
                <a:lnTo>
                  <a:pt x="523875" y="1847850"/>
                </a:lnTo>
                <a:lnTo>
                  <a:pt x="514350" y="1847850"/>
                </a:lnTo>
                <a:close/>
                <a:moveTo>
                  <a:pt x="1314450" y="1847850"/>
                </a:moveTo>
                <a:lnTo>
                  <a:pt x="1343025" y="1847850"/>
                </a:lnTo>
                <a:lnTo>
                  <a:pt x="1343025" y="1857375"/>
                </a:lnTo>
                <a:lnTo>
                  <a:pt x="1314450" y="1857375"/>
                </a:lnTo>
                <a:close/>
                <a:moveTo>
                  <a:pt x="1619250" y="1847850"/>
                </a:moveTo>
                <a:lnTo>
                  <a:pt x="1628775" y="1847850"/>
                </a:lnTo>
                <a:lnTo>
                  <a:pt x="1628775" y="1819275"/>
                </a:lnTo>
                <a:lnTo>
                  <a:pt x="1619250" y="1819275"/>
                </a:lnTo>
                <a:lnTo>
                  <a:pt x="1619250" y="1838325"/>
                </a:lnTo>
                <a:lnTo>
                  <a:pt x="1590675" y="1838325"/>
                </a:lnTo>
                <a:lnTo>
                  <a:pt x="1590675" y="1847850"/>
                </a:lnTo>
                <a:lnTo>
                  <a:pt x="1571625" y="1847850"/>
                </a:lnTo>
                <a:lnTo>
                  <a:pt x="1571625" y="1857375"/>
                </a:lnTo>
                <a:lnTo>
                  <a:pt x="1562100" y="1857375"/>
                </a:lnTo>
                <a:lnTo>
                  <a:pt x="1562100" y="1847850"/>
                </a:lnTo>
                <a:lnTo>
                  <a:pt x="1543050" y="1847850"/>
                </a:lnTo>
                <a:lnTo>
                  <a:pt x="1543050" y="1838325"/>
                </a:lnTo>
                <a:lnTo>
                  <a:pt x="1524000" y="1838325"/>
                </a:lnTo>
                <a:lnTo>
                  <a:pt x="1524000" y="1847850"/>
                </a:lnTo>
                <a:lnTo>
                  <a:pt x="1514475" y="1847850"/>
                </a:lnTo>
                <a:lnTo>
                  <a:pt x="1514475" y="1857375"/>
                </a:lnTo>
                <a:lnTo>
                  <a:pt x="1524000" y="1857375"/>
                </a:lnTo>
                <a:lnTo>
                  <a:pt x="1524000" y="1866900"/>
                </a:lnTo>
                <a:lnTo>
                  <a:pt x="1533525" y="1866900"/>
                </a:lnTo>
                <a:lnTo>
                  <a:pt x="1533525" y="1876425"/>
                </a:lnTo>
                <a:lnTo>
                  <a:pt x="1543050" y="1876425"/>
                </a:lnTo>
                <a:lnTo>
                  <a:pt x="1543050" y="1866900"/>
                </a:lnTo>
                <a:lnTo>
                  <a:pt x="1552575" y="1866900"/>
                </a:lnTo>
                <a:lnTo>
                  <a:pt x="1552575" y="1885950"/>
                </a:lnTo>
                <a:lnTo>
                  <a:pt x="1581150" y="1885950"/>
                </a:lnTo>
                <a:lnTo>
                  <a:pt x="1581150" y="1876425"/>
                </a:lnTo>
                <a:lnTo>
                  <a:pt x="1590675" y="1876425"/>
                </a:lnTo>
                <a:lnTo>
                  <a:pt x="1590675" y="1895475"/>
                </a:lnTo>
                <a:lnTo>
                  <a:pt x="1600200" y="1895475"/>
                </a:lnTo>
                <a:lnTo>
                  <a:pt x="1600200" y="1857375"/>
                </a:lnTo>
                <a:lnTo>
                  <a:pt x="1609725" y="1857375"/>
                </a:lnTo>
                <a:lnTo>
                  <a:pt x="1609725" y="1866900"/>
                </a:lnTo>
                <a:lnTo>
                  <a:pt x="1638300" y="1866900"/>
                </a:lnTo>
                <a:lnTo>
                  <a:pt x="1638300" y="1857375"/>
                </a:lnTo>
                <a:lnTo>
                  <a:pt x="1619250" y="1857375"/>
                </a:lnTo>
                <a:close/>
                <a:moveTo>
                  <a:pt x="904875" y="1857375"/>
                </a:moveTo>
                <a:lnTo>
                  <a:pt x="933450" y="1857375"/>
                </a:lnTo>
                <a:lnTo>
                  <a:pt x="933450" y="1838325"/>
                </a:lnTo>
                <a:lnTo>
                  <a:pt x="923925" y="1838325"/>
                </a:lnTo>
                <a:lnTo>
                  <a:pt x="923925" y="1828800"/>
                </a:lnTo>
                <a:lnTo>
                  <a:pt x="904875" y="1828800"/>
                </a:lnTo>
                <a:close/>
                <a:moveTo>
                  <a:pt x="1104900" y="1857375"/>
                </a:moveTo>
                <a:lnTo>
                  <a:pt x="1114425" y="1857375"/>
                </a:lnTo>
                <a:lnTo>
                  <a:pt x="1114425" y="1866900"/>
                </a:lnTo>
                <a:lnTo>
                  <a:pt x="1104900" y="1866900"/>
                </a:lnTo>
                <a:close/>
                <a:moveTo>
                  <a:pt x="1123950" y="1857375"/>
                </a:moveTo>
                <a:lnTo>
                  <a:pt x="1133475" y="1857375"/>
                </a:lnTo>
                <a:lnTo>
                  <a:pt x="1133475" y="1876425"/>
                </a:lnTo>
                <a:lnTo>
                  <a:pt x="1123950" y="1876425"/>
                </a:lnTo>
                <a:close/>
                <a:moveTo>
                  <a:pt x="1171575" y="1857375"/>
                </a:moveTo>
                <a:lnTo>
                  <a:pt x="1181100" y="1857375"/>
                </a:lnTo>
                <a:lnTo>
                  <a:pt x="1181100" y="1866900"/>
                </a:lnTo>
                <a:lnTo>
                  <a:pt x="1171575" y="1866900"/>
                </a:lnTo>
                <a:close/>
                <a:moveTo>
                  <a:pt x="1200150" y="1857375"/>
                </a:moveTo>
                <a:lnTo>
                  <a:pt x="1219200" y="1857375"/>
                </a:lnTo>
                <a:lnTo>
                  <a:pt x="1219200" y="1866900"/>
                </a:lnTo>
                <a:lnTo>
                  <a:pt x="1200150" y="1866900"/>
                </a:lnTo>
                <a:close/>
                <a:moveTo>
                  <a:pt x="1247775" y="1857375"/>
                </a:moveTo>
                <a:lnTo>
                  <a:pt x="1266825" y="1857375"/>
                </a:lnTo>
                <a:lnTo>
                  <a:pt x="1266825" y="1866900"/>
                </a:lnTo>
                <a:lnTo>
                  <a:pt x="1276350" y="1866900"/>
                </a:lnTo>
                <a:lnTo>
                  <a:pt x="1276350" y="1876425"/>
                </a:lnTo>
                <a:lnTo>
                  <a:pt x="1266825" y="1876425"/>
                </a:lnTo>
                <a:lnTo>
                  <a:pt x="1266825" y="1895475"/>
                </a:lnTo>
                <a:lnTo>
                  <a:pt x="1228725" y="1895475"/>
                </a:lnTo>
                <a:lnTo>
                  <a:pt x="1228725" y="1885950"/>
                </a:lnTo>
                <a:lnTo>
                  <a:pt x="1238250" y="1885950"/>
                </a:lnTo>
                <a:lnTo>
                  <a:pt x="1238250" y="1876425"/>
                </a:lnTo>
                <a:lnTo>
                  <a:pt x="1247775" y="1876425"/>
                </a:lnTo>
                <a:close/>
                <a:moveTo>
                  <a:pt x="304800" y="1866900"/>
                </a:moveTo>
                <a:lnTo>
                  <a:pt x="314325" y="1866900"/>
                </a:lnTo>
                <a:lnTo>
                  <a:pt x="314325" y="1914525"/>
                </a:lnTo>
                <a:lnTo>
                  <a:pt x="304800" y="1914525"/>
                </a:lnTo>
                <a:close/>
                <a:moveTo>
                  <a:pt x="771525" y="1866900"/>
                </a:moveTo>
                <a:lnTo>
                  <a:pt x="781050" y="1866900"/>
                </a:lnTo>
                <a:lnTo>
                  <a:pt x="781050" y="1895475"/>
                </a:lnTo>
                <a:lnTo>
                  <a:pt x="771525" y="1895475"/>
                </a:lnTo>
                <a:lnTo>
                  <a:pt x="771525" y="1885950"/>
                </a:lnTo>
                <a:lnTo>
                  <a:pt x="762000" y="1885950"/>
                </a:lnTo>
                <a:lnTo>
                  <a:pt x="762000" y="1876425"/>
                </a:lnTo>
                <a:lnTo>
                  <a:pt x="771525" y="1876425"/>
                </a:lnTo>
                <a:close/>
                <a:moveTo>
                  <a:pt x="1162050" y="1866900"/>
                </a:moveTo>
                <a:lnTo>
                  <a:pt x="1171575" y="1866900"/>
                </a:lnTo>
                <a:lnTo>
                  <a:pt x="1171575" y="1876425"/>
                </a:lnTo>
                <a:lnTo>
                  <a:pt x="1162050" y="1876425"/>
                </a:lnTo>
                <a:close/>
                <a:moveTo>
                  <a:pt x="1038225" y="1876425"/>
                </a:moveTo>
                <a:lnTo>
                  <a:pt x="1047750" y="1876425"/>
                </a:lnTo>
                <a:lnTo>
                  <a:pt x="1047750" y="1885950"/>
                </a:lnTo>
                <a:lnTo>
                  <a:pt x="1038225" y="1885950"/>
                </a:lnTo>
                <a:close/>
                <a:moveTo>
                  <a:pt x="1171575" y="1876425"/>
                </a:moveTo>
                <a:lnTo>
                  <a:pt x="1190625" y="1876425"/>
                </a:lnTo>
                <a:lnTo>
                  <a:pt x="1190625" y="1885950"/>
                </a:lnTo>
                <a:lnTo>
                  <a:pt x="1171575" y="1885950"/>
                </a:lnTo>
                <a:close/>
                <a:moveTo>
                  <a:pt x="1047750" y="1885950"/>
                </a:moveTo>
                <a:lnTo>
                  <a:pt x="1066800" y="1885950"/>
                </a:lnTo>
                <a:lnTo>
                  <a:pt x="1066800" y="1905000"/>
                </a:lnTo>
                <a:lnTo>
                  <a:pt x="1047750" y="1905000"/>
                </a:lnTo>
                <a:lnTo>
                  <a:pt x="1047750" y="1924050"/>
                </a:lnTo>
                <a:lnTo>
                  <a:pt x="1038225" y="1924050"/>
                </a:lnTo>
                <a:lnTo>
                  <a:pt x="1038225" y="1895475"/>
                </a:lnTo>
                <a:lnTo>
                  <a:pt x="1047750" y="1895475"/>
                </a:lnTo>
                <a:close/>
                <a:moveTo>
                  <a:pt x="962025" y="1895475"/>
                </a:moveTo>
                <a:lnTo>
                  <a:pt x="971550" y="1895475"/>
                </a:lnTo>
                <a:lnTo>
                  <a:pt x="971550" y="1914525"/>
                </a:lnTo>
                <a:lnTo>
                  <a:pt x="962025" y="1914525"/>
                </a:lnTo>
                <a:close/>
                <a:moveTo>
                  <a:pt x="1104900" y="1895475"/>
                </a:moveTo>
                <a:lnTo>
                  <a:pt x="1123950" y="1895475"/>
                </a:lnTo>
                <a:lnTo>
                  <a:pt x="1123950" y="1905000"/>
                </a:lnTo>
                <a:lnTo>
                  <a:pt x="1143000" y="1905000"/>
                </a:lnTo>
                <a:lnTo>
                  <a:pt x="1143000" y="1914525"/>
                </a:lnTo>
                <a:lnTo>
                  <a:pt x="1123950" y="1914525"/>
                </a:lnTo>
                <a:lnTo>
                  <a:pt x="1123950" y="1924050"/>
                </a:lnTo>
                <a:lnTo>
                  <a:pt x="1114425" y="1924050"/>
                </a:lnTo>
                <a:lnTo>
                  <a:pt x="1114425" y="1905000"/>
                </a:lnTo>
                <a:lnTo>
                  <a:pt x="1104900" y="1905000"/>
                </a:lnTo>
                <a:close/>
                <a:moveTo>
                  <a:pt x="762000" y="1905000"/>
                </a:moveTo>
                <a:lnTo>
                  <a:pt x="771525" y="1905000"/>
                </a:lnTo>
                <a:lnTo>
                  <a:pt x="771525" y="1924050"/>
                </a:lnTo>
                <a:lnTo>
                  <a:pt x="781050" y="1924050"/>
                </a:lnTo>
                <a:lnTo>
                  <a:pt x="781050" y="1933575"/>
                </a:lnTo>
                <a:lnTo>
                  <a:pt x="762000" y="1933575"/>
                </a:lnTo>
                <a:close/>
                <a:moveTo>
                  <a:pt x="1247775" y="1914525"/>
                </a:moveTo>
                <a:lnTo>
                  <a:pt x="1266825" y="1914525"/>
                </a:lnTo>
                <a:lnTo>
                  <a:pt x="1266825" y="1952625"/>
                </a:lnTo>
                <a:lnTo>
                  <a:pt x="1276350" y="1952625"/>
                </a:lnTo>
                <a:lnTo>
                  <a:pt x="1276350" y="1962150"/>
                </a:lnTo>
                <a:lnTo>
                  <a:pt x="1285875" y="1962150"/>
                </a:lnTo>
                <a:lnTo>
                  <a:pt x="1285875" y="1952625"/>
                </a:lnTo>
                <a:lnTo>
                  <a:pt x="1295400" y="1952625"/>
                </a:lnTo>
                <a:lnTo>
                  <a:pt x="1295400" y="1943100"/>
                </a:lnTo>
                <a:lnTo>
                  <a:pt x="1314450" y="1943100"/>
                </a:lnTo>
                <a:lnTo>
                  <a:pt x="1314450" y="1933575"/>
                </a:lnTo>
                <a:lnTo>
                  <a:pt x="1323975" y="1933575"/>
                </a:lnTo>
                <a:lnTo>
                  <a:pt x="1323975" y="1962150"/>
                </a:lnTo>
                <a:lnTo>
                  <a:pt x="1314450" y="1962150"/>
                </a:lnTo>
                <a:lnTo>
                  <a:pt x="1314450" y="1971675"/>
                </a:lnTo>
                <a:lnTo>
                  <a:pt x="1285875" y="1971675"/>
                </a:lnTo>
                <a:lnTo>
                  <a:pt x="1285875" y="1981200"/>
                </a:lnTo>
                <a:lnTo>
                  <a:pt x="1276350" y="1981200"/>
                </a:lnTo>
                <a:lnTo>
                  <a:pt x="1276350" y="2000250"/>
                </a:lnTo>
                <a:lnTo>
                  <a:pt x="1304925" y="2000250"/>
                </a:lnTo>
                <a:lnTo>
                  <a:pt x="1304925" y="2019300"/>
                </a:lnTo>
                <a:lnTo>
                  <a:pt x="1295400" y="2019300"/>
                </a:lnTo>
                <a:lnTo>
                  <a:pt x="1295400" y="2028825"/>
                </a:lnTo>
                <a:lnTo>
                  <a:pt x="1285875" y="2028825"/>
                </a:lnTo>
                <a:lnTo>
                  <a:pt x="1285875" y="2057400"/>
                </a:lnTo>
                <a:lnTo>
                  <a:pt x="1295400" y="2057400"/>
                </a:lnTo>
                <a:lnTo>
                  <a:pt x="1295400" y="2066925"/>
                </a:lnTo>
                <a:lnTo>
                  <a:pt x="1257300" y="2066925"/>
                </a:lnTo>
                <a:lnTo>
                  <a:pt x="1257300" y="2057400"/>
                </a:lnTo>
                <a:lnTo>
                  <a:pt x="1266825" y="2057400"/>
                </a:lnTo>
                <a:lnTo>
                  <a:pt x="1266825" y="2028825"/>
                </a:lnTo>
                <a:lnTo>
                  <a:pt x="1257300" y="2028825"/>
                </a:lnTo>
                <a:lnTo>
                  <a:pt x="1257300" y="2019300"/>
                </a:lnTo>
                <a:lnTo>
                  <a:pt x="1228725" y="2019300"/>
                </a:lnTo>
                <a:lnTo>
                  <a:pt x="1228725" y="2028825"/>
                </a:lnTo>
                <a:lnTo>
                  <a:pt x="1219200" y="2028825"/>
                </a:lnTo>
                <a:lnTo>
                  <a:pt x="1219200" y="2009775"/>
                </a:lnTo>
                <a:lnTo>
                  <a:pt x="1209675" y="2009775"/>
                </a:lnTo>
                <a:lnTo>
                  <a:pt x="1209675" y="2028825"/>
                </a:lnTo>
                <a:lnTo>
                  <a:pt x="1200150" y="2028825"/>
                </a:lnTo>
                <a:lnTo>
                  <a:pt x="1200150" y="2057400"/>
                </a:lnTo>
                <a:lnTo>
                  <a:pt x="1190625" y="2057400"/>
                </a:lnTo>
                <a:lnTo>
                  <a:pt x="1190625" y="2047875"/>
                </a:lnTo>
                <a:lnTo>
                  <a:pt x="1181100" y="2047875"/>
                </a:lnTo>
                <a:lnTo>
                  <a:pt x="1181100" y="2038350"/>
                </a:lnTo>
                <a:lnTo>
                  <a:pt x="1152525" y="2038350"/>
                </a:lnTo>
                <a:lnTo>
                  <a:pt x="1152525" y="2047875"/>
                </a:lnTo>
                <a:lnTo>
                  <a:pt x="1143000" y="2047875"/>
                </a:lnTo>
                <a:lnTo>
                  <a:pt x="1143000" y="2028825"/>
                </a:lnTo>
                <a:lnTo>
                  <a:pt x="1133475" y="2028825"/>
                </a:lnTo>
                <a:lnTo>
                  <a:pt x="1133475" y="2009775"/>
                </a:lnTo>
                <a:lnTo>
                  <a:pt x="1152525" y="2009775"/>
                </a:lnTo>
                <a:lnTo>
                  <a:pt x="1152525" y="2000250"/>
                </a:lnTo>
                <a:lnTo>
                  <a:pt x="1171575" y="2000250"/>
                </a:lnTo>
                <a:lnTo>
                  <a:pt x="1171575" y="1990725"/>
                </a:lnTo>
                <a:lnTo>
                  <a:pt x="1181100" y="1990725"/>
                </a:lnTo>
                <a:lnTo>
                  <a:pt x="1181100" y="2000250"/>
                </a:lnTo>
                <a:lnTo>
                  <a:pt x="1247775" y="2000250"/>
                </a:lnTo>
                <a:lnTo>
                  <a:pt x="1247775" y="1990725"/>
                </a:lnTo>
                <a:lnTo>
                  <a:pt x="1257300" y="1990725"/>
                </a:lnTo>
                <a:lnTo>
                  <a:pt x="1257300" y="1971675"/>
                </a:lnTo>
                <a:lnTo>
                  <a:pt x="1247775" y="1971675"/>
                </a:lnTo>
                <a:lnTo>
                  <a:pt x="1247775" y="1962150"/>
                </a:lnTo>
                <a:lnTo>
                  <a:pt x="1238250" y="1962150"/>
                </a:lnTo>
                <a:lnTo>
                  <a:pt x="1238250" y="1924050"/>
                </a:lnTo>
                <a:lnTo>
                  <a:pt x="1247775" y="1924050"/>
                </a:lnTo>
                <a:close/>
                <a:moveTo>
                  <a:pt x="1666875" y="1914525"/>
                </a:moveTo>
                <a:lnTo>
                  <a:pt x="1676400" y="1914525"/>
                </a:lnTo>
                <a:lnTo>
                  <a:pt x="1676400" y="1952625"/>
                </a:lnTo>
                <a:lnTo>
                  <a:pt x="1657350" y="1952625"/>
                </a:lnTo>
                <a:lnTo>
                  <a:pt x="1657350" y="1924050"/>
                </a:lnTo>
                <a:lnTo>
                  <a:pt x="1666875" y="1924050"/>
                </a:lnTo>
                <a:close/>
                <a:moveTo>
                  <a:pt x="438150" y="1924050"/>
                </a:moveTo>
                <a:lnTo>
                  <a:pt x="447675" y="1924050"/>
                </a:lnTo>
                <a:lnTo>
                  <a:pt x="447675" y="1933575"/>
                </a:lnTo>
                <a:lnTo>
                  <a:pt x="438150" y="1933575"/>
                </a:lnTo>
                <a:close/>
                <a:moveTo>
                  <a:pt x="876300" y="1924050"/>
                </a:moveTo>
                <a:lnTo>
                  <a:pt x="885825" y="1924050"/>
                </a:lnTo>
                <a:lnTo>
                  <a:pt x="885825" y="1933575"/>
                </a:lnTo>
                <a:lnTo>
                  <a:pt x="895350" y="1933575"/>
                </a:lnTo>
                <a:lnTo>
                  <a:pt x="895350" y="1943100"/>
                </a:lnTo>
                <a:lnTo>
                  <a:pt x="885825" y="1943100"/>
                </a:lnTo>
                <a:lnTo>
                  <a:pt x="885825" y="1952625"/>
                </a:lnTo>
                <a:lnTo>
                  <a:pt x="876300" y="1952625"/>
                </a:lnTo>
                <a:lnTo>
                  <a:pt x="876300" y="1962150"/>
                </a:lnTo>
                <a:lnTo>
                  <a:pt x="866775" y="1962150"/>
                </a:lnTo>
                <a:lnTo>
                  <a:pt x="866775" y="1971675"/>
                </a:lnTo>
                <a:lnTo>
                  <a:pt x="857250" y="1971675"/>
                </a:lnTo>
                <a:lnTo>
                  <a:pt x="857250" y="1962150"/>
                </a:lnTo>
                <a:lnTo>
                  <a:pt x="847725" y="1962150"/>
                </a:lnTo>
                <a:lnTo>
                  <a:pt x="847725" y="1952625"/>
                </a:lnTo>
                <a:lnTo>
                  <a:pt x="857250" y="1952625"/>
                </a:lnTo>
                <a:lnTo>
                  <a:pt x="857250" y="1943100"/>
                </a:lnTo>
                <a:lnTo>
                  <a:pt x="866775" y="1943100"/>
                </a:lnTo>
                <a:lnTo>
                  <a:pt x="866775" y="1933575"/>
                </a:lnTo>
                <a:lnTo>
                  <a:pt x="876300" y="1933575"/>
                </a:lnTo>
                <a:close/>
                <a:moveTo>
                  <a:pt x="619125" y="1933575"/>
                </a:moveTo>
                <a:lnTo>
                  <a:pt x="647700" y="1933575"/>
                </a:lnTo>
                <a:lnTo>
                  <a:pt x="647700" y="1943100"/>
                </a:lnTo>
                <a:lnTo>
                  <a:pt x="619125" y="1943100"/>
                </a:lnTo>
                <a:close/>
                <a:moveTo>
                  <a:pt x="1038225" y="1933575"/>
                </a:moveTo>
                <a:lnTo>
                  <a:pt x="1047750" y="1933575"/>
                </a:lnTo>
                <a:lnTo>
                  <a:pt x="1047750" y="1943100"/>
                </a:lnTo>
                <a:lnTo>
                  <a:pt x="1038225" y="1943100"/>
                </a:lnTo>
                <a:close/>
                <a:moveTo>
                  <a:pt x="1552575" y="1933575"/>
                </a:moveTo>
                <a:lnTo>
                  <a:pt x="1562100" y="1933575"/>
                </a:lnTo>
                <a:lnTo>
                  <a:pt x="1562100" y="1924050"/>
                </a:lnTo>
                <a:lnTo>
                  <a:pt x="1543050" y="1924050"/>
                </a:lnTo>
                <a:lnTo>
                  <a:pt x="1543050" y="1952625"/>
                </a:lnTo>
                <a:lnTo>
                  <a:pt x="1552575" y="1952625"/>
                </a:lnTo>
                <a:close/>
                <a:moveTo>
                  <a:pt x="419100" y="1943100"/>
                </a:moveTo>
                <a:lnTo>
                  <a:pt x="438150" y="1943100"/>
                </a:lnTo>
                <a:lnTo>
                  <a:pt x="438150" y="1952625"/>
                </a:lnTo>
                <a:lnTo>
                  <a:pt x="419100" y="1952625"/>
                </a:lnTo>
                <a:close/>
                <a:moveTo>
                  <a:pt x="666750" y="1943100"/>
                </a:moveTo>
                <a:lnTo>
                  <a:pt x="685800" y="1943100"/>
                </a:lnTo>
                <a:lnTo>
                  <a:pt x="685800" y="1962150"/>
                </a:lnTo>
                <a:lnTo>
                  <a:pt x="666750" y="1962150"/>
                </a:lnTo>
                <a:close/>
                <a:moveTo>
                  <a:pt x="800100" y="1943100"/>
                </a:moveTo>
                <a:lnTo>
                  <a:pt x="819150" y="1943100"/>
                </a:lnTo>
                <a:lnTo>
                  <a:pt x="819150" y="1952625"/>
                </a:lnTo>
                <a:lnTo>
                  <a:pt x="800100" y="1952625"/>
                </a:lnTo>
                <a:close/>
                <a:moveTo>
                  <a:pt x="600075" y="1952625"/>
                </a:moveTo>
                <a:lnTo>
                  <a:pt x="628650" y="1952625"/>
                </a:lnTo>
                <a:lnTo>
                  <a:pt x="628650" y="1981200"/>
                </a:lnTo>
                <a:lnTo>
                  <a:pt x="619125" y="1981200"/>
                </a:lnTo>
                <a:lnTo>
                  <a:pt x="619125" y="1971675"/>
                </a:lnTo>
                <a:lnTo>
                  <a:pt x="600075" y="1971675"/>
                </a:lnTo>
                <a:close/>
                <a:moveTo>
                  <a:pt x="742950" y="1952625"/>
                </a:moveTo>
                <a:lnTo>
                  <a:pt x="762000" y="1952625"/>
                </a:lnTo>
                <a:lnTo>
                  <a:pt x="762000" y="1962150"/>
                </a:lnTo>
                <a:lnTo>
                  <a:pt x="781050" y="1962150"/>
                </a:lnTo>
                <a:lnTo>
                  <a:pt x="781050" y="1971675"/>
                </a:lnTo>
                <a:lnTo>
                  <a:pt x="790575" y="1971675"/>
                </a:lnTo>
                <a:lnTo>
                  <a:pt x="790575" y="1990725"/>
                </a:lnTo>
                <a:lnTo>
                  <a:pt x="762000" y="1990725"/>
                </a:lnTo>
                <a:lnTo>
                  <a:pt x="762000" y="2000250"/>
                </a:lnTo>
                <a:lnTo>
                  <a:pt x="723900" y="2000250"/>
                </a:lnTo>
                <a:lnTo>
                  <a:pt x="723900" y="1981200"/>
                </a:lnTo>
                <a:lnTo>
                  <a:pt x="714375" y="1981200"/>
                </a:lnTo>
                <a:lnTo>
                  <a:pt x="714375" y="1971675"/>
                </a:lnTo>
                <a:lnTo>
                  <a:pt x="733425" y="1971675"/>
                </a:lnTo>
                <a:lnTo>
                  <a:pt x="733425" y="1962150"/>
                </a:lnTo>
                <a:lnTo>
                  <a:pt x="742950" y="1962150"/>
                </a:lnTo>
                <a:close/>
                <a:moveTo>
                  <a:pt x="790575" y="1952625"/>
                </a:moveTo>
                <a:lnTo>
                  <a:pt x="800100" y="1952625"/>
                </a:lnTo>
                <a:lnTo>
                  <a:pt x="800100" y="1962150"/>
                </a:lnTo>
                <a:lnTo>
                  <a:pt x="790575" y="1962150"/>
                </a:lnTo>
                <a:close/>
                <a:moveTo>
                  <a:pt x="1047750" y="1952625"/>
                </a:moveTo>
                <a:lnTo>
                  <a:pt x="1057275" y="1952625"/>
                </a:lnTo>
                <a:lnTo>
                  <a:pt x="1057275" y="1962150"/>
                </a:lnTo>
                <a:lnTo>
                  <a:pt x="1047750" y="1962150"/>
                </a:lnTo>
                <a:close/>
                <a:moveTo>
                  <a:pt x="533400" y="1962150"/>
                </a:moveTo>
                <a:lnTo>
                  <a:pt x="552450" y="1962150"/>
                </a:lnTo>
                <a:lnTo>
                  <a:pt x="552450" y="1981200"/>
                </a:lnTo>
                <a:lnTo>
                  <a:pt x="542925" y="1981200"/>
                </a:lnTo>
                <a:lnTo>
                  <a:pt x="542925" y="1990725"/>
                </a:lnTo>
                <a:lnTo>
                  <a:pt x="523875" y="1990725"/>
                </a:lnTo>
                <a:lnTo>
                  <a:pt x="523875" y="1981200"/>
                </a:lnTo>
                <a:lnTo>
                  <a:pt x="533400" y="1981200"/>
                </a:lnTo>
                <a:close/>
                <a:moveTo>
                  <a:pt x="1524000" y="1962150"/>
                </a:moveTo>
                <a:lnTo>
                  <a:pt x="1533525" y="1962150"/>
                </a:lnTo>
                <a:lnTo>
                  <a:pt x="1533525" y="1943100"/>
                </a:lnTo>
                <a:lnTo>
                  <a:pt x="1504950" y="1943100"/>
                </a:lnTo>
                <a:lnTo>
                  <a:pt x="1504950" y="1981200"/>
                </a:lnTo>
                <a:lnTo>
                  <a:pt x="1514475" y="1981200"/>
                </a:lnTo>
                <a:lnTo>
                  <a:pt x="1514475" y="1971675"/>
                </a:lnTo>
                <a:lnTo>
                  <a:pt x="1524000" y="1971675"/>
                </a:lnTo>
                <a:close/>
                <a:moveTo>
                  <a:pt x="314325" y="1971675"/>
                </a:moveTo>
                <a:lnTo>
                  <a:pt x="323850" y="1971675"/>
                </a:lnTo>
                <a:lnTo>
                  <a:pt x="323850" y="1990725"/>
                </a:lnTo>
                <a:lnTo>
                  <a:pt x="314325" y="1990725"/>
                </a:lnTo>
                <a:close/>
                <a:moveTo>
                  <a:pt x="352425" y="1971675"/>
                </a:moveTo>
                <a:lnTo>
                  <a:pt x="361950" y="1971675"/>
                </a:lnTo>
                <a:lnTo>
                  <a:pt x="361950" y="1981200"/>
                </a:lnTo>
                <a:lnTo>
                  <a:pt x="352425" y="1981200"/>
                </a:lnTo>
                <a:close/>
                <a:moveTo>
                  <a:pt x="457200" y="1971675"/>
                </a:moveTo>
                <a:lnTo>
                  <a:pt x="466725" y="1971675"/>
                </a:lnTo>
                <a:lnTo>
                  <a:pt x="466725" y="1990725"/>
                </a:lnTo>
                <a:lnTo>
                  <a:pt x="457200" y="1990725"/>
                </a:lnTo>
                <a:close/>
                <a:moveTo>
                  <a:pt x="866775" y="1971675"/>
                </a:moveTo>
                <a:lnTo>
                  <a:pt x="885825" y="1971675"/>
                </a:lnTo>
                <a:lnTo>
                  <a:pt x="885825" y="1981200"/>
                </a:lnTo>
                <a:lnTo>
                  <a:pt x="895350" y="1981200"/>
                </a:lnTo>
                <a:lnTo>
                  <a:pt x="895350" y="2000250"/>
                </a:lnTo>
                <a:lnTo>
                  <a:pt x="876300" y="2000250"/>
                </a:lnTo>
                <a:lnTo>
                  <a:pt x="876300" y="2019300"/>
                </a:lnTo>
                <a:lnTo>
                  <a:pt x="895350" y="2019300"/>
                </a:lnTo>
                <a:lnTo>
                  <a:pt x="895350" y="2009775"/>
                </a:lnTo>
                <a:lnTo>
                  <a:pt x="914400" y="2009775"/>
                </a:lnTo>
                <a:lnTo>
                  <a:pt x="914400" y="2019300"/>
                </a:lnTo>
                <a:lnTo>
                  <a:pt x="962025" y="2019300"/>
                </a:lnTo>
                <a:lnTo>
                  <a:pt x="962025" y="2009775"/>
                </a:lnTo>
                <a:lnTo>
                  <a:pt x="971550" y="2009775"/>
                </a:lnTo>
                <a:lnTo>
                  <a:pt x="971550" y="2076450"/>
                </a:lnTo>
                <a:lnTo>
                  <a:pt x="962025" y="2076450"/>
                </a:lnTo>
                <a:lnTo>
                  <a:pt x="962025" y="2085975"/>
                </a:lnTo>
                <a:lnTo>
                  <a:pt x="952500" y="2085975"/>
                </a:lnTo>
                <a:lnTo>
                  <a:pt x="952500" y="2095500"/>
                </a:lnTo>
                <a:lnTo>
                  <a:pt x="904875" y="2095500"/>
                </a:lnTo>
                <a:lnTo>
                  <a:pt x="904875" y="2076450"/>
                </a:lnTo>
                <a:lnTo>
                  <a:pt x="885825" y="2076450"/>
                </a:lnTo>
                <a:lnTo>
                  <a:pt x="885825" y="2047875"/>
                </a:lnTo>
                <a:lnTo>
                  <a:pt x="895350" y="2047875"/>
                </a:lnTo>
                <a:lnTo>
                  <a:pt x="895350" y="2038350"/>
                </a:lnTo>
                <a:lnTo>
                  <a:pt x="866775" y="2038350"/>
                </a:lnTo>
                <a:lnTo>
                  <a:pt x="866775" y="2028825"/>
                </a:lnTo>
                <a:lnTo>
                  <a:pt x="838200" y="2028825"/>
                </a:lnTo>
                <a:lnTo>
                  <a:pt x="838200" y="2009775"/>
                </a:lnTo>
                <a:lnTo>
                  <a:pt x="847725" y="2009775"/>
                </a:lnTo>
                <a:lnTo>
                  <a:pt x="847725" y="2000250"/>
                </a:lnTo>
                <a:lnTo>
                  <a:pt x="857250" y="2000250"/>
                </a:lnTo>
                <a:lnTo>
                  <a:pt x="857250" y="1990725"/>
                </a:lnTo>
                <a:lnTo>
                  <a:pt x="866775" y="1990725"/>
                </a:lnTo>
                <a:close/>
                <a:moveTo>
                  <a:pt x="1104900" y="1971675"/>
                </a:moveTo>
                <a:lnTo>
                  <a:pt x="1114425" y="1971675"/>
                </a:lnTo>
                <a:lnTo>
                  <a:pt x="1114425" y="1990725"/>
                </a:lnTo>
                <a:lnTo>
                  <a:pt x="1104900" y="1990725"/>
                </a:lnTo>
                <a:close/>
                <a:moveTo>
                  <a:pt x="666750" y="1981200"/>
                </a:moveTo>
                <a:lnTo>
                  <a:pt x="685800" y="1981200"/>
                </a:lnTo>
                <a:lnTo>
                  <a:pt x="685800" y="2000250"/>
                </a:lnTo>
                <a:lnTo>
                  <a:pt x="657225" y="2000250"/>
                </a:lnTo>
                <a:lnTo>
                  <a:pt x="657225" y="1990725"/>
                </a:lnTo>
                <a:lnTo>
                  <a:pt x="666750" y="1990725"/>
                </a:lnTo>
                <a:close/>
                <a:moveTo>
                  <a:pt x="1409700" y="1981200"/>
                </a:moveTo>
                <a:lnTo>
                  <a:pt x="1419225" y="1981200"/>
                </a:lnTo>
                <a:lnTo>
                  <a:pt x="1419225" y="2000250"/>
                </a:lnTo>
                <a:lnTo>
                  <a:pt x="1409700" y="2000250"/>
                </a:lnTo>
                <a:close/>
                <a:moveTo>
                  <a:pt x="323850" y="1990725"/>
                </a:moveTo>
                <a:lnTo>
                  <a:pt x="333375" y="1990725"/>
                </a:lnTo>
                <a:lnTo>
                  <a:pt x="333375" y="2000250"/>
                </a:lnTo>
                <a:lnTo>
                  <a:pt x="323850" y="2000250"/>
                </a:lnTo>
                <a:close/>
                <a:moveTo>
                  <a:pt x="352425" y="1990725"/>
                </a:moveTo>
                <a:lnTo>
                  <a:pt x="361950" y="1990725"/>
                </a:lnTo>
                <a:lnTo>
                  <a:pt x="361950" y="2009775"/>
                </a:lnTo>
                <a:lnTo>
                  <a:pt x="333375" y="2009775"/>
                </a:lnTo>
                <a:lnTo>
                  <a:pt x="333375" y="2000250"/>
                </a:lnTo>
                <a:lnTo>
                  <a:pt x="352425" y="2000250"/>
                </a:lnTo>
                <a:close/>
                <a:moveTo>
                  <a:pt x="542925" y="2000250"/>
                </a:moveTo>
                <a:lnTo>
                  <a:pt x="571500" y="2000250"/>
                </a:lnTo>
                <a:lnTo>
                  <a:pt x="571500" y="2009775"/>
                </a:lnTo>
                <a:lnTo>
                  <a:pt x="581025" y="2009775"/>
                </a:lnTo>
                <a:lnTo>
                  <a:pt x="581025" y="2028825"/>
                </a:lnTo>
                <a:lnTo>
                  <a:pt x="590550" y="2028825"/>
                </a:lnTo>
                <a:lnTo>
                  <a:pt x="590550" y="2047875"/>
                </a:lnTo>
                <a:lnTo>
                  <a:pt x="581025" y="2047875"/>
                </a:lnTo>
                <a:lnTo>
                  <a:pt x="581025" y="2066925"/>
                </a:lnTo>
                <a:lnTo>
                  <a:pt x="590550" y="2066925"/>
                </a:lnTo>
                <a:lnTo>
                  <a:pt x="590550" y="2095500"/>
                </a:lnTo>
                <a:lnTo>
                  <a:pt x="581025" y="2095500"/>
                </a:lnTo>
                <a:lnTo>
                  <a:pt x="581025" y="2105025"/>
                </a:lnTo>
                <a:lnTo>
                  <a:pt x="571500" y="2105025"/>
                </a:lnTo>
                <a:lnTo>
                  <a:pt x="571500" y="2095500"/>
                </a:lnTo>
                <a:lnTo>
                  <a:pt x="561975" y="2095500"/>
                </a:lnTo>
                <a:lnTo>
                  <a:pt x="561975" y="2066925"/>
                </a:lnTo>
                <a:lnTo>
                  <a:pt x="571500" y="2066925"/>
                </a:lnTo>
                <a:lnTo>
                  <a:pt x="571500" y="2057400"/>
                </a:lnTo>
                <a:lnTo>
                  <a:pt x="542925" y="2057400"/>
                </a:lnTo>
                <a:lnTo>
                  <a:pt x="542925" y="2047875"/>
                </a:lnTo>
                <a:lnTo>
                  <a:pt x="552450" y="2047875"/>
                </a:lnTo>
                <a:lnTo>
                  <a:pt x="552450" y="2019300"/>
                </a:lnTo>
                <a:lnTo>
                  <a:pt x="542925" y="2019300"/>
                </a:lnTo>
                <a:close/>
                <a:moveTo>
                  <a:pt x="600075" y="2000250"/>
                </a:moveTo>
                <a:lnTo>
                  <a:pt x="619125" y="2000250"/>
                </a:lnTo>
                <a:lnTo>
                  <a:pt x="619125" y="2009775"/>
                </a:lnTo>
                <a:lnTo>
                  <a:pt x="628650" y="2009775"/>
                </a:lnTo>
                <a:lnTo>
                  <a:pt x="628650" y="2019300"/>
                </a:lnTo>
                <a:lnTo>
                  <a:pt x="647700" y="2019300"/>
                </a:lnTo>
                <a:lnTo>
                  <a:pt x="647700" y="2028825"/>
                </a:lnTo>
                <a:lnTo>
                  <a:pt x="628650" y="2028825"/>
                </a:lnTo>
                <a:lnTo>
                  <a:pt x="628650" y="2038350"/>
                </a:lnTo>
                <a:lnTo>
                  <a:pt x="619125" y="2038350"/>
                </a:lnTo>
                <a:lnTo>
                  <a:pt x="619125" y="2019300"/>
                </a:lnTo>
                <a:lnTo>
                  <a:pt x="600075" y="2019300"/>
                </a:lnTo>
                <a:close/>
                <a:moveTo>
                  <a:pt x="647700" y="2000250"/>
                </a:moveTo>
                <a:lnTo>
                  <a:pt x="657225" y="2000250"/>
                </a:lnTo>
                <a:lnTo>
                  <a:pt x="657225" y="2009775"/>
                </a:lnTo>
                <a:lnTo>
                  <a:pt x="647700" y="2009775"/>
                </a:lnTo>
                <a:close/>
                <a:moveTo>
                  <a:pt x="1047750" y="2000250"/>
                </a:moveTo>
                <a:lnTo>
                  <a:pt x="1057275" y="2000250"/>
                </a:lnTo>
                <a:lnTo>
                  <a:pt x="1057275" y="2019300"/>
                </a:lnTo>
                <a:lnTo>
                  <a:pt x="1047750" y="2019300"/>
                </a:lnTo>
                <a:close/>
                <a:moveTo>
                  <a:pt x="1247775" y="2009775"/>
                </a:moveTo>
                <a:lnTo>
                  <a:pt x="1257300" y="2009775"/>
                </a:lnTo>
                <a:lnTo>
                  <a:pt x="1257300" y="2000250"/>
                </a:lnTo>
                <a:lnTo>
                  <a:pt x="1247775" y="2000250"/>
                </a:lnTo>
                <a:close/>
                <a:moveTo>
                  <a:pt x="1190625" y="2019300"/>
                </a:moveTo>
                <a:lnTo>
                  <a:pt x="1200150" y="2019300"/>
                </a:lnTo>
                <a:lnTo>
                  <a:pt x="1200150" y="2009775"/>
                </a:lnTo>
                <a:lnTo>
                  <a:pt x="1190625" y="2009775"/>
                </a:lnTo>
                <a:close/>
                <a:moveTo>
                  <a:pt x="1362075" y="2019300"/>
                </a:moveTo>
                <a:lnTo>
                  <a:pt x="1371600" y="2019300"/>
                </a:lnTo>
                <a:lnTo>
                  <a:pt x="1371600" y="2038350"/>
                </a:lnTo>
                <a:lnTo>
                  <a:pt x="1362075" y="2038350"/>
                </a:lnTo>
                <a:close/>
                <a:moveTo>
                  <a:pt x="1504950" y="2019300"/>
                </a:moveTo>
                <a:lnTo>
                  <a:pt x="1514475" y="2019300"/>
                </a:lnTo>
                <a:lnTo>
                  <a:pt x="1514475" y="2028825"/>
                </a:lnTo>
                <a:lnTo>
                  <a:pt x="1524000" y="2028825"/>
                </a:lnTo>
                <a:lnTo>
                  <a:pt x="1524000" y="2047875"/>
                </a:lnTo>
                <a:lnTo>
                  <a:pt x="1504950" y="2047875"/>
                </a:lnTo>
                <a:close/>
                <a:moveTo>
                  <a:pt x="666750" y="2028825"/>
                </a:moveTo>
                <a:lnTo>
                  <a:pt x="685800" y="2028825"/>
                </a:lnTo>
                <a:lnTo>
                  <a:pt x="685800" y="2047875"/>
                </a:lnTo>
                <a:lnTo>
                  <a:pt x="666750" y="2047875"/>
                </a:lnTo>
                <a:lnTo>
                  <a:pt x="666750" y="2057400"/>
                </a:lnTo>
                <a:lnTo>
                  <a:pt x="647700" y="2057400"/>
                </a:lnTo>
                <a:lnTo>
                  <a:pt x="647700" y="2047875"/>
                </a:lnTo>
                <a:lnTo>
                  <a:pt x="657225" y="2047875"/>
                </a:lnTo>
                <a:lnTo>
                  <a:pt x="657225" y="2038350"/>
                </a:lnTo>
                <a:lnTo>
                  <a:pt x="666750" y="2038350"/>
                </a:lnTo>
                <a:close/>
                <a:moveTo>
                  <a:pt x="1409700" y="2028825"/>
                </a:moveTo>
                <a:lnTo>
                  <a:pt x="1428750" y="2028825"/>
                </a:lnTo>
                <a:lnTo>
                  <a:pt x="1428750" y="2047875"/>
                </a:lnTo>
                <a:lnTo>
                  <a:pt x="1447800" y="2047875"/>
                </a:lnTo>
                <a:lnTo>
                  <a:pt x="1447800" y="2057400"/>
                </a:lnTo>
                <a:lnTo>
                  <a:pt x="1390650" y="2057400"/>
                </a:lnTo>
                <a:lnTo>
                  <a:pt x="1390650" y="2047875"/>
                </a:lnTo>
                <a:lnTo>
                  <a:pt x="1409700" y="2047875"/>
                </a:lnTo>
                <a:close/>
                <a:moveTo>
                  <a:pt x="1057275" y="2038350"/>
                </a:moveTo>
                <a:lnTo>
                  <a:pt x="1085850" y="2038350"/>
                </a:lnTo>
                <a:lnTo>
                  <a:pt x="1085850" y="2047875"/>
                </a:lnTo>
                <a:lnTo>
                  <a:pt x="1123950" y="2047875"/>
                </a:lnTo>
                <a:lnTo>
                  <a:pt x="1123950" y="2057400"/>
                </a:lnTo>
                <a:lnTo>
                  <a:pt x="1114425" y="2057400"/>
                </a:lnTo>
                <a:lnTo>
                  <a:pt x="1114425" y="2066925"/>
                </a:lnTo>
                <a:lnTo>
                  <a:pt x="1104900" y="2066925"/>
                </a:lnTo>
                <a:lnTo>
                  <a:pt x="1104900" y="2076450"/>
                </a:lnTo>
                <a:lnTo>
                  <a:pt x="1066800" y="2076450"/>
                </a:lnTo>
                <a:lnTo>
                  <a:pt x="1066800" y="2066925"/>
                </a:lnTo>
                <a:lnTo>
                  <a:pt x="1057275" y="2066925"/>
                </a:lnTo>
                <a:close/>
                <a:moveTo>
                  <a:pt x="314325" y="2047875"/>
                </a:moveTo>
                <a:lnTo>
                  <a:pt x="323850" y="2047875"/>
                </a:lnTo>
                <a:lnTo>
                  <a:pt x="323850" y="2105025"/>
                </a:lnTo>
                <a:lnTo>
                  <a:pt x="314325" y="2105025"/>
                </a:lnTo>
                <a:close/>
                <a:moveTo>
                  <a:pt x="590550" y="2047875"/>
                </a:moveTo>
                <a:lnTo>
                  <a:pt x="600075" y="2047875"/>
                </a:lnTo>
                <a:lnTo>
                  <a:pt x="600075" y="2057400"/>
                </a:lnTo>
                <a:lnTo>
                  <a:pt x="590550" y="2057400"/>
                </a:lnTo>
                <a:close/>
                <a:moveTo>
                  <a:pt x="847725" y="2047875"/>
                </a:moveTo>
                <a:lnTo>
                  <a:pt x="857250" y="2047875"/>
                </a:lnTo>
                <a:lnTo>
                  <a:pt x="857250" y="2057400"/>
                </a:lnTo>
                <a:lnTo>
                  <a:pt x="876300" y="2057400"/>
                </a:lnTo>
                <a:lnTo>
                  <a:pt x="876300" y="2066925"/>
                </a:lnTo>
                <a:lnTo>
                  <a:pt x="847725" y="2066925"/>
                </a:lnTo>
                <a:close/>
                <a:moveTo>
                  <a:pt x="1333500" y="2047875"/>
                </a:moveTo>
                <a:lnTo>
                  <a:pt x="1343025" y="2047875"/>
                </a:lnTo>
                <a:lnTo>
                  <a:pt x="1343025" y="2057400"/>
                </a:lnTo>
                <a:lnTo>
                  <a:pt x="1352550" y="2057400"/>
                </a:lnTo>
                <a:lnTo>
                  <a:pt x="1352550" y="2066925"/>
                </a:lnTo>
                <a:lnTo>
                  <a:pt x="1323975" y="2066925"/>
                </a:lnTo>
                <a:lnTo>
                  <a:pt x="1323975" y="2057400"/>
                </a:lnTo>
                <a:lnTo>
                  <a:pt x="1333500" y="2057400"/>
                </a:lnTo>
                <a:close/>
                <a:moveTo>
                  <a:pt x="790575" y="2057400"/>
                </a:moveTo>
                <a:lnTo>
                  <a:pt x="809625" y="2057400"/>
                </a:lnTo>
                <a:lnTo>
                  <a:pt x="809625" y="2066925"/>
                </a:lnTo>
                <a:lnTo>
                  <a:pt x="790575" y="2066925"/>
                </a:lnTo>
                <a:close/>
                <a:moveTo>
                  <a:pt x="1238250" y="2057400"/>
                </a:moveTo>
                <a:lnTo>
                  <a:pt x="1247775" y="2057400"/>
                </a:lnTo>
                <a:lnTo>
                  <a:pt x="1247775" y="2066925"/>
                </a:lnTo>
                <a:lnTo>
                  <a:pt x="1238250" y="2066925"/>
                </a:lnTo>
                <a:close/>
                <a:moveTo>
                  <a:pt x="533400" y="2066925"/>
                </a:moveTo>
                <a:lnTo>
                  <a:pt x="552450" y="2066925"/>
                </a:lnTo>
                <a:lnTo>
                  <a:pt x="552450" y="2076450"/>
                </a:lnTo>
                <a:lnTo>
                  <a:pt x="533400" y="2076450"/>
                </a:lnTo>
                <a:close/>
                <a:moveTo>
                  <a:pt x="1066800" y="2066925"/>
                </a:moveTo>
                <a:lnTo>
                  <a:pt x="1076325" y="2066925"/>
                </a:lnTo>
                <a:lnTo>
                  <a:pt x="1076325" y="2057400"/>
                </a:lnTo>
                <a:lnTo>
                  <a:pt x="1066800" y="2057400"/>
                </a:lnTo>
                <a:close/>
                <a:moveTo>
                  <a:pt x="1114425" y="2066925"/>
                </a:moveTo>
                <a:lnTo>
                  <a:pt x="1133475" y="2066925"/>
                </a:lnTo>
                <a:lnTo>
                  <a:pt x="1133475" y="2085975"/>
                </a:lnTo>
                <a:lnTo>
                  <a:pt x="1104900" y="2085975"/>
                </a:lnTo>
                <a:lnTo>
                  <a:pt x="1104900" y="2076450"/>
                </a:lnTo>
                <a:lnTo>
                  <a:pt x="1114425" y="2076450"/>
                </a:lnTo>
                <a:close/>
                <a:moveTo>
                  <a:pt x="1190625" y="2066925"/>
                </a:moveTo>
                <a:lnTo>
                  <a:pt x="1228725" y="2066925"/>
                </a:lnTo>
                <a:lnTo>
                  <a:pt x="1228725" y="2076450"/>
                </a:lnTo>
                <a:lnTo>
                  <a:pt x="1190625" y="2076450"/>
                </a:lnTo>
                <a:close/>
                <a:moveTo>
                  <a:pt x="390525" y="2076450"/>
                </a:moveTo>
                <a:lnTo>
                  <a:pt x="400050" y="2076450"/>
                </a:lnTo>
                <a:lnTo>
                  <a:pt x="400050" y="2085975"/>
                </a:lnTo>
                <a:lnTo>
                  <a:pt x="438150" y="2085975"/>
                </a:lnTo>
                <a:lnTo>
                  <a:pt x="438150" y="2076450"/>
                </a:lnTo>
                <a:lnTo>
                  <a:pt x="457200" y="2076450"/>
                </a:lnTo>
                <a:lnTo>
                  <a:pt x="457200" y="2085975"/>
                </a:lnTo>
                <a:lnTo>
                  <a:pt x="495300" y="2085975"/>
                </a:lnTo>
                <a:lnTo>
                  <a:pt x="495300" y="2076450"/>
                </a:lnTo>
                <a:lnTo>
                  <a:pt x="504825" y="2076450"/>
                </a:lnTo>
                <a:lnTo>
                  <a:pt x="504825" y="2085975"/>
                </a:lnTo>
                <a:lnTo>
                  <a:pt x="514350" y="2085975"/>
                </a:lnTo>
                <a:lnTo>
                  <a:pt x="514350" y="2076450"/>
                </a:lnTo>
                <a:lnTo>
                  <a:pt x="533400" y="2076450"/>
                </a:lnTo>
                <a:lnTo>
                  <a:pt x="533400" y="2105025"/>
                </a:lnTo>
                <a:lnTo>
                  <a:pt x="504825" y="2105025"/>
                </a:lnTo>
                <a:lnTo>
                  <a:pt x="504825" y="2114550"/>
                </a:lnTo>
                <a:lnTo>
                  <a:pt x="466725" y="2114550"/>
                </a:lnTo>
                <a:lnTo>
                  <a:pt x="466725" y="2105025"/>
                </a:lnTo>
                <a:lnTo>
                  <a:pt x="447675" y="2105025"/>
                </a:lnTo>
                <a:lnTo>
                  <a:pt x="447675" y="2124075"/>
                </a:lnTo>
                <a:lnTo>
                  <a:pt x="457200" y="2124075"/>
                </a:lnTo>
                <a:lnTo>
                  <a:pt x="457200" y="2133600"/>
                </a:lnTo>
                <a:lnTo>
                  <a:pt x="419100" y="2133600"/>
                </a:lnTo>
                <a:lnTo>
                  <a:pt x="419100" y="2143125"/>
                </a:lnTo>
                <a:lnTo>
                  <a:pt x="352425" y="2143125"/>
                </a:lnTo>
                <a:lnTo>
                  <a:pt x="352425" y="2133600"/>
                </a:lnTo>
                <a:lnTo>
                  <a:pt x="371475" y="2133600"/>
                </a:lnTo>
                <a:lnTo>
                  <a:pt x="371475" y="2114550"/>
                </a:lnTo>
                <a:lnTo>
                  <a:pt x="381000" y="2114550"/>
                </a:lnTo>
                <a:lnTo>
                  <a:pt x="381000" y="2124075"/>
                </a:lnTo>
                <a:lnTo>
                  <a:pt x="400050" y="2124075"/>
                </a:lnTo>
                <a:lnTo>
                  <a:pt x="400050" y="2114550"/>
                </a:lnTo>
                <a:lnTo>
                  <a:pt x="409575" y="2114550"/>
                </a:lnTo>
                <a:lnTo>
                  <a:pt x="409575" y="2105025"/>
                </a:lnTo>
                <a:lnTo>
                  <a:pt x="400050" y="2105025"/>
                </a:lnTo>
                <a:lnTo>
                  <a:pt x="400050" y="2095500"/>
                </a:lnTo>
                <a:lnTo>
                  <a:pt x="390525" y="2095500"/>
                </a:lnTo>
                <a:lnTo>
                  <a:pt x="390525" y="2105025"/>
                </a:lnTo>
                <a:lnTo>
                  <a:pt x="371475" y="2105025"/>
                </a:lnTo>
                <a:lnTo>
                  <a:pt x="371475" y="2095500"/>
                </a:lnTo>
                <a:lnTo>
                  <a:pt x="381000" y="2095500"/>
                </a:lnTo>
                <a:lnTo>
                  <a:pt x="381000" y="2085975"/>
                </a:lnTo>
                <a:lnTo>
                  <a:pt x="390525" y="2085975"/>
                </a:lnTo>
                <a:close/>
                <a:moveTo>
                  <a:pt x="714375" y="2076450"/>
                </a:moveTo>
                <a:lnTo>
                  <a:pt x="723900" y="2076450"/>
                </a:lnTo>
                <a:lnTo>
                  <a:pt x="723900" y="2085975"/>
                </a:lnTo>
                <a:lnTo>
                  <a:pt x="714375" y="2085975"/>
                </a:lnTo>
                <a:close/>
                <a:moveTo>
                  <a:pt x="904875" y="2076450"/>
                </a:moveTo>
                <a:lnTo>
                  <a:pt x="914400" y="2076450"/>
                </a:lnTo>
                <a:lnTo>
                  <a:pt x="914400" y="2066925"/>
                </a:lnTo>
                <a:lnTo>
                  <a:pt x="904875" y="2066925"/>
                </a:lnTo>
                <a:close/>
                <a:moveTo>
                  <a:pt x="790575" y="2085975"/>
                </a:moveTo>
                <a:lnTo>
                  <a:pt x="800100" y="2085975"/>
                </a:lnTo>
                <a:lnTo>
                  <a:pt x="800100" y="2105025"/>
                </a:lnTo>
                <a:lnTo>
                  <a:pt x="790575" y="2105025"/>
                </a:lnTo>
                <a:close/>
                <a:moveTo>
                  <a:pt x="238125" y="2095500"/>
                </a:moveTo>
                <a:lnTo>
                  <a:pt x="257175" y="2095500"/>
                </a:lnTo>
                <a:lnTo>
                  <a:pt x="257175" y="2105025"/>
                </a:lnTo>
                <a:lnTo>
                  <a:pt x="266700" y="2105025"/>
                </a:lnTo>
                <a:lnTo>
                  <a:pt x="266700" y="2133600"/>
                </a:lnTo>
                <a:lnTo>
                  <a:pt x="247650" y="2133600"/>
                </a:lnTo>
                <a:lnTo>
                  <a:pt x="247650" y="2105025"/>
                </a:lnTo>
                <a:lnTo>
                  <a:pt x="238125" y="2105025"/>
                </a:lnTo>
                <a:close/>
                <a:moveTo>
                  <a:pt x="352425" y="2095500"/>
                </a:moveTo>
                <a:lnTo>
                  <a:pt x="361950" y="2095500"/>
                </a:lnTo>
                <a:lnTo>
                  <a:pt x="361950" y="2105025"/>
                </a:lnTo>
                <a:lnTo>
                  <a:pt x="352425" y="2105025"/>
                </a:lnTo>
                <a:close/>
                <a:moveTo>
                  <a:pt x="895350" y="2095500"/>
                </a:moveTo>
                <a:lnTo>
                  <a:pt x="904875" y="2095500"/>
                </a:lnTo>
                <a:lnTo>
                  <a:pt x="904875" y="2105025"/>
                </a:lnTo>
                <a:lnTo>
                  <a:pt x="895350" y="2105025"/>
                </a:lnTo>
                <a:close/>
                <a:moveTo>
                  <a:pt x="552450" y="2105025"/>
                </a:moveTo>
                <a:lnTo>
                  <a:pt x="571500" y="2105025"/>
                </a:lnTo>
                <a:lnTo>
                  <a:pt x="571500" y="2114550"/>
                </a:lnTo>
                <a:lnTo>
                  <a:pt x="581025" y="2114550"/>
                </a:lnTo>
                <a:lnTo>
                  <a:pt x="581025" y="2124075"/>
                </a:lnTo>
                <a:lnTo>
                  <a:pt x="542925" y="2124075"/>
                </a:lnTo>
                <a:lnTo>
                  <a:pt x="542925" y="2114550"/>
                </a:lnTo>
                <a:lnTo>
                  <a:pt x="552450" y="2114550"/>
                </a:lnTo>
                <a:close/>
                <a:moveTo>
                  <a:pt x="762000" y="2105025"/>
                </a:moveTo>
                <a:lnTo>
                  <a:pt x="790575" y="2105025"/>
                </a:lnTo>
                <a:lnTo>
                  <a:pt x="790575" y="2114550"/>
                </a:lnTo>
                <a:lnTo>
                  <a:pt x="762000" y="2114550"/>
                </a:lnTo>
                <a:close/>
                <a:moveTo>
                  <a:pt x="323850" y="2114550"/>
                </a:moveTo>
                <a:lnTo>
                  <a:pt x="333375" y="2114550"/>
                </a:lnTo>
                <a:lnTo>
                  <a:pt x="333375" y="2124075"/>
                </a:lnTo>
                <a:lnTo>
                  <a:pt x="323850" y="2124075"/>
                </a:lnTo>
                <a:close/>
                <a:moveTo>
                  <a:pt x="657225" y="2114550"/>
                </a:moveTo>
                <a:lnTo>
                  <a:pt x="685800" y="2114550"/>
                </a:lnTo>
                <a:lnTo>
                  <a:pt x="685800" y="2124075"/>
                </a:lnTo>
                <a:lnTo>
                  <a:pt x="657225" y="2124075"/>
                </a:lnTo>
                <a:close/>
                <a:moveTo>
                  <a:pt x="333375" y="2124075"/>
                </a:moveTo>
                <a:lnTo>
                  <a:pt x="342900" y="2124075"/>
                </a:lnTo>
                <a:lnTo>
                  <a:pt x="342900" y="2133600"/>
                </a:lnTo>
                <a:lnTo>
                  <a:pt x="333375" y="2133600"/>
                </a:lnTo>
                <a:close/>
                <a:moveTo>
                  <a:pt x="590550" y="2314575"/>
                </a:moveTo>
                <a:lnTo>
                  <a:pt x="619125" y="2314575"/>
                </a:lnTo>
                <a:lnTo>
                  <a:pt x="619125" y="2333625"/>
                </a:lnTo>
                <a:lnTo>
                  <a:pt x="600075" y="2333625"/>
                </a:lnTo>
                <a:lnTo>
                  <a:pt x="600075" y="2324100"/>
                </a:lnTo>
                <a:lnTo>
                  <a:pt x="590550" y="2324100"/>
                </a:lnTo>
                <a:close/>
                <a:moveTo>
                  <a:pt x="1552575" y="2314575"/>
                </a:moveTo>
                <a:lnTo>
                  <a:pt x="1571625" y="2314575"/>
                </a:lnTo>
                <a:lnTo>
                  <a:pt x="1571625" y="2324100"/>
                </a:lnTo>
                <a:lnTo>
                  <a:pt x="1552575" y="2324100"/>
                </a:lnTo>
                <a:close/>
                <a:moveTo>
                  <a:pt x="1704975" y="2314575"/>
                </a:moveTo>
                <a:lnTo>
                  <a:pt x="1714500" y="2314575"/>
                </a:lnTo>
                <a:lnTo>
                  <a:pt x="1714500" y="2324100"/>
                </a:lnTo>
                <a:lnTo>
                  <a:pt x="1704975" y="2324100"/>
                </a:lnTo>
                <a:close/>
                <a:moveTo>
                  <a:pt x="1428750" y="2324100"/>
                </a:moveTo>
                <a:lnTo>
                  <a:pt x="1447800" y="2324100"/>
                </a:lnTo>
                <a:lnTo>
                  <a:pt x="1447800" y="2333625"/>
                </a:lnTo>
                <a:lnTo>
                  <a:pt x="1428750" y="2333625"/>
                </a:lnTo>
                <a:close/>
                <a:moveTo>
                  <a:pt x="1714500" y="2324100"/>
                </a:moveTo>
                <a:lnTo>
                  <a:pt x="1724025" y="2324100"/>
                </a:lnTo>
                <a:lnTo>
                  <a:pt x="1724025" y="2333625"/>
                </a:lnTo>
                <a:lnTo>
                  <a:pt x="1714500" y="2333625"/>
                </a:lnTo>
                <a:close/>
                <a:moveTo>
                  <a:pt x="1304925" y="2333625"/>
                </a:moveTo>
                <a:lnTo>
                  <a:pt x="1323975" y="2333625"/>
                </a:lnTo>
                <a:lnTo>
                  <a:pt x="1323975" y="2343150"/>
                </a:lnTo>
                <a:lnTo>
                  <a:pt x="1304925" y="2343150"/>
                </a:lnTo>
                <a:close/>
                <a:moveTo>
                  <a:pt x="1724025" y="2333625"/>
                </a:moveTo>
                <a:lnTo>
                  <a:pt x="1733550" y="2333625"/>
                </a:lnTo>
                <a:lnTo>
                  <a:pt x="1733550" y="2343150"/>
                </a:lnTo>
                <a:lnTo>
                  <a:pt x="1724025" y="2343150"/>
                </a:lnTo>
                <a:close/>
                <a:moveTo>
                  <a:pt x="1200150" y="2381250"/>
                </a:moveTo>
                <a:lnTo>
                  <a:pt x="1209675" y="2381250"/>
                </a:lnTo>
                <a:lnTo>
                  <a:pt x="1209675" y="2438400"/>
                </a:lnTo>
                <a:lnTo>
                  <a:pt x="1200150" y="2438400"/>
                </a:lnTo>
                <a:close/>
                <a:moveTo>
                  <a:pt x="1733550" y="2381250"/>
                </a:moveTo>
                <a:lnTo>
                  <a:pt x="1743075" y="2381250"/>
                </a:lnTo>
                <a:lnTo>
                  <a:pt x="1743075" y="2390775"/>
                </a:lnTo>
                <a:lnTo>
                  <a:pt x="1733550" y="2390775"/>
                </a:lnTo>
                <a:close/>
                <a:moveTo>
                  <a:pt x="1571625" y="2390775"/>
                </a:moveTo>
                <a:lnTo>
                  <a:pt x="1581150" y="2390775"/>
                </a:lnTo>
                <a:lnTo>
                  <a:pt x="1581150" y="2400300"/>
                </a:lnTo>
                <a:lnTo>
                  <a:pt x="1571625" y="2400300"/>
                </a:lnTo>
                <a:close/>
                <a:moveTo>
                  <a:pt x="1304925" y="2409825"/>
                </a:moveTo>
                <a:lnTo>
                  <a:pt x="1314450" y="2409825"/>
                </a:lnTo>
                <a:lnTo>
                  <a:pt x="1314450" y="2419350"/>
                </a:lnTo>
                <a:lnTo>
                  <a:pt x="1304925" y="2419350"/>
                </a:lnTo>
                <a:close/>
                <a:moveTo>
                  <a:pt x="1438275" y="2409825"/>
                </a:moveTo>
                <a:lnTo>
                  <a:pt x="1447800" y="2409825"/>
                </a:lnTo>
                <a:lnTo>
                  <a:pt x="1447800" y="2419350"/>
                </a:lnTo>
                <a:lnTo>
                  <a:pt x="1438275" y="2419350"/>
                </a:lnTo>
                <a:close/>
                <a:moveTo>
                  <a:pt x="1666875" y="2409825"/>
                </a:moveTo>
                <a:lnTo>
                  <a:pt x="1676400" y="2409825"/>
                </a:lnTo>
                <a:lnTo>
                  <a:pt x="1676400" y="2428875"/>
                </a:lnTo>
                <a:lnTo>
                  <a:pt x="1666875" y="2428875"/>
                </a:lnTo>
                <a:close/>
                <a:moveTo>
                  <a:pt x="1323975" y="2419350"/>
                </a:moveTo>
                <a:lnTo>
                  <a:pt x="1333500" y="2419350"/>
                </a:lnTo>
                <a:lnTo>
                  <a:pt x="1333500" y="2428875"/>
                </a:lnTo>
                <a:lnTo>
                  <a:pt x="1323975" y="2428875"/>
                </a:lnTo>
                <a:close/>
                <a:moveTo>
                  <a:pt x="1428750" y="2419350"/>
                </a:moveTo>
                <a:lnTo>
                  <a:pt x="1438275" y="2419350"/>
                </a:lnTo>
                <a:lnTo>
                  <a:pt x="1438275" y="2428875"/>
                </a:lnTo>
                <a:lnTo>
                  <a:pt x="1428750" y="2428875"/>
                </a:lnTo>
                <a:close/>
                <a:moveTo>
                  <a:pt x="1419225" y="2428875"/>
                </a:moveTo>
                <a:lnTo>
                  <a:pt x="1428750" y="2428875"/>
                </a:lnTo>
                <a:lnTo>
                  <a:pt x="1428750" y="2438400"/>
                </a:lnTo>
                <a:lnTo>
                  <a:pt x="1419225" y="2438400"/>
                </a:lnTo>
                <a:close/>
                <a:moveTo>
                  <a:pt x="1333500" y="2438400"/>
                </a:moveTo>
                <a:lnTo>
                  <a:pt x="1343025" y="2438400"/>
                </a:lnTo>
                <a:lnTo>
                  <a:pt x="1343025" y="2447925"/>
                </a:lnTo>
                <a:lnTo>
                  <a:pt x="1333500" y="2447925"/>
                </a:lnTo>
                <a:close/>
                <a:moveTo>
                  <a:pt x="1266825" y="2447925"/>
                </a:moveTo>
                <a:lnTo>
                  <a:pt x="1276350" y="2447925"/>
                </a:lnTo>
                <a:lnTo>
                  <a:pt x="1276350" y="2466975"/>
                </a:lnTo>
                <a:lnTo>
                  <a:pt x="1285875" y="2466975"/>
                </a:lnTo>
                <a:lnTo>
                  <a:pt x="1285875" y="2486025"/>
                </a:lnTo>
                <a:lnTo>
                  <a:pt x="1276350" y="2486025"/>
                </a:lnTo>
                <a:lnTo>
                  <a:pt x="1276350" y="2476500"/>
                </a:lnTo>
                <a:lnTo>
                  <a:pt x="1266825" y="2476500"/>
                </a:lnTo>
                <a:close/>
                <a:moveTo>
                  <a:pt x="1466850" y="2447925"/>
                </a:moveTo>
                <a:lnTo>
                  <a:pt x="1476375" y="2447925"/>
                </a:lnTo>
                <a:lnTo>
                  <a:pt x="1476375" y="2457450"/>
                </a:lnTo>
                <a:lnTo>
                  <a:pt x="1466850" y="2457450"/>
                </a:lnTo>
                <a:close/>
                <a:moveTo>
                  <a:pt x="1476375" y="2457450"/>
                </a:moveTo>
                <a:lnTo>
                  <a:pt x="1495425" y="2457450"/>
                </a:lnTo>
                <a:lnTo>
                  <a:pt x="1495425" y="2466975"/>
                </a:lnTo>
                <a:lnTo>
                  <a:pt x="1476375" y="2466975"/>
                </a:lnTo>
                <a:close/>
                <a:moveTo>
                  <a:pt x="1600200" y="2476500"/>
                </a:moveTo>
                <a:lnTo>
                  <a:pt x="1609725" y="2476500"/>
                </a:lnTo>
                <a:lnTo>
                  <a:pt x="1609725" y="2486025"/>
                </a:lnTo>
                <a:lnTo>
                  <a:pt x="1600200" y="2486025"/>
                </a:lnTo>
                <a:close/>
                <a:moveTo>
                  <a:pt x="1495425" y="2486025"/>
                </a:moveTo>
                <a:lnTo>
                  <a:pt x="1504950" y="2486025"/>
                </a:lnTo>
                <a:lnTo>
                  <a:pt x="1504950" y="2495550"/>
                </a:lnTo>
                <a:lnTo>
                  <a:pt x="1495425" y="2495550"/>
                </a:lnTo>
                <a:close/>
                <a:moveTo>
                  <a:pt x="1285875" y="2505075"/>
                </a:moveTo>
                <a:lnTo>
                  <a:pt x="1304925" y="2505075"/>
                </a:lnTo>
                <a:lnTo>
                  <a:pt x="1304925" y="2514600"/>
                </a:lnTo>
                <a:lnTo>
                  <a:pt x="1285875" y="2514600"/>
                </a:lnTo>
                <a:close/>
                <a:moveTo>
                  <a:pt x="1743075" y="2514600"/>
                </a:moveTo>
                <a:lnTo>
                  <a:pt x="1752600" y="2514600"/>
                </a:lnTo>
                <a:lnTo>
                  <a:pt x="1752600" y="2533650"/>
                </a:lnTo>
                <a:lnTo>
                  <a:pt x="1743075" y="2533650"/>
                </a:lnTo>
                <a:close/>
                <a:moveTo>
                  <a:pt x="1590675" y="2533650"/>
                </a:moveTo>
                <a:lnTo>
                  <a:pt x="1600200" y="2533650"/>
                </a:lnTo>
                <a:lnTo>
                  <a:pt x="1600200" y="2543175"/>
                </a:lnTo>
                <a:lnTo>
                  <a:pt x="1590675" y="2543175"/>
                </a:lnTo>
                <a:close/>
                <a:moveTo>
                  <a:pt x="1666875" y="2533650"/>
                </a:moveTo>
                <a:lnTo>
                  <a:pt x="1685925" y="2533650"/>
                </a:lnTo>
                <a:lnTo>
                  <a:pt x="1685925" y="2552700"/>
                </a:lnTo>
                <a:lnTo>
                  <a:pt x="1676400" y="2552700"/>
                </a:lnTo>
                <a:lnTo>
                  <a:pt x="1676400" y="2543175"/>
                </a:lnTo>
                <a:lnTo>
                  <a:pt x="1666875" y="2543175"/>
                </a:lnTo>
                <a:close/>
                <a:moveTo>
                  <a:pt x="1381125" y="2543175"/>
                </a:moveTo>
                <a:lnTo>
                  <a:pt x="1400175" y="2543175"/>
                </a:lnTo>
                <a:lnTo>
                  <a:pt x="1400175" y="2552700"/>
                </a:lnTo>
                <a:lnTo>
                  <a:pt x="1381125" y="2552700"/>
                </a:lnTo>
                <a:close/>
                <a:moveTo>
                  <a:pt x="1209675" y="2552700"/>
                </a:moveTo>
                <a:lnTo>
                  <a:pt x="1219200" y="2552700"/>
                </a:lnTo>
                <a:lnTo>
                  <a:pt x="1219200" y="2571750"/>
                </a:lnTo>
                <a:lnTo>
                  <a:pt x="1209675" y="2571750"/>
                </a:lnTo>
                <a:close/>
                <a:moveTo>
                  <a:pt x="1333500" y="2552700"/>
                </a:moveTo>
                <a:lnTo>
                  <a:pt x="1362075" y="2552700"/>
                </a:lnTo>
                <a:lnTo>
                  <a:pt x="1362075" y="2562225"/>
                </a:lnTo>
                <a:lnTo>
                  <a:pt x="1333500" y="2562225"/>
                </a:lnTo>
                <a:close/>
                <a:moveTo>
                  <a:pt x="1562100" y="2552700"/>
                </a:moveTo>
                <a:lnTo>
                  <a:pt x="1581150" y="2552700"/>
                </a:lnTo>
                <a:lnTo>
                  <a:pt x="1581150" y="2562225"/>
                </a:lnTo>
                <a:lnTo>
                  <a:pt x="1562100" y="2562225"/>
                </a:lnTo>
                <a:close/>
                <a:moveTo>
                  <a:pt x="1419225" y="2600325"/>
                </a:moveTo>
                <a:lnTo>
                  <a:pt x="1428750" y="2600325"/>
                </a:lnTo>
                <a:lnTo>
                  <a:pt x="1428750" y="2609850"/>
                </a:lnTo>
                <a:lnTo>
                  <a:pt x="1419225" y="2609850"/>
                </a:lnTo>
                <a:close/>
                <a:moveTo>
                  <a:pt x="1733550" y="2647950"/>
                </a:moveTo>
                <a:lnTo>
                  <a:pt x="1743075" y="2647950"/>
                </a:lnTo>
                <a:lnTo>
                  <a:pt x="1743075" y="2657475"/>
                </a:lnTo>
                <a:lnTo>
                  <a:pt x="1733550" y="2657475"/>
                </a:lnTo>
                <a:close/>
                <a:moveTo>
                  <a:pt x="1724025" y="2657475"/>
                </a:moveTo>
                <a:lnTo>
                  <a:pt x="1733550" y="2657475"/>
                </a:lnTo>
                <a:lnTo>
                  <a:pt x="1733550" y="2667000"/>
                </a:lnTo>
                <a:lnTo>
                  <a:pt x="1724025" y="2667000"/>
                </a:lnTo>
                <a:close/>
                <a:moveTo>
                  <a:pt x="1704975" y="2667000"/>
                </a:moveTo>
                <a:lnTo>
                  <a:pt x="1714500" y="2667000"/>
                </a:lnTo>
                <a:lnTo>
                  <a:pt x="1714500" y="2676525"/>
                </a:lnTo>
                <a:lnTo>
                  <a:pt x="1704975" y="2676525"/>
                </a:lnTo>
                <a:close/>
                <a:moveTo>
                  <a:pt x="1476375" y="2686050"/>
                </a:moveTo>
                <a:lnTo>
                  <a:pt x="1485900" y="2686050"/>
                </a:lnTo>
                <a:lnTo>
                  <a:pt x="1485900" y="2695575"/>
                </a:lnTo>
                <a:lnTo>
                  <a:pt x="1476375" y="2695575"/>
                </a:lnTo>
                <a:close/>
                <a:moveTo>
                  <a:pt x="1323975" y="2695575"/>
                </a:moveTo>
                <a:lnTo>
                  <a:pt x="1333500" y="2695575"/>
                </a:lnTo>
                <a:lnTo>
                  <a:pt x="1333500" y="2705100"/>
                </a:lnTo>
                <a:lnTo>
                  <a:pt x="1323975" y="2705100"/>
                </a:lnTo>
                <a:close/>
                <a:moveTo>
                  <a:pt x="361950" y="2914650"/>
                </a:moveTo>
                <a:lnTo>
                  <a:pt x="371475" y="2914650"/>
                </a:lnTo>
                <a:lnTo>
                  <a:pt x="371475" y="2933700"/>
                </a:lnTo>
                <a:lnTo>
                  <a:pt x="352425" y="2933700"/>
                </a:lnTo>
                <a:lnTo>
                  <a:pt x="352425" y="2924175"/>
                </a:lnTo>
                <a:lnTo>
                  <a:pt x="361950" y="2924175"/>
                </a:lnTo>
                <a:close/>
                <a:moveTo>
                  <a:pt x="447675" y="3009900"/>
                </a:moveTo>
                <a:lnTo>
                  <a:pt x="504825" y="3009900"/>
                </a:lnTo>
                <a:lnTo>
                  <a:pt x="504825" y="3019425"/>
                </a:lnTo>
                <a:lnTo>
                  <a:pt x="447675" y="3019425"/>
                </a:lnTo>
                <a:close/>
                <a:moveTo>
                  <a:pt x="609600" y="3038475"/>
                </a:moveTo>
                <a:lnTo>
                  <a:pt x="619125" y="3038475"/>
                </a:lnTo>
                <a:lnTo>
                  <a:pt x="619125" y="3133725"/>
                </a:lnTo>
                <a:lnTo>
                  <a:pt x="609600" y="3133725"/>
                </a:lnTo>
                <a:close/>
                <a:moveTo>
                  <a:pt x="409575" y="3067050"/>
                </a:moveTo>
                <a:lnTo>
                  <a:pt x="419100" y="3067050"/>
                </a:lnTo>
                <a:lnTo>
                  <a:pt x="419100" y="3124200"/>
                </a:lnTo>
                <a:lnTo>
                  <a:pt x="409575" y="3124200"/>
                </a:lnTo>
                <a:close/>
                <a:moveTo>
                  <a:pt x="571500" y="3095625"/>
                </a:moveTo>
                <a:lnTo>
                  <a:pt x="581025" y="3095625"/>
                </a:lnTo>
                <a:lnTo>
                  <a:pt x="581025" y="3124200"/>
                </a:lnTo>
                <a:lnTo>
                  <a:pt x="571500" y="3124200"/>
                </a:lnTo>
                <a:close/>
                <a:moveTo>
                  <a:pt x="466725" y="3181350"/>
                </a:moveTo>
                <a:lnTo>
                  <a:pt x="476250" y="3181350"/>
                </a:lnTo>
                <a:lnTo>
                  <a:pt x="476250" y="3190875"/>
                </a:lnTo>
                <a:lnTo>
                  <a:pt x="466725" y="3190875"/>
                </a:lnTo>
                <a:close/>
                <a:moveTo>
                  <a:pt x="466725" y="3200400"/>
                </a:moveTo>
                <a:lnTo>
                  <a:pt x="476250" y="3200400"/>
                </a:lnTo>
                <a:lnTo>
                  <a:pt x="476250" y="3209925"/>
                </a:lnTo>
                <a:lnTo>
                  <a:pt x="466725" y="3209925"/>
                </a:lnTo>
                <a:close/>
                <a:moveTo>
                  <a:pt x="619125" y="3276600"/>
                </a:moveTo>
                <a:lnTo>
                  <a:pt x="628650" y="3276600"/>
                </a:lnTo>
                <a:lnTo>
                  <a:pt x="628650" y="3295650"/>
                </a:lnTo>
                <a:lnTo>
                  <a:pt x="619125" y="3295650"/>
                </a:lnTo>
                <a:close/>
                <a:moveTo>
                  <a:pt x="619125" y="3352800"/>
                </a:moveTo>
                <a:lnTo>
                  <a:pt x="628650" y="3352800"/>
                </a:lnTo>
                <a:lnTo>
                  <a:pt x="628650" y="3381375"/>
                </a:lnTo>
                <a:lnTo>
                  <a:pt x="619125" y="3381375"/>
                </a:lnTo>
                <a:close/>
                <a:moveTo>
                  <a:pt x="428625" y="3438525"/>
                </a:moveTo>
                <a:lnTo>
                  <a:pt x="438150" y="3438525"/>
                </a:lnTo>
                <a:lnTo>
                  <a:pt x="438150" y="3448050"/>
                </a:lnTo>
                <a:lnTo>
                  <a:pt x="428625" y="3448050"/>
                </a:lnTo>
                <a:close/>
                <a:moveTo>
                  <a:pt x="619125" y="3438525"/>
                </a:moveTo>
                <a:lnTo>
                  <a:pt x="628650" y="3438525"/>
                </a:lnTo>
                <a:lnTo>
                  <a:pt x="628650" y="3448050"/>
                </a:lnTo>
                <a:lnTo>
                  <a:pt x="619125" y="3448050"/>
                </a:lnTo>
                <a:close/>
                <a:moveTo>
                  <a:pt x="438150" y="3448050"/>
                </a:moveTo>
                <a:lnTo>
                  <a:pt x="447675" y="3448050"/>
                </a:lnTo>
                <a:lnTo>
                  <a:pt x="447675" y="3457575"/>
                </a:lnTo>
                <a:lnTo>
                  <a:pt x="438150" y="3457575"/>
                </a:lnTo>
                <a:close/>
                <a:moveTo>
                  <a:pt x="476250" y="3448050"/>
                </a:moveTo>
                <a:lnTo>
                  <a:pt x="485775" y="3448050"/>
                </a:lnTo>
                <a:lnTo>
                  <a:pt x="485775" y="3457575"/>
                </a:lnTo>
                <a:lnTo>
                  <a:pt x="476250" y="3457575"/>
                </a:lnTo>
                <a:close/>
                <a:moveTo>
                  <a:pt x="552450" y="3448050"/>
                </a:moveTo>
                <a:lnTo>
                  <a:pt x="571500" y="3448050"/>
                </a:lnTo>
                <a:lnTo>
                  <a:pt x="571500" y="3457575"/>
                </a:lnTo>
                <a:lnTo>
                  <a:pt x="552450" y="3457575"/>
                </a:lnTo>
                <a:close/>
                <a:moveTo>
                  <a:pt x="600075" y="3448050"/>
                </a:moveTo>
                <a:lnTo>
                  <a:pt x="609600" y="3448050"/>
                </a:lnTo>
                <a:lnTo>
                  <a:pt x="609600" y="3457575"/>
                </a:lnTo>
                <a:lnTo>
                  <a:pt x="600075" y="3457575"/>
                </a:lnTo>
                <a:close/>
                <a:moveTo>
                  <a:pt x="523875" y="3495675"/>
                </a:moveTo>
                <a:lnTo>
                  <a:pt x="542925" y="3495675"/>
                </a:lnTo>
                <a:lnTo>
                  <a:pt x="542925" y="3505200"/>
                </a:lnTo>
                <a:lnTo>
                  <a:pt x="552450" y="3505200"/>
                </a:lnTo>
                <a:lnTo>
                  <a:pt x="552450" y="3514725"/>
                </a:lnTo>
                <a:lnTo>
                  <a:pt x="523875" y="3514725"/>
                </a:lnTo>
                <a:close/>
                <a:moveTo>
                  <a:pt x="571500" y="3495675"/>
                </a:moveTo>
                <a:lnTo>
                  <a:pt x="581025" y="3495675"/>
                </a:lnTo>
                <a:lnTo>
                  <a:pt x="581025" y="3505200"/>
                </a:lnTo>
                <a:lnTo>
                  <a:pt x="571500" y="3505200"/>
                </a:lnTo>
                <a:close/>
                <a:moveTo>
                  <a:pt x="619125" y="3495675"/>
                </a:moveTo>
                <a:lnTo>
                  <a:pt x="628650" y="3495675"/>
                </a:lnTo>
                <a:lnTo>
                  <a:pt x="628650" y="3505200"/>
                </a:lnTo>
                <a:lnTo>
                  <a:pt x="619125" y="3505200"/>
                </a:lnTo>
                <a:close/>
                <a:moveTo>
                  <a:pt x="628650" y="3505200"/>
                </a:moveTo>
                <a:lnTo>
                  <a:pt x="638175" y="3505200"/>
                </a:lnTo>
                <a:lnTo>
                  <a:pt x="638175" y="3514725"/>
                </a:lnTo>
                <a:lnTo>
                  <a:pt x="628650" y="3514725"/>
                </a:lnTo>
                <a:close/>
                <a:moveTo>
                  <a:pt x="438150" y="3524250"/>
                </a:moveTo>
                <a:lnTo>
                  <a:pt x="447675" y="3524250"/>
                </a:lnTo>
                <a:lnTo>
                  <a:pt x="447675" y="3562350"/>
                </a:lnTo>
                <a:lnTo>
                  <a:pt x="438150" y="3562350"/>
                </a:lnTo>
                <a:close/>
                <a:moveTo>
                  <a:pt x="638175" y="3524250"/>
                </a:moveTo>
                <a:lnTo>
                  <a:pt x="647700" y="3524250"/>
                </a:lnTo>
                <a:lnTo>
                  <a:pt x="647700" y="3552825"/>
                </a:lnTo>
                <a:lnTo>
                  <a:pt x="638175" y="3552825"/>
                </a:lnTo>
                <a:close/>
                <a:moveTo>
                  <a:pt x="638175" y="3648075"/>
                </a:moveTo>
                <a:lnTo>
                  <a:pt x="647700" y="3648075"/>
                </a:lnTo>
                <a:lnTo>
                  <a:pt x="647700" y="3657600"/>
                </a:lnTo>
                <a:lnTo>
                  <a:pt x="638175" y="3657600"/>
                </a:lnTo>
                <a:close/>
                <a:moveTo>
                  <a:pt x="628650" y="3657600"/>
                </a:moveTo>
                <a:lnTo>
                  <a:pt x="638175" y="3657600"/>
                </a:lnTo>
                <a:lnTo>
                  <a:pt x="638175" y="3667125"/>
                </a:lnTo>
                <a:lnTo>
                  <a:pt x="628650" y="3667125"/>
                </a:lnTo>
                <a:close/>
                <a:moveTo>
                  <a:pt x="600075" y="3667125"/>
                </a:moveTo>
                <a:lnTo>
                  <a:pt x="609600" y="3667125"/>
                </a:lnTo>
                <a:lnTo>
                  <a:pt x="609600" y="3676650"/>
                </a:lnTo>
                <a:lnTo>
                  <a:pt x="600075" y="3676650"/>
                </a:lnTo>
                <a:close/>
                <a:moveTo>
                  <a:pt x="476250" y="3676650"/>
                </a:moveTo>
                <a:lnTo>
                  <a:pt x="485775" y="3676650"/>
                </a:lnTo>
                <a:lnTo>
                  <a:pt x="485775" y="3686175"/>
                </a:lnTo>
                <a:lnTo>
                  <a:pt x="476250" y="3686175"/>
                </a:lnTo>
                <a:close/>
              </a:path>
            </a:pathLst>
          </a:custGeom>
          <a:solidFill xmlns:a="http://schemas.openxmlformats.org/drawingml/2006/main">
            <a:srgbClr val="FBFCFE"/>
          </a:solidFill>
          <a:ln xmlns:a="http://schemas.openxmlformats.org/drawingml/2006/main" w="0">
            <a:noFill/>
          </a:ln>
        </p:spPr>
      </p:sp>
      <p:sp>
        <p:nvSpPr>
          <p:cNvPr id="8" name="phones vector #fcfdfd">
            <a:extLst xmlns:a="http://schemas.openxmlformats.org/drawingml/2006/main">
              <a:ext uri="{FF2B5EF4-FFF2-40B4-BE49-F238E27FC236}">
                <a16:creationId xmlns:a16="http://schemas.microsoft.com/office/drawing/2014/main" id="{F9F9BC45-7E89-457A-877D-1CAB892EFE9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48500" y="190500"/>
            <a:ext cx="5905500" cy="6619875"/>
          </a:xfrm>
          <a:custGeom xmlns:a="http://schemas.openxmlformats.org/drawingml/2006/main">
            <a:pathLst>
              <a:path w="3838575" h="4295775">
                <a:moveTo>
                  <a:pt x="419100" y="1000125"/>
                </a:moveTo>
                <a:lnTo>
                  <a:pt x="438150" y="1000125"/>
                </a:lnTo>
                <a:lnTo>
                  <a:pt x="438150" y="1009650"/>
                </a:lnTo>
                <a:lnTo>
                  <a:pt x="466725" y="1009650"/>
                </a:lnTo>
                <a:lnTo>
                  <a:pt x="466725" y="1019175"/>
                </a:lnTo>
                <a:lnTo>
                  <a:pt x="476250" y="1019175"/>
                </a:lnTo>
                <a:lnTo>
                  <a:pt x="476250" y="1038225"/>
                </a:lnTo>
                <a:lnTo>
                  <a:pt x="457200" y="1038225"/>
                </a:lnTo>
                <a:lnTo>
                  <a:pt x="457200" y="1028700"/>
                </a:lnTo>
                <a:lnTo>
                  <a:pt x="409575" y="1028700"/>
                </a:lnTo>
                <a:lnTo>
                  <a:pt x="409575" y="1038225"/>
                </a:lnTo>
                <a:lnTo>
                  <a:pt x="390525" y="1038225"/>
                </a:lnTo>
                <a:lnTo>
                  <a:pt x="390525" y="1028700"/>
                </a:lnTo>
                <a:lnTo>
                  <a:pt x="381000" y="1028700"/>
                </a:lnTo>
                <a:lnTo>
                  <a:pt x="381000" y="1019175"/>
                </a:lnTo>
                <a:lnTo>
                  <a:pt x="400050" y="1019175"/>
                </a:lnTo>
                <a:lnTo>
                  <a:pt x="400050" y="1009650"/>
                </a:lnTo>
                <a:lnTo>
                  <a:pt x="419100" y="1009650"/>
                </a:lnTo>
                <a:close/>
                <a:moveTo>
                  <a:pt x="333375" y="1028700"/>
                </a:moveTo>
                <a:lnTo>
                  <a:pt x="361950" y="1028700"/>
                </a:lnTo>
                <a:lnTo>
                  <a:pt x="361950" y="1038225"/>
                </a:lnTo>
                <a:lnTo>
                  <a:pt x="381000" y="1038225"/>
                </a:lnTo>
                <a:lnTo>
                  <a:pt x="381000" y="1066800"/>
                </a:lnTo>
                <a:lnTo>
                  <a:pt x="352425" y="1066800"/>
                </a:lnTo>
                <a:lnTo>
                  <a:pt x="352425" y="1076325"/>
                </a:lnTo>
                <a:lnTo>
                  <a:pt x="342900" y="1076325"/>
                </a:lnTo>
                <a:lnTo>
                  <a:pt x="342900" y="1085850"/>
                </a:lnTo>
                <a:lnTo>
                  <a:pt x="333375" y="1085850"/>
                </a:lnTo>
                <a:lnTo>
                  <a:pt x="333375" y="1047750"/>
                </a:lnTo>
                <a:lnTo>
                  <a:pt x="323850" y="1047750"/>
                </a:lnTo>
                <a:lnTo>
                  <a:pt x="323850" y="1038225"/>
                </a:lnTo>
                <a:lnTo>
                  <a:pt x="333375" y="1038225"/>
                </a:lnTo>
                <a:close/>
                <a:moveTo>
                  <a:pt x="600075" y="1038225"/>
                </a:moveTo>
                <a:lnTo>
                  <a:pt x="609600" y="1038225"/>
                </a:lnTo>
                <a:lnTo>
                  <a:pt x="609600" y="1057275"/>
                </a:lnTo>
                <a:lnTo>
                  <a:pt x="600075" y="1057275"/>
                </a:lnTo>
                <a:close/>
                <a:moveTo>
                  <a:pt x="552450" y="1066800"/>
                </a:moveTo>
                <a:lnTo>
                  <a:pt x="561975" y="1066800"/>
                </a:lnTo>
                <a:lnTo>
                  <a:pt x="561975" y="1076325"/>
                </a:lnTo>
                <a:lnTo>
                  <a:pt x="571500" y="1076325"/>
                </a:lnTo>
                <a:lnTo>
                  <a:pt x="571500" y="1095375"/>
                </a:lnTo>
                <a:lnTo>
                  <a:pt x="552450" y="1095375"/>
                </a:lnTo>
                <a:lnTo>
                  <a:pt x="552450" y="1085850"/>
                </a:lnTo>
                <a:lnTo>
                  <a:pt x="542925" y="1085850"/>
                </a:lnTo>
                <a:lnTo>
                  <a:pt x="542925" y="1076325"/>
                </a:lnTo>
                <a:lnTo>
                  <a:pt x="552450" y="1076325"/>
                </a:lnTo>
                <a:close/>
                <a:moveTo>
                  <a:pt x="266700" y="1076325"/>
                </a:moveTo>
                <a:lnTo>
                  <a:pt x="276225" y="1076325"/>
                </a:lnTo>
                <a:lnTo>
                  <a:pt x="276225" y="1104900"/>
                </a:lnTo>
                <a:lnTo>
                  <a:pt x="266700" y="1104900"/>
                </a:lnTo>
                <a:close/>
                <a:moveTo>
                  <a:pt x="285750" y="1076325"/>
                </a:moveTo>
                <a:lnTo>
                  <a:pt x="295275" y="1076325"/>
                </a:lnTo>
                <a:lnTo>
                  <a:pt x="295275" y="1095375"/>
                </a:lnTo>
                <a:lnTo>
                  <a:pt x="285750" y="1095375"/>
                </a:lnTo>
                <a:close/>
                <a:moveTo>
                  <a:pt x="333375" y="1095375"/>
                </a:moveTo>
                <a:lnTo>
                  <a:pt x="342900" y="1095375"/>
                </a:lnTo>
                <a:lnTo>
                  <a:pt x="342900" y="1104900"/>
                </a:lnTo>
                <a:lnTo>
                  <a:pt x="333375" y="1104900"/>
                </a:lnTo>
                <a:close/>
                <a:moveTo>
                  <a:pt x="514350" y="1095375"/>
                </a:moveTo>
                <a:lnTo>
                  <a:pt x="533400" y="1095375"/>
                </a:lnTo>
                <a:lnTo>
                  <a:pt x="533400" y="1104900"/>
                </a:lnTo>
                <a:lnTo>
                  <a:pt x="514350" y="1104900"/>
                </a:lnTo>
                <a:close/>
                <a:moveTo>
                  <a:pt x="666750" y="1095375"/>
                </a:moveTo>
                <a:lnTo>
                  <a:pt x="676275" y="1095375"/>
                </a:lnTo>
                <a:lnTo>
                  <a:pt x="676275" y="1104900"/>
                </a:lnTo>
                <a:lnTo>
                  <a:pt x="666750" y="1104900"/>
                </a:lnTo>
                <a:close/>
                <a:moveTo>
                  <a:pt x="323850" y="1104900"/>
                </a:moveTo>
                <a:lnTo>
                  <a:pt x="333375" y="1104900"/>
                </a:lnTo>
                <a:lnTo>
                  <a:pt x="333375" y="1133475"/>
                </a:lnTo>
                <a:lnTo>
                  <a:pt x="323850" y="1133475"/>
                </a:lnTo>
                <a:close/>
                <a:moveTo>
                  <a:pt x="533400" y="1104900"/>
                </a:moveTo>
                <a:lnTo>
                  <a:pt x="542925" y="1104900"/>
                </a:lnTo>
                <a:lnTo>
                  <a:pt x="542925" y="1143000"/>
                </a:lnTo>
                <a:lnTo>
                  <a:pt x="523875" y="1143000"/>
                </a:lnTo>
                <a:lnTo>
                  <a:pt x="523875" y="1123950"/>
                </a:lnTo>
                <a:lnTo>
                  <a:pt x="533400" y="1123950"/>
                </a:lnTo>
                <a:close/>
                <a:moveTo>
                  <a:pt x="561975" y="1104900"/>
                </a:moveTo>
                <a:lnTo>
                  <a:pt x="590550" y="1104900"/>
                </a:lnTo>
                <a:lnTo>
                  <a:pt x="590550" y="1123950"/>
                </a:lnTo>
                <a:lnTo>
                  <a:pt x="581025" y="1123950"/>
                </a:lnTo>
                <a:lnTo>
                  <a:pt x="581025" y="1114425"/>
                </a:lnTo>
                <a:lnTo>
                  <a:pt x="561975" y="1114425"/>
                </a:lnTo>
                <a:close/>
                <a:moveTo>
                  <a:pt x="304800" y="1114425"/>
                </a:moveTo>
                <a:lnTo>
                  <a:pt x="314325" y="1114425"/>
                </a:lnTo>
                <a:lnTo>
                  <a:pt x="314325" y="1133475"/>
                </a:lnTo>
                <a:lnTo>
                  <a:pt x="304800" y="1133475"/>
                </a:lnTo>
                <a:close/>
                <a:moveTo>
                  <a:pt x="638175" y="1123950"/>
                </a:moveTo>
                <a:lnTo>
                  <a:pt x="647700" y="1123950"/>
                </a:lnTo>
                <a:lnTo>
                  <a:pt x="647700" y="1133475"/>
                </a:lnTo>
                <a:lnTo>
                  <a:pt x="638175" y="1133475"/>
                </a:lnTo>
                <a:close/>
                <a:moveTo>
                  <a:pt x="714375" y="1133475"/>
                </a:moveTo>
                <a:lnTo>
                  <a:pt x="723900" y="1133475"/>
                </a:lnTo>
                <a:lnTo>
                  <a:pt x="723900" y="1143000"/>
                </a:lnTo>
                <a:lnTo>
                  <a:pt x="714375" y="1143000"/>
                </a:lnTo>
                <a:close/>
                <a:moveTo>
                  <a:pt x="295275" y="1143000"/>
                </a:moveTo>
                <a:lnTo>
                  <a:pt x="323850" y="1143000"/>
                </a:lnTo>
                <a:lnTo>
                  <a:pt x="323850" y="1152525"/>
                </a:lnTo>
                <a:lnTo>
                  <a:pt x="333375" y="1152525"/>
                </a:lnTo>
                <a:lnTo>
                  <a:pt x="333375" y="1171575"/>
                </a:lnTo>
                <a:lnTo>
                  <a:pt x="323850" y="1171575"/>
                </a:lnTo>
                <a:lnTo>
                  <a:pt x="323850" y="1200150"/>
                </a:lnTo>
                <a:lnTo>
                  <a:pt x="333375" y="1200150"/>
                </a:lnTo>
                <a:lnTo>
                  <a:pt x="333375" y="1209675"/>
                </a:lnTo>
                <a:lnTo>
                  <a:pt x="352425" y="1209675"/>
                </a:lnTo>
                <a:lnTo>
                  <a:pt x="352425" y="1228725"/>
                </a:lnTo>
                <a:lnTo>
                  <a:pt x="361950" y="1228725"/>
                </a:lnTo>
                <a:lnTo>
                  <a:pt x="361950" y="1219200"/>
                </a:lnTo>
                <a:lnTo>
                  <a:pt x="371475" y="1219200"/>
                </a:lnTo>
                <a:lnTo>
                  <a:pt x="371475" y="1247775"/>
                </a:lnTo>
                <a:lnTo>
                  <a:pt x="342900" y="1247775"/>
                </a:lnTo>
                <a:lnTo>
                  <a:pt x="342900" y="1266825"/>
                </a:lnTo>
                <a:lnTo>
                  <a:pt x="314325" y="1266825"/>
                </a:lnTo>
                <a:lnTo>
                  <a:pt x="314325" y="1257300"/>
                </a:lnTo>
                <a:lnTo>
                  <a:pt x="304800" y="1257300"/>
                </a:lnTo>
                <a:lnTo>
                  <a:pt x="304800" y="1266825"/>
                </a:lnTo>
                <a:lnTo>
                  <a:pt x="295275" y="1266825"/>
                </a:lnTo>
                <a:lnTo>
                  <a:pt x="295275" y="1257300"/>
                </a:lnTo>
                <a:lnTo>
                  <a:pt x="285750" y="1257300"/>
                </a:lnTo>
                <a:lnTo>
                  <a:pt x="285750" y="1276350"/>
                </a:lnTo>
                <a:lnTo>
                  <a:pt x="276225" y="1276350"/>
                </a:lnTo>
                <a:lnTo>
                  <a:pt x="276225" y="1228725"/>
                </a:lnTo>
                <a:lnTo>
                  <a:pt x="285750" y="1228725"/>
                </a:lnTo>
                <a:lnTo>
                  <a:pt x="285750" y="1219200"/>
                </a:lnTo>
                <a:lnTo>
                  <a:pt x="276225" y="1219200"/>
                </a:lnTo>
                <a:lnTo>
                  <a:pt x="276225" y="1190625"/>
                </a:lnTo>
                <a:lnTo>
                  <a:pt x="266700" y="1190625"/>
                </a:lnTo>
                <a:lnTo>
                  <a:pt x="266700" y="1181100"/>
                </a:lnTo>
                <a:lnTo>
                  <a:pt x="285750" y="1181100"/>
                </a:lnTo>
                <a:lnTo>
                  <a:pt x="285750" y="1152525"/>
                </a:lnTo>
                <a:lnTo>
                  <a:pt x="295275" y="1152525"/>
                </a:lnTo>
                <a:close/>
                <a:moveTo>
                  <a:pt x="657225" y="1152525"/>
                </a:moveTo>
                <a:lnTo>
                  <a:pt x="685800" y="1152525"/>
                </a:lnTo>
                <a:lnTo>
                  <a:pt x="685800" y="1162050"/>
                </a:lnTo>
                <a:lnTo>
                  <a:pt x="657225" y="1162050"/>
                </a:lnTo>
                <a:close/>
                <a:moveTo>
                  <a:pt x="1190625" y="1152525"/>
                </a:moveTo>
                <a:lnTo>
                  <a:pt x="1200150" y="1152525"/>
                </a:lnTo>
                <a:lnTo>
                  <a:pt x="1200150" y="1162050"/>
                </a:lnTo>
                <a:lnTo>
                  <a:pt x="1190625" y="1162050"/>
                </a:lnTo>
                <a:close/>
                <a:moveTo>
                  <a:pt x="619125" y="1162050"/>
                </a:moveTo>
                <a:lnTo>
                  <a:pt x="638175" y="1162050"/>
                </a:lnTo>
                <a:lnTo>
                  <a:pt x="638175" y="1181100"/>
                </a:lnTo>
                <a:lnTo>
                  <a:pt x="619125" y="1181100"/>
                </a:lnTo>
                <a:close/>
                <a:moveTo>
                  <a:pt x="1133475" y="1162050"/>
                </a:moveTo>
                <a:lnTo>
                  <a:pt x="1190625" y="1162050"/>
                </a:lnTo>
                <a:lnTo>
                  <a:pt x="1190625" y="1181100"/>
                </a:lnTo>
                <a:lnTo>
                  <a:pt x="1152525" y="1181100"/>
                </a:lnTo>
                <a:lnTo>
                  <a:pt x="1152525" y="1190625"/>
                </a:lnTo>
                <a:lnTo>
                  <a:pt x="1143000" y="1190625"/>
                </a:lnTo>
                <a:lnTo>
                  <a:pt x="1143000" y="1200150"/>
                </a:lnTo>
                <a:lnTo>
                  <a:pt x="1133475" y="1200150"/>
                </a:lnTo>
                <a:lnTo>
                  <a:pt x="1133475" y="1190625"/>
                </a:lnTo>
                <a:lnTo>
                  <a:pt x="1123950" y="1190625"/>
                </a:lnTo>
                <a:lnTo>
                  <a:pt x="1123950" y="1181100"/>
                </a:lnTo>
                <a:lnTo>
                  <a:pt x="1104900" y="1181100"/>
                </a:lnTo>
                <a:lnTo>
                  <a:pt x="1104900" y="1171575"/>
                </a:lnTo>
                <a:lnTo>
                  <a:pt x="1133475" y="1171575"/>
                </a:lnTo>
                <a:close/>
                <a:moveTo>
                  <a:pt x="742950" y="1171575"/>
                </a:moveTo>
                <a:lnTo>
                  <a:pt x="771525" y="1171575"/>
                </a:lnTo>
                <a:lnTo>
                  <a:pt x="771525" y="1181100"/>
                </a:lnTo>
                <a:lnTo>
                  <a:pt x="742950" y="1181100"/>
                </a:lnTo>
                <a:close/>
                <a:moveTo>
                  <a:pt x="809625" y="1171575"/>
                </a:moveTo>
                <a:lnTo>
                  <a:pt x="819150" y="1171575"/>
                </a:lnTo>
                <a:lnTo>
                  <a:pt x="819150" y="1181100"/>
                </a:lnTo>
                <a:lnTo>
                  <a:pt x="828675" y="1181100"/>
                </a:lnTo>
                <a:lnTo>
                  <a:pt x="828675" y="1190625"/>
                </a:lnTo>
                <a:lnTo>
                  <a:pt x="809625" y="1190625"/>
                </a:lnTo>
                <a:close/>
                <a:moveTo>
                  <a:pt x="847725" y="1171575"/>
                </a:moveTo>
                <a:lnTo>
                  <a:pt x="857250" y="1171575"/>
                </a:lnTo>
                <a:lnTo>
                  <a:pt x="857250" y="1181100"/>
                </a:lnTo>
                <a:lnTo>
                  <a:pt x="866775" y="1181100"/>
                </a:lnTo>
                <a:lnTo>
                  <a:pt x="866775" y="1190625"/>
                </a:lnTo>
                <a:lnTo>
                  <a:pt x="847725" y="1190625"/>
                </a:lnTo>
                <a:close/>
                <a:moveTo>
                  <a:pt x="676275" y="1190625"/>
                </a:moveTo>
                <a:lnTo>
                  <a:pt x="685800" y="1190625"/>
                </a:lnTo>
                <a:lnTo>
                  <a:pt x="685800" y="1209675"/>
                </a:lnTo>
                <a:lnTo>
                  <a:pt x="676275" y="1209675"/>
                </a:lnTo>
                <a:close/>
                <a:moveTo>
                  <a:pt x="1047750" y="1190625"/>
                </a:moveTo>
                <a:lnTo>
                  <a:pt x="1066800" y="1190625"/>
                </a:lnTo>
                <a:lnTo>
                  <a:pt x="1066800" y="1200150"/>
                </a:lnTo>
                <a:lnTo>
                  <a:pt x="1085850" y="1200150"/>
                </a:lnTo>
                <a:lnTo>
                  <a:pt x="1085850" y="1190625"/>
                </a:lnTo>
                <a:lnTo>
                  <a:pt x="1095375" y="1190625"/>
                </a:lnTo>
                <a:lnTo>
                  <a:pt x="1095375" y="1209675"/>
                </a:lnTo>
                <a:lnTo>
                  <a:pt x="1066800" y="1209675"/>
                </a:lnTo>
                <a:lnTo>
                  <a:pt x="1066800" y="1219200"/>
                </a:lnTo>
                <a:lnTo>
                  <a:pt x="1057275" y="1219200"/>
                </a:lnTo>
                <a:lnTo>
                  <a:pt x="1057275" y="1238250"/>
                </a:lnTo>
                <a:lnTo>
                  <a:pt x="1038225" y="1238250"/>
                </a:lnTo>
                <a:lnTo>
                  <a:pt x="1038225" y="1228725"/>
                </a:lnTo>
                <a:lnTo>
                  <a:pt x="1047750" y="1228725"/>
                </a:lnTo>
                <a:close/>
                <a:moveTo>
                  <a:pt x="638175" y="1200150"/>
                </a:moveTo>
                <a:lnTo>
                  <a:pt x="647700" y="1200150"/>
                </a:lnTo>
                <a:lnTo>
                  <a:pt x="647700" y="1209675"/>
                </a:lnTo>
                <a:lnTo>
                  <a:pt x="666750" y="1209675"/>
                </a:lnTo>
                <a:lnTo>
                  <a:pt x="666750" y="1219200"/>
                </a:lnTo>
                <a:lnTo>
                  <a:pt x="676275" y="1219200"/>
                </a:lnTo>
                <a:lnTo>
                  <a:pt x="676275" y="1228725"/>
                </a:lnTo>
                <a:lnTo>
                  <a:pt x="685800" y="1228725"/>
                </a:lnTo>
                <a:lnTo>
                  <a:pt x="685800" y="1238250"/>
                </a:lnTo>
                <a:lnTo>
                  <a:pt x="676275" y="1238250"/>
                </a:lnTo>
                <a:lnTo>
                  <a:pt x="676275" y="1247775"/>
                </a:lnTo>
                <a:lnTo>
                  <a:pt x="647700" y="1247775"/>
                </a:lnTo>
                <a:lnTo>
                  <a:pt x="647700" y="1257300"/>
                </a:lnTo>
                <a:lnTo>
                  <a:pt x="619125" y="1257300"/>
                </a:lnTo>
                <a:lnTo>
                  <a:pt x="619125" y="1238250"/>
                </a:lnTo>
                <a:lnTo>
                  <a:pt x="628650" y="1238250"/>
                </a:lnTo>
                <a:lnTo>
                  <a:pt x="628650" y="1228725"/>
                </a:lnTo>
                <a:lnTo>
                  <a:pt x="638175" y="1228725"/>
                </a:lnTo>
                <a:close/>
                <a:moveTo>
                  <a:pt x="590550" y="1219200"/>
                </a:moveTo>
                <a:lnTo>
                  <a:pt x="600075" y="1219200"/>
                </a:lnTo>
                <a:lnTo>
                  <a:pt x="600075" y="1228725"/>
                </a:lnTo>
                <a:lnTo>
                  <a:pt x="609600" y="1228725"/>
                </a:lnTo>
                <a:lnTo>
                  <a:pt x="609600" y="1238250"/>
                </a:lnTo>
                <a:lnTo>
                  <a:pt x="581025" y="1238250"/>
                </a:lnTo>
                <a:lnTo>
                  <a:pt x="581025" y="1228725"/>
                </a:lnTo>
                <a:lnTo>
                  <a:pt x="590550" y="1228725"/>
                </a:lnTo>
                <a:close/>
                <a:moveTo>
                  <a:pt x="304800" y="1238250"/>
                </a:moveTo>
                <a:lnTo>
                  <a:pt x="314325" y="1238250"/>
                </a:lnTo>
                <a:lnTo>
                  <a:pt x="314325" y="1247775"/>
                </a:lnTo>
                <a:lnTo>
                  <a:pt x="323850" y="1247775"/>
                </a:lnTo>
                <a:lnTo>
                  <a:pt x="323850" y="1219200"/>
                </a:lnTo>
                <a:lnTo>
                  <a:pt x="304800" y="1219200"/>
                </a:lnTo>
                <a:close/>
                <a:moveTo>
                  <a:pt x="381000" y="1238250"/>
                </a:moveTo>
                <a:lnTo>
                  <a:pt x="390525" y="1238250"/>
                </a:lnTo>
                <a:lnTo>
                  <a:pt x="390525" y="1247775"/>
                </a:lnTo>
                <a:lnTo>
                  <a:pt x="381000" y="1247775"/>
                </a:lnTo>
                <a:close/>
                <a:moveTo>
                  <a:pt x="504825" y="1238250"/>
                </a:moveTo>
                <a:lnTo>
                  <a:pt x="514350" y="1238250"/>
                </a:lnTo>
                <a:lnTo>
                  <a:pt x="514350" y="1257300"/>
                </a:lnTo>
                <a:lnTo>
                  <a:pt x="523875" y="1257300"/>
                </a:lnTo>
                <a:lnTo>
                  <a:pt x="523875" y="1266825"/>
                </a:lnTo>
                <a:lnTo>
                  <a:pt x="504825" y="1266825"/>
                </a:lnTo>
                <a:close/>
                <a:moveTo>
                  <a:pt x="733425" y="1238250"/>
                </a:moveTo>
                <a:lnTo>
                  <a:pt x="762000" y="1238250"/>
                </a:lnTo>
                <a:lnTo>
                  <a:pt x="762000" y="1257300"/>
                </a:lnTo>
                <a:lnTo>
                  <a:pt x="742950" y="1257300"/>
                </a:lnTo>
                <a:lnTo>
                  <a:pt x="742950" y="1247775"/>
                </a:lnTo>
                <a:lnTo>
                  <a:pt x="733425" y="1247775"/>
                </a:lnTo>
                <a:close/>
                <a:moveTo>
                  <a:pt x="828675" y="1247775"/>
                </a:moveTo>
                <a:lnTo>
                  <a:pt x="838200" y="1247775"/>
                </a:lnTo>
                <a:lnTo>
                  <a:pt x="838200" y="1257300"/>
                </a:lnTo>
                <a:lnTo>
                  <a:pt x="857250" y="1257300"/>
                </a:lnTo>
                <a:lnTo>
                  <a:pt x="857250" y="1266825"/>
                </a:lnTo>
                <a:lnTo>
                  <a:pt x="847725" y="1266825"/>
                </a:lnTo>
                <a:lnTo>
                  <a:pt x="847725" y="1276350"/>
                </a:lnTo>
                <a:lnTo>
                  <a:pt x="819150" y="1276350"/>
                </a:lnTo>
                <a:lnTo>
                  <a:pt x="819150" y="1257300"/>
                </a:lnTo>
                <a:lnTo>
                  <a:pt x="828675" y="1257300"/>
                </a:lnTo>
                <a:close/>
                <a:moveTo>
                  <a:pt x="1095375" y="1257300"/>
                </a:moveTo>
                <a:lnTo>
                  <a:pt x="1114425" y="1257300"/>
                </a:lnTo>
                <a:lnTo>
                  <a:pt x="1114425" y="1266825"/>
                </a:lnTo>
                <a:lnTo>
                  <a:pt x="1133475" y="1266825"/>
                </a:lnTo>
                <a:lnTo>
                  <a:pt x="1133475" y="1257300"/>
                </a:lnTo>
                <a:lnTo>
                  <a:pt x="1228725" y="1257300"/>
                </a:lnTo>
                <a:lnTo>
                  <a:pt x="1228725" y="1266825"/>
                </a:lnTo>
                <a:lnTo>
                  <a:pt x="1238250" y="1266825"/>
                </a:lnTo>
                <a:lnTo>
                  <a:pt x="1238250" y="1285875"/>
                </a:lnTo>
                <a:lnTo>
                  <a:pt x="1228725" y="1285875"/>
                </a:lnTo>
                <a:lnTo>
                  <a:pt x="1228725" y="1295400"/>
                </a:lnTo>
                <a:lnTo>
                  <a:pt x="1200150" y="1295400"/>
                </a:lnTo>
                <a:lnTo>
                  <a:pt x="1200150" y="1266825"/>
                </a:lnTo>
                <a:lnTo>
                  <a:pt x="1171575" y="1266825"/>
                </a:lnTo>
                <a:lnTo>
                  <a:pt x="1171575" y="1285875"/>
                </a:lnTo>
                <a:lnTo>
                  <a:pt x="1152525" y="1285875"/>
                </a:lnTo>
                <a:lnTo>
                  <a:pt x="1152525" y="1314450"/>
                </a:lnTo>
                <a:lnTo>
                  <a:pt x="1114425" y="1314450"/>
                </a:lnTo>
                <a:lnTo>
                  <a:pt x="1114425" y="1304925"/>
                </a:lnTo>
                <a:lnTo>
                  <a:pt x="1085850" y="1304925"/>
                </a:lnTo>
                <a:lnTo>
                  <a:pt x="1085850" y="1295400"/>
                </a:lnTo>
                <a:lnTo>
                  <a:pt x="1076325" y="1295400"/>
                </a:lnTo>
                <a:lnTo>
                  <a:pt x="1076325" y="1285875"/>
                </a:lnTo>
                <a:lnTo>
                  <a:pt x="1085850" y="1285875"/>
                </a:lnTo>
                <a:lnTo>
                  <a:pt x="1085850" y="1266825"/>
                </a:lnTo>
                <a:lnTo>
                  <a:pt x="1095375" y="1266825"/>
                </a:lnTo>
                <a:close/>
                <a:moveTo>
                  <a:pt x="1066800" y="1266825"/>
                </a:moveTo>
                <a:lnTo>
                  <a:pt x="1076325" y="1266825"/>
                </a:lnTo>
                <a:lnTo>
                  <a:pt x="1076325" y="1276350"/>
                </a:lnTo>
                <a:lnTo>
                  <a:pt x="1066800" y="1276350"/>
                </a:lnTo>
                <a:close/>
                <a:moveTo>
                  <a:pt x="704850" y="1276350"/>
                </a:moveTo>
                <a:lnTo>
                  <a:pt x="714375" y="1276350"/>
                </a:lnTo>
                <a:lnTo>
                  <a:pt x="714375" y="1285875"/>
                </a:lnTo>
                <a:lnTo>
                  <a:pt x="723900" y="1285875"/>
                </a:lnTo>
                <a:lnTo>
                  <a:pt x="723900" y="1304925"/>
                </a:lnTo>
                <a:lnTo>
                  <a:pt x="704850" y="1304925"/>
                </a:lnTo>
                <a:close/>
                <a:moveTo>
                  <a:pt x="276225" y="1285875"/>
                </a:moveTo>
                <a:lnTo>
                  <a:pt x="285750" y="1285875"/>
                </a:lnTo>
                <a:lnTo>
                  <a:pt x="285750" y="1304925"/>
                </a:lnTo>
                <a:lnTo>
                  <a:pt x="295275" y="1304925"/>
                </a:lnTo>
                <a:lnTo>
                  <a:pt x="295275" y="1285875"/>
                </a:lnTo>
                <a:lnTo>
                  <a:pt x="304800" y="1285875"/>
                </a:lnTo>
                <a:lnTo>
                  <a:pt x="304800" y="1323975"/>
                </a:lnTo>
                <a:lnTo>
                  <a:pt x="314325" y="1323975"/>
                </a:lnTo>
                <a:lnTo>
                  <a:pt x="314325" y="1333500"/>
                </a:lnTo>
                <a:lnTo>
                  <a:pt x="304800" y="1333500"/>
                </a:lnTo>
                <a:lnTo>
                  <a:pt x="304800" y="1343025"/>
                </a:lnTo>
                <a:lnTo>
                  <a:pt x="314325" y="1343025"/>
                </a:lnTo>
                <a:lnTo>
                  <a:pt x="314325" y="1371600"/>
                </a:lnTo>
                <a:lnTo>
                  <a:pt x="304800" y="1371600"/>
                </a:lnTo>
                <a:lnTo>
                  <a:pt x="304800" y="1381125"/>
                </a:lnTo>
                <a:lnTo>
                  <a:pt x="295275" y="1381125"/>
                </a:lnTo>
                <a:lnTo>
                  <a:pt x="295275" y="1323975"/>
                </a:lnTo>
                <a:lnTo>
                  <a:pt x="276225" y="1323975"/>
                </a:lnTo>
                <a:close/>
                <a:moveTo>
                  <a:pt x="847725" y="1285875"/>
                </a:moveTo>
                <a:lnTo>
                  <a:pt x="857250" y="1285875"/>
                </a:lnTo>
                <a:lnTo>
                  <a:pt x="857250" y="1295400"/>
                </a:lnTo>
                <a:lnTo>
                  <a:pt x="847725" y="1295400"/>
                </a:lnTo>
                <a:close/>
                <a:moveTo>
                  <a:pt x="600075" y="1304925"/>
                </a:moveTo>
                <a:lnTo>
                  <a:pt x="657225" y="1304925"/>
                </a:lnTo>
                <a:lnTo>
                  <a:pt x="657225" y="1314450"/>
                </a:lnTo>
                <a:lnTo>
                  <a:pt x="600075" y="1314450"/>
                </a:lnTo>
                <a:close/>
                <a:moveTo>
                  <a:pt x="771525" y="1304925"/>
                </a:moveTo>
                <a:lnTo>
                  <a:pt x="790575" y="1304925"/>
                </a:lnTo>
                <a:lnTo>
                  <a:pt x="790575" y="1314450"/>
                </a:lnTo>
                <a:lnTo>
                  <a:pt x="771525" y="1314450"/>
                </a:lnTo>
                <a:close/>
                <a:moveTo>
                  <a:pt x="819150" y="1304925"/>
                </a:moveTo>
                <a:lnTo>
                  <a:pt x="838200" y="1304925"/>
                </a:lnTo>
                <a:lnTo>
                  <a:pt x="838200" y="1314450"/>
                </a:lnTo>
                <a:lnTo>
                  <a:pt x="819150" y="1314450"/>
                </a:lnTo>
                <a:close/>
                <a:moveTo>
                  <a:pt x="381000" y="1314450"/>
                </a:moveTo>
                <a:lnTo>
                  <a:pt x="390525" y="1314450"/>
                </a:lnTo>
                <a:lnTo>
                  <a:pt x="390525" y="1323975"/>
                </a:lnTo>
                <a:lnTo>
                  <a:pt x="381000" y="1323975"/>
                </a:lnTo>
                <a:close/>
                <a:moveTo>
                  <a:pt x="552450" y="1323975"/>
                </a:moveTo>
                <a:lnTo>
                  <a:pt x="571500" y="1323975"/>
                </a:lnTo>
                <a:lnTo>
                  <a:pt x="571500" y="1333500"/>
                </a:lnTo>
                <a:lnTo>
                  <a:pt x="581025" y="1333500"/>
                </a:lnTo>
                <a:lnTo>
                  <a:pt x="581025" y="1352550"/>
                </a:lnTo>
                <a:lnTo>
                  <a:pt x="571500" y="1352550"/>
                </a:lnTo>
                <a:lnTo>
                  <a:pt x="571500" y="1362075"/>
                </a:lnTo>
                <a:lnTo>
                  <a:pt x="552450" y="1362075"/>
                </a:lnTo>
                <a:lnTo>
                  <a:pt x="552450" y="1343025"/>
                </a:lnTo>
                <a:lnTo>
                  <a:pt x="542925" y="1343025"/>
                </a:lnTo>
                <a:lnTo>
                  <a:pt x="542925" y="1333500"/>
                </a:lnTo>
                <a:lnTo>
                  <a:pt x="552450" y="1333500"/>
                </a:lnTo>
                <a:close/>
                <a:moveTo>
                  <a:pt x="923925" y="1333500"/>
                </a:moveTo>
                <a:lnTo>
                  <a:pt x="933450" y="1333500"/>
                </a:lnTo>
                <a:lnTo>
                  <a:pt x="933450" y="1343025"/>
                </a:lnTo>
                <a:lnTo>
                  <a:pt x="923925" y="1343025"/>
                </a:lnTo>
                <a:close/>
                <a:moveTo>
                  <a:pt x="1047750" y="1333500"/>
                </a:moveTo>
                <a:lnTo>
                  <a:pt x="1057275" y="1333500"/>
                </a:lnTo>
                <a:lnTo>
                  <a:pt x="1057275" y="1362075"/>
                </a:lnTo>
                <a:lnTo>
                  <a:pt x="1085850" y="1362075"/>
                </a:lnTo>
                <a:lnTo>
                  <a:pt x="1085850" y="1371600"/>
                </a:lnTo>
                <a:lnTo>
                  <a:pt x="1076325" y="1371600"/>
                </a:lnTo>
                <a:lnTo>
                  <a:pt x="1076325" y="1400175"/>
                </a:lnTo>
                <a:lnTo>
                  <a:pt x="1066800" y="1400175"/>
                </a:lnTo>
                <a:lnTo>
                  <a:pt x="1066800" y="1409700"/>
                </a:lnTo>
                <a:lnTo>
                  <a:pt x="1076325" y="1409700"/>
                </a:lnTo>
                <a:lnTo>
                  <a:pt x="1076325" y="1400175"/>
                </a:lnTo>
                <a:lnTo>
                  <a:pt x="1085850" y="1400175"/>
                </a:lnTo>
                <a:lnTo>
                  <a:pt x="1085850" y="1419225"/>
                </a:lnTo>
                <a:lnTo>
                  <a:pt x="1095375" y="1419225"/>
                </a:lnTo>
                <a:lnTo>
                  <a:pt x="1095375" y="1400175"/>
                </a:lnTo>
                <a:lnTo>
                  <a:pt x="1143000" y="1400175"/>
                </a:lnTo>
                <a:lnTo>
                  <a:pt x="1143000" y="1390650"/>
                </a:lnTo>
                <a:lnTo>
                  <a:pt x="1162050" y="1390650"/>
                </a:lnTo>
                <a:lnTo>
                  <a:pt x="1162050" y="1400175"/>
                </a:lnTo>
                <a:lnTo>
                  <a:pt x="1181100" y="1400175"/>
                </a:lnTo>
                <a:lnTo>
                  <a:pt x="1181100" y="1390650"/>
                </a:lnTo>
                <a:lnTo>
                  <a:pt x="1200150" y="1390650"/>
                </a:lnTo>
                <a:lnTo>
                  <a:pt x="1200150" y="1400175"/>
                </a:lnTo>
                <a:lnTo>
                  <a:pt x="1209675" y="1400175"/>
                </a:lnTo>
                <a:lnTo>
                  <a:pt x="1209675" y="1409700"/>
                </a:lnTo>
                <a:lnTo>
                  <a:pt x="1219200" y="1409700"/>
                </a:lnTo>
                <a:lnTo>
                  <a:pt x="1219200" y="1419225"/>
                </a:lnTo>
                <a:lnTo>
                  <a:pt x="1162050" y="1419225"/>
                </a:lnTo>
                <a:lnTo>
                  <a:pt x="1162050" y="1409700"/>
                </a:lnTo>
                <a:lnTo>
                  <a:pt x="1152525" y="1409700"/>
                </a:lnTo>
                <a:lnTo>
                  <a:pt x="1152525" y="1419225"/>
                </a:lnTo>
                <a:lnTo>
                  <a:pt x="1143000" y="1419225"/>
                </a:lnTo>
                <a:lnTo>
                  <a:pt x="1143000" y="1428750"/>
                </a:lnTo>
                <a:lnTo>
                  <a:pt x="1114425" y="1428750"/>
                </a:lnTo>
                <a:lnTo>
                  <a:pt x="1114425" y="1438275"/>
                </a:lnTo>
                <a:lnTo>
                  <a:pt x="1104900" y="1438275"/>
                </a:lnTo>
                <a:lnTo>
                  <a:pt x="1104900" y="1447800"/>
                </a:lnTo>
                <a:lnTo>
                  <a:pt x="1085850" y="1447800"/>
                </a:lnTo>
                <a:lnTo>
                  <a:pt x="1085850" y="1438275"/>
                </a:lnTo>
                <a:lnTo>
                  <a:pt x="1066800" y="1438275"/>
                </a:lnTo>
                <a:lnTo>
                  <a:pt x="1066800" y="1447800"/>
                </a:lnTo>
                <a:lnTo>
                  <a:pt x="1047750" y="1447800"/>
                </a:lnTo>
                <a:lnTo>
                  <a:pt x="1047750" y="1457325"/>
                </a:lnTo>
                <a:lnTo>
                  <a:pt x="1028700" y="1457325"/>
                </a:lnTo>
                <a:lnTo>
                  <a:pt x="1028700" y="1447800"/>
                </a:lnTo>
                <a:lnTo>
                  <a:pt x="1009650" y="1447800"/>
                </a:lnTo>
                <a:lnTo>
                  <a:pt x="1009650" y="1390650"/>
                </a:lnTo>
                <a:lnTo>
                  <a:pt x="1019175" y="1390650"/>
                </a:lnTo>
                <a:lnTo>
                  <a:pt x="1019175" y="1381125"/>
                </a:lnTo>
                <a:lnTo>
                  <a:pt x="1028700" y="1381125"/>
                </a:lnTo>
                <a:lnTo>
                  <a:pt x="1028700" y="1352550"/>
                </a:lnTo>
                <a:lnTo>
                  <a:pt x="1038225" y="1352550"/>
                </a:lnTo>
                <a:lnTo>
                  <a:pt x="1038225" y="1343025"/>
                </a:lnTo>
                <a:lnTo>
                  <a:pt x="1047750" y="1343025"/>
                </a:lnTo>
                <a:close/>
                <a:moveTo>
                  <a:pt x="381000" y="1343025"/>
                </a:moveTo>
                <a:lnTo>
                  <a:pt x="390525" y="1343025"/>
                </a:lnTo>
                <a:lnTo>
                  <a:pt x="390525" y="1381125"/>
                </a:lnTo>
                <a:lnTo>
                  <a:pt x="381000" y="1381125"/>
                </a:lnTo>
                <a:close/>
                <a:moveTo>
                  <a:pt x="428625" y="1343025"/>
                </a:moveTo>
                <a:lnTo>
                  <a:pt x="438150" y="1343025"/>
                </a:lnTo>
                <a:lnTo>
                  <a:pt x="438150" y="1352550"/>
                </a:lnTo>
                <a:lnTo>
                  <a:pt x="428625" y="1352550"/>
                </a:lnTo>
                <a:close/>
                <a:moveTo>
                  <a:pt x="762000" y="1343025"/>
                </a:moveTo>
                <a:lnTo>
                  <a:pt x="771525" y="1343025"/>
                </a:lnTo>
                <a:lnTo>
                  <a:pt x="771525" y="1352550"/>
                </a:lnTo>
                <a:lnTo>
                  <a:pt x="781050" y="1352550"/>
                </a:lnTo>
                <a:lnTo>
                  <a:pt x="781050" y="1362075"/>
                </a:lnTo>
                <a:lnTo>
                  <a:pt x="762000" y="1362075"/>
                </a:lnTo>
                <a:close/>
                <a:moveTo>
                  <a:pt x="1200150" y="1343025"/>
                </a:moveTo>
                <a:lnTo>
                  <a:pt x="1209675" y="1343025"/>
                </a:lnTo>
                <a:lnTo>
                  <a:pt x="1209675" y="1352550"/>
                </a:lnTo>
                <a:lnTo>
                  <a:pt x="1200150" y="1352550"/>
                </a:lnTo>
                <a:close/>
                <a:moveTo>
                  <a:pt x="666750" y="1352550"/>
                </a:moveTo>
                <a:lnTo>
                  <a:pt x="685800" y="1352550"/>
                </a:lnTo>
                <a:lnTo>
                  <a:pt x="685800" y="1362075"/>
                </a:lnTo>
                <a:lnTo>
                  <a:pt x="666750" y="1362075"/>
                </a:lnTo>
                <a:close/>
                <a:moveTo>
                  <a:pt x="657225" y="1381125"/>
                </a:moveTo>
                <a:lnTo>
                  <a:pt x="666750" y="1381125"/>
                </a:lnTo>
                <a:lnTo>
                  <a:pt x="666750" y="1390650"/>
                </a:lnTo>
                <a:lnTo>
                  <a:pt x="676275" y="1390650"/>
                </a:lnTo>
                <a:lnTo>
                  <a:pt x="676275" y="1400175"/>
                </a:lnTo>
                <a:lnTo>
                  <a:pt x="714375" y="1400175"/>
                </a:lnTo>
                <a:lnTo>
                  <a:pt x="714375" y="1466850"/>
                </a:lnTo>
                <a:lnTo>
                  <a:pt x="695325" y="1466850"/>
                </a:lnTo>
                <a:lnTo>
                  <a:pt x="695325" y="1457325"/>
                </a:lnTo>
                <a:lnTo>
                  <a:pt x="704850" y="1457325"/>
                </a:lnTo>
                <a:lnTo>
                  <a:pt x="704850" y="1428750"/>
                </a:lnTo>
                <a:lnTo>
                  <a:pt x="676275" y="1428750"/>
                </a:lnTo>
                <a:lnTo>
                  <a:pt x="676275" y="1438275"/>
                </a:lnTo>
                <a:lnTo>
                  <a:pt x="666750" y="1438275"/>
                </a:lnTo>
                <a:lnTo>
                  <a:pt x="666750" y="1447800"/>
                </a:lnTo>
                <a:lnTo>
                  <a:pt x="657225" y="1447800"/>
                </a:lnTo>
                <a:lnTo>
                  <a:pt x="657225" y="1438275"/>
                </a:lnTo>
                <a:lnTo>
                  <a:pt x="647700" y="1438275"/>
                </a:lnTo>
                <a:lnTo>
                  <a:pt x="647700" y="1428750"/>
                </a:lnTo>
                <a:lnTo>
                  <a:pt x="628650" y="1428750"/>
                </a:lnTo>
                <a:lnTo>
                  <a:pt x="628650" y="1400175"/>
                </a:lnTo>
                <a:lnTo>
                  <a:pt x="647700" y="1400175"/>
                </a:lnTo>
                <a:lnTo>
                  <a:pt x="647700" y="1390650"/>
                </a:lnTo>
                <a:lnTo>
                  <a:pt x="657225" y="1390650"/>
                </a:lnTo>
                <a:close/>
                <a:moveTo>
                  <a:pt x="1276350" y="1381125"/>
                </a:moveTo>
                <a:lnTo>
                  <a:pt x="1285875" y="1381125"/>
                </a:lnTo>
                <a:lnTo>
                  <a:pt x="1285875" y="1390650"/>
                </a:lnTo>
                <a:lnTo>
                  <a:pt x="1276350" y="1390650"/>
                </a:lnTo>
                <a:close/>
                <a:moveTo>
                  <a:pt x="323850" y="1390650"/>
                </a:moveTo>
                <a:lnTo>
                  <a:pt x="342900" y="1390650"/>
                </a:lnTo>
                <a:lnTo>
                  <a:pt x="342900" y="1400175"/>
                </a:lnTo>
                <a:lnTo>
                  <a:pt x="333375" y="1400175"/>
                </a:lnTo>
                <a:lnTo>
                  <a:pt x="333375" y="1428750"/>
                </a:lnTo>
                <a:lnTo>
                  <a:pt x="352425" y="1428750"/>
                </a:lnTo>
                <a:lnTo>
                  <a:pt x="352425" y="1419225"/>
                </a:lnTo>
                <a:lnTo>
                  <a:pt x="361950" y="1419225"/>
                </a:lnTo>
                <a:lnTo>
                  <a:pt x="361950" y="1428750"/>
                </a:lnTo>
                <a:lnTo>
                  <a:pt x="352425" y="1428750"/>
                </a:lnTo>
                <a:lnTo>
                  <a:pt x="352425" y="1438275"/>
                </a:lnTo>
                <a:lnTo>
                  <a:pt x="361950" y="1438275"/>
                </a:lnTo>
                <a:lnTo>
                  <a:pt x="361950" y="1447800"/>
                </a:lnTo>
                <a:lnTo>
                  <a:pt x="352425" y="1447800"/>
                </a:lnTo>
                <a:lnTo>
                  <a:pt x="352425" y="1457325"/>
                </a:lnTo>
                <a:lnTo>
                  <a:pt x="304800" y="1457325"/>
                </a:lnTo>
                <a:lnTo>
                  <a:pt x="304800" y="1447800"/>
                </a:lnTo>
                <a:lnTo>
                  <a:pt x="295275" y="1447800"/>
                </a:lnTo>
                <a:lnTo>
                  <a:pt x="295275" y="1457325"/>
                </a:lnTo>
                <a:lnTo>
                  <a:pt x="285750" y="1457325"/>
                </a:lnTo>
                <a:lnTo>
                  <a:pt x="285750" y="1409700"/>
                </a:lnTo>
                <a:lnTo>
                  <a:pt x="295275" y="1409700"/>
                </a:lnTo>
                <a:lnTo>
                  <a:pt x="295275" y="1419225"/>
                </a:lnTo>
                <a:lnTo>
                  <a:pt x="304800" y="1419225"/>
                </a:lnTo>
                <a:lnTo>
                  <a:pt x="304800" y="1400175"/>
                </a:lnTo>
                <a:lnTo>
                  <a:pt x="323850" y="1400175"/>
                </a:lnTo>
                <a:close/>
                <a:moveTo>
                  <a:pt x="800100" y="1390650"/>
                </a:moveTo>
                <a:lnTo>
                  <a:pt x="819150" y="1390650"/>
                </a:lnTo>
                <a:lnTo>
                  <a:pt x="819150" y="1409700"/>
                </a:lnTo>
                <a:lnTo>
                  <a:pt x="809625" y="1409700"/>
                </a:lnTo>
                <a:lnTo>
                  <a:pt x="809625" y="1419225"/>
                </a:lnTo>
                <a:lnTo>
                  <a:pt x="800100" y="1419225"/>
                </a:lnTo>
                <a:lnTo>
                  <a:pt x="800100" y="1428750"/>
                </a:lnTo>
                <a:lnTo>
                  <a:pt x="790575" y="1428750"/>
                </a:lnTo>
                <a:lnTo>
                  <a:pt x="790575" y="1419225"/>
                </a:lnTo>
                <a:lnTo>
                  <a:pt x="781050" y="1419225"/>
                </a:lnTo>
                <a:lnTo>
                  <a:pt x="781050" y="1400175"/>
                </a:lnTo>
                <a:lnTo>
                  <a:pt x="800100" y="1400175"/>
                </a:lnTo>
                <a:close/>
                <a:moveTo>
                  <a:pt x="1057275" y="1390650"/>
                </a:moveTo>
                <a:lnTo>
                  <a:pt x="1066800" y="1390650"/>
                </a:lnTo>
                <a:lnTo>
                  <a:pt x="1066800" y="1381125"/>
                </a:lnTo>
                <a:lnTo>
                  <a:pt x="1057275" y="1381125"/>
                </a:lnTo>
                <a:close/>
                <a:moveTo>
                  <a:pt x="561975" y="1409700"/>
                </a:moveTo>
                <a:lnTo>
                  <a:pt x="581025" y="1409700"/>
                </a:lnTo>
                <a:lnTo>
                  <a:pt x="581025" y="1447800"/>
                </a:lnTo>
                <a:lnTo>
                  <a:pt x="571500" y="1447800"/>
                </a:lnTo>
                <a:lnTo>
                  <a:pt x="571500" y="1438275"/>
                </a:lnTo>
                <a:lnTo>
                  <a:pt x="561975" y="1438275"/>
                </a:lnTo>
                <a:close/>
                <a:moveTo>
                  <a:pt x="647700" y="1409700"/>
                </a:moveTo>
                <a:lnTo>
                  <a:pt x="657225" y="1409700"/>
                </a:lnTo>
                <a:lnTo>
                  <a:pt x="657225" y="1400175"/>
                </a:lnTo>
                <a:lnTo>
                  <a:pt x="647700" y="1400175"/>
                </a:lnTo>
                <a:close/>
                <a:moveTo>
                  <a:pt x="1114425" y="1419225"/>
                </a:moveTo>
                <a:lnTo>
                  <a:pt x="1133475" y="1419225"/>
                </a:lnTo>
                <a:lnTo>
                  <a:pt x="1133475" y="1409700"/>
                </a:lnTo>
                <a:lnTo>
                  <a:pt x="1114425" y="1409700"/>
                </a:lnTo>
                <a:close/>
                <a:moveTo>
                  <a:pt x="619125" y="1428750"/>
                </a:moveTo>
                <a:lnTo>
                  <a:pt x="628650" y="1428750"/>
                </a:lnTo>
                <a:lnTo>
                  <a:pt x="628650" y="1447800"/>
                </a:lnTo>
                <a:lnTo>
                  <a:pt x="609600" y="1447800"/>
                </a:lnTo>
                <a:lnTo>
                  <a:pt x="609600" y="1438275"/>
                </a:lnTo>
                <a:lnTo>
                  <a:pt x="619125" y="1438275"/>
                </a:lnTo>
                <a:close/>
                <a:moveTo>
                  <a:pt x="752475" y="1428750"/>
                </a:moveTo>
                <a:lnTo>
                  <a:pt x="771525" y="1428750"/>
                </a:lnTo>
                <a:lnTo>
                  <a:pt x="771525" y="1447800"/>
                </a:lnTo>
                <a:lnTo>
                  <a:pt x="752475" y="1447800"/>
                </a:lnTo>
                <a:close/>
                <a:moveTo>
                  <a:pt x="352425" y="1457325"/>
                </a:moveTo>
                <a:lnTo>
                  <a:pt x="361950" y="1457325"/>
                </a:lnTo>
                <a:lnTo>
                  <a:pt x="361950" y="1476375"/>
                </a:lnTo>
                <a:lnTo>
                  <a:pt x="352425" y="1476375"/>
                </a:lnTo>
                <a:close/>
                <a:moveTo>
                  <a:pt x="419100" y="1457325"/>
                </a:moveTo>
                <a:lnTo>
                  <a:pt x="438150" y="1457325"/>
                </a:lnTo>
                <a:lnTo>
                  <a:pt x="438150" y="1466850"/>
                </a:lnTo>
                <a:lnTo>
                  <a:pt x="447675" y="1466850"/>
                </a:lnTo>
                <a:lnTo>
                  <a:pt x="447675" y="1457325"/>
                </a:lnTo>
                <a:lnTo>
                  <a:pt x="457200" y="1457325"/>
                </a:lnTo>
                <a:lnTo>
                  <a:pt x="457200" y="1466850"/>
                </a:lnTo>
                <a:lnTo>
                  <a:pt x="476250" y="1466850"/>
                </a:lnTo>
                <a:lnTo>
                  <a:pt x="476250" y="1457325"/>
                </a:lnTo>
                <a:lnTo>
                  <a:pt x="485775" y="1457325"/>
                </a:lnTo>
                <a:lnTo>
                  <a:pt x="485775" y="1485900"/>
                </a:lnTo>
                <a:lnTo>
                  <a:pt x="476250" y="1485900"/>
                </a:lnTo>
                <a:lnTo>
                  <a:pt x="476250" y="1495425"/>
                </a:lnTo>
                <a:lnTo>
                  <a:pt x="466725" y="1495425"/>
                </a:lnTo>
                <a:lnTo>
                  <a:pt x="466725" y="1485900"/>
                </a:lnTo>
                <a:lnTo>
                  <a:pt x="438150" y="1485900"/>
                </a:lnTo>
                <a:lnTo>
                  <a:pt x="438150" y="1495425"/>
                </a:lnTo>
                <a:lnTo>
                  <a:pt x="447675" y="1495425"/>
                </a:lnTo>
                <a:lnTo>
                  <a:pt x="447675" y="1504950"/>
                </a:lnTo>
                <a:lnTo>
                  <a:pt x="428625" y="1504950"/>
                </a:lnTo>
                <a:lnTo>
                  <a:pt x="428625" y="1514475"/>
                </a:lnTo>
                <a:lnTo>
                  <a:pt x="419100" y="1514475"/>
                </a:lnTo>
                <a:lnTo>
                  <a:pt x="419100" y="1495425"/>
                </a:lnTo>
                <a:lnTo>
                  <a:pt x="409575" y="1495425"/>
                </a:lnTo>
                <a:lnTo>
                  <a:pt x="409575" y="1476375"/>
                </a:lnTo>
                <a:lnTo>
                  <a:pt x="419100" y="1476375"/>
                </a:lnTo>
                <a:close/>
                <a:moveTo>
                  <a:pt x="628650" y="1457325"/>
                </a:moveTo>
                <a:lnTo>
                  <a:pt x="638175" y="1457325"/>
                </a:lnTo>
                <a:lnTo>
                  <a:pt x="638175" y="1466850"/>
                </a:lnTo>
                <a:lnTo>
                  <a:pt x="647700" y="1466850"/>
                </a:lnTo>
                <a:lnTo>
                  <a:pt x="647700" y="1476375"/>
                </a:lnTo>
                <a:lnTo>
                  <a:pt x="666750" y="1476375"/>
                </a:lnTo>
                <a:lnTo>
                  <a:pt x="666750" y="1466850"/>
                </a:lnTo>
                <a:lnTo>
                  <a:pt x="676275" y="1466850"/>
                </a:lnTo>
                <a:lnTo>
                  <a:pt x="676275" y="1457325"/>
                </a:lnTo>
                <a:lnTo>
                  <a:pt x="685800" y="1457325"/>
                </a:lnTo>
                <a:lnTo>
                  <a:pt x="685800" y="1466850"/>
                </a:lnTo>
                <a:lnTo>
                  <a:pt x="676275" y="1466850"/>
                </a:lnTo>
                <a:lnTo>
                  <a:pt x="676275" y="1476375"/>
                </a:lnTo>
                <a:lnTo>
                  <a:pt x="685800" y="1476375"/>
                </a:lnTo>
                <a:lnTo>
                  <a:pt x="685800" y="1485900"/>
                </a:lnTo>
                <a:lnTo>
                  <a:pt x="666750" y="1485900"/>
                </a:lnTo>
                <a:lnTo>
                  <a:pt x="666750" y="1495425"/>
                </a:lnTo>
                <a:lnTo>
                  <a:pt x="647700" y="1495425"/>
                </a:lnTo>
                <a:lnTo>
                  <a:pt x="647700" y="1504950"/>
                </a:lnTo>
                <a:lnTo>
                  <a:pt x="638175" y="1504950"/>
                </a:lnTo>
                <a:lnTo>
                  <a:pt x="638175" y="1495425"/>
                </a:lnTo>
                <a:lnTo>
                  <a:pt x="628650" y="1495425"/>
                </a:lnTo>
                <a:lnTo>
                  <a:pt x="628650" y="1476375"/>
                </a:lnTo>
                <a:lnTo>
                  <a:pt x="619125" y="1476375"/>
                </a:lnTo>
                <a:lnTo>
                  <a:pt x="619125" y="1466850"/>
                </a:lnTo>
                <a:lnTo>
                  <a:pt x="628650" y="1466850"/>
                </a:lnTo>
                <a:close/>
                <a:moveTo>
                  <a:pt x="733425" y="1476375"/>
                </a:moveTo>
                <a:lnTo>
                  <a:pt x="752475" y="1476375"/>
                </a:lnTo>
                <a:lnTo>
                  <a:pt x="752475" y="1485900"/>
                </a:lnTo>
                <a:lnTo>
                  <a:pt x="742950" y="1485900"/>
                </a:lnTo>
                <a:lnTo>
                  <a:pt x="742950" y="1495425"/>
                </a:lnTo>
                <a:lnTo>
                  <a:pt x="733425" y="1495425"/>
                </a:lnTo>
                <a:close/>
                <a:moveTo>
                  <a:pt x="352425" y="1485900"/>
                </a:moveTo>
                <a:lnTo>
                  <a:pt x="371475" y="1485900"/>
                </a:lnTo>
                <a:lnTo>
                  <a:pt x="371475" y="1514475"/>
                </a:lnTo>
                <a:lnTo>
                  <a:pt x="352425" y="1514475"/>
                </a:lnTo>
                <a:lnTo>
                  <a:pt x="352425" y="1504950"/>
                </a:lnTo>
                <a:lnTo>
                  <a:pt x="342900" y="1504950"/>
                </a:lnTo>
                <a:lnTo>
                  <a:pt x="342900" y="1495425"/>
                </a:lnTo>
                <a:lnTo>
                  <a:pt x="352425" y="1495425"/>
                </a:lnTo>
                <a:close/>
                <a:moveTo>
                  <a:pt x="552450" y="1514475"/>
                </a:moveTo>
                <a:lnTo>
                  <a:pt x="571500" y="1514475"/>
                </a:lnTo>
                <a:lnTo>
                  <a:pt x="571500" y="1524000"/>
                </a:lnTo>
                <a:lnTo>
                  <a:pt x="552450" y="1524000"/>
                </a:lnTo>
                <a:close/>
                <a:moveTo>
                  <a:pt x="381000" y="1524000"/>
                </a:moveTo>
                <a:lnTo>
                  <a:pt x="390525" y="1524000"/>
                </a:lnTo>
                <a:lnTo>
                  <a:pt x="390525" y="1533525"/>
                </a:lnTo>
                <a:lnTo>
                  <a:pt x="381000" y="1533525"/>
                </a:lnTo>
                <a:close/>
                <a:moveTo>
                  <a:pt x="314325" y="1533525"/>
                </a:moveTo>
                <a:lnTo>
                  <a:pt x="352425" y="1533525"/>
                </a:lnTo>
                <a:lnTo>
                  <a:pt x="352425" y="1543050"/>
                </a:lnTo>
                <a:lnTo>
                  <a:pt x="314325" y="1543050"/>
                </a:lnTo>
                <a:close/>
                <a:moveTo>
                  <a:pt x="1304925" y="1533525"/>
                </a:moveTo>
                <a:lnTo>
                  <a:pt x="1314450" y="1533525"/>
                </a:lnTo>
                <a:lnTo>
                  <a:pt x="1314450" y="1543050"/>
                </a:lnTo>
                <a:lnTo>
                  <a:pt x="1304925" y="1543050"/>
                </a:lnTo>
                <a:close/>
                <a:moveTo>
                  <a:pt x="885825" y="1552575"/>
                </a:moveTo>
                <a:lnTo>
                  <a:pt x="914400" y="1552575"/>
                </a:lnTo>
                <a:lnTo>
                  <a:pt x="914400" y="1581150"/>
                </a:lnTo>
                <a:lnTo>
                  <a:pt x="885825" y="1581150"/>
                </a:lnTo>
                <a:lnTo>
                  <a:pt x="885825" y="1571625"/>
                </a:lnTo>
                <a:lnTo>
                  <a:pt x="904875" y="1571625"/>
                </a:lnTo>
                <a:lnTo>
                  <a:pt x="904875" y="1562100"/>
                </a:lnTo>
                <a:lnTo>
                  <a:pt x="885825" y="1562100"/>
                </a:lnTo>
                <a:close/>
                <a:moveTo>
                  <a:pt x="1171575" y="1552575"/>
                </a:moveTo>
                <a:lnTo>
                  <a:pt x="1181100" y="1552575"/>
                </a:lnTo>
                <a:lnTo>
                  <a:pt x="1181100" y="1571625"/>
                </a:lnTo>
                <a:lnTo>
                  <a:pt x="1171575" y="1571625"/>
                </a:lnTo>
                <a:close/>
                <a:moveTo>
                  <a:pt x="762000" y="1562100"/>
                </a:moveTo>
                <a:lnTo>
                  <a:pt x="800100" y="1562100"/>
                </a:lnTo>
                <a:lnTo>
                  <a:pt x="800100" y="1581150"/>
                </a:lnTo>
                <a:lnTo>
                  <a:pt x="781050" y="1581150"/>
                </a:lnTo>
                <a:lnTo>
                  <a:pt x="781050" y="1590675"/>
                </a:lnTo>
                <a:lnTo>
                  <a:pt x="752475" y="1590675"/>
                </a:lnTo>
                <a:lnTo>
                  <a:pt x="752475" y="1609725"/>
                </a:lnTo>
                <a:lnTo>
                  <a:pt x="762000" y="1609725"/>
                </a:lnTo>
                <a:lnTo>
                  <a:pt x="762000" y="1647825"/>
                </a:lnTo>
                <a:lnTo>
                  <a:pt x="752475" y="1647825"/>
                </a:lnTo>
                <a:lnTo>
                  <a:pt x="752475" y="1638300"/>
                </a:lnTo>
                <a:lnTo>
                  <a:pt x="742950" y="1638300"/>
                </a:lnTo>
                <a:lnTo>
                  <a:pt x="742950" y="1609725"/>
                </a:lnTo>
                <a:lnTo>
                  <a:pt x="723900" y="1609725"/>
                </a:lnTo>
                <a:lnTo>
                  <a:pt x="723900" y="1600200"/>
                </a:lnTo>
                <a:lnTo>
                  <a:pt x="733425" y="1600200"/>
                </a:lnTo>
                <a:lnTo>
                  <a:pt x="733425" y="1590675"/>
                </a:lnTo>
                <a:lnTo>
                  <a:pt x="742950" y="1590675"/>
                </a:lnTo>
                <a:lnTo>
                  <a:pt x="742950" y="1581150"/>
                </a:lnTo>
                <a:lnTo>
                  <a:pt x="752475" y="1581150"/>
                </a:lnTo>
                <a:lnTo>
                  <a:pt x="752475" y="1571625"/>
                </a:lnTo>
                <a:lnTo>
                  <a:pt x="762000" y="1571625"/>
                </a:lnTo>
                <a:close/>
                <a:moveTo>
                  <a:pt x="923925" y="1562100"/>
                </a:moveTo>
                <a:lnTo>
                  <a:pt x="933450" y="1562100"/>
                </a:lnTo>
                <a:lnTo>
                  <a:pt x="933450" y="1571625"/>
                </a:lnTo>
                <a:lnTo>
                  <a:pt x="923925" y="1571625"/>
                </a:lnTo>
                <a:close/>
                <a:moveTo>
                  <a:pt x="657225" y="1571625"/>
                </a:moveTo>
                <a:lnTo>
                  <a:pt x="695325" y="1571625"/>
                </a:lnTo>
                <a:lnTo>
                  <a:pt x="695325" y="1581150"/>
                </a:lnTo>
                <a:lnTo>
                  <a:pt x="657225" y="1581150"/>
                </a:lnTo>
                <a:close/>
                <a:moveTo>
                  <a:pt x="609600" y="1581150"/>
                </a:moveTo>
                <a:lnTo>
                  <a:pt x="619125" y="1581150"/>
                </a:lnTo>
                <a:lnTo>
                  <a:pt x="619125" y="1590675"/>
                </a:lnTo>
                <a:lnTo>
                  <a:pt x="638175" y="1590675"/>
                </a:lnTo>
                <a:lnTo>
                  <a:pt x="638175" y="1600200"/>
                </a:lnTo>
                <a:lnTo>
                  <a:pt x="647700" y="1600200"/>
                </a:lnTo>
                <a:lnTo>
                  <a:pt x="647700" y="1609725"/>
                </a:lnTo>
                <a:lnTo>
                  <a:pt x="609600" y="1609725"/>
                </a:lnTo>
                <a:close/>
                <a:moveTo>
                  <a:pt x="400050" y="1590675"/>
                </a:moveTo>
                <a:lnTo>
                  <a:pt x="428625" y="1590675"/>
                </a:lnTo>
                <a:lnTo>
                  <a:pt x="428625" y="1628775"/>
                </a:lnTo>
                <a:lnTo>
                  <a:pt x="466725" y="1628775"/>
                </a:lnTo>
                <a:lnTo>
                  <a:pt x="466725" y="1638300"/>
                </a:lnTo>
                <a:lnTo>
                  <a:pt x="438150" y="1638300"/>
                </a:lnTo>
                <a:lnTo>
                  <a:pt x="438150" y="1647825"/>
                </a:lnTo>
                <a:lnTo>
                  <a:pt x="419100" y="1647825"/>
                </a:lnTo>
                <a:lnTo>
                  <a:pt x="419100" y="1619250"/>
                </a:lnTo>
                <a:lnTo>
                  <a:pt x="409575" y="1619250"/>
                </a:lnTo>
                <a:lnTo>
                  <a:pt x="409575" y="1600200"/>
                </a:lnTo>
                <a:lnTo>
                  <a:pt x="400050" y="1600200"/>
                </a:lnTo>
                <a:close/>
                <a:moveTo>
                  <a:pt x="819150" y="1590675"/>
                </a:moveTo>
                <a:lnTo>
                  <a:pt x="838200" y="1590675"/>
                </a:lnTo>
                <a:lnTo>
                  <a:pt x="838200" y="1600200"/>
                </a:lnTo>
                <a:lnTo>
                  <a:pt x="847725" y="1600200"/>
                </a:lnTo>
                <a:lnTo>
                  <a:pt x="847725" y="1628775"/>
                </a:lnTo>
                <a:lnTo>
                  <a:pt x="866775" y="1628775"/>
                </a:lnTo>
                <a:lnTo>
                  <a:pt x="866775" y="1609725"/>
                </a:lnTo>
                <a:lnTo>
                  <a:pt x="885825" y="1609725"/>
                </a:lnTo>
                <a:lnTo>
                  <a:pt x="885825" y="1619250"/>
                </a:lnTo>
                <a:lnTo>
                  <a:pt x="876300" y="1619250"/>
                </a:lnTo>
                <a:lnTo>
                  <a:pt x="876300" y="1628775"/>
                </a:lnTo>
                <a:lnTo>
                  <a:pt x="866775" y="1628775"/>
                </a:lnTo>
                <a:lnTo>
                  <a:pt x="866775" y="1657350"/>
                </a:lnTo>
                <a:lnTo>
                  <a:pt x="876300" y="1657350"/>
                </a:lnTo>
                <a:lnTo>
                  <a:pt x="876300" y="1666875"/>
                </a:lnTo>
                <a:lnTo>
                  <a:pt x="866775" y="1666875"/>
                </a:lnTo>
                <a:lnTo>
                  <a:pt x="866775" y="1676400"/>
                </a:lnTo>
                <a:lnTo>
                  <a:pt x="857250" y="1676400"/>
                </a:lnTo>
                <a:lnTo>
                  <a:pt x="857250" y="1685925"/>
                </a:lnTo>
                <a:lnTo>
                  <a:pt x="847725" y="1685925"/>
                </a:lnTo>
                <a:lnTo>
                  <a:pt x="847725" y="1676400"/>
                </a:lnTo>
                <a:lnTo>
                  <a:pt x="828675" y="1676400"/>
                </a:lnTo>
                <a:lnTo>
                  <a:pt x="828675" y="1685925"/>
                </a:lnTo>
                <a:lnTo>
                  <a:pt x="838200" y="1685925"/>
                </a:lnTo>
                <a:lnTo>
                  <a:pt x="838200" y="1695450"/>
                </a:lnTo>
                <a:lnTo>
                  <a:pt x="828675" y="1695450"/>
                </a:lnTo>
                <a:lnTo>
                  <a:pt x="828675" y="1704975"/>
                </a:lnTo>
                <a:lnTo>
                  <a:pt x="838200" y="1704975"/>
                </a:lnTo>
                <a:lnTo>
                  <a:pt x="838200" y="1724025"/>
                </a:lnTo>
                <a:lnTo>
                  <a:pt x="828675" y="1724025"/>
                </a:lnTo>
                <a:lnTo>
                  <a:pt x="828675" y="1733550"/>
                </a:lnTo>
                <a:lnTo>
                  <a:pt x="819150" y="1733550"/>
                </a:lnTo>
                <a:lnTo>
                  <a:pt x="819150" y="1743075"/>
                </a:lnTo>
                <a:lnTo>
                  <a:pt x="800100" y="1743075"/>
                </a:lnTo>
                <a:lnTo>
                  <a:pt x="800100" y="1733550"/>
                </a:lnTo>
                <a:lnTo>
                  <a:pt x="781050" y="1733550"/>
                </a:lnTo>
                <a:lnTo>
                  <a:pt x="781050" y="1724025"/>
                </a:lnTo>
                <a:lnTo>
                  <a:pt x="771525" y="1724025"/>
                </a:lnTo>
                <a:lnTo>
                  <a:pt x="771525" y="1714500"/>
                </a:lnTo>
                <a:lnTo>
                  <a:pt x="790575" y="1714500"/>
                </a:lnTo>
                <a:lnTo>
                  <a:pt x="790575" y="1724025"/>
                </a:lnTo>
                <a:lnTo>
                  <a:pt x="800100" y="1724025"/>
                </a:lnTo>
                <a:lnTo>
                  <a:pt x="800100" y="1714500"/>
                </a:lnTo>
                <a:lnTo>
                  <a:pt x="819150" y="1714500"/>
                </a:lnTo>
                <a:lnTo>
                  <a:pt x="819150" y="1695450"/>
                </a:lnTo>
                <a:lnTo>
                  <a:pt x="809625" y="1695450"/>
                </a:lnTo>
                <a:lnTo>
                  <a:pt x="809625" y="1685925"/>
                </a:lnTo>
                <a:lnTo>
                  <a:pt x="800100" y="1685925"/>
                </a:lnTo>
                <a:lnTo>
                  <a:pt x="800100" y="1666875"/>
                </a:lnTo>
                <a:lnTo>
                  <a:pt x="819150" y="1666875"/>
                </a:lnTo>
                <a:lnTo>
                  <a:pt x="819150" y="1647825"/>
                </a:lnTo>
                <a:lnTo>
                  <a:pt x="800100" y="1647825"/>
                </a:lnTo>
                <a:lnTo>
                  <a:pt x="800100" y="1628775"/>
                </a:lnTo>
                <a:lnTo>
                  <a:pt x="809625" y="1628775"/>
                </a:lnTo>
                <a:lnTo>
                  <a:pt x="809625" y="1619250"/>
                </a:lnTo>
                <a:lnTo>
                  <a:pt x="819150" y="1619250"/>
                </a:lnTo>
                <a:close/>
                <a:moveTo>
                  <a:pt x="1095375" y="1590675"/>
                </a:moveTo>
                <a:lnTo>
                  <a:pt x="1114425" y="1590675"/>
                </a:lnTo>
                <a:lnTo>
                  <a:pt x="1114425" y="1600200"/>
                </a:lnTo>
                <a:lnTo>
                  <a:pt x="1104900" y="1600200"/>
                </a:lnTo>
                <a:lnTo>
                  <a:pt x="1104900" y="1609725"/>
                </a:lnTo>
                <a:lnTo>
                  <a:pt x="1095375" y="1609725"/>
                </a:lnTo>
                <a:lnTo>
                  <a:pt x="1095375" y="1628775"/>
                </a:lnTo>
                <a:lnTo>
                  <a:pt x="1076325" y="1628775"/>
                </a:lnTo>
                <a:lnTo>
                  <a:pt x="1076325" y="1600200"/>
                </a:lnTo>
                <a:lnTo>
                  <a:pt x="1095375" y="1600200"/>
                </a:lnTo>
                <a:close/>
                <a:moveTo>
                  <a:pt x="361950" y="1600200"/>
                </a:moveTo>
                <a:lnTo>
                  <a:pt x="381000" y="1600200"/>
                </a:lnTo>
                <a:lnTo>
                  <a:pt x="381000" y="1619250"/>
                </a:lnTo>
                <a:lnTo>
                  <a:pt x="371475" y="1619250"/>
                </a:lnTo>
                <a:lnTo>
                  <a:pt x="371475" y="1609725"/>
                </a:lnTo>
                <a:lnTo>
                  <a:pt x="361950" y="1609725"/>
                </a:lnTo>
                <a:close/>
                <a:moveTo>
                  <a:pt x="1476375" y="1600200"/>
                </a:moveTo>
                <a:lnTo>
                  <a:pt x="1485900" y="1600200"/>
                </a:lnTo>
                <a:lnTo>
                  <a:pt x="1485900" y="1609725"/>
                </a:lnTo>
                <a:lnTo>
                  <a:pt x="1476375" y="1609725"/>
                </a:lnTo>
                <a:close/>
                <a:moveTo>
                  <a:pt x="1524000" y="1600200"/>
                </a:moveTo>
                <a:lnTo>
                  <a:pt x="1533525" y="1600200"/>
                </a:lnTo>
                <a:lnTo>
                  <a:pt x="1533525" y="1619250"/>
                </a:lnTo>
                <a:lnTo>
                  <a:pt x="1524000" y="1619250"/>
                </a:lnTo>
                <a:lnTo>
                  <a:pt x="1524000" y="1628775"/>
                </a:lnTo>
                <a:lnTo>
                  <a:pt x="1514475" y="1628775"/>
                </a:lnTo>
                <a:lnTo>
                  <a:pt x="1514475" y="1638300"/>
                </a:lnTo>
                <a:lnTo>
                  <a:pt x="1504950" y="1638300"/>
                </a:lnTo>
                <a:lnTo>
                  <a:pt x="1504950" y="1619250"/>
                </a:lnTo>
                <a:lnTo>
                  <a:pt x="1514475" y="1619250"/>
                </a:lnTo>
                <a:lnTo>
                  <a:pt x="1514475" y="1609725"/>
                </a:lnTo>
                <a:lnTo>
                  <a:pt x="1524000" y="1609725"/>
                </a:lnTo>
                <a:close/>
                <a:moveTo>
                  <a:pt x="304800" y="1619250"/>
                </a:moveTo>
                <a:lnTo>
                  <a:pt x="314325" y="1619250"/>
                </a:lnTo>
                <a:lnTo>
                  <a:pt x="314325" y="1628775"/>
                </a:lnTo>
                <a:lnTo>
                  <a:pt x="304800" y="1628775"/>
                </a:lnTo>
                <a:close/>
                <a:moveTo>
                  <a:pt x="590550" y="1619250"/>
                </a:moveTo>
                <a:lnTo>
                  <a:pt x="609600" y="1619250"/>
                </a:lnTo>
                <a:lnTo>
                  <a:pt x="609600" y="1628775"/>
                </a:lnTo>
                <a:lnTo>
                  <a:pt x="619125" y="1628775"/>
                </a:lnTo>
                <a:lnTo>
                  <a:pt x="619125" y="1638300"/>
                </a:lnTo>
                <a:lnTo>
                  <a:pt x="628650" y="1638300"/>
                </a:lnTo>
                <a:lnTo>
                  <a:pt x="628650" y="1647825"/>
                </a:lnTo>
                <a:lnTo>
                  <a:pt x="619125" y="1647825"/>
                </a:lnTo>
                <a:lnTo>
                  <a:pt x="619125" y="1657350"/>
                </a:lnTo>
                <a:lnTo>
                  <a:pt x="609600" y="1657350"/>
                </a:lnTo>
                <a:lnTo>
                  <a:pt x="609600" y="1685925"/>
                </a:lnTo>
                <a:lnTo>
                  <a:pt x="619125" y="1685925"/>
                </a:lnTo>
                <a:lnTo>
                  <a:pt x="619125" y="1704975"/>
                </a:lnTo>
                <a:lnTo>
                  <a:pt x="638175" y="1704975"/>
                </a:lnTo>
                <a:lnTo>
                  <a:pt x="638175" y="1695450"/>
                </a:lnTo>
                <a:lnTo>
                  <a:pt x="647700" y="1695450"/>
                </a:lnTo>
                <a:lnTo>
                  <a:pt x="647700" y="1724025"/>
                </a:lnTo>
                <a:lnTo>
                  <a:pt x="619125" y="1724025"/>
                </a:lnTo>
                <a:lnTo>
                  <a:pt x="619125" y="1743075"/>
                </a:lnTo>
                <a:lnTo>
                  <a:pt x="628650" y="1743075"/>
                </a:lnTo>
                <a:lnTo>
                  <a:pt x="628650" y="1752600"/>
                </a:lnTo>
                <a:lnTo>
                  <a:pt x="638175" y="1752600"/>
                </a:lnTo>
                <a:lnTo>
                  <a:pt x="638175" y="1762125"/>
                </a:lnTo>
                <a:lnTo>
                  <a:pt x="628650" y="1762125"/>
                </a:lnTo>
                <a:lnTo>
                  <a:pt x="628650" y="1771650"/>
                </a:lnTo>
                <a:lnTo>
                  <a:pt x="619125" y="1771650"/>
                </a:lnTo>
                <a:lnTo>
                  <a:pt x="619125" y="1781175"/>
                </a:lnTo>
                <a:lnTo>
                  <a:pt x="609600" y="1781175"/>
                </a:lnTo>
                <a:lnTo>
                  <a:pt x="609600" y="1800225"/>
                </a:lnTo>
                <a:lnTo>
                  <a:pt x="600075" y="1800225"/>
                </a:lnTo>
                <a:lnTo>
                  <a:pt x="600075" y="1762125"/>
                </a:lnTo>
                <a:lnTo>
                  <a:pt x="590550" y="1762125"/>
                </a:lnTo>
                <a:lnTo>
                  <a:pt x="590550" y="1771650"/>
                </a:lnTo>
                <a:lnTo>
                  <a:pt x="581025" y="1771650"/>
                </a:lnTo>
                <a:lnTo>
                  <a:pt x="581025" y="1790700"/>
                </a:lnTo>
                <a:lnTo>
                  <a:pt x="571500" y="1790700"/>
                </a:lnTo>
                <a:lnTo>
                  <a:pt x="571500" y="1809750"/>
                </a:lnTo>
                <a:lnTo>
                  <a:pt x="561975" y="1809750"/>
                </a:lnTo>
                <a:lnTo>
                  <a:pt x="561975" y="1800225"/>
                </a:lnTo>
                <a:lnTo>
                  <a:pt x="523875" y="1800225"/>
                </a:lnTo>
                <a:lnTo>
                  <a:pt x="523875" y="1790700"/>
                </a:lnTo>
                <a:lnTo>
                  <a:pt x="533400" y="1790700"/>
                </a:lnTo>
                <a:lnTo>
                  <a:pt x="533400" y="1781175"/>
                </a:lnTo>
                <a:lnTo>
                  <a:pt x="542925" y="1781175"/>
                </a:lnTo>
                <a:lnTo>
                  <a:pt x="542925" y="1752600"/>
                </a:lnTo>
                <a:lnTo>
                  <a:pt x="552450" y="1752600"/>
                </a:lnTo>
                <a:lnTo>
                  <a:pt x="552450" y="1704975"/>
                </a:lnTo>
                <a:lnTo>
                  <a:pt x="542925" y="1704975"/>
                </a:lnTo>
                <a:lnTo>
                  <a:pt x="542925" y="1685925"/>
                </a:lnTo>
                <a:lnTo>
                  <a:pt x="533400" y="1685925"/>
                </a:lnTo>
                <a:lnTo>
                  <a:pt x="533400" y="1676400"/>
                </a:lnTo>
                <a:lnTo>
                  <a:pt x="523875" y="1676400"/>
                </a:lnTo>
                <a:lnTo>
                  <a:pt x="523875" y="1666875"/>
                </a:lnTo>
                <a:lnTo>
                  <a:pt x="514350" y="1666875"/>
                </a:lnTo>
                <a:lnTo>
                  <a:pt x="514350" y="1657350"/>
                </a:lnTo>
                <a:lnTo>
                  <a:pt x="504825" y="1657350"/>
                </a:lnTo>
                <a:lnTo>
                  <a:pt x="504825" y="1647825"/>
                </a:lnTo>
                <a:lnTo>
                  <a:pt x="485775" y="1647825"/>
                </a:lnTo>
                <a:lnTo>
                  <a:pt x="485775" y="1638300"/>
                </a:lnTo>
                <a:lnTo>
                  <a:pt x="476250" y="1638300"/>
                </a:lnTo>
                <a:lnTo>
                  <a:pt x="476250" y="1628775"/>
                </a:lnTo>
                <a:lnTo>
                  <a:pt x="495300" y="1628775"/>
                </a:lnTo>
                <a:lnTo>
                  <a:pt x="495300" y="1638300"/>
                </a:lnTo>
                <a:lnTo>
                  <a:pt x="523875" y="1638300"/>
                </a:lnTo>
                <a:lnTo>
                  <a:pt x="523875" y="1647825"/>
                </a:lnTo>
                <a:lnTo>
                  <a:pt x="533400" y="1647825"/>
                </a:lnTo>
                <a:lnTo>
                  <a:pt x="533400" y="1628775"/>
                </a:lnTo>
                <a:lnTo>
                  <a:pt x="561975" y="1628775"/>
                </a:lnTo>
                <a:lnTo>
                  <a:pt x="561975" y="1666875"/>
                </a:lnTo>
                <a:lnTo>
                  <a:pt x="571500" y="1666875"/>
                </a:lnTo>
                <a:lnTo>
                  <a:pt x="571500" y="1657350"/>
                </a:lnTo>
                <a:lnTo>
                  <a:pt x="581025" y="1657350"/>
                </a:lnTo>
                <a:lnTo>
                  <a:pt x="581025" y="1647825"/>
                </a:lnTo>
                <a:lnTo>
                  <a:pt x="590550" y="1647825"/>
                </a:lnTo>
                <a:lnTo>
                  <a:pt x="590550" y="1638300"/>
                </a:lnTo>
                <a:lnTo>
                  <a:pt x="600075" y="1638300"/>
                </a:lnTo>
                <a:lnTo>
                  <a:pt x="600075" y="1628775"/>
                </a:lnTo>
                <a:lnTo>
                  <a:pt x="590550" y="1628775"/>
                </a:lnTo>
                <a:close/>
                <a:moveTo>
                  <a:pt x="647700" y="1619250"/>
                </a:moveTo>
                <a:lnTo>
                  <a:pt x="666750" y="1619250"/>
                </a:lnTo>
                <a:lnTo>
                  <a:pt x="666750" y="1628775"/>
                </a:lnTo>
                <a:lnTo>
                  <a:pt x="685800" y="1628775"/>
                </a:lnTo>
                <a:lnTo>
                  <a:pt x="685800" y="1619250"/>
                </a:lnTo>
                <a:lnTo>
                  <a:pt x="704850" y="1619250"/>
                </a:lnTo>
                <a:lnTo>
                  <a:pt x="704850" y="1628775"/>
                </a:lnTo>
                <a:lnTo>
                  <a:pt x="714375" y="1628775"/>
                </a:lnTo>
                <a:lnTo>
                  <a:pt x="714375" y="1638300"/>
                </a:lnTo>
                <a:lnTo>
                  <a:pt x="723900" y="1638300"/>
                </a:lnTo>
                <a:lnTo>
                  <a:pt x="723900" y="1647825"/>
                </a:lnTo>
                <a:lnTo>
                  <a:pt x="742950" y="1647825"/>
                </a:lnTo>
                <a:lnTo>
                  <a:pt x="742950" y="1657350"/>
                </a:lnTo>
                <a:lnTo>
                  <a:pt x="723900" y="1657350"/>
                </a:lnTo>
                <a:lnTo>
                  <a:pt x="723900" y="1685925"/>
                </a:lnTo>
                <a:lnTo>
                  <a:pt x="695325" y="1685925"/>
                </a:lnTo>
                <a:lnTo>
                  <a:pt x="695325" y="1676400"/>
                </a:lnTo>
                <a:lnTo>
                  <a:pt x="666750" y="1676400"/>
                </a:lnTo>
                <a:lnTo>
                  <a:pt x="666750" y="1685925"/>
                </a:lnTo>
                <a:lnTo>
                  <a:pt x="638175" y="1685925"/>
                </a:lnTo>
                <a:lnTo>
                  <a:pt x="638175" y="1676400"/>
                </a:lnTo>
                <a:lnTo>
                  <a:pt x="628650" y="1676400"/>
                </a:lnTo>
                <a:lnTo>
                  <a:pt x="628650" y="1657350"/>
                </a:lnTo>
                <a:lnTo>
                  <a:pt x="638175" y="1657350"/>
                </a:lnTo>
                <a:lnTo>
                  <a:pt x="638175" y="1638300"/>
                </a:lnTo>
                <a:lnTo>
                  <a:pt x="657225" y="1638300"/>
                </a:lnTo>
                <a:lnTo>
                  <a:pt x="657225" y="1628775"/>
                </a:lnTo>
                <a:lnTo>
                  <a:pt x="647700" y="1628775"/>
                </a:lnTo>
                <a:close/>
                <a:moveTo>
                  <a:pt x="342900" y="1628775"/>
                </a:moveTo>
                <a:lnTo>
                  <a:pt x="352425" y="1628775"/>
                </a:lnTo>
                <a:lnTo>
                  <a:pt x="352425" y="1638300"/>
                </a:lnTo>
                <a:lnTo>
                  <a:pt x="361950" y="1638300"/>
                </a:lnTo>
                <a:lnTo>
                  <a:pt x="361950" y="1647825"/>
                </a:lnTo>
                <a:lnTo>
                  <a:pt x="352425" y="1647825"/>
                </a:lnTo>
                <a:lnTo>
                  <a:pt x="352425" y="1657350"/>
                </a:lnTo>
                <a:lnTo>
                  <a:pt x="342900" y="1657350"/>
                </a:lnTo>
                <a:close/>
                <a:moveTo>
                  <a:pt x="1343025" y="1628775"/>
                </a:moveTo>
                <a:lnTo>
                  <a:pt x="1371600" y="1628775"/>
                </a:lnTo>
                <a:lnTo>
                  <a:pt x="1371600" y="1638300"/>
                </a:lnTo>
                <a:lnTo>
                  <a:pt x="1343025" y="1638300"/>
                </a:lnTo>
                <a:close/>
                <a:moveTo>
                  <a:pt x="390525" y="1647825"/>
                </a:moveTo>
                <a:lnTo>
                  <a:pt x="419100" y="1647825"/>
                </a:lnTo>
                <a:lnTo>
                  <a:pt x="419100" y="1657350"/>
                </a:lnTo>
                <a:lnTo>
                  <a:pt x="400050" y="1657350"/>
                </a:lnTo>
                <a:lnTo>
                  <a:pt x="400050" y="1666875"/>
                </a:lnTo>
                <a:lnTo>
                  <a:pt x="390525" y="1666875"/>
                </a:lnTo>
                <a:close/>
                <a:moveTo>
                  <a:pt x="685800" y="1647825"/>
                </a:moveTo>
                <a:lnTo>
                  <a:pt x="695325" y="1647825"/>
                </a:lnTo>
                <a:lnTo>
                  <a:pt x="695325" y="1657350"/>
                </a:lnTo>
                <a:lnTo>
                  <a:pt x="704850" y="1657350"/>
                </a:lnTo>
                <a:lnTo>
                  <a:pt x="704850" y="1638300"/>
                </a:lnTo>
                <a:lnTo>
                  <a:pt x="685800" y="1638300"/>
                </a:lnTo>
                <a:close/>
                <a:moveTo>
                  <a:pt x="295275" y="1666875"/>
                </a:moveTo>
                <a:lnTo>
                  <a:pt x="304800" y="1666875"/>
                </a:lnTo>
                <a:lnTo>
                  <a:pt x="304800" y="1676400"/>
                </a:lnTo>
                <a:lnTo>
                  <a:pt x="295275" y="1676400"/>
                </a:lnTo>
                <a:close/>
                <a:moveTo>
                  <a:pt x="314325" y="1666875"/>
                </a:moveTo>
                <a:lnTo>
                  <a:pt x="323850" y="1666875"/>
                </a:lnTo>
                <a:lnTo>
                  <a:pt x="323850" y="1676400"/>
                </a:lnTo>
                <a:lnTo>
                  <a:pt x="314325" y="1676400"/>
                </a:lnTo>
                <a:close/>
                <a:moveTo>
                  <a:pt x="762000" y="1666875"/>
                </a:moveTo>
                <a:lnTo>
                  <a:pt x="790575" y="1666875"/>
                </a:lnTo>
                <a:lnTo>
                  <a:pt x="790575" y="1685925"/>
                </a:lnTo>
                <a:lnTo>
                  <a:pt x="771525" y="1685925"/>
                </a:lnTo>
                <a:lnTo>
                  <a:pt x="771525" y="1695450"/>
                </a:lnTo>
                <a:lnTo>
                  <a:pt x="781050" y="1695450"/>
                </a:lnTo>
                <a:lnTo>
                  <a:pt x="781050" y="1704975"/>
                </a:lnTo>
                <a:lnTo>
                  <a:pt x="762000" y="1704975"/>
                </a:lnTo>
                <a:lnTo>
                  <a:pt x="762000" y="1695450"/>
                </a:lnTo>
                <a:lnTo>
                  <a:pt x="752475" y="1695450"/>
                </a:lnTo>
                <a:lnTo>
                  <a:pt x="752475" y="1685925"/>
                </a:lnTo>
                <a:lnTo>
                  <a:pt x="762000" y="1685925"/>
                </a:lnTo>
                <a:close/>
                <a:moveTo>
                  <a:pt x="885825" y="1666875"/>
                </a:moveTo>
                <a:lnTo>
                  <a:pt x="895350" y="1666875"/>
                </a:lnTo>
                <a:lnTo>
                  <a:pt x="895350" y="1676400"/>
                </a:lnTo>
                <a:lnTo>
                  <a:pt x="885825" y="1676400"/>
                </a:lnTo>
                <a:close/>
                <a:moveTo>
                  <a:pt x="1295400" y="1666875"/>
                </a:moveTo>
                <a:lnTo>
                  <a:pt x="1304925" y="1666875"/>
                </a:lnTo>
                <a:lnTo>
                  <a:pt x="1304925" y="1676400"/>
                </a:lnTo>
                <a:lnTo>
                  <a:pt x="1295400" y="1676400"/>
                </a:lnTo>
                <a:close/>
                <a:moveTo>
                  <a:pt x="1485900" y="1666875"/>
                </a:moveTo>
                <a:lnTo>
                  <a:pt x="1504950" y="1666875"/>
                </a:lnTo>
                <a:lnTo>
                  <a:pt x="1504950" y="1676400"/>
                </a:lnTo>
                <a:lnTo>
                  <a:pt x="1485900" y="1676400"/>
                </a:lnTo>
                <a:close/>
                <a:moveTo>
                  <a:pt x="1562100" y="1666875"/>
                </a:moveTo>
                <a:lnTo>
                  <a:pt x="1571625" y="1666875"/>
                </a:lnTo>
                <a:lnTo>
                  <a:pt x="1571625" y="1676400"/>
                </a:lnTo>
                <a:lnTo>
                  <a:pt x="1562100" y="1676400"/>
                </a:lnTo>
                <a:close/>
                <a:moveTo>
                  <a:pt x="371475" y="1676400"/>
                </a:moveTo>
                <a:lnTo>
                  <a:pt x="381000" y="1676400"/>
                </a:lnTo>
                <a:lnTo>
                  <a:pt x="381000" y="1685925"/>
                </a:lnTo>
                <a:lnTo>
                  <a:pt x="371475" y="1685925"/>
                </a:lnTo>
                <a:close/>
                <a:moveTo>
                  <a:pt x="876300" y="1676400"/>
                </a:moveTo>
                <a:lnTo>
                  <a:pt x="885825" y="1676400"/>
                </a:lnTo>
                <a:lnTo>
                  <a:pt x="885825" y="1685925"/>
                </a:lnTo>
                <a:lnTo>
                  <a:pt x="895350" y="1685925"/>
                </a:lnTo>
                <a:lnTo>
                  <a:pt x="895350" y="1695450"/>
                </a:lnTo>
                <a:lnTo>
                  <a:pt x="904875" y="1695450"/>
                </a:lnTo>
                <a:lnTo>
                  <a:pt x="904875" y="1704975"/>
                </a:lnTo>
                <a:lnTo>
                  <a:pt x="866775" y="1704975"/>
                </a:lnTo>
                <a:lnTo>
                  <a:pt x="866775" y="1695450"/>
                </a:lnTo>
                <a:lnTo>
                  <a:pt x="876300" y="1695450"/>
                </a:lnTo>
                <a:close/>
                <a:moveTo>
                  <a:pt x="1504950" y="1676400"/>
                </a:moveTo>
                <a:lnTo>
                  <a:pt x="1514475" y="1676400"/>
                </a:lnTo>
                <a:lnTo>
                  <a:pt x="1514475" y="1695450"/>
                </a:lnTo>
                <a:lnTo>
                  <a:pt x="1495425" y="1695450"/>
                </a:lnTo>
                <a:lnTo>
                  <a:pt x="1495425" y="1685925"/>
                </a:lnTo>
                <a:lnTo>
                  <a:pt x="1504950" y="1685925"/>
                </a:lnTo>
                <a:close/>
                <a:moveTo>
                  <a:pt x="1352550" y="1685925"/>
                </a:moveTo>
                <a:lnTo>
                  <a:pt x="1371600" y="1685925"/>
                </a:lnTo>
                <a:lnTo>
                  <a:pt x="1371600" y="1695450"/>
                </a:lnTo>
                <a:lnTo>
                  <a:pt x="1352550" y="1695450"/>
                </a:lnTo>
                <a:close/>
                <a:moveTo>
                  <a:pt x="1438275" y="1685925"/>
                </a:moveTo>
                <a:lnTo>
                  <a:pt x="1457325" y="1685925"/>
                </a:lnTo>
                <a:lnTo>
                  <a:pt x="1457325" y="1704975"/>
                </a:lnTo>
                <a:lnTo>
                  <a:pt x="1438275" y="1704975"/>
                </a:lnTo>
                <a:lnTo>
                  <a:pt x="1438275" y="1714500"/>
                </a:lnTo>
                <a:lnTo>
                  <a:pt x="1428750" y="1714500"/>
                </a:lnTo>
                <a:lnTo>
                  <a:pt x="1428750" y="1695450"/>
                </a:lnTo>
                <a:lnTo>
                  <a:pt x="1438275" y="1695450"/>
                </a:lnTo>
                <a:close/>
                <a:moveTo>
                  <a:pt x="666750" y="1695450"/>
                </a:moveTo>
                <a:lnTo>
                  <a:pt x="685800" y="1695450"/>
                </a:lnTo>
                <a:lnTo>
                  <a:pt x="685800" y="1704975"/>
                </a:lnTo>
                <a:lnTo>
                  <a:pt x="695325" y="1704975"/>
                </a:lnTo>
                <a:lnTo>
                  <a:pt x="695325" y="1724025"/>
                </a:lnTo>
                <a:lnTo>
                  <a:pt x="685800" y="1724025"/>
                </a:lnTo>
                <a:lnTo>
                  <a:pt x="685800" y="1733550"/>
                </a:lnTo>
                <a:lnTo>
                  <a:pt x="695325" y="1733550"/>
                </a:lnTo>
                <a:lnTo>
                  <a:pt x="695325" y="1743075"/>
                </a:lnTo>
                <a:lnTo>
                  <a:pt x="704850" y="1743075"/>
                </a:lnTo>
                <a:lnTo>
                  <a:pt x="704850" y="1752600"/>
                </a:lnTo>
                <a:lnTo>
                  <a:pt x="695325" y="1752600"/>
                </a:lnTo>
                <a:lnTo>
                  <a:pt x="695325" y="1771650"/>
                </a:lnTo>
                <a:lnTo>
                  <a:pt x="657225" y="1771650"/>
                </a:lnTo>
                <a:lnTo>
                  <a:pt x="657225" y="1752600"/>
                </a:lnTo>
                <a:lnTo>
                  <a:pt x="666750" y="1752600"/>
                </a:lnTo>
                <a:lnTo>
                  <a:pt x="666750" y="1743075"/>
                </a:lnTo>
                <a:lnTo>
                  <a:pt x="676275" y="1743075"/>
                </a:lnTo>
                <a:lnTo>
                  <a:pt x="676275" y="1724025"/>
                </a:lnTo>
                <a:lnTo>
                  <a:pt x="666750" y="1724025"/>
                </a:lnTo>
                <a:close/>
                <a:moveTo>
                  <a:pt x="714375" y="1695450"/>
                </a:moveTo>
                <a:lnTo>
                  <a:pt x="742950" y="1695450"/>
                </a:lnTo>
                <a:lnTo>
                  <a:pt x="742950" y="1724025"/>
                </a:lnTo>
                <a:lnTo>
                  <a:pt x="733425" y="1724025"/>
                </a:lnTo>
                <a:lnTo>
                  <a:pt x="733425" y="1733550"/>
                </a:lnTo>
                <a:lnTo>
                  <a:pt x="704850" y="1733550"/>
                </a:lnTo>
                <a:lnTo>
                  <a:pt x="704850" y="1714500"/>
                </a:lnTo>
                <a:lnTo>
                  <a:pt x="714375" y="1714500"/>
                </a:lnTo>
                <a:close/>
                <a:moveTo>
                  <a:pt x="600075" y="1704975"/>
                </a:moveTo>
                <a:lnTo>
                  <a:pt x="590550" y="1704975"/>
                </a:lnTo>
                <a:lnTo>
                  <a:pt x="590550" y="1714500"/>
                </a:lnTo>
                <a:lnTo>
                  <a:pt x="600075" y="1714500"/>
                </a:lnTo>
                <a:close/>
                <a:moveTo>
                  <a:pt x="600075" y="1704975"/>
                </a:moveTo>
                <a:lnTo>
                  <a:pt x="609600" y="1704975"/>
                </a:lnTo>
                <a:lnTo>
                  <a:pt x="609600" y="1695450"/>
                </a:lnTo>
                <a:lnTo>
                  <a:pt x="600075" y="1695450"/>
                </a:lnTo>
                <a:close/>
                <a:moveTo>
                  <a:pt x="1323975" y="1714500"/>
                </a:moveTo>
                <a:lnTo>
                  <a:pt x="1333500" y="1714500"/>
                </a:lnTo>
                <a:lnTo>
                  <a:pt x="1333500" y="1724025"/>
                </a:lnTo>
                <a:lnTo>
                  <a:pt x="1323975" y="1724025"/>
                </a:lnTo>
                <a:close/>
                <a:moveTo>
                  <a:pt x="1457325" y="1714500"/>
                </a:moveTo>
                <a:lnTo>
                  <a:pt x="1466850" y="1714500"/>
                </a:lnTo>
                <a:lnTo>
                  <a:pt x="1466850" y="1724025"/>
                </a:lnTo>
                <a:lnTo>
                  <a:pt x="1457325" y="1724025"/>
                </a:lnTo>
                <a:close/>
                <a:moveTo>
                  <a:pt x="1476375" y="1714500"/>
                </a:moveTo>
                <a:lnTo>
                  <a:pt x="1504950" y="1714500"/>
                </a:lnTo>
                <a:lnTo>
                  <a:pt x="1504950" y="1733550"/>
                </a:lnTo>
                <a:lnTo>
                  <a:pt x="1485900" y="1733550"/>
                </a:lnTo>
                <a:lnTo>
                  <a:pt x="1485900" y="1724025"/>
                </a:lnTo>
                <a:lnTo>
                  <a:pt x="1476375" y="1724025"/>
                </a:lnTo>
                <a:close/>
                <a:moveTo>
                  <a:pt x="1238250" y="1743075"/>
                </a:moveTo>
                <a:lnTo>
                  <a:pt x="1247775" y="1743075"/>
                </a:lnTo>
                <a:lnTo>
                  <a:pt x="1247775" y="1752600"/>
                </a:lnTo>
                <a:lnTo>
                  <a:pt x="1266825" y="1752600"/>
                </a:lnTo>
                <a:lnTo>
                  <a:pt x="1266825" y="1743075"/>
                </a:lnTo>
                <a:lnTo>
                  <a:pt x="1276350" y="1743075"/>
                </a:lnTo>
                <a:lnTo>
                  <a:pt x="1276350" y="1752600"/>
                </a:lnTo>
                <a:lnTo>
                  <a:pt x="1285875" y="1752600"/>
                </a:lnTo>
                <a:lnTo>
                  <a:pt x="1285875" y="1771650"/>
                </a:lnTo>
                <a:lnTo>
                  <a:pt x="1295400" y="1771650"/>
                </a:lnTo>
                <a:lnTo>
                  <a:pt x="1295400" y="1790700"/>
                </a:lnTo>
                <a:lnTo>
                  <a:pt x="1304925" y="1790700"/>
                </a:lnTo>
                <a:lnTo>
                  <a:pt x="1304925" y="1800225"/>
                </a:lnTo>
                <a:lnTo>
                  <a:pt x="1276350" y="1800225"/>
                </a:lnTo>
                <a:lnTo>
                  <a:pt x="1276350" y="1781175"/>
                </a:lnTo>
                <a:lnTo>
                  <a:pt x="1238250" y="1781175"/>
                </a:lnTo>
                <a:lnTo>
                  <a:pt x="1238250" y="1790700"/>
                </a:lnTo>
                <a:lnTo>
                  <a:pt x="1219200" y="1790700"/>
                </a:lnTo>
                <a:lnTo>
                  <a:pt x="1219200" y="1781175"/>
                </a:lnTo>
                <a:lnTo>
                  <a:pt x="1209675" y="1781175"/>
                </a:lnTo>
                <a:lnTo>
                  <a:pt x="1209675" y="1771650"/>
                </a:lnTo>
                <a:lnTo>
                  <a:pt x="1228725" y="1771650"/>
                </a:lnTo>
                <a:lnTo>
                  <a:pt x="1228725" y="1762125"/>
                </a:lnTo>
                <a:lnTo>
                  <a:pt x="1238250" y="1762125"/>
                </a:lnTo>
                <a:close/>
                <a:moveTo>
                  <a:pt x="590550" y="1752600"/>
                </a:moveTo>
                <a:lnTo>
                  <a:pt x="600075" y="1752600"/>
                </a:lnTo>
                <a:lnTo>
                  <a:pt x="600075" y="1743075"/>
                </a:lnTo>
                <a:lnTo>
                  <a:pt x="590550" y="1743075"/>
                </a:lnTo>
                <a:close/>
                <a:moveTo>
                  <a:pt x="723900" y="1752600"/>
                </a:moveTo>
                <a:lnTo>
                  <a:pt x="733425" y="1752600"/>
                </a:lnTo>
                <a:lnTo>
                  <a:pt x="733425" y="1790700"/>
                </a:lnTo>
                <a:lnTo>
                  <a:pt x="742950" y="1790700"/>
                </a:lnTo>
                <a:lnTo>
                  <a:pt x="742950" y="1771650"/>
                </a:lnTo>
                <a:lnTo>
                  <a:pt x="771525" y="1771650"/>
                </a:lnTo>
                <a:lnTo>
                  <a:pt x="771525" y="1762125"/>
                </a:lnTo>
                <a:lnTo>
                  <a:pt x="790575" y="1762125"/>
                </a:lnTo>
                <a:lnTo>
                  <a:pt x="790575" y="1781175"/>
                </a:lnTo>
                <a:lnTo>
                  <a:pt x="800100" y="1781175"/>
                </a:lnTo>
                <a:lnTo>
                  <a:pt x="800100" y="1771650"/>
                </a:lnTo>
                <a:lnTo>
                  <a:pt x="809625" y="1771650"/>
                </a:lnTo>
                <a:lnTo>
                  <a:pt x="809625" y="1781175"/>
                </a:lnTo>
                <a:lnTo>
                  <a:pt x="819150" y="1781175"/>
                </a:lnTo>
                <a:lnTo>
                  <a:pt x="819150" y="1790700"/>
                </a:lnTo>
                <a:lnTo>
                  <a:pt x="838200" y="1790700"/>
                </a:lnTo>
                <a:lnTo>
                  <a:pt x="838200" y="1800225"/>
                </a:lnTo>
                <a:lnTo>
                  <a:pt x="847725" y="1800225"/>
                </a:lnTo>
                <a:lnTo>
                  <a:pt x="847725" y="1809750"/>
                </a:lnTo>
                <a:lnTo>
                  <a:pt x="857250" y="1809750"/>
                </a:lnTo>
                <a:lnTo>
                  <a:pt x="857250" y="1828800"/>
                </a:lnTo>
                <a:lnTo>
                  <a:pt x="847725" y="1828800"/>
                </a:lnTo>
                <a:lnTo>
                  <a:pt x="847725" y="1819275"/>
                </a:lnTo>
                <a:lnTo>
                  <a:pt x="828675" y="1819275"/>
                </a:lnTo>
                <a:lnTo>
                  <a:pt x="828675" y="1809750"/>
                </a:lnTo>
                <a:lnTo>
                  <a:pt x="809625" y="1809750"/>
                </a:lnTo>
                <a:lnTo>
                  <a:pt x="809625" y="1800225"/>
                </a:lnTo>
                <a:lnTo>
                  <a:pt x="800100" y="1800225"/>
                </a:lnTo>
                <a:lnTo>
                  <a:pt x="800100" y="1809750"/>
                </a:lnTo>
                <a:lnTo>
                  <a:pt x="790575" y="1809750"/>
                </a:lnTo>
                <a:lnTo>
                  <a:pt x="790575" y="1838325"/>
                </a:lnTo>
                <a:lnTo>
                  <a:pt x="781050" y="1838325"/>
                </a:lnTo>
                <a:lnTo>
                  <a:pt x="781050" y="1847850"/>
                </a:lnTo>
                <a:lnTo>
                  <a:pt x="752475" y="1847850"/>
                </a:lnTo>
                <a:lnTo>
                  <a:pt x="752475" y="1838325"/>
                </a:lnTo>
                <a:lnTo>
                  <a:pt x="742950" y="1838325"/>
                </a:lnTo>
                <a:lnTo>
                  <a:pt x="742950" y="1828800"/>
                </a:lnTo>
                <a:lnTo>
                  <a:pt x="733425" y="1828800"/>
                </a:lnTo>
                <a:lnTo>
                  <a:pt x="733425" y="1819275"/>
                </a:lnTo>
                <a:lnTo>
                  <a:pt x="685800" y="1819275"/>
                </a:lnTo>
                <a:lnTo>
                  <a:pt x="685800" y="1790700"/>
                </a:lnTo>
                <a:lnTo>
                  <a:pt x="695325" y="1790700"/>
                </a:lnTo>
                <a:lnTo>
                  <a:pt x="695325" y="1771650"/>
                </a:lnTo>
                <a:lnTo>
                  <a:pt x="714375" y="1771650"/>
                </a:lnTo>
                <a:lnTo>
                  <a:pt x="714375" y="1762125"/>
                </a:lnTo>
                <a:lnTo>
                  <a:pt x="723900" y="1762125"/>
                </a:lnTo>
                <a:close/>
                <a:moveTo>
                  <a:pt x="1495425" y="1752600"/>
                </a:moveTo>
                <a:lnTo>
                  <a:pt x="1504950" y="1752600"/>
                </a:lnTo>
                <a:lnTo>
                  <a:pt x="1504950" y="1771650"/>
                </a:lnTo>
                <a:lnTo>
                  <a:pt x="1495425" y="1771650"/>
                </a:lnTo>
                <a:close/>
                <a:moveTo>
                  <a:pt x="857250" y="1762125"/>
                </a:moveTo>
                <a:lnTo>
                  <a:pt x="866775" y="1762125"/>
                </a:lnTo>
                <a:lnTo>
                  <a:pt x="866775" y="1771650"/>
                </a:lnTo>
                <a:lnTo>
                  <a:pt x="857250" y="1771650"/>
                </a:lnTo>
                <a:close/>
                <a:moveTo>
                  <a:pt x="361950" y="1771650"/>
                </a:moveTo>
                <a:lnTo>
                  <a:pt x="371475" y="1771650"/>
                </a:lnTo>
                <a:lnTo>
                  <a:pt x="371475" y="1781175"/>
                </a:lnTo>
                <a:lnTo>
                  <a:pt x="381000" y="1781175"/>
                </a:lnTo>
                <a:lnTo>
                  <a:pt x="381000" y="1790700"/>
                </a:lnTo>
                <a:lnTo>
                  <a:pt x="390525" y="1790700"/>
                </a:lnTo>
                <a:lnTo>
                  <a:pt x="390525" y="1800225"/>
                </a:lnTo>
                <a:lnTo>
                  <a:pt x="400050" y="1800225"/>
                </a:lnTo>
                <a:lnTo>
                  <a:pt x="400050" y="1809750"/>
                </a:lnTo>
                <a:lnTo>
                  <a:pt x="419100" y="1809750"/>
                </a:lnTo>
                <a:lnTo>
                  <a:pt x="419100" y="1819275"/>
                </a:lnTo>
                <a:lnTo>
                  <a:pt x="438150" y="1819275"/>
                </a:lnTo>
                <a:lnTo>
                  <a:pt x="438150" y="1828800"/>
                </a:lnTo>
                <a:lnTo>
                  <a:pt x="476250" y="1828800"/>
                </a:lnTo>
                <a:lnTo>
                  <a:pt x="476250" y="1819275"/>
                </a:lnTo>
                <a:lnTo>
                  <a:pt x="495300" y="1819275"/>
                </a:lnTo>
                <a:lnTo>
                  <a:pt x="495300" y="1809750"/>
                </a:lnTo>
                <a:lnTo>
                  <a:pt x="504825" y="1809750"/>
                </a:lnTo>
                <a:lnTo>
                  <a:pt x="504825" y="1800225"/>
                </a:lnTo>
                <a:lnTo>
                  <a:pt x="523875" y="1800225"/>
                </a:lnTo>
                <a:lnTo>
                  <a:pt x="523875" y="1809750"/>
                </a:lnTo>
                <a:lnTo>
                  <a:pt x="504825" y="1809750"/>
                </a:lnTo>
                <a:lnTo>
                  <a:pt x="504825" y="1838325"/>
                </a:lnTo>
                <a:lnTo>
                  <a:pt x="485775" y="1838325"/>
                </a:lnTo>
                <a:lnTo>
                  <a:pt x="485775" y="1866900"/>
                </a:lnTo>
                <a:lnTo>
                  <a:pt x="457200" y="1866900"/>
                </a:lnTo>
                <a:lnTo>
                  <a:pt x="457200" y="1857375"/>
                </a:lnTo>
                <a:lnTo>
                  <a:pt x="476250" y="1857375"/>
                </a:lnTo>
                <a:lnTo>
                  <a:pt x="476250" y="1847850"/>
                </a:lnTo>
                <a:lnTo>
                  <a:pt x="438150" y="1847850"/>
                </a:lnTo>
                <a:lnTo>
                  <a:pt x="438150" y="1838325"/>
                </a:lnTo>
                <a:lnTo>
                  <a:pt x="428625" y="1838325"/>
                </a:lnTo>
                <a:lnTo>
                  <a:pt x="428625" y="1828800"/>
                </a:lnTo>
                <a:lnTo>
                  <a:pt x="400050" y="1828800"/>
                </a:lnTo>
                <a:lnTo>
                  <a:pt x="400050" y="1838325"/>
                </a:lnTo>
                <a:lnTo>
                  <a:pt x="390525" y="1838325"/>
                </a:lnTo>
                <a:lnTo>
                  <a:pt x="390525" y="1847850"/>
                </a:lnTo>
                <a:lnTo>
                  <a:pt x="371475" y="1847850"/>
                </a:lnTo>
                <a:lnTo>
                  <a:pt x="371475" y="1866900"/>
                </a:lnTo>
                <a:lnTo>
                  <a:pt x="381000" y="1866900"/>
                </a:lnTo>
                <a:lnTo>
                  <a:pt x="381000" y="1857375"/>
                </a:lnTo>
                <a:lnTo>
                  <a:pt x="390525" y="1857375"/>
                </a:lnTo>
                <a:lnTo>
                  <a:pt x="390525" y="1866900"/>
                </a:lnTo>
                <a:lnTo>
                  <a:pt x="381000" y="1866900"/>
                </a:lnTo>
                <a:lnTo>
                  <a:pt x="381000" y="1876425"/>
                </a:lnTo>
                <a:lnTo>
                  <a:pt x="361950" y="1876425"/>
                </a:lnTo>
                <a:lnTo>
                  <a:pt x="361950" y="1866900"/>
                </a:lnTo>
                <a:lnTo>
                  <a:pt x="342900" y="1866900"/>
                </a:lnTo>
                <a:lnTo>
                  <a:pt x="342900" y="1857375"/>
                </a:lnTo>
                <a:lnTo>
                  <a:pt x="352425" y="1857375"/>
                </a:lnTo>
                <a:lnTo>
                  <a:pt x="352425" y="1838325"/>
                </a:lnTo>
                <a:lnTo>
                  <a:pt x="361950" y="1838325"/>
                </a:lnTo>
                <a:lnTo>
                  <a:pt x="361950" y="1819275"/>
                </a:lnTo>
                <a:lnTo>
                  <a:pt x="371475" y="1819275"/>
                </a:lnTo>
                <a:lnTo>
                  <a:pt x="371475" y="1790700"/>
                </a:lnTo>
                <a:lnTo>
                  <a:pt x="361950" y="1790700"/>
                </a:lnTo>
                <a:close/>
                <a:moveTo>
                  <a:pt x="1076325" y="1771650"/>
                </a:moveTo>
                <a:lnTo>
                  <a:pt x="1095375" y="1771650"/>
                </a:lnTo>
                <a:lnTo>
                  <a:pt x="1095375" y="1781175"/>
                </a:lnTo>
                <a:lnTo>
                  <a:pt x="1085850" y="1781175"/>
                </a:lnTo>
                <a:lnTo>
                  <a:pt x="1085850" y="1800225"/>
                </a:lnTo>
                <a:lnTo>
                  <a:pt x="1076325" y="1800225"/>
                </a:lnTo>
                <a:close/>
                <a:moveTo>
                  <a:pt x="1266825" y="1771650"/>
                </a:moveTo>
                <a:lnTo>
                  <a:pt x="1276350" y="1771650"/>
                </a:lnTo>
                <a:lnTo>
                  <a:pt x="1276350" y="1762125"/>
                </a:lnTo>
                <a:lnTo>
                  <a:pt x="1266825" y="1762125"/>
                </a:lnTo>
                <a:close/>
                <a:moveTo>
                  <a:pt x="552450" y="1781175"/>
                </a:moveTo>
                <a:lnTo>
                  <a:pt x="561975" y="1781175"/>
                </a:lnTo>
                <a:lnTo>
                  <a:pt x="561975" y="1771650"/>
                </a:lnTo>
                <a:lnTo>
                  <a:pt x="552450" y="1771650"/>
                </a:lnTo>
                <a:close/>
                <a:moveTo>
                  <a:pt x="647700" y="1781175"/>
                </a:moveTo>
                <a:lnTo>
                  <a:pt x="657225" y="1781175"/>
                </a:lnTo>
                <a:lnTo>
                  <a:pt x="657225" y="1790700"/>
                </a:lnTo>
                <a:lnTo>
                  <a:pt x="666750" y="1790700"/>
                </a:lnTo>
                <a:lnTo>
                  <a:pt x="666750" y="1838325"/>
                </a:lnTo>
                <a:lnTo>
                  <a:pt x="647700" y="1838325"/>
                </a:lnTo>
                <a:lnTo>
                  <a:pt x="647700" y="1828800"/>
                </a:lnTo>
                <a:lnTo>
                  <a:pt x="638175" y="1828800"/>
                </a:lnTo>
                <a:lnTo>
                  <a:pt x="638175" y="1809750"/>
                </a:lnTo>
                <a:lnTo>
                  <a:pt x="647700" y="1809750"/>
                </a:lnTo>
                <a:close/>
                <a:moveTo>
                  <a:pt x="1200150" y="1781175"/>
                </a:moveTo>
                <a:lnTo>
                  <a:pt x="1209675" y="1781175"/>
                </a:lnTo>
                <a:lnTo>
                  <a:pt x="1209675" y="1790700"/>
                </a:lnTo>
                <a:lnTo>
                  <a:pt x="1200150" y="1790700"/>
                </a:lnTo>
                <a:close/>
                <a:moveTo>
                  <a:pt x="590550" y="1800225"/>
                </a:moveTo>
                <a:lnTo>
                  <a:pt x="600075" y="1800225"/>
                </a:lnTo>
                <a:lnTo>
                  <a:pt x="600075" y="1809750"/>
                </a:lnTo>
                <a:lnTo>
                  <a:pt x="590550" y="1809750"/>
                </a:lnTo>
                <a:close/>
                <a:moveTo>
                  <a:pt x="742950" y="1809750"/>
                </a:moveTo>
                <a:lnTo>
                  <a:pt x="752475" y="1809750"/>
                </a:lnTo>
                <a:lnTo>
                  <a:pt x="752475" y="1819275"/>
                </a:lnTo>
                <a:lnTo>
                  <a:pt x="762000" y="1819275"/>
                </a:lnTo>
                <a:lnTo>
                  <a:pt x="762000" y="1809750"/>
                </a:lnTo>
                <a:lnTo>
                  <a:pt x="771525" y="1809750"/>
                </a:lnTo>
                <a:lnTo>
                  <a:pt x="771525" y="1790700"/>
                </a:lnTo>
                <a:lnTo>
                  <a:pt x="742950" y="1790700"/>
                </a:lnTo>
                <a:close/>
                <a:moveTo>
                  <a:pt x="1057275" y="1809750"/>
                </a:moveTo>
                <a:lnTo>
                  <a:pt x="1066800" y="1809750"/>
                </a:lnTo>
                <a:lnTo>
                  <a:pt x="1066800" y="1819275"/>
                </a:lnTo>
                <a:lnTo>
                  <a:pt x="1057275" y="1819275"/>
                </a:lnTo>
                <a:close/>
                <a:moveTo>
                  <a:pt x="676275" y="1828800"/>
                </a:moveTo>
                <a:lnTo>
                  <a:pt x="685800" y="1828800"/>
                </a:lnTo>
                <a:lnTo>
                  <a:pt x="685800" y="1847850"/>
                </a:lnTo>
                <a:lnTo>
                  <a:pt x="676275" y="1847850"/>
                </a:lnTo>
                <a:close/>
                <a:moveTo>
                  <a:pt x="857250" y="1828800"/>
                </a:moveTo>
                <a:lnTo>
                  <a:pt x="866775" y="1828800"/>
                </a:lnTo>
                <a:lnTo>
                  <a:pt x="866775" y="1838325"/>
                </a:lnTo>
                <a:lnTo>
                  <a:pt x="857250" y="1838325"/>
                </a:lnTo>
                <a:close/>
                <a:moveTo>
                  <a:pt x="904875" y="1828800"/>
                </a:moveTo>
                <a:lnTo>
                  <a:pt x="914400" y="1828800"/>
                </a:lnTo>
                <a:lnTo>
                  <a:pt x="914400" y="1838325"/>
                </a:lnTo>
                <a:lnTo>
                  <a:pt x="923925" y="1838325"/>
                </a:lnTo>
                <a:lnTo>
                  <a:pt x="923925" y="1857375"/>
                </a:lnTo>
                <a:lnTo>
                  <a:pt x="904875" y="1857375"/>
                </a:lnTo>
                <a:close/>
                <a:moveTo>
                  <a:pt x="504825" y="1838325"/>
                </a:moveTo>
                <a:lnTo>
                  <a:pt x="514350" y="1838325"/>
                </a:lnTo>
                <a:lnTo>
                  <a:pt x="514350" y="1847850"/>
                </a:lnTo>
                <a:lnTo>
                  <a:pt x="504825" y="1847850"/>
                </a:lnTo>
                <a:close/>
                <a:moveTo>
                  <a:pt x="1038225" y="1838325"/>
                </a:moveTo>
                <a:lnTo>
                  <a:pt x="1057275" y="1838325"/>
                </a:lnTo>
                <a:lnTo>
                  <a:pt x="1057275" y="1847850"/>
                </a:lnTo>
                <a:lnTo>
                  <a:pt x="1066800" y="1847850"/>
                </a:lnTo>
                <a:lnTo>
                  <a:pt x="1066800" y="1866900"/>
                </a:lnTo>
                <a:lnTo>
                  <a:pt x="1047750" y="1866900"/>
                </a:lnTo>
                <a:lnTo>
                  <a:pt x="1047750" y="1876425"/>
                </a:lnTo>
                <a:lnTo>
                  <a:pt x="1038225" y="1876425"/>
                </a:lnTo>
                <a:close/>
                <a:moveTo>
                  <a:pt x="1095375" y="1838325"/>
                </a:moveTo>
                <a:lnTo>
                  <a:pt x="1104900" y="1838325"/>
                </a:lnTo>
                <a:lnTo>
                  <a:pt x="1104900" y="1857375"/>
                </a:lnTo>
                <a:lnTo>
                  <a:pt x="1095375" y="1857375"/>
                </a:lnTo>
                <a:close/>
                <a:moveTo>
                  <a:pt x="533400" y="1847850"/>
                </a:moveTo>
                <a:lnTo>
                  <a:pt x="542925" y="1847850"/>
                </a:lnTo>
                <a:lnTo>
                  <a:pt x="542925" y="1857375"/>
                </a:lnTo>
                <a:lnTo>
                  <a:pt x="533400" y="1857375"/>
                </a:lnTo>
                <a:close/>
                <a:moveTo>
                  <a:pt x="552450" y="1847850"/>
                </a:moveTo>
                <a:lnTo>
                  <a:pt x="561975" y="1847850"/>
                </a:lnTo>
                <a:lnTo>
                  <a:pt x="561975" y="1857375"/>
                </a:lnTo>
                <a:lnTo>
                  <a:pt x="552450" y="1857375"/>
                </a:lnTo>
                <a:close/>
                <a:moveTo>
                  <a:pt x="581025" y="1847850"/>
                </a:moveTo>
                <a:lnTo>
                  <a:pt x="590550" y="1847850"/>
                </a:lnTo>
                <a:lnTo>
                  <a:pt x="590550" y="1857375"/>
                </a:lnTo>
                <a:lnTo>
                  <a:pt x="581025" y="1857375"/>
                </a:lnTo>
                <a:close/>
                <a:moveTo>
                  <a:pt x="828675" y="1847850"/>
                </a:moveTo>
                <a:lnTo>
                  <a:pt x="847725" y="1847850"/>
                </a:lnTo>
                <a:lnTo>
                  <a:pt x="847725" y="1857375"/>
                </a:lnTo>
                <a:lnTo>
                  <a:pt x="828675" y="1857375"/>
                </a:lnTo>
                <a:close/>
                <a:moveTo>
                  <a:pt x="1076325" y="1847850"/>
                </a:moveTo>
                <a:lnTo>
                  <a:pt x="1085850" y="1847850"/>
                </a:lnTo>
                <a:lnTo>
                  <a:pt x="1085850" y="1857375"/>
                </a:lnTo>
                <a:lnTo>
                  <a:pt x="1076325" y="1857375"/>
                </a:lnTo>
                <a:close/>
                <a:moveTo>
                  <a:pt x="1381125" y="1847850"/>
                </a:moveTo>
                <a:lnTo>
                  <a:pt x="1390650" y="1847850"/>
                </a:lnTo>
                <a:lnTo>
                  <a:pt x="1390650" y="1857375"/>
                </a:lnTo>
                <a:lnTo>
                  <a:pt x="1381125" y="1857375"/>
                </a:lnTo>
                <a:close/>
                <a:moveTo>
                  <a:pt x="1514475" y="1847850"/>
                </a:moveTo>
                <a:lnTo>
                  <a:pt x="1543050" y="1847850"/>
                </a:lnTo>
                <a:lnTo>
                  <a:pt x="1543050" y="1857375"/>
                </a:lnTo>
                <a:lnTo>
                  <a:pt x="1514475" y="1857375"/>
                </a:lnTo>
                <a:close/>
                <a:moveTo>
                  <a:pt x="790575" y="1857375"/>
                </a:moveTo>
                <a:lnTo>
                  <a:pt x="819150" y="1857375"/>
                </a:lnTo>
                <a:lnTo>
                  <a:pt x="819150" y="1866900"/>
                </a:lnTo>
                <a:lnTo>
                  <a:pt x="809625" y="1866900"/>
                </a:lnTo>
                <a:lnTo>
                  <a:pt x="809625" y="1876425"/>
                </a:lnTo>
                <a:lnTo>
                  <a:pt x="819150" y="1876425"/>
                </a:lnTo>
                <a:lnTo>
                  <a:pt x="819150" y="1885950"/>
                </a:lnTo>
                <a:lnTo>
                  <a:pt x="809625" y="1885950"/>
                </a:lnTo>
                <a:lnTo>
                  <a:pt x="809625" y="1895475"/>
                </a:lnTo>
                <a:lnTo>
                  <a:pt x="800100" y="1895475"/>
                </a:lnTo>
                <a:lnTo>
                  <a:pt x="800100" y="1885950"/>
                </a:lnTo>
                <a:lnTo>
                  <a:pt x="790575" y="1885950"/>
                </a:lnTo>
                <a:close/>
                <a:moveTo>
                  <a:pt x="847725" y="1857375"/>
                </a:moveTo>
                <a:lnTo>
                  <a:pt x="857250" y="1857375"/>
                </a:lnTo>
                <a:lnTo>
                  <a:pt x="857250" y="1866900"/>
                </a:lnTo>
                <a:lnTo>
                  <a:pt x="866775" y="1866900"/>
                </a:lnTo>
                <a:lnTo>
                  <a:pt x="866775" y="1876425"/>
                </a:lnTo>
                <a:lnTo>
                  <a:pt x="876300" y="1876425"/>
                </a:lnTo>
                <a:lnTo>
                  <a:pt x="876300" y="1885950"/>
                </a:lnTo>
                <a:lnTo>
                  <a:pt x="866775" y="1885950"/>
                </a:lnTo>
                <a:lnTo>
                  <a:pt x="866775" y="1895475"/>
                </a:lnTo>
                <a:lnTo>
                  <a:pt x="885825" y="1895475"/>
                </a:lnTo>
                <a:lnTo>
                  <a:pt x="885825" y="1885950"/>
                </a:lnTo>
                <a:lnTo>
                  <a:pt x="942975" y="1885950"/>
                </a:lnTo>
                <a:lnTo>
                  <a:pt x="942975" y="1914525"/>
                </a:lnTo>
                <a:lnTo>
                  <a:pt x="933450" y="1914525"/>
                </a:lnTo>
                <a:lnTo>
                  <a:pt x="933450" y="1905000"/>
                </a:lnTo>
                <a:lnTo>
                  <a:pt x="923925" y="1905000"/>
                </a:lnTo>
                <a:lnTo>
                  <a:pt x="923925" y="1895475"/>
                </a:lnTo>
                <a:lnTo>
                  <a:pt x="904875" y="1895475"/>
                </a:lnTo>
                <a:lnTo>
                  <a:pt x="904875" y="1905000"/>
                </a:lnTo>
                <a:lnTo>
                  <a:pt x="847725" y="1905000"/>
                </a:lnTo>
                <a:lnTo>
                  <a:pt x="847725" y="1914525"/>
                </a:lnTo>
                <a:lnTo>
                  <a:pt x="838200" y="1914525"/>
                </a:lnTo>
                <a:lnTo>
                  <a:pt x="838200" y="1924050"/>
                </a:lnTo>
                <a:lnTo>
                  <a:pt x="828675" y="1924050"/>
                </a:lnTo>
                <a:lnTo>
                  <a:pt x="828675" y="1933575"/>
                </a:lnTo>
                <a:lnTo>
                  <a:pt x="819150" y="1933575"/>
                </a:lnTo>
                <a:lnTo>
                  <a:pt x="819150" y="1943100"/>
                </a:lnTo>
                <a:lnTo>
                  <a:pt x="809625" y="1943100"/>
                </a:lnTo>
                <a:lnTo>
                  <a:pt x="809625" y="1933575"/>
                </a:lnTo>
                <a:lnTo>
                  <a:pt x="800100" y="1933575"/>
                </a:lnTo>
                <a:lnTo>
                  <a:pt x="800100" y="1924050"/>
                </a:lnTo>
                <a:lnTo>
                  <a:pt x="809625" y="1924050"/>
                </a:lnTo>
                <a:lnTo>
                  <a:pt x="809625" y="1914525"/>
                </a:lnTo>
                <a:lnTo>
                  <a:pt x="819150" y="1914525"/>
                </a:lnTo>
                <a:lnTo>
                  <a:pt x="819150" y="1905000"/>
                </a:lnTo>
                <a:lnTo>
                  <a:pt x="828675" y="1905000"/>
                </a:lnTo>
                <a:lnTo>
                  <a:pt x="828675" y="1895475"/>
                </a:lnTo>
                <a:lnTo>
                  <a:pt x="847725" y="1895475"/>
                </a:lnTo>
                <a:lnTo>
                  <a:pt x="847725" y="1885950"/>
                </a:lnTo>
                <a:lnTo>
                  <a:pt x="857250" y="1885950"/>
                </a:lnTo>
                <a:lnTo>
                  <a:pt x="857250" y="1876425"/>
                </a:lnTo>
                <a:lnTo>
                  <a:pt x="847725" y="1876425"/>
                </a:lnTo>
                <a:close/>
                <a:moveTo>
                  <a:pt x="1038225" y="1885950"/>
                </a:moveTo>
                <a:lnTo>
                  <a:pt x="1047750" y="1885950"/>
                </a:lnTo>
                <a:lnTo>
                  <a:pt x="1047750" y="1895475"/>
                </a:lnTo>
                <a:lnTo>
                  <a:pt x="1038225" y="1895475"/>
                </a:lnTo>
                <a:close/>
                <a:moveTo>
                  <a:pt x="609600" y="1905000"/>
                </a:moveTo>
                <a:lnTo>
                  <a:pt x="628650" y="1905000"/>
                </a:lnTo>
                <a:lnTo>
                  <a:pt x="628650" y="1914525"/>
                </a:lnTo>
                <a:lnTo>
                  <a:pt x="657225" y="1914525"/>
                </a:lnTo>
                <a:lnTo>
                  <a:pt x="657225" y="1924050"/>
                </a:lnTo>
                <a:lnTo>
                  <a:pt x="666750" y="1924050"/>
                </a:lnTo>
                <a:lnTo>
                  <a:pt x="666750" y="1905000"/>
                </a:lnTo>
                <a:lnTo>
                  <a:pt x="695325" y="1905000"/>
                </a:lnTo>
                <a:lnTo>
                  <a:pt x="695325" y="1933575"/>
                </a:lnTo>
                <a:lnTo>
                  <a:pt x="685800" y="1933575"/>
                </a:lnTo>
                <a:lnTo>
                  <a:pt x="685800" y="1943100"/>
                </a:lnTo>
                <a:lnTo>
                  <a:pt x="666750" y="1943100"/>
                </a:lnTo>
                <a:lnTo>
                  <a:pt x="666750" y="1962150"/>
                </a:lnTo>
                <a:lnTo>
                  <a:pt x="657225" y="1962150"/>
                </a:lnTo>
                <a:lnTo>
                  <a:pt x="657225" y="1971675"/>
                </a:lnTo>
                <a:lnTo>
                  <a:pt x="666750" y="1971675"/>
                </a:lnTo>
                <a:lnTo>
                  <a:pt x="666750" y="1990725"/>
                </a:lnTo>
                <a:lnTo>
                  <a:pt x="647700" y="1990725"/>
                </a:lnTo>
                <a:lnTo>
                  <a:pt x="647700" y="2000250"/>
                </a:lnTo>
                <a:lnTo>
                  <a:pt x="619125" y="2000250"/>
                </a:lnTo>
                <a:lnTo>
                  <a:pt x="619125" y="1990725"/>
                </a:lnTo>
                <a:lnTo>
                  <a:pt x="600075" y="1990725"/>
                </a:lnTo>
                <a:lnTo>
                  <a:pt x="600075" y="2019300"/>
                </a:lnTo>
                <a:lnTo>
                  <a:pt x="609600" y="2019300"/>
                </a:lnTo>
                <a:lnTo>
                  <a:pt x="609600" y="2028825"/>
                </a:lnTo>
                <a:lnTo>
                  <a:pt x="581025" y="2028825"/>
                </a:lnTo>
                <a:lnTo>
                  <a:pt x="581025" y="2009775"/>
                </a:lnTo>
                <a:lnTo>
                  <a:pt x="571500" y="2009775"/>
                </a:lnTo>
                <a:lnTo>
                  <a:pt x="571500" y="2000250"/>
                </a:lnTo>
                <a:lnTo>
                  <a:pt x="552450" y="2000250"/>
                </a:lnTo>
                <a:lnTo>
                  <a:pt x="552450" y="1981200"/>
                </a:lnTo>
                <a:lnTo>
                  <a:pt x="561975" y="1981200"/>
                </a:lnTo>
                <a:lnTo>
                  <a:pt x="561975" y="1990725"/>
                </a:lnTo>
                <a:lnTo>
                  <a:pt x="571500" y="1990725"/>
                </a:lnTo>
                <a:lnTo>
                  <a:pt x="571500" y="1981200"/>
                </a:lnTo>
                <a:lnTo>
                  <a:pt x="581025" y="1981200"/>
                </a:lnTo>
                <a:lnTo>
                  <a:pt x="581025" y="1952625"/>
                </a:lnTo>
                <a:lnTo>
                  <a:pt x="561975" y="1952625"/>
                </a:lnTo>
                <a:lnTo>
                  <a:pt x="561975" y="1943100"/>
                </a:lnTo>
                <a:lnTo>
                  <a:pt x="533400" y="1943100"/>
                </a:lnTo>
                <a:lnTo>
                  <a:pt x="533400" y="1952625"/>
                </a:lnTo>
                <a:lnTo>
                  <a:pt x="523875" y="1952625"/>
                </a:lnTo>
                <a:lnTo>
                  <a:pt x="523875" y="1962150"/>
                </a:lnTo>
                <a:lnTo>
                  <a:pt x="514350" y="1962150"/>
                </a:lnTo>
                <a:lnTo>
                  <a:pt x="514350" y="1990725"/>
                </a:lnTo>
                <a:lnTo>
                  <a:pt x="523875" y="1990725"/>
                </a:lnTo>
                <a:lnTo>
                  <a:pt x="523875" y="2009775"/>
                </a:lnTo>
                <a:lnTo>
                  <a:pt x="533400" y="2009775"/>
                </a:lnTo>
                <a:lnTo>
                  <a:pt x="533400" y="2019300"/>
                </a:lnTo>
                <a:lnTo>
                  <a:pt x="523875" y="2019300"/>
                </a:lnTo>
                <a:lnTo>
                  <a:pt x="523875" y="2028825"/>
                </a:lnTo>
                <a:lnTo>
                  <a:pt x="495300" y="2028825"/>
                </a:lnTo>
                <a:lnTo>
                  <a:pt x="495300" y="2000250"/>
                </a:lnTo>
                <a:lnTo>
                  <a:pt x="485775" y="2000250"/>
                </a:lnTo>
                <a:lnTo>
                  <a:pt x="485775" y="1990725"/>
                </a:lnTo>
                <a:lnTo>
                  <a:pt x="476250" y="1990725"/>
                </a:lnTo>
                <a:lnTo>
                  <a:pt x="476250" y="2000250"/>
                </a:lnTo>
                <a:lnTo>
                  <a:pt x="466725" y="2000250"/>
                </a:lnTo>
                <a:lnTo>
                  <a:pt x="466725" y="2019300"/>
                </a:lnTo>
                <a:lnTo>
                  <a:pt x="476250" y="2019300"/>
                </a:lnTo>
                <a:lnTo>
                  <a:pt x="476250" y="2038350"/>
                </a:lnTo>
                <a:lnTo>
                  <a:pt x="495300" y="2038350"/>
                </a:lnTo>
                <a:lnTo>
                  <a:pt x="495300" y="2047875"/>
                </a:lnTo>
                <a:lnTo>
                  <a:pt x="504825" y="2047875"/>
                </a:lnTo>
                <a:lnTo>
                  <a:pt x="504825" y="2057400"/>
                </a:lnTo>
                <a:lnTo>
                  <a:pt x="514350" y="2057400"/>
                </a:lnTo>
                <a:lnTo>
                  <a:pt x="514350" y="2047875"/>
                </a:lnTo>
                <a:lnTo>
                  <a:pt x="523875" y="2047875"/>
                </a:lnTo>
                <a:lnTo>
                  <a:pt x="523875" y="2057400"/>
                </a:lnTo>
                <a:lnTo>
                  <a:pt x="533400" y="2057400"/>
                </a:lnTo>
                <a:lnTo>
                  <a:pt x="533400" y="2066925"/>
                </a:lnTo>
                <a:lnTo>
                  <a:pt x="523875" y="2066925"/>
                </a:lnTo>
                <a:lnTo>
                  <a:pt x="523875" y="2076450"/>
                </a:lnTo>
                <a:lnTo>
                  <a:pt x="514350" y="2076450"/>
                </a:lnTo>
                <a:lnTo>
                  <a:pt x="514350" y="2085975"/>
                </a:lnTo>
                <a:lnTo>
                  <a:pt x="504825" y="2085975"/>
                </a:lnTo>
                <a:lnTo>
                  <a:pt x="504825" y="2076450"/>
                </a:lnTo>
                <a:lnTo>
                  <a:pt x="466725" y="2076450"/>
                </a:lnTo>
                <a:lnTo>
                  <a:pt x="466725" y="2085975"/>
                </a:lnTo>
                <a:lnTo>
                  <a:pt x="457200" y="2085975"/>
                </a:lnTo>
                <a:lnTo>
                  <a:pt x="457200" y="2076450"/>
                </a:lnTo>
                <a:lnTo>
                  <a:pt x="438150" y="2076450"/>
                </a:lnTo>
                <a:lnTo>
                  <a:pt x="438150" y="2085975"/>
                </a:lnTo>
                <a:lnTo>
                  <a:pt x="400050" y="2085975"/>
                </a:lnTo>
                <a:lnTo>
                  <a:pt x="400050" y="2076450"/>
                </a:lnTo>
                <a:lnTo>
                  <a:pt x="390525" y="2076450"/>
                </a:lnTo>
                <a:lnTo>
                  <a:pt x="390525" y="2066925"/>
                </a:lnTo>
                <a:lnTo>
                  <a:pt x="381000" y="2066925"/>
                </a:lnTo>
                <a:lnTo>
                  <a:pt x="381000" y="2047875"/>
                </a:lnTo>
                <a:lnTo>
                  <a:pt x="371475" y="2047875"/>
                </a:lnTo>
                <a:lnTo>
                  <a:pt x="371475" y="2009775"/>
                </a:lnTo>
                <a:lnTo>
                  <a:pt x="361950" y="2009775"/>
                </a:lnTo>
                <a:lnTo>
                  <a:pt x="361950" y="1990725"/>
                </a:lnTo>
                <a:lnTo>
                  <a:pt x="352425" y="1990725"/>
                </a:lnTo>
                <a:lnTo>
                  <a:pt x="352425" y="1981200"/>
                </a:lnTo>
                <a:lnTo>
                  <a:pt x="342900" y="1981200"/>
                </a:lnTo>
                <a:lnTo>
                  <a:pt x="342900" y="1971675"/>
                </a:lnTo>
                <a:lnTo>
                  <a:pt x="352425" y="1971675"/>
                </a:lnTo>
                <a:lnTo>
                  <a:pt x="352425" y="1962150"/>
                </a:lnTo>
                <a:lnTo>
                  <a:pt x="371475" y="1962150"/>
                </a:lnTo>
                <a:lnTo>
                  <a:pt x="371475" y="1943100"/>
                </a:lnTo>
                <a:lnTo>
                  <a:pt x="381000" y="1943100"/>
                </a:lnTo>
                <a:lnTo>
                  <a:pt x="381000" y="1933575"/>
                </a:lnTo>
                <a:lnTo>
                  <a:pt x="371475" y="1933575"/>
                </a:lnTo>
                <a:lnTo>
                  <a:pt x="371475" y="1924050"/>
                </a:lnTo>
                <a:lnTo>
                  <a:pt x="438150" y="1924050"/>
                </a:lnTo>
                <a:lnTo>
                  <a:pt x="438150" y="1933575"/>
                </a:lnTo>
                <a:lnTo>
                  <a:pt x="457200" y="1933575"/>
                </a:lnTo>
                <a:lnTo>
                  <a:pt x="457200" y="1924050"/>
                </a:lnTo>
                <a:lnTo>
                  <a:pt x="466725" y="1924050"/>
                </a:lnTo>
                <a:lnTo>
                  <a:pt x="466725" y="1933575"/>
                </a:lnTo>
                <a:lnTo>
                  <a:pt x="485775" y="1933575"/>
                </a:lnTo>
                <a:lnTo>
                  <a:pt x="485775" y="1914525"/>
                </a:lnTo>
                <a:lnTo>
                  <a:pt x="523875" y="1914525"/>
                </a:lnTo>
                <a:lnTo>
                  <a:pt x="523875" y="1924050"/>
                </a:lnTo>
                <a:lnTo>
                  <a:pt x="533400" y="1924050"/>
                </a:lnTo>
                <a:lnTo>
                  <a:pt x="533400" y="1914525"/>
                </a:lnTo>
                <a:lnTo>
                  <a:pt x="609600" y="1914525"/>
                </a:lnTo>
                <a:close/>
                <a:moveTo>
                  <a:pt x="742950" y="1905000"/>
                </a:moveTo>
                <a:lnTo>
                  <a:pt x="762000" y="1905000"/>
                </a:lnTo>
                <a:lnTo>
                  <a:pt x="762000" y="1914525"/>
                </a:lnTo>
                <a:lnTo>
                  <a:pt x="742950" y="1914525"/>
                </a:lnTo>
                <a:close/>
                <a:moveTo>
                  <a:pt x="1047750" y="1905000"/>
                </a:moveTo>
                <a:lnTo>
                  <a:pt x="1057275" y="1905000"/>
                </a:lnTo>
                <a:lnTo>
                  <a:pt x="1057275" y="1914525"/>
                </a:lnTo>
                <a:lnTo>
                  <a:pt x="1047750" y="1914525"/>
                </a:lnTo>
                <a:close/>
                <a:moveTo>
                  <a:pt x="733425" y="1914525"/>
                </a:moveTo>
                <a:lnTo>
                  <a:pt x="742950" y="1914525"/>
                </a:lnTo>
                <a:lnTo>
                  <a:pt x="742950" y="1924050"/>
                </a:lnTo>
                <a:lnTo>
                  <a:pt x="752475" y="1924050"/>
                </a:lnTo>
                <a:lnTo>
                  <a:pt x="752475" y="1933575"/>
                </a:lnTo>
                <a:lnTo>
                  <a:pt x="742950" y="1933575"/>
                </a:lnTo>
                <a:lnTo>
                  <a:pt x="742950" y="1952625"/>
                </a:lnTo>
                <a:lnTo>
                  <a:pt x="733425" y="1952625"/>
                </a:lnTo>
                <a:lnTo>
                  <a:pt x="733425" y="1971675"/>
                </a:lnTo>
                <a:lnTo>
                  <a:pt x="714375" y="1971675"/>
                </a:lnTo>
                <a:lnTo>
                  <a:pt x="714375" y="1981200"/>
                </a:lnTo>
                <a:lnTo>
                  <a:pt x="704850" y="1981200"/>
                </a:lnTo>
                <a:lnTo>
                  <a:pt x="704850" y="1952625"/>
                </a:lnTo>
                <a:lnTo>
                  <a:pt x="723900" y="1952625"/>
                </a:lnTo>
                <a:lnTo>
                  <a:pt x="723900" y="1943100"/>
                </a:lnTo>
                <a:lnTo>
                  <a:pt x="714375" y="1943100"/>
                </a:lnTo>
                <a:lnTo>
                  <a:pt x="714375" y="1924050"/>
                </a:lnTo>
                <a:lnTo>
                  <a:pt x="733425" y="1924050"/>
                </a:lnTo>
                <a:close/>
                <a:moveTo>
                  <a:pt x="1104900" y="1924050"/>
                </a:moveTo>
                <a:lnTo>
                  <a:pt x="1114425" y="1924050"/>
                </a:lnTo>
                <a:lnTo>
                  <a:pt x="1114425" y="1933575"/>
                </a:lnTo>
                <a:lnTo>
                  <a:pt x="1104900" y="1933575"/>
                </a:lnTo>
                <a:close/>
                <a:moveTo>
                  <a:pt x="314325" y="1943100"/>
                </a:moveTo>
                <a:lnTo>
                  <a:pt x="323850" y="1943100"/>
                </a:lnTo>
                <a:lnTo>
                  <a:pt x="323850" y="1971675"/>
                </a:lnTo>
                <a:lnTo>
                  <a:pt x="314325" y="1971675"/>
                </a:lnTo>
                <a:close/>
                <a:moveTo>
                  <a:pt x="619125" y="1943100"/>
                </a:moveTo>
                <a:lnTo>
                  <a:pt x="647700" y="1943100"/>
                </a:lnTo>
                <a:lnTo>
                  <a:pt x="647700" y="1933575"/>
                </a:lnTo>
                <a:lnTo>
                  <a:pt x="619125" y="1933575"/>
                </a:lnTo>
                <a:close/>
                <a:moveTo>
                  <a:pt x="819150" y="1943100"/>
                </a:moveTo>
                <a:lnTo>
                  <a:pt x="828675" y="1943100"/>
                </a:lnTo>
                <a:lnTo>
                  <a:pt x="828675" y="1981200"/>
                </a:lnTo>
                <a:lnTo>
                  <a:pt x="819150" y="1981200"/>
                </a:lnTo>
                <a:lnTo>
                  <a:pt x="819150" y="1990725"/>
                </a:lnTo>
                <a:lnTo>
                  <a:pt x="800100" y="1990725"/>
                </a:lnTo>
                <a:lnTo>
                  <a:pt x="800100" y="1981200"/>
                </a:lnTo>
                <a:lnTo>
                  <a:pt x="790575" y="1981200"/>
                </a:lnTo>
                <a:lnTo>
                  <a:pt x="790575" y="1971675"/>
                </a:lnTo>
                <a:lnTo>
                  <a:pt x="800100" y="1971675"/>
                </a:lnTo>
                <a:lnTo>
                  <a:pt x="800100" y="1962150"/>
                </a:lnTo>
                <a:lnTo>
                  <a:pt x="809625" y="1962150"/>
                </a:lnTo>
                <a:lnTo>
                  <a:pt x="809625" y="1952625"/>
                </a:lnTo>
                <a:lnTo>
                  <a:pt x="819150" y="1952625"/>
                </a:lnTo>
                <a:close/>
                <a:moveTo>
                  <a:pt x="885825" y="1943100"/>
                </a:moveTo>
                <a:lnTo>
                  <a:pt x="895350" y="1943100"/>
                </a:lnTo>
                <a:lnTo>
                  <a:pt x="895350" y="1952625"/>
                </a:lnTo>
                <a:lnTo>
                  <a:pt x="885825" y="1952625"/>
                </a:lnTo>
                <a:close/>
                <a:moveTo>
                  <a:pt x="1047750" y="1943100"/>
                </a:moveTo>
                <a:lnTo>
                  <a:pt x="1057275" y="1943100"/>
                </a:lnTo>
                <a:lnTo>
                  <a:pt x="1057275" y="1952625"/>
                </a:lnTo>
                <a:lnTo>
                  <a:pt x="1047750" y="1952625"/>
                </a:lnTo>
                <a:close/>
                <a:moveTo>
                  <a:pt x="1162050" y="1943100"/>
                </a:moveTo>
                <a:lnTo>
                  <a:pt x="1171575" y="1943100"/>
                </a:lnTo>
                <a:lnTo>
                  <a:pt x="1171575" y="1952625"/>
                </a:lnTo>
                <a:lnTo>
                  <a:pt x="1162050" y="1952625"/>
                </a:lnTo>
                <a:close/>
                <a:moveTo>
                  <a:pt x="419100" y="1952625"/>
                </a:moveTo>
                <a:lnTo>
                  <a:pt x="438150" y="1952625"/>
                </a:lnTo>
                <a:lnTo>
                  <a:pt x="438150" y="1943100"/>
                </a:lnTo>
                <a:lnTo>
                  <a:pt x="419100" y="1943100"/>
                </a:lnTo>
                <a:close/>
                <a:moveTo>
                  <a:pt x="533400" y="1952625"/>
                </a:moveTo>
                <a:lnTo>
                  <a:pt x="542925" y="1952625"/>
                </a:lnTo>
                <a:lnTo>
                  <a:pt x="542925" y="1962150"/>
                </a:lnTo>
                <a:lnTo>
                  <a:pt x="533400" y="1962150"/>
                </a:lnTo>
                <a:close/>
                <a:moveTo>
                  <a:pt x="876300" y="1952625"/>
                </a:moveTo>
                <a:lnTo>
                  <a:pt x="885825" y="1952625"/>
                </a:lnTo>
                <a:lnTo>
                  <a:pt x="885825" y="1962150"/>
                </a:lnTo>
                <a:lnTo>
                  <a:pt x="876300" y="1962150"/>
                </a:lnTo>
                <a:close/>
                <a:moveTo>
                  <a:pt x="1057275" y="1952625"/>
                </a:moveTo>
                <a:lnTo>
                  <a:pt x="1066800" y="1952625"/>
                </a:lnTo>
                <a:lnTo>
                  <a:pt x="1066800" y="1971675"/>
                </a:lnTo>
                <a:lnTo>
                  <a:pt x="1057275" y="1971675"/>
                </a:lnTo>
                <a:lnTo>
                  <a:pt x="1057275" y="1981200"/>
                </a:lnTo>
                <a:lnTo>
                  <a:pt x="1047750" y="1981200"/>
                </a:lnTo>
                <a:lnTo>
                  <a:pt x="1047750" y="1962150"/>
                </a:lnTo>
                <a:lnTo>
                  <a:pt x="1057275" y="1962150"/>
                </a:lnTo>
                <a:close/>
                <a:moveTo>
                  <a:pt x="1562100" y="1952625"/>
                </a:moveTo>
                <a:lnTo>
                  <a:pt x="1571625" y="1952625"/>
                </a:lnTo>
                <a:lnTo>
                  <a:pt x="1571625" y="1971675"/>
                </a:lnTo>
                <a:lnTo>
                  <a:pt x="1562100" y="1971675"/>
                </a:lnTo>
                <a:close/>
                <a:moveTo>
                  <a:pt x="600075" y="1971675"/>
                </a:moveTo>
                <a:lnTo>
                  <a:pt x="619125" y="1971675"/>
                </a:lnTo>
                <a:lnTo>
                  <a:pt x="619125" y="1981200"/>
                </a:lnTo>
                <a:lnTo>
                  <a:pt x="628650" y="1981200"/>
                </a:lnTo>
                <a:lnTo>
                  <a:pt x="628650" y="1952625"/>
                </a:lnTo>
                <a:lnTo>
                  <a:pt x="600075" y="1952625"/>
                </a:lnTo>
                <a:close/>
                <a:moveTo>
                  <a:pt x="352425" y="1981200"/>
                </a:moveTo>
                <a:lnTo>
                  <a:pt x="361950" y="1981200"/>
                </a:lnTo>
                <a:lnTo>
                  <a:pt x="361950" y="1971675"/>
                </a:lnTo>
                <a:lnTo>
                  <a:pt x="352425" y="1971675"/>
                </a:lnTo>
                <a:close/>
                <a:moveTo>
                  <a:pt x="457200" y="1990725"/>
                </a:moveTo>
                <a:lnTo>
                  <a:pt x="466725" y="1990725"/>
                </a:lnTo>
                <a:lnTo>
                  <a:pt x="466725" y="1971675"/>
                </a:lnTo>
                <a:lnTo>
                  <a:pt x="457200" y="1971675"/>
                </a:lnTo>
                <a:close/>
                <a:moveTo>
                  <a:pt x="1228725" y="1990725"/>
                </a:moveTo>
                <a:lnTo>
                  <a:pt x="1247775" y="1990725"/>
                </a:lnTo>
                <a:lnTo>
                  <a:pt x="1247775" y="2000250"/>
                </a:lnTo>
                <a:lnTo>
                  <a:pt x="1228725" y="2000250"/>
                </a:lnTo>
                <a:close/>
                <a:moveTo>
                  <a:pt x="666750" y="2000250"/>
                </a:moveTo>
                <a:lnTo>
                  <a:pt x="695325" y="2000250"/>
                </a:lnTo>
                <a:lnTo>
                  <a:pt x="695325" y="2009775"/>
                </a:lnTo>
                <a:lnTo>
                  <a:pt x="685800" y="2009775"/>
                </a:lnTo>
                <a:lnTo>
                  <a:pt x="685800" y="2028825"/>
                </a:lnTo>
                <a:lnTo>
                  <a:pt x="676275" y="2028825"/>
                </a:lnTo>
                <a:lnTo>
                  <a:pt x="676275" y="2019300"/>
                </a:lnTo>
                <a:lnTo>
                  <a:pt x="666750" y="2019300"/>
                </a:lnTo>
                <a:close/>
                <a:moveTo>
                  <a:pt x="723900" y="2000250"/>
                </a:moveTo>
                <a:lnTo>
                  <a:pt x="733425" y="2000250"/>
                </a:lnTo>
                <a:lnTo>
                  <a:pt x="733425" y="2009775"/>
                </a:lnTo>
                <a:lnTo>
                  <a:pt x="742950" y="2009775"/>
                </a:lnTo>
                <a:lnTo>
                  <a:pt x="742950" y="2019300"/>
                </a:lnTo>
                <a:lnTo>
                  <a:pt x="762000" y="2019300"/>
                </a:lnTo>
                <a:lnTo>
                  <a:pt x="762000" y="2028825"/>
                </a:lnTo>
                <a:lnTo>
                  <a:pt x="800100" y="2028825"/>
                </a:lnTo>
                <a:lnTo>
                  <a:pt x="800100" y="2047875"/>
                </a:lnTo>
                <a:lnTo>
                  <a:pt x="790575" y="2047875"/>
                </a:lnTo>
                <a:lnTo>
                  <a:pt x="790575" y="2066925"/>
                </a:lnTo>
                <a:lnTo>
                  <a:pt x="809625" y="2066925"/>
                </a:lnTo>
                <a:lnTo>
                  <a:pt x="809625" y="2057400"/>
                </a:lnTo>
                <a:lnTo>
                  <a:pt x="819150" y="2057400"/>
                </a:lnTo>
                <a:lnTo>
                  <a:pt x="819150" y="2038350"/>
                </a:lnTo>
                <a:lnTo>
                  <a:pt x="828675" y="2038350"/>
                </a:lnTo>
                <a:lnTo>
                  <a:pt x="828675" y="2047875"/>
                </a:lnTo>
                <a:lnTo>
                  <a:pt x="838200" y="2047875"/>
                </a:lnTo>
                <a:lnTo>
                  <a:pt x="838200" y="2057400"/>
                </a:lnTo>
                <a:lnTo>
                  <a:pt x="847725" y="2057400"/>
                </a:lnTo>
                <a:lnTo>
                  <a:pt x="847725" y="2066925"/>
                </a:lnTo>
                <a:lnTo>
                  <a:pt x="876300" y="2066925"/>
                </a:lnTo>
                <a:lnTo>
                  <a:pt x="876300" y="2076450"/>
                </a:lnTo>
                <a:lnTo>
                  <a:pt x="885825" y="2076450"/>
                </a:lnTo>
                <a:lnTo>
                  <a:pt x="885825" y="2085975"/>
                </a:lnTo>
                <a:lnTo>
                  <a:pt x="895350" y="2085975"/>
                </a:lnTo>
                <a:lnTo>
                  <a:pt x="895350" y="2095500"/>
                </a:lnTo>
                <a:lnTo>
                  <a:pt x="885825" y="2095500"/>
                </a:lnTo>
                <a:lnTo>
                  <a:pt x="885825" y="2105025"/>
                </a:lnTo>
                <a:lnTo>
                  <a:pt x="819150" y="2105025"/>
                </a:lnTo>
                <a:lnTo>
                  <a:pt x="819150" y="2095500"/>
                </a:lnTo>
                <a:lnTo>
                  <a:pt x="800100" y="2095500"/>
                </a:lnTo>
                <a:lnTo>
                  <a:pt x="800100" y="2085975"/>
                </a:lnTo>
                <a:lnTo>
                  <a:pt x="771525" y="2085975"/>
                </a:lnTo>
                <a:lnTo>
                  <a:pt x="771525" y="2095500"/>
                </a:lnTo>
                <a:lnTo>
                  <a:pt x="762000" y="2095500"/>
                </a:lnTo>
                <a:lnTo>
                  <a:pt x="762000" y="2114550"/>
                </a:lnTo>
                <a:lnTo>
                  <a:pt x="657225" y="2114550"/>
                </a:lnTo>
                <a:lnTo>
                  <a:pt x="657225" y="2105025"/>
                </a:lnTo>
                <a:lnTo>
                  <a:pt x="647700" y="2105025"/>
                </a:lnTo>
                <a:lnTo>
                  <a:pt x="647700" y="2114550"/>
                </a:lnTo>
                <a:lnTo>
                  <a:pt x="657225" y="2114550"/>
                </a:lnTo>
                <a:lnTo>
                  <a:pt x="657225" y="2124075"/>
                </a:lnTo>
                <a:lnTo>
                  <a:pt x="581025" y="2124075"/>
                </a:lnTo>
                <a:lnTo>
                  <a:pt x="581025" y="2095500"/>
                </a:lnTo>
                <a:lnTo>
                  <a:pt x="590550" y="2095500"/>
                </a:lnTo>
                <a:lnTo>
                  <a:pt x="590550" y="2066925"/>
                </a:lnTo>
                <a:lnTo>
                  <a:pt x="628650" y="2066925"/>
                </a:lnTo>
                <a:lnTo>
                  <a:pt x="628650" y="2047875"/>
                </a:lnTo>
                <a:lnTo>
                  <a:pt x="638175" y="2047875"/>
                </a:lnTo>
                <a:lnTo>
                  <a:pt x="638175" y="2057400"/>
                </a:lnTo>
                <a:lnTo>
                  <a:pt x="666750" y="2057400"/>
                </a:lnTo>
                <a:lnTo>
                  <a:pt x="666750" y="2047875"/>
                </a:lnTo>
                <a:lnTo>
                  <a:pt x="685800" y="2047875"/>
                </a:lnTo>
                <a:lnTo>
                  <a:pt x="685800" y="2028825"/>
                </a:lnTo>
                <a:lnTo>
                  <a:pt x="704850" y="2028825"/>
                </a:lnTo>
                <a:lnTo>
                  <a:pt x="704850" y="2019300"/>
                </a:lnTo>
                <a:lnTo>
                  <a:pt x="714375" y="2019300"/>
                </a:lnTo>
                <a:lnTo>
                  <a:pt x="714375" y="2009775"/>
                </a:lnTo>
                <a:lnTo>
                  <a:pt x="723900" y="2009775"/>
                </a:lnTo>
                <a:close/>
                <a:moveTo>
                  <a:pt x="828675" y="2000250"/>
                </a:moveTo>
                <a:lnTo>
                  <a:pt x="838200" y="2000250"/>
                </a:lnTo>
                <a:lnTo>
                  <a:pt x="838200" y="2019300"/>
                </a:lnTo>
                <a:lnTo>
                  <a:pt x="828675" y="2019300"/>
                </a:lnTo>
                <a:lnTo>
                  <a:pt x="828675" y="2028825"/>
                </a:lnTo>
                <a:lnTo>
                  <a:pt x="809625" y="2028825"/>
                </a:lnTo>
                <a:lnTo>
                  <a:pt x="809625" y="2019300"/>
                </a:lnTo>
                <a:lnTo>
                  <a:pt x="819150" y="2019300"/>
                </a:lnTo>
                <a:lnTo>
                  <a:pt x="819150" y="2009775"/>
                </a:lnTo>
                <a:lnTo>
                  <a:pt x="828675" y="2009775"/>
                </a:lnTo>
                <a:close/>
                <a:moveTo>
                  <a:pt x="876300" y="2000250"/>
                </a:moveTo>
                <a:lnTo>
                  <a:pt x="885825" y="2000250"/>
                </a:lnTo>
                <a:lnTo>
                  <a:pt x="885825" y="2019300"/>
                </a:lnTo>
                <a:lnTo>
                  <a:pt x="876300" y="2019300"/>
                </a:lnTo>
                <a:close/>
                <a:moveTo>
                  <a:pt x="1247775" y="2000250"/>
                </a:moveTo>
                <a:lnTo>
                  <a:pt x="1257300" y="2000250"/>
                </a:lnTo>
                <a:lnTo>
                  <a:pt x="1257300" y="2009775"/>
                </a:lnTo>
                <a:lnTo>
                  <a:pt x="1247775" y="2009775"/>
                </a:lnTo>
                <a:close/>
                <a:moveTo>
                  <a:pt x="923925" y="2009775"/>
                </a:moveTo>
                <a:lnTo>
                  <a:pt x="942975" y="2009775"/>
                </a:lnTo>
                <a:lnTo>
                  <a:pt x="942975" y="2019300"/>
                </a:lnTo>
                <a:lnTo>
                  <a:pt x="923925" y="2019300"/>
                </a:lnTo>
                <a:close/>
                <a:moveTo>
                  <a:pt x="447675" y="2038350"/>
                </a:moveTo>
                <a:lnTo>
                  <a:pt x="457200" y="2038350"/>
                </a:lnTo>
                <a:lnTo>
                  <a:pt x="457200" y="2019300"/>
                </a:lnTo>
                <a:lnTo>
                  <a:pt x="447675" y="2019300"/>
                </a:lnTo>
                <a:lnTo>
                  <a:pt x="447675" y="1971675"/>
                </a:lnTo>
                <a:lnTo>
                  <a:pt x="438150" y="1971675"/>
                </a:lnTo>
                <a:lnTo>
                  <a:pt x="438150" y="1962150"/>
                </a:lnTo>
                <a:lnTo>
                  <a:pt x="400050" y="1962150"/>
                </a:lnTo>
                <a:lnTo>
                  <a:pt x="400050" y="1971675"/>
                </a:lnTo>
                <a:lnTo>
                  <a:pt x="381000" y="1971675"/>
                </a:lnTo>
                <a:lnTo>
                  <a:pt x="381000" y="2047875"/>
                </a:lnTo>
                <a:lnTo>
                  <a:pt x="390525" y="2047875"/>
                </a:lnTo>
                <a:lnTo>
                  <a:pt x="390525" y="2057400"/>
                </a:lnTo>
                <a:lnTo>
                  <a:pt x="400050" y="2057400"/>
                </a:lnTo>
                <a:lnTo>
                  <a:pt x="400050" y="2066925"/>
                </a:lnTo>
                <a:lnTo>
                  <a:pt x="428625" y="2066925"/>
                </a:lnTo>
                <a:lnTo>
                  <a:pt x="428625" y="2057400"/>
                </a:lnTo>
                <a:lnTo>
                  <a:pt x="438150" y="2057400"/>
                </a:lnTo>
                <a:lnTo>
                  <a:pt x="438150" y="2047875"/>
                </a:lnTo>
                <a:lnTo>
                  <a:pt x="447675" y="2047875"/>
                </a:lnTo>
                <a:close/>
                <a:moveTo>
                  <a:pt x="876300" y="2038350"/>
                </a:moveTo>
                <a:lnTo>
                  <a:pt x="895350" y="2038350"/>
                </a:lnTo>
                <a:lnTo>
                  <a:pt x="895350" y="2047875"/>
                </a:lnTo>
                <a:lnTo>
                  <a:pt x="885825" y="2047875"/>
                </a:lnTo>
                <a:lnTo>
                  <a:pt x="885825" y="2057400"/>
                </a:lnTo>
                <a:lnTo>
                  <a:pt x="876300" y="2057400"/>
                </a:lnTo>
                <a:close/>
                <a:moveTo>
                  <a:pt x="1219200" y="2038350"/>
                </a:moveTo>
                <a:lnTo>
                  <a:pt x="1228725" y="2038350"/>
                </a:lnTo>
                <a:lnTo>
                  <a:pt x="1228725" y="2057400"/>
                </a:lnTo>
                <a:lnTo>
                  <a:pt x="1219200" y="2057400"/>
                </a:lnTo>
                <a:close/>
                <a:moveTo>
                  <a:pt x="333375" y="2047875"/>
                </a:moveTo>
                <a:lnTo>
                  <a:pt x="352425" y="2047875"/>
                </a:lnTo>
                <a:lnTo>
                  <a:pt x="352425" y="2066925"/>
                </a:lnTo>
                <a:lnTo>
                  <a:pt x="342900" y="2066925"/>
                </a:lnTo>
                <a:lnTo>
                  <a:pt x="342900" y="2076450"/>
                </a:lnTo>
                <a:lnTo>
                  <a:pt x="333375" y="2076450"/>
                </a:lnTo>
                <a:lnTo>
                  <a:pt x="333375" y="2066925"/>
                </a:lnTo>
                <a:lnTo>
                  <a:pt x="323850" y="2066925"/>
                </a:lnTo>
                <a:lnTo>
                  <a:pt x="323850" y="2057400"/>
                </a:lnTo>
                <a:lnTo>
                  <a:pt x="333375" y="2057400"/>
                </a:lnTo>
                <a:close/>
                <a:moveTo>
                  <a:pt x="552450" y="2057400"/>
                </a:moveTo>
                <a:lnTo>
                  <a:pt x="571500" y="2057400"/>
                </a:lnTo>
                <a:lnTo>
                  <a:pt x="571500" y="2066925"/>
                </a:lnTo>
                <a:lnTo>
                  <a:pt x="552450" y="2066925"/>
                </a:lnTo>
                <a:close/>
                <a:moveTo>
                  <a:pt x="542925" y="2076450"/>
                </a:moveTo>
                <a:lnTo>
                  <a:pt x="561975" y="2076450"/>
                </a:lnTo>
                <a:lnTo>
                  <a:pt x="561975" y="2095500"/>
                </a:lnTo>
                <a:lnTo>
                  <a:pt x="571500" y="2095500"/>
                </a:lnTo>
                <a:lnTo>
                  <a:pt x="571500" y="2105025"/>
                </a:lnTo>
                <a:lnTo>
                  <a:pt x="552450" y="2105025"/>
                </a:lnTo>
                <a:lnTo>
                  <a:pt x="552450" y="2114550"/>
                </a:lnTo>
                <a:lnTo>
                  <a:pt x="542925" y="2114550"/>
                </a:lnTo>
                <a:lnTo>
                  <a:pt x="542925" y="2105025"/>
                </a:lnTo>
                <a:lnTo>
                  <a:pt x="533400" y="2105025"/>
                </a:lnTo>
                <a:lnTo>
                  <a:pt x="533400" y="2095500"/>
                </a:lnTo>
                <a:lnTo>
                  <a:pt x="542925" y="2095500"/>
                </a:lnTo>
                <a:close/>
                <a:moveTo>
                  <a:pt x="704850" y="2076450"/>
                </a:moveTo>
                <a:lnTo>
                  <a:pt x="714375" y="2076450"/>
                </a:lnTo>
                <a:lnTo>
                  <a:pt x="714375" y="2085975"/>
                </a:lnTo>
                <a:lnTo>
                  <a:pt x="733425" y="2085975"/>
                </a:lnTo>
                <a:lnTo>
                  <a:pt x="733425" y="2066925"/>
                </a:lnTo>
                <a:lnTo>
                  <a:pt x="723900" y="2066925"/>
                </a:lnTo>
                <a:lnTo>
                  <a:pt x="723900" y="2047875"/>
                </a:lnTo>
                <a:lnTo>
                  <a:pt x="704850" y="2047875"/>
                </a:lnTo>
                <a:close/>
                <a:moveTo>
                  <a:pt x="666750" y="2095500"/>
                </a:moveTo>
                <a:lnTo>
                  <a:pt x="685800" y="2095500"/>
                </a:lnTo>
                <a:lnTo>
                  <a:pt x="685800" y="2105025"/>
                </a:lnTo>
                <a:lnTo>
                  <a:pt x="714375" y="2105025"/>
                </a:lnTo>
                <a:lnTo>
                  <a:pt x="714375" y="2095500"/>
                </a:lnTo>
                <a:lnTo>
                  <a:pt x="695325" y="2095500"/>
                </a:lnTo>
                <a:lnTo>
                  <a:pt x="695325" y="2085975"/>
                </a:lnTo>
                <a:lnTo>
                  <a:pt x="666750" y="2085975"/>
                </a:lnTo>
                <a:close/>
                <a:moveTo>
                  <a:pt x="238125" y="2105025"/>
                </a:moveTo>
                <a:lnTo>
                  <a:pt x="247650" y="2105025"/>
                </a:lnTo>
                <a:lnTo>
                  <a:pt x="247650" y="2124075"/>
                </a:lnTo>
                <a:lnTo>
                  <a:pt x="238125" y="2124075"/>
                </a:lnTo>
                <a:close/>
                <a:moveTo>
                  <a:pt x="457200" y="2105025"/>
                </a:moveTo>
                <a:lnTo>
                  <a:pt x="466725" y="2105025"/>
                </a:lnTo>
                <a:lnTo>
                  <a:pt x="466725" y="2114550"/>
                </a:lnTo>
                <a:lnTo>
                  <a:pt x="476250" y="2114550"/>
                </a:lnTo>
                <a:lnTo>
                  <a:pt x="476250" y="2124075"/>
                </a:lnTo>
                <a:lnTo>
                  <a:pt x="485775" y="2124075"/>
                </a:lnTo>
                <a:lnTo>
                  <a:pt x="485775" y="2133600"/>
                </a:lnTo>
                <a:lnTo>
                  <a:pt x="457200" y="2133600"/>
                </a:lnTo>
                <a:close/>
                <a:moveTo>
                  <a:pt x="723900" y="2105025"/>
                </a:moveTo>
                <a:lnTo>
                  <a:pt x="733425" y="2105025"/>
                </a:lnTo>
                <a:lnTo>
                  <a:pt x="733425" y="2095500"/>
                </a:lnTo>
                <a:lnTo>
                  <a:pt x="723900" y="2095500"/>
                </a:lnTo>
                <a:close/>
                <a:moveTo>
                  <a:pt x="342900" y="2124075"/>
                </a:moveTo>
                <a:lnTo>
                  <a:pt x="352425" y="2124075"/>
                </a:lnTo>
                <a:lnTo>
                  <a:pt x="352425" y="2133600"/>
                </a:lnTo>
                <a:lnTo>
                  <a:pt x="342900" y="2133600"/>
                </a:lnTo>
                <a:close/>
                <a:moveTo>
                  <a:pt x="1571625" y="2314575"/>
                </a:moveTo>
                <a:lnTo>
                  <a:pt x="1600200" y="2314575"/>
                </a:lnTo>
                <a:lnTo>
                  <a:pt x="1600200" y="2324100"/>
                </a:lnTo>
                <a:lnTo>
                  <a:pt x="1571625" y="2324100"/>
                </a:lnTo>
                <a:close/>
                <a:moveTo>
                  <a:pt x="1619250" y="2314575"/>
                </a:moveTo>
                <a:lnTo>
                  <a:pt x="1666875" y="2314575"/>
                </a:lnTo>
                <a:lnTo>
                  <a:pt x="1666875" y="2343150"/>
                </a:lnTo>
                <a:lnTo>
                  <a:pt x="1657350" y="2343150"/>
                </a:lnTo>
                <a:lnTo>
                  <a:pt x="1657350" y="2324100"/>
                </a:lnTo>
                <a:lnTo>
                  <a:pt x="1619250" y="2324100"/>
                </a:lnTo>
                <a:close/>
                <a:moveTo>
                  <a:pt x="1447800" y="2324100"/>
                </a:moveTo>
                <a:lnTo>
                  <a:pt x="1514475" y="2324100"/>
                </a:lnTo>
                <a:lnTo>
                  <a:pt x="1514475" y="2333625"/>
                </a:lnTo>
                <a:lnTo>
                  <a:pt x="1466850" y="2333625"/>
                </a:lnTo>
                <a:lnTo>
                  <a:pt x="1466850" y="2343150"/>
                </a:lnTo>
                <a:lnTo>
                  <a:pt x="1428750" y="2343150"/>
                </a:lnTo>
                <a:lnTo>
                  <a:pt x="1428750" y="2352675"/>
                </a:lnTo>
                <a:lnTo>
                  <a:pt x="1419225" y="2352675"/>
                </a:lnTo>
                <a:lnTo>
                  <a:pt x="1419225" y="2343150"/>
                </a:lnTo>
                <a:lnTo>
                  <a:pt x="1362075" y="2343150"/>
                </a:lnTo>
                <a:lnTo>
                  <a:pt x="1362075" y="2333625"/>
                </a:lnTo>
                <a:lnTo>
                  <a:pt x="1447800" y="2333625"/>
                </a:lnTo>
                <a:close/>
                <a:moveTo>
                  <a:pt x="1323975" y="2333625"/>
                </a:moveTo>
                <a:lnTo>
                  <a:pt x="1333500" y="2333625"/>
                </a:lnTo>
                <a:lnTo>
                  <a:pt x="1333500" y="2343150"/>
                </a:lnTo>
                <a:lnTo>
                  <a:pt x="1323975" y="2343150"/>
                </a:lnTo>
                <a:close/>
                <a:moveTo>
                  <a:pt x="1304925" y="2343150"/>
                </a:moveTo>
                <a:lnTo>
                  <a:pt x="1314450" y="2343150"/>
                </a:lnTo>
                <a:lnTo>
                  <a:pt x="1314450" y="2352675"/>
                </a:lnTo>
                <a:lnTo>
                  <a:pt x="1304925" y="2352675"/>
                </a:lnTo>
                <a:close/>
                <a:moveTo>
                  <a:pt x="1695450" y="2343150"/>
                </a:moveTo>
                <a:lnTo>
                  <a:pt x="1714500" y="2343150"/>
                </a:lnTo>
                <a:lnTo>
                  <a:pt x="1714500" y="2371725"/>
                </a:lnTo>
                <a:lnTo>
                  <a:pt x="1704975" y="2371725"/>
                </a:lnTo>
                <a:lnTo>
                  <a:pt x="1704975" y="2352675"/>
                </a:lnTo>
                <a:lnTo>
                  <a:pt x="1695450" y="2352675"/>
                </a:lnTo>
                <a:close/>
                <a:moveTo>
                  <a:pt x="1628775" y="2352675"/>
                </a:moveTo>
                <a:lnTo>
                  <a:pt x="1638300" y="2352675"/>
                </a:lnTo>
                <a:lnTo>
                  <a:pt x="1638300" y="2371725"/>
                </a:lnTo>
                <a:lnTo>
                  <a:pt x="1628775" y="2371725"/>
                </a:lnTo>
                <a:close/>
                <a:moveTo>
                  <a:pt x="1724025" y="2352675"/>
                </a:moveTo>
                <a:lnTo>
                  <a:pt x="1733550" y="2352675"/>
                </a:lnTo>
                <a:lnTo>
                  <a:pt x="1733550" y="2371725"/>
                </a:lnTo>
                <a:lnTo>
                  <a:pt x="1724025" y="2371725"/>
                </a:lnTo>
                <a:close/>
                <a:moveTo>
                  <a:pt x="1209675" y="2371725"/>
                </a:moveTo>
                <a:lnTo>
                  <a:pt x="1219200" y="2371725"/>
                </a:lnTo>
                <a:lnTo>
                  <a:pt x="1219200" y="2381250"/>
                </a:lnTo>
                <a:lnTo>
                  <a:pt x="1209675" y="2381250"/>
                </a:lnTo>
                <a:close/>
                <a:moveTo>
                  <a:pt x="1409700" y="2381250"/>
                </a:moveTo>
                <a:lnTo>
                  <a:pt x="1428750" y="2381250"/>
                </a:lnTo>
                <a:lnTo>
                  <a:pt x="1428750" y="2390775"/>
                </a:lnTo>
                <a:lnTo>
                  <a:pt x="1438275" y="2390775"/>
                </a:lnTo>
                <a:lnTo>
                  <a:pt x="1438275" y="2400300"/>
                </a:lnTo>
                <a:lnTo>
                  <a:pt x="1466850" y="2400300"/>
                </a:lnTo>
                <a:lnTo>
                  <a:pt x="1466850" y="2409825"/>
                </a:lnTo>
                <a:lnTo>
                  <a:pt x="1476375" y="2409825"/>
                </a:lnTo>
                <a:lnTo>
                  <a:pt x="1476375" y="2428875"/>
                </a:lnTo>
                <a:lnTo>
                  <a:pt x="1466850" y="2428875"/>
                </a:lnTo>
                <a:lnTo>
                  <a:pt x="1466850" y="2419350"/>
                </a:lnTo>
                <a:lnTo>
                  <a:pt x="1457325" y="2419350"/>
                </a:lnTo>
                <a:lnTo>
                  <a:pt x="1457325" y="2409825"/>
                </a:lnTo>
                <a:lnTo>
                  <a:pt x="1438275" y="2409825"/>
                </a:lnTo>
                <a:lnTo>
                  <a:pt x="1438275" y="2419350"/>
                </a:lnTo>
                <a:lnTo>
                  <a:pt x="1428750" y="2419350"/>
                </a:lnTo>
                <a:lnTo>
                  <a:pt x="1428750" y="2428875"/>
                </a:lnTo>
                <a:lnTo>
                  <a:pt x="1409700" y="2428875"/>
                </a:lnTo>
                <a:lnTo>
                  <a:pt x="1409700" y="2419350"/>
                </a:lnTo>
                <a:lnTo>
                  <a:pt x="1352550" y="2419350"/>
                </a:lnTo>
                <a:lnTo>
                  <a:pt x="1352550" y="2428875"/>
                </a:lnTo>
                <a:lnTo>
                  <a:pt x="1343025" y="2428875"/>
                </a:lnTo>
                <a:lnTo>
                  <a:pt x="1343025" y="2438400"/>
                </a:lnTo>
                <a:lnTo>
                  <a:pt x="1333500" y="2438400"/>
                </a:lnTo>
                <a:lnTo>
                  <a:pt x="1333500" y="2419350"/>
                </a:lnTo>
                <a:lnTo>
                  <a:pt x="1314450" y="2419350"/>
                </a:lnTo>
                <a:lnTo>
                  <a:pt x="1314450" y="2409825"/>
                </a:lnTo>
                <a:lnTo>
                  <a:pt x="1323975" y="2409825"/>
                </a:lnTo>
                <a:lnTo>
                  <a:pt x="1323975" y="2400300"/>
                </a:lnTo>
                <a:lnTo>
                  <a:pt x="1362075" y="2400300"/>
                </a:lnTo>
                <a:lnTo>
                  <a:pt x="1362075" y="2409825"/>
                </a:lnTo>
                <a:lnTo>
                  <a:pt x="1381125" y="2409825"/>
                </a:lnTo>
                <a:lnTo>
                  <a:pt x="1381125" y="2390775"/>
                </a:lnTo>
                <a:lnTo>
                  <a:pt x="1409700" y="2390775"/>
                </a:lnTo>
                <a:close/>
                <a:moveTo>
                  <a:pt x="1533525" y="2381250"/>
                </a:moveTo>
                <a:lnTo>
                  <a:pt x="1552575" y="2381250"/>
                </a:lnTo>
                <a:lnTo>
                  <a:pt x="1552575" y="2390775"/>
                </a:lnTo>
                <a:lnTo>
                  <a:pt x="1562100" y="2390775"/>
                </a:lnTo>
                <a:lnTo>
                  <a:pt x="1562100" y="2400300"/>
                </a:lnTo>
                <a:lnTo>
                  <a:pt x="1571625" y="2400300"/>
                </a:lnTo>
                <a:lnTo>
                  <a:pt x="1571625" y="2409825"/>
                </a:lnTo>
                <a:lnTo>
                  <a:pt x="1514475" y="2409825"/>
                </a:lnTo>
                <a:lnTo>
                  <a:pt x="1514475" y="2400300"/>
                </a:lnTo>
                <a:lnTo>
                  <a:pt x="1533525" y="2400300"/>
                </a:lnTo>
                <a:close/>
                <a:moveTo>
                  <a:pt x="1600200" y="2381250"/>
                </a:moveTo>
                <a:lnTo>
                  <a:pt x="1628775" y="2381250"/>
                </a:lnTo>
                <a:lnTo>
                  <a:pt x="1628775" y="2390775"/>
                </a:lnTo>
                <a:lnTo>
                  <a:pt x="1638300" y="2390775"/>
                </a:lnTo>
                <a:lnTo>
                  <a:pt x="1638300" y="2400300"/>
                </a:lnTo>
                <a:lnTo>
                  <a:pt x="1581150" y="2400300"/>
                </a:lnTo>
                <a:lnTo>
                  <a:pt x="1581150" y="2390775"/>
                </a:lnTo>
                <a:lnTo>
                  <a:pt x="1600200" y="2390775"/>
                </a:lnTo>
                <a:close/>
                <a:moveTo>
                  <a:pt x="1695450" y="2381250"/>
                </a:moveTo>
                <a:lnTo>
                  <a:pt x="1714500" y="2381250"/>
                </a:lnTo>
                <a:lnTo>
                  <a:pt x="1714500" y="2400300"/>
                </a:lnTo>
                <a:lnTo>
                  <a:pt x="1724025" y="2400300"/>
                </a:lnTo>
                <a:lnTo>
                  <a:pt x="1724025" y="2419350"/>
                </a:lnTo>
                <a:lnTo>
                  <a:pt x="1733550" y="2419350"/>
                </a:lnTo>
                <a:lnTo>
                  <a:pt x="1733550" y="2390775"/>
                </a:lnTo>
                <a:lnTo>
                  <a:pt x="1743075" y="2390775"/>
                </a:lnTo>
                <a:lnTo>
                  <a:pt x="1743075" y="2447925"/>
                </a:lnTo>
                <a:lnTo>
                  <a:pt x="1733550" y="2447925"/>
                </a:lnTo>
                <a:lnTo>
                  <a:pt x="1733550" y="2438400"/>
                </a:lnTo>
                <a:lnTo>
                  <a:pt x="1724025" y="2438400"/>
                </a:lnTo>
                <a:lnTo>
                  <a:pt x="1724025" y="2447925"/>
                </a:lnTo>
                <a:lnTo>
                  <a:pt x="1714500" y="2447925"/>
                </a:lnTo>
                <a:lnTo>
                  <a:pt x="1714500" y="2457450"/>
                </a:lnTo>
                <a:lnTo>
                  <a:pt x="1704975" y="2457450"/>
                </a:lnTo>
                <a:lnTo>
                  <a:pt x="1704975" y="2476500"/>
                </a:lnTo>
                <a:lnTo>
                  <a:pt x="1724025" y="2476500"/>
                </a:lnTo>
                <a:lnTo>
                  <a:pt x="1724025" y="2466975"/>
                </a:lnTo>
                <a:lnTo>
                  <a:pt x="1733550" y="2466975"/>
                </a:lnTo>
                <a:lnTo>
                  <a:pt x="1733550" y="2457450"/>
                </a:lnTo>
                <a:lnTo>
                  <a:pt x="1743075" y="2457450"/>
                </a:lnTo>
                <a:lnTo>
                  <a:pt x="1743075" y="2495550"/>
                </a:lnTo>
                <a:lnTo>
                  <a:pt x="1724025" y="2495550"/>
                </a:lnTo>
                <a:lnTo>
                  <a:pt x="1724025" y="2514600"/>
                </a:lnTo>
                <a:lnTo>
                  <a:pt x="1714500" y="2514600"/>
                </a:lnTo>
                <a:lnTo>
                  <a:pt x="1714500" y="2524125"/>
                </a:lnTo>
                <a:lnTo>
                  <a:pt x="1724025" y="2524125"/>
                </a:lnTo>
                <a:lnTo>
                  <a:pt x="1724025" y="2533650"/>
                </a:lnTo>
                <a:lnTo>
                  <a:pt x="1714500" y="2533650"/>
                </a:lnTo>
                <a:lnTo>
                  <a:pt x="1714500" y="2552700"/>
                </a:lnTo>
                <a:lnTo>
                  <a:pt x="1695450" y="2552700"/>
                </a:lnTo>
                <a:lnTo>
                  <a:pt x="1695450" y="2543175"/>
                </a:lnTo>
                <a:lnTo>
                  <a:pt x="1685925" y="2543175"/>
                </a:lnTo>
                <a:lnTo>
                  <a:pt x="1685925" y="2533650"/>
                </a:lnTo>
                <a:lnTo>
                  <a:pt x="1638300" y="2533650"/>
                </a:lnTo>
                <a:lnTo>
                  <a:pt x="1638300" y="2524125"/>
                </a:lnTo>
                <a:lnTo>
                  <a:pt x="1609725" y="2524125"/>
                </a:lnTo>
                <a:lnTo>
                  <a:pt x="1609725" y="2533650"/>
                </a:lnTo>
                <a:lnTo>
                  <a:pt x="1600200" y="2533650"/>
                </a:lnTo>
                <a:lnTo>
                  <a:pt x="1600200" y="2524125"/>
                </a:lnTo>
                <a:lnTo>
                  <a:pt x="1571625" y="2524125"/>
                </a:lnTo>
                <a:lnTo>
                  <a:pt x="1571625" y="2533650"/>
                </a:lnTo>
                <a:lnTo>
                  <a:pt x="1562100" y="2533650"/>
                </a:lnTo>
                <a:lnTo>
                  <a:pt x="1562100" y="2543175"/>
                </a:lnTo>
                <a:lnTo>
                  <a:pt x="1552575" y="2543175"/>
                </a:lnTo>
                <a:lnTo>
                  <a:pt x="1552575" y="2514600"/>
                </a:lnTo>
                <a:lnTo>
                  <a:pt x="1533525" y="2514600"/>
                </a:lnTo>
                <a:lnTo>
                  <a:pt x="1533525" y="2524125"/>
                </a:lnTo>
                <a:lnTo>
                  <a:pt x="1504950" y="2524125"/>
                </a:lnTo>
                <a:lnTo>
                  <a:pt x="1504950" y="2533650"/>
                </a:lnTo>
                <a:lnTo>
                  <a:pt x="1495425" y="2533650"/>
                </a:lnTo>
                <a:lnTo>
                  <a:pt x="1495425" y="2543175"/>
                </a:lnTo>
                <a:lnTo>
                  <a:pt x="1485900" y="2543175"/>
                </a:lnTo>
                <a:lnTo>
                  <a:pt x="1485900" y="2524125"/>
                </a:lnTo>
                <a:lnTo>
                  <a:pt x="1476375" y="2524125"/>
                </a:lnTo>
                <a:lnTo>
                  <a:pt x="1476375" y="2514600"/>
                </a:lnTo>
                <a:lnTo>
                  <a:pt x="1485900" y="2514600"/>
                </a:lnTo>
                <a:lnTo>
                  <a:pt x="1485900" y="2505075"/>
                </a:lnTo>
                <a:lnTo>
                  <a:pt x="1476375" y="2505075"/>
                </a:lnTo>
                <a:lnTo>
                  <a:pt x="1476375" y="2495550"/>
                </a:lnTo>
                <a:lnTo>
                  <a:pt x="1504950" y="2495550"/>
                </a:lnTo>
                <a:lnTo>
                  <a:pt x="1504950" y="2486025"/>
                </a:lnTo>
                <a:lnTo>
                  <a:pt x="1609725" y="2486025"/>
                </a:lnTo>
                <a:lnTo>
                  <a:pt x="1609725" y="2495550"/>
                </a:lnTo>
                <a:lnTo>
                  <a:pt x="1638300" y="2495550"/>
                </a:lnTo>
                <a:lnTo>
                  <a:pt x="1638300" y="2486025"/>
                </a:lnTo>
                <a:lnTo>
                  <a:pt x="1647825" y="2486025"/>
                </a:lnTo>
                <a:lnTo>
                  <a:pt x="1647825" y="2476500"/>
                </a:lnTo>
                <a:lnTo>
                  <a:pt x="1657350" y="2476500"/>
                </a:lnTo>
                <a:lnTo>
                  <a:pt x="1657350" y="2466975"/>
                </a:lnTo>
                <a:lnTo>
                  <a:pt x="1666875" y="2466975"/>
                </a:lnTo>
                <a:lnTo>
                  <a:pt x="1666875" y="2457450"/>
                </a:lnTo>
                <a:lnTo>
                  <a:pt x="1676400" y="2457450"/>
                </a:lnTo>
                <a:lnTo>
                  <a:pt x="1676400" y="2409825"/>
                </a:lnTo>
                <a:lnTo>
                  <a:pt x="1666875" y="2409825"/>
                </a:lnTo>
                <a:lnTo>
                  <a:pt x="1666875" y="2400300"/>
                </a:lnTo>
                <a:lnTo>
                  <a:pt x="1676400" y="2400300"/>
                </a:lnTo>
                <a:lnTo>
                  <a:pt x="1676400" y="2390775"/>
                </a:lnTo>
                <a:lnTo>
                  <a:pt x="1695450" y="2390775"/>
                </a:lnTo>
                <a:close/>
                <a:moveTo>
                  <a:pt x="1495425" y="2390775"/>
                </a:moveTo>
                <a:lnTo>
                  <a:pt x="1504950" y="2390775"/>
                </a:lnTo>
                <a:lnTo>
                  <a:pt x="1504950" y="2400300"/>
                </a:lnTo>
                <a:lnTo>
                  <a:pt x="1495425" y="2400300"/>
                </a:lnTo>
                <a:close/>
                <a:moveTo>
                  <a:pt x="1209675" y="2400300"/>
                </a:moveTo>
                <a:lnTo>
                  <a:pt x="1219200" y="2400300"/>
                </a:lnTo>
                <a:lnTo>
                  <a:pt x="1219200" y="2419350"/>
                </a:lnTo>
                <a:lnTo>
                  <a:pt x="1209675" y="2419350"/>
                </a:lnTo>
                <a:close/>
                <a:moveTo>
                  <a:pt x="1495425" y="2428875"/>
                </a:moveTo>
                <a:lnTo>
                  <a:pt x="1504950" y="2428875"/>
                </a:lnTo>
                <a:lnTo>
                  <a:pt x="1504950" y="2438400"/>
                </a:lnTo>
                <a:lnTo>
                  <a:pt x="1495425" y="2438400"/>
                </a:lnTo>
                <a:close/>
                <a:moveTo>
                  <a:pt x="1247775" y="2438400"/>
                </a:moveTo>
                <a:lnTo>
                  <a:pt x="1276350" y="2438400"/>
                </a:lnTo>
                <a:lnTo>
                  <a:pt x="1276350" y="2447925"/>
                </a:lnTo>
                <a:lnTo>
                  <a:pt x="1266825" y="2447925"/>
                </a:lnTo>
                <a:lnTo>
                  <a:pt x="1266825" y="2476500"/>
                </a:lnTo>
                <a:lnTo>
                  <a:pt x="1276350" y="2476500"/>
                </a:lnTo>
                <a:lnTo>
                  <a:pt x="1276350" y="2486025"/>
                </a:lnTo>
                <a:lnTo>
                  <a:pt x="1257300" y="2486025"/>
                </a:lnTo>
                <a:lnTo>
                  <a:pt x="1257300" y="2495550"/>
                </a:lnTo>
                <a:lnTo>
                  <a:pt x="1247775" y="2495550"/>
                </a:lnTo>
                <a:lnTo>
                  <a:pt x="1247775" y="2505075"/>
                </a:lnTo>
                <a:lnTo>
                  <a:pt x="1228725" y="2505075"/>
                </a:lnTo>
                <a:lnTo>
                  <a:pt x="1228725" y="2486025"/>
                </a:lnTo>
                <a:lnTo>
                  <a:pt x="1238250" y="2486025"/>
                </a:lnTo>
                <a:lnTo>
                  <a:pt x="1238250" y="2476500"/>
                </a:lnTo>
                <a:lnTo>
                  <a:pt x="1247775" y="2476500"/>
                </a:lnTo>
                <a:close/>
                <a:moveTo>
                  <a:pt x="1362075" y="2438400"/>
                </a:moveTo>
                <a:lnTo>
                  <a:pt x="1371600" y="2438400"/>
                </a:lnTo>
                <a:lnTo>
                  <a:pt x="1371600" y="2447925"/>
                </a:lnTo>
                <a:lnTo>
                  <a:pt x="1362075" y="2447925"/>
                </a:lnTo>
                <a:close/>
                <a:moveTo>
                  <a:pt x="1371600" y="2447925"/>
                </a:moveTo>
                <a:lnTo>
                  <a:pt x="1381125" y="2447925"/>
                </a:lnTo>
                <a:lnTo>
                  <a:pt x="1381125" y="2466975"/>
                </a:lnTo>
                <a:lnTo>
                  <a:pt x="1371600" y="2466975"/>
                </a:lnTo>
                <a:close/>
                <a:moveTo>
                  <a:pt x="1276350" y="2486025"/>
                </a:moveTo>
                <a:lnTo>
                  <a:pt x="1285875" y="2486025"/>
                </a:lnTo>
                <a:lnTo>
                  <a:pt x="1285875" y="2495550"/>
                </a:lnTo>
                <a:lnTo>
                  <a:pt x="1276350" y="2495550"/>
                </a:lnTo>
                <a:close/>
                <a:moveTo>
                  <a:pt x="1438275" y="2486025"/>
                </a:moveTo>
                <a:lnTo>
                  <a:pt x="1447800" y="2486025"/>
                </a:lnTo>
                <a:lnTo>
                  <a:pt x="1447800" y="2495550"/>
                </a:lnTo>
                <a:lnTo>
                  <a:pt x="1457325" y="2495550"/>
                </a:lnTo>
                <a:lnTo>
                  <a:pt x="1457325" y="2505075"/>
                </a:lnTo>
                <a:lnTo>
                  <a:pt x="1447800" y="2505075"/>
                </a:lnTo>
                <a:lnTo>
                  <a:pt x="1447800" y="2514600"/>
                </a:lnTo>
                <a:lnTo>
                  <a:pt x="1428750" y="2514600"/>
                </a:lnTo>
                <a:lnTo>
                  <a:pt x="1428750" y="2505075"/>
                </a:lnTo>
                <a:lnTo>
                  <a:pt x="1438275" y="2505075"/>
                </a:lnTo>
                <a:close/>
                <a:moveTo>
                  <a:pt x="1333500" y="2495550"/>
                </a:moveTo>
                <a:lnTo>
                  <a:pt x="1343025" y="2495550"/>
                </a:lnTo>
                <a:lnTo>
                  <a:pt x="1343025" y="2505075"/>
                </a:lnTo>
                <a:lnTo>
                  <a:pt x="1362075" y="2505075"/>
                </a:lnTo>
                <a:lnTo>
                  <a:pt x="1362075" y="2495550"/>
                </a:lnTo>
                <a:lnTo>
                  <a:pt x="1371600" y="2495550"/>
                </a:lnTo>
                <a:lnTo>
                  <a:pt x="1371600" y="2524125"/>
                </a:lnTo>
                <a:lnTo>
                  <a:pt x="1323975" y="2524125"/>
                </a:lnTo>
                <a:lnTo>
                  <a:pt x="1323975" y="2505075"/>
                </a:lnTo>
                <a:lnTo>
                  <a:pt x="1333500" y="2505075"/>
                </a:lnTo>
                <a:close/>
                <a:moveTo>
                  <a:pt x="1533525" y="2505075"/>
                </a:moveTo>
                <a:lnTo>
                  <a:pt x="1543050" y="2505075"/>
                </a:lnTo>
                <a:lnTo>
                  <a:pt x="1543050" y="2495550"/>
                </a:lnTo>
                <a:lnTo>
                  <a:pt x="1533525" y="2495550"/>
                </a:lnTo>
                <a:close/>
                <a:moveTo>
                  <a:pt x="1266825" y="2514600"/>
                </a:moveTo>
                <a:lnTo>
                  <a:pt x="1276350" y="2514600"/>
                </a:lnTo>
                <a:lnTo>
                  <a:pt x="1276350" y="2524125"/>
                </a:lnTo>
                <a:lnTo>
                  <a:pt x="1266825" y="2524125"/>
                </a:lnTo>
                <a:close/>
                <a:moveTo>
                  <a:pt x="1400175" y="2524125"/>
                </a:moveTo>
                <a:lnTo>
                  <a:pt x="1419225" y="2524125"/>
                </a:lnTo>
                <a:lnTo>
                  <a:pt x="1419225" y="2543175"/>
                </a:lnTo>
                <a:lnTo>
                  <a:pt x="1428750" y="2543175"/>
                </a:lnTo>
                <a:lnTo>
                  <a:pt x="1428750" y="2552700"/>
                </a:lnTo>
                <a:lnTo>
                  <a:pt x="1400175" y="2552700"/>
                </a:lnTo>
                <a:close/>
                <a:moveTo>
                  <a:pt x="1285875" y="2552700"/>
                </a:moveTo>
                <a:lnTo>
                  <a:pt x="1295400" y="2552700"/>
                </a:lnTo>
                <a:lnTo>
                  <a:pt x="1295400" y="2562225"/>
                </a:lnTo>
                <a:lnTo>
                  <a:pt x="1285875" y="2562225"/>
                </a:lnTo>
                <a:close/>
                <a:moveTo>
                  <a:pt x="1676400" y="2581275"/>
                </a:moveTo>
                <a:lnTo>
                  <a:pt x="1685925" y="2581275"/>
                </a:lnTo>
                <a:lnTo>
                  <a:pt x="1685925" y="2590800"/>
                </a:lnTo>
                <a:lnTo>
                  <a:pt x="1676400" y="2590800"/>
                </a:lnTo>
                <a:close/>
                <a:moveTo>
                  <a:pt x="1447800" y="2590800"/>
                </a:moveTo>
                <a:lnTo>
                  <a:pt x="1476375" y="2590800"/>
                </a:lnTo>
                <a:lnTo>
                  <a:pt x="1476375" y="2600325"/>
                </a:lnTo>
                <a:lnTo>
                  <a:pt x="1504950" y="2600325"/>
                </a:lnTo>
                <a:lnTo>
                  <a:pt x="1504950" y="2609850"/>
                </a:lnTo>
                <a:lnTo>
                  <a:pt x="1476375" y="2609850"/>
                </a:lnTo>
                <a:lnTo>
                  <a:pt x="1476375" y="2628900"/>
                </a:lnTo>
                <a:lnTo>
                  <a:pt x="1466850" y="2628900"/>
                </a:lnTo>
                <a:lnTo>
                  <a:pt x="1466850" y="2619375"/>
                </a:lnTo>
                <a:lnTo>
                  <a:pt x="1457325" y="2619375"/>
                </a:lnTo>
                <a:lnTo>
                  <a:pt x="1457325" y="2600325"/>
                </a:lnTo>
                <a:lnTo>
                  <a:pt x="1447800" y="2600325"/>
                </a:lnTo>
                <a:close/>
                <a:moveTo>
                  <a:pt x="1543050" y="2590800"/>
                </a:moveTo>
                <a:lnTo>
                  <a:pt x="1562100" y="2590800"/>
                </a:lnTo>
                <a:lnTo>
                  <a:pt x="1562100" y="2600325"/>
                </a:lnTo>
                <a:lnTo>
                  <a:pt x="1552575" y="2600325"/>
                </a:lnTo>
                <a:lnTo>
                  <a:pt x="1552575" y="2609850"/>
                </a:lnTo>
                <a:lnTo>
                  <a:pt x="1533525" y="2609850"/>
                </a:lnTo>
                <a:lnTo>
                  <a:pt x="1533525" y="2600325"/>
                </a:lnTo>
                <a:lnTo>
                  <a:pt x="1543050" y="2600325"/>
                </a:lnTo>
                <a:close/>
                <a:moveTo>
                  <a:pt x="1657350" y="2590800"/>
                </a:moveTo>
                <a:lnTo>
                  <a:pt x="1666875" y="2590800"/>
                </a:lnTo>
                <a:lnTo>
                  <a:pt x="1666875" y="2600325"/>
                </a:lnTo>
                <a:lnTo>
                  <a:pt x="1657350" y="2600325"/>
                </a:lnTo>
                <a:close/>
                <a:moveTo>
                  <a:pt x="1685925" y="2600325"/>
                </a:moveTo>
                <a:lnTo>
                  <a:pt x="1695450" y="2600325"/>
                </a:lnTo>
                <a:lnTo>
                  <a:pt x="1695450" y="2609850"/>
                </a:lnTo>
                <a:lnTo>
                  <a:pt x="1685925" y="2609850"/>
                </a:lnTo>
                <a:close/>
                <a:moveTo>
                  <a:pt x="1381125" y="2609850"/>
                </a:moveTo>
                <a:lnTo>
                  <a:pt x="1409700" y="2609850"/>
                </a:lnTo>
                <a:lnTo>
                  <a:pt x="1409700" y="2619375"/>
                </a:lnTo>
                <a:lnTo>
                  <a:pt x="1381125" y="2619375"/>
                </a:lnTo>
                <a:close/>
                <a:moveTo>
                  <a:pt x="1704975" y="2647950"/>
                </a:moveTo>
                <a:lnTo>
                  <a:pt x="1714500" y="2647950"/>
                </a:lnTo>
                <a:lnTo>
                  <a:pt x="1714500" y="2657475"/>
                </a:lnTo>
                <a:lnTo>
                  <a:pt x="1724025" y="2657475"/>
                </a:lnTo>
                <a:lnTo>
                  <a:pt x="1724025" y="2667000"/>
                </a:lnTo>
                <a:lnTo>
                  <a:pt x="1704975" y="2667000"/>
                </a:lnTo>
                <a:close/>
                <a:moveTo>
                  <a:pt x="1695450" y="2667000"/>
                </a:moveTo>
                <a:lnTo>
                  <a:pt x="1704975" y="2667000"/>
                </a:lnTo>
                <a:lnTo>
                  <a:pt x="1704975" y="2676525"/>
                </a:lnTo>
                <a:lnTo>
                  <a:pt x="1695450" y="2676525"/>
                </a:lnTo>
                <a:close/>
                <a:moveTo>
                  <a:pt x="542925" y="3048000"/>
                </a:moveTo>
                <a:lnTo>
                  <a:pt x="552450" y="3048000"/>
                </a:lnTo>
                <a:lnTo>
                  <a:pt x="552450" y="3057525"/>
                </a:lnTo>
                <a:lnTo>
                  <a:pt x="542925" y="3057525"/>
                </a:lnTo>
                <a:close/>
                <a:moveTo>
                  <a:pt x="428625" y="3067050"/>
                </a:moveTo>
                <a:lnTo>
                  <a:pt x="438150" y="3067050"/>
                </a:lnTo>
                <a:lnTo>
                  <a:pt x="438150" y="3086100"/>
                </a:lnTo>
                <a:lnTo>
                  <a:pt x="428625" y="3086100"/>
                </a:lnTo>
                <a:close/>
                <a:moveTo>
                  <a:pt x="581025" y="3086100"/>
                </a:moveTo>
                <a:lnTo>
                  <a:pt x="590550" y="3086100"/>
                </a:lnTo>
                <a:lnTo>
                  <a:pt x="590550" y="3095625"/>
                </a:lnTo>
                <a:lnTo>
                  <a:pt x="609600" y="3095625"/>
                </a:lnTo>
                <a:lnTo>
                  <a:pt x="609600" y="3105150"/>
                </a:lnTo>
                <a:lnTo>
                  <a:pt x="600075" y="3105150"/>
                </a:lnTo>
                <a:lnTo>
                  <a:pt x="600075" y="3124200"/>
                </a:lnTo>
                <a:lnTo>
                  <a:pt x="590550" y="3124200"/>
                </a:lnTo>
                <a:lnTo>
                  <a:pt x="590550" y="3143250"/>
                </a:lnTo>
                <a:lnTo>
                  <a:pt x="581025" y="3143250"/>
                </a:lnTo>
                <a:lnTo>
                  <a:pt x="581025" y="3152775"/>
                </a:lnTo>
                <a:lnTo>
                  <a:pt x="571500" y="3152775"/>
                </a:lnTo>
                <a:lnTo>
                  <a:pt x="571500" y="3124200"/>
                </a:lnTo>
                <a:lnTo>
                  <a:pt x="581025" y="3124200"/>
                </a:lnTo>
                <a:close/>
                <a:moveTo>
                  <a:pt x="419100" y="3143250"/>
                </a:moveTo>
                <a:lnTo>
                  <a:pt x="428625" y="3143250"/>
                </a:lnTo>
                <a:lnTo>
                  <a:pt x="428625" y="3162300"/>
                </a:lnTo>
                <a:lnTo>
                  <a:pt x="419100" y="3162300"/>
                </a:lnTo>
                <a:close/>
                <a:moveTo>
                  <a:pt x="438150" y="3143250"/>
                </a:moveTo>
                <a:lnTo>
                  <a:pt x="447675" y="3143250"/>
                </a:lnTo>
                <a:lnTo>
                  <a:pt x="447675" y="3162300"/>
                </a:lnTo>
                <a:lnTo>
                  <a:pt x="438150" y="3162300"/>
                </a:lnTo>
                <a:close/>
                <a:moveTo>
                  <a:pt x="561975" y="3152775"/>
                </a:moveTo>
                <a:lnTo>
                  <a:pt x="571500" y="3152775"/>
                </a:lnTo>
                <a:lnTo>
                  <a:pt x="571500" y="3162300"/>
                </a:lnTo>
                <a:lnTo>
                  <a:pt x="561975" y="3162300"/>
                </a:lnTo>
                <a:close/>
                <a:moveTo>
                  <a:pt x="457200" y="3162300"/>
                </a:moveTo>
                <a:lnTo>
                  <a:pt x="466725" y="3162300"/>
                </a:lnTo>
                <a:lnTo>
                  <a:pt x="466725" y="3190875"/>
                </a:lnTo>
                <a:lnTo>
                  <a:pt x="476250" y="3190875"/>
                </a:lnTo>
                <a:lnTo>
                  <a:pt x="476250" y="3200400"/>
                </a:lnTo>
                <a:lnTo>
                  <a:pt x="466725" y="3200400"/>
                </a:lnTo>
                <a:lnTo>
                  <a:pt x="466725" y="3219450"/>
                </a:lnTo>
                <a:lnTo>
                  <a:pt x="438150" y="3219450"/>
                </a:lnTo>
                <a:lnTo>
                  <a:pt x="438150" y="3209925"/>
                </a:lnTo>
                <a:lnTo>
                  <a:pt x="447675" y="3209925"/>
                </a:lnTo>
                <a:lnTo>
                  <a:pt x="447675" y="3200400"/>
                </a:lnTo>
                <a:lnTo>
                  <a:pt x="438150" y="3200400"/>
                </a:lnTo>
                <a:lnTo>
                  <a:pt x="438150" y="3190875"/>
                </a:lnTo>
                <a:lnTo>
                  <a:pt x="447675" y="3190875"/>
                </a:lnTo>
                <a:lnTo>
                  <a:pt x="447675" y="3181350"/>
                </a:lnTo>
                <a:lnTo>
                  <a:pt x="457200" y="3181350"/>
                </a:lnTo>
                <a:close/>
                <a:moveTo>
                  <a:pt x="581025" y="3171825"/>
                </a:moveTo>
                <a:lnTo>
                  <a:pt x="590550" y="3171825"/>
                </a:lnTo>
                <a:lnTo>
                  <a:pt x="590550" y="3181350"/>
                </a:lnTo>
                <a:lnTo>
                  <a:pt x="581025" y="3181350"/>
                </a:lnTo>
                <a:close/>
                <a:moveTo>
                  <a:pt x="609600" y="3190875"/>
                </a:moveTo>
                <a:lnTo>
                  <a:pt x="619125" y="3190875"/>
                </a:lnTo>
                <a:lnTo>
                  <a:pt x="619125" y="3200400"/>
                </a:lnTo>
                <a:lnTo>
                  <a:pt x="609600" y="3200400"/>
                </a:lnTo>
                <a:close/>
                <a:moveTo>
                  <a:pt x="476250" y="3257550"/>
                </a:moveTo>
                <a:lnTo>
                  <a:pt x="600075" y="3257550"/>
                </a:lnTo>
                <a:lnTo>
                  <a:pt x="600075" y="3267075"/>
                </a:lnTo>
                <a:lnTo>
                  <a:pt x="590550" y="3267075"/>
                </a:lnTo>
                <a:lnTo>
                  <a:pt x="590550" y="3276600"/>
                </a:lnTo>
                <a:lnTo>
                  <a:pt x="600075" y="3276600"/>
                </a:lnTo>
                <a:lnTo>
                  <a:pt x="600075" y="3295650"/>
                </a:lnTo>
                <a:lnTo>
                  <a:pt x="609600" y="3295650"/>
                </a:lnTo>
                <a:lnTo>
                  <a:pt x="609600" y="3324225"/>
                </a:lnTo>
                <a:lnTo>
                  <a:pt x="600075" y="3324225"/>
                </a:lnTo>
                <a:lnTo>
                  <a:pt x="600075" y="3343275"/>
                </a:lnTo>
                <a:lnTo>
                  <a:pt x="609600" y="3343275"/>
                </a:lnTo>
                <a:lnTo>
                  <a:pt x="609600" y="3352800"/>
                </a:lnTo>
                <a:lnTo>
                  <a:pt x="619125" y="3352800"/>
                </a:lnTo>
                <a:lnTo>
                  <a:pt x="619125" y="3381375"/>
                </a:lnTo>
                <a:lnTo>
                  <a:pt x="628650" y="3381375"/>
                </a:lnTo>
                <a:lnTo>
                  <a:pt x="628650" y="3409950"/>
                </a:lnTo>
                <a:lnTo>
                  <a:pt x="638175" y="3409950"/>
                </a:lnTo>
                <a:lnTo>
                  <a:pt x="638175" y="3438525"/>
                </a:lnTo>
                <a:lnTo>
                  <a:pt x="619125" y="3438525"/>
                </a:lnTo>
                <a:lnTo>
                  <a:pt x="619125" y="3448050"/>
                </a:lnTo>
                <a:lnTo>
                  <a:pt x="600075" y="3448050"/>
                </a:lnTo>
                <a:lnTo>
                  <a:pt x="600075" y="3457575"/>
                </a:lnTo>
                <a:lnTo>
                  <a:pt x="571500" y="3457575"/>
                </a:lnTo>
                <a:lnTo>
                  <a:pt x="571500" y="3448050"/>
                </a:lnTo>
                <a:lnTo>
                  <a:pt x="561975" y="3448050"/>
                </a:lnTo>
                <a:lnTo>
                  <a:pt x="561975" y="3438525"/>
                </a:lnTo>
                <a:lnTo>
                  <a:pt x="609600" y="3438525"/>
                </a:lnTo>
                <a:lnTo>
                  <a:pt x="609600" y="3419475"/>
                </a:lnTo>
                <a:lnTo>
                  <a:pt x="619125" y="3419475"/>
                </a:lnTo>
                <a:lnTo>
                  <a:pt x="619125" y="3390900"/>
                </a:lnTo>
                <a:lnTo>
                  <a:pt x="609600" y="3390900"/>
                </a:lnTo>
                <a:lnTo>
                  <a:pt x="609600" y="3371850"/>
                </a:lnTo>
                <a:lnTo>
                  <a:pt x="600075" y="3371850"/>
                </a:lnTo>
                <a:lnTo>
                  <a:pt x="600075" y="3352800"/>
                </a:lnTo>
                <a:lnTo>
                  <a:pt x="590550" y="3352800"/>
                </a:lnTo>
                <a:lnTo>
                  <a:pt x="590550" y="3286125"/>
                </a:lnTo>
                <a:lnTo>
                  <a:pt x="581025" y="3286125"/>
                </a:lnTo>
                <a:lnTo>
                  <a:pt x="581025" y="3276600"/>
                </a:lnTo>
                <a:lnTo>
                  <a:pt x="504825" y="3276600"/>
                </a:lnTo>
                <a:lnTo>
                  <a:pt x="504825" y="3286125"/>
                </a:lnTo>
                <a:lnTo>
                  <a:pt x="466725" y="3286125"/>
                </a:lnTo>
                <a:lnTo>
                  <a:pt x="466725" y="3295650"/>
                </a:lnTo>
                <a:lnTo>
                  <a:pt x="457200" y="3295650"/>
                </a:lnTo>
                <a:lnTo>
                  <a:pt x="457200" y="3324225"/>
                </a:lnTo>
                <a:lnTo>
                  <a:pt x="466725" y="3324225"/>
                </a:lnTo>
                <a:lnTo>
                  <a:pt x="466725" y="3419475"/>
                </a:lnTo>
                <a:lnTo>
                  <a:pt x="457200" y="3419475"/>
                </a:lnTo>
                <a:lnTo>
                  <a:pt x="457200" y="3438525"/>
                </a:lnTo>
                <a:lnTo>
                  <a:pt x="447675" y="3438525"/>
                </a:lnTo>
                <a:lnTo>
                  <a:pt x="447675" y="3362325"/>
                </a:lnTo>
                <a:lnTo>
                  <a:pt x="428625" y="3362325"/>
                </a:lnTo>
                <a:lnTo>
                  <a:pt x="428625" y="3343275"/>
                </a:lnTo>
                <a:lnTo>
                  <a:pt x="438150" y="3343275"/>
                </a:lnTo>
                <a:lnTo>
                  <a:pt x="438150" y="3333750"/>
                </a:lnTo>
                <a:lnTo>
                  <a:pt x="447675" y="3333750"/>
                </a:lnTo>
                <a:lnTo>
                  <a:pt x="447675" y="3286125"/>
                </a:lnTo>
                <a:lnTo>
                  <a:pt x="457200" y="3286125"/>
                </a:lnTo>
                <a:lnTo>
                  <a:pt x="457200" y="3276600"/>
                </a:lnTo>
                <a:lnTo>
                  <a:pt x="466725" y="3276600"/>
                </a:lnTo>
                <a:lnTo>
                  <a:pt x="466725" y="3267075"/>
                </a:lnTo>
                <a:lnTo>
                  <a:pt x="476250" y="3267075"/>
                </a:lnTo>
                <a:close/>
                <a:moveTo>
                  <a:pt x="457200" y="3438525"/>
                </a:moveTo>
                <a:lnTo>
                  <a:pt x="476250" y="3438525"/>
                </a:lnTo>
                <a:lnTo>
                  <a:pt x="476250" y="3457575"/>
                </a:lnTo>
                <a:lnTo>
                  <a:pt x="457200" y="3457575"/>
                </a:lnTo>
                <a:close/>
                <a:moveTo>
                  <a:pt x="523875" y="3438525"/>
                </a:moveTo>
                <a:lnTo>
                  <a:pt x="552450" y="3438525"/>
                </a:lnTo>
                <a:lnTo>
                  <a:pt x="552450" y="3457575"/>
                </a:lnTo>
                <a:lnTo>
                  <a:pt x="504825" y="3457575"/>
                </a:lnTo>
                <a:lnTo>
                  <a:pt x="504825" y="3448050"/>
                </a:lnTo>
                <a:lnTo>
                  <a:pt x="523875" y="3448050"/>
                </a:lnTo>
                <a:close/>
                <a:moveTo>
                  <a:pt x="466725" y="3505200"/>
                </a:moveTo>
                <a:lnTo>
                  <a:pt x="523875" y="3505200"/>
                </a:lnTo>
                <a:lnTo>
                  <a:pt x="523875" y="3514725"/>
                </a:lnTo>
                <a:lnTo>
                  <a:pt x="533400" y="3514725"/>
                </a:lnTo>
                <a:lnTo>
                  <a:pt x="533400" y="3524250"/>
                </a:lnTo>
                <a:lnTo>
                  <a:pt x="514350" y="3524250"/>
                </a:lnTo>
                <a:lnTo>
                  <a:pt x="514350" y="3533775"/>
                </a:lnTo>
                <a:lnTo>
                  <a:pt x="504825" y="3533775"/>
                </a:lnTo>
                <a:lnTo>
                  <a:pt x="504825" y="3552825"/>
                </a:lnTo>
                <a:lnTo>
                  <a:pt x="495300" y="3552825"/>
                </a:lnTo>
                <a:lnTo>
                  <a:pt x="495300" y="3590925"/>
                </a:lnTo>
                <a:lnTo>
                  <a:pt x="504825" y="3590925"/>
                </a:lnTo>
                <a:lnTo>
                  <a:pt x="504825" y="3638550"/>
                </a:lnTo>
                <a:lnTo>
                  <a:pt x="514350" y="3638550"/>
                </a:lnTo>
                <a:lnTo>
                  <a:pt x="514350" y="3676650"/>
                </a:lnTo>
                <a:lnTo>
                  <a:pt x="504825" y="3676650"/>
                </a:lnTo>
                <a:lnTo>
                  <a:pt x="504825" y="3657600"/>
                </a:lnTo>
                <a:lnTo>
                  <a:pt x="495300" y="3657600"/>
                </a:lnTo>
                <a:lnTo>
                  <a:pt x="495300" y="3619500"/>
                </a:lnTo>
                <a:lnTo>
                  <a:pt x="485775" y="3619500"/>
                </a:lnTo>
                <a:lnTo>
                  <a:pt x="485775" y="3581400"/>
                </a:lnTo>
                <a:lnTo>
                  <a:pt x="476250" y="3581400"/>
                </a:lnTo>
                <a:lnTo>
                  <a:pt x="476250" y="3524250"/>
                </a:lnTo>
                <a:lnTo>
                  <a:pt x="485775" y="3524250"/>
                </a:lnTo>
                <a:lnTo>
                  <a:pt x="485775" y="3514725"/>
                </a:lnTo>
                <a:lnTo>
                  <a:pt x="466725" y="3514725"/>
                </a:lnTo>
                <a:close/>
                <a:moveTo>
                  <a:pt x="552450" y="3505200"/>
                </a:moveTo>
                <a:lnTo>
                  <a:pt x="581025" y="3505200"/>
                </a:lnTo>
                <a:lnTo>
                  <a:pt x="581025" y="3514725"/>
                </a:lnTo>
                <a:lnTo>
                  <a:pt x="590550" y="3514725"/>
                </a:lnTo>
                <a:lnTo>
                  <a:pt x="590550" y="3524250"/>
                </a:lnTo>
                <a:lnTo>
                  <a:pt x="600075" y="3524250"/>
                </a:lnTo>
                <a:lnTo>
                  <a:pt x="600075" y="3533775"/>
                </a:lnTo>
                <a:lnTo>
                  <a:pt x="590550" y="3533775"/>
                </a:lnTo>
                <a:lnTo>
                  <a:pt x="590550" y="3562350"/>
                </a:lnTo>
                <a:lnTo>
                  <a:pt x="600075" y="3562350"/>
                </a:lnTo>
                <a:lnTo>
                  <a:pt x="600075" y="3571875"/>
                </a:lnTo>
                <a:lnTo>
                  <a:pt x="609600" y="3571875"/>
                </a:lnTo>
                <a:lnTo>
                  <a:pt x="609600" y="3600450"/>
                </a:lnTo>
                <a:lnTo>
                  <a:pt x="600075" y="3600450"/>
                </a:lnTo>
                <a:lnTo>
                  <a:pt x="600075" y="3629025"/>
                </a:lnTo>
                <a:lnTo>
                  <a:pt x="609600" y="3629025"/>
                </a:lnTo>
                <a:lnTo>
                  <a:pt x="609600" y="3638550"/>
                </a:lnTo>
                <a:lnTo>
                  <a:pt x="619125" y="3638550"/>
                </a:lnTo>
                <a:lnTo>
                  <a:pt x="619125" y="3667125"/>
                </a:lnTo>
                <a:lnTo>
                  <a:pt x="609600" y="3667125"/>
                </a:lnTo>
                <a:lnTo>
                  <a:pt x="609600" y="3657600"/>
                </a:lnTo>
                <a:lnTo>
                  <a:pt x="600075" y="3657600"/>
                </a:lnTo>
                <a:lnTo>
                  <a:pt x="600075" y="3667125"/>
                </a:lnTo>
                <a:lnTo>
                  <a:pt x="590550" y="3667125"/>
                </a:lnTo>
                <a:lnTo>
                  <a:pt x="590550" y="3629025"/>
                </a:lnTo>
                <a:lnTo>
                  <a:pt x="581025" y="3629025"/>
                </a:lnTo>
                <a:lnTo>
                  <a:pt x="581025" y="3562350"/>
                </a:lnTo>
                <a:lnTo>
                  <a:pt x="571500" y="3562350"/>
                </a:lnTo>
                <a:lnTo>
                  <a:pt x="571500" y="3543300"/>
                </a:lnTo>
                <a:lnTo>
                  <a:pt x="561975" y="3543300"/>
                </a:lnTo>
                <a:lnTo>
                  <a:pt x="561975" y="3524250"/>
                </a:lnTo>
                <a:lnTo>
                  <a:pt x="552450" y="3524250"/>
                </a:lnTo>
                <a:close/>
                <a:moveTo>
                  <a:pt x="447675" y="3629025"/>
                </a:moveTo>
                <a:lnTo>
                  <a:pt x="457200" y="3629025"/>
                </a:lnTo>
                <a:lnTo>
                  <a:pt x="457200" y="3657600"/>
                </a:lnTo>
                <a:lnTo>
                  <a:pt x="447675" y="3657600"/>
                </a:lnTo>
                <a:close/>
              </a:path>
            </a:pathLst>
          </a:custGeom>
          <a:solidFill xmlns:a="http://schemas.openxmlformats.org/drawingml/2006/main">
            <a:srgbClr val="FCFDFD"/>
          </a:solidFill>
          <a:ln xmlns:a="http://schemas.openxmlformats.org/drawingml/2006/main" w="0">
            <a:noFill/>
          </a:ln>
        </p:spPr>
      </p:sp>
      <p:sp>
        <p:nvSpPr>
          <p:cNvPr id="9" name="phones vector #f9fdfe">
            <a:extLst xmlns:a="http://schemas.openxmlformats.org/drawingml/2006/main">
              <a:ext uri="{FF2B5EF4-FFF2-40B4-BE49-F238E27FC236}">
                <a16:creationId xmlns:a16="http://schemas.microsoft.com/office/drawing/2014/main" id="{A318F9C9-07CC-4261-94E7-06217BACAE8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48500" y="190500"/>
            <a:ext cx="5905500" cy="6619875"/>
          </a:xfrm>
          <a:custGeom xmlns:a="http://schemas.openxmlformats.org/drawingml/2006/main">
            <a:pathLst>
              <a:path w="3838575" h="4295775">
                <a:moveTo>
                  <a:pt x="800100" y="219075"/>
                </a:moveTo>
                <a:lnTo>
                  <a:pt x="809625" y="219075"/>
                </a:lnTo>
                <a:lnTo>
                  <a:pt x="809625" y="228600"/>
                </a:lnTo>
                <a:lnTo>
                  <a:pt x="800100" y="228600"/>
                </a:lnTo>
                <a:close/>
                <a:moveTo>
                  <a:pt x="714375" y="228600"/>
                </a:moveTo>
                <a:lnTo>
                  <a:pt x="742950" y="228600"/>
                </a:lnTo>
                <a:lnTo>
                  <a:pt x="742950" y="238125"/>
                </a:lnTo>
                <a:lnTo>
                  <a:pt x="714375" y="238125"/>
                </a:lnTo>
                <a:close/>
                <a:moveTo>
                  <a:pt x="1323975" y="238125"/>
                </a:moveTo>
                <a:lnTo>
                  <a:pt x="1343025" y="238125"/>
                </a:lnTo>
                <a:lnTo>
                  <a:pt x="1343025" y="247650"/>
                </a:lnTo>
                <a:lnTo>
                  <a:pt x="1323975" y="247650"/>
                </a:lnTo>
                <a:close/>
                <a:moveTo>
                  <a:pt x="342900" y="257175"/>
                </a:moveTo>
                <a:lnTo>
                  <a:pt x="381000" y="257175"/>
                </a:lnTo>
                <a:lnTo>
                  <a:pt x="381000" y="266700"/>
                </a:lnTo>
                <a:lnTo>
                  <a:pt x="390525" y="266700"/>
                </a:lnTo>
                <a:lnTo>
                  <a:pt x="390525" y="276225"/>
                </a:lnTo>
                <a:lnTo>
                  <a:pt x="342900" y="276225"/>
                </a:lnTo>
                <a:close/>
                <a:moveTo>
                  <a:pt x="400050" y="257175"/>
                </a:moveTo>
                <a:lnTo>
                  <a:pt x="409575" y="257175"/>
                </a:lnTo>
                <a:lnTo>
                  <a:pt x="409575" y="266700"/>
                </a:lnTo>
                <a:lnTo>
                  <a:pt x="400050" y="266700"/>
                </a:lnTo>
                <a:close/>
                <a:moveTo>
                  <a:pt x="1381125" y="257175"/>
                </a:moveTo>
                <a:lnTo>
                  <a:pt x="1390650" y="257175"/>
                </a:lnTo>
                <a:lnTo>
                  <a:pt x="1390650" y="276225"/>
                </a:lnTo>
                <a:lnTo>
                  <a:pt x="1400175" y="276225"/>
                </a:lnTo>
                <a:lnTo>
                  <a:pt x="1400175" y="266700"/>
                </a:lnTo>
                <a:lnTo>
                  <a:pt x="1409700" y="266700"/>
                </a:lnTo>
                <a:lnTo>
                  <a:pt x="1409700" y="276225"/>
                </a:lnTo>
                <a:lnTo>
                  <a:pt x="1400175" y="276225"/>
                </a:lnTo>
                <a:lnTo>
                  <a:pt x="1400175" y="285750"/>
                </a:lnTo>
                <a:lnTo>
                  <a:pt x="1381125" y="285750"/>
                </a:lnTo>
                <a:close/>
                <a:moveTo>
                  <a:pt x="1562100" y="428625"/>
                </a:moveTo>
                <a:lnTo>
                  <a:pt x="1571625" y="428625"/>
                </a:lnTo>
                <a:lnTo>
                  <a:pt x="1571625" y="447675"/>
                </a:lnTo>
                <a:lnTo>
                  <a:pt x="1562100" y="447675"/>
                </a:lnTo>
                <a:close/>
                <a:moveTo>
                  <a:pt x="542925" y="514350"/>
                </a:moveTo>
                <a:lnTo>
                  <a:pt x="552450" y="514350"/>
                </a:lnTo>
                <a:lnTo>
                  <a:pt x="552450" y="533400"/>
                </a:lnTo>
                <a:lnTo>
                  <a:pt x="542925" y="533400"/>
                </a:lnTo>
                <a:close/>
                <a:moveTo>
                  <a:pt x="561975" y="514350"/>
                </a:moveTo>
                <a:lnTo>
                  <a:pt x="571500" y="514350"/>
                </a:lnTo>
                <a:lnTo>
                  <a:pt x="571500" y="533400"/>
                </a:lnTo>
                <a:lnTo>
                  <a:pt x="561975" y="533400"/>
                </a:lnTo>
                <a:close/>
                <a:moveTo>
                  <a:pt x="342900" y="523875"/>
                </a:moveTo>
                <a:lnTo>
                  <a:pt x="352425" y="523875"/>
                </a:lnTo>
                <a:lnTo>
                  <a:pt x="352425" y="533400"/>
                </a:lnTo>
                <a:lnTo>
                  <a:pt x="342900" y="533400"/>
                </a:lnTo>
                <a:close/>
                <a:moveTo>
                  <a:pt x="409575" y="523875"/>
                </a:moveTo>
                <a:lnTo>
                  <a:pt x="428625" y="523875"/>
                </a:lnTo>
                <a:lnTo>
                  <a:pt x="428625" y="542925"/>
                </a:lnTo>
                <a:lnTo>
                  <a:pt x="409575" y="542925"/>
                </a:lnTo>
                <a:close/>
                <a:moveTo>
                  <a:pt x="409575" y="571500"/>
                </a:moveTo>
                <a:lnTo>
                  <a:pt x="428625" y="571500"/>
                </a:lnTo>
                <a:lnTo>
                  <a:pt x="428625" y="581025"/>
                </a:lnTo>
                <a:lnTo>
                  <a:pt x="409575" y="581025"/>
                </a:lnTo>
                <a:close/>
                <a:moveTo>
                  <a:pt x="323850" y="800100"/>
                </a:moveTo>
                <a:lnTo>
                  <a:pt x="333375" y="800100"/>
                </a:lnTo>
                <a:lnTo>
                  <a:pt x="333375" y="809625"/>
                </a:lnTo>
                <a:lnTo>
                  <a:pt x="323850" y="809625"/>
                </a:lnTo>
                <a:close/>
                <a:moveTo>
                  <a:pt x="361950" y="800100"/>
                </a:moveTo>
                <a:lnTo>
                  <a:pt x="390525" y="800100"/>
                </a:lnTo>
                <a:lnTo>
                  <a:pt x="390525" y="809625"/>
                </a:lnTo>
                <a:lnTo>
                  <a:pt x="361950" y="809625"/>
                </a:lnTo>
                <a:close/>
                <a:moveTo>
                  <a:pt x="428625" y="809625"/>
                </a:moveTo>
                <a:lnTo>
                  <a:pt x="457200" y="809625"/>
                </a:lnTo>
                <a:lnTo>
                  <a:pt x="457200" y="819150"/>
                </a:lnTo>
                <a:lnTo>
                  <a:pt x="428625" y="819150"/>
                </a:lnTo>
                <a:close/>
                <a:moveTo>
                  <a:pt x="400050" y="819150"/>
                </a:moveTo>
                <a:lnTo>
                  <a:pt x="409575" y="819150"/>
                </a:lnTo>
                <a:lnTo>
                  <a:pt x="409575" y="828675"/>
                </a:lnTo>
                <a:lnTo>
                  <a:pt x="400050" y="828675"/>
                </a:lnTo>
                <a:close/>
                <a:moveTo>
                  <a:pt x="1028700" y="819150"/>
                </a:moveTo>
                <a:lnTo>
                  <a:pt x="1047750" y="819150"/>
                </a:lnTo>
                <a:lnTo>
                  <a:pt x="1047750" y="838200"/>
                </a:lnTo>
                <a:lnTo>
                  <a:pt x="1028700" y="838200"/>
                </a:lnTo>
                <a:close/>
                <a:moveTo>
                  <a:pt x="533400" y="828675"/>
                </a:moveTo>
                <a:lnTo>
                  <a:pt x="542925" y="828675"/>
                </a:lnTo>
                <a:lnTo>
                  <a:pt x="542925" y="847725"/>
                </a:lnTo>
                <a:lnTo>
                  <a:pt x="533400" y="847725"/>
                </a:lnTo>
                <a:close/>
                <a:moveTo>
                  <a:pt x="247650" y="876300"/>
                </a:moveTo>
                <a:lnTo>
                  <a:pt x="257175" y="876300"/>
                </a:lnTo>
                <a:lnTo>
                  <a:pt x="257175" y="895350"/>
                </a:lnTo>
                <a:lnTo>
                  <a:pt x="247650" y="895350"/>
                </a:lnTo>
                <a:close/>
                <a:moveTo>
                  <a:pt x="1495425" y="895350"/>
                </a:moveTo>
                <a:lnTo>
                  <a:pt x="1600200" y="895350"/>
                </a:lnTo>
                <a:lnTo>
                  <a:pt x="1600200" y="904875"/>
                </a:lnTo>
                <a:lnTo>
                  <a:pt x="1609725" y="904875"/>
                </a:lnTo>
                <a:lnTo>
                  <a:pt x="1609725" y="914400"/>
                </a:lnTo>
                <a:lnTo>
                  <a:pt x="1619250" y="914400"/>
                </a:lnTo>
                <a:lnTo>
                  <a:pt x="1619250" y="923925"/>
                </a:lnTo>
                <a:lnTo>
                  <a:pt x="1628775" y="923925"/>
                </a:lnTo>
                <a:lnTo>
                  <a:pt x="1628775" y="962025"/>
                </a:lnTo>
                <a:lnTo>
                  <a:pt x="1619250" y="962025"/>
                </a:lnTo>
                <a:lnTo>
                  <a:pt x="1619250" y="981075"/>
                </a:lnTo>
                <a:lnTo>
                  <a:pt x="1609725" y="981075"/>
                </a:lnTo>
                <a:lnTo>
                  <a:pt x="1609725" y="1000125"/>
                </a:lnTo>
                <a:lnTo>
                  <a:pt x="1619250" y="1000125"/>
                </a:lnTo>
                <a:lnTo>
                  <a:pt x="1619250" y="981075"/>
                </a:lnTo>
                <a:lnTo>
                  <a:pt x="1628775" y="981075"/>
                </a:lnTo>
                <a:lnTo>
                  <a:pt x="1628775" y="1000125"/>
                </a:lnTo>
                <a:lnTo>
                  <a:pt x="1619250" y="1000125"/>
                </a:lnTo>
                <a:lnTo>
                  <a:pt x="1619250" y="1009650"/>
                </a:lnTo>
                <a:lnTo>
                  <a:pt x="1628775" y="1009650"/>
                </a:lnTo>
                <a:lnTo>
                  <a:pt x="1628775" y="1028700"/>
                </a:lnTo>
                <a:lnTo>
                  <a:pt x="1609725" y="1028700"/>
                </a:lnTo>
                <a:lnTo>
                  <a:pt x="1609725" y="1047750"/>
                </a:lnTo>
                <a:lnTo>
                  <a:pt x="1628775" y="1047750"/>
                </a:lnTo>
                <a:lnTo>
                  <a:pt x="1628775" y="1057275"/>
                </a:lnTo>
                <a:lnTo>
                  <a:pt x="1619250" y="1057275"/>
                </a:lnTo>
                <a:lnTo>
                  <a:pt x="1619250" y="1085850"/>
                </a:lnTo>
                <a:lnTo>
                  <a:pt x="1638300" y="1085850"/>
                </a:lnTo>
                <a:lnTo>
                  <a:pt x="1638300" y="1123950"/>
                </a:lnTo>
                <a:lnTo>
                  <a:pt x="1619250" y="1123950"/>
                </a:lnTo>
                <a:lnTo>
                  <a:pt x="1619250" y="1133475"/>
                </a:lnTo>
                <a:lnTo>
                  <a:pt x="1609725" y="1133475"/>
                </a:lnTo>
                <a:lnTo>
                  <a:pt x="1609725" y="1123950"/>
                </a:lnTo>
                <a:lnTo>
                  <a:pt x="1600200" y="1123950"/>
                </a:lnTo>
                <a:lnTo>
                  <a:pt x="1600200" y="1114425"/>
                </a:lnTo>
                <a:lnTo>
                  <a:pt x="1571625" y="1114425"/>
                </a:lnTo>
                <a:lnTo>
                  <a:pt x="1571625" y="1066800"/>
                </a:lnTo>
                <a:lnTo>
                  <a:pt x="1562100" y="1066800"/>
                </a:lnTo>
                <a:lnTo>
                  <a:pt x="1562100" y="1076325"/>
                </a:lnTo>
                <a:lnTo>
                  <a:pt x="1543050" y="1076325"/>
                </a:lnTo>
                <a:lnTo>
                  <a:pt x="1543050" y="1066800"/>
                </a:lnTo>
                <a:lnTo>
                  <a:pt x="1533525" y="1066800"/>
                </a:lnTo>
                <a:lnTo>
                  <a:pt x="1533525" y="1047750"/>
                </a:lnTo>
                <a:lnTo>
                  <a:pt x="1524000" y="1047750"/>
                </a:lnTo>
                <a:lnTo>
                  <a:pt x="1524000" y="1028700"/>
                </a:lnTo>
                <a:lnTo>
                  <a:pt x="1514475" y="1028700"/>
                </a:lnTo>
                <a:lnTo>
                  <a:pt x="1514475" y="1047750"/>
                </a:lnTo>
                <a:lnTo>
                  <a:pt x="1476375" y="1047750"/>
                </a:lnTo>
                <a:lnTo>
                  <a:pt x="1476375" y="1038225"/>
                </a:lnTo>
                <a:lnTo>
                  <a:pt x="1466850" y="1038225"/>
                </a:lnTo>
                <a:lnTo>
                  <a:pt x="1466850" y="1019175"/>
                </a:lnTo>
                <a:lnTo>
                  <a:pt x="1476375" y="1019175"/>
                </a:lnTo>
                <a:lnTo>
                  <a:pt x="1476375" y="1028700"/>
                </a:lnTo>
                <a:lnTo>
                  <a:pt x="1485900" y="1028700"/>
                </a:lnTo>
                <a:lnTo>
                  <a:pt x="1485900" y="1038225"/>
                </a:lnTo>
                <a:lnTo>
                  <a:pt x="1495425" y="1038225"/>
                </a:lnTo>
                <a:lnTo>
                  <a:pt x="1495425" y="1028700"/>
                </a:lnTo>
                <a:lnTo>
                  <a:pt x="1504950" y="1028700"/>
                </a:lnTo>
                <a:lnTo>
                  <a:pt x="1504950" y="1019175"/>
                </a:lnTo>
                <a:lnTo>
                  <a:pt x="1514475" y="1019175"/>
                </a:lnTo>
                <a:lnTo>
                  <a:pt x="1514475" y="1009650"/>
                </a:lnTo>
                <a:lnTo>
                  <a:pt x="1504950" y="1009650"/>
                </a:lnTo>
                <a:lnTo>
                  <a:pt x="1504950" y="1000125"/>
                </a:lnTo>
                <a:lnTo>
                  <a:pt x="1457325" y="1000125"/>
                </a:lnTo>
                <a:lnTo>
                  <a:pt x="1457325" y="1019175"/>
                </a:lnTo>
                <a:lnTo>
                  <a:pt x="1447800" y="1019175"/>
                </a:lnTo>
                <a:lnTo>
                  <a:pt x="1447800" y="1028700"/>
                </a:lnTo>
                <a:lnTo>
                  <a:pt x="1457325" y="1028700"/>
                </a:lnTo>
                <a:lnTo>
                  <a:pt x="1457325" y="1047750"/>
                </a:lnTo>
                <a:lnTo>
                  <a:pt x="1447800" y="1047750"/>
                </a:lnTo>
                <a:lnTo>
                  <a:pt x="1447800" y="1038225"/>
                </a:lnTo>
                <a:lnTo>
                  <a:pt x="1438275" y="1038225"/>
                </a:lnTo>
                <a:lnTo>
                  <a:pt x="1438275" y="1047750"/>
                </a:lnTo>
                <a:lnTo>
                  <a:pt x="1447800" y="1047750"/>
                </a:lnTo>
                <a:lnTo>
                  <a:pt x="1447800" y="1066800"/>
                </a:lnTo>
                <a:lnTo>
                  <a:pt x="1438275" y="1066800"/>
                </a:lnTo>
                <a:lnTo>
                  <a:pt x="1438275" y="1104900"/>
                </a:lnTo>
                <a:lnTo>
                  <a:pt x="1428750" y="1104900"/>
                </a:lnTo>
                <a:lnTo>
                  <a:pt x="1428750" y="1095375"/>
                </a:lnTo>
                <a:lnTo>
                  <a:pt x="1419225" y="1095375"/>
                </a:lnTo>
                <a:lnTo>
                  <a:pt x="1419225" y="1104900"/>
                </a:lnTo>
                <a:lnTo>
                  <a:pt x="1409700" y="1104900"/>
                </a:lnTo>
                <a:lnTo>
                  <a:pt x="1409700" y="1123950"/>
                </a:lnTo>
                <a:lnTo>
                  <a:pt x="1400175" y="1123950"/>
                </a:lnTo>
                <a:lnTo>
                  <a:pt x="1400175" y="1143000"/>
                </a:lnTo>
                <a:lnTo>
                  <a:pt x="1390650" y="1143000"/>
                </a:lnTo>
                <a:lnTo>
                  <a:pt x="1390650" y="1133475"/>
                </a:lnTo>
                <a:lnTo>
                  <a:pt x="1352550" y="1133475"/>
                </a:lnTo>
                <a:lnTo>
                  <a:pt x="1352550" y="1114425"/>
                </a:lnTo>
                <a:lnTo>
                  <a:pt x="1371600" y="1114425"/>
                </a:lnTo>
                <a:lnTo>
                  <a:pt x="1371600" y="1104900"/>
                </a:lnTo>
                <a:lnTo>
                  <a:pt x="1390650" y="1104900"/>
                </a:lnTo>
                <a:lnTo>
                  <a:pt x="1390650" y="1095375"/>
                </a:lnTo>
                <a:lnTo>
                  <a:pt x="1400175" y="1095375"/>
                </a:lnTo>
                <a:lnTo>
                  <a:pt x="1400175" y="1076325"/>
                </a:lnTo>
                <a:lnTo>
                  <a:pt x="1390650" y="1076325"/>
                </a:lnTo>
                <a:lnTo>
                  <a:pt x="1390650" y="1085850"/>
                </a:lnTo>
                <a:lnTo>
                  <a:pt x="1352550" y="1085850"/>
                </a:lnTo>
                <a:lnTo>
                  <a:pt x="1352550" y="1076325"/>
                </a:lnTo>
                <a:lnTo>
                  <a:pt x="1343025" y="1076325"/>
                </a:lnTo>
                <a:lnTo>
                  <a:pt x="1343025" y="1085850"/>
                </a:lnTo>
                <a:lnTo>
                  <a:pt x="1323975" y="1085850"/>
                </a:lnTo>
                <a:lnTo>
                  <a:pt x="1323975" y="1076325"/>
                </a:lnTo>
                <a:lnTo>
                  <a:pt x="1304925" y="1076325"/>
                </a:lnTo>
                <a:lnTo>
                  <a:pt x="1304925" y="1104900"/>
                </a:lnTo>
                <a:lnTo>
                  <a:pt x="1314450" y="1104900"/>
                </a:lnTo>
                <a:lnTo>
                  <a:pt x="1314450" y="1114425"/>
                </a:lnTo>
                <a:lnTo>
                  <a:pt x="1285875" y="1114425"/>
                </a:lnTo>
                <a:lnTo>
                  <a:pt x="1285875" y="1095375"/>
                </a:lnTo>
                <a:lnTo>
                  <a:pt x="1257300" y="1095375"/>
                </a:lnTo>
                <a:lnTo>
                  <a:pt x="1257300" y="1076325"/>
                </a:lnTo>
                <a:lnTo>
                  <a:pt x="1247775" y="1076325"/>
                </a:lnTo>
                <a:lnTo>
                  <a:pt x="1247775" y="1085850"/>
                </a:lnTo>
                <a:lnTo>
                  <a:pt x="1238250" y="1085850"/>
                </a:lnTo>
                <a:lnTo>
                  <a:pt x="1238250" y="1057275"/>
                </a:lnTo>
                <a:lnTo>
                  <a:pt x="1228725" y="1057275"/>
                </a:lnTo>
                <a:lnTo>
                  <a:pt x="1228725" y="1028700"/>
                </a:lnTo>
                <a:lnTo>
                  <a:pt x="1219200" y="1028700"/>
                </a:lnTo>
                <a:lnTo>
                  <a:pt x="1219200" y="1019175"/>
                </a:lnTo>
                <a:lnTo>
                  <a:pt x="1209675" y="1019175"/>
                </a:lnTo>
                <a:lnTo>
                  <a:pt x="1209675" y="1009650"/>
                </a:lnTo>
                <a:lnTo>
                  <a:pt x="1200150" y="1009650"/>
                </a:lnTo>
                <a:lnTo>
                  <a:pt x="1200150" y="1000125"/>
                </a:lnTo>
                <a:lnTo>
                  <a:pt x="1190625" y="1000125"/>
                </a:lnTo>
                <a:lnTo>
                  <a:pt x="1190625" y="990600"/>
                </a:lnTo>
                <a:lnTo>
                  <a:pt x="1171575" y="990600"/>
                </a:lnTo>
                <a:lnTo>
                  <a:pt x="1171575" y="981075"/>
                </a:lnTo>
                <a:lnTo>
                  <a:pt x="1114425" y="981075"/>
                </a:lnTo>
                <a:lnTo>
                  <a:pt x="1114425" y="990600"/>
                </a:lnTo>
                <a:lnTo>
                  <a:pt x="1095375" y="990600"/>
                </a:lnTo>
                <a:lnTo>
                  <a:pt x="1095375" y="1000125"/>
                </a:lnTo>
                <a:lnTo>
                  <a:pt x="1076325" y="1000125"/>
                </a:lnTo>
                <a:lnTo>
                  <a:pt x="1076325" y="1019175"/>
                </a:lnTo>
                <a:lnTo>
                  <a:pt x="1066800" y="1019175"/>
                </a:lnTo>
                <a:lnTo>
                  <a:pt x="1066800" y="1028700"/>
                </a:lnTo>
                <a:lnTo>
                  <a:pt x="1057275" y="1028700"/>
                </a:lnTo>
                <a:lnTo>
                  <a:pt x="1057275" y="1009650"/>
                </a:lnTo>
                <a:lnTo>
                  <a:pt x="1066800" y="1009650"/>
                </a:lnTo>
                <a:lnTo>
                  <a:pt x="1066800" y="981075"/>
                </a:lnTo>
                <a:lnTo>
                  <a:pt x="1047750" y="981075"/>
                </a:lnTo>
                <a:lnTo>
                  <a:pt x="1047750" y="942975"/>
                </a:lnTo>
                <a:lnTo>
                  <a:pt x="1085850" y="942975"/>
                </a:lnTo>
                <a:lnTo>
                  <a:pt x="1085850" y="933450"/>
                </a:lnTo>
                <a:lnTo>
                  <a:pt x="1181100" y="933450"/>
                </a:lnTo>
                <a:lnTo>
                  <a:pt x="1181100" y="923925"/>
                </a:lnTo>
                <a:lnTo>
                  <a:pt x="1209675" y="923925"/>
                </a:lnTo>
                <a:lnTo>
                  <a:pt x="1209675" y="952500"/>
                </a:lnTo>
                <a:lnTo>
                  <a:pt x="1219200" y="952500"/>
                </a:lnTo>
                <a:lnTo>
                  <a:pt x="1219200" y="942975"/>
                </a:lnTo>
                <a:lnTo>
                  <a:pt x="1228725" y="942975"/>
                </a:lnTo>
                <a:lnTo>
                  <a:pt x="1228725" y="923925"/>
                </a:lnTo>
                <a:lnTo>
                  <a:pt x="1295400" y="923925"/>
                </a:lnTo>
                <a:lnTo>
                  <a:pt x="1295400" y="914400"/>
                </a:lnTo>
                <a:lnTo>
                  <a:pt x="1390650" y="914400"/>
                </a:lnTo>
                <a:lnTo>
                  <a:pt x="1390650" y="904875"/>
                </a:lnTo>
                <a:lnTo>
                  <a:pt x="1447800" y="904875"/>
                </a:lnTo>
                <a:lnTo>
                  <a:pt x="1447800" y="923925"/>
                </a:lnTo>
                <a:lnTo>
                  <a:pt x="1457325" y="923925"/>
                </a:lnTo>
                <a:lnTo>
                  <a:pt x="1457325" y="904875"/>
                </a:lnTo>
                <a:lnTo>
                  <a:pt x="1495425" y="904875"/>
                </a:lnTo>
                <a:close/>
                <a:moveTo>
                  <a:pt x="1019175" y="942975"/>
                </a:moveTo>
                <a:lnTo>
                  <a:pt x="1028700" y="942975"/>
                </a:lnTo>
                <a:lnTo>
                  <a:pt x="1028700" y="952500"/>
                </a:lnTo>
                <a:lnTo>
                  <a:pt x="1019175" y="952500"/>
                </a:lnTo>
                <a:close/>
                <a:moveTo>
                  <a:pt x="1400175" y="942975"/>
                </a:moveTo>
                <a:lnTo>
                  <a:pt x="1409700" y="942975"/>
                </a:lnTo>
                <a:lnTo>
                  <a:pt x="1409700" y="933450"/>
                </a:lnTo>
                <a:lnTo>
                  <a:pt x="1390650" y="933450"/>
                </a:lnTo>
                <a:lnTo>
                  <a:pt x="1390650" y="942975"/>
                </a:lnTo>
                <a:lnTo>
                  <a:pt x="1371600" y="942975"/>
                </a:lnTo>
                <a:lnTo>
                  <a:pt x="1371600" y="952500"/>
                </a:lnTo>
                <a:lnTo>
                  <a:pt x="1362075" y="952500"/>
                </a:lnTo>
                <a:lnTo>
                  <a:pt x="1362075" y="981075"/>
                </a:lnTo>
                <a:lnTo>
                  <a:pt x="1371600" y="981075"/>
                </a:lnTo>
                <a:lnTo>
                  <a:pt x="1371600" y="962025"/>
                </a:lnTo>
                <a:lnTo>
                  <a:pt x="1381125" y="962025"/>
                </a:lnTo>
                <a:lnTo>
                  <a:pt x="1381125" y="990600"/>
                </a:lnTo>
                <a:lnTo>
                  <a:pt x="1390650" y="990600"/>
                </a:lnTo>
                <a:lnTo>
                  <a:pt x="1390650" y="981075"/>
                </a:lnTo>
                <a:lnTo>
                  <a:pt x="1409700" y="981075"/>
                </a:lnTo>
                <a:lnTo>
                  <a:pt x="1409700" y="952500"/>
                </a:lnTo>
                <a:lnTo>
                  <a:pt x="1400175" y="952500"/>
                </a:lnTo>
                <a:close/>
                <a:moveTo>
                  <a:pt x="1000125" y="952500"/>
                </a:moveTo>
                <a:lnTo>
                  <a:pt x="1019175" y="952500"/>
                </a:lnTo>
                <a:lnTo>
                  <a:pt x="1019175" y="981075"/>
                </a:lnTo>
                <a:lnTo>
                  <a:pt x="1009650" y="981075"/>
                </a:lnTo>
                <a:lnTo>
                  <a:pt x="1009650" y="1000125"/>
                </a:lnTo>
                <a:lnTo>
                  <a:pt x="1000125" y="1000125"/>
                </a:lnTo>
                <a:lnTo>
                  <a:pt x="1000125" y="981075"/>
                </a:lnTo>
                <a:lnTo>
                  <a:pt x="990600" y="981075"/>
                </a:lnTo>
                <a:lnTo>
                  <a:pt x="990600" y="1000125"/>
                </a:lnTo>
                <a:lnTo>
                  <a:pt x="981075" y="1000125"/>
                </a:lnTo>
                <a:lnTo>
                  <a:pt x="981075" y="971550"/>
                </a:lnTo>
                <a:lnTo>
                  <a:pt x="990600" y="971550"/>
                </a:lnTo>
                <a:lnTo>
                  <a:pt x="990600" y="962025"/>
                </a:lnTo>
                <a:lnTo>
                  <a:pt x="1000125" y="962025"/>
                </a:lnTo>
                <a:close/>
                <a:moveTo>
                  <a:pt x="1171575" y="952500"/>
                </a:moveTo>
                <a:lnTo>
                  <a:pt x="1181100" y="952500"/>
                </a:lnTo>
                <a:lnTo>
                  <a:pt x="1181100" y="942975"/>
                </a:lnTo>
                <a:lnTo>
                  <a:pt x="1162050" y="942975"/>
                </a:lnTo>
                <a:lnTo>
                  <a:pt x="1162050" y="971550"/>
                </a:lnTo>
                <a:lnTo>
                  <a:pt x="1171575" y="971550"/>
                </a:lnTo>
                <a:close/>
                <a:moveTo>
                  <a:pt x="1295400" y="952500"/>
                </a:moveTo>
                <a:lnTo>
                  <a:pt x="1314450" y="952500"/>
                </a:lnTo>
                <a:lnTo>
                  <a:pt x="1314450" y="962025"/>
                </a:lnTo>
                <a:lnTo>
                  <a:pt x="1323975" y="962025"/>
                </a:lnTo>
                <a:lnTo>
                  <a:pt x="1323975" y="990600"/>
                </a:lnTo>
                <a:lnTo>
                  <a:pt x="1333500" y="990600"/>
                </a:lnTo>
                <a:lnTo>
                  <a:pt x="1333500" y="1000125"/>
                </a:lnTo>
                <a:lnTo>
                  <a:pt x="1343025" y="1000125"/>
                </a:lnTo>
                <a:lnTo>
                  <a:pt x="1343025" y="990600"/>
                </a:lnTo>
                <a:lnTo>
                  <a:pt x="1352550" y="990600"/>
                </a:lnTo>
                <a:lnTo>
                  <a:pt x="1352550" y="942975"/>
                </a:lnTo>
                <a:lnTo>
                  <a:pt x="1343025" y="942975"/>
                </a:lnTo>
                <a:lnTo>
                  <a:pt x="1343025" y="933450"/>
                </a:lnTo>
                <a:lnTo>
                  <a:pt x="1333500" y="933450"/>
                </a:lnTo>
                <a:lnTo>
                  <a:pt x="1333500" y="952500"/>
                </a:lnTo>
                <a:lnTo>
                  <a:pt x="1323975" y="952500"/>
                </a:lnTo>
                <a:lnTo>
                  <a:pt x="1323975" y="933450"/>
                </a:lnTo>
                <a:lnTo>
                  <a:pt x="1295400" y="933450"/>
                </a:lnTo>
                <a:close/>
                <a:moveTo>
                  <a:pt x="1466850" y="952500"/>
                </a:moveTo>
                <a:lnTo>
                  <a:pt x="1485900" y="952500"/>
                </a:lnTo>
                <a:lnTo>
                  <a:pt x="1485900" y="962025"/>
                </a:lnTo>
                <a:lnTo>
                  <a:pt x="1524000" y="962025"/>
                </a:lnTo>
                <a:lnTo>
                  <a:pt x="1524000" y="952500"/>
                </a:lnTo>
                <a:lnTo>
                  <a:pt x="1533525" y="952500"/>
                </a:lnTo>
                <a:lnTo>
                  <a:pt x="1533525" y="942975"/>
                </a:lnTo>
                <a:lnTo>
                  <a:pt x="1524000" y="942975"/>
                </a:lnTo>
                <a:lnTo>
                  <a:pt x="1524000" y="933450"/>
                </a:lnTo>
                <a:lnTo>
                  <a:pt x="1504950" y="933450"/>
                </a:lnTo>
                <a:lnTo>
                  <a:pt x="1504950" y="942975"/>
                </a:lnTo>
                <a:lnTo>
                  <a:pt x="1466850" y="942975"/>
                </a:lnTo>
                <a:close/>
                <a:moveTo>
                  <a:pt x="771525" y="962025"/>
                </a:moveTo>
                <a:lnTo>
                  <a:pt x="790575" y="962025"/>
                </a:lnTo>
                <a:lnTo>
                  <a:pt x="790575" y="981075"/>
                </a:lnTo>
                <a:lnTo>
                  <a:pt x="771525" y="981075"/>
                </a:lnTo>
                <a:close/>
                <a:moveTo>
                  <a:pt x="800100" y="962025"/>
                </a:moveTo>
                <a:lnTo>
                  <a:pt x="876300" y="962025"/>
                </a:lnTo>
                <a:lnTo>
                  <a:pt x="876300" y="971550"/>
                </a:lnTo>
                <a:lnTo>
                  <a:pt x="885825" y="971550"/>
                </a:lnTo>
                <a:lnTo>
                  <a:pt x="885825" y="981075"/>
                </a:lnTo>
                <a:lnTo>
                  <a:pt x="876300" y="981075"/>
                </a:lnTo>
                <a:lnTo>
                  <a:pt x="876300" y="1009650"/>
                </a:lnTo>
                <a:lnTo>
                  <a:pt x="866775" y="1009650"/>
                </a:lnTo>
                <a:lnTo>
                  <a:pt x="866775" y="1028700"/>
                </a:lnTo>
                <a:lnTo>
                  <a:pt x="876300" y="1028700"/>
                </a:lnTo>
                <a:lnTo>
                  <a:pt x="876300" y="1019175"/>
                </a:lnTo>
                <a:lnTo>
                  <a:pt x="904875" y="1019175"/>
                </a:lnTo>
                <a:lnTo>
                  <a:pt x="904875" y="1000125"/>
                </a:lnTo>
                <a:lnTo>
                  <a:pt x="914400" y="1000125"/>
                </a:lnTo>
                <a:lnTo>
                  <a:pt x="914400" y="1066800"/>
                </a:lnTo>
                <a:lnTo>
                  <a:pt x="904875" y="1066800"/>
                </a:lnTo>
                <a:lnTo>
                  <a:pt x="904875" y="1076325"/>
                </a:lnTo>
                <a:lnTo>
                  <a:pt x="895350" y="1076325"/>
                </a:lnTo>
                <a:lnTo>
                  <a:pt x="895350" y="1095375"/>
                </a:lnTo>
                <a:lnTo>
                  <a:pt x="866775" y="1095375"/>
                </a:lnTo>
                <a:lnTo>
                  <a:pt x="866775" y="1085850"/>
                </a:lnTo>
                <a:lnTo>
                  <a:pt x="857250" y="1085850"/>
                </a:lnTo>
                <a:lnTo>
                  <a:pt x="857250" y="1066800"/>
                </a:lnTo>
                <a:lnTo>
                  <a:pt x="847725" y="1066800"/>
                </a:lnTo>
                <a:lnTo>
                  <a:pt x="847725" y="1047750"/>
                </a:lnTo>
                <a:lnTo>
                  <a:pt x="838200" y="1047750"/>
                </a:lnTo>
                <a:lnTo>
                  <a:pt x="838200" y="1038225"/>
                </a:lnTo>
                <a:lnTo>
                  <a:pt x="828675" y="1038225"/>
                </a:lnTo>
                <a:lnTo>
                  <a:pt x="828675" y="1028700"/>
                </a:lnTo>
                <a:lnTo>
                  <a:pt x="800100" y="1028700"/>
                </a:lnTo>
                <a:lnTo>
                  <a:pt x="800100" y="1038225"/>
                </a:lnTo>
                <a:lnTo>
                  <a:pt x="809625" y="1038225"/>
                </a:lnTo>
                <a:lnTo>
                  <a:pt x="809625" y="1057275"/>
                </a:lnTo>
                <a:lnTo>
                  <a:pt x="819150" y="1057275"/>
                </a:lnTo>
                <a:lnTo>
                  <a:pt x="819150" y="1066800"/>
                </a:lnTo>
                <a:lnTo>
                  <a:pt x="828675" y="1066800"/>
                </a:lnTo>
                <a:lnTo>
                  <a:pt x="828675" y="1076325"/>
                </a:lnTo>
                <a:lnTo>
                  <a:pt x="847725" y="1076325"/>
                </a:lnTo>
                <a:lnTo>
                  <a:pt x="847725" y="1095375"/>
                </a:lnTo>
                <a:lnTo>
                  <a:pt x="857250" y="1095375"/>
                </a:lnTo>
                <a:lnTo>
                  <a:pt x="857250" y="1104900"/>
                </a:lnTo>
                <a:lnTo>
                  <a:pt x="838200" y="1104900"/>
                </a:lnTo>
                <a:lnTo>
                  <a:pt x="838200" y="1095375"/>
                </a:lnTo>
                <a:lnTo>
                  <a:pt x="819150" y="1095375"/>
                </a:lnTo>
                <a:lnTo>
                  <a:pt x="819150" y="1085850"/>
                </a:lnTo>
                <a:lnTo>
                  <a:pt x="781050" y="1085850"/>
                </a:lnTo>
                <a:lnTo>
                  <a:pt x="781050" y="1095375"/>
                </a:lnTo>
                <a:lnTo>
                  <a:pt x="771525" y="1095375"/>
                </a:lnTo>
                <a:lnTo>
                  <a:pt x="771525" y="1085850"/>
                </a:lnTo>
                <a:lnTo>
                  <a:pt x="762000" y="1085850"/>
                </a:lnTo>
                <a:lnTo>
                  <a:pt x="762000" y="1076325"/>
                </a:lnTo>
                <a:lnTo>
                  <a:pt x="771525" y="1076325"/>
                </a:lnTo>
                <a:lnTo>
                  <a:pt x="771525" y="1066800"/>
                </a:lnTo>
                <a:lnTo>
                  <a:pt x="781050" y="1066800"/>
                </a:lnTo>
                <a:lnTo>
                  <a:pt x="781050" y="1028700"/>
                </a:lnTo>
                <a:lnTo>
                  <a:pt x="752475" y="1028700"/>
                </a:lnTo>
                <a:lnTo>
                  <a:pt x="752475" y="1038225"/>
                </a:lnTo>
                <a:lnTo>
                  <a:pt x="742950" y="1038225"/>
                </a:lnTo>
                <a:lnTo>
                  <a:pt x="742950" y="1019175"/>
                </a:lnTo>
                <a:lnTo>
                  <a:pt x="752475" y="1019175"/>
                </a:lnTo>
                <a:lnTo>
                  <a:pt x="752475" y="1000125"/>
                </a:lnTo>
                <a:lnTo>
                  <a:pt x="762000" y="1000125"/>
                </a:lnTo>
                <a:lnTo>
                  <a:pt x="762000" y="990600"/>
                </a:lnTo>
                <a:lnTo>
                  <a:pt x="771525" y="990600"/>
                </a:lnTo>
                <a:lnTo>
                  <a:pt x="771525" y="1009650"/>
                </a:lnTo>
                <a:lnTo>
                  <a:pt x="790575" y="1009650"/>
                </a:lnTo>
                <a:lnTo>
                  <a:pt x="790575" y="1000125"/>
                </a:lnTo>
                <a:lnTo>
                  <a:pt x="781050" y="1000125"/>
                </a:lnTo>
                <a:lnTo>
                  <a:pt x="781050" y="990600"/>
                </a:lnTo>
                <a:lnTo>
                  <a:pt x="800100" y="990600"/>
                </a:lnTo>
                <a:lnTo>
                  <a:pt x="800100" y="1000125"/>
                </a:lnTo>
                <a:lnTo>
                  <a:pt x="819150" y="1000125"/>
                </a:lnTo>
                <a:lnTo>
                  <a:pt x="819150" y="1019175"/>
                </a:lnTo>
                <a:lnTo>
                  <a:pt x="828675" y="1019175"/>
                </a:lnTo>
                <a:lnTo>
                  <a:pt x="828675" y="1009650"/>
                </a:lnTo>
                <a:lnTo>
                  <a:pt x="838200" y="1009650"/>
                </a:lnTo>
                <a:lnTo>
                  <a:pt x="838200" y="990600"/>
                </a:lnTo>
                <a:lnTo>
                  <a:pt x="828675" y="990600"/>
                </a:lnTo>
                <a:lnTo>
                  <a:pt x="828675" y="981075"/>
                </a:lnTo>
                <a:lnTo>
                  <a:pt x="819150" y="981075"/>
                </a:lnTo>
                <a:lnTo>
                  <a:pt x="819150" y="971550"/>
                </a:lnTo>
                <a:lnTo>
                  <a:pt x="800100" y="971550"/>
                </a:lnTo>
                <a:close/>
                <a:moveTo>
                  <a:pt x="1438275" y="962025"/>
                </a:moveTo>
                <a:lnTo>
                  <a:pt x="1457325" y="962025"/>
                </a:lnTo>
                <a:lnTo>
                  <a:pt x="1457325" y="952500"/>
                </a:lnTo>
                <a:lnTo>
                  <a:pt x="1447800" y="952500"/>
                </a:lnTo>
                <a:lnTo>
                  <a:pt x="1447800" y="933450"/>
                </a:lnTo>
                <a:lnTo>
                  <a:pt x="1438275" y="933450"/>
                </a:lnTo>
                <a:close/>
                <a:moveTo>
                  <a:pt x="685800" y="971550"/>
                </a:moveTo>
                <a:lnTo>
                  <a:pt x="752475" y="971550"/>
                </a:lnTo>
                <a:lnTo>
                  <a:pt x="752475" y="981075"/>
                </a:lnTo>
                <a:lnTo>
                  <a:pt x="742950" y="981075"/>
                </a:lnTo>
                <a:lnTo>
                  <a:pt x="742950" y="1000125"/>
                </a:lnTo>
                <a:lnTo>
                  <a:pt x="733425" y="1000125"/>
                </a:lnTo>
                <a:lnTo>
                  <a:pt x="733425" y="1019175"/>
                </a:lnTo>
                <a:lnTo>
                  <a:pt x="704850" y="1019175"/>
                </a:lnTo>
                <a:lnTo>
                  <a:pt x="704850" y="1009650"/>
                </a:lnTo>
                <a:lnTo>
                  <a:pt x="695325" y="1009650"/>
                </a:lnTo>
                <a:lnTo>
                  <a:pt x="695325" y="1038225"/>
                </a:lnTo>
                <a:lnTo>
                  <a:pt x="704850" y="1038225"/>
                </a:lnTo>
                <a:lnTo>
                  <a:pt x="704850" y="1047750"/>
                </a:lnTo>
                <a:lnTo>
                  <a:pt x="685800" y="1047750"/>
                </a:lnTo>
                <a:lnTo>
                  <a:pt x="685800" y="1038225"/>
                </a:lnTo>
                <a:lnTo>
                  <a:pt x="676275" y="1038225"/>
                </a:lnTo>
                <a:lnTo>
                  <a:pt x="676275" y="1028700"/>
                </a:lnTo>
                <a:lnTo>
                  <a:pt x="685800" y="1028700"/>
                </a:lnTo>
                <a:lnTo>
                  <a:pt x="685800" y="990600"/>
                </a:lnTo>
                <a:lnTo>
                  <a:pt x="676275" y="990600"/>
                </a:lnTo>
                <a:lnTo>
                  <a:pt x="676275" y="1000125"/>
                </a:lnTo>
                <a:lnTo>
                  <a:pt x="666750" y="1000125"/>
                </a:lnTo>
                <a:lnTo>
                  <a:pt x="666750" y="1009650"/>
                </a:lnTo>
                <a:lnTo>
                  <a:pt x="657225" y="1009650"/>
                </a:lnTo>
                <a:lnTo>
                  <a:pt x="657225" y="1000125"/>
                </a:lnTo>
                <a:lnTo>
                  <a:pt x="647700" y="1000125"/>
                </a:lnTo>
                <a:lnTo>
                  <a:pt x="647700" y="990600"/>
                </a:lnTo>
                <a:lnTo>
                  <a:pt x="657225" y="990600"/>
                </a:lnTo>
                <a:lnTo>
                  <a:pt x="657225" y="981075"/>
                </a:lnTo>
                <a:lnTo>
                  <a:pt x="685800" y="981075"/>
                </a:lnTo>
                <a:close/>
                <a:moveTo>
                  <a:pt x="1457325" y="971550"/>
                </a:moveTo>
                <a:lnTo>
                  <a:pt x="1466850" y="971550"/>
                </a:lnTo>
                <a:lnTo>
                  <a:pt x="1466850" y="962025"/>
                </a:lnTo>
                <a:lnTo>
                  <a:pt x="1457325" y="962025"/>
                </a:lnTo>
                <a:close/>
                <a:moveTo>
                  <a:pt x="581025" y="981075"/>
                </a:moveTo>
                <a:lnTo>
                  <a:pt x="600075" y="981075"/>
                </a:lnTo>
                <a:lnTo>
                  <a:pt x="600075" y="990600"/>
                </a:lnTo>
                <a:lnTo>
                  <a:pt x="609600" y="990600"/>
                </a:lnTo>
                <a:lnTo>
                  <a:pt x="609600" y="1000125"/>
                </a:lnTo>
                <a:lnTo>
                  <a:pt x="590550" y="1000125"/>
                </a:lnTo>
                <a:lnTo>
                  <a:pt x="590550" y="990600"/>
                </a:lnTo>
                <a:lnTo>
                  <a:pt x="581025" y="990600"/>
                </a:lnTo>
                <a:close/>
                <a:moveTo>
                  <a:pt x="1028700" y="981075"/>
                </a:moveTo>
                <a:lnTo>
                  <a:pt x="1038225" y="981075"/>
                </a:lnTo>
                <a:lnTo>
                  <a:pt x="1038225" y="1000125"/>
                </a:lnTo>
                <a:lnTo>
                  <a:pt x="1028700" y="1000125"/>
                </a:lnTo>
                <a:close/>
                <a:moveTo>
                  <a:pt x="1085850" y="981075"/>
                </a:moveTo>
                <a:lnTo>
                  <a:pt x="1095375" y="981075"/>
                </a:lnTo>
                <a:lnTo>
                  <a:pt x="1095375" y="971550"/>
                </a:lnTo>
                <a:lnTo>
                  <a:pt x="1085850" y="971550"/>
                </a:lnTo>
                <a:close/>
                <a:moveTo>
                  <a:pt x="457200" y="990600"/>
                </a:moveTo>
                <a:lnTo>
                  <a:pt x="495300" y="990600"/>
                </a:lnTo>
                <a:lnTo>
                  <a:pt x="495300" y="1000125"/>
                </a:lnTo>
                <a:lnTo>
                  <a:pt x="466725" y="1000125"/>
                </a:lnTo>
                <a:lnTo>
                  <a:pt x="466725" y="1009650"/>
                </a:lnTo>
                <a:lnTo>
                  <a:pt x="438150" y="1009650"/>
                </a:lnTo>
                <a:lnTo>
                  <a:pt x="438150" y="1000125"/>
                </a:lnTo>
                <a:lnTo>
                  <a:pt x="457200" y="1000125"/>
                </a:lnTo>
                <a:close/>
                <a:moveTo>
                  <a:pt x="542925" y="990600"/>
                </a:moveTo>
                <a:lnTo>
                  <a:pt x="581025" y="990600"/>
                </a:lnTo>
                <a:lnTo>
                  <a:pt x="581025" y="1009650"/>
                </a:lnTo>
                <a:lnTo>
                  <a:pt x="571500" y="1009650"/>
                </a:lnTo>
                <a:lnTo>
                  <a:pt x="571500" y="1019175"/>
                </a:lnTo>
                <a:lnTo>
                  <a:pt x="552450" y="1019175"/>
                </a:lnTo>
                <a:lnTo>
                  <a:pt x="552450" y="1028700"/>
                </a:lnTo>
                <a:lnTo>
                  <a:pt x="542925" y="1028700"/>
                </a:lnTo>
                <a:close/>
                <a:moveTo>
                  <a:pt x="352425" y="1000125"/>
                </a:moveTo>
                <a:lnTo>
                  <a:pt x="390525" y="1000125"/>
                </a:lnTo>
                <a:lnTo>
                  <a:pt x="390525" y="1009650"/>
                </a:lnTo>
                <a:lnTo>
                  <a:pt x="352425" y="1009650"/>
                </a:lnTo>
                <a:close/>
                <a:moveTo>
                  <a:pt x="990600" y="1000125"/>
                </a:moveTo>
                <a:lnTo>
                  <a:pt x="1000125" y="1000125"/>
                </a:lnTo>
                <a:lnTo>
                  <a:pt x="1000125" y="1009650"/>
                </a:lnTo>
                <a:lnTo>
                  <a:pt x="990600" y="1009650"/>
                </a:lnTo>
                <a:close/>
                <a:moveTo>
                  <a:pt x="1438275" y="1000125"/>
                </a:moveTo>
                <a:lnTo>
                  <a:pt x="1447800" y="1000125"/>
                </a:lnTo>
                <a:lnTo>
                  <a:pt x="1447800" y="981075"/>
                </a:lnTo>
                <a:lnTo>
                  <a:pt x="1438275" y="981075"/>
                </a:lnTo>
                <a:close/>
                <a:moveTo>
                  <a:pt x="1314450" y="1009650"/>
                </a:moveTo>
                <a:lnTo>
                  <a:pt x="1295400" y="1009650"/>
                </a:lnTo>
                <a:lnTo>
                  <a:pt x="1295400" y="1019175"/>
                </a:lnTo>
                <a:lnTo>
                  <a:pt x="1285875" y="1019175"/>
                </a:lnTo>
                <a:lnTo>
                  <a:pt x="1285875" y="1038225"/>
                </a:lnTo>
                <a:lnTo>
                  <a:pt x="1304925" y="1038225"/>
                </a:lnTo>
                <a:lnTo>
                  <a:pt x="1304925" y="1028700"/>
                </a:lnTo>
                <a:lnTo>
                  <a:pt x="1314450" y="1028700"/>
                </a:lnTo>
                <a:close/>
                <a:moveTo>
                  <a:pt x="1314450" y="1009650"/>
                </a:moveTo>
                <a:lnTo>
                  <a:pt x="1323975" y="1009650"/>
                </a:lnTo>
                <a:lnTo>
                  <a:pt x="1323975" y="1000125"/>
                </a:lnTo>
                <a:lnTo>
                  <a:pt x="1314450" y="1000125"/>
                </a:lnTo>
                <a:close/>
                <a:moveTo>
                  <a:pt x="304800" y="1019175"/>
                </a:moveTo>
                <a:lnTo>
                  <a:pt x="314325" y="1019175"/>
                </a:lnTo>
                <a:lnTo>
                  <a:pt x="314325" y="1028700"/>
                </a:lnTo>
                <a:lnTo>
                  <a:pt x="304800" y="1028700"/>
                </a:lnTo>
                <a:close/>
                <a:moveTo>
                  <a:pt x="504825" y="1019175"/>
                </a:moveTo>
                <a:lnTo>
                  <a:pt x="514350" y="1019175"/>
                </a:lnTo>
                <a:lnTo>
                  <a:pt x="514350" y="1028700"/>
                </a:lnTo>
                <a:lnTo>
                  <a:pt x="504825" y="1028700"/>
                </a:lnTo>
                <a:close/>
                <a:moveTo>
                  <a:pt x="1533525" y="1019175"/>
                </a:moveTo>
                <a:lnTo>
                  <a:pt x="1543050" y="1019175"/>
                </a:lnTo>
                <a:lnTo>
                  <a:pt x="1543050" y="1009650"/>
                </a:lnTo>
                <a:lnTo>
                  <a:pt x="1533525" y="1009650"/>
                </a:lnTo>
                <a:close/>
                <a:moveTo>
                  <a:pt x="1562100" y="1019175"/>
                </a:moveTo>
                <a:lnTo>
                  <a:pt x="1581150" y="1019175"/>
                </a:lnTo>
                <a:lnTo>
                  <a:pt x="1581150" y="1009650"/>
                </a:lnTo>
                <a:lnTo>
                  <a:pt x="1562100" y="1009650"/>
                </a:lnTo>
                <a:close/>
                <a:moveTo>
                  <a:pt x="314325" y="1028700"/>
                </a:moveTo>
                <a:lnTo>
                  <a:pt x="323850" y="1028700"/>
                </a:lnTo>
                <a:lnTo>
                  <a:pt x="323850" y="1047750"/>
                </a:lnTo>
                <a:lnTo>
                  <a:pt x="304800" y="1047750"/>
                </a:lnTo>
                <a:lnTo>
                  <a:pt x="304800" y="1057275"/>
                </a:lnTo>
                <a:lnTo>
                  <a:pt x="295275" y="1057275"/>
                </a:lnTo>
                <a:lnTo>
                  <a:pt x="295275" y="1038225"/>
                </a:lnTo>
                <a:lnTo>
                  <a:pt x="314325" y="1038225"/>
                </a:lnTo>
                <a:close/>
                <a:moveTo>
                  <a:pt x="552450" y="1028700"/>
                </a:moveTo>
                <a:lnTo>
                  <a:pt x="571500" y="1028700"/>
                </a:lnTo>
                <a:lnTo>
                  <a:pt x="571500" y="1038225"/>
                </a:lnTo>
                <a:lnTo>
                  <a:pt x="552450" y="1038225"/>
                </a:lnTo>
                <a:close/>
                <a:moveTo>
                  <a:pt x="1047750" y="1028700"/>
                </a:moveTo>
                <a:lnTo>
                  <a:pt x="1057275" y="1028700"/>
                </a:lnTo>
                <a:lnTo>
                  <a:pt x="1057275" y="1038225"/>
                </a:lnTo>
                <a:lnTo>
                  <a:pt x="1047750" y="1038225"/>
                </a:lnTo>
                <a:close/>
                <a:moveTo>
                  <a:pt x="1390650" y="1028700"/>
                </a:moveTo>
                <a:lnTo>
                  <a:pt x="1400175" y="1028700"/>
                </a:lnTo>
                <a:lnTo>
                  <a:pt x="1400175" y="1009650"/>
                </a:lnTo>
                <a:lnTo>
                  <a:pt x="1390650" y="1009650"/>
                </a:lnTo>
                <a:lnTo>
                  <a:pt x="1390650" y="1000125"/>
                </a:lnTo>
                <a:lnTo>
                  <a:pt x="1381125" y="1000125"/>
                </a:lnTo>
                <a:lnTo>
                  <a:pt x="1381125" y="1009650"/>
                </a:lnTo>
                <a:lnTo>
                  <a:pt x="1371600" y="1009650"/>
                </a:lnTo>
                <a:lnTo>
                  <a:pt x="1371600" y="1038225"/>
                </a:lnTo>
                <a:lnTo>
                  <a:pt x="1390650" y="1038225"/>
                </a:lnTo>
                <a:close/>
                <a:moveTo>
                  <a:pt x="266700" y="1038225"/>
                </a:moveTo>
                <a:lnTo>
                  <a:pt x="276225" y="1038225"/>
                </a:lnTo>
                <a:lnTo>
                  <a:pt x="276225" y="1047750"/>
                </a:lnTo>
                <a:lnTo>
                  <a:pt x="266700" y="1047750"/>
                </a:lnTo>
                <a:close/>
                <a:moveTo>
                  <a:pt x="447675" y="1038225"/>
                </a:moveTo>
                <a:lnTo>
                  <a:pt x="476250" y="1038225"/>
                </a:lnTo>
                <a:lnTo>
                  <a:pt x="476250" y="1057275"/>
                </a:lnTo>
                <a:lnTo>
                  <a:pt x="457200" y="1057275"/>
                </a:lnTo>
                <a:lnTo>
                  <a:pt x="457200" y="1047750"/>
                </a:lnTo>
                <a:lnTo>
                  <a:pt x="447675" y="1047750"/>
                </a:lnTo>
                <a:close/>
                <a:moveTo>
                  <a:pt x="514350" y="1038225"/>
                </a:moveTo>
                <a:lnTo>
                  <a:pt x="523875" y="1038225"/>
                </a:lnTo>
                <a:lnTo>
                  <a:pt x="523875" y="1047750"/>
                </a:lnTo>
                <a:lnTo>
                  <a:pt x="514350" y="1047750"/>
                </a:lnTo>
                <a:close/>
                <a:moveTo>
                  <a:pt x="1038225" y="1038225"/>
                </a:moveTo>
                <a:lnTo>
                  <a:pt x="1047750" y="1038225"/>
                </a:lnTo>
                <a:lnTo>
                  <a:pt x="1047750" y="1066800"/>
                </a:lnTo>
                <a:lnTo>
                  <a:pt x="1028700" y="1066800"/>
                </a:lnTo>
                <a:lnTo>
                  <a:pt x="1028700" y="1057275"/>
                </a:lnTo>
                <a:lnTo>
                  <a:pt x="1038225" y="1057275"/>
                </a:lnTo>
                <a:close/>
                <a:moveTo>
                  <a:pt x="1419225" y="1038225"/>
                </a:moveTo>
                <a:lnTo>
                  <a:pt x="1428750" y="1038225"/>
                </a:lnTo>
                <a:lnTo>
                  <a:pt x="1428750" y="1028700"/>
                </a:lnTo>
                <a:lnTo>
                  <a:pt x="1419225" y="1028700"/>
                </a:lnTo>
                <a:close/>
                <a:moveTo>
                  <a:pt x="390525" y="1047750"/>
                </a:moveTo>
                <a:lnTo>
                  <a:pt x="400050" y="1047750"/>
                </a:lnTo>
                <a:lnTo>
                  <a:pt x="400050" y="1057275"/>
                </a:lnTo>
                <a:lnTo>
                  <a:pt x="390525" y="1057275"/>
                </a:lnTo>
                <a:close/>
                <a:moveTo>
                  <a:pt x="704850" y="1047750"/>
                </a:moveTo>
                <a:lnTo>
                  <a:pt x="714375" y="1047750"/>
                </a:lnTo>
                <a:lnTo>
                  <a:pt x="714375" y="1057275"/>
                </a:lnTo>
                <a:lnTo>
                  <a:pt x="704850" y="1057275"/>
                </a:lnTo>
                <a:close/>
                <a:moveTo>
                  <a:pt x="1343025" y="1047750"/>
                </a:moveTo>
                <a:lnTo>
                  <a:pt x="1362075" y="1047750"/>
                </a:lnTo>
                <a:lnTo>
                  <a:pt x="1362075" y="1038225"/>
                </a:lnTo>
                <a:lnTo>
                  <a:pt x="1343025" y="1038225"/>
                </a:lnTo>
                <a:close/>
                <a:moveTo>
                  <a:pt x="476250" y="1057275"/>
                </a:moveTo>
                <a:lnTo>
                  <a:pt x="485775" y="1057275"/>
                </a:lnTo>
                <a:lnTo>
                  <a:pt x="485775" y="1066800"/>
                </a:lnTo>
                <a:lnTo>
                  <a:pt x="476250" y="1066800"/>
                </a:lnTo>
                <a:close/>
                <a:moveTo>
                  <a:pt x="857250" y="1066800"/>
                </a:moveTo>
                <a:lnTo>
                  <a:pt x="885825" y="1066800"/>
                </a:lnTo>
                <a:lnTo>
                  <a:pt x="885825" y="1047750"/>
                </a:lnTo>
                <a:lnTo>
                  <a:pt x="876300" y="1047750"/>
                </a:lnTo>
                <a:lnTo>
                  <a:pt x="876300" y="1038225"/>
                </a:lnTo>
                <a:lnTo>
                  <a:pt x="866775" y="1038225"/>
                </a:lnTo>
                <a:lnTo>
                  <a:pt x="866775" y="1057275"/>
                </a:lnTo>
                <a:lnTo>
                  <a:pt x="857250" y="1057275"/>
                </a:lnTo>
                <a:close/>
                <a:moveTo>
                  <a:pt x="1000125" y="1066800"/>
                </a:moveTo>
                <a:lnTo>
                  <a:pt x="1019175" y="1066800"/>
                </a:lnTo>
                <a:lnTo>
                  <a:pt x="1019175" y="1076325"/>
                </a:lnTo>
                <a:lnTo>
                  <a:pt x="1038225" y="1076325"/>
                </a:lnTo>
                <a:lnTo>
                  <a:pt x="1038225" y="1085850"/>
                </a:lnTo>
                <a:lnTo>
                  <a:pt x="1047750" y="1085850"/>
                </a:lnTo>
                <a:lnTo>
                  <a:pt x="1047750" y="1104900"/>
                </a:lnTo>
                <a:lnTo>
                  <a:pt x="1057275" y="1104900"/>
                </a:lnTo>
                <a:lnTo>
                  <a:pt x="1057275" y="1123950"/>
                </a:lnTo>
                <a:lnTo>
                  <a:pt x="1066800" y="1123950"/>
                </a:lnTo>
                <a:lnTo>
                  <a:pt x="1066800" y="1133475"/>
                </a:lnTo>
                <a:lnTo>
                  <a:pt x="1038225" y="1133475"/>
                </a:lnTo>
                <a:lnTo>
                  <a:pt x="1038225" y="1143000"/>
                </a:lnTo>
                <a:lnTo>
                  <a:pt x="1047750" y="1143000"/>
                </a:lnTo>
                <a:lnTo>
                  <a:pt x="1047750" y="1152525"/>
                </a:lnTo>
                <a:lnTo>
                  <a:pt x="1066800" y="1152525"/>
                </a:lnTo>
                <a:lnTo>
                  <a:pt x="1066800" y="1133475"/>
                </a:lnTo>
                <a:lnTo>
                  <a:pt x="1076325" y="1133475"/>
                </a:lnTo>
                <a:lnTo>
                  <a:pt x="1076325" y="1143000"/>
                </a:lnTo>
                <a:lnTo>
                  <a:pt x="1085850" y="1143000"/>
                </a:lnTo>
                <a:lnTo>
                  <a:pt x="1085850" y="1152525"/>
                </a:lnTo>
                <a:lnTo>
                  <a:pt x="1104900" y="1152525"/>
                </a:lnTo>
                <a:lnTo>
                  <a:pt x="1104900" y="1162050"/>
                </a:lnTo>
                <a:lnTo>
                  <a:pt x="1133475" y="1162050"/>
                </a:lnTo>
                <a:lnTo>
                  <a:pt x="1133475" y="1171575"/>
                </a:lnTo>
                <a:lnTo>
                  <a:pt x="1095375" y="1171575"/>
                </a:lnTo>
                <a:lnTo>
                  <a:pt x="1095375" y="1162050"/>
                </a:lnTo>
                <a:lnTo>
                  <a:pt x="1076325" y="1162050"/>
                </a:lnTo>
                <a:lnTo>
                  <a:pt x="1076325" y="1190625"/>
                </a:lnTo>
                <a:lnTo>
                  <a:pt x="1085850" y="1190625"/>
                </a:lnTo>
                <a:lnTo>
                  <a:pt x="1085850" y="1200150"/>
                </a:lnTo>
                <a:lnTo>
                  <a:pt x="1066800" y="1200150"/>
                </a:lnTo>
                <a:lnTo>
                  <a:pt x="1066800" y="1190625"/>
                </a:lnTo>
                <a:lnTo>
                  <a:pt x="1047750" y="1190625"/>
                </a:lnTo>
                <a:lnTo>
                  <a:pt x="1047750" y="1200150"/>
                </a:lnTo>
                <a:lnTo>
                  <a:pt x="1038225" y="1200150"/>
                </a:lnTo>
                <a:lnTo>
                  <a:pt x="1038225" y="1209675"/>
                </a:lnTo>
                <a:lnTo>
                  <a:pt x="1028700" y="1209675"/>
                </a:lnTo>
                <a:lnTo>
                  <a:pt x="1028700" y="1228725"/>
                </a:lnTo>
                <a:lnTo>
                  <a:pt x="1038225" y="1228725"/>
                </a:lnTo>
                <a:lnTo>
                  <a:pt x="1038225" y="1238250"/>
                </a:lnTo>
                <a:lnTo>
                  <a:pt x="1057275" y="1238250"/>
                </a:lnTo>
                <a:lnTo>
                  <a:pt x="1057275" y="1228725"/>
                </a:lnTo>
                <a:lnTo>
                  <a:pt x="1066800" y="1228725"/>
                </a:lnTo>
                <a:lnTo>
                  <a:pt x="1066800" y="1247775"/>
                </a:lnTo>
                <a:lnTo>
                  <a:pt x="1076325" y="1247775"/>
                </a:lnTo>
                <a:lnTo>
                  <a:pt x="1076325" y="1257300"/>
                </a:lnTo>
                <a:lnTo>
                  <a:pt x="1066800" y="1257300"/>
                </a:lnTo>
                <a:lnTo>
                  <a:pt x="1066800" y="1295400"/>
                </a:lnTo>
                <a:lnTo>
                  <a:pt x="1057275" y="1295400"/>
                </a:lnTo>
                <a:lnTo>
                  <a:pt x="1057275" y="1323975"/>
                </a:lnTo>
                <a:lnTo>
                  <a:pt x="1038225" y="1323975"/>
                </a:lnTo>
                <a:lnTo>
                  <a:pt x="1038225" y="1333500"/>
                </a:lnTo>
                <a:lnTo>
                  <a:pt x="1028700" y="1333500"/>
                </a:lnTo>
                <a:lnTo>
                  <a:pt x="1028700" y="1323975"/>
                </a:lnTo>
                <a:lnTo>
                  <a:pt x="1009650" y="1323975"/>
                </a:lnTo>
                <a:lnTo>
                  <a:pt x="1009650" y="1333500"/>
                </a:lnTo>
                <a:lnTo>
                  <a:pt x="1000125" y="1333500"/>
                </a:lnTo>
                <a:lnTo>
                  <a:pt x="1000125" y="1266825"/>
                </a:lnTo>
                <a:lnTo>
                  <a:pt x="990600" y="1266825"/>
                </a:lnTo>
                <a:lnTo>
                  <a:pt x="990600" y="1247775"/>
                </a:lnTo>
                <a:lnTo>
                  <a:pt x="1009650" y="1247775"/>
                </a:lnTo>
                <a:lnTo>
                  <a:pt x="1009650" y="1228725"/>
                </a:lnTo>
                <a:lnTo>
                  <a:pt x="1019175" y="1228725"/>
                </a:lnTo>
                <a:lnTo>
                  <a:pt x="1019175" y="1219200"/>
                </a:lnTo>
                <a:lnTo>
                  <a:pt x="1009650" y="1219200"/>
                </a:lnTo>
                <a:lnTo>
                  <a:pt x="1009650" y="1200150"/>
                </a:lnTo>
                <a:lnTo>
                  <a:pt x="1019175" y="1200150"/>
                </a:lnTo>
                <a:lnTo>
                  <a:pt x="1019175" y="1171575"/>
                </a:lnTo>
                <a:lnTo>
                  <a:pt x="1009650" y="1171575"/>
                </a:lnTo>
                <a:lnTo>
                  <a:pt x="1009650" y="1133475"/>
                </a:lnTo>
                <a:lnTo>
                  <a:pt x="1000125" y="1133475"/>
                </a:lnTo>
                <a:lnTo>
                  <a:pt x="1000125" y="1123950"/>
                </a:lnTo>
                <a:lnTo>
                  <a:pt x="990600" y="1123950"/>
                </a:lnTo>
                <a:lnTo>
                  <a:pt x="990600" y="1104900"/>
                </a:lnTo>
                <a:lnTo>
                  <a:pt x="981075" y="1104900"/>
                </a:lnTo>
                <a:lnTo>
                  <a:pt x="981075" y="1076325"/>
                </a:lnTo>
                <a:lnTo>
                  <a:pt x="1000125" y="1076325"/>
                </a:lnTo>
                <a:close/>
                <a:moveTo>
                  <a:pt x="1323975" y="1066800"/>
                </a:moveTo>
                <a:lnTo>
                  <a:pt x="1352550" y="1066800"/>
                </a:lnTo>
                <a:lnTo>
                  <a:pt x="1352550" y="1076325"/>
                </a:lnTo>
                <a:lnTo>
                  <a:pt x="1371600" y="1076325"/>
                </a:lnTo>
                <a:lnTo>
                  <a:pt x="1371600" y="1057275"/>
                </a:lnTo>
                <a:lnTo>
                  <a:pt x="1323975" y="1057275"/>
                </a:lnTo>
                <a:close/>
                <a:moveTo>
                  <a:pt x="1447800" y="1066800"/>
                </a:moveTo>
                <a:lnTo>
                  <a:pt x="1457325" y="1066800"/>
                </a:lnTo>
                <a:lnTo>
                  <a:pt x="1457325" y="1076325"/>
                </a:lnTo>
                <a:lnTo>
                  <a:pt x="1466850" y="1076325"/>
                </a:lnTo>
                <a:lnTo>
                  <a:pt x="1466850" y="1066800"/>
                </a:lnTo>
                <a:lnTo>
                  <a:pt x="1476375" y="1066800"/>
                </a:lnTo>
                <a:lnTo>
                  <a:pt x="1476375" y="1095375"/>
                </a:lnTo>
                <a:lnTo>
                  <a:pt x="1466850" y="1095375"/>
                </a:lnTo>
                <a:lnTo>
                  <a:pt x="1466850" y="1085850"/>
                </a:lnTo>
                <a:lnTo>
                  <a:pt x="1447800" y="1085850"/>
                </a:lnTo>
                <a:close/>
                <a:moveTo>
                  <a:pt x="571500" y="1076325"/>
                </a:moveTo>
                <a:lnTo>
                  <a:pt x="590550" y="1076325"/>
                </a:lnTo>
                <a:lnTo>
                  <a:pt x="590550" y="1095375"/>
                </a:lnTo>
                <a:lnTo>
                  <a:pt x="581025" y="1095375"/>
                </a:lnTo>
                <a:lnTo>
                  <a:pt x="581025" y="1085850"/>
                </a:lnTo>
                <a:lnTo>
                  <a:pt x="571500" y="1085850"/>
                </a:lnTo>
                <a:close/>
                <a:moveTo>
                  <a:pt x="904875" y="1076325"/>
                </a:moveTo>
                <a:lnTo>
                  <a:pt x="914400" y="1076325"/>
                </a:lnTo>
                <a:lnTo>
                  <a:pt x="914400" y="1085850"/>
                </a:lnTo>
                <a:lnTo>
                  <a:pt x="904875" y="1085850"/>
                </a:lnTo>
                <a:close/>
                <a:moveTo>
                  <a:pt x="590550" y="1095375"/>
                </a:moveTo>
                <a:lnTo>
                  <a:pt x="600075" y="1095375"/>
                </a:lnTo>
                <a:lnTo>
                  <a:pt x="600075" y="1104900"/>
                </a:lnTo>
                <a:lnTo>
                  <a:pt x="590550" y="1104900"/>
                </a:lnTo>
                <a:close/>
                <a:moveTo>
                  <a:pt x="1228725" y="1095375"/>
                </a:moveTo>
                <a:lnTo>
                  <a:pt x="1238250" y="1095375"/>
                </a:lnTo>
                <a:lnTo>
                  <a:pt x="1238250" y="1123950"/>
                </a:lnTo>
                <a:lnTo>
                  <a:pt x="1247775" y="1123950"/>
                </a:lnTo>
                <a:lnTo>
                  <a:pt x="1247775" y="1133475"/>
                </a:lnTo>
                <a:lnTo>
                  <a:pt x="1238250" y="1133475"/>
                </a:lnTo>
                <a:lnTo>
                  <a:pt x="1238250" y="1143000"/>
                </a:lnTo>
                <a:lnTo>
                  <a:pt x="1209675" y="1143000"/>
                </a:lnTo>
                <a:lnTo>
                  <a:pt x="1209675" y="1133475"/>
                </a:lnTo>
                <a:lnTo>
                  <a:pt x="1219200" y="1133475"/>
                </a:lnTo>
                <a:lnTo>
                  <a:pt x="1219200" y="1114425"/>
                </a:lnTo>
                <a:lnTo>
                  <a:pt x="1228725" y="1114425"/>
                </a:lnTo>
                <a:close/>
                <a:moveTo>
                  <a:pt x="1352550" y="1095375"/>
                </a:moveTo>
                <a:lnTo>
                  <a:pt x="1362075" y="1095375"/>
                </a:lnTo>
                <a:lnTo>
                  <a:pt x="1362075" y="1104900"/>
                </a:lnTo>
                <a:lnTo>
                  <a:pt x="1352550" y="1104900"/>
                </a:lnTo>
                <a:close/>
                <a:moveTo>
                  <a:pt x="1257300" y="1104900"/>
                </a:moveTo>
                <a:lnTo>
                  <a:pt x="1266825" y="1104900"/>
                </a:lnTo>
                <a:lnTo>
                  <a:pt x="1266825" y="1114425"/>
                </a:lnTo>
                <a:lnTo>
                  <a:pt x="1257300" y="1114425"/>
                </a:lnTo>
                <a:close/>
                <a:moveTo>
                  <a:pt x="1447800" y="1104900"/>
                </a:moveTo>
                <a:lnTo>
                  <a:pt x="1457325" y="1104900"/>
                </a:lnTo>
                <a:lnTo>
                  <a:pt x="1457325" y="1114425"/>
                </a:lnTo>
                <a:lnTo>
                  <a:pt x="1495425" y="1114425"/>
                </a:lnTo>
                <a:lnTo>
                  <a:pt x="1495425" y="1133475"/>
                </a:lnTo>
                <a:lnTo>
                  <a:pt x="1485900" y="1133475"/>
                </a:lnTo>
                <a:lnTo>
                  <a:pt x="1485900" y="1143000"/>
                </a:lnTo>
                <a:lnTo>
                  <a:pt x="1476375" y="1143000"/>
                </a:lnTo>
                <a:lnTo>
                  <a:pt x="1476375" y="1200150"/>
                </a:lnTo>
                <a:lnTo>
                  <a:pt x="1457325" y="1200150"/>
                </a:lnTo>
                <a:lnTo>
                  <a:pt x="1457325" y="1171575"/>
                </a:lnTo>
                <a:lnTo>
                  <a:pt x="1447800" y="1171575"/>
                </a:lnTo>
                <a:lnTo>
                  <a:pt x="1447800" y="1162050"/>
                </a:lnTo>
                <a:lnTo>
                  <a:pt x="1457325" y="1162050"/>
                </a:lnTo>
                <a:lnTo>
                  <a:pt x="1457325" y="1152525"/>
                </a:lnTo>
                <a:lnTo>
                  <a:pt x="1447800" y="1152525"/>
                </a:lnTo>
                <a:lnTo>
                  <a:pt x="1447800" y="1143000"/>
                </a:lnTo>
                <a:lnTo>
                  <a:pt x="1457325" y="1143000"/>
                </a:lnTo>
                <a:lnTo>
                  <a:pt x="1457325" y="1133475"/>
                </a:lnTo>
                <a:lnTo>
                  <a:pt x="1447800" y="1133475"/>
                </a:lnTo>
                <a:close/>
                <a:moveTo>
                  <a:pt x="514350" y="1123950"/>
                </a:moveTo>
                <a:lnTo>
                  <a:pt x="523875" y="1123950"/>
                </a:lnTo>
                <a:lnTo>
                  <a:pt x="523875" y="1152525"/>
                </a:lnTo>
                <a:lnTo>
                  <a:pt x="514350" y="1152525"/>
                </a:lnTo>
                <a:close/>
                <a:moveTo>
                  <a:pt x="904875" y="1123950"/>
                </a:moveTo>
                <a:lnTo>
                  <a:pt x="914400" y="1123950"/>
                </a:lnTo>
                <a:lnTo>
                  <a:pt x="914400" y="1133475"/>
                </a:lnTo>
                <a:lnTo>
                  <a:pt x="923925" y="1133475"/>
                </a:lnTo>
                <a:lnTo>
                  <a:pt x="923925" y="1190625"/>
                </a:lnTo>
                <a:lnTo>
                  <a:pt x="904875" y="1190625"/>
                </a:lnTo>
                <a:lnTo>
                  <a:pt x="904875" y="1200150"/>
                </a:lnTo>
                <a:lnTo>
                  <a:pt x="914400" y="1200150"/>
                </a:lnTo>
                <a:lnTo>
                  <a:pt x="914400" y="1209675"/>
                </a:lnTo>
                <a:lnTo>
                  <a:pt x="923925" y="1209675"/>
                </a:lnTo>
                <a:lnTo>
                  <a:pt x="923925" y="1266825"/>
                </a:lnTo>
                <a:lnTo>
                  <a:pt x="933450" y="1266825"/>
                </a:lnTo>
                <a:lnTo>
                  <a:pt x="933450" y="1333500"/>
                </a:lnTo>
                <a:lnTo>
                  <a:pt x="923925" y="1333500"/>
                </a:lnTo>
                <a:lnTo>
                  <a:pt x="923925" y="1323975"/>
                </a:lnTo>
                <a:lnTo>
                  <a:pt x="904875" y="1323975"/>
                </a:lnTo>
                <a:lnTo>
                  <a:pt x="904875" y="1333500"/>
                </a:lnTo>
                <a:lnTo>
                  <a:pt x="885825" y="1333500"/>
                </a:lnTo>
                <a:lnTo>
                  <a:pt x="885825" y="1352550"/>
                </a:lnTo>
                <a:lnTo>
                  <a:pt x="895350" y="1352550"/>
                </a:lnTo>
                <a:lnTo>
                  <a:pt x="895350" y="1371600"/>
                </a:lnTo>
                <a:lnTo>
                  <a:pt x="876300" y="1371600"/>
                </a:lnTo>
                <a:lnTo>
                  <a:pt x="876300" y="1381125"/>
                </a:lnTo>
                <a:lnTo>
                  <a:pt x="866775" y="1381125"/>
                </a:lnTo>
                <a:lnTo>
                  <a:pt x="866775" y="1390650"/>
                </a:lnTo>
                <a:lnTo>
                  <a:pt x="857250" y="1390650"/>
                </a:lnTo>
                <a:lnTo>
                  <a:pt x="857250" y="1362075"/>
                </a:lnTo>
                <a:lnTo>
                  <a:pt x="866775" y="1362075"/>
                </a:lnTo>
                <a:lnTo>
                  <a:pt x="866775" y="1304925"/>
                </a:lnTo>
                <a:lnTo>
                  <a:pt x="847725" y="1304925"/>
                </a:lnTo>
                <a:lnTo>
                  <a:pt x="847725" y="1295400"/>
                </a:lnTo>
                <a:lnTo>
                  <a:pt x="857250" y="1295400"/>
                </a:lnTo>
                <a:lnTo>
                  <a:pt x="857250" y="1285875"/>
                </a:lnTo>
                <a:lnTo>
                  <a:pt x="866775" y="1285875"/>
                </a:lnTo>
                <a:lnTo>
                  <a:pt x="866775" y="1295400"/>
                </a:lnTo>
                <a:lnTo>
                  <a:pt x="914400" y="1295400"/>
                </a:lnTo>
                <a:lnTo>
                  <a:pt x="914400" y="1285875"/>
                </a:lnTo>
                <a:lnTo>
                  <a:pt x="885825" y="1285875"/>
                </a:lnTo>
                <a:lnTo>
                  <a:pt x="885825" y="1276350"/>
                </a:lnTo>
                <a:lnTo>
                  <a:pt x="866775" y="1276350"/>
                </a:lnTo>
                <a:lnTo>
                  <a:pt x="866775" y="1266825"/>
                </a:lnTo>
                <a:lnTo>
                  <a:pt x="895350" y="1266825"/>
                </a:lnTo>
                <a:lnTo>
                  <a:pt x="895350" y="1247775"/>
                </a:lnTo>
                <a:lnTo>
                  <a:pt x="885825" y="1247775"/>
                </a:lnTo>
                <a:lnTo>
                  <a:pt x="885825" y="1238250"/>
                </a:lnTo>
                <a:lnTo>
                  <a:pt x="876300" y="1238250"/>
                </a:lnTo>
                <a:lnTo>
                  <a:pt x="876300" y="1219200"/>
                </a:lnTo>
                <a:lnTo>
                  <a:pt x="895350" y="1219200"/>
                </a:lnTo>
                <a:lnTo>
                  <a:pt x="895350" y="1171575"/>
                </a:lnTo>
                <a:lnTo>
                  <a:pt x="885825" y="1171575"/>
                </a:lnTo>
                <a:lnTo>
                  <a:pt x="885825" y="1162050"/>
                </a:lnTo>
                <a:lnTo>
                  <a:pt x="895350" y="1162050"/>
                </a:lnTo>
                <a:lnTo>
                  <a:pt x="895350" y="1143000"/>
                </a:lnTo>
                <a:lnTo>
                  <a:pt x="904875" y="1143000"/>
                </a:lnTo>
                <a:close/>
                <a:moveTo>
                  <a:pt x="1266825" y="1123950"/>
                </a:moveTo>
                <a:lnTo>
                  <a:pt x="1285875" y="1123950"/>
                </a:lnTo>
                <a:lnTo>
                  <a:pt x="1285875" y="1133475"/>
                </a:lnTo>
                <a:lnTo>
                  <a:pt x="1295400" y="1133475"/>
                </a:lnTo>
                <a:lnTo>
                  <a:pt x="1295400" y="1152525"/>
                </a:lnTo>
                <a:lnTo>
                  <a:pt x="1276350" y="1152525"/>
                </a:lnTo>
                <a:lnTo>
                  <a:pt x="1276350" y="1143000"/>
                </a:lnTo>
                <a:lnTo>
                  <a:pt x="1266825" y="1143000"/>
                </a:lnTo>
                <a:close/>
                <a:moveTo>
                  <a:pt x="1638300" y="1123950"/>
                </a:moveTo>
                <a:lnTo>
                  <a:pt x="1647825" y="1123950"/>
                </a:lnTo>
                <a:lnTo>
                  <a:pt x="1647825" y="1133475"/>
                </a:lnTo>
                <a:lnTo>
                  <a:pt x="1638300" y="1133475"/>
                </a:lnTo>
                <a:close/>
                <a:moveTo>
                  <a:pt x="323850" y="1133475"/>
                </a:moveTo>
                <a:lnTo>
                  <a:pt x="333375" y="1133475"/>
                </a:lnTo>
                <a:lnTo>
                  <a:pt x="333375" y="1152525"/>
                </a:lnTo>
                <a:lnTo>
                  <a:pt x="323850" y="1152525"/>
                </a:lnTo>
                <a:close/>
                <a:moveTo>
                  <a:pt x="704850" y="1133475"/>
                </a:moveTo>
                <a:lnTo>
                  <a:pt x="714375" y="1133475"/>
                </a:lnTo>
                <a:lnTo>
                  <a:pt x="714375" y="1162050"/>
                </a:lnTo>
                <a:lnTo>
                  <a:pt x="704850" y="1162050"/>
                </a:lnTo>
                <a:lnTo>
                  <a:pt x="704850" y="1152525"/>
                </a:lnTo>
                <a:lnTo>
                  <a:pt x="695325" y="1152525"/>
                </a:lnTo>
                <a:lnTo>
                  <a:pt x="695325" y="1143000"/>
                </a:lnTo>
                <a:lnTo>
                  <a:pt x="704850" y="1143000"/>
                </a:lnTo>
                <a:close/>
                <a:moveTo>
                  <a:pt x="1562100" y="1133475"/>
                </a:moveTo>
                <a:lnTo>
                  <a:pt x="1590675" y="1133475"/>
                </a:lnTo>
                <a:lnTo>
                  <a:pt x="1590675" y="1152525"/>
                </a:lnTo>
                <a:lnTo>
                  <a:pt x="1571625" y="1152525"/>
                </a:lnTo>
                <a:lnTo>
                  <a:pt x="1571625" y="1143000"/>
                </a:lnTo>
                <a:lnTo>
                  <a:pt x="1562100" y="1143000"/>
                </a:lnTo>
                <a:close/>
                <a:moveTo>
                  <a:pt x="1200150" y="1143000"/>
                </a:moveTo>
                <a:lnTo>
                  <a:pt x="1209675" y="1143000"/>
                </a:lnTo>
                <a:lnTo>
                  <a:pt x="1209675" y="1152525"/>
                </a:lnTo>
                <a:lnTo>
                  <a:pt x="1200150" y="1152525"/>
                </a:lnTo>
                <a:close/>
                <a:moveTo>
                  <a:pt x="1600200" y="1143000"/>
                </a:moveTo>
                <a:lnTo>
                  <a:pt x="1609725" y="1143000"/>
                </a:lnTo>
                <a:lnTo>
                  <a:pt x="1609725" y="1162050"/>
                </a:lnTo>
                <a:lnTo>
                  <a:pt x="1628775" y="1162050"/>
                </a:lnTo>
                <a:lnTo>
                  <a:pt x="1628775" y="1181100"/>
                </a:lnTo>
                <a:lnTo>
                  <a:pt x="1647825" y="1181100"/>
                </a:lnTo>
                <a:lnTo>
                  <a:pt x="1647825" y="1190625"/>
                </a:lnTo>
                <a:lnTo>
                  <a:pt x="1638300" y="1190625"/>
                </a:lnTo>
                <a:lnTo>
                  <a:pt x="1638300" y="1209675"/>
                </a:lnTo>
                <a:lnTo>
                  <a:pt x="1628775" y="1209675"/>
                </a:lnTo>
                <a:lnTo>
                  <a:pt x="1628775" y="1190625"/>
                </a:lnTo>
                <a:lnTo>
                  <a:pt x="1609725" y="1190625"/>
                </a:lnTo>
                <a:lnTo>
                  <a:pt x="1609725" y="1200150"/>
                </a:lnTo>
                <a:lnTo>
                  <a:pt x="1600200" y="1200150"/>
                </a:lnTo>
                <a:lnTo>
                  <a:pt x="1600200" y="1190625"/>
                </a:lnTo>
                <a:lnTo>
                  <a:pt x="1590675" y="1190625"/>
                </a:lnTo>
                <a:lnTo>
                  <a:pt x="1590675" y="1181100"/>
                </a:lnTo>
                <a:lnTo>
                  <a:pt x="1581150" y="1181100"/>
                </a:lnTo>
                <a:lnTo>
                  <a:pt x="1581150" y="1162050"/>
                </a:lnTo>
                <a:lnTo>
                  <a:pt x="1600200" y="1162050"/>
                </a:lnTo>
                <a:close/>
                <a:moveTo>
                  <a:pt x="1181100" y="1152525"/>
                </a:moveTo>
                <a:lnTo>
                  <a:pt x="1190625" y="1152525"/>
                </a:lnTo>
                <a:lnTo>
                  <a:pt x="1190625" y="1162050"/>
                </a:lnTo>
                <a:lnTo>
                  <a:pt x="1181100" y="1162050"/>
                </a:lnTo>
                <a:close/>
                <a:moveTo>
                  <a:pt x="809625" y="1162050"/>
                </a:moveTo>
                <a:lnTo>
                  <a:pt x="819150" y="1162050"/>
                </a:lnTo>
                <a:lnTo>
                  <a:pt x="819150" y="1171575"/>
                </a:lnTo>
                <a:lnTo>
                  <a:pt x="809625" y="1171575"/>
                </a:lnTo>
                <a:close/>
                <a:moveTo>
                  <a:pt x="1381125" y="1162050"/>
                </a:moveTo>
                <a:lnTo>
                  <a:pt x="1400175" y="1162050"/>
                </a:lnTo>
                <a:lnTo>
                  <a:pt x="1400175" y="1171575"/>
                </a:lnTo>
                <a:lnTo>
                  <a:pt x="1409700" y="1171575"/>
                </a:lnTo>
                <a:lnTo>
                  <a:pt x="1409700" y="1200150"/>
                </a:lnTo>
                <a:lnTo>
                  <a:pt x="1390650" y="1200150"/>
                </a:lnTo>
                <a:lnTo>
                  <a:pt x="1390650" y="1190625"/>
                </a:lnTo>
                <a:lnTo>
                  <a:pt x="1371600" y="1190625"/>
                </a:lnTo>
                <a:lnTo>
                  <a:pt x="1371600" y="1171575"/>
                </a:lnTo>
                <a:lnTo>
                  <a:pt x="1381125" y="1171575"/>
                </a:lnTo>
                <a:close/>
                <a:moveTo>
                  <a:pt x="1504950" y="1162050"/>
                </a:moveTo>
                <a:lnTo>
                  <a:pt x="1524000" y="1162050"/>
                </a:lnTo>
                <a:lnTo>
                  <a:pt x="1524000" y="1171575"/>
                </a:lnTo>
                <a:lnTo>
                  <a:pt x="1533525" y="1171575"/>
                </a:lnTo>
                <a:lnTo>
                  <a:pt x="1533525" y="1181100"/>
                </a:lnTo>
                <a:lnTo>
                  <a:pt x="1543050" y="1181100"/>
                </a:lnTo>
                <a:lnTo>
                  <a:pt x="1543050" y="1190625"/>
                </a:lnTo>
                <a:lnTo>
                  <a:pt x="1562100" y="1190625"/>
                </a:lnTo>
                <a:lnTo>
                  <a:pt x="1562100" y="1209675"/>
                </a:lnTo>
                <a:lnTo>
                  <a:pt x="1581150" y="1209675"/>
                </a:lnTo>
                <a:lnTo>
                  <a:pt x="1581150" y="1219200"/>
                </a:lnTo>
                <a:lnTo>
                  <a:pt x="1600200" y="1219200"/>
                </a:lnTo>
                <a:lnTo>
                  <a:pt x="1600200" y="1209675"/>
                </a:lnTo>
                <a:lnTo>
                  <a:pt x="1609725" y="1209675"/>
                </a:lnTo>
                <a:lnTo>
                  <a:pt x="1609725" y="1228725"/>
                </a:lnTo>
                <a:lnTo>
                  <a:pt x="1619250" y="1228725"/>
                </a:lnTo>
                <a:lnTo>
                  <a:pt x="1619250" y="1219200"/>
                </a:lnTo>
                <a:lnTo>
                  <a:pt x="1638300" y="1219200"/>
                </a:lnTo>
                <a:lnTo>
                  <a:pt x="1638300" y="1228725"/>
                </a:lnTo>
                <a:lnTo>
                  <a:pt x="1647825" y="1228725"/>
                </a:lnTo>
                <a:lnTo>
                  <a:pt x="1647825" y="1238250"/>
                </a:lnTo>
                <a:lnTo>
                  <a:pt x="1657350" y="1238250"/>
                </a:lnTo>
                <a:lnTo>
                  <a:pt x="1657350" y="1371600"/>
                </a:lnTo>
                <a:lnTo>
                  <a:pt x="1647825" y="1371600"/>
                </a:lnTo>
                <a:lnTo>
                  <a:pt x="1647825" y="1390650"/>
                </a:lnTo>
                <a:lnTo>
                  <a:pt x="1657350" y="1390650"/>
                </a:lnTo>
                <a:lnTo>
                  <a:pt x="1657350" y="1400175"/>
                </a:lnTo>
                <a:lnTo>
                  <a:pt x="1647825" y="1400175"/>
                </a:lnTo>
                <a:lnTo>
                  <a:pt x="1647825" y="1409700"/>
                </a:lnTo>
                <a:lnTo>
                  <a:pt x="1638300" y="1409700"/>
                </a:lnTo>
                <a:lnTo>
                  <a:pt x="1638300" y="1400175"/>
                </a:lnTo>
                <a:lnTo>
                  <a:pt x="1628775" y="1400175"/>
                </a:lnTo>
                <a:lnTo>
                  <a:pt x="1628775" y="1409700"/>
                </a:lnTo>
                <a:lnTo>
                  <a:pt x="1609725" y="1409700"/>
                </a:lnTo>
                <a:lnTo>
                  <a:pt x="1609725" y="1419225"/>
                </a:lnTo>
                <a:lnTo>
                  <a:pt x="1581150" y="1419225"/>
                </a:lnTo>
                <a:lnTo>
                  <a:pt x="1581150" y="1428750"/>
                </a:lnTo>
                <a:lnTo>
                  <a:pt x="1571625" y="1428750"/>
                </a:lnTo>
                <a:lnTo>
                  <a:pt x="1571625" y="1438275"/>
                </a:lnTo>
                <a:lnTo>
                  <a:pt x="1552575" y="1438275"/>
                </a:lnTo>
                <a:lnTo>
                  <a:pt x="1552575" y="1428750"/>
                </a:lnTo>
                <a:lnTo>
                  <a:pt x="1562100" y="1428750"/>
                </a:lnTo>
                <a:lnTo>
                  <a:pt x="1562100" y="1419225"/>
                </a:lnTo>
                <a:lnTo>
                  <a:pt x="1571625" y="1419225"/>
                </a:lnTo>
                <a:lnTo>
                  <a:pt x="1571625" y="1400175"/>
                </a:lnTo>
                <a:lnTo>
                  <a:pt x="1590675" y="1400175"/>
                </a:lnTo>
                <a:lnTo>
                  <a:pt x="1590675" y="1390650"/>
                </a:lnTo>
                <a:lnTo>
                  <a:pt x="1581150" y="1390650"/>
                </a:lnTo>
                <a:lnTo>
                  <a:pt x="1581150" y="1381125"/>
                </a:lnTo>
                <a:lnTo>
                  <a:pt x="1571625" y="1381125"/>
                </a:lnTo>
                <a:lnTo>
                  <a:pt x="1571625" y="1371600"/>
                </a:lnTo>
                <a:lnTo>
                  <a:pt x="1562100" y="1371600"/>
                </a:lnTo>
                <a:lnTo>
                  <a:pt x="1562100" y="1352550"/>
                </a:lnTo>
                <a:lnTo>
                  <a:pt x="1571625" y="1352550"/>
                </a:lnTo>
                <a:lnTo>
                  <a:pt x="1571625" y="1333500"/>
                </a:lnTo>
                <a:lnTo>
                  <a:pt x="1543050" y="1333500"/>
                </a:lnTo>
                <a:lnTo>
                  <a:pt x="1543050" y="1323975"/>
                </a:lnTo>
                <a:lnTo>
                  <a:pt x="1533525" y="1323975"/>
                </a:lnTo>
                <a:lnTo>
                  <a:pt x="1533525" y="1295400"/>
                </a:lnTo>
                <a:lnTo>
                  <a:pt x="1562100" y="1295400"/>
                </a:lnTo>
                <a:lnTo>
                  <a:pt x="1562100" y="1304925"/>
                </a:lnTo>
                <a:lnTo>
                  <a:pt x="1571625" y="1304925"/>
                </a:lnTo>
                <a:lnTo>
                  <a:pt x="1571625" y="1276350"/>
                </a:lnTo>
                <a:lnTo>
                  <a:pt x="1562100" y="1276350"/>
                </a:lnTo>
                <a:lnTo>
                  <a:pt x="1562100" y="1285875"/>
                </a:lnTo>
                <a:lnTo>
                  <a:pt x="1552575" y="1285875"/>
                </a:lnTo>
                <a:lnTo>
                  <a:pt x="1552575" y="1266825"/>
                </a:lnTo>
                <a:lnTo>
                  <a:pt x="1562100" y="1266825"/>
                </a:lnTo>
                <a:lnTo>
                  <a:pt x="1562100" y="1257300"/>
                </a:lnTo>
                <a:lnTo>
                  <a:pt x="1581150" y="1257300"/>
                </a:lnTo>
                <a:lnTo>
                  <a:pt x="1581150" y="1266825"/>
                </a:lnTo>
                <a:lnTo>
                  <a:pt x="1600200" y="1266825"/>
                </a:lnTo>
                <a:lnTo>
                  <a:pt x="1600200" y="1238250"/>
                </a:lnTo>
                <a:lnTo>
                  <a:pt x="1571625" y="1238250"/>
                </a:lnTo>
                <a:lnTo>
                  <a:pt x="1571625" y="1228725"/>
                </a:lnTo>
                <a:lnTo>
                  <a:pt x="1562100" y="1228725"/>
                </a:lnTo>
                <a:lnTo>
                  <a:pt x="1562100" y="1219200"/>
                </a:lnTo>
                <a:lnTo>
                  <a:pt x="1552575" y="1219200"/>
                </a:lnTo>
                <a:lnTo>
                  <a:pt x="1552575" y="1209675"/>
                </a:lnTo>
                <a:lnTo>
                  <a:pt x="1533525" y="1209675"/>
                </a:lnTo>
                <a:lnTo>
                  <a:pt x="1533525" y="1238250"/>
                </a:lnTo>
                <a:lnTo>
                  <a:pt x="1524000" y="1238250"/>
                </a:lnTo>
                <a:lnTo>
                  <a:pt x="1524000" y="1247775"/>
                </a:lnTo>
                <a:lnTo>
                  <a:pt x="1495425" y="1247775"/>
                </a:lnTo>
                <a:lnTo>
                  <a:pt x="1495425" y="1266825"/>
                </a:lnTo>
                <a:lnTo>
                  <a:pt x="1504950" y="1266825"/>
                </a:lnTo>
                <a:lnTo>
                  <a:pt x="1504950" y="1276350"/>
                </a:lnTo>
                <a:lnTo>
                  <a:pt x="1514475" y="1276350"/>
                </a:lnTo>
                <a:lnTo>
                  <a:pt x="1514475" y="1285875"/>
                </a:lnTo>
                <a:lnTo>
                  <a:pt x="1504950" y="1285875"/>
                </a:lnTo>
                <a:lnTo>
                  <a:pt x="1504950" y="1295400"/>
                </a:lnTo>
                <a:lnTo>
                  <a:pt x="1495425" y="1295400"/>
                </a:lnTo>
                <a:lnTo>
                  <a:pt x="1495425" y="1285875"/>
                </a:lnTo>
                <a:lnTo>
                  <a:pt x="1476375" y="1285875"/>
                </a:lnTo>
                <a:lnTo>
                  <a:pt x="1476375" y="1276350"/>
                </a:lnTo>
                <a:lnTo>
                  <a:pt x="1466850" y="1276350"/>
                </a:lnTo>
                <a:lnTo>
                  <a:pt x="1466850" y="1266825"/>
                </a:lnTo>
                <a:lnTo>
                  <a:pt x="1457325" y="1266825"/>
                </a:lnTo>
                <a:lnTo>
                  <a:pt x="1457325" y="1247775"/>
                </a:lnTo>
                <a:lnTo>
                  <a:pt x="1447800" y="1247775"/>
                </a:lnTo>
                <a:lnTo>
                  <a:pt x="1447800" y="1238250"/>
                </a:lnTo>
                <a:lnTo>
                  <a:pt x="1457325" y="1238250"/>
                </a:lnTo>
                <a:lnTo>
                  <a:pt x="1457325" y="1209675"/>
                </a:lnTo>
                <a:lnTo>
                  <a:pt x="1476375" y="1209675"/>
                </a:lnTo>
                <a:lnTo>
                  <a:pt x="1476375" y="1219200"/>
                </a:lnTo>
                <a:lnTo>
                  <a:pt x="1485900" y="1219200"/>
                </a:lnTo>
                <a:lnTo>
                  <a:pt x="1485900" y="1209675"/>
                </a:lnTo>
                <a:lnTo>
                  <a:pt x="1504950" y="1209675"/>
                </a:lnTo>
                <a:lnTo>
                  <a:pt x="1504950" y="1200150"/>
                </a:lnTo>
                <a:lnTo>
                  <a:pt x="1514475" y="1200150"/>
                </a:lnTo>
                <a:lnTo>
                  <a:pt x="1514475" y="1209675"/>
                </a:lnTo>
                <a:lnTo>
                  <a:pt x="1524000" y="1209675"/>
                </a:lnTo>
                <a:lnTo>
                  <a:pt x="1524000" y="1181100"/>
                </a:lnTo>
                <a:lnTo>
                  <a:pt x="1514475" y="1181100"/>
                </a:lnTo>
                <a:lnTo>
                  <a:pt x="1514475" y="1171575"/>
                </a:lnTo>
                <a:lnTo>
                  <a:pt x="1504950" y="1171575"/>
                </a:lnTo>
                <a:close/>
                <a:moveTo>
                  <a:pt x="790575" y="1171575"/>
                </a:moveTo>
                <a:lnTo>
                  <a:pt x="809625" y="1171575"/>
                </a:lnTo>
                <a:lnTo>
                  <a:pt x="809625" y="1181100"/>
                </a:lnTo>
                <a:lnTo>
                  <a:pt x="790575" y="1181100"/>
                </a:lnTo>
                <a:close/>
                <a:moveTo>
                  <a:pt x="600075" y="1181100"/>
                </a:moveTo>
                <a:lnTo>
                  <a:pt x="609600" y="1181100"/>
                </a:lnTo>
                <a:lnTo>
                  <a:pt x="609600" y="1190625"/>
                </a:lnTo>
                <a:lnTo>
                  <a:pt x="600075" y="1190625"/>
                </a:lnTo>
                <a:close/>
                <a:moveTo>
                  <a:pt x="828675" y="1181100"/>
                </a:moveTo>
                <a:lnTo>
                  <a:pt x="847725" y="1181100"/>
                </a:lnTo>
                <a:lnTo>
                  <a:pt x="847725" y="1190625"/>
                </a:lnTo>
                <a:lnTo>
                  <a:pt x="857250" y="1190625"/>
                </a:lnTo>
                <a:lnTo>
                  <a:pt x="857250" y="1200150"/>
                </a:lnTo>
                <a:lnTo>
                  <a:pt x="828675" y="1200150"/>
                </a:lnTo>
                <a:close/>
                <a:moveTo>
                  <a:pt x="495300" y="1200150"/>
                </a:moveTo>
                <a:lnTo>
                  <a:pt x="504825" y="1200150"/>
                </a:lnTo>
                <a:lnTo>
                  <a:pt x="504825" y="1209675"/>
                </a:lnTo>
                <a:lnTo>
                  <a:pt x="495300" y="1209675"/>
                </a:lnTo>
                <a:close/>
                <a:moveTo>
                  <a:pt x="485775" y="1209675"/>
                </a:moveTo>
                <a:lnTo>
                  <a:pt x="495300" y="1209675"/>
                </a:lnTo>
                <a:lnTo>
                  <a:pt x="495300" y="1219200"/>
                </a:lnTo>
                <a:lnTo>
                  <a:pt x="485775" y="1219200"/>
                </a:lnTo>
                <a:close/>
                <a:moveTo>
                  <a:pt x="1343025" y="1209675"/>
                </a:moveTo>
                <a:lnTo>
                  <a:pt x="1352550" y="1209675"/>
                </a:lnTo>
                <a:lnTo>
                  <a:pt x="1352550" y="1219200"/>
                </a:lnTo>
                <a:lnTo>
                  <a:pt x="1343025" y="1219200"/>
                </a:lnTo>
                <a:close/>
                <a:moveTo>
                  <a:pt x="304800" y="1219200"/>
                </a:moveTo>
                <a:lnTo>
                  <a:pt x="323850" y="1219200"/>
                </a:lnTo>
                <a:lnTo>
                  <a:pt x="323850" y="1247775"/>
                </a:lnTo>
                <a:lnTo>
                  <a:pt x="314325" y="1247775"/>
                </a:lnTo>
                <a:lnTo>
                  <a:pt x="314325" y="1238250"/>
                </a:lnTo>
                <a:lnTo>
                  <a:pt x="304800" y="1238250"/>
                </a:lnTo>
                <a:close/>
                <a:moveTo>
                  <a:pt x="466725" y="1219200"/>
                </a:moveTo>
                <a:lnTo>
                  <a:pt x="485775" y="1219200"/>
                </a:lnTo>
                <a:lnTo>
                  <a:pt x="485775" y="1238250"/>
                </a:lnTo>
                <a:lnTo>
                  <a:pt x="466725" y="1238250"/>
                </a:lnTo>
                <a:close/>
                <a:moveTo>
                  <a:pt x="400050" y="1228725"/>
                </a:moveTo>
                <a:lnTo>
                  <a:pt x="409575" y="1228725"/>
                </a:lnTo>
                <a:lnTo>
                  <a:pt x="409575" y="1238250"/>
                </a:lnTo>
                <a:lnTo>
                  <a:pt x="428625" y="1238250"/>
                </a:lnTo>
                <a:lnTo>
                  <a:pt x="428625" y="1257300"/>
                </a:lnTo>
                <a:lnTo>
                  <a:pt x="438150" y="1257300"/>
                </a:lnTo>
                <a:lnTo>
                  <a:pt x="438150" y="1266825"/>
                </a:lnTo>
                <a:lnTo>
                  <a:pt x="419100" y="1266825"/>
                </a:lnTo>
                <a:lnTo>
                  <a:pt x="419100" y="1257300"/>
                </a:lnTo>
                <a:lnTo>
                  <a:pt x="390525" y="1257300"/>
                </a:lnTo>
                <a:lnTo>
                  <a:pt x="390525" y="1247775"/>
                </a:lnTo>
                <a:lnTo>
                  <a:pt x="400050" y="1247775"/>
                </a:lnTo>
                <a:close/>
                <a:moveTo>
                  <a:pt x="1409700" y="1228725"/>
                </a:moveTo>
                <a:lnTo>
                  <a:pt x="1419225" y="1228725"/>
                </a:lnTo>
                <a:lnTo>
                  <a:pt x="1419225" y="1238250"/>
                </a:lnTo>
                <a:lnTo>
                  <a:pt x="1409700" y="1238250"/>
                </a:lnTo>
                <a:close/>
                <a:moveTo>
                  <a:pt x="1428750" y="1238250"/>
                </a:moveTo>
                <a:lnTo>
                  <a:pt x="1438275" y="1238250"/>
                </a:lnTo>
                <a:lnTo>
                  <a:pt x="1438275" y="1266825"/>
                </a:lnTo>
                <a:lnTo>
                  <a:pt x="1428750" y="1266825"/>
                </a:lnTo>
                <a:close/>
                <a:moveTo>
                  <a:pt x="1247775" y="1247775"/>
                </a:moveTo>
                <a:lnTo>
                  <a:pt x="1285875" y="1247775"/>
                </a:lnTo>
                <a:lnTo>
                  <a:pt x="1285875" y="1257300"/>
                </a:lnTo>
                <a:lnTo>
                  <a:pt x="1295400" y="1257300"/>
                </a:lnTo>
                <a:lnTo>
                  <a:pt x="1295400" y="1285875"/>
                </a:lnTo>
                <a:lnTo>
                  <a:pt x="1314450" y="1285875"/>
                </a:lnTo>
                <a:lnTo>
                  <a:pt x="1314450" y="1304925"/>
                </a:lnTo>
                <a:lnTo>
                  <a:pt x="1285875" y="1304925"/>
                </a:lnTo>
                <a:lnTo>
                  <a:pt x="1285875" y="1295400"/>
                </a:lnTo>
                <a:lnTo>
                  <a:pt x="1276350" y="1295400"/>
                </a:lnTo>
                <a:lnTo>
                  <a:pt x="1276350" y="1276350"/>
                </a:lnTo>
                <a:lnTo>
                  <a:pt x="1238250" y="1276350"/>
                </a:lnTo>
                <a:lnTo>
                  <a:pt x="1238250" y="1266825"/>
                </a:lnTo>
                <a:lnTo>
                  <a:pt x="1228725" y="1266825"/>
                </a:lnTo>
                <a:lnTo>
                  <a:pt x="1228725" y="1257300"/>
                </a:lnTo>
                <a:lnTo>
                  <a:pt x="1247775" y="1257300"/>
                </a:lnTo>
                <a:close/>
                <a:moveTo>
                  <a:pt x="1371600" y="1247775"/>
                </a:moveTo>
                <a:lnTo>
                  <a:pt x="1400175" y="1247775"/>
                </a:lnTo>
                <a:lnTo>
                  <a:pt x="1400175" y="1257300"/>
                </a:lnTo>
                <a:lnTo>
                  <a:pt x="1390650" y="1257300"/>
                </a:lnTo>
                <a:lnTo>
                  <a:pt x="1390650" y="1276350"/>
                </a:lnTo>
                <a:lnTo>
                  <a:pt x="1371600" y="1276350"/>
                </a:lnTo>
                <a:close/>
                <a:moveTo>
                  <a:pt x="533400" y="1257300"/>
                </a:moveTo>
                <a:lnTo>
                  <a:pt x="542925" y="1257300"/>
                </a:lnTo>
                <a:lnTo>
                  <a:pt x="542925" y="1266825"/>
                </a:lnTo>
                <a:lnTo>
                  <a:pt x="533400" y="1266825"/>
                </a:lnTo>
                <a:close/>
                <a:moveTo>
                  <a:pt x="581025" y="1257300"/>
                </a:moveTo>
                <a:lnTo>
                  <a:pt x="600075" y="1257300"/>
                </a:lnTo>
                <a:lnTo>
                  <a:pt x="600075" y="1266825"/>
                </a:lnTo>
                <a:lnTo>
                  <a:pt x="581025" y="1266825"/>
                </a:lnTo>
                <a:close/>
                <a:moveTo>
                  <a:pt x="647700" y="1257300"/>
                </a:moveTo>
                <a:lnTo>
                  <a:pt x="657225" y="1257300"/>
                </a:lnTo>
                <a:lnTo>
                  <a:pt x="657225" y="1266825"/>
                </a:lnTo>
                <a:lnTo>
                  <a:pt x="647700" y="1266825"/>
                </a:lnTo>
                <a:close/>
                <a:moveTo>
                  <a:pt x="657225" y="1266825"/>
                </a:moveTo>
                <a:lnTo>
                  <a:pt x="666750" y="1266825"/>
                </a:lnTo>
                <a:lnTo>
                  <a:pt x="666750" y="1276350"/>
                </a:lnTo>
                <a:lnTo>
                  <a:pt x="657225" y="1276350"/>
                </a:lnTo>
                <a:close/>
                <a:moveTo>
                  <a:pt x="781050" y="1266825"/>
                </a:moveTo>
                <a:lnTo>
                  <a:pt x="809625" y="1266825"/>
                </a:lnTo>
                <a:lnTo>
                  <a:pt x="809625" y="1276350"/>
                </a:lnTo>
                <a:lnTo>
                  <a:pt x="781050" y="1276350"/>
                </a:lnTo>
                <a:close/>
                <a:moveTo>
                  <a:pt x="1400175" y="1266825"/>
                </a:moveTo>
                <a:lnTo>
                  <a:pt x="1409700" y="1266825"/>
                </a:lnTo>
                <a:lnTo>
                  <a:pt x="1409700" y="1276350"/>
                </a:lnTo>
                <a:lnTo>
                  <a:pt x="1438275" y="1276350"/>
                </a:lnTo>
                <a:lnTo>
                  <a:pt x="1438275" y="1295400"/>
                </a:lnTo>
                <a:lnTo>
                  <a:pt x="1419225" y="1295400"/>
                </a:lnTo>
                <a:lnTo>
                  <a:pt x="1419225" y="1285875"/>
                </a:lnTo>
                <a:lnTo>
                  <a:pt x="1409700" y="1285875"/>
                </a:lnTo>
                <a:lnTo>
                  <a:pt x="1409700" y="1295400"/>
                </a:lnTo>
                <a:lnTo>
                  <a:pt x="1400175" y="1295400"/>
                </a:lnTo>
                <a:lnTo>
                  <a:pt x="1400175" y="1285875"/>
                </a:lnTo>
                <a:lnTo>
                  <a:pt x="1390650" y="1285875"/>
                </a:lnTo>
                <a:lnTo>
                  <a:pt x="1390650" y="1276350"/>
                </a:lnTo>
                <a:lnTo>
                  <a:pt x="1400175" y="1276350"/>
                </a:lnTo>
                <a:close/>
                <a:moveTo>
                  <a:pt x="1352550" y="1276350"/>
                </a:moveTo>
                <a:lnTo>
                  <a:pt x="1362075" y="1276350"/>
                </a:lnTo>
                <a:lnTo>
                  <a:pt x="1362075" y="1304925"/>
                </a:lnTo>
                <a:lnTo>
                  <a:pt x="1352550" y="1304925"/>
                </a:lnTo>
                <a:lnTo>
                  <a:pt x="1352550" y="1314450"/>
                </a:lnTo>
                <a:lnTo>
                  <a:pt x="1343025" y="1314450"/>
                </a:lnTo>
                <a:lnTo>
                  <a:pt x="1343025" y="1295400"/>
                </a:lnTo>
                <a:lnTo>
                  <a:pt x="1352550" y="1295400"/>
                </a:lnTo>
                <a:close/>
                <a:moveTo>
                  <a:pt x="1447800" y="1276350"/>
                </a:moveTo>
                <a:lnTo>
                  <a:pt x="1457325" y="1276350"/>
                </a:lnTo>
                <a:lnTo>
                  <a:pt x="1457325" y="1295400"/>
                </a:lnTo>
                <a:lnTo>
                  <a:pt x="1466850" y="1295400"/>
                </a:lnTo>
                <a:lnTo>
                  <a:pt x="1466850" y="1314450"/>
                </a:lnTo>
                <a:lnTo>
                  <a:pt x="1457325" y="1314450"/>
                </a:lnTo>
                <a:lnTo>
                  <a:pt x="1457325" y="1343025"/>
                </a:lnTo>
                <a:lnTo>
                  <a:pt x="1438275" y="1343025"/>
                </a:lnTo>
                <a:lnTo>
                  <a:pt x="1438275" y="1323975"/>
                </a:lnTo>
                <a:lnTo>
                  <a:pt x="1447800" y="1323975"/>
                </a:lnTo>
                <a:close/>
                <a:moveTo>
                  <a:pt x="1409700" y="1304925"/>
                </a:moveTo>
                <a:lnTo>
                  <a:pt x="1419225" y="1304925"/>
                </a:lnTo>
                <a:lnTo>
                  <a:pt x="1419225" y="1323975"/>
                </a:lnTo>
                <a:lnTo>
                  <a:pt x="1409700" y="1323975"/>
                </a:lnTo>
                <a:close/>
                <a:moveTo>
                  <a:pt x="333375" y="1314450"/>
                </a:moveTo>
                <a:lnTo>
                  <a:pt x="342900" y="1314450"/>
                </a:lnTo>
                <a:lnTo>
                  <a:pt x="342900" y="1343025"/>
                </a:lnTo>
                <a:lnTo>
                  <a:pt x="323850" y="1343025"/>
                </a:lnTo>
                <a:lnTo>
                  <a:pt x="323850" y="1352550"/>
                </a:lnTo>
                <a:lnTo>
                  <a:pt x="333375" y="1352550"/>
                </a:lnTo>
                <a:lnTo>
                  <a:pt x="333375" y="1362075"/>
                </a:lnTo>
                <a:lnTo>
                  <a:pt x="323850" y="1362075"/>
                </a:lnTo>
                <a:lnTo>
                  <a:pt x="323850" y="1381125"/>
                </a:lnTo>
                <a:lnTo>
                  <a:pt x="314325" y="1381125"/>
                </a:lnTo>
                <a:lnTo>
                  <a:pt x="314325" y="1343025"/>
                </a:lnTo>
                <a:lnTo>
                  <a:pt x="304800" y="1343025"/>
                </a:lnTo>
                <a:lnTo>
                  <a:pt x="304800" y="1333500"/>
                </a:lnTo>
                <a:lnTo>
                  <a:pt x="314325" y="1333500"/>
                </a:lnTo>
                <a:lnTo>
                  <a:pt x="314325" y="1323975"/>
                </a:lnTo>
                <a:lnTo>
                  <a:pt x="333375" y="1323975"/>
                </a:lnTo>
                <a:close/>
                <a:moveTo>
                  <a:pt x="361950" y="1314450"/>
                </a:moveTo>
                <a:lnTo>
                  <a:pt x="371475" y="1314450"/>
                </a:lnTo>
                <a:lnTo>
                  <a:pt x="371475" y="1323975"/>
                </a:lnTo>
                <a:lnTo>
                  <a:pt x="361950" y="1323975"/>
                </a:lnTo>
                <a:close/>
                <a:moveTo>
                  <a:pt x="390525" y="1314450"/>
                </a:moveTo>
                <a:lnTo>
                  <a:pt x="419100" y="1314450"/>
                </a:lnTo>
                <a:lnTo>
                  <a:pt x="419100" y="1323975"/>
                </a:lnTo>
                <a:lnTo>
                  <a:pt x="390525" y="1323975"/>
                </a:lnTo>
                <a:close/>
                <a:moveTo>
                  <a:pt x="1476375" y="1314450"/>
                </a:moveTo>
                <a:lnTo>
                  <a:pt x="1514475" y="1314450"/>
                </a:lnTo>
                <a:lnTo>
                  <a:pt x="1514475" y="1333500"/>
                </a:lnTo>
                <a:lnTo>
                  <a:pt x="1504950" y="1333500"/>
                </a:lnTo>
                <a:lnTo>
                  <a:pt x="1504950" y="1343025"/>
                </a:lnTo>
                <a:lnTo>
                  <a:pt x="1485900" y="1343025"/>
                </a:lnTo>
                <a:lnTo>
                  <a:pt x="1485900" y="1333500"/>
                </a:lnTo>
                <a:lnTo>
                  <a:pt x="1476375" y="1333500"/>
                </a:lnTo>
                <a:close/>
                <a:moveTo>
                  <a:pt x="352425" y="1323975"/>
                </a:moveTo>
                <a:lnTo>
                  <a:pt x="361950" y="1323975"/>
                </a:lnTo>
                <a:lnTo>
                  <a:pt x="361950" y="1333500"/>
                </a:lnTo>
                <a:lnTo>
                  <a:pt x="352425" y="1333500"/>
                </a:lnTo>
                <a:close/>
                <a:moveTo>
                  <a:pt x="1266825" y="1323975"/>
                </a:moveTo>
                <a:lnTo>
                  <a:pt x="1276350" y="1323975"/>
                </a:lnTo>
                <a:lnTo>
                  <a:pt x="1276350" y="1333500"/>
                </a:lnTo>
                <a:lnTo>
                  <a:pt x="1285875" y="1333500"/>
                </a:lnTo>
                <a:lnTo>
                  <a:pt x="1285875" y="1343025"/>
                </a:lnTo>
                <a:lnTo>
                  <a:pt x="1276350" y="1343025"/>
                </a:lnTo>
                <a:lnTo>
                  <a:pt x="1276350" y="1352550"/>
                </a:lnTo>
                <a:lnTo>
                  <a:pt x="1266825" y="1352550"/>
                </a:lnTo>
                <a:lnTo>
                  <a:pt x="1266825" y="1362075"/>
                </a:lnTo>
                <a:lnTo>
                  <a:pt x="1247775" y="1362075"/>
                </a:lnTo>
                <a:lnTo>
                  <a:pt x="1247775" y="1343025"/>
                </a:lnTo>
                <a:lnTo>
                  <a:pt x="1266825" y="1343025"/>
                </a:lnTo>
                <a:close/>
                <a:moveTo>
                  <a:pt x="1619250" y="1323975"/>
                </a:moveTo>
                <a:lnTo>
                  <a:pt x="1628775" y="1323975"/>
                </a:lnTo>
                <a:lnTo>
                  <a:pt x="1628775" y="1314450"/>
                </a:lnTo>
                <a:lnTo>
                  <a:pt x="1619250" y="1314450"/>
                </a:lnTo>
                <a:close/>
                <a:moveTo>
                  <a:pt x="1371600" y="1333500"/>
                </a:moveTo>
                <a:lnTo>
                  <a:pt x="1400175" y="1333500"/>
                </a:lnTo>
                <a:lnTo>
                  <a:pt x="1400175" y="1343025"/>
                </a:lnTo>
                <a:lnTo>
                  <a:pt x="1419225" y="1343025"/>
                </a:lnTo>
                <a:lnTo>
                  <a:pt x="1419225" y="1352550"/>
                </a:lnTo>
                <a:lnTo>
                  <a:pt x="1428750" y="1352550"/>
                </a:lnTo>
                <a:lnTo>
                  <a:pt x="1428750" y="1390650"/>
                </a:lnTo>
                <a:lnTo>
                  <a:pt x="1409700" y="1390650"/>
                </a:lnTo>
                <a:lnTo>
                  <a:pt x="1409700" y="1419225"/>
                </a:lnTo>
                <a:lnTo>
                  <a:pt x="1419225" y="1419225"/>
                </a:lnTo>
                <a:lnTo>
                  <a:pt x="1419225" y="1447800"/>
                </a:lnTo>
                <a:lnTo>
                  <a:pt x="1390650" y="1447800"/>
                </a:lnTo>
                <a:lnTo>
                  <a:pt x="1390650" y="1457325"/>
                </a:lnTo>
                <a:lnTo>
                  <a:pt x="1266825" y="1457325"/>
                </a:lnTo>
                <a:lnTo>
                  <a:pt x="1266825" y="1447800"/>
                </a:lnTo>
                <a:lnTo>
                  <a:pt x="1276350" y="1447800"/>
                </a:lnTo>
                <a:lnTo>
                  <a:pt x="1276350" y="1438275"/>
                </a:lnTo>
                <a:lnTo>
                  <a:pt x="1266825" y="1438275"/>
                </a:lnTo>
                <a:lnTo>
                  <a:pt x="1266825" y="1428750"/>
                </a:lnTo>
                <a:lnTo>
                  <a:pt x="1257300" y="1428750"/>
                </a:lnTo>
                <a:lnTo>
                  <a:pt x="1257300" y="1447800"/>
                </a:lnTo>
                <a:lnTo>
                  <a:pt x="1219200" y="1447800"/>
                </a:lnTo>
                <a:lnTo>
                  <a:pt x="1219200" y="1457325"/>
                </a:lnTo>
                <a:lnTo>
                  <a:pt x="1228725" y="1457325"/>
                </a:lnTo>
                <a:lnTo>
                  <a:pt x="1228725" y="1466850"/>
                </a:lnTo>
                <a:lnTo>
                  <a:pt x="1162050" y="1466850"/>
                </a:lnTo>
                <a:lnTo>
                  <a:pt x="1162050" y="1476375"/>
                </a:lnTo>
                <a:lnTo>
                  <a:pt x="1104900" y="1476375"/>
                </a:lnTo>
                <a:lnTo>
                  <a:pt x="1104900" y="1466850"/>
                </a:lnTo>
                <a:lnTo>
                  <a:pt x="1123950" y="1466850"/>
                </a:lnTo>
                <a:lnTo>
                  <a:pt x="1123950" y="1457325"/>
                </a:lnTo>
                <a:lnTo>
                  <a:pt x="1133475" y="1457325"/>
                </a:lnTo>
                <a:lnTo>
                  <a:pt x="1133475" y="1438275"/>
                </a:lnTo>
                <a:lnTo>
                  <a:pt x="1143000" y="1438275"/>
                </a:lnTo>
                <a:lnTo>
                  <a:pt x="1143000" y="1419225"/>
                </a:lnTo>
                <a:lnTo>
                  <a:pt x="1228725" y="1419225"/>
                </a:lnTo>
                <a:lnTo>
                  <a:pt x="1228725" y="1409700"/>
                </a:lnTo>
                <a:lnTo>
                  <a:pt x="1247775" y="1409700"/>
                </a:lnTo>
                <a:lnTo>
                  <a:pt x="1247775" y="1390650"/>
                </a:lnTo>
                <a:lnTo>
                  <a:pt x="1266825" y="1390650"/>
                </a:lnTo>
                <a:lnTo>
                  <a:pt x="1266825" y="1400175"/>
                </a:lnTo>
                <a:lnTo>
                  <a:pt x="1295400" y="1400175"/>
                </a:lnTo>
                <a:lnTo>
                  <a:pt x="1295400" y="1381125"/>
                </a:lnTo>
                <a:lnTo>
                  <a:pt x="1314450" y="1381125"/>
                </a:lnTo>
                <a:lnTo>
                  <a:pt x="1314450" y="1371600"/>
                </a:lnTo>
                <a:lnTo>
                  <a:pt x="1323975" y="1371600"/>
                </a:lnTo>
                <a:lnTo>
                  <a:pt x="1323975" y="1381125"/>
                </a:lnTo>
                <a:lnTo>
                  <a:pt x="1314450" y="1381125"/>
                </a:lnTo>
                <a:lnTo>
                  <a:pt x="1314450" y="1400175"/>
                </a:lnTo>
                <a:lnTo>
                  <a:pt x="1295400" y="1400175"/>
                </a:lnTo>
                <a:lnTo>
                  <a:pt x="1295400" y="1419225"/>
                </a:lnTo>
                <a:lnTo>
                  <a:pt x="1323975" y="1419225"/>
                </a:lnTo>
                <a:lnTo>
                  <a:pt x="1323975" y="1400175"/>
                </a:lnTo>
                <a:lnTo>
                  <a:pt x="1333500" y="1400175"/>
                </a:lnTo>
                <a:lnTo>
                  <a:pt x="1333500" y="1409700"/>
                </a:lnTo>
                <a:lnTo>
                  <a:pt x="1343025" y="1409700"/>
                </a:lnTo>
                <a:lnTo>
                  <a:pt x="1343025" y="1400175"/>
                </a:lnTo>
                <a:lnTo>
                  <a:pt x="1352550" y="1400175"/>
                </a:lnTo>
                <a:lnTo>
                  <a:pt x="1352550" y="1371600"/>
                </a:lnTo>
                <a:lnTo>
                  <a:pt x="1371600" y="1371600"/>
                </a:lnTo>
                <a:lnTo>
                  <a:pt x="1371600" y="1381125"/>
                </a:lnTo>
                <a:lnTo>
                  <a:pt x="1362075" y="1381125"/>
                </a:lnTo>
                <a:lnTo>
                  <a:pt x="1362075" y="1409700"/>
                </a:lnTo>
                <a:lnTo>
                  <a:pt x="1381125" y="1409700"/>
                </a:lnTo>
                <a:lnTo>
                  <a:pt x="1381125" y="1400175"/>
                </a:lnTo>
                <a:lnTo>
                  <a:pt x="1390650" y="1400175"/>
                </a:lnTo>
                <a:lnTo>
                  <a:pt x="1390650" y="1390650"/>
                </a:lnTo>
                <a:lnTo>
                  <a:pt x="1381125" y="1390650"/>
                </a:lnTo>
                <a:lnTo>
                  <a:pt x="1381125" y="1381125"/>
                </a:lnTo>
                <a:lnTo>
                  <a:pt x="1400175" y="1381125"/>
                </a:lnTo>
                <a:lnTo>
                  <a:pt x="1400175" y="1371600"/>
                </a:lnTo>
                <a:lnTo>
                  <a:pt x="1390650" y="1371600"/>
                </a:lnTo>
                <a:lnTo>
                  <a:pt x="1390650" y="1362075"/>
                </a:lnTo>
                <a:lnTo>
                  <a:pt x="1381125" y="1362075"/>
                </a:lnTo>
                <a:lnTo>
                  <a:pt x="1381125" y="1343025"/>
                </a:lnTo>
                <a:lnTo>
                  <a:pt x="1371600" y="1343025"/>
                </a:lnTo>
                <a:close/>
                <a:moveTo>
                  <a:pt x="276225" y="1352550"/>
                </a:moveTo>
                <a:lnTo>
                  <a:pt x="295275" y="1352550"/>
                </a:lnTo>
                <a:lnTo>
                  <a:pt x="295275" y="1371600"/>
                </a:lnTo>
                <a:lnTo>
                  <a:pt x="285750" y="1371600"/>
                </a:lnTo>
                <a:lnTo>
                  <a:pt x="285750" y="1362075"/>
                </a:lnTo>
                <a:lnTo>
                  <a:pt x="276225" y="1362075"/>
                </a:lnTo>
                <a:close/>
                <a:moveTo>
                  <a:pt x="1495425" y="1352550"/>
                </a:moveTo>
                <a:lnTo>
                  <a:pt x="1504950" y="1352550"/>
                </a:lnTo>
                <a:lnTo>
                  <a:pt x="1504950" y="1362075"/>
                </a:lnTo>
                <a:lnTo>
                  <a:pt x="1533525" y="1362075"/>
                </a:lnTo>
                <a:lnTo>
                  <a:pt x="1533525" y="1381125"/>
                </a:lnTo>
                <a:lnTo>
                  <a:pt x="1543050" y="1381125"/>
                </a:lnTo>
                <a:lnTo>
                  <a:pt x="1543050" y="1390650"/>
                </a:lnTo>
                <a:lnTo>
                  <a:pt x="1552575" y="1390650"/>
                </a:lnTo>
                <a:lnTo>
                  <a:pt x="1552575" y="1409700"/>
                </a:lnTo>
                <a:lnTo>
                  <a:pt x="1543050" y="1409700"/>
                </a:lnTo>
                <a:lnTo>
                  <a:pt x="1543050" y="1419225"/>
                </a:lnTo>
                <a:lnTo>
                  <a:pt x="1533525" y="1419225"/>
                </a:lnTo>
                <a:lnTo>
                  <a:pt x="1533525" y="1428750"/>
                </a:lnTo>
                <a:lnTo>
                  <a:pt x="1543050" y="1428750"/>
                </a:lnTo>
                <a:lnTo>
                  <a:pt x="1543050" y="1438275"/>
                </a:lnTo>
                <a:lnTo>
                  <a:pt x="1514475" y="1438275"/>
                </a:lnTo>
                <a:lnTo>
                  <a:pt x="1514475" y="1428750"/>
                </a:lnTo>
                <a:lnTo>
                  <a:pt x="1524000" y="1428750"/>
                </a:lnTo>
                <a:lnTo>
                  <a:pt x="1524000" y="1419225"/>
                </a:lnTo>
                <a:lnTo>
                  <a:pt x="1514475" y="1419225"/>
                </a:lnTo>
                <a:lnTo>
                  <a:pt x="1514475" y="1409700"/>
                </a:lnTo>
                <a:lnTo>
                  <a:pt x="1504950" y="1409700"/>
                </a:lnTo>
                <a:lnTo>
                  <a:pt x="1504950" y="1400175"/>
                </a:lnTo>
                <a:lnTo>
                  <a:pt x="1495425" y="1400175"/>
                </a:lnTo>
                <a:lnTo>
                  <a:pt x="1495425" y="1381125"/>
                </a:lnTo>
                <a:lnTo>
                  <a:pt x="1485900" y="1381125"/>
                </a:lnTo>
                <a:lnTo>
                  <a:pt x="1485900" y="1371600"/>
                </a:lnTo>
                <a:lnTo>
                  <a:pt x="1466850" y="1371600"/>
                </a:lnTo>
                <a:lnTo>
                  <a:pt x="1466850" y="1381125"/>
                </a:lnTo>
                <a:lnTo>
                  <a:pt x="1476375" y="1381125"/>
                </a:lnTo>
                <a:lnTo>
                  <a:pt x="1476375" y="1390650"/>
                </a:lnTo>
                <a:lnTo>
                  <a:pt x="1447800" y="1390650"/>
                </a:lnTo>
                <a:lnTo>
                  <a:pt x="1447800" y="1381125"/>
                </a:lnTo>
                <a:lnTo>
                  <a:pt x="1457325" y="1381125"/>
                </a:lnTo>
                <a:lnTo>
                  <a:pt x="1457325" y="1362075"/>
                </a:lnTo>
                <a:lnTo>
                  <a:pt x="1485900" y="1362075"/>
                </a:lnTo>
                <a:lnTo>
                  <a:pt x="1485900" y="1371600"/>
                </a:lnTo>
                <a:lnTo>
                  <a:pt x="1495425" y="1371600"/>
                </a:lnTo>
                <a:close/>
                <a:moveTo>
                  <a:pt x="923925" y="1362075"/>
                </a:moveTo>
                <a:lnTo>
                  <a:pt x="933450" y="1362075"/>
                </a:lnTo>
                <a:lnTo>
                  <a:pt x="933450" y="1381125"/>
                </a:lnTo>
                <a:lnTo>
                  <a:pt x="923925" y="1381125"/>
                </a:lnTo>
                <a:close/>
                <a:moveTo>
                  <a:pt x="323850" y="1381125"/>
                </a:moveTo>
                <a:lnTo>
                  <a:pt x="333375" y="1381125"/>
                </a:lnTo>
                <a:lnTo>
                  <a:pt x="333375" y="1390650"/>
                </a:lnTo>
                <a:lnTo>
                  <a:pt x="323850" y="1390650"/>
                </a:lnTo>
                <a:close/>
                <a:moveTo>
                  <a:pt x="1323975" y="1381125"/>
                </a:moveTo>
                <a:lnTo>
                  <a:pt x="1333500" y="1381125"/>
                </a:lnTo>
                <a:lnTo>
                  <a:pt x="1333500" y="1390650"/>
                </a:lnTo>
                <a:lnTo>
                  <a:pt x="1323975" y="1390650"/>
                </a:lnTo>
                <a:close/>
                <a:moveTo>
                  <a:pt x="923925" y="1390650"/>
                </a:moveTo>
                <a:lnTo>
                  <a:pt x="933450" y="1390650"/>
                </a:lnTo>
                <a:lnTo>
                  <a:pt x="933450" y="1400175"/>
                </a:lnTo>
                <a:lnTo>
                  <a:pt x="923925" y="1400175"/>
                </a:lnTo>
                <a:close/>
                <a:moveTo>
                  <a:pt x="1419225" y="1400175"/>
                </a:moveTo>
                <a:lnTo>
                  <a:pt x="1438275" y="1400175"/>
                </a:lnTo>
                <a:lnTo>
                  <a:pt x="1438275" y="1419225"/>
                </a:lnTo>
                <a:lnTo>
                  <a:pt x="1428750" y="1419225"/>
                </a:lnTo>
                <a:lnTo>
                  <a:pt x="1428750" y="1409700"/>
                </a:lnTo>
                <a:lnTo>
                  <a:pt x="1419225" y="1409700"/>
                </a:lnTo>
                <a:close/>
                <a:moveTo>
                  <a:pt x="828675" y="1409700"/>
                </a:moveTo>
                <a:lnTo>
                  <a:pt x="838200" y="1409700"/>
                </a:lnTo>
                <a:lnTo>
                  <a:pt x="838200" y="1428750"/>
                </a:lnTo>
                <a:lnTo>
                  <a:pt x="828675" y="1428750"/>
                </a:lnTo>
                <a:close/>
                <a:moveTo>
                  <a:pt x="904875" y="1409700"/>
                </a:moveTo>
                <a:lnTo>
                  <a:pt x="942975" y="1409700"/>
                </a:lnTo>
                <a:lnTo>
                  <a:pt x="942975" y="1438275"/>
                </a:lnTo>
                <a:lnTo>
                  <a:pt x="933450" y="1438275"/>
                </a:lnTo>
                <a:lnTo>
                  <a:pt x="933450" y="1476375"/>
                </a:lnTo>
                <a:lnTo>
                  <a:pt x="923925" y="1476375"/>
                </a:lnTo>
                <a:lnTo>
                  <a:pt x="923925" y="1447800"/>
                </a:lnTo>
                <a:lnTo>
                  <a:pt x="914400" y="1447800"/>
                </a:lnTo>
                <a:lnTo>
                  <a:pt x="914400" y="1428750"/>
                </a:lnTo>
                <a:lnTo>
                  <a:pt x="904875" y="1428750"/>
                </a:lnTo>
                <a:close/>
                <a:moveTo>
                  <a:pt x="1390650" y="1409700"/>
                </a:moveTo>
                <a:lnTo>
                  <a:pt x="1400175" y="1409700"/>
                </a:lnTo>
                <a:lnTo>
                  <a:pt x="1400175" y="1400175"/>
                </a:lnTo>
                <a:lnTo>
                  <a:pt x="1390650" y="1400175"/>
                </a:lnTo>
                <a:close/>
                <a:moveTo>
                  <a:pt x="1000125" y="1419225"/>
                </a:moveTo>
                <a:lnTo>
                  <a:pt x="1009650" y="1419225"/>
                </a:lnTo>
                <a:lnTo>
                  <a:pt x="1009650" y="1428750"/>
                </a:lnTo>
                <a:lnTo>
                  <a:pt x="1000125" y="1428750"/>
                </a:lnTo>
                <a:close/>
                <a:moveTo>
                  <a:pt x="1609725" y="1419225"/>
                </a:moveTo>
                <a:lnTo>
                  <a:pt x="1619250" y="1419225"/>
                </a:lnTo>
                <a:lnTo>
                  <a:pt x="1619250" y="1428750"/>
                </a:lnTo>
                <a:lnTo>
                  <a:pt x="1609725" y="1428750"/>
                </a:lnTo>
                <a:close/>
                <a:moveTo>
                  <a:pt x="1333500" y="1428750"/>
                </a:moveTo>
                <a:lnTo>
                  <a:pt x="1352550" y="1428750"/>
                </a:lnTo>
                <a:lnTo>
                  <a:pt x="1352550" y="1419225"/>
                </a:lnTo>
                <a:lnTo>
                  <a:pt x="1333500" y="1419225"/>
                </a:lnTo>
                <a:close/>
                <a:moveTo>
                  <a:pt x="1371600" y="1438275"/>
                </a:moveTo>
                <a:lnTo>
                  <a:pt x="1390650" y="1438275"/>
                </a:lnTo>
                <a:lnTo>
                  <a:pt x="1390650" y="1428750"/>
                </a:lnTo>
                <a:lnTo>
                  <a:pt x="1371600" y="1428750"/>
                </a:lnTo>
                <a:close/>
                <a:moveTo>
                  <a:pt x="1428750" y="1438275"/>
                </a:moveTo>
                <a:lnTo>
                  <a:pt x="1457325" y="1438275"/>
                </a:lnTo>
                <a:lnTo>
                  <a:pt x="1457325" y="1447800"/>
                </a:lnTo>
                <a:lnTo>
                  <a:pt x="1428750" y="1447800"/>
                </a:lnTo>
                <a:close/>
                <a:moveTo>
                  <a:pt x="1485900" y="1438275"/>
                </a:moveTo>
                <a:lnTo>
                  <a:pt x="1495425" y="1438275"/>
                </a:lnTo>
                <a:lnTo>
                  <a:pt x="1495425" y="1447800"/>
                </a:lnTo>
                <a:lnTo>
                  <a:pt x="1485900" y="1447800"/>
                </a:lnTo>
                <a:close/>
                <a:moveTo>
                  <a:pt x="428625" y="1447800"/>
                </a:moveTo>
                <a:lnTo>
                  <a:pt x="438150" y="1447800"/>
                </a:lnTo>
                <a:lnTo>
                  <a:pt x="438150" y="1457325"/>
                </a:lnTo>
                <a:lnTo>
                  <a:pt x="428625" y="1457325"/>
                </a:lnTo>
                <a:close/>
                <a:moveTo>
                  <a:pt x="762000" y="1447800"/>
                </a:moveTo>
                <a:lnTo>
                  <a:pt x="790575" y="1447800"/>
                </a:lnTo>
                <a:lnTo>
                  <a:pt x="790575" y="1457325"/>
                </a:lnTo>
                <a:lnTo>
                  <a:pt x="800100" y="1457325"/>
                </a:lnTo>
                <a:lnTo>
                  <a:pt x="800100" y="1447800"/>
                </a:lnTo>
                <a:lnTo>
                  <a:pt x="809625" y="1447800"/>
                </a:lnTo>
                <a:lnTo>
                  <a:pt x="809625" y="1457325"/>
                </a:lnTo>
                <a:lnTo>
                  <a:pt x="819150" y="1457325"/>
                </a:lnTo>
                <a:lnTo>
                  <a:pt x="819150" y="1466850"/>
                </a:lnTo>
                <a:lnTo>
                  <a:pt x="809625" y="1466850"/>
                </a:lnTo>
                <a:lnTo>
                  <a:pt x="809625" y="1476375"/>
                </a:lnTo>
                <a:lnTo>
                  <a:pt x="800100" y="1476375"/>
                </a:lnTo>
                <a:lnTo>
                  <a:pt x="800100" y="1485900"/>
                </a:lnTo>
                <a:lnTo>
                  <a:pt x="781050" y="1485900"/>
                </a:lnTo>
                <a:lnTo>
                  <a:pt x="781050" y="1466850"/>
                </a:lnTo>
                <a:lnTo>
                  <a:pt x="762000" y="1466850"/>
                </a:lnTo>
                <a:close/>
                <a:moveTo>
                  <a:pt x="1333500" y="1447800"/>
                </a:moveTo>
                <a:lnTo>
                  <a:pt x="1343025" y="1447800"/>
                </a:lnTo>
                <a:lnTo>
                  <a:pt x="1343025" y="1438275"/>
                </a:lnTo>
                <a:lnTo>
                  <a:pt x="1333500" y="1438275"/>
                </a:lnTo>
                <a:close/>
                <a:moveTo>
                  <a:pt x="219075" y="1457325"/>
                </a:moveTo>
                <a:lnTo>
                  <a:pt x="228600" y="1457325"/>
                </a:lnTo>
                <a:lnTo>
                  <a:pt x="228600" y="1485900"/>
                </a:lnTo>
                <a:lnTo>
                  <a:pt x="209550" y="1485900"/>
                </a:lnTo>
                <a:lnTo>
                  <a:pt x="209550" y="1466850"/>
                </a:lnTo>
                <a:lnTo>
                  <a:pt x="219075" y="1466850"/>
                </a:lnTo>
                <a:close/>
                <a:moveTo>
                  <a:pt x="685800" y="1457325"/>
                </a:moveTo>
                <a:lnTo>
                  <a:pt x="695325" y="1457325"/>
                </a:lnTo>
                <a:lnTo>
                  <a:pt x="695325" y="1466850"/>
                </a:lnTo>
                <a:lnTo>
                  <a:pt x="733425" y="1466850"/>
                </a:lnTo>
                <a:lnTo>
                  <a:pt x="733425" y="1495425"/>
                </a:lnTo>
                <a:lnTo>
                  <a:pt x="714375" y="1495425"/>
                </a:lnTo>
                <a:lnTo>
                  <a:pt x="714375" y="1485900"/>
                </a:lnTo>
                <a:lnTo>
                  <a:pt x="685800" y="1485900"/>
                </a:lnTo>
                <a:lnTo>
                  <a:pt x="685800" y="1476375"/>
                </a:lnTo>
                <a:lnTo>
                  <a:pt x="676275" y="1476375"/>
                </a:lnTo>
                <a:lnTo>
                  <a:pt x="676275" y="1466850"/>
                </a:lnTo>
                <a:lnTo>
                  <a:pt x="685800" y="1466850"/>
                </a:lnTo>
                <a:close/>
                <a:moveTo>
                  <a:pt x="876300" y="1457325"/>
                </a:moveTo>
                <a:lnTo>
                  <a:pt x="885825" y="1457325"/>
                </a:lnTo>
                <a:lnTo>
                  <a:pt x="885825" y="1466850"/>
                </a:lnTo>
                <a:lnTo>
                  <a:pt x="895350" y="1466850"/>
                </a:lnTo>
                <a:lnTo>
                  <a:pt x="895350" y="1476375"/>
                </a:lnTo>
                <a:lnTo>
                  <a:pt x="866775" y="1476375"/>
                </a:lnTo>
                <a:lnTo>
                  <a:pt x="866775" y="1495425"/>
                </a:lnTo>
                <a:lnTo>
                  <a:pt x="838200" y="1495425"/>
                </a:lnTo>
                <a:lnTo>
                  <a:pt x="838200" y="1476375"/>
                </a:lnTo>
                <a:lnTo>
                  <a:pt x="857250" y="1476375"/>
                </a:lnTo>
                <a:lnTo>
                  <a:pt x="857250" y="1466850"/>
                </a:lnTo>
                <a:lnTo>
                  <a:pt x="876300" y="1466850"/>
                </a:lnTo>
                <a:close/>
                <a:moveTo>
                  <a:pt x="1190625" y="1457325"/>
                </a:moveTo>
                <a:lnTo>
                  <a:pt x="1200150" y="1457325"/>
                </a:lnTo>
                <a:lnTo>
                  <a:pt x="1200150" y="1447800"/>
                </a:lnTo>
                <a:lnTo>
                  <a:pt x="1190625" y="1447800"/>
                </a:lnTo>
                <a:close/>
                <a:moveTo>
                  <a:pt x="1247775" y="1457325"/>
                </a:moveTo>
                <a:lnTo>
                  <a:pt x="1266825" y="1457325"/>
                </a:lnTo>
                <a:lnTo>
                  <a:pt x="1266825" y="1466850"/>
                </a:lnTo>
                <a:lnTo>
                  <a:pt x="1247775" y="1466850"/>
                </a:lnTo>
                <a:close/>
                <a:moveTo>
                  <a:pt x="561975" y="1466850"/>
                </a:moveTo>
                <a:lnTo>
                  <a:pt x="581025" y="1466850"/>
                </a:lnTo>
                <a:lnTo>
                  <a:pt x="581025" y="1476375"/>
                </a:lnTo>
                <a:lnTo>
                  <a:pt x="590550" y="1476375"/>
                </a:lnTo>
                <a:lnTo>
                  <a:pt x="590550" y="1495425"/>
                </a:lnTo>
                <a:lnTo>
                  <a:pt x="552450" y="1495425"/>
                </a:lnTo>
                <a:lnTo>
                  <a:pt x="552450" y="1524000"/>
                </a:lnTo>
                <a:lnTo>
                  <a:pt x="495300" y="1524000"/>
                </a:lnTo>
                <a:lnTo>
                  <a:pt x="495300" y="1533525"/>
                </a:lnTo>
                <a:lnTo>
                  <a:pt x="476250" y="1533525"/>
                </a:lnTo>
                <a:lnTo>
                  <a:pt x="476250" y="1524000"/>
                </a:lnTo>
                <a:lnTo>
                  <a:pt x="485775" y="1524000"/>
                </a:lnTo>
                <a:lnTo>
                  <a:pt x="485775" y="1495425"/>
                </a:lnTo>
                <a:lnTo>
                  <a:pt x="504825" y="1495425"/>
                </a:lnTo>
                <a:lnTo>
                  <a:pt x="504825" y="1485900"/>
                </a:lnTo>
                <a:lnTo>
                  <a:pt x="514350" y="1485900"/>
                </a:lnTo>
                <a:lnTo>
                  <a:pt x="514350" y="1476375"/>
                </a:lnTo>
                <a:lnTo>
                  <a:pt x="561975" y="1476375"/>
                </a:lnTo>
                <a:close/>
                <a:moveTo>
                  <a:pt x="1143000" y="1466850"/>
                </a:moveTo>
                <a:lnTo>
                  <a:pt x="1152525" y="1466850"/>
                </a:lnTo>
                <a:lnTo>
                  <a:pt x="1152525" y="1447800"/>
                </a:lnTo>
                <a:lnTo>
                  <a:pt x="1143000" y="1447800"/>
                </a:lnTo>
                <a:close/>
                <a:moveTo>
                  <a:pt x="1495425" y="1495425"/>
                </a:moveTo>
                <a:lnTo>
                  <a:pt x="1514475" y="1495425"/>
                </a:lnTo>
                <a:lnTo>
                  <a:pt x="1514475" y="1504950"/>
                </a:lnTo>
                <a:lnTo>
                  <a:pt x="1504950" y="1504950"/>
                </a:lnTo>
                <a:lnTo>
                  <a:pt x="1504950" y="1514475"/>
                </a:lnTo>
                <a:lnTo>
                  <a:pt x="1514475" y="1514475"/>
                </a:lnTo>
                <a:lnTo>
                  <a:pt x="1514475" y="1533525"/>
                </a:lnTo>
                <a:lnTo>
                  <a:pt x="1495425" y="1533525"/>
                </a:lnTo>
                <a:lnTo>
                  <a:pt x="1495425" y="1514475"/>
                </a:lnTo>
                <a:lnTo>
                  <a:pt x="1485900" y="1514475"/>
                </a:lnTo>
                <a:lnTo>
                  <a:pt x="1485900" y="1543050"/>
                </a:lnTo>
                <a:lnTo>
                  <a:pt x="1476375" y="1543050"/>
                </a:lnTo>
                <a:lnTo>
                  <a:pt x="1476375" y="1504950"/>
                </a:lnTo>
                <a:lnTo>
                  <a:pt x="1495425" y="1504950"/>
                </a:lnTo>
                <a:close/>
                <a:moveTo>
                  <a:pt x="1552575" y="1495425"/>
                </a:moveTo>
                <a:lnTo>
                  <a:pt x="1657350" y="1495425"/>
                </a:lnTo>
                <a:lnTo>
                  <a:pt x="1657350" y="1524000"/>
                </a:lnTo>
                <a:lnTo>
                  <a:pt x="1676400" y="1524000"/>
                </a:lnTo>
                <a:lnTo>
                  <a:pt x="1676400" y="1533525"/>
                </a:lnTo>
                <a:lnTo>
                  <a:pt x="1657350" y="1533525"/>
                </a:lnTo>
                <a:lnTo>
                  <a:pt x="1657350" y="1552575"/>
                </a:lnTo>
                <a:lnTo>
                  <a:pt x="1676400" y="1552575"/>
                </a:lnTo>
                <a:lnTo>
                  <a:pt x="1676400" y="1609725"/>
                </a:lnTo>
                <a:lnTo>
                  <a:pt x="1685925" y="1609725"/>
                </a:lnTo>
                <a:lnTo>
                  <a:pt x="1685925" y="1628775"/>
                </a:lnTo>
                <a:lnTo>
                  <a:pt x="1676400" y="1628775"/>
                </a:lnTo>
                <a:lnTo>
                  <a:pt x="1676400" y="1638300"/>
                </a:lnTo>
                <a:lnTo>
                  <a:pt x="1657350" y="1638300"/>
                </a:lnTo>
                <a:lnTo>
                  <a:pt x="1657350" y="1619250"/>
                </a:lnTo>
                <a:lnTo>
                  <a:pt x="1647825" y="1619250"/>
                </a:lnTo>
                <a:lnTo>
                  <a:pt x="1647825" y="1600200"/>
                </a:lnTo>
                <a:lnTo>
                  <a:pt x="1628775" y="1600200"/>
                </a:lnTo>
                <a:lnTo>
                  <a:pt x="1628775" y="1590675"/>
                </a:lnTo>
                <a:lnTo>
                  <a:pt x="1619250" y="1590675"/>
                </a:lnTo>
                <a:lnTo>
                  <a:pt x="1619250" y="1600200"/>
                </a:lnTo>
                <a:lnTo>
                  <a:pt x="1600200" y="1600200"/>
                </a:lnTo>
                <a:lnTo>
                  <a:pt x="1600200" y="1619250"/>
                </a:lnTo>
                <a:lnTo>
                  <a:pt x="1590675" y="1619250"/>
                </a:lnTo>
                <a:lnTo>
                  <a:pt x="1590675" y="1628775"/>
                </a:lnTo>
                <a:lnTo>
                  <a:pt x="1571625" y="1628775"/>
                </a:lnTo>
                <a:lnTo>
                  <a:pt x="1571625" y="1609725"/>
                </a:lnTo>
                <a:lnTo>
                  <a:pt x="1562100" y="1609725"/>
                </a:lnTo>
                <a:lnTo>
                  <a:pt x="1562100" y="1590675"/>
                </a:lnTo>
                <a:lnTo>
                  <a:pt x="1571625" y="1590675"/>
                </a:lnTo>
                <a:lnTo>
                  <a:pt x="1571625" y="1571625"/>
                </a:lnTo>
                <a:lnTo>
                  <a:pt x="1581150" y="1571625"/>
                </a:lnTo>
                <a:lnTo>
                  <a:pt x="1581150" y="1552575"/>
                </a:lnTo>
                <a:lnTo>
                  <a:pt x="1571625" y="1552575"/>
                </a:lnTo>
                <a:lnTo>
                  <a:pt x="1571625" y="1543050"/>
                </a:lnTo>
                <a:lnTo>
                  <a:pt x="1590675" y="1543050"/>
                </a:lnTo>
                <a:lnTo>
                  <a:pt x="1590675" y="1533525"/>
                </a:lnTo>
                <a:lnTo>
                  <a:pt x="1571625" y="1533525"/>
                </a:lnTo>
                <a:lnTo>
                  <a:pt x="1571625" y="1524000"/>
                </a:lnTo>
                <a:lnTo>
                  <a:pt x="1562100" y="1524000"/>
                </a:lnTo>
                <a:lnTo>
                  <a:pt x="1562100" y="1543050"/>
                </a:lnTo>
                <a:lnTo>
                  <a:pt x="1543050" y="1543050"/>
                </a:lnTo>
                <a:lnTo>
                  <a:pt x="1543050" y="1562100"/>
                </a:lnTo>
                <a:lnTo>
                  <a:pt x="1524000" y="1562100"/>
                </a:lnTo>
                <a:lnTo>
                  <a:pt x="1524000" y="1571625"/>
                </a:lnTo>
                <a:lnTo>
                  <a:pt x="1514475" y="1571625"/>
                </a:lnTo>
                <a:lnTo>
                  <a:pt x="1514475" y="1581150"/>
                </a:lnTo>
                <a:lnTo>
                  <a:pt x="1504950" y="1581150"/>
                </a:lnTo>
                <a:lnTo>
                  <a:pt x="1504950" y="1590675"/>
                </a:lnTo>
                <a:lnTo>
                  <a:pt x="1514475" y="1590675"/>
                </a:lnTo>
                <a:lnTo>
                  <a:pt x="1514475" y="1600200"/>
                </a:lnTo>
                <a:lnTo>
                  <a:pt x="1524000" y="1600200"/>
                </a:lnTo>
                <a:lnTo>
                  <a:pt x="1524000" y="1609725"/>
                </a:lnTo>
                <a:lnTo>
                  <a:pt x="1504950" y="1609725"/>
                </a:lnTo>
                <a:lnTo>
                  <a:pt x="1504950" y="1600200"/>
                </a:lnTo>
                <a:lnTo>
                  <a:pt x="1495425" y="1600200"/>
                </a:lnTo>
                <a:lnTo>
                  <a:pt x="1495425" y="1571625"/>
                </a:lnTo>
                <a:lnTo>
                  <a:pt x="1476375" y="1571625"/>
                </a:lnTo>
                <a:lnTo>
                  <a:pt x="1476375" y="1562100"/>
                </a:lnTo>
                <a:lnTo>
                  <a:pt x="1485900" y="1562100"/>
                </a:lnTo>
                <a:lnTo>
                  <a:pt x="1485900" y="1552575"/>
                </a:lnTo>
                <a:lnTo>
                  <a:pt x="1495425" y="1552575"/>
                </a:lnTo>
                <a:lnTo>
                  <a:pt x="1495425" y="1543050"/>
                </a:lnTo>
                <a:lnTo>
                  <a:pt x="1504950" y="1543050"/>
                </a:lnTo>
                <a:lnTo>
                  <a:pt x="1504950" y="1552575"/>
                </a:lnTo>
                <a:lnTo>
                  <a:pt x="1514475" y="1552575"/>
                </a:lnTo>
                <a:lnTo>
                  <a:pt x="1514475" y="1533525"/>
                </a:lnTo>
                <a:lnTo>
                  <a:pt x="1524000" y="1533525"/>
                </a:lnTo>
                <a:lnTo>
                  <a:pt x="1524000" y="1524000"/>
                </a:lnTo>
                <a:lnTo>
                  <a:pt x="1552575" y="1524000"/>
                </a:lnTo>
                <a:lnTo>
                  <a:pt x="1552575" y="1514475"/>
                </a:lnTo>
                <a:lnTo>
                  <a:pt x="1562100" y="1514475"/>
                </a:lnTo>
                <a:lnTo>
                  <a:pt x="1562100" y="1504950"/>
                </a:lnTo>
                <a:lnTo>
                  <a:pt x="1552575" y="1504950"/>
                </a:lnTo>
                <a:close/>
                <a:moveTo>
                  <a:pt x="333375" y="1504950"/>
                </a:moveTo>
                <a:lnTo>
                  <a:pt x="342900" y="1504950"/>
                </a:lnTo>
                <a:lnTo>
                  <a:pt x="342900" y="1514475"/>
                </a:lnTo>
                <a:lnTo>
                  <a:pt x="333375" y="1514475"/>
                </a:lnTo>
                <a:close/>
                <a:moveTo>
                  <a:pt x="428625" y="1504950"/>
                </a:moveTo>
                <a:lnTo>
                  <a:pt x="438150" y="1504950"/>
                </a:lnTo>
                <a:lnTo>
                  <a:pt x="438150" y="1514475"/>
                </a:lnTo>
                <a:lnTo>
                  <a:pt x="447675" y="1514475"/>
                </a:lnTo>
                <a:lnTo>
                  <a:pt x="447675" y="1524000"/>
                </a:lnTo>
                <a:lnTo>
                  <a:pt x="428625" y="1524000"/>
                </a:lnTo>
                <a:close/>
                <a:moveTo>
                  <a:pt x="657225" y="1504950"/>
                </a:moveTo>
                <a:lnTo>
                  <a:pt x="666750" y="1504950"/>
                </a:lnTo>
                <a:lnTo>
                  <a:pt x="666750" y="1514475"/>
                </a:lnTo>
                <a:lnTo>
                  <a:pt x="657225" y="1514475"/>
                </a:lnTo>
                <a:close/>
                <a:moveTo>
                  <a:pt x="714375" y="1504950"/>
                </a:moveTo>
                <a:lnTo>
                  <a:pt x="723900" y="1504950"/>
                </a:lnTo>
                <a:lnTo>
                  <a:pt x="723900" y="1514475"/>
                </a:lnTo>
                <a:lnTo>
                  <a:pt x="714375" y="1514475"/>
                </a:lnTo>
                <a:close/>
                <a:moveTo>
                  <a:pt x="1400175" y="1504950"/>
                </a:moveTo>
                <a:lnTo>
                  <a:pt x="1409700" y="1504950"/>
                </a:lnTo>
                <a:lnTo>
                  <a:pt x="1409700" y="1514475"/>
                </a:lnTo>
                <a:lnTo>
                  <a:pt x="1400175" y="1514475"/>
                </a:lnTo>
                <a:close/>
                <a:moveTo>
                  <a:pt x="209550" y="1514475"/>
                </a:moveTo>
                <a:lnTo>
                  <a:pt x="228600" y="1514475"/>
                </a:lnTo>
                <a:lnTo>
                  <a:pt x="228600" y="1524000"/>
                </a:lnTo>
                <a:lnTo>
                  <a:pt x="209550" y="1524000"/>
                </a:lnTo>
                <a:close/>
                <a:moveTo>
                  <a:pt x="619125" y="1514475"/>
                </a:moveTo>
                <a:lnTo>
                  <a:pt x="628650" y="1514475"/>
                </a:lnTo>
                <a:lnTo>
                  <a:pt x="628650" y="1524000"/>
                </a:lnTo>
                <a:lnTo>
                  <a:pt x="619125" y="1524000"/>
                </a:lnTo>
                <a:close/>
                <a:moveTo>
                  <a:pt x="1276350" y="1514475"/>
                </a:moveTo>
                <a:lnTo>
                  <a:pt x="1333500" y="1514475"/>
                </a:lnTo>
                <a:lnTo>
                  <a:pt x="1333500" y="1524000"/>
                </a:lnTo>
                <a:lnTo>
                  <a:pt x="1323975" y="1524000"/>
                </a:lnTo>
                <a:lnTo>
                  <a:pt x="1323975" y="1533525"/>
                </a:lnTo>
                <a:lnTo>
                  <a:pt x="1304925" y="1533525"/>
                </a:lnTo>
                <a:lnTo>
                  <a:pt x="1304925" y="1524000"/>
                </a:lnTo>
                <a:lnTo>
                  <a:pt x="1276350" y="1524000"/>
                </a:lnTo>
                <a:close/>
                <a:moveTo>
                  <a:pt x="1362075" y="1514475"/>
                </a:moveTo>
                <a:lnTo>
                  <a:pt x="1400175" y="1514475"/>
                </a:lnTo>
                <a:lnTo>
                  <a:pt x="1400175" y="1524000"/>
                </a:lnTo>
                <a:lnTo>
                  <a:pt x="1381125" y="1524000"/>
                </a:lnTo>
                <a:lnTo>
                  <a:pt x="1381125" y="1543050"/>
                </a:lnTo>
                <a:lnTo>
                  <a:pt x="1371600" y="1543050"/>
                </a:lnTo>
                <a:lnTo>
                  <a:pt x="1371600" y="1562100"/>
                </a:lnTo>
                <a:lnTo>
                  <a:pt x="1352550" y="1562100"/>
                </a:lnTo>
                <a:lnTo>
                  <a:pt x="1352550" y="1543050"/>
                </a:lnTo>
                <a:lnTo>
                  <a:pt x="1362075" y="1543050"/>
                </a:lnTo>
                <a:lnTo>
                  <a:pt x="1362075" y="1533525"/>
                </a:lnTo>
                <a:lnTo>
                  <a:pt x="1371600" y="1533525"/>
                </a:lnTo>
                <a:lnTo>
                  <a:pt x="1371600" y="1524000"/>
                </a:lnTo>
                <a:lnTo>
                  <a:pt x="1362075" y="1524000"/>
                </a:lnTo>
                <a:close/>
                <a:moveTo>
                  <a:pt x="1152525" y="1524000"/>
                </a:moveTo>
                <a:lnTo>
                  <a:pt x="1171575" y="1524000"/>
                </a:lnTo>
                <a:lnTo>
                  <a:pt x="1171575" y="1533525"/>
                </a:lnTo>
                <a:lnTo>
                  <a:pt x="1152525" y="1533525"/>
                </a:lnTo>
                <a:close/>
                <a:moveTo>
                  <a:pt x="1181100" y="1524000"/>
                </a:moveTo>
                <a:lnTo>
                  <a:pt x="1247775" y="1524000"/>
                </a:lnTo>
                <a:lnTo>
                  <a:pt x="1247775" y="1533525"/>
                </a:lnTo>
                <a:lnTo>
                  <a:pt x="1181100" y="1533525"/>
                </a:lnTo>
                <a:close/>
                <a:moveTo>
                  <a:pt x="1590675" y="1524000"/>
                </a:moveTo>
                <a:lnTo>
                  <a:pt x="1600200" y="1524000"/>
                </a:lnTo>
                <a:lnTo>
                  <a:pt x="1600200" y="1514475"/>
                </a:lnTo>
                <a:lnTo>
                  <a:pt x="1590675" y="1514475"/>
                </a:lnTo>
                <a:close/>
                <a:moveTo>
                  <a:pt x="1057275" y="1533525"/>
                </a:moveTo>
                <a:lnTo>
                  <a:pt x="1066800" y="1533525"/>
                </a:lnTo>
                <a:lnTo>
                  <a:pt x="1066800" y="1543050"/>
                </a:lnTo>
                <a:lnTo>
                  <a:pt x="1076325" y="1543050"/>
                </a:lnTo>
                <a:lnTo>
                  <a:pt x="1076325" y="1533525"/>
                </a:lnTo>
                <a:lnTo>
                  <a:pt x="1152525" y="1533525"/>
                </a:lnTo>
                <a:lnTo>
                  <a:pt x="1152525" y="1543050"/>
                </a:lnTo>
                <a:lnTo>
                  <a:pt x="1143000" y="1543050"/>
                </a:lnTo>
                <a:lnTo>
                  <a:pt x="1143000" y="1552575"/>
                </a:lnTo>
                <a:lnTo>
                  <a:pt x="1152525" y="1552575"/>
                </a:lnTo>
                <a:lnTo>
                  <a:pt x="1152525" y="1562100"/>
                </a:lnTo>
                <a:lnTo>
                  <a:pt x="1133475" y="1562100"/>
                </a:lnTo>
                <a:lnTo>
                  <a:pt x="1133475" y="1571625"/>
                </a:lnTo>
                <a:lnTo>
                  <a:pt x="1123950" y="1571625"/>
                </a:lnTo>
                <a:lnTo>
                  <a:pt x="1123950" y="1562100"/>
                </a:lnTo>
                <a:lnTo>
                  <a:pt x="1104900" y="1562100"/>
                </a:lnTo>
                <a:lnTo>
                  <a:pt x="1104900" y="1571625"/>
                </a:lnTo>
                <a:lnTo>
                  <a:pt x="1085850" y="1571625"/>
                </a:lnTo>
                <a:lnTo>
                  <a:pt x="1085850" y="1581150"/>
                </a:lnTo>
                <a:lnTo>
                  <a:pt x="1076325" y="1581150"/>
                </a:lnTo>
                <a:lnTo>
                  <a:pt x="1076325" y="1571625"/>
                </a:lnTo>
                <a:lnTo>
                  <a:pt x="1066800" y="1571625"/>
                </a:lnTo>
                <a:lnTo>
                  <a:pt x="1066800" y="1552575"/>
                </a:lnTo>
                <a:lnTo>
                  <a:pt x="1038225" y="1552575"/>
                </a:lnTo>
                <a:lnTo>
                  <a:pt x="1038225" y="1543050"/>
                </a:lnTo>
                <a:lnTo>
                  <a:pt x="1057275" y="1543050"/>
                </a:lnTo>
                <a:close/>
                <a:moveTo>
                  <a:pt x="1419225" y="1533525"/>
                </a:moveTo>
                <a:lnTo>
                  <a:pt x="1428750" y="1533525"/>
                </a:lnTo>
                <a:lnTo>
                  <a:pt x="1428750" y="1543050"/>
                </a:lnTo>
                <a:lnTo>
                  <a:pt x="1419225" y="1543050"/>
                </a:lnTo>
                <a:close/>
                <a:moveTo>
                  <a:pt x="1276350" y="1543050"/>
                </a:moveTo>
                <a:lnTo>
                  <a:pt x="1295400" y="1543050"/>
                </a:lnTo>
                <a:lnTo>
                  <a:pt x="1295400" y="1562100"/>
                </a:lnTo>
                <a:lnTo>
                  <a:pt x="1285875" y="1562100"/>
                </a:lnTo>
                <a:lnTo>
                  <a:pt x="1285875" y="1571625"/>
                </a:lnTo>
                <a:lnTo>
                  <a:pt x="1266825" y="1571625"/>
                </a:lnTo>
                <a:lnTo>
                  <a:pt x="1266825" y="1581150"/>
                </a:lnTo>
                <a:lnTo>
                  <a:pt x="1257300" y="1581150"/>
                </a:lnTo>
                <a:lnTo>
                  <a:pt x="1257300" y="1590675"/>
                </a:lnTo>
                <a:lnTo>
                  <a:pt x="1228725" y="1590675"/>
                </a:lnTo>
                <a:lnTo>
                  <a:pt x="1228725" y="1581150"/>
                </a:lnTo>
                <a:lnTo>
                  <a:pt x="1219200" y="1581150"/>
                </a:lnTo>
                <a:lnTo>
                  <a:pt x="1219200" y="1571625"/>
                </a:lnTo>
                <a:lnTo>
                  <a:pt x="1238250" y="1571625"/>
                </a:lnTo>
                <a:lnTo>
                  <a:pt x="1238250" y="1562100"/>
                </a:lnTo>
                <a:lnTo>
                  <a:pt x="1266825" y="1562100"/>
                </a:lnTo>
                <a:lnTo>
                  <a:pt x="1266825" y="1552575"/>
                </a:lnTo>
                <a:lnTo>
                  <a:pt x="1276350" y="1552575"/>
                </a:lnTo>
                <a:close/>
                <a:moveTo>
                  <a:pt x="1400175" y="1543050"/>
                </a:moveTo>
                <a:lnTo>
                  <a:pt x="1409700" y="1543050"/>
                </a:lnTo>
                <a:lnTo>
                  <a:pt x="1409700" y="1552575"/>
                </a:lnTo>
                <a:lnTo>
                  <a:pt x="1419225" y="1552575"/>
                </a:lnTo>
                <a:lnTo>
                  <a:pt x="1419225" y="1562100"/>
                </a:lnTo>
                <a:lnTo>
                  <a:pt x="1409700" y="1562100"/>
                </a:lnTo>
                <a:lnTo>
                  <a:pt x="1409700" y="1571625"/>
                </a:lnTo>
                <a:lnTo>
                  <a:pt x="1419225" y="1571625"/>
                </a:lnTo>
                <a:lnTo>
                  <a:pt x="1419225" y="1581150"/>
                </a:lnTo>
                <a:lnTo>
                  <a:pt x="1428750" y="1581150"/>
                </a:lnTo>
                <a:lnTo>
                  <a:pt x="1428750" y="1571625"/>
                </a:lnTo>
                <a:lnTo>
                  <a:pt x="1438275" y="1571625"/>
                </a:lnTo>
                <a:lnTo>
                  <a:pt x="1438275" y="1590675"/>
                </a:lnTo>
                <a:lnTo>
                  <a:pt x="1428750" y="1590675"/>
                </a:lnTo>
                <a:lnTo>
                  <a:pt x="1428750" y="1609725"/>
                </a:lnTo>
                <a:lnTo>
                  <a:pt x="1409700" y="1609725"/>
                </a:lnTo>
                <a:lnTo>
                  <a:pt x="1409700" y="1590675"/>
                </a:lnTo>
                <a:lnTo>
                  <a:pt x="1390650" y="1590675"/>
                </a:lnTo>
                <a:lnTo>
                  <a:pt x="1390650" y="1581150"/>
                </a:lnTo>
                <a:lnTo>
                  <a:pt x="1400175" y="1581150"/>
                </a:lnTo>
                <a:close/>
                <a:moveTo>
                  <a:pt x="819150" y="1552575"/>
                </a:moveTo>
                <a:lnTo>
                  <a:pt x="828675" y="1552575"/>
                </a:lnTo>
                <a:lnTo>
                  <a:pt x="828675" y="1562100"/>
                </a:lnTo>
                <a:lnTo>
                  <a:pt x="819150" y="1562100"/>
                </a:lnTo>
                <a:close/>
                <a:moveTo>
                  <a:pt x="857250" y="1552575"/>
                </a:moveTo>
                <a:lnTo>
                  <a:pt x="885825" y="1552575"/>
                </a:lnTo>
                <a:lnTo>
                  <a:pt x="885825" y="1562100"/>
                </a:lnTo>
                <a:lnTo>
                  <a:pt x="866775" y="1562100"/>
                </a:lnTo>
                <a:lnTo>
                  <a:pt x="866775" y="1600200"/>
                </a:lnTo>
                <a:lnTo>
                  <a:pt x="857250" y="1600200"/>
                </a:lnTo>
                <a:lnTo>
                  <a:pt x="857250" y="1590675"/>
                </a:lnTo>
                <a:lnTo>
                  <a:pt x="847725" y="1590675"/>
                </a:lnTo>
                <a:lnTo>
                  <a:pt x="847725" y="1581150"/>
                </a:lnTo>
                <a:lnTo>
                  <a:pt x="838200" y="1581150"/>
                </a:lnTo>
                <a:lnTo>
                  <a:pt x="838200" y="1590675"/>
                </a:lnTo>
                <a:lnTo>
                  <a:pt x="819150" y="1590675"/>
                </a:lnTo>
                <a:lnTo>
                  <a:pt x="819150" y="1600200"/>
                </a:lnTo>
                <a:lnTo>
                  <a:pt x="809625" y="1600200"/>
                </a:lnTo>
                <a:lnTo>
                  <a:pt x="809625" y="1571625"/>
                </a:lnTo>
                <a:lnTo>
                  <a:pt x="828675" y="1571625"/>
                </a:lnTo>
                <a:lnTo>
                  <a:pt x="828675" y="1562100"/>
                </a:lnTo>
                <a:lnTo>
                  <a:pt x="857250" y="1562100"/>
                </a:lnTo>
                <a:close/>
                <a:moveTo>
                  <a:pt x="1028700" y="1552575"/>
                </a:moveTo>
                <a:lnTo>
                  <a:pt x="1038225" y="1552575"/>
                </a:lnTo>
                <a:lnTo>
                  <a:pt x="1038225" y="1562100"/>
                </a:lnTo>
                <a:lnTo>
                  <a:pt x="1028700" y="1562100"/>
                </a:lnTo>
                <a:close/>
                <a:moveTo>
                  <a:pt x="714375" y="1562100"/>
                </a:moveTo>
                <a:lnTo>
                  <a:pt x="723900" y="1562100"/>
                </a:lnTo>
                <a:lnTo>
                  <a:pt x="723900" y="1571625"/>
                </a:lnTo>
                <a:lnTo>
                  <a:pt x="714375" y="1571625"/>
                </a:lnTo>
                <a:close/>
                <a:moveTo>
                  <a:pt x="752475" y="1562100"/>
                </a:moveTo>
                <a:lnTo>
                  <a:pt x="762000" y="1562100"/>
                </a:lnTo>
                <a:lnTo>
                  <a:pt x="762000" y="1571625"/>
                </a:lnTo>
                <a:lnTo>
                  <a:pt x="752475" y="1571625"/>
                </a:lnTo>
                <a:close/>
                <a:moveTo>
                  <a:pt x="1447800" y="1562100"/>
                </a:moveTo>
                <a:lnTo>
                  <a:pt x="1457325" y="1562100"/>
                </a:lnTo>
                <a:lnTo>
                  <a:pt x="1457325" y="1571625"/>
                </a:lnTo>
                <a:lnTo>
                  <a:pt x="1476375" y="1571625"/>
                </a:lnTo>
                <a:lnTo>
                  <a:pt x="1476375" y="1590675"/>
                </a:lnTo>
                <a:lnTo>
                  <a:pt x="1447800" y="1590675"/>
                </a:lnTo>
                <a:close/>
                <a:moveTo>
                  <a:pt x="590550" y="1571625"/>
                </a:moveTo>
                <a:lnTo>
                  <a:pt x="609600" y="1571625"/>
                </a:lnTo>
                <a:lnTo>
                  <a:pt x="609600" y="1581150"/>
                </a:lnTo>
                <a:lnTo>
                  <a:pt x="590550" y="1581150"/>
                </a:lnTo>
                <a:close/>
                <a:moveTo>
                  <a:pt x="1019175" y="1571625"/>
                </a:moveTo>
                <a:lnTo>
                  <a:pt x="1028700" y="1571625"/>
                </a:lnTo>
                <a:lnTo>
                  <a:pt x="1028700" y="1581150"/>
                </a:lnTo>
                <a:lnTo>
                  <a:pt x="1038225" y="1581150"/>
                </a:lnTo>
                <a:lnTo>
                  <a:pt x="1038225" y="1609725"/>
                </a:lnTo>
                <a:lnTo>
                  <a:pt x="1028700" y="1609725"/>
                </a:lnTo>
                <a:lnTo>
                  <a:pt x="1028700" y="1676400"/>
                </a:lnTo>
                <a:lnTo>
                  <a:pt x="1019175" y="1676400"/>
                </a:lnTo>
                <a:close/>
                <a:moveTo>
                  <a:pt x="1171575" y="1571625"/>
                </a:moveTo>
                <a:lnTo>
                  <a:pt x="1181100" y="1571625"/>
                </a:lnTo>
                <a:lnTo>
                  <a:pt x="1181100" y="1581150"/>
                </a:lnTo>
                <a:lnTo>
                  <a:pt x="1171575" y="1581150"/>
                </a:lnTo>
                <a:close/>
                <a:moveTo>
                  <a:pt x="476250" y="1581150"/>
                </a:moveTo>
                <a:lnTo>
                  <a:pt x="504825" y="1581150"/>
                </a:lnTo>
                <a:lnTo>
                  <a:pt x="504825" y="1590675"/>
                </a:lnTo>
                <a:lnTo>
                  <a:pt x="495300" y="1590675"/>
                </a:lnTo>
                <a:lnTo>
                  <a:pt x="495300" y="1600200"/>
                </a:lnTo>
                <a:lnTo>
                  <a:pt x="485775" y="1600200"/>
                </a:lnTo>
                <a:lnTo>
                  <a:pt x="485775" y="1619250"/>
                </a:lnTo>
                <a:lnTo>
                  <a:pt x="476250" y="1619250"/>
                </a:lnTo>
                <a:lnTo>
                  <a:pt x="476250" y="1628775"/>
                </a:lnTo>
                <a:lnTo>
                  <a:pt x="428625" y="1628775"/>
                </a:lnTo>
                <a:lnTo>
                  <a:pt x="428625" y="1590675"/>
                </a:lnTo>
                <a:lnTo>
                  <a:pt x="476250" y="1590675"/>
                </a:lnTo>
                <a:close/>
                <a:moveTo>
                  <a:pt x="933450" y="1581150"/>
                </a:moveTo>
                <a:lnTo>
                  <a:pt x="942975" y="1581150"/>
                </a:lnTo>
                <a:lnTo>
                  <a:pt x="942975" y="1590675"/>
                </a:lnTo>
                <a:lnTo>
                  <a:pt x="952500" y="1590675"/>
                </a:lnTo>
                <a:lnTo>
                  <a:pt x="952500" y="1647825"/>
                </a:lnTo>
                <a:lnTo>
                  <a:pt x="933450" y="1647825"/>
                </a:lnTo>
                <a:lnTo>
                  <a:pt x="933450" y="1657350"/>
                </a:lnTo>
                <a:lnTo>
                  <a:pt x="914400" y="1657350"/>
                </a:lnTo>
                <a:lnTo>
                  <a:pt x="914400" y="1676400"/>
                </a:lnTo>
                <a:lnTo>
                  <a:pt x="904875" y="1676400"/>
                </a:lnTo>
                <a:lnTo>
                  <a:pt x="904875" y="1657350"/>
                </a:lnTo>
                <a:lnTo>
                  <a:pt x="895350" y="1657350"/>
                </a:lnTo>
                <a:lnTo>
                  <a:pt x="895350" y="1666875"/>
                </a:lnTo>
                <a:lnTo>
                  <a:pt x="885825" y="1666875"/>
                </a:lnTo>
                <a:lnTo>
                  <a:pt x="885825" y="1676400"/>
                </a:lnTo>
                <a:lnTo>
                  <a:pt x="876300" y="1676400"/>
                </a:lnTo>
                <a:lnTo>
                  <a:pt x="876300" y="1695450"/>
                </a:lnTo>
                <a:lnTo>
                  <a:pt x="857250" y="1695450"/>
                </a:lnTo>
                <a:lnTo>
                  <a:pt x="857250" y="1676400"/>
                </a:lnTo>
                <a:lnTo>
                  <a:pt x="866775" y="1676400"/>
                </a:lnTo>
                <a:lnTo>
                  <a:pt x="866775" y="1666875"/>
                </a:lnTo>
                <a:lnTo>
                  <a:pt x="876300" y="1666875"/>
                </a:lnTo>
                <a:lnTo>
                  <a:pt x="876300" y="1657350"/>
                </a:lnTo>
                <a:lnTo>
                  <a:pt x="885825" y="1657350"/>
                </a:lnTo>
                <a:lnTo>
                  <a:pt x="885825" y="1647825"/>
                </a:lnTo>
                <a:lnTo>
                  <a:pt x="895350" y="1647825"/>
                </a:lnTo>
                <a:lnTo>
                  <a:pt x="895350" y="1638300"/>
                </a:lnTo>
                <a:lnTo>
                  <a:pt x="904875" y="1638300"/>
                </a:lnTo>
                <a:lnTo>
                  <a:pt x="904875" y="1619250"/>
                </a:lnTo>
                <a:lnTo>
                  <a:pt x="895350" y="1619250"/>
                </a:lnTo>
                <a:lnTo>
                  <a:pt x="895350" y="1600200"/>
                </a:lnTo>
                <a:lnTo>
                  <a:pt x="914400" y="1600200"/>
                </a:lnTo>
                <a:lnTo>
                  <a:pt x="914400" y="1609725"/>
                </a:lnTo>
                <a:lnTo>
                  <a:pt x="904875" y="1609725"/>
                </a:lnTo>
                <a:lnTo>
                  <a:pt x="904875" y="1619250"/>
                </a:lnTo>
                <a:lnTo>
                  <a:pt x="923925" y="1619250"/>
                </a:lnTo>
                <a:lnTo>
                  <a:pt x="923925" y="1600200"/>
                </a:lnTo>
                <a:lnTo>
                  <a:pt x="933450" y="1600200"/>
                </a:lnTo>
                <a:close/>
                <a:moveTo>
                  <a:pt x="1114425" y="1581150"/>
                </a:moveTo>
                <a:lnTo>
                  <a:pt x="1123950" y="1581150"/>
                </a:lnTo>
                <a:lnTo>
                  <a:pt x="1123950" y="1609725"/>
                </a:lnTo>
                <a:lnTo>
                  <a:pt x="1104900" y="1609725"/>
                </a:lnTo>
                <a:lnTo>
                  <a:pt x="1104900" y="1600200"/>
                </a:lnTo>
                <a:lnTo>
                  <a:pt x="1114425" y="1600200"/>
                </a:lnTo>
                <a:close/>
                <a:moveTo>
                  <a:pt x="371475" y="1590675"/>
                </a:moveTo>
                <a:lnTo>
                  <a:pt x="381000" y="1590675"/>
                </a:lnTo>
                <a:lnTo>
                  <a:pt x="381000" y="1600200"/>
                </a:lnTo>
                <a:lnTo>
                  <a:pt x="371475" y="1600200"/>
                </a:lnTo>
                <a:close/>
                <a:moveTo>
                  <a:pt x="390525" y="1590675"/>
                </a:moveTo>
                <a:lnTo>
                  <a:pt x="400050" y="1590675"/>
                </a:lnTo>
                <a:lnTo>
                  <a:pt x="400050" y="1619250"/>
                </a:lnTo>
                <a:lnTo>
                  <a:pt x="419100" y="1619250"/>
                </a:lnTo>
                <a:lnTo>
                  <a:pt x="419100" y="1628775"/>
                </a:lnTo>
                <a:lnTo>
                  <a:pt x="400050" y="1628775"/>
                </a:lnTo>
                <a:lnTo>
                  <a:pt x="400050" y="1638300"/>
                </a:lnTo>
                <a:lnTo>
                  <a:pt x="390525" y="1638300"/>
                </a:lnTo>
                <a:lnTo>
                  <a:pt x="390525" y="1647825"/>
                </a:lnTo>
                <a:lnTo>
                  <a:pt x="371475" y="1647825"/>
                </a:lnTo>
                <a:lnTo>
                  <a:pt x="371475" y="1619250"/>
                </a:lnTo>
                <a:lnTo>
                  <a:pt x="381000" y="1619250"/>
                </a:lnTo>
                <a:lnTo>
                  <a:pt x="381000" y="1600200"/>
                </a:lnTo>
                <a:lnTo>
                  <a:pt x="390525" y="1600200"/>
                </a:lnTo>
                <a:close/>
                <a:moveTo>
                  <a:pt x="1285875" y="1590675"/>
                </a:moveTo>
                <a:lnTo>
                  <a:pt x="1304925" y="1590675"/>
                </a:lnTo>
                <a:lnTo>
                  <a:pt x="1304925" y="1609725"/>
                </a:lnTo>
                <a:lnTo>
                  <a:pt x="1295400" y="1609725"/>
                </a:lnTo>
                <a:lnTo>
                  <a:pt x="1295400" y="1619250"/>
                </a:lnTo>
                <a:lnTo>
                  <a:pt x="1285875" y="1619250"/>
                </a:lnTo>
                <a:lnTo>
                  <a:pt x="1285875" y="1628775"/>
                </a:lnTo>
                <a:lnTo>
                  <a:pt x="1266825" y="1628775"/>
                </a:lnTo>
                <a:lnTo>
                  <a:pt x="1266825" y="1619250"/>
                </a:lnTo>
                <a:lnTo>
                  <a:pt x="1276350" y="1619250"/>
                </a:lnTo>
                <a:lnTo>
                  <a:pt x="1276350" y="1609725"/>
                </a:lnTo>
                <a:lnTo>
                  <a:pt x="1285875" y="1609725"/>
                </a:lnTo>
                <a:close/>
                <a:moveTo>
                  <a:pt x="1362075" y="1600200"/>
                </a:moveTo>
                <a:lnTo>
                  <a:pt x="1381125" y="1600200"/>
                </a:lnTo>
                <a:lnTo>
                  <a:pt x="1381125" y="1609725"/>
                </a:lnTo>
                <a:lnTo>
                  <a:pt x="1362075" y="1609725"/>
                </a:lnTo>
                <a:close/>
                <a:moveTo>
                  <a:pt x="1095375" y="1609725"/>
                </a:moveTo>
                <a:lnTo>
                  <a:pt x="1104900" y="1609725"/>
                </a:lnTo>
                <a:lnTo>
                  <a:pt x="1104900" y="1628775"/>
                </a:lnTo>
                <a:lnTo>
                  <a:pt x="1095375" y="1628775"/>
                </a:lnTo>
                <a:close/>
                <a:moveTo>
                  <a:pt x="1085850" y="1628775"/>
                </a:moveTo>
                <a:lnTo>
                  <a:pt x="1095375" y="1628775"/>
                </a:lnTo>
                <a:lnTo>
                  <a:pt x="1095375" y="1657350"/>
                </a:lnTo>
                <a:lnTo>
                  <a:pt x="1085850" y="1657350"/>
                </a:lnTo>
                <a:close/>
                <a:moveTo>
                  <a:pt x="1619250" y="1628775"/>
                </a:moveTo>
                <a:lnTo>
                  <a:pt x="1628775" y="1628775"/>
                </a:lnTo>
                <a:lnTo>
                  <a:pt x="1628775" y="1647825"/>
                </a:lnTo>
                <a:lnTo>
                  <a:pt x="1619250" y="1647825"/>
                </a:lnTo>
                <a:close/>
                <a:moveTo>
                  <a:pt x="685800" y="1638300"/>
                </a:moveTo>
                <a:lnTo>
                  <a:pt x="704850" y="1638300"/>
                </a:lnTo>
                <a:lnTo>
                  <a:pt x="704850" y="1657350"/>
                </a:lnTo>
                <a:lnTo>
                  <a:pt x="695325" y="1657350"/>
                </a:lnTo>
                <a:lnTo>
                  <a:pt x="695325" y="1647825"/>
                </a:lnTo>
                <a:lnTo>
                  <a:pt x="685800" y="1647825"/>
                </a:lnTo>
                <a:close/>
                <a:moveTo>
                  <a:pt x="1381125" y="1638300"/>
                </a:moveTo>
                <a:lnTo>
                  <a:pt x="1400175" y="1638300"/>
                </a:lnTo>
                <a:lnTo>
                  <a:pt x="1400175" y="1647825"/>
                </a:lnTo>
                <a:lnTo>
                  <a:pt x="1409700" y="1647825"/>
                </a:lnTo>
                <a:lnTo>
                  <a:pt x="1409700" y="1657350"/>
                </a:lnTo>
                <a:lnTo>
                  <a:pt x="1400175" y="1657350"/>
                </a:lnTo>
                <a:lnTo>
                  <a:pt x="1400175" y="1666875"/>
                </a:lnTo>
                <a:lnTo>
                  <a:pt x="1390650" y="1666875"/>
                </a:lnTo>
                <a:lnTo>
                  <a:pt x="1390650" y="1657350"/>
                </a:lnTo>
                <a:lnTo>
                  <a:pt x="1381125" y="1657350"/>
                </a:lnTo>
                <a:close/>
                <a:moveTo>
                  <a:pt x="1533525" y="1638300"/>
                </a:moveTo>
                <a:lnTo>
                  <a:pt x="1609725" y="1638300"/>
                </a:lnTo>
                <a:lnTo>
                  <a:pt x="1609725" y="1647825"/>
                </a:lnTo>
                <a:lnTo>
                  <a:pt x="1619250" y="1647825"/>
                </a:lnTo>
                <a:lnTo>
                  <a:pt x="1619250" y="1666875"/>
                </a:lnTo>
                <a:lnTo>
                  <a:pt x="1628775" y="1666875"/>
                </a:lnTo>
                <a:lnTo>
                  <a:pt x="1628775" y="1676400"/>
                </a:lnTo>
                <a:lnTo>
                  <a:pt x="1638300" y="1676400"/>
                </a:lnTo>
                <a:lnTo>
                  <a:pt x="1638300" y="1685925"/>
                </a:lnTo>
                <a:lnTo>
                  <a:pt x="1647825" y="1685925"/>
                </a:lnTo>
                <a:lnTo>
                  <a:pt x="1647825" y="1695450"/>
                </a:lnTo>
                <a:lnTo>
                  <a:pt x="1638300" y="1695450"/>
                </a:lnTo>
                <a:lnTo>
                  <a:pt x="1638300" y="1704975"/>
                </a:lnTo>
                <a:lnTo>
                  <a:pt x="1628775" y="1704975"/>
                </a:lnTo>
                <a:lnTo>
                  <a:pt x="1628775" y="1695450"/>
                </a:lnTo>
                <a:lnTo>
                  <a:pt x="1619250" y="1695450"/>
                </a:lnTo>
                <a:lnTo>
                  <a:pt x="1619250" y="1704975"/>
                </a:lnTo>
                <a:lnTo>
                  <a:pt x="1590675" y="1704975"/>
                </a:lnTo>
                <a:lnTo>
                  <a:pt x="1590675" y="1695450"/>
                </a:lnTo>
                <a:lnTo>
                  <a:pt x="1581150" y="1695450"/>
                </a:lnTo>
                <a:lnTo>
                  <a:pt x="1581150" y="1685925"/>
                </a:lnTo>
                <a:lnTo>
                  <a:pt x="1571625" y="1685925"/>
                </a:lnTo>
                <a:lnTo>
                  <a:pt x="1571625" y="1666875"/>
                </a:lnTo>
                <a:lnTo>
                  <a:pt x="1562100" y="1666875"/>
                </a:lnTo>
                <a:lnTo>
                  <a:pt x="1562100" y="1657350"/>
                </a:lnTo>
                <a:lnTo>
                  <a:pt x="1571625" y="1657350"/>
                </a:lnTo>
                <a:lnTo>
                  <a:pt x="1571625" y="1647825"/>
                </a:lnTo>
                <a:lnTo>
                  <a:pt x="1533525" y="1647825"/>
                </a:lnTo>
                <a:close/>
                <a:moveTo>
                  <a:pt x="1676400" y="1638300"/>
                </a:moveTo>
                <a:lnTo>
                  <a:pt x="1685925" y="1638300"/>
                </a:lnTo>
                <a:lnTo>
                  <a:pt x="1685925" y="1647825"/>
                </a:lnTo>
                <a:lnTo>
                  <a:pt x="1676400" y="1647825"/>
                </a:lnTo>
                <a:close/>
                <a:moveTo>
                  <a:pt x="942975" y="1676400"/>
                </a:moveTo>
                <a:lnTo>
                  <a:pt x="952500" y="1676400"/>
                </a:lnTo>
                <a:lnTo>
                  <a:pt x="952500" y="1714500"/>
                </a:lnTo>
                <a:lnTo>
                  <a:pt x="942975" y="1714500"/>
                </a:lnTo>
                <a:close/>
                <a:moveTo>
                  <a:pt x="1485900" y="1676400"/>
                </a:moveTo>
                <a:lnTo>
                  <a:pt x="1504950" y="1676400"/>
                </a:lnTo>
                <a:lnTo>
                  <a:pt x="1504950" y="1685925"/>
                </a:lnTo>
                <a:lnTo>
                  <a:pt x="1485900" y="1685925"/>
                </a:lnTo>
                <a:close/>
                <a:moveTo>
                  <a:pt x="228600" y="1685925"/>
                </a:moveTo>
                <a:lnTo>
                  <a:pt x="238125" y="1685925"/>
                </a:lnTo>
                <a:lnTo>
                  <a:pt x="238125" y="1714500"/>
                </a:lnTo>
                <a:lnTo>
                  <a:pt x="228600" y="1714500"/>
                </a:lnTo>
                <a:close/>
                <a:moveTo>
                  <a:pt x="1666875" y="1685925"/>
                </a:moveTo>
                <a:lnTo>
                  <a:pt x="1685925" y="1685925"/>
                </a:lnTo>
                <a:lnTo>
                  <a:pt x="1685925" y="1714500"/>
                </a:lnTo>
                <a:lnTo>
                  <a:pt x="1666875" y="1714500"/>
                </a:lnTo>
                <a:close/>
                <a:moveTo>
                  <a:pt x="1085850" y="1695450"/>
                </a:moveTo>
                <a:lnTo>
                  <a:pt x="1095375" y="1695450"/>
                </a:lnTo>
                <a:lnTo>
                  <a:pt x="1095375" y="1714500"/>
                </a:lnTo>
                <a:lnTo>
                  <a:pt x="1085850" y="1714500"/>
                </a:lnTo>
                <a:close/>
                <a:moveTo>
                  <a:pt x="1543050" y="1704975"/>
                </a:moveTo>
                <a:lnTo>
                  <a:pt x="1552575" y="1704975"/>
                </a:lnTo>
                <a:lnTo>
                  <a:pt x="1552575" y="1733550"/>
                </a:lnTo>
                <a:lnTo>
                  <a:pt x="1543050" y="1733550"/>
                </a:lnTo>
                <a:lnTo>
                  <a:pt x="1543050" y="1724025"/>
                </a:lnTo>
                <a:lnTo>
                  <a:pt x="1533525" y="1724025"/>
                </a:lnTo>
                <a:lnTo>
                  <a:pt x="1533525" y="1714500"/>
                </a:lnTo>
                <a:lnTo>
                  <a:pt x="1543050" y="1714500"/>
                </a:lnTo>
                <a:close/>
                <a:moveTo>
                  <a:pt x="1562100" y="1704975"/>
                </a:moveTo>
                <a:lnTo>
                  <a:pt x="1571625" y="1704975"/>
                </a:lnTo>
                <a:lnTo>
                  <a:pt x="1571625" y="1714500"/>
                </a:lnTo>
                <a:lnTo>
                  <a:pt x="1562100" y="1714500"/>
                </a:lnTo>
                <a:close/>
                <a:moveTo>
                  <a:pt x="295275" y="1714500"/>
                </a:moveTo>
                <a:lnTo>
                  <a:pt x="304800" y="1714500"/>
                </a:lnTo>
                <a:lnTo>
                  <a:pt x="304800" y="1733550"/>
                </a:lnTo>
                <a:lnTo>
                  <a:pt x="295275" y="1733550"/>
                </a:lnTo>
                <a:close/>
                <a:moveTo>
                  <a:pt x="923925" y="1714500"/>
                </a:moveTo>
                <a:lnTo>
                  <a:pt x="933450" y="1714500"/>
                </a:lnTo>
                <a:lnTo>
                  <a:pt x="933450" y="1733550"/>
                </a:lnTo>
                <a:lnTo>
                  <a:pt x="923925" y="1733550"/>
                </a:lnTo>
                <a:close/>
                <a:moveTo>
                  <a:pt x="952500" y="1714500"/>
                </a:moveTo>
                <a:lnTo>
                  <a:pt x="962025" y="1714500"/>
                </a:lnTo>
                <a:lnTo>
                  <a:pt x="962025" y="1724025"/>
                </a:lnTo>
                <a:lnTo>
                  <a:pt x="952500" y="1724025"/>
                </a:lnTo>
                <a:close/>
                <a:moveTo>
                  <a:pt x="1619250" y="1714500"/>
                </a:moveTo>
                <a:lnTo>
                  <a:pt x="1628775" y="1714500"/>
                </a:lnTo>
                <a:lnTo>
                  <a:pt x="1628775" y="1724025"/>
                </a:lnTo>
                <a:lnTo>
                  <a:pt x="1619250" y="1724025"/>
                </a:lnTo>
                <a:close/>
                <a:moveTo>
                  <a:pt x="1647825" y="1733550"/>
                </a:moveTo>
                <a:lnTo>
                  <a:pt x="1657350" y="1733550"/>
                </a:lnTo>
                <a:lnTo>
                  <a:pt x="1657350" y="1743075"/>
                </a:lnTo>
                <a:lnTo>
                  <a:pt x="1666875" y="1743075"/>
                </a:lnTo>
                <a:lnTo>
                  <a:pt x="1666875" y="1733550"/>
                </a:lnTo>
                <a:lnTo>
                  <a:pt x="1676400" y="1733550"/>
                </a:lnTo>
                <a:lnTo>
                  <a:pt x="1676400" y="1752600"/>
                </a:lnTo>
                <a:lnTo>
                  <a:pt x="1685925" y="1752600"/>
                </a:lnTo>
                <a:lnTo>
                  <a:pt x="1685925" y="1743075"/>
                </a:lnTo>
                <a:lnTo>
                  <a:pt x="1695450" y="1743075"/>
                </a:lnTo>
                <a:lnTo>
                  <a:pt x="1695450" y="1866900"/>
                </a:lnTo>
                <a:lnTo>
                  <a:pt x="1704975" y="1866900"/>
                </a:lnTo>
                <a:lnTo>
                  <a:pt x="1704975" y="2009775"/>
                </a:lnTo>
                <a:lnTo>
                  <a:pt x="1695450" y="2009775"/>
                </a:lnTo>
                <a:lnTo>
                  <a:pt x="1695450" y="2019300"/>
                </a:lnTo>
                <a:lnTo>
                  <a:pt x="1685925" y="2019300"/>
                </a:lnTo>
                <a:lnTo>
                  <a:pt x="1685925" y="2028825"/>
                </a:lnTo>
                <a:lnTo>
                  <a:pt x="1676400" y="2028825"/>
                </a:lnTo>
                <a:lnTo>
                  <a:pt x="1676400" y="2038350"/>
                </a:lnTo>
                <a:lnTo>
                  <a:pt x="1666875" y="2038350"/>
                </a:lnTo>
                <a:lnTo>
                  <a:pt x="1666875" y="2028825"/>
                </a:lnTo>
                <a:lnTo>
                  <a:pt x="1657350" y="2028825"/>
                </a:lnTo>
                <a:lnTo>
                  <a:pt x="1657350" y="2019300"/>
                </a:lnTo>
                <a:lnTo>
                  <a:pt x="1666875" y="2019300"/>
                </a:lnTo>
                <a:lnTo>
                  <a:pt x="1666875" y="2009775"/>
                </a:lnTo>
                <a:lnTo>
                  <a:pt x="1657350" y="2009775"/>
                </a:lnTo>
                <a:lnTo>
                  <a:pt x="1657350" y="2000250"/>
                </a:lnTo>
                <a:lnTo>
                  <a:pt x="1619250" y="2000250"/>
                </a:lnTo>
                <a:lnTo>
                  <a:pt x="1619250" y="1990725"/>
                </a:lnTo>
                <a:lnTo>
                  <a:pt x="1609725" y="1990725"/>
                </a:lnTo>
                <a:lnTo>
                  <a:pt x="1609725" y="1962150"/>
                </a:lnTo>
                <a:lnTo>
                  <a:pt x="1600200" y="1962150"/>
                </a:lnTo>
                <a:lnTo>
                  <a:pt x="1600200" y="1943100"/>
                </a:lnTo>
                <a:lnTo>
                  <a:pt x="1590675" y="1943100"/>
                </a:lnTo>
                <a:lnTo>
                  <a:pt x="1590675" y="1952625"/>
                </a:lnTo>
                <a:lnTo>
                  <a:pt x="1581150" y="1952625"/>
                </a:lnTo>
                <a:lnTo>
                  <a:pt x="1581150" y="1933575"/>
                </a:lnTo>
                <a:lnTo>
                  <a:pt x="1571625" y="1933575"/>
                </a:lnTo>
                <a:lnTo>
                  <a:pt x="1571625" y="1914525"/>
                </a:lnTo>
                <a:lnTo>
                  <a:pt x="1609725" y="1914525"/>
                </a:lnTo>
                <a:lnTo>
                  <a:pt x="1609725" y="1924050"/>
                </a:lnTo>
                <a:lnTo>
                  <a:pt x="1619250" y="1924050"/>
                </a:lnTo>
                <a:lnTo>
                  <a:pt x="1619250" y="1943100"/>
                </a:lnTo>
                <a:lnTo>
                  <a:pt x="1609725" y="1943100"/>
                </a:lnTo>
                <a:lnTo>
                  <a:pt x="1609725" y="1952625"/>
                </a:lnTo>
                <a:lnTo>
                  <a:pt x="1647825" y="1952625"/>
                </a:lnTo>
                <a:lnTo>
                  <a:pt x="1647825" y="1943100"/>
                </a:lnTo>
                <a:lnTo>
                  <a:pt x="1657350" y="1943100"/>
                </a:lnTo>
                <a:lnTo>
                  <a:pt x="1657350" y="1952625"/>
                </a:lnTo>
                <a:lnTo>
                  <a:pt x="1676400" y="1952625"/>
                </a:lnTo>
                <a:lnTo>
                  <a:pt x="1676400" y="1914525"/>
                </a:lnTo>
                <a:lnTo>
                  <a:pt x="1647825" y="1914525"/>
                </a:lnTo>
                <a:lnTo>
                  <a:pt x="1647825" y="1905000"/>
                </a:lnTo>
                <a:lnTo>
                  <a:pt x="1628775" y="1905000"/>
                </a:lnTo>
                <a:lnTo>
                  <a:pt x="1628775" y="1876425"/>
                </a:lnTo>
                <a:lnTo>
                  <a:pt x="1647825" y="1876425"/>
                </a:lnTo>
                <a:lnTo>
                  <a:pt x="1647825" y="1885950"/>
                </a:lnTo>
                <a:lnTo>
                  <a:pt x="1657350" y="1885950"/>
                </a:lnTo>
                <a:lnTo>
                  <a:pt x="1657350" y="1895475"/>
                </a:lnTo>
                <a:lnTo>
                  <a:pt x="1666875" y="1895475"/>
                </a:lnTo>
                <a:lnTo>
                  <a:pt x="1666875" y="1857375"/>
                </a:lnTo>
                <a:lnTo>
                  <a:pt x="1676400" y="1857375"/>
                </a:lnTo>
                <a:lnTo>
                  <a:pt x="1676400" y="1838325"/>
                </a:lnTo>
                <a:lnTo>
                  <a:pt x="1657350" y="1838325"/>
                </a:lnTo>
                <a:lnTo>
                  <a:pt x="1657350" y="1847850"/>
                </a:lnTo>
                <a:lnTo>
                  <a:pt x="1647825" y="1847850"/>
                </a:lnTo>
                <a:lnTo>
                  <a:pt x="1647825" y="1838325"/>
                </a:lnTo>
                <a:lnTo>
                  <a:pt x="1638300" y="1838325"/>
                </a:lnTo>
                <a:lnTo>
                  <a:pt x="1638300" y="1828800"/>
                </a:lnTo>
                <a:lnTo>
                  <a:pt x="1666875" y="1828800"/>
                </a:lnTo>
                <a:lnTo>
                  <a:pt x="1666875" y="1819275"/>
                </a:lnTo>
                <a:lnTo>
                  <a:pt x="1657350" y="1819275"/>
                </a:lnTo>
                <a:lnTo>
                  <a:pt x="1657350" y="1790700"/>
                </a:lnTo>
                <a:lnTo>
                  <a:pt x="1666875" y="1790700"/>
                </a:lnTo>
                <a:lnTo>
                  <a:pt x="1666875" y="1771650"/>
                </a:lnTo>
                <a:lnTo>
                  <a:pt x="1657350" y="1771650"/>
                </a:lnTo>
                <a:lnTo>
                  <a:pt x="1657350" y="1752600"/>
                </a:lnTo>
                <a:lnTo>
                  <a:pt x="1647825" y="1752600"/>
                </a:lnTo>
                <a:close/>
                <a:moveTo>
                  <a:pt x="1114425" y="1743075"/>
                </a:moveTo>
                <a:lnTo>
                  <a:pt x="1133475" y="1743075"/>
                </a:lnTo>
                <a:lnTo>
                  <a:pt x="1133475" y="1752600"/>
                </a:lnTo>
                <a:lnTo>
                  <a:pt x="1114425" y="1752600"/>
                </a:lnTo>
                <a:close/>
                <a:moveTo>
                  <a:pt x="828675" y="1752600"/>
                </a:moveTo>
                <a:lnTo>
                  <a:pt x="838200" y="1752600"/>
                </a:lnTo>
                <a:lnTo>
                  <a:pt x="838200" y="1762125"/>
                </a:lnTo>
                <a:lnTo>
                  <a:pt x="847725" y="1762125"/>
                </a:lnTo>
                <a:lnTo>
                  <a:pt x="847725" y="1771650"/>
                </a:lnTo>
                <a:lnTo>
                  <a:pt x="828675" y="1771650"/>
                </a:lnTo>
                <a:close/>
                <a:moveTo>
                  <a:pt x="1219200" y="1752600"/>
                </a:moveTo>
                <a:lnTo>
                  <a:pt x="1228725" y="1752600"/>
                </a:lnTo>
                <a:lnTo>
                  <a:pt x="1228725" y="1762125"/>
                </a:lnTo>
                <a:lnTo>
                  <a:pt x="1219200" y="1762125"/>
                </a:lnTo>
                <a:close/>
                <a:moveTo>
                  <a:pt x="933450" y="1762125"/>
                </a:moveTo>
                <a:lnTo>
                  <a:pt x="962025" y="1762125"/>
                </a:lnTo>
                <a:lnTo>
                  <a:pt x="962025" y="1809750"/>
                </a:lnTo>
                <a:lnTo>
                  <a:pt x="952500" y="1809750"/>
                </a:lnTo>
                <a:lnTo>
                  <a:pt x="952500" y="1771650"/>
                </a:lnTo>
                <a:lnTo>
                  <a:pt x="942975" y="1771650"/>
                </a:lnTo>
                <a:lnTo>
                  <a:pt x="942975" y="1790700"/>
                </a:lnTo>
                <a:lnTo>
                  <a:pt x="933450" y="1790700"/>
                </a:lnTo>
                <a:close/>
                <a:moveTo>
                  <a:pt x="1266825" y="1762125"/>
                </a:moveTo>
                <a:lnTo>
                  <a:pt x="1276350" y="1762125"/>
                </a:lnTo>
                <a:lnTo>
                  <a:pt x="1276350" y="1771650"/>
                </a:lnTo>
                <a:lnTo>
                  <a:pt x="1266825" y="1771650"/>
                </a:lnTo>
                <a:close/>
                <a:moveTo>
                  <a:pt x="1371600" y="1781175"/>
                </a:moveTo>
                <a:lnTo>
                  <a:pt x="1381125" y="1781175"/>
                </a:lnTo>
                <a:lnTo>
                  <a:pt x="1381125" y="1790700"/>
                </a:lnTo>
                <a:lnTo>
                  <a:pt x="1371600" y="1790700"/>
                </a:lnTo>
                <a:close/>
                <a:moveTo>
                  <a:pt x="1609725" y="1781175"/>
                </a:moveTo>
                <a:lnTo>
                  <a:pt x="1628775" y="1781175"/>
                </a:lnTo>
                <a:lnTo>
                  <a:pt x="1628775" y="1790700"/>
                </a:lnTo>
                <a:lnTo>
                  <a:pt x="1609725" y="1790700"/>
                </a:lnTo>
                <a:close/>
                <a:moveTo>
                  <a:pt x="1209675" y="1800225"/>
                </a:moveTo>
                <a:lnTo>
                  <a:pt x="1238250" y="1800225"/>
                </a:lnTo>
                <a:lnTo>
                  <a:pt x="1238250" y="1809750"/>
                </a:lnTo>
                <a:lnTo>
                  <a:pt x="1209675" y="1809750"/>
                </a:lnTo>
                <a:close/>
                <a:moveTo>
                  <a:pt x="1619250" y="1819275"/>
                </a:moveTo>
                <a:lnTo>
                  <a:pt x="1628775" y="1819275"/>
                </a:lnTo>
                <a:lnTo>
                  <a:pt x="1628775" y="1847850"/>
                </a:lnTo>
                <a:lnTo>
                  <a:pt x="1619250" y="1847850"/>
                </a:lnTo>
                <a:lnTo>
                  <a:pt x="1619250" y="1866900"/>
                </a:lnTo>
                <a:lnTo>
                  <a:pt x="1609725" y="1866900"/>
                </a:lnTo>
                <a:lnTo>
                  <a:pt x="1609725" y="1857375"/>
                </a:lnTo>
                <a:lnTo>
                  <a:pt x="1590675" y="1857375"/>
                </a:lnTo>
                <a:lnTo>
                  <a:pt x="1590675" y="1838325"/>
                </a:lnTo>
                <a:lnTo>
                  <a:pt x="1619250" y="1838325"/>
                </a:lnTo>
                <a:close/>
                <a:moveTo>
                  <a:pt x="847725" y="1828800"/>
                </a:moveTo>
                <a:lnTo>
                  <a:pt x="857250" y="1828800"/>
                </a:lnTo>
                <a:lnTo>
                  <a:pt x="857250" y="1838325"/>
                </a:lnTo>
                <a:lnTo>
                  <a:pt x="847725" y="1838325"/>
                </a:lnTo>
                <a:close/>
                <a:moveTo>
                  <a:pt x="1028700" y="1828800"/>
                </a:moveTo>
                <a:lnTo>
                  <a:pt x="1038225" y="1828800"/>
                </a:lnTo>
                <a:lnTo>
                  <a:pt x="1038225" y="1838325"/>
                </a:lnTo>
                <a:lnTo>
                  <a:pt x="1028700" y="1838325"/>
                </a:lnTo>
                <a:close/>
                <a:moveTo>
                  <a:pt x="485775" y="1838325"/>
                </a:moveTo>
                <a:lnTo>
                  <a:pt x="504825" y="1838325"/>
                </a:lnTo>
                <a:lnTo>
                  <a:pt x="504825" y="1847850"/>
                </a:lnTo>
                <a:lnTo>
                  <a:pt x="514350" y="1847850"/>
                </a:lnTo>
                <a:lnTo>
                  <a:pt x="514350" y="1857375"/>
                </a:lnTo>
                <a:lnTo>
                  <a:pt x="504825" y="1857375"/>
                </a:lnTo>
                <a:lnTo>
                  <a:pt x="504825" y="1866900"/>
                </a:lnTo>
                <a:lnTo>
                  <a:pt x="485775" y="1866900"/>
                </a:lnTo>
                <a:close/>
                <a:moveTo>
                  <a:pt x="657225" y="1838325"/>
                </a:moveTo>
                <a:lnTo>
                  <a:pt x="666750" y="1838325"/>
                </a:lnTo>
                <a:lnTo>
                  <a:pt x="666750" y="1847850"/>
                </a:lnTo>
                <a:lnTo>
                  <a:pt x="657225" y="1847850"/>
                </a:lnTo>
                <a:close/>
                <a:moveTo>
                  <a:pt x="1457325" y="1838325"/>
                </a:moveTo>
                <a:lnTo>
                  <a:pt x="1485900" y="1838325"/>
                </a:lnTo>
                <a:lnTo>
                  <a:pt x="1485900" y="1847850"/>
                </a:lnTo>
                <a:lnTo>
                  <a:pt x="1476375" y="1847850"/>
                </a:lnTo>
                <a:lnTo>
                  <a:pt x="1476375" y="1866900"/>
                </a:lnTo>
                <a:lnTo>
                  <a:pt x="1485900" y="1866900"/>
                </a:lnTo>
                <a:lnTo>
                  <a:pt x="1485900" y="1876425"/>
                </a:lnTo>
                <a:lnTo>
                  <a:pt x="1495425" y="1876425"/>
                </a:lnTo>
                <a:lnTo>
                  <a:pt x="1495425" y="1895475"/>
                </a:lnTo>
                <a:lnTo>
                  <a:pt x="1476375" y="1895475"/>
                </a:lnTo>
                <a:lnTo>
                  <a:pt x="1476375" y="1885950"/>
                </a:lnTo>
                <a:lnTo>
                  <a:pt x="1447800" y="1885950"/>
                </a:lnTo>
                <a:lnTo>
                  <a:pt x="1447800" y="1847850"/>
                </a:lnTo>
                <a:lnTo>
                  <a:pt x="1457325" y="1847850"/>
                </a:lnTo>
                <a:close/>
                <a:moveTo>
                  <a:pt x="952500" y="1847850"/>
                </a:moveTo>
                <a:lnTo>
                  <a:pt x="962025" y="1847850"/>
                </a:lnTo>
                <a:lnTo>
                  <a:pt x="962025" y="1857375"/>
                </a:lnTo>
                <a:lnTo>
                  <a:pt x="971550" y="1857375"/>
                </a:lnTo>
                <a:lnTo>
                  <a:pt x="971550" y="1895475"/>
                </a:lnTo>
                <a:lnTo>
                  <a:pt x="962025" y="1895475"/>
                </a:lnTo>
                <a:lnTo>
                  <a:pt x="962025" y="1876425"/>
                </a:lnTo>
                <a:lnTo>
                  <a:pt x="952500" y="1876425"/>
                </a:lnTo>
                <a:close/>
                <a:moveTo>
                  <a:pt x="1304925" y="1847850"/>
                </a:moveTo>
                <a:lnTo>
                  <a:pt x="1314450" y="1847850"/>
                </a:lnTo>
                <a:lnTo>
                  <a:pt x="1314450" y="1857375"/>
                </a:lnTo>
                <a:lnTo>
                  <a:pt x="1333500" y="1857375"/>
                </a:lnTo>
                <a:lnTo>
                  <a:pt x="1333500" y="1866900"/>
                </a:lnTo>
                <a:lnTo>
                  <a:pt x="1352550" y="1866900"/>
                </a:lnTo>
                <a:lnTo>
                  <a:pt x="1352550" y="1847850"/>
                </a:lnTo>
                <a:lnTo>
                  <a:pt x="1371600" y="1847850"/>
                </a:lnTo>
                <a:lnTo>
                  <a:pt x="1371600" y="1866900"/>
                </a:lnTo>
                <a:lnTo>
                  <a:pt x="1381125" y="1866900"/>
                </a:lnTo>
                <a:lnTo>
                  <a:pt x="1381125" y="1895475"/>
                </a:lnTo>
                <a:lnTo>
                  <a:pt x="1362075" y="1895475"/>
                </a:lnTo>
                <a:lnTo>
                  <a:pt x="1362075" y="1905000"/>
                </a:lnTo>
                <a:lnTo>
                  <a:pt x="1352550" y="1905000"/>
                </a:lnTo>
                <a:lnTo>
                  <a:pt x="1352550" y="1895475"/>
                </a:lnTo>
                <a:lnTo>
                  <a:pt x="1333500" y="1895475"/>
                </a:lnTo>
                <a:lnTo>
                  <a:pt x="1333500" y="1885950"/>
                </a:lnTo>
                <a:lnTo>
                  <a:pt x="1314450" y="1885950"/>
                </a:lnTo>
                <a:lnTo>
                  <a:pt x="1314450" y="1895475"/>
                </a:lnTo>
                <a:lnTo>
                  <a:pt x="1295400" y="1895475"/>
                </a:lnTo>
                <a:lnTo>
                  <a:pt x="1295400" y="1905000"/>
                </a:lnTo>
                <a:lnTo>
                  <a:pt x="1285875" y="1905000"/>
                </a:lnTo>
                <a:lnTo>
                  <a:pt x="1285875" y="1914525"/>
                </a:lnTo>
                <a:lnTo>
                  <a:pt x="1314450" y="1914525"/>
                </a:lnTo>
                <a:lnTo>
                  <a:pt x="1314450" y="1924050"/>
                </a:lnTo>
                <a:lnTo>
                  <a:pt x="1295400" y="1924050"/>
                </a:lnTo>
                <a:lnTo>
                  <a:pt x="1295400" y="1933575"/>
                </a:lnTo>
                <a:lnTo>
                  <a:pt x="1266825" y="1933575"/>
                </a:lnTo>
                <a:lnTo>
                  <a:pt x="1266825" y="1914525"/>
                </a:lnTo>
                <a:lnTo>
                  <a:pt x="1247775" y="1914525"/>
                </a:lnTo>
                <a:lnTo>
                  <a:pt x="1247775" y="1924050"/>
                </a:lnTo>
                <a:lnTo>
                  <a:pt x="1238250" y="1924050"/>
                </a:lnTo>
                <a:lnTo>
                  <a:pt x="1238250" y="1905000"/>
                </a:lnTo>
                <a:lnTo>
                  <a:pt x="1228725" y="1905000"/>
                </a:lnTo>
                <a:lnTo>
                  <a:pt x="1228725" y="1895475"/>
                </a:lnTo>
                <a:lnTo>
                  <a:pt x="1181100" y="1895475"/>
                </a:lnTo>
                <a:lnTo>
                  <a:pt x="1181100" y="1885950"/>
                </a:lnTo>
                <a:lnTo>
                  <a:pt x="1190625" y="1885950"/>
                </a:lnTo>
                <a:lnTo>
                  <a:pt x="1190625" y="1876425"/>
                </a:lnTo>
                <a:lnTo>
                  <a:pt x="1200150" y="1876425"/>
                </a:lnTo>
                <a:lnTo>
                  <a:pt x="1200150" y="1866900"/>
                </a:lnTo>
                <a:lnTo>
                  <a:pt x="1219200" y="1866900"/>
                </a:lnTo>
                <a:lnTo>
                  <a:pt x="1219200" y="1857375"/>
                </a:lnTo>
                <a:lnTo>
                  <a:pt x="1247775" y="1857375"/>
                </a:lnTo>
                <a:lnTo>
                  <a:pt x="1247775" y="1876425"/>
                </a:lnTo>
                <a:lnTo>
                  <a:pt x="1238250" y="1876425"/>
                </a:lnTo>
                <a:lnTo>
                  <a:pt x="1238250" y="1885950"/>
                </a:lnTo>
                <a:lnTo>
                  <a:pt x="1228725" y="1885950"/>
                </a:lnTo>
                <a:lnTo>
                  <a:pt x="1228725" y="1895475"/>
                </a:lnTo>
                <a:lnTo>
                  <a:pt x="1266825" y="1895475"/>
                </a:lnTo>
                <a:lnTo>
                  <a:pt x="1266825" y="1876425"/>
                </a:lnTo>
                <a:lnTo>
                  <a:pt x="1276350" y="1876425"/>
                </a:lnTo>
                <a:lnTo>
                  <a:pt x="1276350" y="1866900"/>
                </a:lnTo>
                <a:lnTo>
                  <a:pt x="1266825" y="1866900"/>
                </a:lnTo>
                <a:lnTo>
                  <a:pt x="1266825" y="1857375"/>
                </a:lnTo>
                <a:lnTo>
                  <a:pt x="1304925" y="1857375"/>
                </a:lnTo>
                <a:close/>
                <a:moveTo>
                  <a:pt x="1133475" y="1857375"/>
                </a:moveTo>
                <a:lnTo>
                  <a:pt x="1143000" y="1857375"/>
                </a:lnTo>
                <a:lnTo>
                  <a:pt x="1143000" y="1866900"/>
                </a:lnTo>
                <a:lnTo>
                  <a:pt x="1162050" y="1866900"/>
                </a:lnTo>
                <a:lnTo>
                  <a:pt x="1162050" y="1876425"/>
                </a:lnTo>
                <a:lnTo>
                  <a:pt x="1171575" y="1876425"/>
                </a:lnTo>
                <a:lnTo>
                  <a:pt x="1171575" y="1885950"/>
                </a:lnTo>
                <a:lnTo>
                  <a:pt x="1162050" y="1885950"/>
                </a:lnTo>
                <a:lnTo>
                  <a:pt x="1162050" y="1895475"/>
                </a:lnTo>
                <a:lnTo>
                  <a:pt x="1152525" y="1895475"/>
                </a:lnTo>
                <a:lnTo>
                  <a:pt x="1152525" y="1905000"/>
                </a:lnTo>
                <a:lnTo>
                  <a:pt x="1123950" y="1905000"/>
                </a:lnTo>
                <a:lnTo>
                  <a:pt x="1123950" y="1895475"/>
                </a:lnTo>
                <a:lnTo>
                  <a:pt x="1114425" y="1895475"/>
                </a:lnTo>
                <a:lnTo>
                  <a:pt x="1114425" y="1866900"/>
                </a:lnTo>
                <a:lnTo>
                  <a:pt x="1123950" y="1866900"/>
                </a:lnTo>
                <a:lnTo>
                  <a:pt x="1123950" y="1876425"/>
                </a:lnTo>
                <a:lnTo>
                  <a:pt x="1133475" y="1876425"/>
                </a:lnTo>
                <a:close/>
                <a:moveTo>
                  <a:pt x="1524000" y="1857375"/>
                </a:moveTo>
                <a:lnTo>
                  <a:pt x="1533525" y="1857375"/>
                </a:lnTo>
                <a:lnTo>
                  <a:pt x="1533525" y="1866900"/>
                </a:lnTo>
                <a:lnTo>
                  <a:pt x="1524000" y="1866900"/>
                </a:lnTo>
                <a:close/>
                <a:moveTo>
                  <a:pt x="904875" y="1876425"/>
                </a:moveTo>
                <a:lnTo>
                  <a:pt x="923925" y="1876425"/>
                </a:lnTo>
                <a:lnTo>
                  <a:pt x="923925" y="1885950"/>
                </a:lnTo>
                <a:lnTo>
                  <a:pt x="904875" y="1885950"/>
                </a:lnTo>
                <a:close/>
                <a:moveTo>
                  <a:pt x="1323975" y="1895475"/>
                </a:moveTo>
                <a:lnTo>
                  <a:pt x="1333500" y="1895475"/>
                </a:lnTo>
                <a:lnTo>
                  <a:pt x="1333500" y="1924050"/>
                </a:lnTo>
                <a:lnTo>
                  <a:pt x="1323975" y="1924050"/>
                </a:lnTo>
                <a:close/>
                <a:moveTo>
                  <a:pt x="571500" y="1905000"/>
                </a:moveTo>
                <a:lnTo>
                  <a:pt x="609600" y="1905000"/>
                </a:lnTo>
                <a:lnTo>
                  <a:pt x="609600" y="1914525"/>
                </a:lnTo>
                <a:lnTo>
                  <a:pt x="571500" y="1914525"/>
                </a:lnTo>
                <a:close/>
                <a:moveTo>
                  <a:pt x="628650" y="1905000"/>
                </a:moveTo>
                <a:lnTo>
                  <a:pt x="638175" y="1905000"/>
                </a:lnTo>
                <a:lnTo>
                  <a:pt x="638175" y="1914525"/>
                </a:lnTo>
                <a:lnTo>
                  <a:pt x="628650" y="1914525"/>
                </a:lnTo>
                <a:close/>
                <a:moveTo>
                  <a:pt x="914400" y="1905000"/>
                </a:moveTo>
                <a:lnTo>
                  <a:pt x="933450" y="1905000"/>
                </a:lnTo>
                <a:lnTo>
                  <a:pt x="933450" y="1914525"/>
                </a:lnTo>
                <a:lnTo>
                  <a:pt x="952500" y="1914525"/>
                </a:lnTo>
                <a:lnTo>
                  <a:pt x="952500" y="1924050"/>
                </a:lnTo>
                <a:lnTo>
                  <a:pt x="962025" y="1924050"/>
                </a:lnTo>
                <a:lnTo>
                  <a:pt x="962025" y="1914525"/>
                </a:lnTo>
                <a:lnTo>
                  <a:pt x="971550" y="1914525"/>
                </a:lnTo>
                <a:lnTo>
                  <a:pt x="971550" y="1990725"/>
                </a:lnTo>
                <a:lnTo>
                  <a:pt x="981075" y="1990725"/>
                </a:lnTo>
                <a:lnTo>
                  <a:pt x="981075" y="2057400"/>
                </a:lnTo>
                <a:lnTo>
                  <a:pt x="971550" y="2057400"/>
                </a:lnTo>
                <a:lnTo>
                  <a:pt x="971550" y="2009775"/>
                </a:lnTo>
                <a:lnTo>
                  <a:pt x="962025" y="2009775"/>
                </a:lnTo>
                <a:lnTo>
                  <a:pt x="962025" y="1990725"/>
                </a:lnTo>
                <a:lnTo>
                  <a:pt x="952500" y="1990725"/>
                </a:lnTo>
                <a:lnTo>
                  <a:pt x="952500" y="2000250"/>
                </a:lnTo>
                <a:lnTo>
                  <a:pt x="942975" y="2000250"/>
                </a:lnTo>
                <a:lnTo>
                  <a:pt x="942975" y="1990725"/>
                </a:lnTo>
                <a:lnTo>
                  <a:pt x="923925" y="1990725"/>
                </a:lnTo>
                <a:lnTo>
                  <a:pt x="923925" y="1971675"/>
                </a:lnTo>
                <a:lnTo>
                  <a:pt x="933450" y="1971675"/>
                </a:lnTo>
                <a:lnTo>
                  <a:pt x="933450" y="1962150"/>
                </a:lnTo>
                <a:lnTo>
                  <a:pt x="942975" y="1962150"/>
                </a:lnTo>
                <a:lnTo>
                  <a:pt x="942975" y="1971675"/>
                </a:lnTo>
                <a:lnTo>
                  <a:pt x="952500" y="1971675"/>
                </a:lnTo>
                <a:lnTo>
                  <a:pt x="952500" y="1962150"/>
                </a:lnTo>
                <a:lnTo>
                  <a:pt x="962025" y="1962150"/>
                </a:lnTo>
                <a:lnTo>
                  <a:pt x="962025" y="1952625"/>
                </a:lnTo>
                <a:lnTo>
                  <a:pt x="952500" y="1952625"/>
                </a:lnTo>
                <a:lnTo>
                  <a:pt x="952500" y="1943100"/>
                </a:lnTo>
                <a:lnTo>
                  <a:pt x="933450" y="1943100"/>
                </a:lnTo>
                <a:lnTo>
                  <a:pt x="933450" y="1933575"/>
                </a:lnTo>
                <a:lnTo>
                  <a:pt x="885825" y="1933575"/>
                </a:lnTo>
                <a:lnTo>
                  <a:pt x="885825" y="1914525"/>
                </a:lnTo>
                <a:lnTo>
                  <a:pt x="914400" y="1914525"/>
                </a:lnTo>
                <a:close/>
                <a:moveTo>
                  <a:pt x="523875" y="1914525"/>
                </a:moveTo>
                <a:lnTo>
                  <a:pt x="533400" y="1914525"/>
                </a:lnTo>
                <a:lnTo>
                  <a:pt x="533400" y="1924050"/>
                </a:lnTo>
                <a:lnTo>
                  <a:pt x="523875" y="1924050"/>
                </a:lnTo>
                <a:close/>
                <a:moveTo>
                  <a:pt x="1104900" y="1914525"/>
                </a:moveTo>
                <a:lnTo>
                  <a:pt x="1114425" y="1914525"/>
                </a:lnTo>
                <a:lnTo>
                  <a:pt x="1114425" y="1924050"/>
                </a:lnTo>
                <a:lnTo>
                  <a:pt x="1104900" y="1924050"/>
                </a:lnTo>
                <a:close/>
                <a:moveTo>
                  <a:pt x="1381125" y="1914525"/>
                </a:moveTo>
                <a:lnTo>
                  <a:pt x="1390650" y="1914525"/>
                </a:lnTo>
                <a:lnTo>
                  <a:pt x="1390650" y="1924050"/>
                </a:lnTo>
                <a:lnTo>
                  <a:pt x="1400175" y="1924050"/>
                </a:lnTo>
                <a:lnTo>
                  <a:pt x="1400175" y="1943100"/>
                </a:lnTo>
                <a:lnTo>
                  <a:pt x="1381125" y="1943100"/>
                </a:lnTo>
                <a:close/>
                <a:moveTo>
                  <a:pt x="1476375" y="1914525"/>
                </a:moveTo>
                <a:lnTo>
                  <a:pt x="1485900" y="1914525"/>
                </a:lnTo>
                <a:lnTo>
                  <a:pt x="1485900" y="1924050"/>
                </a:lnTo>
                <a:lnTo>
                  <a:pt x="1504950" y="1924050"/>
                </a:lnTo>
                <a:lnTo>
                  <a:pt x="1504950" y="1914525"/>
                </a:lnTo>
                <a:lnTo>
                  <a:pt x="1524000" y="1914525"/>
                </a:lnTo>
                <a:lnTo>
                  <a:pt x="1524000" y="1933575"/>
                </a:lnTo>
                <a:lnTo>
                  <a:pt x="1476375" y="1933575"/>
                </a:lnTo>
                <a:close/>
                <a:moveTo>
                  <a:pt x="447675" y="1924050"/>
                </a:moveTo>
                <a:lnTo>
                  <a:pt x="457200" y="1924050"/>
                </a:lnTo>
                <a:lnTo>
                  <a:pt x="457200" y="1933575"/>
                </a:lnTo>
                <a:lnTo>
                  <a:pt x="447675" y="1933575"/>
                </a:lnTo>
                <a:close/>
                <a:moveTo>
                  <a:pt x="304800" y="1933575"/>
                </a:moveTo>
                <a:lnTo>
                  <a:pt x="314325" y="1933575"/>
                </a:lnTo>
                <a:lnTo>
                  <a:pt x="314325" y="1952625"/>
                </a:lnTo>
                <a:lnTo>
                  <a:pt x="304800" y="1952625"/>
                </a:lnTo>
                <a:close/>
                <a:moveTo>
                  <a:pt x="1104900" y="1933575"/>
                </a:moveTo>
                <a:lnTo>
                  <a:pt x="1114425" y="1933575"/>
                </a:lnTo>
                <a:lnTo>
                  <a:pt x="1114425" y="1943100"/>
                </a:lnTo>
                <a:lnTo>
                  <a:pt x="1123950" y="1943100"/>
                </a:lnTo>
                <a:lnTo>
                  <a:pt x="1123950" y="1971675"/>
                </a:lnTo>
                <a:lnTo>
                  <a:pt x="1104900" y="1971675"/>
                </a:lnTo>
                <a:close/>
                <a:moveTo>
                  <a:pt x="1343025" y="1933575"/>
                </a:moveTo>
                <a:lnTo>
                  <a:pt x="1352550" y="1933575"/>
                </a:lnTo>
                <a:lnTo>
                  <a:pt x="1352550" y="1943100"/>
                </a:lnTo>
                <a:lnTo>
                  <a:pt x="1343025" y="1943100"/>
                </a:lnTo>
                <a:close/>
                <a:moveTo>
                  <a:pt x="1038225" y="1943100"/>
                </a:moveTo>
                <a:lnTo>
                  <a:pt x="1047750" y="1943100"/>
                </a:lnTo>
                <a:lnTo>
                  <a:pt x="1047750" y="1971675"/>
                </a:lnTo>
                <a:lnTo>
                  <a:pt x="1038225" y="1971675"/>
                </a:lnTo>
                <a:close/>
                <a:moveTo>
                  <a:pt x="1504950" y="1943100"/>
                </a:moveTo>
                <a:lnTo>
                  <a:pt x="1533525" y="1943100"/>
                </a:lnTo>
                <a:lnTo>
                  <a:pt x="1533525" y="1952625"/>
                </a:lnTo>
                <a:lnTo>
                  <a:pt x="1504950" y="1952625"/>
                </a:lnTo>
                <a:close/>
                <a:moveTo>
                  <a:pt x="1228725" y="1952625"/>
                </a:moveTo>
                <a:lnTo>
                  <a:pt x="1238250" y="1952625"/>
                </a:lnTo>
                <a:lnTo>
                  <a:pt x="1238250" y="1981200"/>
                </a:lnTo>
                <a:lnTo>
                  <a:pt x="1228725" y="1981200"/>
                </a:lnTo>
                <a:close/>
                <a:moveTo>
                  <a:pt x="1066800" y="1962150"/>
                </a:moveTo>
                <a:lnTo>
                  <a:pt x="1085850" y="1962150"/>
                </a:lnTo>
                <a:lnTo>
                  <a:pt x="1085850" y="1971675"/>
                </a:lnTo>
                <a:lnTo>
                  <a:pt x="1104900" y="1971675"/>
                </a:lnTo>
                <a:lnTo>
                  <a:pt x="1104900" y="1990725"/>
                </a:lnTo>
                <a:lnTo>
                  <a:pt x="1123950" y="1990725"/>
                </a:lnTo>
                <a:lnTo>
                  <a:pt x="1123950" y="2000250"/>
                </a:lnTo>
                <a:lnTo>
                  <a:pt x="1143000" y="2000250"/>
                </a:lnTo>
                <a:lnTo>
                  <a:pt x="1143000" y="2009775"/>
                </a:lnTo>
                <a:lnTo>
                  <a:pt x="1133475" y="2009775"/>
                </a:lnTo>
                <a:lnTo>
                  <a:pt x="1133475" y="2028825"/>
                </a:lnTo>
                <a:lnTo>
                  <a:pt x="1143000" y="2028825"/>
                </a:lnTo>
                <a:lnTo>
                  <a:pt x="1143000" y="2047875"/>
                </a:lnTo>
                <a:lnTo>
                  <a:pt x="1152525" y="2047875"/>
                </a:lnTo>
                <a:lnTo>
                  <a:pt x="1152525" y="2038350"/>
                </a:lnTo>
                <a:lnTo>
                  <a:pt x="1162050" y="2038350"/>
                </a:lnTo>
                <a:lnTo>
                  <a:pt x="1162050" y="2057400"/>
                </a:lnTo>
                <a:lnTo>
                  <a:pt x="1171575" y="2057400"/>
                </a:lnTo>
                <a:lnTo>
                  <a:pt x="1171575" y="2066925"/>
                </a:lnTo>
                <a:lnTo>
                  <a:pt x="1190625" y="2066925"/>
                </a:lnTo>
                <a:lnTo>
                  <a:pt x="1190625" y="2076450"/>
                </a:lnTo>
                <a:lnTo>
                  <a:pt x="1143000" y="2076450"/>
                </a:lnTo>
                <a:lnTo>
                  <a:pt x="1143000" y="2057400"/>
                </a:lnTo>
                <a:lnTo>
                  <a:pt x="1123950" y="2057400"/>
                </a:lnTo>
                <a:lnTo>
                  <a:pt x="1123950" y="2047875"/>
                </a:lnTo>
                <a:lnTo>
                  <a:pt x="1085850" y="2047875"/>
                </a:lnTo>
                <a:lnTo>
                  <a:pt x="1085850" y="2038350"/>
                </a:lnTo>
                <a:lnTo>
                  <a:pt x="1057275" y="2038350"/>
                </a:lnTo>
                <a:lnTo>
                  <a:pt x="1057275" y="2057400"/>
                </a:lnTo>
                <a:lnTo>
                  <a:pt x="1047750" y="2057400"/>
                </a:lnTo>
                <a:lnTo>
                  <a:pt x="1047750" y="2019300"/>
                </a:lnTo>
                <a:lnTo>
                  <a:pt x="1066800" y="2019300"/>
                </a:lnTo>
                <a:lnTo>
                  <a:pt x="1066800" y="2009775"/>
                </a:lnTo>
                <a:lnTo>
                  <a:pt x="1057275" y="2009775"/>
                </a:lnTo>
                <a:lnTo>
                  <a:pt x="1057275" y="2000250"/>
                </a:lnTo>
                <a:lnTo>
                  <a:pt x="1047750" y="2000250"/>
                </a:lnTo>
                <a:lnTo>
                  <a:pt x="1047750" y="1981200"/>
                </a:lnTo>
                <a:lnTo>
                  <a:pt x="1066800" y="1981200"/>
                </a:lnTo>
                <a:close/>
                <a:moveTo>
                  <a:pt x="1314450" y="1962150"/>
                </a:moveTo>
                <a:lnTo>
                  <a:pt x="1333500" y="1962150"/>
                </a:lnTo>
                <a:lnTo>
                  <a:pt x="1333500" y="1981200"/>
                </a:lnTo>
                <a:lnTo>
                  <a:pt x="1314450" y="1981200"/>
                </a:lnTo>
                <a:lnTo>
                  <a:pt x="1314450" y="2019300"/>
                </a:lnTo>
                <a:lnTo>
                  <a:pt x="1304925" y="2019300"/>
                </a:lnTo>
                <a:lnTo>
                  <a:pt x="1304925" y="2000250"/>
                </a:lnTo>
                <a:lnTo>
                  <a:pt x="1295400" y="2000250"/>
                </a:lnTo>
                <a:lnTo>
                  <a:pt x="1295400" y="1981200"/>
                </a:lnTo>
                <a:lnTo>
                  <a:pt x="1285875" y="1981200"/>
                </a:lnTo>
                <a:lnTo>
                  <a:pt x="1285875" y="1971675"/>
                </a:lnTo>
                <a:lnTo>
                  <a:pt x="1314450" y="1971675"/>
                </a:lnTo>
                <a:close/>
                <a:moveTo>
                  <a:pt x="1504950" y="1971675"/>
                </a:moveTo>
                <a:lnTo>
                  <a:pt x="1514475" y="1971675"/>
                </a:lnTo>
                <a:lnTo>
                  <a:pt x="1514475" y="1981200"/>
                </a:lnTo>
                <a:lnTo>
                  <a:pt x="1504950" y="1981200"/>
                </a:lnTo>
                <a:close/>
                <a:moveTo>
                  <a:pt x="1571625" y="1971675"/>
                </a:moveTo>
                <a:lnTo>
                  <a:pt x="1581150" y="1971675"/>
                </a:lnTo>
                <a:lnTo>
                  <a:pt x="1581150" y="1981200"/>
                </a:lnTo>
                <a:lnTo>
                  <a:pt x="1571625" y="1981200"/>
                </a:lnTo>
                <a:close/>
                <a:moveTo>
                  <a:pt x="333375" y="1981200"/>
                </a:moveTo>
                <a:lnTo>
                  <a:pt x="352425" y="1981200"/>
                </a:lnTo>
                <a:lnTo>
                  <a:pt x="352425" y="2000250"/>
                </a:lnTo>
                <a:lnTo>
                  <a:pt x="333375" y="2000250"/>
                </a:lnTo>
                <a:close/>
                <a:moveTo>
                  <a:pt x="952500" y="1981200"/>
                </a:moveTo>
                <a:lnTo>
                  <a:pt x="962025" y="1981200"/>
                </a:lnTo>
                <a:lnTo>
                  <a:pt x="962025" y="1971675"/>
                </a:lnTo>
                <a:lnTo>
                  <a:pt x="952500" y="1971675"/>
                </a:lnTo>
                <a:close/>
                <a:moveTo>
                  <a:pt x="314325" y="1990725"/>
                </a:moveTo>
                <a:lnTo>
                  <a:pt x="323850" y="1990725"/>
                </a:lnTo>
                <a:lnTo>
                  <a:pt x="323850" y="2000250"/>
                </a:lnTo>
                <a:lnTo>
                  <a:pt x="333375" y="2000250"/>
                </a:lnTo>
                <a:lnTo>
                  <a:pt x="333375" y="2009775"/>
                </a:lnTo>
                <a:lnTo>
                  <a:pt x="323850" y="2009775"/>
                </a:lnTo>
                <a:lnTo>
                  <a:pt x="323850" y="2028825"/>
                </a:lnTo>
                <a:lnTo>
                  <a:pt x="314325" y="2028825"/>
                </a:lnTo>
                <a:close/>
                <a:moveTo>
                  <a:pt x="1447800" y="1990725"/>
                </a:moveTo>
                <a:lnTo>
                  <a:pt x="1457325" y="1990725"/>
                </a:lnTo>
                <a:lnTo>
                  <a:pt x="1457325" y="2000250"/>
                </a:lnTo>
                <a:lnTo>
                  <a:pt x="1476375" y="2000250"/>
                </a:lnTo>
                <a:lnTo>
                  <a:pt x="1476375" y="2019300"/>
                </a:lnTo>
                <a:lnTo>
                  <a:pt x="1485900" y="2019300"/>
                </a:lnTo>
                <a:lnTo>
                  <a:pt x="1485900" y="2038350"/>
                </a:lnTo>
                <a:lnTo>
                  <a:pt x="1504950" y="2038350"/>
                </a:lnTo>
                <a:lnTo>
                  <a:pt x="1504950" y="2047875"/>
                </a:lnTo>
                <a:lnTo>
                  <a:pt x="1524000" y="2047875"/>
                </a:lnTo>
                <a:lnTo>
                  <a:pt x="1524000" y="2028825"/>
                </a:lnTo>
                <a:lnTo>
                  <a:pt x="1514475" y="2028825"/>
                </a:lnTo>
                <a:lnTo>
                  <a:pt x="1514475" y="2019300"/>
                </a:lnTo>
                <a:lnTo>
                  <a:pt x="1504950" y="2019300"/>
                </a:lnTo>
                <a:lnTo>
                  <a:pt x="1504950" y="2009775"/>
                </a:lnTo>
                <a:lnTo>
                  <a:pt x="1514475" y="2009775"/>
                </a:lnTo>
                <a:lnTo>
                  <a:pt x="1514475" y="2000250"/>
                </a:lnTo>
                <a:lnTo>
                  <a:pt x="1533525" y="2000250"/>
                </a:lnTo>
                <a:lnTo>
                  <a:pt x="1533525" y="1990725"/>
                </a:lnTo>
                <a:lnTo>
                  <a:pt x="1552575" y="1990725"/>
                </a:lnTo>
                <a:lnTo>
                  <a:pt x="1552575" y="2000250"/>
                </a:lnTo>
                <a:lnTo>
                  <a:pt x="1543050" y="2000250"/>
                </a:lnTo>
                <a:lnTo>
                  <a:pt x="1543050" y="2009775"/>
                </a:lnTo>
                <a:lnTo>
                  <a:pt x="1552575" y="2009775"/>
                </a:lnTo>
                <a:lnTo>
                  <a:pt x="1552575" y="2028825"/>
                </a:lnTo>
                <a:lnTo>
                  <a:pt x="1562100" y="2028825"/>
                </a:lnTo>
                <a:lnTo>
                  <a:pt x="1562100" y="2038350"/>
                </a:lnTo>
                <a:lnTo>
                  <a:pt x="1571625" y="2038350"/>
                </a:lnTo>
                <a:lnTo>
                  <a:pt x="1571625" y="2047875"/>
                </a:lnTo>
                <a:lnTo>
                  <a:pt x="1524000" y="2047875"/>
                </a:lnTo>
                <a:lnTo>
                  <a:pt x="1524000" y="2057400"/>
                </a:lnTo>
                <a:lnTo>
                  <a:pt x="1447800" y="2057400"/>
                </a:lnTo>
                <a:lnTo>
                  <a:pt x="1447800" y="2047875"/>
                </a:lnTo>
                <a:lnTo>
                  <a:pt x="1457325" y="2047875"/>
                </a:lnTo>
                <a:lnTo>
                  <a:pt x="1457325" y="2038350"/>
                </a:lnTo>
                <a:lnTo>
                  <a:pt x="1447800" y="2038350"/>
                </a:lnTo>
                <a:lnTo>
                  <a:pt x="1447800" y="2028825"/>
                </a:lnTo>
                <a:lnTo>
                  <a:pt x="1400175" y="2028825"/>
                </a:lnTo>
                <a:lnTo>
                  <a:pt x="1400175" y="2019300"/>
                </a:lnTo>
                <a:lnTo>
                  <a:pt x="1409700" y="2019300"/>
                </a:lnTo>
                <a:lnTo>
                  <a:pt x="1409700" y="2009775"/>
                </a:lnTo>
                <a:lnTo>
                  <a:pt x="1428750" y="2009775"/>
                </a:lnTo>
                <a:lnTo>
                  <a:pt x="1428750" y="2000250"/>
                </a:lnTo>
                <a:lnTo>
                  <a:pt x="1447800" y="2000250"/>
                </a:lnTo>
                <a:close/>
                <a:moveTo>
                  <a:pt x="809625" y="2000250"/>
                </a:moveTo>
                <a:lnTo>
                  <a:pt x="828675" y="2000250"/>
                </a:lnTo>
                <a:lnTo>
                  <a:pt x="828675" y="2009775"/>
                </a:lnTo>
                <a:lnTo>
                  <a:pt x="819150" y="2009775"/>
                </a:lnTo>
                <a:lnTo>
                  <a:pt x="819150" y="2019300"/>
                </a:lnTo>
                <a:lnTo>
                  <a:pt x="809625" y="2019300"/>
                </a:lnTo>
                <a:close/>
                <a:moveTo>
                  <a:pt x="1057275" y="2000250"/>
                </a:moveTo>
                <a:lnTo>
                  <a:pt x="1066800" y="2000250"/>
                </a:lnTo>
                <a:lnTo>
                  <a:pt x="1066800" y="1990725"/>
                </a:lnTo>
                <a:lnTo>
                  <a:pt x="1057275" y="1990725"/>
                </a:lnTo>
                <a:close/>
                <a:moveTo>
                  <a:pt x="1571625" y="2000250"/>
                </a:moveTo>
                <a:lnTo>
                  <a:pt x="1590675" y="2000250"/>
                </a:lnTo>
                <a:lnTo>
                  <a:pt x="1590675" y="2019300"/>
                </a:lnTo>
                <a:lnTo>
                  <a:pt x="1581150" y="2019300"/>
                </a:lnTo>
                <a:lnTo>
                  <a:pt x="1581150" y="2028825"/>
                </a:lnTo>
                <a:lnTo>
                  <a:pt x="1571625" y="2028825"/>
                </a:lnTo>
                <a:close/>
                <a:moveTo>
                  <a:pt x="1657350" y="2000250"/>
                </a:moveTo>
                <a:lnTo>
                  <a:pt x="1666875" y="2000250"/>
                </a:lnTo>
                <a:lnTo>
                  <a:pt x="1666875" y="1971675"/>
                </a:lnTo>
                <a:lnTo>
                  <a:pt x="1657350" y="1971675"/>
                </a:lnTo>
                <a:close/>
                <a:moveTo>
                  <a:pt x="1619250" y="2009775"/>
                </a:moveTo>
                <a:lnTo>
                  <a:pt x="1628775" y="2009775"/>
                </a:lnTo>
                <a:lnTo>
                  <a:pt x="1628775" y="2019300"/>
                </a:lnTo>
                <a:lnTo>
                  <a:pt x="1638300" y="2019300"/>
                </a:lnTo>
                <a:lnTo>
                  <a:pt x="1638300" y="2047875"/>
                </a:lnTo>
                <a:lnTo>
                  <a:pt x="1590675" y="2047875"/>
                </a:lnTo>
                <a:lnTo>
                  <a:pt x="1590675" y="2019300"/>
                </a:lnTo>
                <a:lnTo>
                  <a:pt x="1619250" y="2019300"/>
                </a:lnTo>
                <a:close/>
                <a:moveTo>
                  <a:pt x="1228725" y="2019300"/>
                </a:moveTo>
                <a:lnTo>
                  <a:pt x="1238250" y="2019300"/>
                </a:lnTo>
                <a:lnTo>
                  <a:pt x="1238250" y="2028825"/>
                </a:lnTo>
                <a:lnTo>
                  <a:pt x="1247775" y="2028825"/>
                </a:lnTo>
                <a:lnTo>
                  <a:pt x="1247775" y="2038350"/>
                </a:lnTo>
                <a:lnTo>
                  <a:pt x="1266825" y="2038350"/>
                </a:lnTo>
                <a:lnTo>
                  <a:pt x="1266825" y="2057400"/>
                </a:lnTo>
                <a:lnTo>
                  <a:pt x="1257300" y="2057400"/>
                </a:lnTo>
                <a:lnTo>
                  <a:pt x="1257300" y="2076450"/>
                </a:lnTo>
                <a:lnTo>
                  <a:pt x="1228725" y="2076450"/>
                </a:lnTo>
                <a:lnTo>
                  <a:pt x="1228725" y="2066925"/>
                </a:lnTo>
                <a:lnTo>
                  <a:pt x="1200150" y="2066925"/>
                </a:lnTo>
                <a:lnTo>
                  <a:pt x="1200150" y="2057400"/>
                </a:lnTo>
                <a:lnTo>
                  <a:pt x="1238250" y="2057400"/>
                </a:lnTo>
                <a:lnTo>
                  <a:pt x="1238250" y="2047875"/>
                </a:lnTo>
                <a:lnTo>
                  <a:pt x="1228725" y="2047875"/>
                </a:lnTo>
                <a:close/>
                <a:moveTo>
                  <a:pt x="1371600" y="2019300"/>
                </a:moveTo>
                <a:lnTo>
                  <a:pt x="1390650" y="2019300"/>
                </a:lnTo>
                <a:lnTo>
                  <a:pt x="1390650" y="2057400"/>
                </a:lnTo>
                <a:lnTo>
                  <a:pt x="1371600" y="2057400"/>
                </a:lnTo>
                <a:lnTo>
                  <a:pt x="1371600" y="2066925"/>
                </a:lnTo>
                <a:lnTo>
                  <a:pt x="1352550" y="2066925"/>
                </a:lnTo>
                <a:lnTo>
                  <a:pt x="1352550" y="2047875"/>
                </a:lnTo>
                <a:lnTo>
                  <a:pt x="1362075" y="2047875"/>
                </a:lnTo>
                <a:lnTo>
                  <a:pt x="1362075" y="2038350"/>
                </a:lnTo>
                <a:lnTo>
                  <a:pt x="1371600" y="2038350"/>
                </a:lnTo>
                <a:close/>
                <a:moveTo>
                  <a:pt x="1114425" y="2028825"/>
                </a:moveTo>
                <a:lnTo>
                  <a:pt x="1123950" y="2028825"/>
                </a:lnTo>
                <a:lnTo>
                  <a:pt x="1123950" y="2019300"/>
                </a:lnTo>
                <a:lnTo>
                  <a:pt x="1114425" y="2019300"/>
                </a:lnTo>
                <a:close/>
                <a:moveTo>
                  <a:pt x="590550" y="2038350"/>
                </a:moveTo>
                <a:lnTo>
                  <a:pt x="600075" y="2038350"/>
                </a:lnTo>
                <a:lnTo>
                  <a:pt x="600075" y="2047875"/>
                </a:lnTo>
                <a:lnTo>
                  <a:pt x="590550" y="2047875"/>
                </a:lnTo>
                <a:close/>
                <a:moveTo>
                  <a:pt x="609600" y="2038350"/>
                </a:moveTo>
                <a:lnTo>
                  <a:pt x="619125" y="2038350"/>
                </a:lnTo>
                <a:lnTo>
                  <a:pt x="619125" y="2047875"/>
                </a:lnTo>
                <a:lnTo>
                  <a:pt x="628650" y="2047875"/>
                </a:lnTo>
                <a:lnTo>
                  <a:pt x="628650" y="2066925"/>
                </a:lnTo>
                <a:lnTo>
                  <a:pt x="581025" y="2066925"/>
                </a:lnTo>
                <a:lnTo>
                  <a:pt x="581025" y="2047875"/>
                </a:lnTo>
                <a:lnTo>
                  <a:pt x="590550" y="2047875"/>
                </a:lnTo>
                <a:lnTo>
                  <a:pt x="590550" y="2057400"/>
                </a:lnTo>
                <a:lnTo>
                  <a:pt x="600075" y="2057400"/>
                </a:lnTo>
                <a:lnTo>
                  <a:pt x="600075" y="2047875"/>
                </a:lnTo>
                <a:lnTo>
                  <a:pt x="609600" y="2047875"/>
                </a:lnTo>
                <a:close/>
                <a:moveTo>
                  <a:pt x="1285875" y="2038350"/>
                </a:moveTo>
                <a:lnTo>
                  <a:pt x="1314450" y="2038350"/>
                </a:lnTo>
                <a:lnTo>
                  <a:pt x="1314450" y="2057400"/>
                </a:lnTo>
                <a:lnTo>
                  <a:pt x="1323975" y="2057400"/>
                </a:lnTo>
                <a:lnTo>
                  <a:pt x="1323975" y="2066925"/>
                </a:lnTo>
                <a:lnTo>
                  <a:pt x="1295400" y="2066925"/>
                </a:lnTo>
                <a:lnTo>
                  <a:pt x="1295400" y="2047875"/>
                </a:lnTo>
                <a:lnTo>
                  <a:pt x="1285875" y="2047875"/>
                </a:lnTo>
                <a:close/>
                <a:moveTo>
                  <a:pt x="866775" y="2047875"/>
                </a:moveTo>
                <a:lnTo>
                  <a:pt x="876300" y="2047875"/>
                </a:lnTo>
                <a:lnTo>
                  <a:pt x="876300" y="2057400"/>
                </a:lnTo>
                <a:lnTo>
                  <a:pt x="866775" y="2057400"/>
                </a:lnTo>
                <a:close/>
                <a:moveTo>
                  <a:pt x="876300" y="2057400"/>
                </a:moveTo>
                <a:lnTo>
                  <a:pt x="885825" y="2057400"/>
                </a:lnTo>
                <a:lnTo>
                  <a:pt x="885825" y="2076450"/>
                </a:lnTo>
                <a:lnTo>
                  <a:pt x="876300" y="2076450"/>
                </a:lnTo>
                <a:close/>
                <a:moveTo>
                  <a:pt x="904875" y="2066925"/>
                </a:moveTo>
                <a:lnTo>
                  <a:pt x="914400" y="2066925"/>
                </a:lnTo>
                <a:lnTo>
                  <a:pt x="914400" y="2076450"/>
                </a:lnTo>
                <a:lnTo>
                  <a:pt x="904875" y="2076450"/>
                </a:lnTo>
                <a:close/>
                <a:moveTo>
                  <a:pt x="1238250" y="2066925"/>
                </a:moveTo>
                <a:lnTo>
                  <a:pt x="1247775" y="2066925"/>
                </a:lnTo>
                <a:lnTo>
                  <a:pt x="1247775" y="2057400"/>
                </a:lnTo>
                <a:lnTo>
                  <a:pt x="1238250" y="2057400"/>
                </a:lnTo>
                <a:close/>
                <a:moveTo>
                  <a:pt x="885825" y="2076450"/>
                </a:moveTo>
                <a:lnTo>
                  <a:pt x="904875" y="2076450"/>
                </a:lnTo>
                <a:lnTo>
                  <a:pt x="904875" y="2095500"/>
                </a:lnTo>
                <a:lnTo>
                  <a:pt x="895350" y="2095500"/>
                </a:lnTo>
                <a:lnTo>
                  <a:pt x="895350" y="2085975"/>
                </a:lnTo>
                <a:lnTo>
                  <a:pt x="885825" y="2085975"/>
                </a:lnTo>
                <a:close/>
                <a:moveTo>
                  <a:pt x="1085850" y="2076450"/>
                </a:moveTo>
                <a:lnTo>
                  <a:pt x="1104900" y="2076450"/>
                </a:lnTo>
                <a:lnTo>
                  <a:pt x="1104900" y="2085975"/>
                </a:lnTo>
                <a:lnTo>
                  <a:pt x="1085850" y="2085975"/>
                </a:lnTo>
                <a:close/>
                <a:moveTo>
                  <a:pt x="1133475" y="2076450"/>
                </a:moveTo>
                <a:lnTo>
                  <a:pt x="1143000" y="2076450"/>
                </a:lnTo>
                <a:lnTo>
                  <a:pt x="1143000" y="2085975"/>
                </a:lnTo>
                <a:lnTo>
                  <a:pt x="1133475" y="2085975"/>
                </a:lnTo>
                <a:close/>
                <a:moveTo>
                  <a:pt x="390525" y="2095500"/>
                </a:moveTo>
                <a:lnTo>
                  <a:pt x="400050" y="2095500"/>
                </a:lnTo>
                <a:lnTo>
                  <a:pt x="400050" y="2105025"/>
                </a:lnTo>
                <a:lnTo>
                  <a:pt x="409575" y="2105025"/>
                </a:lnTo>
                <a:lnTo>
                  <a:pt x="409575" y="2114550"/>
                </a:lnTo>
                <a:lnTo>
                  <a:pt x="400050" y="2114550"/>
                </a:lnTo>
                <a:lnTo>
                  <a:pt x="400050" y="2124075"/>
                </a:lnTo>
                <a:lnTo>
                  <a:pt x="381000" y="2124075"/>
                </a:lnTo>
                <a:lnTo>
                  <a:pt x="381000" y="2105025"/>
                </a:lnTo>
                <a:lnTo>
                  <a:pt x="390525" y="2105025"/>
                </a:lnTo>
                <a:close/>
                <a:moveTo>
                  <a:pt x="885825" y="2095500"/>
                </a:moveTo>
                <a:lnTo>
                  <a:pt x="895350" y="2095500"/>
                </a:lnTo>
                <a:lnTo>
                  <a:pt x="895350" y="2105025"/>
                </a:lnTo>
                <a:lnTo>
                  <a:pt x="885825" y="2105025"/>
                </a:lnTo>
                <a:close/>
                <a:moveTo>
                  <a:pt x="266700" y="2114550"/>
                </a:moveTo>
                <a:lnTo>
                  <a:pt x="276225" y="2114550"/>
                </a:lnTo>
                <a:lnTo>
                  <a:pt x="276225" y="2133600"/>
                </a:lnTo>
                <a:lnTo>
                  <a:pt x="266700" y="2133600"/>
                </a:lnTo>
                <a:close/>
                <a:moveTo>
                  <a:pt x="514350" y="2124075"/>
                </a:moveTo>
                <a:lnTo>
                  <a:pt x="523875" y="2124075"/>
                </a:lnTo>
                <a:lnTo>
                  <a:pt x="523875" y="2133600"/>
                </a:lnTo>
                <a:lnTo>
                  <a:pt x="514350" y="2133600"/>
                </a:lnTo>
                <a:close/>
                <a:moveTo>
                  <a:pt x="247650" y="2133600"/>
                </a:moveTo>
                <a:lnTo>
                  <a:pt x="266700" y="2133600"/>
                </a:lnTo>
                <a:lnTo>
                  <a:pt x="266700" y="2143125"/>
                </a:lnTo>
                <a:lnTo>
                  <a:pt x="247650" y="2143125"/>
                </a:lnTo>
                <a:close/>
                <a:moveTo>
                  <a:pt x="704850" y="2286000"/>
                </a:moveTo>
                <a:lnTo>
                  <a:pt x="723900" y="2286000"/>
                </a:lnTo>
                <a:lnTo>
                  <a:pt x="723900" y="2295525"/>
                </a:lnTo>
                <a:lnTo>
                  <a:pt x="704850" y="2295525"/>
                </a:lnTo>
                <a:close/>
                <a:moveTo>
                  <a:pt x="590550" y="2324100"/>
                </a:moveTo>
                <a:lnTo>
                  <a:pt x="600075" y="2324100"/>
                </a:lnTo>
                <a:lnTo>
                  <a:pt x="600075" y="2333625"/>
                </a:lnTo>
                <a:lnTo>
                  <a:pt x="590550" y="2333625"/>
                </a:lnTo>
                <a:close/>
                <a:moveTo>
                  <a:pt x="619125" y="2324100"/>
                </a:moveTo>
                <a:lnTo>
                  <a:pt x="628650" y="2324100"/>
                </a:lnTo>
                <a:lnTo>
                  <a:pt x="628650" y="2333625"/>
                </a:lnTo>
                <a:lnTo>
                  <a:pt x="619125" y="2333625"/>
                </a:lnTo>
                <a:close/>
                <a:moveTo>
                  <a:pt x="600075" y="2333625"/>
                </a:moveTo>
                <a:lnTo>
                  <a:pt x="609600" y="2333625"/>
                </a:lnTo>
                <a:lnTo>
                  <a:pt x="609600" y="2343150"/>
                </a:lnTo>
                <a:lnTo>
                  <a:pt x="600075" y="2343150"/>
                </a:lnTo>
                <a:close/>
                <a:moveTo>
                  <a:pt x="1219200" y="2352675"/>
                </a:moveTo>
                <a:lnTo>
                  <a:pt x="1228725" y="2352675"/>
                </a:lnTo>
                <a:lnTo>
                  <a:pt x="1228725" y="2362200"/>
                </a:lnTo>
                <a:lnTo>
                  <a:pt x="1219200" y="2362200"/>
                </a:lnTo>
                <a:close/>
                <a:moveTo>
                  <a:pt x="1209675" y="2362200"/>
                </a:moveTo>
                <a:lnTo>
                  <a:pt x="1219200" y="2362200"/>
                </a:lnTo>
                <a:lnTo>
                  <a:pt x="1219200" y="2371725"/>
                </a:lnTo>
                <a:lnTo>
                  <a:pt x="1209675" y="2371725"/>
                </a:lnTo>
                <a:close/>
                <a:moveTo>
                  <a:pt x="1495425" y="2533650"/>
                </a:moveTo>
                <a:lnTo>
                  <a:pt x="1504950" y="2533650"/>
                </a:lnTo>
                <a:lnTo>
                  <a:pt x="1504950" y="2543175"/>
                </a:lnTo>
                <a:lnTo>
                  <a:pt x="1495425" y="2543175"/>
                </a:lnTo>
                <a:close/>
                <a:moveTo>
                  <a:pt x="1438275" y="2543175"/>
                </a:moveTo>
                <a:lnTo>
                  <a:pt x="1447800" y="2543175"/>
                </a:lnTo>
                <a:lnTo>
                  <a:pt x="1447800" y="2552700"/>
                </a:lnTo>
                <a:lnTo>
                  <a:pt x="1438275" y="2552700"/>
                </a:lnTo>
                <a:close/>
                <a:moveTo>
                  <a:pt x="1476375" y="2543175"/>
                </a:moveTo>
                <a:lnTo>
                  <a:pt x="1485900" y="2543175"/>
                </a:lnTo>
                <a:lnTo>
                  <a:pt x="1485900" y="2552700"/>
                </a:lnTo>
                <a:lnTo>
                  <a:pt x="1476375" y="2552700"/>
                </a:lnTo>
                <a:close/>
                <a:moveTo>
                  <a:pt x="1524000" y="2543175"/>
                </a:moveTo>
                <a:lnTo>
                  <a:pt x="1533525" y="2543175"/>
                </a:lnTo>
                <a:lnTo>
                  <a:pt x="1533525" y="2552700"/>
                </a:lnTo>
                <a:lnTo>
                  <a:pt x="1524000" y="2552700"/>
                </a:lnTo>
                <a:close/>
                <a:moveTo>
                  <a:pt x="1447800" y="2552700"/>
                </a:moveTo>
                <a:lnTo>
                  <a:pt x="1476375" y="2552700"/>
                </a:lnTo>
                <a:lnTo>
                  <a:pt x="1476375" y="2562225"/>
                </a:lnTo>
                <a:lnTo>
                  <a:pt x="1447800" y="2562225"/>
                </a:lnTo>
                <a:close/>
                <a:moveTo>
                  <a:pt x="723900" y="2628900"/>
                </a:moveTo>
                <a:lnTo>
                  <a:pt x="733425" y="2628900"/>
                </a:lnTo>
                <a:lnTo>
                  <a:pt x="733425" y="2647950"/>
                </a:lnTo>
                <a:lnTo>
                  <a:pt x="723900" y="2647950"/>
                </a:lnTo>
                <a:close/>
                <a:moveTo>
                  <a:pt x="1219200" y="2657475"/>
                </a:moveTo>
                <a:lnTo>
                  <a:pt x="1228725" y="2657475"/>
                </a:lnTo>
                <a:lnTo>
                  <a:pt x="1228725" y="2667000"/>
                </a:lnTo>
                <a:lnTo>
                  <a:pt x="1219200" y="2667000"/>
                </a:lnTo>
                <a:close/>
                <a:moveTo>
                  <a:pt x="1590675" y="2676525"/>
                </a:moveTo>
                <a:lnTo>
                  <a:pt x="1609725" y="2676525"/>
                </a:lnTo>
                <a:lnTo>
                  <a:pt x="1609725" y="2686050"/>
                </a:lnTo>
                <a:lnTo>
                  <a:pt x="1590675" y="2686050"/>
                </a:lnTo>
                <a:close/>
                <a:moveTo>
                  <a:pt x="1466850" y="2686050"/>
                </a:moveTo>
                <a:lnTo>
                  <a:pt x="1476375" y="2686050"/>
                </a:lnTo>
                <a:lnTo>
                  <a:pt x="1476375" y="2695575"/>
                </a:lnTo>
                <a:lnTo>
                  <a:pt x="1466850" y="2695575"/>
                </a:lnTo>
                <a:close/>
                <a:moveTo>
                  <a:pt x="1485900" y="2686050"/>
                </a:moveTo>
                <a:lnTo>
                  <a:pt x="1495425" y="2686050"/>
                </a:lnTo>
                <a:lnTo>
                  <a:pt x="1495425" y="2695575"/>
                </a:lnTo>
                <a:lnTo>
                  <a:pt x="1485900" y="2695575"/>
                </a:lnTo>
                <a:close/>
                <a:moveTo>
                  <a:pt x="1247775" y="2695575"/>
                </a:moveTo>
                <a:lnTo>
                  <a:pt x="1257300" y="2695575"/>
                </a:lnTo>
                <a:lnTo>
                  <a:pt x="1257300" y="2705100"/>
                </a:lnTo>
                <a:lnTo>
                  <a:pt x="1247775" y="2705100"/>
                </a:lnTo>
                <a:close/>
                <a:moveTo>
                  <a:pt x="1333500" y="2695575"/>
                </a:moveTo>
                <a:lnTo>
                  <a:pt x="1362075" y="2695575"/>
                </a:lnTo>
                <a:lnTo>
                  <a:pt x="1362075" y="2705100"/>
                </a:lnTo>
                <a:lnTo>
                  <a:pt x="1333500" y="2705100"/>
                </a:lnTo>
                <a:close/>
                <a:moveTo>
                  <a:pt x="352425" y="2876550"/>
                </a:moveTo>
                <a:lnTo>
                  <a:pt x="381000" y="2876550"/>
                </a:lnTo>
                <a:lnTo>
                  <a:pt x="381000" y="2886075"/>
                </a:lnTo>
                <a:lnTo>
                  <a:pt x="371475" y="2886075"/>
                </a:lnTo>
                <a:lnTo>
                  <a:pt x="371475" y="2914650"/>
                </a:lnTo>
                <a:lnTo>
                  <a:pt x="361950" y="2914650"/>
                </a:lnTo>
                <a:lnTo>
                  <a:pt x="361950" y="2924175"/>
                </a:lnTo>
                <a:lnTo>
                  <a:pt x="352425" y="2924175"/>
                </a:lnTo>
                <a:lnTo>
                  <a:pt x="352425" y="2933700"/>
                </a:lnTo>
                <a:lnTo>
                  <a:pt x="342900" y="2933700"/>
                </a:lnTo>
                <a:lnTo>
                  <a:pt x="342900" y="2924175"/>
                </a:lnTo>
                <a:lnTo>
                  <a:pt x="333375" y="2924175"/>
                </a:lnTo>
                <a:lnTo>
                  <a:pt x="333375" y="2895600"/>
                </a:lnTo>
                <a:lnTo>
                  <a:pt x="342900" y="2895600"/>
                </a:lnTo>
                <a:lnTo>
                  <a:pt x="342900" y="2886075"/>
                </a:lnTo>
                <a:lnTo>
                  <a:pt x="352425" y="2886075"/>
                </a:lnTo>
                <a:close/>
                <a:moveTo>
                  <a:pt x="295275" y="2905125"/>
                </a:moveTo>
                <a:lnTo>
                  <a:pt x="304800" y="2905125"/>
                </a:lnTo>
                <a:lnTo>
                  <a:pt x="304800" y="2952750"/>
                </a:lnTo>
                <a:lnTo>
                  <a:pt x="285750" y="2952750"/>
                </a:lnTo>
                <a:lnTo>
                  <a:pt x="285750" y="2924175"/>
                </a:lnTo>
                <a:lnTo>
                  <a:pt x="295275" y="2924175"/>
                </a:lnTo>
                <a:close/>
                <a:moveTo>
                  <a:pt x="352425" y="2933700"/>
                </a:moveTo>
                <a:lnTo>
                  <a:pt x="371475" y="2933700"/>
                </a:lnTo>
                <a:lnTo>
                  <a:pt x="371475" y="2943225"/>
                </a:lnTo>
                <a:lnTo>
                  <a:pt x="352425" y="2943225"/>
                </a:lnTo>
                <a:close/>
                <a:moveTo>
                  <a:pt x="400050" y="2933700"/>
                </a:moveTo>
                <a:lnTo>
                  <a:pt x="419100" y="2933700"/>
                </a:lnTo>
                <a:lnTo>
                  <a:pt x="419100" y="2943225"/>
                </a:lnTo>
                <a:lnTo>
                  <a:pt x="400050" y="2943225"/>
                </a:lnTo>
                <a:close/>
                <a:moveTo>
                  <a:pt x="828675" y="3038475"/>
                </a:moveTo>
                <a:lnTo>
                  <a:pt x="847725" y="3038475"/>
                </a:lnTo>
                <a:lnTo>
                  <a:pt x="847725" y="3048000"/>
                </a:lnTo>
                <a:lnTo>
                  <a:pt x="857250" y="3048000"/>
                </a:lnTo>
                <a:lnTo>
                  <a:pt x="857250" y="3067050"/>
                </a:lnTo>
                <a:lnTo>
                  <a:pt x="838200" y="3067050"/>
                </a:lnTo>
                <a:lnTo>
                  <a:pt x="838200" y="3048000"/>
                </a:lnTo>
                <a:lnTo>
                  <a:pt x="828675" y="3048000"/>
                </a:lnTo>
                <a:close/>
                <a:moveTo>
                  <a:pt x="552450" y="3076575"/>
                </a:moveTo>
                <a:lnTo>
                  <a:pt x="561975" y="3076575"/>
                </a:lnTo>
                <a:lnTo>
                  <a:pt x="561975" y="3086100"/>
                </a:lnTo>
                <a:lnTo>
                  <a:pt x="552450" y="3086100"/>
                </a:lnTo>
                <a:close/>
                <a:moveTo>
                  <a:pt x="561975" y="3086100"/>
                </a:moveTo>
                <a:lnTo>
                  <a:pt x="571500" y="3086100"/>
                </a:lnTo>
                <a:lnTo>
                  <a:pt x="571500" y="3133725"/>
                </a:lnTo>
                <a:lnTo>
                  <a:pt x="561975" y="3133725"/>
                </a:lnTo>
                <a:close/>
                <a:moveTo>
                  <a:pt x="409575" y="3124200"/>
                </a:moveTo>
                <a:lnTo>
                  <a:pt x="419100" y="3124200"/>
                </a:lnTo>
                <a:lnTo>
                  <a:pt x="419100" y="3133725"/>
                </a:lnTo>
                <a:lnTo>
                  <a:pt x="409575" y="3133725"/>
                </a:lnTo>
                <a:close/>
                <a:moveTo>
                  <a:pt x="476250" y="3133725"/>
                </a:moveTo>
                <a:lnTo>
                  <a:pt x="485775" y="3133725"/>
                </a:lnTo>
                <a:lnTo>
                  <a:pt x="485775" y="3143250"/>
                </a:lnTo>
                <a:lnTo>
                  <a:pt x="476250" y="3143250"/>
                </a:lnTo>
                <a:close/>
                <a:moveTo>
                  <a:pt x="476250" y="3162300"/>
                </a:moveTo>
                <a:lnTo>
                  <a:pt x="485775" y="3162300"/>
                </a:lnTo>
                <a:lnTo>
                  <a:pt x="485775" y="3209925"/>
                </a:lnTo>
                <a:lnTo>
                  <a:pt x="476250" y="3209925"/>
                </a:lnTo>
                <a:lnTo>
                  <a:pt x="476250" y="3181350"/>
                </a:lnTo>
                <a:lnTo>
                  <a:pt x="466725" y="3181350"/>
                </a:lnTo>
                <a:lnTo>
                  <a:pt x="466725" y="3171825"/>
                </a:lnTo>
                <a:lnTo>
                  <a:pt x="476250" y="3171825"/>
                </a:lnTo>
                <a:close/>
                <a:moveTo>
                  <a:pt x="561975" y="3162300"/>
                </a:moveTo>
                <a:lnTo>
                  <a:pt x="571500" y="3162300"/>
                </a:lnTo>
                <a:lnTo>
                  <a:pt x="571500" y="3171825"/>
                </a:lnTo>
                <a:lnTo>
                  <a:pt x="581025" y="3171825"/>
                </a:lnTo>
                <a:lnTo>
                  <a:pt x="581025" y="3190875"/>
                </a:lnTo>
                <a:lnTo>
                  <a:pt x="571500" y="3190875"/>
                </a:lnTo>
                <a:lnTo>
                  <a:pt x="571500" y="3181350"/>
                </a:lnTo>
                <a:lnTo>
                  <a:pt x="561975" y="3181350"/>
                </a:lnTo>
                <a:close/>
                <a:moveTo>
                  <a:pt x="561975" y="3190875"/>
                </a:moveTo>
                <a:lnTo>
                  <a:pt x="571500" y="3190875"/>
                </a:lnTo>
                <a:lnTo>
                  <a:pt x="571500" y="3200400"/>
                </a:lnTo>
                <a:lnTo>
                  <a:pt x="581025" y="3200400"/>
                </a:lnTo>
                <a:lnTo>
                  <a:pt x="581025" y="3209925"/>
                </a:lnTo>
                <a:lnTo>
                  <a:pt x="561975" y="3209925"/>
                </a:lnTo>
                <a:close/>
                <a:moveTo>
                  <a:pt x="466725" y="3209925"/>
                </a:moveTo>
                <a:lnTo>
                  <a:pt x="476250" y="3209925"/>
                </a:lnTo>
                <a:lnTo>
                  <a:pt x="476250" y="3219450"/>
                </a:lnTo>
                <a:lnTo>
                  <a:pt x="466725" y="3219450"/>
                </a:lnTo>
                <a:close/>
                <a:moveTo>
                  <a:pt x="447675" y="3257550"/>
                </a:moveTo>
                <a:lnTo>
                  <a:pt x="476250" y="3257550"/>
                </a:lnTo>
                <a:lnTo>
                  <a:pt x="476250" y="3267075"/>
                </a:lnTo>
                <a:lnTo>
                  <a:pt x="447675" y="3267075"/>
                </a:lnTo>
                <a:close/>
                <a:moveTo>
                  <a:pt x="419100" y="3295650"/>
                </a:moveTo>
                <a:lnTo>
                  <a:pt x="428625" y="3295650"/>
                </a:lnTo>
                <a:lnTo>
                  <a:pt x="428625" y="3333750"/>
                </a:lnTo>
                <a:lnTo>
                  <a:pt x="419100" y="3333750"/>
                </a:lnTo>
                <a:close/>
                <a:moveTo>
                  <a:pt x="628650" y="3390900"/>
                </a:moveTo>
                <a:lnTo>
                  <a:pt x="638175" y="3390900"/>
                </a:lnTo>
                <a:lnTo>
                  <a:pt x="638175" y="3409950"/>
                </a:lnTo>
                <a:lnTo>
                  <a:pt x="628650" y="3409950"/>
                </a:lnTo>
                <a:close/>
                <a:moveTo>
                  <a:pt x="685800" y="3390900"/>
                </a:moveTo>
                <a:lnTo>
                  <a:pt x="704850" y="3390900"/>
                </a:lnTo>
                <a:lnTo>
                  <a:pt x="704850" y="3409950"/>
                </a:lnTo>
                <a:lnTo>
                  <a:pt x="714375" y="3409950"/>
                </a:lnTo>
                <a:lnTo>
                  <a:pt x="714375" y="3419475"/>
                </a:lnTo>
                <a:lnTo>
                  <a:pt x="695325" y="3419475"/>
                </a:lnTo>
                <a:lnTo>
                  <a:pt x="695325" y="3409950"/>
                </a:lnTo>
                <a:lnTo>
                  <a:pt x="685800" y="3409950"/>
                </a:lnTo>
                <a:close/>
                <a:moveTo>
                  <a:pt x="609600" y="3448050"/>
                </a:moveTo>
                <a:lnTo>
                  <a:pt x="619125" y="3448050"/>
                </a:lnTo>
                <a:lnTo>
                  <a:pt x="619125" y="3457575"/>
                </a:lnTo>
                <a:lnTo>
                  <a:pt x="609600" y="3457575"/>
                </a:lnTo>
                <a:close/>
                <a:moveTo>
                  <a:pt x="457200" y="3457575"/>
                </a:moveTo>
                <a:lnTo>
                  <a:pt x="485775" y="3457575"/>
                </a:lnTo>
                <a:lnTo>
                  <a:pt x="485775" y="3467100"/>
                </a:lnTo>
                <a:lnTo>
                  <a:pt x="457200" y="3467100"/>
                </a:lnTo>
                <a:close/>
                <a:moveTo>
                  <a:pt x="561975" y="3495675"/>
                </a:moveTo>
                <a:lnTo>
                  <a:pt x="571500" y="3495675"/>
                </a:lnTo>
                <a:lnTo>
                  <a:pt x="571500" y="3505200"/>
                </a:lnTo>
                <a:lnTo>
                  <a:pt x="561975" y="3505200"/>
                </a:lnTo>
                <a:close/>
                <a:moveTo>
                  <a:pt x="638175" y="3514725"/>
                </a:moveTo>
                <a:lnTo>
                  <a:pt x="647700" y="3514725"/>
                </a:lnTo>
                <a:lnTo>
                  <a:pt x="647700" y="3524250"/>
                </a:lnTo>
                <a:lnTo>
                  <a:pt x="638175" y="3524250"/>
                </a:lnTo>
                <a:close/>
                <a:moveTo>
                  <a:pt x="438150" y="3571875"/>
                </a:moveTo>
                <a:lnTo>
                  <a:pt x="447675" y="3571875"/>
                </a:lnTo>
                <a:lnTo>
                  <a:pt x="447675" y="3629025"/>
                </a:lnTo>
                <a:lnTo>
                  <a:pt x="438150" y="3629025"/>
                </a:lnTo>
                <a:close/>
                <a:moveTo>
                  <a:pt x="647700" y="3619500"/>
                </a:moveTo>
                <a:lnTo>
                  <a:pt x="657225" y="3619500"/>
                </a:lnTo>
                <a:lnTo>
                  <a:pt x="657225" y="3657600"/>
                </a:lnTo>
                <a:lnTo>
                  <a:pt x="647700" y="3657600"/>
                </a:lnTo>
                <a:close/>
                <a:moveTo>
                  <a:pt x="638175" y="3657600"/>
                </a:moveTo>
                <a:lnTo>
                  <a:pt x="647700" y="3657600"/>
                </a:lnTo>
                <a:lnTo>
                  <a:pt x="647700" y="3667125"/>
                </a:lnTo>
                <a:lnTo>
                  <a:pt x="638175" y="3667125"/>
                </a:lnTo>
                <a:close/>
                <a:moveTo>
                  <a:pt x="466725" y="3676650"/>
                </a:moveTo>
                <a:lnTo>
                  <a:pt x="476250" y="3676650"/>
                </a:lnTo>
                <a:lnTo>
                  <a:pt x="476250" y="3686175"/>
                </a:lnTo>
                <a:lnTo>
                  <a:pt x="466725" y="3686175"/>
                </a:lnTo>
                <a:close/>
                <a:moveTo>
                  <a:pt x="323850" y="3724275"/>
                </a:moveTo>
                <a:lnTo>
                  <a:pt x="342900" y="3724275"/>
                </a:lnTo>
                <a:lnTo>
                  <a:pt x="342900" y="3733800"/>
                </a:lnTo>
                <a:lnTo>
                  <a:pt x="352425" y="3733800"/>
                </a:lnTo>
                <a:lnTo>
                  <a:pt x="352425" y="3743325"/>
                </a:lnTo>
                <a:lnTo>
                  <a:pt x="342900" y="3743325"/>
                </a:lnTo>
                <a:lnTo>
                  <a:pt x="342900" y="3752850"/>
                </a:lnTo>
                <a:lnTo>
                  <a:pt x="323850" y="3752850"/>
                </a:lnTo>
                <a:close/>
                <a:moveTo>
                  <a:pt x="942975" y="3781425"/>
                </a:moveTo>
                <a:lnTo>
                  <a:pt x="962025" y="3781425"/>
                </a:lnTo>
                <a:lnTo>
                  <a:pt x="962025" y="3800475"/>
                </a:lnTo>
                <a:lnTo>
                  <a:pt x="942975" y="3800475"/>
                </a:lnTo>
                <a:close/>
                <a:moveTo>
                  <a:pt x="476250" y="3857625"/>
                </a:moveTo>
                <a:lnTo>
                  <a:pt x="552450" y="3857625"/>
                </a:lnTo>
                <a:lnTo>
                  <a:pt x="552450" y="3876675"/>
                </a:lnTo>
                <a:lnTo>
                  <a:pt x="523875" y="3876675"/>
                </a:lnTo>
                <a:lnTo>
                  <a:pt x="523875" y="3886200"/>
                </a:lnTo>
                <a:lnTo>
                  <a:pt x="476250" y="3886200"/>
                </a:lnTo>
                <a:lnTo>
                  <a:pt x="476250" y="3895725"/>
                </a:lnTo>
                <a:lnTo>
                  <a:pt x="466725" y="3895725"/>
                </a:lnTo>
                <a:lnTo>
                  <a:pt x="466725" y="3905250"/>
                </a:lnTo>
                <a:lnTo>
                  <a:pt x="428625" y="3905250"/>
                </a:lnTo>
                <a:lnTo>
                  <a:pt x="428625" y="3895725"/>
                </a:lnTo>
                <a:lnTo>
                  <a:pt x="419100" y="3895725"/>
                </a:lnTo>
                <a:lnTo>
                  <a:pt x="419100" y="3886200"/>
                </a:lnTo>
                <a:lnTo>
                  <a:pt x="428625" y="3886200"/>
                </a:lnTo>
                <a:lnTo>
                  <a:pt x="428625" y="3876675"/>
                </a:lnTo>
                <a:lnTo>
                  <a:pt x="447675" y="3876675"/>
                </a:lnTo>
                <a:lnTo>
                  <a:pt x="447675" y="3886200"/>
                </a:lnTo>
                <a:lnTo>
                  <a:pt x="457200" y="3886200"/>
                </a:lnTo>
                <a:lnTo>
                  <a:pt x="457200" y="3867150"/>
                </a:lnTo>
                <a:lnTo>
                  <a:pt x="466725" y="3867150"/>
                </a:lnTo>
                <a:lnTo>
                  <a:pt x="466725" y="3876675"/>
                </a:lnTo>
                <a:lnTo>
                  <a:pt x="476250" y="3876675"/>
                </a:lnTo>
                <a:close/>
                <a:moveTo>
                  <a:pt x="600075" y="3867150"/>
                </a:moveTo>
                <a:lnTo>
                  <a:pt x="609600" y="3867150"/>
                </a:lnTo>
                <a:lnTo>
                  <a:pt x="609600" y="3886200"/>
                </a:lnTo>
                <a:lnTo>
                  <a:pt x="600075" y="3886200"/>
                </a:lnTo>
                <a:close/>
                <a:moveTo>
                  <a:pt x="400050" y="3895725"/>
                </a:moveTo>
                <a:lnTo>
                  <a:pt x="409575" y="3895725"/>
                </a:lnTo>
                <a:lnTo>
                  <a:pt x="409575" y="3905250"/>
                </a:lnTo>
                <a:lnTo>
                  <a:pt x="419100" y="3905250"/>
                </a:lnTo>
                <a:lnTo>
                  <a:pt x="419100" y="3924300"/>
                </a:lnTo>
                <a:lnTo>
                  <a:pt x="409575" y="3924300"/>
                </a:lnTo>
                <a:lnTo>
                  <a:pt x="409575" y="3933825"/>
                </a:lnTo>
                <a:lnTo>
                  <a:pt x="390525" y="3933825"/>
                </a:lnTo>
                <a:lnTo>
                  <a:pt x="390525" y="3924300"/>
                </a:lnTo>
                <a:lnTo>
                  <a:pt x="381000" y="3924300"/>
                </a:lnTo>
                <a:lnTo>
                  <a:pt x="381000" y="3905250"/>
                </a:lnTo>
                <a:lnTo>
                  <a:pt x="400050" y="3905250"/>
                </a:lnTo>
                <a:close/>
                <a:moveTo>
                  <a:pt x="628650" y="3905250"/>
                </a:moveTo>
                <a:lnTo>
                  <a:pt x="657225" y="3905250"/>
                </a:lnTo>
                <a:lnTo>
                  <a:pt x="657225" y="3924300"/>
                </a:lnTo>
                <a:lnTo>
                  <a:pt x="628650" y="3924300"/>
                </a:lnTo>
                <a:close/>
              </a:path>
            </a:pathLst>
          </a:custGeom>
          <a:solidFill xmlns:a="http://schemas.openxmlformats.org/drawingml/2006/main">
            <a:srgbClr val="F9FDFE"/>
          </a:solidFill>
          <a:ln xmlns:a="http://schemas.openxmlformats.org/drawingml/2006/main" w="0">
            <a:noFill/>
          </a:ln>
        </p:spPr>
      </p:sp>
      <p:sp>
        <p:nvSpPr>
          <p:cNvPr id="10" name="phones vector #f7fafe">
            <a:extLst xmlns:a="http://schemas.openxmlformats.org/drawingml/2006/main">
              <a:ext uri="{FF2B5EF4-FFF2-40B4-BE49-F238E27FC236}">
                <a16:creationId xmlns:a16="http://schemas.microsoft.com/office/drawing/2014/main" id="{2A50B286-D80A-4F15-9F86-4DEA5F8AEFA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48500" y="190500"/>
            <a:ext cx="5905500" cy="6619875"/>
          </a:xfrm>
          <a:custGeom xmlns:a="http://schemas.openxmlformats.org/drawingml/2006/main">
            <a:pathLst>
              <a:path w="3838575" h="4295775">
                <a:moveTo>
                  <a:pt x="1143000" y="171450"/>
                </a:moveTo>
                <a:lnTo>
                  <a:pt x="1162050" y="171450"/>
                </a:lnTo>
                <a:lnTo>
                  <a:pt x="1162050" y="180975"/>
                </a:lnTo>
                <a:lnTo>
                  <a:pt x="1171575" y="180975"/>
                </a:lnTo>
                <a:lnTo>
                  <a:pt x="1171575" y="190500"/>
                </a:lnTo>
                <a:lnTo>
                  <a:pt x="1152525" y="190500"/>
                </a:lnTo>
                <a:lnTo>
                  <a:pt x="1152525" y="200025"/>
                </a:lnTo>
                <a:lnTo>
                  <a:pt x="1133475" y="200025"/>
                </a:lnTo>
                <a:lnTo>
                  <a:pt x="1133475" y="180975"/>
                </a:lnTo>
                <a:lnTo>
                  <a:pt x="1143000" y="180975"/>
                </a:lnTo>
                <a:close/>
                <a:moveTo>
                  <a:pt x="1219200" y="171450"/>
                </a:moveTo>
                <a:lnTo>
                  <a:pt x="1266825" y="171450"/>
                </a:lnTo>
                <a:lnTo>
                  <a:pt x="1266825" y="180975"/>
                </a:lnTo>
                <a:lnTo>
                  <a:pt x="1219200" y="180975"/>
                </a:lnTo>
                <a:close/>
                <a:moveTo>
                  <a:pt x="1057275" y="190500"/>
                </a:moveTo>
                <a:lnTo>
                  <a:pt x="1076325" y="190500"/>
                </a:lnTo>
                <a:lnTo>
                  <a:pt x="1076325" y="200025"/>
                </a:lnTo>
                <a:lnTo>
                  <a:pt x="1057275" y="200025"/>
                </a:lnTo>
                <a:close/>
                <a:moveTo>
                  <a:pt x="771525" y="209550"/>
                </a:moveTo>
                <a:lnTo>
                  <a:pt x="790575" y="209550"/>
                </a:lnTo>
                <a:lnTo>
                  <a:pt x="790575" y="219075"/>
                </a:lnTo>
                <a:lnTo>
                  <a:pt x="800100" y="219075"/>
                </a:lnTo>
                <a:lnTo>
                  <a:pt x="800100" y="228600"/>
                </a:lnTo>
                <a:lnTo>
                  <a:pt x="771525" y="228600"/>
                </a:lnTo>
                <a:close/>
                <a:moveTo>
                  <a:pt x="838200" y="219075"/>
                </a:moveTo>
                <a:lnTo>
                  <a:pt x="847725" y="219075"/>
                </a:lnTo>
                <a:lnTo>
                  <a:pt x="847725" y="228600"/>
                </a:lnTo>
                <a:lnTo>
                  <a:pt x="838200" y="228600"/>
                </a:lnTo>
                <a:close/>
                <a:moveTo>
                  <a:pt x="1333500" y="219075"/>
                </a:moveTo>
                <a:lnTo>
                  <a:pt x="1352550" y="219075"/>
                </a:lnTo>
                <a:lnTo>
                  <a:pt x="1352550" y="238125"/>
                </a:lnTo>
                <a:lnTo>
                  <a:pt x="1323975" y="238125"/>
                </a:lnTo>
                <a:lnTo>
                  <a:pt x="1323975" y="228600"/>
                </a:lnTo>
                <a:lnTo>
                  <a:pt x="1333500" y="228600"/>
                </a:lnTo>
                <a:close/>
                <a:moveTo>
                  <a:pt x="742950" y="228600"/>
                </a:moveTo>
                <a:lnTo>
                  <a:pt x="762000" y="228600"/>
                </a:lnTo>
                <a:lnTo>
                  <a:pt x="762000" y="238125"/>
                </a:lnTo>
                <a:lnTo>
                  <a:pt x="742950" y="238125"/>
                </a:lnTo>
                <a:close/>
                <a:moveTo>
                  <a:pt x="1371600" y="228600"/>
                </a:moveTo>
                <a:lnTo>
                  <a:pt x="1381125" y="228600"/>
                </a:lnTo>
                <a:lnTo>
                  <a:pt x="1381125" y="238125"/>
                </a:lnTo>
                <a:lnTo>
                  <a:pt x="1371600" y="238125"/>
                </a:lnTo>
                <a:close/>
                <a:moveTo>
                  <a:pt x="1609725" y="228600"/>
                </a:moveTo>
                <a:lnTo>
                  <a:pt x="1638300" y="228600"/>
                </a:lnTo>
                <a:lnTo>
                  <a:pt x="1638300" y="257175"/>
                </a:lnTo>
                <a:lnTo>
                  <a:pt x="1590675" y="257175"/>
                </a:lnTo>
                <a:lnTo>
                  <a:pt x="1590675" y="238125"/>
                </a:lnTo>
                <a:lnTo>
                  <a:pt x="1600200" y="238125"/>
                </a:lnTo>
                <a:lnTo>
                  <a:pt x="1600200" y="247650"/>
                </a:lnTo>
                <a:lnTo>
                  <a:pt x="1609725" y="247650"/>
                </a:lnTo>
                <a:close/>
                <a:moveTo>
                  <a:pt x="1304925" y="238125"/>
                </a:moveTo>
                <a:lnTo>
                  <a:pt x="1323975" y="238125"/>
                </a:lnTo>
                <a:lnTo>
                  <a:pt x="1323975" y="247650"/>
                </a:lnTo>
                <a:lnTo>
                  <a:pt x="1333500" y="247650"/>
                </a:lnTo>
                <a:lnTo>
                  <a:pt x="1333500" y="257175"/>
                </a:lnTo>
                <a:lnTo>
                  <a:pt x="1314450" y="257175"/>
                </a:lnTo>
                <a:lnTo>
                  <a:pt x="1314450" y="266700"/>
                </a:lnTo>
                <a:lnTo>
                  <a:pt x="1295400" y="266700"/>
                </a:lnTo>
                <a:lnTo>
                  <a:pt x="1295400" y="247650"/>
                </a:lnTo>
                <a:lnTo>
                  <a:pt x="1304925" y="247650"/>
                </a:lnTo>
                <a:close/>
                <a:moveTo>
                  <a:pt x="409575" y="247650"/>
                </a:moveTo>
                <a:lnTo>
                  <a:pt x="428625" y="247650"/>
                </a:lnTo>
                <a:lnTo>
                  <a:pt x="428625" y="257175"/>
                </a:lnTo>
                <a:lnTo>
                  <a:pt x="438150" y="257175"/>
                </a:lnTo>
                <a:lnTo>
                  <a:pt x="438150" y="266700"/>
                </a:lnTo>
                <a:lnTo>
                  <a:pt x="419100" y="266700"/>
                </a:lnTo>
                <a:lnTo>
                  <a:pt x="419100" y="276225"/>
                </a:lnTo>
                <a:lnTo>
                  <a:pt x="400050" y="276225"/>
                </a:lnTo>
                <a:lnTo>
                  <a:pt x="400050" y="295275"/>
                </a:lnTo>
                <a:lnTo>
                  <a:pt x="409575" y="295275"/>
                </a:lnTo>
                <a:lnTo>
                  <a:pt x="409575" y="304800"/>
                </a:lnTo>
                <a:lnTo>
                  <a:pt x="400050" y="304800"/>
                </a:lnTo>
                <a:lnTo>
                  <a:pt x="400050" y="314325"/>
                </a:lnTo>
                <a:lnTo>
                  <a:pt x="371475" y="314325"/>
                </a:lnTo>
                <a:lnTo>
                  <a:pt x="371475" y="323850"/>
                </a:lnTo>
                <a:lnTo>
                  <a:pt x="342900" y="323850"/>
                </a:lnTo>
                <a:lnTo>
                  <a:pt x="342900" y="295275"/>
                </a:lnTo>
                <a:lnTo>
                  <a:pt x="323850" y="295275"/>
                </a:lnTo>
                <a:lnTo>
                  <a:pt x="323850" y="285750"/>
                </a:lnTo>
                <a:lnTo>
                  <a:pt x="304800" y="285750"/>
                </a:lnTo>
                <a:lnTo>
                  <a:pt x="304800" y="266700"/>
                </a:lnTo>
                <a:lnTo>
                  <a:pt x="342900" y="266700"/>
                </a:lnTo>
                <a:lnTo>
                  <a:pt x="342900" y="276225"/>
                </a:lnTo>
                <a:lnTo>
                  <a:pt x="390525" y="276225"/>
                </a:lnTo>
                <a:lnTo>
                  <a:pt x="390525" y="266700"/>
                </a:lnTo>
                <a:lnTo>
                  <a:pt x="381000" y="266700"/>
                </a:lnTo>
                <a:lnTo>
                  <a:pt x="381000" y="257175"/>
                </a:lnTo>
                <a:lnTo>
                  <a:pt x="400050" y="257175"/>
                </a:lnTo>
                <a:lnTo>
                  <a:pt x="400050" y="266700"/>
                </a:lnTo>
                <a:lnTo>
                  <a:pt x="409575" y="266700"/>
                </a:lnTo>
                <a:close/>
                <a:moveTo>
                  <a:pt x="1400175" y="276225"/>
                </a:moveTo>
                <a:lnTo>
                  <a:pt x="1419225" y="276225"/>
                </a:lnTo>
                <a:lnTo>
                  <a:pt x="1419225" y="295275"/>
                </a:lnTo>
                <a:lnTo>
                  <a:pt x="1390650" y="295275"/>
                </a:lnTo>
                <a:lnTo>
                  <a:pt x="1390650" y="304800"/>
                </a:lnTo>
                <a:lnTo>
                  <a:pt x="1352550" y="304800"/>
                </a:lnTo>
                <a:lnTo>
                  <a:pt x="1352550" y="295275"/>
                </a:lnTo>
                <a:lnTo>
                  <a:pt x="1371600" y="295275"/>
                </a:lnTo>
                <a:lnTo>
                  <a:pt x="1371600" y="285750"/>
                </a:lnTo>
                <a:lnTo>
                  <a:pt x="1400175" y="285750"/>
                </a:lnTo>
                <a:close/>
                <a:moveTo>
                  <a:pt x="447675" y="295275"/>
                </a:moveTo>
                <a:lnTo>
                  <a:pt x="466725" y="295275"/>
                </a:lnTo>
                <a:lnTo>
                  <a:pt x="466725" y="314325"/>
                </a:lnTo>
                <a:lnTo>
                  <a:pt x="476250" y="314325"/>
                </a:lnTo>
                <a:lnTo>
                  <a:pt x="476250" y="323850"/>
                </a:lnTo>
                <a:lnTo>
                  <a:pt x="466725" y="323850"/>
                </a:lnTo>
                <a:lnTo>
                  <a:pt x="466725" y="352425"/>
                </a:lnTo>
                <a:lnTo>
                  <a:pt x="457200" y="352425"/>
                </a:lnTo>
                <a:lnTo>
                  <a:pt x="457200" y="361950"/>
                </a:lnTo>
                <a:lnTo>
                  <a:pt x="419100" y="361950"/>
                </a:lnTo>
                <a:lnTo>
                  <a:pt x="419100" y="323850"/>
                </a:lnTo>
                <a:lnTo>
                  <a:pt x="409575" y="323850"/>
                </a:lnTo>
                <a:lnTo>
                  <a:pt x="409575" y="314325"/>
                </a:lnTo>
                <a:lnTo>
                  <a:pt x="419100" y="314325"/>
                </a:lnTo>
                <a:lnTo>
                  <a:pt x="419100" y="304800"/>
                </a:lnTo>
                <a:lnTo>
                  <a:pt x="447675" y="304800"/>
                </a:lnTo>
                <a:close/>
                <a:moveTo>
                  <a:pt x="1647825" y="400050"/>
                </a:moveTo>
                <a:lnTo>
                  <a:pt x="1657350" y="400050"/>
                </a:lnTo>
                <a:lnTo>
                  <a:pt x="1657350" y="419100"/>
                </a:lnTo>
                <a:lnTo>
                  <a:pt x="1647825" y="419100"/>
                </a:lnTo>
                <a:close/>
                <a:moveTo>
                  <a:pt x="1552575" y="409575"/>
                </a:moveTo>
                <a:lnTo>
                  <a:pt x="1562100" y="409575"/>
                </a:lnTo>
                <a:lnTo>
                  <a:pt x="1562100" y="419100"/>
                </a:lnTo>
                <a:lnTo>
                  <a:pt x="1590675" y="419100"/>
                </a:lnTo>
                <a:lnTo>
                  <a:pt x="1590675" y="428625"/>
                </a:lnTo>
                <a:lnTo>
                  <a:pt x="1600200" y="428625"/>
                </a:lnTo>
                <a:lnTo>
                  <a:pt x="1600200" y="438150"/>
                </a:lnTo>
                <a:lnTo>
                  <a:pt x="1609725" y="438150"/>
                </a:lnTo>
                <a:lnTo>
                  <a:pt x="1609725" y="447675"/>
                </a:lnTo>
                <a:lnTo>
                  <a:pt x="1600200" y="447675"/>
                </a:lnTo>
                <a:lnTo>
                  <a:pt x="1600200" y="466725"/>
                </a:lnTo>
                <a:lnTo>
                  <a:pt x="1590675" y="466725"/>
                </a:lnTo>
                <a:lnTo>
                  <a:pt x="1590675" y="485775"/>
                </a:lnTo>
                <a:lnTo>
                  <a:pt x="1571625" y="485775"/>
                </a:lnTo>
                <a:lnTo>
                  <a:pt x="1571625" y="476250"/>
                </a:lnTo>
                <a:lnTo>
                  <a:pt x="1562100" y="476250"/>
                </a:lnTo>
                <a:lnTo>
                  <a:pt x="1562100" y="447675"/>
                </a:lnTo>
                <a:lnTo>
                  <a:pt x="1571625" y="447675"/>
                </a:lnTo>
                <a:lnTo>
                  <a:pt x="1571625" y="428625"/>
                </a:lnTo>
                <a:lnTo>
                  <a:pt x="1562100" y="428625"/>
                </a:lnTo>
                <a:lnTo>
                  <a:pt x="1562100" y="438150"/>
                </a:lnTo>
                <a:lnTo>
                  <a:pt x="1552575" y="438150"/>
                </a:lnTo>
                <a:lnTo>
                  <a:pt x="1552575" y="428625"/>
                </a:lnTo>
                <a:lnTo>
                  <a:pt x="1543050" y="428625"/>
                </a:lnTo>
                <a:lnTo>
                  <a:pt x="1543050" y="419100"/>
                </a:lnTo>
                <a:lnTo>
                  <a:pt x="1552575" y="419100"/>
                </a:lnTo>
                <a:close/>
                <a:moveTo>
                  <a:pt x="171450" y="428625"/>
                </a:moveTo>
                <a:lnTo>
                  <a:pt x="180975" y="428625"/>
                </a:lnTo>
                <a:lnTo>
                  <a:pt x="180975" y="476250"/>
                </a:lnTo>
                <a:lnTo>
                  <a:pt x="171450" y="476250"/>
                </a:lnTo>
                <a:close/>
                <a:moveTo>
                  <a:pt x="190500" y="428625"/>
                </a:moveTo>
                <a:lnTo>
                  <a:pt x="200025" y="428625"/>
                </a:lnTo>
                <a:lnTo>
                  <a:pt x="200025" y="447675"/>
                </a:lnTo>
                <a:lnTo>
                  <a:pt x="190500" y="447675"/>
                </a:lnTo>
                <a:close/>
                <a:moveTo>
                  <a:pt x="1504950" y="438150"/>
                </a:moveTo>
                <a:lnTo>
                  <a:pt x="1524000" y="438150"/>
                </a:lnTo>
                <a:lnTo>
                  <a:pt x="1524000" y="447675"/>
                </a:lnTo>
                <a:lnTo>
                  <a:pt x="1504950" y="447675"/>
                </a:lnTo>
                <a:close/>
                <a:moveTo>
                  <a:pt x="1457325" y="447675"/>
                </a:moveTo>
                <a:lnTo>
                  <a:pt x="1476375" y="447675"/>
                </a:lnTo>
                <a:lnTo>
                  <a:pt x="1476375" y="476250"/>
                </a:lnTo>
                <a:lnTo>
                  <a:pt x="1457325" y="476250"/>
                </a:lnTo>
                <a:close/>
                <a:moveTo>
                  <a:pt x="1495425" y="447675"/>
                </a:moveTo>
                <a:lnTo>
                  <a:pt x="1504950" y="447675"/>
                </a:lnTo>
                <a:lnTo>
                  <a:pt x="1504950" y="476250"/>
                </a:lnTo>
                <a:lnTo>
                  <a:pt x="1495425" y="476250"/>
                </a:lnTo>
                <a:close/>
                <a:moveTo>
                  <a:pt x="342900" y="514350"/>
                </a:moveTo>
                <a:lnTo>
                  <a:pt x="361950" y="514350"/>
                </a:lnTo>
                <a:lnTo>
                  <a:pt x="361950" y="533400"/>
                </a:lnTo>
                <a:lnTo>
                  <a:pt x="371475" y="533400"/>
                </a:lnTo>
                <a:lnTo>
                  <a:pt x="371475" y="552450"/>
                </a:lnTo>
                <a:lnTo>
                  <a:pt x="361950" y="552450"/>
                </a:lnTo>
                <a:lnTo>
                  <a:pt x="361950" y="542925"/>
                </a:lnTo>
                <a:lnTo>
                  <a:pt x="342900" y="542925"/>
                </a:lnTo>
                <a:lnTo>
                  <a:pt x="342900" y="533400"/>
                </a:lnTo>
                <a:lnTo>
                  <a:pt x="352425" y="533400"/>
                </a:lnTo>
                <a:lnTo>
                  <a:pt x="352425" y="523875"/>
                </a:lnTo>
                <a:lnTo>
                  <a:pt x="342900" y="523875"/>
                </a:lnTo>
                <a:close/>
                <a:moveTo>
                  <a:pt x="552450" y="523875"/>
                </a:moveTo>
                <a:lnTo>
                  <a:pt x="561975" y="523875"/>
                </a:lnTo>
                <a:lnTo>
                  <a:pt x="561975" y="533400"/>
                </a:lnTo>
                <a:lnTo>
                  <a:pt x="552450" y="533400"/>
                </a:lnTo>
                <a:close/>
                <a:moveTo>
                  <a:pt x="428625" y="571500"/>
                </a:moveTo>
                <a:lnTo>
                  <a:pt x="438150" y="571500"/>
                </a:lnTo>
                <a:lnTo>
                  <a:pt x="438150" y="581025"/>
                </a:lnTo>
                <a:lnTo>
                  <a:pt x="466725" y="581025"/>
                </a:lnTo>
                <a:lnTo>
                  <a:pt x="466725" y="600075"/>
                </a:lnTo>
                <a:lnTo>
                  <a:pt x="428625" y="600075"/>
                </a:lnTo>
                <a:lnTo>
                  <a:pt x="428625" y="590550"/>
                </a:lnTo>
                <a:lnTo>
                  <a:pt x="419100" y="590550"/>
                </a:lnTo>
                <a:lnTo>
                  <a:pt x="419100" y="581025"/>
                </a:lnTo>
                <a:lnTo>
                  <a:pt x="428625" y="581025"/>
                </a:lnTo>
                <a:close/>
                <a:moveTo>
                  <a:pt x="485775" y="581025"/>
                </a:moveTo>
                <a:lnTo>
                  <a:pt x="504825" y="581025"/>
                </a:lnTo>
                <a:lnTo>
                  <a:pt x="504825" y="590550"/>
                </a:lnTo>
                <a:lnTo>
                  <a:pt x="485775" y="590550"/>
                </a:lnTo>
                <a:close/>
                <a:moveTo>
                  <a:pt x="180975" y="685800"/>
                </a:moveTo>
                <a:lnTo>
                  <a:pt x="190500" y="685800"/>
                </a:lnTo>
                <a:lnTo>
                  <a:pt x="190500" y="695325"/>
                </a:lnTo>
                <a:lnTo>
                  <a:pt x="209550" y="695325"/>
                </a:lnTo>
                <a:lnTo>
                  <a:pt x="209550" y="704850"/>
                </a:lnTo>
                <a:lnTo>
                  <a:pt x="219075" y="704850"/>
                </a:lnTo>
                <a:lnTo>
                  <a:pt x="219075" y="714375"/>
                </a:lnTo>
                <a:lnTo>
                  <a:pt x="209550" y="714375"/>
                </a:lnTo>
                <a:lnTo>
                  <a:pt x="209550" y="723900"/>
                </a:lnTo>
                <a:lnTo>
                  <a:pt x="180975" y="723900"/>
                </a:lnTo>
                <a:lnTo>
                  <a:pt x="180975" y="714375"/>
                </a:lnTo>
                <a:lnTo>
                  <a:pt x="171450" y="714375"/>
                </a:lnTo>
                <a:lnTo>
                  <a:pt x="171450" y="695325"/>
                </a:lnTo>
                <a:lnTo>
                  <a:pt x="180975" y="695325"/>
                </a:lnTo>
                <a:close/>
                <a:moveTo>
                  <a:pt x="342900" y="695325"/>
                </a:moveTo>
                <a:lnTo>
                  <a:pt x="371475" y="695325"/>
                </a:lnTo>
                <a:lnTo>
                  <a:pt x="371475" y="714375"/>
                </a:lnTo>
                <a:lnTo>
                  <a:pt x="400050" y="714375"/>
                </a:lnTo>
                <a:lnTo>
                  <a:pt x="400050" y="733425"/>
                </a:lnTo>
                <a:lnTo>
                  <a:pt x="381000" y="733425"/>
                </a:lnTo>
                <a:lnTo>
                  <a:pt x="381000" y="723900"/>
                </a:lnTo>
                <a:lnTo>
                  <a:pt x="361950" y="723900"/>
                </a:lnTo>
                <a:lnTo>
                  <a:pt x="361950" y="704850"/>
                </a:lnTo>
                <a:lnTo>
                  <a:pt x="342900" y="704850"/>
                </a:lnTo>
                <a:close/>
                <a:moveTo>
                  <a:pt x="561975" y="695325"/>
                </a:moveTo>
                <a:lnTo>
                  <a:pt x="581025" y="695325"/>
                </a:lnTo>
                <a:lnTo>
                  <a:pt x="581025" y="704850"/>
                </a:lnTo>
                <a:lnTo>
                  <a:pt x="561975" y="704850"/>
                </a:lnTo>
                <a:close/>
                <a:moveTo>
                  <a:pt x="304800" y="704850"/>
                </a:moveTo>
                <a:lnTo>
                  <a:pt x="342900" y="704850"/>
                </a:lnTo>
                <a:lnTo>
                  <a:pt x="342900" y="714375"/>
                </a:lnTo>
                <a:lnTo>
                  <a:pt x="314325" y="714375"/>
                </a:lnTo>
                <a:lnTo>
                  <a:pt x="314325" y="723900"/>
                </a:lnTo>
                <a:lnTo>
                  <a:pt x="304800" y="723900"/>
                </a:lnTo>
                <a:close/>
                <a:moveTo>
                  <a:pt x="238125" y="723900"/>
                </a:moveTo>
                <a:lnTo>
                  <a:pt x="285750" y="723900"/>
                </a:lnTo>
                <a:lnTo>
                  <a:pt x="285750" y="742950"/>
                </a:lnTo>
                <a:lnTo>
                  <a:pt x="276225" y="742950"/>
                </a:lnTo>
                <a:lnTo>
                  <a:pt x="276225" y="733425"/>
                </a:lnTo>
                <a:lnTo>
                  <a:pt x="266700" y="733425"/>
                </a:lnTo>
                <a:lnTo>
                  <a:pt x="266700" y="742950"/>
                </a:lnTo>
                <a:lnTo>
                  <a:pt x="257175" y="742950"/>
                </a:lnTo>
                <a:lnTo>
                  <a:pt x="257175" y="752475"/>
                </a:lnTo>
                <a:lnTo>
                  <a:pt x="238125" y="752475"/>
                </a:lnTo>
                <a:lnTo>
                  <a:pt x="238125" y="742950"/>
                </a:lnTo>
                <a:lnTo>
                  <a:pt x="228600" y="742950"/>
                </a:lnTo>
                <a:lnTo>
                  <a:pt x="228600" y="733425"/>
                </a:lnTo>
                <a:lnTo>
                  <a:pt x="238125" y="733425"/>
                </a:lnTo>
                <a:close/>
                <a:moveTo>
                  <a:pt x="342900" y="800100"/>
                </a:moveTo>
                <a:lnTo>
                  <a:pt x="352425" y="800100"/>
                </a:lnTo>
                <a:lnTo>
                  <a:pt x="352425" y="809625"/>
                </a:lnTo>
                <a:lnTo>
                  <a:pt x="342900" y="809625"/>
                </a:lnTo>
                <a:close/>
                <a:moveTo>
                  <a:pt x="457200" y="800100"/>
                </a:moveTo>
                <a:lnTo>
                  <a:pt x="552450" y="800100"/>
                </a:lnTo>
                <a:lnTo>
                  <a:pt x="552450" y="819150"/>
                </a:lnTo>
                <a:lnTo>
                  <a:pt x="561975" y="819150"/>
                </a:lnTo>
                <a:lnTo>
                  <a:pt x="561975" y="828675"/>
                </a:lnTo>
                <a:lnTo>
                  <a:pt x="571500" y="828675"/>
                </a:lnTo>
                <a:lnTo>
                  <a:pt x="571500" y="847725"/>
                </a:lnTo>
                <a:lnTo>
                  <a:pt x="552450" y="847725"/>
                </a:lnTo>
                <a:lnTo>
                  <a:pt x="552450" y="828675"/>
                </a:lnTo>
                <a:lnTo>
                  <a:pt x="533400" y="828675"/>
                </a:lnTo>
                <a:lnTo>
                  <a:pt x="533400" y="857250"/>
                </a:lnTo>
                <a:lnTo>
                  <a:pt x="514350" y="857250"/>
                </a:lnTo>
                <a:lnTo>
                  <a:pt x="514350" y="847725"/>
                </a:lnTo>
                <a:lnTo>
                  <a:pt x="495300" y="847725"/>
                </a:lnTo>
                <a:lnTo>
                  <a:pt x="495300" y="857250"/>
                </a:lnTo>
                <a:lnTo>
                  <a:pt x="419100" y="857250"/>
                </a:lnTo>
                <a:lnTo>
                  <a:pt x="419100" y="847725"/>
                </a:lnTo>
                <a:lnTo>
                  <a:pt x="409575" y="847725"/>
                </a:lnTo>
                <a:lnTo>
                  <a:pt x="409575" y="857250"/>
                </a:lnTo>
                <a:lnTo>
                  <a:pt x="381000" y="857250"/>
                </a:lnTo>
                <a:lnTo>
                  <a:pt x="381000" y="828675"/>
                </a:lnTo>
                <a:lnTo>
                  <a:pt x="371475" y="828675"/>
                </a:lnTo>
                <a:lnTo>
                  <a:pt x="371475" y="809625"/>
                </a:lnTo>
                <a:lnTo>
                  <a:pt x="428625" y="809625"/>
                </a:lnTo>
                <a:lnTo>
                  <a:pt x="428625" y="819150"/>
                </a:lnTo>
                <a:lnTo>
                  <a:pt x="457200" y="819150"/>
                </a:lnTo>
                <a:close/>
                <a:moveTo>
                  <a:pt x="323850" y="809625"/>
                </a:moveTo>
                <a:lnTo>
                  <a:pt x="342900" y="809625"/>
                </a:lnTo>
                <a:lnTo>
                  <a:pt x="342900" y="819150"/>
                </a:lnTo>
                <a:lnTo>
                  <a:pt x="323850" y="819150"/>
                </a:lnTo>
                <a:close/>
                <a:moveTo>
                  <a:pt x="400050" y="828675"/>
                </a:moveTo>
                <a:lnTo>
                  <a:pt x="409575" y="828675"/>
                </a:lnTo>
                <a:lnTo>
                  <a:pt x="409575" y="819150"/>
                </a:lnTo>
                <a:lnTo>
                  <a:pt x="400050" y="819150"/>
                </a:lnTo>
                <a:close/>
                <a:moveTo>
                  <a:pt x="190500" y="847725"/>
                </a:moveTo>
                <a:lnTo>
                  <a:pt x="209550" y="847725"/>
                </a:lnTo>
                <a:lnTo>
                  <a:pt x="209550" y="857250"/>
                </a:lnTo>
                <a:lnTo>
                  <a:pt x="238125" y="857250"/>
                </a:lnTo>
                <a:lnTo>
                  <a:pt x="238125" y="866775"/>
                </a:lnTo>
                <a:lnTo>
                  <a:pt x="247650" y="866775"/>
                </a:lnTo>
                <a:lnTo>
                  <a:pt x="247650" y="895350"/>
                </a:lnTo>
                <a:lnTo>
                  <a:pt x="257175" y="895350"/>
                </a:lnTo>
                <a:lnTo>
                  <a:pt x="257175" y="885825"/>
                </a:lnTo>
                <a:lnTo>
                  <a:pt x="266700" y="885825"/>
                </a:lnTo>
                <a:lnTo>
                  <a:pt x="266700" y="904875"/>
                </a:lnTo>
                <a:lnTo>
                  <a:pt x="238125" y="904875"/>
                </a:lnTo>
                <a:lnTo>
                  <a:pt x="238125" y="895350"/>
                </a:lnTo>
                <a:lnTo>
                  <a:pt x="209550" y="895350"/>
                </a:lnTo>
                <a:lnTo>
                  <a:pt x="209550" y="904875"/>
                </a:lnTo>
                <a:lnTo>
                  <a:pt x="200025" y="904875"/>
                </a:lnTo>
                <a:lnTo>
                  <a:pt x="200025" y="914400"/>
                </a:lnTo>
                <a:lnTo>
                  <a:pt x="180975" y="914400"/>
                </a:lnTo>
                <a:lnTo>
                  <a:pt x="180975" y="857250"/>
                </a:lnTo>
                <a:lnTo>
                  <a:pt x="190500" y="857250"/>
                </a:lnTo>
                <a:close/>
                <a:moveTo>
                  <a:pt x="1466850" y="895350"/>
                </a:moveTo>
                <a:lnTo>
                  <a:pt x="1495425" y="895350"/>
                </a:lnTo>
                <a:lnTo>
                  <a:pt x="1495425" y="904875"/>
                </a:lnTo>
                <a:lnTo>
                  <a:pt x="1466850" y="904875"/>
                </a:lnTo>
                <a:close/>
                <a:moveTo>
                  <a:pt x="1381125" y="904875"/>
                </a:moveTo>
                <a:lnTo>
                  <a:pt x="1390650" y="904875"/>
                </a:lnTo>
                <a:lnTo>
                  <a:pt x="1390650" y="914400"/>
                </a:lnTo>
                <a:lnTo>
                  <a:pt x="1381125" y="914400"/>
                </a:lnTo>
                <a:close/>
                <a:moveTo>
                  <a:pt x="1266825" y="914400"/>
                </a:moveTo>
                <a:lnTo>
                  <a:pt x="1295400" y="914400"/>
                </a:lnTo>
                <a:lnTo>
                  <a:pt x="1295400" y="923925"/>
                </a:lnTo>
                <a:lnTo>
                  <a:pt x="1266825" y="923925"/>
                </a:lnTo>
                <a:close/>
                <a:moveTo>
                  <a:pt x="1171575" y="923925"/>
                </a:moveTo>
                <a:lnTo>
                  <a:pt x="1181100" y="923925"/>
                </a:lnTo>
                <a:lnTo>
                  <a:pt x="1181100" y="933450"/>
                </a:lnTo>
                <a:lnTo>
                  <a:pt x="1171575" y="933450"/>
                </a:lnTo>
                <a:close/>
                <a:moveTo>
                  <a:pt x="1047750" y="933450"/>
                </a:moveTo>
                <a:lnTo>
                  <a:pt x="1085850" y="933450"/>
                </a:lnTo>
                <a:lnTo>
                  <a:pt x="1085850" y="942975"/>
                </a:lnTo>
                <a:lnTo>
                  <a:pt x="1047750" y="942975"/>
                </a:lnTo>
                <a:close/>
                <a:moveTo>
                  <a:pt x="1009650" y="942975"/>
                </a:moveTo>
                <a:lnTo>
                  <a:pt x="1019175" y="942975"/>
                </a:lnTo>
                <a:lnTo>
                  <a:pt x="1019175" y="952500"/>
                </a:lnTo>
                <a:lnTo>
                  <a:pt x="1009650" y="952500"/>
                </a:lnTo>
                <a:close/>
                <a:moveTo>
                  <a:pt x="752475" y="962025"/>
                </a:moveTo>
                <a:lnTo>
                  <a:pt x="771525" y="962025"/>
                </a:lnTo>
                <a:lnTo>
                  <a:pt x="771525" y="971550"/>
                </a:lnTo>
                <a:lnTo>
                  <a:pt x="752475" y="971550"/>
                </a:lnTo>
                <a:close/>
                <a:moveTo>
                  <a:pt x="876300" y="962025"/>
                </a:moveTo>
                <a:lnTo>
                  <a:pt x="885825" y="962025"/>
                </a:lnTo>
                <a:lnTo>
                  <a:pt x="885825" y="971550"/>
                </a:lnTo>
                <a:lnTo>
                  <a:pt x="876300" y="971550"/>
                </a:lnTo>
                <a:close/>
                <a:moveTo>
                  <a:pt x="1619250" y="962025"/>
                </a:moveTo>
                <a:lnTo>
                  <a:pt x="1628775" y="962025"/>
                </a:lnTo>
                <a:lnTo>
                  <a:pt x="1628775" y="981075"/>
                </a:lnTo>
                <a:lnTo>
                  <a:pt x="1619250" y="981075"/>
                </a:lnTo>
                <a:close/>
                <a:moveTo>
                  <a:pt x="647700" y="971550"/>
                </a:moveTo>
                <a:lnTo>
                  <a:pt x="685800" y="971550"/>
                </a:lnTo>
                <a:lnTo>
                  <a:pt x="685800" y="981075"/>
                </a:lnTo>
                <a:lnTo>
                  <a:pt x="647700" y="981075"/>
                </a:lnTo>
                <a:close/>
                <a:moveTo>
                  <a:pt x="552450" y="981075"/>
                </a:moveTo>
                <a:lnTo>
                  <a:pt x="581025" y="981075"/>
                </a:lnTo>
                <a:lnTo>
                  <a:pt x="581025" y="990600"/>
                </a:lnTo>
                <a:lnTo>
                  <a:pt x="552450" y="990600"/>
                </a:lnTo>
                <a:close/>
                <a:moveTo>
                  <a:pt x="447675" y="990600"/>
                </a:moveTo>
                <a:lnTo>
                  <a:pt x="457200" y="990600"/>
                </a:lnTo>
                <a:lnTo>
                  <a:pt x="457200" y="1000125"/>
                </a:lnTo>
                <a:lnTo>
                  <a:pt x="447675" y="1000125"/>
                </a:lnTo>
                <a:close/>
                <a:moveTo>
                  <a:pt x="1628775" y="990600"/>
                </a:moveTo>
                <a:lnTo>
                  <a:pt x="1638300" y="990600"/>
                </a:lnTo>
                <a:lnTo>
                  <a:pt x="1638300" y="1000125"/>
                </a:lnTo>
                <a:lnTo>
                  <a:pt x="1628775" y="1000125"/>
                </a:lnTo>
                <a:close/>
                <a:moveTo>
                  <a:pt x="333375" y="1000125"/>
                </a:moveTo>
                <a:lnTo>
                  <a:pt x="352425" y="1000125"/>
                </a:lnTo>
                <a:lnTo>
                  <a:pt x="352425" y="1009650"/>
                </a:lnTo>
                <a:lnTo>
                  <a:pt x="333375" y="1009650"/>
                </a:lnTo>
                <a:close/>
                <a:moveTo>
                  <a:pt x="1076325" y="1000125"/>
                </a:moveTo>
                <a:lnTo>
                  <a:pt x="1085850" y="1000125"/>
                </a:lnTo>
                <a:lnTo>
                  <a:pt x="1085850" y="1009650"/>
                </a:lnTo>
                <a:lnTo>
                  <a:pt x="1076325" y="1009650"/>
                </a:lnTo>
                <a:close/>
                <a:moveTo>
                  <a:pt x="485775" y="1066800"/>
                </a:moveTo>
                <a:lnTo>
                  <a:pt x="495300" y="1066800"/>
                </a:lnTo>
                <a:lnTo>
                  <a:pt x="495300" y="1076325"/>
                </a:lnTo>
                <a:lnTo>
                  <a:pt x="485775" y="1076325"/>
                </a:lnTo>
                <a:close/>
                <a:moveTo>
                  <a:pt x="904875" y="1066800"/>
                </a:moveTo>
                <a:lnTo>
                  <a:pt x="914400" y="1066800"/>
                </a:lnTo>
                <a:lnTo>
                  <a:pt x="914400" y="1076325"/>
                </a:lnTo>
                <a:lnTo>
                  <a:pt x="904875" y="1076325"/>
                </a:lnTo>
                <a:close/>
                <a:moveTo>
                  <a:pt x="1038225" y="1066800"/>
                </a:moveTo>
                <a:lnTo>
                  <a:pt x="1047750" y="1066800"/>
                </a:lnTo>
                <a:lnTo>
                  <a:pt x="1047750" y="1085850"/>
                </a:lnTo>
                <a:lnTo>
                  <a:pt x="1038225" y="1085850"/>
                </a:lnTo>
                <a:close/>
                <a:moveTo>
                  <a:pt x="495300" y="1076325"/>
                </a:moveTo>
                <a:lnTo>
                  <a:pt x="504825" y="1076325"/>
                </a:lnTo>
                <a:lnTo>
                  <a:pt x="504825" y="1085850"/>
                </a:lnTo>
                <a:lnTo>
                  <a:pt x="495300" y="1085850"/>
                </a:lnTo>
                <a:close/>
                <a:moveTo>
                  <a:pt x="342900" y="1085850"/>
                </a:moveTo>
                <a:lnTo>
                  <a:pt x="352425" y="1085850"/>
                </a:lnTo>
                <a:lnTo>
                  <a:pt x="352425" y="1095375"/>
                </a:lnTo>
                <a:lnTo>
                  <a:pt x="342900" y="1095375"/>
                </a:lnTo>
                <a:close/>
                <a:moveTo>
                  <a:pt x="1228725" y="1085850"/>
                </a:moveTo>
                <a:lnTo>
                  <a:pt x="1238250" y="1085850"/>
                </a:lnTo>
                <a:lnTo>
                  <a:pt x="1238250" y="1095375"/>
                </a:lnTo>
                <a:lnTo>
                  <a:pt x="1228725" y="1095375"/>
                </a:lnTo>
                <a:close/>
                <a:moveTo>
                  <a:pt x="1638300" y="1095375"/>
                </a:moveTo>
                <a:lnTo>
                  <a:pt x="1647825" y="1095375"/>
                </a:lnTo>
                <a:lnTo>
                  <a:pt x="1647825" y="1123950"/>
                </a:lnTo>
                <a:lnTo>
                  <a:pt x="1638300" y="1123950"/>
                </a:lnTo>
                <a:close/>
                <a:moveTo>
                  <a:pt x="981075" y="1104900"/>
                </a:moveTo>
                <a:lnTo>
                  <a:pt x="990600" y="1104900"/>
                </a:lnTo>
                <a:lnTo>
                  <a:pt x="990600" y="1171575"/>
                </a:lnTo>
                <a:lnTo>
                  <a:pt x="981075" y="1171575"/>
                </a:lnTo>
                <a:close/>
                <a:moveTo>
                  <a:pt x="914400" y="1114425"/>
                </a:moveTo>
                <a:lnTo>
                  <a:pt x="923925" y="1114425"/>
                </a:lnTo>
                <a:lnTo>
                  <a:pt x="923925" y="1133475"/>
                </a:lnTo>
                <a:lnTo>
                  <a:pt x="914400" y="1133475"/>
                </a:lnTo>
                <a:close/>
                <a:moveTo>
                  <a:pt x="333375" y="1171575"/>
                </a:moveTo>
                <a:lnTo>
                  <a:pt x="342900" y="1171575"/>
                </a:lnTo>
                <a:lnTo>
                  <a:pt x="342900" y="1181100"/>
                </a:lnTo>
                <a:lnTo>
                  <a:pt x="333375" y="1181100"/>
                </a:lnTo>
                <a:close/>
                <a:moveTo>
                  <a:pt x="342900" y="1190625"/>
                </a:moveTo>
                <a:lnTo>
                  <a:pt x="352425" y="1190625"/>
                </a:lnTo>
                <a:lnTo>
                  <a:pt x="352425" y="1200150"/>
                </a:lnTo>
                <a:lnTo>
                  <a:pt x="342900" y="1200150"/>
                </a:lnTo>
                <a:close/>
                <a:moveTo>
                  <a:pt x="495300" y="1190625"/>
                </a:moveTo>
                <a:lnTo>
                  <a:pt x="504825" y="1190625"/>
                </a:lnTo>
                <a:lnTo>
                  <a:pt x="504825" y="1200150"/>
                </a:lnTo>
                <a:lnTo>
                  <a:pt x="495300" y="1200150"/>
                </a:lnTo>
                <a:close/>
                <a:moveTo>
                  <a:pt x="352425" y="1200150"/>
                </a:moveTo>
                <a:lnTo>
                  <a:pt x="361950" y="1200150"/>
                </a:lnTo>
                <a:lnTo>
                  <a:pt x="361950" y="1209675"/>
                </a:lnTo>
                <a:lnTo>
                  <a:pt x="352425" y="1209675"/>
                </a:lnTo>
                <a:close/>
                <a:moveTo>
                  <a:pt x="485775" y="1200150"/>
                </a:moveTo>
                <a:lnTo>
                  <a:pt x="495300" y="1200150"/>
                </a:lnTo>
                <a:lnTo>
                  <a:pt x="495300" y="1209675"/>
                </a:lnTo>
                <a:lnTo>
                  <a:pt x="485775" y="1209675"/>
                </a:lnTo>
                <a:close/>
                <a:moveTo>
                  <a:pt x="361950" y="1209675"/>
                </a:moveTo>
                <a:lnTo>
                  <a:pt x="371475" y="1209675"/>
                </a:lnTo>
                <a:lnTo>
                  <a:pt x="371475" y="1219200"/>
                </a:lnTo>
                <a:lnTo>
                  <a:pt x="361950" y="1219200"/>
                </a:lnTo>
                <a:close/>
                <a:moveTo>
                  <a:pt x="476250" y="1209675"/>
                </a:moveTo>
                <a:lnTo>
                  <a:pt x="485775" y="1209675"/>
                </a:lnTo>
                <a:lnTo>
                  <a:pt x="485775" y="1219200"/>
                </a:lnTo>
                <a:lnTo>
                  <a:pt x="476250" y="1219200"/>
                </a:lnTo>
                <a:close/>
                <a:moveTo>
                  <a:pt x="266700" y="1219200"/>
                </a:moveTo>
                <a:lnTo>
                  <a:pt x="276225" y="1219200"/>
                </a:lnTo>
                <a:lnTo>
                  <a:pt x="276225" y="1228725"/>
                </a:lnTo>
                <a:lnTo>
                  <a:pt x="266700" y="1228725"/>
                </a:lnTo>
                <a:close/>
                <a:moveTo>
                  <a:pt x="409575" y="1228725"/>
                </a:moveTo>
                <a:lnTo>
                  <a:pt x="438150" y="1228725"/>
                </a:lnTo>
                <a:lnTo>
                  <a:pt x="438150" y="1238250"/>
                </a:lnTo>
                <a:lnTo>
                  <a:pt x="409575" y="1238250"/>
                </a:lnTo>
                <a:close/>
                <a:moveTo>
                  <a:pt x="1647825" y="1228725"/>
                </a:moveTo>
                <a:lnTo>
                  <a:pt x="1657350" y="1228725"/>
                </a:lnTo>
                <a:lnTo>
                  <a:pt x="1657350" y="1238250"/>
                </a:lnTo>
                <a:lnTo>
                  <a:pt x="1647825" y="1238250"/>
                </a:lnTo>
                <a:close/>
                <a:moveTo>
                  <a:pt x="923925" y="1247775"/>
                </a:moveTo>
                <a:lnTo>
                  <a:pt x="933450" y="1247775"/>
                </a:lnTo>
                <a:lnTo>
                  <a:pt x="933450" y="1266825"/>
                </a:lnTo>
                <a:lnTo>
                  <a:pt x="923925" y="1266825"/>
                </a:lnTo>
                <a:close/>
                <a:moveTo>
                  <a:pt x="381000" y="1257300"/>
                </a:moveTo>
                <a:lnTo>
                  <a:pt x="419100" y="1257300"/>
                </a:lnTo>
                <a:lnTo>
                  <a:pt x="419100" y="1266825"/>
                </a:lnTo>
                <a:lnTo>
                  <a:pt x="400050" y="1266825"/>
                </a:lnTo>
                <a:lnTo>
                  <a:pt x="400050" y="1276350"/>
                </a:lnTo>
                <a:lnTo>
                  <a:pt x="390525" y="1276350"/>
                </a:lnTo>
                <a:lnTo>
                  <a:pt x="390525" y="1266825"/>
                </a:lnTo>
                <a:lnTo>
                  <a:pt x="381000" y="1266825"/>
                </a:lnTo>
                <a:close/>
                <a:moveTo>
                  <a:pt x="542925" y="1257300"/>
                </a:moveTo>
                <a:lnTo>
                  <a:pt x="561975" y="1257300"/>
                </a:lnTo>
                <a:lnTo>
                  <a:pt x="561975" y="1266825"/>
                </a:lnTo>
                <a:lnTo>
                  <a:pt x="542925" y="1266825"/>
                </a:lnTo>
                <a:close/>
                <a:moveTo>
                  <a:pt x="1114425" y="1257300"/>
                </a:moveTo>
                <a:lnTo>
                  <a:pt x="1133475" y="1257300"/>
                </a:lnTo>
                <a:lnTo>
                  <a:pt x="1133475" y="1266825"/>
                </a:lnTo>
                <a:lnTo>
                  <a:pt x="1114425" y="1266825"/>
                </a:lnTo>
                <a:close/>
                <a:moveTo>
                  <a:pt x="419100" y="1266825"/>
                </a:moveTo>
                <a:lnTo>
                  <a:pt x="438150" y="1266825"/>
                </a:lnTo>
                <a:lnTo>
                  <a:pt x="438150" y="1276350"/>
                </a:lnTo>
                <a:lnTo>
                  <a:pt x="419100" y="1276350"/>
                </a:lnTo>
                <a:close/>
                <a:moveTo>
                  <a:pt x="990600" y="1266825"/>
                </a:moveTo>
                <a:lnTo>
                  <a:pt x="1000125" y="1266825"/>
                </a:lnTo>
                <a:lnTo>
                  <a:pt x="1000125" y="1295400"/>
                </a:lnTo>
                <a:lnTo>
                  <a:pt x="990600" y="1295400"/>
                </a:lnTo>
                <a:close/>
                <a:moveTo>
                  <a:pt x="1085850" y="1304925"/>
                </a:moveTo>
                <a:lnTo>
                  <a:pt x="1095375" y="1304925"/>
                </a:lnTo>
                <a:lnTo>
                  <a:pt x="1095375" y="1314450"/>
                </a:lnTo>
                <a:lnTo>
                  <a:pt x="1085850" y="1314450"/>
                </a:lnTo>
                <a:close/>
                <a:moveTo>
                  <a:pt x="485775" y="1314450"/>
                </a:moveTo>
                <a:lnTo>
                  <a:pt x="504825" y="1314450"/>
                </a:lnTo>
                <a:lnTo>
                  <a:pt x="504825" y="1333500"/>
                </a:lnTo>
                <a:lnTo>
                  <a:pt x="514350" y="1333500"/>
                </a:lnTo>
                <a:lnTo>
                  <a:pt x="514350" y="1343025"/>
                </a:lnTo>
                <a:lnTo>
                  <a:pt x="523875" y="1343025"/>
                </a:lnTo>
                <a:lnTo>
                  <a:pt x="523875" y="1352550"/>
                </a:lnTo>
                <a:lnTo>
                  <a:pt x="542925" y="1352550"/>
                </a:lnTo>
                <a:lnTo>
                  <a:pt x="542925" y="1371600"/>
                </a:lnTo>
                <a:lnTo>
                  <a:pt x="552450" y="1371600"/>
                </a:lnTo>
                <a:lnTo>
                  <a:pt x="552450" y="1381125"/>
                </a:lnTo>
                <a:lnTo>
                  <a:pt x="533400" y="1381125"/>
                </a:lnTo>
                <a:lnTo>
                  <a:pt x="533400" y="1371600"/>
                </a:lnTo>
                <a:lnTo>
                  <a:pt x="523875" y="1371600"/>
                </a:lnTo>
                <a:lnTo>
                  <a:pt x="523875" y="1362075"/>
                </a:lnTo>
                <a:lnTo>
                  <a:pt x="514350" y="1362075"/>
                </a:lnTo>
                <a:lnTo>
                  <a:pt x="514350" y="1352550"/>
                </a:lnTo>
                <a:lnTo>
                  <a:pt x="504825" y="1352550"/>
                </a:lnTo>
                <a:lnTo>
                  <a:pt x="504825" y="1362075"/>
                </a:lnTo>
                <a:lnTo>
                  <a:pt x="476250" y="1362075"/>
                </a:lnTo>
                <a:lnTo>
                  <a:pt x="476250" y="1352550"/>
                </a:lnTo>
                <a:lnTo>
                  <a:pt x="466725" y="1352550"/>
                </a:lnTo>
                <a:lnTo>
                  <a:pt x="466725" y="1343025"/>
                </a:lnTo>
                <a:lnTo>
                  <a:pt x="438150" y="1343025"/>
                </a:lnTo>
                <a:lnTo>
                  <a:pt x="438150" y="1333500"/>
                </a:lnTo>
                <a:lnTo>
                  <a:pt x="428625" y="1333500"/>
                </a:lnTo>
                <a:lnTo>
                  <a:pt x="428625" y="1323975"/>
                </a:lnTo>
                <a:lnTo>
                  <a:pt x="485775" y="1323975"/>
                </a:lnTo>
                <a:close/>
                <a:moveTo>
                  <a:pt x="1076325" y="1314450"/>
                </a:moveTo>
                <a:lnTo>
                  <a:pt x="1085850" y="1314450"/>
                </a:lnTo>
                <a:lnTo>
                  <a:pt x="1085850" y="1323975"/>
                </a:lnTo>
                <a:lnTo>
                  <a:pt x="1076325" y="1323975"/>
                </a:lnTo>
                <a:close/>
                <a:moveTo>
                  <a:pt x="342900" y="1323975"/>
                </a:moveTo>
                <a:lnTo>
                  <a:pt x="352425" y="1323975"/>
                </a:lnTo>
                <a:lnTo>
                  <a:pt x="352425" y="1362075"/>
                </a:lnTo>
                <a:lnTo>
                  <a:pt x="361950" y="1362075"/>
                </a:lnTo>
                <a:lnTo>
                  <a:pt x="361950" y="1371600"/>
                </a:lnTo>
                <a:lnTo>
                  <a:pt x="352425" y="1371600"/>
                </a:lnTo>
                <a:lnTo>
                  <a:pt x="352425" y="1390650"/>
                </a:lnTo>
                <a:lnTo>
                  <a:pt x="333375" y="1390650"/>
                </a:lnTo>
                <a:lnTo>
                  <a:pt x="333375" y="1381125"/>
                </a:lnTo>
                <a:lnTo>
                  <a:pt x="323850" y="1381125"/>
                </a:lnTo>
                <a:lnTo>
                  <a:pt x="323850" y="1362075"/>
                </a:lnTo>
                <a:lnTo>
                  <a:pt x="333375" y="1362075"/>
                </a:lnTo>
                <a:lnTo>
                  <a:pt x="333375" y="1343025"/>
                </a:lnTo>
                <a:lnTo>
                  <a:pt x="342900" y="1343025"/>
                </a:lnTo>
                <a:close/>
                <a:moveTo>
                  <a:pt x="209550" y="1333500"/>
                </a:moveTo>
                <a:lnTo>
                  <a:pt x="228600" y="1333500"/>
                </a:lnTo>
                <a:lnTo>
                  <a:pt x="228600" y="1343025"/>
                </a:lnTo>
                <a:lnTo>
                  <a:pt x="238125" y="1343025"/>
                </a:lnTo>
                <a:lnTo>
                  <a:pt x="238125" y="1371600"/>
                </a:lnTo>
                <a:lnTo>
                  <a:pt x="228600" y="1371600"/>
                </a:lnTo>
                <a:lnTo>
                  <a:pt x="228600" y="1390650"/>
                </a:lnTo>
                <a:lnTo>
                  <a:pt x="209550" y="1390650"/>
                </a:lnTo>
                <a:lnTo>
                  <a:pt x="209550" y="1371600"/>
                </a:lnTo>
                <a:lnTo>
                  <a:pt x="200025" y="1371600"/>
                </a:lnTo>
                <a:lnTo>
                  <a:pt x="200025" y="1343025"/>
                </a:lnTo>
                <a:lnTo>
                  <a:pt x="209550" y="1343025"/>
                </a:lnTo>
                <a:close/>
                <a:moveTo>
                  <a:pt x="1657350" y="1343025"/>
                </a:moveTo>
                <a:lnTo>
                  <a:pt x="1666875" y="1343025"/>
                </a:lnTo>
                <a:lnTo>
                  <a:pt x="1666875" y="1390650"/>
                </a:lnTo>
                <a:lnTo>
                  <a:pt x="1647825" y="1390650"/>
                </a:lnTo>
                <a:lnTo>
                  <a:pt x="1647825" y="1371600"/>
                </a:lnTo>
                <a:lnTo>
                  <a:pt x="1657350" y="1371600"/>
                </a:lnTo>
                <a:close/>
                <a:moveTo>
                  <a:pt x="276225" y="1362075"/>
                </a:moveTo>
                <a:lnTo>
                  <a:pt x="285750" y="1362075"/>
                </a:lnTo>
                <a:lnTo>
                  <a:pt x="285750" y="1371600"/>
                </a:lnTo>
                <a:lnTo>
                  <a:pt x="276225" y="1371600"/>
                </a:lnTo>
                <a:close/>
                <a:moveTo>
                  <a:pt x="466725" y="1371600"/>
                </a:moveTo>
                <a:lnTo>
                  <a:pt x="476250" y="1371600"/>
                </a:lnTo>
                <a:lnTo>
                  <a:pt x="476250" y="1381125"/>
                </a:lnTo>
                <a:lnTo>
                  <a:pt x="466725" y="1381125"/>
                </a:lnTo>
                <a:close/>
                <a:moveTo>
                  <a:pt x="390525" y="1390650"/>
                </a:moveTo>
                <a:lnTo>
                  <a:pt x="400050" y="1390650"/>
                </a:lnTo>
                <a:lnTo>
                  <a:pt x="400050" y="1400175"/>
                </a:lnTo>
                <a:lnTo>
                  <a:pt x="390525" y="1400175"/>
                </a:lnTo>
                <a:close/>
                <a:moveTo>
                  <a:pt x="476250" y="1390650"/>
                </a:moveTo>
                <a:lnTo>
                  <a:pt x="485775" y="1390650"/>
                </a:lnTo>
                <a:lnTo>
                  <a:pt x="485775" y="1400175"/>
                </a:lnTo>
                <a:lnTo>
                  <a:pt x="476250" y="1400175"/>
                </a:lnTo>
                <a:close/>
                <a:moveTo>
                  <a:pt x="533400" y="1390650"/>
                </a:moveTo>
                <a:lnTo>
                  <a:pt x="542925" y="1390650"/>
                </a:lnTo>
                <a:lnTo>
                  <a:pt x="542925" y="1400175"/>
                </a:lnTo>
                <a:lnTo>
                  <a:pt x="533400" y="1400175"/>
                </a:lnTo>
                <a:close/>
                <a:moveTo>
                  <a:pt x="400050" y="1400175"/>
                </a:moveTo>
                <a:lnTo>
                  <a:pt x="409575" y="1400175"/>
                </a:lnTo>
                <a:lnTo>
                  <a:pt x="409575" y="1409700"/>
                </a:lnTo>
                <a:lnTo>
                  <a:pt x="400050" y="1409700"/>
                </a:lnTo>
                <a:close/>
                <a:moveTo>
                  <a:pt x="933450" y="1400175"/>
                </a:moveTo>
                <a:lnTo>
                  <a:pt x="942975" y="1400175"/>
                </a:lnTo>
                <a:lnTo>
                  <a:pt x="942975" y="1409700"/>
                </a:lnTo>
                <a:lnTo>
                  <a:pt x="933450" y="1409700"/>
                </a:lnTo>
                <a:close/>
                <a:moveTo>
                  <a:pt x="1647825" y="1400175"/>
                </a:moveTo>
                <a:lnTo>
                  <a:pt x="1657350" y="1400175"/>
                </a:lnTo>
                <a:lnTo>
                  <a:pt x="1657350" y="1409700"/>
                </a:lnTo>
                <a:lnTo>
                  <a:pt x="1647825" y="1409700"/>
                </a:lnTo>
                <a:close/>
                <a:moveTo>
                  <a:pt x="1638300" y="1409700"/>
                </a:moveTo>
                <a:lnTo>
                  <a:pt x="1647825" y="1409700"/>
                </a:lnTo>
                <a:lnTo>
                  <a:pt x="1647825" y="1419225"/>
                </a:lnTo>
                <a:lnTo>
                  <a:pt x="1638300" y="1419225"/>
                </a:lnTo>
                <a:close/>
                <a:moveTo>
                  <a:pt x="361950" y="1419225"/>
                </a:moveTo>
                <a:lnTo>
                  <a:pt x="371475" y="1419225"/>
                </a:lnTo>
                <a:lnTo>
                  <a:pt x="371475" y="1428750"/>
                </a:lnTo>
                <a:lnTo>
                  <a:pt x="361950" y="1428750"/>
                </a:lnTo>
                <a:close/>
                <a:moveTo>
                  <a:pt x="1581150" y="1419225"/>
                </a:moveTo>
                <a:lnTo>
                  <a:pt x="1609725" y="1419225"/>
                </a:lnTo>
                <a:lnTo>
                  <a:pt x="1609725" y="1428750"/>
                </a:lnTo>
                <a:lnTo>
                  <a:pt x="1619250" y="1428750"/>
                </a:lnTo>
                <a:lnTo>
                  <a:pt x="1619250" y="1438275"/>
                </a:lnTo>
                <a:lnTo>
                  <a:pt x="1571625" y="1438275"/>
                </a:lnTo>
                <a:lnTo>
                  <a:pt x="1571625" y="1428750"/>
                </a:lnTo>
                <a:lnTo>
                  <a:pt x="1581150" y="1428750"/>
                </a:lnTo>
                <a:close/>
                <a:moveTo>
                  <a:pt x="1000125" y="1428750"/>
                </a:moveTo>
                <a:lnTo>
                  <a:pt x="1009650" y="1428750"/>
                </a:lnTo>
                <a:lnTo>
                  <a:pt x="1009650" y="1438275"/>
                </a:lnTo>
                <a:lnTo>
                  <a:pt x="1000125" y="1438275"/>
                </a:lnTo>
                <a:close/>
                <a:moveTo>
                  <a:pt x="933450" y="1438275"/>
                </a:moveTo>
                <a:lnTo>
                  <a:pt x="942975" y="1438275"/>
                </a:lnTo>
                <a:lnTo>
                  <a:pt x="942975" y="1457325"/>
                </a:lnTo>
                <a:lnTo>
                  <a:pt x="933450" y="1457325"/>
                </a:lnTo>
                <a:close/>
                <a:moveTo>
                  <a:pt x="1495425" y="1438275"/>
                </a:moveTo>
                <a:lnTo>
                  <a:pt x="1524000" y="1438275"/>
                </a:lnTo>
                <a:lnTo>
                  <a:pt x="1524000" y="1447800"/>
                </a:lnTo>
                <a:lnTo>
                  <a:pt x="1495425" y="1447800"/>
                </a:lnTo>
                <a:close/>
                <a:moveTo>
                  <a:pt x="219075" y="1447800"/>
                </a:moveTo>
                <a:lnTo>
                  <a:pt x="228600" y="1447800"/>
                </a:lnTo>
                <a:lnTo>
                  <a:pt x="228600" y="1457325"/>
                </a:lnTo>
                <a:lnTo>
                  <a:pt x="219075" y="1457325"/>
                </a:lnTo>
                <a:close/>
                <a:moveTo>
                  <a:pt x="1390650" y="1447800"/>
                </a:moveTo>
                <a:lnTo>
                  <a:pt x="1400175" y="1447800"/>
                </a:lnTo>
                <a:lnTo>
                  <a:pt x="1400175" y="1457325"/>
                </a:lnTo>
                <a:lnTo>
                  <a:pt x="1390650" y="1457325"/>
                </a:lnTo>
                <a:close/>
                <a:moveTo>
                  <a:pt x="209550" y="1457325"/>
                </a:moveTo>
                <a:lnTo>
                  <a:pt x="219075" y="1457325"/>
                </a:lnTo>
                <a:lnTo>
                  <a:pt x="219075" y="1466850"/>
                </a:lnTo>
                <a:lnTo>
                  <a:pt x="209550" y="1466850"/>
                </a:lnTo>
                <a:close/>
                <a:moveTo>
                  <a:pt x="228600" y="1457325"/>
                </a:moveTo>
                <a:lnTo>
                  <a:pt x="247650" y="1457325"/>
                </a:lnTo>
                <a:lnTo>
                  <a:pt x="247650" y="1504950"/>
                </a:lnTo>
                <a:lnTo>
                  <a:pt x="257175" y="1504950"/>
                </a:lnTo>
                <a:lnTo>
                  <a:pt x="257175" y="1524000"/>
                </a:lnTo>
                <a:lnTo>
                  <a:pt x="238125" y="1524000"/>
                </a:lnTo>
                <a:lnTo>
                  <a:pt x="238125" y="1533525"/>
                </a:lnTo>
                <a:lnTo>
                  <a:pt x="228600" y="1533525"/>
                </a:lnTo>
                <a:lnTo>
                  <a:pt x="228600" y="1552575"/>
                </a:lnTo>
                <a:lnTo>
                  <a:pt x="219075" y="1552575"/>
                </a:lnTo>
                <a:lnTo>
                  <a:pt x="219075" y="1543050"/>
                </a:lnTo>
                <a:lnTo>
                  <a:pt x="209550" y="1543050"/>
                </a:lnTo>
                <a:lnTo>
                  <a:pt x="209550" y="1524000"/>
                </a:lnTo>
                <a:lnTo>
                  <a:pt x="228600" y="1524000"/>
                </a:lnTo>
                <a:lnTo>
                  <a:pt x="228600" y="1495425"/>
                </a:lnTo>
                <a:lnTo>
                  <a:pt x="209550" y="1495425"/>
                </a:lnTo>
                <a:lnTo>
                  <a:pt x="209550" y="1485900"/>
                </a:lnTo>
                <a:lnTo>
                  <a:pt x="228600" y="1485900"/>
                </a:lnTo>
                <a:close/>
                <a:moveTo>
                  <a:pt x="371475" y="1457325"/>
                </a:moveTo>
                <a:lnTo>
                  <a:pt x="381000" y="1457325"/>
                </a:lnTo>
                <a:lnTo>
                  <a:pt x="381000" y="1466850"/>
                </a:lnTo>
                <a:lnTo>
                  <a:pt x="371475" y="1466850"/>
                </a:lnTo>
                <a:close/>
                <a:moveTo>
                  <a:pt x="390525" y="1457325"/>
                </a:moveTo>
                <a:lnTo>
                  <a:pt x="400050" y="1457325"/>
                </a:lnTo>
                <a:lnTo>
                  <a:pt x="400050" y="1466850"/>
                </a:lnTo>
                <a:lnTo>
                  <a:pt x="390525" y="1466850"/>
                </a:lnTo>
                <a:close/>
                <a:moveTo>
                  <a:pt x="1266825" y="1457325"/>
                </a:moveTo>
                <a:lnTo>
                  <a:pt x="1285875" y="1457325"/>
                </a:lnTo>
                <a:lnTo>
                  <a:pt x="1285875" y="1466850"/>
                </a:lnTo>
                <a:lnTo>
                  <a:pt x="1266825" y="1466850"/>
                </a:lnTo>
                <a:close/>
                <a:moveTo>
                  <a:pt x="1162050" y="1466850"/>
                </a:moveTo>
                <a:lnTo>
                  <a:pt x="1171575" y="1466850"/>
                </a:lnTo>
                <a:lnTo>
                  <a:pt x="1171575" y="1476375"/>
                </a:lnTo>
                <a:lnTo>
                  <a:pt x="1162050" y="1476375"/>
                </a:lnTo>
                <a:close/>
                <a:moveTo>
                  <a:pt x="1047750" y="1476375"/>
                </a:moveTo>
                <a:lnTo>
                  <a:pt x="1085850" y="1476375"/>
                </a:lnTo>
                <a:lnTo>
                  <a:pt x="1085850" y="1485900"/>
                </a:lnTo>
                <a:lnTo>
                  <a:pt x="1047750" y="1485900"/>
                </a:lnTo>
                <a:close/>
                <a:moveTo>
                  <a:pt x="904875" y="1485900"/>
                </a:moveTo>
                <a:lnTo>
                  <a:pt x="914400" y="1485900"/>
                </a:lnTo>
                <a:lnTo>
                  <a:pt x="914400" y="1495425"/>
                </a:lnTo>
                <a:lnTo>
                  <a:pt x="904875" y="1495425"/>
                </a:lnTo>
                <a:close/>
                <a:moveTo>
                  <a:pt x="1581150" y="1485900"/>
                </a:moveTo>
                <a:lnTo>
                  <a:pt x="1638300" y="1485900"/>
                </a:lnTo>
                <a:lnTo>
                  <a:pt x="1638300" y="1495425"/>
                </a:lnTo>
                <a:lnTo>
                  <a:pt x="1581150" y="1495425"/>
                </a:lnTo>
                <a:close/>
                <a:moveTo>
                  <a:pt x="828675" y="1495425"/>
                </a:moveTo>
                <a:lnTo>
                  <a:pt x="838200" y="1495425"/>
                </a:lnTo>
                <a:lnTo>
                  <a:pt x="838200" y="1504950"/>
                </a:lnTo>
                <a:lnTo>
                  <a:pt x="828675" y="1504950"/>
                </a:lnTo>
                <a:close/>
                <a:moveTo>
                  <a:pt x="1476375" y="1495425"/>
                </a:moveTo>
                <a:lnTo>
                  <a:pt x="1495425" y="1495425"/>
                </a:lnTo>
                <a:lnTo>
                  <a:pt x="1495425" y="1504950"/>
                </a:lnTo>
                <a:lnTo>
                  <a:pt x="1476375" y="1504950"/>
                </a:lnTo>
                <a:close/>
                <a:moveTo>
                  <a:pt x="723900" y="1504950"/>
                </a:moveTo>
                <a:lnTo>
                  <a:pt x="752475" y="1504950"/>
                </a:lnTo>
                <a:lnTo>
                  <a:pt x="752475" y="1514475"/>
                </a:lnTo>
                <a:lnTo>
                  <a:pt x="723900" y="1514475"/>
                </a:lnTo>
                <a:close/>
                <a:moveTo>
                  <a:pt x="1362075" y="1504950"/>
                </a:moveTo>
                <a:lnTo>
                  <a:pt x="1400175" y="1504950"/>
                </a:lnTo>
                <a:lnTo>
                  <a:pt x="1400175" y="1514475"/>
                </a:lnTo>
                <a:lnTo>
                  <a:pt x="1362075" y="1514475"/>
                </a:lnTo>
                <a:close/>
                <a:moveTo>
                  <a:pt x="628650" y="1514475"/>
                </a:moveTo>
                <a:lnTo>
                  <a:pt x="638175" y="1514475"/>
                </a:lnTo>
                <a:lnTo>
                  <a:pt x="638175" y="1524000"/>
                </a:lnTo>
                <a:lnTo>
                  <a:pt x="628650" y="1524000"/>
                </a:lnTo>
                <a:close/>
                <a:moveTo>
                  <a:pt x="1266825" y="1514475"/>
                </a:moveTo>
                <a:lnTo>
                  <a:pt x="1276350" y="1514475"/>
                </a:lnTo>
                <a:lnTo>
                  <a:pt x="1276350" y="1524000"/>
                </a:lnTo>
                <a:lnTo>
                  <a:pt x="1266825" y="1524000"/>
                </a:lnTo>
                <a:close/>
                <a:moveTo>
                  <a:pt x="495300" y="1524000"/>
                </a:moveTo>
                <a:lnTo>
                  <a:pt x="523875" y="1524000"/>
                </a:lnTo>
                <a:lnTo>
                  <a:pt x="523875" y="1533525"/>
                </a:lnTo>
                <a:lnTo>
                  <a:pt x="495300" y="1533525"/>
                </a:lnTo>
                <a:close/>
                <a:moveTo>
                  <a:pt x="1133475" y="1524000"/>
                </a:moveTo>
                <a:lnTo>
                  <a:pt x="1152525" y="1524000"/>
                </a:lnTo>
                <a:lnTo>
                  <a:pt x="1152525" y="1533525"/>
                </a:lnTo>
                <a:lnTo>
                  <a:pt x="1133475" y="1533525"/>
                </a:lnTo>
                <a:close/>
                <a:moveTo>
                  <a:pt x="400050" y="1533525"/>
                </a:moveTo>
                <a:lnTo>
                  <a:pt x="419100" y="1533525"/>
                </a:lnTo>
                <a:lnTo>
                  <a:pt x="419100" y="1543050"/>
                </a:lnTo>
                <a:lnTo>
                  <a:pt x="400050" y="1543050"/>
                </a:lnTo>
                <a:close/>
                <a:moveTo>
                  <a:pt x="800100" y="1552575"/>
                </a:moveTo>
                <a:lnTo>
                  <a:pt x="819150" y="1552575"/>
                </a:lnTo>
                <a:lnTo>
                  <a:pt x="819150" y="1562100"/>
                </a:lnTo>
                <a:lnTo>
                  <a:pt x="800100" y="1562100"/>
                </a:lnTo>
                <a:close/>
                <a:moveTo>
                  <a:pt x="685800" y="1562100"/>
                </a:moveTo>
                <a:lnTo>
                  <a:pt x="714375" y="1562100"/>
                </a:lnTo>
                <a:lnTo>
                  <a:pt x="714375" y="1571625"/>
                </a:lnTo>
                <a:lnTo>
                  <a:pt x="685800" y="1571625"/>
                </a:lnTo>
                <a:close/>
                <a:moveTo>
                  <a:pt x="1019175" y="1562100"/>
                </a:moveTo>
                <a:lnTo>
                  <a:pt x="1028700" y="1562100"/>
                </a:lnTo>
                <a:lnTo>
                  <a:pt x="1028700" y="1571625"/>
                </a:lnTo>
                <a:lnTo>
                  <a:pt x="1019175" y="1571625"/>
                </a:lnTo>
                <a:close/>
                <a:moveTo>
                  <a:pt x="466725" y="1581150"/>
                </a:moveTo>
                <a:lnTo>
                  <a:pt x="476250" y="1581150"/>
                </a:lnTo>
                <a:lnTo>
                  <a:pt x="476250" y="1590675"/>
                </a:lnTo>
                <a:lnTo>
                  <a:pt x="466725" y="1590675"/>
                </a:lnTo>
                <a:close/>
                <a:moveTo>
                  <a:pt x="942975" y="1581150"/>
                </a:moveTo>
                <a:lnTo>
                  <a:pt x="952500" y="1581150"/>
                </a:lnTo>
                <a:lnTo>
                  <a:pt x="952500" y="1590675"/>
                </a:lnTo>
                <a:lnTo>
                  <a:pt x="942975" y="1590675"/>
                </a:lnTo>
                <a:close/>
                <a:moveTo>
                  <a:pt x="1143000" y="1581150"/>
                </a:moveTo>
                <a:lnTo>
                  <a:pt x="1152525" y="1581150"/>
                </a:lnTo>
                <a:lnTo>
                  <a:pt x="1152525" y="1590675"/>
                </a:lnTo>
                <a:lnTo>
                  <a:pt x="1143000" y="1590675"/>
                </a:lnTo>
                <a:close/>
                <a:moveTo>
                  <a:pt x="1219200" y="1581150"/>
                </a:moveTo>
                <a:lnTo>
                  <a:pt x="1228725" y="1581150"/>
                </a:lnTo>
                <a:lnTo>
                  <a:pt x="1228725" y="1590675"/>
                </a:lnTo>
                <a:lnTo>
                  <a:pt x="1219200" y="1590675"/>
                </a:lnTo>
                <a:close/>
                <a:moveTo>
                  <a:pt x="247650" y="1590675"/>
                </a:moveTo>
                <a:lnTo>
                  <a:pt x="257175" y="1590675"/>
                </a:lnTo>
                <a:lnTo>
                  <a:pt x="257175" y="1619250"/>
                </a:lnTo>
                <a:lnTo>
                  <a:pt x="266700" y="1619250"/>
                </a:lnTo>
                <a:lnTo>
                  <a:pt x="266700" y="1657350"/>
                </a:lnTo>
                <a:lnTo>
                  <a:pt x="257175" y="1657350"/>
                </a:lnTo>
                <a:lnTo>
                  <a:pt x="257175" y="1685925"/>
                </a:lnTo>
                <a:lnTo>
                  <a:pt x="266700" y="1685925"/>
                </a:lnTo>
                <a:lnTo>
                  <a:pt x="266700" y="1762125"/>
                </a:lnTo>
                <a:lnTo>
                  <a:pt x="257175" y="1762125"/>
                </a:lnTo>
                <a:lnTo>
                  <a:pt x="257175" y="1771650"/>
                </a:lnTo>
                <a:lnTo>
                  <a:pt x="247650" y="1771650"/>
                </a:lnTo>
                <a:lnTo>
                  <a:pt x="247650" y="1790700"/>
                </a:lnTo>
                <a:lnTo>
                  <a:pt x="238125" y="1790700"/>
                </a:lnTo>
                <a:lnTo>
                  <a:pt x="238125" y="1781175"/>
                </a:lnTo>
                <a:lnTo>
                  <a:pt x="228600" y="1781175"/>
                </a:lnTo>
                <a:lnTo>
                  <a:pt x="228600" y="1762125"/>
                </a:lnTo>
                <a:lnTo>
                  <a:pt x="238125" y="1762125"/>
                </a:lnTo>
                <a:lnTo>
                  <a:pt x="238125" y="1733550"/>
                </a:lnTo>
                <a:lnTo>
                  <a:pt x="228600" y="1733550"/>
                </a:lnTo>
                <a:lnTo>
                  <a:pt x="228600" y="1724025"/>
                </a:lnTo>
                <a:lnTo>
                  <a:pt x="219075" y="1724025"/>
                </a:lnTo>
                <a:lnTo>
                  <a:pt x="219075" y="1685925"/>
                </a:lnTo>
                <a:lnTo>
                  <a:pt x="228600" y="1685925"/>
                </a:lnTo>
                <a:lnTo>
                  <a:pt x="228600" y="1666875"/>
                </a:lnTo>
                <a:lnTo>
                  <a:pt x="238125" y="1666875"/>
                </a:lnTo>
                <a:lnTo>
                  <a:pt x="238125" y="1685925"/>
                </a:lnTo>
                <a:lnTo>
                  <a:pt x="228600" y="1685925"/>
                </a:lnTo>
                <a:lnTo>
                  <a:pt x="228600" y="1714500"/>
                </a:lnTo>
                <a:lnTo>
                  <a:pt x="238125" y="1714500"/>
                </a:lnTo>
                <a:lnTo>
                  <a:pt x="238125" y="1685925"/>
                </a:lnTo>
                <a:lnTo>
                  <a:pt x="247650" y="1685925"/>
                </a:lnTo>
                <a:lnTo>
                  <a:pt x="247650" y="1647825"/>
                </a:lnTo>
                <a:lnTo>
                  <a:pt x="228600" y="1647825"/>
                </a:lnTo>
                <a:lnTo>
                  <a:pt x="228600" y="1628775"/>
                </a:lnTo>
                <a:lnTo>
                  <a:pt x="247650" y="1628775"/>
                </a:lnTo>
                <a:close/>
                <a:moveTo>
                  <a:pt x="361950" y="1590675"/>
                </a:moveTo>
                <a:lnTo>
                  <a:pt x="371475" y="1590675"/>
                </a:lnTo>
                <a:lnTo>
                  <a:pt x="371475" y="1600200"/>
                </a:lnTo>
                <a:lnTo>
                  <a:pt x="361950" y="1600200"/>
                </a:lnTo>
                <a:close/>
                <a:moveTo>
                  <a:pt x="1123950" y="1590675"/>
                </a:moveTo>
                <a:lnTo>
                  <a:pt x="1133475" y="1590675"/>
                </a:lnTo>
                <a:lnTo>
                  <a:pt x="1133475" y="1600200"/>
                </a:lnTo>
                <a:lnTo>
                  <a:pt x="1123950" y="1600200"/>
                </a:lnTo>
                <a:close/>
                <a:moveTo>
                  <a:pt x="1238250" y="1590675"/>
                </a:moveTo>
                <a:lnTo>
                  <a:pt x="1247775" y="1590675"/>
                </a:lnTo>
                <a:lnTo>
                  <a:pt x="1247775" y="1600200"/>
                </a:lnTo>
                <a:lnTo>
                  <a:pt x="1238250" y="1600200"/>
                </a:lnTo>
                <a:close/>
                <a:moveTo>
                  <a:pt x="1247775" y="1600200"/>
                </a:moveTo>
                <a:lnTo>
                  <a:pt x="1257300" y="1600200"/>
                </a:lnTo>
                <a:lnTo>
                  <a:pt x="1257300" y="1609725"/>
                </a:lnTo>
                <a:lnTo>
                  <a:pt x="1247775" y="1609725"/>
                </a:lnTo>
                <a:close/>
                <a:moveTo>
                  <a:pt x="1104900" y="1609725"/>
                </a:moveTo>
                <a:lnTo>
                  <a:pt x="1114425" y="1609725"/>
                </a:lnTo>
                <a:lnTo>
                  <a:pt x="1114425" y="1619250"/>
                </a:lnTo>
                <a:lnTo>
                  <a:pt x="1104900" y="1619250"/>
                </a:lnTo>
                <a:close/>
                <a:moveTo>
                  <a:pt x="1257300" y="1609725"/>
                </a:moveTo>
                <a:lnTo>
                  <a:pt x="1266825" y="1609725"/>
                </a:lnTo>
                <a:lnTo>
                  <a:pt x="1266825" y="1619250"/>
                </a:lnTo>
                <a:lnTo>
                  <a:pt x="1257300" y="1619250"/>
                </a:lnTo>
                <a:close/>
                <a:moveTo>
                  <a:pt x="1266825" y="1628775"/>
                </a:moveTo>
                <a:lnTo>
                  <a:pt x="1276350" y="1628775"/>
                </a:lnTo>
                <a:lnTo>
                  <a:pt x="1276350" y="1638300"/>
                </a:lnTo>
                <a:lnTo>
                  <a:pt x="1266825" y="1638300"/>
                </a:lnTo>
                <a:close/>
                <a:moveTo>
                  <a:pt x="1676400" y="1628775"/>
                </a:moveTo>
                <a:lnTo>
                  <a:pt x="1685925" y="1628775"/>
                </a:lnTo>
                <a:lnTo>
                  <a:pt x="1685925" y="1638300"/>
                </a:lnTo>
                <a:lnTo>
                  <a:pt x="1676400" y="1638300"/>
                </a:lnTo>
                <a:close/>
                <a:moveTo>
                  <a:pt x="1085850" y="1657350"/>
                </a:moveTo>
                <a:lnTo>
                  <a:pt x="1095375" y="1657350"/>
                </a:lnTo>
                <a:lnTo>
                  <a:pt x="1095375" y="1666875"/>
                </a:lnTo>
                <a:lnTo>
                  <a:pt x="1085850" y="1666875"/>
                </a:lnTo>
                <a:close/>
                <a:moveTo>
                  <a:pt x="1019175" y="1676400"/>
                </a:moveTo>
                <a:lnTo>
                  <a:pt x="1028700" y="1676400"/>
                </a:lnTo>
                <a:lnTo>
                  <a:pt x="1028700" y="1714500"/>
                </a:lnTo>
                <a:lnTo>
                  <a:pt x="1019175" y="1714500"/>
                </a:lnTo>
                <a:close/>
                <a:moveTo>
                  <a:pt x="952500" y="1695450"/>
                </a:moveTo>
                <a:lnTo>
                  <a:pt x="962025" y="1695450"/>
                </a:lnTo>
                <a:lnTo>
                  <a:pt x="962025" y="1714500"/>
                </a:lnTo>
                <a:lnTo>
                  <a:pt x="952500" y="1714500"/>
                </a:lnTo>
                <a:close/>
                <a:moveTo>
                  <a:pt x="1266825" y="1695450"/>
                </a:moveTo>
                <a:lnTo>
                  <a:pt x="1276350" y="1695450"/>
                </a:lnTo>
                <a:lnTo>
                  <a:pt x="1276350" y="1704975"/>
                </a:lnTo>
                <a:lnTo>
                  <a:pt x="1266825" y="1704975"/>
                </a:lnTo>
                <a:close/>
                <a:moveTo>
                  <a:pt x="1095375" y="1714500"/>
                </a:moveTo>
                <a:lnTo>
                  <a:pt x="1104900" y="1714500"/>
                </a:lnTo>
                <a:lnTo>
                  <a:pt x="1104900" y="1724025"/>
                </a:lnTo>
                <a:lnTo>
                  <a:pt x="1095375" y="1724025"/>
                </a:lnTo>
                <a:close/>
                <a:moveTo>
                  <a:pt x="1257300" y="1714500"/>
                </a:moveTo>
                <a:lnTo>
                  <a:pt x="1266825" y="1714500"/>
                </a:lnTo>
                <a:lnTo>
                  <a:pt x="1266825" y="1724025"/>
                </a:lnTo>
                <a:lnTo>
                  <a:pt x="1257300" y="1724025"/>
                </a:lnTo>
                <a:close/>
                <a:moveTo>
                  <a:pt x="1104900" y="1724025"/>
                </a:moveTo>
                <a:lnTo>
                  <a:pt x="1114425" y="1724025"/>
                </a:lnTo>
                <a:lnTo>
                  <a:pt x="1114425" y="1733550"/>
                </a:lnTo>
                <a:lnTo>
                  <a:pt x="1104900" y="1733550"/>
                </a:lnTo>
                <a:close/>
                <a:moveTo>
                  <a:pt x="1685925" y="1724025"/>
                </a:moveTo>
                <a:lnTo>
                  <a:pt x="1695450" y="1724025"/>
                </a:lnTo>
                <a:lnTo>
                  <a:pt x="1695450" y="1743075"/>
                </a:lnTo>
                <a:lnTo>
                  <a:pt x="1685925" y="1743075"/>
                </a:lnTo>
                <a:close/>
                <a:moveTo>
                  <a:pt x="1114425" y="1733550"/>
                </a:moveTo>
                <a:lnTo>
                  <a:pt x="1123950" y="1733550"/>
                </a:lnTo>
                <a:lnTo>
                  <a:pt x="1123950" y="1743075"/>
                </a:lnTo>
                <a:lnTo>
                  <a:pt x="1114425" y="1743075"/>
                </a:lnTo>
                <a:close/>
                <a:moveTo>
                  <a:pt x="295275" y="1743075"/>
                </a:moveTo>
                <a:lnTo>
                  <a:pt x="304800" y="1743075"/>
                </a:lnTo>
                <a:lnTo>
                  <a:pt x="304800" y="1790700"/>
                </a:lnTo>
                <a:lnTo>
                  <a:pt x="295275" y="1790700"/>
                </a:lnTo>
                <a:close/>
                <a:moveTo>
                  <a:pt x="361950" y="1752600"/>
                </a:moveTo>
                <a:lnTo>
                  <a:pt x="371475" y="1752600"/>
                </a:lnTo>
                <a:lnTo>
                  <a:pt x="371475" y="1762125"/>
                </a:lnTo>
                <a:lnTo>
                  <a:pt x="361950" y="1762125"/>
                </a:lnTo>
                <a:close/>
                <a:moveTo>
                  <a:pt x="1143000" y="1752600"/>
                </a:moveTo>
                <a:lnTo>
                  <a:pt x="1152525" y="1752600"/>
                </a:lnTo>
                <a:lnTo>
                  <a:pt x="1152525" y="1762125"/>
                </a:lnTo>
                <a:lnTo>
                  <a:pt x="1143000" y="1762125"/>
                </a:lnTo>
                <a:close/>
                <a:moveTo>
                  <a:pt x="1362075" y="1781175"/>
                </a:moveTo>
                <a:lnTo>
                  <a:pt x="1371600" y="1781175"/>
                </a:lnTo>
                <a:lnTo>
                  <a:pt x="1371600" y="1790700"/>
                </a:lnTo>
                <a:lnTo>
                  <a:pt x="1362075" y="1790700"/>
                </a:lnTo>
                <a:close/>
                <a:moveTo>
                  <a:pt x="1143000" y="1800225"/>
                </a:moveTo>
                <a:lnTo>
                  <a:pt x="1152525" y="1800225"/>
                </a:lnTo>
                <a:lnTo>
                  <a:pt x="1152525" y="1809750"/>
                </a:lnTo>
                <a:lnTo>
                  <a:pt x="1143000" y="1809750"/>
                </a:lnTo>
                <a:close/>
                <a:moveTo>
                  <a:pt x="962025" y="1828800"/>
                </a:moveTo>
                <a:lnTo>
                  <a:pt x="971550" y="1828800"/>
                </a:lnTo>
                <a:lnTo>
                  <a:pt x="971550" y="1857375"/>
                </a:lnTo>
                <a:lnTo>
                  <a:pt x="962025" y="1857375"/>
                </a:lnTo>
                <a:close/>
                <a:moveTo>
                  <a:pt x="1409700" y="1828800"/>
                </a:moveTo>
                <a:lnTo>
                  <a:pt x="1438275" y="1828800"/>
                </a:lnTo>
                <a:lnTo>
                  <a:pt x="1438275" y="1838325"/>
                </a:lnTo>
                <a:lnTo>
                  <a:pt x="1409700" y="1838325"/>
                </a:lnTo>
                <a:close/>
                <a:moveTo>
                  <a:pt x="1028700" y="1838325"/>
                </a:moveTo>
                <a:lnTo>
                  <a:pt x="1038225" y="1838325"/>
                </a:lnTo>
                <a:lnTo>
                  <a:pt x="1038225" y="1857375"/>
                </a:lnTo>
                <a:lnTo>
                  <a:pt x="1028700" y="1857375"/>
                </a:lnTo>
                <a:close/>
                <a:moveTo>
                  <a:pt x="514350" y="1847850"/>
                </a:moveTo>
                <a:lnTo>
                  <a:pt x="523875" y="1847850"/>
                </a:lnTo>
                <a:lnTo>
                  <a:pt x="523875" y="1857375"/>
                </a:lnTo>
                <a:lnTo>
                  <a:pt x="514350" y="1857375"/>
                </a:lnTo>
                <a:close/>
                <a:moveTo>
                  <a:pt x="1238250" y="1847850"/>
                </a:moveTo>
                <a:lnTo>
                  <a:pt x="1257300" y="1847850"/>
                </a:lnTo>
                <a:lnTo>
                  <a:pt x="1257300" y="1857375"/>
                </a:lnTo>
                <a:lnTo>
                  <a:pt x="1238250" y="1857375"/>
                </a:lnTo>
                <a:close/>
                <a:moveTo>
                  <a:pt x="1285875" y="1847850"/>
                </a:moveTo>
                <a:lnTo>
                  <a:pt x="1304925" y="1847850"/>
                </a:lnTo>
                <a:lnTo>
                  <a:pt x="1304925" y="1857375"/>
                </a:lnTo>
                <a:lnTo>
                  <a:pt x="1285875" y="1857375"/>
                </a:lnTo>
                <a:close/>
                <a:moveTo>
                  <a:pt x="1695450" y="1847850"/>
                </a:moveTo>
                <a:lnTo>
                  <a:pt x="1704975" y="1847850"/>
                </a:lnTo>
                <a:lnTo>
                  <a:pt x="1704975" y="1866900"/>
                </a:lnTo>
                <a:lnTo>
                  <a:pt x="1695450" y="1866900"/>
                </a:lnTo>
                <a:close/>
                <a:moveTo>
                  <a:pt x="1143000" y="1857375"/>
                </a:moveTo>
                <a:lnTo>
                  <a:pt x="1152525" y="1857375"/>
                </a:lnTo>
                <a:lnTo>
                  <a:pt x="1152525" y="1866900"/>
                </a:lnTo>
                <a:lnTo>
                  <a:pt x="1143000" y="1866900"/>
                </a:lnTo>
                <a:close/>
                <a:moveTo>
                  <a:pt x="238125" y="1876425"/>
                </a:moveTo>
                <a:lnTo>
                  <a:pt x="247650" y="1876425"/>
                </a:lnTo>
                <a:lnTo>
                  <a:pt x="247650" y="1895475"/>
                </a:lnTo>
                <a:lnTo>
                  <a:pt x="266700" y="1895475"/>
                </a:lnTo>
                <a:lnTo>
                  <a:pt x="266700" y="1905000"/>
                </a:lnTo>
                <a:lnTo>
                  <a:pt x="257175" y="1905000"/>
                </a:lnTo>
                <a:lnTo>
                  <a:pt x="257175" y="1914525"/>
                </a:lnTo>
                <a:lnTo>
                  <a:pt x="266700" y="1914525"/>
                </a:lnTo>
                <a:lnTo>
                  <a:pt x="266700" y="1924050"/>
                </a:lnTo>
                <a:lnTo>
                  <a:pt x="257175" y="1924050"/>
                </a:lnTo>
                <a:lnTo>
                  <a:pt x="257175" y="1971675"/>
                </a:lnTo>
                <a:lnTo>
                  <a:pt x="247650" y="1971675"/>
                </a:lnTo>
                <a:lnTo>
                  <a:pt x="247650" y="1962150"/>
                </a:lnTo>
                <a:lnTo>
                  <a:pt x="238125" y="1962150"/>
                </a:lnTo>
                <a:lnTo>
                  <a:pt x="238125" y="1895475"/>
                </a:lnTo>
                <a:lnTo>
                  <a:pt x="228600" y="1895475"/>
                </a:lnTo>
                <a:lnTo>
                  <a:pt x="228600" y="1885950"/>
                </a:lnTo>
                <a:lnTo>
                  <a:pt x="238125" y="1885950"/>
                </a:lnTo>
                <a:close/>
                <a:moveTo>
                  <a:pt x="1162050" y="1885950"/>
                </a:moveTo>
                <a:lnTo>
                  <a:pt x="1181100" y="1885950"/>
                </a:lnTo>
                <a:lnTo>
                  <a:pt x="1181100" y="1895475"/>
                </a:lnTo>
                <a:lnTo>
                  <a:pt x="1228725" y="1895475"/>
                </a:lnTo>
                <a:lnTo>
                  <a:pt x="1228725" y="1905000"/>
                </a:lnTo>
                <a:lnTo>
                  <a:pt x="1238250" y="1905000"/>
                </a:lnTo>
                <a:lnTo>
                  <a:pt x="1238250" y="1924050"/>
                </a:lnTo>
                <a:lnTo>
                  <a:pt x="1228725" y="1924050"/>
                </a:lnTo>
                <a:lnTo>
                  <a:pt x="1228725" y="1914525"/>
                </a:lnTo>
                <a:lnTo>
                  <a:pt x="1219200" y="1914525"/>
                </a:lnTo>
                <a:lnTo>
                  <a:pt x="1219200" y="1905000"/>
                </a:lnTo>
                <a:lnTo>
                  <a:pt x="1181100" y="1905000"/>
                </a:lnTo>
                <a:lnTo>
                  <a:pt x="1181100" y="1914525"/>
                </a:lnTo>
                <a:lnTo>
                  <a:pt x="1143000" y="1914525"/>
                </a:lnTo>
                <a:lnTo>
                  <a:pt x="1143000" y="1905000"/>
                </a:lnTo>
                <a:lnTo>
                  <a:pt x="1152525" y="1905000"/>
                </a:lnTo>
                <a:lnTo>
                  <a:pt x="1152525" y="1895475"/>
                </a:lnTo>
                <a:lnTo>
                  <a:pt x="1162050" y="1895475"/>
                </a:lnTo>
                <a:close/>
                <a:moveTo>
                  <a:pt x="561975" y="1905000"/>
                </a:moveTo>
                <a:lnTo>
                  <a:pt x="571500" y="1905000"/>
                </a:lnTo>
                <a:lnTo>
                  <a:pt x="571500" y="1914525"/>
                </a:lnTo>
                <a:lnTo>
                  <a:pt x="561975" y="1914525"/>
                </a:lnTo>
                <a:close/>
                <a:moveTo>
                  <a:pt x="657225" y="1905000"/>
                </a:moveTo>
                <a:lnTo>
                  <a:pt x="666750" y="1905000"/>
                </a:lnTo>
                <a:lnTo>
                  <a:pt x="666750" y="1914525"/>
                </a:lnTo>
                <a:lnTo>
                  <a:pt x="657225" y="1914525"/>
                </a:lnTo>
                <a:close/>
                <a:moveTo>
                  <a:pt x="438150" y="1914525"/>
                </a:moveTo>
                <a:lnTo>
                  <a:pt x="466725" y="1914525"/>
                </a:lnTo>
                <a:lnTo>
                  <a:pt x="466725" y="1924050"/>
                </a:lnTo>
                <a:lnTo>
                  <a:pt x="438150" y="1924050"/>
                </a:lnTo>
                <a:close/>
                <a:moveTo>
                  <a:pt x="1228725" y="1943100"/>
                </a:moveTo>
                <a:lnTo>
                  <a:pt x="1238250" y="1943100"/>
                </a:lnTo>
                <a:lnTo>
                  <a:pt x="1238250" y="1952625"/>
                </a:lnTo>
                <a:lnTo>
                  <a:pt x="1228725" y="1952625"/>
                </a:lnTo>
                <a:close/>
                <a:moveTo>
                  <a:pt x="304800" y="1952625"/>
                </a:moveTo>
                <a:lnTo>
                  <a:pt x="314325" y="1952625"/>
                </a:lnTo>
                <a:lnTo>
                  <a:pt x="314325" y="1981200"/>
                </a:lnTo>
                <a:lnTo>
                  <a:pt x="304800" y="1981200"/>
                </a:lnTo>
                <a:close/>
                <a:moveTo>
                  <a:pt x="1123950" y="1962150"/>
                </a:moveTo>
                <a:lnTo>
                  <a:pt x="1133475" y="1962150"/>
                </a:lnTo>
                <a:lnTo>
                  <a:pt x="1133475" y="2000250"/>
                </a:lnTo>
                <a:lnTo>
                  <a:pt x="1123950" y="2000250"/>
                </a:lnTo>
                <a:close/>
                <a:moveTo>
                  <a:pt x="1038225" y="1971675"/>
                </a:moveTo>
                <a:lnTo>
                  <a:pt x="1047750" y="1971675"/>
                </a:lnTo>
                <a:lnTo>
                  <a:pt x="1047750" y="1990725"/>
                </a:lnTo>
                <a:lnTo>
                  <a:pt x="1038225" y="1990725"/>
                </a:lnTo>
                <a:close/>
                <a:moveTo>
                  <a:pt x="1704975" y="1981200"/>
                </a:moveTo>
                <a:lnTo>
                  <a:pt x="1714500" y="1981200"/>
                </a:lnTo>
                <a:lnTo>
                  <a:pt x="1714500" y="1990725"/>
                </a:lnTo>
                <a:lnTo>
                  <a:pt x="1704975" y="1990725"/>
                </a:lnTo>
                <a:close/>
                <a:moveTo>
                  <a:pt x="1695450" y="2009775"/>
                </a:moveTo>
                <a:lnTo>
                  <a:pt x="1704975" y="2009775"/>
                </a:lnTo>
                <a:lnTo>
                  <a:pt x="1704975" y="2019300"/>
                </a:lnTo>
                <a:lnTo>
                  <a:pt x="1695450" y="2019300"/>
                </a:lnTo>
                <a:close/>
                <a:moveTo>
                  <a:pt x="1114425" y="2019300"/>
                </a:moveTo>
                <a:lnTo>
                  <a:pt x="1123950" y="2019300"/>
                </a:lnTo>
                <a:lnTo>
                  <a:pt x="1123950" y="2028825"/>
                </a:lnTo>
                <a:lnTo>
                  <a:pt x="1114425" y="2028825"/>
                </a:lnTo>
                <a:close/>
                <a:moveTo>
                  <a:pt x="1685925" y="2019300"/>
                </a:moveTo>
                <a:lnTo>
                  <a:pt x="1695450" y="2019300"/>
                </a:lnTo>
                <a:lnTo>
                  <a:pt x="1695450" y="2028825"/>
                </a:lnTo>
                <a:lnTo>
                  <a:pt x="1685925" y="2028825"/>
                </a:lnTo>
                <a:close/>
                <a:moveTo>
                  <a:pt x="1638300" y="2038350"/>
                </a:moveTo>
                <a:lnTo>
                  <a:pt x="1657350" y="2038350"/>
                </a:lnTo>
                <a:lnTo>
                  <a:pt x="1657350" y="2047875"/>
                </a:lnTo>
                <a:lnTo>
                  <a:pt x="1638300" y="2047875"/>
                </a:lnTo>
                <a:close/>
                <a:moveTo>
                  <a:pt x="1371600" y="2057400"/>
                </a:moveTo>
                <a:lnTo>
                  <a:pt x="1400175" y="2057400"/>
                </a:lnTo>
                <a:lnTo>
                  <a:pt x="1400175" y="2066925"/>
                </a:lnTo>
                <a:lnTo>
                  <a:pt x="1371600" y="2066925"/>
                </a:lnTo>
                <a:close/>
                <a:moveTo>
                  <a:pt x="1257300" y="2066925"/>
                </a:moveTo>
                <a:lnTo>
                  <a:pt x="1285875" y="2066925"/>
                </a:lnTo>
                <a:lnTo>
                  <a:pt x="1285875" y="2076450"/>
                </a:lnTo>
                <a:lnTo>
                  <a:pt x="1257300" y="2076450"/>
                </a:lnTo>
                <a:close/>
                <a:moveTo>
                  <a:pt x="1076325" y="2076450"/>
                </a:moveTo>
                <a:lnTo>
                  <a:pt x="1085850" y="2076450"/>
                </a:lnTo>
                <a:lnTo>
                  <a:pt x="1085850" y="2085975"/>
                </a:lnTo>
                <a:lnTo>
                  <a:pt x="1076325" y="2085975"/>
                </a:lnTo>
                <a:close/>
                <a:moveTo>
                  <a:pt x="1143000" y="2076450"/>
                </a:moveTo>
                <a:lnTo>
                  <a:pt x="1171575" y="2076450"/>
                </a:lnTo>
                <a:lnTo>
                  <a:pt x="1171575" y="2085975"/>
                </a:lnTo>
                <a:lnTo>
                  <a:pt x="1143000" y="2085975"/>
                </a:lnTo>
                <a:close/>
                <a:moveTo>
                  <a:pt x="904875" y="2095500"/>
                </a:moveTo>
                <a:lnTo>
                  <a:pt x="933450" y="2095500"/>
                </a:lnTo>
                <a:lnTo>
                  <a:pt x="933450" y="2105025"/>
                </a:lnTo>
                <a:lnTo>
                  <a:pt x="904875" y="2105025"/>
                </a:lnTo>
                <a:close/>
                <a:moveTo>
                  <a:pt x="266700" y="2105025"/>
                </a:moveTo>
                <a:lnTo>
                  <a:pt x="276225" y="2105025"/>
                </a:lnTo>
                <a:lnTo>
                  <a:pt x="276225" y="2114550"/>
                </a:lnTo>
                <a:lnTo>
                  <a:pt x="266700" y="2114550"/>
                </a:lnTo>
                <a:close/>
                <a:moveTo>
                  <a:pt x="790575" y="2105025"/>
                </a:moveTo>
                <a:lnTo>
                  <a:pt x="819150" y="2105025"/>
                </a:lnTo>
                <a:lnTo>
                  <a:pt x="819150" y="2114550"/>
                </a:lnTo>
                <a:lnTo>
                  <a:pt x="790575" y="2114550"/>
                </a:lnTo>
                <a:close/>
                <a:moveTo>
                  <a:pt x="685800" y="2114550"/>
                </a:moveTo>
                <a:lnTo>
                  <a:pt x="695325" y="2114550"/>
                </a:lnTo>
                <a:lnTo>
                  <a:pt x="695325" y="2124075"/>
                </a:lnTo>
                <a:lnTo>
                  <a:pt x="685800" y="2124075"/>
                </a:lnTo>
                <a:close/>
                <a:moveTo>
                  <a:pt x="523875" y="2124075"/>
                </a:moveTo>
                <a:lnTo>
                  <a:pt x="552450" y="2124075"/>
                </a:lnTo>
                <a:lnTo>
                  <a:pt x="552450" y="2133600"/>
                </a:lnTo>
                <a:lnTo>
                  <a:pt x="523875" y="2133600"/>
                </a:lnTo>
                <a:close/>
                <a:moveTo>
                  <a:pt x="266700" y="2133600"/>
                </a:moveTo>
                <a:lnTo>
                  <a:pt x="276225" y="2133600"/>
                </a:lnTo>
                <a:lnTo>
                  <a:pt x="276225" y="2143125"/>
                </a:lnTo>
                <a:lnTo>
                  <a:pt x="266700" y="2143125"/>
                </a:lnTo>
                <a:close/>
                <a:moveTo>
                  <a:pt x="342900" y="2133600"/>
                </a:moveTo>
                <a:lnTo>
                  <a:pt x="352425" y="2133600"/>
                </a:lnTo>
                <a:lnTo>
                  <a:pt x="352425" y="2143125"/>
                </a:lnTo>
                <a:lnTo>
                  <a:pt x="342900" y="2143125"/>
                </a:lnTo>
                <a:close/>
                <a:moveTo>
                  <a:pt x="419100" y="2133600"/>
                </a:moveTo>
                <a:lnTo>
                  <a:pt x="438150" y="2133600"/>
                </a:lnTo>
                <a:lnTo>
                  <a:pt x="438150" y="2143125"/>
                </a:lnTo>
                <a:lnTo>
                  <a:pt x="419100" y="2143125"/>
                </a:lnTo>
                <a:close/>
                <a:moveTo>
                  <a:pt x="247650" y="2143125"/>
                </a:moveTo>
                <a:lnTo>
                  <a:pt x="266700" y="2143125"/>
                </a:lnTo>
                <a:lnTo>
                  <a:pt x="266700" y="2171700"/>
                </a:lnTo>
                <a:lnTo>
                  <a:pt x="247650" y="2171700"/>
                </a:lnTo>
                <a:close/>
                <a:moveTo>
                  <a:pt x="1695450" y="2181225"/>
                </a:moveTo>
                <a:lnTo>
                  <a:pt x="1704975" y="2181225"/>
                </a:lnTo>
                <a:lnTo>
                  <a:pt x="1704975" y="2190750"/>
                </a:lnTo>
                <a:lnTo>
                  <a:pt x="1695450" y="2190750"/>
                </a:lnTo>
                <a:close/>
                <a:moveTo>
                  <a:pt x="1733550" y="2190750"/>
                </a:moveTo>
                <a:lnTo>
                  <a:pt x="1743075" y="2190750"/>
                </a:lnTo>
                <a:lnTo>
                  <a:pt x="1743075" y="2209800"/>
                </a:lnTo>
                <a:lnTo>
                  <a:pt x="1704975" y="2209800"/>
                </a:lnTo>
                <a:lnTo>
                  <a:pt x="1704975" y="2200275"/>
                </a:lnTo>
                <a:lnTo>
                  <a:pt x="1733550" y="2200275"/>
                </a:lnTo>
                <a:close/>
                <a:moveTo>
                  <a:pt x="514350" y="2247900"/>
                </a:moveTo>
                <a:lnTo>
                  <a:pt x="523875" y="2247900"/>
                </a:lnTo>
                <a:lnTo>
                  <a:pt x="523875" y="2257425"/>
                </a:lnTo>
                <a:lnTo>
                  <a:pt x="571500" y="2257425"/>
                </a:lnTo>
                <a:lnTo>
                  <a:pt x="571500" y="2276475"/>
                </a:lnTo>
                <a:lnTo>
                  <a:pt x="504825" y="2276475"/>
                </a:lnTo>
                <a:lnTo>
                  <a:pt x="504825" y="2257425"/>
                </a:lnTo>
                <a:lnTo>
                  <a:pt x="514350" y="2257425"/>
                </a:lnTo>
                <a:close/>
                <a:moveTo>
                  <a:pt x="257175" y="2257425"/>
                </a:moveTo>
                <a:lnTo>
                  <a:pt x="266700" y="2257425"/>
                </a:lnTo>
                <a:lnTo>
                  <a:pt x="266700" y="2266950"/>
                </a:lnTo>
                <a:lnTo>
                  <a:pt x="285750" y="2266950"/>
                </a:lnTo>
                <a:lnTo>
                  <a:pt x="285750" y="2276475"/>
                </a:lnTo>
                <a:lnTo>
                  <a:pt x="295275" y="2276475"/>
                </a:lnTo>
                <a:lnTo>
                  <a:pt x="295275" y="2286000"/>
                </a:lnTo>
                <a:lnTo>
                  <a:pt x="304800" y="2286000"/>
                </a:lnTo>
                <a:lnTo>
                  <a:pt x="304800" y="2305050"/>
                </a:lnTo>
                <a:lnTo>
                  <a:pt x="285750" y="2305050"/>
                </a:lnTo>
                <a:lnTo>
                  <a:pt x="285750" y="2324100"/>
                </a:lnTo>
                <a:lnTo>
                  <a:pt x="295275" y="2324100"/>
                </a:lnTo>
                <a:lnTo>
                  <a:pt x="295275" y="2352675"/>
                </a:lnTo>
                <a:lnTo>
                  <a:pt x="276225" y="2352675"/>
                </a:lnTo>
                <a:lnTo>
                  <a:pt x="276225" y="2362200"/>
                </a:lnTo>
                <a:lnTo>
                  <a:pt x="266700" y="2362200"/>
                </a:lnTo>
                <a:lnTo>
                  <a:pt x="266700" y="2352675"/>
                </a:lnTo>
                <a:lnTo>
                  <a:pt x="257175" y="2352675"/>
                </a:lnTo>
                <a:lnTo>
                  <a:pt x="257175" y="2286000"/>
                </a:lnTo>
                <a:lnTo>
                  <a:pt x="247650" y="2286000"/>
                </a:lnTo>
                <a:lnTo>
                  <a:pt x="247650" y="2276475"/>
                </a:lnTo>
                <a:lnTo>
                  <a:pt x="257175" y="2276475"/>
                </a:lnTo>
                <a:close/>
                <a:moveTo>
                  <a:pt x="476250" y="2266950"/>
                </a:moveTo>
                <a:lnTo>
                  <a:pt x="485775" y="2266950"/>
                </a:lnTo>
                <a:lnTo>
                  <a:pt x="485775" y="2276475"/>
                </a:lnTo>
                <a:lnTo>
                  <a:pt x="476250" y="2276475"/>
                </a:lnTo>
                <a:close/>
                <a:moveTo>
                  <a:pt x="590550" y="2276475"/>
                </a:moveTo>
                <a:lnTo>
                  <a:pt x="609600" y="2276475"/>
                </a:lnTo>
                <a:lnTo>
                  <a:pt x="609600" y="2286000"/>
                </a:lnTo>
                <a:lnTo>
                  <a:pt x="590550" y="2286000"/>
                </a:lnTo>
                <a:close/>
                <a:moveTo>
                  <a:pt x="704850" y="2276475"/>
                </a:moveTo>
                <a:lnTo>
                  <a:pt x="723900" y="2276475"/>
                </a:lnTo>
                <a:lnTo>
                  <a:pt x="723900" y="2286000"/>
                </a:lnTo>
                <a:lnTo>
                  <a:pt x="704850" y="2286000"/>
                </a:lnTo>
                <a:close/>
                <a:moveTo>
                  <a:pt x="323850" y="2295525"/>
                </a:moveTo>
                <a:lnTo>
                  <a:pt x="342900" y="2295525"/>
                </a:lnTo>
                <a:lnTo>
                  <a:pt x="342900" y="2324100"/>
                </a:lnTo>
                <a:lnTo>
                  <a:pt x="352425" y="2324100"/>
                </a:lnTo>
                <a:lnTo>
                  <a:pt x="352425" y="2333625"/>
                </a:lnTo>
                <a:lnTo>
                  <a:pt x="371475" y="2333625"/>
                </a:lnTo>
                <a:lnTo>
                  <a:pt x="371475" y="2343150"/>
                </a:lnTo>
                <a:lnTo>
                  <a:pt x="352425" y="2343150"/>
                </a:lnTo>
                <a:lnTo>
                  <a:pt x="352425" y="2352675"/>
                </a:lnTo>
                <a:lnTo>
                  <a:pt x="371475" y="2352675"/>
                </a:lnTo>
                <a:lnTo>
                  <a:pt x="371475" y="2362200"/>
                </a:lnTo>
                <a:lnTo>
                  <a:pt x="342900" y="2362200"/>
                </a:lnTo>
                <a:lnTo>
                  <a:pt x="342900" y="2352675"/>
                </a:lnTo>
                <a:lnTo>
                  <a:pt x="323850" y="2352675"/>
                </a:lnTo>
                <a:lnTo>
                  <a:pt x="323850" y="2343150"/>
                </a:lnTo>
                <a:lnTo>
                  <a:pt x="314325" y="2343150"/>
                </a:lnTo>
                <a:lnTo>
                  <a:pt x="314325" y="2352675"/>
                </a:lnTo>
                <a:lnTo>
                  <a:pt x="304800" y="2352675"/>
                </a:lnTo>
                <a:lnTo>
                  <a:pt x="304800" y="2324100"/>
                </a:lnTo>
                <a:lnTo>
                  <a:pt x="314325" y="2324100"/>
                </a:lnTo>
                <a:lnTo>
                  <a:pt x="314325" y="2305050"/>
                </a:lnTo>
                <a:lnTo>
                  <a:pt x="323850" y="2305050"/>
                </a:lnTo>
                <a:close/>
                <a:moveTo>
                  <a:pt x="704850" y="2295525"/>
                </a:moveTo>
                <a:lnTo>
                  <a:pt x="723900" y="2295525"/>
                </a:lnTo>
                <a:lnTo>
                  <a:pt x="723900" y="2314575"/>
                </a:lnTo>
                <a:lnTo>
                  <a:pt x="704850" y="2314575"/>
                </a:lnTo>
                <a:close/>
                <a:moveTo>
                  <a:pt x="800100" y="2305050"/>
                </a:moveTo>
                <a:lnTo>
                  <a:pt x="819150" y="2305050"/>
                </a:lnTo>
                <a:lnTo>
                  <a:pt x="819150" y="2324100"/>
                </a:lnTo>
                <a:lnTo>
                  <a:pt x="800100" y="2324100"/>
                </a:lnTo>
                <a:close/>
                <a:moveTo>
                  <a:pt x="1666875" y="2305050"/>
                </a:moveTo>
                <a:lnTo>
                  <a:pt x="1704975" y="2305050"/>
                </a:lnTo>
                <a:lnTo>
                  <a:pt x="1704975" y="2314575"/>
                </a:lnTo>
                <a:lnTo>
                  <a:pt x="1666875" y="2314575"/>
                </a:lnTo>
                <a:close/>
                <a:moveTo>
                  <a:pt x="1533525" y="2314575"/>
                </a:moveTo>
                <a:lnTo>
                  <a:pt x="1552575" y="2314575"/>
                </a:lnTo>
                <a:lnTo>
                  <a:pt x="1552575" y="2324100"/>
                </a:lnTo>
                <a:lnTo>
                  <a:pt x="1533525" y="2324100"/>
                </a:lnTo>
                <a:close/>
                <a:moveTo>
                  <a:pt x="581025" y="2324100"/>
                </a:moveTo>
                <a:lnTo>
                  <a:pt x="590550" y="2324100"/>
                </a:lnTo>
                <a:lnTo>
                  <a:pt x="590550" y="2333625"/>
                </a:lnTo>
                <a:lnTo>
                  <a:pt x="600075" y="2333625"/>
                </a:lnTo>
                <a:lnTo>
                  <a:pt x="600075" y="2343150"/>
                </a:lnTo>
                <a:lnTo>
                  <a:pt x="571500" y="2343150"/>
                </a:lnTo>
                <a:lnTo>
                  <a:pt x="571500" y="2333625"/>
                </a:lnTo>
                <a:lnTo>
                  <a:pt x="581025" y="2333625"/>
                </a:lnTo>
                <a:close/>
                <a:moveTo>
                  <a:pt x="628650" y="2324100"/>
                </a:moveTo>
                <a:lnTo>
                  <a:pt x="685800" y="2324100"/>
                </a:lnTo>
                <a:lnTo>
                  <a:pt x="685800" y="2343150"/>
                </a:lnTo>
                <a:lnTo>
                  <a:pt x="676275" y="2343150"/>
                </a:lnTo>
                <a:lnTo>
                  <a:pt x="676275" y="2333625"/>
                </a:lnTo>
                <a:lnTo>
                  <a:pt x="666750" y="2333625"/>
                </a:lnTo>
                <a:lnTo>
                  <a:pt x="666750" y="2343150"/>
                </a:lnTo>
                <a:lnTo>
                  <a:pt x="619125" y="2343150"/>
                </a:lnTo>
                <a:lnTo>
                  <a:pt x="619125" y="2352675"/>
                </a:lnTo>
                <a:lnTo>
                  <a:pt x="600075" y="2352675"/>
                </a:lnTo>
                <a:lnTo>
                  <a:pt x="600075" y="2343150"/>
                </a:lnTo>
                <a:lnTo>
                  <a:pt x="609600" y="2343150"/>
                </a:lnTo>
                <a:lnTo>
                  <a:pt x="609600" y="2333625"/>
                </a:lnTo>
                <a:lnTo>
                  <a:pt x="628650" y="2333625"/>
                </a:lnTo>
                <a:close/>
                <a:moveTo>
                  <a:pt x="1400175" y="2324100"/>
                </a:moveTo>
                <a:lnTo>
                  <a:pt x="1428750" y="2324100"/>
                </a:lnTo>
                <a:lnTo>
                  <a:pt x="1428750" y="2333625"/>
                </a:lnTo>
                <a:lnTo>
                  <a:pt x="1400175" y="2333625"/>
                </a:lnTo>
                <a:close/>
                <a:moveTo>
                  <a:pt x="1276350" y="2333625"/>
                </a:moveTo>
                <a:lnTo>
                  <a:pt x="1304925" y="2333625"/>
                </a:lnTo>
                <a:lnTo>
                  <a:pt x="1304925" y="2343150"/>
                </a:lnTo>
                <a:lnTo>
                  <a:pt x="1276350" y="2343150"/>
                </a:lnTo>
                <a:close/>
                <a:moveTo>
                  <a:pt x="1228725" y="2343150"/>
                </a:moveTo>
                <a:lnTo>
                  <a:pt x="1238250" y="2343150"/>
                </a:lnTo>
                <a:lnTo>
                  <a:pt x="1238250" y="2352675"/>
                </a:lnTo>
                <a:lnTo>
                  <a:pt x="1228725" y="2352675"/>
                </a:lnTo>
                <a:close/>
                <a:moveTo>
                  <a:pt x="1733550" y="2362200"/>
                </a:moveTo>
                <a:lnTo>
                  <a:pt x="1743075" y="2362200"/>
                </a:lnTo>
                <a:lnTo>
                  <a:pt x="1743075" y="2381250"/>
                </a:lnTo>
                <a:lnTo>
                  <a:pt x="1733550" y="2381250"/>
                </a:lnTo>
                <a:close/>
                <a:moveTo>
                  <a:pt x="1200150" y="2438400"/>
                </a:moveTo>
                <a:lnTo>
                  <a:pt x="1209675" y="2438400"/>
                </a:lnTo>
                <a:lnTo>
                  <a:pt x="1209675" y="2466975"/>
                </a:lnTo>
                <a:lnTo>
                  <a:pt x="1200150" y="2466975"/>
                </a:lnTo>
                <a:close/>
                <a:moveTo>
                  <a:pt x="1504950" y="2447925"/>
                </a:moveTo>
                <a:lnTo>
                  <a:pt x="1514475" y="2447925"/>
                </a:lnTo>
                <a:lnTo>
                  <a:pt x="1514475" y="2457450"/>
                </a:lnTo>
                <a:lnTo>
                  <a:pt x="1504950" y="2457450"/>
                </a:lnTo>
                <a:close/>
                <a:moveTo>
                  <a:pt x="1276350" y="2457450"/>
                </a:moveTo>
                <a:lnTo>
                  <a:pt x="1285875" y="2457450"/>
                </a:lnTo>
                <a:lnTo>
                  <a:pt x="1285875" y="2466975"/>
                </a:lnTo>
                <a:lnTo>
                  <a:pt x="1276350" y="2466975"/>
                </a:lnTo>
                <a:close/>
                <a:moveTo>
                  <a:pt x="1495425" y="2457450"/>
                </a:moveTo>
                <a:lnTo>
                  <a:pt x="1504950" y="2457450"/>
                </a:lnTo>
                <a:lnTo>
                  <a:pt x="1504950" y="2466975"/>
                </a:lnTo>
                <a:lnTo>
                  <a:pt x="1495425" y="2466975"/>
                </a:lnTo>
                <a:close/>
                <a:moveTo>
                  <a:pt x="1809750" y="2457450"/>
                </a:moveTo>
                <a:lnTo>
                  <a:pt x="1819275" y="2457450"/>
                </a:lnTo>
                <a:lnTo>
                  <a:pt x="1819275" y="2476500"/>
                </a:lnTo>
                <a:lnTo>
                  <a:pt x="1809750" y="2476500"/>
                </a:lnTo>
                <a:close/>
                <a:moveTo>
                  <a:pt x="1095375" y="2495550"/>
                </a:moveTo>
                <a:lnTo>
                  <a:pt x="1123950" y="2495550"/>
                </a:lnTo>
                <a:lnTo>
                  <a:pt x="1123950" y="2505075"/>
                </a:lnTo>
                <a:lnTo>
                  <a:pt x="1133475" y="2505075"/>
                </a:lnTo>
                <a:lnTo>
                  <a:pt x="1133475" y="2514600"/>
                </a:lnTo>
                <a:lnTo>
                  <a:pt x="1143000" y="2514600"/>
                </a:lnTo>
                <a:lnTo>
                  <a:pt x="1143000" y="2533650"/>
                </a:lnTo>
                <a:lnTo>
                  <a:pt x="1133475" y="2533650"/>
                </a:lnTo>
                <a:lnTo>
                  <a:pt x="1133475" y="2543175"/>
                </a:lnTo>
                <a:lnTo>
                  <a:pt x="1114425" y="2543175"/>
                </a:lnTo>
                <a:lnTo>
                  <a:pt x="1114425" y="2514600"/>
                </a:lnTo>
                <a:lnTo>
                  <a:pt x="1104900" y="2514600"/>
                </a:lnTo>
                <a:lnTo>
                  <a:pt x="1104900" y="2505075"/>
                </a:lnTo>
                <a:lnTo>
                  <a:pt x="1095375" y="2505075"/>
                </a:lnTo>
                <a:close/>
                <a:moveTo>
                  <a:pt x="1743075" y="2495550"/>
                </a:moveTo>
                <a:lnTo>
                  <a:pt x="1752600" y="2495550"/>
                </a:lnTo>
                <a:lnTo>
                  <a:pt x="1752600" y="2514600"/>
                </a:lnTo>
                <a:lnTo>
                  <a:pt x="1743075" y="2514600"/>
                </a:lnTo>
                <a:close/>
                <a:moveTo>
                  <a:pt x="1628775" y="2524125"/>
                </a:moveTo>
                <a:lnTo>
                  <a:pt x="1638300" y="2524125"/>
                </a:lnTo>
                <a:lnTo>
                  <a:pt x="1638300" y="2533650"/>
                </a:lnTo>
                <a:lnTo>
                  <a:pt x="1628775" y="2533650"/>
                </a:lnTo>
                <a:close/>
                <a:moveTo>
                  <a:pt x="1514475" y="2543175"/>
                </a:moveTo>
                <a:lnTo>
                  <a:pt x="1524000" y="2543175"/>
                </a:lnTo>
                <a:lnTo>
                  <a:pt x="1524000" y="2552700"/>
                </a:lnTo>
                <a:lnTo>
                  <a:pt x="1514475" y="2552700"/>
                </a:lnTo>
                <a:close/>
                <a:moveTo>
                  <a:pt x="1362075" y="2552700"/>
                </a:moveTo>
                <a:lnTo>
                  <a:pt x="1371600" y="2552700"/>
                </a:lnTo>
                <a:lnTo>
                  <a:pt x="1371600" y="2562225"/>
                </a:lnTo>
                <a:lnTo>
                  <a:pt x="1362075" y="2562225"/>
                </a:lnTo>
                <a:close/>
                <a:moveTo>
                  <a:pt x="828675" y="2562225"/>
                </a:moveTo>
                <a:lnTo>
                  <a:pt x="857250" y="2562225"/>
                </a:lnTo>
                <a:lnTo>
                  <a:pt x="857250" y="2590800"/>
                </a:lnTo>
                <a:lnTo>
                  <a:pt x="828675" y="2590800"/>
                </a:lnTo>
                <a:close/>
                <a:moveTo>
                  <a:pt x="1447800" y="2562225"/>
                </a:moveTo>
                <a:lnTo>
                  <a:pt x="1466850" y="2562225"/>
                </a:lnTo>
                <a:lnTo>
                  <a:pt x="1466850" y="2571750"/>
                </a:lnTo>
                <a:lnTo>
                  <a:pt x="1447800" y="2571750"/>
                </a:lnTo>
                <a:close/>
                <a:moveTo>
                  <a:pt x="1562100" y="2562225"/>
                </a:moveTo>
                <a:lnTo>
                  <a:pt x="1581150" y="2562225"/>
                </a:lnTo>
                <a:lnTo>
                  <a:pt x="1581150" y="2581275"/>
                </a:lnTo>
                <a:lnTo>
                  <a:pt x="1571625" y="2581275"/>
                </a:lnTo>
                <a:lnTo>
                  <a:pt x="1571625" y="2571750"/>
                </a:lnTo>
                <a:lnTo>
                  <a:pt x="1562100" y="2571750"/>
                </a:lnTo>
                <a:close/>
                <a:moveTo>
                  <a:pt x="1209675" y="2571750"/>
                </a:moveTo>
                <a:lnTo>
                  <a:pt x="1219200" y="2571750"/>
                </a:lnTo>
                <a:lnTo>
                  <a:pt x="1219200" y="2581275"/>
                </a:lnTo>
                <a:lnTo>
                  <a:pt x="1209675" y="2581275"/>
                </a:lnTo>
                <a:close/>
                <a:moveTo>
                  <a:pt x="571500" y="2581275"/>
                </a:moveTo>
                <a:lnTo>
                  <a:pt x="581025" y="2581275"/>
                </a:lnTo>
                <a:lnTo>
                  <a:pt x="581025" y="2590800"/>
                </a:lnTo>
                <a:lnTo>
                  <a:pt x="571500" y="2590800"/>
                </a:lnTo>
                <a:close/>
                <a:moveTo>
                  <a:pt x="619125" y="2581275"/>
                </a:moveTo>
                <a:lnTo>
                  <a:pt x="628650" y="2581275"/>
                </a:lnTo>
                <a:lnTo>
                  <a:pt x="628650" y="2600325"/>
                </a:lnTo>
                <a:lnTo>
                  <a:pt x="609600" y="2600325"/>
                </a:lnTo>
                <a:lnTo>
                  <a:pt x="609600" y="2590800"/>
                </a:lnTo>
                <a:lnTo>
                  <a:pt x="619125" y="2590800"/>
                </a:lnTo>
                <a:close/>
                <a:moveTo>
                  <a:pt x="952500" y="2600325"/>
                </a:moveTo>
                <a:lnTo>
                  <a:pt x="981075" y="2600325"/>
                </a:lnTo>
                <a:lnTo>
                  <a:pt x="981075" y="2628900"/>
                </a:lnTo>
                <a:lnTo>
                  <a:pt x="971550" y="2628900"/>
                </a:lnTo>
                <a:lnTo>
                  <a:pt x="971550" y="2619375"/>
                </a:lnTo>
                <a:lnTo>
                  <a:pt x="962025" y="2619375"/>
                </a:lnTo>
                <a:lnTo>
                  <a:pt x="962025" y="2609850"/>
                </a:lnTo>
                <a:lnTo>
                  <a:pt x="952500" y="2609850"/>
                </a:lnTo>
                <a:close/>
                <a:moveTo>
                  <a:pt x="1362075" y="2600325"/>
                </a:moveTo>
                <a:lnTo>
                  <a:pt x="1381125" y="2600325"/>
                </a:lnTo>
                <a:lnTo>
                  <a:pt x="1381125" y="2609850"/>
                </a:lnTo>
                <a:lnTo>
                  <a:pt x="1362075" y="2609850"/>
                </a:lnTo>
                <a:close/>
                <a:moveTo>
                  <a:pt x="590550" y="2619375"/>
                </a:moveTo>
                <a:lnTo>
                  <a:pt x="609600" y="2619375"/>
                </a:lnTo>
                <a:lnTo>
                  <a:pt x="609600" y="2638425"/>
                </a:lnTo>
                <a:lnTo>
                  <a:pt x="600075" y="2638425"/>
                </a:lnTo>
                <a:lnTo>
                  <a:pt x="600075" y="2647950"/>
                </a:lnTo>
                <a:lnTo>
                  <a:pt x="590550" y="2647950"/>
                </a:lnTo>
                <a:lnTo>
                  <a:pt x="590550" y="2638425"/>
                </a:lnTo>
                <a:lnTo>
                  <a:pt x="581025" y="2638425"/>
                </a:lnTo>
                <a:lnTo>
                  <a:pt x="581025" y="2628900"/>
                </a:lnTo>
                <a:lnTo>
                  <a:pt x="590550" y="2628900"/>
                </a:lnTo>
                <a:close/>
                <a:moveTo>
                  <a:pt x="714375" y="2619375"/>
                </a:moveTo>
                <a:lnTo>
                  <a:pt x="742950" y="2619375"/>
                </a:lnTo>
                <a:lnTo>
                  <a:pt x="742950" y="2628900"/>
                </a:lnTo>
                <a:lnTo>
                  <a:pt x="723900" y="2628900"/>
                </a:lnTo>
                <a:lnTo>
                  <a:pt x="723900" y="2647950"/>
                </a:lnTo>
                <a:lnTo>
                  <a:pt x="733425" y="2647950"/>
                </a:lnTo>
                <a:lnTo>
                  <a:pt x="733425" y="2686050"/>
                </a:lnTo>
                <a:lnTo>
                  <a:pt x="723900" y="2686050"/>
                </a:lnTo>
                <a:lnTo>
                  <a:pt x="723900" y="2657475"/>
                </a:lnTo>
                <a:lnTo>
                  <a:pt x="714375" y="2657475"/>
                </a:lnTo>
                <a:lnTo>
                  <a:pt x="714375" y="2638425"/>
                </a:lnTo>
                <a:lnTo>
                  <a:pt x="704850" y="2638425"/>
                </a:lnTo>
                <a:lnTo>
                  <a:pt x="704850" y="2628900"/>
                </a:lnTo>
                <a:lnTo>
                  <a:pt x="714375" y="2628900"/>
                </a:lnTo>
                <a:close/>
                <a:moveTo>
                  <a:pt x="1743075" y="2638425"/>
                </a:moveTo>
                <a:lnTo>
                  <a:pt x="1752600" y="2638425"/>
                </a:lnTo>
                <a:lnTo>
                  <a:pt x="1752600" y="2647950"/>
                </a:lnTo>
                <a:lnTo>
                  <a:pt x="1743075" y="2647950"/>
                </a:lnTo>
                <a:close/>
                <a:moveTo>
                  <a:pt x="419100" y="2647950"/>
                </a:moveTo>
                <a:lnTo>
                  <a:pt x="428625" y="2647950"/>
                </a:lnTo>
                <a:lnTo>
                  <a:pt x="428625" y="2657475"/>
                </a:lnTo>
                <a:lnTo>
                  <a:pt x="438150" y="2657475"/>
                </a:lnTo>
                <a:lnTo>
                  <a:pt x="438150" y="2667000"/>
                </a:lnTo>
                <a:lnTo>
                  <a:pt x="428625" y="2667000"/>
                </a:lnTo>
                <a:lnTo>
                  <a:pt x="428625" y="2676525"/>
                </a:lnTo>
                <a:lnTo>
                  <a:pt x="419100" y="2676525"/>
                </a:lnTo>
                <a:close/>
                <a:moveTo>
                  <a:pt x="1219200" y="2667000"/>
                </a:moveTo>
                <a:lnTo>
                  <a:pt x="1228725" y="2667000"/>
                </a:lnTo>
                <a:lnTo>
                  <a:pt x="1228725" y="2676525"/>
                </a:lnTo>
                <a:lnTo>
                  <a:pt x="1219200" y="2676525"/>
                </a:lnTo>
                <a:close/>
                <a:moveTo>
                  <a:pt x="1609725" y="2676525"/>
                </a:moveTo>
                <a:lnTo>
                  <a:pt x="1628775" y="2676525"/>
                </a:lnTo>
                <a:lnTo>
                  <a:pt x="1628775" y="2686050"/>
                </a:lnTo>
                <a:lnTo>
                  <a:pt x="1609725" y="2686050"/>
                </a:lnTo>
                <a:close/>
                <a:moveTo>
                  <a:pt x="285750" y="2686050"/>
                </a:moveTo>
                <a:lnTo>
                  <a:pt x="295275" y="2686050"/>
                </a:lnTo>
                <a:lnTo>
                  <a:pt x="295275" y="2695575"/>
                </a:lnTo>
                <a:lnTo>
                  <a:pt x="285750" y="2695575"/>
                </a:lnTo>
                <a:close/>
                <a:moveTo>
                  <a:pt x="495300" y="2686050"/>
                </a:moveTo>
                <a:lnTo>
                  <a:pt x="514350" y="2686050"/>
                </a:lnTo>
                <a:lnTo>
                  <a:pt x="514350" y="2705100"/>
                </a:lnTo>
                <a:lnTo>
                  <a:pt x="495300" y="2705100"/>
                </a:lnTo>
                <a:close/>
                <a:moveTo>
                  <a:pt x="1495425" y="2686050"/>
                </a:moveTo>
                <a:lnTo>
                  <a:pt x="1514475" y="2686050"/>
                </a:lnTo>
                <a:lnTo>
                  <a:pt x="1514475" y="2695575"/>
                </a:lnTo>
                <a:lnTo>
                  <a:pt x="1495425" y="2695575"/>
                </a:lnTo>
                <a:close/>
                <a:moveTo>
                  <a:pt x="685800" y="2695575"/>
                </a:moveTo>
                <a:lnTo>
                  <a:pt x="704850" y="2695575"/>
                </a:lnTo>
                <a:lnTo>
                  <a:pt x="704850" y="2714625"/>
                </a:lnTo>
                <a:lnTo>
                  <a:pt x="695325" y="2714625"/>
                </a:lnTo>
                <a:lnTo>
                  <a:pt x="695325" y="2733675"/>
                </a:lnTo>
                <a:lnTo>
                  <a:pt x="657225" y="2733675"/>
                </a:lnTo>
                <a:lnTo>
                  <a:pt x="657225" y="2714625"/>
                </a:lnTo>
                <a:lnTo>
                  <a:pt x="676275" y="2714625"/>
                </a:lnTo>
                <a:lnTo>
                  <a:pt x="676275" y="2705100"/>
                </a:lnTo>
                <a:lnTo>
                  <a:pt x="685800" y="2705100"/>
                </a:lnTo>
                <a:close/>
                <a:moveTo>
                  <a:pt x="1362075" y="2695575"/>
                </a:moveTo>
                <a:lnTo>
                  <a:pt x="1371600" y="2695575"/>
                </a:lnTo>
                <a:lnTo>
                  <a:pt x="1371600" y="2705100"/>
                </a:lnTo>
                <a:lnTo>
                  <a:pt x="1362075" y="2705100"/>
                </a:lnTo>
                <a:close/>
                <a:moveTo>
                  <a:pt x="609600" y="2705100"/>
                </a:moveTo>
                <a:lnTo>
                  <a:pt x="638175" y="2705100"/>
                </a:lnTo>
                <a:lnTo>
                  <a:pt x="638175" y="2724150"/>
                </a:lnTo>
                <a:lnTo>
                  <a:pt x="647700" y="2724150"/>
                </a:lnTo>
                <a:lnTo>
                  <a:pt x="647700" y="2733675"/>
                </a:lnTo>
                <a:lnTo>
                  <a:pt x="628650" y="2733675"/>
                </a:lnTo>
                <a:lnTo>
                  <a:pt x="628650" y="2743200"/>
                </a:lnTo>
                <a:lnTo>
                  <a:pt x="609600" y="2743200"/>
                </a:lnTo>
                <a:lnTo>
                  <a:pt x="609600" y="2733675"/>
                </a:lnTo>
                <a:lnTo>
                  <a:pt x="600075" y="2733675"/>
                </a:lnTo>
                <a:lnTo>
                  <a:pt x="600075" y="2714625"/>
                </a:lnTo>
                <a:lnTo>
                  <a:pt x="609600" y="2714625"/>
                </a:lnTo>
                <a:close/>
                <a:moveTo>
                  <a:pt x="285750" y="2828925"/>
                </a:moveTo>
                <a:lnTo>
                  <a:pt x="295275" y="2828925"/>
                </a:lnTo>
                <a:lnTo>
                  <a:pt x="295275" y="2838450"/>
                </a:lnTo>
                <a:lnTo>
                  <a:pt x="285750" y="2838450"/>
                </a:lnTo>
                <a:close/>
                <a:moveTo>
                  <a:pt x="981075" y="2838450"/>
                </a:moveTo>
                <a:lnTo>
                  <a:pt x="1000125" y="2838450"/>
                </a:lnTo>
                <a:lnTo>
                  <a:pt x="1000125" y="2847975"/>
                </a:lnTo>
                <a:lnTo>
                  <a:pt x="981075" y="2847975"/>
                </a:lnTo>
                <a:close/>
                <a:moveTo>
                  <a:pt x="619125" y="2847975"/>
                </a:moveTo>
                <a:lnTo>
                  <a:pt x="676275" y="2847975"/>
                </a:lnTo>
                <a:lnTo>
                  <a:pt x="676275" y="2857500"/>
                </a:lnTo>
                <a:lnTo>
                  <a:pt x="685800" y="2857500"/>
                </a:lnTo>
                <a:lnTo>
                  <a:pt x="685800" y="2876550"/>
                </a:lnTo>
                <a:lnTo>
                  <a:pt x="657225" y="2876550"/>
                </a:lnTo>
                <a:lnTo>
                  <a:pt x="657225" y="2867025"/>
                </a:lnTo>
                <a:lnTo>
                  <a:pt x="638175" y="2867025"/>
                </a:lnTo>
                <a:lnTo>
                  <a:pt x="638175" y="2876550"/>
                </a:lnTo>
                <a:lnTo>
                  <a:pt x="581025" y="2876550"/>
                </a:lnTo>
                <a:lnTo>
                  <a:pt x="581025" y="2867025"/>
                </a:lnTo>
                <a:lnTo>
                  <a:pt x="571500" y="2867025"/>
                </a:lnTo>
                <a:lnTo>
                  <a:pt x="571500" y="2857500"/>
                </a:lnTo>
                <a:lnTo>
                  <a:pt x="619125" y="2857500"/>
                </a:lnTo>
                <a:close/>
                <a:moveTo>
                  <a:pt x="295275" y="2857500"/>
                </a:moveTo>
                <a:lnTo>
                  <a:pt x="304800" y="2857500"/>
                </a:lnTo>
                <a:lnTo>
                  <a:pt x="304800" y="2867025"/>
                </a:lnTo>
                <a:lnTo>
                  <a:pt x="381000" y="2867025"/>
                </a:lnTo>
                <a:lnTo>
                  <a:pt x="381000" y="2876550"/>
                </a:lnTo>
                <a:lnTo>
                  <a:pt x="352425" y="2876550"/>
                </a:lnTo>
                <a:lnTo>
                  <a:pt x="352425" y="2886075"/>
                </a:lnTo>
                <a:lnTo>
                  <a:pt x="342900" y="2886075"/>
                </a:lnTo>
                <a:lnTo>
                  <a:pt x="342900" y="2895600"/>
                </a:lnTo>
                <a:lnTo>
                  <a:pt x="333375" y="2895600"/>
                </a:lnTo>
                <a:lnTo>
                  <a:pt x="333375" y="2924175"/>
                </a:lnTo>
                <a:lnTo>
                  <a:pt x="342900" y="2924175"/>
                </a:lnTo>
                <a:lnTo>
                  <a:pt x="342900" y="2933700"/>
                </a:lnTo>
                <a:lnTo>
                  <a:pt x="352425" y="2933700"/>
                </a:lnTo>
                <a:lnTo>
                  <a:pt x="352425" y="2943225"/>
                </a:lnTo>
                <a:lnTo>
                  <a:pt x="381000" y="2943225"/>
                </a:lnTo>
                <a:lnTo>
                  <a:pt x="381000" y="2962275"/>
                </a:lnTo>
                <a:lnTo>
                  <a:pt x="352425" y="2962275"/>
                </a:lnTo>
                <a:lnTo>
                  <a:pt x="352425" y="2952750"/>
                </a:lnTo>
                <a:lnTo>
                  <a:pt x="342900" y="2952750"/>
                </a:lnTo>
                <a:lnTo>
                  <a:pt x="342900" y="2943225"/>
                </a:lnTo>
                <a:lnTo>
                  <a:pt x="314325" y="2943225"/>
                </a:lnTo>
                <a:lnTo>
                  <a:pt x="314325" y="2952750"/>
                </a:lnTo>
                <a:lnTo>
                  <a:pt x="304800" y="2952750"/>
                </a:lnTo>
                <a:lnTo>
                  <a:pt x="304800" y="2905125"/>
                </a:lnTo>
                <a:lnTo>
                  <a:pt x="295275" y="2905125"/>
                </a:lnTo>
                <a:lnTo>
                  <a:pt x="295275" y="2924175"/>
                </a:lnTo>
                <a:lnTo>
                  <a:pt x="285750" y="2924175"/>
                </a:lnTo>
                <a:lnTo>
                  <a:pt x="285750" y="2867025"/>
                </a:lnTo>
                <a:lnTo>
                  <a:pt x="295275" y="2867025"/>
                </a:lnTo>
                <a:close/>
                <a:moveTo>
                  <a:pt x="752475" y="2886075"/>
                </a:moveTo>
                <a:lnTo>
                  <a:pt x="771525" y="2886075"/>
                </a:lnTo>
                <a:lnTo>
                  <a:pt x="771525" y="2914650"/>
                </a:lnTo>
                <a:lnTo>
                  <a:pt x="752475" y="2914650"/>
                </a:lnTo>
                <a:close/>
                <a:moveTo>
                  <a:pt x="933450" y="2886075"/>
                </a:moveTo>
                <a:lnTo>
                  <a:pt x="942975" y="2886075"/>
                </a:lnTo>
                <a:lnTo>
                  <a:pt x="942975" y="2895600"/>
                </a:lnTo>
                <a:lnTo>
                  <a:pt x="933450" y="2895600"/>
                </a:lnTo>
                <a:close/>
                <a:moveTo>
                  <a:pt x="676275" y="2924175"/>
                </a:moveTo>
                <a:lnTo>
                  <a:pt x="723900" y="2924175"/>
                </a:lnTo>
                <a:lnTo>
                  <a:pt x="723900" y="2933700"/>
                </a:lnTo>
                <a:lnTo>
                  <a:pt x="714375" y="2933700"/>
                </a:lnTo>
                <a:lnTo>
                  <a:pt x="714375" y="2943225"/>
                </a:lnTo>
                <a:lnTo>
                  <a:pt x="676275" y="2943225"/>
                </a:lnTo>
                <a:lnTo>
                  <a:pt x="676275" y="2952750"/>
                </a:lnTo>
                <a:lnTo>
                  <a:pt x="666750" y="2952750"/>
                </a:lnTo>
                <a:lnTo>
                  <a:pt x="666750" y="2943225"/>
                </a:lnTo>
                <a:lnTo>
                  <a:pt x="657225" y="2943225"/>
                </a:lnTo>
                <a:lnTo>
                  <a:pt x="657225" y="2933700"/>
                </a:lnTo>
                <a:lnTo>
                  <a:pt x="676275" y="2933700"/>
                </a:lnTo>
                <a:close/>
                <a:moveTo>
                  <a:pt x="419100" y="2933700"/>
                </a:moveTo>
                <a:lnTo>
                  <a:pt x="428625" y="2933700"/>
                </a:lnTo>
                <a:lnTo>
                  <a:pt x="428625" y="2952750"/>
                </a:lnTo>
                <a:lnTo>
                  <a:pt x="400050" y="2952750"/>
                </a:lnTo>
                <a:lnTo>
                  <a:pt x="400050" y="2943225"/>
                </a:lnTo>
                <a:lnTo>
                  <a:pt x="419100" y="2943225"/>
                </a:lnTo>
                <a:close/>
                <a:moveTo>
                  <a:pt x="285750" y="2952750"/>
                </a:moveTo>
                <a:lnTo>
                  <a:pt x="304800" y="2952750"/>
                </a:lnTo>
                <a:lnTo>
                  <a:pt x="304800" y="2981325"/>
                </a:lnTo>
                <a:lnTo>
                  <a:pt x="314325" y="2981325"/>
                </a:lnTo>
                <a:lnTo>
                  <a:pt x="314325" y="2990850"/>
                </a:lnTo>
                <a:lnTo>
                  <a:pt x="304800" y="2990850"/>
                </a:lnTo>
                <a:lnTo>
                  <a:pt x="304800" y="3000375"/>
                </a:lnTo>
                <a:lnTo>
                  <a:pt x="295275" y="3000375"/>
                </a:lnTo>
                <a:lnTo>
                  <a:pt x="295275" y="2962275"/>
                </a:lnTo>
                <a:lnTo>
                  <a:pt x="285750" y="2962275"/>
                </a:lnTo>
                <a:close/>
                <a:moveTo>
                  <a:pt x="476250" y="2990850"/>
                </a:moveTo>
                <a:lnTo>
                  <a:pt x="485775" y="2990850"/>
                </a:lnTo>
                <a:lnTo>
                  <a:pt x="485775" y="3000375"/>
                </a:lnTo>
                <a:lnTo>
                  <a:pt x="504825" y="3000375"/>
                </a:lnTo>
                <a:lnTo>
                  <a:pt x="504825" y="2990850"/>
                </a:lnTo>
                <a:lnTo>
                  <a:pt x="514350" y="2990850"/>
                </a:lnTo>
                <a:lnTo>
                  <a:pt x="514350" y="3000375"/>
                </a:lnTo>
                <a:lnTo>
                  <a:pt x="561975" y="3000375"/>
                </a:lnTo>
                <a:lnTo>
                  <a:pt x="561975" y="3009900"/>
                </a:lnTo>
                <a:lnTo>
                  <a:pt x="523875" y="3009900"/>
                </a:lnTo>
                <a:lnTo>
                  <a:pt x="523875" y="3019425"/>
                </a:lnTo>
                <a:lnTo>
                  <a:pt x="504825" y="3019425"/>
                </a:lnTo>
                <a:lnTo>
                  <a:pt x="504825" y="3009900"/>
                </a:lnTo>
                <a:lnTo>
                  <a:pt x="476250" y="3009900"/>
                </a:lnTo>
                <a:close/>
                <a:moveTo>
                  <a:pt x="438150" y="3009900"/>
                </a:moveTo>
                <a:lnTo>
                  <a:pt x="447675" y="3009900"/>
                </a:lnTo>
                <a:lnTo>
                  <a:pt x="447675" y="3019425"/>
                </a:lnTo>
                <a:lnTo>
                  <a:pt x="438150" y="3019425"/>
                </a:lnTo>
                <a:close/>
                <a:moveTo>
                  <a:pt x="876300" y="3019425"/>
                </a:moveTo>
                <a:lnTo>
                  <a:pt x="904875" y="3019425"/>
                </a:lnTo>
                <a:lnTo>
                  <a:pt x="904875" y="3028950"/>
                </a:lnTo>
                <a:lnTo>
                  <a:pt x="876300" y="3028950"/>
                </a:lnTo>
                <a:close/>
                <a:moveTo>
                  <a:pt x="609600" y="3028950"/>
                </a:moveTo>
                <a:lnTo>
                  <a:pt x="619125" y="3028950"/>
                </a:lnTo>
                <a:lnTo>
                  <a:pt x="619125" y="3038475"/>
                </a:lnTo>
                <a:lnTo>
                  <a:pt x="609600" y="3038475"/>
                </a:lnTo>
                <a:close/>
                <a:moveTo>
                  <a:pt x="933450" y="3028950"/>
                </a:moveTo>
                <a:lnTo>
                  <a:pt x="952500" y="3028950"/>
                </a:lnTo>
                <a:lnTo>
                  <a:pt x="952500" y="3048000"/>
                </a:lnTo>
                <a:lnTo>
                  <a:pt x="933450" y="3048000"/>
                </a:lnTo>
                <a:close/>
                <a:moveTo>
                  <a:pt x="1857375" y="3076575"/>
                </a:moveTo>
                <a:lnTo>
                  <a:pt x="1866900" y="3076575"/>
                </a:lnTo>
                <a:lnTo>
                  <a:pt x="1866900" y="3086100"/>
                </a:lnTo>
                <a:lnTo>
                  <a:pt x="1876425" y="3086100"/>
                </a:lnTo>
                <a:lnTo>
                  <a:pt x="1876425" y="3095625"/>
                </a:lnTo>
                <a:lnTo>
                  <a:pt x="1857375" y="3095625"/>
                </a:lnTo>
                <a:close/>
                <a:moveTo>
                  <a:pt x="552450" y="3086100"/>
                </a:moveTo>
                <a:lnTo>
                  <a:pt x="561975" y="3086100"/>
                </a:lnTo>
                <a:lnTo>
                  <a:pt x="561975" y="3095625"/>
                </a:lnTo>
                <a:lnTo>
                  <a:pt x="552450" y="3095625"/>
                </a:lnTo>
                <a:close/>
                <a:moveTo>
                  <a:pt x="714375" y="3086100"/>
                </a:moveTo>
                <a:lnTo>
                  <a:pt x="723900" y="3086100"/>
                </a:lnTo>
                <a:lnTo>
                  <a:pt x="723900" y="3095625"/>
                </a:lnTo>
                <a:lnTo>
                  <a:pt x="742950" y="3095625"/>
                </a:lnTo>
                <a:lnTo>
                  <a:pt x="742950" y="3105150"/>
                </a:lnTo>
                <a:lnTo>
                  <a:pt x="752475" y="3105150"/>
                </a:lnTo>
                <a:lnTo>
                  <a:pt x="752475" y="3114675"/>
                </a:lnTo>
                <a:lnTo>
                  <a:pt x="762000" y="3114675"/>
                </a:lnTo>
                <a:lnTo>
                  <a:pt x="762000" y="3124200"/>
                </a:lnTo>
                <a:lnTo>
                  <a:pt x="714375" y="3124200"/>
                </a:lnTo>
                <a:close/>
                <a:moveTo>
                  <a:pt x="409575" y="3133725"/>
                </a:moveTo>
                <a:lnTo>
                  <a:pt x="419100" y="3133725"/>
                </a:lnTo>
                <a:lnTo>
                  <a:pt x="419100" y="3190875"/>
                </a:lnTo>
                <a:lnTo>
                  <a:pt x="409575" y="3190875"/>
                </a:lnTo>
                <a:close/>
                <a:moveTo>
                  <a:pt x="561975" y="3181350"/>
                </a:moveTo>
                <a:lnTo>
                  <a:pt x="571500" y="3181350"/>
                </a:lnTo>
                <a:lnTo>
                  <a:pt x="571500" y="3190875"/>
                </a:lnTo>
                <a:lnTo>
                  <a:pt x="561975" y="3190875"/>
                </a:lnTo>
                <a:close/>
                <a:moveTo>
                  <a:pt x="419100" y="3200400"/>
                </a:moveTo>
                <a:lnTo>
                  <a:pt x="428625" y="3200400"/>
                </a:lnTo>
                <a:lnTo>
                  <a:pt x="428625" y="3209925"/>
                </a:lnTo>
                <a:lnTo>
                  <a:pt x="419100" y="3209925"/>
                </a:lnTo>
                <a:close/>
                <a:moveTo>
                  <a:pt x="428625" y="3209925"/>
                </a:moveTo>
                <a:lnTo>
                  <a:pt x="438150" y="3209925"/>
                </a:lnTo>
                <a:lnTo>
                  <a:pt x="438150" y="3219450"/>
                </a:lnTo>
                <a:lnTo>
                  <a:pt x="428625" y="3219450"/>
                </a:lnTo>
                <a:close/>
                <a:moveTo>
                  <a:pt x="476250" y="3209925"/>
                </a:moveTo>
                <a:lnTo>
                  <a:pt x="485775" y="3209925"/>
                </a:lnTo>
                <a:lnTo>
                  <a:pt x="485775" y="3219450"/>
                </a:lnTo>
                <a:lnTo>
                  <a:pt x="476250" y="3219450"/>
                </a:lnTo>
                <a:close/>
                <a:moveTo>
                  <a:pt x="581025" y="3209925"/>
                </a:moveTo>
                <a:lnTo>
                  <a:pt x="609600" y="3209925"/>
                </a:lnTo>
                <a:lnTo>
                  <a:pt x="609600" y="3219450"/>
                </a:lnTo>
                <a:lnTo>
                  <a:pt x="581025" y="3219450"/>
                </a:lnTo>
                <a:close/>
                <a:moveTo>
                  <a:pt x="314325" y="3219450"/>
                </a:moveTo>
                <a:lnTo>
                  <a:pt x="323850" y="3219450"/>
                </a:lnTo>
                <a:lnTo>
                  <a:pt x="323850" y="3238500"/>
                </a:lnTo>
                <a:lnTo>
                  <a:pt x="314325" y="3238500"/>
                </a:lnTo>
                <a:close/>
                <a:moveTo>
                  <a:pt x="542925" y="3248025"/>
                </a:moveTo>
                <a:lnTo>
                  <a:pt x="609600" y="3248025"/>
                </a:lnTo>
                <a:lnTo>
                  <a:pt x="609600" y="3257550"/>
                </a:lnTo>
                <a:lnTo>
                  <a:pt x="542925" y="3257550"/>
                </a:lnTo>
                <a:close/>
                <a:moveTo>
                  <a:pt x="314325" y="3257550"/>
                </a:moveTo>
                <a:lnTo>
                  <a:pt x="323850" y="3257550"/>
                </a:lnTo>
                <a:lnTo>
                  <a:pt x="323850" y="3276600"/>
                </a:lnTo>
                <a:lnTo>
                  <a:pt x="314325" y="3276600"/>
                </a:lnTo>
                <a:close/>
                <a:moveTo>
                  <a:pt x="609600" y="3257550"/>
                </a:moveTo>
                <a:lnTo>
                  <a:pt x="619125" y="3257550"/>
                </a:lnTo>
                <a:lnTo>
                  <a:pt x="619125" y="3267075"/>
                </a:lnTo>
                <a:lnTo>
                  <a:pt x="609600" y="3267075"/>
                </a:lnTo>
                <a:close/>
                <a:moveTo>
                  <a:pt x="714375" y="3257550"/>
                </a:moveTo>
                <a:lnTo>
                  <a:pt x="733425" y="3257550"/>
                </a:lnTo>
                <a:lnTo>
                  <a:pt x="733425" y="3276600"/>
                </a:lnTo>
                <a:lnTo>
                  <a:pt x="704850" y="3276600"/>
                </a:lnTo>
                <a:lnTo>
                  <a:pt x="704850" y="3267075"/>
                </a:lnTo>
                <a:lnTo>
                  <a:pt x="714375" y="3267075"/>
                </a:lnTo>
                <a:close/>
                <a:moveTo>
                  <a:pt x="428625" y="3267075"/>
                </a:moveTo>
                <a:lnTo>
                  <a:pt x="438150" y="3267075"/>
                </a:lnTo>
                <a:lnTo>
                  <a:pt x="438150" y="3276600"/>
                </a:lnTo>
                <a:lnTo>
                  <a:pt x="428625" y="3276600"/>
                </a:lnTo>
                <a:close/>
                <a:moveTo>
                  <a:pt x="619125" y="3267075"/>
                </a:moveTo>
                <a:lnTo>
                  <a:pt x="628650" y="3267075"/>
                </a:lnTo>
                <a:lnTo>
                  <a:pt x="628650" y="3276600"/>
                </a:lnTo>
                <a:lnTo>
                  <a:pt x="619125" y="3276600"/>
                </a:lnTo>
                <a:close/>
                <a:moveTo>
                  <a:pt x="419100" y="3286125"/>
                </a:moveTo>
                <a:lnTo>
                  <a:pt x="428625" y="3286125"/>
                </a:lnTo>
                <a:lnTo>
                  <a:pt x="428625" y="3295650"/>
                </a:lnTo>
                <a:lnTo>
                  <a:pt x="419100" y="3295650"/>
                </a:lnTo>
                <a:close/>
                <a:moveTo>
                  <a:pt x="628650" y="3305175"/>
                </a:moveTo>
                <a:lnTo>
                  <a:pt x="638175" y="3305175"/>
                </a:lnTo>
                <a:lnTo>
                  <a:pt x="638175" y="3390900"/>
                </a:lnTo>
                <a:lnTo>
                  <a:pt x="628650" y="3390900"/>
                </a:lnTo>
                <a:close/>
                <a:moveTo>
                  <a:pt x="962025" y="3314700"/>
                </a:moveTo>
                <a:lnTo>
                  <a:pt x="981075" y="3314700"/>
                </a:lnTo>
                <a:lnTo>
                  <a:pt x="981075" y="3324225"/>
                </a:lnTo>
                <a:lnTo>
                  <a:pt x="990600" y="3324225"/>
                </a:lnTo>
                <a:lnTo>
                  <a:pt x="990600" y="3343275"/>
                </a:lnTo>
                <a:lnTo>
                  <a:pt x="1000125" y="3343275"/>
                </a:lnTo>
                <a:lnTo>
                  <a:pt x="1000125" y="3362325"/>
                </a:lnTo>
                <a:lnTo>
                  <a:pt x="1019175" y="3362325"/>
                </a:lnTo>
                <a:lnTo>
                  <a:pt x="1019175" y="3371850"/>
                </a:lnTo>
                <a:lnTo>
                  <a:pt x="990600" y="3371850"/>
                </a:lnTo>
                <a:lnTo>
                  <a:pt x="990600" y="3362325"/>
                </a:lnTo>
                <a:lnTo>
                  <a:pt x="942975" y="3362325"/>
                </a:lnTo>
                <a:lnTo>
                  <a:pt x="942975" y="3352800"/>
                </a:lnTo>
                <a:lnTo>
                  <a:pt x="933450" y="3352800"/>
                </a:lnTo>
                <a:lnTo>
                  <a:pt x="933450" y="3343275"/>
                </a:lnTo>
                <a:lnTo>
                  <a:pt x="923925" y="3343275"/>
                </a:lnTo>
                <a:lnTo>
                  <a:pt x="923925" y="3333750"/>
                </a:lnTo>
                <a:lnTo>
                  <a:pt x="942975" y="3333750"/>
                </a:lnTo>
                <a:lnTo>
                  <a:pt x="942975" y="3324225"/>
                </a:lnTo>
                <a:lnTo>
                  <a:pt x="962025" y="3324225"/>
                </a:lnTo>
                <a:close/>
                <a:moveTo>
                  <a:pt x="419100" y="3333750"/>
                </a:moveTo>
                <a:lnTo>
                  <a:pt x="428625" y="3333750"/>
                </a:lnTo>
                <a:lnTo>
                  <a:pt x="428625" y="3352800"/>
                </a:lnTo>
                <a:lnTo>
                  <a:pt x="419100" y="3352800"/>
                </a:lnTo>
                <a:close/>
                <a:moveTo>
                  <a:pt x="314325" y="3343275"/>
                </a:moveTo>
                <a:lnTo>
                  <a:pt x="323850" y="3343275"/>
                </a:lnTo>
                <a:lnTo>
                  <a:pt x="323850" y="3352800"/>
                </a:lnTo>
                <a:lnTo>
                  <a:pt x="333375" y="3352800"/>
                </a:lnTo>
                <a:lnTo>
                  <a:pt x="333375" y="3362325"/>
                </a:lnTo>
                <a:lnTo>
                  <a:pt x="323850" y="3362325"/>
                </a:lnTo>
                <a:lnTo>
                  <a:pt x="323850" y="3381375"/>
                </a:lnTo>
                <a:lnTo>
                  <a:pt x="314325" y="3381375"/>
                </a:lnTo>
                <a:close/>
                <a:moveTo>
                  <a:pt x="723900" y="3343275"/>
                </a:moveTo>
                <a:lnTo>
                  <a:pt x="733425" y="3343275"/>
                </a:lnTo>
                <a:lnTo>
                  <a:pt x="733425" y="3352800"/>
                </a:lnTo>
                <a:lnTo>
                  <a:pt x="723900" y="3352800"/>
                </a:lnTo>
                <a:close/>
                <a:moveTo>
                  <a:pt x="714375" y="3352800"/>
                </a:moveTo>
                <a:lnTo>
                  <a:pt x="723900" y="3352800"/>
                </a:lnTo>
                <a:lnTo>
                  <a:pt x="723900" y="3371850"/>
                </a:lnTo>
                <a:lnTo>
                  <a:pt x="714375" y="3371850"/>
                </a:lnTo>
                <a:close/>
                <a:moveTo>
                  <a:pt x="676275" y="3381375"/>
                </a:moveTo>
                <a:lnTo>
                  <a:pt x="695325" y="3381375"/>
                </a:lnTo>
                <a:lnTo>
                  <a:pt x="695325" y="3390900"/>
                </a:lnTo>
                <a:lnTo>
                  <a:pt x="676275" y="3390900"/>
                </a:lnTo>
                <a:close/>
                <a:moveTo>
                  <a:pt x="419100" y="3390900"/>
                </a:moveTo>
                <a:lnTo>
                  <a:pt x="428625" y="3390900"/>
                </a:lnTo>
                <a:lnTo>
                  <a:pt x="428625" y="3419475"/>
                </a:lnTo>
                <a:lnTo>
                  <a:pt x="419100" y="3419475"/>
                </a:lnTo>
                <a:close/>
                <a:moveTo>
                  <a:pt x="676275" y="3400425"/>
                </a:moveTo>
                <a:lnTo>
                  <a:pt x="685800" y="3400425"/>
                </a:lnTo>
                <a:lnTo>
                  <a:pt x="685800" y="3409950"/>
                </a:lnTo>
                <a:lnTo>
                  <a:pt x="676275" y="3409950"/>
                </a:lnTo>
                <a:close/>
                <a:moveTo>
                  <a:pt x="971550" y="3400425"/>
                </a:moveTo>
                <a:lnTo>
                  <a:pt x="1000125" y="3400425"/>
                </a:lnTo>
                <a:lnTo>
                  <a:pt x="1000125" y="3419475"/>
                </a:lnTo>
                <a:lnTo>
                  <a:pt x="962025" y="3419475"/>
                </a:lnTo>
                <a:lnTo>
                  <a:pt x="962025" y="3409950"/>
                </a:lnTo>
                <a:lnTo>
                  <a:pt x="971550" y="3409950"/>
                </a:lnTo>
                <a:close/>
                <a:moveTo>
                  <a:pt x="685800" y="3409950"/>
                </a:moveTo>
                <a:lnTo>
                  <a:pt x="695325" y="3409950"/>
                </a:lnTo>
                <a:lnTo>
                  <a:pt x="695325" y="3419475"/>
                </a:lnTo>
                <a:lnTo>
                  <a:pt x="685800" y="3419475"/>
                </a:lnTo>
                <a:close/>
                <a:moveTo>
                  <a:pt x="752475" y="3409950"/>
                </a:moveTo>
                <a:lnTo>
                  <a:pt x="781050" y="3409950"/>
                </a:lnTo>
                <a:lnTo>
                  <a:pt x="781050" y="3419475"/>
                </a:lnTo>
                <a:lnTo>
                  <a:pt x="752475" y="3419475"/>
                </a:lnTo>
                <a:close/>
                <a:moveTo>
                  <a:pt x="695325" y="3419475"/>
                </a:moveTo>
                <a:lnTo>
                  <a:pt x="714375" y="3419475"/>
                </a:lnTo>
                <a:lnTo>
                  <a:pt x="714375" y="3429000"/>
                </a:lnTo>
                <a:lnTo>
                  <a:pt x="695325" y="3429000"/>
                </a:lnTo>
                <a:close/>
                <a:moveTo>
                  <a:pt x="628650" y="3438525"/>
                </a:moveTo>
                <a:lnTo>
                  <a:pt x="638175" y="3438525"/>
                </a:lnTo>
                <a:lnTo>
                  <a:pt x="638175" y="3448050"/>
                </a:lnTo>
                <a:lnTo>
                  <a:pt x="628650" y="3448050"/>
                </a:lnTo>
                <a:close/>
                <a:moveTo>
                  <a:pt x="485775" y="3448050"/>
                </a:moveTo>
                <a:lnTo>
                  <a:pt x="504825" y="3448050"/>
                </a:lnTo>
                <a:lnTo>
                  <a:pt x="504825" y="3467100"/>
                </a:lnTo>
                <a:lnTo>
                  <a:pt x="485775" y="3467100"/>
                </a:lnTo>
                <a:close/>
                <a:moveTo>
                  <a:pt x="619125" y="3448050"/>
                </a:moveTo>
                <a:lnTo>
                  <a:pt x="628650" y="3448050"/>
                </a:lnTo>
                <a:lnTo>
                  <a:pt x="628650" y="3457575"/>
                </a:lnTo>
                <a:lnTo>
                  <a:pt x="619125" y="3457575"/>
                </a:lnTo>
                <a:close/>
                <a:moveTo>
                  <a:pt x="447675" y="3457575"/>
                </a:moveTo>
                <a:lnTo>
                  <a:pt x="457200" y="3457575"/>
                </a:lnTo>
                <a:lnTo>
                  <a:pt x="457200" y="3467100"/>
                </a:lnTo>
                <a:lnTo>
                  <a:pt x="447675" y="3467100"/>
                </a:lnTo>
                <a:close/>
                <a:moveTo>
                  <a:pt x="476250" y="3495675"/>
                </a:moveTo>
                <a:lnTo>
                  <a:pt x="523875" y="3495675"/>
                </a:lnTo>
                <a:lnTo>
                  <a:pt x="523875" y="3505200"/>
                </a:lnTo>
                <a:lnTo>
                  <a:pt x="476250" y="3505200"/>
                </a:lnTo>
                <a:close/>
                <a:moveTo>
                  <a:pt x="542925" y="3495675"/>
                </a:moveTo>
                <a:lnTo>
                  <a:pt x="561975" y="3495675"/>
                </a:lnTo>
                <a:lnTo>
                  <a:pt x="561975" y="3505200"/>
                </a:lnTo>
                <a:lnTo>
                  <a:pt x="542925" y="3505200"/>
                </a:lnTo>
                <a:close/>
                <a:moveTo>
                  <a:pt x="447675" y="3505200"/>
                </a:moveTo>
                <a:lnTo>
                  <a:pt x="457200" y="3505200"/>
                </a:lnTo>
                <a:lnTo>
                  <a:pt x="457200" y="3514725"/>
                </a:lnTo>
                <a:lnTo>
                  <a:pt x="447675" y="3514725"/>
                </a:lnTo>
                <a:close/>
                <a:moveTo>
                  <a:pt x="438150" y="3514725"/>
                </a:moveTo>
                <a:lnTo>
                  <a:pt x="447675" y="3514725"/>
                </a:lnTo>
                <a:lnTo>
                  <a:pt x="447675" y="3524250"/>
                </a:lnTo>
                <a:lnTo>
                  <a:pt x="438150" y="3524250"/>
                </a:lnTo>
                <a:close/>
                <a:moveTo>
                  <a:pt x="866775" y="3514725"/>
                </a:moveTo>
                <a:lnTo>
                  <a:pt x="876300" y="3514725"/>
                </a:lnTo>
                <a:lnTo>
                  <a:pt x="876300" y="3524250"/>
                </a:lnTo>
                <a:lnTo>
                  <a:pt x="866775" y="3524250"/>
                </a:lnTo>
                <a:close/>
                <a:moveTo>
                  <a:pt x="695325" y="3524250"/>
                </a:moveTo>
                <a:lnTo>
                  <a:pt x="714375" y="3524250"/>
                </a:lnTo>
                <a:lnTo>
                  <a:pt x="714375" y="3533775"/>
                </a:lnTo>
                <a:lnTo>
                  <a:pt x="704850" y="3533775"/>
                </a:lnTo>
                <a:lnTo>
                  <a:pt x="704850" y="3571875"/>
                </a:lnTo>
                <a:lnTo>
                  <a:pt x="695325" y="3571875"/>
                </a:lnTo>
                <a:lnTo>
                  <a:pt x="695325" y="3562350"/>
                </a:lnTo>
                <a:lnTo>
                  <a:pt x="685800" y="3562350"/>
                </a:lnTo>
                <a:lnTo>
                  <a:pt x="685800" y="3552825"/>
                </a:lnTo>
                <a:lnTo>
                  <a:pt x="695325" y="3552825"/>
                </a:lnTo>
                <a:close/>
                <a:moveTo>
                  <a:pt x="647700" y="3571875"/>
                </a:moveTo>
                <a:lnTo>
                  <a:pt x="657225" y="3571875"/>
                </a:lnTo>
                <a:lnTo>
                  <a:pt x="657225" y="3619500"/>
                </a:lnTo>
                <a:lnTo>
                  <a:pt x="647700" y="3619500"/>
                </a:lnTo>
                <a:close/>
                <a:moveTo>
                  <a:pt x="752475" y="3590925"/>
                </a:moveTo>
                <a:lnTo>
                  <a:pt x="771525" y="3590925"/>
                </a:lnTo>
                <a:lnTo>
                  <a:pt x="771525" y="3600450"/>
                </a:lnTo>
                <a:lnTo>
                  <a:pt x="752475" y="3600450"/>
                </a:lnTo>
                <a:close/>
                <a:moveTo>
                  <a:pt x="438150" y="3629025"/>
                </a:moveTo>
                <a:lnTo>
                  <a:pt x="447675" y="3629025"/>
                </a:lnTo>
                <a:lnTo>
                  <a:pt x="447675" y="3648075"/>
                </a:lnTo>
                <a:lnTo>
                  <a:pt x="438150" y="3648075"/>
                </a:lnTo>
                <a:close/>
                <a:moveTo>
                  <a:pt x="447675" y="3667125"/>
                </a:moveTo>
                <a:lnTo>
                  <a:pt x="457200" y="3667125"/>
                </a:lnTo>
                <a:lnTo>
                  <a:pt x="457200" y="3676650"/>
                </a:lnTo>
                <a:lnTo>
                  <a:pt x="447675" y="3676650"/>
                </a:lnTo>
                <a:close/>
                <a:moveTo>
                  <a:pt x="609600" y="3667125"/>
                </a:moveTo>
                <a:lnTo>
                  <a:pt x="619125" y="3667125"/>
                </a:lnTo>
                <a:lnTo>
                  <a:pt x="619125" y="3676650"/>
                </a:lnTo>
                <a:lnTo>
                  <a:pt x="609600" y="3676650"/>
                </a:lnTo>
                <a:close/>
                <a:moveTo>
                  <a:pt x="457200" y="3676650"/>
                </a:moveTo>
                <a:lnTo>
                  <a:pt x="466725" y="3676650"/>
                </a:lnTo>
                <a:lnTo>
                  <a:pt x="466725" y="3686175"/>
                </a:lnTo>
                <a:lnTo>
                  <a:pt x="457200" y="3686175"/>
                </a:lnTo>
                <a:close/>
                <a:moveTo>
                  <a:pt x="542925" y="3705225"/>
                </a:moveTo>
                <a:lnTo>
                  <a:pt x="590550" y="3705225"/>
                </a:lnTo>
                <a:lnTo>
                  <a:pt x="590550" y="3714750"/>
                </a:lnTo>
                <a:lnTo>
                  <a:pt x="609600" y="3714750"/>
                </a:lnTo>
                <a:lnTo>
                  <a:pt x="609600" y="3705225"/>
                </a:lnTo>
                <a:lnTo>
                  <a:pt x="628650" y="3705225"/>
                </a:lnTo>
                <a:lnTo>
                  <a:pt x="628650" y="3714750"/>
                </a:lnTo>
                <a:lnTo>
                  <a:pt x="647700" y="3714750"/>
                </a:lnTo>
                <a:lnTo>
                  <a:pt x="647700" y="3705225"/>
                </a:lnTo>
                <a:lnTo>
                  <a:pt x="657225" y="3705225"/>
                </a:lnTo>
                <a:lnTo>
                  <a:pt x="657225" y="3714750"/>
                </a:lnTo>
                <a:lnTo>
                  <a:pt x="676275" y="3714750"/>
                </a:lnTo>
                <a:lnTo>
                  <a:pt x="676275" y="3724275"/>
                </a:lnTo>
                <a:lnTo>
                  <a:pt x="666750" y="3724275"/>
                </a:lnTo>
                <a:lnTo>
                  <a:pt x="666750" y="3762375"/>
                </a:lnTo>
                <a:lnTo>
                  <a:pt x="647700" y="3762375"/>
                </a:lnTo>
                <a:lnTo>
                  <a:pt x="647700" y="3752850"/>
                </a:lnTo>
                <a:lnTo>
                  <a:pt x="628650" y="3752850"/>
                </a:lnTo>
                <a:lnTo>
                  <a:pt x="628650" y="3762375"/>
                </a:lnTo>
                <a:lnTo>
                  <a:pt x="619125" y="3762375"/>
                </a:lnTo>
                <a:lnTo>
                  <a:pt x="619125" y="3771900"/>
                </a:lnTo>
                <a:lnTo>
                  <a:pt x="600075" y="3771900"/>
                </a:lnTo>
                <a:lnTo>
                  <a:pt x="600075" y="3762375"/>
                </a:lnTo>
                <a:lnTo>
                  <a:pt x="590550" y="3762375"/>
                </a:lnTo>
                <a:lnTo>
                  <a:pt x="590550" y="3752850"/>
                </a:lnTo>
                <a:lnTo>
                  <a:pt x="571500" y="3752850"/>
                </a:lnTo>
                <a:lnTo>
                  <a:pt x="571500" y="3733800"/>
                </a:lnTo>
                <a:lnTo>
                  <a:pt x="542925" y="3733800"/>
                </a:lnTo>
                <a:close/>
                <a:moveTo>
                  <a:pt x="704850" y="3705225"/>
                </a:moveTo>
                <a:lnTo>
                  <a:pt x="714375" y="3705225"/>
                </a:lnTo>
                <a:lnTo>
                  <a:pt x="714375" y="3714750"/>
                </a:lnTo>
                <a:lnTo>
                  <a:pt x="704850" y="3714750"/>
                </a:lnTo>
                <a:close/>
                <a:moveTo>
                  <a:pt x="428625" y="3714750"/>
                </a:moveTo>
                <a:lnTo>
                  <a:pt x="533400" y="3714750"/>
                </a:lnTo>
                <a:lnTo>
                  <a:pt x="533400" y="3733800"/>
                </a:lnTo>
                <a:lnTo>
                  <a:pt x="504825" y="3733800"/>
                </a:lnTo>
                <a:lnTo>
                  <a:pt x="504825" y="3743325"/>
                </a:lnTo>
                <a:lnTo>
                  <a:pt x="457200" y="3743325"/>
                </a:lnTo>
                <a:lnTo>
                  <a:pt x="457200" y="3733800"/>
                </a:lnTo>
                <a:lnTo>
                  <a:pt x="419100" y="3733800"/>
                </a:lnTo>
                <a:lnTo>
                  <a:pt x="419100" y="3724275"/>
                </a:lnTo>
                <a:lnTo>
                  <a:pt x="428625" y="3724275"/>
                </a:lnTo>
                <a:close/>
                <a:moveTo>
                  <a:pt x="342900" y="3724275"/>
                </a:moveTo>
                <a:lnTo>
                  <a:pt x="371475" y="3724275"/>
                </a:lnTo>
                <a:lnTo>
                  <a:pt x="371475" y="3733800"/>
                </a:lnTo>
                <a:lnTo>
                  <a:pt x="381000" y="3733800"/>
                </a:lnTo>
                <a:lnTo>
                  <a:pt x="381000" y="3743325"/>
                </a:lnTo>
                <a:lnTo>
                  <a:pt x="361950" y="3743325"/>
                </a:lnTo>
                <a:lnTo>
                  <a:pt x="361950" y="3762375"/>
                </a:lnTo>
                <a:lnTo>
                  <a:pt x="342900" y="3762375"/>
                </a:lnTo>
                <a:lnTo>
                  <a:pt x="342900" y="3771900"/>
                </a:lnTo>
                <a:lnTo>
                  <a:pt x="333375" y="3771900"/>
                </a:lnTo>
                <a:lnTo>
                  <a:pt x="333375" y="3762375"/>
                </a:lnTo>
                <a:lnTo>
                  <a:pt x="323850" y="3762375"/>
                </a:lnTo>
                <a:lnTo>
                  <a:pt x="323850" y="3752850"/>
                </a:lnTo>
                <a:lnTo>
                  <a:pt x="342900" y="3752850"/>
                </a:lnTo>
                <a:lnTo>
                  <a:pt x="342900" y="3743325"/>
                </a:lnTo>
                <a:lnTo>
                  <a:pt x="352425" y="3743325"/>
                </a:lnTo>
                <a:lnTo>
                  <a:pt x="352425" y="3733800"/>
                </a:lnTo>
                <a:lnTo>
                  <a:pt x="342900" y="3733800"/>
                </a:lnTo>
                <a:close/>
                <a:moveTo>
                  <a:pt x="1314450" y="3733800"/>
                </a:moveTo>
                <a:lnTo>
                  <a:pt x="1323975" y="3733800"/>
                </a:lnTo>
                <a:lnTo>
                  <a:pt x="1323975" y="3752850"/>
                </a:lnTo>
                <a:lnTo>
                  <a:pt x="1314450" y="3752850"/>
                </a:lnTo>
                <a:close/>
                <a:moveTo>
                  <a:pt x="361950" y="3762375"/>
                </a:moveTo>
                <a:lnTo>
                  <a:pt x="381000" y="3762375"/>
                </a:lnTo>
                <a:lnTo>
                  <a:pt x="381000" y="3781425"/>
                </a:lnTo>
                <a:lnTo>
                  <a:pt x="352425" y="3781425"/>
                </a:lnTo>
                <a:lnTo>
                  <a:pt x="352425" y="3771900"/>
                </a:lnTo>
                <a:lnTo>
                  <a:pt x="361950" y="3771900"/>
                </a:lnTo>
                <a:close/>
                <a:moveTo>
                  <a:pt x="619125" y="3781425"/>
                </a:moveTo>
                <a:lnTo>
                  <a:pt x="628650" y="3781425"/>
                </a:lnTo>
                <a:lnTo>
                  <a:pt x="628650" y="3790950"/>
                </a:lnTo>
                <a:lnTo>
                  <a:pt x="619125" y="3790950"/>
                </a:lnTo>
                <a:close/>
                <a:moveTo>
                  <a:pt x="895350" y="3790950"/>
                </a:moveTo>
                <a:lnTo>
                  <a:pt x="914400" y="3790950"/>
                </a:lnTo>
                <a:lnTo>
                  <a:pt x="914400" y="3800475"/>
                </a:lnTo>
                <a:lnTo>
                  <a:pt x="895350" y="3800475"/>
                </a:lnTo>
                <a:close/>
                <a:moveTo>
                  <a:pt x="609600" y="3800475"/>
                </a:moveTo>
                <a:lnTo>
                  <a:pt x="628650" y="3800475"/>
                </a:lnTo>
                <a:lnTo>
                  <a:pt x="628650" y="3810000"/>
                </a:lnTo>
                <a:lnTo>
                  <a:pt x="638175" y="3810000"/>
                </a:lnTo>
                <a:lnTo>
                  <a:pt x="638175" y="3819525"/>
                </a:lnTo>
                <a:lnTo>
                  <a:pt x="647700" y="3819525"/>
                </a:lnTo>
                <a:lnTo>
                  <a:pt x="647700" y="3838575"/>
                </a:lnTo>
                <a:lnTo>
                  <a:pt x="638175" y="3838575"/>
                </a:lnTo>
                <a:lnTo>
                  <a:pt x="638175" y="3867150"/>
                </a:lnTo>
                <a:lnTo>
                  <a:pt x="647700" y="3867150"/>
                </a:lnTo>
                <a:lnTo>
                  <a:pt x="647700" y="3876675"/>
                </a:lnTo>
                <a:lnTo>
                  <a:pt x="657225" y="3876675"/>
                </a:lnTo>
                <a:lnTo>
                  <a:pt x="657225" y="3886200"/>
                </a:lnTo>
                <a:lnTo>
                  <a:pt x="666750" y="3886200"/>
                </a:lnTo>
                <a:lnTo>
                  <a:pt x="666750" y="3933825"/>
                </a:lnTo>
                <a:lnTo>
                  <a:pt x="657225" y="3933825"/>
                </a:lnTo>
                <a:lnTo>
                  <a:pt x="657225" y="3943350"/>
                </a:lnTo>
                <a:lnTo>
                  <a:pt x="628650" y="3943350"/>
                </a:lnTo>
                <a:lnTo>
                  <a:pt x="628650" y="3933825"/>
                </a:lnTo>
                <a:lnTo>
                  <a:pt x="619125" y="3933825"/>
                </a:lnTo>
                <a:lnTo>
                  <a:pt x="619125" y="3914775"/>
                </a:lnTo>
                <a:lnTo>
                  <a:pt x="628650" y="3914775"/>
                </a:lnTo>
                <a:lnTo>
                  <a:pt x="628650" y="3924300"/>
                </a:lnTo>
                <a:lnTo>
                  <a:pt x="657225" y="3924300"/>
                </a:lnTo>
                <a:lnTo>
                  <a:pt x="657225" y="3905250"/>
                </a:lnTo>
                <a:lnTo>
                  <a:pt x="628650" y="3905250"/>
                </a:lnTo>
                <a:lnTo>
                  <a:pt x="628650" y="3895725"/>
                </a:lnTo>
                <a:lnTo>
                  <a:pt x="619125" y="3895725"/>
                </a:lnTo>
                <a:lnTo>
                  <a:pt x="619125" y="3886200"/>
                </a:lnTo>
                <a:lnTo>
                  <a:pt x="609600" y="3886200"/>
                </a:lnTo>
                <a:lnTo>
                  <a:pt x="609600" y="3867150"/>
                </a:lnTo>
                <a:lnTo>
                  <a:pt x="600075" y="3867150"/>
                </a:lnTo>
                <a:lnTo>
                  <a:pt x="600075" y="3886200"/>
                </a:lnTo>
                <a:lnTo>
                  <a:pt x="590550" y="3886200"/>
                </a:lnTo>
                <a:lnTo>
                  <a:pt x="590550" y="3876675"/>
                </a:lnTo>
                <a:lnTo>
                  <a:pt x="552450" y="3876675"/>
                </a:lnTo>
                <a:lnTo>
                  <a:pt x="552450" y="3857625"/>
                </a:lnTo>
                <a:lnTo>
                  <a:pt x="600075" y="3857625"/>
                </a:lnTo>
                <a:lnTo>
                  <a:pt x="600075" y="3819525"/>
                </a:lnTo>
                <a:lnTo>
                  <a:pt x="609600" y="3819525"/>
                </a:lnTo>
                <a:close/>
                <a:moveTo>
                  <a:pt x="647700" y="3800475"/>
                </a:moveTo>
                <a:lnTo>
                  <a:pt x="666750" y="3800475"/>
                </a:lnTo>
                <a:lnTo>
                  <a:pt x="666750" y="3810000"/>
                </a:lnTo>
                <a:lnTo>
                  <a:pt x="647700" y="3810000"/>
                </a:lnTo>
                <a:close/>
                <a:moveTo>
                  <a:pt x="342900" y="3810000"/>
                </a:moveTo>
                <a:lnTo>
                  <a:pt x="352425" y="3810000"/>
                </a:lnTo>
                <a:lnTo>
                  <a:pt x="352425" y="3819525"/>
                </a:lnTo>
                <a:lnTo>
                  <a:pt x="342900" y="3819525"/>
                </a:lnTo>
                <a:close/>
                <a:moveTo>
                  <a:pt x="361950" y="3810000"/>
                </a:moveTo>
                <a:lnTo>
                  <a:pt x="371475" y="3810000"/>
                </a:lnTo>
                <a:lnTo>
                  <a:pt x="371475" y="3819525"/>
                </a:lnTo>
                <a:lnTo>
                  <a:pt x="361950" y="3819525"/>
                </a:lnTo>
                <a:close/>
                <a:moveTo>
                  <a:pt x="457200" y="3810000"/>
                </a:moveTo>
                <a:lnTo>
                  <a:pt x="476250" y="3810000"/>
                </a:lnTo>
                <a:lnTo>
                  <a:pt x="476250" y="3829050"/>
                </a:lnTo>
                <a:lnTo>
                  <a:pt x="457200" y="3829050"/>
                </a:lnTo>
                <a:close/>
                <a:moveTo>
                  <a:pt x="857250" y="3819525"/>
                </a:moveTo>
                <a:lnTo>
                  <a:pt x="866775" y="3819525"/>
                </a:lnTo>
                <a:lnTo>
                  <a:pt x="866775" y="3838575"/>
                </a:lnTo>
                <a:lnTo>
                  <a:pt x="885825" y="3838575"/>
                </a:lnTo>
                <a:lnTo>
                  <a:pt x="885825" y="3857625"/>
                </a:lnTo>
                <a:lnTo>
                  <a:pt x="876300" y="3857625"/>
                </a:lnTo>
                <a:lnTo>
                  <a:pt x="876300" y="3867150"/>
                </a:lnTo>
                <a:lnTo>
                  <a:pt x="847725" y="3867150"/>
                </a:lnTo>
                <a:lnTo>
                  <a:pt x="847725" y="3857625"/>
                </a:lnTo>
                <a:lnTo>
                  <a:pt x="838200" y="3857625"/>
                </a:lnTo>
                <a:lnTo>
                  <a:pt x="838200" y="3848100"/>
                </a:lnTo>
                <a:lnTo>
                  <a:pt x="847725" y="3848100"/>
                </a:lnTo>
                <a:lnTo>
                  <a:pt x="847725" y="3829050"/>
                </a:lnTo>
                <a:lnTo>
                  <a:pt x="857250" y="3829050"/>
                </a:lnTo>
                <a:close/>
                <a:moveTo>
                  <a:pt x="1343025" y="3819525"/>
                </a:moveTo>
                <a:lnTo>
                  <a:pt x="1352550" y="3819525"/>
                </a:lnTo>
                <a:lnTo>
                  <a:pt x="1352550" y="3829050"/>
                </a:lnTo>
                <a:lnTo>
                  <a:pt x="1343025" y="3829050"/>
                </a:lnTo>
                <a:close/>
                <a:moveTo>
                  <a:pt x="1857375" y="3819525"/>
                </a:moveTo>
                <a:lnTo>
                  <a:pt x="1866900" y="3819525"/>
                </a:lnTo>
                <a:lnTo>
                  <a:pt x="1866900" y="3838575"/>
                </a:lnTo>
                <a:lnTo>
                  <a:pt x="1857375" y="3838575"/>
                </a:lnTo>
                <a:close/>
                <a:moveTo>
                  <a:pt x="485775" y="3838575"/>
                </a:moveTo>
                <a:lnTo>
                  <a:pt x="504825" y="3838575"/>
                </a:lnTo>
                <a:lnTo>
                  <a:pt x="504825" y="3848100"/>
                </a:lnTo>
                <a:lnTo>
                  <a:pt x="514350" y="3848100"/>
                </a:lnTo>
                <a:lnTo>
                  <a:pt x="514350" y="3857625"/>
                </a:lnTo>
                <a:lnTo>
                  <a:pt x="476250" y="3857625"/>
                </a:lnTo>
                <a:lnTo>
                  <a:pt x="476250" y="3876675"/>
                </a:lnTo>
                <a:lnTo>
                  <a:pt x="466725" y="3876675"/>
                </a:lnTo>
                <a:lnTo>
                  <a:pt x="466725" y="3867150"/>
                </a:lnTo>
                <a:lnTo>
                  <a:pt x="457200" y="3867150"/>
                </a:lnTo>
                <a:lnTo>
                  <a:pt x="457200" y="3886200"/>
                </a:lnTo>
                <a:lnTo>
                  <a:pt x="447675" y="3886200"/>
                </a:lnTo>
                <a:lnTo>
                  <a:pt x="447675" y="3876675"/>
                </a:lnTo>
                <a:lnTo>
                  <a:pt x="428625" y="3876675"/>
                </a:lnTo>
                <a:lnTo>
                  <a:pt x="428625" y="3886200"/>
                </a:lnTo>
                <a:lnTo>
                  <a:pt x="419100" y="3886200"/>
                </a:lnTo>
                <a:lnTo>
                  <a:pt x="419100" y="3895725"/>
                </a:lnTo>
                <a:lnTo>
                  <a:pt x="428625" y="3895725"/>
                </a:lnTo>
                <a:lnTo>
                  <a:pt x="428625" y="3905250"/>
                </a:lnTo>
                <a:lnTo>
                  <a:pt x="466725" y="3905250"/>
                </a:lnTo>
                <a:lnTo>
                  <a:pt x="466725" y="3895725"/>
                </a:lnTo>
                <a:lnTo>
                  <a:pt x="476250" y="3895725"/>
                </a:lnTo>
                <a:lnTo>
                  <a:pt x="476250" y="3886200"/>
                </a:lnTo>
                <a:lnTo>
                  <a:pt x="495300" y="3886200"/>
                </a:lnTo>
                <a:lnTo>
                  <a:pt x="495300" y="3895725"/>
                </a:lnTo>
                <a:lnTo>
                  <a:pt x="485775" y="3895725"/>
                </a:lnTo>
                <a:lnTo>
                  <a:pt x="485775" y="3905250"/>
                </a:lnTo>
                <a:lnTo>
                  <a:pt x="476250" y="3905250"/>
                </a:lnTo>
                <a:lnTo>
                  <a:pt x="476250" y="3914775"/>
                </a:lnTo>
                <a:lnTo>
                  <a:pt x="466725" y="3914775"/>
                </a:lnTo>
                <a:lnTo>
                  <a:pt x="466725" y="3933825"/>
                </a:lnTo>
                <a:lnTo>
                  <a:pt x="457200" y="3933825"/>
                </a:lnTo>
                <a:lnTo>
                  <a:pt x="457200" y="3943350"/>
                </a:lnTo>
                <a:lnTo>
                  <a:pt x="466725" y="3943350"/>
                </a:lnTo>
                <a:lnTo>
                  <a:pt x="466725" y="3952875"/>
                </a:lnTo>
                <a:lnTo>
                  <a:pt x="438150" y="3952875"/>
                </a:lnTo>
                <a:lnTo>
                  <a:pt x="438150" y="3943350"/>
                </a:lnTo>
                <a:lnTo>
                  <a:pt x="409575" y="3943350"/>
                </a:lnTo>
                <a:lnTo>
                  <a:pt x="409575" y="3924300"/>
                </a:lnTo>
                <a:lnTo>
                  <a:pt x="419100" y="3924300"/>
                </a:lnTo>
                <a:lnTo>
                  <a:pt x="419100" y="3905250"/>
                </a:lnTo>
                <a:lnTo>
                  <a:pt x="409575" y="3905250"/>
                </a:lnTo>
                <a:lnTo>
                  <a:pt x="409575" y="3895725"/>
                </a:lnTo>
                <a:lnTo>
                  <a:pt x="400050" y="3895725"/>
                </a:lnTo>
                <a:lnTo>
                  <a:pt x="400050" y="3905250"/>
                </a:lnTo>
                <a:lnTo>
                  <a:pt x="381000" y="3905250"/>
                </a:lnTo>
                <a:lnTo>
                  <a:pt x="381000" y="3895725"/>
                </a:lnTo>
                <a:lnTo>
                  <a:pt x="390525" y="3895725"/>
                </a:lnTo>
                <a:lnTo>
                  <a:pt x="390525" y="3886200"/>
                </a:lnTo>
                <a:lnTo>
                  <a:pt x="400050" y="3886200"/>
                </a:lnTo>
                <a:lnTo>
                  <a:pt x="400050" y="3876675"/>
                </a:lnTo>
                <a:lnTo>
                  <a:pt x="409575" y="3876675"/>
                </a:lnTo>
                <a:lnTo>
                  <a:pt x="409575" y="3867150"/>
                </a:lnTo>
                <a:lnTo>
                  <a:pt x="438150" y="3867150"/>
                </a:lnTo>
                <a:lnTo>
                  <a:pt x="438150" y="3857625"/>
                </a:lnTo>
                <a:lnTo>
                  <a:pt x="457200" y="3857625"/>
                </a:lnTo>
                <a:lnTo>
                  <a:pt x="457200" y="3848100"/>
                </a:lnTo>
                <a:lnTo>
                  <a:pt x="485775" y="3848100"/>
                </a:lnTo>
                <a:close/>
                <a:moveTo>
                  <a:pt x="904875" y="3848100"/>
                </a:moveTo>
                <a:lnTo>
                  <a:pt x="923925" y="3848100"/>
                </a:lnTo>
                <a:lnTo>
                  <a:pt x="923925" y="3857625"/>
                </a:lnTo>
                <a:lnTo>
                  <a:pt x="914400" y="3857625"/>
                </a:lnTo>
                <a:lnTo>
                  <a:pt x="914400" y="3867150"/>
                </a:lnTo>
                <a:lnTo>
                  <a:pt x="904875" y="3867150"/>
                </a:lnTo>
                <a:close/>
                <a:moveTo>
                  <a:pt x="933450" y="3848100"/>
                </a:moveTo>
                <a:lnTo>
                  <a:pt x="971550" y="3848100"/>
                </a:lnTo>
                <a:lnTo>
                  <a:pt x="971550" y="3867150"/>
                </a:lnTo>
                <a:lnTo>
                  <a:pt x="933450" y="3867150"/>
                </a:lnTo>
                <a:close/>
                <a:moveTo>
                  <a:pt x="800100" y="3867150"/>
                </a:moveTo>
                <a:lnTo>
                  <a:pt x="819150" y="3867150"/>
                </a:lnTo>
                <a:lnTo>
                  <a:pt x="819150" y="3895725"/>
                </a:lnTo>
                <a:lnTo>
                  <a:pt x="790575" y="3895725"/>
                </a:lnTo>
                <a:lnTo>
                  <a:pt x="790575" y="3876675"/>
                </a:lnTo>
                <a:lnTo>
                  <a:pt x="800100" y="3876675"/>
                </a:lnTo>
                <a:close/>
                <a:moveTo>
                  <a:pt x="1219200" y="3867150"/>
                </a:moveTo>
                <a:lnTo>
                  <a:pt x="1228725" y="3867150"/>
                </a:lnTo>
                <a:lnTo>
                  <a:pt x="1228725" y="3876675"/>
                </a:lnTo>
                <a:lnTo>
                  <a:pt x="1219200" y="3876675"/>
                </a:lnTo>
                <a:close/>
              </a:path>
            </a:pathLst>
          </a:custGeom>
          <a:solidFill xmlns:a="http://schemas.openxmlformats.org/drawingml/2006/main">
            <a:srgbClr val="F7FAFE"/>
          </a:solidFill>
          <a:ln xmlns:a="http://schemas.openxmlformats.org/drawingml/2006/main" w="0">
            <a:noFill/>
          </a:ln>
        </p:spPr>
      </p:sp>
      <p:sp>
        <p:nvSpPr>
          <p:cNvPr id="11" name="phones vector #f5f9fd">
            <a:extLst xmlns:a="http://schemas.openxmlformats.org/drawingml/2006/main">
              <a:ext uri="{FF2B5EF4-FFF2-40B4-BE49-F238E27FC236}">
                <a16:creationId xmlns:a16="http://schemas.microsoft.com/office/drawing/2014/main" id="{1FDB3BD4-0C8F-4472-81FC-FFFC0232A0A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48500" y="190500"/>
            <a:ext cx="5905500" cy="6619875"/>
          </a:xfrm>
          <a:custGeom xmlns:a="http://schemas.openxmlformats.org/drawingml/2006/main">
            <a:pathLst>
              <a:path w="3838575" h="4295775">
                <a:moveTo>
                  <a:pt x="1447800" y="152400"/>
                </a:moveTo>
                <a:lnTo>
                  <a:pt x="1466850" y="152400"/>
                </a:lnTo>
                <a:lnTo>
                  <a:pt x="1466850" y="161925"/>
                </a:lnTo>
                <a:lnTo>
                  <a:pt x="1447800" y="161925"/>
                </a:lnTo>
                <a:close/>
                <a:moveTo>
                  <a:pt x="1495425" y="152400"/>
                </a:moveTo>
                <a:lnTo>
                  <a:pt x="1514475" y="152400"/>
                </a:lnTo>
                <a:lnTo>
                  <a:pt x="1514475" y="161925"/>
                </a:lnTo>
                <a:lnTo>
                  <a:pt x="1495425" y="161925"/>
                </a:lnTo>
                <a:close/>
                <a:moveTo>
                  <a:pt x="1238250" y="161925"/>
                </a:moveTo>
                <a:lnTo>
                  <a:pt x="1276350" y="161925"/>
                </a:lnTo>
                <a:lnTo>
                  <a:pt x="1276350" y="171450"/>
                </a:lnTo>
                <a:lnTo>
                  <a:pt x="1285875" y="171450"/>
                </a:lnTo>
                <a:lnTo>
                  <a:pt x="1285875" y="180975"/>
                </a:lnTo>
                <a:lnTo>
                  <a:pt x="1266825" y="180975"/>
                </a:lnTo>
                <a:lnTo>
                  <a:pt x="1266825" y="171450"/>
                </a:lnTo>
                <a:lnTo>
                  <a:pt x="1238250" y="171450"/>
                </a:lnTo>
                <a:close/>
                <a:moveTo>
                  <a:pt x="1133475" y="171450"/>
                </a:moveTo>
                <a:lnTo>
                  <a:pt x="1143000" y="171450"/>
                </a:lnTo>
                <a:lnTo>
                  <a:pt x="1143000" y="180975"/>
                </a:lnTo>
                <a:lnTo>
                  <a:pt x="1133475" y="180975"/>
                </a:lnTo>
                <a:close/>
                <a:moveTo>
                  <a:pt x="1162050" y="171450"/>
                </a:moveTo>
                <a:lnTo>
                  <a:pt x="1171575" y="171450"/>
                </a:lnTo>
                <a:lnTo>
                  <a:pt x="1171575" y="180975"/>
                </a:lnTo>
                <a:lnTo>
                  <a:pt x="1162050" y="180975"/>
                </a:lnTo>
                <a:close/>
                <a:moveTo>
                  <a:pt x="1209675" y="171450"/>
                </a:moveTo>
                <a:lnTo>
                  <a:pt x="1219200" y="171450"/>
                </a:lnTo>
                <a:lnTo>
                  <a:pt x="1219200" y="180975"/>
                </a:lnTo>
                <a:lnTo>
                  <a:pt x="1209675" y="180975"/>
                </a:lnTo>
                <a:close/>
                <a:moveTo>
                  <a:pt x="1114425" y="180975"/>
                </a:moveTo>
                <a:lnTo>
                  <a:pt x="1133475" y="180975"/>
                </a:lnTo>
                <a:lnTo>
                  <a:pt x="1133475" y="200025"/>
                </a:lnTo>
                <a:lnTo>
                  <a:pt x="1114425" y="200025"/>
                </a:lnTo>
                <a:close/>
                <a:moveTo>
                  <a:pt x="1171575" y="180975"/>
                </a:moveTo>
                <a:lnTo>
                  <a:pt x="1190625" y="180975"/>
                </a:lnTo>
                <a:lnTo>
                  <a:pt x="1190625" y="190500"/>
                </a:lnTo>
                <a:lnTo>
                  <a:pt x="1171575" y="190500"/>
                </a:lnTo>
                <a:close/>
                <a:moveTo>
                  <a:pt x="1247775" y="180975"/>
                </a:moveTo>
                <a:lnTo>
                  <a:pt x="1266825" y="180975"/>
                </a:lnTo>
                <a:lnTo>
                  <a:pt x="1266825" y="190500"/>
                </a:lnTo>
                <a:lnTo>
                  <a:pt x="1247775" y="190500"/>
                </a:lnTo>
                <a:close/>
                <a:moveTo>
                  <a:pt x="1076325" y="190500"/>
                </a:moveTo>
                <a:lnTo>
                  <a:pt x="1085850" y="190500"/>
                </a:lnTo>
                <a:lnTo>
                  <a:pt x="1085850" y="200025"/>
                </a:lnTo>
                <a:lnTo>
                  <a:pt x="1076325" y="200025"/>
                </a:lnTo>
                <a:close/>
                <a:moveTo>
                  <a:pt x="1152525" y="190500"/>
                </a:moveTo>
                <a:lnTo>
                  <a:pt x="1171575" y="190500"/>
                </a:lnTo>
                <a:lnTo>
                  <a:pt x="1171575" y="200025"/>
                </a:lnTo>
                <a:lnTo>
                  <a:pt x="1162050" y="200025"/>
                </a:lnTo>
                <a:lnTo>
                  <a:pt x="1162050" y="209550"/>
                </a:lnTo>
                <a:lnTo>
                  <a:pt x="1143000" y="209550"/>
                </a:lnTo>
                <a:lnTo>
                  <a:pt x="1143000" y="200025"/>
                </a:lnTo>
                <a:lnTo>
                  <a:pt x="1152525" y="200025"/>
                </a:lnTo>
                <a:close/>
                <a:moveTo>
                  <a:pt x="895350" y="209550"/>
                </a:moveTo>
                <a:lnTo>
                  <a:pt x="904875" y="209550"/>
                </a:lnTo>
                <a:lnTo>
                  <a:pt x="904875" y="219075"/>
                </a:lnTo>
                <a:lnTo>
                  <a:pt x="895350" y="219075"/>
                </a:lnTo>
                <a:close/>
                <a:moveTo>
                  <a:pt x="1323975" y="209550"/>
                </a:moveTo>
                <a:lnTo>
                  <a:pt x="1362075" y="209550"/>
                </a:lnTo>
                <a:lnTo>
                  <a:pt x="1362075" y="228600"/>
                </a:lnTo>
                <a:lnTo>
                  <a:pt x="1352550" y="228600"/>
                </a:lnTo>
                <a:lnTo>
                  <a:pt x="1352550" y="219075"/>
                </a:lnTo>
                <a:lnTo>
                  <a:pt x="1333500" y="219075"/>
                </a:lnTo>
                <a:lnTo>
                  <a:pt x="1333500" y="228600"/>
                </a:lnTo>
                <a:lnTo>
                  <a:pt x="1323975" y="228600"/>
                </a:lnTo>
                <a:lnTo>
                  <a:pt x="1323975" y="238125"/>
                </a:lnTo>
                <a:lnTo>
                  <a:pt x="1314450" y="238125"/>
                </a:lnTo>
                <a:lnTo>
                  <a:pt x="1314450" y="219075"/>
                </a:lnTo>
                <a:lnTo>
                  <a:pt x="1323975" y="219075"/>
                </a:lnTo>
                <a:close/>
                <a:moveTo>
                  <a:pt x="762000" y="219075"/>
                </a:moveTo>
                <a:lnTo>
                  <a:pt x="771525" y="219075"/>
                </a:lnTo>
                <a:lnTo>
                  <a:pt x="771525" y="228600"/>
                </a:lnTo>
                <a:lnTo>
                  <a:pt x="762000" y="228600"/>
                </a:lnTo>
                <a:close/>
                <a:moveTo>
                  <a:pt x="1371600" y="219075"/>
                </a:moveTo>
                <a:lnTo>
                  <a:pt x="1381125" y="219075"/>
                </a:lnTo>
                <a:lnTo>
                  <a:pt x="1381125" y="228600"/>
                </a:lnTo>
                <a:lnTo>
                  <a:pt x="1371600" y="228600"/>
                </a:lnTo>
                <a:close/>
                <a:moveTo>
                  <a:pt x="1609725" y="219075"/>
                </a:moveTo>
                <a:lnTo>
                  <a:pt x="1628775" y="219075"/>
                </a:lnTo>
                <a:lnTo>
                  <a:pt x="1628775" y="228600"/>
                </a:lnTo>
                <a:lnTo>
                  <a:pt x="1609725" y="228600"/>
                </a:lnTo>
                <a:close/>
                <a:moveTo>
                  <a:pt x="704850" y="228600"/>
                </a:moveTo>
                <a:lnTo>
                  <a:pt x="714375" y="228600"/>
                </a:lnTo>
                <a:lnTo>
                  <a:pt x="714375" y="238125"/>
                </a:lnTo>
                <a:lnTo>
                  <a:pt x="704850" y="238125"/>
                </a:lnTo>
                <a:close/>
                <a:moveTo>
                  <a:pt x="1381125" y="228600"/>
                </a:moveTo>
                <a:lnTo>
                  <a:pt x="1390650" y="228600"/>
                </a:lnTo>
                <a:lnTo>
                  <a:pt x="1390650" y="238125"/>
                </a:lnTo>
                <a:lnTo>
                  <a:pt x="1381125" y="238125"/>
                </a:lnTo>
                <a:close/>
                <a:moveTo>
                  <a:pt x="1581150" y="228600"/>
                </a:moveTo>
                <a:lnTo>
                  <a:pt x="1609725" y="228600"/>
                </a:lnTo>
                <a:lnTo>
                  <a:pt x="1609725" y="247650"/>
                </a:lnTo>
                <a:lnTo>
                  <a:pt x="1600200" y="247650"/>
                </a:lnTo>
                <a:lnTo>
                  <a:pt x="1600200" y="238125"/>
                </a:lnTo>
                <a:lnTo>
                  <a:pt x="1590675" y="238125"/>
                </a:lnTo>
                <a:lnTo>
                  <a:pt x="1590675" y="257175"/>
                </a:lnTo>
                <a:lnTo>
                  <a:pt x="1638300" y="257175"/>
                </a:lnTo>
                <a:lnTo>
                  <a:pt x="1638300" y="247650"/>
                </a:lnTo>
                <a:lnTo>
                  <a:pt x="1647825" y="247650"/>
                </a:lnTo>
                <a:lnTo>
                  <a:pt x="1647825" y="276225"/>
                </a:lnTo>
                <a:lnTo>
                  <a:pt x="1638300" y="276225"/>
                </a:lnTo>
                <a:lnTo>
                  <a:pt x="1638300" y="266700"/>
                </a:lnTo>
                <a:lnTo>
                  <a:pt x="1628775" y="266700"/>
                </a:lnTo>
                <a:lnTo>
                  <a:pt x="1628775" y="276225"/>
                </a:lnTo>
                <a:lnTo>
                  <a:pt x="1590675" y="276225"/>
                </a:lnTo>
                <a:lnTo>
                  <a:pt x="1590675" y="285750"/>
                </a:lnTo>
                <a:lnTo>
                  <a:pt x="1571625" y="285750"/>
                </a:lnTo>
                <a:lnTo>
                  <a:pt x="1571625" y="257175"/>
                </a:lnTo>
                <a:lnTo>
                  <a:pt x="1581150" y="257175"/>
                </a:lnTo>
                <a:close/>
                <a:moveTo>
                  <a:pt x="438150" y="257175"/>
                </a:moveTo>
                <a:lnTo>
                  <a:pt x="447675" y="257175"/>
                </a:lnTo>
                <a:lnTo>
                  <a:pt x="447675" y="266700"/>
                </a:lnTo>
                <a:lnTo>
                  <a:pt x="438150" y="266700"/>
                </a:lnTo>
                <a:close/>
                <a:moveTo>
                  <a:pt x="1276350" y="257175"/>
                </a:moveTo>
                <a:lnTo>
                  <a:pt x="1295400" y="257175"/>
                </a:lnTo>
                <a:lnTo>
                  <a:pt x="1295400" y="266700"/>
                </a:lnTo>
                <a:lnTo>
                  <a:pt x="1304925" y="266700"/>
                </a:lnTo>
                <a:lnTo>
                  <a:pt x="1304925" y="276225"/>
                </a:lnTo>
                <a:lnTo>
                  <a:pt x="1295400" y="276225"/>
                </a:lnTo>
                <a:lnTo>
                  <a:pt x="1295400" y="285750"/>
                </a:lnTo>
                <a:lnTo>
                  <a:pt x="1285875" y="285750"/>
                </a:lnTo>
                <a:lnTo>
                  <a:pt x="1285875" y="295275"/>
                </a:lnTo>
                <a:lnTo>
                  <a:pt x="1276350" y="295275"/>
                </a:lnTo>
                <a:lnTo>
                  <a:pt x="1276350" y="285750"/>
                </a:lnTo>
                <a:lnTo>
                  <a:pt x="1266825" y="285750"/>
                </a:lnTo>
                <a:lnTo>
                  <a:pt x="1266825" y="276225"/>
                </a:lnTo>
                <a:lnTo>
                  <a:pt x="1276350" y="276225"/>
                </a:lnTo>
                <a:close/>
                <a:moveTo>
                  <a:pt x="419100" y="266700"/>
                </a:moveTo>
                <a:lnTo>
                  <a:pt x="438150" y="266700"/>
                </a:lnTo>
                <a:lnTo>
                  <a:pt x="438150" y="276225"/>
                </a:lnTo>
                <a:lnTo>
                  <a:pt x="428625" y="276225"/>
                </a:lnTo>
                <a:lnTo>
                  <a:pt x="428625" y="285750"/>
                </a:lnTo>
                <a:lnTo>
                  <a:pt x="409575" y="285750"/>
                </a:lnTo>
                <a:lnTo>
                  <a:pt x="409575" y="295275"/>
                </a:lnTo>
                <a:lnTo>
                  <a:pt x="400050" y="295275"/>
                </a:lnTo>
                <a:lnTo>
                  <a:pt x="400050" y="276225"/>
                </a:lnTo>
                <a:lnTo>
                  <a:pt x="419100" y="276225"/>
                </a:lnTo>
                <a:close/>
                <a:moveTo>
                  <a:pt x="295275" y="276225"/>
                </a:moveTo>
                <a:lnTo>
                  <a:pt x="304800" y="276225"/>
                </a:lnTo>
                <a:lnTo>
                  <a:pt x="304800" y="285750"/>
                </a:lnTo>
                <a:lnTo>
                  <a:pt x="295275" y="285750"/>
                </a:lnTo>
                <a:close/>
                <a:moveTo>
                  <a:pt x="447675" y="276225"/>
                </a:moveTo>
                <a:lnTo>
                  <a:pt x="457200" y="276225"/>
                </a:lnTo>
                <a:lnTo>
                  <a:pt x="457200" y="285750"/>
                </a:lnTo>
                <a:lnTo>
                  <a:pt x="466725" y="285750"/>
                </a:lnTo>
                <a:lnTo>
                  <a:pt x="466725" y="295275"/>
                </a:lnTo>
                <a:lnTo>
                  <a:pt x="447675" y="295275"/>
                </a:lnTo>
                <a:close/>
                <a:moveTo>
                  <a:pt x="1371600" y="276225"/>
                </a:moveTo>
                <a:lnTo>
                  <a:pt x="1381125" y="276225"/>
                </a:lnTo>
                <a:lnTo>
                  <a:pt x="1381125" y="285750"/>
                </a:lnTo>
                <a:lnTo>
                  <a:pt x="1371600" y="285750"/>
                </a:lnTo>
                <a:close/>
                <a:moveTo>
                  <a:pt x="1428750" y="276225"/>
                </a:moveTo>
                <a:lnTo>
                  <a:pt x="1438275" y="276225"/>
                </a:lnTo>
                <a:lnTo>
                  <a:pt x="1438275" y="285750"/>
                </a:lnTo>
                <a:lnTo>
                  <a:pt x="1457325" y="285750"/>
                </a:lnTo>
                <a:lnTo>
                  <a:pt x="1457325" y="295275"/>
                </a:lnTo>
                <a:lnTo>
                  <a:pt x="1438275" y="295275"/>
                </a:lnTo>
                <a:lnTo>
                  <a:pt x="1438275" y="304800"/>
                </a:lnTo>
                <a:lnTo>
                  <a:pt x="1409700" y="304800"/>
                </a:lnTo>
                <a:lnTo>
                  <a:pt x="1409700" y="295275"/>
                </a:lnTo>
                <a:lnTo>
                  <a:pt x="1419225" y="295275"/>
                </a:lnTo>
                <a:lnTo>
                  <a:pt x="1419225" y="285750"/>
                </a:lnTo>
                <a:lnTo>
                  <a:pt x="1428750" y="285750"/>
                </a:lnTo>
                <a:close/>
                <a:moveTo>
                  <a:pt x="304800" y="285750"/>
                </a:moveTo>
                <a:lnTo>
                  <a:pt x="323850" y="285750"/>
                </a:lnTo>
                <a:lnTo>
                  <a:pt x="323850" y="295275"/>
                </a:lnTo>
                <a:lnTo>
                  <a:pt x="304800" y="295275"/>
                </a:lnTo>
                <a:close/>
                <a:moveTo>
                  <a:pt x="1362075" y="285750"/>
                </a:moveTo>
                <a:lnTo>
                  <a:pt x="1371600" y="285750"/>
                </a:lnTo>
                <a:lnTo>
                  <a:pt x="1371600" y="295275"/>
                </a:lnTo>
                <a:lnTo>
                  <a:pt x="1362075" y="295275"/>
                </a:lnTo>
                <a:close/>
                <a:moveTo>
                  <a:pt x="333375" y="295275"/>
                </a:moveTo>
                <a:lnTo>
                  <a:pt x="342900" y="295275"/>
                </a:lnTo>
                <a:lnTo>
                  <a:pt x="342900" y="304800"/>
                </a:lnTo>
                <a:lnTo>
                  <a:pt x="333375" y="304800"/>
                </a:lnTo>
                <a:close/>
                <a:moveTo>
                  <a:pt x="409575" y="295275"/>
                </a:moveTo>
                <a:lnTo>
                  <a:pt x="428625" y="295275"/>
                </a:lnTo>
                <a:lnTo>
                  <a:pt x="428625" y="304800"/>
                </a:lnTo>
                <a:lnTo>
                  <a:pt x="419100" y="304800"/>
                </a:lnTo>
                <a:lnTo>
                  <a:pt x="419100" y="314325"/>
                </a:lnTo>
                <a:lnTo>
                  <a:pt x="400050" y="314325"/>
                </a:lnTo>
                <a:lnTo>
                  <a:pt x="400050" y="304800"/>
                </a:lnTo>
                <a:lnTo>
                  <a:pt x="409575" y="304800"/>
                </a:lnTo>
                <a:close/>
                <a:moveTo>
                  <a:pt x="438150" y="295275"/>
                </a:moveTo>
                <a:lnTo>
                  <a:pt x="447675" y="295275"/>
                </a:lnTo>
                <a:lnTo>
                  <a:pt x="447675" y="304800"/>
                </a:lnTo>
                <a:lnTo>
                  <a:pt x="438150" y="304800"/>
                </a:lnTo>
                <a:close/>
                <a:moveTo>
                  <a:pt x="466725" y="295275"/>
                </a:moveTo>
                <a:lnTo>
                  <a:pt x="514350" y="295275"/>
                </a:lnTo>
                <a:lnTo>
                  <a:pt x="514350" y="304800"/>
                </a:lnTo>
                <a:lnTo>
                  <a:pt x="523875" y="304800"/>
                </a:lnTo>
                <a:lnTo>
                  <a:pt x="523875" y="314325"/>
                </a:lnTo>
                <a:lnTo>
                  <a:pt x="533400" y="314325"/>
                </a:lnTo>
                <a:lnTo>
                  <a:pt x="533400" y="333375"/>
                </a:lnTo>
                <a:lnTo>
                  <a:pt x="514350" y="333375"/>
                </a:lnTo>
                <a:lnTo>
                  <a:pt x="514350" y="314325"/>
                </a:lnTo>
                <a:lnTo>
                  <a:pt x="504825" y="314325"/>
                </a:lnTo>
                <a:lnTo>
                  <a:pt x="504825" y="342900"/>
                </a:lnTo>
                <a:lnTo>
                  <a:pt x="495300" y="342900"/>
                </a:lnTo>
                <a:lnTo>
                  <a:pt x="495300" y="352425"/>
                </a:lnTo>
                <a:lnTo>
                  <a:pt x="466725" y="352425"/>
                </a:lnTo>
                <a:lnTo>
                  <a:pt x="466725" y="323850"/>
                </a:lnTo>
                <a:lnTo>
                  <a:pt x="476250" y="323850"/>
                </a:lnTo>
                <a:lnTo>
                  <a:pt x="476250" y="314325"/>
                </a:lnTo>
                <a:lnTo>
                  <a:pt x="466725" y="314325"/>
                </a:lnTo>
                <a:close/>
                <a:moveTo>
                  <a:pt x="1343025" y="295275"/>
                </a:moveTo>
                <a:lnTo>
                  <a:pt x="1352550" y="295275"/>
                </a:lnTo>
                <a:lnTo>
                  <a:pt x="1352550" y="314325"/>
                </a:lnTo>
                <a:lnTo>
                  <a:pt x="1343025" y="314325"/>
                </a:lnTo>
                <a:close/>
                <a:moveTo>
                  <a:pt x="1390650" y="295275"/>
                </a:moveTo>
                <a:lnTo>
                  <a:pt x="1400175" y="295275"/>
                </a:lnTo>
                <a:lnTo>
                  <a:pt x="1400175" y="304800"/>
                </a:lnTo>
                <a:lnTo>
                  <a:pt x="1390650" y="304800"/>
                </a:lnTo>
                <a:close/>
                <a:moveTo>
                  <a:pt x="371475" y="314325"/>
                </a:moveTo>
                <a:lnTo>
                  <a:pt x="381000" y="314325"/>
                </a:lnTo>
                <a:lnTo>
                  <a:pt x="381000" y="323850"/>
                </a:lnTo>
                <a:lnTo>
                  <a:pt x="371475" y="323850"/>
                </a:lnTo>
                <a:close/>
                <a:moveTo>
                  <a:pt x="342900" y="323850"/>
                </a:moveTo>
                <a:lnTo>
                  <a:pt x="361950" y="323850"/>
                </a:lnTo>
                <a:lnTo>
                  <a:pt x="361950" y="333375"/>
                </a:lnTo>
                <a:lnTo>
                  <a:pt x="342900" y="333375"/>
                </a:lnTo>
                <a:close/>
                <a:moveTo>
                  <a:pt x="1343025" y="333375"/>
                </a:moveTo>
                <a:lnTo>
                  <a:pt x="1352550" y="333375"/>
                </a:lnTo>
                <a:lnTo>
                  <a:pt x="1352550" y="342900"/>
                </a:lnTo>
                <a:lnTo>
                  <a:pt x="1343025" y="342900"/>
                </a:lnTo>
                <a:close/>
                <a:moveTo>
                  <a:pt x="1447800" y="333375"/>
                </a:moveTo>
                <a:lnTo>
                  <a:pt x="1466850" y="333375"/>
                </a:lnTo>
                <a:lnTo>
                  <a:pt x="1466850" y="342900"/>
                </a:lnTo>
                <a:lnTo>
                  <a:pt x="1447800" y="342900"/>
                </a:lnTo>
                <a:close/>
                <a:moveTo>
                  <a:pt x="1352550" y="342900"/>
                </a:moveTo>
                <a:lnTo>
                  <a:pt x="1362075" y="342900"/>
                </a:lnTo>
                <a:lnTo>
                  <a:pt x="1362075" y="352425"/>
                </a:lnTo>
                <a:lnTo>
                  <a:pt x="1352550" y="352425"/>
                </a:lnTo>
                <a:close/>
                <a:moveTo>
                  <a:pt x="457200" y="352425"/>
                </a:moveTo>
                <a:lnTo>
                  <a:pt x="466725" y="352425"/>
                </a:lnTo>
                <a:lnTo>
                  <a:pt x="466725" y="371475"/>
                </a:lnTo>
                <a:lnTo>
                  <a:pt x="457200" y="371475"/>
                </a:lnTo>
                <a:lnTo>
                  <a:pt x="457200" y="381000"/>
                </a:lnTo>
                <a:lnTo>
                  <a:pt x="447675" y="381000"/>
                </a:lnTo>
                <a:lnTo>
                  <a:pt x="447675" y="371475"/>
                </a:lnTo>
                <a:lnTo>
                  <a:pt x="428625" y="371475"/>
                </a:lnTo>
                <a:lnTo>
                  <a:pt x="428625" y="361950"/>
                </a:lnTo>
                <a:lnTo>
                  <a:pt x="457200" y="361950"/>
                </a:lnTo>
                <a:close/>
                <a:moveTo>
                  <a:pt x="647700" y="352425"/>
                </a:moveTo>
                <a:lnTo>
                  <a:pt x="666750" y="352425"/>
                </a:lnTo>
                <a:lnTo>
                  <a:pt x="666750" y="361950"/>
                </a:lnTo>
                <a:lnTo>
                  <a:pt x="647700" y="361950"/>
                </a:lnTo>
                <a:close/>
                <a:moveTo>
                  <a:pt x="1343025" y="352425"/>
                </a:moveTo>
                <a:lnTo>
                  <a:pt x="1352550" y="352425"/>
                </a:lnTo>
                <a:lnTo>
                  <a:pt x="1352550" y="361950"/>
                </a:lnTo>
                <a:lnTo>
                  <a:pt x="1343025" y="361950"/>
                </a:lnTo>
                <a:close/>
                <a:moveTo>
                  <a:pt x="590550" y="361950"/>
                </a:moveTo>
                <a:lnTo>
                  <a:pt x="609600" y="361950"/>
                </a:lnTo>
                <a:lnTo>
                  <a:pt x="609600" y="371475"/>
                </a:lnTo>
                <a:lnTo>
                  <a:pt x="590550" y="371475"/>
                </a:lnTo>
                <a:close/>
                <a:moveTo>
                  <a:pt x="971550" y="361950"/>
                </a:moveTo>
                <a:lnTo>
                  <a:pt x="981075" y="361950"/>
                </a:lnTo>
                <a:lnTo>
                  <a:pt x="981075" y="371475"/>
                </a:lnTo>
                <a:lnTo>
                  <a:pt x="971550" y="371475"/>
                </a:lnTo>
                <a:close/>
                <a:moveTo>
                  <a:pt x="1000125" y="361950"/>
                </a:moveTo>
                <a:lnTo>
                  <a:pt x="1009650" y="361950"/>
                </a:lnTo>
                <a:lnTo>
                  <a:pt x="1009650" y="371475"/>
                </a:lnTo>
                <a:lnTo>
                  <a:pt x="1000125" y="371475"/>
                </a:lnTo>
                <a:close/>
                <a:moveTo>
                  <a:pt x="666750" y="371475"/>
                </a:moveTo>
                <a:lnTo>
                  <a:pt x="685800" y="371475"/>
                </a:lnTo>
                <a:lnTo>
                  <a:pt x="685800" y="390525"/>
                </a:lnTo>
                <a:lnTo>
                  <a:pt x="695325" y="390525"/>
                </a:lnTo>
                <a:lnTo>
                  <a:pt x="695325" y="400050"/>
                </a:lnTo>
                <a:lnTo>
                  <a:pt x="685800" y="400050"/>
                </a:lnTo>
                <a:lnTo>
                  <a:pt x="685800" y="409575"/>
                </a:lnTo>
                <a:lnTo>
                  <a:pt x="647700" y="409575"/>
                </a:lnTo>
                <a:lnTo>
                  <a:pt x="647700" y="428625"/>
                </a:lnTo>
                <a:lnTo>
                  <a:pt x="638175" y="428625"/>
                </a:lnTo>
                <a:lnTo>
                  <a:pt x="638175" y="438150"/>
                </a:lnTo>
                <a:lnTo>
                  <a:pt x="628650" y="438150"/>
                </a:lnTo>
                <a:lnTo>
                  <a:pt x="628650" y="428625"/>
                </a:lnTo>
                <a:lnTo>
                  <a:pt x="619125" y="428625"/>
                </a:lnTo>
                <a:lnTo>
                  <a:pt x="619125" y="419100"/>
                </a:lnTo>
                <a:lnTo>
                  <a:pt x="628650" y="419100"/>
                </a:lnTo>
                <a:lnTo>
                  <a:pt x="628650" y="409575"/>
                </a:lnTo>
                <a:lnTo>
                  <a:pt x="638175" y="409575"/>
                </a:lnTo>
                <a:lnTo>
                  <a:pt x="638175" y="400050"/>
                </a:lnTo>
                <a:lnTo>
                  <a:pt x="657225" y="400050"/>
                </a:lnTo>
                <a:lnTo>
                  <a:pt x="657225" y="390525"/>
                </a:lnTo>
                <a:lnTo>
                  <a:pt x="666750" y="390525"/>
                </a:lnTo>
                <a:close/>
                <a:moveTo>
                  <a:pt x="933450" y="371475"/>
                </a:moveTo>
                <a:lnTo>
                  <a:pt x="942975" y="371475"/>
                </a:lnTo>
                <a:lnTo>
                  <a:pt x="942975" y="381000"/>
                </a:lnTo>
                <a:lnTo>
                  <a:pt x="933450" y="381000"/>
                </a:lnTo>
                <a:close/>
                <a:moveTo>
                  <a:pt x="714375" y="381000"/>
                </a:moveTo>
                <a:lnTo>
                  <a:pt x="733425" y="381000"/>
                </a:lnTo>
                <a:lnTo>
                  <a:pt x="733425" y="390525"/>
                </a:lnTo>
                <a:lnTo>
                  <a:pt x="752475" y="390525"/>
                </a:lnTo>
                <a:lnTo>
                  <a:pt x="752475" y="400050"/>
                </a:lnTo>
                <a:lnTo>
                  <a:pt x="714375" y="400050"/>
                </a:lnTo>
                <a:close/>
                <a:moveTo>
                  <a:pt x="838200" y="381000"/>
                </a:moveTo>
                <a:lnTo>
                  <a:pt x="866775" y="381000"/>
                </a:lnTo>
                <a:lnTo>
                  <a:pt x="866775" y="390525"/>
                </a:lnTo>
                <a:lnTo>
                  <a:pt x="838200" y="390525"/>
                </a:lnTo>
                <a:close/>
                <a:moveTo>
                  <a:pt x="1657350" y="400050"/>
                </a:moveTo>
                <a:lnTo>
                  <a:pt x="1666875" y="400050"/>
                </a:lnTo>
                <a:lnTo>
                  <a:pt x="1666875" y="419100"/>
                </a:lnTo>
                <a:lnTo>
                  <a:pt x="1657350" y="419100"/>
                </a:lnTo>
                <a:close/>
                <a:moveTo>
                  <a:pt x="171450" y="409575"/>
                </a:moveTo>
                <a:lnTo>
                  <a:pt x="190500" y="409575"/>
                </a:lnTo>
                <a:lnTo>
                  <a:pt x="190500" y="419100"/>
                </a:lnTo>
                <a:lnTo>
                  <a:pt x="200025" y="419100"/>
                </a:lnTo>
                <a:lnTo>
                  <a:pt x="200025" y="428625"/>
                </a:lnTo>
                <a:lnTo>
                  <a:pt x="190500" y="428625"/>
                </a:lnTo>
                <a:lnTo>
                  <a:pt x="190500" y="447675"/>
                </a:lnTo>
                <a:lnTo>
                  <a:pt x="200025" y="447675"/>
                </a:lnTo>
                <a:lnTo>
                  <a:pt x="200025" y="428625"/>
                </a:lnTo>
                <a:lnTo>
                  <a:pt x="209550" y="428625"/>
                </a:lnTo>
                <a:lnTo>
                  <a:pt x="209550" y="438150"/>
                </a:lnTo>
                <a:lnTo>
                  <a:pt x="219075" y="438150"/>
                </a:lnTo>
                <a:lnTo>
                  <a:pt x="219075" y="447675"/>
                </a:lnTo>
                <a:lnTo>
                  <a:pt x="238125" y="447675"/>
                </a:lnTo>
                <a:lnTo>
                  <a:pt x="238125" y="457200"/>
                </a:lnTo>
                <a:lnTo>
                  <a:pt x="247650" y="457200"/>
                </a:lnTo>
                <a:lnTo>
                  <a:pt x="247650" y="466725"/>
                </a:lnTo>
                <a:lnTo>
                  <a:pt x="295275" y="466725"/>
                </a:lnTo>
                <a:lnTo>
                  <a:pt x="295275" y="485775"/>
                </a:lnTo>
                <a:lnTo>
                  <a:pt x="266700" y="485775"/>
                </a:lnTo>
                <a:lnTo>
                  <a:pt x="266700" y="476250"/>
                </a:lnTo>
                <a:lnTo>
                  <a:pt x="257175" y="476250"/>
                </a:lnTo>
                <a:lnTo>
                  <a:pt x="257175" y="485775"/>
                </a:lnTo>
                <a:lnTo>
                  <a:pt x="247650" y="485775"/>
                </a:lnTo>
                <a:lnTo>
                  <a:pt x="247650" y="476250"/>
                </a:lnTo>
                <a:lnTo>
                  <a:pt x="238125" y="476250"/>
                </a:lnTo>
                <a:lnTo>
                  <a:pt x="238125" y="466725"/>
                </a:lnTo>
                <a:lnTo>
                  <a:pt x="228600" y="466725"/>
                </a:lnTo>
                <a:lnTo>
                  <a:pt x="228600" y="476250"/>
                </a:lnTo>
                <a:lnTo>
                  <a:pt x="190500" y="476250"/>
                </a:lnTo>
                <a:lnTo>
                  <a:pt x="190500" y="466725"/>
                </a:lnTo>
                <a:lnTo>
                  <a:pt x="180975" y="466725"/>
                </a:lnTo>
                <a:lnTo>
                  <a:pt x="180975" y="428625"/>
                </a:lnTo>
                <a:lnTo>
                  <a:pt x="171450" y="428625"/>
                </a:lnTo>
                <a:close/>
                <a:moveTo>
                  <a:pt x="390525" y="409575"/>
                </a:moveTo>
                <a:lnTo>
                  <a:pt x="400050" y="409575"/>
                </a:lnTo>
                <a:lnTo>
                  <a:pt x="400050" y="419100"/>
                </a:lnTo>
                <a:lnTo>
                  <a:pt x="390525" y="419100"/>
                </a:lnTo>
                <a:close/>
                <a:moveTo>
                  <a:pt x="1123950" y="409575"/>
                </a:moveTo>
                <a:lnTo>
                  <a:pt x="1133475" y="409575"/>
                </a:lnTo>
                <a:lnTo>
                  <a:pt x="1133475" y="419100"/>
                </a:lnTo>
                <a:lnTo>
                  <a:pt x="1123950" y="419100"/>
                </a:lnTo>
                <a:close/>
                <a:moveTo>
                  <a:pt x="1628775" y="409575"/>
                </a:moveTo>
                <a:lnTo>
                  <a:pt x="1647825" y="409575"/>
                </a:lnTo>
                <a:lnTo>
                  <a:pt x="1647825" y="419100"/>
                </a:lnTo>
                <a:lnTo>
                  <a:pt x="1657350" y="419100"/>
                </a:lnTo>
                <a:lnTo>
                  <a:pt x="1657350" y="428625"/>
                </a:lnTo>
                <a:lnTo>
                  <a:pt x="1619250" y="428625"/>
                </a:lnTo>
                <a:lnTo>
                  <a:pt x="1619250" y="438150"/>
                </a:lnTo>
                <a:lnTo>
                  <a:pt x="1628775" y="438150"/>
                </a:lnTo>
                <a:lnTo>
                  <a:pt x="1628775" y="447675"/>
                </a:lnTo>
                <a:lnTo>
                  <a:pt x="1619250" y="447675"/>
                </a:lnTo>
                <a:lnTo>
                  <a:pt x="1619250" y="457200"/>
                </a:lnTo>
                <a:lnTo>
                  <a:pt x="1609725" y="457200"/>
                </a:lnTo>
                <a:lnTo>
                  <a:pt x="1609725" y="485775"/>
                </a:lnTo>
                <a:lnTo>
                  <a:pt x="1600200" y="485775"/>
                </a:lnTo>
                <a:lnTo>
                  <a:pt x="1600200" y="495300"/>
                </a:lnTo>
                <a:lnTo>
                  <a:pt x="1590675" y="495300"/>
                </a:lnTo>
                <a:lnTo>
                  <a:pt x="1590675" y="504825"/>
                </a:lnTo>
                <a:lnTo>
                  <a:pt x="1571625" y="504825"/>
                </a:lnTo>
                <a:lnTo>
                  <a:pt x="1571625" y="485775"/>
                </a:lnTo>
                <a:lnTo>
                  <a:pt x="1590675" y="485775"/>
                </a:lnTo>
                <a:lnTo>
                  <a:pt x="1590675" y="466725"/>
                </a:lnTo>
                <a:lnTo>
                  <a:pt x="1600200" y="466725"/>
                </a:lnTo>
                <a:lnTo>
                  <a:pt x="1600200" y="447675"/>
                </a:lnTo>
                <a:lnTo>
                  <a:pt x="1609725" y="447675"/>
                </a:lnTo>
                <a:lnTo>
                  <a:pt x="1609725" y="438150"/>
                </a:lnTo>
                <a:lnTo>
                  <a:pt x="1600200" y="438150"/>
                </a:lnTo>
                <a:lnTo>
                  <a:pt x="1600200" y="428625"/>
                </a:lnTo>
                <a:lnTo>
                  <a:pt x="1590675" y="428625"/>
                </a:lnTo>
                <a:lnTo>
                  <a:pt x="1590675" y="419100"/>
                </a:lnTo>
                <a:lnTo>
                  <a:pt x="1628775" y="419100"/>
                </a:lnTo>
                <a:close/>
                <a:moveTo>
                  <a:pt x="676275" y="419100"/>
                </a:moveTo>
                <a:lnTo>
                  <a:pt x="685800" y="419100"/>
                </a:lnTo>
                <a:lnTo>
                  <a:pt x="685800" y="447675"/>
                </a:lnTo>
                <a:lnTo>
                  <a:pt x="666750" y="447675"/>
                </a:lnTo>
                <a:lnTo>
                  <a:pt x="666750" y="428625"/>
                </a:lnTo>
                <a:lnTo>
                  <a:pt x="676275" y="428625"/>
                </a:lnTo>
                <a:close/>
                <a:moveTo>
                  <a:pt x="1057275" y="438150"/>
                </a:moveTo>
                <a:lnTo>
                  <a:pt x="1066800" y="438150"/>
                </a:lnTo>
                <a:lnTo>
                  <a:pt x="1066800" y="457200"/>
                </a:lnTo>
                <a:lnTo>
                  <a:pt x="1057275" y="457200"/>
                </a:lnTo>
                <a:close/>
                <a:moveTo>
                  <a:pt x="1457325" y="438150"/>
                </a:moveTo>
                <a:lnTo>
                  <a:pt x="1476375" y="438150"/>
                </a:lnTo>
                <a:lnTo>
                  <a:pt x="1476375" y="447675"/>
                </a:lnTo>
                <a:lnTo>
                  <a:pt x="1457325" y="447675"/>
                </a:lnTo>
                <a:close/>
                <a:moveTo>
                  <a:pt x="533400" y="457200"/>
                </a:moveTo>
                <a:lnTo>
                  <a:pt x="542925" y="457200"/>
                </a:lnTo>
                <a:lnTo>
                  <a:pt x="542925" y="466725"/>
                </a:lnTo>
                <a:lnTo>
                  <a:pt x="533400" y="466725"/>
                </a:lnTo>
                <a:close/>
                <a:moveTo>
                  <a:pt x="552450" y="457200"/>
                </a:moveTo>
                <a:lnTo>
                  <a:pt x="561975" y="457200"/>
                </a:lnTo>
                <a:lnTo>
                  <a:pt x="561975" y="466725"/>
                </a:lnTo>
                <a:lnTo>
                  <a:pt x="552450" y="466725"/>
                </a:lnTo>
                <a:close/>
                <a:moveTo>
                  <a:pt x="476250" y="466725"/>
                </a:moveTo>
                <a:lnTo>
                  <a:pt x="485775" y="466725"/>
                </a:lnTo>
                <a:lnTo>
                  <a:pt x="485775" y="476250"/>
                </a:lnTo>
                <a:lnTo>
                  <a:pt x="476250" y="476250"/>
                </a:lnTo>
                <a:close/>
                <a:moveTo>
                  <a:pt x="552450" y="514350"/>
                </a:moveTo>
                <a:lnTo>
                  <a:pt x="561975" y="514350"/>
                </a:lnTo>
                <a:lnTo>
                  <a:pt x="561975" y="523875"/>
                </a:lnTo>
                <a:lnTo>
                  <a:pt x="552450" y="523875"/>
                </a:lnTo>
                <a:close/>
                <a:moveTo>
                  <a:pt x="571500" y="514350"/>
                </a:moveTo>
                <a:lnTo>
                  <a:pt x="590550" y="514350"/>
                </a:lnTo>
                <a:lnTo>
                  <a:pt x="590550" y="523875"/>
                </a:lnTo>
                <a:lnTo>
                  <a:pt x="609600" y="523875"/>
                </a:lnTo>
                <a:lnTo>
                  <a:pt x="609600" y="552450"/>
                </a:lnTo>
                <a:lnTo>
                  <a:pt x="590550" y="552450"/>
                </a:lnTo>
                <a:lnTo>
                  <a:pt x="590550" y="542925"/>
                </a:lnTo>
                <a:lnTo>
                  <a:pt x="581025" y="542925"/>
                </a:lnTo>
                <a:lnTo>
                  <a:pt x="581025" y="533400"/>
                </a:lnTo>
                <a:lnTo>
                  <a:pt x="571500" y="533400"/>
                </a:lnTo>
                <a:close/>
                <a:moveTo>
                  <a:pt x="628650" y="514350"/>
                </a:moveTo>
                <a:lnTo>
                  <a:pt x="638175" y="514350"/>
                </a:lnTo>
                <a:lnTo>
                  <a:pt x="638175" y="523875"/>
                </a:lnTo>
                <a:lnTo>
                  <a:pt x="628650" y="523875"/>
                </a:lnTo>
                <a:close/>
                <a:moveTo>
                  <a:pt x="1123950" y="514350"/>
                </a:moveTo>
                <a:lnTo>
                  <a:pt x="1143000" y="514350"/>
                </a:lnTo>
                <a:lnTo>
                  <a:pt x="1143000" y="533400"/>
                </a:lnTo>
                <a:lnTo>
                  <a:pt x="1123950" y="533400"/>
                </a:lnTo>
                <a:close/>
                <a:moveTo>
                  <a:pt x="371475" y="533400"/>
                </a:moveTo>
                <a:lnTo>
                  <a:pt x="381000" y="533400"/>
                </a:lnTo>
                <a:lnTo>
                  <a:pt x="381000" y="552450"/>
                </a:lnTo>
                <a:lnTo>
                  <a:pt x="371475" y="552450"/>
                </a:lnTo>
                <a:close/>
                <a:moveTo>
                  <a:pt x="542925" y="533400"/>
                </a:moveTo>
                <a:lnTo>
                  <a:pt x="552450" y="533400"/>
                </a:lnTo>
                <a:lnTo>
                  <a:pt x="552450" y="542925"/>
                </a:lnTo>
                <a:lnTo>
                  <a:pt x="542925" y="542925"/>
                </a:lnTo>
                <a:close/>
                <a:moveTo>
                  <a:pt x="352425" y="542925"/>
                </a:moveTo>
                <a:lnTo>
                  <a:pt x="361950" y="542925"/>
                </a:lnTo>
                <a:lnTo>
                  <a:pt x="361950" y="552450"/>
                </a:lnTo>
                <a:lnTo>
                  <a:pt x="352425" y="552450"/>
                </a:lnTo>
                <a:close/>
                <a:moveTo>
                  <a:pt x="171450" y="552450"/>
                </a:moveTo>
                <a:lnTo>
                  <a:pt x="180975" y="552450"/>
                </a:lnTo>
                <a:lnTo>
                  <a:pt x="180975" y="571500"/>
                </a:lnTo>
                <a:lnTo>
                  <a:pt x="171450" y="571500"/>
                </a:lnTo>
                <a:close/>
                <a:moveTo>
                  <a:pt x="361950" y="552450"/>
                </a:moveTo>
                <a:lnTo>
                  <a:pt x="371475" y="552450"/>
                </a:lnTo>
                <a:lnTo>
                  <a:pt x="371475" y="561975"/>
                </a:lnTo>
                <a:lnTo>
                  <a:pt x="361950" y="561975"/>
                </a:lnTo>
                <a:close/>
                <a:moveTo>
                  <a:pt x="581025" y="552450"/>
                </a:moveTo>
                <a:lnTo>
                  <a:pt x="590550" y="552450"/>
                </a:lnTo>
                <a:lnTo>
                  <a:pt x="590550" y="571500"/>
                </a:lnTo>
                <a:lnTo>
                  <a:pt x="581025" y="571500"/>
                </a:lnTo>
                <a:lnTo>
                  <a:pt x="581025" y="581025"/>
                </a:lnTo>
                <a:lnTo>
                  <a:pt x="561975" y="581025"/>
                </a:lnTo>
                <a:lnTo>
                  <a:pt x="561975" y="571500"/>
                </a:lnTo>
                <a:lnTo>
                  <a:pt x="571500" y="571500"/>
                </a:lnTo>
                <a:lnTo>
                  <a:pt x="571500" y="561975"/>
                </a:lnTo>
                <a:lnTo>
                  <a:pt x="581025" y="561975"/>
                </a:lnTo>
                <a:close/>
                <a:moveTo>
                  <a:pt x="1590675" y="552450"/>
                </a:moveTo>
                <a:lnTo>
                  <a:pt x="1600200" y="552450"/>
                </a:lnTo>
                <a:lnTo>
                  <a:pt x="1600200" y="571500"/>
                </a:lnTo>
                <a:lnTo>
                  <a:pt x="1581150" y="571500"/>
                </a:lnTo>
                <a:lnTo>
                  <a:pt x="1581150" y="581025"/>
                </a:lnTo>
                <a:lnTo>
                  <a:pt x="1571625" y="581025"/>
                </a:lnTo>
                <a:lnTo>
                  <a:pt x="1571625" y="571500"/>
                </a:lnTo>
                <a:lnTo>
                  <a:pt x="1562100" y="571500"/>
                </a:lnTo>
                <a:lnTo>
                  <a:pt x="1562100" y="561975"/>
                </a:lnTo>
                <a:lnTo>
                  <a:pt x="1590675" y="561975"/>
                </a:lnTo>
                <a:close/>
                <a:moveTo>
                  <a:pt x="1647825" y="552450"/>
                </a:moveTo>
                <a:lnTo>
                  <a:pt x="1676400" y="552450"/>
                </a:lnTo>
                <a:lnTo>
                  <a:pt x="1676400" y="571500"/>
                </a:lnTo>
                <a:lnTo>
                  <a:pt x="1666875" y="571500"/>
                </a:lnTo>
                <a:lnTo>
                  <a:pt x="1666875" y="581025"/>
                </a:lnTo>
                <a:lnTo>
                  <a:pt x="1657350" y="581025"/>
                </a:lnTo>
                <a:lnTo>
                  <a:pt x="1657350" y="571500"/>
                </a:lnTo>
                <a:lnTo>
                  <a:pt x="1647825" y="571500"/>
                </a:lnTo>
                <a:close/>
                <a:moveTo>
                  <a:pt x="923925" y="561975"/>
                </a:moveTo>
                <a:lnTo>
                  <a:pt x="933450" y="561975"/>
                </a:lnTo>
                <a:lnTo>
                  <a:pt x="933450" y="571500"/>
                </a:lnTo>
                <a:lnTo>
                  <a:pt x="923925" y="571500"/>
                </a:lnTo>
                <a:close/>
                <a:moveTo>
                  <a:pt x="990600" y="561975"/>
                </a:moveTo>
                <a:lnTo>
                  <a:pt x="1009650" y="561975"/>
                </a:lnTo>
                <a:lnTo>
                  <a:pt x="1009650" y="571500"/>
                </a:lnTo>
                <a:lnTo>
                  <a:pt x="1000125" y="571500"/>
                </a:lnTo>
                <a:lnTo>
                  <a:pt x="1000125" y="581025"/>
                </a:lnTo>
                <a:lnTo>
                  <a:pt x="990600" y="581025"/>
                </a:lnTo>
                <a:close/>
                <a:moveTo>
                  <a:pt x="1619250" y="561975"/>
                </a:moveTo>
                <a:lnTo>
                  <a:pt x="1628775" y="561975"/>
                </a:lnTo>
                <a:lnTo>
                  <a:pt x="1628775" y="571500"/>
                </a:lnTo>
                <a:lnTo>
                  <a:pt x="1619250" y="571500"/>
                </a:lnTo>
                <a:close/>
                <a:moveTo>
                  <a:pt x="495300" y="571500"/>
                </a:moveTo>
                <a:lnTo>
                  <a:pt x="523875" y="571500"/>
                </a:lnTo>
                <a:lnTo>
                  <a:pt x="523875" y="590550"/>
                </a:lnTo>
                <a:lnTo>
                  <a:pt x="514350" y="590550"/>
                </a:lnTo>
                <a:lnTo>
                  <a:pt x="514350" y="600075"/>
                </a:lnTo>
                <a:lnTo>
                  <a:pt x="495300" y="600075"/>
                </a:lnTo>
                <a:lnTo>
                  <a:pt x="495300" y="628650"/>
                </a:lnTo>
                <a:lnTo>
                  <a:pt x="476250" y="628650"/>
                </a:lnTo>
                <a:lnTo>
                  <a:pt x="476250" y="638175"/>
                </a:lnTo>
                <a:lnTo>
                  <a:pt x="466725" y="638175"/>
                </a:lnTo>
                <a:lnTo>
                  <a:pt x="466725" y="628650"/>
                </a:lnTo>
                <a:lnTo>
                  <a:pt x="457200" y="628650"/>
                </a:lnTo>
                <a:lnTo>
                  <a:pt x="457200" y="619125"/>
                </a:lnTo>
                <a:lnTo>
                  <a:pt x="447675" y="619125"/>
                </a:lnTo>
                <a:lnTo>
                  <a:pt x="447675" y="609600"/>
                </a:lnTo>
                <a:lnTo>
                  <a:pt x="428625" y="609600"/>
                </a:lnTo>
                <a:lnTo>
                  <a:pt x="428625" y="619125"/>
                </a:lnTo>
                <a:lnTo>
                  <a:pt x="419100" y="619125"/>
                </a:lnTo>
                <a:lnTo>
                  <a:pt x="419100" y="590550"/>
                </a:lnTo>
                <a:lnTo>
                  <a:pt x="428625" y="590550"/>
                </a:lnTo>
                <a:lnTo>
                  <a:pt x="428625" y="600075"/>
                </a:lnTo>
                <a:lnTo>
                  <a:pt x="466725" y="600075"/>
                </a:lnTo>
                <a:lnTo>
                  <a:pt x="466725" y="581025"/>
                </a:lnTo>
                <a:lnTo>
                  <a:pt x="485775" y="581025"/>
                </a:lnTo>
                <a:lnTo>
                  <a:pt x="485775" y="590550"/>
                </a:lnTo>
                <a:lnTo>
                  <a:pt x="504825" y="590550"/>
                </a:lnTo>
                <a:lnTo>
                  <a:pt x="504825" y="581025"/>
                </a:lnTo>
                <a:lnTo>
                  <a:pt x="495300" y="581025"/>
                </a:lnTo>
                <a:close/>
                <a:moveTo>
                  <a:pt x="1171575" y="571500"/>
                </a:moveTo>
                <a:lnTo>
                  <a:pt x="1181100" y="571500"/>
                </a:lnTo>
                <a:lnTo>
                  <a:pt x="1181100" y="581025"/>
                </a:lnTo>
                <a:lnTo>
                  <a:pt x="1171575" y="581025"/>
                </a:lnTo>
                <a:close/>
                <a:moveTo>
                  <a:pt x="942975" y="590550"/>
                </a:moveTo>
                <a:lnTo>
                  <a:pt x="962025" y="590550"/>
                </a:lnTo>
                <a:lnTo>
                  <a:pt x="962025" y="609600"/>
                </a:lnTo>
                <a:lnTo>
                  <a:pt x="952500" y="609600"/>
                </a:lnTo>
                <a:lnTo>
                  <a:pt x="952500" y="619125"/>
                </a:lnTo>
                <a:lnTo>
                  <a:pt x="933450" y="619125"/>
                </a:lnTo>
                <a:lnTo>
                  <a:pt x="933450" y="609600"/>
                </a:lnTo>
                <a:lnTo>
                  <a:pt x="942975" y="609600"/>
                </a:lnTo>
                <a:close/>
                <a:moveTo>
                  <a:pt x="895350" y="600075"/>
                </a:moveTo>
                <a:lnTo>
                  <a:pt x="904875" y="600075"/>
                </a:lnTo>
                <a:lnTo>
                  <a:pt x="904875" y="619125"/>
                </a:lnTo>
                <a:lnTo>
                  <a:pt x="876300" y="619125"/>
                </a:lnTo>
                <a:lnTo>
                  <a:pt x="876300" y="609600"/>
                </a:lnTo>
                <a:lnTo>
                  <a:pt x="895350" y="609600"/>
                </a:lnTo>
                <a:close/>
                <a:moveTo>
                  <a:pt x="1552575" y="600075"/>
                </a:moveTo>
                <a:lnTo>
                  <a:pt x="1562100" y="600075"/>
                </a:lnTo>
                <a:lnTo>
                  <a:pt x="1562100" y="609600"/>
                </a:lnTo>
                <a:lnTo>
                  <a:pt x="1552575" y="609600"/>
                </a:lnTo>
                <a:close/>
                <a:moveTo>
                  <a:pt x="1638300" y="600075"/>
                </a:moveTo>
                <a:lnTo>
                  <a:pt x="1647825" y="600075"/>
                </a:lnTo>
                <a:lnTo>
                  <a:pt x="1647825" y="619125"/>
                </a:lnTo>
                <a:lnTo>
                  <a:pt x="1638300" y="619125"/>
                </a:lnTo>
                <a:lnTo>
                  <a:pt x="1638300" y="628650"/>
                </a:lnTo>
                <a:lnTo>
                  <a:pt x="1619250" y="628650"/>
                </a:lnTo>
                <a:lnTo>
                  <a:pt x="1619250" y="609600"/>
                </a:lnTo>
                <a:lnTo>
                  <a:pt x="1638300" y="609600"/>
                </a:lnTo>
                <a:close/>
                <a:moveTo>
                  <a:pt x="1562100" y="609600"/>
                </a:moveTo>
                <a:lnTo>
                  <a:pt x="1581150" y="609600"/>
                </a:lnTo>
                <a:lnTo>
                  <a:pt x="1581150" y="628650"/>
                </a:lnTo>
                <a:lnTo>
                  <a:pt x="1571625" y="628650"/>
                </a:lnTo>
                <a:lnTo>
                  <a:pt x="1571625" y="619125"/>
                </a:lnTo>
                <a:lnTo>
                  <a:pt x="1562100" y="619125"/>
                </a:lnTo>
                <a:close/>
                <a:moveTo>
                  <a:pt x="1438275" y="638175"/>
                </a:moveTo>
                <a:lnTo>
                  <a:pt x="1457325" y="638175"/>
                </a:lnTo>
                <a:lnTo>
                  <a:pt x="1457325" y="657225"/>
                </a:lnTo>
                <a:lnTo>
                  <a:pt x="1438275" y="657225"/>
                </a:lnTo>
                <a:close/>
                <a:moveTo>
                  <a:pt x="800100" y="647700"/>
                </a:moveTo>
                <a:lnTo>
                  <a:pt x="809625" y="647700"/>
                </a:lnTo>
                <a:lnTo>
                  <a:pt x="809625" y="657225"/>
                </a:lnTo>
                <a:lnTo>
                  <a:pt x="800100" y="657225"/>
                </a:lnTo>
                <a:close/>
                <a:moveTo>
                  <a:pt x="857250" y="647700"/>
                </a:moveTo>
                <a:lnTo>
                  <a:pt x="876300" y="647700"/>
                </a:lnTo>
                <a:lnTo>
                  <a:pt x="876300" y="657225"/>
                </a:lnTo>
                <a:lnTo>
                  <a:pt x="857250" y="657225"/>
                </a:lnTo>
                <a:close/>
                <a:moveTo>
                  <a:pt x="209550" y="666750"/>
                </a:moveTo>
                <a:lnTo>
                  <a:pt x="228600" y="666750"/>
                </a:lnTo>
                <a:lnTo>
                  <a:pt x="228600" y="704850"/>
                </a:lnTo>
                <a:lnTo>
                  <a:pt x="209550" y="704850"/>
                </a:lnTo>
                <a:lnTo>
                  <a:pt x="209550" y="695325"/>
                </a:lnTo>
                <a:lnTo>
                  <a:pt x="190500" y="695325"/>
                </a:lnTo>
                <a:lnTo>
                  <a:pt x="190500" y="685800"/>
                </a:lnTo>
                <a:lnTo>
                  <a:pt x="180975" y="685800"/>
                </a:lnTo>
                <a:lnTo>
                  <a:pt x="180975" y="676275"/>
                </a:lnTo>
                <a:lnTo>
                  <a:pt x="190500" y="676275"/>
                </a:lnTo>
                <a:lnTo>
                  <a:pt x="190500" y="685800"/>
                </a:lnTo>
                <a:lnTo>
                  <a:pt x="200025" y="685800"/>
                </a:lnTo>
                <a:lnTo>
                  <a:pt x="200025" y="676275"/>
                </a:lnTo>
                <a:lnTo>
                  <a:pt x="209550" y="676275"/>
                </a:lnTo>
                <a:close/>
                <a:moveTo>
                  <a:pt x="676275" y="666750"/>
                </a:moveTo>
                <a:lnTo>
                  <a:pt x="685800" y="666750"/>
                </a:lnTo>
                <a:lnTo>
                  <a:pt x="685800" y="676275"/>
                </a:lnTo>
                <a:lnTo>
                  <a:pt x="704850" y="676275"/>
                </a:lnTo>
                <a:lnTo>
                  <a:pt x="704850" y="685800"/>
                </a:lnTo>
                <a:lnTo>
                  <a:pt x="676275" y="685800"/>
                </a:lnTo>
                <a:close/>
                <a:moveTo>
                  <a:pt x="561975" y="676275"/>
                </a:moveTo>
                <a:lnTo>
                  <a:pt x="581025" y="676275"/>
                </a:lnTo>
                <a:lnTo>
                  <a:pt x="581025" y="685800"/>
                </a:lnTo>
                <a:lnTo>
                  <a:pt x="571500" y="685800"/>
                </a:lnTo>
                <a:lnTo>
                  <a:pt x="571500" y="695325"/>
                </a:lnTo>
                <a:lnTo>
                  <a:pt x="561975" y="695325"/>
                </a:lnTo>
                <a:close/>
                <a:moveTo>
                  <a:pt x="171450" y="685800"/>
                </a:moveTo>
                <a:lnTo>
                  <a:pt x="180975" y="685800"/>
                </a:lnTo>
                <a:lnTo>
                  <a:pt x="180975" y="695325"/>
                </a:lnTo>
                <a:lnTo>
                  <a:pt x="171450" y="695325"/>
                </a:lnTo>
                <a:close/>
                <a:moveTo>
                  <a:pt x="333375" y="685800"/>
                </a:moveTo>
                <a:lnTo>
                  <a:pt x="371475" y="685800"/>
                </a:lnTo>
                <a:lnTo>
                  <a:pt x="371475" y="695325"/>
                </a:lnTo>
                <a:lnTo>
                  <a:pt x="342900" y="695325"/>
                </a:lnTo>
                <a:lnTo>
                  <a:pt x="342900" y="704850"/>
                </a:lnTo>
                <a:lnTo>
                  <a:pt x="323850" y="704850"/>
                </a:lnTo>
                <a:lnTo>
                  <a:pt x="323850" y="695325"/>
                </a:lnTo>
                <a:lnTo>
                  <a:pt x="333375" y="695325"/>
                </a:lnTo>
                <a:close/>
                <a:moveTo>
                  <a:pt x="371475" y="695325"/>
                </a:moveTo>
                <a:lnTo>
                  <a:pt x="381000" y="695325"/>
                </a:lnTo>
                <a:lnTo>
                  <a:pt x="381000" y="714375"/>
                </a:lnTo>
                <a:lnTo>
                  <a:pt x="371475" y="714375"/>
                </a:lnTo>
                <a:close/>
                <a:moveTo>
                  <a:pt x="581025" y="695325"/>
                </a:moveTo>
                <a:lnTo>
                  <a:pt x="590550" y="695325"/>
                </a:lnTo>
                <a:lnTo>
                  <a:pt x="590550" y="704850"/>
                </a:lnTo>
                <a:lnTo>
                  <a:pt x="600075" y="704850"/>
                </a:lnTo>
                <a:lnTo>
                  <a:pt x="600075" y="742950"/>
                </a:lnTo>
                <a:lnTo>
                  <a:pt x="581025" y="742950"/>
                </a:lnTo>
                <a:lnTo>
                  <a:pt x="581025" y="733425"/>
                </a:lnTo>
                <a:lnTo>
                  <a:pt x="571500" y="733425"/>
                </a:lnTo>
                <a:lnTo>
                  <a:pt x="571500" y="704850"/>
                </a:lnTo>
                <a:lnTo>
                  <a:pt x="581025" y="704850"/>
                </a:lnTo>
                <a:close/>
                <a:moveTo>
                  <a:pt x="295275" y="704850"/>
                </a:moveTo>
                <a:lnTo>
                  <a:pt x="304800" y="704850"/>
                </a:lnTo>
                <a:lnTo>
                  <a:pt x="304800" y="714375"/>
                </a:lnTo>
                <a:lnTo>
                  <a:pt x="295275" y="714375"/>
                </a:lnTo>
                <a:close/>
                <a:moveTo>
                  <a:pt x="342900" y="704850"/>
                </a:moveTo>
                <a:lnTo>
                  <a:pt x="361950" y="704850"/>
                </a:lnTo>
                <a:lnTo>
                  <a:pt x="361950" y="714375"/>
                </a:lnTo>
                <a:lnTo>
                  <a:pt x="342900" y="714375"/>
                </a:lnTo>
                <a:close/>
                <a:moveTo>
                  <a:pt x="257175" y="714375"/>
                </a:moveTo>
                <a:lnTo>
                  <a:pt x="295275" y="714375"/>
                </a:lnTo>
                <a:lnTo>
                  <a:pt x="295275" y="723900"/>
                </a:lnTo>
                <a:lnTo>
                  <a:pt x="257175" y="723900"/>
                </a:lnTo>
                <a:close/>
                <a:moveTo>
                  <a:pt x="1581150" y="714375"/>
                </a:moveTo>
                <a:lnTo>
                  <a:pt x="1619250" y="714375"/>
                </a:lnTo>
                <a:lnTo>
                  <a:pt x="1619250" y="723900"/>
                </a:lnTo>
                <a:lnTo>
                  <a:pt x="1581150" y="723900"/>
                </a:lnTo>
                <a:close/>
                <a:moveTo>
                  <a:pt x="180975" y="723900"/>
                </a:moveTo>
                <a:lnTo>
                  <a:pt x="190500" y="723900"/>
                </a:lnTo>
                <a:lnTo>
                  <a:pt x="190500" y="733425"/>
                </a:lnTo>
                <a:lnTo>
                  <a:pt x="180975" y="733425"/>
                </a:lnTo>
                <a:close/>
                <a:moveTo>
                  <a:pt x="914400" y="723900"/>
                </a:moveTo>
                <a:lnTo>
                  <a:pt x="933450" y="723900"/>
                </a:lnTo>
                <a:lnTo>
                  <a:pt x="933450" y="733425"/>
                </a:lnTo>
                <a:lnTo>
                  <a:pt x="914400" y="733425"/>
                </a:lnTo>
                <a:close/>
                <a:moveTo>
                  <a:pt x="647700" y="733425"/>
                </a:moveTo>
                <a:lnTo>
                  <a:pt x="666750" y="733425"/>
                </a:lnTo>
                <a:lnTo>
                  <a:pt x="666750" y="762000"/>
                </a:lnTo>
                <a:lnTo>
                  <a:pt x="647700" y="762000"/>
                </a:lnTo>
                <a:close/>
                <a:moveTo>
                  <a:pt x="1000125" y="742950"/>
                </a:moveTo>
                <a:lnTo>
                  <a:pt x="1019175" y="742950"/>
                </a:lnTo>
                <a:lnTo>
                  <a:pt x="1019175" y="752475"/>
                </a:lnTo>
                <a:lnTo>
                  <a:pt x="1009650" y="752475"/>
                </a:lnTo>
                <a:lnTo>
                  <a:pt x="1009650" y="762000"/>
                </a:lnTo>
                <a:lnTo>
                  <a:pt x="1000125" y="762000"/>
                </a:lnTo>
                <a:close/>
                <a:moveTo>
                  <a:pt x="542925" y="790575"/>
                </a:moveTo>
                <a:lnTo>
                  <a:pt x="561975" y="790575"/>
                </a:lnTo>
                <a:lnTo>
                  <a:pt x="561975" y="800100"/>
                </a:lnTo>
                <a:lnTo>
                  <a:pt x="571500" y="800100"/>
                </a:lnTo>
                <a:lnTo>
                  <a:pt x="571500" y="809625"/>
                </a:lnTo>
                <a:lnTo>
                  <a:pt x="561975" y="809625"/>
                </a:lnTo>
                <a:lnTo>
                  <a:pt x="561975" y="819150"/>
                </a:lnTo>
                <a:lnTo>
                  <a:pt x="552450" y="819150"/>
                </a:lnTo>
                <a:lnTo>
                  <a:pt x="552450" y="800100"/>
                </a:lnTo>
                <a:lnTo>
                  <a:pt x="542925" y="800100"/>
                </a:lnTo>
                <a:close/>
                <a:moveTo>
                  <a:pt x="904875" y="790575"/>
                </a:moveTo>
                <a:lnTo>
                  <a:pt x="914400" y="790575"/>
                </a:lnTo>
                <a:lnTo>
                  <a:pt x="914400" y="809625"/>
                </a:lnTo>
                <a:lnTo>
                  <a:pt x="904875" y="809625"/>
                </a:lnTo>
                <a:close/>
                <a:moveTo>
                  <a:pt x="933450" y="790575"/>
                </a:moveTo>
                <a:lnTo>
                  <a:pt x="962025" y="790575"/>
                </a:lnTo>
                <a:lnTo>
                  <a:pt x="962025" y="800100"/>
                </a:lnTo>
                <a:lnTo>
                  <a:pt x="952500" y="800100"/>
                </a:lnTo>
                <a:lnTo>
                  <a:pt x="952500" y="809625"/>
                </a:lnTo>
                <a:lnTo>
                  <a:pt x="942975" y="809625"/>
                </a:lnTo>
                <a:lnTo>
                  <a:pt x="942975" y="800100"/>
                </a:lnTo>
                <a:lnTo>
                  <a:pt x="933450" y="800100"/>
                </a:lnTo>
                <a:close/>
                <a:moveTo>
                  <a:pt x="742950" y="800100"/>
                </a:moveTo>
                <a:lnTo>
                  <a:pt x="752475" y="800100"/>
                </a:lnTo>
                <a:lnTo>
                  <a:pt x="752475" y="809625"/>
                </a:lnTo>
                <a:lnTo>
                  <a:pt x="742950" y="809625"/>
                </a:lnTo>
                <a:close/>
                <a:moveTo>
                  <a:pt x="314325" y="809625"/>
                </a:moveTo>
                <a:lnTo>
                  <a:pt x="323850" y="809625"/>
                </a:lnTo>
                <a:lnTo>
                  <a:pt x="323850" y="819150"/>
                </a:lnTo>
                <a:lnTo>
                  <a:pt x="314325" y="819150"/>
                </a:lnTo>
                <a:close/>
                <a:moveTo>
                  <a:pt x="361950" y="809625"/>
                </a:moveTo>
                <a:lnTo>
                  <a:pt x="371475" y="809625"/>
                </a:lnTo>
                <a:lnTo>
                  <a:pt x="371475" y="828675"/>
                </a:lnTo>
                <a:lnTo>
                  <a:pt x="333375" y="828675"/>
                </a:lnTo>
                <a:lnTo>
                  <a:pt x="333375" y="819150"/>
                </a:lnTo>
                <a:lnTo>
                  <a:pt x="361950" y="819150"/>
                </a:lnTo>
                <a:close/>
                <a:moveTo>
                  <a:pt x="704850" y="809625"/>
                </a:moveTo>
                <a:lnTo>
                  <a:pt x="733425" y="809625"/>
                </a:lnTo>
                <a:lnTo>
                  <a:pt x="733425" y="819150"/>
                </a:lnTo>
                <a:lnTo>
                  <a:pt x="704850" y="819150"/>
                </a:lnTo>
                <a:close/>
                <a:moveTo>
                  <a:pt x="752475" y="809625"/>
                </a:moveTo>
                <a:lnTo>
                  <a:pt x="771525" y="809625"/>
                </a:lnTo>
                <a:lnTo>
                  <a:pt x="771525" y="819150"/>
                </a:lnTo>
                <a:lnTo>
                  <a:pt x="762000" y="819150"/>
                </a:lnTo>
                <a:lnTo>
                  <a:pt x="762000" y="828675"/>
                </a:lnTo>
                <a:lnTo>
                  <a:pt x="752475" y="828675"/>
                </a:lnTo>
                <a:close/>
                <a:moveTo>
                  <a:pt x="561975" y="819150"/>
                </a:moveTo>
                <a:lnTo>
                  <a:pt x="581025" y="819150"/>
                </a:lnTo>
                <a:lnTo>
                  <a:pt x="581025" y="838200"/>
                </a:lnTo>
                <a:lnTo>
                  <a:pt x="571500" y="838200"/>
                </a:lnTo>
                <a:lnTo>
                  <a:pt x="571500" y="828675"/>
                </a:lnTo>
                <a:lnTo>
                  <a:pt x="561975" y="828675"/>
                </a:lnTo>
                <a:close/>
                <a:moveTo>
                  <a:pt x="371475" y="828675"/>
                </a:moveTo>
                <a:lnTo>
                  <a:pt x="381000" y="828675"/>
                </a:lnTo>
                <a:lnTo>
                  <a:pt x="381000" y="847725"/>
                </a:lnTo>
                <a:lnTo>
                  <a:pt x="371475" y="847725"/>
                </a:lnTo>
                <a:close/>
                <a:moveTo>
                  <a:pt x="190500" y="838200"/>
                </a:moveTo>
                <a:lnTo>
                  <a:pt x="200025" y="838200"/>
                </a:lnTo>
                <a:lnTo>
                  <a:pt x="200025" y="847725"/>
                </a:lnTo>
                <a:lnTo>
                  <a:pt x="190500" y="847725"/>
                </a:lnTo>
                <a:close/>
                <a:moveTo>
                  <a:pt x="180975" y="847725"/>
                </a:moveTo>
                <a:lnTo>
                  <a:pt x="190500" y="847725"/>
                </a:lnTo>
                <a:lnTo>
                  <a:pt x="190500" y="857250"/>
                </a:lnTo>
                <a:lnTo>
                  <a:pt x="180975" y="857250"/>
                </a:lnTo>
                <a:close/>
                <a:moveTo>
                  <a:pt x="209550" y="847725"/>
                </a:moveTo>
                <a:lnTo>
                  <a:pt x="219075" y="847725"/>
                </a:lnTo>
                <a:lnTo>
                  <a:pt x="219075" y="857250"/>
                </a:lnTo>
                <a:lnTo>
                  <a:pt x="209550" y="857250"/>
                </a:lnTo>
                <a:close/>
                <a:moveTo>
                  <a:pt x="1685925" y="857250"/>
                </a:moveTo>
                <a:lnTo>
                  <a:pt x="1695450" y="857250"/>
                </a:lnTo>
                <a:lnTo>
                  <a:pt x="1695450" y="866775"/>
                </a:lnTo>
                <a:lnTo>
                  <a:pt x="1685925" y="866775"/>
                </a:lnTo>
                <a:close/>
                <a:moveTo>
                  <a:pt x="247650" y="866775"/>
                </a:moveTo>
                <a:lnTo>
                  <a:pt x="257175" y="866775"/>
                </a:lnTo>
                <a:lnTo>
                  <a:pt x="257175" y="876300"/>
                </a:lnTo>
                <a:lnTo>
                  <a:pt x="247650" y="876300"/>
                </a:lnTo>
                <a:close/>
                <a:moveTo>
                  <a:pt x="981075" y="866775"/>
                </a:moveTo>
                <a:lnTo>
                  <a:pt x="1000125" y="866775"/>
                </a:lnTo>
                <a:lnTo>
                  <a:pt x="1000125" y="876300"/>
                </a:lnTo>
                <a:lnTo>
                  <a:pt x="990600" y="876300"/>
                </a:lnTo>
                <a:lnTo>
                  <a:pt x="990600" y="885825"/>
                </a:lnTo>
                <a:lnTo>
                  <a:pt x="981075" y="885825"/>
                </a:lnTo>
                <a:close/>
                <a:moveTo>
                  <a:pt x="676275" y="876300"/>
                </a:moveTo>
                <a:lnTo>
                  <a:pt x="695325" y="876300"/>
                </a:lnTo>
                <a:lnTo>
                  <a:pt x="695325" y="895350"/>
                </a:lnTo>
                <a:lnTo>
                  <a:pt x="685800" y="895350"/>
                </a:lnTo>
                <a:lnTo>
                  <a:pt x="685800" y="904875"/>
                </a:lnTo>
                <a:lnTo>
                  <a:pt x="676275" y="904875"/>
                </a:lnTo>
                <a:lnTo>
                  <a:pt x="676275" y="914400"/>
                </a:lnTo>
                <a:lnTo>
                  <a:pt x="657225" y="914400"/>
                </a:lnTo>
                <a:lnTo>
                  <a:pt x="657225" y="904875"/>
                </a:lnTo>
                <a:lnTo>
                  <a:pt x="666750" y="904875"/>
                </a:lnTo>
                <a:lnTo>
                  <a:pt x="666750" y="895350"/>
                </a:lnTo>
                <a:lnTo>
                  <a:pt x="676275" y="895350"/>
                </a:lnTo>
                <a:close/>
                <a:moveTo>
                  <a:pt x="1552575" y="885825"/>
                </a:moveTo>
                <a:lnTo>
                  <a:pt x="1581150" y="885825"/>
                </a:lnTo>
                <a:lnTo>
                  <a:pt x="1581150" y="895350"/>
                </a:lnTo>
                <a:lnTo>
                  <a:pt x="1552575" y="895350"/>
                </a:lnTo>
                <a:close/>
                <a:moveTo>
                  <a:pt x="209550" y="895350"/>
                </a:moveTo>
                <a:lnTo>
                  <a:pt x="238125" y="895350"/>
                </a:lnTo>
                <a:lnTo>
                  <a:pt x="238125" y="914400"/>
                </a:lnTo>
                <a:lnTo>
                  <a:pt x="228600" y="914400"/>
                </a:lnTo>
                <a:lnTo>
                  <a:pt x="228600" y="904875"/>
                </a:lnTo>
                <a:lnTo>
                  <a:pt x="209550" y="904875"/>
                </a:lnTo>
                <a:close/>
                <a:moveTo>
                  <a:pt x="1447800" y="895350"/>
                </a:moveTo>
                <a:lnTo>
                  <a:pt x="1466850" y="895350"/>
                </a:lnTo>
                <a:lnTo>
                  <a:pt x="1466850" y="904875"/>
                </a:lnTo>
                <a:lnTo>
                  <a:pt x="1447800" y="904875"/>
                </a:lnTo>
                <a:close/>
                <a:moveTo>
                  <a:pt x="1600200" y="895350"/>
                </a:moveTo>
                <a:lnTo>
                  <a:pt x="1609725" y="895350"/>
                </a:lnTo>
                <a:lnTo>
                  <a:pt x="1609725" y="904875"/>
                </a:lnTo>
                <a:lnTo>
                  <a:pt x="1600200" y="904875"/>
                </a:lnTo>
                <a:close/>
                <a:moveTo>
                  <a:pt x="247650" y="904875"/>
                </a:moveTo>
                <a:lnTo>
                  <a:pt x="257175" y="904875"/>
                </a:lnTo>
                <a:lnTo>
                  <a:pt x="257175" y="914400"/>
                </a:lnTo>
                <a:lnTo>
                  <a:pt x="247650" y="914400"/>
                </a:lnTo>
                <a:close/>
                <a:moveTo>
                  <a:pt x="1362075" y="904875"/>
                </a:moveTo>
                <a:lnTo>
                  <a:pt x="1381125" y="904875"/>
                </a:lnTo>
                <a:lnTo>
                  <a:pt x="1381125" y="914400"/>
                </a:lnTo>
                <a:lnTo>
                  <a:pt x="1362075" y="914400"/>
                </a:lnTo>
                <a:close/>
                <a:moveTo>
                  <a:pt x="1609725" y="904875"/>
                </a:moveTo>
                <a:lnTo>
                  <a:pt x="1619250" y="904875"/>
                </a:lnTo>
                <a:lnTo>
                  <a:pt x="1619250" y="914400"/>
                </a:lnTo>
                <a:lnTo>
                  <a:pt x="1609725" y="914400"/>
                </a:lnTo>
                <a:close/>
                <a:moveTo>
                  <a:pt x="704850" y="914400"/>
                </a:moveTo>
                <a:lnTo>
                  <a:pt x="714375" y="914400"/>
                </a:lnTo>
                <a:lnTo>
                  <a:pt x="714375" y="933450"/>
                </a:lnTo>
                <a:lnTo>
                  <a:pt x="704850" y="933450"/>
                </a:lnTo>
                <a:close/>
                <a:moveTo>
                  <a:pt x="1257300" y="914400"/>
                </a:moveTo>
                <a:lnTo>
                  <a:pt x="1266825" y="914400"/>
                </a:lnTo>
                <a:lnTo>
                  <a:pt x="1266825" y="923925"/>
                </a:lnTo>
                <a:lnTo>
                  <a:pt x="1257300" y="923925"/>
                </a:lnTo>
                <a:close/>
                <a:moveTo>
                  <a:pt x="1162050" y="923925"/>
                </a:moveTo>
                <a:lnTo>
                  <a:pt x="1171575" y="923925"/>
                </a:lnTo>
                <a:lnTo>
                  <a:pt x="1171575" y="933450"/>
                </a:lnTo>
                <a:lnTo>
                  <a:pt x="1162050" y="933450"/>
                </a:lnTo>
                <a:close/>
                <a:moveTo>
                  <a:pt x="190500" y="942975"/>
                </a:moveTo>
                <a:lnTo>
                  <a:pt x="200025" y="942975"/>
                </a:lnTo>
                <a:lnTo>
                  <a:pt x="200025" y="971550"/>
                </a:lnTo>
                <a:lnTo>
                  <a:pt x="190500" y="971550"/>
                </a:lnTo>
                <a:close/>
                <a:moveTo>
                  <a:pt x="209550" y="952500"/>
                </a:moveTo>
                <a:lnTo>
                  <a:pt x="219075" y="952500"/>
                </a:lnTo>
                <a:lnTo>
                  <a:pt x="219075" y="962025"/>
                </a:lnTo>
                <a:lnTo>
                  <a:pt x="209550" y="962025"/>
                </a:lnTo>
                <a:close/>
                <a:moveTo>
                  <a:pt x="304800" y="971550"/>
                </a:moveTo>
                <a:lnTo>
                  <a:pt x="323850" y="971550"/>
                </a:lnTo>
                <a:lnTo>
                  <a:pt x="323850" y="981075"/>
                </a:lnTo>
                <a:lnTo>
                  <a:pt x="304800" y="981075"/>
                </a:lnTo>
                <a:close/>
                <a:moveTo>
                  <a:pt x="1628775" y="981075"/>
                </a:moveTo>
                <a:lnTo>
                  <a:pt x="1638300" y="981075"/>
                </a:lnTo>
                <a:lnTo>
                  <a:pt x="1638300" y="990600"/>
                </a:lnTo>
                <a:lnTo>
                  <a:pt x="1628775" y="990600"/>
                </a:lnTo>
                <a:close/>
                <a:moveTo>
                  <a:pt x="438150" y="990600"/>
                </a:moveTo>
                <a:lnTo>
                  <a:pt x="447675" y="990600"/>
                </a:lnTo>
                <a:lnTo>
                  <a:pt x="447675" y="1000125"/>
                </a:lnTo>
                <a:lnTo>
                  <a:pt x="438150" y="1000125"/>
                </a:lnTo>
                <a:close/>
                <a:moveTo>
                  <a:pt x="971550" y="990600"/>
                </a:moveTo>
                <a:lnTo>
                  <a:pt x="981075" y="990600"/>
                </a:lnTo>
                <a:lnTo>
                  <a:pt x="981075" y="1057275"/>
                </a:lnTo>
                <a:lnTo>
                  <a:pt x="971550" y="1057275"/>
                </a:lnTo>
                <a:close/>
                <a:moveTo>
                  <a:pt x="200025" y="1038225"/>
                </a:moveTo>
                <a:lnTo>
                  <a:pt x="209550" y="1038225"/>
                </a:lnTo>
                <a:lnTo>
                  <a:pt x="209550" y="1095375"/>
                </a:lnTo>
                <a:lnTo>
                  <a:pt x="219075" y="1095375"/>
                </a:lnTo>
                <a:lnTo>
                  <a:pt x="219075" y="1114425"/>
                </a:lnTo>
                <a:lnTo>
                  <a:pt x="228600" y="1114425"/>
                </a:lnTo>
                <a:lnTo>
                  <a:pt x="228600" y="1133475"/>
                </a:lnTo>
                <a:lnTo>
                  <a:pt x="209550" y="1133475"/>
                </a:lnTo>
                <a:lnTo>
                  <a:pt x="209550" y="1152525"/>
                </a:lnTo>
                <a:lnTo>
                  <a:pt x="200025" y="1152525"/>
                </a:lnTo>
                <a:lnTo>
                  <a:pt x="200025" y="1133475"/>
                </a:lnTo>
                <a:lnTo>
                  <a:pt x="190500" y="1133475"/>
                </a:lnTo>
                <a:lnTo>
                  <a:pt x="190500" y="1104900"/>
                </a:lnTo>
                <a:lnTo>
                  <a:pt x="200025" y="1104900"/>
                </a:lnTo>
                <a:lnTo>
                  <a:pt x="200025" y="1076325"/>
                </a:lnTo>
                <a:lnTo>
                  <a:pt x="190500" y="1076325"/>
                </a:lnTo>
                <a:lnTo>
                  <a:pt x="190500" y="1047750"/>
                </a:lnTo>
                <a:lnTo>
                  <a:pt x="200025" y="1047750"/>
                </a:lnTo>
                <a:close/>
                <a:moveTo>
                  <a:pt x="1047750" y="1038225"/>
                </a:moveTo>
                <a:lnTo>
                  <a:pt x="1057275" y="1038225"/>
                </a:lnTo>
                <a:lnTo>
                  <a:pt x="1057275" y="1047750"/>
                </a:lnTo>
                <a:lnTo>
                  <a:pt x="1047750" y="1047750"/>
                </a:lnTo>
                <a:close/>
                <a:moveTo>
                  <a:pt x="447675" y="1047750"/>
                </a:moveTo>
                <a:lnTo>
                  <a:pt x="457200" y="1047750"/>
                </a:lnTo>
                <a:lnTo>
                  <a:pt x="457200" y="1057275"/>
                </a:lnTo>
                <a:lnTo>
                  <a:pt x="447675" y="1057275"/>
                </a:lnTo>
                <a:close/>
                <a:moveTo>
                  <a:pt x="361950" y="1066800"/>
                </a:moveTo>
                <a:lnTo>
                  <a:pt x="371475" y="1066800"/>
                </a:lnTo>
                <a:lnTo>
                  <a:pt x="371475" y="1076325"/>
                </a:lnTo>
                <a:lnTo>
                  <a:pt x="361950" y="1076325"/>
                </a:lnTo>
                <a:close/>
                <a:moveTo>
                  <a:pt x="352425" y="1076325"/>
                </a:moveTo>
                <a:lnTo>
                  <a:pt x="361950" y="1076325"/>
                </a:lnTo>
                <a:lnTo>
                  <a:pt x="361950" y="1085850"/>
                </a:lnTo>
                <a:lnTo>
                  <a:pt x="352425" y="1085850"/>
                </a:lnTo>
                <a:close/>
                <a:moveTo>
                  <a:pt x="504825" y="1095375"/>
                </a:moveTo>
                <a:lnTo>
                  <a:pt x="514350" y="1095375"/>
                </a:lnTo>
                <a:lnTo>
                  <a:pt x="514350" y="1104900"/>
                </a:lnTo>
                <a:lnTo>
                  <a:pt x="504825" y="1104900"/>
                </a:lnTo>
                <a:close/>
                <a:moveTo>
                  <a:pt x="1704975" y="1133475"/>
                </a:moveTo>
                <a:lnTo>
                  <a:pt x="1714500" y="1133475"/>
                </a:lnTo>
                <a:lnTo>
                  <a:pt x="1714500" y="1143000"/>
                </a:lnTo>
                <a:lnTo>
                  <a:pt x="1724025" y="1143000"/>
                </a:lnTo>
                <a:lnTo>
                  <a:pt x="1724025" y="1162050"/>
                </a:lnTo>
                <a:lnTo>
                  <a:pt x="1714500" y="1162050"/>
                </a:lnTo>
                <a:lnTo>
                  <a:pt x="1714500" y="1171575"/>
                </a:lnTo>
                <a:lnTo>
                  <a:pt x="1704975" y="1171575"/>
                </a:lnTo>
                <a:lnTo>
                  <a:pt x="1704975" y="1152525"/>
                </a:lnTo>
                <a:lnTo>
                  <a:pt x="1695450" y="1152525"/>
                </a:lnTo>
                <a:lnTo>
                  <a:pt x="1695450" y="1143000"/>
                </a:lnTo>
                <a:lnTo>
                  <a:pt x="1704975" y="1143000"/>
                </a:lnTo>
                <a:close/>
                <a:moveTo>
                  <a:pt x="209550" y="1209675"/>
                </a:moveTo>
                <a:lnTo>
                  <a:pt x="219075" y="1209675"/>
                </a:lnTo>
                <a:lnTo>
                  <a:pt x="219075" y="1219200"/>
                </a:lnTo>
                <a:lnTo>
                  <a:pt x="238125" y="1219200"/>
                </a:lnTo>
                <a:lnTo>
                  <a:pt x="238125" y="1238250"/>
                </a:lnTo>
                <a:lnTo>
                  <a:pt x="247650" y="1238250"/>
                </a:lnTo>
                <a:lnTo>
                  <a:pt x="247650" y="1276350"/>
                </a:lnTo>
                <a:lnTo>
                  <a:pt x="228600" y="1276350"/>
                </a:lnTo>
                <a:lnTo>
                  <a:pt x="228600" y="1266825"/>
                </a:lnTo>
                <a:lnTo>
                  <a:pt x="209550" y="1266825"/>
                </a:lnTo>
                <a:close/>
                <a:moveTo>
                  <a:pt x="266700" y="1228725"/>
                </a:moveTo>
                <a:lnTo>
                  <a:pt x="276225" y="1228725"/>
                </a:lnTo>
                <a:lnTo>
                  <a:pt x="276225" y="1238250"/>
                </a:lnTo>
                <a:lnTo>
                  <a:pt x="266700" y="1238250"/>
                </a:lnTo>
                <a:close/>
                <a:moveTo>
                  <a:pt x="219075" y="1247775"/>
                </a:moveTo>
                <a:lnTo>
                  <a:pt x="228600" y="1247775"/>
                </a:lnTo>
                <a:lnTo>
                  <a:pt x="228600" y="1238250"/>
                </a:lnTo>
                <a:lnTo>
                  <a:pt x="219075" y="1238250"/>
                </a:lnTo>
                <a:close/>
                <a:moveTo>
                  <a:pt x="381000" y="1266825"/>
                </a:moveTo>
                <a:lnTo>
                  <a:pt x="390525" y="1266825"/>
                </a:lnTo>
                <a:lnTo>
                  <a:pt x="390525" y="1276350"/>
                </a:lnTo>
                <a:lnTo>
                  <a:pt x="381000" y="1276350"/>
                </a:lnTo>
                <a:close/>
                <a:moveTo>
                  <a:pt x="400050" y="1266825"/>
                </a:moveTo>
                <a:lnTo>
                  <a:pt x="419100" y="1266825"/>
                </a:lnTo>
                <a:lnTo>
                  <a:pt x="419100" y="1276350"/>
                </a:lnTo>
                <a:lnTo>
                  <a:pt x="400050" y="1276350"/>
                </a:lnTo>
                <a:close/>
                <a:moveTo>
                  <a:pt x="1714500" y="1266825"/>
                </a:moveTo>
                <a:lnTo>
                  <a:pt x="1724025" y="1266825"/>
                </a:lnTo>
                <a:lnTo>
                  <a:pt x="1724025" y="1285875"/>
                </a:lnTo>
                <a:lnTo>
                  <a:pt x="1714500" y="1285875"/>
                </a:lnTo>
                <a:close/>
                <a:moveTo>
                  <a:pt x="990600" y="1295400"/>
                </a:moveTo>
                <a:lnTo>
                  <a:pt x="1000125" y="1295400"/>
                </a:lnTo>
                <a:lnTo>
                  <a:pt x="1000125" y="1314450"/>
                </a:lnTo>
                <a:lnTo>
                  <a:pt x="990600" y="1314450"/>
                </a:lnTo>
                <a:close/>
                <a:moveTo>
                  <a:pt x="209550" y="1314450"/>
                </a:moveTo>
                <a:lnTo>
                  <a:pt x="219075" y="1314450"/>
                </a:lnTo>
                <a:lnTo>
                  <a:pt x="219075" y="1323975"/>
                </a:lnTo>
                <a:lnTo>
                  <a:pt x="228600" y="1323975"/>
                </a:lnTo>
                <a:lnTo>
                  <a:pt x="228600" y="1314450"/>
                </a:lnTo>
                <a:lnTo>
                  <a:pt x="238125" y="1314450"/>
                </a:lnTo>
                <a:lnTo>
                  <a:pt x="238125" y="1323975"/>
                </a:lnTo>
                <a:lnTo>
                  <a:pt x="247650" y="1323975"/>
                </a:lnTo>
                <a:lnTo>
                  <a:pt x="247650" y="1362075"/>
                </a:lnTo>
                <a:lnTo>
                  <a:pt x="238125" y="1362075"/>
                </a:lnTo>
                <a:lnTo>
                  <a:pt x="238125" y="1343025"/>
                </a:lnTo>
                <a:lnTo>
                  <a:pt x="228600" y="1343025"/>
                </a:lnTo>
                <a:lnTo>
                  <a:pt x="228600" y="1333500"/>
                </a:lnTo>
                <a:lnTo>
                  <a:pt x="209550" y="1333500"/>
                </a:lnTo>
                <a:close/>
                <a:moveTo>
                  <a:pt x="200025" y="1333500"/>
                </a:moveTo>
                <a:lnTo>
                  <a:pt x="209550" y="1333500"/>
                </a:lnTo>
                <a:lnTo>
                  <a:pt x="209550" y="1343025"/>
                </a:lnTo>
                <a:lnTo>
                  <a:pt x="200025" y="1343025"/>
                </a:lnTo>
                <a:close/>
                <a:moveTo>
                  <a:pt x="1657350" y="1333500"/>
                </a:moveTo>
                <a:lnTo>
                  <a:pt x="1666875" y="1333500"/>
                </a:lnTo>
                <a:lnTo>
                  <a:pt x="1666875" y="1343025"/>
                </a:lnTo>
                <a:lnTo>
                  <a:pt x="1657350" y="1343025"/>
                </a:lnTo>
                <a:close/>
                <a:moveTo>
                  <a:pt x="504825" y="1352550"/>
                </a:moveTo>
                <a:lnTo>
                  <a:pt x="514350" y="1352550"/>
                </a:lnTo>
                <a:lnTo>
                  <a:pt x="514350" y="1362075"/>
                </a:lnTo>
                <a:lnTo>
                  <a:pt x="504825" y="1362075"/>
                </a:lnTo>
                <a:close/>
                <a:moveTo>
                  <a:pt x="438150" y="1362075"/>
                </a:moveTo>
                <a:lnTo>
                  <a:pt x="447675" y="1362075"/>
                </a:lnTo>
                <a:lnTo>
                  <a:pt x="447675" y="1371600"/>
                </a:lnTo>
                <a:lnTo>
                  <a:pt x="438150" y="1371600"/>
                </a:lnTo>
                <a:close/>
                <a:moveTo>
                  <a:pt x="228600" y="1371600"/>
                </a:moveTo>
                <a:lnTo>
                  <a:pt x="238125" y="1371600"/>
                </a:lnTo>
                <a:lnTo>
                  <a:pt x="238125" y="1381125"/>
                </a:lnTo>
                <a:lnTo>
                  <a:pt x="228600" y="1381125"/>
                </a:lnTo>
                <a:close/>
                <a:moveTo>
                  <a:pt x="276225" y="1371600"/>
                </a:moveTo>
                <a:lnTo>
                  <a:pt x="285750" y="1371600"/>
                </a:lnTo>
                <a:lnTo>
                  <a:pt x="285750" y="1381125"/>
                </a:lnTo>
                <a:lnTo>
                  <a:pt x="276225" y="1381125"/>
                </a:lnTo>
                <a:close/>
                <a:moveTo>
                  <a:pt x="933450" y="1381125"/>
                </a:moveTo>
                <a:lnTo>
                  <a:pt x="942975" y="1381125"/>
                </a:lnTo>
                <a:lnTo>
                  <a:pt x="942975" y="1400175"/>
                </a:lnTo>
                <a:lnTo>
                  <a:pt x="933450" y="1400175"/>
                </a:lnTo>
                <a:close/>
                <a:moveTo>
                  <a:pt x="209550" y="1390650"/>
                </a:moveTo>
                <a:lnTo>
                  <a:pt x="228600" y="1390650"/>
                </a:lnTo>
                <a:lnTo>
                  <a:pt x="228600" y="1400175"/>
                </a:lnTo>
                <a:lnTo>
                  <a:pt x="209550" y="1400175"/>
                </a:lnTo>
                <a:close/>
                <a:moveTo>
                  <a:pt x="276225" y="1400175"/>
                </a:moveTo>
                <a:lnTo>
                  <a:pt x="285750" y="1400175"/>
                </a:lnTo>
                <a:lnTo>
                  <a:pt x="285750" y="1419225"/>
                </a:lnTo>
                <a:lnTo>
                  <a:pt x="276225" y="1419225"/>
                </a:lnTo>
                <a:close/>
                <a:moveTo>
                  <a:pt x="219075" y="1438275"/>
                </a:moveTo>
                <a:lnTo>
                  <a:pt x="228600" y="1438275"/>
                </a:lnTo>
                <a:lnTo>
                  <a:pt x="228600" y="1447800"/>
                </a:lnTo>
                <a:lnTo>
                  <a:pt x="219075" y="1447800"/>
                </a:lnTo>
                <a:close/>
                <a:moveTo>
                  <a:pt x="209550" y="1447800"/>
                </a:moveTo>
                <a:lnTo>
                  <a:pt x="219075" y="1447800"/>
                </a:lnTo>
                <a:lnTo>
                  <a:pt x="219075" y="1457325"/>
                </a:lnTo>
                <a:lnTo>
                  <a:pt x="209550" y="1457325"/>
                </a:lnTo>
                <a:close/>
                <a:moveTo>
                  <a:pt x="228600" y="1447800"/>
                </a:moveTo>
                <a:lnTo>
                  <a:pt x="247650" y="1447800"/>
                </a:lnTo>
                <a:lnTo>
                  <a:pt x="247650" y="1457325"/>
                </a:lnTo>
                <a:lnTo>
                  <a:pt x="228600" y="1457325"/>
                </a:lnTo>
                <a:close/>
                <a:moveTo>
                  <a:pt x="1400175" y="1447800"/>
                </a:moveTo>
                <a:lnTo>
                  <a:pt x="1409700" y="1447800"/>
                </a:lnTo>
                <a:lnTo>
                  <a:pt x="1409700" y="1457325"/>
                </a:lnTo>
                <a:lnTo>
                  <a:pt x="1400175" y="1457325"/>
                </a:lnTo>
                <a:close/>
                <a:moveTo>
                  <a:pt x="1285875" y="1457325"/>
                </a:moveTo>
                <a:lnTo>
                  <a:pt x="1295400" y="1457325"/>
                </a:lnTo>
                <a:lnTo>
                  <a:pt x="1295400" y="1466850"/>
                </a:lnTo>
                <a:lnTo>
                  <a:pt x="1285875" y="1466850"/>
                </a:lnTo>
                <a:close/>
                <a:moveTo>
                  <a:pt x="1733550" y="1457325"/>
                </a:moveTo>
                <a:lnTo>
                  <a:pt x="1743075" y="1457325"/>
                </a:lnTo>
                <a:lnTo>
                  <a:pt x="1743075" y="1552575"/>
                </a:lnTo>
                <a:lnTo>
                  <a:pt x="1714500" y="1552575"/>
                </a:lnTo>
                <a:lnTo>
                  <a:pt x="1714500" y="1533525"/>
                </a:lnTo>
                <a:lnTo>
                  <a:pt x="1704975" y="1533525"/>
                </a:lnTo>
                <a:lnTo>
                  <a:pt x="1704975" y="1514475"/>
                </a:lnTo>
                <a:lnTo>
                  <a:pt x="1714500" y="1514475"/>
                </a:lnTo>
                <a:lnTo>
                  <a:pt x="1714500" y="1495425"/>
                </a:lnTo>
                <a:lnTo>
                  <a:pt x="1733550" y="1495425"/>
                </a:lnTo>
                <a:close/>
                <a:moveTo>
                  <a:pt x="1171575" y="1466850"/>
                </a:moveTo>
                <a:lnTo>
                  <a:pt x="1181100" y="1466850"/>
                </a:lnTo>
                <a:lnTo>
                  <a:pt x="1181100" y="1476375"/>
                </a:lnTo>
                <a:lnTo>
                  <a:pt x="1171575" y="1476375"/>
                </a:lnTo>
                <a:close/>
                <a:moveTo>
                  <a:pt x="1562100" y="1485900"/>
                </a:moveTo>
                <a:lnTo>
                  <a:pt x="1581150" y="1485900"/>
                </a:lnTo>
                <a:lnTo>
                  <a:pt x="1581150" y="1495425"/>
                </a:lnTo>
                <a:lnTo>
                  <a:pt x="1562100" y="1495425"/>
                </a:lnTo>
                <a:close/>
                <a:moveTo>
                  <a:pt x="247650" y="1495425"/>
                </a:moveTo>
                <a:lnTo>
                  <a:pt x="257175" y="1495425"/>
                </a:lnTo>
                <a:lnTo>
                  <a:pt x="257175" y="1504950"/>
                </a:lnTo>
                <a:lnTo>
                  <a:pt x="247650" y="1504950"/>
                </a:lnTo>
                <a:close/>
                <a:moveTo>
                  <a:pt x="838200" y="1495425"/>
                </a:moveTo>
                <a:lnTo>
                  <a:pt x="866775" y="1495425"/>
                </a:lnTo>
                <a:lnTo>
                  <a:pt x="866775" y="1504950"/>
                </a:lnTo>
                <a:lnTo>
                  <a:pt x="838200" y="1504950"/>
                </a:lnTo>
                <a:close/>
                <a:moveTo>
                  <a:pt x="1352550" y="1504950"/>
                </a:moveTo>
                <a:lnTo>
                  <a:pt x="1362075" y="1504950"/>
                </a:lnTo>
                <a:lnTo>
                  <a:pt x="1362075" y="1514475"/>
                </a:lnTo>
                <a:lnTo>
                  <a:pt x="1352550" y="1514475"/>
                </a:lnTo>
                <a:close/>
                <a:moveTo>
                  <a:pt x="638175" y="1514475"/>
                </a:moveTo>
                <a:lnTo>
                  <a:pt x="657225" y="1514475"/>
                </a:lnTo>
                <a:lnTo>
                  <a:pt x="657225" y="1524000"/>
                </a:lnTo>
                <a:lnTo>
                  <a:pt x="638175" y="1524000"/>
                </a:lnTo>
                <a:close/>
                <a:moveTo>
                  <a:pt x="1247775" y="1514475"/>
                </a:moveTo>
                <a:lnTo>
                  <a:pt x="1266825" y="1514475"/>
                </a:lnTo>
                <a:lnTo>
                  <a:pt x="1266825" y="1524000"/>
                </a:lnTo>
                <a:lnTo>
                  <a:pt x="1247775" y="1524000"/>
                </a:lnTo>
                <a:close/>
                <a:moveTo>
                  <a:pt x="238125" y="1524000"/>
                </a:moveTo>
                <a:lnTo>
                  <a:pt x="257175" y="1524000"/>
                </a:lnTo>
                <a:lnTo>
                  <a:pt x="257175" y="1552575"/>
                </a:lnTo>
                <a:lnTo>
                  <a:pt x="266700" y="1552575"/>
                </a:lnTo>
                <a:lnTo>
                  <a:pt x="266700" y="1562100"/>
                </a:lnTo>
                <a:lnTo>
                  <a:pt x="257175" y="1562100"/>
                </a:lnTo>
                <a:lnTo>
                  <a:pt x="257175" y="1571625"/>
                </a:lnTo>
                <a:lnTo>
                  <a:pt x="266700" y="1571625"/>
                </a:lnTo>
                <a:lnTo>
                  <a:pt x="266700" y="1581150"/>
                </a:lnTo>
                <a:lnTo>
                  <a:pt x="276225" y="1581150"/>
                </a:lnTo>
                <a:lnTo>
                  <a:pt x="276225" y="1609725"/>
                </a:lnTo>
                <a:lnTo>
                  <a:pt x="266700" y="1609725"/>
                </a:lnTo>
                <a:lnTo>
                  <a:pt x="266700" y="1619250"/>
                </a:lnTo>
                <a:lnTo>
                  <a:pt x="257175" y="1619250"/>
                </a:lnTo>
                <a:lnTo>
                  <a:pt x="257175" y="1590675"/>
                </a:lnTo>
                <a:lnTo>
                  <a:pt x="247650" y="1590675"/>
                </a:lnTo>
                <a:lnTo>
                  <a:pt x="247650" y="1628775"/>
                </a:lnTo>
                <a:lnTo>
                  <a:pt x="228600" y="1628775"/>
                </a:lnTo>
                <a:lnTo>
                  <a:pt x="228600" y="1600200"/>
                </a:lnTo>
                <a:lnTo>
                  <a:pt x="238125" y="1600200"/>
                </a:lnTo>
                <a:lnTo>
                  <a:pt x="238125" y="1581150"/>
                </a:lnTo>
                <a:lnTo>
                  <a:pt x="228600" y="1581150"/>
                </a:lnTo>
                <a:lnTo>
                  <a:pt x="228600" y="1562100"/>
                </a:lnTo>
                <a:lnTo>
                  <a:pt x="219075" y="1562100"/>
                </a:lnTo>
                <a:lnTo>
                  <a:pt x="219075" y="1552575"/>
                </a:lnTo>
                <a:lnTo>
                  <a:pt x="209550" y="1552575"/>
                </a:lnTo>
                <a:lnTo>
                  <a:pt x="209550" y="1543050"/>
                </a:lnTo>
                <a:lnTo>
                  <a:pt x="219075" y="1543050"/>
                </a:lnTo>
                <a:lnTo>
                  <a:pt x="219075" y="1552575"/>
                </a:lnTo>
                <a:lnTo>
                  <a:pt x="228600" y="1552575"/>
                </a:lnTo>
                <a:lnTo>
                  <a:pt x="228600" y="1533525"/>
                </a:lnTo>
                <a:lnTo>
                  <a:pt x="238125" y="1533525"/>
                </a:lnTo>
                <a:close/>
                <a:moveTo>
                  <a:pt x="523875" y="1524000"/>
                </a:moveTo>
                <a:lnTo>
                  <a:pt x="533400" y="1524000"/>
                </a:lnTo>
                <a:lnTo>
                  <a:pt x="533400" y="1533525"/>
                </a:lnTo>
                <a:lnTo>
                  <a:pt x="523875" y="1533525"/>
                </a:lnTo>
                <a:close/>
                <a:moveTo>
                  <a:pt x="1114425" y="1524000"/>
                </a:moveTo>
                <a:lnTo>
                  <a:pt x="1133475" y="1524000"/>
                </a:lnTo>
                <a:lnTo>
                  <a:pt x="1133475" y="1533525"/>
                </a:lnTo>
                <a:lnTo>
                  <a:pt x="1114425" y="1533525"/>
                </a:lnTo>
                <a:close/>
                <a:moveTo>
                  <a:pt x="790575" y="1552575"/>
                </a:moveTo>
                <a:lnTo>
                  <a:pt x="800100" y="1552575"/>
                </a:lnTo>
                <a:lnTo>
                  <a:pt x="800100" y="1562100"/>
                </a:lnTo>
                <a:lnTo>
                  <a:pt x="790575" y="1562100"/>
                </a:lnTo>
                <a:close/>
                <a:moveTo>
                  <a:pt x="571500" y="1571625"/>
                </a:moveTo>
                <a:lnTo>
                  <a:pt x="590550" y="1571625"/>
                </a:lnTo>
                <a:lnTo>
                  <a:pt x="590550" y="1581150"/>
                </a:lnTo>
                <a:lnTo>
                  <a:pt x="571500" y="1581150"/>
                </a:lnTo>
                <a:close/>
                <a:moveTo>
                  <a:pt x="457200" y="1581150"/>
                </a:moveTo>
                <a:lnTo>
                  <a:pt x="466725" y="1581150"/>
                </a:lnTo>
                <a:lnTo>
                  <a:pt x="466725" y="1590675"/>
                </a:lnTo>
                <a:lnTo>
                  <a:pt x="457200" y="1590675"/>
                </a:lnTo>
                <a:close/>
                <a:moveTo>
                  <a:pt x="352425" y="1590675"/>
                </a:moveTo>
                <a:lnTo>
                  <a:pt x="361950" y="1590675"/>
                </a:lnTo>
                <a:lnTo>
                  <a:pt x="361950" y="1600200"/>
                </a:lnTo>
                <a:lnTo>
                  <a:pt x="352425" y="1600200"/>
                </a:lnTo>
                <a:close/>
                <a:moveTo>
                  <a:pt x="1676400" y="1590675"/>
                </a:moveTo>
                <a:lnTo>
                  <a:pt x="1685925" y="1590675"/>
                </a:lnTo>
                <a:lnTo>
                  <a:pt x="1685925" y="1609725"/>
                </a:lnTo>
                <a:lnTo>
                  <a:pt x="1676400" y="1609725"/>
                </a:lnTo>
                <a:close/>
                <a:moveTo>
                  <a:pt x="1743075" y="1600200"/>
                </a:moveTo>
                <a:lnTo>
                  <a:pt x="1762125" y="1600200"/>
                </a:lnTo>
                <a:lnTo>
                  <a:pt x="1762125" y="1609725"/>
                </a:lnTo>
                <a:lnTo>
                  <a:pt x="1752600" y="1609725"/>
                </a:lnTo>
                <a:lnTo>
                  <a:pt x="1752600" y="1628775"/>
                </a:lnTo>
                <a:lnTo>
                  <a:pt x="1743075" y="1628775"/>
                </a:lnTo>
                <a:close/>
                <a:moveTo>
                  <a:pt x="1095375" y="1628775"/>
                </a:moveTo>
                <a:lnTo>
                  <a:pt x="1104900" y="1628775"/>
                </a:lnTo>
                <a:lnTo>
                  <a:pt x="1104900" y="1638300"/>
                </a:lnTo>
                <a:lnTo>
                  <a:pt x="1095375" y="1638300"/>
                </a:lnTo>
                <a:close/>
                <a:moveTo>
                  <a:pt x="257175" y="1657350"/>
                </a:moveTo>
                <a:lnTo>
                  <a:pt x="266700" y="1657350"/>
                </a:lnTo>
                <a:lnTo>
                  <a:pt x="266700" y="1685925"/>
                </a:lnTo>
                <a:lnTo>
                  <a:pt x="257175" y="1685925"/>
                </a:lnTo>
                <a:close/>
                <a:moveTo>
                  <a:pt x="238125" y="1676400"/>
                </a:moveTo>
                <a:lnTo>
                  <a:pt x="247650" y="1676400"/>
                </a:lnTo>
                <a:lnTo>
                  <a:pt x="247650" y="1685925"/>
                </a:lnTo>
                <a:lnTo>
                  <a:pt x="238125" y="1685925"/>
                </a:lnTo>
                <a:close/>
                <a:moveTo>
                  <a:pt x="952500" y="1685925"/>
                </a:moveTo>
                <a:lnTo>
                  <a:pt x="962025" y="1685925"/>
                </a:lnTo>
                <a:lnTo>
                  <a:pt x="962025" y="1695450"/>
                </a:lnTo>
                <a:lnTo>
                  <a:pt x="952500" y="1695450"/>
                </a:lnTo>
                <a:close/>
                <a:moveTo>
                  <a:pt x="1085850" y="1685925"/>
                </a:moveTo>
                <a:lnTo>
                  <a:pt x="1095375" y="1685925"/>
                </a:lnTo>
                <a:lnTo>
                  <a:pt x="1095375" y="1695450"/>
                </a:lnTo>
                <a:lnTo>
                  <a:pt x="1085850" y="1695450"/>
                </a:lnTo>
                <a:close/>
                <a:moveTo>
                  <a:pt x="1019175" y="1714500"/>
                </a:moveTo>
                <a:lnTo>
                  <a:pt x="1028700" y="1714500"/>
                </a:lnTo>
                <a:lnTo>
                  <a:pt x="1028700" y="1724025"/>
                </a:lnTo>
                <a:lnTo>
                  <a:pt x="1019175" y="1724025"/>
                </a:lnTo>
                <a:close/>
                <a:moveTo>
                  <a:pt x="1685925" y="1714500"/>
                </a:moveTo>
                <a:lnTo>
                  <a:pt x="1695450" y="1714500"/>
                </a:lnTo>
                <a:lnTo>
                  <a:pt x="1695450" y="1724025"/>
                </a:lnTo>
                <a:lnTo>
                  <a:pt x="1685925" y="1724025"/>
                </a:lnTo>
                <a:close/>
                <a:moveTo>
                  <a:pt x="228600" y="1733550"/>
                </a:moveTo>
                <a:lnTo>
                  <a:pt x="238125" y="1733550"/>
                </a:lnTo>
                <a:lnTo>
                  <a:pt x="238125" y="1762125"/>
                </a:lnTo>
                <a:lnTo>
                  <a:pt x="228600" y="1762125"/>
                </a:lnTo>
                <a:close/>
                <a:moveTo>
                  <a:pt x="266700" y="1733550"/>
                </a:moveTo>
                <a:lnTo>
                  <a:pt x="276225" y="1733550"/>
                </a:lnTo>
                <a:lnTo>
                  <a:pt x="276225" y="1752600"/>
                </a:lnTo>
                <a:lnTo>
                  <a:pt x="266700" y="1752600"/>
                </a:lnTo>
                <a:close/>
                <a:moveTo>
                  <a:pt x="1209675" y="1752600"/>
                </a:moveTo>
                <a:lnTo>
                  <a:pt x="1219200" y="1752600"/>
                </a:lnTo>
                <a:lnTo>
                  <a:pt x="1219200" y="1762125"/>
                </a:lnTo>
                <a:lnTo>
                  <a:pt x="1209675" y="1762125"/>
                </a:lnTo>
                <a:close/>
                <a:moveTo>
                  <a:pt x="257175" y="1762125"/>
                </a:moveTo>
                <a:lnTo>
                  <a:pt x="266700" y="1762125"/>
                </a:lnTo>
                <a:lnTo>
                  <a:pt x="266700" y="1781175"/>
                </a:lnTo>
                <a:lnTo>
                  <a:pt x="257175" y="1781175"/>
                </a:lnTo>
                <a:lnTo>
                  <a:pt x="257175" y="1790700"/>
                </a:lnTo>
                <a:lnTo>
                  <a:pt x="247650" y="1790700"/>
                </a:lnTo>
                <a:lnTo>
                  <a:pt x="247650" y="1771650"/>
                </a:lnTo>
                <a:lnTo>
                  <a:pt x="257175" y="1771650"/>
                </a:lnTo>
                <a:close/>
                <a:moveTo>
                  <a:pt x="228600" y="1781175"/>
                </a:moveTo>
                <a:lnTo>
                  <a:pt x="238125" y="1781175"/>
                </a:lnTo>
                <a:lnTo>
                  <a:pt x="238125" y="1790700"/>
                </a:lnTo>
                <a:lnTo>
                  <a:pt x="247650" y="1790700"/>
                </a:lnTo>
                <a:lnTo>
                  <a:pt x="247650" y="1800225"/>
                </a:lnTo>
                <a:lnTo>
                  <a:pt x="228600" y="1800225"/>
                </a:lnTo>
                <a:close/>
                <a:moveTo>
                  <a:pt x="1752600" y="1781175"/>
                </a:moveTo>
                <a:lnTo>
                  <a:pt x="1762125" y="1781175"/>
                </a:lnTo>
                <a:lnTo>
                  <a:pt x="1762125" y="1800225"/>
                </a:lnTo>
                <a:lnTo>
                  <a:pt x="1752600" y="1800225"/>
                </a:lnTo>
                <a:close/>
                <a:moveTo>
                  <a:pt x="295275" y="1790700"/>
                </a:moveTo>
                <a:lnTo>
                  <a:pt x="304800" y="1790700"/>
                </a:lnTo>
                <a:lnTo>
                  <a:pt x="304800" y="1800225"/>
                </a:lnTo>
                <a:lnTo>
                  <a:pt x="295275" y="1800225"/>
                </a:lnTo>
                <a:close/>
                <a:moveTo>
                  <a:pt x="676275" y="1847850"/>
                </a:moveTo>
                <a:lnTo>
                  <a:pt x="695325" y="1847850"/>
                </a:lnTo>
                <a:lnTo>
                  <a:pt x="695325" y="1857375"/>
                </a:lnTo>
                <a:lnTo>
                  <a:pt x="676275" y="1857375"/>
                </a:lnTo>
                <a:close/>
                <a:moveTo>
                  <a:pt x="1276350" y="1847850"/>
                </a:moveTo>
                <a:lnTo>
                  <a:pt x="1285875" y="1847850"/>
                </a:lnTo>
                <a:lnTo>
                  <a:pt x="1285875" y="1857375"/>
                </a:lnTo>
                <a:lnTo>
                  <a:pt x="1276350" y="1857375"/>
                </a:lnTo>
                <a:close/>
                <a:moveTo>
                  <a:pt x="695325" y="1857375"/>
                </a:moveTo>
                <a:lnTo>
                  <a:pt x="704850" y="1857375"/>
                </a:lnTo>
                <a:lnTo>
                  <a:pt x="704850" y="1866900"/>
                </a:lnTo>
                <a:lnTo>
                  <a:pt x="695325" y="1866900"/>
                </a:lnTo>
                <a:close/>
                <a:moveTo>
                  <a:pt x="1028700" y="1857375"/>
                </a:moveTo>
                <a:lnTo>
                  <a:pt x="1038225" y="1857375"/>
                </a:lnTo>
                <a:lnTo>
                  <a:pt x="1038225" y="1866900"/>
                </a:lnTo>
                <a:lnTo>
                  <a:pt x="1028700" y="1866900"/>
                </a:lnTo>
                <a:close/>
                <a:moveTo>
                  <a:pt x="1114425" y="1857375"/>
                </a:moveTo>
                <a:lnTo>
                  <a:pt x="1123950" y="1857375"/>
                </a:lnTo>
                <a:lnTo>
                  <a:pt x="1123950" y="1866900"/>
                </a:lnTo>
                <a:lnTo>
                  <a:pt x="1114425" y="1866900"/>
                </a:lnTo>
                <a:close/>
                <a:moveTo>
                  <a:pt x="1162050" y="1857375"/>
                </a:moveTo>
                <a:lnTo>
                  <a:pt x="1171575" y="1857375"/>
                </a:lnTo>
                <a:lnTo>
                  <a:pt x="1171575" y="1866900"/>
                </a:lnTo>
                <a:lnTo>
                  <a:pt x="1162050" y="1866900"/>
                </a:lnTo>
                <a:close/>
                <a:moveTo>
                  <a:pt x="228600" y="1876425"/>
                </a:moveTo>
                <a:lnTo>
                  <a:pt x="238125" y="1876425"/>
                </a:lnTo>
                <a:lnTo>
                  <a:pt x="238125" y="1885950"/>
                </a:lnTo>
                <a:lnTo>
                  <a:pt x="228600" y="1885950"/>
                </a:lnTo>
                <a:close/>
                <a:moveTo>
                  <a:pt x="247650" y="1885950"/>
                </a:moveTo>
                <a:lnTo>
                  <a:pt x="257175" y="1885950"/>
                </a:lnTo>
                <a:lnTo>
                  <a:pt x="257175" y="1895475"/>
                </a:lnTo>
                <a:lnTo>
                  <a:pt x="247650" y="1895475"/>
                </a:lnTo>
                <a:close/>
                <a:moveTo>
                  <a:pt x="228600" y="1895475"/>
                </a:moveTo>
                <a:lnTo>
                  <a:pt x="238125" y="1895475"/>
                </a:lnTo>
                <a:lnTo>
                  <a:pt x="238125" y="1905000"/>
                </a:lnTo>
                <a:lnTo>
                  <a:pt x="228600" y="1905000"/>
                </a:lnTo>
                <a:close/>
                <a:moveTo>
                  <a:pt x="257175" y="1905000"/>
                </a:moveTo>
                <a:lnTo>
                  <a:pt x="276225" y="1905000"/>
                </a:lnTo>
                <a:lnTo>
                  <a:pt x="276225" y="1924050"/>
                </a:lnTo>
                <a:lnTo>
                  <a:pt x="266700" y="1924050"/>
                </a:lnTo>
                <a:lnTo>
                  <a:pt x="266700" y="1914525"/>
                </a:lnTo>
                <a:lnTo>
                  <a:pt x="257175" y="1914525"/>
                </a:lnTo>
                <a:close/>
                <a:moveTo>
                  <a:pt x="257175" y="1924050"/>
                </a:moveTo>
                <a:lnTo>
                  <a:pt x="266700" y="1924050"/>
                </a:lnTo>
                <a:lnTo>
                  <a:pt x="266700" y="1933575"/>
                </a:lnTo>
                <a:lnTo>
                  <a:pt x="257175" y="1933575"/>
                </a:lnTo>
                <a:close/>
                <a:moveTo>
                  <a:pt x="257175" y="1943100"/>
                </a:moveTo>
                <a:lnTo>
                  <a:pt x="266700" y="1943100"/>
                </a:lnTo>
                <a:lnTo>
                  <a:pt x="266700" y="1952625"/>
                </a:lnTo>
                <a:lnTo>
                  <a:pt x="257175" y="1952625"/>
                </a:lnTo>
                <a:close/>
                <a:moveTo>
                  <a:pt x="238125" y="1962150"/>
                </a:moveTo>
                <a:lnTo>
                  <a:pt x="247650" y="1962150"/>
                </a:lnTo>
                <a:lnTo>
                  <a:pt x="247650" y="1981200"/>
                </a:lnTo>
                <a:lnTo>
                  <a:pt x="238125" y="1981200"/>
                </a:lnTo>
                <a:close/>
                <a:moveTo>
                  <a:pt x="266700" y="1962150"/>
                </a:moveTo>
                <a:lnTo>
                  <a:pt x="276225" y="1962150"/>
                </a:lnTo>
                <a:lnTo>
                  <a:pt x="276225" y="1971675"/>
                </a:lnTo>
                <a:lnTo>
                  <a:pt x="266700" y="1971675"/>
                </a:lnTo>
                <a:close/>
                <a:moveTo>
                  <a:pt x="1704975" y="1971675"/>
                </a:moveTo>
                <a:lnTo>
                  <a:pt x="1714500" y="1971675"/>
                </a:lnTo>
                <a:lnTo>
                  <a:pt x="1714500" y="1981200"/>
                </a:lnTo>
                <a:lnTo>
                  <a:pt x="1704975" y="1981200"/>
                </a:lnTo>
                <a:close/>
                <a:moveTo>
                  <a:pt x="971550" y="1981200"/>
                </a:moveTo>
                <a:lnTo>
                  <a:pt x="981075" y="1981200"/>
                </a:lnTo>
                <a:lnTo>
                  <a:pt x="981075" y="1990725"/>
                </a:lnTo>
                <a:lnTo>
                  <a:pt x="971550" y="1990725"/>
                </a:lnTo>
                <a:close/>
                <a:moveTo>
                  <a:pt x="1038225" y="1990725"/>
                </a:moveTo>
                <a:lnTo>
                  <a:pt x="1047750" y="1990725"/>
                </a:lnTo>
                <a:lnTo>
                  <a:pt x="1047750" y="2019300"/>
                </a:lnTo>
                <a:lnTo>
                  <a:pt x="1038225" y="2019300"/>
                </a:lnTo>
                <a:close/>
                <a:moveTo>
                  <a:pt x="1704975" y="1990725"/>
                </a:moveTo>
                <a:lnTo>
                  <a:pt x="1714500" y="1990725"/>
                </a:lnTo>
                <a:lnTo>
                  <a:pt x="1714500" y="2000250"/>
                </a:lnTo>
                <a:lnTo>
                  <a:pt x="1704975" y="2000250"/>
                </a:lnTo>
                <a:close/>
                <a:moveTo>
                  <a:pt x="1676400" y="2028825"/>
                </a:moveTo>
                <a:lnTo>
                  <a:pt x="1685925" y="2028825"/>
                </a:lnTo>
                <a:lnTo>
                  <a:pt x="1685925" y="2038350"/>
                </a:lnTo>
                <a:lnTo>
                  <a:pt x="1676400" y="2038350"/>
                </a:lnTo>
                <a:close/>
                <a:moveTo>
                  <a:pt x="1524000" y="2047875"/>
                </a:moveTo>
                <a:lnTo>
                  <a:pt x="1552575" y="2047875"/>
                </a:lnTo>
                <a:lnTo>
                  <a:pt x="1552575" y="2057400"/>
                </a:lnTo>
                <a:lnTo>
                  <a:pt x="1524000" y="2057400"/>
                </a:lnTo>
                <a:close/>
                <a:moveTo>
                  <a:pt x="971550" y="2057400"/>
                </a:moveTo>
                <a:lnTo>
                  <a:pt x="981075" y="2057400"/>
                </a:lnTo>
                <a:lnTo>
                  <a:pt x="981075" y="2066925"/>
                </a:lnTo>
                <a:lnTo>
                  <a:pt x="971550" y="2066925"/>
                </a:lnTo>
                <a:close/>
                <a:moveTo>
                  <a:pt x="238125" y="2066925"/>
                </a:moveTo>
                <a:lnTo>
                  <a:pt x="257175" y="2066925"/>
                </a:lnTo>
                <a:lnTo>
                  <a:pt x="257175" y="2085975"/>
                </a:lnTo>
                <a:lnTo>
                  <a:pt x="276225" y="2085975"/>
                </a:lnTo>
                <a:lnTo>
                  <a:pt x="276225" y="2095500"/>
                </a:lnTo>
                <a:lnTo>
                  <a:pt x="285750" y="2095500"/>
                </a:lnTo>
                <a:lnTo>
                  <a:pt x="285750" y="2143125"/>
                </a:lnTo>
                <a:lnTo>
                  <a:pt x="276225" y="2143125"/>
                </a:lnTo>
                <a:lnTo>
                  <a:pt x="276225" y="2105025"/>
                </a:lnTo>
                <a:lnTo>
                  <a:pt x="257175" y="2105025"/>
                </a:lnTo>
                <a:lnTo>
                  <a:pt x="257175" y="2095500"/>
                </a:lnTo>
                <a:lnTo>
                  <a:pt x="238125" y="2095500"/>
                </a:lnTo>
                <a:close/>
                <a:moveTo>
                  <a:pt x="1285875" y="2066925"/>
                </a:moveTo>
                <a:lnTo>
                  <a:pt x="1314450" y="2066925"/>
                </a:lnTo>
                <a:lnTo>
                  <a:pt x="1314450" y="2076450"/>
                </a:lnTo>
                <a:lnTo>
                  <a:pt x="1285875" y="2076450"/>
                </a:lnTo>
                <a:close/>
                <a:moveTo>
                  <a:pt x="1171575" y="2076450"/>
                </a:moveTo>
                <a:lnTo>
                  <a:pt x="1181100" y="2076450"/>
                </a:lnTo>
                <a:lnTo>
                  <a:pt x="1181100" y="2085975"/>
                </a:lnTo>
                <a:lnTo>
                  <a:pt x="1171575" y="2085975"/>
                </a:lnTo>
                <a:close/>
                <a:moveTo>
                  <a:pt x="1466850" y="2095500"/>
                </a:moveTo>
                <a:lnTo>
                  <a:pt x="1476375" y="2095500"/>
                </a:lnTo>
                <a:lnTo>
                  <a:pt x="1476375" y="2105025"/>
                </a:lnTo>
                <a:lnTo>
                  <a:pt x="1466850" y="2105025"/>
                </a:lnTo>
                <a:close/>
                <a:moveTo>
                  <a:pt x="1514475" y="2095500"/>
                </a:moveTo>
                <a:lnTo>
                  <a:pt x="1524000" y="2095500"/>
                </a:lnTo>
                <a:lnTo>
                  <a:pt x="1524000" y="2105025"/>
                </a:lnTo>
                <a:lnTo>
                  <a:pt x="1514475" y="2105025"/>
                </a:lnTo>
                <a:close/>
                <a:moveTo>
                  <a:pt x="314325" y="2105025"/>
                </a:moveTo>
                <a:lnTo>
                  <a:pt x="323850" y="2105025"/>
                </a:lnTo>
                <a:lnTo>
                  <a:pt x="323850" y="2114550"/>
                </a:lnTo>
                <a:lnTo>
                  <a:pt x="314325" y="2114550"/>
                </a:lnTo>
                <a:close/>
                <a:moveTo>
                  <a:pt x="552450" y="2124075"/>
                </a:moveTo>
                <a:lnTo>
                  <a:pt x="561975" y="2124075"/>
                </a:lnTo>
                <a:lnTo>
                  <a:pt x="561975" y="2133600"/>
                </a:lnTo>
                <a:lnTo>
                  <a:pt x="552450" y="2133600"/>
                </a:lnTo>
                <a:close/>
                <a:moveTo>
                  <a:pt x="438150" y="2133600"/>
                </a:moveTo>
                <a:lnTo>
                  <a:pt x="457200" y="2133600"/>
                </a:lnTo>
                <a:lnTo>
                  <a:pt x="457200" y="2143125"/>
                </a:lnTo>
                <a:lnTo>
                  <a:pt x="438150" y="2143125"/>
                </a:lnTo>
                <a:close/>
                <a:moveTo>
                  <a:pt x="1200150" y="2133600"/>
                </a:moveTo>
                <a:lnTo>
                  <a:pt x="1228725" y="2133600"/>
                </a:lnTo>
                <a:lnTo>
                  <a:pt x="1228725" y="2143125"/>
                </a:lnTo>
                <a:lnTo>
                  <a:pt x="1219200" y="2143125"/>
                </a:lnTo>
                <a:lnTo>
                  <a:pt x="1219200" y="2152650"/>
                </a:lnTo>
                <a:lnTo>
                  <a:pt x="1209675" y="2152650"/>
                </a:lnTo>
                <a:lnTo>
                  <a:pt x="1209675" y="2143125"/>
                </a:lnTo>
                <a:lnTo>
                  <a:pt x="1200150" y="2143125"/>
                </a:lnTo>
                <a:close/>
                <a:moveTo>
                  <a:pt x="266700" y="2143125"/>
                </a:moveTo>
                <a:lnTo>
                  <a:pt x="276225" y="2143125"/>
                </a:lnTo>
                <a:lnTo>
                  <a:pt x="276225" y="2162175"/>
                </a:lnTo>
                <a:lnTo>
                  <a:pt x="266700" y="2162175"/>
                </a:lnTo>
                <a:close/>
                <a:moveTo>
                  <a:pt x="1619250" y="2152650"/>
                </a:moveTo>
                <a:lnTo>
                  <a:pt x="1628775" y="2152650"/>
                </a:lnTo>
                <a:lnTo>
                  <a:pt x="1628775" y="2162175"/>
                </a:lnTo>
                <a:lnTo>
                  <a:pt x="1619250" y="2162175"/>
                </a:lnTo>
                <a:close/>
                <a:moveTo>
                  <a:pt x="1676400" y="2162175"/>
                </a:moveTo>
                <a:lnTo>
                  <a:pt x="1724025" y="2162175"/>
                </a:lnTo>
                <a:lnTo>
                  <a:pt x="1724025" y="2171700"/>
                </a:lnTo>
                <a:lnTo>
                  <a:pt x="1733550" y="2171700"/>
                </a:lnTo>
                <a:lnTo>
                  <a:pt x="1733550" y="2181225"/>
                </a:lnTo>
                <a:lnTo>
                  <a:pt x="1743075" y="2181225"/>
                </a:lnTo>
                <a:lnTo>
                  <a:pt x="1743075" y="2190750"/>
                </a:lnTo>
                <a:lnTo>
                  <a:pt x="1733550" y="2190750"/>
                </a:lnTo>
                <a:lnTo>
                  <a:pt x="1733550" y="2200275"/>
                </a:lnTo>
                <a:lnTo>
                  <a:pt x="1704975" y="2200275"/>
                </a:lnTo>
                <a:lnTo>
                  <a:pt x="1704975" y="2181225"/>
                </a:lnTo>
                <a:lnTo>
                  <a:pt x="1695450" y="2181225"/>
                </a:lnTo>
                <a:lnTo>
                  <a:pt x="1695450" y="2190750"/>
                </a:lnTo>
                <a:lnTo>
                  <a:pt x="1685925" y="2190750"/>
                </a:lnTo>
                <a:lnTo>
                  <a:pt x="1685925" y="2181225"/>
                </a:lnTo>
                <a:lnTo>
                  <a:pt x="1676400" y="2181225"/>
                </a:lnTo>
                <a:close/>
                <a:moveTo>
                  <a:pt x="257175" y="2171700"/>
                </a:moveTo>
                <a:lnTo>
                  <a:pt x="266700" y="2171700"/>
                </a:lnTo>
                <a:lnTo>
                  <a:pt x="266700" y="2181225"/>
                </a:lnTo>
                <a:lnTo>
                  <a:pt x="257175" y="2181225"/>
                </a:lnTo>
                <a:close/>
                <a:moveTo>
                  <a:pt x="1743075" y="2190750"/>
                </a:moveTo>
                <a:lnTo>
                  <a:pt x="1762125" y="2190750"/>
                </a:lnTo>
                <a:lnTo>
                  <a:pt x="1762125" y="2209800"/>
                </a:lnTo>
                <a:lnTo>
                  <a:pt x="1752600" y="2209800"/>
                </a:lnTo>
                <a:lnTo>
                  <a:pt x="1752600" y="2219325"/>
                </a:lnTo>
                <a:lnTo>
                  <a:pt x="1743075" y="2219325"/>
                </a:lnTo>
                <a:lnTo>
                  <a:pt x="1743075" y="2228850"/>
                </a:lnTo>
                <a:lnTo>
                  <a:pt x="1724025" y="2228850"/>
                </a:lnTo>
                <a:lnTo>
                  <a:pt x="1724025" y="2238375"/>
                </a:lnTo>
                <a:lnTo>
                  <a:pt x="1704975" y="2238375"/>
                </a:lnTo>
                <a:lnTo>
                  <a:pt x="1704975" y="2247900"/>
                </a:lnTo>
                <a:lnTo>
                  <a:pt x="1676400" y="2247900"/>
                </a:lnTo>
                <a:lnTo>
                  <a:pt x="1676400" y="2238375"/>
                </a:lnTo>
                <a:lnTo>
                  <a:pt x="1685925" y="2238375"/>
                </a:lnTo>
                <a:lnTo>
                  <a:pt x="1685925" y="2228850"/>
                </a:lnTo>
                <a:lnTo>
                  <a:pt x="1695450" y="2228850"/>
                </a:lnTo>
                <a:lnTo>
                  <a:pt x="1695450" y="2209800"/>
                </a:lnTo>
                <a:lnTo>
                  <a:pt x="1743075" y="2209800"/>
                </a:lnTo>
                <a:close/>
                <a:moveTo>
                  <a:pt x="457200" y="2219325"/>
                </a:moveTo>
                <a:lnTo>
                  <a:pt x="476250" y="2219325"/>
                </a:lnTo>
                <a:lnTo>
                  <a:pt x="476250" y="2238375"/>
                </a:lnTo>
                <a:lnTo>
                  <a:pt x="485775" y="2238375"/>
                </a:lnTo>
                <a:lnTo>
                  <a:pt x="485775" y="2247900"/>
                </a:lnTo>
                <a:lnTo>
                  <a:pt x="514350" y="2247900"/>
                </a:lnTo>
                <a:lnTo>
                  <a:pt x="514350" y="2257425"/>
                </a:lnTo>
                <a:lnTo>
                  <a:pt x="504825" y="2257425"/>
                </a:lnTo>
                <a:lnTo>
                  <a:pt x="504825" y="2266950"/>
                </a:lnTo>
                <a:lnTo>
                  <a:pt x="495300" y="2266950"/>
                </a:lnTo>
                <a:lnTo>
                  <a:pt x="495300" y="2276475"/>
                </a:lnTo>
                <a:lnTo>
                  <a:pt x="485775" y="2276475"/>
                </a:lnTo>
                <a:lnTo>
                  <a:pt x="485775" y="2266950"/>
                </a:lnTo>
                <a:lnTo>
                  <a:pt x="476250" y="2266950"/>
                </a:lnTo>
                <a:lnTo>
                  <a:pt x="476250" y="2276475"/>
                </a:lnTo>
                <a:lnTo>
                  <a:pt x="457200" y="2276475"/>
                </a:lnTo>
                <a:lnTo>
                  <a:pt x="457200" y="2266950"/>
                </a:lnTo>
                <a:lnTo>
                  <a:pt x="447675" y="2266950"/>
                </a:lnTo>
                <a:lnTo>
                  <a:pt x="447675" y="2257425"/>
                </a:lnTo>
                <a:lnTo>
                  <a:pt x="457200" y="2257425"/>
                </a:lnTo>
                <a:lnTo>
                  <a:pt x="457200" y="2247900"/>
                </a:lnTo>
                <a:lnTo>
                  <a:pt x="447675" y="2247900"/>
                </a:lnTo>
                <a:lnTo>
                  <a:pt x="447675" y="2238375"/>
                </a:lnTo>
                <a:lnTo>
                  <a:pt x="457200" y="2238375"/>
                </a:lnTo>
                <a:close/>
                <a:moveTo>
                  <a:pt x="1543050" y="2219325"/>
                </a:moveTo>
                <a:lnTo>
                  <a:pt x="1552575" y="2219325"/>
                </a:lnTo>
                <a:lnTo>
                  <a:pt x="1552575" y="2238375"/>
                </a:lnTo>
                <a:lnTo>
                  <a:pt x="1543050" y="2238375"/>
                </a:lnTo>
                <a:close/>
                <a:moveTo>
                  <a:pt x="1038225" y="2238375"/>
                </a:moveTo>
                <a:lnTo>
                  <a:pt x="1047750" y="2238375"/>
                </a:lnTo>
                <a:lnTo>
                  <a:pt x="1047750" y="2266950"/>
                </a:lnTo>
                <a:lnTo>
                  <a:pt x="1019175" y="2266950"/>
                </a:lnTo>
                <a:lnTo>
                  <a:pt x="1019175" y="2276475"/>
                </a:lnTo>
                <a:lnTo>
                  <a:pt x="1000125" y="2276475"/>
                </a:lnTo>
                <a:lnTo>
                  <a:pt x="1000125" y="2266950"/>
                </a:lnTo>
                <a:lnTo>
                  <a:pt x="1009650" y="2266950"/>
                </a:lnTo>
                <a:lnTo>
                  <a:pt x="1009650" y="2257425"/>
                </a:lnTo>
                <a:lnTo>
                  <a:pt x="1028700" y="2257425"/>
                </a:lnTo>
                <a:lnTo>
                  <a:pt x="1028700" y="2247900"/>
                </a:lnTo>
                <a:lnTo>
                  <a:pt x="1038225" y="2247900"/>
                </a:lnTo>
                <a:close/>
                <a:moveTo>
                  <a:pt x="1647825" y="2238375"/>
                </a:moveTo>
                <a:lnTo>
                  <a:pt x="1666875" y="2238375"/>
                </a:lnTo>
                <a:lnTo>
                  <a:pt x="1666875" y="2247900"/>
                </a:lnTo>
                <a:lnTo>
                  <a:pt x="1647825" y="2247900"/>
                </a:lnTo>
                <a:close/>
                <a:moveTo>
                  <a:pt x="257175" y="2247900"/>
                </a:moveTo>
                <a:lnTo>
                  <a:pt x="266700" y="2247900"/>
                </a:lnTo>
                <a:lnTo>
                  <a:pt x="266700" y="2257425"/>
                </a:lnTo>
                <a:lnTo>
                  <a:pt x="257175" y="2257425"/>
                </a:lnTo>
                <a:close/>
                <a:moveTo>
                  <a:pt x="523875" y="2247900"/>
                </a:moveTo>
                <a:lnTo>
                  <a:pt x="571500" y="2247900"/>
                </a:lnTo>
                <a:lnTo>
                  <a:pt x="571500" y="2257425"/>
                </a:lnTo>
                <a:lnTo>
                  <a:pt x="523875" y="2257425"/>
                </a:lnTo>
                <a:close/>
                <a:moveTo>
                  <a:pt x="933450" y="2247900"/>
                </a:moveTo>
                <a:lnTo>
                  <a:pt x="942975" y="2247900"/>
                </a:lnTo>
                <a:lnTo>
                  <a:pt x="942975" y="2257425"/>
                </a:lnTo>
                <a:lnTo>
                  <a:pt x="933450" y="2257425"/>
                </a:lnTo>
                <a:close/>
                <a:moveTo>
                  <a:pt x="971550" y="2247900"/>
                </a:moveTo>
                <a:lnTo>
                  <a:pt x="990600" y="2247900"/>
                </a:lnTo>
                <a:lnTo>
                  <a:pt x="990600" y="2266950"/>
                </a:lnTo>
                <a:lnTo>
                  <a:pt x="971550" y="2266950"/>
                </a:lnTo>
                <a:close/>
                <a:moveTo>
                  <a:pt x="266700" y="2257425"/>
                </a:moveTo>
                <a:lnTo>
                  <a:pt x="276225" y="2257425"/>
                </a:lnTo>
                <a:lnTo>
                  <a:pt x="276225" y="2266950"/>
                </a:lnTo>
                <a:lnTo>
                  <a:pt x="266700" y="2266950"/>
                </a:lnTo>
                <a:close/>
                <a:moveTo>
                  <a:pt x="571500" y="2257425"/>
                </a:moveTo>
                <a:lnTo>
                  <a:pt x="600075" y="2257425"/>
                </a:lnTo>
                <a:lnTo>
                  <a:pt x="600075" y="2266950"/>
                </a:lnTo>
                <a:lnTo>
                  <a:pt x="609600" y="2266950"/>
                </a:lnTo>
                <a:lnTo>
                  <a:pt x="609600" y="2276475"/>
                </a:lnTo>
                <a:lnTo>
                  <a:pt x="571500" y="2276475"/>
                </a:lnTo>
                <a:close/>
                <a:moveTo>
                  <a:pt x="247650" y="2266950"/>
                </a:moveTo>
                <a:lnTo>
                  <a:pt x="257175" y="2266950"/>
                </a:lnTo>
                <a:lnTo>
                  <a:pt x="257175" y="2276475"/>
                </a:lnTo>
                <a:lnTo>
                  <a:pt x="247650" y="2276475"/>
                </a:lnTo>
                <a:close/>
                <a:moveTo>
                  <a:pt x="285750" y="2266950"/>
                </a:moveTo>
                <a:lnTo>
                  <a:pt x="295275" y="2266950"/>
                </a:lnTo>
                <a:lnTo>
                  <a:pt x="295275" y="2276475"/>
                </a:lnTo>
                <a:lnTo>
                  <a:pt x="285750" y="2276475"/>
                </a:lnTo>
                <a:close/>
                <a:moveTo>
                  <a:pt x="942975" y="2266950"/>
                </a:moveTo>
                <a:lnTo>
                  <a:pt x="962025" y="2266950"/>
                </a:lnTo>
                <a:lnTo>
                  <a:pt x="962025" y="2286000"/>
                </a:lnTo>
                <a:lnTo>
                  <a:pt x="942975" y="2286000"/>
                </a:lnTo>
                <a:close/>
                <a:moveTo>
                  <a:pt x="295275" y="2276475"/>
                </a:moveTo>
                <a:lnTo>
                  <a:pt x="304800" y="2276475"/>
                </a:lnTo>
                <a:lnTo>
                  <a:pt x="304800" y="2286000"/>
                </a:lnTo>
                <a:lnTo>
                  <a:pt x="295275" y="2286000"/>
                </a:lnTo>
                <a:close/>
                <a:moveTo>
                  <a:pt x="304800" y="2286000"/>
                </a:moveTo>
                <a:lnTo>
                  <a:pt x="314325" y="2286000"/>
                </a:lnTo>
                <a:lnTo>
                  <a:pt x="314325" y="2295525"/>
                </a:lnTo>
                <a:lnTo>
                  <a:pt x="323850" y="2295525"/>
                </a:lnTo>
                <a:lnTo>
                  <a:pt x="323850" y="2305050"/>
                </a:lnTo>
                <a:lnTo>
                  <a:pt x="314325" y="2305050"/>
                </a:lnTo>
                <a:lnTo>
                  <a:pt x="314325" y="2324100"/>
                </a:lnTo>
                <a:lnTo>
                  <a:pt x="304800" y="2324100"/>
                </a:lnTo>
                <a:lnTo>
                  <a:pt x="304800" y="2352675"/>
                </a:lnTo>
                <a:lnTo>
                  <a:pt x="314325" y="2352675"/>
                </a:lnTo>
                <a:lnTo>
                  <a:pt x="314325" y="2343150"/>
                </a:lnTo>
                <a:lnTo>
                  <a:pt x="323850" y="2343150"/>
                </a:lnTo>
                <a:lnTo>
                  <a:pt x="323850" y="2352675"/>
                </a:lnTo>
                <a:lnTo>
                  <a:pt x="342900" y="2352675"/>
                </a:lnTo>
                <a:lnTo>
                  <a:pt x="342900" y="2362200"/>
                </a:lnTo>
                <a:lnTo>
                  <a:pt x="295275" y="2362200"/>
                </a:lnTo>
                <a:lnTo>
                  <a:pt x="295275" y="2324100"/>
                </a:lnTo>
                <a:lnTo>
                  <a:pt x="285750" y="2324100"/>
                </a:lnTo>
                <a:lnTo>
                  <a:pt x="285750" y="2305050"/>
                </a:lnTo>
                <a:lnTo>
                  <a:pt x="304800" y="2305050"/>
                </a:lnTo>
                <a:close/>
                <a:moveTo>
                  <a:pt x="885825" y="2286000"/>
                </a:moveTo>
                <a:lnTo>
                  <a:pt x="895350" y="2286000"/>
                </a:lnTo>
                <a:lnTo>
                  <a:pt x="895350" y="2295525"/>
                </a:lnTo>
                <a:lnTo>
                  <a:pt x="885825" y="2295525"/>
                </a:lnTo>
                <a:close/>
                <a:moveTo>
                  <a:pt x="1514475" y="2286000"/>
                </a:moveTo>
                <a:lnTo>
                  <a:pt x="1524000" y="2286000"/>
                </a:lnTo>
                <a:lnTo>
                  <a:pt x="1524000" y="2295525"/>
                </a:lnTo>
                <a:lnTo>
                  <a:pt x="1514475" y="2295525"/>
                </a:lnTo>
                <a:close/>
                <a:moveTo>
                  <a:pt x="342900" y="2295525"/>
                </a:moveTo>
                <a:lnTo>
                  <a:pt x="352425" y="2295525"/>
                </a:lnTo>
                <a:lnTo>
                  <a:pt x="352425" y="2324100"/>
                </a:lnTo>
                <a:lnTo>
                  <a:pt x="342900" y="2324100"/>
                </a:lnTo>
                <a:close/>
                <a:moveTo>
                  <a:pt x="857250" y="2295525"/>
                </a:moveTo>
                <a:lnTo>
                  <a:pt x="866775" y="2295525"/>
                </a:lnTo>
                <a:lnTo>
                  <a:pt x="866775" y="2305050"/>
                </a:lnTo>
                <a:lnTo>
                  <a:pt x="857250" y="2305050"/>
                </a:lnTo>
                <a:close/>
                <a:moveTo>
                  <a:pt x="971550" y="2295525"/>
                </a:moveTo>
                <a:lnTo>
                  <a:pt x="981075" y="2295525"/>
                </a:lnTo>
                <a:lnTo>
                  <a:pt x="981075" y="2314575"/>
                </a:lnTo>
                <a:lnTo>
                  <a:pt x="962025" y="2314575"/>
                </a:lnTo>
                <a:lnTo>
                  <a:pt x="962025" y="2305050"/>
                </a:lnTo>
                <a:lnTo>
                  <a:pt x="971550" y="2305050"/>
                </a:lnTo>
                <a:close/>
                <a:moveTo>
                  <a:pt x="1447800" y="2295525"/>
                </a:moveTo>
                <a:lnTo>
                  <a:pt x="1457325" y="2295525"/>
                </a:lnTo>
                <a:lnTo>
                  <a:pt x="1457325" y="2305050"/>
                </a:lnTo>
                <a:lnTo>
                  <a:pt x="1447800" y="2305050"/>
                </a:lnTo>
                <a:close/>
                <a:moveTo>
                  <a:pt x="1076325" y="2305050"/>
                </a:moveTo>
                <a:lnTo>
                  <a:pt x="1085850" y="2305050"/>
                </a:lnTo>
                <a:lnTo>
                  <a:pt x="1085850" y="2324100"/>
                </a:lnTo>
                <a:lnTo>
                  <a:pt x="1076325" y="2324100"/>
                </a:lnTo>
                <a:close/>
                <a:moveTo>
                  <a:pt x="1524000" y="2305050"/>
                </a:moveTo>
                <a:lnTo>
                  <a:pt x="1533525" y="2305050"/>
                </a:lnTo>
                <a:lnTo>
                  <a:pt x="1533525" y="2324100"/>
                </a:lnTo>
                <a:lnTo>
                  <a:pt x="1524000" y="2324100"/>
                </a:lnTo>
                <a:close/>
                <a:moveTo>
                  <a:pt x="1638300" y="2305050"/>
                </a:moveTo>
                <a:lnTo>
                  <a:pt x="1666875" y="2305050"/>
                </a:lnTo>
                <a:lnTo>
                  <a:pt x="1666875" y="2314575"/>
                </a:lnTo>
                <a:lnTo>
                  <a:pt x="1638300" y="2314575"/>
                </a:lnTo>
                <a:close/>
                <a:moveTo>
                  <a:pt x="714375" y="2314575"/>
                </a:moveTo>
                <a:lnTo>
                  <a:pt x="723900" y="2314575"/>
                </a:lnTo>
                <a:lnTo>
                  <a:pt x="723900" y="2324100"/>
                </a:lnTo>
                <a:lnTo>
                  <a:pt x="714375" y="2324100"/>
                </a:lnTo>
                <a:close/>
                <a:moveTo>
                  <a:pt x="1790700" y="2314575"/>
                </a:moveTo>
                <a:lnTo>
                  <a:pt x="1800225" y="2314575"/>
                </a:lnTo>
                <a:lnTo>
                  <a:pt x="1800225" y="2324100"/>
                </a:lnTo>
                <a:lnTo>
                  <a:pt x="1790700" y="2324100"/>
                </a:lnTo>
                <a:close/>
                <a:moveTo>
                  <a:pt x="352425" y="2324100"/>
                </a:moveTo>
                <a:lnTo>
                  <a:pt x="361950" y="2324100"/>
                </a:lnTo>
                <a:lnTo>
                  <a:pt x="361950" y="2333625"/>
                </a:lnTo>
                <a:lnTo>
                  <a:pt x="352425" y="2333625"/>
                </a:lnTo>
                <a:close/>
                <a:moveTo>
                  <a:pt x="390525" y="2333625"/>
                </a:moveTo>
                <a:lnTo>
                  <a:pt x="409575" y="2333625"/>
                </a:lnTo>
                <a:lnTo>
                  <a:pt x="409575" y="2352675"/>
                </a:lnTo>
                <a:lnTo>
                  <a:pt x="400050" y="2352675"/>
                </a:lnTo>
                <a:lnTo>
                  <a:pt x="400050" y="2362200"/>
                </a:lnTo>
                <a:lnTo>
                  <a:pt x="371475" y="2362200"/>
                </a:lnTo>
                <a:lnTo>
                  <a:pt x="371475" y="2352675"/>
                </a:lnTo>
                <a:lnTo>
                  <a:pt x="352425" y="2352675"/>
                </a:lnTo>
                <a:lnTo>
                  <a:pt x="352425" y="2343150"/>
                </a:lnTo>
                <a:lnTo>
                  <a:pt x="371475" y="2343150"/>
                </a:lnTo>
                <a:lnTo>
                  <a:pt x="371475" y="2352675"/>
                </a:lnTo>
                <a:lnTo>
                  <a:pt x="390525" y="2352675"/>
                </a:lnTo>
                <a:close/>
                <a:moveTo>
                  <a:pt x="666750" y="2333625"/>
                </a:moveTo>
                <a:lnTo>
                  <a:pt x="676275" y="2333625"/>
                </a:lnTo>
                <a:lnTo>
                  <a:pt x="676275" y="2343150"/>
                </a:lnTo>
                <a:lnTo>
                  <a:pt x="685800" y="2343150"/>
                </a:lnTo>
                <a:lnTo>
                  <a:pt x="685800" y="2333625"/>
                </a:lnTo>
                <a:lnTo>
                  <a:pt x="695325" y="2333625"/>
                </a:lnTo>
                <a:lnTo>
                  <a:pt x="695325" y="2343150"/>
                </a:lnTo>
                <a:lnTo>
                  <a:pt x="704850" y="2343150"/>
                </a:lnTo>
                <a:lnTo>
                  <a:pt x="704850" y="2362200"/>
                </a:lnTo>
                <a:lnTo>
                  <a:pt x="685800" y="2362200"/>
                </a:lnTo>
                <a:lnTo>
                  <a:pt x="685800" y="2352675"/>
                </a:lnTo>
                <a:lnTo>
                  <a:pt x="619125" y="2352675"/>
                </a:lnTo>
                <a:lnTo>
                  <a:pt x="619125" y="2343150"/>
                </a:lnTo>
                <a:lnTo>
                  <a:pt x="666750" y="2343150"/>
                </a:lnTo>
                <a:close/>
                <a:moveTo>
                  <a:pt x="1266825" y="2333625"/>
                </a:moveTo>
                <a:lnTo>
                  <a:pt x="1276350" y="2333625"/>
                </a:lnTo>
                <a:lnTo>
                  <a:pt x="1276350" y="2343150"/>
                </a:lnTo>
                <a:lnTo>
                  <a:pt x="1266825" y="2343150"/>
                </a:lnTo>
                <a:close/>
                <a:moveTo>
                  <a:pt x="581025" y="2343150"/>
                </a:moveTo>
                <a:lnTo>
                  <a:pt x="600075" y="2343150"/>
                </a:lnTo>
                <a:lnTo>
                  <a:pt x="600075" y="2352675"/>
                </a:lnTo>
                <a:lnTo>
                  <a:pt x="619125" y="2352675"/>
                </a:lnTo>
                <a:lnTo>
                  <a:pt x="619125" y="2362200"/>
                </a:lnTo>
                <a:lnTo>
                  <a:pt x="609600" y="2362200"/>
                </a:lnTo>
                <a:lnTo>
                  <a:pt x="609600" y="2371725"/>
                </a:lnTo>
                <a:lnTo>
                  <a:pt x="590550" y="2371725"/>
                </a:lnTo>
                <a:lnTo>
                  <a:pt x="590550" y="2362200"/>
                </a:lnTo>
                <a:lnTo>
                  <a:pt x="581025" y="2362200"/>
                </a:lnTo>
                <a:close/>
                <a:moveTo>
                  <a:pt x="257175" y="2352675"/>
                </a:moveTo>
                <a:lnTo>
                  <a:pt x="266700" y="2352675"/>
                </a:lnTo>
                <a:lnTo>
                  <a:pt x="266700" y="2362200"/>
                </a:lnTo>
                <a:lnTo>
                  <a:pt x="257175" y="2362200"/>
                </a:lnTo>
                <a:close/>
                <a:moveTo>
                  <a:pt x="352425" y="2362200"/>
                </a:moveTo>
                <a:lnTo>
                  <a:pt x="361950" y="2362200"/>
                </a:lnTo>
                <a:lnTo>
                  <a:pt x="361950" y="2371725"/>
                </a:lnTo>
                <a:lnTo>
                  <a:pt x="352425" y="2371725"/>
                </a:lnTo>
                <a:close/>
                <a:moveTo>
                  <a:pt x="381000" y="2371725"/>
                </a:moveTo>
                <a:lnTo>
                  <a:pt x="400050" y="2371725"/>
                </a:lnTo>
                <a:lnTo>
                  <a:pt x="400050" y="2381250"/>
                </a:lnTo>
                <a:lnTo>
                  <a:pt x="381000" y="2381250"/>
                </a:lnTo>
                <a:close/>
                <a:moveTo>
                  <a:pt x="1200150" y="2371725"/>
                </a:moveTo>
                <a:lnTo>
                  <a:pt x="1209675" y="2371725"/>
                </a:lnTo>
                <a:lnTo>
                  <a:pt x="1209675" y="2381250"/>
                </a:lnTo>
                <a:lnTo>
                  <a:pt x="1200150" y="2381250"/>
                </a:lnTo>
                <a:close/>
                <a:moveTo>
                  <a:pt x="847725" y="2390775"/>
                </a:moveTo>
                <a:lnTo>
                  <a:pt x="857250" y="2390775"/>
                </a:lnTo>
                <a:lnTo>
                  <a:pt x="857250" y="2400300"/>
                </a:lnTo>
                <a:lnTo>
                  <a:pt x="847725" y="2400300"/>
                </a:lnTo>
                <a:close/>
                <a:moveTo>
                  <a:pt x="1114425" y="2390775"/>
                </a:moveTo>
                <a:lnTo>
                  <a:pt x="1123950" y="2390775"/>
                </a:lnTo>
                <a:lnTo>
                  <a:pt x="1123950" y="2400300"/>
                </a:lnTo>
                <a:lnTo>
                  <a:pt x="1114425" y="2400300"/>
                </a:lnTo>
                <a:close/>
                <a:moveTo>
                  <a:pt x="371475" y="2428875"/>
                </a:moveTo>
                <a:lnTo>
                  <a:pt x="381000" y="2428875"/>
                </a:lnTo>
                <a:lnTo>
                  <a:pt x="381000" y="2438400"/>
                </a:lnTo>
                <a:lnTo>
                  <a:pt x="371475" y="2438400"/>
                </a:lnTo>
                <a:close/>
                <a:moveTo>
                  <a:pt x="638175" y="2428875"/>
                </a:moveTo>
                <a:lnTo>
                  <a:pt x="657225" y="2428875"/>
                </a:lnTo>
                <a:lnTo>
                  <a:pt x="657225" y="2438400"/>
                </a:lnTo>
                <a:lnTo>
                  <a:pt x="638175" y="2438400"/>
                </a:lnTo>
                <a:close/>
                <a:moveTo>
                  <a:pt x="504825" y="2476500"/>
                </a:moveTo>
                <a:lnTo>
                  <a:pt x="514350" y="2476500"/>
                </a:lnTo>
                <a:lnTo>
                  <a:pt x="514350" y="2486025"/>
                </a:lnTo>
                <a:lnTo>
                  <a:pt x="504825" y="2486025"/>
                </a:lnTo>
                <a:close/>
                <a:moveTo>
                  <a:pt x="685800" y="2486025"/>
                </a:moveTo>
                <a:lnTo>
                  <a:pt x="695325" y="2486025"/>
                </a:lnTo>
                <a:lnTo>
                  <a:pt x="695325" y="2505075"/>
                </a:lnTo>
                <a:lnTo>
                  <a:pt x="676275" y="2505075"/>
                </a:lnTo>
                <a:lnTo>
                  <a:pt x="676275" y="2495550"/>
                </a:lnTo>
                <a:lnTo>
                  <a:pt x="685800" y="2495550"/>
                </a:lnTo>
                <a:close/>
                <a:moveTo>
                  <a:pt x="828675" y="2486025"/>
                </a:moveTo>
                <a:lnTo>
                  <a:pt x="838200" y="2486025"/>
                </a:lnTo>
                <a:lnTo>
                  <a:pt x="838200" y="2495550"/>
                </a:lnTo>
                <a:lnTo>
                  <a:pt x="828675" y="2495550"/>
                </a:lnTo>
                <a:close/>
                <a:moveTo>
                  <a:pt x="1057275" y="2486025"/>
                </a:moveTo>
                <a:lnTo>
                  <a:pt x="1143000" y="2486025"/>
                </a:lnTo>
                <a:lnTo>
                  <a:pt x="1143000" y="2495550"/>
                </a:lnTo>
                <a:lnTo>
                  <a:pt x="1133475" y="2495550"/>
                </a:lnTo>
                <a:lnTo>
                  <a:pt x="1133475" y="2505075"/>
                </a:lnTo>
                <a:lnTo>
                  <a:pt x="1123950" y="2505075"/>
                </a:lnTo>
                <a:lnTo>
                  <a:pt x="1123950" y="2495550"/>
                </a:lnTo>
                <a:lnTo>
                  <a:pt x="1095375" y="2495550"/>
                </a:lnTo>
                <a:lnTo>
                  <a:pt x="1095375" y="2505075"/>
                </a:lnTo>
                <a:lnTo>
                  <a:pt x="1066800" y="2505075"/>
                </a:lnTo>
                <a:lnTo>
                  <a:pt x="1066800" y="2514600"/>
                </a:lnTo>
                <a:lnTo>
                  <a:pt x="1057275" y="2514600"/>
                </a:lnTo>
                <a:close/>
                <a:moveTo>
                  <a:pt x="571500" y="2495550"/>
                </a:moveTo>
                <a:lnTo>
                  <a:pt x="581025" y="2495550"/>
                </a:lnTo>
                <a:lnTo>
                  <a:pt x="581025" y="2514600"/>
                </a:lnTo>
                <a:lnTo>
                  <a:pt x="571500" y="2514600"/>
                </a:lnTo>
                <a:close/>
                <a:moveTo>
                  <a:pt x="285750" y="2505075"/>
                </a:moveTo>
                <a:lnTo>
                  <a:pt x="295275" y="2505075"/>
                </a:lnTo>
                <a:lnTo>
                  <a:pt x="295275" y="2552700"/>
                </a:lnTo>
                <a:lnTo>
                  <a:pt x="285750" y="2552700"/>
                </a:lnTo>
                <a:lnTo>
                  <a:pt x="285750" y="2562225"/>
                </a:lnTo>
                <a:lnTo>
                  <a:pt x="276225" y="2562225"/>
                </a:lnTo>
                <a:lnTo>
                  <a:pt x="276225" y="2514600"/>
                </a:lnTo>
                <a:lnTo>
                  <a:pt x="285750" y="2514600"/>
                </a:lnTo>
                <a:close/>
                <a:moveTo>
                  <a:pt x="552450" y="2505075"/>
                </a:moveTo>
                <a:lnTo>
                  <a:pt x="561975" y="2505075"/>
                </a:lnTo>
                <a:lnTo>
                  <a:pt x="561975" y="2524125"/>
                </a:lnTo>
                <a:lnTo>
                  <a:pt x="552450" y="2524125"/>
                </a:lnTo>
                <a:close/>
                <a:moveTo>
                  <a:pt x="1133475" y="2505075"/>
                </a:moveTo>
                <a:lnTo>
                  <a:pt x="1143000" y="2505075"/>
                </a:lnTo>
                <a:lnTo>
                  <a:pt x="1143000" y="2514600"/>
                </a:lnTo>
                <a:lnTo>
                  <a:pt x="1133475" y="2514600"/>
                </a:lnTo>
                <a:close/>
                <a:moveTo>
                  <a:pt x="1809750" y="2505075"/>
                </a:moveTo>
                <a:lnTo>
                  <a:pt x="1828800" y="2505075"/>
                </a:lnTo>
                <a:lnTo>
                  <a:pt x="1828800" y="2514600"/>
                </a:lnTo>
                <a:lnTo>
                  <a:pt x="1809750" y="2514600"/>
                </a:lnTo>
                <a:close/>
                <a:moveTo>
                  <a:pt x="447675" y="2514600"/>
                </a:moveTo>
                <a:lnTo>
                  <a:pt x="457200" y="2514600"/>
                </a:lnTo>
                <a:lnTo>
                  <a:pt x="457200" y="2524125"/>
                </a:lnTo>
                <a:lnTo>
                  <a:pt x="447675" y="2524125"/>
                </a:lnTo>
                <a:close/>
                <a:moveTo>
                  <a:pt x="1143000" y="2514600"/>
                </a:moveTo>
                <a:lnTo>
                  <a:pt x="1152525" y="2514600"/>
                </a:lnTo>
                <a:lnTo>
                  <a:pt x="1152525" y="2524125"/>
                </a:lnTo>
                <a:lnTo>
                  <a:pt x="1162050" y="2524125"/>
                </a:lnTo>
                <a:lnTo>
                  <a:pt x="1162050" y="2533650"/>
                </a:lnTo>
                <a:lnTo>
                  <a:pt x="1171575" y="2533650"/>
                </a:lnTo>
                <a:lnTo>
                  <a:pt x="1171575" y="2543175"/>
                </a:lnTo>
                <a:lnTo>
                  <a:pt x="1162050" y="2543175"/>
                </a:lnTo>
                <a:lnTo>
                  <a:pt x="1162050" y="2552700"/>
                </a:lnTo>
                <a:lnTo>
                  <a:pt x="1152525" y="2552700"/>
                </a:lnTo>
                <a:lnTo>
                  <a:pt x="1152525" y="2571750"/>
                </a:lnTo>
                <a:lnTo>
                  <a:pt x="1123950" y="2571750"/>
                </a:lnTo>
                <a:lnTo>
                  <a:pt x="1123950" y="2543175"/>
                </a:lnTo>
                <a:lnTo>
                  <a:pt x="1133475" y="2543175"/>
                </a:lnTo>
                <a:lnTo>
                  <a:pt x="1133475" y="2533650"/>
                </a:lnTo>
                <a:lnTo>
                  <a:pt x="1143000" y="2533650"/>
                </a:lnTo>
                <a:close/>
                <a:moveTo>
                  <a:pt x="714375" y="2524125"/>
                </a:moveTo>
                <a:lnTo>
                  <a:pt x="742950" y="2524125"/>
                </a:lnTo>
                <a:lnTo>
                  <a:pt x="742950" y="2533650"/>
                </a:lnTo>
                <a:lnTo>
                  <a:pt x="752475" y="2533650"/>
                </a:lnTo>
                <a:lnTo>
                  <a:pt x="752475" y="2552700"/>
                </a:lnTo>
                <a:lnTo>
                  <a:pt x="733425" y="2552700"/>
                </a:lnTo>
                <a:lnTo>
                  <a:pt x="733425" y="2562225"/>
                </a:lnTo>
                <a:lnTo>
                  <a:pt x="723900" y="2562225"/>
                </a:lnTo>
                <a:lnTo>
                  <a:pt x="723900" y="2552700"/>
                </a:lnTo>
                <a:lnTo>
                  <a:pt x="714375" y="2552700"/>
                </a:lnTo>
                <a:close/>
                <a:moveTo>
                  <a:pt x="495300" y="2543175"/>
                </a:moveTo>
                <a:lnTo>
                  <a:pt x="523875" y="2543175"/>
                </a:lnTo>
                <a:lnTo>
                  <a:pt x="523875" y="2562225"/>
                </a:lnTo>
                <a:lnTo>
                  <a:pt x="514350" y="2562225"/>
                </a:lnTo>
                <a:lnTo>
                  <a:pt x="514350" y="2571750"/>
                </a:lnTo>
                <a:lnTo>
                  <a:pt x="485775" y="2571750"/>
                </a:lnTo>
                <a:lnTo>
                  <a:pt x="485775" y="2552700"/>
                </a:lnTo>
                <a:lnTo>
                  <a:pt x="495300" y="2552700"/>
                </a:lnTo>
                <a:close/>
                <a:moveTo>
                  <a:pt x="628650" y="2543175"/>
                </a:moveTo>
                <a:lnTo>
                  <a:pt x="638175" y="2543175"/>
                </a:lnTo>
                <a:lnTo>
                  <a:pt x="638175" y="2552700"/>
                </a:lnTo>
                <a:lnTo>
                  <a:pt x="647700" y="2552700"/>
                </a:lnTo>
                <a:lnTo>
                  <a:pt x="647700" y="2562225"/>
                </a:lnTo>
                <a:lnTo>
                  <a:pt x="638175" y="2562225"/>
                </a:lnTo>
                <a:lnTo>
                  <a:pt x="638175" y="2581275"/>
                </a:lnTo>
                <a:lnTo>
                  <a:pt x="619125" y="2581275"/>
                </a:lnTo>
                <a:lnTo>
                  <a:pt x="619125" y="2590800"/>
                </a:lnTo>
                <a:lnTo>
                  <a:pt x="609600" y="2590800"/>
                </a:lnTo>
                <a:lnTo>
                  <a:pt x="609600" y="2600325"/>
                </a:lnTo>
                <a:lnTo>
                  <a:pt x="600075" y="2600325"/>
                </a:lnTo>
                <a:lnTo>
                  <a:pt x="600075" y="2590800"/>
                </a:lnTo>
                <a:lnTo>
                  <a:pt x="581025" y="2590800"/>
                </a:lnTo>
                <a:lnTo>
                  <a:pt x="581025" y="2581275"/>
                </a:lnTo>
                <a:lnTo>
                  <a:pt x="561975" y="2581275"/>
                </a:lnTo>
                <a:lnTo>
                  <a:pt x="561975" y="2571750"/>
                </a:lnTo>
                <a:lnTo>
                  <a:pt x="590550" y="2571750"/>
                </a:lnTo>
                <a:lnTo>
                  <a:pt x="590550" y="2562225"/>
                </a:lnTo>
                <a:lnTo>
                  <a:pt x="581025" y="2562225"/>
                </a:lnTo>
                <a:lnTo>
                  <a:pt x="581025" y="2552700"/>
                </a:lnTo>
                <a:lnTo>
                  <a:pt x="600075" y="2552700"/>
                </a:lnTo>
                <a:lnTo>
                  <a:pt x="600075" y="2562225"/>
                </a:lnTo>
                <a:lnTo>
                  <a:pt x="609600" y="2562225"/>
                </a:lnTo>
                <a:lnTo>
                  <a:pt x="609600" y="2552700"/>
                </a:lnTo>
                <a:lnTo>
                  <a:pt x="628650" y="2552700"/>
                </a:lnTo>
                <a:close/>
                <a:moveTo>
                  <a:pt x="295275" y="2552700"/>
                </a:moveTo>
                <a:lnTo>
                  <a:pt x="314325" y="2552700"/>
                </a:lnTo>
                <a:lnTo>
                  <a:pt x="314325" y="2581275"/>
                </a:lnTo>
                <a:lnTo>
                  <a:pt x="304800" y="2581275"/>
                </a:lnTo>
                <a:lnTo>
                  <a:pt x="304800" y="2619375"/>
                </a:lnTo>
                <a:lnTo>
                  <a:pt x="295275" y="2619375"/>
                </a:lnTo>
                <a:lnTo>
                  <a:pt x="295275" y="2609850"/>
                </a:lnTo>
                <a:lnTo>
                  <a:pt x="285750" y="2609850"/>
                </a:lnTo>
                <a:lnTo>
                  <a:pt x="285750" y="2581275"/>
                </a:lnTo>
                <a:lnTo>
                  <a:pt x="295275" y="2581275"/>
                </a:lnTo>
                <a:lnTo>
                  <a:pt x="295275" y="2571750"/>
                </a:lnTo>
                <a:lnTo>
                  <a:pt x="304800" y="2571750"/>
                </a:lnTo>
                <a:lnTo>
                  <a:pt x="304800" y="2562225"/>
                </a:lnTo>
                <a:lnTo>
                  <a:pt x="295275" y="2562225"/>
                </a:lnTo>
                <a:close/>
                <a:moveTo>
                  <a:pt x="857250" y="2571750"/>
                </a:moveTo>
                <a:lnTo>
                  <a:pt x="866775" y="2571750"/>
                </a:lnTo>
                <a:lnTo>
                  <a:pt x="866775" y="2581275"/>
                </a:lnTo>
                <a:lnTo>
                  <a:pt x="857250" y="2581275"/>
                </a:lnTo>
                <a:close/>
                <a:moveTo>
                  <a:pt x="1676400" y="2571750"/>
                </a:moveTo>
                <a:lnTo>
                  <a:pt x="1685925" y="2571750"/>
                </a:lnTo>
                <a:lnTo>
                  <a:pt x="1685925" y="2581275"/>
                </a:lnTo>
                <a:lnTo>
                  <a:pt x="1676400" y="2581275"/>
                </a:lnTo>
                <a:close/>
                <a:moveTo>
                  <a:pt x="1209675" y="2581275"/>
                </a:moveTo>
                <a:lnTo>
                  <a:pt x="1219200" y="2581275"/>
                </a:lnTo>
                <a:lnTo>
                  <a:pt x="1219200" y="2590800"/>
                </a:lnTo>
                <a:lnTo>
                  <a:pt x="1209675" y="2590800"/>
                </a:lnTo>
                <a:close/>
                <a:moveTo>
                  <a:pt x="1666875" y="2581275"/>
                </a:moveTo>
                <a:lnTo>
                  <a:pt x="1676400" y="2581275"/>
                </a:lnTo>
                <a:lnTo>
                  <a:pt x="1676400" y="2590800"/>
                </a:lnTo>
                <a:lnTo>
                  <a:pt x="1666875" y="2590800"/>
                </a:lnTo>
                <a:close/>
                <a:moveTo>
                  <a:pt x="352425" y="2590800"/>
                </a:moveTo>
                <a:lnTo>
                  <a:pt x="371475" y="2590800"/>
                </a:lnTo>
                <a:lnTo>
                  <a:pt x="371475" y="2600325"/>
                </a:lnTo>
                <a:lnTo>
                  <a:pt x="381000" y="2600325"/>
                </a:lnTo>
                <a:lnTo>
                  <a:pt x="381000" y="2638425"/>
                </a:lnTo>
                <a:lnTo>
                  <a:pt x="371475" y="2638425"/>
                </a:lnTo>
                <a:lnTo>
                  <a:pt x="371475" y="2647950"/>
                </a:lnTo>
                <a:lnTo>
                  <a:pt x="352425" y="2647950"/>
                </a:lnTo>
                <a:lnTo>
                  <a:pt x="352425" y="2628900"/>
                </a:lnTo>
                <a:lnTo>
                  <a:pt x="361950" y="2628900"/>
                </a:lnTo>
                <a:lnTo>
                  <a:pt x="361950" y="2609850"/>
                </a:lnTo>
                <a:lnTo>
                  <a:pt x="352425" y="2609850"/>
                </a:lnTo>
                <a:close/>
                <a:moveTo>
                  <a:pt x="838200" y="2590800"/>
                </a:moveTo>
                <a:lnTo>
                  <a:pt x="847725" y="2590800"/>
                </a:lnTo>
                <a:lnTo>
                  <a:pt x="847725" y="2600325"/>
                </a:lnTo>
                <a:lnTo>
                  <a:pt x="838200" y="2600325"/>
                </a:lnTo>
                <a:close/>
                <a:moveTo>
                  <a:pt x="952500" y="2590800"/>
                </a:moveTo>
                <a:lnTo>
                  <a:pt x="971550" y="2590800"/>
                </a:lnTo>
                <a:lnTo>
                  <a:pt x="971550" y="2600325"/>
                </a:lnTo>
                <a:lnTo>
                  <a:pt x="952500" y="2600325"/>
                </a:lnTo>
                <a:close/>
                <a:moveTo>
                  <a:pt x="409575" y="2609850"/>
                </a:moveTo>
                <a:lnTo>
                  <a:pt x="428625" y="2609850"/>
                </a:lnTo>
                <a:lnTo>
                  <a:pt x="428625" y="2619375"/>
                </a:lnTo>
                <a:lnTo>
                  <a:pt x="419100" y="2619375"/>
                </a:lnTo>
                <a:lnTo>
                  <a:pt x="419100" y="2628900"/>
                </a:lnTo>
                <a:lnTo>
                  <a:pt x="428625" y="2628900"/>
                </a:lnTo>
                <a:lnTo>
                  <a:pt x="428625" y="2638425"/>
                </a:lnTo>
                <a:lnTo>
                  <a:pt x="438150" y="2638425"/>
                </a:lnTo>
                <a:lnTo>
                  <a:pt x="438150" y="2657475"/>
                </a:lnTo>
                <a:lnTo>
                  <a:pt x="428625" y="2657475"/>
                </a:lnTo>
                <a:lnTo>
                  <a:pt x="428625" y="2647950"/>
                </a:lnTo>
                <a:lnTo>
                  <a:pt x="419100" y="2647950"/>
                </a:lnTo>
                <a:lnTo>
                  <a:pt x="419100" y="2638425"/>
                </a:lnTo>
                <a:lnTo>
                  <a:pt x="409575" y="2638425"/>
                </a:lnTo>
                <a:close/>
                <a:moveTo>
                  <a:pt x="600075" y="2609850"/>
                </a:moveTo>
                <a:lnTo>
                  <a:pt x="609600" y="2609850"/>
                </a:lnTo>
                <a:lnTo>
                  <a:pt x="609600" y="2619375"/>
                </a:lnTo>
                <a:lnTo>
                  <a:pt x="600075" y="2619375"/>
                </a:lnTo>
                <a:close/>
                <a:moveTo>
                  <a:pt x="714375" y="2609850"/>
                </a:moveTo>
                <a:lnTo>
                  <a:pt x="742950" y="2609850"/>
                </a:lnTo>
                <a:lnTo>
                  <a:pt x="742950" y="2619375"/>
                </a:lnTo>
                <a:lnTo>
                  <a:pt x="714375" y="2619375"/>
                </a:lnTo>
                <a:close/>
                <a:moveTo>
                  <a:pt x="952500" y="2609850"/>
                </a:moveTo>
                <a:lnTo>
                  <a:pt x="962025" y="2609850"/>
                </a:lnTo>
                <a:lnTo>
                  <a:pt x="962025" y="2619375"/>
                </a:lnTo>
                <a:lnTo>
                  <a:pt x="952500" y="2619375"/>
                </a:lnTo>
                <a:close/>
                <a:moveTo>
                  <a:pt x="581025" y="2619375"/>
                </a:moveTo>
                <a:lnTo>
                  <a:pt x="590550" y="2619375"/>
                </a:lnTo>
                <a:lnTo>
                  <a:pt x="590550" y="2628900"/>
                </a:lnTo>
                <a:lnTo>
                  <a:pt x="581025" y="2628900"/>
                </a:lnTo>
                <a:close/>
                <a:moveTo>
                  <a:pt x="704850" y="2619375"/>
                </a:moveTo>
                <a:lnTo>
                  <a:pt x="714375" y="2619375"/>
                </a:lnTo>
                <a:lnTo>
                  <a:pt x="714375" y="2628900"/>
                </a:lnTo>
                <a:lnTo>
                  <a:pt x="704850" y="2628900"/>
                </a:lnTo>
                <a:close/>
                <a:moveTo>
                  <a:pt x="962025" y="2619375"/>
                </a:moveTo>
                <a:lnTo>
                  <a:pt x="971550" y="2619375"/>
                </a:lnTo>
                <a:lnTo>
                  <a:pt x="971550" y="2628900"/>
                </a:lnTo>
                <a:lnTo>
                  <a:pt x="962025" y="2628900"/>
                </a:lnTo>
                <a:close/>
                <a:moveTo>
                  <a:pt x="285750" y="2628900"/>
                </a:moveTo>
                <a:lnTo>
                  <a:pt x="295275" y="2628900"/>
                </a:lnTo>
                <a:lnTo>
                  <a:pt x="295275" y="2638425"/>
                </a:lnTo>
                <a:lnTo>
                  <a:pt x="285750" y="2638425"/>
                </a:lnTo>
                <a:close/>
                <a:moveTo>
                  <a:pt x="1819275" y="2628900"/>
                </a:moveTo>
                <a:lnTo>
                  <a:pt x="1828800" y="2628900"/>
                </a:lnTo>
                <a:lnTo>
                  <a:pt x="1828800" y="2647950"/>
                </a:lnTo>
                <a:lnTo>
                  <a:pt x="1819275" y="2647950"/>
                </a:lnTo>
                <a:close/>
                <a:moveTo>
                  <a:pt x="600075" y="2638425"/>
                </a:moveTo>
                <a:lnTo>
                  <a:pt x="609600" y="2638425"/>
                </a:lnTo>
                <a:lnTo>
                  <a:pt x="609600" y="2647950"/>
                </a:lnTo>
                <a:lnTo>
                  <a:pt x="600075" y="2647950"/>
                </a:lnTo>
                <a:close/>
                <a:moveTo>
                  <a:pt x="704850" y="2638425"/>
                </a:moveTo>
                <a:lnTo>
                  <a:pt x="714375" y="2638425"/>
                </a:lnTo>
                <a:lnTo>
                  <a:pt x="714375" y="2647950"/>
                </a:lnTo>
                <a:lnTo>
                  <a:pt x="704850" y="2647950"/>
                </a:lnTo>
                <a:close/>
                <a:moveTo>
                  <a:pt x="276225" y="2657475"/>
                </a:moveTo>
                <a:lnTo>
                  <a:pt x="295275" y="2657475"/>
                </a:lnTo>
                <a:lnTo>
                  <a:pt x="295275" y="2686050"/>
                </a:lnTo>
                <a:lnTo>
                  <a:pt x="285750" y="2686050"/>
                </a:lnTo>
                <a:lnTo>
                  <a:pt x="285750" y="2676525"/>
                </a:lnTo>
                <a:lnTo>
                  <a:pt x="276225" y="2676525"/>
                </a:lnTo>
                <a:close/>
                <a:moveTo>
                  <a:pt x="409575" y="2657475"/>
                </a:moveTo>
                <a:lnTo>
                  <a:pt x="419100" y="2657475"/>
                </a:lnTo>
                <a:lnTo>
                  <a:pt x="419100" y="2676525"/>
                </a:lnTo>
                <a:lnTo>
                  <a:pt x="428625" y="2676525"/>
                </a:lnTo>
                <a:lnTo>
                  <a:pt x="428625" y="2667000"/>
                </a:lnTo>
                <a:lnTo>
                  <a:pt x="438150" y="2667000"/>
                </a:lnTo>
                <a:lnTo>
                  <a:pt x="438150" y="2676525"/>
                </a:lnTo>
                <a:lnTo>
                  <a:pt x="428625" y="2676525"/>
                </a:lnTo>
                <a:lnTo>
                  <a:pt x="428625" y="2686050"/>
                </a:lnTo>
                <a:lnTo>
                  <a:pt x="409575" y="2686050"/>
                </a:lnTo>
                <a:close/>
                <a:moveTo>
                  <a:pt x="714375" y="2657475"/>
                </a:moveTo>
                <a:lnTo>
                  <a:pt x="723900" y="2657475"/>
                </a:lnTo>
                <a:lnTo>
                  <a:pt x="723900" y="2686050"/>
                </a:lnTo>
                <a:lnTo>
                  <a:pt x="733425" y="2686050"/>
                </a:lnTo>
                <a:lnTo>
                  <a:pt x="733425" y="2695575"/>
                </a:lnTo>
                <a:lnTo>
                  <a:pt x="723900" y="2695575"/>
                </a:lnTo>
                <a:lnTo>
                  <a:pt x="723900" y="2714625"/>
                </a:lnTo>
                <a:lnTo>
                  <a:pt x="714375" y="2714625"/>
                </a:lnTo>
                <a:lnTo>
                  <a:pt x="714375" y="2724150"/>
                </a:lnTo>
                <a:lnTo>
                  <a:pt x="762000" y="2724150"/>
                </a:lnTo>
                <a:lnTo>
                  <a:pt x="762000" y="2714625"/>
                </a:lnTo>
                <a:lnTo>
                  <a:pt x="790575" y="2714625"/>
                </a:lnTo>
                <a:lnTo>
                  <a:pt x="790575" y="2733675"/>
                </a:lnTo>
                <a:lnTo>
                  <a:pt x="752475" y="2733675"/>
                </a:lnTo>
                <a:lnTo>
                  <a:pt x="752475" y="2743200"/>
                </a:lnTo>
                <a:lnTo>
                  <a:pt x="742950" y="2743200"/>
                </a:lnTo>
                <a:lnTo>
                  <a:pt x="742950" y="2733675"/>
                </a:lnTo>
                <a:lnTo>
                  <a:pt x="704850" y="2733675"/>
                </a:lnTo>
                <a:lnTo>
                  <a:pt x="704850" y="2743200"/>
                </a:lnTo>
                <a:lnTo>
                  <a:pt x="628650" y="2743200"/>
                </a:lnTo>
                <a:lnTo>
                  <a:pt x="628650" y="2733675"/>
                </a:lnTo>
                <a:lnTo>
                  <a:pt x="647700" y="2733675"/>
                </a:lnTo>
                <a:lnTo>
                  <a:pt x="647700" y="2724150"/>
                </a:lnTo>
                <a:lnTo>
                  <a:pt x="638175" y="2724150"/>
                </a:lnTo>
                <a:lnTo>
                  <a:pt x="638175" y="2714625"/>
                </a:lnTo>
                <a:lnTo>
                  <a:pt x="657225" y="2714625"/>
                </a:lnTo>
                <a:lnTo>
                  <a:pt x="657225" y="2733675"/>
                </a:lnTo>
                <a:lnTo>
                  <a:pt x="695325" y="2733675"/>
                </a:lnTo>
                <a:lnTo>
                  <a:pt x="695325" y="2714625"/>
                </a:lnTo>
                <a:lnTo>
                  <a:pt x="704850" y="2714625"/>
                </a:lnTo>
                <a:lnTo>
                  <a:pt x="704850" y="2695575"/>
                </a:lnTo>
                <a:lnTo>
                  <a:pt x="685800" y="2695575"/>
                </a:lnTo>
                <a:lnTo>
                  <a:pt x="685800" y="2686050"/>
                </a:lnTo>
                <a:lnTo>
                  <a:pt x="695325" y="2686050"/>
                </a:lnTo>
                <a:lnTo>
                  <a:pt x="695325" y="2676525"/>
                </a:lnTo>
                <a:lnTo>
                  <a:pt x="704850" y="2676525"/>
                </a:lnTo>
                <a:lnTo>
                  <a:pt x="704850" y="2686050"/>
                </a:lnTo>
                <a:lnTo>
                  <a:pt x="714375" y="2686050"/>
                </a:lnTo>
                <a:close/>
                <a:moveTo>
                  <a:pt x="1714500" y="2667000"/>
                </a:moveTo>
                <a:lnTo>
                  <a:pt x="1724025" y="2667000"/>
                </a:lnTo>
                <a:lnTo>
                  <a:pt x="1724025" y="2676525"/>
                </a:lnTo>
                <a:lnTo>
                  <a:pt x="1714500" y="2676525"/>
                </a:lnTo>
                <a:close/>
                <a:moveTo>
                  <a:pt x="1628775" y="2676525"/>
                </a:moveTo>
                <a:lnTo>
                  <a:pt x="1666875" y="2676525"/>
                </a:lnTo>
                <a:lnTo>
                  <a:pt x="1666875" y="2686050"/>
                </a:lnTo>
                <a:lnTo>
                  <a:pt x="1628775" y="2686050"/>
                </a:lnTo>
                <a:close/>
                <a:moveTo>
                  <a:pt x="276225" y="2686050"/>
                </a:moveTo>
                <a:lnTo>
                  <a:pt x="285750" y="2686050"/>
                </a:lnTo>
                <a:lnTo>
                  <a:pt x="285750" y="2695575"/>
                </a:lnTo>
                <a:lnTo>
                  <a:pt x="295275" y="2695575"/>
                </a:lnTo>
                <a:lnTo>
                  <a:pt x="295275" y="2686050"/>
                </a:lnTo>
                <a:lnTo>
                  <a:pt x="304800" y="2686050"/>
                </a:lnTo>
                <a:lnTo>
                  <a:pt x="304800" y="2714625"/>
                </a:lnTo>
                <a:lnTo>
                  <a:pt x="295275" y="2714625"/>
                </a:lnTo>
                <a:lnTo>
                  <a:pt x="295275" y="2724150"/>
                </a:lnTo>
                <a:lnTo>
                  <a:pt x="276225" y="2724150"/>
                </a:lnTo>
                <a:close/>
                <a:moveTo>
                  <a:pt x="1514475" y="2686050"/>
                </a:moveTo>
                <a:lnTo>
                  <a:pt x="1524000" y="2686050"/>
                </a:lnTo>
                <a:lnTo>
                  <a:pt x="1524000" y="2695575"/>
                </a:lnTo>
                <a:lnTo>
                  <a:pt x="1514475" y="2695575"/>
                </a:lnTo>
                <a:close/>
                <a:moveTo>
                  <a:pt x="609600" y="2695575"/>
                </a:moveTo>
                <a:lnTo>
                  <a:pt x="628650" y="2695575"/>
                </a:lnTo>
                <a:lnTo>
                  <a:pt x="628650" y="2705100"/>
                </a:lnTo>
                <a:lnTo>
                  <a:pt x="609600" y="2705100"/>
                </a:lnTo>
                <a:close/>
                <a:moveTo>
                  <a:pt x="1371600" y="2695575"/>
                </a:moveTo>
                <a:lnTo>
                  <a:pt x="1390650" y="2695575"/>
                </a:lnTo>
                <a:lnTo>
                  <a:pt x="1390650" y="2705100"/>
                </a:lnTo>
                <a:lnTo>
                  <a:pt x="1371600" y="2705100"/>
                </a:lnTo>
                <a:close/>
                <a:moveTo>
                  <a:pt x="600075" y="2705100"/>
                </a:moveTo>
                <a:lnTo>
                  <a:pt x="609600" y="2705100"/>
                </a:lnTo>
                <a:lnTo>
                  <a:pt x="609600" y="2714625"/>
                </a:lnTo>
                <a:lnTo>
                  <a:pt x="600075" y="2714625"/>
                </a:lnTo>
                <a:close/>
                <a:moveTo>
                  <a:pt x="581025" y="2714625"/>
                </a:moveTo>
                <a:lnTo>
                  <a:pt x="600075" y="2714625"/>
                </a:lnTo>
                <a:lnTo>
                  <a:pt x="600075" y="2733675"/>
                </a:lnTo>
                <a:lnTo>
                  <a:pt x="609600" y="2733675"/>
                </a:lnTo>
                <a:lnTo>
                  <a:pt x="609600" y="2743200"/>
                </a:lnTo>
                <a:lnTo>
                  <a:pt x="590550" y="2743200"/>
                </a:lnTo>
                <a:lnTo>
                  <a:pt x="590550" y="2724150"/>
                </a:lnTo>
                <a:lnTo>
                  <a:pt x="581025" y="2724150"/>
                </a:lnTo>
                <a:close/>
                <a:moveTo>
                  <a:pt x="533400" y="2733675"/>
                </a:moveTo>
                <a:lnTo>
                  <a:pt x="542925" y="2733675"/>
                </a:lnTo>
                <a:lnTo>
                  <a:pt x="542925" y="2743200"/>
                </a:lnTo>
                <a:lnTo>
                  <a:pt x="533400" y="2743200"/>
                </a:lnTo>
                <a:close/>
                <a:moveTo>
                  <a:pt x="1828800" y="2733675"/>
                </a:moveTo>
                <a:lnTo>
                  <a:pt x="1838325" y="2733675"/>
                </a:lnTo>
                <a:lnTo>
                  <a:pt x="1838325" y="2752725"/>
                </a:lnTo>
                <a:lnTo>
                  <a:pt x="1828800" y="2752725"/>
                </a:lnTo>
                <a:close/>
                <a:moveTo>
                  <a:pt x="285750" y="2743200"/>
                </a:moveTo>
                <a:lnTo>
                  <a:pt x="295275" y="2743200"/>
                </a:lnTo>
                <a:lnTo>
                  <a:pt x="295275" y="2762250"/>
                </a:lnTo>
                <a:lnTo>
                  <a:pt x="285750" y="2762250"/>
                </a:lnTo>
                <a:close/>
                <a:moveTo>
                  <a:pt x="609600" y="2743200"/>
                </a:moveTo>
                <a:lnTo>
                  <a:pt x="628650" y="2743200"/>
                </a:lnTo>
                <a:lnTo>
                  <a:pt x="628650" y="2752725"/>
                </a:lnTo>
                <a:lnTo>
                  <a:pt x="609600" y="2752725"/>
                </a:lnTo>
                <a:close/>
                <a:moveTo>
                  <a:pt x="1533525" y="2762250"/>
                </a:moveTo>
                <a:lnTo>
                  <a:pt x="1543050" y="2762250"/>
                </a:lnTo>
                <a:lnTo>
                  <a:pt x="1543050" y="2771775"/>
                </a:lnTo>
                <a:lnTo>
                  <a:pt x="1533525" y="2771775"/>
                </a:lnTo>
                <a:close/>
                <a:moveTo>
                  <a:pt x="1543050" y="2771775"/>
                </a:moveTo>
                <a:lnTo>
                  <a:pt x="1552575" y="2771775"/>
                </a:lnTo>
                <a:lnTo>
                  <a:pt x="1552575" y="2781300"/>
                </a:lnTo>
                <a:lnTo>
                  <a:pt x="1543050" y="2781300"/>
                </a:lnTo>
                <a:close/>
                <a:moveTo>
                  <a:pt x="1276350" y="2781300"/>
                </a:moveTo>
                <a:lnTo>
                  <a:pt x="1295400" y="2781300"/>
                </a:lnTo>
                <a:lnTo>
                  <a:pt x="1295400" y="2790825"/>
                </a:lnTo>
                <a:lnTo>
                  <a:pt x="1276350" y="2790825"/>
                </a:lnTo>
                <a:close/>
                <a:moveTo>
                  <a:pt x="1533525" y="2781300"/>
                </a:moveTo>
                <a:lnTo>
                  <a:pt x="1543050" y="2781300"/>
                </a:lnTo>
                <a:lnTo>
                  <a:pt x="1543050" y="2790825"/>
                </a:lnTo>
                <a:lnTo>
                  <a:pt x="1533525" y="2790825"/>
                </a:lnTo>
                <a:close/>
                <a:moveTo>
                  <a:pt x="1171575" y="2809875"/>
                </a:moveTo>
                <a:lnTo>
                  <a:pt x="1200150" y="2809875"/>
                </a:lnTo>
                <a:lnTo>
                  <a:pt x="1200150" y="2819400"/>
                </a:lnTo>
                <a:lnTo>
                  <a:pt x="1209675" y="2819400"/>
                </a:lnTo>
                <a:lnTo>
                  <a:pt x="1209675" y="2838450"/>
                </a:lnTo>
                <a:lnTo>
                  <a:pt x="1190625" y="2838450"/>
                </a:lnTo>
                <a:lnTo>
                  <a:pt x="1190625" y="2828925"/>
                </a:lnTo>
                <a:lnTo>
                  <a:pt x="1171575" y="2828925"/>
                </a:lnTo>
                <a:close/>
                <a:moveTo>
                  <a:pt x="285750" y="2819400"/>
                </a:moveTo>
                <a:lnTo>
                  <a:pt x="295275" y="2819400"/>
                </a:lnTo>
                <a:lnTo>
                  <a:pt x="295275" y="2828925"/>
                </a:lnTo>
                <a:lnTo>
                  <a:pt x="285750" y="2828925"/>
                </a:lnTo>
                <a:close/>
                <a:moveTo>
                  <a:pt x="400050" y="2819400"/>
                </a:moveTo>
                <a:lnTo>
                  <a:pt x="409575" y="2819400"/>
                </a:lnTo>
                <a:lnTo>
                  <a:pt x="409575" y="2838450"/>
                </a:lnTo>
                <a:lnTo>
                  <a:pt x="400050" y="2838450"/>
                </a:lnTo>
                <a:close/>
                <a:moveTo>
                  <a:pt x="1000125" y="2828925"/>
                </a:moveTo>
                <a:lnTo>
                  <a:pt x="1028700" y="2828925"/>
                </a:lnTo>
                <a:lnTo>
                  <a:pt x="1028700" y="2847975"/>
                </a:lnTo>
                <a:lnTo>
                  <a:pt x="1000125" y="2847975"/>
                </a:lnTo>
                <a:close/>
                <a:moveTo>
                  <a:pt x="1047750" y="2828925"/>
                </a:moveTo>
                <a:lnTo>
                  <a:pt x="1057275" y="2828925"/>
                </a:lnTo>
                <a:lnTo>
                  <a:pt x="1057275" y="2838450"/>
                </a:lnTo>
                <a:lnTo>
                  <a:pt x="1047750" y="2838450"/>
                </a:lnTo>
                <a:close/>
                <a:moveTo>
                  <a:pt x="1228725" y="2828925"/>
                </a:moveTo>
                <a:lnTo>
                  <a:pt x="1247775" y="2828925"/>
                </a:lnTo>
                <a:lnTo>
                  <a:pt x="1247775" y="2838450"/>
                </a:lnTo>
                <a:lnTo>
                  <a:pt x="1228725" y="2838450"/>
                </a:lnTo>
                <a:close/>
                <a:moveTo>
                  <a:pt x="285750" y="2838450"/>
                </a:moveTo>
                <a:lnTo>
                  <a:pt x="295275" y="2838450"/>
                </a:lnTo>
                <a:lnTo>
                  <a:pt x="295275" y="2847975"/>
                </a:lnTo>
                <a:lnTo>
                  <a:pt x="285750" y="2847975"/>
                </a:lnTo>
                <a:close/>
                <a:moveTo>
                  <a:pt x="561975" y="2838450"/>
                </a:moveTo>
                <a:lnTo>
                  <a:pt x="571500" y="2838450"/>
                </a:lnTo>
                <a:lnTo>
                  <a:pt x="571500" y="2847975"/>
                </a:lnTo>
                <a:lnTo>
                  <a:pt x="619125" y="2847975"/>
                </a:lnTo>
                <a:lnTo>
                  <a:pt x="619125" y="2857500"/>
                </a:lnTo>
                <a:lnTo>
                  <a:pt x="571500" y="2857500"/>
                </a:lnTo>
                <a:lnTo>
                  <a:pt x="571500" y="2867025"/>
                </a:lnTo>
                <a:lnTo>
                  <a:pt x="581025" y="2867025"/>
                </a:lnTo>
                <a:lnTo>
                  <a:pt x="581025" y="2876550"/>
                </a:lnTo>
                <a:lnTo>
                  <a:pt x="561975" y="2876550"/>
                </a:lnTo>
                <a:lnTo>
                  <a:pt x="561975" y="2867025"/>
                </a:lnTo>
                <a:lnTo>
                  <a:pt x="523875" y="2867025"/>
                </a:lnTo>
                <a:lnTo>
                  <a:pt x="523875" y="2847975"/>
                </a:lnTo>
                <a:lnTo>
                  <a:pt x="561975" y="2847975"/>
                </a:lnTo>
                <a:close/>
                <a:moveTo>
                  <a:pt x="628650" y="2838450"/>
                </a:moveTo>
                <a:lnTo>
                  <a:pt x="657225" y="2838450"/>
                </a:lnTo>
                <a:lnTo>
                  <a:pt x="657225" y="2847975"/>
                </a:lnTo>
                <a:lnTo>
                  <a:pt x="628650" y="2847975"/>
                </a:lnTo>
                <a:close/>
                <a:moveTo>
                  <a:pt x="952500" y="2838450"/>
                </a:moveTo>
                <a:lnTo>
                  <a:pt x="981075" y="2838450"/>
                </a:lnTo>
                <a:lnTo>
                  <a:pt x="981075" y="2847975"/>
                </a:lnTo>
                <a:lnTo>
                  <a:pt x="962025" y="2847975"/>
                </a:lnTo>
                <a:lnTo>
                  <a:pt x="962025" y="2857500"/>
                </a:lnTo>
                <a:lnTo>
                  <a:pt x="952500" y="2857500"/>
                </a:lnTo>
                <a:close/>
                <a:moveTo>
                  <a:pt x="676275" y="2847975"/>
                </a:moveTo>
                <a:lnTo>
                  <a:pt x="695325" y="2847975"/>
                </a:lnTo>
                <a:lnTo>
                  <a:pt x="695325" y="2867025"/>
                </a:lnTo>
                <a:lnTo>
                  <a:pt x="704850" y="2867025"/>
                </a:lnTo>
                <a:lnTo>
                  <a:pt x="704850" y="2876550"/>
                </a:lnTo>
                <a:lnTo>
                  <a:pt x="685800" y="2876550"/>
                </a:lnTo>
                <a:lnTo>
                  <a:pt x="685800" y="2857500"/>
                </a:lnTo>
                <a:lnTo>
                  <a:pt x="676275" y="2857500"/>
                </a:lnTo>
                <a:close/>
                <a:moveTo>
                  <a:pt x="285750" y="2857500"/>
                </a:moveTo>
                <a:lnTo>
                  <a:pt x="295275" y="2857500"/>
                </a:lnTo>
                <a:lnTo>
                  <a:pt x="295275" y="2867025"/>
                </a:lnTo>
                <a:lnTo>
                  <a:pt x="285750" y="2867025"/>
                </a:lnTo>
                <a:close/>
                <a:moveTo>
                  <a:pt x="304800" y="2857500"/>
                </a:moveTo>
                <a:lnTo>
                  <a:pt x="381000" y="2857500"/>
                </a:lnTo>
                <a:lnTo>
                  <a:pt x="381000" y="2867025"/>
                </a:lnTo>
                <a:lnTo>
                  <a:pt x="304800" y="2867025"/>
                </a:lnTo>
                <a:close/>
                <a:moveTo>
                  <a:pt x="1838325" y="2857500"/>
                </a:moveTo>
                <a:lnTo>
                  <a:pt x="1847850" y="2857500"/>
                </a:lnTo>
                <a:lnTo>
                  <a:pt x="1847850" y="2886075"/>
                </a:lnTo>
                <a:lnTo>
                  <a:pt x="1838325" y="2886075"/>
                </a:lnTo>
                <a:close/>
                <a:moveTo>
                  <a:pt x="400050" y="2867025"/>
                </a:moveTo>
                <a:lnTo>
                  <a:pt x="409575" y="2867025"/>
                </a:lnTo>
                <a:lnTo>
                  <a:pt x="409575" y="2876550"/>
                </a:lnTo>
                <a:lnTo>
                  <a:pt x="400050" y="2876550"/>
                </a:lnTo>
                <a:close/>
                <a:moveTo>
                  <a:pt x="1343025" y="2867025"/>
                </a:moveTo>
                <a:lnTo>
                  <a:pt x="1352550" y="2867025"/>
                </a:lnTo>
                <a:lnTo>
                  <a:pt x="1352550" y="2876550"/>
                </a:lnTo>
                <a:lnTo>
                  <a:pt x="1343025" y="2876550"/>
                </a:lnTo>
                <a:close/>
                <a:moveTo>
                  <a:pt x="1285875" y="2876550"/>
                </a:moveTo>
                <a:lnTo>
                  <a:pt x="1304925" y="2876550"/>
                </a:lnTo>
                <a:lnTo>
                  <a:pt x="1304925" y="2914650"/>
                </a:lnTo>
                <a:lnTo>
                  <a:pt x="1295400" y="2914650"/>
                </a:lnTo>
                <a:lnTo>
                  <a:pt x="1295400" y="2933700"/>
                </a:lnTo>
                <a:lnTo>
                  <a:pt x="1285875" y="2933700"/>
                </a:lnTo>
                <a:lnTo>
                  <a:pt x="1285875" y="2943225"/>
                </a:lnTo>
                <a:lnTo>
                  <a:pt x="1314450" y="2943225"/>
                </a:lnTo>
                <a:lnTo>
                  <a:pt x="1314450" y="2924175"/>
                </a:lnTo>
                <a:lnTo>
                  <a:pt x="1323975" y="2924175"/>
                </a:lnTo>
                <a:lnTo>
                  <a:pt x="1323975" y="2933700"/>
                </a:lnTo>
                <a:lnTo>
                  <a:pt x="1333500" y="2933700"/>
                </a:lnTo>
                <a:lnTo>
                  <a:pt x="1333500" y="2943225"/>
                </a:lnTo>
                <a:lnTo>
                  <a:pt x="1352550" y="2943225"/>
                </a:lnTo>
                <a:lnTo>
                  <a:pt x="1352550" y="2971800"/>
                </a:lnTo>
                <a:lnTo>
                  <a:pt x="1362075" y="2971800"/>
                </a:lnTo>
                <a:lnTo>
                  <a:pt x="1362075" y="2981325"/>
                </a:lnTo>
                <a:lnTo>
                  <a:pt x="1371600" y="2981325"/>
                </a:lnTo>
                <a:lnTo>
                  <a:pt x="1371600" y="3000375"/>
                </a:lnTo>
                <a:lnTo>
                  <a:pt x="1362075" y="3000375"/>
                </a:lnTo>
                <a:lnTo>
                  <a:pt x="1362075" y="2990850"/>
                </a:lnTo>
                <a:lnTo>
                  <a:pt x="1333500" y="2990850"/>
                </a:lnTo>
                <a:lnTo>
                  <a:pt x="1333500" y="2981325"/>
                </a:lnTo>
                <a:lnTo>
                  <a:pt x="1314450" y="2981325"/>
                </a:lnTo>
                <a:lnTo>
                  <a:pt x="1314450" y="2971800"/>
                </a:lnTo>
                <a:lnTo>
                  <a:pt x="1285875" y="2971800"/>
                </a:lnTo>
                <a:lnTo>
                  <a:pt x="1285875" y="2962275"/>
                </a:lnTo>
                <a:lnTo>
                  <a:pt x="1276350" y="2962275"/>
                </a:lnTo>
                <a:lnTo>
                  <a:pt x="1276350" y="2933700"/>
                </a:lnTo>
                <a:lnTo>
                  <a:pt x="1266825" y="2933700"/>
                </a:lnTo>
                <a:lnTo>
                  <a:pt x="1266825" y="2943225"/>
                </a:lnTo>
                <a:lnTo>
                  <a:pt x="1257300" y="2943225"/>
                </a:lnTo>
                <a:lnTo>
                  <a:pt x="1257300" y="2933700"/>
                </a:lnTo>
                <a:lnTo>
                  <a:pt x="1247775" y="2933700"/>
                </a:lnTo>
                <a:lnTo>
                  <a:pt x="1247775" y="2914650"/>
                </a:lnTo>
                <a:lnTo>
                  <a:pt x="1238250" y="2914650"/>
                </a:lnTo>
                <a:lnTo>
                  <a:pt x="1238250" y="2905125"/>
                </a:lnTo>
                <a:lnTo>
                  <a:pt x="1228725" y="2905125"/>
                </a:lnTo>
                <a:lnTo>
                  <a:pt x="1228725" y="2895600"/>
                </a:lnTo>
                <a:lnTo>
                  <a:pt x="1266825" y="2895600"/>
                </a:lnTo>
                <a:lnTo>
                  <a:pt x="1266825" y="2886075"/>
                </a:lnTo>
                <a:lnTo>
                  <a:pt x="1285875" y="2886075"/>
                </a:lnTo>
                <a:close/>
                <a:moveTo>
                  <a:pt x="1314450" y="2876550"/>
                </a:moveTo>
                <a:lnTo>
                  <a:pt x="1333500" y="2876550"/>
                </a:lnTo>
                <a:lnTo>
                  <a:pt x="1333500" y="2886075"/>
                </a:lnTo>
                <a:lnTo>
                  <a:pt x="1314450" y="2886075"/>
                </a:lnTo>
                <a:close/>
                <a:moveTo>
                  <a:pt x="1352550" y="2876550"/>
                </a:moveTo>
                <a:lnTo>
                  <a:pt x="1362075" y="2876550"/>
                </a:lnTo>
                <a:lnTo>
                  <a:pt x="1362075" y="2886075"/>
                </a:lnTo>
                <a:lnTo>
                  <a:pt x="1352550" y="2886075"/>
                </a:lnTo>
                <a:close/>
                <a:moveTo>
                  <a:pt x="1790700" y="2876550"/>
                </a:moveTo>
                <a:lnTo>
                  <a:pt x="1800225" y="2876550"/>
                </a:lnTo>
                <a:lnTo>
                  <a:pt x="1800225" y="2886075"/>
                </a:lnTo>
                <a:lnTo>
                  <a:pt x="1790700" y="2886075"/>
                </a:lnTo>
                <a:close/>
                <a:moveTo>
                  <a:pt x="1095375" y="2895600"/>
                </a:moveTo>
                <a:lnTo>
                  <a:pt x="1152525" y="2895600"/>
                </a:lnTo>
                <a:lnTo>
                  <a:pt x="1152525" y="2905125"/>
                </a:lnTo>
                <a:lnTo>
                  <a:pt x="1143000" y="2905125"/>
                </a:lnTo>
                <a:lnTo>
                  <a:pt x="1143000" y="2914650"/>
                </a:lnTo>
                <a:lnTo>
                  <a:pt x="1114425" y="2914650"/>
                </a:lnTo>
                <a:lnTo>
                  <a:pt x="1114425" y="2943225"/>
                </a:lnTo>
                <a:lnTo>
                  <a:pt x="1104900" y="2943225"/>
                </a:lnTo>
                <a:lnTo>
                  <a:pt x="1104900" y="2914650"/>
                </a:lnTo>
                <a:lnTo>
                  <a:pt x="1076325" y="2914650"/>
                </a:lnTo>
                <a:lnTo>
                  <a:pt x="1076325" y="2905125"/>
                </a:lnTo>
                <a:lnTo>
                  <a:pt x="1095375" y="2905125"/>
                </a:lnTo>
                <a:close/>
                <a:moveTo>
                  <a:pt x="1181100" y="2895600"/>
                </a:moveTo>
                <a:lnTo>
                  <a:pt x="1200150" y="2895600"/>
                </a:lnTo>
                <a:lnTo>
                  <a:pt x="1200150" y="2905125"/>
                </a:lnTo>
                <a:lnTo>
                  <a:pt x="1219200" y="2905125"/>
                </a:lnTo>
                <a:lnTo>
                  <a:pt x="1219200" y="2933700"/>
                </a:lnTo>
                <a:lnTo>
                  <a:pt x="1200150" y="2933700"/>
                </a:lnTo>
                <a:lnTo>
                  <a:pt x="1200150" y="2914650"/>
                </a:lnTo>
                <a:lnTo>
                  <a:pt x="1190625" y="2914650"/>
                </a:lnTo>
                <a:lnTo>
                  <a:pt x="1190625" y="2905125"/>
                </a:lnTo>
                <a:lnTo>
                  <a:pt x="1181100" y="2905125"/>
                </a:lnTo>
                <a:close/>
                <a:moveTo>
                  <a:pt x="914400" y="2905125"/>
                </a:moveTo>
                <a:lnTo>
                  <a:pt x="933450" y="2905125"/>
                </a:lnTo>
                <a:lnTo>
                  <a:pt x="933450" y="2933700"/>
                </a:lnTo>
                <a:lnTo>
                  <a:pt x="914400" y="2933700"/>
                </a:lnTo>
                <a:lnTo>
                  <a:pt x="914400" y="2924175"/>
                </a:lnTo>
                <a:lnTo>
                  <a:pt x="904875" y="2924175"/>
                </a:lnTo>
                <a:lnTo>
                  <a:pt x="904875" y="2914650"/>
                </a:lnTo>
                <a:lnTo>
                  <a:pt x="914400" y="2914650"/>
                </a:lnTo>
                <a:close/>
                <a:moveTo>
                  <a:pt x="752475" y="2914650"/>
                </a:moveTo>
                <a:lnTo>
                  <a:pt x="781050" y="2914650"/>
                </a:lnTo>
                <a:lnTo>
                  <a:pt x="781050" y="2924175"/>
                </a:lnTo>
                <a:lnTo>
                  <a:pt x="752475" y="2924175"/>
                </a:lnTo>
                <a:close/>
                <a:moveTo>
                  <a:pt x="876300" y="2914650"/>
                </a:moveTo>
                <a:lnTo>
                  <a:pt x="895350" y="2914650"/>
                </a:lnTo>
                <a:lnTo>
                  <a:pt x="895350" y="2933700"/>
                </a:lnTo>
                <a:lnTo>
                  <a:pt x="876300" y="2933700"/>
                </a:lnTo>
                <a:close/>
                <a:moveTo>
                  <a:pt x="657225" y="2924175"/>
                </a:moveTo>
                <a:lnTo>
                  <a:pt x="676275" y="2924175"/>
                </a:lnTo>
                <a:lnTo>
                  <a:pt x="676275" y="2933700"/>
                </a:lnTo>
                <a:lnTo>
                  <a:pt x="657225" y="2933700"/>
                </a:lnTo>
                <a:close/>
                <a:moveTo>
                  <a:pt x="819150" y="2924175"/>
                </a:moveTo>
                <a:lnTo>
                  <a:pt x="838200" y="2924175"/>
                </a:lnTo>
                <a:lnTo>
                  <a:pt x="838200" y="2933700"/>
                </a:lnTo>
                <a:lnTo>
                  <a:pt x="828675" y="2933700"/>
                </a:lnTo>
                <a:lnTo>
                  <a:pt x="828675" y="2943225"/>
                </a:lnTo>
                <a:lnTo>
                  <a:pt x="809625" y="2943225"/>
                </a:lnTo>
                <a:lnTo>
                  <a:pt x="809625" y="2933700"/>
                </a:lnTo>
                <a:lnTo>
                  <a:pt x="819150" y="2933700"/>
                </a:lnTo>
                <a:close/>
                <a:moveTo>
                  <a:pt x="647700" y="2933700"/>
                </a:moveTo>
                <a:lnTo>
                  <a:pt x="657225" y="2933700"/>
                </a:lnTo>
                <a:lnTo>
                  <a:pt x="657225" y="2943225"/>
                </a:lnTo>
                <a:lnTo>
                  <a:pt x="647700" y="2943225"/>
                </a:lnTo>
                <a:close/>
                <a:moveTo>
                  <a:pt x="1057275" y="2933700"/>
                </a:moveTo>
                <a:lnTo>
                  <a:pt x="1066800" y="2933700"/>
                </a:lnTo>
                <a:lnTo>
                  <a:pt x="1066800" y="2943225"/>
                </a:lnTo>
                <a:lnTo>
                  <a:pt x="1057275" y="2943225"/>
                </a:lnTo>
                <a:close/>
                <a:moveTo>
                  <a:pt x="1190625" y="2933700"/>
                </a:moveTo>
                <a:lnTo>
                  <a:pt x="1200150" y="2933700"/>
                </a:lnTo>
                <a:lnTo>
                  <a:pt x="1200150" y="2981325"/>
                </a:lnTo>
                <a:lnTo>
                  <a:pt x="1181100" y="2981325"/>
                </a:lnTo>
                <a:lnTo>
                  <a:pt x="1181100" y="2971800"/>
                </a:lnTo>
                <a:lnTo>
                  <a:pt x="1190625" y="2971800"/>
                </a:lnTo>
                <a:close/>
                <a:moveTo>
                  <a:pt x="1571625" y="2933700"/>
                </a:moveTo>
                <a:lnTo>
                  <a:pt x="1581150" y="2933700"/>
                </a:lnTo>
                <a:lnTo>
                  <a:pt x="1581150" y="2952750"/>
                </a:lnTo>
                <a:lnTo>
                  <a:pt x="1571625" y="2952750"/>
                </a:lnTo>
                <a:close/>
                <a:moveTo>
                  <a:pt x="314325" y="2943225"/>
                </a:moveTo>
                <a:lnTo>
                  <a:pt x="342900" y="2943225"/>
                </a:lnTo>
                <a:lnTo>
                  <a:pt x="342900" y="2952750"/>
                </a:lnTo>
                <a:lnTo>
                  <a:pt x="352425" y="2952750"/>
                </a:lnTo>
                <a:lnTo>
                  <a:pt x="352425" y="2962275"/>
                </a:lnTo>
                <a:lnTo>
                  <a:pt x="371475" y="2962275"/>
                </a:lnTo>
                <a:lnTo>
                  <a:pt x="371475" y="2971800"/>
                </a:lnTo>
                <a:lnTo>
                  <a:pt x="342900" y="2971800"/>
                </a:lnTo>
                <a:lnTo>
                  <a:pt x="342900" y="2962275"/>
                </a:lnTo>
                <a:lnTo>
                  <a:pt x="323850" y="2962275"/>
                </a:lnTo>
                <a:lnTo>
                  <a:pt x="323850" y="2952750"/>
                </a:lnTo>
                <a:lnTo>
                  <a:pt x="314325" y="2952750"/>
                </a:lnTo>
                <a:close/>
                <a:moveTo>
                  <a:pt x="390525" y="2943225"/>
                </a:moveTo>
                <a:lnTo>
                  <a:pt x="400050" y="2943225"/>
                </a:lnTo>
                <a:lnTo>
                  <a:pt x="400050" y="2952750"/>
                </a:lnTo>
                <a:lnTo>
                  <a:pt x="390525" y="2952750"/>
                </a:lnTo>
                <a:close/>
                <a:moveTo>
                  <a:pt x="657225" y="2943225"/>
                </a:moveTo>
                <a:lnTo>
                  <a:pt x="666750" y="2943225"/>
                </a:lnTo>
                <a:lnTo>
                  <a:pt x="666750" y="2952750"/>
                </a:lnTo>
                <a:lnTo>
                  <a:pt x="657225" y="2952750"/>
                </a:lnTo>
                <a:close/>
                <a:moveTo>
                  <a:pt x="676275" y="2943225"/>
                </a:moveTo>
                <a:lnTo>
                  <a:pt x="685800" y="2943225"/>
                </a:lnTo>
                <a:lnTo>
                  <a:pt x="685800" y="2952750"/>
                </a:lnTo>
                <a:lnTo>
                  <a:pt x="676275" y="2952750"/>
                </a:lnTo>
                <a:close/>
                <a:moveTo>
                  <a:pt x="1038225" y="2943225"/>
                </a:moveTo>
                <a:lnTo>
                  <a:pt x="1057275" y="2943225"/>
                </a:lnTo>
                <a:lnTo>
                  <a:pt x="1057275" y="2971800"/>
                </a:lnTo>
                <a:lnTo>
                  <a:pt x="1038225" y="2971800"/>
                </a:lnTo>
                <a:close/>
                <a:moveTo>
                  <a:pt x="1495425" y="2943225"/>
                </a:moveTo>
                <a:lnTo>
                  <a:pt x="1504950" y="2943225"/>
                </a:lnTo>
                <a:lnTo>
                  <a:pt x="1504950" y="2971800"/>
                </a:lnTo>
                <a:lnTo>
                  <a:pt x="1495425" y="2971800"/>
                </a:lnTo>
                <a:close/>
                <a:moveTo>
                  <a:pt x="1704975" y="2943225"/>
                </a:moveTo>
                <a:lnTo>
                  <a:pt x="1733550" y="2943225"/>
                </a:lnTo>
                <a:lnTo>
                  <a:pt x="1733550" y="2952750"/>
                </a:lnTo>
                <a:lnTo>
                  <a:pt x="1704975" y="2952750"/>
                </a:lnTo>
                <a:close/>
                <a:moveTo>
                  <a:pt x="304800" y="2952750"/>
                </a:moveTo>
                <a:lnTo>
                  <a:pt x="314325" y="2952750"/>
                </a:lnTo>
                <a:lnTo>
                  <a:pt x="314325" y="2971800"/>
                </a:lnTo>
                <a:lnTo>
                  <a:pt x="323850" y="2971800"/>
                </a:lnTo>
                <a:lnTo>
                  <a:pt x="323850" y="3000375"/>
                </a:lnTo>
                <a:lnTo>
                  <a:pt x="304800" y="3000375"/>
                </a:lnTo>
                <a:lnTo>
                  <a:pt x="304800" y="2990850"/>
                </a:lnTo>
                <a:lnTo>
                  <a:pt x="314325" y="2990850"/>
                </a:lnTo>
                <a:lnTo>
                  <a:pt x="314325" y="2981325"/>
                </a:lnTo>
                <a:lnTo>
                  <a:pt x="304800" y="2981325"/>
                </a:lnTo>
                <a:close/>
                <a:moveTo>
                  <a:pt x="400050" y="2952750"/>
                </a:moveTo>
                <a:lnTo>
                  <a:pt x="419100" y="2952750"/>
                </a:lnTo>
                <a:lnTo>
                  <a:pt x="419100" y="2962275"/>
                </a:lnTo>
                <a:lnTo>
                  <a:pt x="400050" y="2962275"/>
                </a:lnTo>
                <a:close/>
                <a:moveTo>
                  <a:pt x="1390650" y="2952750"/>
                </a:moveTo>
                <a:lnTo>
                  <a:pt x="1400175" y="2952750"/>
                </a:lnTo>
                <a:lnTo>
                  <a:pt x="1400175" y="2962275"/>
                </a:lnTo>
                <a:lnTo>
                  <a:pt x="1409700" y="2962275"/>
                </a:lnTo>
                <a:lnTo>
                  <a:pt x="1409700" y="2971800"/>
                </a:lnTo>
                <a:lnTo>
                  <a:pt x="1400175" y="2971800"/>
                </a:lnTo>
                <a:lnTo>
                  <a:pt x="1400175" y="2981325"/>
                </a:lnTo>
                <a:lnTo>
                  <a:pt x="1390650" y="2981325"/>
                </a:lnTo>
                <a:close/>
                <a:moveTo>
                  <a:pt x="285750" y="2962275"/>
                </a:moveTo>
                <a:lnTo>
                  <a:pt x="295275" y="2962275"/>
                </a:lnTo>
                <a:lnTo>
                  <a:pt x="295275" y="2990850"/>
                </a:lnTo>
                <a:lnTo>
                  <a:pt x="285750" y="2990850"/>
                </a:lnTo>
                <a:close/>
                <a:moveTo>
                  <a:pt x="1009650" y="2962275"/>
                </a:moveTo>
                <a:lnTo>
                  <a:pt x="1019175" y="2962275"/>
                </a:lnTo>
                <a:lnTo>
                  <a:pt x="1019175" y="2981325"/>
                </a:lnTo>
                <a:lnTo>
                  <a:pt x="1009650" y="2981325"/>
                </a:lnTo>
                <a:close/>
                <a:moveTo>
                  <a:pt x="428625" y="2971800"/>
                </a:moveTo>
                <a:lnTo>
                  <a:pt x="447675" y="2971800"/>
                </a:lnTo>
                <a:lnTo>
                  <a:pt x="447675" y="2981325"/>
                </a:lnTo>
                <a:lnTo>
                  <a:pt x="438150" y="2981325"/>
                </a:lnTo>
                <a:lnTo>
                  <a:pt x="438150" y="2990850"/>
                </a:lnTo>
                <a:lnTo>
                  <a:pt x="466725" y="2990850"/>
                </a:lnTo>
                <a:lnTo>
                  <a:pt x="466725" y="2981325"/>
                </a:lnTo>
                <a:lnTo>
                  <a:pt x="495300" y="2981325"/>
                </a:lnTo>
                <a:lnTo>
                  <a:pt x="495300" y="2990850"/>
                </a:lnTo>
                <a:lnTo>
                  <a:pt x="504825" y="2990850"/>
                </a:lnTo>
                <a:lnTo>
                  <a:pt x="504825" y="3000375"/>
                </a:lnTo>
                <a:lnTo>
                  <a:pt x="485775" y="3000375"/>
                </a:lnTo>
                <a:lnTo>
                  <a:pt x="485775" y="2990850"/>
                </a:lnTo>
                <a:lnTo>
                  <a:pt x="476250" y="2990850"/>
                </a:lnTo>
                <a:lnTo>
                  <a:pt x="476250" y="3009900"/>
                </a:lnTo>
                <a:lnTo>
                  <a:pt x="438150" y="3009900"/>
                </a:lnTo>
                <a:lnTo>
                  <a:pt x="438150" y="3019425"/>
                </a:lnTo>
                <a:lnTo>
                  <a:pt x="428625" y="3019425"/>
                </a:lnTo>
                <a:lnTo>
                  <a:pt x="428625" y="3028950"/>
                </a:lnTo>
                <a:lnTo>
                  <a:pt x="419100" y="3028950"/>
                </a:lnTo>
                <a:lnTo>
                  <a:pt x="419100" y="3038475"/>
                </a:lnTo>
                <a:lnTo>
                  <a:pt x="409575" y="3038475"/>
                </a:lnTo>
                <a:lnTo>
                  <a:pt x="409575" y="3019425"/>
                </a:lnTo>
                <a:lnTo>
                  <a:pt x="419100" y="3019425"/>
                </a:lnTo>
                <a:lnTo>
                  <a:pt x="419100" y="3009900"/>
                </a:lnTo>
                <a:lnTo>
                  <a:pt x="409575" y="3009900"/>
                </a:lnTo>
                <a:lnTo>
                  <a:pt x="409575" y="2981325"/>
                </a:lnTo>
                <a:lnTo>
                  <a:pt x="428625" y="2981325"/>
                </a:lnTo>
                <a:close/>
                <a:moveTo>
                  <a:pt x="800100" y="2971800"/>
                </a:moveTo>
                <a:lnTo>
                  <a:pt x="809625" y="2971800"/>
                </a:lnTo>
                <a:lnTo>
                  <a:pt x="809625" y="2990850"/>
                </a:lnTo>
                <a:lnTo>
                  <a:pt x="800100" y="2990850"/>
                </a:lnTo>
                <a:close/>
                <a:moveTo>
                  <a:pt x="895350" y="2971800"/>
                </a:moveTo>
                <a:lnTo>
                  <a:pt x="923925" y="2971800"/>
                </a:lnTo>
                <a:lnTo>
                  <a:pt x="923925" y="2990850"/>
                </a:lnTo>
                <a:lnTo>
                  <a:pt x="904875" y="2990850"/>
                </a:lnTo>
                <a:lnTo>
                  <a:pt x="904875" y="3000375"/>
                </a:lnTo>
                <a:lnTo>
                  <a:pt x="933450" y="3000375"/>
                </a:lnTo>
                <a:lnTo>
                  <a:pt x="933450" y="3009900"/>
                </a:lnTo>
                <a:lnTo>
                  <a:pt x="895350" y="3009900"/>
                </a:lnTo>
                <a:close/>
                <a:moveTo>
                  <a:pt x="1314450" y="2971800"/>
                </a:moveTo>
                <a:lnTo>
                  <a:pt x="1333500" y="2971800"/>
                </a:lnTo>
                <a:lnTo>
                  <a:pt x="1333500" y="2962275"/>
                </a:lnTo>
                <a:lnTo>
                  <a:pt x="1323975" y="2962275"/>
                </a:lnTo>
                <a:lnTo>
                  <a:pt x="1323975" y="2943225"/>
                </a:lnTo>
                <a:lnTo>
                  <a:pt x="1314450" y="2943225"/>
                </a:lnTo>
                <a:close/>
                <a:moveTo>
                  <a:pt x="1209675" y="2981325"/>
                </a:moveTo>
                <a:lnTo>
                  <a:pt x="1228725" y="2981325"/>
                </a:lnTo>
                <a:lnTo>
                  <a:pt x="1228725" y="2990850"/>
                </a:lnTo>
                <a:lnTo>
                  <a:pt x="1209675" y="2990850"/>
                </a:lnTo>
                <a:close/>
                <a:moveTo>
                  <a:pt x="1419225" y="2981325"/>
                </a:moveTo>
                <a:lnTo>
                  <a:pt x="1438275" y="2981325"/>
                </a:lnTo>
                <a:lnTo>
                  <a:pt x="1438275" y="2990850"/>
                </a:lnTo>
                <a:lnTo>
                  <a:pt x="1419225" y="2990850"/>
                </a:lnTo>
                <a:close/>
                <a:moveTo>
                  <a:pt x="1476375" y="2981325"/>
                </a:moveTo>
                <a:lnTo>
                  <a:pt x="1514475" y="2981325"/>
                </a:lnTo>
                <a:lnTo>
                  <a:pt x="1514475" y="2990850"/>
                </a:lnTo>
                <a:lnTo>
                  <a:pt x="1495425" y="2990850"/>
                </a:lnTo>
                <a:lnTo>
                  <a:pt x="1495425" y="3000375"/>
                </a:lnTo>
                <a:lnTo>
                  <a:pt x="1485900" y="3000375"/>
                </a:lnTo>
                <a:lnTo>
                  <a:pt x="1485900" y="3009900"/>
                </a:lnTo>
                <a:lnTo>
                  <a:pt x="1476375" y="3009900"/>
                </a:lnTo>
                <a:lnTo>
                  <a:pt x="1476375" y="3019425"/>
                </a:lnTo>
                <a:lnTo>
                  <a:pt x="1466850" y="3019425"/>
                </a:lnTo>
                <a:lnTo>
                  <a:pt x="1466850" y="3028950"/>
                </a:lnTo>
                <a:lnTo>
                  <a:pt x="1438275" y="3028950"/>
                </a:lnTo>
                <a:lnTo>
                  <a:pt x="1438275" y="3009900"/>
                </a:lnTo>
                <a:lnTo>
                  <a:pt x="1457325" y="3009900"/>
                </a:lnTo>
                <a:lnTo>
                  <a:pt x="1457325" y="3000375"/>
                </a:lnTo>
                <a:lnTo>
                  <a:pt x="1466850" y="3000375"/>
                </a:lnTo>
                <a:lnTo>
                  <a:pt x="1466850" y="2990850"/>
                </a:lnTo>
                <a:lnTo>
                  <a:pt x="1476375" y="2990850"/>
                </a:lnTo>
                <a:close/>
                <a:moveTo>
                  <a:pt x="1571625" y="2981325"/>
                </a:moveTo>
                <a:lnTo>
                  <a:pt x="1581150" y="2981325"/>
                </a:lnTo>
                <a:lnTo>
                  <a:pt x="1581150" y="2990850"/>
                </a:lnTo>
                <a:lnTo>
                  <a:pt x="1571625" y="2990850"/>
                </a:lnTo>
                <a:close/>
                <a:moveTo>
                  <a:pt x="1609725" y="2981325"/>
                </a:moveTo>
                <a:lnTo>
                  <a:pt x="1628775" y="2981325"/>
                </a:lnTo>
                <a:lnTo>
                  <a:pt x="1628775" y="2990850"/>
                </a:lnTo>
                <a:lnTo>
                  <a:pt x="1609725" y="2990850"/>
                </a:lnTo>
                <a:close/>
                <a:moveTo>
                  <a:pt x="514350" y="2990850"/>
                </a:moveTo>
                <a:lnTo>
                  <a:pt x="542925" y="2990850"/>
                </a:lnTo>
                <a:lnTo>
                  <a:pt x="542925" y="3000375"/>
                </a:lnTo>
                <a:lnTo>
                  <a:pt x="514350" y="3000375"/>
                </a:lnTo>
                <a:close/>
                <a:moveTo>
                  <a:pt x="1314450" y="2990850"/>
                </a:moveTo>
                <a:lnTo>
                  <a:pt x="1323975" y="2990850"/>
                </a:lnTo>
                <a:lnTo>
                  <a:pt x="1323975" y="3000375"/>
                </a:lnTo>
                <a:lnTo>
                  <a:pt x="1343025" y="3000375"/>
                </a:lnTo>
                <a:lnTo>
                  <a:pt x="1343025" y="3019425"/>
                </a:lnTo>
                <a:lnTo>
                  <a:pt x="1314450" y="3019425"/>
                </a:lnTo>
                <a:close/>
                <a:moveTo>
                  <a:pt x="1847850" y="2990850"/>
                </a:moveTo>
                <a:lnTo>
                  <a:pt x="1857375" y="2990850"/>
                </a:lnTo>
                <a:lnTo>
                  <a:pt x="1857375" y="3009900"/>
                </a:lnTo>
                <a:lnTo>
                  <a:pt x="1847850" y="3009900"/>
                </a:lnTo>
                <a:close/>
                <a:moveTo>
                  <a:pt x="295275" y="3000375"/>
                </a:moveTo>
                <a:lnTo>
                  <a:pt x="304800" y="3000375"/>
                </a:lnTo>
                <a:lnTo>
                  <a:pt x="304800" y="3009900"/>
                </a:lnTo>
                <a:lnTo>
                  <a:pt x="295275" y="3009900"/>
                </a:lnTo>
                <a:close/>
                <a:moveTo>
                  <a:pt x="561975" y="3000375"/>
                </a:moveTo>
                <a:lnTo>
                  <a:pt x="581025" y="3000375"/>
                </a:lnTo>
                <a:lnTo>
                  <a:pt x="581025" y="3009900"/>
                </a:lnTo>
                <a:lnTo>
                  <a:pt x="561975" y="3009900"/>
                </a:lnTo>
                <a:close/>
                <a:moveTo>
                  <a:pt x="504825" y="3019425"/>
                </a:moveTo>
                <a:lnTo>
                  <a:pt x="523875" y="3019425"/>
                </a:lnTo>
                <a:lnTo>
                  <a:pt x="523875" y="3028950"/>
                </a:lnTo>
                <a:lnTo>
                  <a:pt x="504825" y="3028950"/>
                </a:lnTo>
                <a:close/>
                <a:moveTo>
                  <a:pt x="609600" y="3019425"/>
                </a:moveTo>
                <a:lnTo>
                  <a:pt x="619125" y="3019425"/>
                </a:lnTo>
                <a:lnTo>
                  <a:pt x="619125" y="3028950"/>
                </a:lnTo>
                <a:lnTo>
                  <a:pt x="609600" y="3028950"/>
                </a:lnTo>
                <a:close/>
                <a:moveTo>
                  <a:pt x="933450" y="3019425"/>
                </a:moveTo>
                <a:lnTo>
                  <a:pt x="952500" y="3019425"/>
                </a:lnTo>
                <a:lnTo>
                  <a:pt x="952500" y="3028950"/>
                </a:lnTo>
                <a:lnTo>
                  <a:pt x="933450" y="3028950"/>
                </a:lnTo>
                <a:close/>
                <a:moveTo>
                  <a:pt x="495300" y="3028950"/>
                </a:moveTo>
                <a:lnTo>
                  <a:pt x="504825" y="3028950"/>
                </a:lnTo>
                <a:lnTo>
                  <a:pt x="504825" y="3038475"/>
                </a:lnTo>
                <a:lnTo>
                  <a:pt x="495300" y="3038475"/>
                </a:lnTo>
                <a:close/>
                <a:moveTo>
                  <a:pt x="981075" y="3028950"/>
                </a:moveTo>
                <a:lnTo>
                  <a:pt x="990600" y="3028950"/>
                </a:lnTo>
                <a:lnTo>
                  <a:pt x="990600" y="3048000"/>
                </a:lnTo>
                <a:lnTo>
                  <a:pt x="981075" y="3048000"/>
                </a:lnTo>
                <a:close/>
                <a:moveTo>
                  <a:pt x="619125" y="3038475"/>
                </a:moveTo>
                <a:lnTo>
                  <a:pt x="628650" y="3038475"/>
                </a:lnTo>
                <a:lnTo>
                  <a:pt x="628650" y="3057525"/>
                </a:lnTo>
                <a:lnTo>
                  <a:pt x="619125" y="3057525"/>
                </a:lnTo>
                <a:close/>
                <a:moveTo>
                  <a:pt x="1295400" y="3048000"/>
                </a:moveTo>
                <a:lnTo>
                  <a:pt x="1314450" y="3048000"/>
                </a:lnTo>
                <a:lnTo>
                  <a:pt x="1314450" y="3057525"/>
                </a:lnTo>
                <a:lnTo>
                  <a:pt x="1323975" y="3057525"/>
                </a:lnTo>
                <a:lnTo>
                  <a:pt x="1323975" y="3067050"/>
                </a:lnTo>
                <a:lnTo>
                  <a:pt x="1295400" y="3067050"/>
                </a:lnTo>
                <a:close/>
                <a:moveTo>
                  <a:pt x="1343025" y="3048000"/>
                </a:moveTo>
                <a:lnTo>
                  <a:pt x="1352550" y="3048000"/>
                </a:lnTo>
                <a:lnTo>
                  <a:pt x="1352550" y="3057525"/>
                </a:lnTo>
                <a:lnTo>
                  <a:pt x="1362075" y="3057525"/>
                </a:lnTo>
                <a:lnTo>
                  <a:pt x="1362075" y="3067050"/>
                </a:lnTo>
                <a:lnTo>
                  <a:pt x="1333500" y="3067050"/>
                </a:lnTo>
                <a:lnTo>
                  <a:pt x="1333500" y="3057525"/>
                </a:lnTo>
                <a:lnTo>
                  <a:pt x="1343025" y="3057525"/>
                </a:lnTo>
                <a:close/>
                <a:moveTo>
                  <a:pt x="1485900" y="3048000"/>
                </a:moveTo>
                <a:lnTo>
                  <a:pt x="1495425" y="3048000"/>
                </a:lnTo>
                <a:lnTo>
                  <a:pt x="1495425" y="3067050"/>
                </a:lnTo>
                <a:lnTo>
                  <a:pt x="1485900" y="3067050"/>
                </a:lnTo>
                <a:close/>
                <a:moveTo>
                  <a:pt x="1419225" y="3057525"/>
                </a:moveTo>
                <a:lnTo>
                  <a:pt x="1457325" y="3057525"/>
                </a:lnTo>
                <a:lnTo>
                  <a:pt x="1457325" y="3076575"/>
                </a:lnTo>
                <a:lnTo>
                  <a:pt x="1466850" y="3076575"/>
                </a:lnTo>
                <a:lnTo>
                  <a:pt x="1466850" y="3086100"/>
                </a:lnTo>
                <a:lnTo>
                  <a:pt x="1438275" y="3086100"/>
                </a:lnTo>
                <a:lnTo>
                  <a:pt x="1438275" y="3076575"/>
                </a:lnTo>
                <a:lnTo>
                  <a:pt x="1419225" y="3076575"/>
                </a:lnTo>
                <a:close/>
                <a:moveTo>
                  <a:pt x="1857375" y="3057525"/>
                </a:moveTo>
                <a:lnTo>
                  <a:pt x="1866900" y="3057525"/>
                </a:lnTo>
                <a:lnTo>
                  <a:pt x="1866900" y="3076575"/>
                </a:lnTo>
                <a:lnTo>
                  <a:pt x="1857375" y="3076575"/>
                </a:lnTo>
                <a:close/>
                <a:moveTo>
                  <a:pt x="400050" y="3086100"/>
                </a:moveTo>
                <a:lnTo>
                  <a:pt x="409575" y="3086100"/>
                </a:lnTo>
                <a:lnTo>
                  <a:pt x="409575" y="3095625"/>
                </a:lnTo>
                <a:lnTo>
                  <a:pt x="400050" y="3095625"/>
                </a:lnTo>
                <a:close/>
                <a:moveTo>
                  <a:pt x="895350" y="3086100"/>
                </a:moveTo>
                <a:lnTo>
                  <a:pt x="923925" y="3086100"/>
                </a:lnTo>
                <a:lnTo>
                  <a:pt x="923925" y="3095625"/>
                </a:lnTo>
                <a:lnTo>
                  <a:pt x="904875" y="3095625"/>
                </a:lnTo>
                <a:lnTo>
                  <a:pt x="904875" y="3124200"/>
                </a:lnTo>
                <a:lnTo>
                  <a:pt x="895350" y="3124200"/>
                </a:lnTo>
                <a:close/>
                <a:moveTo>
                  <a:pt x="1209675" y="3086100"/>
                </a:moveTo>
                <a:lnTo>
                  <a:pt x="1238250" y="3086100"/>
                </a:lnTo>
                <a:lnTo>
                  <a:pt x="1238250" y="3095625"/>
                </a:lnTo>
                <a:lnTo>
                  <a:pt x="1209675" y="3095625"/>
                </a:lnTo>
                <a:close/>
                <a:moveTo>
                  <a:pt x="1266825" y="3086100"/>
                </a:moveTo>
                <a:lnTo>
                  <a:pt x="1285875" y="3086100"/>
                </a:lnTo>
                <a:lnTo>
                  <a:pt x="1285875" y="3095625"/>
                </a:lnTo>
                <a:lnTo>
                  <a:pt x="1295400" y="3095625"/>
                </a:lnTo>
                <a:lnTo>
                  <a:pt x="1295400" y="3105150"/>
                </a:lnTo>
                <a:lnTo>
                  <a:pt x="1314450" y="3105150"/>
                </a:lnTo>
                <a:lnTo>
                  <a:pt x="1314450" y="3095625"/>
                </a:lnTo>
                <a:lnTo>
                  <a:pt x="1323975" y="3095625"/>
                </a:lnTo>
                <a:lnTo>
                  <a:pt x="1323975" y="3114675"/>
                </a:lnTo>
                <a:lnTo>
                  <a:pt x="1285875" y="3114675"/>
                </a:lnTo>
                <a:lnTo>
                  <a:pt x="1285875" y="3105150"/>
                </a:lnTo>
                <a:lnTo>
                  <a:pt x="1257300" y="3105150"/>
                </a:lnTo>
                <a:lnTo>
                  <a:pt x="1257300" y="3095625"/>
                </a:lnTo>
                <a:lnTo>
                  <a:pt x="1266825" y="3095625"/>
                </a:lnTo>
                <a:close/>
                <a:moveTo>
                  <a:pt x="1847850" y="3086100"/>
                </a:moveTo>
                <a:lnTo>
                  <a:pt x="1857375" y="3086100"/>
                </a:lnTo>
                <a:lnTo>
                  <a:pt x="1857375" y="3095625"/>
                </a:lnTo>
                <a:lnTo>
                  <a:pt x="1876425" y="3095625"/>
                </a:lnTo>
                <a:lnTo>
                  <a:pt x="1876425" y="3114675"/>
                </a:lnTo>
                <a:lnTo>
                  <a:pt x="1838325" y="3114675"/>
                </a:lnTo>
                <a:lnTo>
                  <a:pt x="1838325" y="3105150"/>
                </a:lnTo>
                <a:lnTo>
                  <a:pt x="1847850" y="3105150"/>
                </a:lnTo>
                <a:close/>
                <a:moveTo>
                  <a:pt x="762000" y="3095625"/>
                </a:moveTo>
                <a:lnTo>
                  <a:pt x="790575" y="3095625"/>
                </a:lnTo>
                <a:lnTo>
                  <a:pt x="790575" y="3105150"/>
                </a:lnTo>
                <a:lnTo>
                  <a:pt x="771525" y="3105150"/>
                </a:lnTo>
                <a:lnTo>
                  <a:pt x="771525" y="3114675"/>
                </a:lnTo>
                <a:lnTo>
                  <a:pt x="781050" y="3114675"/>
                </a:lnTo>
                <a:lnTo>
                  <a:pt x="781050" y="3124200"/>
                </a:lnTo>
                <a:lnTo>
                  <a:pt x="771525" y="3124200"/>
                </a:lnTo>
                <a:lnTo>
                  <a:pt x="771525" y="3133725"/>
                </a:lnTo>
                <a:lnTo>
                  <a:pt x="762000" y="3133725"/>
                </a:lnTo>
                <a:lnTo>
                  <a:pt x="762000" y="3114675"/>
                </a:lnTo>
                <a:lnTo>
                  <a:pt x="752475" y="3114675"/>
                </a:lnTo>
                <a:lnTo>
                  <a:pt x="752475" y="3105150"/>
                </a:lnTo>
                <a:lnTo>
                  <a:pt x="762000" y="3105150"/>
                </a:lnTo>
                <a:close/>
                <a:moveTo>
                  <a:pt x="819150" y="3095625"/>
                </a:moveTo>
                <a:lnTo>
                  <a:pt x="838200" y="3095625"/>
                </a:lnTo>
                <a:lnTo>
                  <a:pt x="838200" y="3105150"/>
                </a:lnTo>
                <a:lnTo>
                  <a:pt x="819150" y="3105150"/>
                </a:lnTo>
                <a:close/>
                <a:moveTo>
                  <a:pt x="704850" y="3105150"/>
                </a:moveTo>
                <a:lnTo>
                  <a:pt x="714375" y="3105150"/>
                </a:lnTo>
                <a:lnTo>
                  <a:pt x="714375" y="3114675"/>
                </a:lnTo>
                <a:lnTo>
                  <a:pt x="704850" y="3114675"/>
                </a:lnTo>
                <a:close/>
                <a:moveTo>
                  <a:pt x="1190625" y="3105150"/>
                </a:moveTo>
                <a:lnTo>
                  <a:pt x="1209675" y="3105150"/>
                </a:lnTo>
                <a:lnTo>
                  <a:pt x="1209675" y="3133725"/>
                </a:lnTo>
                <a:lnTo>
                  <a:pt x="1200150" y="3133725"/>
                </a:lnTo>
                <a:lnTo>
                  <a:pt x="1200150" y="3114675"/>
                </a:lnTo>
                <a:lnTo>
                  <a:pt x="1190625" y="3114675"/>
                </a:lnTo>
                <a:close/>
                <a:moveTo>
                  <a:pt x="400050" y="3114675"/>
                </a:moveTo>
                <a:lnTo>
                  <a:pt x="409575" y="3114675"/>
                </a:lnTo>
                <a:lnTo>
                  <a:pt x="409575" y="3124200"/>
                </a:lnTo>
                <a:lnTo>
                  <a:pt x="400050" y="3124200"/>
                </a:lnTo>
                <a:close/>
                <a:moveTo>
                  <a:pt x="1114425" y="3114675"/>
                </a:moveTo>
                <a:lnTo>
                  <a:pt x="1123950" y="3114675"/>
                </a:lnTo>
                <a:lnTo>
                  <a:pt x="1123950" y="3124200"/>
                </a:lnTo>
                <a:lnTo>
                  <a:pt x="1133475" y="3124200"/>
                </a:lnTo>
                <a:lnTo>
                  <a:pt x="1133475" y="3133725"/>
                </a:lnTo>
                <a:lnTo>
                  <a:pt x="1123950" y="3133725"/>
                </a:lnTo>
                <a:lnTo>
                  <a:pt x="1123950" y="3143250"/>
                </a:lnTo>
                <a:lnTo>
                  <a:pt x="1114425" y="3143250"/>
                </a:lnTo>
                <a:close/>
                <a:moveTo>
                  <a:pt x="990600" y="3124200"/>
                </a:moveTo>
                <a:lnTo>
                  <a:pt x="1009650" y="3124200"/>
                </a:lnTo>
                <a:lnTo>
                  <a:pt x="1009650" y="3143250"/>
                </a:lnTo>
                <a:lnTo>
                  <a:pt x="990600" y="3143250"/>
                </a:lnTo>
                <a:close/>
                <a:moveTo>
                  <a:pt x="1533525" y="3124200"/>
                </a:moveTo>
                <a:lnTo>
                  <a:pt x="1552575" y="3124200"/>
                </a:lnTo>
                <a:lnTo>
                  <a:pt x="1552575" y="3133725"/>
                </a:lnTo>
                <a:lnTo>
                  <a:pt x="1533525" y="3133725"/>
                </a:lnTo>
                <a:close/>
                <a:moveTo>
                  <a:pt x="1076325" y="3133725"/>
                </a:moveTo>
                <a:lnTo>
                  <a:pt x="1095375" y="3133725"/>
                </a:lnTo>
                <a:lnTo>
                  <a:pt x="1095375" y="3152775"/>
                </a:lnTo>
                <a:lnTo>
                  <a:pt x="1085850" y="3152775"/>
                </a:lnTo>
                <a:lnTo>
                  <a:pt x="1085850" y="3143250"/>
                </a:lnTo>
                <a:lnTo>
                  <a:pt x="1076325" y="3143250"/>
                </a:lnTo>
                <a:close/>
                <a:moveTo>
                  <a:pt x="1857375" y="3133725"/>
                </a:moveTo>
                <a:lnTo>
                  <a:pt x="1876425" y="3133725"/>
                </a:lnTo>
                <a:lnTo>
                  <a:pt x="1876425" y="3162300"/>
                </a:lnTo>
                <a:lnTo>
                  <a:pt x="1866900" y="3162300"/>
                </a:lnTo>
                <a:lnTo>
                  <a:pt x="1866900" y="3143250"/>
                </a:lnTo>
                <a:lnTo>
                  <a:pt x="1857375" y="3143250"/>
                </a:lnTo>
                <a:close/>
                <a:moveTo>
                  <a:pt x="1219200" y="3143250"/>
                </a:moveTo>
                <a:lnTo>
                  <a:pt x="1257300" y="3143250"/>
                </a:lnTo>
                <a:lnTo>
                  <a:pt x="1257300" y="3152775"/>
                </a:lnTo>
                <a:lnTo>
                  <a:pt x="1266825" y="3152775"/>
                </a:lnTo>
                <a:lnTo>
                  <a:pt x="1266825" y="3162300"/>
                </a:lnTo>
                <a:lnTo>
                  <a:pt x="1257300" y="3162300"/>
                </a:lnTo>
                <a:lnTo>
                  <a:pt x="1257300" y="3171825"/>
                </a:lnTo>
                <a:lnTo>
                  <a:pt x="1238250" y="3171825"/>
                </a:lnTo>
                <a:lnTo>
                  <a:pt x="1238250" y="3162300"/>
                </a:lnTo>
                <a:lnTo>
                  <a:pt x="1228725" y="3162300"/>
                </a:lnTo>
                <a:lnTo>
                  <a:pt x="1228725" y="3152775"/>
                </a:lnTo>
                <a:lnTo>
                  <a:pt x="1219200" y="3152775"/>
                </a:lnTo>
                <a:close/>
                <a:moveTo>
                  <a:pt x="847725" y="3162300"/>
                </a:moveTo>
                <a:lnTo>
                  <a:pt x="885825" y="3162300"/>
                </a:lnTo>
                <a:lnTo>
                  <a:pt x="885825" y="3181350"/>
                </a:lnTo>
                <a:lnTo>
                  <a:pt x="847725" y="3181350"/>
                </a:lnTo>
                <a:close/>
                <a:moveTo>
                  <a:pt x="895350" y="3162300"/>
                </a:moveTo>
                <a:lnTo>
                  <a:pt x="904875" y="3162300"/>
                </a:lnTo>
                <a:lnTo>
                  <a:pt x="904875" y="3181350"/>
                </a:lnTo>
                <a:lnTo>
                  <a:pt x="895350" y="3181350"/>
                </a:lnTo>
                <a:close/>
                <a:moveTo>
                  <a:pt x="1085850" y="3162300"/>
                </a:moveTo>
                <a:lnTo>
                  <a:pt x="1104900" y="3162300"/>
                </a:lnTo>
                <a:lnTo>
                  <a:pt x="1104900" y="3171825"/>
                </a:lnTo>
                <a:lnTo>
                  <a:pt x="1095375" y="3171825"/>
                </a:lnTo>
                <a:lnTo>
                  <a:pt x="1095375" y="3181350"/>
                </a:lnTo>
                <a:lnTo>
                  <a:pt x="1085850" y="3181350"/>
                </a:lnTo>
                <a:close/>
                <a:moveTo>
                  <a:pt x="1333500" y="3162300"/>
                </a:moveTo>
                <a:lnTo>
                  <a:pt x="1343025" y="3162300"/>
                </a:lnTo>
                <a:lnTo>
                  <a:pt x="1343025" y="3181350"/>
                </a:lnTo>
                <a:lnTo>
                  <a:pt x="1333500" y="3181350"/>
                </a:lnTo>
                <a:lnTo>
                  <a:pt x="1333500" y="3190875"/>
                </a:lnTo>
                <a:lnTo>
                  <a:pt x="1323975" y="3190875"/>
                </a:lnTo>
                <a:lnTo>
                  <a:pt x="1323975" y="3200400"/>
                </a:lnTo>
                <a:lnTo>
                  <a:pt x="1314450" y="3200400"/>
                </a:lnTo>
                <a:lnTo>
                  <a:pt x="1314450" y="3171825"/>
                </a:lnTo>
                <a:lnTo>
                  <a:pt x="1333500" y="3171825"/>
                </a:lnTo>
                <a:close/>
                <a:moveTo>
                  <a:pt x="1447800" y="3162300"/>
                </a:moveTo>
                <a:lnTo>
                  <a:pt x="1457325" y="3162300"/>
                </a:lnTo>
                <a:lnTo>
                  <a:pt x="1457325" y="3171825"/>
                </a:lnTo>
                <a:lnTo>
                  <a:pt x="1447800" y="3171825"/>
                </a:lnTo>
                <a:close/>
                <a:moveTo>
                  <a:pt x="1581150" y="3162300"/>
                </a:moveTo>
                <a:lnTo>
                  <a:pt x="1590675" y="3162300"/>
                </a:lnTo>
                <a:lnTo>
                  <a:pt x="1590675" y="3171825"/>
                </a:lnTo>
                <a:lnTo>
                  <a:pt x="1581150" y="3171825"/>
                </a:lnTo>
                <a:close/>
                <a:moveTo>
                  <a:pt x="1638300" y="3162300"/>
                </a:moveTo>
                <a:lnTo>
                  <a:pt x="1676400" y="3162300"/>
                </a:lnTo>
                <a:lnTo>
                  <a:pt x="1676400" y="3171825"/>
                </a:lnTo>
                <a:lnTo>
                  <a:pt x="1657350" y="3171825"/>
                </a:lnTo>
                <a:lnTo>
                  <a:pt x="1657350" y="3181350"/>
                </a:lnTo>
                <a:lnTo>
                  <a:pt x="1628775" y="3181350"/>
                </a:lnTo>
                <a:lnTo>
                  <a:pt x="1628775" y="3171825"/>
                </a:lnTo>
                <a:lnTo>
                  <a:pt x="1638300" y="3171825"/>
                </a:lnTo>
                <a:close/>
                <a:moveTo>
                  <a:pt x="1485900" y="3171825"/>
                </a:moveTo>
                <a:lnTo>
                  <a:pt x="1495425" y="3171825"/>
                </a:lnTo>
                <a:lnTo>
                  <a:pt x="1495425" y="3190875"/>
                </a:lnTo>
                <a:lnTo>
                  <a:pt x="1485900" y="3190875"/>
                </a:lnTo>
                <a:close/>
                <a:moveTo>
                  <a:pt x="1123950" y="3181350"/>
                </a:moveTo>
                <a:lnTo>
                  <a:pt x="1133475" y="3181350"/>
                </a:lnTo>
                <a:lnTo>
                  <a:pt x="1133475" y="3200400"/>
                </a:lnTo>
                <a:lnTo>
                  <a:pt x="1143000" y="3200400"/>
                </a:lnTo>
                <a:lnTo>
                  <a:pt x="1143000" y="3228975"/>
                </a:lnTo>
                <a:lnTo>
                  <a:pt x="1133475" y="3228975"/>
                </a:lnTo>
                <a:lnTo>
                  <a:pt x="1133475" y="3248025"/>
                </a:lnTo>
                <a:lnTo>
                  <a:pt x="1123950" y="3248025"/>
                </a:lnTo>
                <a:lnTo>
                  <a:pt x="1123950" y="3238500"/>
                </a:lnTo>
                <a:lnTo>
                  <a:pt x="1114425" y="3238500"/>
                </a:lnTo>
                <a:lnTo>
                  <a:pt x="1114425" y="3190875"/>
                </a:lnTo>
                <a:lnTo>
                  <a:pt x="1123950" y="3190875"/>
                </a:lnTo>
                <a:close/>
                <a:moveTo>
                  <a:pt x="1219200" y="3181350"/>
                </a:moveTo>
                <a:lnTo>
                  <a:pt x="1228725" y="3181350"/>
                </a:lnTo>
                <a:lnTo>
                  <a:pt x="1228725" y="3190875"/>
                </a:lnTo>
                <a:lnTo>
                  <a:pt x="1219200" y="3190875"/>
                </a:lnTo>
                <a:close/>
                <a:moveTo>
                  <a:pt x="1238250" y="3181350"/>
                </a:moveTo>
                <a:lnTo>
                  <a:pt x="1247775" y="3181350"/>
                </a:lnTo>
                <a:lnTo>
                  <a:pt x="1247775" y="3190875"/>
                </a:lnTo>
                <a:lnTo>
                  <a:pt x="1238250" y="3190875"/>
                </a:lnTo>
                <a:close/>
                <a:moveTo>
                  <a:pt x="1276350" y="3181350"/>
                </a:moveTo>
                <a:lnTo>
                  <a:pt x="1285875" y="3181350"/>
                </a:lnTo>
                <a:lnTo>
                  <a:pt x="1285875" y="3200400"/>
                </a:lnTo>
                <a:lnTo>
                  <a:pt x="1276350" y="3200400"/>
                </a:lnTo>
                <a:close/>
                <a:moveTo>
                  <a:pt x="1657350" y="3181350"/>
                </a:moveTo>
                <a:lnTo>
                  <a:pt x="1666875" y="3181350"/>
                </a:lnTo>
                <a:lnTo>
                  <a:pt x="1666875" y="3190875"/>
                </a:lnTo>
                <a:lnTo>
                  <a:pt x="1657350" y="3190875"/>
                </a:lnTo>
                <a:close/>
                <a:moveTo>
                  <a:pt x="1676400" y="3181350"/>
                </a:moveTo>
                <a:lnTo>
                  <a:pt x="1685925" y="3181350"/>
                </a:lnTo>
                <a:lnTo>
                  <a:pt x="1685925" y="3190875"/>
                </a:lnTo>
                <a:lnTo>
                  <a:pt x="1676400" y="3190875"/>
                </a:lnTo>
                <a:close/>
                <a:moveTo>
                  <a:pt x="657225" y="3190875"/>
                </a:moveTo>
                <a:lnTo>
                  <a:pt x="666750" y="3190875"/>
                </a:lnTo>
                <a:lnTo>
                  <a:pt x="666750" y="3200400"/>
                </a:lnTo>
                <a:lnTo>
                  <a:pt x="657225" y="3200400"/>
                </a:lnTo>
                <a:close/>
                <a:moveTo>
                  <a:pt x="371475" y="3200400"/>
                </a:moveTo>
                <a:lnTo>
                  <a:pt x="400050" y="3200400"/>
                </a:lnTo>
                <a:lnTo>
                  <a:pt x="400050" y="3209925"/>
                </a:lnTo>
                <a:lnTo>
                  <a:pt x="390525" y="3209925"/>
                </a:lnTo>
                <a:lnTo>
                  <a:pt x="390525" y="3219450"/>
                </a:lnTo>
                <a:lnTo>
                  <a:pt x="381000" y="3219450"/>
                </a:lnTo>
                <a:lnTo>
                  <a:pt x="381000" y="3228975"/>
                </a:lnTo>
                <a:lnTo>
                  <a:pt x="352425" y="3228975"/>
                </a:lnTo>
                <a:lnTo>
                  <a:pt x="352425" y="3209925"/>
                </a:lnTo>
                <a:lnTo>
                  <a:pt x="371475" y="3209925"/>
                </a:lnTo>
                <a:close/>
                <a:moveTo>
                  <a:pt x="609600" y="3200400"/>
                </a:moveTo>
                <a:lnTo>
                  <a:pt x="619125" y="3200400"/>
                </a:lnTo>
                <a:lnTo>
                  <a:pt x="619125" y="3209925"/>
                </a:lnTo>
                <a:lnTo>
                  <a:pt x="609600" y="3209925"/>
                </a:lnTo>
                <a:close/>
                <a:moveTo>
                  <a:pt x="1000125" y="3200400"/>
                </a:moveTo>
                <a:lnTo>
                  <a:pt x="1009650" y="3200400"/>
                </a:lnTo>
                <a:lnTo>
                  <a:pt x="1009650" y="3209925"/>
                </a:lnTo>
                <a:lnTo>
                  <a:pt x="1000125" y="3209925"/>
                </a:lnTo>
                <a:close/>
                <a:moveTo>
                  <a:pt x="1057275" y="3200400"/>
                </a:moveTo>
                <a:lnTo>
                  <a:pt x="1066800" y="3200400"/>
                </a:lnTo>
                <a:lnTo>
                  <a:pt x="1066800" y="3228975"/>
                </a:lnTo>
                <a:lnTo>
                  <a:pt x="1095375" y="3228975"/>
                </a:lnTo>
                <a:lnTo>
                  <a:pt x="1095375" y="3248025"/>
                </a:lnTo>
                <a:lnTo>
                  <a:pt x="1085850" y="3248025"/>
                </a:lnTo>
                <a:lnTo>
                  <a:pt x="1085850" y="3257550"/>
                </a:lnTo>
                <a:lnTo>
                  <a:pt x="1076325" y="3257550"/>
                </a:lnTo>
                <a:lnTo>
                  <a:pt x="1076325" y="3248025"/>
                </a:lnTo>
                <a:lnTo>
                  <a:pt x="1066800" y="3248025"/>
                </a:lnTo>
                <a:lnTo>
                  <a:pt x="1066800" y="3238500"/>
                </a:lnTo>
                <a:lnTo>
                  <a:pt x="1057275" y="3238500"/>
                </a:lnTo>
                <a:lnTo>
                  <a:pt x="1057275" y="3228975"/>
                </a:lnTo>
                <a:lnTo>
                  <a:pt x="1047750" y="3228975"/>
                </a:lnTo>
                <a:lnTo>
                  <a:pt x="1047750" y="3209925"/>
                </a:lnTo>
                <a:lnTo>
                  <a:pt x="1057275" y="3209925"/>
                </a:lnTo>
                <a:close/>
                <a:moveTo>
                  <a:pt x="1238250" y="3200400"/>
                </a:moveTo>
                <a:lnTo>
                  <a:pt x="1247775" y="3200400"/>
                </a:lnTo>
                <a:lnTo>
                  <a:pt x="1247775" y="3209925"/>
                </a:lnTo>
                <a:lnTo>
                  <a:pt x="1238250" y="3209925"/>
                </a:lnTo>
                <a:close/>
                <a:moveTo>
                  <a:pt x="1390650" y="3200400"/>
                </a:moveTo>
                <a:lnTo>
                  <a:pt x="1400175" y="3200400"/>
                </a:lnTo>
                <a:lnTo>
                  <a:pt x="1400175" y="3209925"/>
                </a:lnTo>
                <a:lnTo>
                  <a:pt x="1390650" y="3209925"/>
                </a:lnTo>
                <a:close/>
                <a:moveTo>
                  <a:pt x="1485900" y="3200400"/>
                </a:moveTo>
                <a:lnTo>
                  <a:pt x="1495425" y="3200400"/>
                </a:lnTo>
                <a:lnTo>
                  <a:pt x="1495425" y="3209925"/>
                </a:lnTo>
                <a:lnTo>
                  <a:pt x="1485900" y="3209925"/>
                </a:lnTo>
                <a:close/>
                <a:moveTo>
                  <a:pt x="1533525" y="3200400"/>
                </a:moveTo>
                <a:lnTo>
                  <a:pt x="1552575" y="3200400"/>
                </a:lnTo>
                <a:lnTo>
                  <a:pt x="1552575" y="3209925"/>
                </a:lnTo>
                <a:lnTo>
                  <a:pt x="1562100" y="3209925"/>
                </a:lnTo>
                <a:lnTo>
                  <a:pt x="1562100" y="3228975"/>
                </a:lnTo>
                <a:lnTo>
                  <a:pt x="1552575" y="3228975"/>
                </a:lnTo>
                <a:lnTo>
                  <a:pt x="1552575" y="3219450"/>
                </a:lnTo>
                <a:lnTo>
                  <a:pt x="1533525" y="3219450"/>
                </a:lnTo>
                <a:close/>
                <a:moveTo>
                  <a:pt x="571500" y="3209925"/>
                </a:moveTo>
                <a:lnTo>
                  <a:pt x="581025" y="3209925"/>
                </a:lnTo>
                <a:lnTo>
                  <a:pt x="581025" y="3219450"/>
                </a:lnTo>
                <a:lnTo>
                  <a:pt x="571500" y="3219450"/>
                </a:lnTo>
                <a:close/>
                <a:moveTo>
                  <a:pt x="1400175" y="3209925"/>
                </a:moveTo>
                <a:lnTo>
                  <a:pt x="1409700" y="3209925"/>
                </a:lnTo>
                <a:lnTo>
                  <a:pt x="1409700" y="3219450"/>
                </a:lnTo>
                <a:lnTo>
                  <a:pt x="1400175" y="3219450"/>
                </a:lnTo>
                <a:close/>
                <a:moveTo>
                  <a:pt x="1495425" y="3209925"/>
                </a:moveTo>
                <a:lnTo>
                  <a:pt x="1514475" y="3209925"/>
                </a:lnTo>
                <a:lnTo>
                  <a:pt x="1514475" y="3219450"/>
                </a:lnTo>
                <a:lnTo>
                  <a:pt x="1495425" y="3219450"/>
                </a:lnTo>
                <a:close/>
                <a:moveTo>
                  <a:pt x="1638300" y="3209925"/>
                </a:moveTo>
                <a:lnTo>
                  <a:pt x="1647825" y="3209925"/>
                </a:lnTo>
                <a:lnTo>
                  <a:pt x="1647825" y="3219450"/>
                </a:lnTo>
                <a:lnTo>
                  <a:pt x="1638300" y="3219450"/>
                </a:lnTo>
                <a:close/>
                <a:moveTo>
                  <a:pt x="1790700" y="3209925"/>
                </a:moveTo>
                <a:lnTo>
                  <a:pt x="1809750" y="3209925"/>
                </a:lnTo>
                <a:lnTo>
                  <a:pt x="1809750" y="3228975"/>
                </a:lnTo>
                <a:lnTo>
                  <a:pt x="1790700" y="3228975"/>
                </a:lnTo>
                <a:close/>
                <a:moveTo>
                  <a:pt x="447675" y="3219450"/>
                </a:moveTo>
                <a:lnTo>
                  <a:pt x="466725" y="3219450"/>
                </a:lnTo>
                <a:lnTo>
                  <a:pt x="466725" y="3228975"/>
                </a:lnTo>
                <a:lnTo>
                  <a:pt x="447675" y="3228975"/>
                </a:lnTo>
                <a:close/>
                <a:moveTo>
                  <a:pt x="1123950" y="3219450"/>
                </a:moveTo>
                <a:lnTo>
                  <a:pt x="1133475" y="3219450"/>
                </a:lnTo>
                <a:lnTo>
                  <a:pt x="1133475" y="3209925"/>
                </a:lnTo>
                <a:lnTo>
                  <a:pt x="1123950" y="3209925"/>
                </a:lnTo>
                <a:close/>
                <a:moveTo>
                  <a:pt x="1333500" y="3219450"/>
                </a:moveTo>
                <a:lnTo>
                  <a:pt x="1343025" y="3219450"/>
                </a:lnTo>
                <a:lnTo>
                  <a:pt x="1343025" y="3228975"/>
                </a:lnTo>
                <a:lnTo>
                  <a:pt x="1333500" y="3228975"/>
                </a:lnTo>
                <a:close/>
                <a:moveTo>
                  <a:pt x="1743075" y="3219450"/>
                </a:moveTo>
                <a:lnTo>
                  <a:pt x="1752600" y="3219450"/>
                </a:lnTo>
                <a:lnTo>
                  <a:pt x="1752600" y="3228975"/>
                </a:lnTo>
                <a:lnTo>
                  <a:pt x="1743075" y="3228975"/>
                </a:lnTo>
                <a:close/>
                <a:moveTo>
                  <a:pt x="304800" y="3228975"/>
                </a:moveTo>
                <a:lnTo>
                  <a:pt x="314325" y="3228975"/>
                </a:lnTo>
                <a:lnTo>
                  <a:pt x="314325" y="3238500"/>
                </a:lnTo>
                <a:lnTo>
                  <a:pt x="323850" y="3238500"/>
                </a:lnTo>
                <a:lnTo>
                  <a:pt x="323850" y="3228975"/>
                </a:lnTo>
                <a:lnTo>
                  <a:pt x="342900" y="3228975"/>
                </a:lnTo>
                <a:lnTo>
                  <a:pt x="342900" y="3248025"/>
                </a:lnTo>
                <a:lnTo>
                  <a:pt x="333375" y="3248025"/>
                </a:lnTo>
                <a:lnTo>
                  <a:pt x="333375" y="3267075"/>
                </a:lnTo>
                <a:lnTo>
                  <a:pt x="323850" y="3267075"/>
                </a:lnTo>
                <a:lnTo>
                  <a:pt x="323850" y="3257550"/>
                </a:lnTo>
                <a:lnTo>
                  <a:pt x="314325" y="3257550"/>
                </a:lnTo>
                <a:lnTo>
                  <a:pt x="314325" y="3276600"/>
                </a:lnTo>
                <a:lnTo>
                  <a:pt x="304800" y="3276600"/>
                </a:lnTo>
                <a:close/>
                <a:moveTo>
                  <a:pt x="1323975" y="3228975"/>
                </a:moveTo>
                <a:lnTo>
                  <a:pt x="1333500" y="3228975"/>
                </a:lnTo>
                <a:lnTo>
                  <a:pt x="1333500" y="3238500"/>
                </a:lnTo>
                <a:lnTo>
                  <a:pt x="1323975" y="3238500"/>
                </a:lnTo>
                <a:close/>
                <a:moveTo>
                  <a:pt x="666750" y="3238500"/>
                </a:moveTo>
                <a:lnTo>
                  <a:pt x="676275" y="3238500"/>
                </a:lnTo>
                <a:lnTo>
                  <a:pt x="676275" y="3248025"/>
                </a:lnTo>
                <a:lnTo>
                  <a:pt x="666750" y="3248025"/>
                </a:lnTo>
                <a:close/>
                <a:moveTo>
                  <a:pt x="714375" y="3238500"/>
                </a:moveTo>
                <a:lnTo>
                  <a:pt x="723900" y="3238500"/>
                </a:lnTo>
                <a:lnTo>
                  <a:pt x="723900" y="3257550"/>
                </a:lnTo>
                <a:lnTo>
                  <a:pt x="714375" y="3257550"/>
                </a:lnTo>
                <a:lnTo>
                  <a:pt x="714375" y="3267075"/>
                </a:lnTo>
                <a:lnTo>
                  <a:pt x="704850" y="3267075"/>
                </a:lnTo>
                <a:lnTo>
                  <a:pt x="704850" y="3248025"/>
                </a:lnTo>
                <a:lnTo>
                  <a:pt x="714375" y="3248025"/>
                </a:lnTo>
                <a:close/>
                <a:moveTo>
                  <a:pt x="1019175" y="3238500"/>
                </a:moveTo>
                <a:lnTo>
                  <a:pt x="1038225" y="3238500"/>
                </a:lnTo>
                <a:lnTo>
                  <a:pt x="1038225" y="3248025"/>
                </a:lnTo>
                <a:lnTo>
                  <a:pt x="1019175" y="3248025"/>
                </a:lnTo>
                <a:close/>
                <a:moveTo>
                  <a:pt x="1152525" y="3238500"/>
                </a:moveTo>
                <a:lnTo>
                  <a:pt x="1171575" y="3238500"/>
                </a:lnTo>
                <a:lnTo>
                  <a:pt x="1171575" y="3248025"/>
                </a:lnTo>
                <a:lnTo>
                  <a:pt x="1200150" y="3248025"/>
                </a:lnTo>
                <a:lnTo>
                  <a:pt x="1200150" y="3257550"/>
                </a:lnTo>
                <a:lnTo>
                  <a:pt x="1171575" y="3257550"/>
                </a:lnTo>
                <a:lnTo>
                  <a:pt x="1171575" y="3267075"/>
                </a:lnTo>
                <a:lnTo>
                  <a:pt x="1162050" y="3267075"/>
                </a:lnTo>
                <a:lnTo>
                  <a:pt x="1162050" y="3257550"/>
                </a:lnTo>
                <a:lnTo>
                  <a:pt x="1143000" y="3257550"/>
                </a:lnTo>
                <a:lnTo>
                  <a:pt x="1143000" y="3248025"/>
                </a:lnTo>
                <a:lnTo>
                  <a:pt x="1152525" y="3248025"/>
                </a:lnTo>
                <a:close/>
                <a:moveTo>
                  <a:pt x="1466850" y="3238500"/>
                </a:moveTo>
                <a:lnTo>
                  <a:pt x="1485900" y="3238500"/>
                </a:lnTo>
                <a:lnTo>
                  <a:pt x="1485900" y="3248025"/>
                </a:lnTo>
                <a:lnTo>
                  <a:pt x="1466850" y="3248025"/>
                </a:lnTo>
                <a:close/>
                <a:moveTo>
                  <a:pt x="1866900" y="3238500"/>
                </a:moveTo>
                <a:lnTo>
                  <a:pt x="1876425" y="3238500"/>
                </a:lnTo>
                <a:lnTo>
                  <a:pt x="1876425" y="3267075"/>
                </a:lnTo>
                <a:lnTo>
                  <a:pt x="1866900" y="3267075"/>
                </a:lnTo>
                <a:close/>
                <a:moveTo>
                  <a:pt x="742950" y="3248025"/>
                </a:moveTo>
                <a:lnTo>
                  <a:pt x="762000" y="3248025"/>
                </a:lnTo>
                <a:lnTo>
                  <a:pt x="762000" y="3257550"/>
                </a:lnTo>
                <a:lnTo>
                  <a:pt x="771525" y="3257550"/>
                </a:lnTo>
                <a:lnTo>
                  <a:pt x="771525" y="3276600"/>
                </a:lnTo>
                <a:lnTo>
                  <a:pt x="733425" y="3276600"/>
                </a:lnTo>
                <a:lnTo>
                  <a:pt x="733425" y="3257550"/>
                </a:lnTo>
                <a:lnTo>
                  <a:pt x="742950" y="3257550"/>
                </a:lnTo>
                <a:close/>
                <a:moveTo>
                  <a:pt x="847725" y="3248025"/>
                </a:moveTo>
                <a:lnTo>
                  <a:pt x="866775" y="3248025"/>
                </a:lnTo>
                <a:lnTo>
                  <a:pt x="866775" y="3257550"/>
                </a:lnTo>
                <a:lnTo>
                  <a:pt x="847725" y="3257550"/>
                </a:lnTo>
                <a:close/>
                <a:moveTo>
                  <a:pt x="904875" y="3248025"/>
                </a:moveTo>
                <a:lnTo>
                  <a:pt x="923925" y="3248025"/>
                </a:lnTo>
                <a:lnTo>
                  <a:pt x="923925" y="3257550"/>
                </a:lnTo>
                <a:lnTo>
                  <a:pt x="933450" y="3257550"/>
                </a:lnTo>
                <a:lnTo>
                  <a:pt x="933450" y="3276600"/>
                </a:lnTo>
                <a:lnTo>
                  <a:pt x="904875" y="3276600"/>
                </a:lnTo>
                <a:lnTo>
                  <a:pt x="904875" y="3267075"/>
                </a:lnTo>
                <a:lnTo>
                  <a:pt x="895350" y="3267075"/>
                </a:lnTo>
                <a:lnTo>
                  <a:pt x="895350" y="3257550"/>
                </a:lnTo>
                <a:lnTo>
                  <a:pt x="904875" y="3257550"/>
                </a:lnTo>
                <a:close/>
                <a:moveTo>
                  <a:pt x="962025" y="3248025"/>
                </a:moveTo>
                <a:lnTo>
                  <a:pt x="971550" y="3248025"/>
                </a:lnTo>
                <a:lnTo>
                  <a:pt x="971550" y="3257550"/>
                </a:lnTo>
                <a:lnTo>
                  <a:pt x="962025" y="3257550"/>
                </a:lnTo>
                <a:close/>
                <a:moveTo>
                  <a:pt x="981075" y="3248025"/>
                </a:moveTo>
                <a:lnTo>
                  <a:pt x="990600" y="3248025"/>
                </a:lnTo>
                <a:lnTo>
                  <a:pt x="990600" y="3257550"/>
                </a:lnTo>
                <a:lnTo>
                  <a:pt x="1009650" y="3257550"/>
                </a:lnTo>
                <a:lnTo>
                  <a:pt x="1009650" y="3276600"/>
                </a:lnTo>
                <a:lnTo>
                  <a:pt x="1000125" y="3276600"/>
                </a:lnTo>
                <a:lnTo>
                  <a:pt x="1000125" y="3286125"/>
                </a:lnTo>
                <a:lnTo>
                  <a:pt x="981075" y="3286125"/>
                </a:lnTo>
                <a:lnTo>
                  <a:pt x="981075" y="3267075"/>
                </a:lnTo>
                <a:lnTo>
                  <a:pt x="971550" y="3267075"/>
                </a:lnTo>
                <a:lnTo>
                  <a:pt x="971550" y="3257550"/>
                </a:lnTo>
                <a:lnTo>
                  <a:pt x="981075" y="3257550"/>
                </a:lnTo>
                <a:close/>
                <a:moveTo>
                  <a:pt x="438150" y="3257550"/>
                </a:moveTo>
                <a:lnTo>
                  <a:pt x="447675" y="3257550"/>
                </a:lnTo>
                <a:lnTo>
                  <a:pt x="447675" y="3267075"/>
                </a:lnTo>
                <a:lnTo>
                  <a:pt x="438150" y="3267075"/>
                </a:lnTo>
                <a:close/>
                <a:moveTo>
                  <a:pt x="942975" y="3257550"/>
                </a:moveTo>
                <a:lnTo>
                  <a:pt x="952500" y="3257550"/>
                </a:lnTo>
                <a:lnTo>
                  <a:pt x="952500" y="3267075"/>
                </a:lnTo>
                <a:lnTo>
                  <a:pt x="942975" y="3267075"/>
                </a:lnTo>
                <a:close/>
                <a:moveTo>
                  <a:pt x="1038225" y="3257550"/>
                </a:moveTo>
                <a:lnTo>
                  <a:pt x="1057275" y="3257550"/>
                </a:lnTo>
                <a:lnTo>
                  <a:pt x="1057275" y="3267075"/>
                </a:lnTo>
                <a:lnTo>
                  <a:pt x="1066800" y="3267075"/>
                </a:lnTo>
                <a:lnTo>
                  <a:pt x="1066800" y="3286125"/>
                </a:lnTo>
                <a:lnTo>
                  <a:pt x="1057275" y="3286125"/>
                </a:lnTo>
                <a:lnTo>
                  <a:pt x="1057275" y="3276600"/>
                </a:lnTo>
                <a:lnTo>
                  <a:pt x="1038225" y="3276600"/>
                </a:lnTo>
                <a:close/>
                <a:moveTo>
                  <a:pt x="1200150" y="3257550"/>
                </a:moveTo>
                <a:lnTo>
                  <a:pt x="1209675" y="3257550"/>
                </a:lnTo>
                <a:lnTo>
                  <a:pt x="1209675" y="3276600"/>
                </a:lnTo>
                <a:lnTo>
                  <a:pt x="1200150" y="3276600"/>
                </a:lnTo>
                <a:close/>
                <a:moveTo>
                  <a:pt x="828675" y="3267075"/>
                </a:moveTo>
                <a:lnTo>
                  <a:pt x="838200" y="3267075"/>
                </a:lnTo>
                <a:lnTo>
                  <a:pt x="838200" y="3276600"/>
                </a:lnTo>
                <a:lnTo>
                  <a:pt x="828675" y="3276600"/>
                </a:lnTo>
                <a:close/>
                <a:moveTo>
                  <a:pt x="1752600" y="3267075"/>
                </a:moveTo>
                <a:lnTo>
                  <a:pt x="1771650" y="3267075"/>
                </a:lnTo>
                <a:lnTo>
                  <a:pt x="1771650" y="3276600"/>
                </a:lnTo>
                <a:lnTo>
                  <a:pt x="1781175" y="3276600"/>
                </a:lnTo>
                <a:lnTo>
                  <a:pt x="1781175" y="3286125"/>
                </a:lnTo>
                <a:lnTo>
                  <a:pt x="1771650" y="3286125"/>
                </a:lnTo>
                <a:lnTo>
                  <a:pt x="1771650" y="3295650"/>
                </a:lnTo>
                <a:lnTo>
                  <a:pt x="1752600" y="3295650"/>
                </a:lnTo>
                <a:lnTo>
                  <a:pt x="1752600" y="3286125"/>
                </a:lnTo>
                <a:lnTo>
                  <a:pt x="1762125" y="3286125"/>
                </a:lnTo>
                <a:lnTo>
                  <a:pt x="1762125" y="3276600"/>
                </a:lnTo>
                <a:lnTo>
                  <a:pt x="1752600" y="3276600"/>
                </a:lnTo>
                <a:close/>
                <a:moveTo>
                  <a:pt x="314325" y="3276600"/>
                </a:moveTo>
                <a:lnTo>
                  <a:pt x="323850" y="3276600"/>
                </a:lnTo>
                <a:lnTo>
                  <a:pt x="323850" y="3286125"/>
                </a:lnTo>
                <a:lnTo>
                  <a:pt x="314325" y="3286125"/>
                </a:lnTo>
                <a:close/>
                <a:moveTo>
                  <a:pt x="419100" y="3276600"/>
                </a:moveTo>
                <a:lnTo>
                  <a:pt x="428625" y="3276600"/>
                </a:lnTo>
                <a:lnTo>
                  <a:pt x="428625" y="3286125"/>
                </a:lnTo>
                <a:lnTo>
                  <a:pt x="419100" y="3286125"/>
                </a:lnTo>
                <a:close/>
                <a:moveTo>
                  <a:pt x="1171575" y="3276600"/>
                </a:moveTo>
                <a:lnTo>
                  <a:pt x="1181100" y="3276600"/>
                </a:lnTo>
                <a:lnTo>
                  <a:pt x="1181100" y="3295650"/>
                </a:lnTo>
                <a:lnTo>
                  <a:pt x="1171575" y="3295650"/>
                </a:lnTo>
                <a:close/>
                <a:moveTo>
                  <a:pt x="1190625" y="3276600"/>
                </a:moveTo>
                <a:lnTo>
                  <a:pt x="1200150" y="3276600"/>
                </a:lnTo>
                <a:lnTo>
                  <a:pt x="1200150" y="3286125"/>
                </a:lnTo>
                <a:lnTo>
                  <a:pt x="1190625" y="3286125"/>
                </a:lnTo>
                <a:close/>
                <a:moveTo>
                  <a:pt x="1609725" y="3276600"/>
                </a:moveTo>
                <a:lnTo>
                  <a:pt x="1638300" y="3276600"/>
                </a:lnTo>
                <a:lnTo>
                  <a:pt x="1638300" y="3295650"/>
                </a:lnTo>
                <a:lnTo>
                  <a:pt x="1619250" y="3295650"/>
                </a:lnTo>
                <a:lnTo>
                  <a:pt x="1619250" y="3286125"/>
                </a:lnTo>
                <a:lnTo>
                  <a:pt x="1609725" y="3286125"/>
                </a:lnTo>
                <a:close/>
                <a:moveTo>
                  <a:pt x="1209675" y="3286125"/>
                </a:moveTo>
                <a:lnTo>
                  <a:pt x="1238250" y="3286125"/>
                </a:lnTo>
                <a:lnTo>
                  <a:pt x="1238250" y="3305175"/>
                </a:lnTo>
                <a:lnTo>
                  <a:pt x="1219200" y="3305175"/>
                </a:lnTo>
                <a:lnTo>
                  <a:pt x="1219200" y="3295650"/>
                </a:lnTo>
                <a:lnTo>
                  <a:pt x="1209675" y="3295650"/>
                </a:lnTo>
                <a:close/>
                <a:moveTo>
                  <a:pt x="1571625" y="3286125"/>
                </a:moveTo>
                <a:lnTo>
                  <a:pt x="1590675" y="3286125"/>
                </a:lnTo>
                <a:lnTo>
                  <a:pt x="1590675" y="3305175"/>
                </a:lnTo>
                <a:lnTo>
                  <a:pt x="1571625" y="3305175"/>
                </a:lnTo>
                <a:close/>
                <a:moveTo>
                  <a:pt x="1714500" y="3286125"/>
                </a:moveTo>
                <a:lnTo>
                  <a:pt x="1743075" y="3286125"/>
                </a:lnTo>
                <a:lnTo>
                  <a:pt x="1743075" y="3295650"/>
                </a:lnTo>
                <a:lnTo>
                  <a:pt x="1733550" y="3295650"/>
                </a:lnTo>
                <a:lnTo>
                  <a:pt x="1733550" y="3305175"/>
                </a:lnTo>
                <a:lnTo>
                  <a:pt x="1724025" y="3305175"/>
                </a:lnTo>
                <a:lnTo>
                  <a:pt x="1724025" y="3295650"/>
                </a:lnTo>
                <a:lnTo>
                  <a:pt x="1714500" y="3295650"/>
                </a:lnTo>
                <a:close/>
                <a:moveTo>
                  <a:pt x="1847850" y="3286125"/>
                </a:moveTo>
                <a:lnTo>
                  <a:pt x="1857375" y="3286125"/>
                </a:lnTo>
                <a:lnTo>
                  <a:pt x="1857375" y="3295650"/>
                </a:lnTo>
                <a:lnTo>
                  <a:pt x="1847850" y="3295650"/>
                </a:lnTo>
                <a:close/>
                <a:moveTo>
                  <a:pt x="1866900" y="3286125"/>
                </a:moveTo>
                <a:lnTo>
                  <a:pt x="1876425" y="3286125"/>
                </a:lnTo>
                <a:lnTo>
                  <a:pt x="1876425" y="3305175"/>
                </a:lnTo>
                <a:lnTo>
                  <a:pt x="1866900" y="3305175"/>
                </a:lnTo>
                <a:close/>
                <a:moveTo>
                  <a:pt x="1066800" y="3295650"/>
                </a:moveTo>
                <a:lnTo>
                  <a:pt x="1076325" y="3295650"/>
                </a:lnTo>
                <a:lnTo>
                  <a:pt x="1076325" y="3305175"/>
                </a:lnTo>
                <a:lnTo>
                  <a:pt x="1085850" y="3305175"/>
                </a:lnTo>
                <a:lnTo>
                  <a:pt x="1085850" y="3314700"/>
                </a:lnTo>
                <a:lnTo>
                  <a:pt x="1104900" y="3314700"/>
                </a:lnTo>
                <a:lnTo>
                  <a:pt x="1104900" y="3305175"/>
                </a:lnTo>
                <a:lnTo>
                  <a:pt x="1114425" y="3305175"/>
                </a:lnTo>
                <a:lnTo>
                  <a:pt x="1114425" y="3314700"/>
                </a:lnTo>
                <a:lnTo>
                  <a:pt x="1143000" y="3314700"/>
                </a:lnTo>
                <a:lnTo>
                  <a:pt x="1143000" y="3343275"/>
                </a:lnTo>
                <a:lnTo>
                  <a:pt x="1104900" y="3343275"/>
                </a:lnTo>
                <a:lnTo>
                  <a:pt x="1104900" y="3333750"/>
                </a:lnTo>
                <a:lnTo>
                  <a:pt x="1123950" y="3333750"/>
                </a:lnTo>
                <a:lnTo>
                  <a:pt x="1123950" y="3324225"/>
                </a:lnTo>
                <a:lnTo>
                  <a:pt x="1066800" y="3324225"/>
                </a:lnTo>
                <a:close/>
                <a:moveTo>
                  <a:pt x="1485900" y="3295650"/>
                </a:moveTo>
                <a:lnTo>
                  <a:pt x="1504950" y="3295650"/>
                </a:lnTo>
                <a:lnTo>
                  <a:pt x="1504950" y="3305175"/>
                </a:lnTo>
                <a:lnTo>
                  <a:pt x="1514475" y="3305175"/>
                </a:lnTo>
                <a:lnTo>
                  <a:pt x="1514475" y="3314700"/>
                </a:lnTo>
                <a:lnTo>
                  <a:pt x="1524000" y="3314700"/>
                </a:lnTo>
                <a:lnTo>
                  <a:pt x="1524000" y="3324225"/>
                </a:lnTo>
                <a:lnTo>
                  <a:pt x="1543050" y="3324225"/>
                </a:lnTo>
                <a:lnTo>
                  <a:pt x="1543050" y="3314700"/>
                </a:lnTo>
                <a:lnTo>
                  <a:pt x="1562100" y="3314700"/>
                </a:lnTo>
                <a:lnTo>
                  <a:pt x="1562100" y="3362325"/>
                </a:lnTo>
                <a:lnTo>
                  <a:pt x="1581150" y="3362325"/>
                </a:lnTo>
                <a:lnTo>
                  <a:pt x="1581150" y="3371850"/>
                </a:lnTo>
                <a:lnTo>
                  <a:pt x="1552575" y="3371850"/>
                </a:lnTo>
                <a:lnTo>
                  <a:pt x="1552575" y="3343275"/>
                </a:lnTo>
                <a:lnTo>
                  <a:pt x="1524000" y="3343275"/>
                </a:lnTo>
                <a:lnTo>
                  <a:pt x="1524000" y="3333750"/>
                </a:lnTo>
                <a:lnTo>
                  <a:pt x="1514475" y="3333750"/>
                </a:lnTo>
                <a:lnTo>
                  <a:pt x="1514475" y="3324225"/>
                </a:lnTo>
                <a:lnTo>
                  <a:pt x="1495425" y="3324225"/>
                </a:lnTo>
                <a:lnTo>
                  <a:pt x="1495425" y="3333750"/>
                </a:lnTo>
                <a:lnTo>
                  <a:pt x="1476375" y="3333750"/>
                </a:lnTo>
                <a:lnTo>
                  <a:pt x="1476375" y="3314700"/>
                </a:lnTo>
                <a:lnTo>
                  <a:pt x="1485900" y="3314700"/>
                </a:lnTo>
                <a:close/>
                <a:moveTo>
                  <a:pt x="1771650" y="3295650"/>
                </a:moveTo>
                <a:lnTo>
                  <a:pt x="1781175" y="3295650"/>
                </a:lnTo>
                <a:lnTo>
                  <a:pt x="1781175" y="3324225"/>
                </a:lnTo>
                <a:lnTo>
                  <a:pt x="1771650" y="3324225"/>
                </a:lnTo>
                <a:lnTo>
                  <a:pt x="1771650" y="3343275"/>
                </a:lnTo>
                <a:lnTo>
                  <a:pt x="1762125" y="3343275"/>
                </a:lnTo>
                <a:lnTo>
                  <a:pt x="1762125" y="3352800"/>
                </a:lnTo>
                <a:lnTo>
                  <a:pt x="1733550" y="3352800"/>
                </a:lnTo>
                <a:lnTo>
                  <a:pt x="1733550" y="3324225"/>
                </a:lnTo>
                <a:lnTo>
                  <a:pt x="1743075" y="3324225"/>
                </a:lnTo>
                <a:lnTo>
                  <a:pt x="1743075" y="3314700"/>
                </a:lnTo>
                <a:lnTo>
                  <a:pt x="1771650" y="3314700"/>
                </a:lnTo>
                <a:close/>
                <a:moveTo>
                  <a:pt x="981075" y="3305175"/>
                </a:moveTo>
                <a:lnTo>
                  <a:pt x="990600" y="3305175"/>
                </a:lnTo>
                <a:lnTo>
                  <a:pt x="990600" y="3314700"/>
                </a:lnTo>
                <a:lnTo>
                  <a:pt x="1000125" y="3314700"/>
                </a:lnTo>
                <a:lnTo>
                  <a:pt x="1000125" y="3324225"/>
                </a:lnTo>
                <a:lnTo>
                  <a:pt x="1038225" y="3324225"/>
                </a:lnTo>
                <a:lnTo>
                  <a:pt x="1038225" y="3343275"/>
                </a:lnTo>
                <a:lnTo>
                  <a:pt x="1019175" y="3343275"/>
                </a:lnTo>
                <a:lnTo>
                  <a:pt x="1019175" y="3362325"/>
                </a:lnTo>
                <a:lnTo>
                  <a:pt x="1000125" y="3362325"/>
                </a:lnTo>
                <a:lnTo>
                  <a:pt x="1000125" y="3343275"/>
                </a:lnTo>
                <a:lnTo>
                  <a:pt x="990600" y="3343275"/>
                </a:lnTo>
                <a:lnTo>
                  <a:pt x="990600" y="3324225"/>
                </a:lnTo>
                <a:lnTo>
                  <a:pt x="981075" y="3324225"/>
                </a:lnTo>
                <a:close/>
                <a:moveTo>
                  <a:pt x="1238250" y="3305175"/>
                </a:moveTo>
                <a:lnTo>
                  <a:pt x="1247775" y="3305175"/>
                </a:lnTo>
                <a:lnTo>
                  <a:pt x="1247775" y="3314700"/>
                </a:lnTo>
                <a:lnTo>
                  <a:pt x="1238250" y="3314700"/>
                </a:lnTo>
                <a:close/>
                <a:moveTo>
                  <a:pt x="1676400" y="3314700"/>
                </a:moveTo>
                <a:lnTo>
                  <a:pt x="1685925" y="3314700"/>
                </a:lnTo>
                <a:lnTo>
                  <a:pt x="1685925" y="3324225"/>
                </a:lnTo>
                <a:lnTo>
                  <a:pt x="1695450" y="3324225"/>
                </a:lnTo>
                <a:lnTo>
                  <a:pt x="1695450" y="3333750"/>
                </a:lnTo>
                <a:lnTo>
                  <a:pt x="1676400" y="3333750"/>
                </a:lnTo>
                <a:close/>
                <a:moveTo>
                  <a:pt x="361950" y="3324225"/>
                </a:moveTo>
                <a:lnTo>
                  <a:pt x="381000" y="3324225"/>
                </a:lnTo>
                <a:lnTo>
                  <a:pt x="381000" y="3333750"/>
                </a:lnTo>
                <a:lnTo>
                  <a:pt x="361950" y="3333750"/>
                </a:lnTo>
                <a:close/>
                <a:moveTo>
                  <a:pt x="409575" y="3324225"/>
                </a:moveTo>
                <a:lnTo>
                  <a:pt x="419100" y="3324225"/>
                </a:lnTo>
                <a:lnTo>
                  <a:pt x="419100" y="3333750"/>
                </a:lnTo>
                <a:lnTo>
                  <a:pt x="409575" y="3333750"/>
                </a:lnTo>
                <a:close/>
                <a:moveTo>
                  <a:pt x="847725" y="3324225"/>
                </a:moveTo>
                <a:lnTo>
                  <a:pt x="876300" y="3324225"/>
                </a:lnTo>
                <a:lnTo>
                  <a:pt x="876300" y="3333750"/>
                </a:lnTo>
                <a:lnTo>
                  <a:pt x="885825" y="3333750"/>
                </a:lnTo>
                <a:lnTo>
                  <a:pt x="885825" y="3343275"/>
                </a:lnTo>
                <a:lnTo>
                  <a:pt x="847725" y="3343275"/>
                </a:lnTo>
                <a:close/>
                <a:moveTo>
                  <a:pt x="914400" y="3324225"/>
                </a:moveTo>
                <a:lnTo>
                  <a:pt x="942975" y="3324225"/>
                </a:lnTo>
                <a:lnTo>
                  <a:pt x="942975" y="3333750"/>
                </a:lnTo>
                <a:lnTo>
                  <a:pt x="923925" y="3333750"/>
                </a:lnTo>
                <a:lnTo>
                  <a:pt x="923925" y="3343275"/>
                </a:lnTo>
                <a:lnTo>
                  <a:pt x="933450" y="3343275"/>
                </a:lnTo>
                <a:lnTo>
                  <a:pt x="933450" y="3352800"/>
                </a:lnTo>
                <a:lnTo>
                  <a:pt x="923925" y="3352800"/>
                </a:lnTo>
                <a:lnTo>
                  <a:pt x="923925" y="3362325"/>
                </a:lnTo>
                <a:lnTo>
                  <a:pt x="895350" y="3362325"/>
                </a:lnTo>
                <a:lnTo>
                  <a:pt x="895350" y="3333750"/>
                </a:lnTo>
                <a:lnTo>
                  <a:pt x="914400" y="3333750"/>
                </a:lnTo>
                <a:close/>
                <a:moveTo>
                  <a:pt x="1419225" y="3324225"/>
                </a:moveTo>
                <a:lnTo>
                  <a:pt x="1438275" y="3324225"/>
                </a:lnTo>
                <a:lnTo>
                  <a:pt x="1438275" y="3343275"/>
                </a:lnTo>
                <a:lnTo>
                  <a:pt x="1466850" y="3343275"/>
                </a:lnTo>
                <a:lnTo>
                  <a:pt x="1466850" y="3352800"/>
                </a:lnTo>
                <a:lnTo>
                  <a:pt x="1476375" y="3352800"/>
                </a:lnTo>
                <a:lnTo>
                  <a:pt x="1476375" y="3362325"/>
                </a:lnTo>
                <a:lnTo>
                  <a:pt x="1466850" y="3362325"/>
                </a:lnTo>
                <a:lnTo>
                  <a:pt x="1466850" y="3371850"/>
                </a:lnTo>
                <a:lnTo>
                  <a:pt x="1438275" y="3371850"/>
                </a:lnTo>
                <a:lnTo>
                  <a:pt x="1438275" y="3352800"/>
                </a:lnTo>
                <a:lnTo>
                  <a:pt x="1419225" y="3352800"/>
                </a:lnTo>
                <a:close/>
                <a:moveTo>
                  <a:pt x="714375" y="3343275"/>
                </a:moveTo>
                <a:lnTo>
                  <a:pt x="723900" y="3343275"/>
                </a:lnTo>
                <a:lnTo>
                  <a:pt x="723900" y="3352800"/>
                </a:lnTo>
                <a:lnTo>
                  <a:pt x="714375" y="3352800"/>
                </a:lnTo>
                <a:close/>
                <a:moveTo>
                  <a:pt x="733425" y="3343275"/>
                </a:moveTo>
                <a:lnTo>
                  <a:pt x="752475" y="3343275"/>
                </a:lnTo>
                <a:lnTo>
                  <a:pt x="752475" y="3352800"/>
                </a:lnTo>
                <a:lnTo>
                  <a:pt x="733425" y="3352800"/>
                </a:lnTo>
                <a:close/>
                <a:moveTo>
                  <a:pt x="1343025" y="3343275"/>
                </a:moveTo>
                <a:lnTo>
                  <a:pt x="1362075" y="3343275"/>
                </a:lnTo>
                <a:lnTo>
                  <a:pt x="1362075" y="3362325"/>
                </a:lnTo>
                <a:lnTo>
                  <a:pt x="1352550" y="3362325"/>
                </a:lnTo>
                <a:lnTo>
                  <a:pt x="1352550" y="3371850"/>
                </a:lnTo>
                <a:lnTo>
                  <a:pt x="1343025" y="3371850"/>
                </a:lnTo>
                <a:lnTo>
                  <a:pt x="1343025" y="3381375"/>
                </a:lnTo>
                <a:lnTo>
                  <a:pt x="1323975" y="3381375"/>
                </a:lnTo>
                <a:lnTo>
                  <a:pt x="1323975" y="3371850"/>
                </a:lnTo>
                <a:lnTo>
                  <a:pt x="1333500" y="3371850"/>
                </a:lnTo>
                <a:lnTo>
                  <a:pt x="1333500" y="3362325"/>
                </a:lnTo>
                <a:lnTo>
                  <a:pt x="1323975" y="3362325"/>
                </a:lnTo>
                <a:lnTo>
                  <a:pt x="1323975" y="3352800"/>
                </a:lnTo>
                <a:lnTo>
                  <a:pt x="1343025" y="3352800"/>
                </a:lnTo>
                <a:close/>
                <a:moveTo>
                  <a:pt x="1647825" y="3343275"/>
                </a:moveTo>
                <a:lnTo>
                  <a:pt x="1657350" y="3343275"/>
                </a:lnTo>
                <a:lnTo>
                  <a:pt x="1657350" y="3362325"/>
                </a:lnTo>
                <a:lnTo>
                  <a:pt x="1647825" y="3362325"/>
                </a:lnTo>
                <a:close/>
                <a:moveTo>
                  <a:pt x="304800" y="3352800"/>
                </a:moveTo>
                <a:lnTo>
                  <a:pt x="314325" y="3352800"/>
                </a:lnTo>
                <a:lnTo>
                  <a:pt x="314325" y="3371850"/>
                </a:lnTo>
                <a:lnTo>
                  <a:pt x="304800" y="3371850"/>
                </a:lnTo>
                <a:close/>
                <a:moveTo>
                  <a:pt x="333375" y="3352800"/>
                </a:moveTo>
                <a:lnTo>
                  <a:pt x="352425" y="3352800"/>
                </a:lnTo>
                <a:lnTo>
                  <a:pt x="352425" y="3362325"/>
                </a:lnTo>
                <a:lnTo>
                  <a:pt x="342900" y="3362325"/>
                </a:lnTo>
                <a:lnTo>
                  <a:pt x="342900" y="3381375"/>
                </a:lnTo>
                <a:lnTo>
                  <a:pt x="323850" y="3381375"/>
                </a:lnTo>
                <a:lnTo>
                  <a:pt x="323850" y="3362325"/>
                </a:lnTo>
                <a:lnTo>
                  <a:pt x="333375" y="3362325"/>
                </a:lnTo>
                <a:close/>
                <a:moveTo>
                  <a:pt x="419100" y="3352800"/>
                </a:moveTo>
                <a:lnTo>
                  <a:pt x="428625" y="3352800"/>
                </a:lnTo>
                <a:lnTo>
                  <a:pt x="428625" y="3390900"/>
                </a:lnTo>
                <a:lnTo>
                  <a:pt x="419100" y="3390900"/>
                </a:lnTo>
                <a:close/>
                <a:moveTo>
                  <a:pt x="704850" y="3352800"/>
                </a:moveTo>
                <a:lnTo>
                  <a:pt x="714375" y="3352800"/>
                </a:lnTo>
                <a:lnTo>
                  <a:pt x="714375" y="3371850"/>
                </a:lnTo>
                <a:lnTo>
                  <a:pt x="695325" y="3371850"/>
                </a:lnTo>
                <a:lnTo>
                  <a:pt x="695325" y="3381375"/>
                </a:lnTo>
                <a:lnTo>
                  <a:pt x="676275" y="3381375"/>
                </a:lnTo>
                <a:lnTo>
                  <a:pt x="676275" y="3390900"/>
                </a:lnTo>
                <a:lnTo>
                  <a:pt x="685800" y="3390900"/>
                </a:lnTo>
                <a:lnTo>
                  <a:pt x="685800" y="3400425"/>
                </a:lnTo>
                <a:lnTo>
                  <a:pt x="676275" y="3400425"/>
                </a:lnTo>
                <a:lnTo>
                  <a:pt x="676275" y="3409950"/>
                </a:lnTo>
                <a:lnTo>
                  <a:pt x="685800" y="3409950"/>
                </a:lnTo>
                <a:lnTo>
                  <a:pt x="685800" y="3419475"/>
                </a:lnTo>
                <a:lnTo>
                  <a:pt x="676275" y="3419475"/>
                </a:lnTo>
                <a:lnTo>
                  <a:pt x="676275" y="3429000"/>
                </a:lnTo>
                <a:lnTo>
                  <a:pt x="666750" y="3429000"/>
                </a:lnTo>
                <a:lnTo>
                  <a:pt x="666750" y="3371850"/>
                </a:lnTo>
                <a:lnTo>
                  <a:pt x="676275" y="3371850"/>
                </a:lnTo>
                <a:lnTo>
                  <a:pt x="676275" y="3362325"/>
                </a:lnTo>
                <a:lnTo>
                  <a:pt x="704850" y="3362325"/>
                </a:lnTo>
                <a:close/>
                <a:moveTo>
                  <a:pt x="723900" y="3352800"/>
                </a:moveTo>
                <a:lnTo>
                  <a:pt x="733425" y="3352800"/>
                </a:lnTo>
                <a:lnTo>
                  <a:pt x="733425" y="3371850"/>
                </a:lnTo>
                <a:lnTo>
                  <a:pt x="723900" y="3371850"/>
                </a:lnTo>
                <a:close/>
                <a:moveTo>
                  <a:pt x="1143000" y="3352800"/>
                </a:moveTo>
                <a:lnTo>
                  <a:pt x="1152525" y="3352800"/>
                </a:lnTo>
                <a:lnTo>
                  <a:pt x="1152525" y="3362325"/>
                </a:lnTo>
                <a:lnTo>
                  <a:pt x="1143000" y="3362325"/>
                </a:lnTo>
                <a:close/>
                <a:moveTo>
                  <a:pt x="1600200" y="3352800"/>
                </a:moveTo>
                <a:lnTo>
                  <a:pt x="1619250" y="3352800"/>
                </a:lnTo>
                <a:lnTo>
                  <a:pt x="1619250" y="3371850"/>
                </a:lnTo>
                <a:lnTo>
                  <a:pt x="1600200" y="3371850"/>
                </a:lnTo>
                <a:close/>
                <a:moveTo>
                  <a:pt x="1047750" y="3362325"/>
                </a:moveTo>
                <a:lnTo>
                  <a:pt x="1057275" y="3362325"/>
                </a:lnTo>
                <a:lnTo>
                  <a:pt x="1057275" y="3371850"/>
                </a:lnTo>
                <a:lnTo>
                  <a:pt x="1047750" y="3371850"/>
                </a:lnTo>
                <a:close/>
                <a:moveTo>
                  <a:pt x="1152525" y="3362325"/>
                </a:moveTo>
                <a:lnTo>
                  <a:pt x="1162050" y="3362325"/>
                </a:lnTo>
                <a:lnTo>
                  <a:pt x="1162050" y="3381375"/>
                </a:lnTo>
                <a:lnTo>
                  <a:pt x="1152525" y="3381375"/>
                </a:lnTo>
                <a:close/>
                <a:moveTo>
                  <a:pt x="1257300" y="3362325"/>
                </a:moveTo>
                <a:lnTo>
                  <a:pt x="1266825" y="3362325"/>
                </a:lnTo>
                <a:lnTo>
                  <a:pt x="1266825" y="3371850"/>
                </a:lnTo>
                <a:lnTo>
                  <a:pt x="1257300" y="3371850"/>
                </a:lnTo>
                <a:close/>
                <a:moveTo>
                  <a:pt x="1285875" y="3362325"/>
                </a:moveTo>
                <a:lnTo>
                  <a:pt x="1304925" y="3362325"/>
                </a:lnTo>
                <a:lnTo>
                  <a:pt x="1304925" y="3371850"/>
                </a:lnTo>
                <a:lnTo>
                  <a:pt x="1295400" y="3371850"/>
                </a:lnTo>
                <a:lnTo>
                  <a:pt x="1295400" y="3400425"/>
                </a:lnTo>
                <a:lnTo>
                  <a:pt x="1304925" y="3400425"/>
                </a:lnTo>
                <a:lnTo>
                  <a:pt x="1304925" y="3409950"/>
                </a:lnTo>
                <a:lnTo>
                  <a:pt x="1333500" y="3409950"/>
                </a:lnTo>
                <a:lnTo>
                  <a:pt x="1333500" y="3400425"/>
                </a:lnTo>
                <a:lnTo>
                  <a:pt x="1352550" y="3400425"/>
                </a:lnTo>
                <a:lnTo>
                  <a:pt x="1352550" y="3419475"/>
                </a:lnTo>
                <a:lnTo>
                  <a:pt x="1323975" y="3419475"/>
                </a:lnTo>
                <a:lnTo>
                  <a:pt x="1323975" y="3438525"/>
                </a:lnTo>
                <a:lnTo>
                  <a:pt x="1304925" y="3438525"/>
                </a:lnTo>
                <a:lnTo>
                  <a:pt x="1304925" y="3448050"/>
                </a:lnTo>
                <a:lnTo>
                  <a:pt x="1314450" y="3448050"/>
                </a:lnTo>
                <a:lnTo>
                  <a:pt x="1314450" y="3467100"/>
                </a:lnTo>
                <a:lnTo>
                  <a:pt x="1304925" y="3467100"/>
                </a:lnTo>
                <a:lnTo>
                  <a:pt x="1304925" y="3486150"/>
                </a:lnTo>
                <a:lnTo>
                  <a:pt x="1295400" y="3486150"/>
                </a:lnTo>
                <a:lnTo>
                  <a:pt x="1295400" y="3467100"/>
                </a:lnTo>
                <a:lnTo>
                  <a:pt x="1285875" y="3467100"/>
                </a:lnTo>
                <a:lnTo>
                  <a:pt x="1285875" y="3457575"/>
                </a:lnTo>
                <a:lnTo>
                  <a:pt x="1257300" y="3457575"/>
                </a:lnTo>
                <a:lnTo>
                  <a:pt x="1257300" y="3438525"/>
                </a:lnTo>
                <a:lnTo>
                  <a:pt x="1266825" y="3438525"/>
                </a:lnTo>
                <a:lnTo>
                  <a:pt x="1266825" y="3409950"/>
                </a:lnTo>
                <a:lnTo>
                  <a:pt x="1257300" y="3409950"/>
                </a:lnTo>
                <a:lnTo>
                  <a:pt x="1257300" y="3419475"/>
                </a:lnTo>
                <a:lnTo>
                  <a:pt x="1238250" y="3419475"/>
                </a:lnTo>
                <a:lnTo>
                  <a:pt x="1238250" y="3438525"/>
                </a:lnTo>
                <a:lnTo>
                  <a:pt x="1228725" y="3438525"/>
                </a:lnTo>
                <a:lnTo>
                  <a:pt x="1228725" y="3429000"/>
                </a:lnTo>
                <a:lnTo>
                  <a:pt x="1219200" y="3429000"/>
                </a:lnTo>
                <a:lnTo>
                  <a:pt x="1219200" y="3419475"/>
                </a:lnTo>
                <a:lnTo>
                  <a:pt x="1228725" y="3419475"/>
                </a:lnTo>
                <a:lnTo>
                  <a:pt x="1228725" y="3409950"/>
                </a:lnTo>
                <a:lnTo>
                  <a:pt x="1238250" y="3409950"/>
                </a:lnTo>
                <a:lnTo>
                  <a:pt x="1238250" y="3400425"/>
                </a:lnTo>
                <a:lnTo>
                  <a:pt x="1257300" y="3400425"/>
                </a:lnTo>
                <a:lnTo>
                  <a:pt x="1257300" y="3390900"/>
                </a:lnTo>
                <a:lnTo>
                  <a:pt x="1276350" y="3390900"/>
                </a:lnTo>
                <a:lnTo>
                  <a:pt x="1276350" y="3371850"/>
                </a:lnTo>
                <a:lnTo>
                  <a:pt x="1285875" y="3371850"/>
                </a:lnTo>
                <a:close/>
                <a:moveTo>
                  <a:pt x="1000125" y="3371850"/>
                </a:moveTo>
                <a:lnTo>
                  <a:pt x="1019175" y="3371850"/>
                </a:lnTo>
                <a:lnTo>
                  <a:pt x="1019175" y="3390900"/>
                </a:lnTo>
                <a:lnTo>
                  <a:pt x="1028700" y="3390900"/>
                </a:lnTo>
                <a:lnTo>
                  <a:pt x="1028700" y="3419475"/>
                </a:lnTo>
                <a:lnTo>
                  <a:pt x="1019175" y="3419475"/>
                </a:lnTo>
                <a:lnTo>
                  <a:pt x="1019175" y="3429000"/>
                </a:lnTo>
                <a:lnTo>
                  <a:pt x="952500" y="3429000"/>
                </a:lnTo>
                <a:lnTo>
                  <a:pt x="952500" y="3419475"/>
                </a:lnTo>
                <a:lnTo>
                  <a:pt x="942975" y="3419475"/>
                </a:lnTo>
                <a:lnTo>
                  <a:pt x="942975" y="3429000"/>
                </a:lnTo>
                <a:lnTo>
                  <a:pt x="914400" y="3429000"/>
                </a:lnTo>
                <a:lnTo>
                  <a:pt x="914400" y="3419475"/>
                </a:lnTo>
                <a:lnTo>
                  <a:pt x="933450" y="3419475"/>
                </a:lnTo>
                <a:lnTo>
                  <a:pt x="933450" y="3409950"/>
                </a:lnTo>
                <a:lnTo>
                  <a:pt x="962025" y="3409950"/>
                </a:lnTo>
                <a:lnTo>
                  <a:pt x="962025" y="3419475"/>
                </a:lnTo>
                <a:lnTo>
                  <a:pt x="1000125" y="3419475"/>
                </a:lnTo>
                <a:close/>
                <a:moveTo>
                  <a:pt x="1485900" y="3390900"/>
                </a:moveTo>
                <a:lnTo>
                  <a:pt x="1495425" y="3390900"/>
                </a:lnTo>
                <a:lnTo>
                  <a:pt x="1495425" y="3400425"/>
                </a:lnTo>
                <a:lnTo>
                  <a:pt x="1504950" y="3400425"/>
                </a:lnTo>
                <a:lnTo>
                  <a:pt x="1504950" y="3419475"/>
                </a:lnTo>
                <a:lnTo>
                  <a:pt x="1495425" y="3419475"/>
                </a:lnTo>
                <a:lnTo>
                  <a:pt x="1495425" y="3409950"/>
                </a:lnTo>
                <a:lnTo>
                  <a:pt x="1476375" y="3409950"/>
                </a:lnTo>
                <a:lnTo>
                  <a:pt x="1476375" y="3400425"/>
                </a:lnTo>
                <a:lnTo>
                  <a:pt x="1485900" y="3400425"/>
                </a:lnTo>
                <a:close/>
                <a:moveTo>
                  <a:pt x="409575" y="3400425"/>
                </a:moveTo>
                <a:lnTo>
                  <a:pt x="419100" y="3400425"/>
                </a:lnTo>
                <a:lnTo>
                  <a:pt x="419100" y="3419475"/>
                </a:lnTo>
                <a:lnTo>
                  <a:pt x="428625" y="3419475"/>
                </a:lnTo>
                <a:lnTo>
                  <a:pt x="428625" y="3438525"/>
                </a:lnTo>
                <a:lnTo>
                  <a:pt x="419100" y="3438525"/>
                </a:lnTo>
                <a:lnTo>
                  <a:pt x="419100" y="3429000"/>
                </a:lnTo>
                <a:lnTo>
                  <a:pt x="400050" y="3429000"/>
                </a:lnTo>
                <a:lnTo>
                  <a:pt x="400050" y="3409950"/>
                </a:lnTo>
                <a:lnTo>
                  <a:pt x="409575" y="3409950"/>
                </a:lnTo>
                <a:close/>
                <a:moveTo>
                  <a:pt x="704850" y="3400425"/>
                </a:moveTo>
                <a:lnTo>
                  <a:pt x="714375" y="3400425"/>
                </a:lnTo>
                <a:lnTo>
                  <a:pt x="714375" y="3409950"/>
                </a:lnTo>
                <a:lnTo>
                  <a:pt x="704850" y="3409950"/>
                </a:lnTo>
                <a:close/>
                <a:moveTo>
                  <a:pt x="1428750" y="3400425"/>
                </a:moveTo>
                <a:lnTo>
                  <a:pt x="1438275" y="3400425"/>
                </a:lnTo>
                <a:lnTo>
                  <a:pt x="1438275" y="3409950"/>
                </a:lnTo>
                <a:lnTo>
                  <a:pt x="1428750" y="3409950"/>
                </a:lnTo>
                <a:close/>
                <a:moveTo>
                  <a:pt x="314325" y="3409950"/>
                </a:moveTo>
                <a:lnTo>
                  <a:pt x="323850" y="3409950"/>
                </a:lnTo>
                <a:lnTo>
                  <a:pt x="323850" y="3419475"/>
                </a:lnTo>
                <a:lnTo>
                  <a:pt x="314325" y="3419475"/>
                </a:lnTo>
                <a:close/>
                <a:moveTo>
                  <a:pt x="714375" y="3409950"/>
                </a:moveTo>
                <a:lnTo>
                  <a:pt x="723900" y="3409950"/>
                </a:lnTo>
                <a:lnTo>
                  <a:pt x="723900" y="3419475"/>
                </a:lnTo>
                <a:lnTo>
                  <a:pt x="733425" y="3419475"/>
                </a:lnTo>
                <a:lnTo>
                  <a:pt x="733425" y="3438525"/>
                </a:lnTo>
                <a:lnTo>
                  <a:pt x="714375" y="3438525"/>
                </a:lnTo>
                <a:close/>
                <a:moveTo>
                  <a:pt x="685800" y="3419475"/>
                </a:moveTo>
                <a:lnTo>
                  <a:pt x="695325" y="3419475"/>
                </a:lnTo>
                <a:lnTo>
                  <a:pt x="695325" y="3429000"/>
                </a:lnTo>
                <a:lnTo>
                  <a:pt x="685800" y="3429000"/>
                </a:lnTo>
                <a:close/>
                <a:moveTo>
                  <a:pt x="752475" y="3419475"/>
                </a:moveTo>
                <a:lnTo>
                  <a:pt x="781050" y="3419475"/>
                </a:lnTo>
                <a:lnTo>
                  <a:pt x="781050" y="3429000"/>
                </a:lnTo>
                <a:lnTo>
                  <a:pt x="762000" y="3429000"/>
                </a:lnTo>
                <a:lnTo>
                  <a:pt x="762000" y="3448050"/>
                </a:lnTo>
                <a:lnTo>
                  <a:pt x="752475" y="3448050"/>
                </a:lnTo>
                <a:lnTo>
                  <a:pt x="752475" y="3438525"/>
                </a:lnTo>
                <a:lnTo>
                  <a:pt x="742950" y="3438525"/>
                </a:lnTo>
                <a:lnTo>
                  <a:pt x="742950" y="3429000"/>
                </a:lnTo>
                <a:lnTo>
                  <a:pt x="752475" y="3429000"/>
                </a:lnTo>
                <a:close/>
                <a:moveTo>
                  <a:pt x="790575" y="3419475"/>
                </a:moveTo>
                <a:lnTo>
                  <a:pt x="828675" y="3419475"/>
                </a:lnTo>
                <a:lnTo>
                  <a:pt x="828675" y="3438525"/>
                </a:lnTo>
                <a:lnTo>
                  <a:pt x="790575" y="3438525"/>
                </a:lnTo>
                <a:close/>
                <a:moveTo>
                  <a:pt x="838200" y="3419475"/>
                </a:moveTo>
                <a:lnTo>
                  <a:pt x="847725" y="3419475"/>
                </a:lnTo>
                <a:lnTo>
                  <a:pt x="847725" y="3429000"/>
                </a:lnTo>
                <a:lnTo>
                  <a:pt x="838200" y="3429000"/>
                </a:lnTo>
                <a:close/>
                <a:moveTo>
                  <a:pt x="866775" y="3419475"/>
                </a:moveTo>
                <a:lnTo>
                  <a:pt x="895350" y="3419475"/>
                </a:lnTo>
                <a:lnTo>
                  <a:pt x="895350" y="3429000"/>
                </a:lnTo>
                <a:lnTo>
                  <a:pt x="866775" y="3429000"/>
                </a:lnTo>
                <a:close/>
                <a:moveTo>
                  <a:pt x="1047750" y="3419475"/>
                </a:moveTo>
                <a:lnTo>
                  <a:pt x="1066800" y="3419475"/>
                </a:lnTo>
                <a:lnTo>
                  <a:pt x="1066800" y="3429000"/>
                </a:lnTo>
                <a:lnTo>
                  <a:pt x="1047750" y="3429000"/>
                </a:lnTo>
                <a:close/>
                <a:moveTo>
                  <a:pt x="1076325" y="3419475"/>
                </a:moveTo>
                <a:lnTo>
                  <a:pt x="1085850" y="3419475"/>
                </a:lnTo>
                <a:lnTo>
                  <a:pt x="1085850" y="3438525"/>
                </a:lnTo>
                <a:lnTo>
                  <a:pt x="1076325" y="3438525"/>
                </a:lnTo>
                <a:close/>
                <a:moveTo>
                  <a:pt x="762000" y="3448050"/>
                </a:moveTo>
                <a:lnTo>
                  <a:pt x="781050" y="3448050"/>
                </a:lnTo>
                <a:lnTo>
                  <a:pt x="781050" y="3457575"/>
                </a:lnTo>
                <a:lnTo>
                  <a:pt x="762000" y="3457575"/>
                </a:lnTo>
                <a:close/>
                <a:moveTo>
                  <a:pt x="1419225" y="3448050"/>
                </a:moveTo>
                <a:lnTo>
                  <a:pt x="1438275" y="3448050"/>
                </a:lnTo>
                <a:lnTo>
                  <a:pt x="1438275" y="3457575"/>
                </a:lnTo>
                <a:lnTo>
                  <a:pt x="1419225" y="3457575"/>
                </a:lnTo>
                <a:close/>
                <a:moveTo>
                  <a:pt x="504825" y="3457575"/>
                </a:moveTo>
                <a:lnTo>
                  <a:pt x="542925" y="3457575"/>
                </a:lnTo>
                <a:lnTo>
                  <a:pt x="542925" y="3467100"/>
                </a:lnTo>
                <a:lnTo>
                  <a:pt x="504825" y="3467100"/>
                </a:lnTo>
                <a:close/>
                <a:moveTo>
                  <a:pt x="1219200" y="3467100"/>
                </a:moveTo>
                <a:lnTo>
                  <a:pt x="1228725" y="3467100"/>
                </a:lnTo>
                <a:lnTo>
                  <a:pt x="1228725" y="3486150"/>
                </a:lnTo>
                <a:lnTo>
                  <a:pt x="1209675" y="3486150"/>
                </a:lnTo>
                <a:lnTo>
                  <a:pt x="1209675" y="3476625"/>
                </a:lnTo>
                <a:lnTo>
                  <a:pt x="1219200" y="3476625"/>
                </a:lnTo>
                <a:close/>
                <a:moveTo>
                  <a:pt x="1314450" y="3476625"/>
                </a:moveTo>
                <a:lnTo>
                  <a:pt x="1333500" y="3476625"/>
                </a:lnTo>
                <a:lnTo>
                  <a:pt x="1333500" y="3495675"/>
                </a:lnTo>
                <a:lnTo>
                  <a:pt x="1314450" y="3495675"/>
                </a:lnTo>
                <a:close/>
                <a:moveTo>
                  <a:pt x="1457325" y="3476625"/>
                </a:moveTo>
                <a:lnTo>
                  <a:pt x="1466850" y="3476625"/>
                </a:lnTo>
                <a:lnTo>
                  <a:pt x="1466850" y="3486150"/>
                </a:lnTo>
                <a:lnTo>
                  <a:pt x="1457325" y="3486150"/>
                </a:lnTo>
                <a:close/>
                <a:moveTo>
                  <a:pt x="590550" y="3486150"/>
                </a:moveTo>
                <a:lnTo>
                  <a:pt x="628650" y="3486150"/>
                </a:lnTo>
                <a:lnTo>
                  <a:pt x="628650" y="3495675"/>
                </a:lnTo>
                <a:lnTo>
                  <a:pt x="590550" y="3495675"/>
                </a:lnTo>
                <a:close/>
                <a:moveTo>
                  <a:pt x="628650" y="3495675"/>
                </a:moveTo>
                <a:lnTo>
                  <a:pt x="638175" y="3495675"/>
                </a:lnTo>
                <a:lnTo>
                  <a:pt x="638175" y="3505200"/>
                </a:lnTo>
                <a:lnTo>
                  <a:pt x="628650" y="3505200"/>
                </a:lnTo>
                <a:close/>
                <a:moveTo>
                  <a:pt x="876300" y="3495675"/>
                </a:moveTo>
                <a:lnTo>
                  <a:pt x="885825" y="3495675"/>
                </a:lnTo>
                <a:lnTo>
                  <a:pt x="885825" y="3505200"/>
                </a:lnTo>
                <a:lnTo>
                  <a:pt x="933450" y="3505200"/>
                </a:lnTo>
                <a:lnTo>
                  <a:pt x="933450" y="3514725"/>
                </a:lnTo>
                <a:lnTo>
                  <a:pt x="904875" y="3514725"/>
                </a:lnTo>
                <a:lnTo>
                  <a:pt x="904875" y="3524250"/>
                </a:lnTo>
                <a:lnTo>
                  <a:pt x="876300" y="3524250"/>
                </a:lnTo>
                <a:lnTo>
                  <a:pt x="876300" y="3514725"/>
                </a:lnTo>
                <a:lnTo>
                  <a:pt x="866775" y="3514725"/>
                </a:lnTo>
                <a:lnTo>
                  <a:pt x="866775" y="3524250"/>
                </a:lnTo>
                <a:lnTo>
                  <a:pt x="847725" y="3524250"/>
                </a:lnTo>
                <a:lnTo>
                  <a:pt x="847725" y="3514725"/>
                </a:lnTo>
                <a:lnTo>
                  <a:pt x="857250" y="3514725"/>
                </a:lnTo>
                <a:lnTo>
                  <a:pt x="857250" y="3505200"/>
                </a:lnTo>
                <a:lnTo>
                  <a:pt x="876300" y="3505200"/>
                </a:lnTo>
                <a:close/>
                <a:moveTo>
                  <a:pt x="638175" y="3505200"/>
                </a:moveTo>
                <a:lnTo>
                  <a:pt x="647700" y="3505200"/>
                </a:lnTo>
                <a:lnTo>
                  <a:pt x="647700" y="3514725"/>
                </a:lnTo>
                <a:lnTo>
                  <a:pt x="638175" y="3514725"/>
                </a:lnTo>
                <a:close/>
                <a:moveTo>
                  <a:pt x="695325" y="3505200"/>
                </a:moveTo>
                <a:lnTo>
                  <a:pt x="704850" y="3505200"/>
                </a:lnTo>
                <a:lnTo>
                  <a:pt x="704850" y="3514725"/>
                </a:lnTo>
                <a:lnTo>
                  <a:pt x="714375" y="3514725"/>
                </a:lnTo>
                <a:lnTo>
                  <a:pt x="714375" y="3524250"/>
                </a:lnTo>
                <a:lnTo>
                  <a:pt x="695325" y="3524250"/>
                </a:lnTo>
                <a:lnTo>
                  <a:pt x="695325" y="3552825"/>
                </a:lnTo>
                <a:lnTo>
                  <a:pt x="685800" y="3552825"/>
                </a:lnTo>
                <a:lnTo>
                  <a:pt x="685800" y="3514725"/>
                </a:lnTo>
                <a:lnTo>
                  <a:pt x="695325" y="3514725"/>
                </a:lnTo>
                <a:close/>
                <a:moveTo>
                  <a:pt x="704850" y="3533775"/>
                </a:moveTo>
                <a:lnTo>
                  <a:pt x="714375" y="3533775"/>
                </a:lnTo>
                <a:lnTo>
                  <a:pt x="714375" y="3543300"/>
                </a:lnTo>
                <a:lnTo>
                  <a:pt x="704850" y="3543300"/>
                </a:lnTo>
                <a:close/>
                <a:moveTo>
                  <a:pt x="1114425" y="3543300"/>
                </a:moveTo>
                <a:lnTo>
                  <a:pt x="1133475" y="3543300"/>
                </a:lnTo>
                <a:lnTo>
                  <a:pt x="1133475" y="3552825"/>
                </a:lnTo>
                <a:lnTo>
                  <a:pt x="1123950" y="3552825"/>
                </a:lnTo>
                <a:lnTo>
                  <a:pt x="1123950" y="3562350"/>
                </a:lnTo>
                <a:lnTo>
                  <a:pt x="1114425" y="3562350"/>
                </a:lnTo>
                <a:close/>
                <a:moveTo>
                  <a:pt x="323850" y="3552825"/>
                </a:moveTo>
                <a:lnTo>
                  <a:pt x="333375" y="3552825"/>
                </a:lnTo>
                <a:lnTo>
                  <a:pt x="333375" y="3562350"/>
                </a:lnTo>
                <a:lnTo>
                  <a:pt x="342900" y="3562350"/>
                </a:lnTo>
                <a:lnTo>
                  <a:pt x="342900" y="3600450"/>
                </a:lnTo>
                <a:lnTo>
                  <a:pt x="352425" y="3600450"/>
                </a:lnTo>
                <a:lnTo>
                  <a:pt x="352425" y="3609975"/>
                </a:lnTo>
                <a:lnTo>
                  <a:pt x="342900" y="3609975"/>
                </a:lnTo>
                <a:lnTo>
                  <a:pt x="342900" y="3619500"/>
                </a:lnTo>
                <a:lnTo>
                  <a:pt x="352425" y="3619500"/>
                </a:lnTo>
                <a:lnTo>
                  <a:pt x="352425" y="3629025"/>
                </a:lnTo>
                <a:lnTo>
                  <a:pt x="342900" y="3629025"/>
                </a:lnTo>
                <a:lnTo>
                  <a:pt x="342900" y="3648075"/>
                </a:lnTo>
                <a:lnTo>
                  <a:pt x="333375" y="3648075"/>
                </a:lnTo>
                <a:lnTo>
                  <a:pt x="333375" y="3629025"/>
                </a:lnTo>
                <a:lnTo>
                  <a:pt x="323850" y="3629025"/>
                </a:lnTo>
                <a:lnTo>
                  <a:pt x="323850" y="3619500"/>
                </a:lnTo>
                <a:lnTo>
                  <a:pt x="333375" y="3619500"/>
                </a:lnTo>
                <a:lnTo>
                  <a:pt x="333375" y="3590925"/>
                </a:lnTo>
                <a:lnTo>
                  <a:pt x="323850" y="3590925"/>
                </a:lnTo>
                <a:lnTo>
                  <a:pt x="323850" y="3571875"/>
                </a:lnTo>
                <a:lnTo>
                  <a:pt x="314325" y="3571875"/>
                </a:lnTo>
                <a:lnTo>
                  <a:pt x="314325" y="3562350"/>
                </a:lnTo>
                <a:lnTo>
                  <a:pt x="323850" y="3562350"/>
                </a:lnTo>
                <a:close/>
                <a:moveTo>
                  <a:pt x="428625" y="3552825"/>
                </a:moveTo>
                <a:lnTo>
                  <a:pt x="438150" y="3552825"/>
                </a:lnTo>
                <a:lnTo>
                  <a:pt x="438150" y="3609975"/>
                </a:lnTo>
                <a:lnTo>
                  <a:pt x="428625" y="3609975"/>
                </a:lnTo>
                <a:close/>
                <a:moveTo>
                  <a:pt x="647700" y="3552825"/>
                </a:moveTo>
                <a:lnTo>
                  <a:pt x="657225" y="3552825"/>
                </a:lnTo>
                <a:lnTo>
                  <a:pt x="657225" y="3571875"/>
                </a:lnTo>
                <a:lnTo>
                  <a:pt x="647700" y="3571875"/>
                </a:lnTo>
                <a:close/>
                <a:moveTo>
                  <a:pt x="685800" y="3562350"/>
                </a:moveTo>
                <a:lnTo>
                  <a:pt x="695325" y="3562350"/>
                </a:lnTo>
                <a:lnTo>
                  <a:pt x="695325" y="3571875"/>
                </a:lnTo>
                <a:lnTo>
                  <a:pt x="685800" y="3571875"/>
                </a:lnTo>
                <a:close/>
                <a:moveTo>
                  <a:pt x="704850" y="3562350"/>
                </a:moveTo>
                <a:lnTo>
                  <a:pt x="714375" y="3562350"/>
                </a:lnTo>
                <a:lnTo>
                  <a:pt x="714375" y="3581400"/>
                </a:lnTo>
                <a:lnTo>
                  <a:pt x="695325" y="3581400"/>
                </a:lnTo>
                <a:lnTo>
                  <a:pt x="695325" y="3571875"/>
                </a:lnTo>
                <a:lnTo>
                  <a:pt x="704850" y="3571875"/>
                </a:lnTo>
                <a:close/>
                <a:moveTo>
                  <a:pt x="1219200" y="3581400"/>
                </a:moveTo>
                <a:lnTo>
                  <a:pt x="1228725" y="3581400"/>
                </a:lnTo>
                <a:lnTo>
                  <a:pt x="1228725" y="3590925"/>
                </a:lnTo>
                <a:lnTo>
                  <a:pt x="1219200" y="3590925"/>
                </a:lnTo>
                <a:close/>
                <a:moveTo>
                  <a:pt x="733425" y="3590925"/>
                </a:moveTo>
                <a:lnTo>
                  <a:pt x="752475" y="3590925"/>
                </a:lnTo>
                <a:lnTo>
                  <a:pt x="752475" y="3600450"/>
                </a:lnTo>
                <a:lnTo>
                  <a:pt x="733425" y="3600450"/>
                </a:lnTo>
                <a:close/>
                <a:moveTo>
                  <a:pt x="657225" y="3600450"/>
                </a:moveTo>
                <a:lnTo>
                  <a:pt x="666750" y="3600450"/>
                </a:lnTo>
                <a:lnTo>
                  <a:pt x="666750" y="3609975"/>
                </a:lnTo>
                <a:lnTo>
                  <a:pt x="657225" y="3609975"/>
                </a:lnTo>
                <a:close/>
                <a:moveTo>
                  <a:pt x="695325" y="3609975"/>
                </a:moveTo>
                <a:lnTo>
                  <a:pt x="723900" y="3609975"/>
                </a:lnTo>
                <a:lnTo>
                  <a:pt x="723900" y="3619500"/>
                </a:lnTo>
                <a:lnTo>
                  <a:pt x="714375" y="3619500"/>
                </a:lnTo>
                <a:lnTo>
                  <a:pt x="714375" y="3629025"/>
                </a:lnTo>
                <a:lnTo>
                  <a:pt x="695325" y="3629025"/>
                </a:lnTo>
                <a:close/>
                <a:moveTo>
                  <a:pt x="352425" y="3638550"/>
                </a:moveTo>
                <a:lnTo>
                  <a:pt x="361950" y="3638550"/>
                </a:lnTo>
                <a:lnTo>
                  <a:pt x="361950" y="3648075"/>
                </a:lnTo>
                <a:lnTo>
                  <a:pt x="352425" y="3648075"/>
                </a:lnTo>
                <a:close/>
                <a:moveTo>
                  <a:pt x="1562100" y="3638550"/>
                </a:moveTo>
                <a:lnTo>
                  <a:pt x="1571625" y="3638550"/>
                </a:lnTo>
                <a:lnTo>
                  <a:pt x="1571625" y="3648075"/>
                </a:lnTo>
                <a:lnTo>
                  <a:pt x="1600200" y="3648075"/>
                </a:lnTo>
                <a:lnTo>
                  <a:pt x="1600200" y="3667125"/>
                </a:lnTo>
                <a:lnTo>
                  <a:pt x="1581150" y="3667125"/>
                </a:lnTo>
                <a:lnTo>
                  <a:pt x="1581150" y="3686175"/>
                </a:lnTo>
                <a:lnTo>
                  <a:pt x="1619250" y="3686175"/>
                </a:lnTo>
                <a:lnTo>
                  <a:pt x="1619250" y="3714750"/>
                </a:lnTo>
                <a:lnTo>
                  <a:pt x="1609725" y="3714750"/>
                </a:lnTo>
                <a:lnTo>
                  <a:pt x="1609725" y="3733800"/>
                </a:lnTo>
                <a:lnTo>
                  <a:pt x="1590675" y="3733800"/>
                </a:lnTo>
                <a:lnTo>
                  <a:pt x="1590675" y="3705225"/>
                </a:lnTo>
                <a:lnTo>
                  <a:pt x="1562100" y="3705225"/>
                </a:lnTo>
                <a:lnTo>
                  <a:pt x="1562100" y="3714750"/>
                </a:lnTo>
                <a:lnTo>
                  <a:pt x="1543050" y="3714750"/>
                </a:lnTo>
                <a:lnTo>
                  <a:pt x="1543050" y="3705225"/>
                </a:lnTo>
                <a:lnTo>
                  <a:pt x="1552575" y="3705225"/>
                </a:lnTo>
                <a:lnTo>
                  <a:pt x="1552575" y="3686175"/>
                </a:lnTo>
                <a:lnTo>
                  <a:pt x="1562100" y="3686175"/>
                </a:lnTo>
                <a:lnTo>
                  <a:pt x="1562100" y="3667125"/>
                </a:lnTo>
                <a:lnTo>
                  <a:pt x="1552575" y="3667125"/>
                </a:lnTo>
                <a:lnTo>
                  <a:pt x="1552575" y="3648075"/>
                </a:lnTo>
                <a:lnTo>
                  <a:pt x="1562100" y="3648075"/>
                </a:lnTo>
                <a:close/>
                <a:moveTo>
                  <a:pt x="1714500" y="3638550"/>
                </a:moveTo>
                <a:lnTo>
                  <a:pt x="1752600" y="3638550"/>
                </a:lnTo>
                <a:lnTo>
                  <a:pt x="1752600" y="3648075"/>
                </a:lnTo>
                <a:lnTo>
                  <a:pt x="1733550" y="3648075"/>
                </a:lnTo>
                <a:lnTo>
                  <a:pt x="1733550" y="3657600"/>
                </a:lnTo>
                <a:lnTo>
                  <a:pt x="1724025" y="3657600"/>
                </a:lnTo>
                <a:lnTo>
                  <a:pt x="1724025" y="3648075"/>
                </a:lnTo>
                <a:lnTo>
                  <a:pt x="1714500" y="3648075"/>
                </a:lnTo>
                <a:close/>
                <a:moveTo>
                  <a:pt x="438150" y="3648075"/>
                </a:moveTo>
                <a:lnTo>
                  <a:pt x="447675" y="3648075"/>
                </a:lnTo>
                <a:lnTo>
                  <a:pt x="447675" y="3667125"/>
                </a:lnTo>
                <a:lnTo>
                  <a:pt x="438150" y="3667125"/>
                </a:lnTo>
                <a:close/>
                <a:moveTo>
                  <a:pt x="1638300" y="3648075"/>
                </a:moveTo>
                <a:lnTo>
                  <a:pt x="1666875" y="3648075"/>
                </a:lnTo>
                <a:lnTo>
                  <a:pt x="1666875" y="3657600"/>
                </a:lnTo>
                <a:lnTo>
                  <a:pt x="1638300" y="3657600"/>
                </a:lnTo>
                <a:close/>
                <a:moveTo>
                  <a:pt x="1419225" y="3657600"/>
                </a:moveTo>
                <a:lnTo>
                  <a:pt x="1428750" y="3657600"/>
                </a:lnTo>
                <a:lnTo>
                  <a:pt x="1428750" y="3676650"/>
                </a:lnTo>
                <a:lnTo>
                  <a:pt x="1419225" y="3676650"/>
                </a:lnTo>
                <a:close/>
                <a:moveTo>
                  <a:pt x="1476375" y="3657600"/>
                </a:moveTo>
                <a:lnTo>
                  <a:pt x="1504950" y="3657600"/>
                </a:lnTo>
                <a:lnTo>
                  <a:pt x="1504950" y="3667125"/>
                </a:lnTo>
                <a:lnTo>
                  <a:pt x="1476375" y="3667125"/>
                </a:lnTo>
                <a:close/>
                <a:moveTo>
                  <a:pt x="1343025" y="3667125"/>
                </a:moveTo>
                <a:lnTo>
                  <a:pt x="1362075" y="3667125"/>
                </a:lnTo>
                <a:lnTo>
                  <a:pt x="1362075" y="3676650"/>
                </a:lnTo>
                <a:lnTo>
                  <a:pt x="1352550" y="3676650"/>
                </a:lnTo>
                <a:lnTo>
                  <a:pt x="1352550" y="3695700"/>
                </a:lnTo>
                <a:lnTo>
                  <a:pt x="1362075" y="3695700"/>
                </a:lnTo>
                <a:lnTo>
                  <a:pt x="1362075" y="3714750"/>
                </a:lnTo>
                <a:lnTo>
                  <a:pt x="1352550" y="3714750"/>
                </a:lnTo>
                <a:lnTo>
                  <a:pt x="1352550" y="3705225"/>
                </a:lnTo>
                <a:lnTo>
                  <a:pt x="1323975" y="3705225"/>
                </a:lnTo>
                <a:lnTo>
                  <a:pt x="1323975" y="3695700"/>
                </a:lnTo>
                <a:lnTo>
                  <a:pt x="1343025" y="3695700"/>
                </a:lnTo>
                <a:close/>
                <a:moveTo>
                  <a:pt x="1238250" y="3676650"/>
                </a:moveTo>
                <a:lnTo>
                  <a:pt x="1247775" y="3676650"/>
                </a:lnTo>
                <a:lnTo>
                  <a:pt x="1247775" y="3686175"/>
                </a:lnTo>
                <a:lnTo>
                  <a:pt x="1238250" y="3686175"/>
                </a:lnTo>
                <a:close/>
                <a:moveTo>
                  <a:pt x="1428750" y="3676650"/>
                </a:moveTo>
                <a:lnTo>
                  <a:pt x="1438275" y="3676650"/>
                </a:lnTo>
                <a:lnTo>
                  <a:pt x="1438275" y="3686175"/>
                </a:lnTo>
                <a:lnTo>
                  <a:pt x="1457325" y="3686175"/>
                </a:lnTo>
                <a:lnTo>
                  <a:pt x="1457325" y="3676650"/>
                </a:lnTo>
                <a:lnTo>
                  <a:pt x="1495425" y="3676650"/>
                </a:lnTo>
                <a:lnTo>
                  <a:pt x="1495425" y="3695700"/>
                </a:lnTo>
                <a:lnTo>
                  <a:pt x="1504950" y="3695700"/>
                </a:lnTo>
                <a:lnTo>
                  <a:pt x="1504950" y="3705225"/>
                </a:lnTo>
                <a:lnTo>
                  <a:pt x="1457325" y="3705225"/>
                </a:lnTo>
                <a:lnTo>
                  <a:pt x="1457325" y="3714750"/>
                </a:lnTo>
                <a:lnTo>
                  <a:pt x="1447800" y="3714750"/>
                </a:lnTo>
                <a:lnTo>
                  <a:pt x="1447800" y="3724275"/>
                </a:lnTo>
                <a:lnTo>
                  <a:pt x="1438275" y="3724275"/>
                </a:lnTo>
                <a:lnTo>
                  <a:pt x="1438275" y="3714750"/>
                </a:lnTo>
                <a:lnTo>
                  <a:pt x="1400175" y="3714750"/>
                </a:lnTo>
                <a:lnTo>
                  <a:pt x="1400175" y="3733800"/>
                </a:lnTo>
                <a:lnTo>
                  <a:pt x="1390650" y="3733800"/>
                </a:lnTo>
                <a:lnTo>
                  <a:pt x="1390650" y="3743325"/>
                </a:lnTo>
                <a:lnTo>
                  <a:pt x="1371600" y="3743325"/>
                </a:lnTo>
                <a:lnTo>
                  <a:pt x="1371600" y="3733800"/>
                </a:lnTo>
                <a:lnTo>
                  <a:pt x="1362075" y="3733800"/>
                </a:lnTo>
                <a:lnTo>
                  <a:pt x="1362075" y="3714750"/>
                </a:lnTo>
                <a:lnTo>
                  <a:pt x="1381125" y="3714750"/>
                </a:lnTo>
                <a:lnTo>
                  <a:pt x="1381125" y="3724275"/>
                </a:lnTo>
                <a:lnTo>
                  <a:pt x="1390650" y="3724275"/>
                </a:lnTo>
                <a:lnTo>
                  <a:pt x="1390650" y="3705225"/>
                </a:lnTo>
                <a:lnTo>
                  <a:pt x="1409700" y="3705225"/>
                </a:lnTo>
                <a:lnTo>
                  <a:pt x="1409700" y="3695700"/>
                </a:lnTo>
                <a:lnTo>
                  <a:pt x="1419225" y="3695700"/>
                </a:lnTo>
                <a:lnTo>
                  <a:pt x="1419225" y="3686175"/>
                </a:lnTo>
                <a:lnTo>
                  <a:pt x="1428750" y="3686175"/>
                </a:lnTo>
                <a:close/>
                <a:moveTo>
                  <a:pt x="1857375" y="3676650"/>
                </a:moveTo>
                <a:lnTo>
                  <a:pt x="1866900" y="3676650"/>
                </a:lnTo>
                <a:lnTo>
                  <a:pt x="1866900" y="3686175"/>
                </a:lnTo>
                <a:lnTo>
                  <a:pt x="1876425" y="3686175"/>
                </a:lnTo>
                <a:lnTo>
                  <a:pt x="1876425" y="3695700"/>
                </a:lnTo>
                <a:lnTo>
                  <a:pt x="1866900" y="3695700"/>
                </a:lnTo>
                <a:lnTo>
                  <a:pt x="1866900" y="3714750"/>
                </a:lnTo>
                <a:lnTo>
                  <a:pt x="1857375" y="3714750"/>
                </a:lnTo>
                <a:lnTo>
                  <a:pt x="1857375" y="3733800"/>
                </a:lnTo>
                <a:lnTo>
                  <a:pt x="1838325" y="3733800"/>
                </a:lnTo>
                <a:lnTo>
                  <a:pt x="1838325" y="3705225"/>
                </a:lnTo>
                <a:lnTo>
                  <a:pt x="1847850" y="3705225"/>
                </a:lnTo>
                <a:lnTo>
                  <a:pt x="1847850" y="3695700"/>
                </a:lnTo>
                <a:lnTo>
                  <a:pt x="1857375" y="3695700"/>
                </a:lnTo>
                <a:close/>
                <a:moveTo>
                  <a:pt x="847725" y="3686175"/>
                </a:moveTo>
                <a:lnTo>
                  <a:pt x="876300" y="3686175"/>
                </a:lnTo>
                <a:lnTo>
                  <a:pt x="876300" y="3705225"/>
                </a:lnTo>
                <a:lnTo>
                  <a:pt x="857250" y="3705225"/>
                </a:lnTo>
                <a:lnTo>
                  <a:pt x="857250" y="3733800"/>
                </a:lnTo>
                <a:lnTo>
                  <a:pt x="828675" y="3733800"/>
                </a:lnTo>
                <a:lnTo>
                  <a:pt x="828675" y="3714750"/>
                </a:lnTo>
                <a:lnTo>
                  <a:pt x="819150" y="3714750"/>
                </a:lnTo>
                <a:lnTo>
                  <a:pt x="819150" y="3695700"/>
                </a:lnTo>
                <a:lnTo>
                  <a:pt x="847725" y="3695700"/>
                </a:lnTo>
                <a:close/>
                <a:moveTo>
                  <a:pt x="895350" y="3686175"/>
                </a:moveTo>
                <a:lnTo>
                  <a:pt x="952500" y="3686175"/>
                </a:lnTo>
                <a:lnTo>
                  <a:pt x="952500" y="3695700"/>
                </a:lnTo>
                <a:lnTo>
                  <a:pt x="971550" y="3695700"/>
                </a:lnTo>
                <a:lnTo>
                  <a:pt x="971550" y="3705225"/>
                </a:lnTo>
                <a:lnTo>
                  <a:pt x="952500" y="3705225"/>
                </a:lnTo>
                <a:lnTo>
                  <a:pt x="952500" y="3714750"/>
                </a:lnTo>
                <a:lnTo>
                  <a:pt x="904875" y="3714750"/>
                </a:lnTo>
                <a:lnTo>
                  <a:pt x="904875" y="3705225"/>
                </a:lnTo>
                <a:lnTo>
                  <a:pt x="895350" y="3705225"/>
                </a:lnTo>
                <a:close/>
                <a:moveTo>
                  <a:pt x="1647825" y="3686175"/>
                </a:moveTo>
                <a:lnTo>
                  <a:pt x="1666875" y="3686175"/>
                </a:lnTo>
                <a:lnTo>
                  <a:pt x="1666875" y="3714750"/>
                </a:lnTo>
                <a:lnTo>
                  <a:pt x="1638300" y="3714750"/>
                </a:lnTo>
                <a:lnTo>
                  <a:pt x="1638300" y="3695700"/>
                </a:lnTo>
                <a:lnTo>
                  <a:pt x="1647825" y="3695700"/>
                </a:lnTo>
                <a:close/>
                <a:moveTo>
                  <a:pt x="657225" y="3695700"/>
                </a:moveTo>
                <a:lnTo>
                  <a:pt x="733425" y="3695700"/>
                </a:lnTo>
                <a:lnTo>
                  <a:pt x="733425" y="3705225"/>
                </a:lnTo>
                <a:lnTo>
                  <a:pt x="781050" y="3705225"/>
                </a:lnTo>
                <a:lnTo>
                  <a:pt x="781050" y="3714750"/>
                </a:lnTo>
                <a:lnTo>
                  <a:pt x="771525" y="3714750"/>
                </a:lnTo>
                <a:lnTo>
                  <a:pt x="771525" y="3724275"/>
                </a:lnTo>
                <a:lnTo>
                  <a:pt x="781050" y="3724275"/>
                </a:lnTo>
                <a:lnTo>
                  <a:pt x="781050" y="3733800"/>
                </a:lnTo>
                <a:lnTo>
                  <a:pt x="742950" y="3733800"/>
                </a:lnTo>
                <a:lnTo>
                  <a:pt x="742950" y="3714750"/>
                </a:lnTo>
                <a:lnTo>
                  <a:pt x="714375" y="3714750"/>
                </a:lnTo>
                <a:lnTo>
                  <a:pt x="714375" y="3705225"/>
                </a:lnTo>
                <a:lnTo>
                  <a:pt x="704850" y="3705225"/>
                </a:lnTo>
                <a:lnTo>
                  <a:pt x="704850" y="3714750"/>
                </a:lnTo>
                <a:lnTo>
                  <a:pt x="714375" y="3714750"/>
                </a:lnTo>
                <a:lnTo>
                  <a:pt x="714375" y="3733800"/>
                </a:lnTo>
                <a:lnTo>
                  <a:pt x="695325" y="3733800"/>
                </a:lnTo>
                <a:lnTo>
                  <a:pt x="695325" y="3743325"/>
                </a:lnTo>
                <a:lnTo>
                  <a:pt x="723900" y="3743325"/>
                </a:lnTo>
                <a:lnTo>
                  <a:pt x="723900" y="3752850"/>
                </a:lnTo>
                <a:lnTo>
                  <a:pt x="714375" y="3752850"/>
                </a:lnTo>
                <a:lnTo>
                  <a:pt x="714375" y="3762375"/>
                </a:lnTo>
                <a:lnTo>
                  <a:pt x="704850" y="3762375"/>
                </a:lnTo>
                <a:lnTo>
                  <a:pt x="704850" y="3752850"/>
                </a:lnTo>
                <a:lnTo>
                  <a:pt x="685800" y="3752850"/>
                </a:lnTo>
                <a:lnTo>
                  <a:pt x="685800" y="3743325"/>
                </a:lnTo>
                <a:lnTo>
                  <a:pt x="676275" y="3743325"/>
                </a:lnTo>
                <a:lnTo>
                  <a:pt x="676275" y="3762375"/>
                </a:lnTo>
                <a:lnTo>
                  <a:pt x="666750" y="3762375"/>
                </a:lnTo>
                <a:lnTo>
                  <a:pt x="666750" y="3724275"/>
                </a:lnTo>
                <a:lnTo>
                  <a:pt x="676275" y="3724275"/>
                </a:lnTo>
                <a:lnTo>
                  <a:pt x="676275" y="3714750"/>
                </a:lnTo>
                <a:lnTo>
                  <a:pt x="657225" y="3714750"/>
                </a:lnTo>
                <a:close/>
                <a:moveTo>
                  <a:pt x="514350" y="3705225"/>
                </a:moveTo>
                <a:lnTo>
                  <a:pt x="542925" y="3705225"/>
                </a:lnTo>
                <a:lnTo>
                  <a:pt x="542925" y="3733800"/>
                </a:lnTo>
                <a:lnTo>
                  <a:pt x="571500" y="3733800"/>
                </a:lnTo>
                <a:lnTo>
                  <a:pt x="571500" y="3743325"/>
                </a:lnTo>
                <a:lnTo>
                  <a:pt x="523875" y="3743325"/>
                </a:lnTo>
                <a:lnTo>
                  <a:pt x="523875" y="3752850"/>
                </a:lnTo>
                <a:lnTo>
                  <a:pt x="514350" y="3752850"/>
                </a:lnTo>
                <a:lnTo>
                  <a:pt x="514350" y="3762375"/>
                </a:lnTo>
                <a:lnTo>
                  <a:pt x="504825" y="3762375"/>
                </a:lnTo>
                <a:lnTo>
                  <a:pt x="504825" y="3771900"/>
                </a:lnTo>
                <a:lnTo>
                  <a:pt x="495300" y="3771900"/>
                </a:lnTo>
                <a:lnTo>
                  <a:pt x="495300" y="3781425"/>
                </a:lnTo>
                <a:lnTo>
                  <a:pt x="485775" y="3781425"/>
                </a:lnTo>
                <a:lnTo>
                  <a:pt x="485775" y="3829050"/>
                </a:lnTo>
                <a:lnTo>
                  <a:pt x="495300" y="3829050"/>
                </a:lnTo>
                <a:lnTo>
                  <a:pt x="495300" y="3838575"/>
                </a:lnTo>
                <a:lnTo>
                  <a:pt x="485775" y="3838575"/>
                </a:lnTo>
                <a:lnTo>
                  <a:pt x="485775" y="3848100"/>
                </a:lnTo>
                <a:lnTo>
                  <a:pt x="457200" y="3848100"/>
                </a:lnTo>
                <a:lnTo>
                  <a:pt x="457200" y="3829050"/>
                </a:lnTo>
                <a:lnTo>
                  <a:pt x="438150" y="3829050"/>
                </a:lnTo>
                <a:lnTo>
                  <a:pt x="438150" y="3790950"/>
                </a:lnTo>
                <a:lnTo>
                  <a:pt x="428625" y="3790950"/>
                </a:lnTo>
                <a:lnTo>
                  <a:pt x="428625" y="3781425"/>
                </a:lnTo>
                <a:lnTo>
                  <a:pt x="409575" y="3781425"/>
                </a:lnTo>
                <a:lnTo>
                  <a:pt x="409575" y="3810000"/>
                </a:lnTo>
                <a:lnTo>
                  <a:pt x="400050" y="3810000"/>
                </a:lnTo>
                <a:lnTo>
                  <a:pt x="400050" y="3819525"/>
                </a:lnTo>
                <a:lnTo>
                  <a:pt x="381000" y="3819525"/>
                </a:lnTo>
                <a:lnTo>
                  <a:pt x="381000" y="3829050"/>
                </a:lnTo>
                <a:lnTo>
                  <a:pt x="371475" y="3829050"/>
                </a:lnTo>
                <a:lnTo>
                  <a:pt x="371475" y="3848100"/>
                </a:lnTo>
                <a:lnTo>
                  <a:pt x="361950" y="3848100"/>
                </a:lnTo>
                <a:lnTo>
                  <a:pt x="361950" y="3857625"/>
                </a:lnTo>
                <a:lnTo>
                  <a:pt x="342900" y="3857625"/>
                </a:lnTo>
                <a:lnTo>
                  <a:pt x="342900" y="3829050"/>
                </a:lnTo>
                <a:lnTo>
                  <a:pt x="333375" y="3829050"/>
                </a:lnTo>
                <a:lnTo>
                  <a:pt x="333375" y="3810000"/>
                </a:lnTo>
                <a:lnTo>
                  <a:pt x="342900" y="3810000"/>
                </a:lnTo>
                <a:lnTo>
                  <a:pt x="342900" y="3762375"/>
                </a:lnTo>
                <a:lnTo>
                  <a:pt x="361950" y="3762375"/>
                </a:lnTo>
                <a:lnTo>
                  <a:pt x="361950" y="3743325"/>
                </a:lnTo>
                <a:lnTo>
                  <a:pt x="381000" y="3743325"/>
                </a:lnTo>
                <a:lnTo>
                  <a:pt x="381000" y="3733800"/>
                </a:lnTo>
                <a:lnTo>
                  <a:pt x="371475" y="3733800"/>
                </a:lnTo>
                <a:lnTo>
                  <a:pt x="371475" y="3724275"/>
                </a:lnTo>
                <a:lnTo>
                  <a:pt x="352425" y="3724275"/>
                </a:lnTo>
                <a:lnTo>
                  <a:pt x="352425" y="3714750"/>
                </a:lnTo>
                <a:lnTo>
                  <a:pt x="371475" y="3714750"/>
                </a:lnTo>
                <a:lnTo>
                  <a:pt x="371475" y="3724275"/>
                </a:lnTo>
                <a:lnTo>
                  <a:pt x="390525" y="3724275"/>
                </a:lnTo>
                <a:lnTo>
                  <a:pt x="390525" y="3714750"/>
                </a:lnTo>
                <a:lnTo>
                  <a:pt x="428625" y="3714750"/>
                </a:lnTo>
                <a:lnTo>
                  <a:pt x="428625" y="3724275"/>
                </a:lnTo>
                <a:lnTo>
                  <a:pt x="419100" y="3724275"/>
                </a:lnTo>
                <a:lnTo>
                  <a:pt x="419100" y="3733800"/>
                </a:lnTo>
                <a:lnTo>
                  <a:pt x="457200" y="3733800"/>
                </a:lnTo>
                <a:lnTo>
                  <a:pt x="457200" y="3743325"/>
                </a:lnTo>
                <a:lnTo>
                  <a:pt x="428625" y="3743325"/>
                </a:lnTo>
                <a:lnTo>
                  <a:pt x="428625" y="3762375"/>
                </a:lnTo>
                <a:lnTo>
                  <a:pt x="466725" y="3762375"/>
                </a:lnTo>
                <a:lnTo>
                  <a:pt x="466725" y="3743325"/>
                </a:lnTo>
                <a:lnTo>
                  <a:pt x="504825" y="3743325"/>
                </a:lnTo>
                <a:lnTo>
                  <a:pt x="504825" y="3733800"/>
                </a:lnTo>
                <a:lnTo>
                  <a:pt x="533400" y="3733800"/>
                </a:lnTo>
                <a:lnTo>
                  <a:pt x="533400" y="3714750"/>
                </a:lnTo>
                <a:lnTo>
                  <a:pt x="514350" y="3714750"/>
                </a:lnTo>
                <a:close/>
                <a:moveTo>
                  <a:pt x="590550" y="3705225"/>
                </a:moveTo>
                <a:lnTo>
                  <a:pt x="609600" y="3705225"/>
                </a:lnTo>
                <a:lnTo>
                  <a:pt x="609600" y="3714750"/>
                </a:lnTo>
                <a:lnTo>
                  <a:pt x="590550" y="3714750"/>
                </a:lnTo>
                <a:close/>
                <a:moveTo>
                  <a:pt x="628650" y="3705225"/>
                </a:moveTo>
                <a:lnTo>
                  <a:pt x="647700" y="3705225"/>
                </a:lnTo>
                <a:lnTo>
                  <a:pt x="647700" y="3714750"/>
                </a:lnTo>
                <a:lnTo>
                  <a:pt x="628650" y="3714750"/>
                </a:lnTo>
                <a:close/>
                <a:moveTo>
                  <a:pt x="333375" y="3714750"/>
                </a:moveTo>
                <a:lnTo>
                  <a:pt x="342900" y="3714750"/>
                </a:lnTo>
                <a:lnTo>
                  <a:pt x="342900" y="3724275"/>
                </a:lnTo>
                <a:lnTo>
                  <a:pt x="333375" y="3724275"/>
                </a:lnTo>
                <a:close/>
                <a:moveTo>
                  <a:pt x="790575" y="3724275"/>
                </a:moveTo>
                <a:lnTo>
                  <a:pt x="800100" y="3724275"/>
                </a:lnTo>
                <a:lnTo>
                  <a:pt x="800100" y="3733800"/>
                </a:lnTo>
                <a:lnTo>
                  <a:pt x="790575" y="3733800"/>
                </a:lnTo>
                <a:close/>
                <a:moveTo>
                  <a:pt x="1619250" y="3724275"/>
                </a:moveTo>
                <a:lnTo>
                  <a:pt x="1628775" y="3724275"/>
                </a:lnTo>
                <a:lnTo>
                  <a:pt x="1628775" y="3733800"/>
                </a:lnTo>
                <a:lnTo>
                  <a:pt x="1619250" y="3733800"/>
                </a:lnTo>
                <a:close/>
                <a:moveTo>
                  <a:pt x="752475" y="3743325"/>
                </a:moveTo>
                <a:lnTo>
                  <a:pt x="771525" y="3743325"/>
                </a:lnTo>
                <a:lnTo>
                  <a:pt x="771525" y="3752850"/>
                </a:lnTo>
                <a:lnTo>
                  <a:pt x="762000" y="3752850"/>
                </a:lnTo>
                <a:lnTo>
                  <a:pt x="762000" y="3771900"/>
                </a:lnTo>
                <a:lnTo>
                  <a:pt x="752475" y="3771900"/>
                </a:lnTo>
                <a:lnTo>
                  <a:pt x="752475" y="3781425"/>
                </a:lnTo>
                <a:lnTo>
                  <a:pt x="723900" y="3781425"/>
                </a:lnTo>
                <a:lnTo>
                  <a:pt x="723900" y="3771900"/>
                </a:lnTo>
                <a:lnTo>
                  <a:pt x="742950" y="3771900"/>
                </a:lnTo>
                <a:lnTo>
                  <a:pt x="742950" y="3762375"/>
                </a:lnTo>
                <a:lnTo>
                  <a:pt x="752475" y="3762375"/>
                </a:lnTo>
                <a:close/>
                <a:moveTo>
                  <a:pt x="628650" y="3752850"/>
                </a:moveTo>
                <a:lnTo>
                  <a:pt x="647700" y="3752850"/>
                </a:lnTo>
                <a:lnTo>
                  <a:pt x="647700" y="3762375"/>
                </a:lnTo>
                <a:lnTo>
                  <a:pt x="666750" y="3762375"/>
                </a:lnTo>
                <a:lnTo>
                  <a:pt x="666750" y="3771900"/>
                </a:lnTo>
                <a:lnTo>
                  <a:pt x="657225" y="3771900"/>
                </a:lnTo>
                <a:lnTo>
                  <a:pt x="657225" y="3790950"/>
                </a:lnTo>
                <a:lnTo>
                  <a:pt x="676275" y="3790950"/>
                </a:lnTo>
                <a:lnTo>
                  <a:pt x="676275" y="3781425"/>
                </a:lnTo>
                <a:lnTo>
                  <a:pt x="695325" y="3781425"/>
                </a:lnTo>
                <a:lnTo>
                  <a:pt x="695325" y="3800475"/>
                </a:lnTo>
                <a:lnTo>
                  <a:pt x="704850" y="3800475"/>
                </a:lnTo>
                <a:lnTo>
                  <a:pt x="704850" y="3819525"/>
                </a:lnTo>
                <a:lnTo>
                  <a:pt x="685800" y="3819525"/>
                </a:lnTo>
                <a:lnTo>
                  <a:pt x="685800" y="3838575"/>
                </a:lnTo>
                <a:lnTo>
                  <a:pt x="676275" y="3838575"/>
                </a:lnTo>
                <a:lnTo>
                  <a:pt x="676275" y="3829050"/>
                </a:lnTo>
                <a:lnTo>
                  <a:pt x="666750" y="3829050"/>
                </a:lnTo>
                <a:lnTo>
                  <a:pt x="666750" y="3886200"/>
                </a:lnTo>
                <a:lnTo>
                  <a:pt x="657225" y="3886200"/>
                </a:lnTo>
                <a:lnTo>
                  <a:pt x="657225" y="3876675"/>
                </a:lnTo>
                <a:lnTo>
                  <a:pt x="647700" y="3876675"/>
                </a:lnTo>
                <a:lnTo>
                  <a:pt x="647700" y="3867150"/>
                </a:lnTo>
                <a:lnTo>
                  <a:pt x="638175" y="3867150"/>
                </a:lnTo>
                <a:lnTo>
                  <a:pt x="638175" y="3838575"/>
                </a:lnTo>
                <a:lnTo>
                  <a:pt x="647700" y="3838575"/>
                </a:lnTo>
                <a:lnTo>
                  <a:pt x="647700" y="3819525"/>
                </a:lnTo>
                <a:lnTo>
                  <a:pt x="638175" y="3819525"/>
                </a:lnTo>
                <a:lnTo>
                  <a:pt x="638175" y="3810000"/>
                </a:lnTo>
                <a:lnTo>
                  <a:pt x="628650" y="3810000"/>
                </a:lnTo>
                <a:lnTo>
                  <a:pt x="628650" y="3800475"/>
                </a:lnTo>
                <a:lnTo>
                  <a:pt x="609600" y="3800475"/>
                </a:lnTo>
                <a:lnTo>
                  <a:pt x="609600" y="3771900"/>
                </a:lnTo>
                <a:lnTo>
                  <a:pt x="619125" y="3771900"/>
                </a:lnTo>
                <a:lnTo>
                  <a:pt x="619125" y="3762375"/>
                </a:lnTo>
                <a:lnTo>
                  <a:pt x="628650" y="3762375"/>
                </a:lnTo>
                <a:close/>
                <a:moveTo>
                  <a:pt x="1533525" y="3752850"/>
                </a:moveTo>
                <a:lnTo>
                  <a:pt x="1543050" y="3752850"/>
                </a:lnTo>
                <a:lnTo>
                  <a:pt x="1543050" y="3762375"/>
                </a:lnTo>
                <a:lnTo>
                  <a:pt x="1533525" y="3762375"/>
                </a:lnTo>
                <a:close/>
                <a:moveTo>
                  <a:pt x="1819275" y="3752850"/>
                </a:moveTo>
                <a:lnTo>
                  <a:pt x="1828800" y="3752850"/>
                </a:lnTo>
                <a:lnTo>
                  <a:pt x="1828800" y="3762375"/>
                </a:lnTo>
                <a:lnTo>
                  <a:pt x="1819275" y="3762375"/>
                </a:lnTo>
                <a:close/>
                <a:moveTo>
                  <a:pt x="809625" y="3762375"/>
                </a:moveTo>
                <a:lnTo>
                  <a:pt x="819150" y="3762375"/>
                </a:lnTo>
                <a:lnTo>
                  <a:pt x="819150" y="3771900"/>
                </a:lnTo>
                <a:lnTo>
                  <a:pt x="809625" y="3771900"/>
                </a:lnTo>
                <a:close/>
                <a:moveTo>
                  <a:pt x="466725" y="3771900"/>
                </a:moveTo>
                <a:lnTo>
                  <a:pt x="476250" y="3771900"/>
                </a:lnTo>
                <a:lnTo>
                  <a:pt x="476250" y="3762375"/>
                </a:lnTo>
                <a:lnTo>
                  <a:pt x="466725" y="3762375"/>
                </a:lnTo>
                <a:close/>
                <a:moveTo>
                  <a:pt x="352425" y="3781425"/>
                </a:moveTo>
                <a:lnTo>
                  <a:pt x="371475" y="3781425"/>
                </a:lnTo>
                <a:lnTo>
                  <a:pt x="371475" y="3800475"/>
                </a:lnTo>
                <a:lnTo>
                  <a:pt x="381000" y="3800475"/>
                </a:lnTo>
                <a:lnTo>
                  <a:pt x="381000" y="3762375"/>
                </a:lnTo>
                <a:lnTo>
                  <a:pt x="361950" y="3762375"/>
                </a:lnTo>
                <a:lnTo>
                  <a:pt x="361950" y="3771900"/>
                </a:lnTo>
                <a:lnTo>
                  <a:pt x="352425" y="3771900"/>
                </a:lnTo>
                <a:close/>
                <a:moveTo>
                  <a:pt x="1466850" y="3781425"/>
                </a:moveTo>
                <a:lnTo>
                  <a:pt x="1485900" y="3781425"/>
                </a:lnTo>
                <a:lnTo>
                  <a:pt x="1485900" y="3790950"/>
                </a:lnTo>
                <a:lnTo>
                  <a:pt x="1466850" y="3790950"/>
                </a:lnTo>
                <a:close/>
                <a:moveTo>
                  <a:pt x="1752600" y="3781425"/>
                </a:moveTo>
                <a:lnTo>
                  <a:pt x="1762125" y="3781425"/>
                </a:lnTo>
                <a:lnTo>
                  <a:pt x="1762125" y="3800475"/>
                </a:lnTo>
                <a:lnTo>
                  <a:pt x="1771650" y="3800475"/>
                </a:lnTo>
                <a:lnTo>
                  <a:pt x="1771650" y="3819525"/>
                </a:lnTo>
                <a:lnTo>
                  <a:pt x="1762125" y="3819525"/>
                </a:lnTo>
                <a:lnTo>
                  <a:pt x="1762125" y="3829050"/>
                </a:lnTo>
                <a:lnTo>
                  <a:pt x="1752600" y="3829050"/>
                </a:lnTo>
                <a:lnTo>
                  <a:pt x="1752600" y="3819525"/>
                </a:lnTo>
                <a:lnTo>
                  <a:pt x="1743075" y="3819525"/>
                </a:lnTo>
                <a:lnTo>
                  <a:pt x="1743075" y="3810000"/>
                </a:lnTo>
                <a:lnTo>
                  <a:pt x="1733550" y="3810000"/>
                </a:lnTo>
                <a:lnTo>
                  <a:pt x="1733550" y="3790950"/>
                </a:lnTo>
                <a:lnTo>
                  <a:pt x="1752600" y="3790950"/>
                </a:lnTo>
                <a:close/>
                <a:moveTo>
                  <a:pt x="1809750" y="3781425"/>
                </a:moveTo>
                <a:lnTo>
                  <a:pt x="1819275" y="3781425"/>
                </a:lnTo>
                <a:lnTo>
                  <a:pt x="1819275" y="3790950"/>
                </a:lnTo>
                <a:lnTo>
                  <a:pt x="1809750" y="3790950"/>
                </a:lnTo>
                <a:close/>
                <a:moveTo>
                  <a:pt x="619125" y="3790950"/>
                </a:moveTo>
                <a:lnTo>
                  <a:pt x="628650" y="3790950"/>
                </a:lnTo>
                <a:lnTo>
                  <a:pt x="628650" y="3781425"/>
                </a:lnTo>
                <a:lnTo>
                  <a:pt x="619125" y="3781425"/>
                </a:lnTo>
                <a:close/>
                <a:moveTo>
                  <a:pt x="1381125" y="3790950"/>
                </a:moveTo>
                <a:lnTo>
                  <a:pt x="1390650" y="3790950"/>
                </a:lnTo>
                <a:lnTo>
                  <a:pt x="1390650" y="3800475"/>
                </a:lnTo>
                <a:lnTo>
                  <a:pt x="1381125" y="3800475"/>
                </a:lnTo>
                <a:close/>
                <a:moveTo>
                  <a:pt x="1790700" y="3790950"/>
                </a:moveTo>
                <a:lnTo>
                  <a:pt x="1809750" y="3790950"/>
                </a:lnTo>
                <a:lnTo>
                  <a:pt x="1809750" y="3810000"/>
                </a:lnTo>
                <a:lnTo>
                  <a:pt x="1800225" y="3810000"/>
                </a:lnTo>
                <a:lnTo>
                  <a:pt x="1800225" y="3819525"/>
                </a:lnTo>
                <a:lnTo>
                  <a:pt x="1790700" y="3819525"/>
                </a:lnTo>
                <a:lnTo>
                  <a:pt x="1790700" y="3810000"/>
                </a:lnTo>
                <a:lnTo>
                  <a:pt x="1781175" y="3810000"/>
                </a:lnTo>
                <a:lnTo>
                  <a:pt x="1781175" y="3800475"/>
                </a:lnTo>
                <a:lnTo>
                  <a:pt x="1790700" y="3800475"/>
                </a:lnTo>
                <a:close/>
                <a:moveTo>
                  <a:pt x="447675" y="3800475"/>
                </a:moveTo>
                <a:lnTo>
                  <a:pt x="457200" y="3800475"/>
                </a:lnTo>
                <a:lnTo>
                  <a:pt x="457200" y="3781425"/>
                </a:lnTo>
                <a:lnTo>
                  <a:pt x="447675" y="3781425"/>
                </a:lnTo>
                <a:close/>
                <a:moveTo>
                  <a:pt x="1295400" y="3800475"/>
                </a:moveTo>
                <a:lnTo>
                  <a:pt x="1323975" y="3800475"/>
                </a:lnTo>
                <a:lnTo>
                  <a:pt x="1323975" y="3810000"/>
                </a:lnTo>
                <a:lnTo>
                  <a:pt x="1295400" y="3810000"/>
                </a:lnTo>
                <a:close/>
                <a:moveTo>
                  <a:pt x="1838325" y="3800475"/>
                </a:moveTo>
                <a:lnTo>
                  <a:pt x="1857375" y="3800475"/>
                </a:lnTo>
                <a:lnTo>
                  <a:pt x="1857375" y="3810000"/>
                </a:lnTo>
                <a:lnTo>
                  <a:pt x="1866900" y="3810000"/>
                </a:lnTo>
                <a:lnTo>
                  <a:pt x="1866900" y="3819525"/>
                </a:lnTo>
                <a:lnTo>
                  <a:pt x="1857375" y="3819525"/>
                </a:lnTo>
                <a:lnTo>
                  <a:pt x="1857375" y="3848100"/>
                </a:lnTo>
                <a:lnTo>
                  <a:pt x="1847850" y="3848100"/>
                </a:lnTo>
                <a:lnTo>
                  <a:pt x="1847850" y="3838575"/>
                </a:lnTo>
                <a:lnTo>
                  <a:pt x="1838325" y="3838575"/>
                </a:lnTo>
                <a:lnTo>
                  <a:pt x="1838325" y="3829050"/>
                </a:lnTo>
                <a:lnTo>
                  <a:pt x="1828800" y="3829050"/>
                </a:lnTo>
                <a:lnTo>
                  <a:pt x="1828800" y="3819525"/>
                </a:lnTo>
                <a:lnTo>
                  <a:pt x="1838325" y="3819525"/>
                </a:lnTo>
                <a:close/>
                <a:moveTo>
                  <a:pt x="600075" y="3810000"/>
                </a:moveTo>
                <a:lnTo>
                  <a:pt x="609600" y="3810000"/>
                </a:lnTo>
                <a:lnTo>
                  <a:pt x="609600" y="3819525"/>
                </a:lnTo>
                <a:lnTo>
                  <a:pt x="600075" y="3819525"/>
                </a:lnTo>
                <a:close/>
                <a:moveTo>
                  <a:pt x="647700" y="3810000"/>
                </a:moveTo>
                <a:lnTo>
                  <a:pt x="666750" y="3810000"/>
                </a:lnTo>
                <a:lnTo>
                  <a:pt x="666750" y="3800475"/>
                </a:lnTo>
                <a:lnTo>
                  <a:pt x="647700" y="3800475"/>
                </a:lnTo>
                <a:close/>
                <a:moveTo>
                  <a:pt x="752475" y="3810000"/>
                </a:moveTo>
                <a:lnTo>
                  <a:pt x="762000" y="3810000"/>
                </a:lnTo>
                <a:lnTo>
                  <a:pt x="762000" y="3819525"/>
                </a:lnTo>
                <a:lnTo>
                  <a:pt x="771525" y="3819525"/>
                </a:lnTo>
                <a:lnTo>
                  <a:pt x="771525" y="3829050"/>
                </a:lnTo>
                <a:lnTo>
                  <a:pt x="752475" y="3829050"/>
                </a:lnTo>
                <a:close/>
                <a:moveTo>
                  <a:pt x="857250" y="3810000"/>
                </a:moveTo>
                <a:lnTo>
                  <a:pt x="866775" y="3810000"/>
                </a:lnTo>
                <a:lnTo>
                  <a:pt x="866775" y="3819525"/>
                </a:lnTo>
                <a:lnTo>
                  <a:pt x="857250" y="3819525"/>
                </a:lnTo>
                <a:close/>
                <a:moveTo>
                  <a:pt x="342900" y="3819525"/>
                </a:moveTo>
                <a:lnTo>
                  <a:pt x="352425" y="3819525"/>
                </a:lnTo>
                <a:lnTo>
                  <a:pt x="352425" y="3810000"/>
                </a:lnTo>
                <a:lnTo>
                  <a:pt x="342900" y="3810000"/>
                </a:lnTo>
                <a:close/>
                <a:moveTo>
                  <a:pt x="361950" y="3819525"/>
                </a:moveTo>
                <a:lnTo>
                  <a:pt x="371475" y="3819525"/>
                </a:lnTo>
                <a:lnTo>
                  <a:pt x="371475" y="3810000"/>
                </a:lnTo>
                <a:lnTo>
                  <a:pt x="361950" y="3810000"/>
                </a:lnTo>
                <a:close/>
                <a:moveTo>
                  <a:pt x="838200" y="3819525"/>
                </a:moveTo>
                <a:lnTo>
                  <a:pt x="857250" y="3819525"/>
                </a:lnTo>
                <a:lnTo>
                  <a:pt x="857250" y="3829050"/>
                </a:lnTo>
                <a:lnTo>
                  <a:pt x="847725" y="3829050"/>
                </a:lnTo>
                <a:lnTo>
                  <a:pt x="847725" y="3848100"/>
                </a:lnTo>
                <a:lnTo>
                  <a:pt x="838200" y="3848100"/>
                </a:lnTo>
                <a:lnTo>
                  <a:pt x="838200" y="3857625"/>
                </a:lnTo>
                <a:lnTo>
                  <a:pt x="819150" y="3857625"/>
                </a:lnTo>
                <a:lnTo>
                  <a:pt x="819150" y="3867150"/>
                </a:lnTo>
                <a:lnTo>
                  <a:pt x="800100" y="3867150"/>
                </a:lnTo>
                <a:lnTo>
                  <a:pt x="800100" y="3857625"/>
                </a:lnTo>
                <a:lnTo>
                  <a:pt x="809625" y="3857625"/>
                </a:lnTo>
                <a:lnTo>
                  <a:pt x="809625" y="3848100"/>
                </a:lnTo>
                <a:lnTo>
                  <a:pt x="828675" y="3848100"/>
                </a:lnTo>
                <a:lnTo>
                  <a:pt x="828675" y="3829050"/>
                </a:lnTo>
                <a:lnTo>
                  <a:pt x="838200" y="3829050"/>
                </a:lnTo>
                <a:close/>
                <a:moveTo>
                  <a:pt x="866775" y="3819525"/>
                </a:moveTo>
                <a:lnTo>
                  <a:pt x="876300" y="3819525"/>
                </a:lnTo>
                <a:lnTo>
                  <a:pt x="876300" y="3829050"/>
                </a:lnTo>
                <a:lnTo>
                  <a:pt x="885825" y="3829050"/>
                </a:lnTo>
                <a:lnTo>
                  <a:pt x="885825" y="3838575"/>
                </a:lnTo>
                <a:lnTo>
                  <a:pt x="866775" y="3838575"/>
                </a:lnTo>
                <a:close/>
                <a:moveTo>
                  <a:pt x="1276350" y="3819525"/>
                </a:moveTo>
                <a:lnTo>
                  <a:pt x="1314450" y="3819525"/>
                </a:lnTo>
                <a:lnTo>
                  <a:pt x="1314450" y="3829050"/>
                </a:lnTo>
                <a:lnTo>
                  <a:pt x="1285875" y="3829050"/>
                </a:lnTo>
                <a:lnTo>
                  <a:pt x="1285875" y="3838575"/>
                </a:lnTo>
                <a:lnTo>
                  <a:pt x="1276350" y="3838575"/>
                </a:lnTo>
                <a:close/>
                <a:moveTo>
                  <a:pt x="1333500" y="3819525"/>
                </a:moveTo>
                <a:lnTo>
                  <a:pt x="1343025" y="3819525"/>
                </a:lnTo>
                <a:lnTo>
                  <a:pt x="1343025" y="3829050"/>
                </a:lnTo>
                <a:lnTo>
                  <a:pt x="1333500" y="3829050"/>
                </a:lnTo>
                <a:close/>
                <a:moveTo>
                  <a:pt x="1352550" y="3819525"/>
                </a:moveTo>
                <a:lnTo>
                  <a:pt x="1362075" y="3819525"/>
                </a:lnTo>
                <a:lnTo>
                  <a:pt x="1362075" y="3829050"/>
                </a:lnTo>
                <a:lnTo>
                  <a:pt x="1352550" y="3829050"/>
                </a:lnTo>
                <a:close/>
                <a:moveTo>
                  <a:pt x="457200" y="3829050"/>
                </a:moveTo>
                <a:lnTo>
                  <a:pt x="476250" y="3829050"/>
                </a:lnTo>
                <a:lnTo>
                  <a:pt x="476250" y="3810000"/>
                </a:lnTo>
                <a:lnTo>
                  <a:pt x="457200" y="3810000"/>
                </a:lnTo>
                <a:close/>
                <a:moveTo>
                  <a:pt x="1219200" y="3829050"/>
                </a:moveTo>
                <a:lnTo>
                  <a:pt x="1228725" y="3829050"/>
                </a:lnTo>
                <a:lnTo>
                  <a:pt x="1228725" y="3838575"/>
                </a:lnTo>
                <a:lnTo>
                  <a:pt x="1219200" y="3838575"/>
                </a:lnTo>
                <a:close/>
                <a:moveTo>
                  <a:pt x="1619250" y="3829050"/>
                </a:moveTo>
                <a:lnTo>
                  <a:pt x="1628775" y="3829050"/>
                </a:lnTo>
                <a:lnTo>
                  <a:pt x="1628775" y="3848100"/>
                </a:lnTo>
                <a:lnTo>
                  <a:pt x="1619250" y="3848100"/>
                </a:lnTo>
                <a:close/>
                <a:moveTo>
                  <a:pt x="904875" y="3838575"/>
                </a:moveTo>
                <a:lnTo>
                  <a:pt x="923925" y="3838575"/>
                </a:lnTo>
                <a:lnTo>
                  <a:pt x="923925" y="3848100"/>
                </a:lnTo>
                <a:lnTo>
                  <a:pt x="904875" y="3848100"/>
                </a:lnTo>
                <a:close/>
                <a:moveTo>
                  <a:pt x="942975" y="3838575"/>
                </a:moveTo>
                <a:lnTo>
                  <a:pt x="962025" y="3838575"/>
                </a:lnTo>
                <a:lnTo>
                  <a:pt x="962025" y="3848100"/>
                </a:lnTo>
                <a:lnTo>
                  <a:pt x="942975" y="3848100"/>
                </a:lnTo>
                <a:close/>
                <a:moveTo>
                  <a:pt x="981075" y="3838575"/>
                </a:moveTo>
                <a:lnTo>
                  <a:pt x="1009650" y="3838575"/>
                </a:lnTo>
                <a:lnTo>
                  <a:pt x="1009650" y="3848100"/>
                </a:lnTo>
                <a:lnTo>
                  <a:pt x="1019175" y="3848100"/>
                </a:lnTo>
                <a:lnTo>
                  <a:pt x="1019175" y="3838575"/>
                </a:lnTo>
                <a:lnTo>
                  <a:pt x="1038225" y="3838575"/>
                </a:lnTo>
                <a:lnTo>
                  <a:pt x="1038225" y="3848100"/>
                </a:lnTo>
                <a:lnTo>
                  <a:pt x="1019175" y="3848100"/>
                </a:lnTo>
                <a:lnTo>
                  <a:pt x="1019175" y="3857625"/>
                </a:lnTo>
                <a:lnTo>
                  <a:pt x="981075" y="3857625"/>
                </a:lnTo>
                <a:lnTo>
                  <a:pt x="981075" y="3867150"/>
                </a:lnTo>
                <a:lnTo>
                  <a:pt x="971550" y="3867150"/>
                </a:lnTo>
                <a:lnTo>
                  <a:pt x="971550" y="3848100"/>
                </a:lnTo>
                <a:lnTo>
                  <a:pt x="981075" y="3848100"/>
                </a:lnTo>
                <a:close/>
                <a:moveTo>
                  <a:pt x="1190625" y="3838575"/>
                </a:moveTo>
                <a:lnTo>
                  <a:pt x="1200150" y="3838575"/>
                </a:lnTo>
                <a:lnTo>
                  <a:pt x="1200150" y="3848100"/>
                </a:lnTo>
                <a:lnTo>
                  <a:pt x="1190625" y="3848100"/>
                </a:lnTo>
                <a:close/>
                <a:moveTo>
                  <a:pt x="1228725" y="3838575"/>
                </a:moveTo>
                <a:lnTo>
                  <a:pt x="1238250" y="3838575"/>
                </a:lnTo>
                <a:lnTo>
                  <a:pt x="1238250" y="3848100"/>
                </a:lnTo>
                <a:lnTo>
                  <a:pt x="1228725" y="3848100"/>
                </a:lnTo>
                <a:close/>
                <a:moveTo>
                  <a:pt x="885825" y="3848100"/>
                </a:moveTo>
                <a:lnTo>
                  <a:pt x="904875" y="3848100"/>
                </a:lnTo>
                <a:lnTo>
                  <a:pt x="904875" y="3867150"/>
                </a:lnTo>
                <a:lnTo>
                  <a:pt x="876300" y="3867150"/>
                </a:lnTo>
                <a:lnTo>
                  <a:pt x="876300" y="3857625"/>
                </a:lnTo>
                <a:lnTo>
                  <a:pt x="885825" y="3857625"/>
                </a:lnTo>
                <a:close/>
                <a:moveTo>
                  <a:pt x="923925" y="3848100"/>
                </a:moveTo>
                <a:lnTo>
                  <a:pt x="933450" y="3848100"/>
                </a:lnTo>
                <a:lnTo>
                  <a:pt x="933450" y="3857625"/>
                </a:lnTo>
                <a:lnTo>
                  <a:pt x="923925" y="3857625"/>
                </a:lnTo>
                <a:close/>
                <a:moveTo>
                  <a:pt x="1200150" y="3848100"/>
                </a:moveTo>
                <a:lnTo>
                  <a:pt x="1228725" y="3848100"/>
                </a:lnTo>
                <a:lnTo>
                  <a:pt x="1228725" y="3857625"/>
                </a:lnTo>
                <a:lnTo>
                  <a:pt x="1238250" y="3857625"/>
                </a:lnTo>
                <a:lnTo>
                  <a:pt x="1238250" y="3876675"/>
                </a:lnTo>
                <a:lnTo>
                  <a:pt x="1228725" y="3876675"/>
                </a:lnTo>
                <a:lnTo>
                  <a:pt x="1228725" y="3867150"/>
                </a:lnTo>
                <a:lnTo>
                  <a:pt x="1219200" y="3867150"/>
                </a:lnTo>
                <a:lnTo>
                  <a:pt x="1219200" y="3876675"/>
                </a:lnTo>
                <a:lnTo>
                  <a:pt x="1209675" y="3876675"/>
                </a:lnTo>
                <a:lnTo>
                  <a:pt x="1209675" y="3867150"/>
                </a:lnTo>
                <a:lnTo>
                  <a:pt x="1200150" y="3867150"/>
                </a:lnTo>
                <a:close/>
                <a:moveTo>
                  <a:pt x="428625" y="3857625"/>
                </a:moveTo>
                <a:lnTo>
                  <a:pt x="438150" y="3857625"/>
                </a:lnTo>
                <a:lnTo>
                  <a:pt x="438150" y="3867150"/>
                </a:lnTo>
                <a:lnTo>
                  <a:pt x="428625" y="3867150"/>
                </a:lnTo>
                <a:close/>
                <a:moveTo>
                  <a:pt x="838200" y="3857625"/>
                </a:moveTo>
                <a:lnTo>
                  <a:pt x="847725" y="3857625"/>
                </a:lnTo>
                <a:lnTo>
                  <a:pt x="847725" y="3867150"/>
                </a:lnTo>
                <a:lnTo>
                  <a:pt x="838200" y="3867150"/>
                </a:lnTo>
                <a:close/>
                <a:moveTo>
                  <a:pt x="790575" y="3867150"/>
                </a:moveTo>
                <a:lnTo>
                  <a:pt x="800100" y="3867150"/>
                </a:lnTo>
                <a:lnTo>
                  <a:pt x="800100" y="3876675"/>
                </a:lnTo>
                <a:lnTo>
                  <a:pt x="790575" y="3876675"/>
                </a:lnTo>
                <a:close/>
                <a:moveTo>
                  <a:pt x="781050" y="3876675"/>
                </a:moveTo>
                <a:lnTo>
                  <a:pt x="790575" y="3876675"/>
                </a:lnTo>
                <a:lnTo>
                  <a:pt x="790575" y="3895725"/>
                </a:lnTo>
                <a:lnTo>
                  <a:pt x="809625" y="3895725"/>
                </a:lnTo>
                <a:lnTo>
                  <a:pt x="809625" y="3905250"/>
                </a:lnTo>
                <a:lnTo>
                  <a:pt x="781050" y="3905250"/>
                </a:lnTo>
                <a:close/>
                <a:moveTo>
                  <a:pt x="381000" y="3886200"/>
                </a:moveTo>
                <a:lnTo>
                  <a:pt x="390525" y="3886200"/>
                </a:lnTo>
                <a:lnTo>
                  <a:pt x="390525" y="3895725"/>
                </a:lnTo>
                <a:lnTo>
                  <a:pt x="381000" y="3895725"/>
                </a:lnTo>
                <a:close/>
                <a:moveTo>
                  <a:pt x="1343025" y="3886200"/>
                </a:moveTo>
                <a:lnTo>
                  <a:pt x="1362075" y="3886200"/>
                </a:lnTo>
                <a:lnTo>
                  <a:pt x="1362075" y="3895725"/>
                </a:lnTo>
                <a:lnTo>
                  <a:pt x="1343025" y="3895725"/>
                </a:lnTo>
                <a:close/>
                <a:moveTo>
                  <a:pt x="666750" y="3895725"/>
                </a:moveTo>
                <a:lnTo>
                  <a:pt x="676275" y="3895725"/>
                </a:lnTo>
                <a:lnTo>
                  <a:pt x="676275" y="3924300"/>
                </a:lnTo>
                <a:lnTo>
                  <a:pt x="666750" y="3924300"/>
                </a:lnTo>
                <a:close/>
                <a:moveTo>
                  <a:pt x="1152525" y="3895725"/>
                </a:moveTo>
                <a:lnTo>
                  <a:pt x="1162050" y="3895725"/>
                </a:lnTo>
                <a:lnTo>
                  <a:pt x="1162050" y="3905250"/>
                </a:lnTo>
                <a:lnTo>
                  <a:pt x="1171575" y="3905250"/>
                </a:lnTo>
                <a:lnTo>
                  <a:pt x="1171575" y="3914775"/>
                </a:lnTo>
                <a:lnTo>
                  <a:pt x="1181100" y="3914775"/>
                </a:lnTo>
                <a:lnTo>
                  <a:pt x="1181100" y="3924300"/>
                </a:lnTo>
                <a:lnTo>
                  <a:pt x="1143000" y="3924300"/>
                </a:lnTo>
                <a:lnTo>
                  <a:pt x="1143000" y="3914775"/>
                </a:lnTo>
                <a:lnTo>
                  <a:pt x="1152525" y="3914775"/>
                </a:lnTo>
                <a:close/>
                <a:moveTo>
                  <a:pt x="466725" y="3914775"/>
                </a:moveTo>
                <a:lnTo>
                  <a:pt x="476250" y="3914775"/>
                </a:lnTo>
                <a:lnTo>
                  <a:pt x="476250" y="3952875"/>
                </a:lnTo>
                <a:lnTo>
                  <a:pt x="485775" y="3952875"/>
                </a:lnTo>
                <a:lnTo>
                  <a:pt x="485775" y="3962400"/>
                </a:lnTo>
                <a:lnTo>
                  <a:pt x="447675" y="3962400"/>
                </a:lnTo>
                <a:lnTo>
                  <a:pt x="447675" y="3952875"/>
                </a:lnTo>
                <a:lnTo>
                  <a:pt x="466725" y="3952875"/>
                </a:lnTo>
                <a:lnTo>
                  <a:pt x="466725" y="3943350"/>
                </a:lnTo>
                <a:lnTo>
                  <a:pt x="457200" y="3943350"/>
                </a:lnTo>
                <a:lnTo>
                  <a:pt x="457200" y="3933825"/>
                </a:lnTo>
                <a:lnTo>
                  <a:pt x="466725" y="3933825"/>
                </a:lnTo>
                <a:close/>
                <a:moveTo>
                  <a:pt x="1085850" y="3924300"/>
                </a:moveTo>
                <a:lnTo>
                  <a:pt x="1095375" y="3924300"/>
                </a:lnTo>
                <a:lnTo>
                  <a:pt x="1095375" y="3933825"/>
                </a:lnTo>
                <a:lnTo>
                  <a:pt x="1085850" y="3933825"/>
                </a:lnTo>
                <a:close/>
                <a:moveTo>
                  <a:pt x="619125" y="3933825"/>
                </a:moveTo>
                <a:lnTo>
                  <a:pt x="628650" y="3933825"/>
                </a:lnTo>
                <a:lnTo>
                  <a:pt x="628650" y="3943350"/>
                </a:lnTo>
                <a:lnTo>
                  <a:pt x="647700" y="3943350"/>
                </a:lnTo>
                <a:lnTo>
                  <a:pt x="647700" y="3952875"/>
                </a:lnTo>
                <a:lnTo>
                  <a:pt x="628650" y="3952875"/>
                </a:lnTo>
                <a:lnTo>
                  <a:pt x="628650" y="3962400"/>
                </a:lnTo>
                <a:lnTo>
                  <a:pt x="619125" y="3962400"/>
                </a:lnTo>
                <a:close/>
                <a:moveTo>
                  <a:pt x="419100" y="3943350"/>
                </a:moveTo>
                <a:lnTo>
                  <a:pt x="438150" y="3943350"/>
                </a:lnTo>
                <a:lnTo>
                  <a:pt x="438150" y="3952875"/>
                </a:lnTo>
                <a:lnTo>
                  <a:pt x="419100" y="3952875"/>
                </a:lnTo>
                <a:close/>
                <a:moveTo>
                  <a:pt x="685800" y="3943350"/>
                </a:moveTo>
                <a:lnTo>
                  <a:pt x="695325" y="3943350"/>
                </a:lnTo>
                <a:lnTo>
                  <a:pt x="695325" y="3952875"/>
                </a:lnTo>
                <a:lnTo>
                  <a:pt x="685800" y="3952875"/>
                </a:lnTo>
                <a:close/>
                <a:moveTo>
                  <a:pt x="571500" y="3952875"/>
                </a:moveTo>
                <a:lnTo>
                  <a:pt x="590550" y="3952875"/>
                </a:lnTo>
                <a:lnTo>
                  <a:pt x="590550" y="3962400"/>
                </a:lnTo>
                <a:lnTo>
                  <a:pt x="571500" y="3962400"/>
                </a:lnTo>
                <a:close/>
              </a:path>
            </a:pathLst>
          </a:custGeom>
          <a:solidFill xmlns:a="http://schemas.openxmlformats.org/drawingml/2006/main">
            <a:srgbClr val="F5F9FD"/>
          </a:solidFill>
          <a:ln xmlns:a="http://schemas.openxmlformats.org/drawingml/2006/main" w="0">
            <a:noFill/>
          </a:ln>
        </p:spPr>
      </p:sp>
      <p:sp>
        <p:nvSpPr>
          <p:cNvPr id="12" name="phones vector #f4f9fe">
            <a:extLst xmlns:a="http://schemas.openxmlformats.org/drawingml/2006/main">
              <a:ext uri="{FF2B5EF4-FFF2-40B4-BE49-F238E27FC236}">
                <a16:creationId xmlns:a16="http://schemas.microsoft.com/office/drawing/2014/main" id="{23105FD3-44B4-4992-AA77-7AA1137B90C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48500" y="190500"/>
            <a:ext cx="5905500" cy="6619875"/>
          </a:xfrm>
          <a:custGeom xmlns:a="http://schemas.openxmlformats.org/drawingml/2006/main">
            <a:pathLst>
              <a:path w="3838575" h="4295775">
                <a:moveTo>
                  <a:pt x="1323975" y="161925"/>
                </a:moveTo>
                <a:lnTo>
                  <a:pt x="1352550" y="161925"/>
                </a:lnTo>
                <a:lnTo>
                  <a:pt x="1352550" y="180975"/>
                </a:lnTo>
                <a:lnTo>
                  <a:pt x="1362075" y="180975"/>
                </a:lnTo>
                <a:lnTo>
                  <a:pt x="1362075" y="190500"/>
                </a:lnTo>
                <a:lnTo>
                  <a:pt x="1352550" y="190500"/>
                </a:lnTo>
                <a:lnTo>
                  <a:pt x="1352550" y="200025"/>
                </a:lnTo>
                <a:lnTo>
                  <a:pt x="1314450" y="200025"/>
                </a:lnTo>
                <a:lnTo>
                  <a:pt x="1314450" y="209550"/>
                </a:lnTo>
                <a:lnTo>
                  <a:pt x="1304925" y="209550"/>
                </a:lnTo>
                <a:lnTo>
                  <a:pt x="1304925" y="190500"/>
                </a:lnTo>
                <a:lnTo>
                  <a:pt x="1285875" y="190500"/>
                </a:lnTo>
                <a:lnTo>
                  <a:pt x="1285875" y="209550"/>
                </a:lnTo>
                <a:lnTo>
                  <a:pt x="1295400" y="209550"/>
                </a:lnTo>
                <a:lnTo>
                  <a:pt x="1295400" y="228600"/>
                </a:lnTo>
                <a:lnTo>
                  <a:pt x="1285875" y="228600"/>
                </a:lnTo>
                <a:lnTo>
                  <a:pt x="1285875" y="238125"/>
                </a:lnTo>
                <a:lnTo>
                  <a:pt x="1276350" y="238125"/>
                </a:lnTo>
                <a:lnTo>
                  <a:pt x="1276350" y="247650"/>
                </a:lnTo>
                <a:lnTo>
                  <a:pt x="1257300" y="247650"/>
                </a:lnTo>
                <a:lnTo>
                  <a:pt x="1257300" y="257175"/>
                </a:lnTo>
                <a:lnTo>
                  <a:pt x="1247775" y="257175"/>
                </a:lnTo>
                <a:lnTo>
                  <a:pt x="1247775" y="247650"/>
                </a:lnTo>
                <a:lnTo>
                  <a:pt x="1238250" y="247650"/>
                </a:lnTo>
                <a:lnTo>
                  <a:pt x="1238250" y="228600"/>
                </a:lnTo>
                <a:lnTo>
                  <a:pt x="1247775" y="228600"/>
                </a:lnTo>
                <a:lnTo>
                  <a:pt x="1247775" y="219075"/>
                </a:lnTo>
                <a:lnTo>
                  <a:pt x="1257300" y="219075"/>
                </a:lnTo>
                <a:lnTo>
                  <a:pt x="1257300" y="209550"/>
                </a:lnTo>
                <a:lnTo>
                  <a:pt x="1247775" y="209550"/>
                </a:lnTo>
                <a:lnTo>
                  <a:pt x="1247775" y="200025"/>
                </a:lnTo>
                <a:lnTo>
                  <a:pt x="1257300" y="200025"/>
                </a:lnTo>
                <a:lnTo>
                  <a:pt x="1257300" y="190500"/>
                </a:lnTo>
                <a:lnTo>
                  <a:pt x="1266825" y="190500"/>
                </a:lnTo>
                <a:lnTo>
                  <a:pt x="1266825" y="180975"/>
                </a:lnTo>
                <a:lnTo>
                  <a:pt x="1285875" y="180975"/>
                </a:lnTo>
                <a:lnTo>
                  <a:pt x="1285875" y="171450"/>
                </a:lnTo>
                <a:lnTo>
                  <a:pt x="1323975" y="171450"/>
                </a:lnTo>
                <a:close/>
                <a:moveTo>
                  <a:pt x="1209675" y="190500"/>
                </a:moveTo>
                <a:lnTo>
                  <a:pt x="1219200" y="190500"/>
                </a:lnTo>
                <a:lnTo>
                  <a:pt x="1219200" y="219075"/>
                </a:lnTo>
                <a:lnTo>
                  <a:pt x="1228725" y="219075"/>
                </a:lnTo>
                <a:lnTo>
                  <a:pt x="1228725" y="238125"/>
                </a:lnTo>
                <a:lnTo>
                  <a:pt x="1219200" y="238125"/>
                </a:lnTo>
                <a:lnTo>
                  <a:pt x="1219200" y="257175"/>
                </a:lnTo>
                <a:lnTo>
                  <a:pt x="1190625" y="257175"/>
                </a:lnTo>
                <a:lnTo>
                  <a:pt x="1190625" y="247650"/>
                </a:lnTo>
                <a:lnTo>
                  <a:pt x="1171575" y="247650"/>
                </a:lnTo>
                <a:lnTo>
                  <a:pt x="1171575" y="238125"/>
                </a:lnTo>
                <a:lnTo>
                  <a:pt x="1181100" y="238125"/>
                </a:lnTo>
                <a:lnTo>
                  <a:pt x="1181100" y="219075"/>
                </a:lnTo>
                <a:lnTo>
                  <a:pt x="1200150" y="219075"/>
                </a:lnTo>
                <a:lnTo>
                  <a:pt x="1200150" y="200025"/>
                </a:lnTo>
                <a:lnTo>
                  <a:pt x="1209675" y="200025"/>
                </a:lnTo>
                <a:close/>
                <a:moveTo>
                  <a:pt x="1590675" y="276225"/>
                </a:moveTo>
                <a:lnTo>
                  <a:pt x="1628775" y="276225"/>
                </a:lnTo>
                <a:lnTo>
                  <a:pt x="1628775" y="285750"/>
                </a:lnTo>
                <a:lnTo>
                  <a:pt x="1609725" y="285750"/>
                </a:lnTo>
                <a:lnTo>
                  <a:pt x="1609725" y="304800"/>
                </a:lnTo>
                <a:lnTo>
                  <a:pt x="1590675" y="304800"/>
                </a:lnTo>
                <a:lnTo>
                  <a:pt x="1590675" y="314325"/>
                </a:lnTo>
                <a:lnTo>
                  <a:pt x="1581150" y="314325"/>
                </a:lnTo>
                <a:lnTo>
                  <a:pt x="1581150" y="285750"/>
                </a:lnTo>
                <a:lnTo>
                  <a:pt x="1590675" y="285750"/>
                </a:lnTo>
                <a:close/>
                <a:moveTo>
                  <a:pt x="600075" y="285750"/>
                </a:moveTo>
                <a:lnTo>
                  <a:pt x="628650" y="285750"/>
                </a:lnTo>
                <a:lnTo>
                  <a:pt x="628650" y="295275"/>
                </a:lnTo>
                <a:lnTo>
                  <a:pt x="600075" y="295275"/>
                </a:lnTo>
                <a:close/>
                <a:moveTo>
                  <a:pt x="1181100" y="285750"/>
                </a:moveTo>
                <a:lnTo>
                  <a:pt x="1190625" y="285750"/>
                </a:lnTo>
                <a:lnTo>
                  <a:pt x="1190625" y="295275"/>
                </a:lnTo>
                <a:lnTo>
                  <a:pt x="1181100" y="295275"/>
                </a:lnTo>
                <a:close/>
                <a:moveTo>
                  <a:pt x="1209675" y="295275"/>
                </a:moveTo>
                <a:lnTo>
                  <a:pt x="1228725" y="295275"/>
                </a:lnTo>
                <a:lnTo>
                  <a:pt x="1228725" y="304800"/>
                </a:lnTo>
                <a:lnTo>
                  <a:pt x="1238250" y="304800"/>
                </a:lnTo>
                <a:lnTo>
                  <a:pt x="1238250" y="314325"/>
                </a:lnTo>
                <a:lnTo>
                  <a:pt x="1228725" y="314325"/>
                </a:lnTo>
                <a:lnTo>
                  <a:pt x="1228725" y="342900"/>
                </a:lnTo>
                <a:lnTo>
                  <a:pt x="1257300" y="342900"/>
                </a:lnTo>
                <a:lnTo>
                  <a:pt x="1257300" y="304800"/>
                </a:lnTo>
                <a:lnTo>
                  <a:pt x="1266825" y="304800"/>
                </a:lnTo>
                <a:lnTo>
                  <a:pt x="1266825" y="295275"/>
                </a:lnTo>
                <a:lnTo>
                  <a:pt x="1276350" y="295275"/>
                </a:lnTo>
                <a:lnTo>
                  <a:pt x="1276350" y="314325"/>
                </a:lnTo>
                <a:lnTo>
                  <a:pt x="1295400" y="314325"/>
                </a:lnTo>
                <a:lnTo>
                  <a:pt x="1295400" y="323850"/>
                </a:lnTo>
                <a:lnTo>
                  <a:pt x="1314450" y="323850"/>
                </a:lnTo>
                <a:lnTo>
                  <a:pt x="1314450" y="333375"/>
                </a:lnTo>
                <a:lnTo>
                  <a:pt x="1343025" y="333375"/>
                </a:lnTo>
                <a:lnTo>
                  <a:pt x="1343025" y="342900"/>
                </a:lnTo>
                <a:lnTo>
                  <a:pt x="1352550" y="342900"/>
                </a:lnTo>
                <a:lnTo>
                  <a:pt x="1352550" y="352425"/>
                </a:lnTo>
                <a:lnTo>
                  <a:pt x="1343025" y="352425"/>
                </a:lnTo>
                <a:lnTo>
                  <a:pt x="1343025" y="361950"/>
                </a:lnTo>
                <a:lnTo>
                  <a:pt x="1352550" y="361950"/>
                </a:lnTo>
                <a:lnTo>
                  <a:pt x="1352550" y="352425"/>
                </a:lnTo>
                <a:lnTo>
                  <a:pt x="1362075" y="352425"/>
                </a:lnTo>
                <a:lnTo>
                  <a:pt x="1362075" y="342900"/>
                </a:lnTo>
                <a:lnTo>
                  <a:pt x="1390650" y="342900"/>
                </a:lnTo>
                <a:lnTo>
                  <a:pt x="1390650" y="333375"/>
                </a:lnTo>
                <a:lnTo>
                  <a:pt x="1400175" y="333375"/>
                </a:lnTo>
                <a:lnTo>
                  <a:pt x="1400175" y="295275"/>
                </a:lnTo>
                <a:lnTo>
                  <a:pt x="1409700" y="295275"/>
                </a:lnTo>
                <a:lnTo>
                  <a:pt x="1409700" y="304800"/>
                </a:lnTo>
                <a:lnTo>
                  <a:pt x="1419225" y="304800"/>
                </a:lnTo>
                <a:lnTo>
                  <a:pt x="1419225" y="314325"/>
                </a:lnTo>
                <a:lnTo>
                  <a:pt x="1428750" y="314325"/>
                </a:lnTo>
                <a:lnTo>
                  <a:pt x="1428750" y="333375"/>
                </a:lnTo>
                <a:lnTo>
                  <a:pt x="1419225" y="333375"/>
                </a:lnTo>
                <a:lnTo>
                  <a:pt x="1419225" y="361950"/>
                </a:lnTo>
                <a:lnTo>
                  <a:pt x="1409700" y="361950"/>
                </a:lnTo>
                <a:lnTo>
                  <a:pt x="1409700" y="371475"/>
                </a:lnTo>
                <a:lnTo>
                  <a:pt x="1419225" y="371475"/>
                </a:lnTo>
                <a:lnTo>
                  <a:pt x="1419225" y="390525"/>
                </a:lnTo>
                <a:lnTo>
                  <a:pt x="1428750" y="390525"/>
                </a:lnTo>
                <a:lnTo>
                  <a:pt x="1428750" y="400050"/>
                </a:lnTo>
                <a:lnTo>
                  <a:pt x="1409700" y="400050"/>
                </a:lnTo>
                <a:lnTo>
                  <a:pt x="1409700" y="419100"/>
                </a:lnTo>
                <a:lnTo>
                  <a:pt x="1400175" y="419100"/>
                </a:lnTo>
                <a:lnTo>
                  <a:pt x="1400175" y="390525"/>
                </a:lnTo>
                <a:lnTo>
                  <a:pt x="1381125" y="390525"/>
                </a:lnTo>
                <a:lnTo>
                  <a:pt x="1381125" y="400050"/>
                </a:lnTo>
                <a:lnTo>
                  <a:pt x="1371600" y="400050"/>
                </a:lnTo>
                <a:lnTo>
                  <a:pt x="1371600" y="419100"/>
                </a:lnTo>
                <a:lnTo>
                  <a:pt x="1400175" y="419100"/>
                </a:lnTo>
                <a:lnTo>
                  <a:pt x="1400175" y="428625"/>
                </a:lnTo>
                <a:lnTo>
                  <a:pt x="1371600" y="428625"/>
                </a:lnTo>
                <a:lnTo>
                  <a:pt x="1371600" y="438150"/>
                </a:lnTo>
                <a:lnTo>
                  <a:pt x="1362075" y="438150"/>
                </a:lnTo>
                <a:lnTo>
                  <a:pt x="1362075" y="428625"/>
                </a:lnTo>
                <a:lnTo>
                  <a:pt x="1352550" y="428625"/>
                </a:lnTo>
                <a:lnTo>
                  <a:pt x="1352550" y="476250"/>
                </a:lnTo>
                <a:lnTo>
                  <a:pt x="1362075" y="476250"/>
                </a:lnTo>
                <a:lnTo>
                  <a:pt x="1362075" y="523875"/>
                </a:lnTo>
                <a:lnTo>
                  <a:pt x="1352550" y="523875"/>
                </a:lnTo>
                <a:lnTo>
                  <a:pt x="1352550" y="514350"/>
                </a:lnTo>
                <a:lnTo>
                  <a:pt x="1343025" y="514350"/>
                </a:lnTo>
                <a:lnTo>
                  <a:pt x="1343025" y="504825"/>
                </a:lnTo>
                <a:lnTo>
                  <a:pt x="1333500" y="504825"/>
                </a:lnTo>
                <a:lnTo>
                  <a:pt x="1333500" y="495300"/>
                </a:lnTo>
                <a:lnTo>
                  <a:pt x="1314450" y="495300"/>
                </a:lnTo>
                <a:lnTo>
                  <a:pt x="1314450" y="485775"/>
                </a:lnTo>
                <a:lnTo>
                  <a:pt x="1304925" y="485775"/>
                </a:lnTo>
                <a:lnTo>
                  <a:pt x="1304925" y="476250"/>
                </a:lnTo>
                <a:lnTo>
                  <a:pt x="1295400" y="476250"/>
                </a:lnTo>
                <a:lnTo>
                  <a:pt x="1295400" y="457200"/>
                </a:lnTo>
                <a:lnTo>
                  <a:pt x="1276350" y="457200"/>
                </a:lnTo>
                <a:lnTo>
                  <a:pt x="1276350" y="485775"/>
                </a:lnTo>
                <a:lnTo>
                  <a:pt x="1266825" y="485775"/>
                </a:lnTo>
                <a:lnTo>
                  <a:pt x="1266825" y="504825"/>
                </a:lnTo>
                <a:lnTo>
                  <a:pt x="1295400" y="504825"/>
                </a:lnTo>
                <a:lnTo>
                  <a:pt x="1295400" y="514350"/>
                </a:lnTo>
                <a:lnTo>
                  <a:pt x="1314450" y="514350"/>
                </a:lnTo>
                <a:lnTo>
                  <a:pt x="1314450" y="523875"/>
                </a:lnTo>
                <a:lnTo>
                  <a:pt x="1323975" y="523875"/>
                </a:lnTo>
                <a:lnTo>
                  <a:pt x="1323975" y="533400"/>
                </a:lnTo>
                <a:lnTo>
                  <a:pt x="1352550" y="533400"/>
                </a:lnTo>
                <a:lnTo>
                  <a:pt x="1352550" y="552450"/>
                </a:lnTo>
                <a:lnTo>
                  <a:pt x="1362075" y="552450"/>
                </a:lnTo>
                <a:lnTo>
                  <a:pt x="1362075" y="561975"/>
                </a:lnTo>
                <a:lnTo>
                  <a:pt x="1371600" y="561975"/>
                </a:lnTo>
                <a:lnTo>
                  <a:pt x="1371600" y="590550"/>
                </a:lnTo>
                <a:lnTo>
                  <a:pt x="1362075" y="590550"/>
                </a:lnTo>
                <a:lnTo>
                  <a:pt x="1362075" y="600075"/>
                </a:lnTo>
                <a:lnTo>
                  <a:pt x="1343025" y="600075"/>
                </a:lnTo>
                <a:lnTo>
                  <a:pt x="1343025" y="581025"/>
                </a:lnTo>
                <a:lnTo>
                  <a:pt x="1323975" y="581025"/>
                </a:lnTo>
                <a:lnTo>
                  <a:pt x="1323975" y="552450"/>
                </a:lnTo>
                <a:lnTo>
                  <a:pt x="1314450" y="552450"/>
                </a:lnTo>
                <a:lnTo>
                  <a:pt x="1314450" y="542925"/>
                </a:lnTo>
                <a:lnTo>
                  <a:pt x="1304925" y="542925"/>
                </a:lnTo>
                <a:lnTo>
                  <a:pt x="1304925" y="561975"/>
                </a:lnTo>
                <a:lnTo>
                  <a:pt x="1295400" y="561975"/>
                </a:lnTo>
                <a:lnTo>
                  <a:pt x="1295400" y="571500"/>
                </a:lnTo>
                <a:lnTo>
                  <a:pt x="1285875" y="571500"/>
                </a:lnTo>
                <a:lnTo>
                  <a:pt x="1285875" y="590550"/>
                </a:lnTo>
                <a:lnTo>
                  <a:pt x="1276350" y="590550"/>
                </a:lnTo>
                <a:lnTo>
                  <a:pt x="1276350" y="609600"/>
                </a:lnTo>
                <a:lnTo>
                  <a:pt x="1266825" y="609600"/>
                </a:lnTo>
                <a:lnTo>
                  <a:pt x="1266825" y="619125"/>
                </a:lnTo>
                <a:lnTo>
                  <a:pt x="1276350" y="619125"/>
                </a:lnTo>
                <a:lnTo>
                  <a:pt x="1276350" y="628650"/>
                </a:lnTo>
                <a:lnTo>
                  <a:pt x="1266825" y="628650"/>
                </a:lnTo>
                <a:lnTo>
                  <a:pt x="1266825" y="638175"/>
                </a:lnTo>
                <a:lnTo>
                  <a:pt x="1247775" y="638175"/>
                </a:lnTo>
                <a:lnTo>
                  <a:pt x="1247775" y="628650"/>
                </a:lnTo>
                <a:lnTo>
                  <a:pt x="1228725" y="628650"/>
                </a:lnTo>
                <a:lnTo>
                  <a:pt x="1228725" y="619125"/>
                </a:lnTo>
                <a:lnTo>
                  <a:pt x="1219200" y="619125"/>
                </a:lnTo>
                <a:lnTo>
                  <a:pt x="1219200" y="590550"/>
                </a:lnTo>
                <a:lnTo>
                  <a:pt x="1200150" y="590550"/>
                </a:lnTo>
                <a:lnTo>
                  <a:pt x="1200150" y="619125"/>
                </a:lnTo>
                <a:lnTo>
                  <a:pt x="1190625" y="619125"/>
                </a:lnTo>
                <a:lnTo>
                  <a:pt x="1190625" y="628650"/>
                </a:lnTo>
                <a:lnTo>
                  <a:pt x="1181100" y="628650"/>
                </a:lnTo>
                <a:lnTo>
                  <a:pt x="1181100" y="657225"/>
                </a:lnTo>
                <a:lnTo>
                  <a:pt x="1171575" y="657225"/>
                </a:lnTo>
                <a:lnTo>
                  <a:pt x="1171575" y="638175"/>
                </a:lnTo>
                <a:lnTo>
                  <a:pt x="1133475" y="638175"/>
                </a:lnTo>
                <a:lnTo>
                  <a:pt x="1133475" y="647700"/>
                </a:lnTo>
                <a:lnTo>
                  <a:pt x="1095375" y="647700"/>
                </a:lnTo>
                <a:lnTo>
                  <a:pt x="1095375" y="657225"/>
                </a:lnTo>
                <a:lnTo>
                  <a:pt x="1085850" y="657225"/>
                </a:lnTo>
                <a:lnTo>
                  <a:pt x="1085850" y="619125"/>
                </a:lnTo>
                <a:lnTo>
                  <a:pt x="1057275" y="619125"/>
                </a:lnTo>
                <a:lnTo>
                  <a:pt x="1057275" y="647700"/>
                </a:lnTo>
                <a:lnTo>
                  <a:pt x="1066800" y="647700"/>
                </a:lnTo>
                <a:lnTo>
                  <a:pt x="1066800" y="657225"/>
                </a:lnTo>
                <a:lnTo>
                  <a:pt x="1076325" y="657225"/>
                </a:lnTo>
                <a:lnTo>
                  <a:pt x="1076325" y="666750"/>
                </a:lnTo>
                <a:lnTo>
                  <a:pt x="1066800" y="666750"/>
                </a:lnTo>
                <a:lnTo>
                  <a:pt x="1066800" y="676275"/>
                </a:lnTo>
                <a:lnTo>
                  <a:pt x="1057275" y="676275"/>
                </a:lnTo>
                <a:lnTo>
                  <a:pt x="1057275" y="685800"/>
                </a:lnTo>
                <a:lnTo>
                  <a:pt x="1028700" y="685800"/>
                </a:lnTo>
                <a:lnTo>
                  <a:pt x="1028700" y="666750"/>
                </a:lnTo>
                <a:lnTo>
                  <a:pt x="1019175" y="666750"/>
                </a:lnTo>
                <a:lnTo>
                  <a:pt x="1019175" y="647700"/>
                </a:lnTo>
                <a:lnTo>
                  <a:pt x="1028700" y="647700"/>
                </a:lnTo>
                <a:lnTo>
                  <a:pt x="1028700" y="619125"/>
                </a:lnTo>
                <a:lnTo>
                  <a:pt x="981075" y="619125"/>
                </a:lnTo>
                <a:lnTo>
                  <a:pt x="981075" y="590550"/>
                </a:lnTo>
                <a:lnTo>
                  <a:pt x="1019175" y="590550"/>
                </a:lnTo>
                <a:lnTo>
                  <a:pt x="1019175" y="581025"/>
                </a:lnTo>
                <a:lnTo>
                  <a:pt x="1038225" y="581025"/>
                </a:lnTo>
                <a:lnTo>
                  <a:pt x="1038225" y="590550"/>
                </a:lnTo>
                <a:lnTo>
                  <a:pt x="1085850" y="590550"/>
                </a:lnTo>
                <a:lnTo>
                  <a:pt x="1085850" y="600075"/>
                </a:lnTo>
                <a:lnTo>
                  <a:pt x="1114425" y="600075"/>
                </a:lnTo>
                <a:lnTo>
                  <a:pt x="1114425" y="590550"/>
                </a:lnTo>
                <a:lnTo>
                  <a:pt x="1143000" y="590550"/>
                </a:lnTo>
                <a:lnTo>
                  <a:pt x="1143000" y="600075"/>
                </a:lnTo>
                <a:lnTo>
                  <a:pt x="1171575" y="600075"/>
                </a:lnTo>
                <a:lnTo>
                  <a:pt x="1171575" y="581025"/>
                </a:lnTo>
                <a:lnTo>
                  <a:pt x="1162050" y="581025"/>
                </a:lnTo>
                <a:lnTo>
                  <a:pt x="1162050" y="571500"/>
                </a:lnTo>
                <a:lnTo>
                  <a:pt x="1171575" y="571500"/>
                </a:lnTo>
                <a:lnTo>
                  <a:pt x="1171575" y="552450"/>
                </a:lnTo>
                <a:lnTo>
                  <a:pt x="1190625" y="552450"/>
                </a:lnTo>
                <a:lnTo>
                  <a:pt x="1190625" y="514350"/>
                </a:lnTo>
                <a:lnTo>
                  <a:pt x="1200150" y="514350"/>
                </a:lnTo>
                <a:lnTo>
                  <a:pt x="1200150" y="504825"/>
                </a:lnTo>
                <a:lnTo>
                  <a:pt x="1209675" y="504825"/>
                </a:lnTo>
                <a:lnTo>
                  <a:pt x="1209675" y="495300"/>
                </a:lnTo>
                <a:lnTo>
                  <a:pt x="1190625" y="495300"/>
                </a:lnTo>
                <a:lnTo>
                  <a:pt x="1190625" y="485775"/>
                </a:lnTo>
                <a:lnTo>
                  <a:pt x="1181100" y="485775"/>
                </a:lnTo>
                <a:lnTo>
                  <a:pt x="1181100" y="476250"/>
                </a:lnTo>
                <a:lnTo>
                  <a:pt x="1162050" y="476250"/>
                </a:lnTo>
                <a:lnTo>
                  <a:pt x="1162050" y="457200"/>
                </a:lnTo>
                <a:lnTo>
                  <a:pt x="1152525" y="457200"/>
                </a:lnTo>
                <a:lnTo>
                  <a:pt x="1152525" y="495300"/>
                </a:lnTo>
                <a:lnTo>
                  <a:pt x="1143000" y="495300"/>
                </a:lnTo>
                <a:lnTo>
                  <a:pt x="1143000" y="485775"/>
                </a:lnTo>
                <a:lnTo>
                  <a:pt x="1123950" y="485775"/>
                </a:lnTo>
                <a:lnTo>
                  <a:pt x="1123950" y="457200"/>
                </a:lnTo>
                <a:lnTo>
                  <a:pt x="1104900" y="457200"/>
                </a:lnTo>
                <a:lnTo>
                  <a:pt x="1104900" y="476250"/>
                </a:lnTo>
                <a:lnTo>
                  <a:pt x="1095375" y="476250"/>
                </a:lnTo>
                <a:lnTo>
                  <a:pt x="1095375" y="485775"/>
                </a:lnTo>
                <a:lnTo>
                  <a:pt x="1123950" y="485775"/>
                </a:lnTo>
                <a:lnTo>
                  <a:pt x="1123950" y="504825"/>
                </a:lnTo>
                <a:lnTo>
                  <a:pt x="1152525" y="504825"/>
                </a:lnTo>
                <a:lnTo>
                  <a:pt x="1152525" y="523875"/>
                </a:lnTo>
                <a:lnTo>
                  <a:pt x="1143000" y="523875"/>
                </a:lnTo>
                <a:lnTo>
                  <a:pt x="1143000" y="514350"/>
                </a:lnTo>
                <a:lnTo>
                  <a:pt x="1123950" y="514350"/>
                </a:lnTo>
                <a:lnTo>
                  <a:pt x="1123950" y="533400"/>
                </a:lnTo>
                <a:lnTo>
                  <a:pt x="1143000" y="533400"/>
                </a:lnTo>
                <a:lnTo>
                  <a:pt x="1143000" y="571500"/>
                </a:lnTo>
                <a:lnTo>
                  <a:pt x="1104900" y="571500"/>
                </a:lnTo>
                <a:lnTo>
                  <a:pt x="1104900" y="581025"/>
                </a:lnTo>
                <a:lnTo>
                  <a:pt x="1095375" y="581025"/>
                </a:lnTo>
                <a:lnTo>
                  <a:pt x="1095375" y="571500"/>
                </a:lnTo>
                <a:lnTo>
                  <a:pt x="1085850" y="571500"/>
                </a:lnTo>
                <a:lnTo>
                  <a:pt x="1085850" y="552450"/>
                </a:lnTo>
                <a:lnTo>
                  <a:pt x="1076325" y="552450"/>
                </a:lnTo>
                <a:lnTo>
                  <a:pt x="1076325" y="542925"/>
                </a:lnTo>
                <a:lnTo>
                  <a:pt x="1085850" y="542925"/>
                </a:lnTo>
                <a:lnTo>
                  <a:pt x="1085850" y="533400"/>
                </a:lnTo>
                <a:lnTo>
                  <a:pt x="1095375" y="533400"/>
                </a:lnTo>
                <a:lnTo>
                  <a:pt x="1095375" y="523875"/>
                </a:lnTo>
                <a:lnTo>
                  <a:pt x="1076325" y="523875"/>
                </a:lnTo>
                <a:lnTo>
                  <a:pt x="1076325" y="533400"/>
                </a:lnTo>
                <a:lnTo>
                  <a:pt x="1057275" y="533400"/>
                </a:lnTo>
                <a:lnTo>
                  <a:pt x="1057275" y="523875"/>
                </a:lnTo>
                <a:lnTo>
                  <a:pt x="1047750" y="523875"/>
                </a:lnTo>
                <a:lnTo>
                  <a:pt x="1047750" y="514350"/>
                </a:lnTo>
                <a:lnTo>
                  <a:pt x="1038225" y="514350"/>
                </a:lnTo>
                <a:lnTo>
                  <a:pt x="1038225" y="504825"/>
                </a:lnTo>
                <a:lnTo>
                  <a:pt x="1019175" y="504825"/>
                </a:lnTo>
                <a:lnTo>
                  <a:pt x="1019175" y="485775"/>
                </a:lnTo>
                <a:lnTo>
                  <a:pt x="1009650" y="485775"/>
                </a:lnTo>
                <a:lnTo>
                  <a:pt x="1009650" y="466725"/>
                </a:lnTo>
                <a:lnTo>
                  <a:pt x="1000125" y="466725"/>
                </a:lnTo>
                <a:lnTo>
                  <a:pt x="1000125" y="457200"/>
                </a:lnTo>
                <a:lnTo>
                  <a:pt x="1009650" y="457200"/>
                </a:lnTo>
                <a:lnTo>
                  <a:pt x="1009650" y="447675"/>
                </a:lnTo>
                <a:lnTo>
                  <a:pt x="1019175" y="447675"/>
                </a:lnTo>
                <a:lnTo>
                  <a:pt x="1019175" y="438150"/>
                </a:lnTo>
                <a:lnTo>
                  <a:pt x="1028700" y="438150"/>
                </a:lnTo>
                <a:lnTo>
                  <a:pt x="1028700" y="457200"/>
                </a:lnTo>
                <a:lnTo>
                  <a:pt x="1038225" y="457200"/>
                </a:lnTo>
                <a:lnTo>
                  <a:pt x="1038225" y="476250"/>
                </a:lnTo>
                <a:lnTo>
                  <a:pt x="1047750" y="476250"/>
                </a:lnTo>
                <a:lnTo>
                  <a:pt x="1047750" y="485775"/>
                </a:lnTo>
                <a:lnTo>
                  <a:pt x="1057275" y="485775"/>
                </a:lnTo>
                <a:lnTo>
                  <a:pt x="1057275" y="476250"/>
                </a:lnTo>
                <a:lnTo>
                  <a:pt x="1066800" y="476250"/>
                </a:lnTo>
                <a:lnTo>
                  <a:pt x="1066800" y="466725"/>
                </a:lnTo>
                <a:lnTo>
                  <a:pt x="1057275" y="466725"/>
                </a:lnTo>
                <a:lnTo>
                  <a:pt x="1057275" y="457200"/>
                </a:lnTo>
                <a:lnTo>
                  <a:pt x="1066800" y="457200"/>
                </a:lnTo>
                <a:lnTo>
                  <a:pt x="1066800" y="438150"/>
                </a:lnTo>
                <a:lnTo>
                  <a:pt x="1057275" y="438150"/>
                </a:lnTo>
                <a:lnTo>
                  <a:pt x="1057275" y="428625"/>
                </a:lnTo>
                <a:lnTo>
                  <a:pt x="1066800" y="428625"/>
                </a:lnTo>
                <a:lnTo>
                  <a:pt x="1066800" y="419100"/>
                </a:lnTo>
                <a:lnTo>
                  <a:pt x="1076325" y="419100"/>
                </a:lnTo>
                <a:lnTo>
                  <a:pt x="1076325" y="400050"/>
                </a:lnTo>
                <a:lnTo>
                  <a:pt x="1038225" y="400050"/>
                </a:lnTo>
                <a:lnTo>
                  <a:pt x="1038225" y="381000"/>
                </a:lnTo>
                <a:lnTo>
                  <a:pt x="1095375" y="381000"/>
                </a:lnTo>
                <a:lnTo>
                  <a:pt x="1095375" y="371475"/>
                </a:lnTo>
                <a:lnTo>
                  <a:pt x="1104900" y="371475"/>
                </a:lnTo>
                <a:lnTo>
                  <a:pt x="1104900" y="361950"/>
                </a:lnTo>
                <a:lnTo>
                  <a:pt x="1114425" y="361950"/>
                </a:lnTo>
                <a:lnTo>
                  <a:pt x="1114425" y="352425"/>
                </a:lnTo>
                <a:lnTo>
                  <a:pt x="1152525" y="352425"/>
                </a:lnTo>
                <a:lnTo>
                  <a:pt x="1152525" y="381000"/>
                </a:lnTo>
                <a:lnTo>
                  <a:pt x="1123950" y="381000"/>
                </a:lnTo>
                <a:lnTo>
                  <a:pt x="1123950" y="371475"/>
                </a:lnTo>
                <a:lnTo>
                  <a:pt x="1114425" y="371475"/>
                </a:lnTo>
                <a:lnTo>
                  <a:pt x="1114425" y="390525"/>
                </a:lnTo>
                <a:lnTo>
                  <a:pt x="1133475" y="390525"/>
                </a:lnTo>
                <a:lnTo>
                  <a:pt x="1133475" y="400050"/>
                </a:lnTo>
                <a:lnTo>
                  <a:pt x="1123950" y="400050"/>
                </a:lnTo>
                <a:lnTo>
                  <a:pt x="1123950" y="419100"/>
                </a:lnTo>
                <a:lnTo>
                  <a:pt x="1133475" y="419100"/>
                </a:lnTo>
                <a:lnTo>
                  <a:pt x="1133475" y="409575"/>
                </a:lnTo>
                <a:lnTo>
                  <a:pt x="1143000" y="409575"/>
                </a:lnTo>
                <a:lnTo>
                  <a:pt x="1143000" y="428625"/>
                </a:lnTo>
                <a:lnTo>
                  <a:pt x="1152525" y="428625"/>
                </a:lnTo>
                <a:lnTo>
                  <a:pt x="1152525" y="438150"/>
                </a:lnTo>
                <a:lnTo>
                  <a:pt x="1171575" y="438150"/>
                </a:lnTo>
                <a:lnTo>
                  <a:pt x="1171575" y="428625"/>
                </a:lnTo>
                <a:lnTo>
                  <a:pt x="1162050" y="428625"/>
                </a:lnTo>
                <a:lnTo>
                  <a:pt x="1162050" y="419100"/>
                </a:lnTo>
                <a:lnTo>
                  <a:pt x="1190625" y="419100"/>
                </a:lnTo>
                <a:lnTo>
                  <a:pt x="1190625" y="428625"/>
                </a:lnTo>
                <a:lnTo>
                  <a:pt x="1181100" y="428625"/>
                </a:lnTo>
                <a:lnTo>
                  <a:pt x="1181100" y="447675"/>
                </a:lnTo>
                <a:lnTo>
                  <a:pt x="1190625" y="447675"/>
                </a:lnTo>
                <a:lnTo>
                  <a:pt x="1190625" y="457200"/>
                </a:lnTo>
                <a:lnTo>
                  <a:pt x="1209675" y="457200"/>
                </a:lnTo>
                <a:lnTo>
                  <a:pt x="1209675" y="447675"/>
                </a:lnTo>
                <a:lnTo>
                  <a:pt x="1200150" y="447675"/>
                </a:lnTo>
                <a:lnTo>
                  <a:pt x="1200150" y="438150"/>
                </a:lnTo>
                <a:lnTo>
                  <a:pt x="1209675" y="438150"/>
                </a:lnTo>
                <a:lnTo>
                  <a:pt x="1209675" y="419100"/>
                </a:lnTo>
                <a:lnTo>
                  <a:pt x="1200150" y="419100"/>
                </a:lnTo>
                <a:lnTo>
                  <a:pt x="1200150" y="409575"/>
                </a:lnTo>
                <a:lnTo>
                  <a:pt x="1209675" y="409575"/>
                </a:lnTo>
                <a:lnTo>
                  <a:pt x="1209675" y="419100"/>
                </a:lnTo>
                <a:lnTo>
                  <a:pt x="1219200" y="419100"/>
                </a:lnTo>
                <a:lnTo>
                  <a:pt x="1219200" y="428625"/>
                </a:lnTo>
                <a:lnTo>
                  <a:pt x="1247775" y="428625"/>
                </a:lnTo>
                <a:lnTo>
                  <a:pt x="1247775" y="409575"/>
                </a:lnTo>
                <a:lnTo>
                  <a:pt x="1238250" y="409575"/>
                </a:lnTo>
                <a:lnTo>
                  <a:pt x="1238250" y="390525"/>
                </a:lnTo>
                <a:lnTo>
                  <a:pt x="1228725" y="390525"/>
                </a:lnTo>
                <a:lnTo>
                  <a:pt x="1228725" y="381000"/>
                </a:lnTo>
                <a:lnTo>
                  <a:pt x="1171575" y="381000"/>
                </a:lnTo>
                <a:lnTo>
                  <a:pt x="1171575" y="371475"/>
                </a:lnTo>
                <a:lnTo>
                  <a:pt x="1190625" y="371475"/>
                </a:lnTo>
                <a:lnTo>
                  <a:pt x="1190625" y="361950"/>
                </a:lnTo>
                <a:lnTo>
                  <a:pt x="1200150" y="361950"/>
                </a:lnTo>
                <a:lnTo>
                  <a:pt x="1200150" y="352425"/>
                </a:lnTo>
                <a:lnTo>
                  <a:pt x="1209675" y="352425"/>
                </a:lnTo>
                <a:lnTo>
                  <a:pt x="1209675" y="342900"/>
                </a:lnTo>
                <a:lnTo>
                  <a:pt x="1200150" y="342900"/>
                </a:lnTo>
                <a:lnTo>
                  <a:pt x="1200150" y="333375"/>
                </a:lnTo>
                <a:lnTo>
                  <a:pt x="1209675" y="333375"/>
                </a:lnTo>
                <a:lnTo>
                  <a:pt x="1209675" y="314325"/>
                </a:lnTo>
                <a:lnTo>
                  <a:pt x="1200150" y="314325"/>
                </a:lnTo>
                <a:lnTo>
                  <a:pt x="1200150" y="304800"/>
                </a:lnTo>
                <a:lnTo>
                  <a:pt x="1209675" y="304800"/>
                </a:lnTo>
                <a:close/>
                <a:moveTo>
                  <a:pt x="1495425" y="295275"/>
                </a:moveTo>
                <a:lnTo>
                  <a:pt x="1552575" y="295275"/>
                </a:lnTo>
                <a:lnTo>
                  <a:pt x="1552575" y="304800"/>
                </a:lnTo>
                <a:lnTo>
                  <a:pt x="1562100" y="304800"/>
                </a:lnTo>
                <a:lnTo>
                  <a:pt x="1562100" y="333375"/>
                </a:lnTo>
                <a:lnTo>
                  <a:pt x="1571625" y="333375"/>
                </a:lnTo>
                <a:lnTo>
                  <a:pt x="1571625" y="381000"/>
                </a:lnTo>
                <a:lnTo>
                  <a:pt x="1543050" y="381000"/>
                </a:lnTo>
                <a:lnTo>
                  <a:pt x="1543050" y="390525"/>
                </a:lnTo>
                <a:lnTo>
                  <a:pt x="1533525" y="390525"/>
                </a:lnTo>
                <a:lnTo>
                  <a:pt x="1533525" y="381000"/>
                </a:lnTo>
                <a:lnTo>
                  <a:pt x="1524000" y="381000"/>
                </a:lnTo>
                <a:lnTo>
                  <a:pt x="1524000" y="371475"/>
                </a:lnTo>
                <a:lnTo>
                  <a:pt x="1504950" y="371475"/>
                </a:lnTo>
                <a:lnTo>
                  <a:pt x="1504950" y="381000"/>
                </a:lnTo>
                <a:lnTo>
                  <a:pt x="1476375" y="381000"/>
                </a:lnTo>
                <a:lnTo>
                  <a:pt x="1476375" y="390525"/>
                </a:lnTo>
                <a:lnTo>
                  <a:pt x="1466850" y="390525"/>
                </a:lnTo>
                <a:lnTo>
                  <a:pt x="1466850" y="400050"/>
                </a:lnTo>
                <a:lnTo>
                  <a:pt x="1447800" y="400050"/>
                </a:lnTo>
                <a:lnTo>
                  <a:pt x="1447800" y="390525"/>
                </a:lnTo>
                <a:lnTo>
                  <a:pt x="1438275" y="390525"/>
                </a:lnTo>
                <a:lnTo>
                  <a:pt x="1438275" y="342900"/>
                </a:lnTo>
                <a:lnTo>
                  <a:pt x="1466850" y="342900"/>
                </a:lnTo>
                <a:lnTo>
                  <a:pt x="1466850" y="333375"/>
                </a:lnTo>
                <a:lnTo>
                  <a:pt x="1457325" y="333375"/>
                </a:lnTo>
                <a:lnTo>
                  <a:pt x="1457325" y="323850"/>
                </a:lnTo>
                <a:lnTo>
                  <a:pt x="1466850" y="323850"/>
                </a:lnTo>
                <a:lnTo>
                  <a:pt x="1466850" y="304800"/>
                </a:lnTo>
                <a:lnTo>
                  <a:pt x="1495425" y="304800"/>
                </a:lnTo>
                <a:close/>
                <a:moveTo>
                  <a:pt x="1304925" y="304800"/>
                </a:moveTo>
                <a:lnTo>
                  <a:pt x="1314450" y="304800"/>
                </a:lnTo>
                <a:lnTo>
                  <a:pt x="1314450" y="314325"/>
                </a:lnTo>
                <a:lnTo>
                  <a:pt x="1304925" y="314325"/>
                </a:lnTo>
                <a:close/>
                <a:moveTo>
                  <a:pt x="1600200" y="314325"/>
                </a:moveTo>
                <a:lnTo>
                  <a:pt x="1628775" y="314325"/>
                </a:lnTo>
                <a:lnTo>
                  <a:pt x="1628775" y="323850"/>
                </a:lnTo>
                <a:lnTo>
                  <a:pt x="1638300" y="323850"/>
                </a:lnTo>
                <a:lnTo>
                  <a:pt x="1638300" y="342900"/>
                </a:lnTo>
                <a:lnTo>
                  <a:pt x="1647825" y="342900"/>
                </a:lnTo>
                <a:lnTo>
                  <a:pt x="1647825" y="352425"/>
                </a:lnTo>
                <a:lnTo>
                  <a:pt x="1638300" y="352425"/>
                </a:lnTo>
                <a:lnTo>
                  <a:pt x="1638300" y="361950"/>
                </a:lnTo>
                <a:lnTo>
                  <a:pt x="1657350" y="361950"/>
                </a:lnTo>
                <a:lnTo>
                  <a:pt x="1657350" y="390525"/>
                </a:lnTo>
                <a:lnTo>
                  <a:pt x="1638300" y="390525"/>
                </a:lnTo>
                <a:lnTo>
                  <a:pt x="1638300" y="400050"/>
                </a:lnTo>
                <a:lnTo>
                  <a:pt x="1619250" y="400050"/>
                </a:lnTo>
                <a:lnTo>
                  <a:pt x="1619250" y="381000"/>
                </a:lnTo>
                <a:lnTo>
                  <a:pt x="1600200" y="381000"/>
                </a:lnTo>
                <a:lnTo>
                  <a:pt x="1600200" y="371475"/>
                </a:lnTo>
                <a:lnTo>
                  <a:pt x="1590675" y="371475"/>
                </a:lnTo>
                <a:lnTo>
                  <a:pt x="1590675" y="361950"/>
                </a:lnTo>
                <a:lnTo>
                  <a:pt x="1600200" y="361950"/>
                </a:lnTo>
                <a:lnTo>
                  <a:pt x="1600200" y="333375"/>
                </a:lnTo>
                <a:lnTo>
                  <a:pt x="1609725" y="333375"/>
                </a:lnTo>
                <a:lnTo>
                  <a:pt x="1609725" y="323850"/>
                </a:lnTo>
                <a:lnTo>
                  <a:pt x="1600200" y="323850"/>
                </a:lnTo>
                <a:close/>
                <a:moveTo>
                  <a:pt x="1171575" y="323850"/>
                </a:moveTo>
                <a:lnTo>
                  <a:pt x="1190625" y="323850"/>
                </a:lnTo>
                <a:lnTo>
                  <a:pt x="1190625" y="342900"/>
                </a:lnTo>
                <a:lnTo>
                  <a:pt x="1171575" y="342900"/>
                </a:lnTo>
                <a:close/>
                <a:moveTo>
                  <a:pt x="1485900" y="342900"/>
                </a:moveTo>
                <a:lnTo>
                  <a:pt x="1495425" y="342900"/>
                </a:lnTo>
                <a:lnTo>
                  <a:pt x="1495425" y="333375"/>
                </a:lnTo>
                <a:lnTo>
                  <a:pt x="1476375" y="333375"/>
                </a:lnTo>
                <a:lnTo>
                  <a:pt x="1476375" y="352425"/>
                </a:lnTo>
                <a:lnTo>
                  <a:pt x="1466850" y="352425"/>
                </a:lnTo>
                <a:lnTo>
                  <a:pt x="1466850" y="361950"/>
                </a:lnTo>
                <a:lnTo>
                  <a:pt x="1485900" y="361950"/>
                </a:lnTo>
                <a:close/>
                <a:moveTo>
                  <a:pt x="523875" y="361950"/>
                </a:moveTo>
                <a:lnTo>
                  <a:pt x="542925" y="361950"/>
                </a:lnTo>
                <a:lnTo>
                  <a:pt x="542925" y="390525"/>
                </a:lnTo>
                <a:lnTo>
                  <a:pt x="533400" y="390525"/>
                </a:lnTo>
                <a:lnTo>
                  <a:pt x="533400" y="381000"/>
                </a:lnTo>
                <a:lnTo>
                  <a:pt x="523875" y="381000"/>
                </a:lnTo>
                <a:close/>
                <a:moveTo>
                  <a:pt x="581025" y="371475"/>
                </a:moveTo>
                <a:lnTo>
                  <a:pt x="609600" y="371475"/>
                </a:lnTo>
                <a:lnTo>
                  <a:pt x="609600" y="381000"/>
                </a:lnTo>
                <a:lnTo>
                  <a:pt x="600075" y="381000"/>
                </a:lnTo>
                <a:lnTo>
                  <a:pt x="600075" y="390525"/>
                </a:lnTo>
                <a:lnTo>
                  <a:pt x="581025" y="390525"/>
                </a:lnTo>
                <a:close/>
                <a:moveTo>
                  <a:pt x="914400" y="371475"/>
                </a:moveTo>
                <a:lnTo>
                  <a:pt x="933450" y="371475"/>
                </a:lnTo>
                <a:lnTo>
                  <a:pt x="933450" y="381000"/>
                </a:lnTo>
                <a:lnTo>
                  <a:pt x="942975" y="381000"/>
                </a:lnTo>
                <a:lnTo>
                  <a:pt x="942975" y="371475"/>
                </a:lnTo>
                <a:lnTo>
                  <a:pt x="952500" y="371475"/>
                </a:lnTo>
                <a:lnTo>
                  <a:pt x="952500" y="400050"/>
                </a:lnTo>
                <a:lnTo>
                  <a:pt x="923925" y="400050"/>
                </a:lnTo>
                <a:lnTo>
                  <a:pt x="923925" y="381000"/>
                </a:lnTo>
                <a:lnTo>
                  <a:pt x="914400" y="381000"/>
                </a:lnTo>
                <a:close/>
                <a:moveTo>
                  <a:pt x="828675" y="381000"/>
                </a:moveTo>
                <a:lnTo>
                  <a:pt x="838200" y="381000"/>
                </a:lnTo>
                <a:lnTo>
                  <a:pt x="838200" y="390525"/>
                </a:lnTo>
                <a:lnTo>
                  <a:pt x="828675" y="390525"/>
                </a:lnTo>
                <a:close/>
                <a:moveTo>
                  <a:pt x="1000125" y="381000"/>
                </a:moveTo>
                <a:lnTo>
                  <a:pt x="1009650" y="381000"/>
                </a:lnTo>
                <a:lnTo>
                  <a:pt x="1009650" y="400050"/>
                </a:lnTo>
                <a:lnTo>
                  <a:pt x="1000125" y="400050"/>
                </a:lnTo>
                <a:close/>
                <a:moveTo>
                  <a:pt x="828675" y="409575"/>
                </a:moveTo>
                <a:lnTo>
                  <a:pt x="838200" y="409575"/>
                </a:lnTo>
                <a:lnTo>
                  <a:pt x="838200" y="419100"/>
                </a:lnTo>
                <a:lnTo>
                  <a:pt x="847725" y="419100"/>
                </a:lnTo>
                <a:lnTo>
                  <a:pt x="847725" y="447675"/>
                </a:lnTo>
                <a:lnTo>
                  <a:pt x="866775" y="447675"/>
                </a:lnTo>
                <a:lnTo>
                  <a:pt x="866775" y="485775"/>
                </a:lnTo>
                <a:lnTo>
                  <a:pt x="847725" y="485775"/>
                </a:lnTo>
                <a:lnTo>
                  <a:pt x="847725" y="476250"/>
                </a:lnTo>
                <a:lnTo>
                  <a:pt x="838200" y="476250"/>
                </a:lnTo>
                <a:lnTo>
                  <a:pt x="838200" y="485775"/>
                </a:lnTo>
                <a:lnTo>
                  <a:pt x="847725" y="485775"/>
                </a:lnTo>
                <a:lnTo>
                  <a:pt x="847725" y="504825"/>
                </a:lnTo>
                <a:lnTo>
                  <a:pt x="857250" y="504825"/>
                </a:lnTo>
                <a:lnTo>
                  <a:pt x="857250" y="514350"/>
                </a:lnTo>
                <a:lnTo>
                  <a:pt x="866775" y="514350"/>
                </a:lnTo>
                <a:lnTo>
                  <a:pt x="866775" y="523875"/>
                </a:lnTo>
                <a:lnTo>
                  <a:pt x="847725" y="523875"/>
                </a:lnTo>
                <a:lnTo>
                  <a:pt x="847725" y="514350"/>
                </a:lnTo>
                <a:lnTo>
                  <a:pt x="838200" y="514350"/>
                </a:lnTo>
                <a:lnTo>
                  <a:pt x="838200" y="504825"/>
                </a:lnTo>
                <a:lnTo>
                  <a:pt x="828675" y="504825"/>
                </a:lnTo>
                <a:lnTo>
                  <a:pt x="828675" y="495300"/>
                </a:lnTo>
                <a:lnTo>
                  <a:pt x="819150" y="495300"/>
                </a:lnTo>
                <a:lnTo>
                  <a:pt x="819150" y="485775"/>
                </a:lnTo>
                <a:lnTo>
                  <a:pt x="828675" y="485775"/>
                </a:lnTo>
                <a:lnTo>
                  <a:pt x="828675" y="466725"/>
                </a:lnTo>
                <a:lnTo>
                  <a:pt x="838200" y="466725"/>
                </a:lnTo>
                <a:lnTo>
                  <a:pt x="838200" y="457200"/>
                </a:lnTo>
                <a:lnTo>
                  <a:pt x="828675" y="457200"/>
                </a:lnTo>
                <a:close/>
                <a:moveTo>
                  <a:pt x="895350" y="419100"/>
                </a:moveTo>
                <a:lnTo>
                  <a:pt x="904875" y="419100"/>
                </a:lnTo>
                <a:lnTo>
                  <a:pt x="904875" y="457200"/>
                </a:lnTo>
                <a:lnTo>
                  <a:pt x="895350" y="457200"/>
                </a:lnTo>
                <a:close/>
                <a:moveTo>
                  <a:pt x="752475" y="428625"/>
                </a:moveTo>
                <a:lnTo>
                  <a:pt x="771525" y="428625"/>
                </a:lnTo>
                <a:lnTo>
                  <a:pt x="771525" y="438150"/>
                </a:lnTo>
                <a:lnTo>
                  <a:pt x="762000" y="438150"/>
                </a:lnTo>
                <a:lnTo>
                  <a:pt x="762000" y="476250"/>
                </a:lnTo>
                <a:lnTo>
                  <a:pt x="752475" y="476250"/>
                </a:lnTo>
                <a:lnTo>
                  <a:pt x="752475" y="466725"/>
                </a:lnTo>
                <a:lnTo>
                  <a:pt x="742950" y="466725"/>
                </a:lnTo>
                <a:lnTo>
                  <a:pt x="742950" y="457200"/>
                </a:lnTo>
                <a:lnTo>
                  <a:pt x="733425" y="457200"/>
                </a:lnTo>
                <a:lnTo>
                  <a:pt x="733425" y="438150"/>
                </a:lnTo>
                <a:lnTo>
                  <a:pt x="742950" y="438150"/>
                </a:lnTo>
                <a:lnTo>
                  <a:pt x="742950" y="447675"/>
                </a:lnTo>
                <a:lnTo>
                  <a:pt x="752475" y="447675"/>
                </a:lnTo>
                <a:close/>
                <a:moveTo>
                  <a:pt x="971550" y="428625"/>
                </a:moveTo>
                <a:lnTo>
                  <a:pt x="981075" y="428625"/>
                </a:lnTo>
                <a:lnTo>
                  <a:pt x="981075" y="438150"/>
                </a:lnTo>
                <a:lnTo>
                  <a:pt x="990600" y="438150"/>
                </a:lnTo>
                <a:lnTo>
                  <a:pt x="990600" y="457200"/>
                </a:lnTo>
                <a:lnTo>
                  <a:pt x="981075" y="457200"/>
                </a:lnTo>
                <a:lnTo>
                  <a:pt x="981075" y="447675"/>
                </a:lnTo>
                <a:lnTo>
                  <a:pt x="971550" y="447675"/>
                </a:lnTo>
                <a:lnTo>
                  <a:pt x="971550" y="457200"/>
                </a:lnTo>
                <a:lnTo>
                  <a:pt x="962025" y="457200"/>
                </a:lnTo>
                <a:lnTo>
                  <a:pt x="962025" y="438150"/>
                </a:lnTo>
                <a:lnTo>
                  <a:pt x="971550" y="438150"/>
                </a:lnTo>
                <a:close/>
                <a:moveTo>
                  <a:pt x="1295400" y="428625"/>
                </a:moveTo>
                <a:lnTo>
                  <a:pt x="1314450" y="428625"/>
                </a:lnTo>
                <a:lnTo>
                  <a:pt x="1314450" y="419100"/>
                </a:lnTo>
                <a:lnTo>
                  <a:pt x="1295400" y="419100"/>
                </a:lnTo>
                <a:close/>
                <a:moveTo>
                  <a:pt x="219075" y="438150"/>
                </a:moveTo>
                <a:lnTo>
                  <a:pt x="228600" y="438150"/>
                </a:lnTo>
                <a:lnTo>
                  <a:pt x="228600" y="447675"/>
                </a:lnTo>
                <a:lnTo>
                  <a:pt x="219075" y="447675"/>
                </a:lnTo>
                <a:close/>
                <a:moveTo>
                  <a:pt x="876300" y="438150"/>
                </a:moveTo>
                <a:lnTo>
                  <a:pt x="885825" y="438150"/>
                </a:lnTo>
                <a:lnTo>
                  <a:pt x="885825" y="457200"/>
                </a:lnTo>
                <a:lnTo>
                  <a:pt x="876300" y="457200"/>
                </a:lnTo>
                <a:close/>
                <a:moveTo>
                  <a:pt x="933450" y="447675"/>
                </a:moveTo>
                <a:lnTo>
                  <a:pt x="952500" y="447675"/>
                </a:lnTo>
                <a:lnTo>
                  <a:pt x="952500" y="466725"/>
                </a:lnTo>
                <a:lnTo>
                  <a:pt x="971550" y="466725"/>
                </a:lnTo>
                <a:lnTo>
                  <a:pt x="971550" y="495300"/>
                </a:lnTo>
                <a:lnTo>
                  <a:pt x="1009650" y="495300"/>
                </a:lnTo>
                <a:lnTo>
                  <a:pt x="1009650" y="504825"/>
                </a:lnTo>
                <a:lnTo>
                  <a:pt x="1019175" y="504825"/>
                </a:lnTo>
                <a:lnTo>
                  <a:pt x="1019175" y="514350"/>
                </a:lnTo>
                <a:lnTo>
                  <a:pt x="1009650" y="514350"/>
                </a:lnTo>
                <a:lnTo>
                  <a:pt x="1009650" y="523875"/>
                </a:lnTo>
                <a:lnTo>
                  <a:pt x="990600" y="523875"/>
                </a:lnTo>
                <a:lnTo>
                  <a:pt x="990600" y="514350"/>
                </a:lnTo>
                <a:lnTo>
                  <a:pt x="962025" y="514350"/>
                </a:lnTo>
                <a:lnTo>
                  <a:pt x="962025" y="523875"/>
                </a:lnTo>
                <a:lnTo>
                  <a:pt x="923925" y="523875"/>
                </a:lnTo>
                <a:lnTo>
                  <a:pt x="923925" y="533400"/>
                </a:lnTo>
                <a:lnTo>
                  <a:pt x="914400" y="533400"/>
                </a:lnTo>
                <a:lnTo>
                  <a:pt x="914400" y="523875"/>
                </a:lnTo>
                <a:lnTo>
                  <a:pt x="904875" y="523875"/>
                </a:lnTo>
                <a:lnTo>
                  <a:pt x="904875" y="514350"/>
                </a:lnTo>
                <a:lnTo>
                  <a:pt x="895350" y="514350"/>
                </a:lnTo>
                <a:lnTo>
                  <a:pt x="895350" y="504825"/>
                </a:lnTo>
                <a:lnTo>
                  <a:pt x="904875" y="504825"/>
                </a:lnTo>
                <a:lnTo>
                  <a:pt x="904875" y="485775"/>
                </a:lnTo>
                <a:lnTo>
                  <a:pt x="933450" y="485775"/>
                </a:lnTo>
                <a:lnTo>
                  <a:pt x="933450" y="495300"/>
                </a:lnTo>
                <a:lnTo>
                  <a:pt x="952500" y="495300"/>
                </a:lnTo>
                <a:lnTo>
                  <a:pt x="952500" y="476250"/>
                </a:lnTo>
                <a:lnTo>
                  <a:pt x="942975" y="476250"/>
                </a:lnTo>
                <a:lnTo>
                  <a:pt x="942975" y="457200"/>
                </a:lnTo>
                <a:lnTo>
                  <a:pt x="933450" y="457200"/>
                </a:lnTo>
                <a:close/>
                <a:moveTo>
                  <a:pt x="1619250" y="447675"/>
                </a:moveTo>
                <a:lnTo>
                  <a:pt x="1628775" y="447675"/>
                </a:lnTo>
                <a:lnTo>
                  <a:pt x="1628775" y="457200"/>
                </a:lnTo>
                <a:lnTo>
                  <a:pt x="1638300" y="457200"/>
                </a:lnTo>
                <a:lnTo>
                  <a:pt x="1638300" y="476250"/>
                </a:lnTo>
                <a:lnTo>
                  <a:pt x="1647825" y="476250"/>
                </a:lnTo>
                <a:lnTo>
                  <a:pt x="1647825" y="485775"/>
                </a:lnTo>
                <a:lnTo>
                  <a:pt x="1666875" y="485775"/>
                </a:lnTo>
                <a:lnTo>
                  <a:pt x="1666875" y="533400"/>
                </a:lnTo>
                <a:lnTo>
                  <a:pt x="1676400" y="533400"/>
                </a:lnTo>
                <a:lnTo>
                  <a:pt x="1676400" y="552450"/>
                </a:lnTo>
                <a:lnTo>
                  <a:pt x="1647825" y="552450"/>
                </a:lnTo>
                <a:lnTo>
                  <a:pt x="1647825" y="590550"/>
                </a:lnTo>
                <a:lnTo>
                  <a:pt x="1657350" y="590550"/>
                </a:lnTo>
                <a:lnTo>
                  <a:pt x="1657350" y="609600"/>
                </a:lnTo>
                <a:lnTo>
                  <a:pt x="1647825" y="609600"/>
                </a:lnTo>
                <a:lnTo>
                  <a:pt x="1647825" y="600075"/>
                </a:lnTo>
                <a:lnTo>
                  <a:pt x="1638300" y="600075"/>
                </a:lnTo>
                <a:lnTo>
                  <a:pt x="1638300" y="609600"/>
                </a:lnTo>
                <a:lnTo>
                  <a:pt x="1619250" y="609600"/>
                </a:lnTo>
                <a:lnTo>
                  <a:pt x="1619250" y="628650"/>
                </a:lnTo>
                <a:lnTo>
                  <a:pt x="1638300" y="628650"/>
                </a:lnTo>
                <a:lnTo>
                  <a:pt x="1638300" y="619125"/>
                </a:lnTo>
                <a:lnTo>
                  <a:pt x="1647825" y="619125"/>
                </a:lnTo>
                <a:lnTo>
                  <a:pt x="1647825" y="638175"/>
                </a:lnTo>
                <a:lnTo>
                  <a:pt x="1657350" y="638175"/>
                </a:lnTo>
                <a:lnTo>
                  <a:pt x="1657350" y="695325"/>
                </a:lnTo>
                <a:lnTo>
                  <a:pt x="1647825" y="695325"/>
                </a:lnTo>
                <a:lnTo>
                  <a:pt x="1647825" y="704850"/>
                </a:lnTo>
                <a:lnTo>
                  <a:pt x="1619250" y="704850"/>
                </a:lnTo>
                <a:lnTo>
                  <a:pt x="1619250" y="666750"/>
                </a:lnTo>
                <a:lnTo>
                  <a:pt x="1609725" y="666750"/>
                </a:lnTo>
                <a:lnTo>
                  <a:pt x="1609725" y="657225"/>
                </a:lnTo>
                <a:lnTo>
                  <a:pt x="1600200" y="657225"/>
                </a:lnTo>
                <a:lnTo>
                  <a:pt x="1600200" y="666750"/>
                </a:lnTo>
                <a:lnTo>
                  <a:pt x="1581150" y="666750"/>
                </a:lnTo>
                <a:lnTo>
                  <a:pt x="1581150" y="685800"/>
                </a:lnTo>
                <a:lnTo>
                  <a:pt x="1571625" y="685800"/>
                </a:lnTo>
                <a:lnTo>
                  <a:pt x="1571625" y="695325"/>
                </a:lnTo>
                <a:lnTo>
                  <a:pt x="1562100" y="695325"/>
                </a:lnTo>
                <a:lnTo>
                  <a:pt x="1562100" y="714375"/>
                </a:lnTo>
                <a:lnTo>
                  <a:pt x="1571625" y="714375"/>
                </a:lnTo>
                <a:lnTo>
                  <a:pt x="1571625" y="742950"/>
                </a:lnTo>
                <a:lnTo>
                  <a:pt x="1562100" y="742950"/>
                </a:lnTo>
                <a:lnTo>
                  <a:pt x="1562100" y="733425"/>
                </a:lnTo>
                <a:lnTo>
                  <a:pt x="1552575" y="733425"/>
                </a:lnTo>
                <a:lnTo>
                  <a:pt x="1552575" y="723900"/>
                </a:lnTo>
                <a:lnTo>
                  <a:pt x="1533525" y="723900"/>
                </a:lnTo>
                <a:lnTo>
                  <a:pt x="1533525" y="695325"/>
                </a:lnTo>
                <a:lnTo>
                  <a:pt x="1524000" y="695325"/>
                </a:lnTo>
                <a:lnTo>
                  <a:pt x="1524000" y="685800"/>
                </a:lnTo>
                <a:lnTo>
                  <a:pt x="1533525" y="685800"/>
                </a:lnTo>
                <a:lnTo>
                  <a:pt x="1533525" y="666750"/>
                </a:lnTo>
                <a:lnTo>
                  <a:pt x="1543050" y="666750"/>
                </a:lnTo>
                <a:lnTo>
                  <a:pt x="1543050" y="647700"/>
                </a:lnTo>
                <a:lnTo>
                  <a:pt x="1552575" y="647700"/>
                </a:lnTo>
                <a:lnTo>
                  <a:pt x="1552575" y="628650"/>
                </a:lnTo>
                <a:lnTo>
                  <a:pt x="1543050" y="628650"/>
                </a:lnTo>
                <a:lnTo>
                  <a:pt x="1543050" y="619125"/>
                </a:lnTo>
                <a:lnTo>
                  <a:pt x="1524000" y="619125"/>
                </a:lnTo>
                <a:lnTo>
                  <a:pt x="1524000" y="600075"/>
                </a:lnTo>
                <a:lnTo>
                  <a:pt x="1533525" y="600075"/>
                </a:lnTo>
                <a:lnTo>
                  <a:pt x="1533525" y="590550"/>
                </a:lnTo>
                <a:lnTo>
                  <a:pt x="1543050" y="590550"/>
                </a:lnTo>
                <a:lnTo>
                  <a:pt x="1543050" y="581025"/>
                </a:lnTo>
                <a:lnTo>
                  <a:pt x="1533525" y="581025"/>
                </a:lnTo>
                <a:lnTo>
                  <a:pt x="1533525" y="571500"/>
                </a:lnTo>
                <a:lnTo>
                  <a:pt x="1524000" y="571500"/>
                </a:lnTo>
                <a:lnTo>
                  <a:pt x="1524000" y="581025"/>
                </a:lnTo>
                <a:lnTo>
                  <a:pt x="1514475" y="581025"/>
                </a:lnTo>
                <a:lnTo>
                  <a:pt x="1514475" y="571500"/>
                </a:lnTo>
                <a:lnTo>
                  <a:pt x="1504950" y="571500"/>
                </a:lnTo>
                <a:lnTo>
                  <a:pt x="1504950" y="581025"/>
                </a:lnTo>
                <a:lnTo>
                  <a:pt x="1514475" y="581025"/>
                </a:lnTo>
                <a:lnTo>
                  <a:pt x="1514475" y="600075"/>
                </a:lnTo>
                <a:lnTo>
                  <a:pt x="1504950" y="600075"/>
                </a:lnTo>
                <a:lnTo>
                  <a:pt x="1504950" y="619125"/>
                </a:lnTo>
                <a:lnTo>
                  <a:pt x="1495425" y="619125"/>
                </a:lnTo>
                <a:lnTo>
                  <a:pt x="1495425" y="638175"/>
                </a:lnTo>
                <a:lnTo>
                  <a:pt x="1485900" y="638175"/>
                </a:lnTo>
                <a:lnTo>
                  <a:pt x="1485900" y="657225"/>
                </a:lnTo>
                <a:lnTo>
                  <a:pt x="1476375" y="657225"/>
                </a:lnTo>
                <a:lnTo>
                  <a:pt x="1476375" y="666750"/>
                </a:lnTo>
                <a:lnTo>
                  <a:pt x="1485900" y="666750"/>
                </a:lnTo>
                <a:lnTo>
                  <a:pt x="1485900" y="676275"/>
                </a:lnTo>
                <a:lnTo>
                  <a:pt x="1495425" y="676275"/>
                </a:lnTo>
                <a:lnTo>
                  <a:pt x="1495425" y="685800"/>
                </a:lnTo>
                <a:lnTo>
                  <a:pt x="1476375" y="685800"/>
                </a:lnTo>
                <a:lnTo>
                  <a:pt x="1476375" y="704850"/>
                </a:lnTo>
                <a:lnTo>
                  <a:pt x="1466850" y="704850"/>
                </a:lnTo>
                <a:lnTo>
                  <a:pt x="1466850" y="733425"/>
                </a:lnTo>
                <a:lnTo>
                  <a:pt x="1457325" y="733425"/>
                </a:lnTo>
                <a:lnTo>
                  <a:pt x="1457325" y="742950"/>
                </a:lnTo>
                <a:lnTo>
                  <a:pt x="1476375" y="742950"/>
                </a:lnTo>
                <a:lnTo>
                  <a:pt x="1476375" y="752475"/>
                </a:lnTo>
                <a:lnTo>
                  <a:pt x="1466850" y="752475"/>
                </a:lnTo>
                <a:lnTo>
                  <a:pt x="1466850" y="771525"/>
                </a:lnTo>
                <a:lnTo>
                  <a:pt x="1476375" y="771525"/>
                </a:lnTo>
                <a:lnTo>
                  <a:pt x="1476375" y="781050"/>
                </a:lnTo>
                <a:lnTo>
                  <a:pt x="1495425" y="781050"/>
                </a:lnTo>
                <a:lnTo>
                  <a:pt x="1495425" y="800100"/>
                </a:lnTo>
                <a:lnTo>
                  <a:pt x="1476375" y="800100"/>
                </a:lnTo>
                <a:lnTo>
                  <a:pt x="1476375" y="790575"/>
                </a:lnTo>
                <a:lnTo>
                  <a:pt x="1466850" y="790575"/>
                </a:lnTo>
                <a:lnTo>
                  <a:pt x="1466850" y="800100"/>
                </a:lnTo>
                <a:lnTo>
                  <a:pt x="1457325" y="800100"/>
                </a:lnTo>
                <a:lnTo>
                  <a:pt x="1457325" y="790575"/>
                </a:lnTo>
                <a:lnTo>
                  <a:pt x="1438275" y="790575"/>
                </a:lnTo>
                <a:lnTo>
                  <a:pt x="1438275" y="781050"/>
                </a:lnTo>
                <a:lnTo>
                  <a:pt x="1428750" y="781050"/>
                </a:lnTo>
                <a:lnTo>
                  <a:pt x="1428750" y="762000"/>
                </a:lnTo>
                <a:lnTo>
                  <a:pt x="1409700" y="762000"/>
                </a:lnTo>
                <a:lnTo>
                  <a:pt x="1409700" y="771525"/>
                </a:lnTo>
                <a:lnTo>
                  <a:pt x="1390650" y="771525"/>
                </a:lnTo>
                <a:lnTo>
                  <a:pt x="1390650" y="762000"/>
                </a:lnTo>
                <a:lnTo>
                  <a:pt x="1381125" y="762000"/>
                </a:lnTo>
                <a:lnTo>
                  <a:pt x="1381125" y="752475"/>
                </a:lnTo>
                <a:lnTo>
                  <a:pt x="1371600" y="752475"/>
                </a:lnTo>
                <a:lnTo>
                  <a:pt x="1371600" y="742950"/>
                </a:lnTo>
                <a:lnTo>
                  <a:pt x="1362075" y="742950"/>
                </a:lnTo>
                <a:lnTo>
                  <a:pt x="1362075" y="714375"/>
                </a:lnTo>
                <a:lnTo>
                  <a:pt x="1352550" y="714375"/>
                </a:lnTo>
                <a:lnTo>
                  <a:pt x="1352550" y="723900"/>
                </a:lnTo>
                <a:lnTo>
                  <a:pt x="1343025" y="723900"/>
                </a:lnTo>
                <a:lnTo>
                  <a:pt x="1343025" y="704850"/>
                </a:lnTo>
                <a:lnTo>
                  <a:pt x="1323975" y="704850"/>
                </a:lnTo>
                <a:lnTo>
                  <a:pt x="1323975" y="714375"/>
                </a:lnTo>
                <a:lnTo>
                  <a:pt x="1314450" y="714375"/>
                </a:lnTo>
                <a:lnTo>
                  <a:pt x="1314450" y="733425"/>
                </a:lnTo>
                <a:lnTo>
                  <a:pt x="1295400" y="733425"/>
                </a:lnTo>
                <a:lnTo>
                  <a:pt x="1295400" y="723900"/>
                </a:lnTo>
                <a:lnTo>
                  <a:pt x="1285875" y="723900"/>
                </a:lnTo>
                <a:lnTo>
                  <a:pt x="1285875" y="704850"/>
                </a:lnTo>
                <a:lnTo>
                  <a:pt x="1276350" y="704850"/>
                </a:lnTo>
                <a:lnTo>
                  <a:pt x="1276350" y="685800"/>
                </a:lnTo>
                <a:lnTo>
                  <a:pt x="1285875" y="685800"/>
                </a:lnTo>
                <a:lnTo>
                  <a:pt x="1285875" y="676275"/>
                </a:lnTo>
                <a:lnTo>
                  <a:pt x="1295400" y="676275"/>
                </a:lnTo>
                <a:lnTo>
                  <a:pt x="1295400" y="666750"/>
                </a:lnTo>
                <a:lnTo>
                  <a:pt x="1304925" y="666750"/>
                </a:lnTo>
                <a:lnTo>
                  <a:pt x="1304925" y="657225"/>
                </a:lnTo>
                <a:lnTo>
                  <a:pt x="1314450" y="657225"/>
                </a:lnTo>
                <a:lnTo>
                  <a:pt x="1314450" y="638175"/>
                </a:lnTo>
                <a:lnTo>
                  <a:pt x="1323975" y="638175"/>
                </a:lnTo>
                <a:lnTo>
                  <a:pt x="1323975" y="628650"/>
                </a:lnTo>
                <a:lnTo>
                  <a:pt x="1333500" y="628650"/>
                </a:lnTo>
                <a:lnTo>
                  <a:pt x="1333500" y="619125"/>
                </a:lnTo>
                <a:lnTo>
                  <a:pt x="1352550" y="619125"/>
                </a:lnTo>
                <a:lnTo>
                  <a:pt x="1352550" y="628650"/>
                </a:lnTo>
                <a:lnTo>
                  <a:pt x="1371600" y="628650"/>
                </a:lnTo>
                <a:lnTo>
                  <a:pt x="1371600" y="600075"/>
                </a:lnTo>
                <a:lnTo>
                  <a:pt x="1381125" y="600075"/>
                </a:lnTo>
                <a:lnTo>
                  <a:pt x="1381125" y="590550"/>
                </a:lnTo>
                <a:lnTo>
                  <a:pt x="1390650" y="590550"/>
                </a:lnTo>
                <a:lnTo>
                  <a:pt x="1390650" y="600075"/>
                </a:lnTo>
                <a:lnTo>
                  <a:pt x="1400175" y="600075"/>
                </a:lnTo>
                <a:lnTo>
                  <a:pt x="1400175" y="609600"/>
                </a:lnTo>
                <a:lnTo>
                  <a:pt x="1409700" y="609600"/>
                </a:lnTo>
                <a:lnTo>
                  <a:pt x="1409700" y="619125"/>
                </a:lnTo>
                <a:lnTo>
                  <a:pt x="1419225" y="619125"/>
                </a:lnTo>
                <a:lnTo>
                  <a:pt x="1419225" y="628650"/>
                </a:lnTo>
                <a:lnTo>
                  <a:pt x="1438275" y="628650"/>
                </a:lnTo>
                <a:lnTo>
                  <a:pt x="1438275" y="657225"/>
                </a:lnTo>
                <a:lnTo>
                  <a:pt x="1419225" y="657225"/>
                </a:lnTo>
                <a:lnTo>
                  <a:pt x="1419225" y="676275"/>
                </a:lnTo>
                <a:lnTo>
                  <a:pt x="1438275" y="676275"/>
                </a:lnTo>
                <a:lnTo>
                  <a:pt x="1438275" y="657225"/>
                </a:lnTo>
                <a:lnTo>
                  <a:pt x="1457325" y="657225"/>
                </a:lnTo>
                <a:lnTo>
                  <a:pt x="1457325" y="638175"/>
                </a:lnTo>
                <a:lnTo>
                  <a:pt x="1447800" y="638175"/>
                </a:lnTo>
                <a:lnTo>
                  <a:pt x="1447800" y="619125"/>
                </a:lnTo>
                <a:lnTo>
                  <a:pt x="1438275" y="619125"/>
                </a:lnTo>
                <a:lnTo>
                  <a:pt x="1438275" y="609600"/>
                </a:lnTo>
                <a:lnTo>
                  <a:pt x="1428750" y="609600"/>
                </a:lnTo>
                <a:lnTo>
                  <a:pt x="1428750" y="600075"/>
                </a:lnTo>
                <a:lnTo>
                  <a:pt x="1419225" y="600075"/>
                </a:lnTo>
                <a:lnTo>
                  <a:pt x="1419225" y="590550"/>
                </a:lnTo>
                <a:lnTo>
                  <a:pt x="1409700" y="590550"/>
                </a:lnTo>
                <a:lnTo>
                  <a:pt x="1409700" y="571500"/>
                </a:lnTo>
                <a:lnTo>
                  <a:pt x="1400175" y="571500"/>
                </a:lnTo>
                <a:lnTo>
                  <a:pt x="1400175" y="552450"/>
                </a:lnTo>
                <a:lnTo>
                  <a:pt x="1419225" y="552450"/>
                </a:lnTo>
                <a:lnTo>
                  <a:pt x="1419225" y="542925"/>
                </a:lnTo>
                <a:lnTo>
                  <a:pt x="1428750" y="542925"/>
                </a:lnTo>
                <a:lnTo>
                  <a:pt x="1428750" y="533400"/>
                </a:lnTo>
                <a:lnTo>
                  <a:pt x="1438275" y="533400"/>
                </a:lnTo>
                <a:lnTo>
                  <a:pt x="1438275" y="523875"/>
                </a:lnTo>
                <a:lnTo>
                  <a:pt x="1428750" y="523875"/>
                </a:lnTo>
                <a:lnTo>
                  <a:pt x="1428750" y="514350"/>
                </a:lnTo>
                <a:lnTo>
                  <a:pt x="1419225" y="514350"/>
                </a:lnTo>
                <a:lnTo>
                  <a:pt x="1419225" y="504825"/>
                </a:lnTo>
                <a:lnTo>
                  <a:pt x="1409700" y="504825"/>
                </a:lnTo>
                <a:lnTo>
                  <a:pt x="1409700" y="495300"/>
                </a:lnTo>
                <a:lnTo>
                  <a:pt x="1390650" y="495300"/>
                </a:lnTo>
                <a:lnTo>
                  <a:pt x="1390650" y="485775"/>
                </a:lnTo>
                <a:lnTo>
                  <a:pt x="1409700" y="485775"/>
                </a:lnTo>
                <a:lnTo>
                  <a:pt x="1409700" y="466725"/>
                </a:lnTo>
                <a:lnTo>
                  <a:pt x="1419225" y="466725"/>
                </a:lnTo>
                <a:lnTo>
                  <a:pt x="1419225" y="457200"/>
                </a:lnTo>
                <a:lnTo>
                  <a:pt x="1438275" y="457200"/>
                </a:lnTo>
                <a:lnTo>
                  <a:pt x="1438275" y="504825"/>
                </a:lnTo>
                <a:lnTo>
                  <a:pt x="1447800" y="504825"/>
                </a:lnTo>
                <a:lnTo>
                  <a:pt x="1447800" y="514350"/>
                </a:lnTo>
                <a:lnTo>
                  <a:pt x="1495425" y="514350"/>
                </a:lnTo>
                <a:lnTo>
                  <a:pt x="1495425" y="533400"/>
                </a:lnTo>
                <a:lnTo>
                  <a:pt x="1485900" y="533400"/>
                </a:lnTo>
                <a:lnTo>
                  <a:pt x="1485900" y="561975"/>
                </a:lnTo>
                <a:lnTo>
                  <a:pt x="1514475" y="561975"/>
                </a:lnTo>
                <a:lnTo>
                  <a:pt x="1514475" y="552450"/>
                </a:lnTo>
                <a:lnTo>
                  <a:pt x="1533525" y="552450"/>
                </a:lnTo>
                <a:lnTo>
                  <a:pt x="1533525" y="542925"/>
                </a:lnTo>
                <a:lnTo>
                  <a:pt x="1552575" y="542925"/>
                </a:lnTo>
                <a:lnTo>
                  <a:pt x="1552575" y="552450"/>
                </a:lnTo>
                <a:lnTo>
                  <a:pt x="1571625" y="552450"/>
                </a:lnTo>
                <a:lnTo>
                  <a:pt x="1571625" y="542925"/>
                </a:lnTo>
                <a:lnTo>
                  <a:pt x="1581150" y="542925"/>
                </a:lnTo>
                <a:lnTo>
                  <a:pt x="1581150" y="533400"/>
                </a:lnTo>
                <a:lnTo>
                  <a:pt x="1571625" y="533400"/>
                </a:lnTo>
                <a:lnTo>
                  <a:pt x="1571625" y="523875"/>
                </a:lnTo>
                <a:lnTo>
                  <a:pt x="1581150" y="523875"/>
                </a:lnTo>
                <a:lnTo>
                  <a:pt x="1581150" y="514350"/>
                </a:lnTo>
                <a:lnTo>
                  <a:pt x="1590675" y="514350"/>
                </a:lnTo>
                <a:lnTo>
                  <a:pt x="1590675" y="495300"/>
                </a:lnTo>
                <a:lnTo>
                  <a:pt x="1600200" y="495300"/>
                </a:lnTo>
                <a:lnTo>
                  <a:pt x="1600200" y="485775"/>
                </a:lnTo>
                <a:lnTo>
                  <a:pt x="1609725" y="485775"/>
                </a:lnTo>
                <a:lnTo>
                  <a:pt x="1609725" y="457200"/>
                </a:lnTo>
                <a:lnTo>
                  <a:pt x="1619250" y="457200"/>
                </a:lnTo>
                <a:close/>
                <a:moveTo>
                  <a:pt x="790575" y="457200"/>
                </a:moveTo>
                <a:lnTo>
                  <a:pt x="809625" y="457200"/>
                </a:lnTo>
                <a:lnTo>
                  <a:pt x="809625" y="466725"/>
                </a:lnTo>
                <a:lnTo>
                  <a:pt x="790575" y="466725"/>
                </a:lnTo>
                <a:close/>
                <a:moveTo>
                  <a:pt x="1219200" y="457200"/>
                </a:moveTo>
                <a:lnTo>
                  <a:pt x="1238250" y="457200"/>
                </a:lnTo>
                <a:lnTo>
                  <a:pt x="1238250" y="447675"/>
                </a:lnTo>
                <a:lnTo>
                  <a:pt x="1219200" y="447675"/>
                </a:lnTo>
                <a:close/>
                <a:moveTo>
                  <a:pt x="257175" y="476250"/>
                </a:moveTo>
                <a:lnTo>
                  <a:pt x="266700" y="476250"/>
                </a:lnTo>
                <a:lnTo>
                  <a:pt x="266700" y="495300"/>
                </a:lnTo>
                <a:lnTo>
                  <a:pt x="257175" y="495300"/>
                </a:lnTo>
                <a:close/>
                <a:moveTo>
                  <a:pt x="714375" y="476250"/>
                </a:moveTo>
                <a:lnTo>
                  <a:pt x="723900" y="476250"/>
                </a:lnTo>
                <a:lnTo>
                  <a:pt x="723900" y="485775"/>
                </a:lnTo>
                <a:lnTo>
                  <a:pt x="714375" y="485775"/>
                </a:lnTo>
                <a:close/>
                <a:moveTo>
                  <a:pt x="1371600" y="485775"/>
                </a:moveTo>
                <a:lnTo>
                  <a:pt x="1381125" y="485775"/>
                </a:lnTo>
                <a:lnTo>
                  <a:pt x="1381125" y="495300"/>
                </a:lnTo>
                <a:lnTo>
                  <a:pt x="1390650" y="495300"/>
                </a:lnTo>
                <a:lnTo>
                  <a:pt x="1390650" y="504825"/>
                </a:lnTo>
                <a:lnTo>
                  <a:pt x="1371600" y="504825"/>
                </a:lnTo>
                <a:close/>
                <a:moveTo>
                  <a:pt x="323850" y="495300"/>
                </a:moveTo>
                <a:lnTo>
                  <a:pt x="342900" y="495300"/>
                </a:lnTo>
                <a:lnTo>
                  <a:pt x="342900" y="504825"/>
                </a:lnTo>
                <a:lnTo>
                  <a:pt x="352425" y="504825"/>
                </a:lnTo>
                <a:lnTo>
                  <a:pt x="352425" y="514350"/>
                </a:lnTo>
                <a:lnTo>
                  <a:pt x="342900" y="514350"/>
                </a:lnTo>
                <a:lnTo>
                  <a:pt x="342900" y="523875"/>
                </a:lnTo>
                <a:lnTo>
                  <a:pt x="333375" y="523875"/>
                </a:lnTo>
                <a:lnTo>
                  <a:pt x="333375" y="504825"/>
                </a:lnTo>
                <a:lnTo>
                  <a:pt x="323850" y="504825"/>
                </a:lnTo>
                <a:close/>
                <a:moveTo>
                  <a:pt x="695325" y="495300"/>
                </a:moveTo>
                <a:lnTo>
                  <a:pt x="704850" y="495300"/>
                </a:lnTo>
                <a:lnTo>
                  <a:pt x="704850" y="504825"/>
                </a:lnTo>
                <a:lnTo>
                  <a:pt x="714375" y="504825"/>
                </a:lnTo>
                <a:lnTo>
                  <a:pt x="714375" y="514350"/>
                </a:lnTo>
                <a:lnTo>
                  <a:pt x="723900" y="514350"/>
                </a:lnTo>
                <a:lnTo>
                  <a:pt x="723900" y="504825"/>
                </a:lnTo>
                <a:lnTo>
                  <a:pt x="762000" y="504825"/>
                </a:lnTo>
                <a:lnTo>
                  <a:pt x="762000" y="533400"/>
                </a:lnTo>
                <a:lnTo>
                  <a:pt x="771525" y="533400"/>
                </a:lnTo>
                <a:lnTo>
                  <a:pt x="771525" y="542925"/>
                </a:lnTo>
                <a:lnTo>
                  <a:pt x="790575" y="542925"/>
                </a:lnTo>
                <a:lnTo>
                  <a:pt x="790575" y="552450"/>
                </a:lnTo>
                <a:lnTo>
                  <a:pt x="781050" y="552450"/>
                </a:lnTo>
                <a:lnTo>
                  <a:pt x="781050" y="590550"/>
                </a:lnTo>
                <a:lnTo>
                  <a:pt x="771525" y="590550"/>
                </a:lnTo>
                <a:lnTo>
                  <a:pt x="771525" y="581025"/>
                </a:lnTo>
                <a:lnTo>
                  <a:pt x="762000" y="581025"/>
                </a:lnTo>
                <a:lnTo>
                  <a:pt x="762000" y="571500"/>
                </a:lnTo>
                <a:lnTo>
                  <a:pt x="752475" y="571500"/>
                </a:lnTo>
                <a:lnTo>
                  <a:pt x="752475" y="533400"/>
                </a:lnTo>
                <a:lnTo>
                  <a:pt x="742950" y="533400"/>
                </a:lnTo>
                <a:lnTo>
                  <a:pt x="742950" y="523875"/>
                </a:lnTo>
                <a:lnTo>
                  <a:pt x="733425" y="523875"/>
                </a:lnTo>
                <a:lnTo>
                  <a:pt x="733425" y="514350"/>
                </a:lnTo>
                <a:lnTo>
                  <a:pt x="723900" y="514350"/>
                </a:lnTo>
                <a:lnTo>
                  <a:pt x="723900" y="533400"/>
                </a:lnTo>
                <a:lnTo>
                  <a:pt x="704850" y="533400"/>
                </a:lnTo>
                <a:lnTo>
                  <a:pt x="704850" y="523875"/>
                </a:lnTo>
                <a:lnTo>
                  <a:pt x="695325" y="523875"/>
                </a:lnTo>
                <a:lnTo>
                  <a:pt x="695325" y="514350"/>
                </a:lnTo>
                <a:lnTo>
                  <a:pt x="676275" y="514350"/>
                </a:lnTo>
                <a:lnTo>
                  <a:pt x="676275" y="504825"/>
                </a:lnTo>
                <a:lnTo>
                  <a:pt x="695325" y="504825"/>
                </a:lnTo>
                <a:close/>
                <a:moveTo>
                  <a:pt x="1238250" y="495300"/>
                </a:moveTo>
                <a:lnTo>
                  <a:pt x="1247775" y="495300"/>
                </a:lnTo>
                <a:lnTo>
                  <a:pt x="1247775" y="457200"/>
                </a:lnTo>
                <a:lnTo>
                  <a:pt x="1238250" y="457200"/>
                </a:lnTo>
                <a:lnTo>
                  <a:pt x="1238250" y="466725"/>
                </a:lnTo>
                <a:lnTo>
                  <a:pt x="1228725" y="466725"/>
                </a:lnTo>
                <a:lnTo>
                  <a:pt x="1228725" y="495300"/>
                </a:lnTo>
                <a:lnTo>
                  <a:pt x="1219200" y="495300"/>
                </a:lnTo>
                <a:lnTo>
                  <a:pt x="1219200" y="504825"/>
                </a:lnTo>
                <a:lnTo>
                  <a:pt x="1209675" y="504825"/>
                </a:lnTo>
                <a:lnTo>
                  <a:pt x="1209675" y="514350"/>
                </a:lnTo>
                <a:lnTo>
                  <a:pt x="1219200" y="514350"/>
                </a:lnTo>
                <a:lnTo>
                  <a:pt x="1219200" y="533400"/>
                </a:lnTo>
                <a:lnTo>
                  <a:pt x="1200150" y="533400"/>
                </a:lnTo>
                <a:lnTo>
                  <a:pt x="1200150" y="561975"/>
                </a:lnTo>
                <a:lnTo>
                  <a:pt x="1209675" y="561975"/>
                </a:lnTo>
                <a:lnTo>
                  <a:pt x="1209675" y="571500"/>
                </a:lnTo>
                <a:lnTo>
                  <a:pt x="1228725" y="571500"/>
                </a:lnTo>
                <a:lnTo>
                  <a:pt x="1228725" y="581025"/>
                </a:lnTo>
                <a:lnTo>
                  <a:pt x="1238250" y="581025"/>
                </a:lnTo>
                <a:lnTo>
                  <a:pt x="1238250" y="590550"/>
                </a:lnTo>
                <a:lnTo>
                  <a:pt x="1247775" y="590550"/>
                </a:lnTo>
                <a:lnTo>
                  <a:pt x="1247775" y="600075"/>
                </a:lnTo>
                <a:lnTo>
                  <a:pt x="1257300" y="600075"/>
                </a:lnTo>
                <a:lnTo>
                  <a:pt x="1257300" y="581025"/>
                </a:lnTo>
                <a:lnTo>
                  <a:pt x="1247775" y="581025"/>
                </a:lnTo>
                <a:lnTo>
                  <a:pt x="1247775" y="571500"/>
                </a:lnTo>
                <a:lnTo>
                  <a:pt x="1238250" y="571500"/>
                </a:lnTo>
                <a:lnTo>
                  <a:pt x="1238250" y="561975"/>
                </a:lnTo>
                <a:lnTo>
                  <a:pt x="1247775" y="561975"/>
                </a:lnTo>
                <a:lnTo>
                  <a:pt x="1247775" y="552450"/>
                </a:lnTo>
                <a:lnTo>
                  <a:pt x="1257300" y="552450"/>
                </a:lnTo>
                <a:lnTo>
                  <a:pt x="1257300" y="542925"/>
                </a:lnTo>
                <a:lnTo>
                  <a:pt x="1285875" y="542925"/>
                </a:lnTo>
                <a:lnTo>
                  <a:pt x="1285875" y="523875"/>
                </a:lnTo>
                <a:lnTo>
                  <a:pt x="1238250" y="523875"/>
                </a:lnTo>
                <a:close/>
                <a:moveTo>
                  <a:pt x="1085850" y="504825"/>
                </a:moveTo>
                <a:lnTo>
                  <a:pt x="1095375" y="504825"/>
                </a:lnTo>
                <a:lnTo>
                  <a:pt x="1095375" y="495300"/>
                </a:lnTo>
                <a:lnTo>
                  <a:pt x="1085850" y="495300"/>
                </a:lnTo>
                <a:close/>
                <a:moveTo>
                  <a:pt x="800100" y="514350"/>
                </a:moveTo>
                <a:lnTo>
                  <a:pt x="809625" y="514350"/>
                </a:lnTo>
                <a:lnTo>
                  <a:pt x="809625" y="523875"/>
                </a:lnTo>
                <a:lnTo>
                  <a:pt x="800100" y="523875"/>
                </a:lnTo>
                <a:close/>
                <a:moveTo>
                  <a:pt x="628650" y="523875"/>
                </a:moveTo>
                <a:lnTo>
                  <a:pt x="647700" y="523875"/>
                </a:lnTo>
                <a:lnTo>
                  <a:pt x="647700" y="533400"/>
                </a:lnTo>
                <a:lnTo>
                  <a:pt x="628650" y="533400"/>
                </a:lnTo>
                <a:close/>
                <a:moveTo>
                  <a:pt x="666750" y="523875"/>
                </a:moveTo>
                <a:lnTo>
                  <a:pt x="685800" y="523875"/>
                </a:lnTo>
                <a:lnTo>
                  <a:pt x="685800" y="533400"/>
                </a:lnTo>
                <a:lnTo>
                  <a:pt x="666750" y="533400"/>
                </a:lnTo>
                <a:close/>
                <a:moveTo>
                  <a:pt x="1371600" y="523875"/>
                </a:moveTo>
                <a:lnTo>
                  <a:pt x="1381125" y="523875"/>
                </a:lnTo>
                <a:lnTo>
                  <a:pt x="1381125" y="533400"/>
                </a:lnTo>
                <a:lnTo>
                  <a:pt x="1390650" y="533400"/>
                </a:lnTo>
                <a:lnTo>
                  <a:pt x="1390650" y="542925"/>
                </a:lnTo>
                <a:lnTo>
                  <a:pt x="1362075" y="542925"/>
                </a:lnTo>
                <a:lnTo>
                  <a:pt x="1362075" y="533400"/>
                </a:lnTo>
                <a:lnTo>
                  <a:pt x="1371600" y="533400"/>
                </a:lnTo>
                <a:close/>
                <a:moveTo>
                  <a:pt x="876300" y="533400"/>
                </a:moveTo>
                <a:lnTo>
                  <a:pt x="885825" y="533400"/>
                </a:lnTo>
                <a:lnTo>
                  <a:pt x="885825" y="542925"/>
                </a:lnTo>
                <a:lnTo>
                  <a:pt x="895350" y="542925"/>
                </a:lnTo>
                <a:lnTo>
                  <a:pt x="895350" y="552450"/>
                </a:lnTo>
                <a:lnTo>
                  <a:pt x="885825" y="552450"/>
                </a:lnTo>
                <a:lnTo>
                  <a:pt x="885825" y="561975"/>
                </a:lnTo>
                <a:lnTo>
                  <a:pt x="866775" y="561975"/>
                </a:lnTo>
                <a:lnTo>
                  <a:pt x="866775" y="571500"/>
                </a:lnTo>
                <a:lnTo>
                  <a:pt x="828675" y="571500"/>
                </a:lnTo>
                <a:lnTo>
                  <a:pt x="828675" y="590550"/>
                </a:lnTo>
                <a:lnTo>
                  <a:pt x="819150" y="590550"/>
                </a:lnTo>
                <a:lnTo>
                  <a:pt x="819150" y="600075"/>
                </a:lnTo>
                <a:lnTo>
                  <a:pt x="828675" y="600075"/>
                </a:lnTo>
                <a:lnTo>
                  <a:pt x="828675" y="619125"/>
                </a:lnTo>
                <a:lnTo>
                  <a:pt x="838200" y="619125"/>
                </a:lnTo>
                <a:lnTo>
                  <a:pt x="838200" y="600075"/>
                </a:lnTo>
                <a:lnTo>
                  <a:pt x="857250" y="600075"/>
                </a:lnTo>
                <a:lnTo>
                  <a:pt x="857250" y="590550"/>
                </a:lnTo>
                <a:lnTo>
                  <a:pt x="866775" y="590550"/>
                </a:lnTo>
                <a:lnTo>
                  <a:pt x="866775" y="619125"/>
                </a:lnTo>
                <a:lnTo>
                  <a:pt x="838200" y="619125"/>
                </a:lnTo>
                <a:lnTo>
                  <a:pt x="838200" y="628650"/>
                </a:lnTo>
                <a:lnTo>
                  <a:pt x="847725" y="628650"/>
                </a:lnTo>
                <a:lnTo>
                  <a:pt x="847725" y="638175"/>
                </a:lnTo>
                <a:lnTo>
                  <a:pt x="838200" y="638175"/>
                </a:lnTo>
                <a:lnTo>
                  <a:pt x="838200" y="657225"/>
                </a:lnTo>
                <a:lnTo>
                  <a:pt x="819150" y="657225"/>
                </a:lnTo>
                <a:lnTo>
                  <a:pt x="819150" y="666750"/>
                </a:lnTo>
                <a:lnTo>
                  <a:pt x="771525" y="666750"/>
                </a:lnTo>
                <a:lnTo>
                  <a:pt x="771525" y="647700"/>
                </a:lnTo>
                <a:lnTo>
                  <a:pt x="762000" y="647700"/>
                </a:lnTo>
                <a:lnTo>
                  <a:pt x="762000" y="638175"/>
                </a:lnTo>
                <a:lnTo>
                  <a:pt x="771525" y="638175"/>
                </a:lnTo>
                <a:lnTo>
                  <a:pt x="771525" y="628650"/>
                </a:lnTo>
                <a:lnTo>
                  <a:pt x="800100" y="628650"/>
                </a:lnTo>
                <a:lnTo>
                  <a:pt x="800100" y="657225"/>
                </a:lnTo>
                <a:lnTo>
                  <a:pt x="809625" y="657225"/>
                </a:lnTo>
                <a:lnTo>
                  <a:pt x="809625" y="619125"/>
                </a:lnTo>
                <a:lnTo>
                  <a:pt x="790575" y="619125"/>
                </a:lnTo>
                <a:lnTo>
                  <a:pt x="790575" y="590550"/>
                </a:lnTo>
                <a:lnTo>
                  <a:pt x="800100" y="590550"/>
                </a:lnTo>
                <a:lnTo>
                  <a:pt x="800100" y="552450"/>
                </a:lnTo>
                <a:lnTo>
                  <a:pt x="819150" y="552450"/>
                </a:lnTo>
                <a:lnTo>
                  <a:pt x="819150" y="561975"/>
                </a:lnTo>
                <a:lnTo>
                  <a:pt x="857250" y="561975"/>
                </a:lnTo>
                <a:lnTo>
                  <a:pt x="857250" y="552450"/>
                </a:lnTo>
                <a:lnTo>
                  <a:pt x="876300" y="552450"/>
                </a:lnTo>
                <a:close/>
                <a:moveTo>
                  <a:pt x="619125" y="542925"/>
                </a:moveTo>
                <a:lnTo>
                  <a:pt x="628650" y="542925"/>
                </a:lnTo>
                <a:lnTo>
                  <a:pt x="628650" y="571500"/>
                </a:lnTo>
                <a:lnTo>
                  <a:pt x="609600" y="571500"/>
                </a:lnTo>
                <a:lnTo>
                  <a:pt x="609600" y="561975"/>
                </a:lnTo>
                <a:lnTo>
                  <a:pt x="600075" y="561975"/>
                </a:lnTo>
                <a:lnTo>
                  <a:pt x="600075" y="552450"/>
                </a:lnTo>
                <a:lnTo>
                  <a:pt x="619125" y="552450"/>
                </a:lnTo>
                <a:close/>
                <a:moveTo>
                  <a:pt x="676275" y="542925"/>
                </a:moveTo>
                <a:lnTo>
                  <a:pt x="695325" y="542925"/>
                </a:lnTo>
                <a:lnTo>
                  <a:pt x="695325" y="552450"/>
                </a:lnTo>
                <a:lnTo>
                  <a:pt x="704850" y="552450"/>
                </a:lnTo>
                <a:lnTo>
                  <a:pt x="704850" y="571500"/>
                </a:lnTo>
                <a:lnTo>
                  <a:pt x="695325" y="571500"/>
                </a:lnTo>
                <a:lnTo>
                  <a:pt x="695325" y="581025"/>
                </a:lnTo>
                <a:lnTo>
                  <a:pt x="676275" y="581025"/>
                </a:lnTo>
                <a:lnTo>
                  <a:pt x="676275" y="571500"/>
                </a:lnTo>
                <a:lnTo>
                  <a:pt x="666750" y="571500"/>
                </a:lnTo>
                <a:lnTo>
                  <a:pt x="666750" y="561975"/>
                </a:lnTo>
                <a:lnTo>
                  <a:pt x="676275" y="561975"/>
                </a:lnTo>
                <a:close/>
                <a:moveTo>
                  <a:pt x="971550" y="542925"/>
                </a:moveTo>
                <a:lnTo>
                  <a:pt x="1000125" y="542925"/>
                </a:lnTo>
                <a:lnTo>
                  <a:pt x="1000125" y="561975"/>
                </a:lnTo>
                <a:lnTo>
                  <a:pt x="990600" y="561975"/>
                </a:lnTo>
                <a:lnTo>
                  <a:pt x="990600" y="571500"/>
                </a:lnTo>
                <a:lnTo>
                  <a:pt x="981075" y="571500"/>
                </a:lnTo>
                <a:lnTo>
                  <a:pt x="981075" y="552450"/>
                </a:lnTo>
                <a:lnTo>
                  <a:pt x="971550" y="552450"/>
                </a:lnTo>
                <a:close/>
                <a:moveTo>
                  <a:pt x="1019175" y="542925"/>
                </a:moveTo>
                <a:lnTo>
                  <a:pt x="1047750" y="542925"/>
                </a:lnTo>
                <a:lnTo>
                  <a:pt x="1047750" y="552450"/>
                </a:lnTo>
                <a:lnTo>
                  <a:pt x="1066800" y="552450"/>
                </a:lnTo>
                <a:lnTo>
                  <a:pt x="1066800" y="571500"/>
                </a:lnTo>
                <a:lnTo>
                  <a:pt x="1057275" y="571500"/>
                </a:lnTo>
                <a:lnTo>
                  <a:pt x="1057275" y="581025"/>
                </a:lnTo>
                <a:lnTo>
                  <a:pt x="1047750" y="581025"/>
                </a:lnTo>
                <a:lnTo>
                  <a:pt x="1047750" y="571500"/>
                </a:lnTo>
                <a:lnTo>
                  <a:pt x="1038225" y="571500"/>
                </a:lnTo>
                <a:lnTo>
                  <a:pt x="1038225" y="561975"/>
                </a:lnTo>
                <a:lnTo>
                  <a:pt x="1028700" y="561975"/>
                </a:lnTo>
                <a:lnTo>
                  <a:pt x="1028700" y="552450"/>
                </a:lnTo>
                <a:lnTo>
                  <a:pt x="1019175" y="552450"/>
                </a:lnTo>
                <a:close/>
                <a:moveTo>
                  <a:pt x="1104900" y="542925"/>
                </a:moveTo>
                <a:lnTo>
                  <a:pt x="1114425" y="542925"/>
                </a:lnTo>
                <a:lnTo>
                  <a:pt x="1114425" y="533400"/>
                </a:lnTo>
                <a:lnTo>
                  <a:pt x="1104900" y="533400"/>
                </a:lnTo>
                <a:close/>
                <a:moveTo>
                  <a:pt x="1562100" y="571500"/>
                </a:moveTo>
                <a:lnTo>
                  <a:pt x="1571625" y="571500"/>
                </a:lnTo>
                <a:lnTo>
                  <a:pt x="1571625" y="581025"/>
                </a:lnTo>
                <a:lnTo>
                  <a:pt x="1581150" y="581025"/>
                </a:lnTo>
                <a:lnTo>
                  <a:pt x="1581150" y="571500"/>
                </a:lnTo>
                <a:lnTo>
                  <a:pt x="1600200" y="571500"/>
                </a:lnTo>
                <a:lnTo>
                  <a:pt x="1600200" y="552450"/>
                </a:lnTo>
                <a:lnTo>
                  <a:pt x="1590675" y="552450"/>
                </a:lnTo>
                <a:lnTo>
                  <a:pt x="1590675" y="561975"/>
                </a:lnTo>
                <a:lnTo>
                  <a:pt x="1562100" y="561975"/>
                </a:lnTo>
                <a:close/>
                <a:moveTo>
                  <a:pt x="1619250" y="571500"/>
                </a:moveTo>
                <a:lnTo>
                  <a:pt x="1628775" y="571500"/>
                </a:lnTo>
                <a:lnTo>
                  <a:pt x="1628775" y="561975"/>
                </a:lnTo>
                <a:lnTo>
                  <a:pt x="1619250" y="561975"/>
                </a:lnTo>
                <a:close/>
                <a:moveTo>
                  <a:pt x="885825" y="581025"/>
                </a:moveTo>
                <a:lnTo>
                  <a:pt x="904875" y="581025"/>
                </a:lnTo>
                <a:lnTo>
                  <a:pt x="904875" y="590550"/>
                </a:lnTo>
                <a:lnTo>
                  <a:pt x="914400" y="590550"/>
                </a:lnTo>
                <a:lnTo>
                  <a:pt x="914400" y="600075"/>
                </a:lnTo>
                <a:lnTo>
                  <a:pt x="933450" y="600075"/>
                </a:lnTo>
                <a:lnTo>
                  <a:pt x="933450" y="590550"/>
                </a:lnTo>
                <a:lnTo>
                  <a:pt x="942975" y="590550"/>
                </a:lnTo>
                <a:lnTo>
                  <a:pt x="942975" y="581025"/>
                </a:lnTo>
                <a:lnTo>
                  <a:pt x="962025" y="581025"/>
                </a:lnTo>
                <a:lnTo>
                  <a:pt x="962025" y="590550"/>
                </a:lnTo>
                <a:lnTo>
                  <a:pt x="942975" y="590550"/>
                </a:lnTo>
                <a:lnTo>
                  <a:pt x="942975" y="609600"/>
                </a:lnTo>
                <a:lnTo>
                  <a:pt x="933450" y="609600"/>
                </a:lnTo>
                <a:lnTo>
                  <a:pt x="933450" y="619125"/>
                </a:lnTo>
                <a:lnTo>
                  <a:pt x="942975" y="619125"/>
                </a:lnTo>
                <a:lnTo>
                  <a:pt x="942975" y="628650"/>
                </a:lnTo>
                <a:lnTo>
                  <a:pt x="952500" y="628650"/>
                </a:lnTo>
                <a:lnTo>
                  <a:pt x="952500" y="647700"/>
                </a:lnTo>
                <a:lnTo>
                  <a:pt x="962025" y="647700"/>
                </a:lnTo>
                <a:lnTo>
                  <a:pt x="962025" y="657225"/>
                </a:lnTo>
                <a:lnTo>
                  <a:pt x="971550" y="657225"/>
                </a:lnTo>
                <a:lnTo>
                  <a:pt x="971550" y="666750"/>
                </a:lnTo>
                <a:lnTo>
                  <a:pt x="981075" y="666750"/>
                </a:lnTo>
                <a:lnTo>
                  <a:pt x="981075" y="685800"/>
                </a:lnTo>
                <a:lnTo>
                  <a:pt x="971550" y="685800"/>
                </a:lnTo>
                <a:lnTo>
                  <a:pt x="971550" y="676275"/>
                </a:lnTo>
                <a:lnTo>
                  <a:pt x="962025" y="676275"/>
                </a:lnTo>
                <a:lnTo>
                  <a:pt x="962025" y="666750"/>
                </a:lnTo>
                <a:lnTo>
                  <a:pt x="942975" y="666750"/>
                </a:lnTo>
                <a:lnTo>
                  <a:pt x="942975" y="647700"/>
                </a:lnTo>
                <a:lnTo>
                  <a:pt x="933450" y="647700"/>
                </a:lnTo>
                <a:lnTo>
                  <a:pt x="933450" y="628650"/>
                </a:lnTo>
                <a:lnTo>
                  <a:pt x="914400" y="628650"/>
                </a:lnTo>
                <a:lnTo>
                  <a:pt x="914400" y="619125"/>
                </a:lnTo>
                <a:lnTo>
                  <a:pt x="904875" y="619125"/>
                </a:lnTo>
                <a:lnTo>
                  <a:pt x="904875" y="600075"/>
                </a:lnTo>
                <a:lnTo>
                  <a:pt x="895350" y="600075"/>
                </a:lnTo>
                <a:lnTo>
                  <a:pt x="895350" y="609600"/>
                </a:lnTo>
                <a:lnTo>
                  <a:pt x="876300" y="609600"/>
                </a:lnTo>
                <a:lnTo>
                  <a:pt x="876300" y="590550"/>
                </a:lnTo>
                <a:lnTo>
                  <a:pt x="885825" y="590550"/>
                </a:lnTo>
                <a:close/>
                <a:moveTo>
                  <a:pt x="1171575" y="581025"/>
                </a:moveTo>
                <a:lnTo>
                  <a:pt x="1181100" y="581025"/>
                </a:lnTo>
                <a:lnTo>
                  <a:pt x="1181100" y="571500"/>
                </a:lnTo>
                <a:lnTo>
                  <a:pt x="1171575" y="571500"/>
                </a:lnTo>
                <a:close/>
                <a:moveTo>
                  <a:pt x="1419225" y="581025"/>
                </a:moveTo>
                <a:lnTo>
                  <a:pt x="1438275" y="581025"/>
                </a:lnTo>
                <a:lnTo>
                  <a:pt x="1438275" y="561975"/>
                </a:lnTo>
                <a:lnTo>
                  <a:pt x="1419225" y="561975"/>
                </a:lnTo>
                <a:close/>
                <a:moveTo>
                  <a:pt x="581025" y="590550"/>
                </a:moveTo>
                <a:lnTo>
                  <a:pt x="600075" y="590550"/>
                </a:lnTo>
                <a:lnTo>
                  <a:pt x="600075" y="600075"/>
                </a:lnTo>
                <a:lnTo>
                  <a:pt x="581025" y="600075"/>
                </a:lnTo>
                <a:close/>
                <a:moveTo>
                  <a:pt x="1466850" y="590550"/>
                </a:moveTo>
                <a:lnTo>
                  <a:pt x="1476375" y="590550"/>
                </a:lnTo>
                <a:lnTo>
                  <a:pt x="1476375" y="600075"/>
                </a:lnTo>
                <a:lnTo>
                  <a:pt x="1495425" y="600075"/>
                </a:lnTo>
                <a:lnTo>
                  <a:pt x="1495425" y="571500"/>
                </a:lnTo>
                <a:lnTo>
                  <a:pt x="1466850" y="571500"/>
                </a:lnTo>
                <a:close/>
                <a:moveTo>
                  <a:pt x="1609725" y="590550"/>
                </a:moveTo>
                <a:lnTo>
                  <a:pt x="1619250" y="590550"/>
                </a:lnTo>
                <a:lnTo>
                  <a:pt x="1619250" y="581025"/>
                </a:lnTo>
                <a:lnTo>
                  <a:pt x="1590675" y="581025"/>
                </a:lnTo>
                <a:lnTo>
                  <a:pt x="1590675" y="609600"/>
                </a:lnTo>
                <a:lnTo>
                  <a:pt x="1600200" y="609600"/>
                </a:lnTo>
                <a:lnTo>
                  <a:pt x="1600200" y="600075"/>
                </a:lnTo>
                <a:lnTo>
                  <a:pt x="1609725" y="600075"/>
                </a:lnTo>
                <a:close/>
                <a:moveTo>
                  <a:pt x="647700" y="600075"/>
                </a:moveTo>
                <a:lnTo>
                  <a:pt x="657225" y="600075"/>
                </a:lnTo>
                <a:lnTo>
                  <a:pt x="657225" y="609600"/>
                </a:lnTo>
                <a:lnTo>
                  <a:pt x="666750" y="609600"/>
                </a:lnTo>
                <a:lnTo>
                  <a:pt x="666750" y="619125"/>
                </a:lnTo>
                <a:lnTo>
                  <a:pt x="657225" y="619125"/>
                </a:lnTo>
                <a:lnTo>
                  <a:pt x="657225" y="628650"/>
                </a:lnTo>
                <a:lnTo>
                  <a:pt x="647700" y="628650"/>
                </a:lnTo>
                <a:close/>
                <a:moveTo>
                  <a:pt x="704850" y="600075"/>
                </a:moveTo>
                <a:lnTo>
                  <a:pt x="714375" y="600075"/>
                </a:lnTo>
                <a:lnTo>
                  <a:pt x="714375" y="619125"/>
                </a:lnTo>
                <a:lnTo>
                  <a:pt x="704850" y="619125"/>
                </a:lnTo>
                <a:close/>
                <a:moveTo>
                  <a:pt x="295275" y="609600"/>
                </a:moveTo>
                <a:lnTo>
                  <a:pt x="314325" y="609600"/>
                </a:lnTo>
                <a:lnTo>
                  <a:pt x="314325" y="619125"/>
                </a:lnTo>
                <a:lnTo>
                  <a:pt x="295275" y="619125"/>
                </a:lnTo>
                <a:close/>
                <a:moveTo>
                  <a:pt x="428625" y="609600"/>
                </a:moveTo>
                <a:lnTo>
                  <a:pt x="447675" y="609600"/>
                </a:lnTo>
                <a:lnTo>
                  <a:pt x="447675" y="619125"/>
                </a:lnTo>
                <a:lnTo>
                  <a:pt x="457200" y="619125"/>
                </a:lnTo>
                <a:lnTo>
                  <a:pt x="457200" y="647700"/>
                </a:lnTo>
                <a:lnTo>
                  <a:pt x="447675" y="647700"/>
                </a:lnTo>
                <a:lnTo>
                  <a:pt x="447675" y="657225"/>
                </a:lnTo>
                <a:lnTo>
                  <a:pt x="457200" y="657225"/>
                </a:lnTo>
                <a:lnTo>
                  <a:pt x="457200" y="647700"/>
                </a:lnTo>
                <a:lnTo>
                  <a:pt x="476250" y="647700"/>
                </a:lnTo>
                <a:lnTo>
                  <a:pt x="476250" y="628650"/>
                </a:lnTo>
                <a:lnTo>
                  <a:pt x="495300" y="628650"/>
                </a:lnTo>
                <a:lnTo>
                  <a:pt x="495300" y="619125"/>
                </a:lnTo>
                <a:lnTo>
                  <a:pt x="523875" y="619125"/>
                </a:lnTo>
                <a:lnTo>
                  <a:pt x="523875" y="666750"/>
                </a:lnTo>
                <a:lnTo>
                  <a:pt x="514350" y="666750"/>
                </a:lnTo>
                <a:lnTo>
                  <a:pt x="514350" y="657225"/>
                </a:lnTo>
                <a:lnTo>
                  <a:pt x="495300" y="657225"/>
                </a:lnTo>
                <a:lnTo>
                  <a:pt x="495300" y="647700"/>
                </a:lnTo>
                <a:lnTo>
                  <a:pt x="485775" y="647700"/>
                </a:lnTo>
                <a:lnTo>
                  <a:pt x="485775" y="657225"/>
                </a:lnTo>
                <a:lnTo>
                  <a:pt x="466725" y="657225"/>
                </a:lnTo>
                <a:lnTo>
                  <a:pt x="466725" y="666750"/>
                </a:lnTo>
                <a:lnTo>
                  <a:pt x="438150" y="666750"/>
                </a:lnTo>
                <a:lnTo>
                  <a:pt x="438150" y="647700"/>
                </a:lnTo>
                <a:lnTo>
                  <a:pt x="419100" y="647700"/>
                </a:lnTo>
                <a:lnTo>
                  <a:pt x="419100" y="619125"/>
                </a:lnTo>
                <a:lnTo>
                  <a:pt x="428625" y="619125"/>
                </a:lnTo>
                <a:close/>
                <a:moveTo>
                  <a:pt x="1295400" y="609600"/>
                </a:moveTo>
                <a:lnTo>
                  <a:pt x="1314450" y="609600"/>
                </a:lnTo>
                <a:lnTo>
                  <a:pt x="1314450" y="619125"/>
                </a:lnTo>
                <a:lnTo>
                  <a:pt x="1304925" y="619125"/>
                </a:lnTo>
                <a:lnTo>
                  <a:pt x="1304925" y="628650"/>
                </a:lnTo>
                <a:lnTo>
                  <a:pt x="1285875" y="628650"/>
                </a:lnTo>
                <a:lnTo>
                  <a:pt x="1285875" y="619125"/>
                </a:lnTo>
                <a:lnTo>
                  <a:pt x="1295400" y="619125"/>
                </a:lnTo>
                <a:close/>
                <a:moveTo>
                  <a:pt x="1552575" y="609600"/>
                </a:moveTo>
                <a:lnTo>
                  <a:pt x="1562100" y="609600"/>
                </a:lnTo>
                <a:lnTo>
                  <a:pt x="1562100" y="600075"/>
                </a:lnTo>
                <a:lnTo>
                  <a:pt x="1552575" y="600075"/>
                </a:lnTo>
                <a:close/>
                <a:moveTo>
                  <a:pt x="276225" y="619125"/>
                </a:moveTo>
                <a:lnTo>
                  <a:pt x="285750" y="619125"/>
                </a:lnTo>
                <a:lnTo>
                  <a:pt x="285750" y="628650"/>
                </a:lnTo>
                <a:lnTo>
                  <a:pt x="276225" y="628650"/>
                </a:lnTo>
                <a:close/>
                <a:moveTo>
                  <a:pt x="895350" y="619125"/>
                </a:moveTo>
                <a:lnTo>
                  <a:pt x="904875" y="619125"/>
                </a:lnTo>
                <a:lnTo>
                  <a:pt x="904875" y="628650"/>
                </a:lnTo>
                <a:lnTo>
                  <a:pt x="895350" y="628650"/>
                </a:lnTo>
                <a:close/>
                <a:moveTo>
                  <a:pt x="1095375" y="619125"/>
                </a:moveTo>
                <a:lnTo>
                  <a:pt x="1104900" y="619125"/>
                </a:lnTo>
                <a:lnTo>
                  <a:pt x="1104900" y="609600"/>
                </a:lnTo>
                <a:lnTo>
                  <a:pt x="1095375" y="609600"/>
                </a:lnTo>
                <a:close/>
                <a:moveTo>
                  <a:pt x="1562100" y="619125"/>
                </a:moveTo>
                <a:lnTo>
                  <a:pt x="1571625" y="619125"/>
                </a:lnTo>
                <a:lnTo>
                  <a:pt x="1571625" y="628650"/>
                </a:lnTo>
                <a:lnTo>
                  <a:pt x="1581150" y="628650"/>
                </a:lnTo>
                <a:lnTo>
                  <a:pt x="1581150" y="609600"/>
                </a:lnTo>
                <a:lnTo>
                  <a:pt x="1562100" y="609600"/>
                </a:lnTo>
                <a:close/>
                <a:moveTo>
                  <a:pt x="1276350" y="628650"/>
                </a:moveTo>
                <a:lnTo>
                  <a:pt x="1285875" y="628650"/>
                </a:lnTo>
                <a:lnTo>
                  <a:pt x="1285875" y="647700"/>
                </a:lnTo>
                <a:lnTo>
                  <a:pt x="1276350" y="647700"/>
                </a:lnTo>
                <a:lnTo>
                  <a:pt x="1276350" y="657225"/>
                </a:lnTo>
                <a:lnTo>
                  <a:pt x="1266825" y="657225"/>
                </a:lnTo>
                <a:lnTo>
                  <a:pt x="1266825" y="638175"/>
                </a:lnTo>
                <a:lnTo>
                  <a:pt x="1276350" y="638175"/>
                </a:lnTo>
                <a:close/>
                <a:moveTo>
                  <a:pt x="1095375" y="638175"/>
                </a:moveTo>
                <a:lnTo>
                  <a:pt x="1104900" y="638175"/>
                </a:lnTo>
                <a:lnTo>
                  <a:pt x="1104900" y="628650"/>
                </a:lnTo>
                <a:lnTo>
                  <a:pt x="1095375" y="628650"/>
                </a:lnTo>
                <a:close/>
                <a:moveTo>
                  <a:pt x="1190625" y="647700"/>
                </a:moveTo>
                <a:lnTo>
                  <a:pt x="1200150" y="647700"/>
                </a:lnTo>
                <a:lnTo>
                  <a:pt x="1200150" y="657225"/>
                </a:lnTo>
                <a:lnTo>
                  <a:pt x="1190625" y="657225"/>
                </a:lnTo>
                <a:close/>
                <a:moveTo>
                  <a:pt x="1209675" y="647700"/>
                </a:moveTo>
                <a:lnTo>
                  <a:pt x="1219200" y="647700"/>
                </a:lnTo>
                <a:lnTo>
                  <a:pt x="1219200" y="657225"/>
                </a:lnTo>
                <a:lnTo>
                  <a:pt x="1228725" y="657225"/>
                </a:lnTo>
                <a:lnTo>
                  <a:pt x="1228725" y="666750"/>
                </a:lnTo>
                <a:lnTo>
                  <a:pt x="1257300" y="666750"/>
                </a:lnTo>
                <a:lnTo>
                  <a:pt x="1257300" y="676275"/>
                </a:lnTo>
                <a:lnTo>
                  <a:pt x="1238250" y="676275"/>
                </a:lnTo>
                <a:lnTo>
                  <a:pt x="1238250" y="695325"/>
                </a:lnTo>
                <a:lnTo>
                  <a:pt x="1228725" y="695325"/>
                </a:lnTo>
                <a:lnTo>
                  <a:pt x="1228725" y="704850"/>
                </a:lnTo>
                <a:lnTo>
                  <a:pt x="1200150" y="704850"/>
                </a:lnTo>
                <a:lnTo>
                  <a:pt x="1200150" y="685800"/>
                </a:lnTo>
                <a:lnTo>
                  <a:pt x="1209675" y="685800"/>
                </a:lnTo>
                <a:close/>
                <a:moveTo>
                  <a:pt x="180975" y="657225"/>
                </a:moveTo>
                <a:lnTo>
                  <a:pt x="190500" y="657225"/>
                </a:lnTo>
                <a:lnTo>
                  <a:pt x="190500" y="676275"/>
                </a:lnTo>
                <a:lnTo>
                  <a:pt x="180975" y="676275"/>
                </a:lnTo>
                <a:close/>
                <a:moveTo>
                  <a:pt x="876300" y="657225"/>
                </a:moveTo>
                <a:lnTo>
                  <a:pt x="885825" y="657225"/>
                </a:lnTo>
                <a:lnTo>
                  <a:pt x="885825" y="666750"/>
                </a:lnTo>
                <a:lnTo>
                  <a:pt x="904875" y="666750"/>
                </a:lnTo>
                <a:lnTo>
                  <a:pt x="904875" y="685800"/>
                </a:lnTo>
                <a:lnTo>
                  <a:pt x="885825" y="685800"/>
                </a:lnTo>
                <a:lnTo>
                  <a:pt x="885825" y="695325"/>
                </a:lnTo>
                <a:lnTo>
                  <a:pt x="866775" y="695325"/>
                </a:lnTo>
                <a:lnTo>
                  <a:pt x="866775" y="676275"/>
                </a:lnTo>
                <a:lnTo>
                  <a:pt x="876300" y="676275"/>
                </a:lnTo>
                <a:close/>
                <a:moveTo>
                  <a:pt x="1152525" y="657225"/>
                </a:moveTo>
                <a:lnTo>
                  <a:pt x="1162050" y="657225"/>
                </a:lnTo>
                <a:lnTo>
                  <a:pt x="1162050" y="666750"/>
                </a:lnTo>
                <a:lnTo>
                  <a:pt x="1152525" y="666750"/>
                </a:lnTo>
                <a:close/>
                <a:moveTo>
                  <a:pt x="714375" y="676275"/>
                </a:moveTo>
                <a:lnTo>
                  <a:pt x="742950" y="676275"/>
                </a:lnTo>
                <a:lnTo>
                  <a:pt x="742950" y="695325"/>
                </a:lnTo>
                <a:lnTo>
                  <a:pt x="733425" y="695325"/>
                </a:lnTo>
                <a:lnTo>
                  <a:pt x="733425" y="704850"/>
                </a:lnTo>
                <a:lnTo>
                  <a:pt x="723900" y="704850"/>
                </a:lnTo>
                <a:lnTo>
                  <a:pt x="723900" y="733425"/>
                </a:lnTo>
                <a:lnTo>
                  <a:pt x="733425" y="733425"/>
                </a:lnTo>
                <a:lnTo>
                  <a:pt x="733425" y="742950"/>
                </a:lnTo>
                <a:lnTo>
                  <a:pt x="714375" y="742950"/>
                </a:lnTo>
                <a:lnTo>
                  <a:pt x="714375" y="752475"/>
                </a:lnTo>
                <a:lnTo>
                  <a:pt x="723900" y="752475"/>
                </a:lnTo>
                <a:lnTo>
                  <a:pt x="723900" y="771525"/>
                </a:lnTo>
                <a:lnTo>
                  <a:pt x="695325" y="771525"/>
                </a:lnTo>
                <a:lnTo>
                  <a:pt x="695325" y="742950"/>
                </a:lnTo>
                <a:lnTo>
                  <a:pt x="704850" y="742950"/>
                </a:lnTo>
                <a:lnTo>
                  <a:pt x="704850" y="733425"/>
                </a:lnTo>
                <a:lnTo>
                  <a:pt x="714375" y="733425"/>
                </a:lnTo>
                <a:lnTo>
                  <a:pt x="714375" y="723900"/>
                </a:lnTo>
                <a:lnTo>
                  <a:pt x="704850" y="723900"/>
                </a:lnTo>
                <a:lnTo>
                  <a:pt x="704850" y="714375"/>
                </a:lnTo>
                <a:lnTo>
                  <a:pt x="714375" y="714375"/>
                </a:lnTo>
                <a:lnTo>
                  <a:pt x="714375" y="704850"/>
                </a:lnTo>
                <a:lnTo>
                  <a:pt x="704850" y="704850"/>
                </a:lnTo>
                <a:lnTo>
                  <a:pt x="704850" y="695325"/>
                </a:lnTo>
                <a:lnTo>
                  <a:pt x="714375" y="695325"/>
                </a:lnTo>
                <a:close/>
                <a:moveTo>
                  <a:pt x="828675" y="676275"/>
                </a:moveTo>
                <a:lnTo>
                  <a:pt x="838200" y="676275"/>
                </a:lnTo>
                <a:lnTo>
                  <a:pt x="838200" y="685800"/>
                </a:lnTo>
                <a:lnTo>
                  <a:pt x="857250" y="685800"/>
                </a:lnTo>
                <a:lnTo>
                  <a:pt x="857250" y="695325"/>
                </a:lnTo>
                <a:lnTo>
                  <a:pt x="866775" y="695325"/>
                </a:lnTo>
                <a:lnTo>
                  <a:pt x="866775" y="733425"/>
                </a:lnTo>
                <a:lnTo>
                  <a:pt x="847725" y="733425"/>
                </a:lnTo>
                <a:lnTo>
                  <a:pt x="847725" y="742950"/>
                </a:lnTo>
                <a:lnTo>
                  <a:pt x="828675" y="742950"/>
                </a:lnTo>
                <a:lnTo>
                  <a:pt x="828675" y="733425"/>
                </a:lnTo>
                <a:lnTo>
                  <a:pt x="838200" y="733425"/>
                </a:lnTo>
                <a:lnTo>
                  <a:pt x="838200" y="704850"/>
                </a:lnTo>
                <a:lnTo>
                  <a:pt x="809625" y="704850"/>
                </a:lnTo>
                <a:lnTo>
                  <a:pt x="809625" y="695325"/>
                </a:lnTo>
                <a:lnTo>
                  <a:pt x="819150" y="695325"/>
                </a:lnTo>
                <a:lnTo>
                  <a:pt x="819150" y="685800"/>
                </a:lnTo>
                <a:lnTo>
                  <a:pt x="828675" y="685800"/>
                </a:lnTo>
                <a:close/>
                <a:moveTo>
                  <a:pt x="1352550" y="676275"/>
                </a:moveTo>
                <a:lnTo>
                  <a:pt x="1362075" y="676275"/>
                </a:lnTo>
                <a:lnTo>
                  <a:pt x="1362075" y="647700"/>
                </a:lnTo>
                <a:lnTo>
                  <a:pt x="1352550" y="647700"/>
                </a:lnTo>
                <a:close/>
                <a:moveTo>
                  <a:pt x="1371600" y="676275"/>
                </a:moveTo>
                <a:lnTo>
                  <a:pt x="1390650" y="676275"/>
                </a:lnTo>
                <a:lnTo>
                  <a:pt x="1390650" y="695325"/>
                </a:lnTo>
                <a:lnTo>
                  <a:pt x="1400175" y="695325"/>
                </a:lnTo>
                <a:lnTo>
                  <a:pt x="1400175" y="676275"/>
                </a:lnTo>
                <a:lnTo>
                  <a:pt x="1409700" y="676275"/>
                </a:lnTo>
                <a:lnTo>
                  <a:pt x="1409700" y="666750"/>
                </a:lnTo>
                <a:lnTo>
                  <a:pt x="1371600" y="666750"/>
                </a:lnTo>
                <a:close/>
                <a:moveTo>
                  <a:pt x="228600" y="685800"/>
                </a:moveTo>
                <a:lnTo>
                  <a:pt x="238125" y="685800"/>
                </a:lnTo>
                <a:lnTo>
                  <a:pt x="238125" y="704850"/>
                </a:lnTo>
                <a:lnTo>
                  <a:pt x="228600" y="704850"/>
                </a:lnTo>
                <a:close/>
                <a:moveTo>
                  <a:pt x="752475" y="695325"/>
                </a:moveTo>
                <a:lnTo>
                  <a:pt x="762000" y="695325"/>
                </a:lnTo>
                <a:lnTo>
                  <a:pt x="762000" y="723900"/>
                </a:lnTo>
                <a:lnTo>
                  <a:pt x="752475" y="723900"/>
                </a:lnTo>
                <a:close/>
                <a:moveTo>
                  <a:pt x="1123950" y="695325"/>
                </a:moveTo>
                <a:lnTo>
                  <a:pt x="1143000" y="695325"/>
                </a:lnTo>
                <a:lnTo>
                  <a:pt x="1143000" y="704850"/>
                </a:lnTo>
                <a:lnTo>
                  <a:pt x="1133475" y="704850"/>
                </a:lnTo>
                <a:lnTo>
                  <a:pt x="1133475" y="714375"/>
                </a:lnTo>
                <a:lnTo>
                  <a:pt x="1123950" y="714375"/>
                </a:lnTo>
                <a:close/>
                <a:moveTo>
                  <a:pt x="219075" y="704850"/>
                </a:moveTo>
                <a:lnTo>
                  <a:pt x="228600" y="704850"/>
                </a:lnTo>
                <a:lnTo>
                  <a:pt x="228600" y="714375"/>
                </a:lnTo>
                <a:lnTo>
                  <a:pt x="247650" y="714375"/>
                </a:lnTo>
                <a:lnTo>
                  <a:pt x="247650" y="723900"/>
                </a:lnTo>
                <a:lnTo>
                  <a:pt x="238125" y="723900"/>
                </a:lnTo>
                <a:lnTo>
                  <a:pt x="238125" y="733425"/>
                </a:lnTo>
                <a:lnTo>
                  <a:pt x="228600" y="733425"/>
                </a:lnTo>
                <a:lnTo>
                  <a:pt x="228600" y="742950"/>
                </a:lnTo>
                <a:lnTo>
                  <a:pt x="238125" y="742950"/>
                </a:lnTo>
                <a:lnTo>
                  <a:pt x="238125" y="762000"/>
                </a:lnTo>
                <a:lnTo>
                  <a:pt x="228600" y="762000"/>
                </a:lnTo>
                <a:lnTo>
                  <a:pt x="228600" y="752475"/>
                </a:lnTo>
                <a:lnTo>
                  <a:pt x="219075" y="752475"/>
                </a:lnTo>
                <a:lnTo>
                  <a:pt x="219075" y="742950"/>
                </a:lnTo>
                <a:lnTo>
                  <a:pt x="209550" y="742950"/>
                </a:lnTo>
                <a:lnTo>
                  <a:pt x="209550" y="733425"/>
                </a:lnTo>
                <a:lnTo>
                  <a:pt x="200025" y="733425"/>
                </a:lnTo>
                <a:lnTo>
                  <a:pt x="200025" y="723900"/>
                </a:lnTo>
                <a:lnTo>
                  <a:pt x="209550" y="723900"/>
                </a:lnTo>
                <a:lnTo>
                  <a:pt x="209550" y="714375"/>
                </a:lnTo>
                <a:lnTo>
                  <a:pt x="219075" y="714375"/>
                </a:lnTo>
                <a:close/>
                <a:moveTo>
                  <a:pt x="923925" y="704850"/>
                </a:moveTo>
                <a:lnTo>
                  <a:pt x="952500" y="704850"/>
                </a:lnTo>
                <a:lnTo>
                  <a:pt x="952500" y="714375"/>
                </a:lnTo>
                <a:lnTo>
                  <a:pt x="962025" y="714375"/>
                </a:lnTo>
                <a:lnTo>
                  <a:pt x="962025" y="723900"/>
                </a:lnTo>
                <a:lnTo>
                  <a:pt x="952500" y="723900"/>
                </a:lnTo>
                <a:lnTo>
                  <a:pt x="952500" y="733425"/>
                </a:lnTo>
                <a:lnTo>
                  <a:pt x="942975" y="733425"/>
                </a:lnTo>
                <a:lnTo>
                  <a:pt x="942975" y="723900"/>
                </a:lnTo>
                <a:lnTo>
                  <a:pt x="933450" y="723900"/>
                </a:lnTo>
                <a:lnTo>
                  <a:pt x="933450" y="714375"/>
                </a:lnTo>
                <a:lnTo>
                  <a:pt x="923925" y="714375"/>
                </a:lnTo>
                <a:close/>
                <a:moveTo>
                  <a:pt x="990600" y="704850"/>
                </a:moveTo>
                <a:lnTo>
                  <a:pt x="1028700" y="704850"/>
                </a:lnTo>
                <a:lnTo>
                  <a:pt x="1028700" y="723900"/>
                </a:lnTo>
                <a:lnTo>
                  <a:pt x="990600" y="723900"/>
                </a:lnTo>
                <a:close/>
                <a:moveTo>
                  <a:pt x="1247775" y="704850"/>
                </a:moveTo>
                <a:lnTo>
                  <a:pt x="1266825" y="704850"/>
                </a:lnTo>
                <a:lnTo>
                  <a:pt x="1266825" y="714375"/>
                </a:lnTo>
                <a:lnTo>
                  <a:pt x="1247775" y="714375"/>
                </a:lnTo>
                <a:close/>
                <a:moveTo>
                  <a:pt x="1590675" y="704850"/>
                </a:moveTo>
                <a:lnTo>
                  <a:pt x="1619250" y="704850"/>
                </a:lnTo>
                <a:lnTo>
                  <a:pt x="1619250" y="714375"/>
                </a:lnTo>
                <a:lnTo>
                  <a:pt x="1590675" y="714375"/>
                </a:lnTo>
                <a:close/>
                <a:moveTo>
                  <a:pt x="1647825" y="704850"/>
                </a:moveTo>
                <a:lnTo>
                  <a:pt x="1657350" y="704850"/>
                </a:lnTo>
                <a:lnTo>
                  <a:pt x="1657350" y="714375"/>
                </a:lnTo>
                <a:lnTo>
                  <a:pt x="1647825" y="714375"/>
                </a:lnTo>
                <a:close/>
                <a:moveTo>
                  <a:pt x="1057275" y="714375"/>
                </a:moveTo>
                <a:lnTo>
                  <a:pt x="1085850" y="714375"/>
                </a:lnTo>
                <a:lnTo>
                  <a:pt x="1085850" y="733425"/>
                </a:lnTo>
                <a:lnTo>
                  <a:pt x="1076325" y="733425"/>
                </a:lnTo>
                <a:lnTo>
                  <a:pt x="1076325" y="742950"/>
                </a:lnTo>
                <a:lnTo>
                  <a:pt x="1066800" y="742950"/>
                </a:lnTo>
                <a:lnTo>
                  <a:pt x="1066800" y="733425"/>
                </a:lnTo>
                <a:lnTo>
                  <a:pt x="1057275" y="733425"/>
                </a:lnTo>
                <a:close/>
                <a:moveTo>
                  <a:pt x="1200150" y="714375"/>
                </a:moveTo>
                <a:lnTo>
                  <a:pt x="1209675" y="714375"/>
                </a:lnTo>
                <a:lnTo>
                  <a:pt x="1209675" y="723900"/>
                </a:lnTo>
                <a:lnTo>
                  <a:pt x="1200150" y="723900"/>
                </a:lnTo>
                <a:close/>
                <a:moveTo>
                  <a:pt x="895350" y="723900"/>
                </a:moveTo>
                <a:lnTo>
                  <a:pt x="914400" y="723900"/>
                </a:lnTo>
                <a:lnTo>
                  <a:pt x="914400" y="742950"/>
                </a:lnTo>
                <a:lnTo>
                  <a:pt x="933450" y="742950"/>
                </a:lnTo>
                <a:lnTo>
                  <a:pt x="933450" y="752475"/>
                </a:lnTo>
                <a:lnTo>
                  <a:pt x="904875" y="752475"/>
                </a:lnTo>
                <a:lnTo>
                  <a:pt x="904875" y="742950"/>
                </a:lnTo>
                <a:lnTo>
                  <a:pt x="885825" y="742950"/>
                </a:lnTo>
                <a:lnTo>
                  <a:pt x="885825" y="733425"/>
                </a:lnTo>
                <a:lnTo>
                  <a:pt x="895350" y="733425"/>
                </a:lnTo>
                <a:close/>
                <a:moveTo>
                  <a:pt x="1371600" y="723900"/>
                </a:moveTo>
                <a:lnTo>
                  <a:pt x="1381125" y="723900"/>
                </a:lnTo>
                <a:lnTo>
                  <a:pt x="1381125" y="714375"/>
                </a:lnTo>
                <a:lnTo>
                  <a:pt x="1371600" y="714375"/>
                </a:lnTo>
                <a:close/>
                <a:moveTo>
                  <a:pt x="1409700" y="723900"/>
                </a:moveTo>
                <a:lnTo>
                  <a:pt x="1419225" y="723900"/>
                </a:lnTo>
                <a:lnTo>
                  <a:pt x="1419225" y="733425"/>
                </a:lnTo>
                <a:lnTo>
                  <a:pt x="1428750" y="733425"/>
                </a:lnTo>
                <a:lnTo>
                  <a:pt x="1428750" y="742950"/>
                </a:lnTo>
                <a:lnTo>
                  <a:pt x="1447800" y="742950"/>
                </a:lnTo>
                <a:lnTo>
                  <a:pt x="1447800" y="733425"/>
                </a:lnTo>
                <a:lnTo>
                  <a:pt x="1438275" y="733425"/>
                </a:lnTo>
                <a:lnTo>
                  <a:pt x="1438275" y="723900"/>
                </a:lnTo>
                <a:lnTo>
                  <a:pt x="1428750" y="723900"/>
                </a:lnTo>
                <a:lnTo>
                  <a:pt x="1428750" y="714375"/>
                </a:lnTo>
                <a:lnTo>
                  <a:pt x="1419225" y="714375"/>
                </a:lnTo>
                <a:lnTo>
                  <a:pt x="1419225" y="704850"/>
                </a:lnTo>
                <a:lnTo>
                  <a:pt x="1409700" y="704850"/>
                </a:lnTo>
                <a:close/>
                <a:moveTo>
                  <a:pt x="1504950" y="723900"/>
                </a:moveTo>
                <a:lnTo>
                  <a:pt x="1524000" y="723900"/>
                </a:lnTo>
                <a:lnTo>
                  <a:pt x="1524000" y="733425"/>
                </a:lnTo>
                <a:lnTo>
                  <a:pt x="1504950" y="733425"/>
                </a:lnTo>
                <a:close/>
                <a:moveTo>
                  <a:pt x="1181100" y="733425"/>
                </a:moveTo>
                <a:lnTo>
                  <a:pt x="1190625" y="733425"/>
                </a:lnTo>
                <a:lnTo>
                  <a:pt x="1190625" y="742950"/>
                </a:lnTo>
                <a:lnTo>
                  <a:pt x="1181100" y="742950"/>
                </a:lnTo>
                <a:close/>
                <a:moveTo>
                  <a:pt x="1285875" y="733425"/>
                </a:moveTo>
                <a:lnTo>
                  <a:pt x="1295400" y="733425"/>
                </a:lnTo>
                <a:lnTo>
                  <a:pt x="1295400" y="742950"/>
                </a:lnTo>
                <a:lnTo>
                  <a:pt x="1285875" y="742950"/>
                </a:lnTo>
                <a:close/>
                <a:moveTo>
                  <a:pt x="1314450" y="733425"/>
                </a:moveTo>
                <a:lnTo>
                  <a:pt x="1323975" y="733425"/>
                </a:lnTo>
                <a:lnTo>
                  <a:pt x="1323975" y="742950"/>
                </a:lnTo>
                <a:lnTo>
                  <a:pt x="1314450" y="742950"/>
                </a:lnTo>
                <a:close/>
                <a:moveTo>
                  <a:pt x="1123950" y="742950"/>
                </a:moveTo>
                <a:lnTo>
                  <a:pt x="1133475" y="742950"/>
                </a:lnTo>
                <a:lnTo>
                  <a:pt x="1133475" y="752475"/>
                </a:lnTo>
                <a:lnTo>
                  <a:pt x="1123950" y="752475"/>
                </a:lnTo>
                <a:close/>
                <a:moveTo>
                  <a:pt x="933450" y="752475"/>
                </a:moveTo>
                <a:lnTo>
                  <a:pt x="942975" y="752475"/>
                </a:lnTo>
                <a:lnTo>
                  <a:pt x="942975" y="762000"/>
                </a:lnTo>
                <a:lnTo>
                  <a:pt x="933450" y="762000"/>
                </a:lnTo>
                <a:close/>
                <a:moveTo>
                  <a:pt x="1009650" y="752475"/>
                </a:moveTo>
                <a:lnTo>
                  <a:pt x="1028700" y="752475"/>
                </a:lnTo>
                <a:lnTo>
                  <a:pt x="1028700" y="762000"/>
                </a:lnTo>
                <a:lnTo>
                  <a:pt x="1038225" y="762000"/>
                </a:lnTo>
                <a:lnTo>
                  <a:pt x="1038225" y="771525"/>
                </a:lnTo>
                <a:lnTo>
                  <a:pt x="1047750" y="771525"/>
                </a:lnTo>
                <a:lnTo>
                  <a:pt x="1047750" y="762000"/>
                </a:lnTo>
                <a:lnTo>
                  <a:pt x="1057275" y="762000"/>
                </a:lnTo>
                <a:lnTo>
                  <a:pt x="1057275" y="771525"/>
                </a:lnTo>
                <a:lnTo>
                  <a:pt x="1066800" y="771525"/>
                </a:lnTo>
                <a:lnTo>
                  <a:pt x="1066800" y="781050"/>
                </a:lnTo>
                <a:lnTo>
                  <a:pt x="1076325" y="781050"/>
                </a:lnTo>
                <a:lnTo>
                  <a:pt x="1076325" y="800100"/>
                </a:lnTo>
                <a:lnTo>
                  <a:pt x="1057275" y="800100"/>
                </a:lnTo>
                <a:lnTo>
                  <a:pt x="1057275" y="790575"/>
                </a:lnTo>
                <a:lnTo>
                  <a:pt x="1047750" y="790575"/>
                </a:lnTo>
                <a:lnTo>
                  <a:pt x="1047750" y="781050"/>
                </a:lnTo>
                <a:lnTo>
                  <a:pt x="1028700" y="781050"/>
                </a:lnTo>
                <a:lnTo>
                  <a:pt x="1028700" y="790575"/>
                </a:lnTo>
                <a:lnTo>
                  <a:pt x="1038225" y="790575"/>
                </a:lnTo>
                <a:lnTo>
                  <a:pt x="1038225" y="800100"/>
                </a:lnTo>
                <a:lnTo>
                  <a:pt x="1047750" y="800100"/>
                </a:lnTo>
                <a:lnTo>
                  <a:pt x="1047750" y="819150"/>
                </a:lnTo>
                <a:lnTo>
                  <a:pt x="1028700" y="819150"/>
                </a:lnTo>
                <a:lnTo>
                  <a:pt x="1028700" y="809625"/>
                </a:lnTo>
                <a:lnTo>
                  <a:pt x="1019175" y="809625"/>
                </a:lnTo>
                <a:lnTo>
                  <a:pt x="1019175" y="790575"/>
                </a:lnTo>
                <a:lnTo>
                  <a:pt x="1009650" y="790575"/>
                </a:lnTo>
                <a:close/>
                <a:moveTo>
                  <a:pt x="1104900" y="752475"/>
                </a:moveTo>
                <a:lnTo>
                  <a:pt x="1114425" y="752475"/>
                </a:lnTo>
                <a:lnTo>
                  <a:pt x="1114425" y="762000"/>
                </a:lnTo>
                <a:lnTo>
                  <a:pt x="1104900" y="762000"/>
                </a:lnTo>
                <a:close/>
                <a:moveTo>
                  <a:pt x="1343025" y="752475"/>
                </a:moveTo>
                <a:lnTo>
                  <a:pt x="1362075" y="752475"/>
                </a:lnTo>
                <a:lnTo>
                  <a:pt x="1362075" y="771525"/>
                </a:lnTo>
                <a:lnTo>
                  <a:pt x="1371600" y="771525"/>
                </a:lnTo>
                <a:lnTo>
                  <a:pt x="1371600" y="781050"/>
                </a:lnTo>
                <a:lnTo>
                  <a:pt x="1390650" y="781050"/>
                </a:lnTo>
                <a:lnTo>
                  <a:pt x="1390650" y="790575"/>
                </a:lnTo>
                <a:lnTo>
                  <a:pt x="1371600" y="790575"/>
                </a:lnTo>
                <a:lnTo>
                  <a:pt x="1371600" y="800100"/>
                </a:lnTo>
                <a:lnTo>
                  <a:pt x="1390650" y="800100"/>
                </a:lnTo>
                <a:lnTo>
                  <a:pt x="1390650" y="790575"/>
                </a:lnTo>
                <a:lnTo>
                  <a:pt x="1400175" y="790575"/>
                </a:lnTo>
                <a:lnTo>
                  <a:pt x="1400175" y="800100"/>
                </a:lnTo>
                <a:lnTo>
                  <a:pt x="1390650" y="800100"/>
                </a:lnTo>
                <a:lnTo>
                  <a:pt x="1390650" y="809625"/>
                </a:lnTo>
                <a:lnTo>
                  <a:pt x="1381125" y="809625"/>
                </a:lnTo>
                <a:lnTo>
                  <a:pt x="1381125" y="828675"/>
                </a:lnTo>
                <a:lnTo>
                  <a:pt x="1371600" y="828675"/>
                </a:lnTo>
                <a:lnTo>
                  <a:pt x="1371600" y="838200"/>
                </a:lnTo>
                <a:lnTo>
                  <a:pt x="1390650" y="838200"/>
                </a:lnTo>
                <a:lnTo>
                  <a:pt x="1390650" y="847725"/>
                </a:lnTo>
                <a:lnTo>
                  <a:pt x="1371600" y="847725"/>
                </a:lnTo>
                <a:lnTo>
                  <a:pt x="1371600" y="866775"/>
                </a:lnTo>
                <a:lnTo>
                  <a:pt x="1362075" y="866775"/>
                </a:lnTo>
                <a:lnTo>
                  <a:pt x="1362075" y="819150"/>
                </a:lnTo>
                <a:lnTo>
                  <a:pt x="1352550" y="819150"/>
                </a:lnTo>
                <a:lnTo>
                  <a:pt x="1352550" y="800100"/>
                </a:lnTo>
                <a:lnTo>
                  <a:pt x="1314450" y="800100"/>
                </a:lnTo>
                <a:lnTo>
                  <a:pt x="1314450" y="790575"/>
                </a:lnTo>
                <a:lnTo>
                  <a:pt x="1323975" y="790575"/>
                </a:lnTo>
                <a:lnTo>
                  <a:pt x="1323975" y="771525"/>
                </a:lnTo>
                <a:lnTo>
                  <a:pt x="1333500" y="771525"/>
                </a:lnTo>
                <a:lnTo>
                  <a:pt x="1333500" y="762000"/>
                </a:lnTo>
                <a:lnTo>
                  <a:pt x="1343025" y="762000"/>
                </a:lnTo>
                <a:close/>
                <a:moveTo>
                  <a:pt x="1400175" y="752475"/>
                </a:moveTo>
                <a:lnTo>
                  <a:pt x="1409700" y="752475"/>
                </a:lnTo>
                <a:lnTo>
                  <a:pt x="1409700" y="742950"/>
                </a:lnTo>
                <a:lnTo>
                  <a:pt x="1400175" y="742950"/>
                </a:lnTo>
                <a:close/>
                <a:moveTo>
                  <a:pt x="1609725" y="752475"/>
                </a:moveTo>
                <a:lnTo>
                  <a:pt x="1628775" y="752475"/>
                </a:lnTo>
                <a:lnTo>
                  <a:pt x="1628775" y="771525"/>
                </a:lnTo>
                <a:lnTo>
                  <a:pt x="1609725" y="771525"/>
                </a:lnTo>
                <a:close/>
                <a:moveTo>
                  <a:pt x="942975" y="762000"/>
                </a:moveTo>
                <a:lnTo>
                  <a:pt x="952500" y="762000"/>
                </a:lnTo>
                <a:lnTo>
                  <a:pt x="952500" y="771525"/>
                </a:lnTo>
                <a:lnTo>
                  <a:pt x="942975" y="771525"/>
                </a:lnTo>
                <a:close/>
                <a:moveTo>
                  <a:pt x="676275" y="771525"/>
                </a:moveTo>
                <a:lnTo>
                  <a:pt x="695325" y="771525"/>
                </a:lnTo>
                <a:lnTo>
                  <a:pt x="695325" y="781050"/>
                </a:lnTo>
                <a:lnTo>
                  <a:pt x="676275" y="781050"/>
                </a:lnTo>
                <a:close/>
                <a:moveTo>
                  <a:pt x="1647825" y="771525"/>
                </a:moveTo>
                <a:lnTo>
                  <a:pt x="1657350" y="771525"/>
                </a:lnTo>
                <a:lnTo>
                  <a:pt x="1657350" y="781050"/>
                </a:lnTo>
                <a:lnTo>
                  <a:pt x="1666875" y="781050"/>
                </a:lnTo>
                <a:lnTo>
                  <a:pt x="1666875" y="828675"/>
                </a:lnTo>
                <a:lnTo>
                  <a:pt x="1657350" y="828675"/>
                </a:lnTo>
                <a:lnTo>
                  <a:pt x="1657350" y="809625"/>
                </a:lnTo>
                <a:lnTo>
                  <a:pt x="1647825" y="809625"/>
                </a:lnTo>
                <a:close/>
                <a:moveTo>
                  <a:pt x="942975" y="781050"/>
                </a:moveTo>
                <a:lnTo>
                  <a:pt x="952500" y="781050"/>
                </a:lnTo>
                <a:lnTo>
                  <a:pt x="952500" y="790575"/>
                </a:lnTo>
                <a:lnTo>
                  <a:pt x="942975" y="790575"/>
                </a:lnTo>
                <a:close/>
                <a:moveTo>
                  <a:pt x="962025" y="790575"/>
                </a:moveTo>
                <a:lnTo>
                  <a:pt x="971550" y="790575"/>
                </a:lnTo>
                <a:lnTo>
                  <a:pt x="971550" y="800100"/>
                </a:lnTo>
                <a:lnTo>
                  <a:pt x="990600" y="800100"/>
                </a:lnTo>
                <a:lnTo>
                  <a:pt x="990600" y="809625"/>
                </a:lnTo>
                <a:lnTo>
                  <a:pt x="981075" y="809625"/>
                </a:lnTo>
                <a:lnTo>
                  <a:pt x="981075" y="819150"/>
                </a:lnTo>
                <a:lnTo>
                  <a:pt x="962025" y="819150"/>
                </a:lnTo>
                <a:lnTo>
                  <a:pt x="962025" y="809625"/>
                </a:lnTo>
                <a:lnTo>
                  <a:pt x="952500" y="809625"/>
                </a:lnTo>
                <a:lnTo>
                  <a:pt x="952500" y="800100"/>
                </a:lnTo>
                <a:lnTo>
                  <a:pt x="962025" y="800100"/>
                </a:lnTo>
                <a:close/>
                <a:moveTo>
                  <a:pt x="1352550" y="790575"/>
                </a:moveTo>
                <a:lnTo>
                  <a:pt x="1362075" y="790575"/>
                </a:lnTo>
                <a:lnTo>
                  <a:pt x="1362075" y="781050"/>
                </a:lnTo>
                <a:lnTo>
                  <a:pt x="1352550" y="781050"/>
                </a:lnTo>
                <a:close/>
                <a:moveTo>
                  <a:pt x="704850" y="800100"/>
                </a:moveTo>
                <a:lnTo>
                  <a:pt x="733425" y="800100"/>
                </a:lnTo>
                <a:lnTo>
                  <a:pt x="733425" y="809625"/>
                </a:lnTo>
                <a:lnTo>
                  <a:pt x="704850" y="809625"/>
                </a:lnTo>
                <a:close/>
                <a:moveTo>
                  <a:pt x="847725" y="800100"/>
                </a:moveTo>
                <a:lnTo>
                  <a:pt x="876300" y="800100"/>
                </a:lnTo>
                <a:lnTo>
                  <a:pt x="876300" y="809625"/>
                </a:lnTo>
                <a:lnTo>
                  <a:pt x="847725" y="809625"/>
                </a:lnTo>
                <a:close/>
                <a:moveTo>
                  <a:pt x="895350" y="800100"/>
                </a:moveTo>
                <a:lnTo>
                  <a:pt x="904875" y="800100"/>
                </a:lnTo>
                <a:lnTo>
                  <a:pt x="904875" y="809625"/>
                </a:lnTo>
                <a:lnTo>
                  <a:pt x="895350" y="809625"/>
                </a:lnTo>
                <a:close/>
                <a:moveTo>
                  <a:pt x="600075" y="819150"/>
                </a:moveTo>
                <a:lnTo>
                  <a:pt x="609600" y="819150"/>
                </a:lnTo>
                <a:lnTo>
                  <a:pt x="609600" y="828675"/>
                </a:lnTo>
                <a:lnTo>
                  <a:pt x="600075" y="828675"/>
                </a:lnTo>
                <a:close/>
                <a:moveTo>
                  <a:pt x="1524000" y="819150"/>
                </a:moveTo>
                <a:lnTo>
                  <a:pt x="1533525" y="819150"/>
                </a:lnTo>
                <a:lnTo>
                  <a:pt x="1533525" y="828675"/>
                </a:lnTo>
                <a:lnTo>
                  <a:pt x="1543050" y="828675"/>
                </a:lnTo>
                <a:lnTo>
                  <a:pt x="1543050" y="838200"/>
                </a:lnTo>
                <a:lnTo>
                  <a:pt x="1524000" y="838200"/>
                </a:lnTo>
                <a:close/>
                <a:moveTo>
                  <a:pt x="1314450" y="828675"/>
                </a:moveTo>
                <a:lnTo>
                  <a:pt x="1333500" y="828675"/>
                </a:lnTo>
                <a:lnTo>
                  <a:pt x="1333500" y="847725"/>
                </a:lnTo>
                <a:lnTo>
                  <a:pt x="1314450" y="847725"/>
                </a:lnTo>
                <a:lnTo>
                  <a:pt x="1314450" y="857250"/>
                </a:lnTo>
                <a:lnTo>
                  <a:pt x="1295400" y="857250"/>
                </a:lnTo>
                <a:lnTo>
                  <a:pt x="1295400" y="847725"/>
                </a:lnTo>
                <a:lnTo>
                  <a:pt x="1285875" y="847725"/>
                </a:lnTo>
                <a:lnTo>
                  <a:pt x="1285875" y="838200"/>
                </a:lnTo>
                <a:lnTo>
                  <a:pt x="1314450" y="838200"/>
                </a:lnTo>
                <a:close/>
                <a:moveTo>
                  <a:pt x="1028700" y="838200"/>
                </a:moveTo>
                <a:lnTo>
                  <a:pt x="1047750" y="838200"/>
                </a:lnTo>
                <a:lnTo>
                  <a:pt x="1047750" y="847725"/>
                </a:lnTo>
                <a:lnTo>
                  <a:pt x="1038225" y="847725"/>
                </a:lnTo>
                <a:lnTo>
                  <a:pt x="1038225" y="857250"/>
                </a:lnTo>
                <a:lnTo>
                  <a:pt x="1028700" y="857250"/>
                </a:lnTo>
                <a:close/>
                <a:moveTo>
                  <a:pt x="1257300" y="838200"/>
                </a:moveTo>
                <a:lnTo>
                  <a:pt x="1266825" y="838200"/>
                </a:lnTo>
                <a:lnTo>
                  <a:pt x="1266825" y="847725"/>
                </a:lnTo>
                <a:lnTo>
                  <a:pt x="1257300" y="847725"/>
                </a:lnTo>
                <a:close/>
                <a:moveTo>
                  <a:pt x="1466850" y="838200"/>
                </a:moveTo>
                <a:lnTo>
                  <a:pt x="1476375" y="838200"/>
                </a:lnTo>
                <a:lnTo>
                  <a:pt x="1476375" y="847725"/>
                </a:lnTo>
                <a:lnTo>
                  <a:pt x="1466850" y="847725"/>
                </a:lnTo>
                <a:close/>
                <a:moveTo>
                  <a:pt x="219075" y="847725"/>
                </a:moveTo>
                <a:lnTo>
                  <a:pt x="228600" y="847725"/>
                </a:lnTo>
                <a:lnTo>
                  <a:pt x="228600" y="857250"/>
                </a:lnTo>
                <a:lnTo>
                  <a:pt x="219075" y="857250"/>
                </a:lnTo>
                <a:close/>
                <a:moveTo>
                  <a:pt x="1438275" y="847725"/>
                </a:moveTo>
                <a:lnTo>
                  <a:pt x="1457325" y="847725"/>
                </a:lnTo>
                <a:lnTo>
                  <a:pt x="1457325" y="866775"/>
                </a:lnTo>
                <a:lnTo>
                  <a:pt x="1447800" y="866775"/>
                </a:lnTo>
                <a:lnTo>
                  <a:pt x="1447800" y="857250"/>
                </a:lnTo>
                <a:lnTo>
                  <a:pt x="1438275" y="857250"/>
                </a:lnTo>
                <a:close/>
                <a:moveTo>
                  <a:pt x="1485900" y="847725"/>
                </a:moveTo>
                <a:lnTo>
                  <a:pt x="1495425" y="847725"/>
                </a:lnTo>
                <a:lnTo>
                  <a:pt x="1495425" y="857250"/>
                </a:lnTo>
                <a:lnTo>
                  <a:pt x="1485900" y="857250"/>
                </a:lnTo>
                <a:close/>
                <a:moveTo>
                  <a:pt x="1247775" y="857250"/>
                </a:moveTo>
                <a:lnTo>
                  <a:pt x="1266825" y="857250"/>
                </a:lnTo>
                <a:lnTo>
                  <a:pt x="1266825" y="866775"/>
                </a:lnTo>
                <a:lnTo>
                  <a:pt x="1276350" y="866775"/>
                </a:lnTo>
                <a:lnTo>
                  <a:pt x="1276350" y="876300"/>
                </a:lnTo>
                <a:lnTo>
                  <a:pt x="1285875" y="876300"/>
                </a:lnTo>
                <a:lnTo>
                  <a:pt x="1285875" y="885825"/>
                </a:lnTo>
                <a:lnTo>
                  <a:pt x="1238250" y="885825"/>
                </a:lnTo>
                <a:lnTo>
                  <a:pt x="1238250" y="876300"/>
                </a:lnTo>
                <a:lnTo>
                  <a:pt x="1247775" y="876300"/>
                </a:lnTo>
                <a:close/>
                <a:moveTo>
                  <a:pt x="1590675" y="857250"/>
                </a:moveTo>
                <a:lnTo>
                  <a:pt x="1600200" y="857250"/>
                </a:lnTo>
                <a:lnTo>
                  <a:pt x="1600200" y="866775"/>
                </a:lnTo>
                <a:lnTo>
                  <a:pt x="1590675" y="866775"/>
                </a:lnTo>
                <a:close/>
                <a:moveTo>
                  <a:pt x="962025" y="866775"/>
                </a:moveTo>
                <a:lnTo>
                  <a:pt x="981075" y="866775"/>
                </a:lnTo>
                <a:lnTo>
                  <a:pt x="981075" y="885825"/>
                </a:lnTo>
                <a:lnTo>
                  <a:pt x="990600" y="885825"/>
                </a:lnTo>
                <a:lnTo>
                  <a:pt x="990600" y="876300"/>
                </a:lnTo>
                <a:lnTo>
                  <a:pt x="1028700" y="876300"/>
                </a:lnTo>
                <a:lnTo>
                  <a:pt x="1028700" y="904875"/>
                </a:lnTo>
                <a:lnTo>
                  <a:pt x="1057275" y="904875"/>
                </a:lnTo>
                <a:lnTo>
                  <a:pt x="1057275" y="914400"/>
                </a:lnTo>
                <a:lnTo>
                  <a:pt x="1047750" y="914400"/>
                </a:lnTo>
                <a:lnTo>
                  <a:pt x="1047750" y="923925"/>
                </a:lnTo>
                <a:lnTo>
                  <a:pt x="990600" y="923925"/>
                </a:lnTo>
                <a:lnTo>
                  <a:pt x="990600" y="933450"/>
                </a:lnTo>
                <a:lnTo>
                  <a:pt x="981075" y="933450"/>
                </a:lnTo>
                <a:lnTo>
                  <a:pt x="981075" y="942975"/>
                </a:lnTo>
                <a:lnTo>
                  <a:pt x="962025" y="942975"/>
                </a:lnTo>
                <a:lnTo>
                  <a:pt x="962025" y="952500"/>
                </a:lnTo>
                <a:lnTo>
                  <a:pt x="942975" y="952500"/>
                </a:lnTo>
                <a:lnTo>
                  <a:pt x="942975" y="933450"/>
                </a:lnTo>
                <a:lnTo>
                  <a:pt x="914400" y="933450"/>
                </a:lnTo>
                <a:lnTo>
                  <a:pt x="914400" y="914400"/>
                </a:lnTo>
                <a:lnTo>
                  <a:pt x="923925" y="914400"/>
                </a:lnTo>
                <a:lnTo>
                  <a:pt x="923925" y="885825"/>
                </a:lnTo>
                <a:lnTo>
                  <a:pt x="971550" y="885825"/>
                </a:lnTo>
                <a:lnTo>
                  <a:pt x="971550" y="876300"/>
                </a:lnTo>
                <a:lnTo>
                  <a:pt x="962025" y="876300"/>
                </a:lnTo>
                <a:close/>
                <a:moveTo>
                  <a:pt x="876300" y="876300"/>
                </a:moveTo>
                <a:lnTo>
                  <a:pt x="895350" y="876300"/>
                </a:lnTo>
                <a:lnTo>
                  <a:pt x="895350" y="885825"/>
                </a:lnTo>
                <a:lnTo>
                  <a:pt x="876300" y="885825"/>
                </a:lnTo>
                <a:close/>
                <a:moveTo>
                  <a:pt x="1171575" y="876300"/>
                </a:moveTo>
                <a:lnTo>
                  <a:pt x="1209675" y="876300"/>
                </a:lnTo>
                <a:lnTo>
                  <a:pt x="1209675" y="885825"/>
                </a:lnTo>
                <a:lnTo>
                  <a:pt x="1200150" y="885825"/>
                </a:lnTo>
                <a:lnTo>
                  <a:pt x="1200150" y="895350"/>
                </a:lnTo>
                <a:lnTo>
                  <a:pt x="1171575" y="895350"/>
                </a:lnTo>
                <a:close/>
                <a:moveTo>
                  <a:pt x="1628775" y="876300"/>
                </a:moveTo>
                <a:lnTo>
                  <a:pt x="1657350" y="876300"/>
                </a:lnTo>
                <a:lnTo>
                  <a:pt x="1657350" y="904875"/>
                </a:lnTo>
                <a:lnTo>
                  <a:pt x="1638300" y="904875"/>
                </a:lnTo>
                <a:lnTo>
                  <a:pt x="1638300" y="895350"/>
                </a:lnTo>
                <a:lnTo>
                  <a:pt x="1628775" y="895350"/>
                </a:lnTo>
                <a:close/>
                <a:moveTo>
                  <a:pt x="762000" y="885825"/>
                </a:moveTo>
                <a:lnTo>
                  <a:pt x="771525" y="885825"/>
                </a:lnTo>
                <a:lnTo>
                  <a:pt x="771525" y="895350"/>
                </a:lnTo>
                <a:lnTo>
                  <a:pt x="762000" y="895350"/>
                </a:lnTo>
                <a:close/>
                <a:moveTo>
                  <a:pt x="781050" y="885825"/>
                </a:moveTo>
                <a:lnTo>
                  <a:pt x="800100" y="885825"/>
                </a:lnTo>
                <a:lnTo>
                  <a:pt x="800100" y="895350"/>
                </a:lnTo>
                <a:lnTo>
                  <a:pt x="904875" y="895350"/>
                </a:lnTo>
                <a:lnTo>
                  <a:pt x="904875" y="914400"/>
                </a:lnTo>
                <a:lnTo>
                  <a:pt x="895350" y="914400"/>
                </a:lnTo>
                <a:lnTo>
                  <a:pt x="895350" y="923925"/>
                </a:lnTo>
                <a:lnTo>
                  <a:pt x="885825" y="923925"/>
                </a:lnTo>
                <a:lnTo>
                  <a:pt x="885825" y="933450"/>
                </a:lnTo>
                <a:lnTo>
                  <a:pt x="866775" y="933450"/>
                </a:lnTo>
                <a:lnTo>
                  <a:pt x="866775" y="942975"/>
                </a:lnTo>
                <a:lnTo>
                  <a:pt x="857250" y="942975"/>
                </a:lnTo>
                <a:lnTo>
                  <a:pt x="857250" y="933450"/>
                </a:lnTo>
                <a:lnTo>
                  <a:pt x="828675" y="933450"/>
                </a:lnTo>
                <a:lnTo>
                  <a:pt x="828675" y="923925"/>
                </a:lnTo>
                <a:lnTo>
                  <a:pt x="800100" y="923925"/>
                </a:lnTo>
                <a:lnTo>
                  <a:pt x="800100" y="933450"/>
                </a:lnTo>
                <a:lnTo>
                  <a:pt x="742950" y="933450"/>
                </a:lnTo>
                <a:lnTo>
                  <a:pt x="742950" y="942975"/>
                </a:lnTo>
                <a:lnTo>
                  <a:pt x="695325" y="942975"/>
                </a:lnTo>
                <a:lnTo>
                  <a:pt x="695325" y="923925"/>
                </a:lnTo>
                <a:lnTo>
                  <a:pt x="704850" y="923925"/>
                </a:lnTo>
                <a:lnTo>
                  <a:pt x="704850" y="933450"/>
                </a:lnTo>
                <a:lnTo>
                  <a:pt x="714375" y="933450"/>
                </a:lnTo>
                <a:lnTo>
                  <a:pt x="714375" y="914400"/>
                </a:lnTo>
                <a:lnTo>
                  <a:pt x="723900" y="914400"/>
                </a:lnTo>
                <a:lnTo>
                  <a:pt x="723900" y="904875"/>
                </a:lnTo>
                <a:lnTo>
                  <a:pt x="781050" y="904875"/>
                </a:lnTo>
                <a:close/>
                <a:moveTo>
                  <a:pt x="1066800" y="895350"/>
                </a:moveTo>
                <a:lnTo>
                  <a:pt x="1133475" y="895350"/>
                </a:lnTo>
                <a:lnTo>
                  <a:pt x="1133475" y="904875"/>
                </a:lnTo>
                <a:lnTo>
                  <a:pt x="1114425" y="904875"/>
                </a:lnTo>
                <a:lnTo>
                  <a:pt x="1114425" y="914400"/>
                </a:lnTo>
                <a:lnTo>
                  <a:pt x="1066800" y="914400"/>
                </a:lnTo>
                <a:close/>
                <a:moveTo>
                  <a:pt x="1143000" y="895350"/>
                </a:moveTo>
                <a:lnTo>
                  <a:pt x="1152525" y="895350"/>
                </a:lnTo>
                <a:lnTo>
                  <a:pt x="1152525" y="904875"/>
                </a:lnTo>
                <a:lnTo>
                  <a:pt x="1143000" y="904875"/>
                </a:lnTo>
                <a:close/>
                <a:moveTo>
                  <a:pt x="561975" y="904875"/>
                </a:moveTo>
                <a:lnTo>
                  <a:pt x="571500" y="904875"/>
                </a:lnTo>
                <a:lnTo>
                  <a:pt x="571500" y="933450"/>
                </a:lnTo>
                <a:lnTo>
                  <a:pt x="561975" y="933450"/>
                </a:lnTo>
                <a:lnTo>
                  <a:pt x="561975" y="923925"/>
                </a:lnTo>
                <a:lnTo>
                  <a:pt x="552450" y="923925"/>
                </a:lnTo>
                <a:lnTo>
                  <a:pt x="552450" y="914400"/>
                </a:lnTo>
                <a:lnTo>
                  <a:pt x="561975" y="914400"/>
                </a:lnTo>
                <a:close/>
                <a:moveTo>
                  <a:pt x="428625" y="914400"/>
                </a:moveTo>
                <a:lnTo>
                  <a:pt x="447675" y="914400"/>
                </a:lnTo>
                <a:lnTo>
                  <a:pt x="447675" y="933450"/>
                </a:lnTo>
                <a:lnTo>
                  <a:pt x="428625" y="933450"/>
                </a:lnTo>
                <a:close/>
                <a:moveTo>
                  <a:pt x="476250" y="933450"/>
                </a:moveTo>
                <a:lnTo>
                  <a:pt x="495300" y="933450"/>
                </a:lnTo>
                <a:lnTo>
                  <a:pt x="495300" y="942975"/>
                </a:lnTo>
                <a:lnTo>
                  <a:pt x="476250" y="942975"/>
                </a:lnTo>
                <a:close/>
                <a:moveTo>
                  <a:pt x="209550" y="942975"/>
                </a:moveTo>
                <a:lnTo>
                  <a:pt x="228600" y="942975"/>
                </a:lnTo>
                <a:lnTo>
                  <a:pt x="228600" y="962025"/>
                </a:lnTo>
                <a:lnTo>
                  <a:pt x="219075" y="962025"/>
                </a:lnTo>
                <a:lnTo>
                  <a:pt x="219075" y="952500"/>
                </a:lnTo>
                <a:lnTo>
                  <a:pt x="209550" y="952500"/>
                </a:lnTo>
                <a:close/>
                <a:moveTo>
                  <a:pt x="209550" y="962025"/>
                </a:moveTo>
                <a:lnTo>
                  <a:pt x="219075" y="962025"/>
                </a:lnTo>
                <a:lnTo>
                  <a:pt x="219075" y="971550"/>
                </a:lnTo>
                <a:lnTo>
                  <a:pt x="209550" y="971550"/>
                </a:lnTo>
                <a:close/>
                <a:moveTo>
                  <a:pt x="228600" y="1019175"/>
                </a:moveTo>
                <a:lnTo>
                  <a:pt x="238125" y="1019175"/>
                </a:lnTo>
                <a:lnTo>
                  <a:pt x="238125" y="1028700"/>
                </a:lnTo>
                <a:lnTo>
                  <a:pt x="228600" y="1028700"/>
                </a:lnTo>
                <a:close/>
                <a:moveTo>
                  <a:pt x="219075" y="1085850"/>
                </a:moveTo>
                <a:lnTo>
                  <a:pt x="228600" y="1085850"/>
                </a:lnTo>
                <a:lnTo>
                  <a:pt x="228600" y="1114425"/>
                </a:lnTo>
                <a:lnTo>
                  <a:pt x="219075" y="1114425"/>
                </a:lnTo>
                <a:close/>
                <a:moveTo>
                  <a:pt x="219075" y="1171575"/>
                </a:moveTo>
                <a:lnTo>
                  <a:pt x="228600" y="1171575"/>
                </a:lnTo>
                <a:lnTo>
                  <a:pt x="228600" y="1181100"/>
                </a:lnTo>
                <a:lnTo>
                  <a:pt x="219075" y="1181100"/>
                </a:lnTo>
                <a:close/>
                <a:moveTo>
                  <a:pt x="228600" y="1190625"/>
                </a:moveTo>
                <a:lnTo>
                  <a:pt x="238125" y="1190625"/>
                </a:lnTo>
                <a:lnTo>
                  <a:pt x="238125" y="1219200"/>
                </a:lnTo>
                <a:lnTo>
                  <a:pt x="219075" y="1219200"/>
                </a:lnTo>
                <a:lnTo>
                  <a:pt x="219075" y="1209675"/>
                </a:lnTo>
                <a:lnTo>
                  <a:pt x="228600" y="1209675"/>
                </a:lnTo>
                <a:close/>
                <a:moveTo>
                  <a:pt x="238125" y="1362075"/>
                </a:moveTo>
                <a:lnTo>
                  <a:pt x="247650" y="1362075"/>
                </a:lnTo>
                <a:lnTo>
                  <a:pt x="247650" y="1371600"/>
                </a:lnTo>
                <a:lnTo>
                  <a:pt x="238125" y="1371600"/>
                </a:lnTo>
                <a:close/>
                <a:moveTo>
                  <a:pt x="228600" y="1381125"/>
                </a:moveTo>
                <a:lnTo>
                  <a:pt x="238125" y="1381125"/>
                </a:lnTo>
                <a:lnTo>
                  <a:pt x="238125" y="1390650"/>
                </a:lnTo>
                <a:lnTo>
                  <a:pt x="228600" y="1390650"/>
                </a:lnTo>
                <a:close/>
                <a:moveTo>
                  <a:pt x="238125" y="1438275"/>
                </a:moveTo>
                <a:lnTo>
                  <a:pt x="257175" y="1438275"/>
                </a:lnTo>
                <a:lnTo>
                  <a:pt x="257175" y="1495425"/>
                </a:lnTo>
                <a:lnTo>
                  <a:pt x="247650" y="1495425"/>
                </a:lnTo>
                <a:lnTo>
                  <a:pt x="247650" y="1447800"/>
                </a:lnTo>
                <a:lnTo>
                  <a:pt x="238125" y="1447800"/>
                </a:lnTo>
                <a:close/>
                <a:moveTo>
                  <a:pt x="257175" y="1524000"/>
                </a:moveTo>
                <a:lnTo>
                  <a:pt x="266700" y="1524000"/>
                </a:lnTo>
                <a:lnTo>
                  <a:pt x="266700" y="1552575"/>
                </a:lnTo>
                <a:lnTo>
                  <a:pt x="257175" y="1552575"/>
                </a:lnTo>
                <a:close/>
                <a:moveTo>
                  <a:pt x="1704975" y="1533525"/>
                </a:moveTo>
                <a:lnTo>
                  <a:pt x="1714500" y="1533525"/>
                </a:lnTo>
                <a:lnTo>
                  <a:pt x="1714500" y="1543050"/>
                </a:lnTo>
                <a:lnTo>
                  <a:pt x="1704975" y="1543050"/>
                </a:lnTo>
                <a:close/>
                <a:moveTo>
                  <a:pt x="266700" y="1552575"/>
                </a:moveTo>
                <a:lnTo>
                  <a:pt x="276225" y="1552575"/>
                </a:lnTo>
                <a:lnTo>
                  <a:pt x="276225" y="1581150"/>
                </a:lnTo>
                <a:lnTo>
                  <a:pt x="266700" y="1581150"/>
                </a:lnTo>
                <a:lnTo>
                  <a:pt x="266700" y="1571625"/>
                </a:lnTo>
                <a:lnTo>
                  <a:pt x="257175" y="1571625"/>
                </a:lnTo>
                <a:lnTo>
                  <a:pt x="257175" y="1562100"/>
                </a:lnTo>
                <a:lnTo>
                  <a:pt x="266700" y="1562100"/>
                </a:lnTo>
                <a:close/>
                <a:moveTo>
                  <a:pt x="266700" y="1609725"/>
                </a:moveTo>
                <a:lnTo>
                  <a:pt x="276225" y="1609725"/>
                </a:lnTo>
                <a:lnTo>
                  <a:pt x="276225" y="1647825"/>
                </a:lnTo>
                <a:lnTo>
                  <a:pt x="266700" y="1647825"/>
                </a:lnTo>
                <a:close/>
                <a:moveTo>
                  <a:pt x="1714500" y="1609725"/>
                </a:moveTo>
                <a:lnTo>
                  <a:pt x="1733550" y="1609725"/>
                </a:lnTo>
                <a:lnTo>
                  <a:pt x="1733550" y="1619250"/>
                </a:lnTo>
                <a:lnTo>
                  <a:pt x="1714500" y="1619250"/>
                </a:lnTo>
                <a:close/>
                <a:moveTo>
                  <a:pt x="228600" y="1647825"/>
                </a:moveTo>
                <a:lnTo>
                  <a:pt x="247650" y="1647825"/>
                </a:lnTo>
                <a:lnTo>
                  <a:pt x="247650" y="1676400"/>
                </a:lnTo>
                <a:lnTo>
                  <a:pt x="238125" y="1676400"/>
                </a:lnTo>
                <a:lnTo>
                  <a:pt x="238125" y="1666875"/>
                </a:lnTo>
                <a:lnTo>
                  <a:pt x="228600" y="1666875"/>
                </a:lnTo>
                <a:close/>
                <a:moveTo>
                  <a:pt x="1085850" y="1666875"/>
                </a:moveTo>
                <a:lnTo>
                  <a:pt x="1095375" y="1666875"/>
                </a:lnTo>
                <a:lnTo>
                  <a:pt x="1095375" y="1685925"/>
                </a:lnTo>
                <a:lnTo>
                  <a:pt x="1085850" y="1685925"/>
                </a:lnTo>
                <a:close/>
                <a:moveTo>
                  <a:pt x="1724025" y="1666875"/>
                </a:moveTo>
                <a:lnTo>
                  <a:pt x="1733550" y="1666875"/>
                </a:lnTo>
                <a:lnTo>
                  <a:pt x="1733550" y="1676400"/>
                </a:lnTo>
                <a:lnTo>
                  <a:pt x="1724025" y="1676400"/>
                </a:lnTo>
                <a:close/>
                <a:moveTo>
                  <a:pt x="247650" y="1790700"/>
                </a:moveTo>
                <a:lnTo>
                  <a:pt x="257175" y="1790700"/>
                </a:lnTo>
                <a:lnTo>
                  <a:pt x="257175" y="1800225"/>
                </a:lnTo>
                <a:lnTo>
                  <a:pt x="247650" y="1800225"/>
                </a:lnTo>
                <a:close/>
                <a:moveTo>
                  <a:pt x="257175" y="1857375"/>
                </a:moveTo>
                <a:lnTo>
                  <a:pt x="266700" y="1857375"/>
                </a:lnTo>
                <a:lnTo>
                  <a:pt x="266700" y="1876425"/>
                </a:lnTo>
                <a:lnTo>
                  <a:pt x="276225" y="1876425"/>
                </a:lnTo>
                <a:lnTo>
                  <a:pt x="276225" y="1905000"/>
                </a:lnTo>
                <a:lnTo>
                  <a:pt x="266700" y="1905000"/>
                </a:lnTo>
                <a:lnTo>
                  <a:pt x="266700" y="1895475"/>
                </a:lnTo>
                <a:lnTo>
                  <a:pt x="257175" y="1895475"/>
                </a:lnTo>
                <a:lnTo>
                  <a:pt x="257175" y="1885950"/>
                </a:lnTo>
                <a:lnTo>
                  <a:pt x="247650" y="1885950"/>
                </a:lnTo>
                <a:lnTo>
                  <a:pt x="247650" y="1866900"/>
                </a:lnTo>
                <a:lnTo>
                  <a:pt x="257175" y="1866900"/>
                </a:lnTo>
                <a:close/>
                <a:moveTo>
                  <a:pt x="257175" y="1933575"/>
                </a:moveTo>
                <a:lnTo>
                  <a:pt x="266700" y="1933575"/>
                </a:lnTo>
                <a:lnTo>
                  <a:pt x="266700" y="1943100"/>
                </a:lnTo>
                <a:lnTo>
                  <a:pt x="257175" y="1943100"/>
                </a:lnTo>
                <a:close/>
                <a:moveTo>
                  <a:pt x="266700" y="1943100"/>
                </a:moveTo>
                <a:lnTo>
                  <a:pt x="276225" y="1943100"/>
                </a:lnTo>
                <a:lnTo>
                  <a:pt x="276225" y="1952625"/>
                </a:lnTo>
                <a:lnTo>
                  <a:pt x="285750" y="1952625"/>
                </a:lnTo>
                <a:lnTo>
                  <a:pt x="285750" y="1971675"/>
                </a:lnTo>
                <a:lnTo>
                  <a:pt x="276225" y="1971675"/>
                </a:lnTo>
                <a:lnTo>
                  <a:pt x="276225" y="1962150"/>
                </a:lnTo>
                <a:lnTo>
                  <a:pt x="266700" y="1962150"/>
                </a:lnTo>
                <a:lnTo>
                  <a:pt x="266700" y="1971675"/>
                </a:lnTo>
                <a:lnTo>
                  <a:pt x="276225" y="1971675"/>
                </a:lnTo>
                <a:lnTo>
                  <a:pt x="276225" y="2009775"/>
                </a:lnTo>
                <a:lnTo>
                  <a:pt x="266700" y="2009775"/>
                </a:lnTo>
                <a:lnTo>
                  <a:pt x="266700" y="2028825"/>
                </a:lnTo>
                <a:lnTo>
                  <a:pt x="257175" y="2028825"/>
                </a:lnTo>
                <a:lnTo>
                  <a:pt x="257175" y="2038350"/>
                </a:lnTo>
                <a:lnTo>
                  <a:pt x="247650" y="2038350"/>
                </a:lnTo>
                <a:lnTo>
                  <a:pt x="247650" y="1990725"/>
                </a:lnTo>
                <a:lnTo>
                  <a:pt x="238125" y="1990725"/>
                </a:lnTo>
                <a:lnTo>
                  <a:pt x="238125" y="1981200"/>
                </a:lnTo>
                <a:lnTo>
                  <a:pt x="247650" y="1981200"/>
                </a:lnTo>
                <a:lnTo>
                  <a:pt x="247650" y="1971675"/>
                </a:lnTo>
                <a:lnTo>
                  <a:pt x="257175" y="1971675"/>
                </a:lnTo>
                <a:lnTo>
                  <a:pt x="257175" y="1952625"/>
                </a:lnTo>
                <a:lnTo>
                  <a:pt x="266700" y="1952625"/>
                </a:lnTo>
                <a:close/>
                <a:moveTo>
                  <a:pt x="266700" y="2038350"/>
                </a:moveTo>
                <a:lnTo>
                  <a:pt x="276225" y="2038350"/>
                </a:lnTo>
                <a:lnTo>
                  <a:pt x="276225" y="2066925"/>
                </a:lnTo>
                <a:lnTo>
                  <a:pt x="266700" y="2066925"/>
                </a:lnTo>
                <a:close/>
                <a:moveTo>
                  <a:pt x="257175" y="2066925"/>
                </a:moveTo>
                <a:lnTo>
                  <a:pt x="266700" y="2066925"/>
                </a:lnTo>
                <a:lnTo>
                  <a:pt x="266700" y="2085975"/>
                </a:lnTo>
                <a:lnTo>
                  <a:pt x="257175" y="2085975"/>
                </a:lnTo>
                <a:close/>
                <a:moveTo>
                  <a:pt x="276225" y="2085975"/>
                </a:moveTo>
                <a:lnTo>
                  <a:pt x="285750" y="2085975"/>
                </a:lnTo>
                <a:lnTo>
                  <a:pt x="285750" y="2095500"/>
                </a:lnTo>
                <a:lnTo>
                  <a:pt x="276225" y="2095500"/>
                </a:lnTo>
                <a:close/>
                <a:moveTo>
                  <a:pt x="1704975" y="2085975"/>
                </a:moveTo>
                <a:lnTo>
                  <a:pt x="1714500" y="2085975"/>
                </a:lnTo>
                <a:lnTo>
                  <a:pt x="1714500" y="2095500"/>
                </a:lnTo>
                <a:lnTo>
                  <a:pt x="1704975" y="2095500"/>
                </a:lnTo>
                <a:close/>
                <a:moveTo>
                  <a:pt x="1333500" y="2095500"/>
                </a:moveTo>
                <a:lnTo>
                  <a:pt x="1362075" y="2095500"/>
                </a:lnTo>
                <a:lnTo>
                  <a:pt x="1362075" y="2105025"/>
                </a:lnTo>
                <a:lnTo>
                  <a:pt x="1352550" y="2105025"/>
                </a:lnTo>
                <a:lnTo>
                  <a:pt x="1352550" y="2114550"/>
                </a:lnTo>
                <a:lnTo>
                  <a:pt x="1333500" y="2114550"/>
                </a:lnTo>
                <a:close/>
                <a:moveTo>
                  <a:pt x="1390650" y="2095500"/>
                </a:moveTo>
                <a:lnTo>
                  <a:pt x="1428750" y="2095500"/>
                </a:lnTo>
                <a:lnTo>
                  <a:pt x="1428750" y="2124075"/>
                </a:lnTo>
                <a:lnTo>
                  <a:pt x="1409700" y="2124075"/>
                </a:lnTo>
                <a:lnTo>
                  <a:pt x="1409700" y="2105025"/>
                </a:lnTo>
                <a:lnTo>
                  <a:pt x="1390650" y="2105025"/>
                </a:lnTo>
                <a:close/>
                <a:moveTo>
                  <a:pt x="1438275" y="2095500"/>
                </a:moveTo>
                <a:lnTo>
                  <a:pt x="1457325" y="2095500"/>
                </a:lnTo>
                <a:lnTo>
                  <a:pt x="1457325" y="2124075"/>
                </a:lnTo>
                <a:lnTo>
                  <a:pt x="1438275" y="2124075"/>
                </a:lnTo>
                <a:close/>
                <a:moveTo>
                  <a:pt x="1533525" y="2105025"/>
                </a:moveTo>
                <a:lnTo>
                  <a:pt x="1543050" y="2105025"/>
                </a:lnTo>
                <a:lnTo>
                  <a:pt x="1543050" y="2114550"/>
                </a:lnTo>
                <a:lnTo>
                  <a:pt x="1533525" y="2114550"/>
                </a:lnTo>
                <a:close/>
                <a:moveTo>
                  <a:pt x="1371600" y="2114550"/>
                </a:moveTo>
                <a:lnTo>
                  <a:pt x="1390650" y="2114550"/>
                </a:lnTo>
                <a:lnTo>
                  <a:pt x="1390650" y="2133600"/>
                </a:lnTo>
                <a:lnTo>
                  <a:pt x="1371600" y="2133600"/>
                </a:lnTo>
                <a:close/>
                <a:moveTo>
                  <a:pt x="1190625" y="2124075"/>
                </a:moveTo>
                <a:lnTo>
                  <a:pt x="1209675" y="2124075"/>
                </a:lnTo>
                <a:lnTo>
                  <a:pt x="1209675" y="2133600"/>
                </a:lnTo>
                <a:lnTo>
                  <a:pt x="1190625" y="2133600"/>
                </a:lnTo>
                <a:close/>
                <a:moveTo>
                  <a:pt x="1457325" y="2124075"/>
                </a:moveTo>
                <a:lnTo>
                  <a:pt x="1466850" y="2124075"/>
                </a:lnTo>
                <a:lnTo>
                  <a:pt x="1466850" y="2143125"/>
                </a:lnTo>
                <a:lnTo>
                  <a:pt x="1476375" y="2143125"/>
                </a:lnTo>
                <a:lnTo>
                  <a:pt x="1476375" y="2152650"/>
                </a:lnTo>
                <a:lnTo>
                  <a:pt x="1457325" y="2152650"/>
                </a:lnTo>
                <a:close/>
                <a:moveTo>
                  <a:pt x="1295400" y="2133600"/>
                </a:moveTo>
                <a:lnTo>
                  <a:pt x="1304925" y="2133600"/>
                </a:lnTo>
                <a:lnTo>
                  <a:pt x="1304925" y="2152650"/>
                </a:lnTo>
                <a:lnTo>
                  <a:pt x="1295400" y="2152650"/>
                </a:lnTo>
                <a:close/>
                <a:moveTo>
                  <a:pt x="1200150" y="2143125"/>
                </a:moveTo>
                <a:lnTo>
                  <a:pt x="1209675" y="2143125"/>
                </a:lnTo>
                <a:lnTo>
                  <a:pt x="1209675" y="2152650"/>
                </a:lnTo>
                <a:lnTo>
                  <a:pt x="1200150" y="2152650"/>
                </a:lnTo>
                <a:close/>
                <a:moveTo>
                  <a:pt x="1219200" y="2143125"/>
                </a:moveTo>
                <a:lnTo>
                  <a:pt x="1247775" y="2143125"/>
                </a:lnTo>
                <a:lnTo>
                  <a:pt x="1247775" y="2171700"/>
                </a:lnTo>
                <a:lnTo>
                  <a:pt x="1257300" y="2171700"/>
                </a:lnTo>
                <a:lnTo>
                  <a:pt x="1257300" y="2190750"/>
                </a:lnTo>
                <a:lnTo>
                  <a:pt x="1276350" y="2190750"/>
                </a:lnTo>
                <a:lnTo>
                  <a:pt x="1276350" y="2219325"/>
                </a:lnTo>
                <a:lnTo>
                  <a:pt x="1257300" y="2219325"/>
                </a:lnTo>
                <a:lnTo>
                  <a:pt x="1257300" y="2200275"/>
                </a:lnTo>
                <a:lnTo>
                  <a:pt x="1247775" y="2200275"/>
                </a:lnTo>
                <a:lnTo>
                  <a:pt x="1247775" y="2190750"/>
                </a:lnTo>
                <a:lnTo>
                  <a:pt x="1238250" y="2190750"/>
                </a:lnTo>
                <a:lnTo>
                  <a:pt x="1238250" y="2181225"/>
                </a:lnTo>
                <a:lnTo>
                  <a:pt x="1228725" y="2181225"/>
                </a:lnTo>
                <a:lnTo>
                  <a:pt x="1228725" y="2171700"/>
                </a:lnTo>
                <a:lnTo>
                  <a:pt x="1219200" y="2171700"/>
                </a:lnTo>
                <a:lnTo>
                  <a:pt x="1219200" y="2162175"/>
                </a:lnTo>
                <a:lnTo>
                  <a:pt x="1209675" y="2162175"/>
                </a:lnTo>
                <a:lnTo>
                  <a:pt x="1209675" y="2152650"/>
                </a:lnTo>
                <a:lnTo>
                  <a:pt x="1219200" y="2152650"/>
                </a:lnTo>
                <a:close/>
                <a:moveTo>
                  <a:pt x="1714500" y="2152650"/>
                </a:moveTo>
                <a:lnTo>
                  <a:pt x="1733550" y="2152650"/>
                </a:lnTo>
                <a:lnTo>
                  <a:pt x="1733550" y="2162175"/>
                </a:lnTo>
                <a:lnTo>
                  <a:pt x="1714500" y="2162175"/>
                </a:lnTo>
                <a:close/>
                <a:moveTo>
                  <a:pt x="552450" y="2162175"/>
                </a:moveTo>
                <a:lnTo>
                  <a:pt x="561975" y="2162175"/>
                </a:lnTo>
                <a:lnTo>
                  <a:pt x="561975" y="2171700"/>
                </a:lnTo>
                <a:lnTo>
                  <a:pt x="571500" y="2171700"/>
                </a:lnTo>
                <a:lnTo>
                  <a:pt x="571500" y="2181225"/>
                </a:lnTo>
                <a:lnTo>
                  <a:pt x="542925" y="2181225"/>
                </a:lnTo>
                <a:lnTo>
                  <a:pt x="542925" y="2171700"/>
                </a:lnTo>
                <a:lnTo>
                  <a:pt x="552450" y="2171700"/>
                </a:lnTo>
                <a:close/>
                <a:moveTo>
                  <a:pt x="638175" y="2162175"/>
                </a:moveTo>
                <a:lnTo>
                  <a:pt x="685800" y="2162175"/>
                </a:lnTo>
                <a:lnTo>
                  <a:pt x="685800" y="2171700"/>
                </a:lnTo>
                <a:lnTo>
                  <a:pt x="695325" y="2171700"/>
                </a:lnTo>
                <a:lnTo>
                  <a:pt x="695325" y="2181225"/>
                </a:lnTo>
                <a:lnTo>
                  <a:pt x="676275" y="2181225"/>
                </a:lnTo>
                <a:lnTo>
                  <a:pt x="676275" y="2190750"/>
                </a:lnTo>
                <a:lnTo>
                  <a:pt x="666750" y="2190750"/>
                </a:lnTo>
                <a:lnTo>
                  <a:pt x="666750" y="2200275"/>
                </a:lnTo>
                <a:lnTo>
                  <a:pt x="647700" y="2200275"/>
                </a:lnTo>
                <a:lnTo>
                  <a:pt x="647700" y="2190750"/>
                </a:lnTo>
                <a:lnTo>
                  <a:pt x="638175" y="2190750"/>
                </a:lnTo>
                <a:lnTo>
                  <a:pt x="638175" y="2181225"/>
                </a:lnTo>
                <a:lnTo>
                  <a:pt x="628650" y="2181225"/>
                </a:lnTo>
                <a:lnTo>
                  <a:pt x="628650" y="2171700"/>
                </a:lnTo>
                <a:lnTo>
                  <a:pt x="638175" y="2171700"/>
                </a:lnTo>
                <a:close/>
                <a:moveTo>
                  <a:pt x="923925" y="2162175"/>
                </a:moveTo>
                <a:lnTo>
                  <a:pt x="933450" y="2162175"/>
                </a:lnTo>
                <a:lnTo>
                  <a:pt x="933450" y="2171700"/>
                </a:lnTo>
                <a:lnTo>
                  <a:pt x="923925" y="2171700"/>
                </a:lnTo>
                <a:close/>
                <a:moveTo>
                  <a:pt x="1066800" y="2162175"/>
                </a:moveTo>
                <a:lnTo>
                  <a:pt x="1095375" y="2162175"/>
                </a:lnTo>
                <a:lnTo>
                  <a:pt x="1095375" y="2181225"/>
                </a:lnTo>
                <a:lnTo>
                  <a:pt x="1076325" y="2181225"/>
                </a:lnTo>
                <a:lnTo>
                  <a:pt x="1076325" y="2171700"/>
                </a:lnTo>
                <a:lnTo>
                  <a:pt x="1066800" y="2171700"/>
                </a:lnTo>
                <a:close/>
                <a:moveTo>
                  <a:pt x="1114425" y="2171700"/>
                </a:moveTo>
                <a:lnTo>
                  <a:pt x="1133475" y="2171700"/>
                </a:lnTo>
                <a:lnTo>
                  <a:pt x="1133475" y="2181225"/>
                </a:lnTo>
                <a:lnTo>
                  <a:pt x="1123950" y="2181225"/>
                </a:lnTo>
                <a:lnTo>
                  <a:pt x="1123950" y="2200275"/>
                </a:lnTo>
                <a:lnTo>
                  <a:pt x="1114425" y="2200275"/>
                </a:lnTo>
                <a:lnTo>
                  <a:pt x="1114425" y="2190750"/>
                </a:lnTo>
                <a:lnTo>
                  <a:pt x="1104900" y="2190750"/>
                </a:lnTo>
                <a:lnTo>
                  <a:pt x="1104900" y="2181225"/>
                </a:lnTo>
                <a:lnTo>
                  <a:pt x="1114425" y="2181225"/>
                </a:lnTo>
                <a:close/>
                <a:moveTo>
                  <a:pt x="1419225" y="2171700"/>
                </a:moveTo>
                <a:lnTo>
                  <a:pt x="1428750" y="2171700"/>
                </a:lnTo>
                <a:lnTo>
                  <a:pt x="1428750" y="2181225"/>
                </a:lnTo>
                <a:lnTo>
                  <a:pt x="1419225" y="2181225"/>
                </a:lnTo>
                <a:close/>
                <a:moveTo>
                  <a:pt x="1600200" y="2171700"/>
                </a:moveTo>
                <a:lnTo>
                  <a:pt x="1619250" y="2171700"/>
                </a:lnTo>
                <a:lnTo>
                  <a:pt x="1619250" y="2190750"/>
                </a:lnTo>
                <a:lnTo>
                  <a:pt x="1609725" y="2190750"/>
                </a:lnTo>
                <a:lnTo>
                  <a:pt x="1609725" y="2200275"/>
                </a:lnTo>
                <a:lnTo>
                  <a:pt x="1600200" y="2200275"/>
                </a:lnTo>
                <a:lnTo>
                  <a:pt x="1600200" y="2190750"/>
                </a:lnTo>
                <a:lnTo>
                  <a:pt x="1590675" y="2190750"/>
                </a:lnTo>
                <a:lnTo>
                  <a:pt x="1590675" y="2181225"/>
                </a:lnTo>
                <a:lnTo>
                  <a:pt x="1600200" y="2181225"/>
                </a:lnTo>
                <a:close/>
                <a:moveTo>
                  <a:pt x="390525" y="2181225"/>
                </a:moveTo>
                <a:lnTo>
                  <a:pt x="409575" y="2181225"/>
                </a:lnTo>
                <a:lnTo>
                  <a:pt x="409575" y="2190750"/>
                </a:lnTo>
                <a:lnTo>
                  <a:pt x="390525" y="2190750"/>
                </a:lnTo>
                <a:close/>
                <a:moveTo>
                  <a:pt x="1362075" y="2181225"/>
                </a:moveTo>
                <a:lnTo>
                  <a:pt x="1371600" y="2181225"/>
                </a:lnTo>
                <a:lnTo>
                  <a:pt x="1371600" y="2200275"/>
                </a:lnTo>
                <a:lnTo>
                  <a:pt x="1362075" y="2200275"/>
                </a:lnTo>
                <a:close/>
                <a:moveTo>
                  <a:pt x="285750" y="2190750"/>
                </a:moveTo>
                <a:lnTo>
                  <a:pt x="314325" y="2190750"/>
                </a:lnTo>
                <a:lnTo>
                  <a:pt x="314325" y="2200275"/>
                </a:lnTo>
                <a:lnTo>
                  <a:pt x="323850" y="2200275"/>
                </a:lnTo>
                <a:lnTo>
                  <a:pt x="323850" y="2238375"/>
                </a:lnTo>
                <a:lnTo>
                  <a:pt x="314325" y="2238375"/>
                </a:lnTo>
                <a:lnTo>
                  <a:pt x="314325" y="2247900"/>
                </a:lnTo>
                <a:lnTo>
                  <a:pt x="304800" y="2247900"/>
                </a:lnTo>
                <a:lnTo>
                  <a:pt x="304800" y="2276475"/>
                </a:lnTo>
                <a:lnTo>
                  <a:pt x="295275" y="2276475"/>
                </a:lnTo>
                <a:lnTo>
                  <a:pt x="295275" y="2266950"/>
                </a:lnTo>
                <a:lnTo>
                  <a:pt x="276225" y="2266950"/>
                </a:lnTo>
                <a:lnTo>
                  <a:pt x="276225" y="2257425"/>
                </a:lnTo>
                <a:lnTo>
                  <a:pt x="285750" y="2257425"/>
                </a:lnTo>
                <a:close/>
                <a:moveTo>
                  <a:pt x="1057275" y="2190750"/>
                </a:moveTo>
                <a:lnTo>
                  <a:pt x="1076325" y="2190750"/>
                </a:lnTo>
                <a:lnTo>
                  <a:pt x="1076325" y="2200275"/>
                </a:lnTo>
                <a:lnTo>
                  <a:pt x="1057275" y="2200275"/>
                </a:lnTo>
                <a:close/>
                <a:moveTo>
                  <a:pt x="1133475" y="2190750"/>
                </a:moveTo>
                <a:lnTo>
                  <a:pt x="1162050" y="2190750"/>
                </a:lnTo>
                <a:lnTo>
                  <a:pt x="1162050" y="2209800"/>
                </a:lnTo>
                <a:lnTo>
                  <a:pt x="1152525" y="2209800"/>
                </a:lnTo>
                <a:lnTo>
                  <a:pt x="1152525" y="2219325"/>
                </a:lnTo>
                <a:lnTo>
                  <a:pt x="1143000" y="2219325"/>
                </a:lnTo>
                <a:lnTo>
                  <a:pt x="1143000" y="2238375"/>
                </a:lnTo>
                <a:lnTo>
                  <a:pt x="1133475" y="2238375"/>
                </a:lnTo>
                <a:lnTo>
                  <a:pt x="1133475" y="2247900"/>
                </a:lnTo>
                <a:lnTo>
                  <a:pt x="1123950" y="2247900"/>
                </a:lnTo>
                <a:lnTo>
                  <a:pt x="1123950" y="2257425"/>
                </a:lnTo>
                <a:lnTo>
                  <a:pt x="1133475" y="2257425"/>
                </a:lnTo>
                <a:lnTo>
                  <a:pt x="1133475" y="2247900"/>
                </a:lnTo>
                <a:lnTo>
                  <a:pt x="1143000" y="2247900"/>
                </a:lnTo>
                <a:lnTo>
                  <a:pt x="1143000" y="2238375"/>
                </a:lnTo>
                <a:lnTo>
                  <a:pt x="1152525" y="2238375"/>
                </a:lnTo>
                <a:lnTo>
                  <a:pt x="1152525" y="2247900"/>
                </a:lnTo>
                <a:lnTo>
                  <a:pt x="1162050" y="2247900"/>
                </a:lnTo>
                <a:lnTo>
                  <a:pt x="1162050" y="2266950"/>
                </a:lnTo>
                <a:lnTo>
                  <a:pt x="1143000" y="2266950"/>
                </a:lnTo>
                <a:lnTo>
                  <a:pt x="1143000" y="2276475"/>
                </a:lnTo>
                <a:lnTo>
                  <a:pt x="1123950" y="2276475"/>
                </a:lnTo>
                <a:lnTo>
                  <a:pt x="1123950" y="2266950"/>
                </a:lnTo>
                <a:lnTo>
                  <a:pt x="1095375" y="2266950"/>
                </a:lnTo>
                <a:lnTo>
                  <a:pt x="1095375" y="2276475"/>
                </a:lnTo>
                <a:lnTo>
                  <a:pt x="1085850" y="2276475"/>
                </a:lnTo>
                <a:lnTo>
                  <a:pt x="1085850" y="2266950"/>
                </a:lnTo>
                <a:lnTo>
                  <a:pt x="1047750" y="2266950"/>
                </a:lnTo>
                <a:lnTo>
                  <a:pt x="1047750" y="2247900"/>
                </a:lnTo>
                <a:lnTo>
                  <a:pt x="1066800" y="2247900"/>
                </a:lnTo>
                <a:lnTo>
                  <a:pt x="1066800" y="2257425"/>
                </a:lnTo>
                <a:lnTo>
                  <a:pt x="1085850" y="2257425"/>
                </a:lnTo>
                <a:lnTo>
                  <a:pt x="1085850" y="2247900"/>
                </a:lnTo>
                <a:lnTo>
                  <a:pt x="1095375" y="2247900"/>
                </a:lnTo>
                <a:lnTo>
                  <a:pt x="1095375" y="2238375"/>
                </a:lnTo>
                <a:lnTo>
                  <a:pt x="1104900" y="2238375"/>
                </a:lnTo>
                <a:lnTo>
                  <a:pt x="1104900" y="2228850"/>
                </a:lnTo>
                <a:lnTo>
                  <a:pt x="1114425" y="2228850"/>
                </a:lnTo>
                <a:lnTo>
                  <a:pt x="1114425" y="2219325"/>
                </a:lnTo>
                <a:lnTo>
                  <a:pt x="1123950" y="2219325"/>
                </a:lnTo>
                <a:lnTo>
                  <a:pt x="1123950" y="2209800"/>
                </a:lnTo>
                <a:lnTo>
                  <a:pt x="1133475" y="2209800"/>
                </a:lnTo>
                <a:close/>
                <a:moveTo>
                  <a:pt x="390525" y="2200275"/>
                </a:moveTo>
                <a:lnTo>
                  <a:pt x="400050" y="2200275"/>
                </a:lnTo>
                <a:lnTo>
                  <a:pt x="400050" y="2209800"/>
                </a:lnTo>
                <a:lnTo>
                  <a:pt x="390525" y="2209800"/>
                </a:lnTo>
                <a:close/>
                <a:moveTo>
                  <a:pt x="571500" y="2200275"/>
                </a:moveTo>
                <a:lnTo>
                  <a:pt x="590550" y="2200275"/>
                </a:lnTo>
                <a:lnTo>
                  <a:pt x="590550" y="2228850"/>
                </a:lnTo>
                <a:lnTo>
                  <a:pt x="581025" y="2228850"/>
                </a:lnTo>
                <a:lnTo>
                  <a:pt x="581025" y="2219325"/>
                </a:lnTo>
                <a:lnTo>
                  <a:pt x="571500" y="2219325"/>
                </a:lnTo>
                <a:close/>
                <a:moveTo>
                  <a:pt x="666750" y="2200275"/>
                </a:moveTo>
                <a:lnTo>
                  <a:pt x="676275" y="2200275"/>
                </a:lnTo>
                <a:lnTo>
                  <a:pt x="676275" y="2209800"/>
                </a:lnTo>
                <a:lnTo>
                  <a:pt x="666750" y="2209800"/>
                </a:lnTo>
                <a:close/>
                <a:moveTo>
                  <a:pt x="1466850" y="2200275"/>
                </a:moveTo>
                <a:lnTo>
                  <a:pt x="1485900" y="2200275"/>
                </a:lnTo>
                <a:lnTo>
                  <a:pt x="1485900" y="2228850"/>
                </a:lnTo>
                <a:lnTo>
                  <a:pt x="1466850" y="2228850"/>
                </a:lnTo>
                <a:close/>
                <a:moveTo>
                  <a:pt x="771525" y="2209800"/>
                </a:moveTo>
                <a:lnTo>
                  <a:pt x="790575" y="2209800"/>
                </a:lnTo>
                <a:lnTo>
                  <a:pt x="790575" y="2228850"/>
                </a:lnTo>
                <a:lnTo>
                  <a:pt x="771525" y="2228850"/>
                </a:lnTo>
                <a:close/>
                <a:moveTo>
                  <a:pt x="981075" y="2209800"/>
                </a:moveTo>
                <a:lnTo>
                  <a:pt x="1009650" y="2209800"/>
                </a:lnTo>
                <a:lnTo>
                  <a:pt x="1009650" y="2219325"/>
                </a:lnTo>
                <a:lnTo>
                  <a:pt x="1019175" y="2219325"/>
                </a:lnTo>
                <a:lnTo>
                  <a:pt x="1019175" y="2238375"/>
                </a:lnTo>
                <a:lnTo>
                  <a:pt x="1028700" y="2238375"/>
                </a:lnTo>
                <a:lnTo>
                  <a:pt x="1028700" y="2257425"/>
                </a:lnTo>
                <a:lnTo>
                  <a:pt x="1009650" y="2257425"/>
                </a:lnTo>
                <a:lnTo>
                  <a:pt x="1009650" y="2266950"/>
                </a:lnTo>
                <a:lnTo>
                  <a:pt x="990600" y="2266950"/>
                </a:lnTo>
                <a:lnTo>
                  <a:pt x="990600" y="2257425"/>
                </a:lnTo>
                <a:lnTo>
                  <a:pt x="1000125" y="2257425"/>
                </a:lnTo>
                <a:lnTo>
                  <a:pt x="1000125" y="2238375"/>
                </a:lnTo>
                <a:lnTo>
                  <a:pt x="990600" y="2238375"/>
                </a:lnTo>
                <a:lnTo>
                  <a:pt x="990600" y="2228850"/>
                </a:lnTo>
                <a:lnTo>
                  <a:pt x="971550" y="2228850"/>
                </a:lnTo>
                <a:lnTo>
                  <a:pt x="971550" y="2219325"/>
                </a:lnTo>
                <a:lnTo>
                  <a:pt x="981075" y="2219325"/>
                </a:lnTo>
                <a:close/>
                <a:moveTo>
                  <a:pt x="1343025" y="2209800"/>
                </a:moveTo>
                <a:lnTo>
                  <a:pt x="1352550" y="2209800"/>
                </a:lnTo>
                <a:lnTo>
                  <a:pt x="1352550" y="2219325"/>
                </a:lnTo>
                <a:lnTo>
                  <a:pt x="1343025" y="2219325"/>
                </a:lnTo>
                <a:close/>
                <a:moveTo>
                  <a:pt x="1381125" y="2209800"/>
                </a:moveTo>
                <a:lnTo>
                  <a:pt x="1400175" y="2209800"/>
                </a:lnTo>
                <a:lnTo>
                  <a:pt x="1400175" y="2219325"/>
                </a:lnTo>
                <a:lnTo>
                  <a:pt x="1381125" y="2219325"/>
                </a:lnTo>
                <a:close/>
                <a:moveTo>
                  <a:pt x="1571625" y="2209800"/>
                </a:moveTo>
                <a:lnTo>
                  <a:pt x="1581150" y="2209800"/>
                </a:lnTo>
                <a:lnTo>
                  <a:pt x="1581150" y="2219325"/>
                </a:lnTo>
                <a:lnTo>
                  <a:pt x="1590675" y="2219325"/>
                </a:lnTo>
                <a:lnTo>
                  <a:pt x="1590675" y="2228850"/>
                </a:lnTo>
                <a:lnTo>
                  <a:pt x="1600200" y="2228850"/>
                </a:lnTo>
                <a:lnTo>
                  <a:pt x="1600200" y="2257425"/>
                </a:lnTo>
                <a:lnTo>
                  <a:pt x="1590675" y="2257425"/>
                </a:lnTo>
                <a:lnTo>
                  <a:pt x="1590675" y="2238375"/>
                </a:lnTo>
                <a:lnTo>
                  <a:pt x="1552575" y="2238375"/>
                </a:lnTo>
                <a:lnTo>
                  <a:pt x="1552575" y="2228850"/>
                </a:lnTo>
                <a:lnTo>
                  <a:pt x="1562100" y="2228850"/>
                </a:lnTo>
                <a:lnTo>
                  <a:pt x="1562100" y="2219325"/>
                </a:lnTo>
                <a:lnTo>
                  <a:pt x="1571625" y="2219325"/>
                </a:lnTo>
                <a:close/>
                <a:moveTo>
                  <a:pt x="361950" y="2219325"/>
                </a:moveTo>
                <a:lnTo>
                  <a:pt x="371475" y="2219325"/>
                </a:lnTo>
                <a:lnTo>
                  <a:pt x="371475" y="2247900"/>
                </a:lnTo>
                <a:lnTo>
                  <a:pt x="361950" y="2247900"/>
                </a:lnTo>
                <a:lnTo>
                  <a:pt x="361950" y="2266950"/>
                </a:lnTo>
                <a:lnTo>
                  <a:pt x="371475" y="2266950"/>
                </a:lnTo>
                <a:lnTo>
                  <a:pt x="371475" y="2276475"/>
                </a:lnTo>
                <a:lnTo>
                  <a:pt x="352425" y="2276475"/>
                </a:lnTo>
                <a:lnTo>
                  <a:pt x="352425" y="2266950"/>
                </a:lnTo>
                <a:lnTo>
                  <a:pt x="342900" y="2266950"/>
                </a:lnTo>
                <a:lnTo>
                  <a:pt x="342900" y="2257425"/>
                </a:lnTo>
                <a:lnTo>
                  <a:pt x="352425" y="2257425"/>
                </a:lnTo>
                <a:lnTo>
                  <a:pt x="352425" y="2228850"/>
                </a:lnTo>
                <a:lnTo>
                  <a:pt x="361950" y="2228850"/>
                </a:lnTo>
                <a:close/>
                <a:moveTo>
                  <a:pt x="476250" y="2219325"/>
                </a:moveTo>
                <a:lnTo>
                  <a:pt x="504825" y="2219325"/>
                </a:lnTo>
                <a:lnTo>
                  <a:pt x="504825" y="2228850"/>
                </a:lnTo>
                <a:lnTo>
                  <a:pt x="476250" y="2228850"/>
                </a:lnTo>
                <a:close/>
                <a:moveTo>
                  <a:pt x="638175" y="2228850"/>
                </a:moveTo>
                <a:lnTo>
                  <a:pt x="647700" y="2228850"/>
                </a:lnTo>
                <a:lnTo>
                  <a:pt x="647700" y="2238375"/>
                </a:lnTo>
                <a:lnTo>
                  <a:pt x="638175" y="2238375"/>
                </a:lnTo>
                <a:close/>
                <a:moveTo>
                  <a:pt x="942975" y="2228850"/>
                </a:moveTo>
                <a:lnTo>
                  <a:pt x="952500" y="2228850"/>
                </a:lnTo>
                <a:lnTo>
                  <a:pt x="952500" y="2238375"/>
                </a:lnTo>
                <a:lnTo>
                  <a:pt x="942975" y="2238375"/>
                </a:lnTo>
                <a:close/>
                <a:moveTo>
                  <a:pt x="1247775" y="2228850"/>
                </a:moveTo>
                <a:lnTo>
                  <a:pt x="1257300" y="2228850"/>
                </a:lnTo>
                <a:lnTo>
                  <a:pt x="1257300" y="2238375"/>
                </a:lnTo>
                <a:lnTo>
                  <a:pt x="1266825" y="2238375"/>
                </a:lnTo>
                <a:lnTo>
                  <a:pt x="1266825" y="2257425"/>
                </a:lnTo>
                <a:lnTo>
                  <a:pt x="1257300" y="2257425"/>
                </a:lnTo>
                <a:lnTo>
                  <a:pt x="1257300" y="2266950"/>
                </a:lnTo>
                <a:lnTo>
                  <a:pt x="1247775" y="2266950"/>
                </a:lnTo>
                <a:lnTo>
                  <a:pt x="1247775" y="2276475"/>
                </a:lnTo>
                <a:lnTo>
                  <a:pt x="1238250" y="2276475"/>
                </a:lnTo>
                <a:lnTo>
                  <a:pt x="1238250" y="2247900"/>
                </a:lnTo>
                <a:lnTo>
                  <a:pt x="1247775" y="2247900"/>
                </a:lnTo>
                <a:close/>
                <a:moveTo>
                  <a:pt x="1333500" y="2228850"/>
                </a:moveTo>
                <a:lnTo>
                  <a:pt x="1362075" y="2228850"/>
                </a:lnTo>
                <a:lnTo>
                  <a:pt x="1362075" y="2238375"/>
                </a:lnTo>
                <a:lnTo>
                  <a:pt x="1352550" y="2238375"/>
                </a:lnTo>
                <a:lnTo>
                  <a:pt x="1352550" y="2247900"/>
                </a:lnTo>
                <a:lnTo>
                  <a:pt x="1343025" y="2247900"/>
                </a:lnTo>
                <a:lnTo>
                  <a:pt x="1343025" y="2238375"/>
                </a:lnTo>
                <a:lnTo>
                  <a:pt x="1333500" y="2238375"/>
                </a:lnTo>
                <a:close/>
                <a:moveTo>
                  <a:pt x="1200150" y="2238375"/>
                </a:moveTo>
                <a:lnTo>
                  <a:pt x="1209675" y="2238375"/>
                </a:lnTo>
                <a:lnTo>
                  <a:pt x="1209675" y="2247900"/>
                </a:lnTo>
                <a:lnTo>
                  <a:pt x="1228725" y="2247900"/>
                </a:lnTo>
                <a:lnTo>
                  <a:pt x="1228725" y="2257425"/>
                </a:lnTo>
                <a:lnTo>
                  <a:pt x="1209675" y="2257425"/>
                </a:lnTo>
                <a:lnTo>
                  <a:pt x="1209675" y="2266950"/>
                </a:lnTo>
                <a:lnTo>
                  <a:pt x="1200150" y="2266950"/>
                </a:lnTo>
                <a:close/>
                <a:moveTo>
                  <a:pt x="1438275" y="2247900"/>
                </a:moveTo>
                <a:lnTo>
                  <a:pt x="1447800" y="2247900"/>
                </a:lnTo>
                <a:lnTo>
                  <a:pt x="1447800" y="2266950"/>
                </a:lnTo>
                <a:lnTo>
                  <a:pt x="1438275" y="2266950"/>
                </a:lnTo>
                <a:close/>
                <a:moveTo>
                  <a:pt x="1514475" y="2247900"/>
                </a:moveTo>
                <a:lnTo>
                  <a:pt x="1524000" y="2247900"/>
                </a:lnTo>
                <a:lnTo>
                  <a:pt x="1524000" y="2266950"/>
                </a:lnTo>
                <a:lnTo>
                  <a:pt x="1514475" y="2266950"/>
                </a:lnTo>
                <a:close/>
                <a:moveTo>
                  <a:pt x="962025" y="2257425"/>
                </a:moveTo>
                <a:lnTo>
                  <a:pt x="971550" y="2257425"/>
                </a:lnTo>
                <a:lnTo>
                  <a:pt x="971550" y="2266950"/>
                </a:lnTo>
                <a:lnTo>
                  <a:pt x="990600" y="2266950"/>
                </a:lnTo>
                <a:lnTo>
                  <a:pt x="990600" y="2276475"/>
                </a:lnTo>
                <a:lnTo>
                  <a:pt x="962025" y="2276475"/>
                </a:lnTo>
                <a:close/>
                <a:moveTo>
                  <a:pt x="1371600" y="2257425"/>
                </a:moveTo>
                <a:lnTo>
                  <a:pt x="1390650" y="2257425"/>
                </a:lnTo>
                <a:lnTo>
                  <a:pt x="1390650" y="2276475"/>
                </a:lnTo>
                <a:lnTo>
                  <a:pt x="1371600" y="2276475"/>
                </a:lnTo>
                <a:close/>
                <a:moveTo>
                  <a:pt x="1019175" y="2266950"/>
                </a:moveTo>
                <a:lnTo>
                  <a:pt x="1038225" y="2266950"/>
                </a:lnTo>
                <a:lnTo>
                  <a:pt x="1038225" y="2276475"/>
                </a:lnTo>
                <a:lnTo>
                  <a:pt x="1019175" y="2276475"/>
                </a:lnTo>
                <a:close/>
                <a:moveTo>
                  <a:pt x="1181100" y="2266950"/>
                </a:moveTo>
                <a:lnTo>
                  <a:pt x="1190625" y="2266950"/>
                </a:lnTo>
                <a:lnTo>
                  <a:pt x="1190625" y="2276475"/>
                </a:lnTo>
                <a:lnTo>
                  <a:pt x="1181100" y="2276475"/>
                </a:lnTo>
                <a:close/>
                <a:moveTo>
                  <a:pt x="304800" y="2276475"/>
                </a:moveTo>
                <a:lnTo>
                  <a:pt x="314325" y="2276475"/>
                </a:lnTo>
                <a:lnTo>
                  <a:pt x="314325" y="2286000"/>
                </a:lnTo>
                <a:lnTo>
                  <a:pt x="304800" y="2286000"/>
                </a:lnTo>
                <a:close/>
                <a:moveTo>
                  <a:pt x="857250" y="2276475"/>
                </a:moveTo>
                <a:lnTo>
                  <a:pt x="866775" y="2276475"/>
                </a:lnTo>
                <a:lnTo>
                  <a:pt x="866775" y="2295525"/>
                </a:lnTo>
                <a:lnTo>
                  <a:pt x="857250" y="2295525"/>
                </a:lnTo>
                <a:close/>
                <a:moveTo>
                  <a:pt x="933450" y="2276475"/>
                </a:moveTo>
                <a:lnTo>
                  <a:pt x="942975" y="2276475"/>
                </a:lnTo>
                <a:lnTo>
                  <a:pt x="942975" y="2286000"/>
                </a:lnTo>
                <a:lnTo>
                  <a:pt x="952500" y="2286000"/>
                </a:lnTo>
                <a:lnTo>
                  <a:pt x="952500" y="2295525"/>
                </a:lnTo>
                <a:lnTo>
                  <a:pt x="933450" y="2295525"/>
                </a:lnTo>
                <a:close/>
                <a:moveTo>
                  <a:pt x="1009650" y="2276475"/>
                </a:moveTo>
                <a:lnTo>
                  <a:pt x="1019175" y="2276475"/>
                </a:lnTo>
                <a:lnTo>
                  <a:pt x="1019175" y="2286000"/>
                </a:lnTo>
                <a:lnTo>
                  <a:pt x="1028700" y="2286000"/>
                </a:lnTo>
                <a:lnTo>
                  <a:pt x="1028700" y="2295525"/>
                </a:lnTo>
                <a:lnTo>
                  <a:pt x="1038225" y="2295525"/>
                </a:lnTo>
                <a:lnTo>
                  <a:pt x="1038225" y="2305050"/>
                </a:lnTo>
                <a:lnTo>
                  <a:pt x="1047750" y="2305050"/>
                </a:lnTo>
                <a:lnTo>
                  <a:pt x="1047750" y="2295525"/>
                </a:lnTo>
                <a:lnTo>
                  <a:pt x="1085850" y="2295525"/>
                </a:lnTo>
                <a:lnTo>
                  <a:pt x="1085850" y="2286000"/>
                </a:lnTo>
                <a:lnTo>
                  <a:pt x="1114425" y="2286000"/>
                </a:lnTo>
                <a:lnTo>
                  <a:pt x="1114425" y="2305050"/>
                </a:lnTo>
                <a:lnTo>
                  <a:pt x="1104900" y="2305050"/>
                </a:lnTo>
                <a:lnTo>
                  <a:pt x="1104900" y="2314575"/>
                </a:lnTo>
                <a:lnTo>
                  <a:pt x="1095375" y="2314575"/>
                </a:lnTo>
                <a:lnTo>
                  <a:pt x="1095375" y="2324100"/>
                </a:lnTo>
                <a:lnTo>
                  <a:pt x="1085850" y="2324100"/>
                </a:lnTo>
                <a:lnTo>
                  <a:pt x="1085850" y="2305050"/>
                </a:lnTo>
                <a:lnTo>
                  <a:pt x="1076325" y="2305050"/>
                </a:lnTo>
                <a:lnTo>
                  <a:pt x="1076325" y="2324100"/>
                </a:lnTo>
                <a:lnTo>
                  <a:pt x="1066800" y="2324100"/>
                </a:lnTo>
                <a:lnTo>
                  <a:pt x="1066800" y="2305050"/>
                </a:lnTo>
                <a:lnTo>
                  <a:pt x="1047750" y="2305050"/>
                </a:lnTo>
                <a:lnTo>
                  <a:pt x="1047750" y="2324100"/>
                </a:lnTo>
                <a:lnTo>
                  <a:pt x="1038225" y="2324100"/>
                </a:lnTo>
                <a:lnTo>
                  <a:pt x="1038225" y="2333625"/>
                </a:lnTo>
                <a:lnTo>
                  <a:pt x="1009650" y="2333625"/>
                </a:lnTo>
                <a:lnTo>
                  <a:pt x="1009650" y="2324100"/>
                </a:lnTo>
                <a:lnTo>
                  <a:pt x="1019175" y="2324100"/>
                </a:lnTo>
                <a:lnTo>
                  <a:pt x="1019175" y="2314575"/>
                </a:lnTo>
                <a:lnTo>
                  <a:pt x="990600" y="2314575"/>
                </a:lnTo>
                <a:lnTo>
                  <a:pt x="990600" y="2333625"/>
                </a:lnTo>
                <a:lnTo>
                  <a:pt x="971550" y="2333625"/>
                </a:lnTo>
                <a:lnTo>
                  <a:pt x="971550" y="2314575"/>
                </a:lnTo>
                <a:lnTo>
                  <a:pt x="981075" y="2314575"/>
                </a:lnTo>
                <a:lnTo>
                  <a:pt x="981075" y="2295525"/>
                </a:lnTo>
                <a:lnTo>
                  <a:pt x="1009650" y="2295525"/>
                </a:lnTo>
                <a:close/>
                <a:moveTo>
                  <a:pt x="1257300" y="2276475"/>
                </a:moveTo>
                <a:lnTo>
                  <a:pt x="1266825" y="2276475"/>
                </a:lnTo>
                <a:lnTo>
                  <a:pt x="1266825" y="2286000"/>
                </a:lnTo>
                <a:lnTo>
                  <a:pt x="1276350" y="2286000"/>
                </a:lnTo>
                <a:lnTo>
                  <a:pt x="1276350" y="2314575"/>
                </a:lnTo>
                <a:lnTo>
                  <a:pt x="1228725" y="2314575"/>
                </a:lnTo>
                <a:lnTo>
                  <a:pt x="1228725" y="2324100"/>
                </a:lnTo>
                <a:lnTo>
                  <a:pt x="1219200" y="2324100"/>
                </a:lnTo>
                <a:lnTo>
                  <a:pt x="1219200" y="2343150"/>
                </a:lnTo>
                <a:lnTo>
                  <a:pt x="1209675" y="2343150"/>
                </a:lnTo>
                <a:lnTo>
                  <a:pt x="1209675" y="2352675"/>
                </a:lnTo>
                <a:lnTo>
                  <a:pt x="1190625" y="2352675"/>
                </a:lnTo>
                <a:lnTo>
                  <a:pt x="1190625" y="2343150"/>
                </a:lnTo>
                <a:lnTo>
                  <a:pt x="1181100" y="2343150"/>
                </a:lnTo>
                <a:lnTo>
                  <a:pt x="1181100" y="2333625"/>
                </a:lnTo>
                <a:lnTo>
                  <a:pt x="1171575" y="2333625"/>
                </a:lnTo>
                <a:lnTo>
                  <a:pt x="1171575" y="2324100"/>
                </a:lnTo>
                <a:lnTo>
                  <a:pt x="1162050" y="2324100"/>
                </a:lnTo>
                <a:lnTo>
                  <a:pt x="1162050" y="2314575"/>
                </a:lnTo>
                <a:lnTo>
                  <a:pt x="1133475" y="2314575"/>
                </a:lnTo>
                <a:lnTo>
                  <a:pt x="1133475" y="2295525"/>
                </a:lnTo>
                <a:lnTo>
                  <a:pt x="1143000" y="2295525"/>
                </a:lnTo>
                <a:lnTo>
                  <a:pt x="1143000" y="2286000"/>
                </a:lnTo>
                <a:lnTo>
                  <a:pt x="1171575" y="2286000"/>
                </a:lnTo>
                <a:lnTo>
                  <a:pt x="1171575" y="2295525"/>
                </a:lnTo>
                <a:lnTo>
                  <a:pt x="1181100" y="2295525"/>
                </a:lnTo>
                <a:lnTo>
                  <a:pt x="1181100" y="2314575"/>
                </a:lnTo>
                <a:lnTo>
                  <a:pt x="1219200" y="2314575"/>
                </a:lnTo>
                <a:lnTo>
                  <a:pt x="1219200" y="2305050"/>
                </a:lnTo>
                <a:lnTo>
                  <a:pt x="1190625" y="2305050"/>
                </a:lnTo>
                <a:lnTo>
                  <a:pt x="1190625" y="2286000"/>
                </a:lnTo>
                <a:lnTo>
                  <a:pt x="1200150" y="2286000"/>
                </a:lnTo>
                <a:lnTo>
                  <a:pt x="1200150" y="2295525"/>
                </a:lnTo>
                <a:lnTo>
                  <a:pt x="1219200" y="2295525"/>
                </a:lnTo>
                <a:lnTo>
                  <a:pt x="1219200" y="2305050"/>
                </a:lnTo>
                <a:lnTo>
                  <a:pt x="1228725" y="2305050"/>
                </a:lnTo>
                <a:lnTo>
                  <a:pt x="1228725" y="2295525"/>
                </a:lnTo>
                <a:lnTo>
                  <a:pt x="1247775" y="2295525"/>
                </a:lnTo>
                <a:lnTo>
                  <a:pt x="1247775" y="2305050"/>
                </a:lnTo>
                <a:lnTo>
                  <a:pt x="1266825" y="2305050"/>
                </a:lnTo>
                <a:lnTo>
                  <a:pt x="1266825" y="2295525"/>
                </a:lnTo>
                <a:lnTo>
                  <a:pt x="1257300" y="2295525"/>
                </a:lnTo>
                <a:close/>
                <a:moveTo>
                  <a:pt x="1666875" y="2276475"/>
                </a:moveTo>
                <a:lnTo>
                  <a:pt x="1704975" y="2276475"/>
                </a:lnTo>
                <a:lnTo>
                  <a:pt x="1704975" y="2286000"/>
                </a:lnTo>
                <a:lnTo>
                  <a:pt x="1733550" y="2286000"/>
                </a:lnTo>
                <a:lnTo>
                  <a:pt x="1733550" y="2276475"/>
                </a:lnTo>
                <a:lnTo>
                  <a:pt x="1743075" y="2276475"/>
                </a:lnTo>
                <a:lnTo>
                  <a:pt x="1743075" y="2286000"/>
                </a:lnTo>
                <a:lnTo>
                  <a:pt x="1762125" y="2286000"/>
                </a:lnTo>
                <a:lnTo>
                  <a:pt x="1762125" y="2324100"/>
                </a:lnTo>
                <a:lnTo>
                  <a:pt x="1771650" y="2324100"/>
                </a:lnTo>
                <a:lnTo>
                  <a:pt x="1771650" y="2333625"/>
                </a:lnTo>
                <a:lnTo>
                  <a:pt x="1752600" y="2333625"/>
                </a:lnTo>
                <a:lnTo>
                  <a:pt x="1752600" y="2324100"/>
                </a:lnTo>
                <a:lnTo>
                  <a:pt x="1743075" y="2324100"/>
                </a:lnTo>
                <a:lnTo>
                  <a:pt x="1743075" y="2314575"/>
                </a:lnTo>
                <a:lnTo>
                  <a:pt x="1733550" y="2314575"/>
                </a:lnTo>
                <a:lnTo>
                  <a:pt x="1733550" y="2305050"/>
                </a:lnTo>
                <a:lnTo>
                  <a:pt x="1714500" y="2305050"/>
                </a:lnTo>
                <a:lnTo>
                  <a:pt x="1714500" y="2295525"/>
                </a:lnTo>
                <a:lnTo>
                  <a:pt x="1695450" y="2295525"/>
                </a:lnTo>
                <a:lnTo>
                  <a:pt x="1695450" y="2305050"/>
                </a:lnTo>
                <a:lnTo>
                  <a:pt x="1676400" y="2305050"/>
                </a:lnTo>
                <a:lnTo>
                  <a:pt x="1676400" y="2295525"/>
                </a:lnTo>
                <a:lnTo>
                  <a:pt x="1666875" y="2295525"/>
                </a:lnTo>
                <a:close/>
                <a:moveTo>
                  <a:pt x="1400175" y="2286000"/>
                </a:moveTo>
                <a:lnTo>
                  <a:pt x="1419225" y="2286000"/>
                </a:lnTo>
                <a:lnTo>
                  <a:pt x="1419225" y="2305050"/>
                </a:lnTo>
                <a:lnTo>
                  <a:pt x="1400175" y="2305050"/>
                </a:lnTo>
                <a:close/>
                <a:moveTo>
                  <a:pt x="1447800" y="2286000"/>
                </a:moveTo>
                <a:lnTo>
                  <a:pt x="1466850" y="2286000"/>
                </a:lnTo>
                <a:lnTo>
                  <a:pt x="1466850" y="2305050"/>
                </a:lnTo>
                <a:lnTo>
                  <a:pt x="1457325" y="2305050"/>
                </a:lnTo>
                <a:lnTo>
                  <a:pt x="1457325" y="2295525"/>
                </a:lnTo>
                <a:lnTo>
                  <a:pt x="1447800" y="2295525"/>
                </a:lnTo>
                <a:close/>
                <a:moveTo>
                  <a:pt x="962025" y="2295525"/>
                </a:moveTo>
                <a:lnTo>
                  <a:pt x="971550" y="2295525"/>
                </a:lnTo>
                <a:lnTo>
                  <a:pt x="971550" y="2305050"/>
                </a:lnTo>
                <a:lnTo>
                  <a:pt x="962025" y="2305050"/>
                </a:lnTo>
                <a:close/>
                <a:moveTo>
                  <a:pt x="847725" y="2333625"/>
                </a:moveTo>
                <a:lnTo>
                  <a:pt x="876300" y="2333625"/>
                </a:lnTo>
                <a:lnTo>
                  <a:pt x="876300" y="2352675"/>
                </a:lnTo>
                <a:lnTo>
                  <a:pt x="847725" y="2352675"/>
                </a:lnTo>
                <a:close/>
                <a:moveTo>
                  <a:pt x="1143000" y="2333625"/>
                </a:moveTo>
                <a:lnTo>
                  <a:pt x="1152525" y="2333625"/>
                </a:lnTo>
                <a:lnTo>
                  <a:pt x="1152525" y="2352675"/>
                </a:lnTo>
                <a:lnTo>
                  <a:pt x="1133475" y="2352675"/>
                </a:lnTo>
                <a:lnTo>
                  <a:pt x="1133475" y="2343150"/>
                </a:lnTo>
                <a:lnTo>
                  <a:pt x="1143000" y="2343150"/>
                </a:lnTo>
                <a:close/>
                <a:moveTo>
                  <a:pt x="276225" y="2352675"/>
                </a:moveTo>
                <a:lnTo>
                  <a:pt x="295275" y="2352675"/>
                </a:lnTo>
                <a:lnTo>
                  <a:pt x="295275" y="2362200"/>
                </a:lnTo>
                <a:lnTo>
                  <a:pt x="352425" y="2362200"/>
                </a:lnTo>
                <a:lnTo>
                  <a:pt x="352425" y="2371725"/>
                </a:lnTo>
                <a:lnTo>
                  <a:pt x="361950" y="2371725"/>
                </a:lnTo>
                <a:lnTo>
                  <a:pt x="361950" y="2381250"/>
                </a:lnTo>
                <a:lnTo>
                  <a:pt x="352425" y="2381250"/>
                </a:lnTo>
                <a:lnTo>
                  <a:pt x="352425" y="2390775"/>
                </a:lnTo>
                <a:lnTo>
                  <a:pt x="342900" y="2390775"/>
                </a:lnTo>
                <a:lnTo>
                  <a:pt x="342900" y="2400300"/>
                </a:lnTo>
                <a:lnTo>
                  <a:pt x="333375" y="2400300"/>
                </a:lnTo>
                <a:lnTo>
                  <a:pt x="333375" y="2409825"/>
                </a:lnTo>
                <a:lnTo>
                  <a:pt x="295275" y="2409825"/>
                </a:lnTo>
                <a:lnTo>
                  <a:pt x="295275" y="2400300"/>
                </a:lnTo>
                <a:lnTo>
                  <a:pt x="304800" y="2400300"/>
                </a:lnTo>
                <a:lnTo>
                  <a:pt x="304800" y="2381250"/>
                </a:lnTo>
                <a:lnTo>
                  <a:pt x="295275" y="2381250"/>
                </a:lnTo>
                <a:lnTo>
                  <a:pt x="295275" y="2371725"/>
                </a:lnTo>
                <a:lnTo>
                  <a:pt x="285750" y="2371725"/>
                </a:lnTo>
                <a:lnTo>
                  <a:pt x="285750" y="2362200"/>
                </a:lnTo>
                <a:lnTo>
                  <a:pt x="276225" y="2362200"/>
                </a:lnTo>
                <a:close/>
                <a:moveTo>
                  <a:pt x="400050" y="2371725"/>
                </a:moveTo>
                <a:lnTo>
                  <a:pt x="409575" y="2371725"/>
                </a:lnTo>
                <a:lnTo>
                  <a:pt x="409575" y="2381250"/>
                </a:lnTo>
                <a:lnTo>
                  <a:pt x="400050" y="2381250"/>
                </a:lnTo>
                <a:close/>
                <a:moveTo>
                  <a:pt x="381000" y="2381250"/>
                </a:moveTo>
                <a:lnTo>
                  <a:pt x="400050" y="2381250"/>
                </a:lnTo>
                <a:lnTo>
                  <a:pt x="400050" y="2390775"/>
                </a:lnTo>
                <a:lnTo>
                  <a:pt x="381000" y="2390775"/>
                </a:lnTo>
                <a:close/>
                <a:moveTo>
                  <a:pt x="762000" y="2381250"/>
                </a:moveTo>
                <a:lnTo>
                  <a:pt x="790575" y="2381250"/>
                </a:lnTo>
                <a:lnTo>
                  <a:pt x="790575" y="2400300"/>
                </a:lnTo>
                <a:lnTo>
                  <a:pt x="781050" y="2400300"/>
                </a:lnTo>
                <a:lnTo>
                  <a:pt x="781050" y="2409825"/>
                </a:lnTo>
                <a:lnTo>
                  <a:pt x="752475" y="2409825"/>
                </a:lnTo>
                <a:lnTo>
                  <a:pt x="752475" y="2390775"/>
                </a:lnTo>
                <a:lnTo>
                  <a:pt x="762000" y="2390775"/>
                </a:lnTo>
                <a:close/>
                <a:moveTo>
                  <a:pt x="1133475" y="2381250"/>
                </a:moveTo>
                <a:lnTo>
                  <a:pt x="1162050" y="2381250"/>
                </a:lnTo>
                <a:lnTo>
                  <a:pt x="1162050" y="2390775"/>
                </a:lnTo>
                <a:lnTo>
                  <a:pt x="1171575" y="2390775"/>
                </a:lnTo>
                <a:lnTo>
                  <a:pt x="1171575" y="2400300"/>
                </a:lnTo>
                <a:lnTo>
                  <a:pt x="1152525" y="2400300"/>
                </a:lnTo>
                <a:lnTo>
                  <a:pt x="1152525" y="2409825"/>
                </a:lnTo>
                <a:lnTo>
                  <a:pt x="1133475" y="2409825"/>
                </a:lnTo>
                <a:close/>
                <a:moveTo>
                  <a:pt x="685800" y="2419350"/>
                </a:moveTo>
                <a:lnTo>
                  <a:pt x="704850" y="2419350"/>
                </a:lnTo>
                <a:lnTo>
                  <a:pt x="704850" y="2428875"/>
                </a:lnTo>
                <a:lnTo>
                  <a:pt x="714375" y="2428875"/>
                </a:lnTo>
                <a:lnTo>
                  <a:pt x="714375" y="2438400"/>
                </a:lnTo>
                <a:lnTo>
                  <a:pt x="685800" y="2438400"/>
                </a:lnTo>
                <a:close/>
                <a:moveTo>
                  <a:pt x="762000" y="2438400"/>
                </a:moveTo>
                <a:lnTo>
                  <a:pt x="771525" y="2438400"/>
                </a:lnTo>
                <a:lnTo>
                  <a:pt x="771525" y="2447925"/>
                </a:lnTo>
                <a:lnTo>
                  <a:pt x="762000" y="2447925"/>
                </a:lnTo>
                <a:close/>
                <a:moveTo>
                  <a:pt x="1152525" y="2438400"/>
                </a:moveTo>
                <a:lnTo>
                  <a:pt x="1171575" y="2438400"/>
                </a:lnTo>
                <a:lnTo>
                  <a:pt x="1171575" y="2457450"/>
                </a:lnTo>
                <a:lnTo>
                  <a:pt x="1162050" y="2457450"/>
                </a:lnTo>
                <a:lnTo>
                  <a:pt x="1162050" y="2447925"/>
                </a:lnTo>
                <a:lnTo>
                  <a:pt x="1152525" y="2447925"/>
                </a:lnTo>
                <a:close/>
                <a:moveTo>
                  <a:pt x="790575" y="2457450"/>
                </a:moveTo>
                <a:lnTo>
                  <a:pt x="800100" y="2457450"/>
                </a:lnTo>
                <a:lnTo>
                  <a:pt x="800100" y="2466975"/>
                </a:lnTo>
                <a:lnTo>
                  <a:pt x="790575" y="2466975"/>
                </a:lnTo>
                <a:close/>
                <a:moveTo>
                  <a:pt x="895350" y="2457450"/>
                </a:moveTo>
                <a:lnTo>
                  <a:pt x="914400" y="2457450"/>
                </a:lnTo>
                <a:lnTo>
                  <a:pt x="914400" y="2466975"/>
                </a:lnTo>
                <a:lnTo>
                  <a:pt x="895350" y="2466975"/>
                </a:lnTo>
                <a:close/>
                <a:moveTo>
                  <a:pt x="1143000" y="2457450"/>
                </a:moveTo>
                <a:lnTo>
                  <a:pt x="1152525" y="2457450"/>
                </a:lnTo>
                <a:lnTo>
                  <a:pt x="1152525" y="2486025"/>
                </a:lnTo>
                <a:lnTo>
                  <a:pt x="1123950" y="2486025"/>
                </a:lnTo>
                <a:lnTo>
                  <a:pt x="1123950" y="2476500"/>
                </a:lnTo>
                <a:lnTo>
                  <a:pt x="1133475" y="2476500"/>
                </a:lnTo>
                <a:lnTo>
                  <a:pt x="1133475" y="2466975"/>
                </a:lnTo>
                <a:lnTo>
                  <a:pt x="1143000" y="2466975"/>
                </a:lnTo>
                <a:close/>
                <a:moveTo>
                  <a:pt x="1781175" y="2457450"/>
                </a:moveTo>
                <a:lnTo>
                  <a:pt x="1790700" y="2457450"/>
                </a:lnTo>
                <a:lnTo>
                  <a:pt x="1790700" y="2524125"/>
                </a:lnTo>
                <a:lnTo>
                  <a:pt x="1800225" y="2524125"/>
                </a:lnTo>
                <a:lnTo>
                  <a:pt x="1800225" y="2543175"/>
                </a:lnTo>
                <a:lnTo>
                  <a:pt x="1809750" y="2543175"/>
                </a:lnTo>
                <a:lnTo>
                  <a:pt x="1809750" y="2533650"/>
                </a:lnTo>
                <a:lnTo>
                  <a:pt x="1819275" y="2533650"/>
                </a:lnTo>
                <a:lnTo>
                  <a:pt x="1819275" y="2552700"/>
                </a:lnTo>
                <a:lnTo>
                  <a:pt x="1809750" y="2552700"/>
                </a:lnTo>
                <a:lnTo>
                  <a:pt x="1809750" y="2562225"/>
                </a:lnTo>
                <a:lnTo>
                  <a:pt x="1800225" y="2562225"/>
                </a:lnTo>
                <a:lnTo>
                  <a:pt x="1800225" y="2590800"/>
                </a:lnTo>
                <a:lnTo>
                  <a:pt x="1781175" y="2590800"/>
                </a:lnTo>
                <a:lnTo>
                  <a:pt x="1781175" y="2571750"/>
                </a:lnTo>
                <a:lnTo>
                  <a:pt x="1771650" y="2571750"/>
                </a:lnTo>
                <a:lnTo>
                  <a:pt x="1771650" y="2476500"/>
                </a:lnTo>
                <a:lnTo>
                  <a:pt x="1781175" y="2476500"/>
                </a:lnTo>
                <a:close/>
                <a:moveTo>
                  <a:pt x="885825" y="2466975"/>
                </a:moveTo>
                <a:lnTo>
                  <a:pt x="895350" y="2466975"/>
                </a:lnTo>
                <a:lnTo>
                  <a:pt x="895350" y="2476500"/>
                </a:lnTo>
                <a:lnTo>
                  <a:pt x="885825" y="2476500"/>
                </a:lnTo>
                <a:close/>
                <a:moveTo>
                  <a:pt x="295275" y="2476500"/>
                </a:moveTo>
                <a:lnTo>
                  <a:pt x="314325" y="2476500"/>
                </a:lnTo>
                <a:lnTo>
                  <a:pt x="314325" y="2486025"/>
                </a:lnTo>
                <a:lnTo>
                  <a:pt x="323850" y="2486025"/>
                </a:lnTo>
                <a:lnTo>
                  <a:pt x="323850" y="2495550"/>
                </a:lnTo>
                <a:lnTo>
                  <a:pt x="314325" y="2495550"/>
                </a:lnTo>
                <a:lnTo>
                  <a:pt x="314325" y="2505075"/>
                </a:lnTo>
                <a:lnTo>
                  <a:pt x="304800" y="2505075"/>
                </a:lnTo>
                <a:lnTo>
                  <a:pt x="304800" y="2495550"/>
                </a:lnTo>
                <a:lnTo>
                  <a:pt x="295275" y="2495550"/>
                </a:lnTo>
                <a:close/>
                <a:moveTo>
                  <a:pt x="457200" y="2476500"/>
                </a:moveTo>
                <a:lnTo>
                  <a:pt x="476250" y="2476500"/>
                </a:lnTo>
                <a:lnTo>
                  <a:pt x="476250" y="2486025"/>
                </a:lnTo>
                <a:lnTo>
                  <a:pt x="457200" y="2486025"/>
                </a:lnTo>
                <a:close/>
                <a:moveTo>
                  <a:pt x="514350" y="2476500"/>
                </a:moveTo>
                <a:lnTo>
                  <a:pt x="523875" y="2476500"/>
                </a:lnTo>
                <a:lnTo>
                  <a:pt x="523875" y="2486025"/>
                </a:lnTo>
                <a:lnTo>
                  <a:pt x="514350" y="2486025"/>
                </a:lnTo>
                <a:close/>
                <a:moveTo>
                  <a:pt x="685800" y="2476500"/>
                </a:moveTo>
                <a:lnTo>
                  <a:pt x="704850" y="2476500"/>
                </a:lnTo>
                <a:lnTo>
                  <a:pt x="704850" y="2486025"/>
                </a:lnTo>
                <a:lnTo>
                  <a:pt x="685800" y="2486025"/>
                </a:lnTo>
                <a:close/>
                <a:moveTo>
                  <a:pt x="762000" y="2476500"/>
                </a:moveTo>
                <a:lnTo>
                  <a:pt x="771525" y="2476500"/>
                </a:lnTo>
                <a:lnTo>
                  <a:pt x="771525" y="2486025"/>
                </a:lnTo>
                <a:lnTo>
                  <a:pt x="762000" y="2486025"/>
                </a:lnTo>
                <a:close/>
                <a:moveTo>
                  <a:pt x="542925" y="2495550"/>
                </a:moveTo>
                <a:lnTo>
                  <a:pt x="571500" y="2495550"/>
                </a:lnTo>
                <a:lnTo>
                  <a:pt x="571500" y="2514600"/>
                </a:lnTo>
                <a:lnTo>
                  <a:pt x="561975" y="2514600"/>
                </a:lnTo>
                <a:lnTo>
                  <a:pt x="561975" y="2505075"/>
                </a:lnTo>
                <a:lnTo>
                  <a:pt x="542925" y="2505075"/>
                </a:lnTo>
                <a:close/>
                <a:moveTo>
                  <a:pt x="581025" y="2495550"/>
                </a:moveTo>
                <a:lnTo>
                  <a:pt x="590550" y="2495550"/>
                </a:lnTo>
                <a:lnTo>
                  <a:pt x="590550" y="2505075"/>
                </a:lnTo>
                <a:lnTo>
                  <a:pt x="600075" y="2505075"/>
                </a:lnTo>
                <a:lnTo>
                  <a:pt x="600075" y="2524125"/>
                </a:lnTo>
                <a:lnTo>
                  <a:pt x="571500" y="2524125"/>
                </a:lnTo>
                <a:lnTo>
                  <a:pt x="571500" y="2514600"/>
                </a:lnTo>
                <a:lnTo>
                  <a:pt x="581025" y="2514600"/>
                </a:lnTo>
                <a:close/>
                <a:moveTo>
                  <a:pt x="666750" y="2495550"/>
                </a:moveTo>
                <a:lnTo>
                  <a:pt x="676275" y="2495550"/>
                </a:lnTo>
                <a:lnTo>
                  <a:pt x="676275" y="2505075"/>
                </a:lnTo>
                <a:lnTo>
                  <a:pt x="666750" y="2505075"/>
                </a:lnTo>
                <a:close/>
                <a:moveTo>
                  <a:pt x="1133475" y="2495550"/>
                </a:moveTo>
                <a:lnTo>
                  <a:pt x="1143000" y="2495550"/>
                </a:lnTo>
                <a:lnTo>
                  <a:pt x="1143000" y="2505075"/>
                </a:lnTo>
                <a:lnTo>
                  <a:pt x="1133475" y="2505075"/>
                </a:lnTo>
                <a:close/>
                <a:moveTo>
                  <a:pt x="771525" y="2505075"/>
                </a:moveTo>
                <a:lnTo>
                  <a:pt x="781050" y="2505075"/>
                </a:lnTo>
                <a:lnTo>
                  <a:pt x="781050" y="2514600"/>
                </a:lnTo>
                <a:lnTo>
                  <a:pt x="771525" y="2514600"/>
                </a:lnTo>
                <a:close/>
                <a:moveTo>
                  <a:pt x="790575" y="2505075"/>
                </a:moveTo>
                <a:lnTo>
                  <a:pt x="800100" y="2505075"/>
                </a:lnTo>
                <a:lnTo>
                  <a:pt x="800100" y="2514600"/>
                </a:lnTo>
                <a:lnTo>
                  <a:pt x="790575" y="2514600"/>
                </a:lnTo>
                <a:close/>
                <a:moveTo>
                  <a:pt x="819150" y="2505075"/>
                </a:moveTo>
                <a:lnTo>
                  <a:pt x="828675" y="2505075"/>
                </a:lnTo>
                <a:lnTo>
                  <a:pt x="828675" y="2514600"/>
                </a:lnTo>
                <a:lnTo>
                  <a:pt x="819150" y="2514600"/>
                </a:lnTo>
                <a:close/>
                <a:moveTo>
                  <a:pt x="295275" y="2514600"/>
                </a:moveTo>
                <a:lnTo>
                  <a:pt x="314325" y="2514600"/>
                </a:lnTo>
                <a:lnTo>
                  <a:pt x="314325" y="2524125"/>
                </a:lnTo>
                <a:lnTo>
                  <a:pt x="323850" y="2524125"/>
                </a:lnTo>
                <a:lnTo>
                  <a:pt x="323850" y="2543175"/>
                </a:lnTo>
                <a:lnTo>
                  <a:pt x="314325" y="2543175"/>
                </a:lnTo>
                <a:lnTo>
                  <a:pt x="314325" y="2552700"/>
                </a:lnTo>
                <a:lnTo>
                  <a:pt x="295275" y="2552700"/>
                </a:lnTo>
                <a:close/>
                <a:moveTo>
                  <a:pt x="485775" y="2514600"/>
                </a:moveTo>
                <a:lnTo>
                  <a:pt x="504825" y="2514600"/>
                </a:lnTo>
                <a:lnTo>
                  <a:pt x="504825" y="2524125"/>
                </a:lnTo>
                <a:lnTo>
                  <a:pt x="485775" y="2524125"/>
                </a:lnTo>
                <a:close/>
                <a:moveTo>
                  <a:pt x="533400" y="2514600"/>
                </a:moveTo>
                <a:lnTo>
                  <a:pt x="552450" y="2514600"/>
                </a:lnTo>
                <a:lnTo>
                  <a:pt x="552450" y="2543175"/>
                </a:lnTo>
                <a:lnTo>
                  <a:pt x="561975" y="2543175"/>
                </a:lnTo>
                <a:lnTo>
                  <a:pt x="561975" y="2552700"/>
                </a:lnTo>
                <a:lnTo>
                  <a:pt x="552450" y="2552700"/>
                </a:lnTo>
                <a:lnTo>
                  <a:pt x="552450" y="2571750"/>
                </a:lnTo>
                <a:lnTo>
                  <a:pt x="523875" y="2571750"/>
                </a:lnTo>
                <a:lnTo>
                  <a:pt x="523875" y="2581275"/>
                </a:lnTo>
                <a:lnTo>
                  <a:pt x="504825" y="2581275"/>
                </a:lnTo>
                <a:lnTo>
                  <a:pt x="504825" y="2590800"/>
                </a:lnTo>
                <a:lnTo>
                  <a:pt x="495300" y="2590800"/>
                </a:lnTo>
                <a:lnTo>
                  <a:pt x="495300" y="2571750"/>
                </a:lnTo>
                <a:lnTo>
                  <a:pt x="514350" y="2571750"/>
                </a:lnTo>
                <a:lnTo>
                  <a:pt x="514350" y="2562225"/>
                </a:lnTo>
                <a:lnTo>
                  <a:pt x="523875" y="2562225"/>
                </a:lnTo>
                <a:lnTo>
                  <a:pt x="523875" y="2543175"/>
                </a:lnTo>
                <a:lnTo>
                  <a:pt x="504825" y="2543175"/>
                </a:lnTo>
                <a:lnTo>
                  <a:pt x="504825" y="2533650"/>
                </a:lnTo>
                <a:lnTo>
                  <a:pt x="542925" y="2533650"/>
                </a:lnTo>
                <a:lnTo>
                  <a:pt x="542925" y="2524125"/>
                </a:lnTo>
                <a:lnTo>
                  <a:pt x="533400" y="2524125"/>
                </a:lnTo>
                <a:close/>
                <a:moveTo>
                  <a:pt x="1104900" y="2514600"/>
                </a:moveTo>
                <a:lnTo>
                  <a:pt x="1114425" y="2514600"/>
                </a:lnTo>
                <a:lnTo>
                  <a:pt x="1114425" y="2524125"/>
                </a:lnTo>
                <a:lnTo>
                  <a:pt x="1104900" y="2524125"/>
                </a:lnTo>
                <a:close/>
                <a:moveTo>
                  <a:pt x="419100" y="2524125"/>
                </a:moveTo>
                <a:lnTo>
                  <a:pt x="428625" y="2524125"/>
                </a:lnTo>
                <a:lnTo>
                  <a:pt x="428625" y="2543175"/>
                </a:lnTo>
                <a:lnTo>
                  <a:pt x="438150" y="2543175"/>
                </a:lnTo>
                <a:lnTo>
                  <a:pt x="438150" y="2552700"/>
                </a:lnTo>
                <a:lnTo>
                  <a:pt x="457200" y="2552700"/>
                </a:lnTo>
                <a:lnTo>
                  <a:pt x="457200" y="2571750"/>
                </a:lnTo>
                <a:lnTo>
                  <a:pt x="447675" y="2571750"/>
                </a:lnTo>
                <a:lnTo>
                  <a:pt x="447675" y="2581275"/>
                </a:lnTo>
                <a:lnTo>
                  <a:pt x="428625" y="2581275"/>
                </a:lnTo>
                <a:lnTo>
                  <a:pt x="428625" y="2552700"/>
                </a:lnTo>
                <a:lnTo>
                  <a:pt x="419100" y="2552700"/>
                </a:lnTo>
                <a:lnTo>
                  <a:pt x="419100" y="2543175"/>
                </a:lnTo>
                <a:lnTo>
                  <a:pt x="409575" y="2543175"/>
                </a:lnTo>
                <a:lnTo>
                  <a:pt x="409575" y="2533650"/>
                </a:lnTo>
                <a:lnTo>
                  <a:pt x="419100" y="2533650"/>
                </a:lnTo>
                <a:close/>
                <a:moveTo>
                  <a:pt x="704850" y="2524125"/>
                </a:moveTo>
                <a:lnTo>
                  <a:pt x="714375" y="2524125"/>
                </a:lnTo>
                <a:lnTo>
                  <a:pt x="714375" y="2533650"/>
                </a:lnTo>
                <a:lnTo>
                  <a:pt x="704850" y="2533650"/>
                </a:lnTo>
                <a:close/>
                <a:moveTo>
                  <a:pt x="1114425" y="2543175"/>
                </a:moveTo>
                <a:lnTo>
                  <a:pt x="1123950" y="2543175"/>
                </a:lnTo>
                <a:lnTo>
                  <a:pt x="1123950" y="2562225"/>
                </a:lnTo>
                <a:lnTo>
                  <a:pt x="1114425" y="2562225"/>
                </a:lnTo>
                <a:close/>
                <a:moveTo>
                  <a:pt x="733425" y="2552700"/>
                </a:moveTo>
                <a:lnTo>
                  <a:pt x="742950" y="2552700"/>
                </a:lnTo>
                <a:lnTo>
                  <a:pt x="742950" y="2562225"/>
                </a:lnTo>
                <a:lnTo>
                  <a:pt x="733425" y="2562225"/>
                </a:lnTo>
                <a:close/>
                <a:moveTo>
                  <a:pt x="1152525" y="2552700"/>
                </a:moveTo>
                <a:lnTo>
                  <a:pt x="1162050" y="2552700"/>
                </a:lnTo>
                <a:lnTo>
                  <a:pt x="1162050" y="2562225"/>
                </a:lnTo>
                <a:lnTo>
                  <a:pt x="1152525" y="2562225"/>
                </a:lnTo>
                <a:close/>
                <a:moveTo>
                  <a:pt x="647700" y="2562225"/>
                </a:moveTo>
                <a:lnTo>
                  <a:pt x="657225" y="2562225"/>
                </a:lnTo>
                <a:lnTo>
                  <a:pt x="657225" y="2581275"/>
                </a:lnTo>
                <a:lnTo>
                  <a:pt x="647700" y="2581275"/>
                </a:lnTo>
                <a:close/>
                <a:moveTo>
                  <a:pt x="819150" y="2562225"/>
                </a:moveTo>
                <a:lnTo>
                  <a:pt x="828675" y="2562225"/>
                </a:lnTo>
                <a:lnTo>
                  <a:pt x="828675" y="2581275"/>
                </a:lnTo>
                <a:lnTo>
                  <a:pt x="819150" y="2581275"/>
                </a:lnTo>
                <a:close/>
                <a:moveTo>
                  <a:pt x="857250" y="2562225"/>
                </a:moveTo>
                <a:lnTo>
                  <a:pt x="866775" y="2562225"/>
                </a:lnTo>
                <a:lnTo>
                  <a:pt x="866775" y="2571750"/>
                </a:lnTo>
                <a:lnTo>
                  <a:pt x="857250" y="2571750"/>
                </a:lnTo>
                <a:close/>
                <a:moveTo>
                  <a:pt x="1114425" y="2571750"/>
                </a:moveTo>
                <a:lnTo>
                  <a:pt x="1152525" y="2571750"/>
                </a:lnTo>
                <a:lnTo>
                  <a:pt x="1152525" y="2590800"/>
                </a:lnTo>
                <a:lnTo>
                  <a:pt x="1133475" y="2590800"/>
                </a:lnTo>
                <a:lnTo>
                  <a:pt x="1133475" y="2609850"/>
                </a:lnTo>
                <a:lnTo>
                  <a:pt x="1123950" y="2609850"/>
                </a:lnTo>
                <a:lnTo>
                  <a:pt x="1123950" y="2581275"/>
                </a:lnTo>
                <a:lnTo>
                  <a:pt x="1114425" y="2581275"/>
                </a:lnTo>
                <a:close/>
                <a:moveTo>
                  <a:pt x="857250" y="2581275"/>
                </a:moveTo>
                <a:lnTo>
                  <a:pt x="866775" y="2581275"/>
                </a:lnTo>
                <a:lnTo>
                  <a:pt x="866775" y="2590800"/>
                </a:lnTo>
                <a:lnTo>
                  <a:pt x="857250" y="2590800"/>
                </a:lnTo>
                <a:close/>
                <a:moveTo>
                  <a:pt x="942975" y="2581275"/>
                </a:moveTo>
                <a:lnTo>
                  <a:pt x="952500" y="2581275"/>
                </a:lnTo>
                <a:lnTo>
                  <a:pt x="952500" y="2619375"/>
                </a:lnTo>
                <a:lnTo>
                  <a:pt x="942975" y="2619375"/>
                </a:lnTo>
                <a:close/>
                <a:moveTo>
                  <a:pt x="971550" y="2581275"/>
                </a:moveTo>
                <a:lnTo>
                  <a:pt x="981075" y="2581275"/>
                </a:lnTo>
                <a:lnTo>
                  <a:pt x="981075" y="2600325"/>
                </a:lnTo>
                <a:lnTo>
                  <a:pt x="971550" y="2600325"/>
                </a:lnTo>
                <a:close/>
                <a:moveTo>
                  <a:pt x="457200" y="2590800"/>
                </a:moveTo>
                <a:lnTo>
                  <a:pt x="466725" y="2590800"/>
                </a:lnTo>
                <a:lnTo>
                  <a:pt x="466725" y="2609850"/>
                </a:lnTo>
                <a:lnTo>
                  <a:pt x="457200" y="2609850"/>
                </a:lnTo>
                <a:lnTo>
                  <a:pt x="457200" y="2628900"/>
                </a:lnTo>
                <a:lnTo>
                  <a:pt x="447675" y="2628900"/>
                </a:lnTo>
                <a:lnTo>
                  <a:pt x="447675" y="2638425"/>
                </a:lnTo>
                <a:lnTo>
                  <a:pt x="438150" y="2638425"/>
                </a:lnTo>
                <a:lnTo>
                  <a:pt x="438150" y="2628900"/>
                </a:lnTo>
                <a:lnTo>
                  <a:pt x="428625" y="2628900"/>
                </a:lnTo>
                <a:lnTo>
                  <a:pt x="428625" y="2619375"/>
                </a:lnTo>
                <a:lnTo>
                  <a:pt x="438150" y="2619375"/>
                </a:lnTo>
                <a:lnTo>
                  <a:pt x="438150" y="2609850"/>
                </a:lnTo>
                <a:lnTo>
                  <a:pt x="447675" y="2609850"/>
                </a:lnTo>
                <a:lnTo>
                  <a:pt x="447675" y="2600325"/>
                </a:lnTo>
                <a:lnTo>
                  <a:pt x="457200" y="2600325"/>
                </a:lnTo>
                <a:close/>
                <a:moveTo>
                  <a:pt x="571500" y="2590800"/>
                </a:moveTo>
                <a:lnTo>
                  <a:pt x="581025" y="2590800"/>
                </a:lnTo>
                <a:lnTo>
                  <a:pt x="581025" y="2600325"/>
                </a:lnTo>
                <a:lnTo>
                  <a:pt x="571500" y="2600325"/>
                </a:lnTo>
                <a:close/>
                <a:moveTo>
                  <a:pt x="828675" y="2590800"/>
                </a:moveTo>
                <a:lnTo>
                  <a:pt x="838200" y="2590800"/>
                </a:lnTo>
                <a:lnTo>
                  <a:pt x="838200" y="2600325"/>
                </a:lnTo>
                <a:lnTo>
                  <a:pt x="828675" y="2600325"/>
                </a:lnTo>
                <a:close/>
                <a:moveTo>
                  <a:pt x="609600" y="2600325"/>
                </a:moveTo>
                <a:lnTo>
                  <a:pt x="628650" y="2600325"/>
                </a:lnTo>
                <a:lnTo>
                  <a:pt x="628650" y="2609850"/>
                </a:lnTo>
                <a:lnTo>
                  <a:pt x="609600" y="2609850"/>
                </a:lnTo>
                <a:close/>
                <a:moveTo>
                  <a:pt x="742950" y="2600325"/>
                </a:moveTo>
                <a:lnTo>
                  <a:pt x="762000" y="2600325"/>
                </a:lnTo>
                <a:lnTo>
                  <a:pt x="762000" y="2609850"/>
                </a:lnTo>
                <a:lnTo>
                  <a:pt x="752475" y="2609850"/>
                </a:lnTo>
                <a:lnTo>
                  <a:pt x="752475" y="2619375"/>
                </a:lnTo>
                <a:lnTo>
                  <a:pt x="742950" y="2619375"/>
                </a:lnTo>
                <a:close/>
                <a:moveTo>
                  <a:pt x="571500" y="2609850"/>
                </a:moveTo>
                <a:lnTo>
                  <a:pt x="581025" y="2609850"/>
                </a:lnTo>
                <a:lnTo>
                  <a:pt x="581025" y="2638425"/>
                </a:lnTo>
                <a:lnTo>
                  <a:pt x="590550" y="2638425"/>
                </a:lnTo>
                <a:lnTo>
                  <a:pt x="590550" y="2647950"/>
                </a:lnTo>
                <a:lnTo>
                  <a:pt x="571500" y="2647950"/>
                </a:lnTo>
                <a:close/>
                <a:moveTo>
                  <a:pt x="981075" y="2609850"/>
                </a:moveTo>
                <a:lnTo>
                  <a:pt x="990600" y="2609850"/>
                </a:lnTo>
                <a:lnTo>
                  <a:pt x="990600" y="2628900"/>
                </a:lnTo>
                <a:lnTo>
                  <a:pt x="981075" y="2628900"/>
                </a:lnTo>
                <a:close/>
                <a:moveTo>
                  <a:pt x="952500" y="2619375"/>
                </a:moveTo>
                <a:lnTo>
                  <a:pt x="962025" y="2619375"/>
                </a:lnTo>
                <a:lnTo>
                  <a:pt x="962025" y="2628900"/>
                </a:lnTo>
                <a:lnTo>
                  <a:pt x="952500" y="2628900"/>
                </a:lnTo>
                <a:close/>
                <a:moveTo>
                  <a:pt x="1790700" y="2619375"/>
                </a:moveTo>
                <a:lnTo>
                  <a:pt x="1809750" y="2619375"/>
                </a:lnTo>
                <a:lnTo>
                  <a:pt x="1809750" y="2628900"/>
                </a:lnTo>
                <a:lnTo>
                  <a:pt x="1819275" y="2628900"/>
                </a:lnTo>
                <a:lnTo>
                  <a:pt x="1819275" y="2647950"/>
                </a:lnTo>
                <a:lnTo>
                  <a:pt x="1828800" y="2647950"/>
                </a:lnTo>
                <a:lnTo>
                  <a:pt x="1828800" y="2657475"/>
                </a:lnTo>
                <a:lnTo>
                  <a:pt x="1809750" y="2657475"/>
                </a:lnTo>
                <a:lnTo>
                  <a:pt x="1809750" y="2676525"/>
                </a:lnTo>
                <a:lnTo>
                  <a:pt x="1800225" y="2676525"/>
                </a:lnTo>
                <a:lnTo>
                  <a:pt x="1800225" y="2667000"/>
                </a:lnTo>
                <a:lnTo>
                  <a:pt x="1790700" y="2667000"/>
                </a:lnTo>
                <a:lnTo>
                  <a:pt x="1790700" y="2638425"/>
                </a:lnTo>
                <a:lnTo>
                  <a:pt x="1781175" y="2638425"/>
                </a:lnTo>
                <a:lnTo>
                  <a:pt x="1781175" y="2628900"/>
                </a:lnTo>
                <a:lnTo>
                  <a:pt x="1790700" y="2628900"/>
                </a:lnTo>
                <a:close/>
                <a:moveTo>
                  <a:pt x="733425" y="2628900"/>
                </a:moveTo>
                <a:lnTo>
                  <a:pt x="742950" y="2628900"/>
                </a:lnTo>
                <a:lnTo>
                  <a:pt x="742950" y="2638425"/>
                </a:lnTo>
                <a:lnTo>
                  <a:pt x="733425" y="2638425"/>
                </a:lnTo>
                <a:close/>
                <a:moveTo>
                  <a:pt x="609600" y="2638425"/>
                </a:moveTo>
                <a:lnTo>
                  <a:pt x="619125" y="2638425"/>
                </a:lnTo>
                <a:lnTo>
                  <a:pt x="619125" y="2647950"/>
                </a:lnTo>
                <a:lnTo>
                  <a:pt x="609600" y="2647950"/>
                </a:lnTo>
                <a:close/>
                <a:moveTo>
                  <a:pt x="361950" y="2647950"/>
                </a:moveTo>
                <a:lnTo>
                  <a:pt x="371475" y="2647950"/>
                </a:lnTo>
                <a:lnTo>
                  <a:pt x="371475" y="2657475"/>
                </a:lnTo>
                <a:lnTo>
                  <a:pt x="361950" y="2657475"/>
                </a:lnTo>
                <a:close/>
                <a:moveTo>
                  <a:pt x="1123950" y="2657475"/>
                </a:moveTo>
                <a:lnTo>
                  <a:pt x="1133475" y="2657475"/>
                </a:lnTo>
                <a:lnTo>
                  <a:pt x="1133475" y="2676525"/>
                </a:lnTo>
                <a:lnTo>
                  <a:pt x="1123950" y="2676525"/>
                </a:lnTo>
                <a:close/>
                <a:moveTo>
                  <a:pt x="495300" y="2676525"/>
                </a:moveTo>
                <a:lnTo>
                  <a:pt x="514350" y="2676525"/>
                </a:lnTo>
                <a:lnTo>
                  <a:pt x="514350" y="2686050"/>
                </a:lnTo>
                <a:lnTo>
                  <a:pt x="495300" y="2686050"/>
                </a:lnTo>
                <a:close/>
                <a:moveTo>
                  <a:pt x="838200" y="2676525"/>
                </a:moveTo>
                <a:lnTo>
                  <a:pt x="847725" y="2676525"/>
                </a:lnTo>
                <a:lnTo>
                  <a:pt x="847725" y="2686050"/>
                </a:lnTo>
                <a:lnTo>
                  <a:pt x="857250" y="2686050"/>
                </a:lnTo>
                <a:lnTo>
                  <a:pt x="857250" y="2705100"/>
                </a:lnTo>
                <a:lnTo>
                  <a:pt x="838200" y="2705100"/>
                </a:lnTo>
                <a:lnTo>
                  <a:pt x="838200" y="2695575"/>
                </a:lnTo>
                <a:lnTo>
                  <a:pt x="828675" y="2695575"/>
                </a:lnTo>
                <a:lnTo>
                  <a:pt x="828675" y="2686050"/>
                </a:lnTo>
                <a:lnTo>
                  <a:pt x="838200" y="2686050"/>
                </a:lnTo>
                <a:close/>
                <a:moveTo>
                  <a:pt x="1114425" y="2676525"/>
                </a:moveTo>
                <a:lnTo>
                  <a:pt x="1123950" y="2676525"/>
                </a:lnTo>
                <a:lnTo>
                  <a:pt x="1123950" y="2686050"/>
                </a:lnTo>
                <a:lnTo>
                  <a:pt x="1114425" y="2686050"/>
                </a:lnTo>
                <a:close/>
                <a:moveTo>
                  <a:pt x="304800" y="2686050"/>
                </a:moveTo>
                <a:lnTo>
                  <a:pt x="314325" y="2686050"/>
                </a:lnTo>
                <a:lnTo>
                  <a:pt x="314325" y="2695575"/>
                </a:lnTo>
                <a:lnTo>
                  <a:pt x="323850" y="2695575"/>
                </a:lnTo>
                <a:lnTo>
                  <a:pt x="323850" y="2705100"/>
                </a:lnTo>
                <a:lnTo>
                  <a:pt x="333375" y="2705100"/>
                </a:lnTo>
                <a:lnTo>
                  <a:pt x="333375" y="2752725"/>
                </a:lnTo>
                <a:lnTo>
                  <a:pt x="304800" y="2752725"/>
                </a:lnTo>
                <a:close/>
                <a:moveTo>
                  <a:pt x="733425" y="2686050"/>
                </a:moveTo>
                <a:lnTo>
                  <a:pt x="742950" y="2686050"/>
                </a:lnTo>
                <a:lnTo>
                  <a:pt x="742950" y="2705100"/>
                </a:lnTo>
                <a:lnTo>
                  <a:pt x="733425" y="2705100"/>
                </a:lnTo>
                <a:lnTo>
                  <a:pt x="733425" y="2724150"/>
                </a:lnTo>
                <a:lnTo>
                  <a:pt x="714375" y="2724150"/>
                </a:lnTo>
                <a:lnTo>
                  <a:pt x="714375" y="2714625"/>
                </a:lnTo>
                <a:lnTo>
                  <a:pt x="723900" y="2714625"/>
                </a:lnTo>
                <a:lnTo>
                  <a:pt x="723900" y="2695575"/>
                </a:lnTo>
                <a:lnTo>
                  <a:pt x="733425" y="2695575"/>
                </a:lnTo>
                <a:close/>
                <a:moveTo>
                  <a:pt x="933450" y="2686050"/>
                </a:moveTo>
                <a:lnTo>
                  <a:pt x="942975" y="2686050"/>
                </a:lnTo>
                <a:lnTo>
                  <a:pt x="942975" y="2695575"/>
                </a:lnTo>
                <a:lnTo>
                  <a:pt x="952500" y="2695575"/>
                </a:lnTo>
                <a:lnTo>
                  <a:pt x="952500" y="2714625"/>
                </a:lnTo>
                <a:lnTo>
                  <a:pt x="895350" y="2714625"/>
                </a:lnTo>
                <a:lnTo>
                  <a:pt x="895350" y="2695575"/>
                </a:lnTo>
                <a:lnTo>
                  <a:pt x="904875" y="2695575"/>
                </a:lnTo>
                <a:lnTo>
                  <a:pt x="904875" y="2705100"/>
                </a:lnTo>
                <a:lnTo>
                  <a:pt x="914400" y="2705100"/>
                </a:lnTo>
                <a:lnTo>
                  <a:pt x="914400" y="2695575"/>
                </a:lnTo>
                <a:lnTo>
                  <a:pt x="933450" y="2695575"/>
                </a:lnTo>
                <a:close/>
                <a:moveTo>
                  <a:pt x="495300" y="2705100"/>
                </a:moveTo>
                <a:lnTo>
                  <a:pt x="514350" y="2705100"/>
                </a:lnTo>
                <a:lnTo>
                  <a:pt x="514350" y="2714625"/>
                </a:lnTo>
                <a:lnTo>
                  <a:pt x="523875" y="2714625"/>
                </a:lnTo>
                <a:lnTo>
                  <a:pt x="523875" y="2724150"/>
                </a:lnTo>
                <a:lnTo>
                  <a:pt x="495300" y="2724150"/>
                </a:lnTo>
                <a:close/>
                <a:moveTo>
                  <a:pt x="581025" y="2705100"/>
                </a:moveTo>
                <a:lnTo>
                  <a:pt x="590550" y="2705100"/>
                </a:lnTo>
                <a:lnTo>
                  <a:pt x="590550" y="2714625"/>
                </a:lnTo>
                <a:lnTo>
                  <a:pt x="581025" y="2714625"/>
                </a:lnTo>
                <a:close/>
                <a:moveTo>
                  <a:pt x="1752600" y="2705100"/>
                </a:moveTo>
                <a:lnTo>
                  <a:pt x="1762125" y="2705100"/>
                </a:lnTo>
                <a:lnTo>
                  <a:pt x="1762125" y="2714625"/>
                </a:lnTo>
                <a:lnTo>
                  <a:pt x="1752600" y="2714625"/>
                </a:lnTo>
                <a:close/>
                <a:moveTo>
                  <a:pt x="561975" y="2714625"/>
                </a:moveTo>
                <a:lnTo>
                  <a:pt x="571500" y="2714625"/>
                </a:lnTo>
                <a:lnTo>
                  <a:pt x="571500" y="2724150"/>
                </a:lnTo>
                <a:lnTo>
                  <a:pt x="561975" y="2724150"/>
                </a:lnTo>
                <a:close/>
                <a:moveTo>
                  <a:pt x="400050" y="2724150"/>
                </a:moveTo>
                <a:lnTo>
                  <a:pt x="409575" y="2724150"/>
                </a:lnTo>
                <a:lnTo>
                  <a:pt x="409575" y="2743200"/>
                </a:lnTo>
                <a:lnTo>
                  <a:pt x="400050" y="2743200"/>
                </a:lnTo>
                <a:lnTo>
                  <a:pt x="400050" y="2752725"/>
                </a:lnTo>
                <a:lnTo>
                  <a:pt x="381000" y="2752725"/>
                </a:lnTo>
                <a:lnTo>
                  <a:pt x="381000" y="2743200"/>
                </a:lnTo>
                <a:lnTo>
                  <a:pt x="390525" y="2743200"/>
                </a:lnTo>
                <a:lnTo>
                  <a:pt x="390525" y="2733675"/>
                </a:lnTo>
                <a:lnTo>
                  <a:pt x="400050" y="2733675"/>
                </a:lnTo>
                <a:close/>
                <a:moveTo>
                  <a:pt x="1400175" y="2724150"/>
                </a:moveTo>
                <a:lnTo>
                  <a:pt x="1428750" y="2724150"/>
                </a:lnTo>
                <a:lnTo>
                  <a:pt x="1428750" y="2762250"/>
                </a:lnTo>
                <a:lnTo>
                  <a:pt x="1409700" y="2762250"/>
                </a:lnTo>
                <a:lnTo>
                  <a:pt x="1409700" y="2752725"/>
                </a:lnTo>
                <a:lnTo>
                  <a:pt x="1400175" y="2752725"/>
                </a:lnTo>
                <a:close/>
                <a:moveTo>
                  <a:pt x="704850" y="2733675"/>
                </a:moveTo>
                <a:lnTo>
                  <a:pt x="733425" y="2733675"/>
                </a:lnTo>
                <a:lnTo>
                  <a:pt x="733425" y="2743200"/>
                </a:lnTo>
                <a:lnTo>
                  <a:pt x="704850" y="2743200"/>
                </a:lnTo>
                <a:close/>
                <a:moveTo>
                  <a:pt x="1543050" y="2733675"/>
                </a:moveTo>
                <a:lnTo>
                  <a:pt x="1552575" y="2733675"/>
                </a:lnTo>
                <a:lnTo>
                  <a:pt x="1552575" y="2743200"/>
                </a:lnTo>
                <a:lnTo>
                  <a:pt x="1562100" y="2743200"/>
                </a:lnTo>
                <a:lnTo>
                  <a:pt x="1562100" y="2752725"/>
                </a:lnTo>
                <a:lnTo>
                  <a:pt x="1543050" y="2752725"/>
                </a:lnTo>
                <a:close/>
                <a:moveTo>
                  <a:pt x="1333500" y="2743200"/>
                </a:moveTo>
                <a:lnTo>
                  <a:pt x="1352550" y="2743200"/>
                </a:lnTo>
                <a:lnTo>
                  <a:pt x="1352550" y="2771775"/>
                </a:lnTo>
                <a:lnTo>
                  <a:pt x="1362075" y="2771775"/>
                </a:lnTo>
                <a:lnTo>
                  <a:pt x="1362075" y="2781300"/>
                </a:lnTo>
                <a:lnTo>
                  <a:pt x="1352550" y="2781300"/>
                </a:lnTo>
                <a:lnTo>
                  <a:pt x="1352550" y="2790825"/>
                </a:lnTo>
                <a:lnTo>
                  <a:pt x="1362075" y="2790825"/>
                </a:lnTo>
                <a:lnTo>
                  <a:pt x="1362075" y="2800350"/>
                </a:lnTo>
                <a:lnTo>
                  <a:pt x="1343025" y="2800350"/>
                </a:lnTo>
                <a:lnTo>
                  <a:pt x="1343025" y="2781300"/>
                </a:lnTo>
                <a:lnTo>
                  <a:pt x="1333500" y="2781300"/>
                </a:lnTo>
                <a:lnTo>
                  <a:pt x="1333500" y="2771775"/>
                </a:lnTo>
                <a:lnTo>
                  <a:pt x="1323975" y="2771775"/>
                </a:lnTo>
                <a:lnTo>
                  <a:pt x="1323975" y="2752725"/>
                </a:lnTo>
                <a:lnTo>
                  <a:pt x="1333500" y="2752725"/>
                </a:lnTo>
                <a:close/>
                <a:moveTo>
                  <a:pt x="1609725" y="2743200"/>
                </a:moveTo>
                <a:lnTo>
                  <a:pt x="1628775" y="2743200"/>
                </a:lnTo>
                <a:lnTo>
                  <a:pt x="1628775" y="2752725"/>
                </a:lnTo>
                <a:lnTo>
                  <a:pt x="1638300" y="2752725"/>
                </a:lnTo>
                <a:lnTo>
                  <a:pt x="1638300" y="2762250"/>
                </a:lnTo>
                <a:lnTo>
                  <a:pt x="1619250" y="2762250"/>
                </a:lnTo>
                <a:lnTo>
                  <a:pt x="1619250" y="2752725"/>
                </a:lnTo>
                <a:lnTo>
                  <a:pt x="1609725" y="2752725"/>
                </a:lnTo>
                <a:close/>
                <a:moveTo>
                  <a:pt x="1666875" y="2743200"/>
                </a:moveTo>
                <a:lnTo>
                  <a:pt x="1695450" y="2743200"/>
                </a:lnTo>
                <a:lnTo>
                  <a:pt x="1695450" y="2752725"/>
                </a:lnTo>
                <a:lnTo>
                  <a:pt x="1704975" y="2752725"/>
                </a:lnTo>
                <a:lnTo>
                  <a:pt x="1704975" y="2762250"/>
                </a:lnTo>
                <a:lnTo>
                  <a:pt x="1695450" y="2762250"/>
                </a:lnTo>
                <a:lnTo>
                  <a:pt x="1695450" y="2771775"/>
                </a:lnTo>
                <a:lnTo>
                  <a:pt x="1685925" y="2771775"/>
                </a:lnTo>
                <a:lnTo>
                  <a:pt x="1685925" y="2762250"/>
                </a:lnTo>
                <a:lnTo>
                  <a:pt x="1666875" y="2762250"/>
                </a:lnTo>
                <a:close/>
                <a:moveTo>
                  <a:pt x="1790700" y="2743200"/>
                </a:moveTo>
                <a:lnTo>
                  <a:pt x="1819275" y="2743200"/>
                </a:lnTo>
                <a:lnTo>
                  <a:pt x="1819275" y="2762250"/>
                </a:lnTo>
                <a:lnTo>
                  <a:pt x="1790700" y="2762250"/>
                </a:lnTo>
                <a:close/>
                <a:moveTo>
                  <a:pt x="1038225" y="2762250"/>
                </a:moveTo>
                <a:lnTo>
                  <a:pt x="1047750" y="2762250"/>
                </a:lnTo>
                <a:lnTo>
                  <a:pt x="1047750" y="2771775"/>
                </a:lnTo>
                <a:lnTo>
                  <a:pt x="1038225" y="2771775"/>
                </a:lnTo>
                <a:close/>
                <a:moveTo>
                  <a:pt x="1438275" y="2762250"/>
                </a:moveTo>
                <a:lnTo>
                  <a:pt x="1457325" y="2762250"/>
                </a:lnTo>
                <a:lnTo>
                  <a:pt x="1457325" y="2771775"/>
                </a:lnTo>
                <a:lnTo>
                  <a:pt x="1466850" y="2771775"/>
                </a:lnTo>
                <a:lnTo>
                  <a:pt x="1466850" y="2790825"/>
                </a:lnTo>
                <a:lnTo>
                  <a:pt x="1447800" y="2790825"/>
                </a:lnTo>
                <a:lnTo>
                  <a:pt x="1447800" y="2781300"/>
                </a:lnTo>
                <a:lnTo>
                  <a:pt x="1438275" y="2781300"/>
                </a:lnTo>
                <a:close/>
                <a:moveTo>
                  <a:pt x="1657350" y="2762250"/>
                </a:moveTo>
                <a:lnTo>
                  <a:pt x="1666875" y="2762250"/>
                </a:lnTo>
                <a:lnTo>
                  <a:pt x="1666875" y="2790825"/>
                </a:lnTo>
                <a:lnTo>
                  <a:pt x="1647825" y="2790825"/>
                </a:lnTo>
                <a:lnTo>
                  <a:pt x="1647825" y="2771775"/>
                </a:lnTo>
                <a:lnTo>
                  <a:pt x="1657350" y="2771775"/>
                </a:lnTo>
                <a:close/>
                <a:moveTo>
                  <a:pt x="1047750" y="2771775"/>
                </a:moveTo>
                <a:lnTo>
                  <a:pt x="1057275" y="2771775"/>
                </a:lnTo>
                <a:lnTo>
                  <a:pt x="1057275" y="2781300"/>
                </a:lnTo>
                <a:lnTo>
                  <a:pt x="1066800" y="2781300"/>
                </a:lnTo>
                <a:lnTo>
                  <a:pt x="1066800" y="2790825"/>
                </a:lnTo>
                <a:lnTo>
                  <a:pt x="1085850" y="2790825"/>
                </a:lnTo>
                <a:lnTo>
                  <a:pt x="1085850" y="2781300"/>
                </a:lnTo>
                <a:lnTo>
                  <a:pt x="1114425" y="2781300"/>
                </a:lnTo>
                <a:lnTo>
                  <a:pt x="1114425" y="2790825"/>
                </a:lnTo>
                <a:lnTo>
                  <a:pt x="1123950" y="2790825"/>
                </a:lnTo>
                <a:lnTo>
                  <a:pt x="1123950" y="2781300"/>
                </a:lnTo>
                <a:lnTo>
                  <a:pt x="1143000" y="2781300"/>
                </a:lnTo>
                <a:lnTo>
                  <a:pt x="1143000" y="2790825"/>
                </a:lnTo>
                <a:lnTo>
                  <a:pt x="1152525" y="2790825"/>
                </a:lnTo>
                <a:lnTo>
                  <a:pt x="1152525" y="2800350"/>
                </a:lnTo>
                <a:lnTo>
                  <a:pt x="1143000" y="2800350"/>
                </a:lnTo>
                <a:lnTo>
                  <a:pt x="1143000" y="2828925"/>
                </a:lnTo>
                <a:lnTo>
                  <a:pt x="1133475" y="2828925"/>
                </a:lnTo>
                <a:lnTo>
                  <a:pt x="1133475" y="2819400"/>
                </a:lnTo>
                <a:lnTo>
                  <a:pt x="1114425" y="2819400"/>
                </a:lnTo>
                <a:lnTo>
                  <a:pt x="1114425" y="2800350"/>
                </a:lnTo>
                <a:lnTo>
                  <a:pt x="1095375" y="2800350"/>
                </a:lnTo>
                <a:lnTo>
                  <a:pt x="1095375" y="2790825"/>
                </a:lnTo>
                <a:lnTo>
                  <a:pt x="1085850" y="2790825"/>
                </a:lnTo>
                <a:lnTo>
                  <a:pt x="1085850" y="2809875"/>
                </a:lnTo>
                <a:lnTo>
                  <a:pt x="1066800" y="2809875"/>
                </a:lnTo>
                <a:lnTo>
                  <a:pt x="1066800" y="2800350"/>
                </a:lnTo>
                <a:lnTo>
                  <a:pt x="1047750" y="2800350"/>
                </a:lnTo>
                <a:close/>
                <a:moveTo>
                  <a:pt x="1400175" y="2771775"/>
                </a:moveTo>
                <a:lnTo>
                  <a:pt x="1409700" y="2771775"/>
                </a:lnTo>
                <a:lnTo>
                  <a:pt x="1409700" y="2781300"/>
                </a:lnTo>
                <a:lnTo>
                  <a:pt x="1400175" y="2781300"/>
                </a:lnTo>
                <a:close/>
                <a:moveTo>
                  <a:pt x="847725" y="2781300"/>
                </a:moveTo>
                <a:lnTo>
                  <a:pt x="857250" y="2781300"/>
                </a:lnTo>
                <a:lnTo>
                  <a:pt x="857250" y="2790825"/>
                </a:lnTo>
                <a:lnTo>
                  <a:pt x="876300" y="2790825"/>
                </a:lnTo>
                <a:lnTo>
                  <a:pt x="876300" y="2800350"/>
                </a:lnTo>
                <a:lnTo>
                  <a:pt x="857250" y="2800350"/>
                </a:lnTo>
                <a:lnTo>
                  <a:pt x="857250" y="2809875"/>
                </a:lnTo>
                <a:lnTo>
                  <a:pt x="847725" y="2809875"/>
                </a:lnTo>
                <a:close/>
                <a:moveTo>
                  <a:pt x="1543050" y="2781300"/>
                </a:moveTo>
                <a:lnTo>
                  <a:pt x="1562100" y="2781300"/>
                </a:lnTo>
                <a:lnTo>
                  <a:pt x="1562100" y="2790825"/>
                </a:lnTo>
                <a:lnTo>
                  <a:pt x="1552575" y="2790825"/>
                </a:lnTo>
                <a:lnTo>
                  <a:pt x="1552575" y="2800350"/>
                </a:lnTo>
                <a:lnTo>
                  <a:pt x="1543050" y="2800350"/>
                </a:lnTo>
                <a:close/>
                <a:moveTo>
                  <a:pt x="762000" y="2790825"/>
                </a:moveTo>
                <a:lnTo>
                  <a:pt x="771525" y="2790825"/>
                </a:lnTo>
                <a:lnTo>
                  <a:pt x="771525" y="2800350"/>
                </a:lnTo>
                <a:lnTo>
                  <a:pt x="762000" y="2800350"/>
                </a:lnTo>
                <a:close/>
                <a:moveTo>
                  <a:pt x="1019175" y="2790825"/>
                </a:moveTo>
                <a:lnTo>
                  <a:pt x="1028700" y="2790825"/>
                </a:lnTo>
                <a:lnTo>
                  <a:pt x="1028700" y="2819400"/>
                </a:lnTo>
                <a:lnTo>
                  <a:pt x="1019175" y="2819400"/>
                </a:lnTo>
                <a:close/>
                <a:moveTo>
                  <a:pt x="1666875" y="2790825"/>
                </a:moveTo>
                <a:lnTo>
                  <a:pt x="1685925" y="2790825"/>
                </a:lnTo>
                <a:lnTo>
                  <a:pt x="1685925" y="2809875"/>
                </a:lnTo>
                <a:lnTo>
                  <a:pt x="1666875" y="2809875"/>
                </a:lnTo>
                <a:close/>
                <a:moveTo>
                  <a:pt x="1819275" y="2790825"/>
                </a:moveTo>
                <a:lnTo>
                  <a:pt x="1838325" y="2790825"/>
                </a:lnTo>
                <a:lnTo>
                  <a:pt x="1838325" y="2847975"/>
                </a:lnTo>
                <a:lnTo>
                  <a:pt x="1847850" y="2847975"/>
                </a:lnTo>
                <a:lnTo>
                  <a:pt x="1847850" y="2857500"/>
                </a:lnTo>
                <a:lnTo>
                  <a:pt x="1838325" y="2857500"/>
                </a:lnTo>
                <a:lnTo>
                  <a:pt x="1838325" y="2867025"/>
                </a:lnTo>
                <a:lnTo>
                  <a:pt x="1828800" y="2867025"/>
                </a:lnTo>
                <a:lnTo>
                  <a:pt x="1828800" y="2876550"/>
                </a:lnTo>
                <a:lnTo>
                  <a:pt x="1819275" y="2876550"/>
                </a:lnTo>
                <a:lnTo>
                  <a:pt x="1819275" y="2867025"/>
                </a:lnTo>
                <a:lnTo>
                  <a:pt x="1809750" y="2867025"/>
                </a:lnTo>
                <a:lnTo>
                  <a:pt x="1809750" y="2886075"/>
                </a:lnTo>
                <a:lnTo>
                  <a:pt x="1819275" y="2886075"/>
                </a:lnTo>
                <a:lnTo>
                  <a:pt x="1819275" y="2895600"/>
                </a:lnTo>
                <a:lnTo>
                  <a:pt x="1847850" y="2895600"/>
                </a:lnTo>
                <a:lnTo>
                  <a:pt x="1847850" y="2943225"/>
                </a:lnTo>
                <a:lnTo>
                  <a:pt x="1838325" y="2943225"/>
                </a:lnTo>
                <a:lnTo>
                  <a:pt x="1838325" y="2981325"/>
                </a:lnTo>
                <a:lnTo>
                  <a:pt x="1828800" y="2981325"/>
                </a:lnTo>
                <a:lnTo>
                  <a:pt x="1828800" y="2990850"/>
                </a:lnTo>
                <a:lnTo>
                  <a:pt x="1819275" y="2990850"/>
                </a:lnTo>
                <a:lnTo>
                  <a:pt x="1819275" y="3000375"/>
                </a:lnTo>
                <a:lnTo>
                  <a:pt x="1828800" y="3000375"/>
                </a:lnTo>
                <a:lnTo>
                  <a:pt x="1828800" y="3009900"/>
                </a:lnTo>
                <a:lnTo>
                  <a:pt x="1857375" y="3009900"/>
                </a:lnTo>
                <a:lnTo>
                  <a:pt x="1857375" y="3086100"/>
                </a:lnTo>
                <a:lnTo>
                  <a:pt x="1847850" y="3086100"/>
                </a:lnTo>
                <a:lnTo>
                  <a:pt x="1847850" y="3105150"/>
                </a:lnTo>
                <a:lnTo>
                  <a:pt x="1838325" y="3105150"/>
                </a:lnTo>
                <a:lnTo>
                  <a:pt x="1838325" y="3114675"/>
                </a:lnTo>
                <a:lnTo>
                  <a:pt x="1847850" y="3114675"/>
                </a:lnTo>
                <a:lnTo>
                  <a:pt x="1847850" y="3143250"/>
                </a:lnTo>
                <a:lnTo>
                  <a:pt x="1866900" y="3143250"/>
                </a:lnTo>
                <a:lnTo>
                  <a:pt x="1866900" y="3209925"/>
                </a:lnTo>
                <a:lnTo>
                  <a:pt x="1857375" y="3209925"/>
                </a:lnTo>
                <a:lnTo>
                  <a:pt x="1857375" y="3228975"/>
                </a:lnTo>
                <a:lnTo>
                  <a:pt x="1876425" y="3228975"/>
                </a:lnTo>
                <a:lnTo>
                  <a:pt x="1876425" y="3238500"/>
                </a:lnTo>
                <a:lnTo>
                  <a:pt x="1866900" y="3238500"/>
                </a:lnTo>
                <a:lnTo>
                  <a:pt x="1866900" y="3248025"/>
                </a:lnTo>
                <a:lnTo>
                  <a:pt x="1857375" y="3248025"/>
                </a:lnTo>
                <a:lnTo>
                  <a:pt x="1857375" y="3276600"/>
                </a:lnTo>
                <a:lnTo>
                  <a:pt x="1876425" y="3276600"/>
                </a:lnTo>
                <a:lnTo>
                  <a:pt x="1876425" y="3286125"/>
                </a:lnTo>
                <a:lnTo>
                  <a:pt x="1866900" y="3286125"/>
                </a:lnTo>
                <a:lnTo>
                  <a:pt x="1866900" y="3305175"/>
                </a:lnTo>
                <a:lnTo>
                  <a:pt x="1857375" y="3305175"/>
                </a:lnTo>
                <a:lnTo>
                  <a:pt x="1857375" y="3333750"/>
                </a:lnTo>
                <a:lnTo>
                  <a:pt x="1866900" y="3333750"/>
                </a:lnTo>
                <a:lnTo>
                  <a:pt x="1866900" y="3400425"/>
                </a:lnTo>
                <a:lnTo>
                  <a:pt x="1857375" y="3400425"/>
                </a:lnTo>
                <a:lnTo>
                  <a:pt x="1857375" y="3419475"/>
                </a:lnTo>
                <a:lnTo>
                  <a:pt x="1866900" y="3419475"/>
                </a:lnTo>
                <a:lnTo>
                  <a:pt x="1866900" y="3457575"/>
                </a:lnTo>
                <a:lnTo>
                  <a:pt x="1857375" y="3457575"/>
                </a:lnTo>
                <a:lnTo>
                  <a:pt x="1857375" y="3486150"/>
                </a:lnTo>
                <a:lnTo>
                  <a:pt x="1866900" y="3486150"/>
                </a:lnTo>
                <a:lnTo>
                  <a:pt x="1866900" y="3495675"/>
                </a:lnTo>
                <a:lnTo>
                  <a:pt x="1876425" y="3495675"/>
                </a:lnTo>
                <a:lnTo>
                  <a:pt x="1876425" y="3505200"/>
                </a:lnTo>
                <a:lnTo>
                  <a:pt x="1866900" y="3505200"/>
                </a:lnTo>
                <a:lnTo>
                  <a:pt x="1866900" y="3533775"/>
                </a:lnTo>
                <a:lnTo>
                  <a:pt x="1857375" y="3533775"/>
                </a:lnTo>
                <a:lnTo>
                  <a:pt x="1857375" y="3552825"/>
                </a:lnTo>
                <a:lnTo>
                  <a:pt x="1847850" y="3552825"/>
                </a:lnTo>
                <a:lnTo>
                  <a:pt x="1847850" y="3543300"/>
                </a:lnTo>
                <a:lnTo>
                  <a:pt x="1828800" y="3543300"/>
                </a:lnTo>
                <a:lnTo>
                  <a:pt x="1828800" y="3524250"/>
                </a:lnTo>
                <a:lnTo>
                  <a:pt x="1819275" y="3524250"/>
                </a:lnTo>
                <a:lnTo>
                  <a:pt x="1819275" y="3505200"/>
                </a:lnTo>
                <a:lnTo>
                  <a:pt x="1828800" y="3505200"/>
                </a:lnTo>
                <a:lnTo>
                  <a:pt x="1828800" y="3476625"/>
                </a:lnTo>
                <a:lnTo>
                  <a:pt x="1838325" y="3476625"/>
                </a:lnTo>
                <a:lnTo>
                  <a:pt x="1838325" y="3457575"/>
                </a:lnTo>
                <a:lnTo>
                  <a:pt x="1828800" y="3457575"/>
                </a:lnTo>
                <a:lnTo>
                  <a:pt x="1828800" y="3448050"/>
                </a:lnTo>
                <a:lnTo>
                  <a:pt x="1819275" y="3448050"/>
                </a:lnTo>
                <a:lnTo>
                  <a:pt x="1819275" y="3438525"/>
                </a:lnTo>
                <a:lnTo>
                  <a:pt x="1800225" y="3438525"/>
                </a:lnTo>
                <a:lnTo>
                  <a:pt x="1800225" y="3429000"/>
                </a:lnTo>
                <a:lnTo>
                  <a:pt x="1790700" y="3429000"/>
                </a:lnTo>
                <a:lnTo>
                  <a:pt x="1790700" y="3419475"/>
                </a:lnTo>
                <a:lnTo>
                  <a:pt x="1828800" y="3419475"/>
                </a:lnTo>
                <a:lnTo>
                  <a:pt x="1828800" y="3409950"/>
                </a:lnTo>
                <a:lnTo>
                  <a:pt x="1819275" y="3409950"/>
                </a:lnTo>
                <a:lnTo>
                  <a:pt x="1819275" y="3400425"/>
                </a:lnTo>
                <a:lnTo>
                  <a:pt x="1828800" y="3400425"/>
                </a:lnTo>
                <a:lnTo>
                  <a:pt x="1828800" y="3371850"/>
                </a:lnTo>
                <a:lnTo>
                  <a:pt x="1790700" y="3371850"/>
                </a:lnTo>
                <a:lnTo>
                  <a:pt x="1790700" y="3381375"/>
                </a:lnTo>
                <a:lnTo>
                  <a:pt x="1809750" y="3381375"/>
                </a:lnTo>
                <a:lnTo>
                  <a:pt x="1809750" y="3390900"/>
                </a:lnTo>
                <a:lnTo>
                  <a:pt x="1771650" y="3390900"/>
                </a:lnTo>
                <a:lnTo>
                  <a:pt x="1771650" y="3381375"/>
                </a:lnTo>
                <a:lnTo>
                  <a:pt x="1752600" y="3381375"/>
                </a:lnTo>
                <a:lnTo>
                  <a:pt x="1752600" y="3390900"/>
                </a:lnTo>
                <a:lnTo>
                  <a:pt x="1733550" y="3390900"/>
                </a:lnTo>
                <a:lnTo>
                  <a:pt x="1733550" y="3400425"/>
                </a:lnTo>
                <a:lnTo>
                  <a:pt x="1724025" y="3400425"/>
                </a:lnTo>
                <a:lnTo>
                  <a:pt x="1724025" y="3419475"/>
                </a:lnTo>
                <a:lnTo>
                  <a:pt x="1714500" y="3419475"/>
                </a:lnTo>
                <a:lnTo>
                  <a:pt x="1714500" y="3429000"/>
                </a:lnTo>
                <a:lnTo>
                  <a:pt x="1743075" y="3429000"/>
                </a:lnTo>
                <a:lnTo>
                  <a:pt x="1743075" y="3419475"/>
                </a:lnTo>
                <a:lnTo>
                  <a:pt x="1752600" y="3419475"/>
                </a:lnTo>
                <a:lnTo>
                  <a:pt x="1752600" y="3438525"/>
                </a:lnTo>
                <a:lnTo>
                  <a:pt x="1733550" y="3438525"/>
                </a:lnTo>
                <a:lnTo>
                  <a:pt x="1733550" y="3448050"/>
                </a:lnTo>
                <a:lnTo>
                  <a:pt x="1724025" y="3448050"/>
                </a:lnTo>
                <a:lnTo>
                  <a:pt x="1724025" y="3467100"/>
                </a:lnTo>
                <a:lnTo>
                  <a:pt x="1733550" y="3467100"/>
                </a:lnTo>
                <a:lnTo>
                  <a:pt x="1733550" y="3476625"/>
                </a:lnTo>
                <a:lnTo>
                  <a:pt x="1724025" y="3476625"/>
                </a:lnTo>
                <a:lnTo>
                  <a:pt x="1724025" y="3486150"/>
                </a:lnTo>
                <a:lnTo>
                  <a:pt x="1714500" y="3486150"/>
                </a:lnTo>
                <a:lnTo>
                  <a:pt x="1714500" y="3476625"/>
                </a:lnTo>
                <a:lnTo>
                  <a:pt x="1704975" y="3476625"/>
                </a:lnTo>
                <a:lnTo>
                  <a:pt x="1704975" y="3457575"/>
                </a:lnTo>
                <a:lnTo>
                  <a:pt x="1695450" y="3457575"/>
                </a:lnTo>
                <a:lnTo>
                  <a:pt x="1695450" y="3429000"/>
                </a:lnTo>
                <a:lnTo>
                  <a:pt x="1685925" y="3429000"/>
                </a:lnTo>
                <a:lnTo>
                  <a:pt x="1685925" y="3448050"/>
                </a:lnTo>
                <a:lnTo>
                  <a:pt x="1657350" y="3448050"/>
                </a:lnTo>
                <a:lnTo>
                  <a:pt x="1657350" y="3438525"/>
                </a:lnTo>
                <a:lnTo>
                  <a:pt x="1600200" y="3438525"/>
                </a:lnTo>
                <a:lnTo>
                  <a:pt x="1600200" y="3429000"/>
                </a:lnTo>
                <a:lnTo>
                  <a:pt x="1609725" y="3429000"/>
                </a:lnTo>
                <a:lnTo>
                  <a:pt x="1609725" y="3409950"/>
                </a:lnTo>
                <a:lnTo>
                  <a:pt x="1628775" y="3409950"/>
                </a:lnTo>
                <a:lnTo>
                  <a:pt x="1628775" y="3419475"/>
                </a:lnTo>
                <a:lnTo>
                  <a:pt x="1638300" y="3419475"/>
                </a:lnTo>
                <a:lnTo>
                  <a:pt x="1638300" y="3429000"/>
                </a:lnTo>
                <a:lnTo>
                  <a:pt x="1657350" y="3429000"/>
                </a:lnTo>
                <a:lnTo>
                  <a:pt x="1657350" y="3419475"/>
                </a:lnTo>
                <a:lnTo>
                  <a:pt x="1647825" y="3419475"/>
                </a:lnTo>
                <a:lnTo>
                  <a:pt x="1647825" y="3409950"/>
                </a:lnTo>
                <a:lnTo>
                  <a:pt x="1638300" y="3409950"/>
                </a:lnTo>
                <a:lnTo>
                  <a:pt x="1638300" y="3400425"/>
                </a:lnTo>
                <a:lnTo>
                  <a:pt x="1628775" y="3400425"/>
                </a:lnTo>
                <a:lnTo>
                  <a:pt x="1628775" y="3390900"/>
                </a:lnTo>
                <a:lnTo>
                  <a:pt x="1619250" y="3390900"/>
                </a:lnTo>
                <a:lnTo>
                  <a:pt x="1619250" y="3400425"/>
                </a:lnTo>
                <a:lnTo>
                  <a:pt x="1600200" y="3400425"/>
                </a:lnTo>
                <a:lnTo>
                  <a:pt x="1600200" y="3409950"/>
                </a:lnTo>
                <a:lnTo>
                  <a:pt x="1590675" y="3409950"/>
                </a:lnTo>
                <a:lnTo>
                  <a:pt x="1590675" y="3400425"/>
                </a:lnTo>
                <a:lnTo>
                  <a:pt x="1581150" y="3400425"/>
                </a:lnTo>
                <a:lnTo>
                  <a:pt x="1581150" y="3390900"/>
                </a:lnTo>
                <a:lnTo>
                  <a:pt x="1571625" y="3390900"/>
                </a:lnTo>
                <a:lnTo>
                  <a:pt x="1571625" y="3371850"/>
                </a:lnTo>
                <a:lnTo>
                  <a:pt x="1581150" y="3371850"/>
                </a:lnTo>
                <a:lnTo>
                  <a:pt x="1581150" y="3362325"/>
                </a:lnTo>
                <a:lnTo>
                  <a:pt x="1562100" y="3362325"/>
                </a:lnTo>
                <a:lnTo>
                  <a:pt x="1562100" y="3314700"/>
                </a:lnTo>
                <a:lnTo>
                  <a:pt x="1543050" y="3314700"/>
                </a:lnTo>
                <a:lnTo>
                  <a:pt x="1543050" y="3324225"/>
                </a:lnTo>
                <a:lnTo>
                  <a:pt x="1524000" y="3324225"/>
                </a:lnTo>
                <a:lnTo>
                  <a:pt x="1524000" y="3314700"/>
                </a:lnTo>
                <a:lnTo>
                  <a:pt x="1514475" y="3314700"/>
                </a:lnTo>
                <a:lnTo>
                  <a:pt x="1514475" y="3305175"/>
                </a:lnTo>
                <a:lnTo>
                  <a:pt x="1524000" y="3305175"/>
                </a:lnTo>
                <a:lnTo>
                  <a:pt x="1524000" y="3314700"/>
                </a:lnTo>
                <a:lnTo>
                  <a:pt x="1533525" y="3314700"/>
                </a:lnTo>
                <a:lnTo>
                  <a:pt x="1533525" y="3305175"/>
                </a:lnTo>
                <a:lnTo>
                  <a:pt x="1543050" y="3305175"/>
                </a:lnTo>
                <a:lnTo>
                  <a:pt x="1543050" y="3286125"/>
                </a:lnTo>
                <a:lnTo>
                  <a:pt x="1524000" y="3286125"/>
                </a:lnTo>
                <a:lnTo>
                  <a:pt x="1524000" y="3276600"/>
                </a:lnTo>
                <a:lnTo>
                  <a:pt x="1504950" y="3276600"/>
                </a:lnTo>
                <a:lnTo>
                  <a:pt x="1504950" y="3257550"/>
                </a:lnTo>
                <a:lnTo>
                  <a:pt x="1495425" y="3257550"/>
                </a:lnTo>
                <a:lnTo>
                  <a:pt x="1495425" y="3248025"/>
                </a:lnTo>
                <a:lnTo>
                  <a:pt x="1485900" y="3248025"/>
                </a:lnTo>
                <a:lnTo>
                  <a:pt x="1485900" y="3238500"/>
                </a:lnTo>
                <a:lnTo>
                  <a:pt x="1495425" y="3238500"/>
                </a:lnTo>
                <a:lnTo>
                  <a:pt x="1495425" y="3228975"/>
                </a:lnTo>
                <a:lnTo>
                  <a:pt x="1504950" y="3228975"/>
                </a:lnTo>
                <a:lnTo>
                  <a:pt x="1504950" y="3219450"/>
                </a:lnTo>
                <a:lnTo>
                  <a:pt x="1524000" y="3219450"/>
                </a:lnTo>
                <a:lnTo>
                  <a:pt x="1524000" y="3238500"/>
                </a:lnTo>
                <a:lnTo>
                  <a:pt x="1533525" y="3238500"/>
                </a:lnTo>
                <a:lnTo>
                  <a:pt x="1533525" y="3257550"/>
                </a:lnTo>
                <a:lnTo>
                  <a:pt x="1543050" y="3257550"/>
                </a:lnTo>
                <a:lnTo>
                  <a:pt x="1543050" y="3267075"/>
                </a:lnTo>
                <a:lnTo>
                  <a:pt x="1552575" y="3267075"/>
                </a:lnTo>
                <a:lnTo>
                  <a:pt x="1552575" y="3228975"/>
                </a:lnTo>
                <a:lnTo>
                  <a:pt x="1562100" y="3228975"/>
                </a:lnTo>
                <a:lnTo>
                  <a:pt x="1562100" y="3200400"/>
                </a:lnTo>
                <a:lnTo>
                  <a:pt x="1581150" y="3200400"/>
                </a:lnTo>
                <a:lnTo>
                  <a:pt x="1581150" y="3228975"/>
                </a:lnTo>
                <a:lnTo>
                  <a:pt x="1600200" y="3228975"/>
                </a:lnTo>
                <a:lnTo>
                  <a:pt x="1600200" y="3200400"/>
                </a:lnTo>
                <a:lnTo>
                  <a:pt x="1609725" y="3200400"/>
                </a:lnTo>
                <a:lnTo>
                  <a:pt x="1609725" y="3190875"/>
                </a:lnTo>
                <a:lnTo>
                  <a:pt x="1619250" y="3190875"/>
                </a:lnTo>
                <a:lnTo>
                  <a:pt x="1619250" y="3200400"/>
                </a:lnTo>
                <a:lnTo>
                  <a:pt x="1628775" y="3200400"/>
                </a:lnTo>
                <a:lnTo>
                  <a:pt x="1628775" y="3181350"/>
                </a:lnTo>
                <a:lnTo>
                  <a:pt x="1657350" y="3181350"/>
                </a:lnTo>
                <a:lnTo>
                  <a:pt x="1657350" y="3190875"/>
                </a:lnTo>
                <a:lnTo>
                  <a:pt x="1666875" y="3190875"/>
                </a:lnTo>
                <a:lnTo>
                  <a:pt x="1666875" y="3219450"/>
                </a:lnTo>
                <a:lnTo>
                  <a:pt x="1676400" y="3219450"/>
                </a:lnTo>
                <a:lnTo>
                  <a:pt x="1676400" y="3200400"/>
                </a:lnTo>
                <a:lnTo>
                  <a:pt x="1695450" y="3200400"/>
                </a:lnTo>
                <a:lnTo>
                  <a:pt x="1695450" y="3181350"/>
                </a:lnTo>
                <a:lnTo>
                  <a:pt x="1685925" y="3181350"/>
                </a:lnTo>
                <a:lnTo>
                  <a:pt x="1685925" y="3162300"/>
                </a:lnTo>
                <a:lnTo>
                  <a:pt x="1647825" y="3162300"/>
                </a:lnTo>
                <a:lnTo>
                  <a:pt x="1647825" y="3152775"/>
                </a:lnTo>
                <a:lnTo>
                  <a:pt x="1657350" y="3152775"/>
                </a:lnTo>
                <a:lnTo>
                  <a:pt x="1657350" y="3143250"/>
                </a:lnTo>
                <a:lnTo>
                  <a:pt x="1676400" y="3143250"/>
                </a:lnTo>
                <a:lnTo>
                  <a:pt x="1676400" y="3152775"/>
                </a:lnTo>
                <a:lnTo>
                  <a:pt x="1685925" y="3152775"/>
                </a:lnTo>
                <a:lnTo>
                  <a:pt x="1685925" y="3162300"/>
                </a:lnTo>
                <a:lnTo>
                  <a:pt x="1704975" y="3162300"/>
                </a:lnTo>
                <a:lnTo>
                  <a:pt x="1704975" y="3171825"/>
                </a:lnTo>
                <a:lnTo>
                  <a:pt x="1714500" y="3171825"/>
                </a:lnTo>
                <a:lnTo>
                  <a:pt x="1714500" y="3162300"/>
                </a:lnTo>
                <a:lnTo>
                  <a:pt x="1724025" y="3162300"/>
                </a:lnTo>
                <a:lnTo>
                  <a:pt x="1724025" y="3152775"/>
                </a:lnTo>
                <a:lnTo>
                  <a:pt x="1743075" y="3152775"/>
                </a:lnTo>
                <a:lnTo>
                  <a:pt x="1743075" y="3171825"/>
                </a:lnTo>
                <a:lnTo>
                  <a:pt x="1771650" y="3171825"/>
                </a:lnTo>
                <a:lnTo>
                  <a:pt x="1771650" y="3181350"/>
                </a:lnTo>
                <a:lnTo>
                  <a:pt x="1781175" y="3181350"/>
                </a:lnTo>
                <a:lnTo>
                  <a:pt x="1781175" y="3190875"/>
                </a:lnTo>
                <a:lnTo>
                  <a:pt x="1790700" y="3190875"/>
                </a:lnTo>
                <a:lnTo>
                  <a:pt x="1790700" y="3181350"/>
                </a:lnTo>
                <a:lnTo>
                  <a:pt x="1819275" y="3181350"/>
                </a:lnTo>
                <a:lnTo>
                  <a:pt x="1819275" y="3152775"/>
                </a:lnTo>
                <a:lnTo>
                  <a:pt x="1790700" y="3152775"/>
                </a:lnTo>
                <a:lnTo>
                  <a:pt x="1790700" y="3143250"/>
                </a:lnTo>
                <a:lnTo>
                  <a:pt x="1781175" y="3143250"/>
                </a:lnTo>
                <a:lnTo>
                  <a:pt x="1781175" y="3124200"/>
                </a:lnTo>
                <a:lnTo>
                  <a:pt x="1771650" y="3124200"/>
                </a:lnTo>
                <a:lnTo>
                  <a:pt x="1771650" y="3114675"/>
                </a:lnTo>
                <a:lnTo>
                  <a:pt x="1781175" y="3114675"/>
                </a:lnTo>
                <a:lnTo>
                  <a:pt x="1781175" y="3105150"/>
                </a:lnTo>
                <a:lnTo>
                  <a:pt x="1790700" y="3105150"/>
                </a:lnTo>
                <a:lnTo>
                  <a:pt x="1790700" y="3086100"/>
                </a:lnTo>
                <a:lnTo>
                  <a:pt x="1809750" y="3086100"/>
                </a:lnTo>
                <a:lnTo>
                  <a:pt x="1809750" y="3076575"/>
                </a:lnTo>
                <a:lnTo>
                  <a:pt x="1800225" y="3076575"/>
                </a:lnTo>
                <a:lnTo>
                  <a:pt x="1800225" y="3057525"/>
                </a:lnTo>
                <a:lnTo>
                  <a:pt x="1781175" y="3057525"/>
                </a:lnTo>
                <a:lnTo>
                  <a:pt x="1781175" y="3019425"/>
                </a:lnTo>
                <a:lnTo>
                  <a:pt x="1771650" y="3019425"/>
                </a:lnTo>
                <a:lnTo>
                  <a:pt x="1771650" y="2990850"/>
                </a:lnTo>
                <a:lnTo>
                  <a:pt x="1809750" y="2990850"/>
                </a:lnTo>
                <a:lnTo>
                  <a:pt x="1809750" y="2962275"/>
                </a:lnTo>
                <a:lnTo>
                  <a:pt x="1819275" y="2962275"/>
                </a:lnTo>
                <a:lnTo>
                  <a:pt x="1819275" y="2933700"/>
                </a:lnTo>
                <a:lnTo>
                  <a:pt x="1781175" y="2933700"/>
                </a:lnTo>
                <a:lnTo>
                  <a:pt x="1781175" y="2943225"/>
                </a:lnTo>
                <a:lnTo>
                  <a:pt x="1762125" y="2943225"/>
                </a:lnTo>
                <a:lnTo>
                  <a:pt x="1762125" y="2933700"/>
                </a:lnTo>
                <a:lnTo>
                  <a:pt x="1752600" y="2933700"/>
                </a:lnTo>
                <a:lnTo>
                  <a:pt x="1752600" y="2914650"/>
                </a:lnTo>
                <a:lnTo>
                  <a:pt x="1743075" y="2914650"/>
                </a:lnTo>
                <a:lnTo>
                  <a:pt x="1743075" y="2905125"/>
                </a:lnTo>
                <a:lnTo>
                  <a:pt x="1724025" y="2905125"/>
                </a:lnTo>
                <a:lnTo>
                  <a:pt x="1724025" y="2914650"/>
                </a:lnTo>
                <a:lnTo>
                  <a:pt x="1714500" y="2914650"/>
                </a:lnTo>
                <a:lnTo>
                  <a:pt x="1714500" y="2905125"/>
                </a:lnTo>
                <a:lnTo>
                  <a:pt x="1704975" y="2905125"/>
                </a:lnTo>
                <a:lnTo>
                  <a:pt x="1704975" y="2914650"/>
                </a:lnTo>
                <a:lnTo>
                  <a:pt x="1695450" y="2914650"/>
                </a:lnTo>
                <a:lnTo>
                  <a:pt x="1695450" y="2895600"/>
                </a:lnTo>
                <a:lnTo>
                  <a:pt x="1685925" y="2895600"/>
                </a:lnTo>
                <a:lnTo>
                  <a:pt x="1685925" y="2886075"/>
                </a:lnTo>
                <a:lnTo>
                  <a:pt x="1676400" y="2886075"/>
                </a:lnTo>
                <a:lnTo>
                  <a:pt x="1676400" y="2876550"/>
                </a:lnTo>
                <a:lnTo>
                  <a:pt x="1666875" y="2876550"/>
                </a:lnTo>
                <a:lnTo>
                  <a:pt x="1666875" y="2857500"/>
                </a:lnTo>
                <a:lnTo>
                  <a:pt x="1676400" y="2857500"/>
                </a:lnTo>
                <a:lnTo>
                  <a:pt x="1676400" y="2847975"/>
                </a:lnTo>
                <a:lnTo>
                  <a:pt x="1685925" y="2847975"/>
                </a:lnTo>
                <a:lnTo>
                  <a:pt x="1685925" y="2838450"/>
                </a:lnTo>
                <a:lnTo>
                  <a:pt x="1714500" y="2838450"/>
                </a:lnTo>
                <a:lnTo>
                  <a:pt x="1714500" y="2828925"/>
                </a:lnTo>
                <a:lnTo>
                  <a:pt x="1733550" y="2828925"/>
                </a:lnTo>
                <a:lnTo>
                  <a:pt x="1733550" y="2809875"/>
                </a:lnTo>
                <a:lnTo>
                  <a:pt x="1743075" y="2809875"/>
                </a:lnTo>
                <a:lnTo>
                  <a:pt x="1743075" y="2819400"/>
                </a:lnTo>
                <a:lnTo>
                  <a:pt x="1752600" y="2819400"/>
                </a:lnTo>
                <a:lnTo>
                  <a:pt x="1752600" y="2847975"/>
                </a:lnTo>
                <a:lnTo>
                  <a:pt x="1743075" y="2847975"/>
                </a:lnTo>
                <a:lnTo>
                  <a:pt x="1743075" y="2857500"/>
                </a:lnTo>
                <a:lnTo>
                  <a:pt x="1733550" y="2857500"/>
                </a:lnTo>
                <a:lnTo>
                  <a:pt x="1733550" y="2867025"/>
                </a:lnTo>
                <a:lnTo>
                  <a:pt x="1743075" y="2867025"/>
                </a:lnTo>
                <a:lnTo>
                  <a:pt x="1743075" y="2876550"/>
                </a:lnTo>
                <a:lnTo>
                  <a:pt x="1752600" y="2876550"/>
                </a:lnTo>
                <a:lnTo>
                  <a:pt x="1752600" y="2886075"/>
                </a:lnTo>
                <a:lnTo>
                  <a:pt x="1762125" y="2886075"/>
                </a:lnTo>
                <a:lnTo>
                  <a:pt x="1762125" y="2895600"/>
                </a:lnTo>
                <a:lnTo>
                  <a:pt x="1781175" y="2895600"/>
                </a:lnTo>
                <a:lnTo>
                  <a:pt x="1781175" y="2847975"/>
                </a:lnTo>
                <a:lnTo>
                  <a:pt x="1790700" y="2847975"/>
                </a:lnTo>
                <a:lnTo>
                  <a:pt x="1790700" y="2828925"/>
                </a:lnTo>
                <a:lnTo>
                  <a:pt x="1809750" y="2828925"/>
                </a:lnTo>
                <a:lnTo>
                  <a:pt x="1809750" y="2800350"/>
                </a:lnTo>
                <a:lnTo>
                  <a:pt x="1819275" y="2800350"/>
                </a:lnTo>
                <a:close/>
                <a:moveTo>
                  <a:pt x="647700" y="2800350"/>
                </a:moveTo>
                <a:lnTo>
                  <a:pt x="657225" y="2800350"/>
                </a:lnTo>
                <a:lnTo>
                  <a:pt x="657225" y="2828925"/>
                </a:lnTo>
                <a:lnTo>
                  <a:pt x="647700" y="2828925"/>
                </a:lnTo>
                <a:close/>
                <a:moveTo>
                  <a:pt x="723900" y="2800350"/>
                </a:moveTo>
                <a:lnTo>
                  <a:pt x="733425" y="2800350"/>
                </a:lnTo>
                <a:lnTo>
                  <a:pt x="733425" y="2809875"/>
                </a:lnTo>
                <a:lnTo>
                  <a:pt x="742950" y="2809875"/>
                </a:lnTo>
                <a:lnTo>
                  <a:pt x="742950" y="2828925"/>
                </a:lnTo>
                <a:lnTo>
                  <a:pt x="733425" y="2828925"/>
                </a:lnTo>
                <a:lnTo>
                  <a:pt x="733425" y="2838450"/>
                </a:lnTo>
                <a:lnTo>
                  <a:pt x="723900" y="2838450"/>
                </a:lnTo>
                <a:lnTo>
                  <a:pt x="723900" y="2828925"/>
                </a:lnTo>
                <a:lnTo>
                  <a:pt x="714375" y="2828925"/>
                </a:lnTo>
                <a:lnTo>
                  <a:pt x="714375" y="2809875"/>
                </a:lnTo>
                <a:lnTo>
                  <a:pt x="723900" y="2809875"/>
                </a:lnTo>
                <a:close/>
                <a:moveTo>
                  <a:pt x="1600200" y="2800350"/>
                </a:moveTo>
                <a:lnTo>
                  <a:pt x="1609725" y="2800350"/>
                </a:lnTo>
                <a:lnTo>
                  <a:pt x="1609725" y="2809875"/>
                </a:lnTo>
                <a:lnTo>
                  <a:pt x="1600200" y="2809875"/>
                </a:lnTo>
                <a:close/>
                <a:moveTo>
                  <a:pt x="866775" y="2809875"/>
                </a:moveTo>
                <a:lnTo>
                  <a:pt x="876300" y="2809875"/>
                </a:lnTo>
                <a:lnTo>
                  <a:pt x="876300" y="2819400"/>
                </a:lnTo>
                <a:lnTo>
                  <a:pt x="895350" y="2819400"/>
                </a:lnTo>
                <a:lnTo>
                  <a:pt x="895350" y="2828925"/>
                </a:lnTo>
                <a:lnTo>
                  <a:pt x="876300" y="2828925"/>
                </a:lnTo>
                <a:lnTo>
                  <a:pt x="876300" y="2838450"/>
                </a:lnTo>
                <a:lnTo>
                  <a:pt x="895350" y="2838450"/>
                </a:lnTo>
                <a:lnTo>
                  <a:pt x="895350" y="2847975"/>
                </a:lnTo>
                <a:lnTo>
                  <a:pt x="866775" y="2847975"/>
                </a:lnTo>
                <a:lnTo>
                  <a:pt x="866775" y="2838450"/>
                </a:lnTo>
                <a:lnTo>
                  <a:pt x="857250" y="2838450"/>
                </a:lnTo>
                <a:lnTo>
                  <a:pt x="857250" y="2828925"/>
                </a:lnTo>
                <a:lnTo>
                  <a:pt x="866775" y="2828925"/>
                </a:lnTo>
                <a:close/>
                <a:moveTo>
                  <a:pt x="981075" y="2809875"/>
                </a:moveTo>
                <a:lnTo>
                  <a:pt x="1000125" y="2809875"/>
                </a:lnTo>
                <a:lnTo>
                  <a:pt x="1000125" y="2819400"/>
                </a:lnTo>
                <a:lnTo>
                  <a:pt x="990600" y="2819400"/>
                </a:lnTo>
                <a:lnTo>
                  <a:pt x="990600" y="2828925"/>
                </a:lnTo>
                <a:lnTo>
                  <a:pt x="1000125" y="2828925"/>
                </a:lnTo>
                <a:lnTo>
                  <a:pt x="1000125" y="2838450"/>
                </a:lnTo>
                <a:lnTo>
                  <a:pt x="981075" y="2838450"/>
                </a:lnTo>
                <a:close/>
                <a:moveTo>
                  <a:pt x="1238250" y="2809875"/>
                </a:moveTo>
                <a:lnTo>
                  <a:pt x="1257300" y="2809875"/>
                </a:lnTo>
                <a:lnTo>
                  <a:pt x="1257300" y="2828925"/>
                </a:lnTo>
                <a:lnTo>
                  <a:pt x="1247775" y="2828925"/>
                </a:lnTo>
                <a:lnTo>
                  <a:pt x="1247775" y="2819400"/>
                </a:lnTo>
                <a:lnTo>
                  <a:pt x="1238250" y="2819400"/>
                </a:lnTo>
                <a:close/>
                <a:moveTo>
                  <a:pt x="1581150" y="2809875"/>
                </a:moveTo>
                <a:lnTo>
                  <a:pt x="1600200" y="2809875"/>
                </a:lnTo>
                <a:lnTo>
                  <a:pt x="1600200" y="2828925"/>
                </a:lnTo>
                <a:lnTo>
                  <a:pt x="1581150" y="2828925"/>
                </a:lnTo>
                <a:close/>
                <a:moveTo>
                  <a:pt x="1685925" y="2809875"/>
                </a:moveTo>
                <a:lnTo>
                  <a:pt x="1714500" y="2809875"/>
                </a:lnTo>
                <a:lnTo>
                  <a:pt x="1714500" y="2819400"/>
                </a:lnTo>
                <a:lnTo>
                  <a:pt x="1685925" y="2819400"/>
                </a:lnTo>
                <a:close/>
                <a:moveTo>
                  <a:pt x="333375" y="2819400"/>
                </a:moveTo>
                <a:lnTo>
                  <a:pt x="352425" y="2819400"/>
                </a:lnTo>
                <a:lnTo>
                  <a:pt x="352425" y="2828925"/>
                </a:lnTo>
                <a:lnTo>
                  <a:pt x="371475" y="2828925"/>
                </a:lnTo>
                <a:lnTo>
                  <a:pt x="371475" y="2838450"/>
                </a:lnTo>
                <a:lnTo>
                  <a:pt x="381000" y="2838450"/>
                </a:lnTo>
                <a:lnTo>
                  <a:pt x="381000" y="2857500"/>
                </a:lnTo>
                <a:lnTo>
                  <a:pt x="323850" y="2857500"/>
                </a:lnTo>
                <a:lnTo>
                  <a:pt x="323850" y="2838450"/>
                </a:lnTo>
                <a:lnTo>
                  <a:pt x="314325" y="2838450"/>
                </a:lnTo>
                <a:lnTo>
                  <a:pt x="314325" y="2828925"/>
                </a:lnTo>
                <a:lnTo>
                  <a:pt x="333375" y="2828925"/>
                </a:lnTo>
                <a:close/>
                <a:moveTo>
                  <a:pt x="514350" y="2819400"/>
                </a:moveTo>
                <a:lnTo>
                  <a:pt x="533400" y="2819400"/>
                </a:lnTo>
                <a:lnTo>
                  <a:pt x="533400" y="2847975"/>
                </a:lnTo>
                <a:lnTo>
                  <a:pt x="523875" y="2847975"/>
                </a:lnTo>
                <a:lnTo>
                  <a:pt x="523875" y="2857500"/>
                </a:lnTo>
                <a:lnTo>
                  <a:pt x="514350" y="2857500"/>
                </a:lnTo>
                <a:close/>
                <a:moveTo>
                  <a:pt x="790575" y="2819400"/>
                </a:moveTo>
                <a:lnTo>
                  <a:pt x="809625" y="2819400"/>
                </a:lnTo>
                <a:lnTo>
                  <a:pt x="809625" y="2838450"/>
                </a:lnTo>
                <a:lnTo>
                  <a:pt x="800100" y="2838450"/>
                </a:lnTo>
                <a:lnTo>
                  <a:pt x="800100" y="2828925"/>
                </a:lnTo>
                <a:lnTo>
                  <a:pt x="790575" y="2828925"/>
                </a:lnTo>
                <a:close/>
                <a:moveTo>
                  <a:pt x="752475" y="2828925"/>
                </a:moveTo>
                <a:lnTo>
                  <a:pt x="771525" y="2828925"/>
                </a:lnTo>
                <a:lnTo>
                  <a:pt x="771525" y="2838450"/>
                </a:lnTo>
                <a:lnTo>
                  <a:pt x="752475" y="2838450"/>
                </a:lnTo>
                <a:close/>
                <a:moveTo>
                  <a:pt x="1514475" y="2828925"/>
                </a:moveTo>
                <a:lnTo>
                  <a:pt x="1524000" y="2828925"/>
                </a:lnTo>
                <a:lnTo>
                  <a:pt x="1524000" y="2838450"/>
                </a:lnTo>
                <a:lnTo>
                  <a:pt x="1514475" y="2838450"/>
                </a:lnTo>
                <a:close/>
                <a:moveTo>
                  <a:pt x="581025" y="2838450"/>
                </a:moveTo>
                <a:lnTo>
                  <a:pt x="590550" y="2838450"/>
                </a:lnTo>
                <a:lnTo>
                  <a:pt x="590550" y="2847975"/>
                </a:lnTo>
                <a:lnTo>
                  <a:pt x="581025" y="2847975"/>
                </a:lnTo>
                <a:close/>
                <a:moveTo>
                  <a:pt x="1495425" y="2847975"/>
                </a:moveTo>
                <a:lnTo>
                  <a:pt x="1504950" y="2847975"/>
                </a:lnTo>
                <a:lnTo>
                  <a:pt x="1504950" y="2867025"/>
                </a:lnTo>
                <a:lnTo>
                  <a:pt x="1495425" y="2867025"/>
                </a:lnTo>
                <a:lnTo>
                  <a:pt x="1495425" y="2876550"/>
                </a:lnTo>
                <a:lnTo>
                  <a:pt x="1485900" y="2876550"/>
                </a:lnTo>
                <a:lnTo>
                  <a:pt x="1485900" y="2857500"/>
                </a:lnTo>
                <a:lnTo>
                  <a:pt x="1495425" y="2857500"/>
                </a:lnTo>
                <a:close/>
                <a:moveTo>
                  <a:pt x="1543050" y="2847975"/>
                </a:moveTo>
                <a:lnTo>
                  <a:pt x="1552575" y="2847975"/>
                </a:lnTo>
                <a:lnTo>
                  <a:pt x="1552575" y="2857500"/>
                </a:lnTo>
                <a:lnTo>
                  <a:pt x="1543050" y="2857500"/>
                </a:lnTo>
                <a:close/>
                <a:moveTo>
                  <a:pt x="1552575" y="2857500"/>
                </a:moveTo>
                <a:lnTo>
                  <a:pt x="1562100" y="2857500"/>
                </a:lnTo>
                <a:lnTo>
                  <a:pt x="1562100" y="2867025"/>
                </a:lnTo>
                <a:lnTo>
                  <a:pt x="1571625" y="2867025"/>
                </a:lnTo>
                <a:lnTo>
                  <a:pt x="1571625" y="2857500"/>
                </a:lnTo>
                <a:lnTo>
                  <a:pt x="1600200" y="2857500"/>
                </a:lnTo>
                <a:lnTo>
                  <a:pt x="1600200" y="2867025"/>
                </a:lnTo>
                <a:lnTo>
                  <a:pt x="1590675" y="2867025"/>
                </a:lnTo>
                <a:lnTo>
                  <a:pt x="1590675" y="2876550"/>
                </a:lnTo>
                <a:lnTo>
                  <a:pt x="1581150" y="2876550"/>
                </a:lnTo>
                <a:lnTo>
                  <a:pt x="1581150" y="2886075"/>
                </a:lnTo>
                <a:lnTo>
                  <a:pt x="1552575" y="2886075"/>
                </a:lnTo>
                <a:close/>
                <a:moveTo>
                  <a:pt x="409575" y="2867025"/>
                </a:moveTo>
                <a:lnTo>
                  <a:pt x="438150" y="2867025"/>
                </a:lnTo>
                <a:lnTo>
                  <a:pt x="438150" y="2876550"/>
                </a:lnTo>
                <a:lnTo>
                  <a:pt x="428625" y="2876550"/>
                </a:lnTo>
                <a:lnTo>
                  <a:pt x="428625" y="2886075"/>
                </a:lnTo>
                <a:lnTo>
                  <a:pt x="419100" y="2886075"/>
                </a:lnTo>
                <a:lnTo>
                  <a:pt x="419100" y="2876550"/>
                </a:lnTo>
                <a:lnTo>
                  <a:pt x="409575" y="2876550"/>
                </a:lnTo>
                <a:close/>
                <a:moveTo>
                  <a:pt x="1390650" y="2867025"/>
                </a:moveTo>
                <a:lnTo>
                  <a:pt x="1400175" y="2867025"/>
                </a:lnTo>
                <a:lnTo>
                  <a:pt x="1400175" y="2876550"/>
                </a:lnTo>
                <a:lnTo>
                  <a:pt x="1390650" y="2876550"/>
                </a:lnTo>
                <a:close/>
                <a:moveTo>
                  <a:pt x="1438275" y="2867025"/>
                </a:moveTo>
                <a:lnTo>
                  <a:pt x="1457325" y="2867025"/>
                </a:lnTo>
                <a:lnTo>
                  <a:pt x="1457325" y="2895600"/>
                </a:lnTo>
                <a:lnTo>
                  <a:pt x="1447800" y="2895600"/>
                </a:lnTo>
                <a:lnTo>
                  <a:pt x="1447800" y="2886075"/>
                </a:lnTo>
                <a:lnTo>
                  <a:pt x="1438275" y="2886075"/>
                </a:lnTo>
                <a:close/>
                <a:moveTo>
                  <a:pt x="1619250" y="2867025"/>
                </a:moveTo>
                <a:lnTo>
                  <a:pt x="1647825" y="2867025"/>
                </a:lnTo>
                <a:lnTo>
                  <a:pt x="1647825" y="2895600"/>
                </a:lnTo>
                <a:lnTo>
                  <a:pt x="1638300" y="2895600"/>
                </a:lnTo>
                <a:lnTo>
                  <a:pt x="1638300" y="2886075"/>
                </a:lnTo>
                <a:lnTo>
                  <a:pt x="1628775" y="2886075"/>
                </a:lnTo>
                <a:lnTo>
                  <a:pt x="1628775" y="2876550"/>
                </a:lnTo>
                <a:lnTo>
                  <a:pt x="1619250" y="2876550"/>
                </a:lnTo>
                <a:close/>
                <a:moveTo>
                  <a:pt x="1695450" y="2876550"/>
                </a:moveTo>
                <a:lnTo>
                  <a:pt x="1704975" y="2876550"/>
                </a:lnTo>
                <a:lnTo>
                  <a:pt x="1704975" y="2886075"/>
                </a:lnTo>
                <a:lnTo>
                  <a:pt x="1724025" y="2886075"/>
                </a:lnTo>
                <a:lnTo>
                  <a:pt x="1724025" y="2867025"/>
                </a:lnTo>
                <a:lnTo>
                  <a:pt x="1714500" y="2867025"/>
                </a:lnTo>
                <a:lnTo>
                  <a:pt x="1714500" y="2857500"/>
                </a:lnTo>
                <a:lnTo>
                  <a:pt x="1695450" y="2857500"/>
                </a:lnTo>
                <a:close/>
                <a:moveTo>
                  <a:pt x="1790700" y="2886075"/>
                </a:moveTo>
                <a:lnTo>
                  <a:pt x="1800225" y="2886075"/>
                </a:lnTo>
                <a:lnTo>
                  <a:pt x="1800225" y="2876550"/>
                </a:lnTo>
                <a:lnTo>
                  <a:pt x="1790700" y="2876550"/>
                </a:lnTo>
                <a:close/>
                <a:moveTo>
                  <a:pt x="1419225" y="2895600"/>
                </a:moveTo>
                <a:lnTo>
                  <a:pt x="1428750" y="2895600"/>
                </a:lnTo>
                <a:lnTo>
                  <a:pt x="1428750" y="2905125"/>
                </a:lnTo>
                <a:lnTo>
                  <a:pt x="1438275" y="2905125"/>
                </a:lnTo>
                <a:lnTo>
                  <a:pt x="1438275" y="2914650"/>
                </a:lnTo>
                <a:lnTo>
                  <a:pt x="1466850" y="2914650"/>
                </a:lnTo>
                <a:lnTo>
                  <a:pt x="1466850" y="2905125"/>
                </a:lnTo>
                <a:lnTo>
                  <a:pt x="1476375" y="2905125"/>
                </a:lnTo>
                <a:lnTo>
                  <a:pt x="1476375" y="2933700"/>
                </a:lnTo>
                <a:lnTo>
                  <a:pt x="1466850" y="2933700"/>
                </a:lnTo>
                <a:lnTo>
                  <a:pt x="1466850" y="2952750"/>
                </a:lnTo>
                <a:lnTo>
                  <a:pt x="1447800" y="2952750"/>
                </a:lnTo>
                <a:lnTo>
                  <a:pt x="1447800" y="2962275"/>
                </a:lnTo>
                <a:lnTo>
                  <a:pt x="1438275" y="2962275"/>
                </a:lnTo>
                <a:lnTo>
                  <a:pt x="1438275" y="2981325"/>
                </a:lnTo>
                <a:lnTo>
                  <a:pt x="1419225" y="2981325"/>
                </a:lnTo>
                <a:lnTo>
                  <a:pt x="1419225" y="2990850"/>
                </a:lnTo>
                <a:lnTo>
                  <a:pt x="1428750" y="2990850"/>
                </a:lnTo>
                <a:lnTo>
                  <a:pt x="1428750" y="3009900"/>
                </a:lnTo>
                <a:lnTo>
                  <a:pt x="1438275" y="3009900"/>
                </a:lnTo>
                <a:lnTo>
                  <a:pt x="1438275" y="3000375"/>
                </a:lnTo>
                <a:lnTo>
                  <a:pt x="1447800" y="3000375"/>
                </a:lnTo>
                <a:lnTo>
                  <a:pt x="1447800" y="2990850"/>
                </a:lnTo>
                <a:lnTo>
                  <a:pt x="1466850" y="2990850"/>
                </a:lnTo>
                <a:lnTo>
                  <a:pt x="1466850" y="3000375"/>
                </a:lnTo>
                <a:lnTo>
                  <a:pt x="1457325" y="3000375"/>
                </a:lnTo>
                <a:lnTo>
                  <a:pt x="1457325" y="3009900"/>
                </a:lnTo>
                <a:lnTo>
                  <a:pt x="1438275" y="3009900"/>
                </a:lnTo>
                <a:lnTo>
                  <a:pt x="1438275" y="3028950"/>
                </a:lnTo>
                <a:lnTo>
                  <a:pt x="1409700" y="3028950"/>
                </a:lnTo>
                <a:lnTo>
                  <a:pt x="1409700" y="3019425"/>
                </a:lnTo>
                <a:lnTo>
                  <a:pt x="1390650" y="3019425"/>
                </a:lnTo>
                <a:lnTo>
                  <a:pt x="1390650" y="3038475"/>
                </a:lnTo>
                <a:lnTo>
                  <a:pt x="1371600" y="3038475"/>
                </a:lnTo>
                <a:lnTo>
                  <a:pt x="1371600" y="3028950"/>
                </a:lnTo>
                <a:lnTo>
                  <a:pt x="1362075" y="3028950"/>
                </a:lnTo>
                <a:lnTo>
                  <a:pt x="1362075" y="3019425"/>
                </a:lnTo>
                <a:lnTo>
                  <a:pt x="1343025" y="3019425"/>
                </a:lnTo>
                <a:lnTo>
                  <a:pt x="1343025" y="3000375"/>
                </a:lnTo>
                <a:lnTo>
                  <a:pt x="1323975" y="3000375"/>
                </a:lnTo>
                <a:lnTo>
                  <a:pt x="1323975" y="2990850"/>
                </a:lnTo>
                <a:lnTo>
                  <a:pt x="1314450" y="2990850"/>
                </a:lnTo>
                <a:lnTo>
                  <a:pt x="1314450" y="3009900"/>
                </a:lnTo>
                <a:lnTo>
                  <a:pt x="1295400" y="3009900"/>
                </a:lnTo>
                <a:lnTo>
                  <a:pt x="1295400" y="2990850"/>
                </a:lnTo>
                <a:lnTo>
                  <a:pt x="1304925" y="2990850"/>
                </a:lnTo>
                <a:lnTo>
                  <a:pt x="1304925" y="2971800"/>
                </a:lnTo>
                <a:lnTo>
                  <a:pt x="1314450" y="2971800"/>
                </a:lnTo>
                <a:lnTo>
                  <a:pt x="1314450" y="2981325"/>
                </a:lnTo>
                <a:lnTo>
                  <a:pt x="1333500" y="2981325"/>
                </a:lnTo>
                <a:lnTo>
                  <a:pt x="1333500" y="2990850"/>
                </a:lnTo>
                <a:lnTo>
                  <a:pt x="1362075" y="2990850"/>
                </a:lnTo>
                <a:lnTo>
                  <a:pt x="1362075" y="3000375"/>
                </a:lnTo>
                <a:lnTo>
                  <a:pt x="1371600" y="3000375"/>
                </a:lnTo>
                <a:lnTo>
                  <a:pt x="1371600" y="2990850"/>
                </a:lnTo>
                <a:lnTo>
                  <a:pt x="1409700" y="2990850"/>
                </a:lnTo>
                <a:lnTo>
                  <a:pt x="1409700" y="2962275"/>
                </a:lnTo>
                <a:lnTo>
                  <a:pt x="1419225" y="2962275"/>
                </a:lnTo>
                <a:lnTo>
                  <a:pt x="1419225" y="2952750"/>
                </a:lnTo>
                <a:lnTo>
                  <a:pt x="1409700" y="2952750"/>
                </a:lnTo>
                <a:lnTo>
                  <a:pt x="1409700" y="2943225"/>
                </a:lnTo>
                <a:lnTo>
                  <a:pt x="1400175" y="2943225"/>
                </a:lnTo>
                <a:lnTo>
                  <a:pt x="1400175" y="2905125"/>
                </a:lnTo>
                <a:lnTo>
                  <a:pt x="1419225" y="2905125"/>
                </a:lnTo>
                <a:close/>
                <a:moveTo>
                  <a:pt x="1304925" y="2905125"/>
                </a:moveTo>
                <a:lnTo>
                  <a:pt x="1333500" y="2905125"/>
                </a:lnTo>
                <a:lnTo>
                  <a:pt x="1333500" y="2914650"/>
                </a:lnTo>
                <a:lnTo>
                  <a:pt x="1343025" y="2914650"/>
                </a:lnTo>
                <a:lnTo>
                  <a:pt x="1343025" y="2924175"/>
                </a:lnTo>
                <a:lnTo>
                  <a:pt x="1333500" y="2924175"/>
                </a:lnTo>
                <a:lnTo>
                  <a:pt x="1333500" y="2933700"/>
                </a:lnTo>
                <a:lnTo>
                  <a:pt x="1323975" y="2933700"/>
                </a:lnTo>
                <a:lnTo>
                  <a:pt x="1323975" y="2924175"/>
                </a:lnTo>
                <a:lnTo>
                  <a:pt x="1314450" y="2924175"/>
                </a:lnTo>
                <a:lnTo>
                  <a:pt x="1314450" y="2914650"/>
                </a:lnTo>
                <a:lnTo>
                  <a:pt x="1304925" y="2914650"/>
                </a:lnTo>
                <a:close/>
                <a:moveTo>
                  <a:pt x="1562100" y="2905125"/>
                </a:moveTo>
                <a:lnTo>
                  <a:pt x="1571625" y="2905125"/>
                </a:lnTo>
                <a:lnTo>
                  <a:pt x="1571625" y="2943225"/>
                </a:lnTo>
                <a:lnTo>
                  <a:pt x="1552575" y="2943225"/>
                </a:lnTo>
                <a:lnTo>
                  <a:pt x="1552575" y="2914650"/>
                </a:lnTo>
                <a:lnTo>
                  <a:pt x="1562100" y="2914650"/>
                </a:lnTo>
                <a:close/>
                <a:moveTo>
                  <a:pt x="838200" y="2914650"/>
                </a:moveTo>
                <a:lnTo>
                  <a:pt x="847725" y="2914650"/>
                </a:lnTo>
                <a:lnTo>
                  <a:pt x="847725" y="2924175"/>
                </a:lnTo>
                <a:lnTo>
                  <a:pt x="857250" y="2924175"/>
                </a:lnTo>
                <a:lnTo>
                  <a:pt x="857250" y="2943225"/>
                </a:lnTo>
                <a:lnTo>
                  <a:pt x="866775" y="2943225"/>
                </a:lnTo>
                <a:lnTo>
                  <a:pt x="866775" y="2924175"/>
                </a:lnTo>
                <a:lnTo>
                  <a:pt x="876300" y="2924175"/>
                </a:lnTo>
                <a:lnTo>
                  <a:pt x="876300" y="2933700"/>
                </a:lnTo>
                <a:lnTo>
                  <a:pt x="895350" y="2933700"/>
                </a:lnTo>
                <a:lnTo>
                  <a:pt x="895350" y="2943225"/>
                </a:lnTo>
                <a:lnTo>
                  <a:pt x="904875" y="2943225"/>
                </a:lnTo>
                <a:lnTo>
                  <a:pt x="904875" y="2924175"/>
                </a:lnTo>
                <a:lnTo>
                  <a:pt x="914400" y="2924175"/>
                </a:lnTo>
                <a:lnTo>
                  <a:pt x="914400" y="2933700"/>
                </a:lnTo>
                <a:lnTo>
                  <a:pt x="933450" y="2933700"/>
                </a:lnTo>
                <a:lnTo>
                  <a:pt x="933450" y="2943225"/>
                </a:lnTo>
                <a:lnTo>
                  <a:pt x="923925" y="2943225"/>
                </a:lnTo>
                <a:lnTo>
                  <a:pt x="923925" y="2952750"/>
                </a:lnTo>
                <a:lnTo>
                  <a:pt x="904875" y="2952750"/>
                </a:lnTo>
                <a:lnTo>
                  <a:pt x="904875" y="2971800"/>
                </a:lnTo>
                <a:lnTo>
                  <a:pt x="895350" y="2971800"/>
                </a:lnTo>
                <a:lnTo>
                  <a:pt x="895350" y="2990850"/>
                </a:lnTo>
                <a:lnTo>
                  <a:pt x="847725" y="2990850"/>
                </a:lnTo>
                <a:lnTo>
                  <a:pt x="847725" y="3009900"/>
                </a:lnTo>
                <a:lnTo>
                  <a:pt x="819150" y="3009900"/>
                </a:lnTo>
                <a:lnTo>
                  <a:pt x="819150" y="3019425"/>
                </a:lnTo>
                <a:lnTo>
                  <a:pt x="838200" y="3019425"/>
                </a:lnTo>
                <a:lnTo>
                  <a:pt x="838200" y="3028950"/>
                </a:lnTo>
                <a:lnTo>
                  <a:pt x="800100" y="3028950"/>
                </a:lnTo>
                <a:lnTo>
                  <a:pt x="800100" y="3019425"/>
                </a:lnTo>
                <a:lnTo>
                  <a:pt x="809625" y="3019425"/>
                </a:lnTo>
                <a:lnTo>
                  <a:pt x="809625" y="3009900"/>
                </a:lnTo>
                <a:lnTo>
                  <a:pt x="800100" y="3009900"/>
                </a:lnTo>
                <a:lnTo>
                  <a:pt x="800100" y="3000375"/>
                </a:lnTo>
                <a:lnTo>
                  <a:pt x="790575" y="3000375"/>
                </a:lnTo>
                <a:lnTo>
                  <a:pt x="790575" y="2990850"/>
                </a:lnTo>
                <a:lnTo>
                  <a:pt x="771525" y="2990850"/>
                </a:lnTo>
                <a:lnTo>
                  <a:pt x="771525" y="3028950"/>
                </a:lnTo>
                <a:lnTo>
                  <a:pt x="752475" y="3028950"/>
                </a:lnTo>
                <a:lnTo>
                  <a:pt x="752475" y="3019425"/>
                </a:lnTo>
                <a:lnTo>
                  <a:pt x="762000" y="3019425"/>
                </a:lnTo>
                <a:lnTo>
                  <a:pt x="762000" y="3009900"/>
                </a:lnTo>
                <a:lnTo>
                  <a:pt x="742950" y="3009900"/>
                </a:lnTo>
                <a:lnTo>
                  <a:pt x="742950" y="3019425"/>
                </a:lnTo>
                <a:lnTo>
                  <a:pt x="714375" y="3019425"/>
                </a:lnTo>
                <a:lnTo>
                  <a:pt x="714375" y="2990850"/>
                </a:lnTo>
                <a:lnTo>
                  <a:pt x="723900" y="2990850"/>
                </a:lnTo>
                <a:lnTo>
                  <a:pt x="723900" y="2971800"/>
                </a:lnTo>
                <a:lnTo>
                  <a:pt x="733425" y="2971800"/>
                </a:lnTo>
                <a:lnTo>
                  <a:pt x="733425" y="2962275"/>
                </a:lnTo>
                <a:lnTo>
                  <a:pt x="742950" y="2962275"/>
                </a:lnTo>
                <a:lnTo>
                  <a:pt x="742950" y="2952750"/>
                </a:lnTo>
                <a:lnTo>
                  <a:pt x="752475" y="2952750"/>
                </a:lnTo>
                <a:lnTo>
                  <a:pt x="752475" y="2943225"/>
                </a:lnTo>
                <a:lnTo>
                  <a:pt x="762000" y="2943225"/>
                </a:lnTo>
                <a:lnTo>
                  <a:pt x="762000" y="2924175"/>
                </a:lnTo>
                <a:lnTo>
                  <a:pt x="781050" y="2924175"/>
                </a:lnTo>
                <a:lnTo>
                  <a:pt x="781050" y="2933700"/>
                </a:lnTo>
                <a:lnTo>
                  <a:pt x="790575" y="2933700"/>
                </a:lnTo>
                <a:lnTo>
                  <a:pt x="790575" y="2952750"/>
                </a:lnTo>
                <a:lnTo>
                  <a:pt x="800100" y="2952750"/>
                </a:lnTo>
                <a:lnTo>
                  <a:pt x="800100" y="2943225"/>
                </a:lnTo>
                <a:lnTo>
                  <a:pt x="828675" y="2943225"/>
                </a:lnTo>
                <a:lnTo>
                  <a:pt x="828675" y="2933700"/>
                </a:lnTo>
                <a:lnTo>
                  <a:pt x="838200" y="2933700"/>
                </a:lnTo>
                <a:close/>
                <a:moveTo>
                  <a:pt x="962025" y="2914650"/>
                </a:moveTo>
                <a:lnTo>
                  <a:pt x="971550" y="2914650"/>
                </a:lnTo>
                <a:lnTo>
                  <a:pt x="971550" y="2924175"/>
                </a:lnTo>
                <a:lnTo>
                  <a:pt x="962025" y="2924175"/>
                </a:lnTo>
                <a:close/>
                <a:moveTo>
                  <a:pt x="1019175" y="2914650"/>
                </a:moveTo>
                <a:lnTo>
                  <a:pt x="1038225" y="2914650"/>
                </a:lnTo>
                <a:lnTo>
                  <a:pt x="1038225" y="2924175"/>
                </a:lnTo>
                <a:lnTo>
                  <a:pt x="1019175" y="2924175"/>
                </a:lnTo>
                <a:close/>
                <a:moveTo>
                  <a:pt x="1666875" y="2914650"/>
                </a:moveTo>
                <a:lnTo>
                  <a:pt x="1695450" y="2914650"/>
                </a:lnTo>
                <a:lnTo>
                  <a:pt x="1695450" y="2943225"/>
                </a:lnTo>
                <a:lnTo>
                  <a:pt x="1685925" y="2943225"/>
                </a:lnTo>
                <a:lnTo>
                  <a:pt x="1685925" y="2952750"/>
                </a:lnTo>
                <a:lnTo>
                  <a:pt x="1676400" y="2952750"/>
                </a:lnTo>
                <a:lnTo>
                  <a:pt x="1676400" y="2943225"/>
                </a:lnTo>
                <a:lnTo>
                  <a:pt x="1666875" y="2943225"/>
                </a:lnTo>
                <a:close/>
                <a:moveTo>
                  <a:pt x="1152525" y="2924175"/>
                </a:moveTo>
                <a:lnTo>
                  <a:pt x="1162050" y="2924175"/>
                </a:lnTo>
                <a:lnTo>
                  <a:pt x="1162050" y="2943225"/>
                </a:lnTo>
                <a:lnTo>
                  <a:pt x="1152525" y="2943225"/>
                </a:lnTo>
                <a:lnTo>
                  <a:pt x="1152525" y="2990850"/>
                </a:lnTo>
                <a:lnTo>
                  <a:pt x="1162050" y="2990850"/>
                </a:lnTo>
                <a:lnTo>
                  <a:pt x="1162050" y="3019425"/>
                </a:lnTo>
                <a:lnTo>
                  <a:pt x="1152525" y="3019425"/>
                </a:lnTo>
                <a:lnTo>
                  <a:pt x="1152525" y="3028950"/>
                </a:lnTo>
                <a:lnTo>
                  <a:pt x="1123950" y="3028950"/>
                </a:lnTo>
                <a:lnTo>
                  <a:pt x="1123950" y="3019425"/>
                </a:lnTo>
                <a:lnTo>
                  <a:pt x="1114425" y="3019425"/>
                </a:lnTo>
                <a:lnTo>
                  <a:pt x="1114425" y="3009900"/>
                </a:lnTo>
                <a:lnTo>
                  <a:pt x="1095375" y="3009900"/>
                </a:lnTo>
                <a:lnTo>
                  <a:pt x="1095375" y="3000375"/>
                </a:lnTo>
                <a:lnTo>
                  <a:pt x="1076325" y="3000375"/>
                </a:lnTo>
                <a:lnTo>
                  <a:pt x="1076325" y="3009900"/>
                </a:lnTo>
                <a:lnTo>
                  <a:pt x="1066800" y="3009900"/>
                </a:lnTo>
                <a:lnTo>
                  <a:pt x="1066800" y="2971800"/>
                </a:lnTo>
                <a:lnTo>
                  <a:pt x="1057275" y="2971800"/>
                </a:lnTo>
                <a:lnTo>
                  <a:pt x="1057275" y="2943225"/>
                </a:lnTo>
                <a:lnTo>
                  <a:pt x="1095375" y="2943225"/>
                </a:lnTo>
                <a:lnTo>
                  <a:pt x="1095375" y="2933700"/>
                </a:lnTo>
                <a:lnTo>
                  <a:pt x="1104900" y="2933700"/>
                </a:lnTo>
                <a:lnTo>
                  <a:pt x="1104900" y="2943225"/>
                </a:lnTo>
                <a:lnTo>
                  <a:pt x="1114425" y="2943225"/>
                </a:lnTo>
                <a:lnTo>
                  <a:pt x="1114425" y="2933700"/>
                </a:lnTo>
                <a:lnTo>
                  <a:pt x="1152525" y="2933700"/>
                </a:lnTo>
                <a:close/>
                <a:moveTo>
                  <a:pt x="1019175" y="2933700"/>
                </a:moveTo>
                <a:lnTo>
                  <a:pt x="1028700" y="2933700"/>
                </a:lnTo>
                <a:lnTo>
                  <a:pt x="1028700" y="2943225"/>
                </a:lnTo>
                <a:lnTo>
                  <a:pt x="1019175" y="2943225"/>
                </a:lnTo>
                <a:close/>
                <a:moveTo>
                  <a:pt x="1362075" y="2933700"/>
                </a:moveTo>
                <a:lnTo>
                  <a:pt x="1371600" y="2933700"/>
                </a:lnTo>
                <a:lnTo>
                  <a:pt x="1371600" y="2943225"/>
                </a:lnTo>
                <a:lnTo>
                  <a:pt x="1362075" y="2943225"/>
                </a:lnTo>
                <a:close/>
                <a:moveTo>
                  <a:pt x="1533525" y="2933700"/>
                </a:moveTo>
                <a:lnTo>
                  <a:pt x="1543050" y="2933700"/>
                </a:lnTo>
                <a:lnTo>
                  <a:pt x="1543050" y="2943225"/>
                </a:lnTo>
                <a:lnTo>
                  <a:pt x="1533525" y="2943225"/>
                </a:lnTo>
                <a:close/>
                <a:moveTo>
                  <a:pt x="1724025" y="2933700"/>
                </a:moveTo>
                <a:lnTo>
                  <a:pt x="1733550" y="2933700"/>
                </a:lnTo>
                <a:lnTo>
                  <a:pt x="1733550" y="2943225"/>
                </a:lnTo>
                <a:lnTo>
                  <a:pt x="1724025" y="2943225"/>
                </a:lnTo>
                <a:close/>
                <a:moveTo>
                  <a:pt x="1171575" y="2943225"/>
                </a:moveTo>
                <a:lnTo>
                  <a:pt x="1190625" y="2943225"/>
                </a:lnTo>
                <a:lnTo>
                  <a:pt x="1190625" y="2971800"/>
                </a:lnTo>
                <a:lnTo>
                  <a:pt x="1181100" y="2971800"/>
                </a:lnTo>
                <a:lnTo>
                  <a:pt x="1181100" y="2962275"/>
                </a:lnTo>
                <a:lnTo>
                  <a:pt x="1171575" y="2962275"/>
                </a:lnTo>
                <a:close/>
                <a:moveTo>
                  <a:pt x="381000" y="2952750"/>
                </a:moveTo>
                <a:lnTo>
                  <a:pt x="400050" y="2952750"/>
                </a:lnTo>
                <a:lnTo>
                  <a:pt x="400050" y="2962275"/>
                </a:lnTo>
                <a:lnTo>
                  <a:pt x="419100" y="2962275"/>
                </a:lnTo>
                <a:lnTo>
                  <a:pt x="419100" y="2952750"/>
                </a:lnTo>
                <a:lnTo>
                  <a:pt x="428625" y="2952750"/>
                </a:lnTo>
                <a:lnTo>
                  <a:pt x="428625" y="2962275"/>
                </a:lnTo>
                <a:lnTo>
                  <a:pt x="457200" y="2962275"/>
                </a:lnTo>
                <a:lnTo>
                  <a:pt x="457200" y="2971800"/>
                </a:lnTo>
                <a:lnTo>
                  <a:pt x="495300" y="2971800"/>
                </a:lnTo>
                <a:lnTo>
                  <a:pt x="495300" y="2981325"/>
                </a:lnTo>
                <a:lnTo>
                  <a:pt x="466725" y="2981325"/>
                </a:lnTo>
                <a:lnTo>
                  <a:pt x="466725" y="2990850"/>
                </a:lnTo>
                <a:lnTo>
                  <a:pt x="438150" y="2990850"/>
                </a:lnTo>
                <a:lnTo>
                  <a:pt x="438150" y="2981325"/>
                </a:lnTo>
                <a:lnTo>
                  <a:pt x="447675" y="2981325"/>
                </a:lnTo>
                <a:lnTo>
                  <a:pt x="447675" y="2971800"/>
                </a:lnTo>
                <a:lnTo>
                  <a:pt x="428625" y="2971800"/>
                </a:lnTo>
                <a:lnTo>
                  <a:pt x="428625" y="2981325"/>
                </a:lnTo>
                <a:lnTo>
                  <a:pt x="409575" y="2981325"/>
                </a:lnTo>
                <a:lnTo>
                  <a:pt x="409575" y="3000375"/>
                </a:lnTo>
                <a:lnTo>
                  <a:pt x="390525" y="3000375"/>
                </a:lnTo>
                <a:lnTo>
                  <a:pt x="390525" y="3009900"/>
                </a:lnTo>
                <a:lnTo>
                  <a:pt x="381000" y="3009900"/>
                </a:lnTo>
                <a:lnTo>
                  <a:pt x="381000" y="3028950"/>
                </a:lnTo>
                <a:lnTo>
                  <a:pt x="371475" y="3028950"/>
                </a:lnTo>
                <a:lnTo>
                  <a:pt x="371475" y="3057525"/>
                </a:lnTo>
                <a:lnTo>
                  <a:pt x="361950" y="3057525"/>
                </a:lnTo>
                <a:lnTo>
                  <a:pt x="361950" y="3067050"/>
                </a:lnTo>
                <a:lnTo>
                  <a:pt x="371475" y="3067050"/>
                </a:lnTo>
                <a:lnTo>
                  <a:pt x="371475" y="3086100"/>
                </a:lnTo>
                <a:lnTo>
                  <a:pt x="381000" y="3086100"/>
                </a:lnTo>
                <a:lnTo>
                  <a:pt x="381000" y="3105150"/>
                </a:lnTo>
                <a:lnTo>
                  <a:pt x="371475" y="3105150"/>
                </a:lnTo>
                <a:lnTo>
                  <a:pt x="371475" y="3114675"/>
                </a:lnTo>
                <a:lnTo>
                  <a:pt x="361950" y="3114675"/>
                </a:lnTo>
                <a:lnTo>
                  <a:pt x="361950" y="3152775"/>
                </a:lnTo>
                <a:lnTo>
                  <a:pt x="371475" y="3152775"/>
                </a:lnTo>
                <a:lnTo>
                  <a:pt x="371475" y="3162300"/>
                </a:lnTo>
                <a:lnTo>
                  <a:pt x="381000" y="3162300"/>
                </a:lnTo>
                <a:lnTo>
                  <a:pt x="381000" y="3200400"/>
                </a:lnTo>
                <a:lnTo>
                  <a:pt x="371475" y="3200400"/>
                </a:lnTo>
                <a:lnTo>
                  <a:pt x="371475" y="3209925"/>
                </a:lnTo>
                <a:lnTo>
                  <a:pt x="352425" y="3209925"/>
                </a:lnTo>
                <a:lnTo>
                  <a:pt x="352425" y="3219450"/>
                </a:lnTo>
                <a:lnTo>
                  <a:pt x="342900" y="3219450"/>
                </a:lnTo>
                <a:lnTo>
                  <a:pt x="342900" y="3228975"/>
                </a:lnTo>
                <a:lnTo>
                  <a:pt x="333375" y="3228975"/>
                </a:lnTo>
                <a:lnTo>
                  <a:pt x="333375" y="3219450"/>
                </a:lnTo>
                <a:lnTo>
                  <a:pt x="323850" y="3219450"/>
                </a:lnTo>
                <a:lnTo>
                  <a:pt x="323850" y="3162300"/>
                </a:lnTo>
                <a:lnTo>
                  <a:pt x="333375" y="3162300"/>
                </a:lnTo>
                <a:lnTo>
                  <a:pt x="333375" y="3143250"/>
                </a:lnTo>
                <a:lnTo>
                  <a:pt x="323850" y="3143250"/>
                </a:lnTo>
                <a:lnTo>
                  <a:pt x="323850" y="3076575"/>
                </a:lnTo>
                <a:lnTo>
                  <a:pt x="333375" y="3076575"/>
                </a:lnTo>
                <a:lnTo>
                  <a:pt x="333375" y="3057525"/>
                </a:lnTo>
                <a:lnTo>
                  <a:pt x="342900" y="3057525"/>
                </a:lnTo>
                <a:lnTo>
                  <a:pt x="342900" y="3048000"/>
                </a:lnTo>
                <a:lnTo>
                  <a:pt x="333375" y="3048000"/>
                </a:lnTo>
                <a:lnTo>
                  <a:pt x="333375" y="2990850"/>
                </a:lnTo>
                <a:lnTo>
                  <a:pt x="323850" y="2990850"/>
                </a:lnTo>
                <a:lnTo>
                  <a:pt x="323850" y="2981325"/>
                </a:lnTo>
                <a:lnTo>
                  <a:pt x="342900" y="2981325"/>
                </a:lnTo>
                <a:lnTo>
                  <a:pt x="342900" y="2971800"/>
                </a:lnTo>
                <a:lnTo>
                  <a:pt x="371475" y="2971800"/>
                </a:lnTo>
                <a:lnTo>
                  <a:pt x="371475" y="2962275"/>
                </a:lnTo>
                <a:lnTo>
                  <a:pt x="381000" y="2962275"/>
                </a:lnTo>
                <a:close/>
                <a:moveTo>
                  <a:pt x="1009650" y="2952750"/>
                </a:moveTo>
                <a:lnTo>
                  <a:pt x="1019175" y="2952750"/>
                </a:lnTo>
                <a:lnTo>
                  <a:pt x="1019175" y="2962275"/>
                </a:lnTo>
                <a:lnTo>
                  <a:pt x="1009650" y="2962275"/>
                </a:lnTo>
                <a:close/>
                <a:moveTo>
                  <a:pt x="1228725" y="2952750"/>
                </a:moveTo>
                <a:lnTo>
                  <a:pt x="1238250" y="2952750"/>
                </a:lnTo>
                <a:lnTo>
                  <a:pt x="1238250" y="2962275"/>
                </a:lnTo>
                <a:lnTo>
                  <a:pt x="1247775" y="2962275"/>
                </a:lnTo>
                <a:lnTo>
                  <a:pt x="1247775" y="2971800"/>
                </a:lnTo>
                <a:lnTo>
                  <a:pt x="1266825" y="2971800"/>
                </a:lnTo>
                <a:lnTo>
                  <a:pt x="1266825" y="2962275"/>
                </a:lnTo>
                <a:lnTo>
                  <a:pt x="1285875" y="2962275"/>
                </a:lnTo>
                <a:lnTo>
                  <a:pt x="1285875" y="2971800"/>
                </a:lnTo>
                <a:lnTo>
                  <a:pt x="1276350" y="2971800"/>
                </a:lnTo>
                <a:lnTo>
                  <a:pt x="1276350" y="2981325"/>
                </a:lnTo>
                <a:lnTo>
                  <a:pt x="1285875" y="2981325"/>
                </a:lnTo>
                <a:lnTo>
                  <a:pt x="1285875" y="3000375"/>
                </a:lnTo>
                <a:lnTo>
                  <a:pt x="1247775" y="3000375"/>
                </a:lnTo>
                <a:lnTo>
                  <a:pt x="1247775" y="3009900"/>
                </a:lnTo>
                <a:lnTo>
                  <a:pt x="1228725" y="3009900"/>
                </a:lnTo>
                <a:lnTo>
                  <a:pt x="1228725" y="3000375"/>
                </a:lnTo>
                <a:lnTo>
                  <a:pt x="1190625" y="3000375"/>
                </a:lnTo>
                <a:lnTo>
                  <a:pt x="1190625" y="2990850"/>
                </a:lnTo>
                <a:lnTo>
                  <a:pt x="1228725" y="2990850"/>
                </a:lnTo>
                <a:lnTo>
                  <a:pt x="1228725" y="2981325"/>
                </a:lnTo>
                <a:lnTo>
                  <a:pt x="1200150" y="2981325"/>
                </a:lnTo>
                <a:lnTo>
                  <a:pt x="1200150" y="2971800"/>
                </a:lnTo>
                <a:lnTo>
                  <a:pt x="1219200" y="2971800"/>
                </a:lnTo>
                <a:lnTo>
                  <a:pt x="1219200" y="2962275"/>
                </a:lnTo>
                <a:lnTo>
                  <a:pt x="1228725" y="2962275"/>
                </a:lnTo>
                <a:close/>
                <a:moveTo>
                  <a:pt x="1362075" y="2952750"/>
                </a:moveTo>
                <a:lnTo>
                  <a:pt x="1390650" y="2952750"/>
                </a:lnTo>
                <a:lnTo>
                  <a:pt x="1390650" y="2962275"/>
                </a:lnTo>
                <a:lnTo>
                  <a:pt x="1362075" y="2962275"/>
                </a:lnTo>
                <a:close/>
                <a:moveTo>
                  <a:pt x="1581150" y="2952750"/>
                </a:moveTo>
                <a:lnTo>
                  <a:pt x="1590675" y="2952750"/>
                </a:lnTo>
                <a:lnTo>
                  <a:pt x="1590675" y="2962275"/>
                </a:lnTo>
                <a:lnTo>
                  <a:pt x="1666875" y="2962275"/>
                </a:lnTo>
                <a:lnTo>
                  <a:pt x="1666875" y="2981325"/>
                </a:lnTo>
                <a:lnTo>
                  <a:pt x="1657350" y="2981325"/>
                </a:lnTo>
                <a:lnTo>
                  <a:pt x="1657350" y="2990850"/>
                </a:lnTo>
                <a:lnTo>
                  <a:pt x="1647825" y="2990850"/>
                </a:lnTo>
                <a:lnTo>
                  <a:pt x="1647825" y="3000375"/>
                </a:lnTo>
                <a:lnTo>
                  <a:pt x="1657350" y="3000375"/>
                </a:lnTo>
                <a:lnTo>
                  <a:pt x="1657350" y="3009900"/>
                </a:lnTo>
                <a:lnTo>
                  <a:pt x="1647825" y="3009900"/>
                </a:lnTo>
                <a:lnTo>
                  <a:pt x="1647825" y="3019425"/>
                </a:lnTo>
                <a:lnTo>
                  <a:pt x="1628775" y="3019425"/>
                </a:lnTo>
                <a:lnTo>
                  <a:pt x="1628775" y="3038475"/>
                </a:lnTo>
                <a:lnTo>
                  <a:pt x="1619250" y="3038475"/>
                </a:lnTo>
                <a:lnTo>
                  <a:pt x="1619250" y="3048000"/>
                </a:lnTo>
                <a:lnTo>
                  <a:pt x="1628775" y="3048000"/>
                </a:lnTo>
                <a:lnTo>
                  <a:pt x="1628775" y="3057525"/>
                </a:lnTo>
                <a:lnTo>
                  <a:pt x="1619250" y="3057525"/>
                </a:lnTo>
                <a:lnTo>
                  <a:pt x="1619250" y="3067050"/>
                </a:lnTo>
                <a:lnTo>
                  <a:pt x="1609725" y="3067050"/>
                </a:lnTo>
                <a:lnTo>
                  <a:pt x="1609725" y="3057525"/>
                </a:lnTo>
                <a:lnTo>
                  <a:pt x="1600200" y="3057525"/>
                </a:lnTo>
                <a:lnTo>
                  <a:pt x="1600200" y="3038475"/>
                </a:lnTo>
                <a:lnTo>
                  <a:pt x="1609725" y="3038475"/>
                </a:lnTo>
                <a:lnTo>
                  <a:pt x="1609725" y="3009900"/>
                </a:lnTo>
                <a:lnTo>
                  <a:pt x="1600200" y="3009900"/>
                </a:lnTo>
                <a:lnTo>
                  <a:pt x="1600200" y="3000375"/>
                </a:lnTo>
                <a:lnTo>
                  <a:pt x="1609725" y="3000375"/>
                </a:lnTo>
                <a:lnTo>
                  <a:pt x="1609725" y="2990850"/>
                </a:lnTo>
                <a:lnTo>
                  <a:pt x="1600200" y="2990850"/>
                </a:lnTo>
                <a:lnTo>
                  <a:pt x="1600200" y="2971800"/>
                </a:lnTo>
                <a:lnTo>
                  <a:pt x="1581150" y="2971800"/>
                </a:lnTo>
                <a:close/>
                <a:moveTo>
                  <a:pt x="1714500" y="2952750"/>
                </a:moveTo>
                <a:lnTo>
                  <a:pt x="1724025" y="2952750"/>
                </a:lnTo>
                <a:lnTo>
                  <a:pt x="1724025" y="2971800"/>
                </a:lnTo>
                <a:lnTo>
                  <a:pt x="1733550" y="2971800"/>
                </a:lnTo>
                <a:lnTo>
                  <a:pt x="1733550" y="2981325"/>
                </a:lnTo>
                <a:lnTo>
                  <a:pt x="1752600" y="2981325"/>
                </a:lnTo>
                <a:lnTo>
                  <a:pt x="1752600" y="3000375"/>
                </a:lnTo>
                <a:lnTo>
                  <a:pt x="1724025" y="3000375"/>
                </a:lnTo>
                <a:lnTo>
                  <a:pt x="1724025" y="2981325"/>
                </a:lnTo>
                <a:lnTo>
                  <a:pt x="1714500" y="2981325"/>
                </a:lnTo>
                <a:lnTo>
                  <a:pt x="1714500" y="2990850"/>
                </a:lnTo>
                <a:lnTo>
                  <a:pt x="1704975" y="2990850"/>
                </a:lnTo>
                <a:lnTo>
                  <a:pt x="1704975" y="2962275"/>
                </a:lnTo>
                <a:lnTo>
                  <a:pt x="1714500" y="2962275"/>
                </a:lnTo>
                <a:close/>
                <a:moveTo>
                  <a:pt x="923925" y="2962275"/>
                </a:moveTo>
                <a:lnTo>
                  <a:pt x="942975" y="2962275"/>
                </a:lnTo>
                <a:lnTo>
                  <a:pt x="942975" y="2990850"/>
                </a:lnTo>
                <a:lnTo>
                  <a:pt x="933450" y="2990850"/>
                </a:lnTo>
                <a:lnTo>
                  <a:pt x="933450" y="3000375"/>
                </a:lnTo>
                <a:lnTo>
                  <a:pt x="914400" y="3000375"/>
                </a:lnTo>
                <a:lnTo>
                  <a:pt x="914400" y="2990850"/>
                </a:lnTo>
                <a:lnTo>
                  <a:pt x="923925" y="2990850"/>
                </a:lnTo>
                <a:close/>
                <a:moveTo>
                  <a:pt x="1000125" y="2962275"/>
                </a:moveTo>
                <a:lnTo>
                  <a:pt x="1009650" y="2962275"/>
                </a:lnTo>
                <a:lnTo>
                  <a:pt x="1009650" y="2971800"/>
                </a:lnTo>
                <a:lnTo>
                  <a:pt x="1000125" y="2971800"/>
                </a:lnTo>
                <a:close/>
                <a:moveTo>
                  <a:pt x="1019175" y="2962275"/>
                </a:moveTo>
                <a:lnTo>
                  <a:pt x="1028700" y="2962275"/>
                </a:lnTo>
                <a:lnTo>
                  <a:pt x="1028700" y="2981325"/>
                </a:lnTo>
                <a:lnTo>
                  <a:pt x="1019175" y="2981325"/>
                </a:lnTo>
                <a:close/>
                <a:moveTo>
                  <a:pt x="1352550" y="2962275"/>
                </a:moveTo>
                <a:lnTo>
                  <a:pt x="1362075" y="2962275"/>
                </a:lnTo>
                <a:lnTo>
                  <a:pt x="1362075" y="2971800"/>
                </a:lnTo>
                <a:lnTo>
                  <a:pt x="1352550" y="2971800"/>
                </a:lnTo>
                <a:close/>
                <a:moveTo>
                  <a:pt x="1362075" y="2971800"/>
                </a:moveTo>
                <a:lnTo>
                  <a:pt x="1371600" y="2971800"/>
                </a:lnTo>
                <a:lnTo>
                  <a:pt x="1371600" y="2981325"/>
                </a:lnTo>
                <a:lnTo>
                  <a:pt x="1362075" y="2981325"/>
                </a:lnTo>
                <a:close/>
                <a:moveTo>
                  <a:pt x="495300" y="2981325"/>
                </a:moveTo>
                <a:lnTo>
                  <a:pt x="504825" y="2981325"/>
                </a:lnTo>
                <a:lnTo>
                  <a:pt x="504825" y="2990850"/>
                </a:lnTo>
                <a:lnTo>
                  <a:pt x="495300" y="2990850"/>
                </a:lnTo>
                <a:close/>
                <a:moveTo>
                  <a:pt x="676275" y="2981325"/>
                </a:moveTo>
                <a:lnTo>
                  <a:pt x="685800" y="2981325"/>
                </a:lnTo>
                <a:lnTo>
                  <a:pt x="685800" y="3000375"/>
                </a:lnTo>
                <a:lnTo>
                  <a:pt x="657225" y="3000375"/>
                </a:lnTo>
                <a:lnTo>
                  <a:pt x="657225" y="2990850"/>
                </a:lnTo>
                <a:lnTo>
                  <a:pt x="676275" y="2990850"/>
                </a:lnTo>
                <a:close/>
                <a:moveTo>
                  <a:pt x="1514475" y="2981325"/>
                </a:moveTo>
                <a:lnTo>
                  <a:pt x="1533525" y="2981325"/>
                </a:lnTo>
                <a:lnTo>
                  <a:pt x="1533525" y="2990850"/>
                </a:lnTo>
                <a:lnTo>
                  <a:pt x="1514475" y="2990850"/>
                </a:lnTo>
                <a:close/>
                <a:moveTo>
                  <a:pt x="800100" y="2990850"/>
                </a:moveTo>
                <a:lnTo>
                  <a:pt x="809625" y="2990850"/>
                </a:lnTo>
                <a:lnTo>
                  <a:pt x="809625" y="2971800"/>
                </a:lnTo>
                <a:lnTo>
                  <a:pt x="800100" y="2971800"/>
                </a:lnTo>
                <a:close/>
                <a:moveTo>
                  <a:pt x="1609725" y="2990850"/>
                </a:moveTo>
                <a:lnTo>
                  <a:pt x="1628775" y="2990850"/>
                </a:lnTo>
                <a:lnTo>
                  <a:pt x="1628775" y="2981325"/>
                </a:lnTo>
                <a:lnTo>
                  <a:pt x="1609725" y="2981325"/>
                </a:lnTo>
                <a:close/>
                <a:moveTo>
                  <a:pt x="628650" y="3000375"/>
                </a:moveTo>
                <a:lnTo>
                  <a:pt x="647700" y="3000375"/>
                </a:lnTo>
                <a:lnTo>
                  <a:pt x="647700" y="3009900"/>
                </a:lnTo>
                <a:lnTo>
                  <a:pt x="657225" y="3009900"/>
                </a:lnTo>
                <a:lnTo>
                  <a:pt x="657225" y="3019425"/>
                </a:lnTo>
                <a:lnTo>
                  <a:pt x="638175" y="3019425"/>
                </a:lnTo>
                <a:lnTo>
                  <a:pt x="638175" y="3028950"/>
                </a:lnTo>
                <a:lnTo>
                  <a:pt x="619125" y="3028950"/>
                </a:lnTo>
                <a:lnTo>
                  <a:pt x="619125" y="3019425"/>
                </a:lnTo>
                <a:lnTo>
                  <a:pt x="628650" y="3019425"/>
                </a:lnTo>
                <a:close/>
                <a:moveTo>
                  <a:pt x="1485900" y="3000375"/>
                </a:moveTo>
                <a:lnTo>
                  <a:pt x="1514475" y="3000375"/>
                </a:lnTo>
                <a:lnTo>
                  <a:pt x="1514475" y="3048000"/>
                </a:lnTo>
                <a:lnTo>
                  <a:pt x="1495425" y="3048000"/>
                </a:lnTo>
                <a:lnTo>
                  <a:pt x="1495425" y="3028950"/>
                </a:lnTo>
                <a:lnTo>
                  <a:pt x="1466850" y="3028950"/>
                </a:lnTo>
                <a:lnTo>
                  <a:pt x="1466850" y="3019425"/>
                </a:lnTo>
                <a:lnTo>
                  <a:pt x="1476375" y="3019425"/>
                </a:lnTo>
                <a:lnTo>
                  <a:pt x="1476375" y="3009900"/>
                </a:lnTo>
                <a:lnTo>
                  <a:pt x="1485900" y="3009900"/>
                </a:lnTo>
                <a:close/>
                <a:moveTo>
                  <a:pt x="1695450" y="3000375"/>
                </a:moveTo>
                <a:lnTo>
                  <a:pt x="1704975" y="3000375"/>
                </a:lnTo>
                <a:lnTo>
                  <a:pt x="1704975" y="3009900"/>
                </a:lnTo>
                <a:lnTo>
                  <a:pt x="1733550" y="3009900"/>
                </a:lnTo>
                <a:lnTo>
                  <a:pt x="1733550" y="3019425"/>
                </a:lnTo>
                <a:lnTo>
                  <a:pt x="1724025" y="3019425"/>
                </a:lnTo>
                <a:lnTo>
                  <a:pt x="1724025" y="3038475"/>
                </a:lnTo>
                <a:lnTo>
                  <a:pt x="1714500" y="3038475"/>
                </a:lnTo>
                <a:lnTo>
                  <a:pt x="1714500" y="3048000"/>
                </a:lnTo>
                <a:lnTo>
                  <a:pt x="1704975" y="3048000"/>
                </a:lnTo>
                <a:lnTo>
                  <a:pt x="1704975" y="3057525"/>
                </a:lnTo>
                <a:lnTo>
                  <a:pt x="1695450" y="3057525"/>
                </a:lnTo>
                <a:lnTo>
                  <a:pt x="1695450" y="3067050"/>
                </a:lnTo>
                <a:lnTo>
                  <a:pt x="1676400" y="3067050"/>
                </a:lnTo>
                <a:lnTo>
                  <a:pt x="1676400" y="3048000"/>
                </a:lnTo>
                <a:lnTo>
                  <a:pt x="1657350" y="3048000"/>
                </a:lnTo>
                <a:lnTo>
                  <a:pt x="1657350" y="3019425"/>
                </a:lnTo>
                <a:lnTo>
                  <a:pt x="1666875" y="3019425"/>
                </a:lnTo>
                <a:lnTo>
                  <a:pt x="1666875" y="3028950"/>
                </a:lnTo>
                <a:lnTo>
                  <a:pt x="1695450" y="3028950"/>
                </a:lnTo>
                <a:close/>
                <a:moveTo>
                  <a:pt x="1038225" y="3009900"/>
                </a:moveTo>
                <a:lnTo>
                  <a:pt x="1057275" y="3009900"/>
                </a:lnTo>
                <a:lnTo>
                  <a:pt x="1057275" y="3038475"/>
                </a:lnTo>
                <a:lnTo>
                  <a:pt x="1038225" y="3038475"/>
                </a:lnTo>
                <a:lnTo>
                  <a:pt x="1038225" y="3067050"/>
                </a:lnTo>
                <a:lnTo>
                  <a:pt x="1028700" y="3067050"/>
                </a:lnTo>
                <a:lnTo>
                  <a:pt x="1028700" y="3057525"/>
                </a:lnTo>
                <a:lnTo>
                  <a:pt x="1019175" y="3057525"/>
                </a:lnTo>
                <a:lnTo>
                  <a:pt x="1019175" y="3048000"/>
                </a:lnTo>
                <a:lnTo>
                  <a:pt x="1028700" y="3048000"/>
                </a:lnTo>
                <a:lnTo>
                  <a:pt x="1028700" y="3028950"/>
                </a:lnTo>
                <a:lnTo>
                  <a:pt x="1038225" y="3028950"/>
                </a:lnTo>
                <a:close/>
                <a:moveTo>
                  <a:pt x="971550" y="3028950"/>
                </a:moveTo>
                <a:lnTo>
                  <a:pt x="981075" y="3028950"/>
                </a:lnTo>
                <a:lnTo>
                  <a:pt x="981075" y="3038475"/>
                </a:lnTo>
                <a:lnTo>
                  <a:pt x="971550" y="3038475"/>
                </a:lnTo>
                <a:close/>
                <a:moveTo>
                  <a:pt x="1209675" y="3028950"/>
                </a:moveTo>
                <a:lnTo>
                  <a:pt x="1219200" y="3028950"/>
                </a:lnTo>
                <a:lnTo>
                  <a:pt x="1219200" y="3048000"/>
                </a:lnTo>
                <a:lnTo>
                  <a:pt x="1257300" y="3048000"/>
                </a:lnTo>
                <a:lnTo>
                  <a:pt x="1257300" y="3057525"/>
                </a:lnTo>
                <a:lnTo>
                  <a:pt x="1266825" y="3057525"/>
                </a:lnTo>
                <a:lnTo>
                  <a:pt x="1266825" y="3095625"/>
                </a:lnTo>
                <a:lnTo>
                  <a:pt x="1257300" y="3095625"/>
                </a:lnTo>
                <a:lnTo>
                  <a:pt x="1257300" y="3105150"/>
                </a:lnTo>
                <a:lnTo>
                  <a:pt x="1238250" y="3105150"/>
                </a:lnTo>
                <a:lnTo>
                  <a:pt x="1238250" y="3095625"/>
                </a:lnTo>
                <a:lnTo>
                  <a:pt x="1247775" y="3095625"/>
                </a:lnTo>
                <a:lnTo>
                  <a:pt x="1247775" y="3086100"/>
                </a:lnTo>
                <a:lnTo>
                  <a:pt x="1238250" y="3086100"/>
                </a:lnTo>
                <a:lnTo>
                  <a:pt x="1238250" y="3076575"/>
                </a:lnTo>
                <a:lnTo>
                  <a:pt x="1219200" y="3076575"/>
                </a:lnTo>
                <a:lnTo>
                  <a:pt x="1219200" y="3086100"/>
                </a:lnTo>
                <a:lnTo>
                  <a:pt x="1209675" y="3086100"/>
                </a:lnTo>
                <a:lnTo>
                  <a:pt x="1209675" y="3076575"/>
                </a:lnTo>
                <a:lnTo>
                  <a:pt x="1200150" y="3076575"/>
                </a:lnTo>
                <a:lnTo>
                  <a:pt x="1200150" y="3067050"/>
                </a:lnTo>
                <a:lnTo>
                  <a:pt x="1190625" y="3067050"/>
                </a:lnTo>
                <a:lnTo>
                  <a:pt x="1190625" y="3048000"/>
                </a:lnTo>
                <a:lnTo>
                  <a:pt x="1209675" y="3048000"/>
                </a:lnTo>
                <a:close/>
                <a:moveTo>
                  <a:pt x="628650" y="3038475"/>
                </a:moveTo>
                <a:lnTo>
                  <a:pt x="647700" y="3038475"/>
                </a:lnTo>
                <a:lnTo>
                  <a:pt x="647700" y="3048000"/>
                </a:lnTo>
                <a:lnTo>
                  <a:pt x="657225" y="3048000"/>
                </a:lnTo>
                <a:lnTo>
                  <a:pt x="657225" y="3057525"/>
                </a:lnTo>
                <a:lnTo>
                  <a:pt x="628650" y="3057525"/>
                </a:lnTo>
                <a:close/>
                <a:moveTo>
                  <a:pt x="1333500" y="3038475"/>
                </a:moveTo>
                <a:lnTo>
                  <a:pt x="1352550" y="3038475"/>
                </a:lnTo>
                <a:lnTo>
                  <a:pt x="1352550" y="3048000"/>
                </a:lnTo>
                <a:lnTo>
                  <a:pt x="1343025" y="3048000"/>
                </a:lnTo>
                <a:lnTo>
                  <a:pt x="1343025" y="3057525"/>
                </a:lnTo>
                <a:lnTo>
                  <a:pt x="1333500" y="3057525"/>
                </a:lnTo>
                <a:close/>
                <a:moveTo>
                  <a:pt x="1533525" y="3048000"/>
                </a:moveTo>
                <a:lnTo>
                  <a:pt x="1543050" y="3048000"/>
                </a:lnTo>
                <a:lnTo>
                  <a:pt x="1543050" y="3057525"/>
                </a:lnTo>
                <a:lnTo>
                  <a:pt x="1552575" y="3057525"/>
                </a:lnTo>
                <a:lnTo>
                  <a:pt x="1552575" y="3067050"/>
                </a:lnTo>
                <a:lnTo>
                  <a:pt x="1562100" y="3067050"/>
                </a:lnTo>
                <a:lnTo>
                  <a:pt x="1562100" y="3086100"/>
                </a:lnTo>
                <a:lnTo>
                  <a:pt x="1543050" y="3086100"/>
                </a:lnTo>
                <a:lnTo>
                  <a:pt x="1543050" y="3095625"/>
                </a:lnTo>
                <a:lnTo>
                  <a:pt x="1533525" y="3095625"/>
                </a:lnTo>
                <a:lnTo>
                  <a:pt x="1533525" y="3086100"/>
                </a:lnTo>
                <a:lnTo>
                  <a:pt x="1514475" y="3086100"/>
                </a:lnTo>
                <a:lnTo>
                  <a:pt x="1514475" y="3076575"/>
                </a:lnTo>
                <a:lnTo>
                  <a:pt x="1524000" y="3076575"/>
                </a:lnTo>
                <a:lnTo>
                  <a:pt x="1524000" y="3057525"/>
                </a:lnTo>
                <a:lnTo>
                  <a:pt x="1533525" y="3057525"/>
                </a:lnTo>
                <a:close/>
                <a:moveTo>
                  <a:pt x="619125" y="3057525"/>
                </a:moveTo>
                <a:lnTo>
                  <a:pt x="628650" y="3057525"/>
                </a:lnTo>
                <a:lnTo>
                  <a:pt x="628650" y="3067050"/>
                </a:lnTo>
                <a:lnTo>
                  <a:pt x="619125" y="3067050"/>
                </a:lnTo>
                <a:close/>
                <a:moveTo>
                  <a:pt x="1457325" y="3057525"/>
                </a:moveTo>
                <a:lnTo>
                  <a:pt x="1485900" y="3057525"/>
                </a:lnTo>
                <a:lnTo>
                  <a:pt x="1485900" y="3067050"/>
                </a:lnTo>
                <a:lnTo>
                  <a:pt x="1495425" y="3067050"/>
                </a:lnTo>
                <a:lnTo>
                  <a:pt x="1495425" y="3057525"/>
                </a:lnTo>
                <a:lnTo>
                  <a:pt x="1514475" y="3057525"/>
                </a:lnTo>
                <a:lnTo>
                  <a:pt x="1514475" y="3067050"/>
                </a:lnTo>
                <a:lnTo>
                  <a:pt x="1495425" y="3067050"/>
                </a:lnTo>
                <a:lnTo>
                  <a:pt x="1495425" y="3086100"/>
                </a:lnTo>
                <a:lnTo>
                  <a:pt x="1466850" y="3086100"/>
                </a:lnTo>
                <a:lnTo>
                  <a:pt x="1466850" y="3076575"/>
                </a:lnTo>
                <a:lnTo>
                  <a:pt x="1457325" y="3076575"/>
                </a:lnTo>
                <a:close/>
                <a:moveTo>
                  <a:pt x="1628775" y="3057525"/>
                </a:moveTo>
                <a:lnTo>
                  <a:pt x="1638300" y="3057525"/>
                </a:lnTo>
                <a:lnTo>
                  <a:pt x="1638300" y="3067050"/>
                </a:lnTo>
                <a:lnTo>
                  <a:pt x="1628775" y="3067050"/>
                </a:lnTo>
                <a:close/>
                <a:moveTo>
                  <a:pt x="1819275" y="3067050"/>
                </a:moveTo>
                <a:lnTo>
                  <a:pt x="1828800" y="3067050"/>
                </a:lnTo>
                <a:lnTo>
                  <a:pt x="1828800" y="3048000"/>
                </a:lnTo>
                <a:lnTo>
                  <a:pt x="1819275" y="3048000"/>
                </a:lnTo>
                <a:close/>
                <a:moveTo>
                  <a:pt x="1323975" y="3076575"/>
                </a:moveTo>
                <a:lnTo>
                  <a:pt x="1352550" y="3076575"/>
                </a:lnTo>
                <a:lnTo>
                  <a:pt x="1352550" y="3105150"/>
                </a:lnTo>
                <a:lnTo>
                  <a:pt x="1333500" y="3105150"/>
                </a:lnTo>
                <a:lnTo>
                  <a:pt x="1333500" y="3114675"/>
                </a:lnTo>
                <a:lnTo>
                  <a:pt x="1323975" y="3114675"/>
                </a:lnTo>
                <a:close/>
                <a:moveTo>
                  <a:pt x="1628775" y="3076575"/>
                </a:moveTo>
                <a:lnTo>
                  <a:pt x="1647825" y="3076575"/>
                </a:lnTo>
                <a:lnTo>
                  <a:pt x="1647825" y="3086100"/>
                </a:lnTo>
                <a:lnTo>
                  <a:pt x="1657350" y="3086100"/>
                </a:lnTo>
                <a:lnTo>
                  <a:pt x="1657350" y="3095625"/>
                </a:lnTo>
                <a:lnTo>
                  <a:pt x="1666875" y="3095625"/>
                </a:lnTo>
                <a:lnTo>
                  <a:pt x="1666875" y="3105150"/>
                </a:lnTo>
                <a:lnTo>
                  <a:pt x="1676400" y="3105150"/>
                </a:lnTo>
                <a:lnTo>
                  <a:pt x="1676400" y="3114675"/>
                </a:lnTo>
                <a:lnTo>
                  <a:pt x="1657350" y="3114675"/>
                </a:lnTo>
                <a:lnTo>
                  <a:pt x="1657350" y="3105150"/>
                </a:lnTo>
                <a:lnTo>
                  <a:pt x="1647825" y="3105150"/>
                </a:lnTo>
                <a:lnTo>
                  <a:pt x="1647825" y="3095625"/>
                </a:lnTo>
                <a:lnTo>
                  <a:pt x="1638300" y="3095625"/>
                </a:lnTo>
                <a:lnTo>
                  <a:pt x="1638300" y="3086100"/>
                </a:lnTo>
                <a:lnTo>
                  <a:pt x="1628775" y="3086100"/>
                </a:lnTo>
                <a:close/>
                <a:moveTo>
                  <a:pt x="857250" y="3086100"/>
                </a:moveTo>
                <a:lnTo>
                  <a:pt x="885825" y="3086100"/>
                </a:lnTo>
                <a:lnTo>
                  <a:pt x="885825" y="3105150"/>
                </a:lnTo>
                <a:lnTo>
                  <a:pt x="866775" y="3105150"/>
                </a:lnTo>
                <a:lnTo>
                  <a:pt x="866775" y="3114675"/>
                </a:lnTo>
                <a:lnTo>
                  <a:pt x="857250" y="3114675"/>
                </a:lnTo>
                <a:close/>
                <a:moveTo>
                  <a:pt x="1162050" y="3086100"/>
                </a:moveTo>
                <a:lnTo>
                  <a:pt x="1171575" y="3086100"/>
                </a:lnTo>
                <a:lnTo>
                  <a:pt x="1171575" y="3095625"/>
                </a:lnTo>
                <a:lnTo>
                  <a:pt x="1162050" y="3095625"/>
                </a:lnTo>
                <a:close/>
                <a:moveTo>
                  <a:pt x="552450" y="3095625"/>
                </a:moveTo>
                <a:lnTo>
                  <a:pt x="561975" y="3095625"/>
                </a:lnTo>
                <a:lnTo>
                  <a:pt x="561975" y="3105150"/>
                </a:lnTo>
                <a:lnTo>
                  <a:pt x="552450" y="3105150"/>
                </a:lnTo>
                <a:close/>
                <a:moveTo>
                  <a:pt x="942975" y="3095625"/>
                </a:moveTo>
                <a:lnTo>
                  <a:pt x="962025" y="3095625"/>
                </a:lnTo>
                <a:lnTo>
                  <a:pt x="962025" y="3105150"/>
                </a:lnTo>
                <a:lnTo>
                  <a:pt x="942975" y="3105150"/>
                </a:lnTo>
                <a:close/>
                <a:moveTo>
                  <a:pt x="1447800" y="3095625"/>
                </a:moveTo>
                <a:lnTo>
                  <a:pt x="1476375" y="3095625"/>
                </a:lnTo>
                <a:lnTo>
                  <a:pt x="1476375" y="3114675"/>
                </a:lnTo>
                <a:lnTo>
                  <a:pt x="1495425" y="3114675"/>
                </a:lnTo>
                <a:lnTo>
                  <a:pt x="1495425" y="3124200"/>
                </a:lnTo>
                <a:lnTo>
                  <a:pt x="1485900" y="3124200"/>
                </a:lnTo>
                <a:lnTo>
                  <a:pt x="1485900" y="3133725"/>
                </a:lnTo>
                <a:lnTo>
                  <a:pt x="1476375" y="3133725"/>
                </a:lnTo>
                <a:lnTo>
                  <a:pt x="1476375" y="3152775"/>
                </a:lnTo>
                <a:lnTo>
                  <a:pt x="1485900" y="3152775"/>
                </a:lnTo>
                <a:lnTo>
                  <a:pt x="1485900" y="3162300"/>
                </a:lnTo>
                <a:lnTo>
                  <a:pt x="1495425" y="3162300"/>
                </a:lnTo>
                <a:lnTo>
                  <a:pt x="1495425" y="3171825"/>
                </a:lnTo>
                <a:lnTo>
                  <a:pt x="1466850" y="3171825"/>
                </a:lnTo>
                <a:lnTo>
                  <a:pt x="1466850" y="3181350"/>
                </a:lnTo>
                <a:lnTo>
                  <a:pt x="1457325" y="3181350"/>
                </a:lnTo>
                <a:lnTo>
                  <a:pt x="1457325" y="3152775"/>
                </a:lnTo>
                <a:lnTo>
                  <a:pt x="1447800" y="3152775"/>
                </a:lnTo>
                <a:close/>
                <a:moveTo>
                  <a:pt x="1514475" y="3095625"/>
                </a:moveTo>
                <a:lnTo>
                  <a:pt x="1533525" y="3095625"/>
                </a:lnTo>
                <a:lnTo>
                  <a:pt x="1533525" y="3114675"/>
                </a:lnTo>
                <a:lnTo>
                  <a:pt x="1524000" y="3114675"/>
                </a:lnTo>
                <a:lnTo>
                  <a:pt x="1524000" y="3105150"/>
                </a:lnTo>
                <a:lnTo>
                  <a:pt x="1514475" y="3105150"/>
                </a:lnTo>
                <a:close/>
                <a:moveTo>
                  <a:pt x="1257300" y="3105150"/>
                </a:moveTo>
                <a:lnTo>
                  <a:pt x="1276350" y="3105150"/>
                </a:lnTo>
                <a:lnTo>
                  <a:pt x="1276350" y="3114675"/>
                </a:lnTo>
                <a:lnTo>
                  <a:pt x="1285875" y="3114675"/>
                </a:lnTo>
                <a:lnTo>
                  <a:pt x="1285875" y="3124200"/>
                </a:lnTo>
                <a:lnTo>
                  <a:pt x="1276350" y="3124200"/>
                </a:lnTo>
                <a:lnTo>
                  <a:pt x="1276350" y="3143250"/>
                </a:lnTo>
                <a:lnTo>
                  <a:pt x="1219200" y="3143250"/>
                </a:lnTo>
                <a:lnTo>
                  <a:pt x="1219200" y="3152775"/>
                </a:lnTo>
                <a:lnTo>
                  <a:pt x="1228725" y="3152775"/>
                </a:lnTo>
                <a:lnTo>
                  <a:pt x="1228725" y="3162300"/>
                </a:lnTo>
                <a:lnTo>
                  <a:pt x="1238250" y="3162300"/>
                </a:lnTo>
                <a:lnTo>
                  <a:pt x="1238250" y="3181350"/>
                </a:lnTo>
                <a:lnTo>
                  <a:pt x="1219200" y="3181350"/>
                </a:lnTo>
                <a:lnTo>
                  <a:pt x="1219200" y="3190875"/>
                </a:lnTo>
                <a:lnTo>
                  <a:pt x="1228725" y="3190875"/>
                </a:lnTo>
                <a:lnTo>
                  <a:pt x="1228725" y="3209925"/>
                </a:lnTo>
                <a:lnTo>
                  <a:pt x="1190625" y="3209925"/>
                </a:lnTo>
                <a:lnTo>
                  <a:pt x="1190625" y="3190875"/>
                </a:lnTo>
                <a:lnTo>
                  <a:pt x="1200150" y="3190875"/>
                </a:lnTo>
                <a:lnTo>
                  <a:pt x="1200150" y="3171825"/>
                </a:lnTo>
                <a:lnTo>
                  <a:pt x="1209675" y="3171825"/>
                </a:lnTo>
                <a:lnTo>
                  <a:pt x="1209675" y="3133725"/>
                </a:lnTo>
                <a:lnTo>
                  <a:pt x="1247775" y="3133725"/>
                </a:lnTo>
                <a:lnTo>
                  <a:pt x="1247775" y="3124200"/>
                </a:lnTo>
                <a:lnTo>
                  <a:pt x="1257300" y="3124200"/>
                </a:lnTo>
                <a:close/>
                <a:moveTo>
                  <a:pt x="781050" y="3114675"/>
                </a:moveTo>
                <a:lnTo>
                  <a:pt x="790575" y="3114675"/>
                </a:lnTo>
                <a:lnTo>
                  <a:pt x="790575" y="3124200"/>
                </a:lnTo>
                <a:lnTo>
                  <a:pt x="781050" y="3124200"/>
                </a:lnTo>
                <a:close/>
                <a:moveTo>
                  <a:pt x="1085850" y="3114675"/>
                </a:moveTo>
                <a:lnTo>
                  <a:pt x="1104900" y="3114675"/>
                </a:lnTo>
                <a:lnTo>
                  <a:pt x="1104900" y="3124200"/>
                </a:lnTo>
                <a:lnTo>
                  <a:pt x="1114425" y="3124200"/>
                </a:lnTo>
                <a:lnTo>
                  <a:pt x="1114425" y="3133725"/>
                </a:lnTo>
                <a:lnTo>
                  <a:pt x="1104900" y="3133725"/>
                </a:lnTo>
                <a:lnTo>
                  <a:pt x="1104900" y="3143250"/>
                </a:lnTo>
                <a:lnTo>
                  <a:pt x="1095375" y="3143250"/>
                </a:lnTo>
                <a:lnTo>
                  <a:pt x="1095375" y="3133725"/>
                </a:lnTo>
                <a:lnTo>
                  <a:pt x="1085850" y="3133725"/>
                </a:lnTo>
                <a:close/>
                <a:moveTo>
                  <a:pt x="1304925" y="3114675"/>
                </a:moveTo>
                <a:lnTo>
                  <a:pt x="1323975" y="3114675"/>
                </a:lnTo>
                <a:lnTo>
                  <a:pt x="1323975" y="3124200"/>
                </a:lnTo>
                <a:lnTo>
                  <a:pt x="1314450" y="3124200"/>
                </a:lnTo>
                <a:lnTo>
                  <a:pt x="1314450" y="3143250"/>
                </a:lnTo>
                <a:lnTo>
                  <a:pt x="1304925" y="3143250"/>
                </a:lnTo>
                <a:lnTo>
                  <a:pt x="1304925" y="3162300"/>
                </a:lnTo>
                <a:lnTo>
                  <a:pt x="1295400" y="3162300"/>
                </a:lnTo>
                <a:lnTo>
                  <a:pt x="1295400" y="3171825"/>
                </a:lnTo>
                <a:lnTo>
                  <a:pt x="1276350" y="3171825"/>
                </a:lnTo>
                <a:lnTo>
                  <a:pt x="1276350" y="3162300"/>
                </a:lnTo>
                <a:lnTo>
                  <a:pt x="1266825" y="3162300"/>
                </a:lnTo>
                <a:lnTo>
                  <a:pt x="1266825" y="3152775"/>
                </a:lnTo>
                <a:lnTo>
                  <a:pt x="1285875" y="3152775"/>
                </a:lnTo>
                <a:lnTo>
                  <a:pt x="1285875" y="3133725"/>
                </a:lnTo>
                <a:lnTo>
                  <a:pt x="1304925" y="3133725"/>
                </a:lnTo>
                <a:close/>
                <a:moveTo>
                  <a:pt x="1381125" y="3114675"/>
                </a:moveTo>
                <a:lnTo>
                  <a:pt x="1409700" y="3114675"/>
                </a:lnTo>
                <a:lnTo>
                  <a:pt x="1409700" y="3124200"/>
                </a:lnTo>
                <a:lnTo>
                  <a:pt x="1428750" y="3124200"/>
                </a:lnTo>
                <a:lnTo>
                  <a:pt x="1428750" y="3143250"/>
                </a:lnTo>
                <a:lnTo>
                  <a:pt x="1419225" y="3143250"/>
                </a:lnTo>
                <a:lnTo>
                  <a:pt x="1419225" y="3152775"/>
                </a:lnTo>
                <a:lnTo>
                  <a:pt x="1428750" y="3152775"/>
                </a:lnTo>
                <a:lnTo>
                  <a:pt x="1428750" y="3171825"/>
                </a:lnTo>
                <a:lnTo>
                  <a:pt x="1419225" y="3171825"/>
                </a:lnTo>
                <a:lnTo>
                  <a:pt x="1419225" y="3200400"/>
                </a:lnTo>
                <a:lnTo>
                  <a:pt x="1428750" y="3200400"/>
                </a:lnTo>
                <a:lnTo>
                  <a:pt x="1428750" y="3209925"/>
                </a:lnTo>
                <a:lnTo>
                  <a:pt x="1447800" y="3209925"/>
                </a:lnTo>
                <a:lnTo>
                  <a:pt x="1447800" y="3219450"/>
                </a:lnTo>
                <a:lnTo>
                  <a:pt x="1457325" y="3219450"/>
                </a:lnTo>
                <a:lnTo>
                  <a:pt x="1457325" y="3200400"/>
                </a:lnTo>
                <a:lnTo>
                  <a:pt x="1485900" y="3200400"/>
                </a:lnTo>
                <a:lnTo>
                  <a:pt x="1485900" y="3190875"/>
                </a:lnTo>
                <a:lnTo>
                  <a:pt x="1476375" y="3190875"/>
                </a:lnTo>
                <a:lnTo>
                  <a:pt x="1476375" y="3181350"/>
                </a:lnTo>
                <a:lnTo>
                  <a:pt x="1485900" y="3181350"/>
                </a:lnTo>
                <a:lnTo>
                  <a:pt x="1485900" y="3190875"/>
                </a:lnTo>
                <a:lnTo>
                  <a:pt x="1495425" y="3190875"/>
                </a:lnTo>
                <a:lnTo>
                  <a:pt x="1495425" y="3200400"/>
                </a:lnTo>
                <a:lnTo>
                  <a:pt x="1485900" y="3200400"/>
                </a:lnTo>
                <a:lnTo>
                  <a:pt x="1485900" y="3209925"/>
                </a:lnTo>
                <a:lnTo>
                  <a:pt x="1476375" y="3209925"/>
                </a:lnTo>
                <a:lnTo>
                  <a:pt x="1476375" y="3238500"/>
                </a:lnTo>
                <a:lnTo>
                  <a:pt x="1447800" y="3238500"/>
                </a:lnTo>
                <a:lnTo>
                  <a:pt x="1447800" y="3267075"/>
                </a:lnTo>
                <a:lnTo>
                  <a:pt x="1438275" y="3267075"/>
                </a:lnTo>
                <a:lnTo>
                  <a:pt x="1438275" y="3286125"/>
                </a:lnTo>
                <a:lnTo>
                  <a:pt x="1419225" y="3286125"/>
                </a:lnTo>
                <a:lnTo>
                  <a:pt x="1419225" y="3295650"/>
                </a:lnTo>
                <a:lnTo>
                  <a:pt x="1409700" y="3295650"/>
                </a:lnTo>
                <a:lnTo>
                  <a:pt x="1409700" y="3305175"/>
                </a:lnTo>
                <a:lnTo>
                  <a:pt x="1400175" y="3305175"/>
                </a:lnTo>
                <a:lnTo>
                  <a:pt x="1400175" y="3324225"/>
                </a:lnTo>
                <a:lnTo>
                  <a:pt x="1409700" y="3324225"/>
                </a:lnTo>
                <a:lnTo>
                  <a:pt x="1409700" y="3352800"/>
                </a:lnTo>
                <a:lnTo>
                  <a:pt x="1419225" y="3352800"/>
                </a:lnTo>
                <a:lnTo>
                  <a:pt x="1419225" y="3362325"/>
                </a:lnTo>
                <a:lnTo>
                  <a:pt x="1438275" y="3362325"/>
                </a:lnTo>
                <a:lnTo>
                  <a:pt x="1438275" y="3371850"/>
                </a:lnTo>
                <a:lnTo>
                  <a:pt x="1466850" y="3371850"/>
                </a:lnTo>
                <a:lnTo>
                  <a:pt x="1466850" y="3362325"/>
                </a:lnTo>
                <a:lnTo>
                  <a:pt x="1476375" y="3362325"/>
                </a:lnTo>
                <a:lnTo>
                  <a:pt x="1476375" y="3352800"/>
                </a:lnTo>
                <a:lnTo>
                  <a:pt x="1466850" y="3352800"/>
                </a:lnTo>
                <a:lnTo>
                  <a:pt x="1466850" y="3343275"/>
                </a:lnTo>
                <a:lnTo>
                  <a:pt x="1447800" y="3343275"/>
                </a:lnTo>
                <a:lnTo>
                  <a:pt x="1447800" y="3333750"/>
                </a:lnTo>
                <a:lnTo>
                  <a:pt x="1457325" y="3333750"/>
                </a:lnTo>
                <a:lnTo>
                  <a:pt x="1457325" y="3305175"/>
                </a:lnTo>
                <a:lnTo>
                  <a:pt x="1438275" y="3305175"/>
                </a:lnTo>
                <a:lnTo>
                  <a:pt x="1438275" y="3286125"/>
                </a:lnTo>
                <a:lnTo>
                  <a:pt x="1466850" y="3286125"/>
                </a:lnTo>
                <a:lnTo>
                  <a:pt x="1466850" y="3295650"/>
                </a:lnTo>
                <a:lnTo>
                  <a:pt x="1485900" y="3295650"/>
                </a:lnTo>
                <a:lnTo>
                  <a:pt x="1485900" y="3314700"/>
                </a:lnTo>
                <a:lnTo>
                  <a:pt x="1476375" y="3314700"/>
                </a:lnTo>
                <a:lnTo>
                  <a:pt x="1476375" y="3343275"/>
                </a:lnTo>
                <a:lnTo>
                  <a:pt x="1485900" y="3343275"/>
                </a:lnTo>
                <a:lnTo>
                  <a:pt x="1485900" y="3352800"/>
                </a:lnTo>
                <a:lnTo>
                  <a:pt x="1495425" y="3352800"/>
                </a:lnTo>
                <a:lnTo>
                  <a:pt x="1495425" y="3324225"/>
                </a:lnTo>
                <a:lnTo>
                  <a:pt x="1514475" y="3324225"/>
                </a:lnTo>
                <a:lnTo>
                  <a:pt x="1514475" y="3333750"/>
                </a:lnTo>
                <a:lnTo>
                  <a:pt x="1524000" y="3333750"/>
                </a:lnTo>
                <a:lnTo>
                  <a:pt x="1524000" y="3343275"/>
                </a:lnTo>
                <a:lnTo>
                  <a:pt x="1552575" y="3343275"/>
                </a:lnTo>
                <a:lnTo>
                  <a:pt x="1552575" y="3362325"/>
                </a:lnTo>
                <a:lnTo>
                  <a:pt x="1543050" y="3362325"/>
                </a:lnTo>
                <a:lnTo>
                  <a:pt x="1543050" y="3371850"/>
                </a:lnTo>
                <a:lnTo>
                  <a:pt x="1524000" y="3371850"/>
                </a:lnTo>
                <a:lnTo>
                  <a:pt x="1524000" y="3362325"/>
                </a:lnTo>
                <a:lnTo>
                  <a:pt x="1514475" y="3362325"/>
                </a:lnTo>
                <a:lnTo>
                  <a:pt x="1514475" y="3352800"/>
                </a:lnTo>
                <a:lnTo>
                  <a:pt x="1504950" y="3352800"/>
                </a:lnTo>
                <a:lnTo>
                  <a:pt x="1504950" y="3390900"/>
                </a:lnTo>
                <a:lnTo>
                  <a:pt x="1514475" y="3390900"/>
                </a:lnTo>
                <a:lnTo>
                  <a:pt x="1514475" y="3400425"/>
                </a:lnTo>
                <a:lnTo>
                  <a:pt x="1543050" y="3400425"/>
                </a:lnTo>
                <a:lnTo>
                  <a:pt x="1543050" y="3419475"/>
                </a:lnTo>
                <a:lnTo>
                  <a:pt x="1562100" y="3419475"/>
                </a:lnTo>
                <a:lnTo>
                  <a:pt x="1562100" y="3409950"/>
                </a:lnTo>
                <a:lnTo>
                  <a:pt x="1571625" y="3409950"/>
                </a:lnTo>
                <a:lnTo>
                  <a:pt x="1571625" y="3448050"/>
                </a:lnTo>
                <a:lnTo>
                  <a:pt x="1581150" y="3448050"/>
                </a:lnTo>
                <a:lnTo>
                  <a:pt x="1581150" y="3457575"/>
                </a:lnTo>
                <a:lnTo>
                  <a:pt x="1590675" y="3457575"/>
                </a:lnTo>
                <a:lnTo>
                  <a:pt x="1590675" y="3476625"/>
                </a:lnTo>
                <a:lnTo>
                  <a:pt x="1571625" y="3476625"/>
                </a:lnTo>
                <a:lnTo>
                  <a:pt x="1571625" y="3467100"/>
                </a:lnTo>
                <a:lnTo>
                  <a:pt x="1562100" y="3467100"/>
                </a:lnTo>
                <a:lnTo>
                  <a:pt x="1562100" y="3476625"/>
                </a:lnTo>
                <a:lnTo>
                  <a:pt x="1543050" y="3476625"/>
                </a:lnTo>
                <a:lnTo>
                  <a:pt x="1543050" y="3467100"/>
                </a:lnTo>
                <a:lnTo>
                  <a:pt x="1533525" y="3467100"/>
                </a:lnTo>
                <a:lnTo>
                  <a:pt x="1533525" y="3429000"/>
                </a:lnTo>
                <a:lnTo>
                  <a:pt x="1514475" y="3429000"/>
                </a:lnTo>
                <a:lnTo>
                  <a:pt x="1514475" y="3438525"/>
                </a:lnTo>
                <a:lnTo>
                  <a:pt x="1524000" y="3438525"/>
                </a:lnTo>
                <a:lnTo>
                  <a:pt x="1524000" y="3448050"/>
                </a:lnTo>
                <a:lnTo>
                  <a:pt x="1514475" y="3448050"/>
                </a:lnTo>
                <a:lnTo>
                  <a:pt x="1514475" y="3457575"/>
                </a:lnTo>
                <a:lnTo>
                  <a:pt x="1504950" y="3457575"/>
                </a:lnTo>
                <a:lnTo>
                  <a:pt x="1504950" y="3448050"/>
                </a:lnTo>
                <a:lnTo>
                  <a:pt x="1495425" y="3448050"/>
                </a:lnTo>
                <a:lnTo>
                  <a:pt x="1495425" y="3429000"/>
                </a:lnTo>
                <a:lnTo>
                  <a:pt x="1466850" y="3429000"/>
                </a:lnTo>
                <a:lnTo>
                  <a:pt x="1466850" y="3409950"/>
                </a:lnTo>
                <a:lnTo>
                  <a:pt x="1447800" y="3409950"/>
                </a:lnTo>
                <a:lnTo>
                  <a:pt x="1447800" y="3390900"/>
                </a:lnTo>
                <a:lnTo>
                  <a:pt x="1428750" y="3390900"/>
                </a:lnTo>
                <a:lnTo>
                  <a:pt x="1428750" y="3371850"/>
                </a:lnTo>
                <a:lnTo>
                  <a:pt x="1419225" y="3371850"/>
                </a:lnTo>
                <a:lnTo>
                  <a:pt x="1419225" y="3390900"/>
                </a:lnTo>
                <a:lnTo>
                  <a:pt x="1409700" y="3390900"/>
                </a:lnTo>
                <a:lnTo>
                  <a:pt x="1409700" y="3381375"/>
                </a:lnTo>
                <a:lnTo>
                  <a:pt x="1400175" y="3381375"/>
                </a:lnTo>
                <a:lnTo>
                  <a:pt x="1400175" y="3371850"/>
                </a:lnTo>
                <a:lnTo>
                  <a:pt x="1381125" y="3371850"/>
                </a:lnTo>
                <a:lnTo>
                  <a:pt x="1381125" y="3381375"/>
                </a:lnTo>
                <a:lnTo>
                  <a:pt x="1362075" y="3381375"/>
                </a:lnTo>
                <a:lnTo>
                  <a:pt x="1362075" y="3390900"/>
                </a:lnTo>
                <a:lnTo>
                  <a:pt x="1352550" y="3390900"/>
                </a:lnTo>
                <a:lnTo>
                  <a:pt x="1352550" y="3400425"/>
                </a:lnTo>
                <a:lnTo>
                  <a:pt x="1333500" y="3400425"/>
                </a:lnTo>
                <a:lnTo>
                  <a:pt x="1333500" y="3381375"/>
                </a:lnTo>
                <a:lnTo>
                  <a:pt x="1343025" y="3381375"/>
                </a:lnTo>
                <a:lnTo>
                  <a:pt x="1343025" y="3371850"/>
                </a:lnTo>
                <a:lnTo>
                  <a:pt x="1352550" y="3371850"/>
                </a:lnTo>
                <a:lnTo>
                  <a:pt x="1352550" y="3362325"/>
                </a:lnTo>
                <a:lnTo>
                  <a:pt x="1362075" y="3362325"/>
                </a:lnTo>
                <a:lnTo>
                  <a:pt x="1362075" y="3333750"/>
                </a:lnTo>
                <a:lnTo>
                  <a:pt x="1352550" y="3333750"/>
                </a:lnTo>
                <a:lnTo>
                  <a:pt x="1352550" y="3343275"/>
                </a:lnTo>
                <a:lnTo>
                  <a:pt x="1343025" y="3343275"/>
                </a:lnTo>
                <a:lnTo>
                  <a:pt x="1343025" y="3352800"/>
                </a:lnTo>
                <a:lnTo>
                  <a:pt x="1323975" y="3352800"/>
                </a:lnTo>
                <a:lnTo>
                  <a:pt x="1323975" y="3362325"/>
                </a:lnTo>
                <a:lnTo>
                  <a:pt x="1314450" y="3362325"/>
                </a:lnTo>
                <a:lnTo>
                  <a:pt x="1314450" y="3343275"/>
                </a:lnTo>
                <a:lnTo>
                  <a:pt x="1304925" y="3343275"/>
                </a:lnTo>
                <a:lnTo>
                  <a:pt x="1304925" y="3362325"/>
                </a:lnTo>
                <a:lnTo>
                  <a:pt x="1285875" y="3362325"/>
                </a:lnTo>
                <a:lnTo>
                  <a:pt x="1285875" y="3352800"/>
                </a:lnTo>
                <a:lnTo>
                  <a:pt x="1276350" y="3352800"/>
                </a:lnTo>
                <a:lnTo>
                  <a:pt x="1276350" y="3333750"/>
                </a:lnTo>
                <a:lnTo>
                  <a:pt x="1343025" y="3333750"/>
                </a:lnTo>
                <a:lnTo>
                  <a:pt x="1343025" y="3324225"/>
                </a:lnTo>
                <a:lnTo>
                  <a:pt x="1362075" y="3324225"/>
                </a:lnTo>
                <a:lnTo>
                  <a:pt x="1362075" y="3305175"/>
                </a:lnTo>
                <a:lnTo>
                  <a:pt x="1352550" y="3305175"/>
                </a:lnTo>
                <a:lnTo>
                  <a:pt x="1352550" y="3295650"/>
                </a:lnTo>
                <a:lnTo>
                  <a:pt x="1343025" y="3295650"/>
                </a:lnTo>
                <a:lnTo>
                  <a:pt x="1343025" y="3286125"/>
                </a:lnTo>
                <a:lnTo>
                  <a:pt x="1390650" y="3286125"/>
                </a:lnTo>
                <a:lnTo>
                  <a:pt x="1390650" y="3276600"/>
                </a:lnTo>
                <a:lnTo>
                  <a:pt x="1409700" y="3276600"/>
                </a:lnTo>
                <a:lnTo>
                  <a:pt x="1409700" y="3267075"/>
                </a:lnTo>
                <a:lnTo>
                  <a:pt x="1419225" y="3267075"/>
                </a:lnTo>
                <a:lnTo>
                  <a:pt x="1419225" y="3257550"/>
                </a:lnTo>
                <a:lnTo>
                  <a:pt x="1428750" y="3257550"/>
                </a:lnTo>
                <a:lnTo>
                  <a:pt x="1428750" y="3228975"/>
                </a:lnTo>
                <a:lnTo>
                  <a:pt x="1419225" y="3228975"/>
                </a:lnTo>
                <a:lnTo>
                  <a:pt x="1419225" y="3219450"/>
                </a:lnTo>
                <a:lnTo>
                  <a:pt x="1409700" y="3219450"/>
                </a:lnTo>
                <a:lnTo>
                  <a:pt x="1409700" y="3200400"/>
                </a:lnTo>
                <a:lnTo>
                  <a:pt x="1390650" y="3200400"/>
                </a:lnTo>
                <a:lnTo>
                  <a:pt x="1390650" y="3190875"/>
                </a:lnTo>
                <a:lnTo>
                  <a:pt x="1333500" y="3190875"/>
                </a:lnTo>
                <a:lnTo>
                  <a:pt x="1333500" y="3181350"/>
                </a:lnTo>
                <a:lnTo>
                  <a:pt x="1343025" y="3181350"/>
                </a:lnTo>
                <a:lnTo>
                  <a:pt x="1343025" y="3171825"/>
                </a:lnTo>
                <a:lnTo>
                  <a:pt x="1352550" y="3171825"/>
                </a:lnTo>
                <a:lnTo>
                  <a:pt x="1352550" y="3162300"/>
                </a:lnTo>
                <a:lnTo>
                  <a:pt x="1381125" y="3162300"/>
                </a:lnTo>
                <a:lnTo>
                  <a:pt x="1381125" y="3171825"/>
                </a:lnTo>
                <a:lnTo>
                  <a:pt x="1371600" y="3171825"/>
                </a:lnTo>
                <a:lnTo>
                  <a:pt x="1371600" y="3181350"/>
                </a:lnTo>
                <a:lnTo>
                  <a:pt x="1381125" y="3181350"/>
                </a:lnTo>
                <a:lnTo>
                  <a:pt x="1381125" y="3171825"/>
                </a:lnTo>
                <a:lnTo>
                  <a:pt x="1400175" y="3171825"/>
                </a:lnTo>
                <a:lnTo>
                  <a:pt x="1400175" y="3162300"/>
                </a:lnTo>
                <a:lnTo>
                  <a:pt x="1409700" y="3162300"/>
                </a:lnTo>
                <a:lnTo>
                  <a:pt x="1409700" y="3152775"/>
                </a:lnTo>
                <a:lnTo>
                  <a:pt x="1400175" y="3152775"/>
                </a:lnTo>
                <a:lnTo>
                  <a:pt x="1400175" y="3143250"/>
                </a:lnTo>
                <a:lnTo>
                  <a:pt x="1381125" y="3143250"/>
                </a:lnTo>
                <a:close/>
                <a:moveTo>
                  <a:pt x="1609725" y="3114675"/>
                </a:moveTo>
                <a:lnTo>
                  <a:pt x="1628775" y="3114675"/>
                </a:lnTo>
                <a:lnTo>
                  <a:pt x="1628775" y="3133725"/>
                </a:lnTo>
                <a:lnTo>
                  <a:pt x="1600200" y="3133725"/>
                </a:lnTo>
                <a:lnTo>
                  <a:pt x="1600200" y="3124200"/>
                </a:lnTo>
                <a:lnTo>
                  <a:pt x="1609725" y="3124200"/>
                </a:lnTo>
                <a:close/>
                <a:moveTo>
                  <a:pt x="476250" y="3124200"/>
                </a:moveTo>
                <a:lnTo>
                  <a:pt x="485775" y="3124200"/>
                </a:lnTo>
                <a:lnTo>
                  <a:pt x="485775" y="3133725"/>
                </a:lnTo>
                <a:lnTo>
                  <a:pt x="476250" y="3133725"/>
                </a:lnTo>
                <a:close/>
                <a:moveTo>
                  <a:pt x="552450" y="3124200"/>
                </a:moveTo>
                <a:lnTo>
                  <a:pt x="561975" y="3124200"/>
                </a:lnTo>
                <a:lnTo>
                  <a:pt x="561975" y="3143250"/>
                </a:lnTo>
                <a:lnTo>
                  <a:pt x="552450" y="3143250"/>
                </a:lnTo>
                <a:close/>
                <a:moveTo>
                  <a:pt x="742950" y="3124200"/>
                </a:moveTo>
                <a:lnTo>
                  <a:pt x="762000" y="3124200"/>
                </a:lnTo>
                <a:lnTo>
                  <a:pt x="762000" y="3133725"/>
                </a:lnTo>
                <a:lnTo>
                  <a:pt x="742950" y="3133725"/>
                </a:lnTo>
                <a:close/>
                <a:moveTo>
                  <a:pt x="1495425" y="3124200"/>
                </a:moveTo>
                <a:lnTo>
                  <a:pt x="1504950" y="3124200"/>
                </a:lnTo>
                <a:lnTo>
                  <a:pt x="1504950" y="3143250"/>
                </a:lnTo>
                <a:lnTo>
                  <a:pt x="1495425" y="3143250"/>
                </a:lnTo>
                <a:close/>
                <a:moveTo>
                  <a:pt x="1809750" y="3124200"/>
                </a:moveTo>
                <a:lnTo>
                  <a:pt x="1819275" y="3124200"/>
                </a:lnTo>
                <a:lnTo>
                  <a:pt x="1819275" y="3114675"/>
                </a:lnTo>
                <a:lnTo>
                  <a:pt x="1790700" y="3114675"/>
                </a:lnTo>
                <a:lnTo>
                  <a:pt x="1790700" y="3133725"/>
                </a:lnTo>
                <a:lnTo>
                  <a:pt x="1809750" y="3133725"/>
                </a:lnTo>
                <a:close/>
                <a:moveTo>
                  <a:pt x="752475" y="3162300"/>
                </a:moveTo>
                <a:lnTo>
                  <a:pt x="771525" y="3162300"/>
                </a:lnTo>
                <a:lnTo>
                  <a:pt x="771525" y="3181350"/>
                </a:lnTo>
                <a:lnTo>
                  <a:pt x="752475" y="3181350"/>
                </a:lnTo>
                <a:close/>
                <a:moveTo>
                  <a:pt x="1162050" y="3162300"/>
                </a:moveTo>
                <a:lnTo>
                  <a:pt x="1171575" y="3162300"/>
                </a:lnTo>
                <a:lnTo>
                  <a:pt x="1171575" y="3171825"/>
                </a:lnTo>
                <a:lnTo>
                  <a:pt x="1162050" y="3171825"/>
                </a:lnTo>
                <a:close/>
                <a:moveTo>
                  <a:pt x="1514475" y="3162300"/>
                </a:moveTo>
                <a:lnTo>
                  <a:pt x="1533525" y="3162300"/>
                </a:lnTo>
                <a:lnTo>
                  <a:pt x="1533525" y="3171825"/>
                </a:lnTo>
                <a:lnTo>
                  <a:pt x="1514475" y="3171825"/>
                </a:lnTo>
                <a:close/>
                <a:moveTo>
                  <a:pt x="1171575" y="3171825"/>
                </a:moveTo>
                <a:lnTo>
                  <a:pt x="1181100" y="3171825"/>
                </a:lnTo>
                <a:lnTo>
                  <a:pt x="1181100" y="3181350"/>
                </a:lnTo>
                <a:lnTo>
                  <a:pt x="1171575" y="3181350"/>
                </a:lnTo>
                <a:close/>
                <a:moveTo>
                  <a:pt x="1019175" y="3181350"/>
                </a:moveTo>
                <a:lnTo>
                  <a:pt x="1028700" y="3181350"/>
                </a:lnTo>
                <a:lnTo>
                  <a:pt x="1028700" y="3190875"/>
                </a:lnTo>
                <a:lnTo>
                  <a:pt x="1038225" y="3190875"/>
                </a:lnTo>
                <a:lnTo>
                  <a:pt x="1038225" y="3200400"/>
                </a:lnTo>
                <a:lnTo>
                  <a:pt x="1019175" y="3200400"/>
                </a:lnTo>
                <a:close/>
                <a:moveTo>
                  <a:pt x="1247775" y="3190875"/>
                </a:moveTo>
                <a:lnTo>
                  <a:pt x="1276350" y="3190875"/>
                </a:lnTo>
                <a:lnTo>
                  <a:pt x="1276350" y="3200400"/>
                </a:lnTo>
                <a:lnTo>
                  <a:pt x="1285875" y="3200400"/>
                </a:lnTo>
                <a:lnTo>
                  <a:pt x="1285875" y="3209925"/>
                </a:lnTo>
                <a:lnTo>
                  <a:pt x="1295400" y="3209925"/>
                </a:lnTo>
                <a:lnTo>
                  <a:pt x="1295400" y="3228975"/>
                </a:lnTo>
                <a:lnTo>
                  <a:pt x="1266825" y="3228975"/>
                </a:lnTo>
                <a:lnTo>
                  <a:pt x="1266825" y="3219450"/>
                </a:lnTo>
                <a:lnTo>
                  <a:pt x="1257300" y="3219450"/>
                </a:lnTo>
                <a:lnTo>
                  <a:pt x="1257300" y="3200400"/>
                </a:lnTo>
                <a:lnTo>
                  <a:pt x="1247775" y="3200400"/>
                </a:lnTo>
                <a:close/>
                <a:moveTo>
                  <a:pt x="1323975" y="3190875"/>
                </a:moveTo>
                <a:lnTo>
                  <a:pt x="1333500" y="3190875"/>
                </a:lnTo>
                <a:lnTo>
                  <a:pt x="1333500" y="3228975"/>
                </a:lnTo>
                <a:lnTo>
                  <a:pt x="1323975" y="3228975"/>
                </a:lnTo>
                <a:lnTo>
                  <a:pt x="1323975" y="3238500"/>
                </a:lnTo>
                <a:lnTo>
                  <a:pt x="1314450" y="3238500"/>
                </a:lnTo>
                <a:lnTo>
                  <a:pt x="1314450" y="3219450"/>
                </a:lnTo>
                <a:lnTo>
                  <a:pt x="1304925" y="3219450"/>
                </a:lnTo>
                <a:lnTo>
                  <a:pt x="1304925" y="3209925"/>
                </a:lnTo>
                <a:lnTo>
                  <a:pt x="1314450" y="3209925"/>
                </a:lnTo>
                <a:lnTo>
                  <a:pt x="1314450" y="3200400"/>
                </a:lnTo>
                <a:lnTo>
                  <a:pt x="1323975" y="3200400"/>
                </a:lnTo>
                <a:close/>
                <a:moveTo>
                  <a:pt x="485775" y="3200400"/>
                </a:moveTo>
                <a:lnTo>
                  <a:pt x="495300" y="3200400"/>
                </a:lnTo>
                <a:lnTo>
                  <a:pt x="495300" y="3219450"/>
                </a:lnTo>
                <a:lnTo>
                  <a:pt x="485775" y="3219450"/>
                </a:lnTo>
                <a:close/>
                <a:moveTo>
                  <a:pt x="762000" y="3200400"/>
                </a:moveTo>
                <a:lnTo>
                  <a:pt x="790575" y="3200400"/>
                </a:lnTo>
                <a:lnTo>
                  <a:pt x="790575" y="3209925"/>
                </a:lnTo>
                <a:lnTo>
                  <a:pt x="819150" y="3209925"/>
                </a:lnTo>
                <a:lnTo>
                  <a:pt x="819150" y="3228975"/>
                </a:lnTo>
                <a:lnTo>
                  <a:pt x="838200" y="3228975"/>
                </a:lnTo>
                <a:lnTo>
                  <a:pt x="838200" y="3219450"/>
                </a:lnTo>
                <a:lnTo>
                  <a:pt x="828675" y="3219450"/>
                </a:lnTo>
                <a:lnTo>
                  <a:pt x="828675" y="3209925"/>
                </a:lnTo>
                <a:lnTo>
                  <a:pt x="847725" y="3209925"/>
                </a:lnTo>
                <a:lnTo>
                  <a:pt x="847725" y="3200400"/>
                </a:lnTo>
                <a:lnTo>
                  <a:pt x="942975" y="3200400"/>
                </a:lnTo>
                <a:lnTo>
                  <a:pt x="942975" y="3209925"/>
                </a:lnTo>
                <a:lnTo>
                  <a:pt x="952500" y="3209925"/>
                </a:lnTo>
                <a:lnTo>
                  <a:pt x="952500" y="3219450"/>
                </a:lnTo>
                <a:lnTo>
                  <a:pt x="962025" y="3219450"/>
                </a:lnTo>
                <a:lnTo>
                  <a:pt x="962025" y="3257550"/>
                </a:lnTo>
                <a:lnTo>
                  <a:pt x="942975" y="3257550"/>
                </a:lnTo>
                <a:lnTo>
                  <a:pt x="942975" y="3267075"/>
                </a:lnTo>
                <a:lnTo>
                  <a:pt x="933450" y="3267075"/>
                </a:lnTo>
                <a:lnTo>
                  <a:pt x="933450" y="3257550"/>
                </a:lnTo>
                <a:lnTo>
                  <a:pt x="923925" y="3257550"/>
                </a:lnTo>
                <a:lnTo>
                  <a:pt x="923925" y="3248025"/>
                </a:lnTo>
                <a:lnTo>
                  <a:pt x="942975" y="3248025"/>
                </a:lnTo>
                <a:lnTo>
                  <a:pt x="942975" y="3228975"/>
                </a:lnTo>
                <a:lnTo>
                  <a:pt x="933450" y="3228975"/>
                </a:lnTo>
                <a:lnTo>
                  <a:pt x="933450" y="3219450"/>
                </a:lnTo>
                <a:lnTo>
                  <a:pt x="923925" y="3219450"/>
                </a:lnTo>
                <a:lnTo>
                  <a:pt x="923925" y="3228975"/>
                </a:lnTo>
                <a:lnTo>
                  <a:pt x="914400" y="3228975"/>
                </a:lnTo>
                <a:lnTo>
                  <a:pt x="914400" y="3238500"/>
                </a:lnTo>
                <a:lnTo>
                  <a:pt x="904875" y="3238500"/>
                </a:lnTo>
                <a:lnTo>
                  <a:pt x="904875" y="3257550"/>
                </a:lnTo>
                <a:lnTo>
                  <a:pt x="866775" y="3257550"/>
                </a:lnTo>
                <a:lnTo>
                  <a:pt x="866775" y="3248025"/>
                </a:lnTo>
                <a:lnTo>
                  <a:pt x="857250" y="3248025"/>
                </a:lnTo>
                <a:lnTo>
                  <a:pt x="857250" y="3238500"/>
                </a:lnTo>
                <a:lnTo>
                  <a:pt x="847725" y="3238500"/>
                </a:lnTo>
                <a:lnTo>
                  <a:pt x="847725" y="3257550"/>
                </a:lnTo>
                <a:lnTo>
                  <a:pt x="838200" y="3257550"/>
                </a:lnTo>
                <a:lnTo>
                  <a:pt x="838200" y="3267075"/>
                </a:lnTo>
                <a:lnTo>
                  <a:pt x="809625" y="3267075"/>
                </a:lnTo>
                <a:lnTo>
                  <a:pt x="809625" y="3257550"/>
                </a:lnTo>
                <a:lnTo>
                  <a:pt x="790575" y="3257550"/>
                </a:lnTo>
                <a:lnTo>
                  <a:pt x="790575" y="3238500"/>
                </a:lnTo>
                <a:lnTo>
                  <a:pt x="781050" y="3238500"/>
                </a:lnTo>
                <a:lnTo>
                  <a:pt x="781050" y="3248025"/>
                </a:lnTo>
                <a:lnTo>
                  <a:pt x="733425" y="3248025"/>
                </a:lnTo>
                <a:lnTo>
                  <a:pt x="733425" y="3257550"/>
                </a:lnTo>
                <a:lnTo>
                  <a:pt x="723900" y="3257550"/>
                </a:lnTo>
                <a:lnTo>
                  <a:pt x="723900" y="3209925"/>
                </a:lnTo>
                <a:lnTo>
                  <a:pt x="762000" y="3209925"/>
                </a:lnTo>
                <a:close/>
                <a:moveTo>
                  <a:pt x="1371600" y="3200400"/>
                </a:moveTo>
                <a:lnTo>
                  <a:pt x="1390650" y="3200400"/>
                </a:lnTo>
                <a:lnTo>
                  <a:pt x="1390650" y="3209925"/>
                </a:lnTo>
                <a:lnTo>
                  <a:pt x="1381125" y="3209925"/>
                </a:lnTo>
                <a:lnTo>
                  <a:pt x="1381125" y="3219450"/>
                </a:lnTo>
                <a:lnTo>
                  <a:pt x="1371600" y="3219450"/>
                </a:lnTo>
                <a:close/>
                <a:moveTo>
                  <a:pt x="390525" y="3209925"/>
                </a:moveTo>
                <a:lnTo>
                  <a:pt x="409575" y="3209925"/>
                </a:lnTo>
                <a:lnTo>
                  <a:pt x="409575" y="3219450"/>
                </a:lnTo>
                <a:lnTo>
                  <a:pt x="419100" y="3219450"/>
                </a:lnTo>
                <a:lnTo>
                  <a:pt x="419100" y="3228975"/>
                </a:lnTo>
                <a:lnTo>
                  <a:pt x="390525" y="3228975"/>
                </a:lnTo>
                <a:close/>
                <a:moveTo>
                  <a:pt x="1752600" y="3209925"/>
                </a:moveTo>
                <a:lnTo>
                  <a:pt x="1762125" y="3209925"/>
                </a:lnTo>
                <a:lnTo>
                  <a:pt x="1762125" y="3181350"/>
                </a:lnTo>
                <a:lnTo>
                  <a:pt x="1743075" y="3181350"/>
                </a:lnTo>
                <a:lnTo>
                  <a:pt x="1743075" y="3190875"/>
                </a:lnTo>
                <a:lnTo>
                  <a:pt x="1733550" y="3190875"/>
                </a:lnTo>
                <a:lnTo>
                  <a:pt x="1733550" y="3209925"/>
                </a:lnTo>
                <a:lnTo>
                  <a:pt x="1724025" y="3209925"/>
                </a:lnTo>
                <a:lnTo>
                  <a:pt x="1724025" y="3219450"/>
                </a:lnTo>
                <a:lnTo>
                  <a:pt x="1743075" y="3219450"/>
                </a:lnTo>
                <a:lnTo>
                  <a:pt x="1743075" y="3228975"/>
                </a:lnTo>
                <a:lnTo>
                  <a:pt x="1752600" y="3228975"/>
                </a:lnTo>
                <a:close/>
                <a:moveTo>
                  <a:pt x="1638300" y="3219450"/>
                </a:moveTo>
                <a:lnTo>
                  <a:pt x="1647825" y="3219450"/>
                </a:lnTo>
                <a:lnTo>
                  <a:pt x="1647825" y="3209925"/>
                </a:lnTo>
                <a:lnTo>
                  <a:pt x="1638300" y="3209925"/>
                </a:lnTo>
                <a:close/>
                <a:moveTo>
                  <a:pt x="361950" y="3228975"/>
                </a:moveTo>
                <a:lnTo>
                  <a:pt x="371475" y="3228975"/>
                </a:lnTo>
                <a:lnTo>
                  <a:pt x="371475" y="3238500"/>
                </a:lnTo>
                <a:lnTo>
                  <a:pt x="381000" y="3238500"/>
                </a:lnTo>
                <a:lnTo>
                  <a:pt x="381000" y="3257550"/>
                </a:lnTo>
                <a:lnTo>
                  <a:pt x="390525" y="3257550"/>
                </a:lnTo>
                <a:lnTo>
                  <a:pt x="390525" y="3276600"/>
                </a:lnTo>
                <a:lnTo>
                  <a:pt x="400050" y="3276600"/>
                </a:lnTo>
                <a:lnTo>
                  <a:pt x="400050" y="3286125"/>
                </a:lnTo>
                <a:lnTo>
                  <a:pt x="419100" y="3286125"/>
                </a:lnTo>
                <a:lnTo>
                  <a:pt x="419100" y="3324225"/>
                </a:lnTo>
                <a:lnTo>
                  <a:pt x="409575" y="3324225"/>
                </a:lnTo>
                <a:lnTo>
                  <a:pt x="409575" y="3333750"/>
                </a:lnTo>
                <a:lnTo>
                  <a:pt x="400050" y="3333750"/>
                </a:lnTo>
                <a:lnTo>
                  <a:pt x="400050" y="3324225"/>
                </a:lnTo>
                <a:lnTo>
                  <a:pt x="361950" y="3324225"/>
                </a:lnTo>
                <a:lnTo>
                  <a:pt x="361950" y="3333750"/>
                </a:lnTo>
                <a:lnTo>
                  <a:pt x="371475" y="3333750"/>
                </a:lnTo>
                <a:lnTo>
                  <a:pt x="371475" y="3343275"/>
                </a:lnTo>
                <a:lnTo>
                  <a:pt x="390525" y="3343275"/>
                </a:lnTo>
                <a:lnTo>
                  <a:pt x="390525" y="3333750"/>
                </a:lnTo>
                <a:lnTo>
                  <a:pt x="400050" y="3333750"/>
                </a:lnTo>
                <a:lnTo>
                  <a:pt x="400050" y="3343275"/>
                </a:lnTo>
                <a:lnTo>
                  <a:pt x="409575" y="3343275"/>
                </a:lnTo>
                <a:lnTo>
                  <a:pt x="409575" y="3409950"/>
                </a:lnTo>
                <a:lnTo>
                  <a:pt x="400050" y="3409950"/>
                </a:lnTo>
                <a:lnTo>
                  <a:pt x="400050" y="3438525"/>
                </a:lnTo>
                <a:lnTo>
                  <a:pt x="390525" y="3438525"/>
                </a:lnTo>
                <a:lnTo>
                  <a:pt x="390525" y="3448050"/>
                </a:lnTo>
                <a:lnTo>
                  <a:pt x="381000" y="3448050"/>
                </a:lnTo>
                <a:lnTo>
                  <a:pt x="381000" y="3457575"/>
                </a:lnTo>
                <a:lnTo>
                  <a:pt x="352425" y="3457575"/>
                </a:lnTo>
                <a:lnTo>
                  <a:pt x="352425" y="3448050"/>
                </a:lnTo>
                <a:lnTo>
                  <a:pt x="342900" y="3448050"/>
                </a:lnTo>
                <a:lnTo>
                  <a:pt x="342900" y="3438525"/>
                </a:lnTo>
                <a:lnTo>
                  <a:pt x="333375" y="3438525"/>
                </a:lnTo>
                <a:lnTo>
                  <a:pt x="333375" y="3390900"/>
                </a:lnTo>
                <a:lnTo>
                  <a:pt x="342900" y="3390900"/>
                </a:lnTo>
                <a:lnTo>
                  <a:pt x="342900" y="3362325"/>
                </a:lnTo>
                <a:lnTo>
                  <a:pt x="352425" y="3362325"/>
                </a:lnTo>
                <a:lnTo>
                  <a:pt x="352425" y="3352800"/>
                </a:lnTo>
                <a:lnTo>
                  <a:pt x="333375" y="3352800"/>
                </a:lnTo>
                <a:lnTo>
                  <a:pt x="333375" y="3286125"/>
                </a:lnTo>
                <a:lnTo>
                  <a:pt x="323850" y="3286125"/>
                </a:lnTo>
                <a:lnTo>
                  <a:pt x="323850" y="3276600"/>
                </a:lnTo>
                <a:lnTo>
                  <a:pt x="333375" y="3276600"/>
                </a:lnTo>
                <a:lnTo>
                  <a:pt x="333375" y="3248025"/>
                </a:lnTo>
                <a:lnTo>
                  <a:pt x="342900" y="3248025"/>
                </a:lnTo>
                <a:lnTo>
                  <a:pt x="342900" y="3238500"/>
                </a:lnTo>
                <a:lnTo>
                  <a:pt x="361950" y="3238500"/>
                </a:lnTo>
                <a:close/>
                <a:moveTo>
                  <a:pt x="647700" y="3228975"/>
                </a:moveTo>
                <a:lnTo>
                  <a:pt x="666750" y="3228975"/>
                </a:lnTo>
                <a:lnTo>
                  <a:pt x="666750" y="3248025"/>
                </a:lnTo>
                <a:lnTo>
                  <a:pt x="676275" y="3248025"/>
                </a:lnTo>
                <a:lnTo>
                  <a:pt x="676275" y="3257550"/>
                </a:lnTo>
                <a:lnTo>
                  <a:pt x="657225" y="3257550"/>
                </a:lnTo>
                <a:lnTo>
                  <a:pt x="657225" y="3267075"/>
                </a:lnTo>
                <a:lnTo>
                  <a:pt x="647700" y="3267075"/>
                </a:lnTo>
                <a:lnTo>
                  <a:pt x="647700" y="3248025"/>
                </a:lnTo>
                <a:lnTo>
                  <a:pt x="638175" y="3248025"/>
                </a:lnTo>
                <a:lnTo>
                  <a:pt x="638175" y="3238500"/>
                </a:lnTo>
                <a:lnTo>
                  <a:pt x="647700" y="3238500"/>
                </a:lnTo>
                <a:close/>
                <a:moveTo>
                  <a:pt x="1000125" y="3228975"/>
                </a:moveTo>
                <a:lnTo>
                  <a:pt x="1009650" y="3228975"/>
                </a:lnTo>
                <a:lnTo>
                  <a:pt x="1009650" y="3238500"/>
                </a:lnTo>
                <a:lnTo>
                  <a:pt x="1000125" y="3238500"/>
                </a:lnTo>
                <a:close/>
                <a:moveTo>
                  <a:pt x="1162050" y="3228975"/>
                </a:moveTo>
                <a:lnTo>
                  <a:pt x="1171575" y="3228975"/>
                </a:lnTo>
                <a:lnTo>
                  <a:pt x="1171575" y="3238500"/>
                </a:lnTo>
                <a:lnTo>
                  <a:pt x="1162050" y="3238500"/>
                </a:lnTo>
                <a:close/>
                <a:moveTo>
                  <a:pt x="1333500" y="3228975"/>
                </a:moveTo>
                <a:lnTo>
                  <a:pt x="1352550" y="3228975"/>
                </a:lnTo>
                <a:lnTo>
                  <a:pt x="1352550" y="3248025"/>
                </a:lnTo>
                <a:lnTo>
                  <a:pt x="1323975" y="3248025"/>
                </a:lnTo>
                <a:lnTo>
                  <a:pt x="1323975" y="3238500"/>
                </a:lnTo>
                <a:lnTo>
                  <a:pt x="1333500" y="3238500"/>
                </a:lnTo>
                <a:close/>
                <a:moveTo>
                  <a:pt x="1800225" y="3228975"/>
                </a:moveTo>
                <a:lnTo>
                  <a:pt x="1809750" y="3228975"/>
                </a:lnTo>
                <a:lnTo>
                  <a:pt x="1809750" y="3209925"/>
                </a:lnTo>
                <a:lnTo>
                  <a:pt x="1790700" y="3209925"/>
                </a:lnTo>
                <a:lnTo>
                  <a:pt x="1790700" y="3219450"/>
                </a:lnTo>
                <a:lnTo>
                  <a:pt x="1781175" y="3219450"/>
                </a:lnTo>
                <a:lnTo>
                  <a:pt x="1781175" y="3228975"/>
                </a:lnTo>
                <a:lnTo>
                  <a:pt x="1771650" y="3228975"/>
                </a:lnTo>
                <a:lnTo>
                  <a:pt x="1771650" y="3248025"/>
                </a:lnTo>
                <a:lnTo>
                  <a:pt x="1819275" y="3248025"/>
                </a:lnTo>
                <a:lnTo>
                  <a:pt x="1819275" y="3238500"/>
                </a:lnTo>
                <a:lnTo>
                  <a:pt x="1800225" y="3238500"/>
                </a:lnTo>
                <a:close/>
                <a:moveTo>
                  <a:pt x="1209675" y="3238500"/>
                </a:moveTo>
                <a:lnTo>
                  <a:pt x="1219200" y="3238500"/>
                </a:lnTo>
                <a:lnTo>
                  <a:pt x="1219200" y="3257550"/>
                </a:lnTo>
                <a:lnTo>
                  <a:pt x="1228725" y="3257550"/>
                </a:lnTo>
                <a:lnTo>
                  <a:pt x="1228725" y="3248025"/>
                </a:lnTo>
                <a:lnTo>
                  <a:pt x="1238250" y="3248025"/>
                </a:lnTo>
                <a:lnTo>
                  <a:pt x="1238250" y="3267075"/>
                </a:lnTo>
                <a:lnTo>
                  <a:pt x="1228725" y="3267075"/>
                </a:lnTo>
                <a:lnTo>
                  <a:pt x="1228725" y="3286125"/>
                </a:lnTo>
                <a:lnTo>
                  <a:pt x="1209675" y="3286125"/>
                </a:lnTo>
                <a:lnTo>
                  <a:pt x="1209675" y="3295650"/>
                </a:lnTo>
                <a:lnTo>
                  <a:pt x="1200150" y="3295650"/>
                </a:lnTo>
                <a:lnTo>
                  <a:pt x="1200150" y="3305175"/>
                </a:lnTo>
                <a:lnTo>
                  <a:pt x="1190625" y="3305175"/>
                </a:lnTo>
                <a:lnTo>
                  <a:pt x="1190625" y="3314700"/>
                </a:lnTo>
                <a:lnTo>
                  <a:pt x="1162050" y="3314700"/>
                </a:lnTo>
                <a:lnTo>
                  <a:pt x="1162050" y="3286125"/>
                </a:lnTo>
                <a:lnTo>
                  <a:pt x="1152525" y="3286125"/>
                </a:lnTo>
                <a:lnTo>
                  <a:pt x="1152525" y="3276600"/>
                </a:lnTo>
                <a:lnTo>
                  <a:pt x="1143000" y="3276600"/>
                </a:lnTo>
                <a:lnTo>
                  <a:pt x="1143000" y="3267075"/>
                </a:lnTo>
                <a:lnTo>
                  <a:pt x="1152525" y="3267075"/>
                </a:lnTo>
                <a:lnTo>
                  <a:pt x="1152525" y="3257550"/>
                </a:lnTo>
                <a:lnTo>
                  <a:pt x="1162050" y="3257550"/>
                </a:lnTo>
                <a:lnTo>
                  <a:pt x="1162050" y="3267075"/>
                </a:lnTo>
                <a:lnTo>
                  <a:pt x="1171575" y="3267075"/>
                </a:lnTo>
                <a:lnTo>
                  <a:pt x="1171575" y="3295650"/>
                </a:lnTo>
                <a:lnTo>
                  <a:pt x="1190625" y="3295650"/>
                </a:lnTo>
                <a:lnTo>
                  <a:pt x="1190625" y="3286125"/>
                </a:lnTo>
                <a:lnTo>
                  <a:pt x="1200150" y="3286125"/>
                </a:lnTo>
                <a:lnTo>
                  <a:pt x="1200150" y="3276600"/>
                </a:lnTo>
                <a:lnTo>
                  <a:pt x="1209675" y="3276600"/>
                </a:lnTo>
                <a:close/>
                <a:moveTo>
                  <a:pt x="1304925" y="3248025"/>
                </a:moveTo>
                <a:lnTo>
                  <a:pt x="1314450" y="3248025"/>
                </a:lnTo>
                <a:lnTo>
                  <a:pt x="1314450" y="3257550"/>
                </a:lnTo>
                <a:lnTo>
                  <a:pt x="1304925" y="3257550"/>
                </a:lnTo>
                <a:close/>
                <a:moveTo>
                  <a:pt x="1476375" y="3248025"/>
                </a:moveTo>
                <a:lnTo>
                  <a:pt x="1485900" y="3248025"/>
                </a:lnTo>
                <a:lnTo>
                  <a:pt x="1485900" y="3257550"/>
                </a:lnTo>
                <a:lnTo>
                  <a:pt x="1476375" y="3257550"/>
                </a:lnTo>
                <a:close/>
                <a:moveTo>
                  <a:pt x="1638300" y="3248025"/>
                </a:moveTo>
                <a:lnTo>
                  <a:pt x="1647825" y="3248025"/>
                </a:lnTo>
                <a:lnTo>
                  <a:pt x="1647825" y="3238500"/>
                </a:lnTo>
                <a:lnTo>
                  <a:pt x="1638300" y="3238500"/>
                </a:lnTo>
                <a:lnTo>
                  <a:pt x="1638300" y="3228975"/>
                </a:lnTo>
                <a:lnTo>
                  <a:pt x="1619250" y="3228975"/>
                </a:lnTo>
                <a:lnTo>
                  <a:pt x="1619250" y="3238500"/>
                </a:lnTo>
                <a:lnTo>
                  <a:pt x="1609725" y="3238500"/>
                </a:lnTo>
                <a:lnTo>
                  <a:pt x="1609725" y="3248025"/>
                </a:lnTo>
                <a:lnTo>
                  <a:pt x="1590675" y="3248025"/>
                </a:lnTo>
                <a:lnTo>
                  <a:pt x="1590675" y="3267075"/>
                </a:lnTo>
                <a:lnTo>
                  <a:pt x="1600200" y="3267075"/>
                </a:lnTo>
                <a:lnTo>
                  <a:pt x="1600200" y="3286125"/>
                </a:lnTo>
                <a:lnTo>
                  <a:pt x="1571625" y="3286125"/>
                </a:lnTo>
                <a:lnTo>
                  <a:pt x="1571625" y="3305175"/>
                </a:lnTo>
                <a:lnTo>
                  <a:pt x="1628775" y="3305175"/>
                </a:lnTo>
                <a:lnTo>
                  <a:pt x="1628775" y="3295650"/>
                </a:lnTo>
                <a:lnTo>
                  <a:pt x="1638300" y="3295650"/>
                </a:lnTo>
                <a:lnTo>
                  <a:pt x="1638300" y="3276600"/>
                </a:lnTo>
                <a:lnTo>
                  <a:pt x="1619250" y="3276600"/>
                </a:lnTo>
                <a:lnTo>
                  <a:pt x="1619250" y="3267075"/>
                </a:lnTo>
                <a:lnTo>
                  <a:pt x="1628775" y="3267075"/>
                </a:lnTo>
                <a:lnTo>
                  <a:pt x="1628775" y="3257550"/>
                </a:lnTo>
                <a:lnTo>
                  <a:pt x="1638300" y="3257550"/>
                </a:lnTo>
                <a:close/>
                <a:moveTo>
                  <a:pt x="619125" y="3257550"/>
                </a:moveTo>
                <a:lnTo>
                  <a:pt x="628650" y="3257550"/>
                </a:lnTo>
                <a:lnTo>
                  <a:pt x="628650" y="3267075"/>
                </a:lnTo>
                <a:lnTo>
                  <a:pt x="619125" y="3267075"/>
                </a:lnTo>
                <a:close/>
                <a:moveTo>
                  <a:pt x="1381125" y="3257550"/>
                </a:moveTo>
                <a:lnTo>
                  <a:pt x="1390650" y="3257550"/>
                </a:lnTo>
                <a:lnTo>
                  <a:pt x="1390650" y="3267075"/>
                </a:lnTo>
                <a:lnTo>
                  <a:pt x="1381125" y="3267075"/>
                </a:lnTo>
                <a:close/>
                <a:moveTo>
                  <a:pt x="1457325" y="3257550"/>
                </a:moveTo>
                <a:lnTo>
                  <a:pt x="1466850" y="3257550"/>
                </a:lnTo>
                <a:lnTo>
                  <a:pt x="1466850" y="3267075"/>
                </a:lnTo>
                <a:lnTo>
                  <a:pt x="1457325" y="3267075"/>
                </a:lnTo>
                <a:close/>
                <a:moveTo>
                  <a:pt x="1714500" y="3257550"/>
                </a:moveTo>
                <a:lnTo>
                  <a:pt x="1733550" y="3257550"/>
                </a:lnTo>
                <a:lnTo>
                  <a:pt x="1733550" y="3248025"/>
                </a:lnTo>
                <a:lnTo>
                  <a:pt x="1724025" y="3248025"/>
                </a:lnTo>
                <a:lnTo>
                  <a:pt x="1724025" y="3228975"/>
                </a:lnTo>
                <a:lnTo>
                  <a:pt x="1714500" y="3228975"/>
                </a:lnTo>
                <a:lnTo>
                  <a:pt x="1714500" y="3209925"/>
                </a:lnTo>
                <a:lnTo>
                  <a:pt x="1685925" y="3209925"/>
                </a:lnTo>
                <a:lnTo>
                  <a:pt x="1685925" y="3267075"/>
                </a:lnTo>
                <a:lnTo>
                  <a:pt x="1666875" y="3267075"/>
                </a:lnTo>
                <a:lnTo>
                  <a:pt x="1666875" y="3276600"/>
                </a:lnTo>
                <a:lnTo>
                  <a:pt x="1657350" y="3276600"/>
                </a:lnTo>
                <a:lnTo>
                  <a:pt x="1657350" y="3295650"/>
                </a:lnTo>
                <a:lnTo>
                  <a:pt x="1666875" y="3295650"/>
                </a:lnTo>
                <a:lnTo>
                  <a:pt x="1666875" y="3305175"/>
                </a:lnTo>
                <a:lnTo>
                  <a:pt x="1676400" y="3305175"/>
                </a:lnTo>
                <a:lnTo>
                  <a:pt x="1676400" y="3286125"/>
                </a:lnTo>
                <a:lnTo>
                  <a:pt x="1685925" y="3286125"/>
                </a:lnTo>
                <a:lnTo>
                  <a:pt x="1685925" y="3267075"/>
                </a:lnTo>
                <a:lnTo>
                  <a:pt x="1714500" y="3267075"/>
                </a:lnTo>
                <a:close/>
                <a:moveTo>
                  <a:pt x="1752600" y="3276600"/>
                </a:moveTo>
                <a:lnTo>
                  <a:pt x="1762125" y="3276600"/>
                </a:lnTo>
                <a:lnTo>
                  <a:pt x="1762125" y="3286125"/>
                </a:lnTo>
                <a:lnTo>
                  <a:pt x="1752600" y="3286125"/>
                </a:lnTo>
                <a:lnTo>
                  <a:pt x="1752600" y="3295650"/>
                </a:lnTo>
                <a:lnTo>
                  <a:pt x="1771650" y="3295650"/>
                </a:lnTo>
                <a:lnTo>
                  <a:pt x="1771650" y="3286125"/>
                </a:lnTo>
                <a:lnTo>
                  <a:pt x="1781175" y="3286125"/>
                </a:lnTo>
                <a:lnTo>
                  <a:pt x="1781175" y="3276600"/>
                </a:lnTo>
                <a:lnTo>
                  <a:pt x="1771650" y="3276600"/>
                </a:lnTo>
                <a:lnTo>
                  <a:pt x="1771650" y="3267075"/>
                </a:lnTo>
                <a:lnTo>
                  <a:pt x="1752600" y="3267075"/>
                </a:lnTo>
                <a:close/>
                <a:moveTo>
                  <a:pt x="1095375" y="3286125"/>
                </a:moveTo>
                <a:lnTo>
                  <a:pt x="1123950" y="3286125"/>
                </a:lnTo>
                <a:lnTo>
                  <a:pt x="1123950" y="3314700"/>
                </a:lnTo>
                <a:lnTo>
                  <a:pt x="1114425" y="3314700"/>
                </a:lnTo>
                <a:lnTo>
                  <a:pt x="1114425" y="3305175"/>
                </a:lnTo>
                <a:lnTo>
                  <a:pt x="1104900" y="3305175"/>
                </a:lnTo>
                <a:lnTo>
                  <a:pt x="1104900" y="3314700"/>
                </a:lnTo>
                <a:lnTo>
                  <a:pt x="1085850" y="3314700"/>
                </a:lnTo>
                <a:lnTo>
                  <a:pt x="1085850" y="3295650"/>
                </a:lnTo>
                <a:lnTo>
                  <a:pt x="1095375" y="3295650"/>
                </a:lnTo>
                <a:close/>
                <a:moveTo>
                  <a:pt x="371475" y="3295650"/>
                </a:moveTo>
                <a:lnTo>
                  <a:pt x="381000" y="3295650"/>
                </a:lnTo>
                <a:lnTo>
                  <a:pt x="381000" y="3286125"/>
                </a:lnTo>
                <a:lnTo>
                  <a:pt x="371475" y="3286125"/>
                </a:lnTo>
                <a:close/>
                <a:moveTo>
                  <a:pt x="1209675" y="3295650"/>
                </a:moveTo>
                <a:lnTo>
                  <a:pt x="1219200" y="3295650"/>
                </a:lnTo>
                <a:lnTo>
                  <a:pt x="1219200" y="3305175"/>
                </a:lnTo>
                <a:lnTo>
                  <a:pt x="1209675" y="3305175"/>
                </a:lnTo>
                <a:close/>
                <a:moveTo>
                  <a:pt x="1257300" y="3295650"/>
                </a:moveTo>
                <a:lnTo>
                  <a:pt x="1295400" y="3295650"/>
                </a:lnTo>
                <a:lnTo>
                  <a:pt x="1295400" y="3305175"/>
                </a:lnTo>
                <a:lnTo>
                  <a:pt x="1276350" y="3305175"/>
                </a:lnTo>
                <a:lnTo>
                  <a:pt x="1276350" y="3324225"/>
                </a:lnTo>
                <a:lnTo>
                  <a:pt x="1266825" y="3324225"/>
                </a:lnTo>
                <a:lnTo>
                  <a:pt x="1266825" y="3314700"/>
                </a:lnTo>
                <a:lnTo>
                  <a:pt x="1247775" y="3314700"/>
                </a:lnTo>
                <a:lnTo>
                  <a:pt x="1247775" y="3305175"/>
                </a:lnTo>
                <a:lnTo>
                  <a:pt x="1257300" y="3305175"/>
                </a:lnTo>
                <a:close/>
                <a:moveTo>
                  <a:pt x="1314450" y="3295650"/>
                </a:moveTo>
                <a:lnTo>
                  <a:pt x="1333500" y="3295650"/>
                </a:lnTo>
                <a:lnTo>
                  <a:pt x="1333500" y="3305175"/>
                </a:lnTo>
                <a:lnTo>
                  <a:pt x="1314450" y="3305175"/>
                </a:lnTo>
                <a:close/>
                <a:moveTo>
                  <a:pt x="1733550" y="3295650"/>
                </a:moveTo>
                <a:lnTo>
                  <a:pt x="1743075" y="3295650"/>
                </a:lnTo>
                <a:lnTo>
                  <a:pt x="1743075" y="3286125"/>
                </a:lnTo>
                <a:lnTo>
                  <a:pt x="1714500" y="3286125"/>
                </a:lnTo>
                <a:lnTo>
                  <a:pt x="1714500" y="3295650"/>
                </a:lnTo>
                <a:lnTo>
                  <a:pt x="1695450" y="3295650"/>
                </a:lnTo>
                <a:lnTo>
                  <a:pt x="1695450" y="3314700"/>
                </a:lnTo>
                <a:lnTo>
                  <a:pt x="1724025" y="3314700"/>
                </a:lnTo>
                <a:lnTo>
                  <a:pt x="1724025" y="3305175"/>
                </a:lnTo>
                <a:lnTo>
                  <a:pt x="1733550" y="3305175"/>
                </a:lnTo>
                <a:close/>
                <a:moveTo>
                  <a:pt x="1847850" y="3295650"/>
                </a:moveTo>
                <a:lnTo>
                  <a:pt x="1857375" y="3295650"/>
                </a:lnTo>
                <a:lnTo>
                  <a:pt x="1857375" y="3286125"/>
                </a:lnTo>
                <a:lnTo>
                  <a:pt x="1847850" y="3286125"/>
                </a:lnTo>
                <a:close/>
                <a:moveTo>
                  <a:pt x="1419225" y="3305175"/>
                </a:moveTo>
                <a:lnTo>
                  <a:pt x="1438275" y="3305175"/>
                </a:lnTo>
                <a:lnTo>
                  <a:pt x="1438275" y="3314700"/>
                </a:lnTo>
                <a:lnTo>
                  <a:pt x="1447800" y="3314700"/>
                </a:lnTo>
                <a:lnTo>
                  <a:pt x="1447800" y="3324225"/>
                </a:lnTo>
                <a:lnTo>
                  <a:pt x="1419225" y="3324225"/>
                </a:lnTo>
                <a:close/>
                <a:moveTo>
                  <a:pt x="1143000" y="3314700"/>
                </a:moveTo>
                <a:lnTo>
                  <a:pt x="1162050" y="3314700"/>
                </a:lnTo>
                <a:lnTo>
                  <a:pt x="1162050" y="3324225"/>
                </a:lnTo>
                <a:lnTo>
                  <a:pt x="1152525" y="3324225"/>
                </a:lnTo>
                <a:lnTo>
                  <a:pt x="1152525" y="3343275"/>
                </a:lnTo>
                <a:lnTo>
                  <a:pt x="1143000" y="3343275"/>
                </a:lnTo>
                <a:close/>
                <a:moveTo>
                  <a:pt x="1190625" y="3333750"/>
                </a:moveTo>
                <a:lnTo>
                  <a:pt x="1200150" y="3333750"/>
                </a:lnTo>
                <a:lnTo>
                  <a:pt x="1200150" y="3352800"/>
                </a:lnTo>
                <a:lnTo>
                  <a:pt x="1190625" y="3352800"/>
                </a:lnTo>
                <a:close/>
                <a:moveTo>
                  <a:pt x="1676400" y="3333750"/>
                </a:moveTo>
                <a:lnTo>
                  <a:pt x="1695450" y="3333750"/>
                </a:lnTo>
                <a:lnTo>
                  <a:pt x="1695450" y="3324225"/>
                </a:lnTo>
                <a:lnTo>
                  <a:pt x="1685925" y="3324225"/>
                </a:lnTo>
                <a:lnTo>
                  <a:pt x="1685925" y="3314700"/>
                </a:lnTo>
                <a:lnTo>
                  <a:pt x="1676400" y="3314700"/>
                </a:lnTo>
                <a:close/>
                <a:moveTo>
                  <a:pt x="657225" y="3343275"/>
                </a:moveTo>
                <a:lnTo>
                  <a:pt x="666750" y="3343275"/>
                </a:lnTo>
                <a:lnTo>
                  <a:pt x="666750" y="3352800"/>
                </a:lnTo>
                <a:lnTo>
                  <a:pt x="676275" y="3352800"/>
                </a:lnTo>
                <a:lnTo>
                  <a:pt x="676275" y="3371850"/>
                </a:lnTo>
                <a:lnTo>
                  <a:pt x="647700" y="3371850"/>
                </a:lnTo>
                <a:lnTo>
                  <a:pt x="647700" y="3352800"/>
                </a:lnTo>
                <a:lnTo>
                  <a:pt x="657225" y="3352800"/>
                </a:lnTo>
                <a:close/>
                <a:moveTo>
                  <a:pt x="1571625" y="3343275"/>
                </a:moveTo>
                <a:lnTo>
                  <a:pt x="1581150" y="3343275"/>
                </a:lnTo>
                <a:lnTo>
                  <a:pt x="1581150" y="3352800"/>
                </a:lnTo>
                <a:lnTo>
                  <a:pt x="1600200" y="3352800"/>
                </a:lnTo>
                <a:lnTo>
                  <a:pt x="1600200" y="3333750"/>
                </a:lnTo>
                <a:lnTo>
                  <a:pt x="1590675" y="3333750"/>
                </a:lnTo>
                <a:lnTo>
                  <a:pt x="1590675" y="3324225"/>
                </a:lnTo>
                <a:lnTo>
                  <a:pt x="1571625" y="3324225"/>
                </a:lnTo>
                <a:close/>
                <a:moveTo>
                  <a:pt x="1762125" y="3343275"/>
                </a:moveTo>
                <a:lnTo>
                  <a:pt x="1781175" y="3343275"/>
                </a:lnTo>
                <a:lnTo>
                  <a:pt x="1781175" y="3362325"/>
                </a:lnTo>
                <a:lnTo>
                  <a:pt x="1800225" y="3362325"/>
                </a:lnTo>
                <a:lnTo>
                  <a:pt x="1800225" y="3352800"/>
                </a:lnTo>
                <a:lnTo>
                  <a:pt x="1790700" y="3352800"/>
                </a:lnTo>
                <a:lnTo>
                  <a:pt x="1790700" y="3324225"/>
                </a:lnTo>
                <a:lnTo>
                  <a:pt x="1781175" y="3324225"/>
                </a:lnTo>
                <a:lnTo>
                  <a:pt x="1781175" y="3295650"/>
                </a:lnTo>
                <a:lnTo>
                  <a:pt x="1771650" y="3295650"/>
                </a:lnTo>
                <a:lnTo>
                  <a:pt x="1771650" y="3314700"/>
                </a:lnTo>
                <a:lnTo>
                  <a:pt x="1743075" y="3314700"/>
                </a:lnTo>
                <a:lnTo>
                  <a:pt x="1743075" y="3324225"/>
                </a:lnTo>
                <a:lnTo>
                  <a:pt x="1733550" y="3324225"/>
                </a:lnTo>
                <a:lnTo>
                  <a:pt x="1733550" y="3343275"/>
                </a:lnTo>
                <a:lnTo>
                  <a:pt x="1724025" y="3343275"/>
                </a:lnTo>
                <a:lnTo>
                  <a:pt x="1724025" y="3352800"/>
                </a:lnTo>
                <a:lnTo>
                  <a:pt x="1695450" y="3352800"/>
                </a:lnTo>
                <a:lnTo>
                  <a:pt x="1695450" y="3362325"/>
                </a:lnTo>
                <a:lnTo>
                  <a:pt x="1704975" y="3362325"/>
                </a:lnTo>
                <a:lnTo>
                  <a:pt x="1704975" y="3371850"/>
                </a:lnTo>
                <a:lnTo>
                  <a:pt x="1733550" y="3371850"/>
                </a:lnTo>
                <a:lnTo>
                  <a:pt x="1733550" y="3362325"/>
                </a:lnTo>
                <a:lnTo>
                  <a:pt x="1743075" y="3362325"/>
                </a:lnTo>
                <a:lnTo>
                  <a:pt x="1743075" y="3352800"/>
                </a:lnTo>
                <a:lnTo>
                  <a:pt x="1762125" y="3352800"/>
                </a:lnTo>
                <a:close/>
                <a:moveTo>
                  <a:pt x="685800" y="3352800"/>
                </a:moveTo>
                <a:lnTo>
                  <a:pt x="695325" y="3352800"/>
                </a:lnTo>
                <a:lnTo>
                  <a:pt x="695325" y="3362325"/>
                </a:lnTo>
                <a:lnTo>
                  <a:pt x="685800" y="3362325"/>
                </a:lnTo>
                <a:close/>
                <a:moveTo>
                  <a:pt x="1219200" y="3352800"/>
                </a:moveTo>
                <a:lnTo>
                  <a:pt x="1238250" y="3352800"/>
                </a:lnTo>
                <a:lnTo>
                  <a:pt x="1238250" y="3362325"/>
                </a:lnTo>
                <a:lnTo>
                  <a:pt x="1228725" y="3362325"/>
                </a:lnTo>
                <a:lnTo>
                  <a:pt x="1228725" y="3371850"/>
                </a:lnTo>
                <a:lnTo>
                  <a:pt x="1238250" y="3371850"/>
                </a:lnTo>
                <a:lnTo>
                  <a:pt x="1238250" y="3381375"/>
                </a:lnTo>
                <a:lnTo>
                  <a:pt x="1228725" y="3381375"/>
                </a:lnTo>
                <a:lnTo>
                  <a:pt x="1228725" y="3390900"/>
                </a:lnTo>
                <a:lnTo>
                  <a:pt x="1219200" y="3390900"/>
                </a:lnTo>
                <a:lnTo>
                  <a:pt x="1219200" y="3400425"/>
                </a:lnTo>
                <a:lnTo>
                  <a:pt x="1200150" y="3400425"/>
                </a:lnTo>
                <a:lnTo>
                  <a:pt x="1200150" y="3409950"/>
                </a:lnTo>
                <a:lnTo>
                  <a:pt x="1190625" y="3409950"/>
                </a:lnTo>
                <a:lnTo>
                  <a:pt x="1190625" y="3400425"/>
                </a:lnTo>
                <a:lnTo>
                  <a:pt x="1181100" y="3400425"/>
                </a:lnTo>
                <a:lnTo>
                  <a:pt x="1181100" y="3390900"/>
                </a:lnTo>
                <a:lnTo>
                  <a:pt x="1190625" y="3390900"/>
                </a:lnTo>
                <a:lnTo>
                  <a:pt x="1190625" y="3381375"/>
                </a:lnTo>
                <a:lnTo>
                  <a:pt x="1200150" y="3381375"/>
                </a:lnTo>
                <a:lnTo>
                  <a:pt x="1200150" y="3371850"/>
                </a:lnTo>
                <a:lnTo>
                  <a:pt x="1209675" y="3371850"/>
                </a:lnTo>
                <a:lnTo>
                  <a:pt x="1209675" y="3362325"/>
                </a:lnTo>
                <a:lnTo>
                  <a:pt x="1219200" y="3362325"/>
                </a:lnTo>
                <a:close/>
                <a:moveTo>
                  <a:pt x="1676400" y="3352800"/>
                </a:moveTo>
                <a:lnTo>
                  <a:pt x="1685925" y="3352800"/>
                </a:lnTo>
                <a:lnTo>
                  <a:pt x="1685925" y="3343275"/>
                </a:lnTo>
                <a:lnTo>
                  <a:pt x="1676400" y="3343275"/>
                </a:lnTo>
                <a:close/>
                <a:moveTo>
                  <a:pt x="361950" y="3362325"/>
                </a:moveTo>
                <a:lnTo>
                  <a:pt x="381000" y="3362325"/>
                </a:lnTo>
                <a:lnTo>
                  <a:pt x="381000" y="3352800"/>
                </a:lnTo>
                <a:lnTo>
                  <a:pt x="361950" y="3352800"/>
                </a:lnTo>
                <a:close/>
                <a:moveTo>
                  <a:pt x="1323975" y="3362325"/>
                </a:moveTo>
                <a:lnTo>
                  <a:pt x="1333500" y="3362325"/>
                </a:lnTo>
                <a:lnTo>
                  <a:pt x="1333500" y="3371850"/>
                </a:lnTo>
                <a:lnTo>
                  <a:pt x="1323975" y="3371850"/>
                </a:lnTo>
                <a:close/>
                <a:moveTo>
                  <a:pt x="1647825" y="3362325"/>
                </a:moveTo>
                <a:lnTo>
                  <a:pt x="1657350" y="3362325"/>
                </a:lnTo>
                <a:lnTo>
                  <a:pt x="1657350" y="3343275"/>
                </a:lnTo>
                <a:lnTo>
                  <a:pt x="1647825" y="3343275"/>
                </a:lnTo>
                <a:close/>
                <a:moveTo>
                  <a:pt x="1600200" y="3371850"/>
                </a:moveTo>
                <a:lnTo>
                  <a:pt x="1619250" y="3371850"/>
                </a:lnTo>
                <a:lnTo>
                  <a:pt x="1619250" y="3352800"/>
                </a:lnTo>
                <a:lnTo>
                  <a:pt x="1600200" y="3352800"/>
                </a:lnTo>
                <a:close/>
                <a:moveTo>
                  <a:pt x="1666875" y="3390900"/>
                </a:moveTo>
                <a:lnTo>
                  <a:pt x="1676400" y="3390900"/>
                </a:lnTo>
                <a:lnTo>
                  <a:pt x="1676400" y="3381375"/>
                </a:lnTo>
                <a:lnTo>
                  <a:pt x="1666875" y="3381375"/>
                </a:lnTo>
                <a:close/>
                <a:moveTo>
                  <a:pt x="361950" y="3400425"/>
                </a:moveTo>
                <a:lnTo>
                  <a:pt x="381000" y="3400425"/>
                </a:lnTo>
                <a:lnTo>
                  <a:pt x="381000" y="3390900"/>
                </a:lnTo>
                <a:lnTo>
                  <a:pt x="361950" y="3390900"/>
                </a:lnTo>
                <a:close/>
                <a:moveTo>
                  <a:pt x="657225" y="3400425"/>
                </a:moveTo>
                <a:lnTo>
                  <a:pt x="666750" y="3400425"/>
                </a:lnTo>
                <a:lnTo>
                  <a:pt x="666750" y="3438525"/>
                </a:lnTo>
                <a:lnTo>
                  <a:pt x="676275" y="3438525"/>
                </a:lnTo>
                <a:lnTo>
                  <a:pt x="676275" y="3448050"/>
                </a:lnTo>
                <a:lnTo>
                  <a:pt x="685800" y="3448050"/>
                </a:lnTo>
                <a:lnTo>
                  <a:pt x="685800" y="3457575"/>
                </a:lnTo>
                <a:lnTo>
                  <a:pt x="695325" y="3457575"/>
                </a:lnTo>
                <a:lnTo>
                  <a:pt x="695325" y="3467100"/>
                </a:lnTo>
                <a:lnTo>
                  <a:pt x="704850" y="3467100"/>
                </a:lnTo>
                <a:lnTo>
                  <a:pt x="704850" y="3476625"/>
                </a:lnTo>
                <a:lnTo>
                  <a:pt x="723900" y="3476625"/>
                </a:lnTo>
                <a:lnTo>
                  <a:pt x="723900" y="3486150"/>
                </a:lnTo>
                <a:lnTo>
                  <a:pt x="733425" y="3486150"/>
                </a:lnTo>
                <a:lnTo>
                  <a:pt x="733425" y="3505200"/>
                </a:lnTo>
                <a:lnTo>
                  <a:pt x="752475" y="3505200"/>
                </a:lnTo>
                <a:lnTo>
                  <a:pt x="752475" y="3514725"/>
                </a:lnTo>
                <a:lnTo>
                  <a:pt x="714375" y="3514725"/>
                </a:lnTo>
                <a:lnTo>
                  <a:pt x="714375" y="3505200"/>
                </a:lnTo>
                <a:lnTo>
                  <a:pt x="695325" y="3505200"/>
                </a:lnTo>
                <a:lnTo>
                  <a:pt x="695325" y="3514725"/>
                </a:lnTo>
                <a:lnTo>
                  <a:pt x="685800" y="3514725"/>
                </a:lnTo>
                <a:lnTo>
                  <a:pt x="685800" y="3524250"/>
                </a:lnTo>
                <a:lnTo>
                  <a:pt x="666750" y="3524250"/>
                </a:lnTo>
                <a:lnTo>
                  <a:pt x="666750" y="3514725"/>
                </a:lnTo>
                <a:lnTo>
                  <a:pt x="657225" y="3514725"/>
                </a:lnTo>
                <a:lnTo>
                  <a:pt x="657225" y="3524250"/>
                </a:lnTo>
                <a:lnTo>
                  <a:pt x="647700" y="3524250"/>
                </a:lnTo>
                <a:lnTo>
                  <a:pt x="647700" y="3505200"/>
                </a:lnTo>
                <a:lnTo>
                  <a:pt x="638175" y="3505200"/>
                </a:lnTo>
                <a:lnTo>
                  <a:pt x="638175" y="3495675"/>
                </a:lnTo>
                <a:lnTo>
                  <a:pt x="628650" y="3495675"/>
                </a:lnTo>
                <a:lnTo>
                  <a:pt x="628650" y="3467100"/>
                </a:lnTo>
                <a:lnTo>
                  <a:pt x="638175" y="3467100"/>
                </a:lnTo>
                <a:lnTo>
                  <a:pt x="638175" y="3457575"/>
                </a:lnTo>
                <a:lnTo>
                  <a:pt x="647700" y="3457575"/>
                </a:lnTo>
                <a:lnTo>
                  <a:pt x="647700" y="3438525"/>
                </a:lnTo>
                <a:lnTo>
                  <a:pt x="657225" y="3438525"/>
                </a:lnTo>
                <a:close/>
                <a:moveTo>
                  <a:pt x="962025" y="3400425"/>
                </a:moveTo>
                <a:lnTo>
                  <a:pt x="971550" y="3400425"/>
                </a:lnTo>
                <a:lnTo>
                  <a:pt x="971550" y="3409950"/>
                </a:lnTo>
                <a:lnTo>
                  <a:pt x="962025" y="3409950"/>
                </a:lnTo>
                <a:close/>
                <a:moveTo>
                  <a:pt x="1171575" y="3400425"/>
                </a:moveTo>
                <a:lnTo>
                  <a:pt x="1181100" y="3400425"/>
                </a:lnTo>
                <a:lnTo>
                  <a:pt x="1181100" y="3429000"/>
                </a:lnTo>
                <a:lnTo>
                  <a:pt x="1162050" y="3429000"/>
                </a:lnTo>
                <a:lnTo>
                  <a:pt x="1162050" y="3419475"/>
                </a:lnTo>
                <a:lnTo>
                  <a:pt x="1171575" y="3419475"/>
                </a:lnTo>
                <a:close/>
                <a:moveTo>
                  <a:pt x="1304925" y="3400425"/>
                </a:moveTo>
                <a:lnTo>
                  <a:pt x="1323975" y="3400425"/>
                </a:lnTo>
                <a:lnTo>
                  <a:pt x="1323975" y="3409950"/>
                </a:lnTo>
                <a:lnTo>
                  <a:pt x="1304925" y="3409950"/>
                </a:lnTo>
                <a:close/>
                <a:moveTo>
                  <a:pt x="1466850" y="3400425"/>
                </a:moveTo>
                <a:lnTo>
                  <a:pt x="1476375" y="3400425"/>
                </a:lnTo>
                <a:lnTo>
                  <a:pt x="1476375" y="3409950"/>
                </a:lnTo>
                <a:lnTo>
                  <a:pt x="1495425" y="3409950"/>
                </a:lnTo>
                <a:lnTo>
                  <a:pt x="1495425" y="3419475"/>
                </a:lnTo>
                <a:lnTo>
                  <a:pt x="1504950" y="3419475"/>
                </a:lnTo>
                <a:lnTo>
                  <a:pt x="1504950" y="3400425"/>
                </a:lnTo>
                <a:lnTo>
                  <a:pt x="1495425" y="3400425"/>
                </a:lnTo>
                <a:lnTo>
                  <a:pt x="1495425" y="3390900"/>
                </a:lnTo>
                <a:lnTo>
                  <a:pt x="1466850" y="3390900"/>
                </a:lnTo>
                <a:close/>
                <a:moveTo>
                  <a:pt x="1790700" y="3400425"/>
                </a:moveTo>
                <a:lnTo>
                  <a:pt x="1809750" y="3400425"/>
                </a:lnTo>
                <a:lnTo>
                  <a:pt x="1809750" y="3409950"/>
                </a:lnTo>
                <a:lnTo>
                  <a:pt x="1790700" y="3409950"/>
                </a:lnTo>
                <a:close/>
                <a:moveTo>
                  <a:pt x="1257300" y="3409950"/>
                </a:moveTo>
                <a:lnTo>
                  <a:pt x="1266825" y="3409950"/>
                </a:lnTo>
                <a:lnTo>
                  <a:pt x="1266825" y="3438525"/>
                </a:lnTo>
                <a:lnTo>
                  <a:pt x="1257300" y="3438525"/>
                </a:lnTo>
                <a:lnTo>
                  <a:pt x="1257300" y="3448050"/>
                </a:lnTo>
                <a:lnTo>
                  <a:pt x="1247775" y="3448050"/>
                </a:lnTo>
                <a:lnTo>
                  <a:pt x="1247775" y="3438525"/>
                </a:lnTo>
                <a:lnTo>
                  <a:pt x="1238250" y="3438525"/>
                </a:lnTo>
                <a:lnTo>
                  <a:pt x="1238250" y="3419475"/>
                </a:lnTo>
                <a:lnTo>
                  <a:pt x="1257300" y="3419475"/>
                </a:lnTo>
                <a:close/>
                <a:moveTo>
                  <a:pt x="1352550" y="3409950"/>
                </a:moveTo>
                <a:lnTo>
                  <a:pt x="1362075" y="3409950"/>
                </a:lnTo>
                <a:lnTo>
                  <a:pt x="1362075" y="3419475"/>
                </a:lnTo>
                <a:lnTo>
                  <a:pt x="1381125" y="3419475"/>
                </a:lnTo>
                <a:lnTo>
                  <a:pt x="1381125" y="3429000"/>
                </a:lnTo>
                <a:lnTo>
                  <a:pt x="1390650" y="3429000"/>
                </a:lnTo>
                <a:lnTo>
                  <a:pt x="1390650" y="3419475"/>
                </a:lnTo>
                <a:lnTo>
                  <a:pt x="1400175" y="3419475"/>
                </a:lnTo>
                <a:lnTo>
                  <a:pt x="1400175" y="3429000"/>
                </a:lnTo>
                <a:lnTo>
                  <a:pt x="1409700" y="3429000"/>
                </a:lnTo>
                <a:lnTo>
                  <a:pt x="1409700" y="3419475"/>
                </a:lnTo>
                <a:lnTo>
                  <a:pt x="1419225" y="3419475"/>
                </a:lnTo>
                <a:lnTo>
                  <a:pt x="1419225" y="3429000"/>
                </a:lnTo>
                <a:lnTo>
                  <a:pt x="1428750" y="3429000"/>
                </a:lnTo>
                <a:lnTo>
                  <a:pt x="1428750" y="3419475"/>
                </a:lnTo>
                <a:lnTo>
                  <a:pt x="1438275" y="3419475"/>
                </a:lnTo>
                <a:lnTo>
                  <a:pt x="1438275" y="3429000"/>
                </a:lnTo>
                <a:lnTo>
                  <a:pt x="1457325" y="3429000"/>
                </a:lnTo>
                <a:lnTo>
                  <a:pt x="1457325" y="3448050"/>
                </a:lnTo>
                <a:lnTo>
                  <a:pt x="1466850" y="3448050"/>
                </a:lnTo>
                <a:lnTo>
                  <a:pt x="1466850" y="3457575"/>
                </a:lnTo>
                <a:lnTo>
                  <a:pt x="1485900" y="3457575"/>
                </a:lnTo>
                <a:lnTo>
                  <a:pt x="1485900" y="3467100"/>
                </a:lnTo>
                <a:lnTo>
                  <a:pt x="1495425" y="3467100"/>
                </a:lnTo>
                <a:lnTo>
                  <a:pt x="1495425" y="3495675"/>
                </a:lnTo>
                <a:lnTo>
                  <a:pt x="1504950" y="3495675"/>
                </a:lnTo>
                <a:lnTo>
                  <a:pt x="1504950" y="3505200"/>
                </a:lnTo>
                <a:lnTo>
                  <a:pt x="1514475" y="3505200"/>
                </a:lnTo>
                <a:lnTo>
                  <a:pt x="1514475" y="3495675"/>
                </a:lnTo>
                <a:lnTo>
                  <a:pt x="1524000" y="3495675"/>
                </a:lnTo>
                <a:lnTo>
                  <a:pt x="1524000" y="3505200"/>
                </a:lnTo>
                <a:lnTo>
                  <a:pt x="1533525" y="3505200"/>
                </a:lnTo>
                <a:lnTo>
                  <a:pt x="1533525" y="3514725"/>
                </a:lnTo>
                <a:lnTo>
                  <a:pt x="1543050" y="3514725"/>
                </a:lnTo>
                <a:lnTo>
                  <a:pt x="1543050" y="3524250"/>
                </a:lnTo>
                <a:lnTo>
                  <a:pt x="1524000" y="3524250"/>
                </a:lnTo>
                <a:lnTo>
                  <a:pt x="1524000" y="3533775"/>
                </a:lnTo>
                <a:lnTo>
                  <a:pt x="1495425" y="3533775"/>
                </a:lnTo>
                <a:lnTo>
                  <a:pt x="1495425" y="3543300"/>
                </a:lnTo>
                <a:lnTo>
                  <a:pt x="1485900" y="3543300"/>
                </a:lnTo>
                <a:lnTo>
                  <a:pt x="1485900" y="3524250"/>
                </a:lnTo>
                <a:lnTo>
                  <a:pt x="1466850" y="3524250"/>
                </a:lnTo>
                <a:lnTo>
                  <a:pt x="1466850" y="3533775"/>
                </a:lnTo>
                <a:lnTo>
                  <a:pt x="1457325" y="3533775"/>
                </a:lnTo>
                <a:lnTo>
                  <a:pt x="1457325" y="3543300"/>
                </a:lnTo>
                <a:lnTo>
                  <a:pt x="1438275" y="3543300"/>
                </a:lnTo>
                <a:lnTo>
                  <a:pt x="1438275" y="3524250"/>
                </a:lnTo>
                <a:lnTo>
                  <a:pt x="1447800" y="3524250"/>
                </a:lnTo>
                <a:lnTo>
                  <a:pt x="1447800" y="3505200"/>
                </a:lnTo>
                <a:lnTo>
                  <a:pt x="1438275" y="3505200"/>
                </a:lnTo>
                <a:lnTo>
                  <a:pt x="1438275" y="3495675"/>
                </a:lnTo>
                <a:lnTo>
                  <a:pt x="1428750" y="3495675"/>
                </a:lnTo>
                <a:lnTo>
                  <a:pt x="1428750" y="3476625"/>
                </a:lnTo>
                <a:lnTo>
                  <a:pt x="1419225" y="3476625"/>
                </a:lnTo>
                <a:lnTo>
                  <a:pt x="1419225" y="3457575"/>
                </a:lnTo>
                <a:lnTo>
                  <a:pt x="1438275" y="3457575"/>
                </a:lnTo>
                <a:lnTo>
                  <a:pt x="1438275" y="3448050"/>
                </a:lnTo>
                <a:lnTo>
                  <a:pt x="1409700" y="3448050"/>
                </a:lnTo>
                <a:lnTo>
                  <a:pt x="1409700" y="3438525"/>
                </a:lnTo>
                <a:lnTo>
                  <a:pt x="1400175" y="3438525"/>
                </a:lnTo>
                <a:lnTo>
                  <a:pt x="1400175" y="3486150"/>
                </a:lnTo>
                <a:lnTo>
                  <a:pt x="1390650" y="3486150"/>
                </a:lnTo>
                <a:lnTo>
                  <a:pt x="1390650" y="3505200"/>
                </a:lnTo>
                <a:lnTo>
                  <a:pt x="1381125" y="3505200"/>
                </a:lnTo>
                <a:lnTo>
                  <a:pt x="1381125" y="3514725"/>
                </a:lnTo>
                <a:lnTo>
                  <a:pt x="1371600" y="3514725"/>
                </a:lnTo>
                <a:lnTo>
                  <a:pt x="1371600" y="3467100"/>
                </a:lnTo>
                <a:lnTo>
                  <a:pt x="1352550" y="3467100"/>
                </a:lnTo>
                <a:lnTo>
                  <a:pt x="1352550" y="3476625"/>
                </a:lnTo>
                <a:lnTo>
                  <a:pt x="1362075" y="3476625"/>
                </a:lnTo>
                <a:lnTo>
                  <a:pt x="1362075" y="3505200"/>
                </a:lnTo>
                <a:lnTo>
                  <a:pt x="1352550" y="3505200"/>
                </a:lnTo>
                <a:lnTo>
                  <a:pt x="1352550" y="3495675"/>
                </a:lnTo>
                <a:lnTo>
                  <a:pt x="1333500" y="3495675"/>
                </a:lnTo>
                <a:lnTo>
                  <a:pt x="1333500" y="3457575"/>
                </a:lnTo>
                <a:lnTo>
                  <a:pt x="1323975" y="3457575"/>
                </a:lnTo>
                <a:lnTo>
                  <a:pt x="1323975" y="3448050"/>
                </a:lnTo>
                <a:lnTo>
                  <a:pt x="1304925" y="3448050"/>
                </a:lnTo>
                <a:lnTo>
                  <a:pt x="1304925" y="3438525"/>
                </a:lnTo>
                <a:lnTo>
                  <a:pt x="1323975" y="3438525"/>
                </a:lnTo>
                <a:lnTo>
                  <a:pt x="1323975" y="3448050"/>
                </a:lnTo>
                <a:lnTo>
                  <a:pt x="1343025" y="3448050"/>
                </a:lnTo>
                <a:lnTo>
                  <a:pt x="1343025" y="3419475"/>
                </a:lnTo>
                <a:lnTo>
                  <a:pt x="1352550" y="3419475"/>
                </a:lnTo>
                <a:close/>
                <a:moveTo>
                  <a:pt x="1019175" y="3419475"/>
                </a:moveTo>
                <a:lnTo>
                  <a:pt x="1028700" y="3419475"/>
                </a:lnTo>
                <a:lnTo>
                  <a:pt x="1028700" y="3429000"/>
                </a:lnTo>
                <a:lnTo>
                  <a:pt x="1019175" y="3429000"/>
                </a:lnTo>
                <a:close/>
                <a:moveTo>
                  <a:pt x="1695450" y="3419475"/>
                </a:moveTo>
                <a:lnTo>
                  <a:pt x="1704975" y="3419475"/>
                </a:lnTo>
                <a:lnTo>
                  <a:pt x="1704975" y="3409950"/>
                </a:lnTo>
                <a:lnTo>
                  <a:pt x="1695450" y="3409950"/>
                </a:lnTo>
                <a:close/>
                <a:moveTo>
                  <a:pt x="733425" y="3448050"/>
                </a:moveTo>
                <a:lnTo>
                  <a:pt x="742950" y="3448050"/>
                </a:lnTo>
                <a:lnTo>
                  <a:pt x="742950" y="3457575"/>
                </a:lnTo>
                <a:lnTo>
                  <a:pt x="733425" y="3457575"/>
                </a:lnTo>
                <a:close/>
                <a:moveTo>
                  <a:pt x="781050" y="3448050"/>
                </a:moveTo>
                <a:lnTo>
                  <a:pt x="790575" y="3448050"/>
                </a:lnTo>
                <a:lnTo>
                  <a:pt x="790575" y="3467100"/>
                </a:lnTo>
                <a:lnTo>
                  <a:pt x="800100" y="3467100"/>
                </a:lnTo>
                <a:lnTo>
                  <a:pt x="800100" y="3486150"/>
                </a:lnTo>
                <a:lnTo>
                  <a:pt x="790575" y="3486150"/>
                </a:lnTo>
                <a:lnTo>
                  <a:pt x="790575" y="3476625"/>
                </a:lnTo>
                <a:lnTo>
                  <a:pt x="762000" y="3476625"/>
                </a:lnTo>
                <a:lnTo>
                  <a:pt x="762000" y="3495675"/>
                </a:lnTo>
                <a:lnTo>
                  <a:pt x="752475" y="3495675"/>
                </a:lnTo>
                <a:lnTo>
                  <a:pt x="752475" y="3457575"/>
                </a:lnTo>
                <a:lnTo>
                  <a:pt x="781050" y="3457575"/>
                </a:lnTo>
                <a:close/>
                <a:moveTo>
                  <a:pt x="828675" y="3448050"/>
                </a:moveTo>
                <a:lnTo>
                  <a:pt x="857250" y="3448050"/>
                </a:lnTo>
                <a:lnTo>
                  <a:pt x="857250" y="3467100"/>
                </a:lnTo>
                <a:lnTo>
                  <a:pt x="866775" y="3467100"/>
                </a:lnTo>
                <a:lnTo>
                  <a:pt x="866775" y="3476625"/>
                </a:lnTo>
                <a:lnTo>
                  <a:pt x="895350" y="3476625"/>
                </a:lnTo>
                <a:lnTo>
                  <a:pt x="895350" y="3467100"/>
                </a:lnTo>
                <a:lnTo>
                  <a:pt x="904875" y="3467100"/>
                </a:lnTo>
                <a:lnTo>
                  <a:pt x="904875" y="3476625"/>
                </a:lnTo>
                <a:lnTo>
                  <a:pt x="933450" y="3476625"/>
                </a:lnTo>
                <a:lnTo>
                  <a:pt x="933450" y="3486150"/>
                </a:lnTo>
                <a:lnTo>
                  <a:pt x="923925" y="3486150"/>
                </a:lnTo>
                <a:lnTo>
                  <a:pt x="923925" y="3495675"/>
                </a:lnTo>
                <a:lnTo>
                  <a:pt x="866775" y="3495675"/>
                </a:lnTo>
                <a:lnTo>
                  <a:pt x="866775" y="3486150"/>
                </a:lnTo>
                <a:lnTo>
                  <a:pt x="857250" y="3486150"/>
                </a:lnTo>
                <a:lnTo>
                  <a:pt x="857250" y="3495675"/>
                </a:lnTo>
                <a:lnTo>
                  <a:pt x="838200" y="3495675"/>
                </a:lnTo>
                <a:lnTo>
                  <a:pt x="838200" y="3514725"/>
                </a:lnTo>
                <a:lnTo>
                  <a:pt x="800100" y="3514725"/>
                </a:lnTo>
                <a:lnTo>
                  <a:pt x="800100" y="3505200"/>
                </a:lnTo>
                <a:lnTo>
                  <a:pt x="819150" y="3505200"/>
                </a:lnTo>
                <a:lnTo>
                  <a:pt x="819150" y="3495675"/>
                </a:lnTo>
                <a:lnTo>
                  <a:pt x="809625" y="3495675"/>
                </a:lnTo>
                <a:lnTo>
                  <a:pt x="809625" y="3486150"/>
                </a:lnTo>
                <a:lnTo>
                  <a:pt x="828675" y="3486150"/>
                </a:lnTo>
                <a:lnTo>
                  <a:pt x="828675" y="3467100"/>
                </a:lnTo>
                <a:lnTo>
                  <a:pt x="847725" y="3467100"/>
                </a:lnTo>
                <a:lnTo>
                  <a:pt x="847725" y="3457575"/>
                </a:lnTo>
                <a:lnTo>
                  <a:pt x="828675" y="3457575"/>
                </a:lnTo>
                <a:close/>
                <a:moveTo>
                  <a:pt x="942975" y="3457575"/>
                </a:moveTo>
                <a:lnTo>
                  <a:pt x="952500" y="3457575"/>
                </a:lnTo>
                <a:lnTo>
                  <a:pt x="952500" y="3467100"/>
                </a:lnTo>
                <a:lnTo>
                  <a:pt x="942975" y="3467100"/>
                </a:lnTo>
                <a:close/>
                <a:moveTo>
                  <a:pt x="342900" y="3467100"/>
                </a:moveTo>
                <a:lnTo>
                  <a:pt x="361950" y="3467100"/>
                </a:lnTo>
                <a:lnTo>
                  <a:pt x="361950" y="3476625"/>
                </a:lnTo>
                <a:lnTo>
                  <a:pt x="371475" y="3476625"/>
                </a:lnTo>
                <a:lnTo>
                  <a:pt x="371475" y="3486150"/>
                </a:lnTo>
                <a:lnTo>
                  <a:pt x="381000" y="3486150"/>
                </a:lnTo>
                <a:lnTo>
                  <a:pt x="381000" y="3495675"/>
                </a:lnTo>
                <a:lnTo>
                  <a:pt x="400050" y="3495675"/>
                </a:lnTo>
                <a:lnTo>
                  <a:pt x="400050" y="3505200"/>
                </a:lnTo>
                <a:lnTo>
                  <a:pt x="409575" y="3505200"/>
                </a:lnTo>
                <a:lnTo>
                  <a:pt x="409575" y="3524250"/>
                </a:lnTo>
                <a:lnTo>
                  <a:pt x="390525" y="3524250"/>
                </a:lnTo>
                <a:lnTo>
                  <a:pt x="390525" y="3514725"/>
                </a:lnTo>
                <a:lnTo>
                  <a:pt x="381000" y="3514725"/>
                </a:lnTo>
                <a:lnTo>
                  <a:pt x="381000" y="3524250"/>
                </a:lnTo>
                <a:lnTo>
                  <a:pt x="371475" y="3524250"/>
                </a:lnTo>
                <a:lnTo>
                  <a:pt x="371475" y="3533775"/>
                </a:lnTo>
                <a:lnTo>
                  <a:pt x="381000" y="3533775"/>
                </a:lnTo>
                <a:lnTo>
                  <a:pt x="381000" y="3562350"/>
                </a:lnTo>
                <a:lnTo>
                  <a:pt x="390525" y="3562350"/>
                </a:lnTo>
                <a:lnTo>
                  <a:pt x="390525" y="3581400"/>
                </a:lnTo>
                <a:lnTo>
                  <a:pt x="381000" y="3581400"/>
                </a:lnTo>
                <a:lnTo>
                  <a:pt x="381000" y="3600450"/>
                </a:lnTo>
                <a:lnTo>
                  <a:pt x="371475" y="3600450"/>
                </a:lnTo>
                <a:lnTo>
                  <a:pt x="371475" y="3657600"/>
                </a:lnTo>
                <a:lnTo>
                  <a:pt x="361950" y="3657600"/>
                </a:lnTo>
                <a:lnTo>
                  <a:pt x="361950" y="3667125"/>
                </a:lnTo>
                <a:lnTo>
                  <a:pt x="342900" y="3667125"/>
                </a:lnTo>
                <a:lnTo>
                  <a:pt x="342900" y="3657600"/>
                </a:lnTo>
                <a:lnTo>
                  <a:pt x="333375" y="3657600"/>
                </a:lnTo>
                <a:lnTo>
                  <a:pt x="333375" y="3648075"/>
                </a:lnTo>
                <a:lnTo>
                  <a:pt x="323850" y="3648075"/>
                </a:lnTo>
                <a:lnTo>
                  <a:pt x="323850" y="3638550"/>
                </a:lnTo>
                <a:lnTo>
                  <a:pt x="333375" y="3638550"/>
                </a:lnTo>
                <a:lnTo>
                  <a:pt x="333375" y="3648075"/>
                </a:lnTo>
                <a:lnTo>
                  <a:pt x="342900" y="3648075"/>
                </a:lnTo>
                <a:lnTo>
                  <a:pt x="342900" y="3629025"/>
                </a:lnTo>
                <a:lnTo>
                  <a:pt x="352425" y="3629025"/>
                </a:lnTo>
                <a:lnTo>
                  <a:pt x="352425" y="3600450"/>
                </a:lnTo>
                <a:lnTo>
                  <a:pt x="342900" y="3600450"/>
                </a:lnTo>
                <a:lnTo>
                  <a:pt x="342900" y="3562350"/>
                </a:lnTo>
                <a:lnTo>
                  <a:pt x="333375" y="3562350"/>
                </a:lnTo>
                <a:lnTo>
                  <a:pt x="333375" y="3552825"/>
                </a:lnTo>
                <a:lnTo>
                  <a:pt x="323850" y="3552825"/>
                </a:lnTo>
                <a:lnTo>
                  <a:pt x="323850" y="3533775"/>
                </a:lnTo>
                <a:lnTo>
                  <a:pt x="333375" y="3533775"/>
                </a:lnTo>
                <a:lnTo>
                  <a:pt x="333375" y="3543300"/>
                </a:lnTo>
                <a:lnTo>
                  <a:pt x="342900" y="3543300"/>
                </a:lnTo>
                <a:lnTo>
                  <a:pt x="342900" y="3533775"/>
                </a:lnTo>
                <a:lnTo>
                  <a:pt x="352425" y="3533775"/>
                </a:lnTo>
                <a:lnTo>
                  <a:pt x="352425" y="3524250"/>
                </a:lnTo>
                <a:lnTo>
                  <a:pt x="342900" y="3524250"/>
                </a:lnTo>
                <a:lnTo>
                  <a:pt x="342900" y="3514725"/>
                </a:lnTo>
                <a:lnTo>
                  <a:pt x="333375" y="3514725"/>
                </a:lnTo>
                <a:lnTo>
                  <a:pt x="333375" y="3476625"/>
                </a:lnTo>
                <a:lnTo>
                  <a:pt x="342900" y="3476625"/>
                </a:lnTo>
                <a:close/>
                <a:moveTo>
                  <a:pt x="1285875" y="3467100"/>
                </a:moveTo>
                <a:lnTo>
                  <a:pt x="1295400" y="3467100"/>
                </a:lnTo>
                <a:lnTo>
                  <a:pt x="1295400" y="3486150"/>
                </a:lnTo>
                <a:lnTo>
                  <a:pt x="1285875" y="3486150"/>
                </a:lnTo>
                <a:close/>
                <a:moveTo>
                  <a:pt x="1304925" y="3467100"/>
                </a:moveTo>
                <a:lnTo>
                  <a:pt x="1314450" y="3467100"/>
                </a:lnTo>
                <a:lnTo>
                  <a:pt x="1314450" y="3486150"/>
                </a:lnTo>
                <a:lnTo>
                  <a:pt x="1304925" y="3486150"/>
                </a:lnTo>
                <a:close/>
                <a:moveTo>
                  <a:pt x="1609725" y="3467100"/>
                </a:moveTo>
                <a:lnTo>
                  <a:pt x="1628775" y="3467100"/>
                </a:lnTo>
                <a:lnTo>
                  <a:pt x="1628775" y="3476625"/>
                </a:lnTo>
                <a:lnTo>
                  <a:pt x="1638300" y="3476625"/>
                </a:lnTo>
                <a:lnTo>
                  <a:pt x="1638300" y="3486150"/>
                </a:lnTo>
                <a:lnTo>
                  <a:pt x="1628775" y="3486150"/>
                </a:lnTo>
                <a:lnTo>
                  <a:pt x="1628775" y="3514725"/>
                </a:lnTo>
                <a:lnTo>
                  <a:pt x="1619250" y="3514725"/>
                </a:lnTo>
                <a:lnTo>
                  <a:pt x="1619250" y="3505200"/>
                </a:lnTo>
                <a:lnTo>
                  <a:pt x="1609725" y="3505200"/>
                </a:lnTo>
                <a:lnTo>
                  <a:pt x="1609725" y="3514725"/>
                </a:lnTo>
                <a:lnTo>
                  <a:pt x="1600200" y="3514725"/>
                </a:lnTo>
                <a:lnTo>
                  <a:pt x="1600200" y="3476625"/>
                </a:lnTo>
                <a:lnTo>
                  <a:pt x="1609725" y="3476625"/>
                </a:lnTo>
                <a:close/>
                <a:moveTo>
                  <a:pt x="1228725" y="3476625"/>
                </a:moveTo>
                <a:lnTo>
                  <a:pt x="1238250" y="3476625"/>
                </a:lnTo>
                <a:lnTo>
                  <a:pt x="1238250" y="3495675"/>
                </a:lnTo>
                <a:lnTo>
                  <a:pt x="1228725" y="3495675"/>
                </a:lnTo>
                <a:close/>
                <a:moveTo>
                  <a:pt x="1457325" y="3486150"/>
                </a:moveTo>
                <a:lnTo>
                  <a:pt x="1466850" y="3486150"/>
                </a:lnTo>
                <a:lnTo>
                  <a:pt x="1466850" y="3476625"/>
                </a:lnTo>
                <a:lnTo>
                  <a:pt x="1457325" y="3476625"/>
                </a:lnTo>
                <a:close/>
                <a:moveTo>
                  <a:pt x="1752600" y="3486150"/>
                </a:moveTo>
                <a:lnTo>
                  <a:pt x="1762125" y="3486150"/>
                </a:lnTo>
                <a:lnTo>
                  <a:pt x="1762125" y="3495675"/>
                </a:lnTo>
                <a:lnTo>
                  <a:pt x="1752600" y="3495675"/>
                </a:lnTo>
                <a:close/>
                <a:moveTo>
                  <a:pt x="923925" y="3495675"/>
                </a:moveTo>
                <a:lnTo>
                  <a:pt x="933450" y="3495675"/>
                </a:lnTo>
                <a:lnTo>
                  <a:pt x="933450" y="3505200"/>
                </a:lnTo>
                <a:lnTo>
                  <a:pt x="923925" y="3505200"/>
                </a:lnTo>
                <a:close/>
                <a:moveTo>
                  <a:pt x="1295400" y="3495675"/>
                </a:moveTo>
                <a:lnTo>
                  <a:pt x="1304925" y="3495675"/>
                </a:lnTo>
                <a:lnTo>
                  <a:pt x="1304925" y="3514725"/>
                </a:lnTo>
                <a:lnTo>
                  <a:pt x="1314450" y="3514725"/>
                </a:lnTo>
                <a:lnTo>
                  <a:pt x="1314450" y="3533775"/>
                </a:lnTo>
                <a:lnTo>
                  <a:pt x="1276350" y="3533775"/>
                </a:lnTo>
                <a:lnTo>
                  <a:pt x="1276350" y="3543300"/>
                </a:lnTo>
                <a:lnTo>
                  <a:pt x="1257300" y="3543300"/>
                </a:lnTo>
                <a:lnTo>
                  <a:pt x="1257300" y="3514725"/>
                </a:lnTo>
                <a:lnTo>
                  <a:pt x="1276350" y="3514725"/>
                </a:lnTo>
                <a:lnTo>
                  <a:pt x="1276350" y="3505200"/>
                </a:lnTo>
                <a:lnTo>
                  <a:pt x="1295400" y="3505200"/>
                </a:lnTo>
                <a:close/>
                <a:moveTo>
                  <a:pt x="1400175" y="3505200"/>
                </a:moveTo>
                <a:lnTo>
                  <a:pt x="1409700" y="3505200"/>
                </a:lnTo>
                <a:lnTo>
                  <a:pt x="1409700" y="3533775"/>
                </a:lnTo>
                <a:lnTo>
                  <a:pt x="1400175" y="3533775"/>
                </a:lnTo>
                <a:close/>
                <a:moveTo>
                  <a:pt x="1562100" y="3505200"/>
                </a:moveTo>
                <a:lnTo>
                  <a:pt x="1581150" y="3505200"/>
                </a:lnTo>
                <a:lnTo>
                  <a:pt x="1581150" y="3514725"/>
                </a:lnTo>
                <a:lnTo>
                  <a:pt x="1562100" y="3514725"/>
                </a:lnTo>
                <a:close/>
                <a:moveTo>
                  <a:pt x="1638300" y="3505200"/>
                </a:moveTo>
                <a:lnTo>
                  <a:pt x="1647825" y="3505200"/>
                </a:lnTo>
                <a:lnTo>
                  <a:pt x="1647825" y="3524250"/>
                </a:lnTo>
                <a:lnTo>
                  <a:pt x="1638300" y="3524250"/>
                </a:lnTo>
                <a:close/>
                <a:moveTo>
                  <a:pt x="1666875" y="3505200"/>
                </a:moveTo>
                <a:lnTo>
                  <a:pt x="1676400" y="3505200"/>
                </a:lnTo>
                <a:lnTo>
                  <a:pt x="1676400" y="3514725"/>
                </a:lnTo>
                <a:lnTo>
                  <a:pt x="1695450" y="3514725"/>
                </a:lnTo>
                <a:lnTo>
                  <a:pt x="1695450" y="3524250"/>
                </a:lnTo>
                <a:lnTo>
                  <a:pt x="1704975" y="3524250"/>
                </a:lnTo>
                <a:lnTo>
                  <a:pt x="1704975" y="3514725"/>
                </a:lnTo>
                <a:lnTo>
                  <a:pt x="1714500" y="3514725"/>
                </a:lnTo>
                <a:lnTo>
                  <a:pt x="1714500" y="3505200"/>
                </a:lnTo>
                <a:lnTo>
                  <a:pt x="1733550" y="3505200"/>
                </a:lnTo>
                <a:lnTo>
                  <a:pt x="1733550" y="3514725"/>
                </a:lnTo>
                <a:lnTo>
                  <a:pt x="1743075" y="3514725"/>
                </a:lnTo>
                <a:lnTo>
                  <a:pt x="1743075" y="3524250"/>
                </a:lnTo>
                <a:lnTo>
                  <a:pt x="1762125" y="3524250"/>
                </a:lnTo>
                <a:lnTo>
                  <a:pt x="1762125" y="3533775"/>
                </a:lnTo>
                <a:lnTo>
                  <a:pt x="1752600" y="3533775"/>
                </a:lnTo>
                <a:lnTo>
                  <a:pt x="1752600" y="3543300"/>
                </a:lnTo>
                <a:lnTo>
                  <a:pt x="1743075" y="3543300"/>
                </a:lnTo>
                <a:lnTo>
                  <a:pt x="1743075" y="3552825"/>
                </a:lnTo>
                <a:lnTo>
                  <a:pt x="1724025" y="3552825"/>
                </a:lnTo>
                <a:lnTo>
                  <a:pt x="1724025" y="3562350"/>
                </a:lnTo>
                <a:lnTo>
                  <a:pt x="1714500" y="3562350"/>
                </a:lnTo>
                <a:lnTo>
                  <a:pt x="1714500" y="3543300"/>
                </a:lnTo>
                <a:lnTo>
                  <a:pt x="1704975" y="3543300"/>
                </a:lnTo>
                <a:lnTo>
                  <a:pt x="1704975" y="3552825"/>
                </a:lnTo>
                <a:lnTo>
                  <a:pt x="1676400" y="3552825"/>
                </a:lnTo>
                <a:lnTo>
                  <a:pt x="1676400" y="3543300"/>
                </a:lnTo>
                <a:lnTo>
                  <a:pt x="1666875" y="3543300"/>
                </a:lnTo>
                <a:lnTo>
                  <a:pt x="1666875" y="3533775"/>
                </a:lnTo>
                <a:lnTo>
                  <a:pt x="1657350" y="3533775"/>
                </a:lnTo>
                <a:lnTo>
                  <a:pt x="1657350" y="3514725"/>
                </a:lnTo>
                <a:lnTo>
                  <a:pt x="1666875" y="3514725"/>
                </a:lnTo>
                <a:close/>
                <a:moveTo>
                  <a:pt x="1162050" y="3514725"/>
                </a:moveTo>
                <a:lnTo>
                  <a:pt x="1171575" y="3514725"/>
                </a:lnTo>
                <a:lnTo>
                  <a:pt x="1171575" y="3533775"/>
                </a:lnTo>
                <a:lnTo>
                  <a:pt x="1162050" y="3533775"/>
                </a:lnTo>
                <a:close/>
                <a:moveTo>
                  <a:pt x="1209675" y="3514725"/>
                </a:moveTo>
                <a:lnTo>
                  <a:pt x="1228725" y="3514725"/>
                </a:lnTo>
                <a:lnTo>
                  <a:pt x="1228725" y="3543300"/>
                </a:lnTo>
                <a:lnTo>
                  <a:pt x="1209675" y="3543300"/>
                </a:lnTo>
                <a:close/>
                <a:moveTo>
                  <a:pt x="1552575" y="3514725"/>
                </a:moveTo>
                <a:lnTo>
                  <a:pt x="1562100" y="3514725"/>
                </a:lnTo>
                <a:lnTo>
                  <a:pt x="1562100" y="3524250"/>
                </a:lnTo>
                <a:lnTo>
                  <a:pt x="1552575" y="3524250"/>
                </a:lnTo>
                <a:close/>
                <a:moveTo>
                  <a:pt x="1333500" y="3524250"/>
                </a:moveTo>
                <a:lnTo>
                  <a:pt x="1352550" y="3524250"/>
                </a:lnTo>
                <a:lnTo>
                  <a:pt x="1352550" y="3543300"/>
                </a:lnTo>
                <a:lnTo>
                  <a:pt x="1333500" y="3543300"/>
                </a:lnTo>
                <a:close/>
                <a:moveTo>
                  <a:pt x="1571625" y="3524250"/>
                </a:moveTo>
                <a:lnTo>
                  <a:pt x="1590675" y="3524250"/>
                </a:lnTo>
                <a:lnTo>
                  <a:pt x="1590675" y="3533775"/>
                </a:lnTo>
                <a:lnTo>
                  <a:pt x="1571625" y="3533775"/>
                </a:lnTo>
                <a:close/>
                <a:moveTo>
                  <a:pt x="1381125" y="3533775"/>
                </a:moveTo>
                <a:lnTo>
                  <a:pt x="1390650" y="3533775"/>
                </a:lnTo>
                <a:lnTo>
                  <a:pt x="1390650" y="3543300"/>
                </a:lnTo>
                <a:lnTo>
                  <a:pt x="1400175" y="3543300"/>
                </a:lnTo>
                <a:lnTo>
                  <a:pt x="1400175" y="3552825"/>
                </a:lnTo>
                <a:lnTo>
                  <a:pt x="1390650" y="3552825"/>
                </a:lnTo>
                <a:lnTo>
                  <a:pt x="1390650" y="3562350"/>
                </a:lnTo>
                <a:lnTo>
                  <a:pt x="1371600" y="3562350"/>
                </a:lnTo>
                <a:lnTo>
                  <a:pt x="1371600" y="3543300"/>
                </a:lnTo>
                <a:lnTo>
                  <a:pt x="1381125" y="3543300"/>
                </a:lnTo>
                <a:close/>
                <a:moveTo>
                  <a:pt x="1619250" y="3533775"/>
                </a:moveTo>
                <a:lnTo>
                  <a:pt x="1628775" y="3533775"/>
                </a:lnTo>
                <a:lnTo>
                  <a:pt x="1628775" y="3543300"/>
                </a:lnTo>
                <a:lnTo>
                  <a:pt x="1638300" y="3543300"/>
                </a:lnTo>
                <a:lnTo>
                  <a:pt x="1638300" y="3533775"/>
                </a:lnTo>
                <a:lnTo>
                  <a:pt x="1647825" y="3533775"/>
                </a:lnTo>
                <a:lnTo>
                  <a:pt x="1647825" y="3552825"/>
                </a:lnTo>
                <a:lnTo>
                  <a:pt x="1619250" y="3552825"/>
                </a:lnTo>
                <a:close/>
                <a:moveTo>
                  <a:pt x="1781175" y="3533775"/>
                </a:moveTo>
                <a:lnTo>
                  <a:pt x="1819275" y="3533775"/>
                </a:lnTo>
                <a:lnTo>
                  <a:pt x="1819275" y="3543300"/>
                </a:lnTo>
                <a:lnTo>
                  <a:pt x="1790700" y="3543300"/>
                </a:lnTo>
                <a:lnTo>
                  <a:pt x="1790700" y="3552825"/>
                </a:lnTo>
                <a:lnTo>
                  <a:pt x="1771650" y="3552825"/>
                </a:lnTo>
                <a:lnTo>
                  <a:pt x="1771650" y="3543300"/>
                </a:lnTo>
                <a:lnTo>
                  <a:pt x="1781175" y="3543300"/>
                </a:lnTo>
                <a:close/>
                <a:moveTo>
                  <a:pt x="1123950" y="3552825"/>
                </a:moveTo>
                <a:lnTo>
                  <a:pt x="1133475" y="3552825"/>
                </a:lnTo>
                <a:lnTo>
                  <a:pt x="1133475" y="3562350"/>
                </a:lnTo>
                <a:lnTo>
                  <a:pt x="1123950" y="3562350"/>
                </a:lnTo>
                <a:close/>
                <a:moveTo>
                  <a:pt x="657225" y="3562350"/>
                </a:moveTo>
                <a:lnTo>
                  <a:pt x="676275" y="3562350"/>
                </a:lnTo>
                <a:lnTo>
                  <a:pt x="676275" y="3581400"/>
                </a:lnTo>
                <a:lnTo>
                  <a:pt x="685800" y="3581400"/>
                </a:lnTo>
                <a:lnTo>
                  <a:pt x="685800" y="3600450"/>
                </a:lnTo>
                <a:lnTo>
                  <a:pt x="666750" y="3600450"/>
                </a:lnTo>
                <a:lnTo>
                  <a:pt x="666750" y="3590925"/>
                </a:lnTo>
                <a:lnTo>
                  <a:pt x="657225" y="3590925"/>
                </a:lnTo>
                <a:close/>
                <a:moveTo>
                  <a:pt x="1114425" y="3562350"/>
                </a:moveTo>
                <a:lnTo>
                  <a:pt x="1123950" y="3562350"/>
                </a:lnTo>
                <a:lnTo>
                  <a:pt x="1123950" y="3571875"/>
                </a:lnTo>
                <a:lnTo>
                  <a:pt x="1114425" y="3571875"/>
                </a:lnTo>
                <a:close/>
                <a:moveTo>
                  <a:pt x="1362075" y="3562350"/>
                </a:moveTo>
                <a:lnTo>
                  <a:pt x="1371600" y="3562350"/>
                </a:lnTo>
                <a:lnTo>
                  <a:pt x="1371600" y="3590925"/>
                </a:lnTo>
                <a:lnTo>
                  <a:pt x="1381125" y="3590925"/>
                </a:lnTo>
                <a:lnTo>
                  <a:pt x="1381125" y="3600450"/>
                </a:lnTo>
                <a:lnTo>
                  <a:pt x="1362075" y="3600450"/>
                </a:lnTo>
                <a:lnTo>
                  <a:pt x="1362075" y="3590925"/>
                </a:lnTo>
                <a:lnTo>
                  <a:pt x="1352550" y="3590925"/>
                </a:lnTo>
                <a:lnTo>
                  <a:pt x="1352550" y="3571875"/>
                </a:lnTo>
                <a:lnTo>
                  <a:pt x="1362075" y="3571875"/>
                </a:lnTo>
                <a:close/>
                <a:moveTo>
                  <a:pt x="1419225" y="3562350"/>
                </a:moveTo>
                <a:lnTo>
                  <a:pt x="1428750" y="3562350"/>
                </a:lnTo>
                <a:lnTo>
                  <a:pt x="1428750" y="3571875"/>
                </a:lnTo>
                <a:lnTo>
                  <a:pt x="1419225" y="3571875"/>
                </a:lnTo>
                <a:close/>
                <a:moveTo>
                  <a:pt x="1743075" y="3562350"/>
                </a:moveTo>
                <a:lnTo>
                  <a:pt x="1752600" y="3562350"/>
                </a:lnTo>
                <a:lnTo>
                  <a:pt x="1752600" y="3571875"/>
                </a:lnTo>
                <a:lnTo>
                  <a:pt x="1743075" y="3571875"/>
                </a:lnTo>
                <a:close/>
                <a:moveTo>
                  <a:pt x="409575" y="3571875"/>
                </a:moveTo>
                <a:lnTo>
                  <a:pt x="428625" y="3571875"/>
                </a:lnTo>
                <a:lnTo>
                  <a:pt x="428625" y="3609975"/>
                </a:lnTo>
                <a:lnTo>
                  <a:pt x="438150" y="3609975"/>
                </a:lnTo>
                <a:lnTo>
                  <a:pt x="438150" y="3619500"/>
                </a:lnTo>
                <a:lnTo>
                  <a:pt x="400050" y="3619500"/>
                </a:lnTo>
                <a:lnTo>
                  <a:pt x="400050" y="3600450"/>
                </a:lnTo>
                <a:lnTo>
                  <a:pt x="409575" y="3600450"/>
                </a:lnTo>
                <a:close/>
                <a:moveTo>
                  <a:pt x="1209675" y="3571875"/>
                </a:moveTo>
                <a:lnTo>
                  <a:pt x="1219200" y="3571875"/>
                </a:lnTo>
                <a:lnTo>
                  <a:pt x="1219200" y="3590925"/>
                </a:lnTo>
                <a:lnTo>
                  <a:pt x="1209675" y="3590925"/>
                </a:lnTo>
                <a:close/>
                <a:moveTo>
                  <a:pt x="1409700" y="3571875"/>
                </a:moveTo>
                <a:lnTo>
                  <a:pt x="1419225" y="3571875"/>
                </a:lnTo>
                <a:lnTo>
                  <a:pt x="1419225" y="3581400"/>
                </a:lnTo>
                <a:lnTo>
                  <a:pt x="1409700" y="3581400"/>
                </a:lnTo>
                <a:close/>
                <a:moveTo>
                  <a:pt x="1457325" y="3571875"/>
                </a:moveTo>
                <a:lnTo>
                  <a:pt x="1466850" y="3571875"/>
                </a:lnTo>
                <a:lnTo>
                  <a:pt x="1466850" y="3590925"/>
                </a:lnTo>
                <a:lnTo>
                  <a:pt x="1457325" y="3590925"/>
                </a:lnTo>
                <a:close/>
                <a:moveTo>
                  <a:pt x="1228725" y="3581400"/>
                </a:moveTo>
                <a:lnTo>
                  <a:pt x="1238250" y="3581400"/>
                </a:lnTo>
                <a:lnTo>
                  <a:pt x="1238250" y="3590925"/>
                </a:lnTo>
                <a:lnTo>
                  <a:pt x="1257300" y="3590925"/>
                </a:lnTo>
                <a:lnTo>
                  <a:pt x="1257300" y="3600450"/>
                </a:lnTo>
                <a:lnTo>
                  <a:pt x="1247775" y="3600450"/>
                </a:lnTo>
                <a:lnTo>
                  <a:pt x="1247775" y="3609975"/>
                </a:lnTo>
                <a:lnTo>
                  <a:pt x="1228725" y="3609975"/>
                </a:lnTo>
                <a:lnTo>
                  <a:pt x="1228725" y="3600450"/>
                </a:lnTo>
                <a:lnTo>
                  <a:pt x="1219200" y="3600450"/>
                </a:lnTo>
                <a:lnTo>
                  <a:pt x="1219200" y="3590925"/>
                </a:lnTo>
                <a:lnTo>
                  <a:pt x="1228725" y="3590925"/>
                </a:lnTo>
                <a:close/>
                <a:moveTo>
                  <a:pt x="1295400" y="3581400"/>
                </a:moveTo>
                <a:lnTo>
                  <a:pt x="1304925" y="3581400"/>
                </a:lnTo>
                <a:lnTo>
                  <a:pt x="1304925" y="3590925"/>
                </a:lnTo>
                <a:lnTo>
                  <a:pt x="1295400" y="3590925"/>
                </a:lnTo>
                <a:close/>
                <a:moveTo>
                  <a:pt x="771525" y="3590925"/>
                </a:moveTo>
                <a:lnTo>
                  <a:pt x="781050" y="3590925"/>
                </a:lnTo>
                <a:lnTo>
                  <a:pt x="781050" y="3600450"/>
                </a:lnTo>
                <a:lnTo>
                  <a:pt x="771525" y="3600450"/>
                </a:lnTo>
                <a:close/>
                <a:moveTo>
                  <a:pt x="1781175" y="3629025"/>
                </a:moveTo>
                <a:lnTo>
                  <a:pt x="1809750" y="3629025"/>
                </a:lnTo>
                <a:lnTo>
                  <a:pt x="1809750" y="3638550"/>
                </a:lnTo>
                <a:lnTo>
                  <a:pt x="1800225" y="3638550"/>
                </a:lnTo>
                <a:lnTo>
                  <a:pt x="1800225" y="3648075"/>
                </a:lnTo>
                <a:lnTo>
                  <a:pt x="1781175" y="3648075"/>
                </a:lnTo>
                <a:close/>
                <a:moveTo>
                  <a:pt x="1857375" y="3629025"/>
                </a:moveTo>
                <a:lnTo>
                  <a:pt x="1866900" y="3629025"/>
                </a:lnTo>
                <a:lnTo>
                  <a:pt x="1866900" y="3638550"/>
                </a:lnTo>
                <a:lnTo>
                  <a:pt x="1857375" y="3638550"/>
                </a:lnTo>
                <a:close/>
                <a:moveTo>
                  <a:pt x="1590675" y="3638550"/>
                </a:moveTo>
                <a:lnTo>
                  <a:pt x="1600200" y="3638550"/>
                </a:lnTo>
                <a:lnTo>
                  <a:pt x="1600200" y="3648075"/>
                </a:lnTo>
                <a:lnTo>
                  <a:pt x="1590675" y="3648075"/>
                </a:lnTo>
                <a:close/>
                <a:moveTo>
                  <a:pt x="352425" y="3648075"/>
                </a:moveTo>
                <a:lnTo>
                  <a:pt x="361950" y="3648075"/>
                </a:lnTo>
                <a:lnTo>
                  <a:pt x="361950" y="3638550"/>
                </a:lnTo>
                <a:lnTo>
                  <a:pt x="352425" y="3638550"/>
                </a:lnTo>
                <a:close/>
                <a:moveTo>
                  <a:pt x="1600200" y="3648075"/>
                </a:moveTo>
                <a:lnTo>
                  <a:pt x="1619250" y="3648075"/>
                </a:lnTo>
                <a:lnTo>
                  <a:pt x="1619250" y="3657600"/>
                </a:lnTo>
                <a:lnTo>
                  <a:pt x="1609725" y="3657600"/>
                </a:lnTo>
                <a:lnTo>
                  <a:pt x="1609725" y="3676650"/>
                </a:lnTo>
                <a:lnTo>
                  <a:pt x="1600200" y="3676650"/>
                </a:lnTo>
                <a:lnTo>
                  <a:pt x="1600200" y="3686175"/>
                </a:lnTo>
                <a:lnTo>
                  <a:pt x="1590675" y="3686175"/>
                </a:lnTo>
                <a:lnTo>
                  <a:pt x="1590675" y="3676650"/>
                </a:lnTo>
                <a:lnTo>
                  <a:pt x="1581150" y="3676650"/>
                </a:lnTo>
                <a:lnTo>
                  <a:pt x="1581150" y="3667125"/>
                </a:lnTo>
                <a:lnTo>
                  <a:pt x="1600200" y="3667125"/>
                </a:lnTo>
                <a:close/>
                <a:moveTo>
                  <a:pt x="1466850" y="3657600"/>
                </a:moveTo>
                <a:lnTo>
                  <a:pt x="1476375" y="3657600"/>
                </a:lnTo>
                <a:lnTo>
                  <a:pt x="1476375" y="3667125"/>
                </a:lnTo>
                <a:lnTo>
                  <a:pt x="1495425" y="3667125"/>
                </a:lnTo>
                <a:lnTo>
                  <a:pt x="1495425" y="3676650"/>
                </a:lnTo>
                <a:lnTo>
                  <a:pt x="1466850" y="3676650"/>
                </a:lnTo>
                <a:close/>
                <a:moveTo>
                  <a:pt x="1333500" y="3667125"/>
                </a:moveTo>
                <a:lnTo>
                  <a:pt x="1343025" y="3667125"/>
                </a:lnTo>
                <a:lnTo>
                  <a:pt x="1343025" y="3676650"/>
                </a:lnTo>
                <a:lnTo>
                  <a:pt x="1333500" y="3676650"/>
                </a:lnTo>
                <a:close/>
                <a:moveTo>
                  <a:pt x="1628775" y="3667125"/>
                </a:moveTo>
                <a:lnTo>
                  <a:pt x="1647825" y="3667125"/>
                </a:lnTo>
                <a:lnTo>
                  <a:pt x="1647825" y="3676650"/>
                </a:lnTo>
                <a:lnTo>
                  <a:pt x="1657350" y="3676650"/>
                </a:lnTo>
                <a:lnTo>
                  <a:pt x="1657350" y="3686175"/>
                </a:lnTo>
                <a:lnTo>
                  <a:pt x="1647825" y="3686175"/>
                </a:lnTo>
                <a:lnTo>
                  <a:pt x="1647825" y="3695700"/>
                </a:lnTo>
                <a:lnTo>
                  <a:pt x="1638300" y="3695700"/>
                </a:lnTo>
                <a:lnTo>
                  <a:pt x="1638300" y="3705225"/>
                </a:lnTo>
                <a:lnTo>
                  <a:pt x="1628775" y="3705225"/>
                </a:lnTo>
                <a:lnTo>
                  <a:pt x="1628775" y="3686175"/>
                </a:lnTo>
                <a:lnTo>
                  <a:pt x="1619250" y="3686175"/>
                </a:lnTo>
                <a:lnTo>
                  <a:pt x="1619250" y="3676650"/>
                </a:lnTo>
                <a:lnTo>
                  <a:pt x="1628775" y="3676650"/>
                </a:lnTo>
                <a:close/>
                <a:moveTo>
                  <a:pt x="1866900" y="3676650"/>
                </a:moveTo>
                <a:lnTo>
                  <a:pt x="1876425" y="3676650"/>
                </a:lnTo>
                <a:lnTo>
                  <a:pt x="1876425" y="3686175"/>
                </a:lnTo>
                <a:lnTo>
                  <a:pt x="1866900" y="3686175"/>
                </a:lnTo>
                <a:close/>
                <a:moveTo>
                  <a:pt x="1028700" y="3686175"/>
                </a:moveTo>
                <a:lnTo>
                  <a:pt x="1038225" y="3686175"/>
                </a:lnTo>
                <a:lnTo>
                  <a:pt x="1038225" y="3695700"/>
                </a:lnTo>
                <a:lnTo>
                  <a:pt x="1028700" y="3695700"/>
                </a:lnTo>
                <a:close/>
                <a:moveTo>
                  <a:pt x="1847850" y="3686175"/>
                </a:moveTo>
                <a:lnTo>
                  <a:pt x="1857375" y="3686175"/>
                </a:lnTo>
                <a:lnTo>
                  <a:pt x="1857375" y="3695700"/>
                </a:lnTo>
                <a:lnTo>
                  <a:pt x="1847850" y="3695700"/>
                </a:lnTo>
                <a:close/>
                <a:moveTo>
                  <a:pt x="1876425" y="3686175"/>
                </a:moveTo>
                <a:lnTo>
                  <a:pt x="1885950" y="3686175"/>
                </a:lnTo>
                <a:lnTo>
                  <a:pt x="1885950" y="3714750"/>
                </a:lnTo>
                <a:lnTo>
                  <a:pt x="1876425" y="3714750"/>
                </a:lnTo>
                <a:lnTo>
                  <a:pt x="1876425" y="3724275"/>
                </a:lnTo>
                <a:lnTo>
                  <a:pt x="1866900" y="3724275"/>
                </a:lnTo>
                <a:lnTo>
                  <a:pt x="1866900" y="3733800"/>
                </a:lnTo>
                <a:lnTo>
                  <a:pt x="1857375" y="3733800"/>
                </a:lnTo>
                <a:lnTo>
                  <a:pt x="1857375" y="3714750"/>
                </a:lnTo>
                <a:lnTo>
                  <a:pt x="1866900" y="3714750"/>
                </a:lnTo>
                <a:lnTo>
                  <a:pt x="1866900" y="3695700"/>
                </a:lnTo>
                <a:lnTo>
                  <a:pt x="1876425" y="3695700"/>
                </a:lnTo>
                <a:close/>
                <a:moveTo>
                  <a:pt x="1666875" y="3695700"/>
                </a:moveTo>
                <a:lnTo>
                  <a:pt x="1676400" y="3695700"/>
                </a:lnTo>
                <a:lnTo>
                  <a:pt x="1676400" y="3714750"/>
                </a:lnTo>
                <a:lnTo>
                  <a:pt x="1666875" y="3714750"/>
                </a:lnTo>
                <a:close/>
                <a:moveTo>
                  <a:pt x="952500" y="3705225"/>
                </a:moveTo>
                <a:lnTo>
                  <a:pt x="962025" y="3705225"/>
                </a:lnTo>
                <a:lnTo>
                  <a:pt x="962025" y="3714750"/>
                </a:lnTo>
                <a:lnTo>
                  <a:pt x="952500" y="3714750"/>
                </a:lnTo>
                <a:close/>
                <a:moveTo>
                  <a:pt x="1533525" y="3705225"/>
                </a:moveTo>
                <a:lnTo>
                  <a:pt x="1543050" y="3705225"/>
                </a:lnTo>
                <a:lnTo>
                  <a:pt x="1543050" y="3714750"/>
                </a:lnTo>
                <a:lnTo>
                  <a:pt x="1562100" y="3714750"/>
                </a:lnTo>
                <a:lnTo>
                  <a:pt x="1562100" y="3705225"/>
                </a:lnTo>
                <a:lnTo>
                  <a:pt x="1590675" y="3705225"/>
                </a:lnTo>
                <a:lnTo>
                  <a:pt x="1590675" y="3743325"/>
                </a:lnTo>
                <a:lnTo>
                  <a:pt x="1562100" y="3743325"/>
                </a:lnTo>
                <a:lnTo>
                  <a:pt x="1562100" y="3771900"/>
                </a:lnTo>
                <a:lnTo>
                  <a:pt x="1543050" y="3771900"/>
                </a:lnTo>
                <a:lnTo>
                  <a:pt x="1543050" y="3752850"/>
                </a:lnTo>
                <a:lnTo>
                  <a:pt x="1533525" y="3752850"/>
                </a:lnTo>
                <a:lnTo>
                  <a:pt x="1533525" y="3733800"/>
                </a:lnTo>
                <a:lnTo>
                  <a:pt x="1543050" y="3733800"/>
                </a:lnTo>
                <a:lnTo>
                  <a:pt x="1543050" y="3724275"/>
                </a:lnTo>
                <a:lnTo>
                  <a:pt x="1533525" y="3724275"/>
                </a:lnTo>
                <a:close/>
                <a:moveTo>
                  <a:pt x="371475" y="3714750"/>
                </a:moveTo>
                <a:lnTo>
                  <a:pt x="390525" y="3714750"/>
                </a:lnTo>
                <a:lnTo>
                  <a:pt x="390525" y="3724275"/>
                </a:lnTo>
                <a:lnTo>
                  <a:pt x="371475" y="3724275"/>
                </a:lnTo>
                <a:close/>
                <a:moveTo>
                  <a:pt x="1247775" y="3724275"/>
                </a:moveTo>
                <a:lnTo>
                  <a:pt x="1257300" y="3724275"/>
                </a:lnTo>
                <a:lnTo>
                  <a:pt x="1257300" y="3733800"/>
                </a:lnTo>
                <a:lnTo>
                  <a:pt x="1266825" y="3733800"/>
                </a:lnTo>
                <a:lnTo>
                  <a:pt x="1266825" y="3743325"/>
                </a:lnTo>
                <a:lnTo>
                  <a:pt x="1247775" y="3743325"/>
                </a:lnTo>
                <a:close/>
                <a:moveTo>
                  <a:pt x="1295400" y="3733800"/>
                </a:moveTo>
                <a:lnTo>
                  <a:pt x="1314450" y="3733800"/>
                </a:lnTo>
                <a:lnTo>
                  <a:pt x="1314450" y="3752850"/>
                </a:lnTo>
                <a:lnTo>
                  <a:pt x="1295400" y="3752850"/>
                </a:lnTo>
                <a:close/>
                <a:moveTo>
                  <a:pt x="1362075" y="3733800"/>
                </a:moveTo>
                <a:lnTo>
                  <a:pt x="1371600" y="3733800"/>
                </a:lnTo>
                <a:lnTo>
                  <a:pt x="1371600" y="3743325"/>
                </a:lnTo>
                <a:lnTo>
                  <a:pt x="1400175" y="3743325"/>
                </a:lnTo>
                <a:lnTo>
                  <a:pt x="1400175" y="3762375"/>
                </a:lnTo>
                <a:lnTo>
                  <a:pt x="1381125" y="3762375"/>
                </a:lnTo>
                <a:lnTo>
                  <a:pt x="1381125" y="3752850"/>
                </a:lnTo>
                <a:lnTo>
                  <a:pt x="1362075" y="3752850"/>
                </a:lnTo>
                <a:close/>
                <a:moveTo>
                  <a:pt x="1457325" y="3733800"/>
                </a:moveTo>
                <a:lnTo>
                  <a:pt x="1466850" y="3733800"/>
                </a:lnTo>
                <a:lnTo>
                  <a:pt x="1466850" y="3752850"/>
                </a:lnTo>
                <a:lnTo>
                  <a:pt x="1457325" y="3752850"/>
                </a:lnTo>
                <a:close/>
                <a:moveTo>
                  <a:pt x="561975" y="3743325"/>
                </a:moveTo>
                <a:lnTo>
                  <a:pt x="571500" y="3743325"/>
                </a:lnTo>
                <a:lnTo>
                  <a:pt x="571500" y="3752850"/>
                </a:lnTo>
                <a:lnTo>
                  <a:pt x="561975" y="3752850"/>
                </a:lnTo>
                <a:close/>
                <a:moveTo>
                  <a:pt x="1809750" y="3743325"/>
                </a:moveTo>
                <a:lnTo>
                  <a:pt x="1819275" y="3743325"/>
                </a:lnTo>
                <a:lnTo>
                  <a:pt x="1819275" y="3752850"/>
                </a:lnTo>
                <a:lnTo>
                  <a:pt x="1809750" y="3752850"/>
                </a:lnTo>
                <a:close/>
                <a:moveTo>
                  <a:pt x="571500" y="3752850"/>
                </a:moveTo>
                <a:lnTo>
                  <a:pt x="590550" y="3752850"/>
                </a:lnTo>
                <a:lnTo>
                  <a:pt x="590550" y="3762375"/>
                </a:lnTo>
                <a:lnTo>
                  <a:pt x="571500" y="3762375"/>
                </a:lnTo>
                <a:close/>
                <a:moveTo>
                  <a:pt x="1076325" y="3752850"/>
                </a:moveTo>
                <a:lnTo>
                  <a:pt x="1095375" y="3752850"/>
                </a:lnTo>
                <a:lnTo>
                  <a:pt x="1095375" y="3762375"/>
                </a:lnTo>
                <a:lnTo>
                  <a:pt x="1076325" y="3762375"/>
                </a:lnTo>
                <a:close/>
                <a:moveTo>
                  <a:pt x="590550" y="3762375"/>
                </a:moveTo>
                <a:lnTo>
                  <a:pt x="600075" y="3762375"/>
                </a:lnTo>
                <a:lnTo>
                  <a:pt x="600075" y="3771900"/>
                </a:lnTo>
                <a:lnTo>
                  <a:pt x="590550" y="3771900"/>
                </a:lnTo>
                <a:close/>
                <a:moveTo>
                  <a:pt x="1200150" y="3762375"/>
                </a:moveTo>
                <a:lnTo>
                  <a:pt x="1219200" y="3762375"/>
                </a:lnTo>
                <a:lnTo>
                  <a:pt x="1219200" y="3771900"/>
                </a:lnTo>
                <a:lnTo>
                  <a:pt x="1209675" y="3771900"/>
                </a:lnTo>
                <a:lnTo>
                  <a:pt x="1209675" y="3781425"/>
                </a:lnTo>
                <a:lnTo>
                  <a:pt x="1200150" y="3781425"/>
                </a:lnTo>
                <a:close/>
                <a:moveTo>
                  <a:pt x="1819275" y="3762375"/>
                </a:moveTo>
                <a:lnTo>
                  <a:pt x="1838325" y="3762375"/>
                </a:lnTo>
                <a:lnTo>
                  <a:pt x="1838325" y="3771900"/>
                </a:lnTo>
                <a:lnTo>
                  <a:pt x="1828800" y="3771900"/>
                </a:lnTo>
                <a:lnTo>
                  <a:pt x="1828800" y="3781425"/>
                </a:lnTo>
                <a:lnTo>
                  <a:pt x="1838325" y="3781425"/>
                </a:lnTo>
                <a:lnTo>
                  <a:pt x="1838325" y="3771900"/>
                </a:lnTo>
                <a:lnTo>
                  <a:pt x="1847850" y="3771900"/>
                </a:lnTo>
                <a:lnTo>
                  <a:pt x="1847850" y="3781425"/>
                </a:lnTo>
                <a:lnTo>
                  <a:pt x="1857375" y="3781425"/>
                </a:lnTo>
                <a:lnTo>
                  <a:pt x="1857375" y="3800475"/>
                </a:lnTo>
                <a:lnTo>
                  <a:pt x="1838325" y="3800475"/>
                </a:lnTo>
                <a:lnTo>
                  <a:pt x="1838325" y="3819525"/>
                </a:lnTo>
                <a:lnTo>
                  <a:pt x="1828800" y="3819525"/>
                </a:lnTo>
                <a:lnTo>
                  <a:pt x="1828800" y="3829050"/>
                </a:lnTo>
                <a:lnTo>
                  <a:pt x="1838325" y="3829050"/>
                </a:lnTo>
                <a:lnTo>
                  <a:pt x="1838325" y="3838575"/>
                </a:lnTo>
                <a:lnTo>
                  <a:pt x="1819275" y="3838575"/>
                </a:lnTo>
                <a:lnTo>
                  <a:pt x="1819275" y="3848100"/>
                </a:lnTo>
                <a:lnTo>
                  <a:pt x="1809750" y="3848100"/>
                </a:lnTo>
                <a:lnTo>
                  <a:pt x="1809750" y="3857625"/>
                </a:lnTo>
                <a:lnTo>
                  <a:pt x="1743075" y="3857625"/>
                </a:lnTo>
                <a:lnTo>
                  <a:pt x="1743075" y="3838575"/>
                </a:lnTo>
                <a:lnTo>
                  <a:pt x="1752600" y="3838575"/>
                </a:lnTo>
                <a:lnTo>
                  <a:pt x="1752600" y="3829050"/>
                </a:lnTo>
                <a:lnTo>
                  <a:pt x="1762125" y="3829050"/>
                </a:lnTo>
                <a:lnTo>
                  <a:pt x="1762125" y="3838575"/>
                </a:lnTo>
                <a:lnTo>
                  <a:pt x="1781175" y="3838575"/>
                </a:lnTo>
                <a:lnTo>
                  <a:pt x="1781175" y="3829050"/>
                </a:lnTo>
                <a:lnTo>
                  <a:pt x="1790700" y="3829050"/>
                </a:lnTo>
                <a:lnTo>
                  <a:pt x="1790700" y="3819525"/>
                </a:lnTo>
                <a:lnTo>
                  <a:pt x="1800225" y="3819525"/>
                </a:lnTo>
                <a:lnTo>
                  <a:pt x="1800225" y="3810000"/>
                </a:lnTo>
                <a:lnTo>
                  <a:pt x="1809750" y="3810000"/>
                </a:lnTo>
                <a:lnTo>
                  <a:pt x="1809750" y="3790950"/>
                </a:lnTo>
                <a:lnTo>
                  <a:pt x="1819275" y="3790950"/>
                </a:lnTo>
                <a:close/>
                <a:moveTo>
                  <a:pt x="495300" y="3771900"/>
                </a:moveTo>
                <a:lnTo>
                  <a:pt x="504825" y="3771900"/>
                </a:lnTo>
                <a:lnTo>
                  <a:pt x="504825" y="3781425"/>
                </a:lnTo>
                <a:lnTo>
                  <a:pt x="495300" y="3781425"/>
                </a:lnTo>
                <a:close/>
                <a:moveTo>
                  <a:pt x="600075" y="3771900"/>
                </a:moveTo>
                <a:lnTo>
                  <a:pt x="609600" y="3771900"/>
                </a:lnTo>
                <a:lnTo>
                  <a:pt x="609600" y="3810000"/>
                </a:lnTo>
                <a:lnTo>
                  <a:pt x="600075" y="3810000"/>
                </a:lnTo>
                <a:close/>
                <a:moveTo>
                  <a:pt x="1495425" y="3771900"/>
                </a:moveTo>
                <a:lnTo>
                  <a:pt x="1514475" y="3771900"/>
                </a:lnTo>
                <a:lnTo>
                  <a:pt x="1514475" y="3781425"/>
                </a:lnTo>
                <a:lnTo>
                  <a:pt x="1495425" y="3781425"/>
                </a:lnTo>
                <a:close/>
                <a:moveTo>
                  <a:pt x="485775" y="3781425"/>
                </a:moveTo>
                <a:lnTo>
                  <a:pt x="495300" y="3781425"/>
                </a:lnTo>
                <a:lnTo>
                  <a:pt x="495300" y="3800475"/>
                </a:lnTo>
                <a:lnTo>
                  <a:pt x="485775" y="3800475"/>
                </a:lnTo>
                <a:close/>
                <a:moveTo>
                  <a:pt x="1514475" y="3781425"/>
                </a:moveTo>
                <a:lnTo>
                  <a:pt x="1524000" y="3781425"/>
                </a:lnTo>
                <a:lnTo>
                  <a:pt x="1524000" y="3800475"/>
                </a:lnTo>
                <a:lnTo>
                  <a:pt x="1504950" y="3800475"/>
                </a:lnTo>
                <a:lnTo>
                  <a:pt x="1504950" y="3790950"/>
                </a:lnTo>
                <a:lnTo>
                  <a:pt x="1514475" y="3790950"/>
                </a:lnTo>
                <a:close/>
                <a:moveTo>
                  <a:pt x="857250" y="3800475"/>
                </a:moveTo>
                <a:lnTo>
                  <a:pt x="866775" y="3800475"/>
                </a:lnTo>
                <a:lnTo>
                  <a:pt x="866775" y="3810000"/>
                </a:lnTo>
                <a:lnTo>
                  <a:pt x="857250" y="3810000"/>
                </a:lnTo>
                <a:close/>
                <a:moveTo>
                  <a:pt x="1609725" y="3800475"/>
                </a:moveTo>
                <a:lnTo>
                  <a:pt x="1628775" y="3800475"/>
                </a:lnTo>
                <a:lnTo>
                  <a:pt x="1628775" y="3829050"/>
                </a:lnTo>
                <a:lnTo>
                  <a:pt x="1619250" y="3829050"/>
                </a:lnTo>
                <a:lnTo>
                  <a:pt x="1619250" y="3810000"/>
                </a:lnTo>
                <a:lnTo>
                  <a:pt x="1609725" y="3810000"/>
                </a:lnTo>
                <a:close/>
                <a:moveTo>
                  <a:pt x="1724025" y="3800475"/>
                </a:moveTo>
                <a:lnTo>
                  <a:pt x="1733550" y="3800475"/>
                </a:lnTo>
                <a:lnTo>
                  <a:pt x="1733550" y="3810000"/>
                </a:lnTo>
                <a:lnTo>
                  <a:pt x="1724025" y="3810000"/>
                </a:lnTo>
                <a:close/>
                <a:moveTo>
                  <a:pt x="866775" y="3810000"/>
                </a:moveTo>
                <a:lnTo>
                  <a:pt x="876300" y="3810000"/>
                </a:lnTo>
                <a:lnTo>
                  <a:pt x="876300" y="3819525"/>
                </a:lnTo>
                <a:lnTo>
                  <a:pt x="866775" y="3819525"/>
                </a:lnTo>
                <a:close/>
                <a:moveTo>
                  <a:pt x="1104900" y="3829050"/>
                </a:moveTo>
                <a:lnTo>
                  <a:pt x="1114425" y="3829050"/>
                </a:lnTo>
                <a:lnTo>
                  <a:pt x="1114425" y="3838575"/>
                </a:lnTo>
                <a:lnTo>
                  <a:pt x="1104900" y="3838575"/>
                </a:lnTo>
                <a:close/>
                <a:moveTo>
                  <a:pt x="933450" y="3838575"/>
                </a:moveTo>
                <a:lnTo>
                  <a:pt x="942975" y="3838575"/>
                </a:lnTo>
                <a:lnTo>
                  <a:pt x="942975" y="3848100"/>
                </a:lnTo>
                <a:lnTo>
                  <a:pt x="933450" y="3848100"/>
                </a:lnTo>
                <a:close/>
                <a:moveTo>
                  <a:pt x="962025" y="3838575"/>
                </a:moveTo>
                <a:lnTo>
                  <a:pt x="971550" y="3838575"/>
                </a:lnTo>
                <a:lnTo>
                  <a:pt x="971550" y="3848100"/>
                </a:lnTo>
                <a:lnTo>
                  <a:pt x="962025" y="3848100"/>
                </a:lnTo>
                <a:close/>
                <a:moveTo>
                  <a:pt x="542925" y="3848100"/>
                </a:moveTo>
                <a:lnTo>
                  <a:pt x="571500" y="3848100"/>
                </a:lnTo>
                <a:lnTo>
                  <a:pt x="571500" y="3857625"/>
                </a:lnTo>
                <a:lnTo>
                  <a:pt x="542925" y="3857625"/>
                </a:lnTo>
                <a:close/>
                <a:moveTo>
                  <a:pt x="590550" y="3848100"/>
                </a:moveTo>
                <a:lnTo>
                  <a:pt x="600075" y="3848100"/>
                </a:lnTo>
                <a:lnTo>
                  <a:pt x="600075" y="3857625"/>
                </a:lnTo>
                <a:lnTo>
                  <a:pt x="590550" y="3857625"/>
                </a:lnTo>
                <a:close/>
                <a:moveTo>
                  <a:pt x="1181100" y="3848100"/>
                </a:moveTo>
                <a:lnTo>
                  <a:pt x="1200150" y="3848100"/>
                </a:lnTo>
                <a:lnTo>
                  <a:pt x="1200150" y="3857625"/>
                </a:lnTo>
                <a:lnTo>
                  <a:pt x="1181100" y="3857625"/>
                </a:lnTo>
                <a:close/>
                <a:moveTo>
                  <a:pt x="523875" y="3876675"/>
                </a:moveTo>
                <a:lnTo>
                  <a:pt x="542925" y="3876675"/>
                </a:lnTo>
                <a:lnTo>
                  <a:pt x="542925" y="3886200"/>
                </a:lnTo>
                <a:lnTo>
                  <a:pt x="523875" y="3886200"/>
                </a:lnTo>
                <a:close/>
                <a:moveTo>
                  <a:pt x="1323975" y="3876675"/>
                </a:moveTo>
                <a:lnTo>
                  <a:pt x="1352550" y="3876675"/>
                </a:lnTo>
                <a:lnTo>
                  <a:pt x="1352550" y="3886200"/>
                </a:lnTo>
                <a:lnTo>
                  <a:pt x="1343025" y="3886200"/>
                </a:lnTo>
                <a:lnTo>
                  <a:pt x="1343025" y="3895725"/>
                </a:lnTo>
                <a:lnTo>
                  <a:pt x="1323975" y="3895725"/>
                </a:lnTo>
                <a:close/>
                <a:moveTo>
                  <a:pt x="476250" y="3905250"/>
                </a:moveTo>
                <a:lnTo>
                  <a:pt x="485775" y="3905250"/>
                </a:lnTo>
                <a:lnTo>
                  <a:pt x="485775" y="3943350"/>
                </a:lnTo>
                <a:lnTo>
                  <a:pt x="476250" y="3943350"/>
                </a:lnTo>
                <a:close/>
                <a:moveTo>
                  <a:pt x="1066800" y="3905250"/>
                </a:moveTo>
                <a:lnTo>
                  <a:pt x="1114425" y="3905250"/>
                </a:lnTo>
                <a:lnTo>
                  <a:pt x="1114425" y="3914775"/>
                </a:lnTo>
                <a:lnTo>
                  <a:pt x="1095375" y="3914775"/>
                </a:lnTo>
                <a:lnTo>
                  <a:pt x="1095375" y="3924300"/>
                </a:lnTo>
                <a:lnTo>
                  <a:pt x="1085850" y="3924300"/>
                </a:lnTo>
                <a:lnTo>
                  <a:pt x="1085850" y="3933825"/>
                </a:lnTo>
                <a:lnTo>
                  <a:pt x="1066800" y="3933825"/>
                </a:lnTo>
                <a:lnTo>
                  <a:pt x="1066800" y="3924300"/>
                </a:lnTo>
                <a:lnTo>
                  <a:pt x="1076325" y="3924300"/>
                </a:lnTo>
                <a:lnTo>
                  <a:pt x="1076325" y="3914775"/>
                </a:lnTo>
                <a:lnTo>
                  <a:pt x="1066800" y="3914775"/>
                </a:lnTo>
                <a:close/>
                <a:moveTo>
                  <a:pt x="1333500" y="3905250"/>
                </a:moveTo>
                <a:lnTo>
                  <a:pt x="1352550" y="3905250"/>
                </a:lnTo>
                <a:lnTo>
                  <a:pt x="1352550" y="3914775"/>
                </a:lnTo>
                <a:lnTo>
                  <a:pt x="1333500" y="3914775"/>
                </a:lnTo>
                <a:close/>
                <a:moveTo>
                  <a:pt x="1114425" y="3914775"/>
                </a:moveTo>
                <a:lnTo>
                  <a:pt x="1123950" y="3914775"/>
                </a:lnTo>
                <a:lnTo>
                  <a:pt x="1123950" y="3924300"/>
                </a:lnTo>
                <a:lnTo>
                  <a:pt x="1114425" y="3924300"/>
                </a:lnTo>
                <a:close/>
                <a:moveTo>
                  <a:pt x="1209675" y="3914775"/>
                </a:moveTo>
                <a:lnTo>
                  <a:pt x="1238250" y="3914775"/>
                </a:lnTo>
                <a:lnTo>
                  <a:pt x="1238250" y="3924300"/>
                </a:lnTo>
                <a:lnTo>
                  <a:pt x="1209675" y="3924300"/>
                </a:lnTo>
                <a:close/>
                <a:moveTo>
                  <a:pt x="609600" y="3924300"/>
                </a:moveTo>
                <a:lnTo>
                  <a:pt x="619125" y="3924300"/>
                </a:lnTo>
                <a:lnTo>
                  <a:pt x="619125" y="3943350"/>
                </a:lnTo>
                <a:lnTo>
                  <a:pt x="571500" y="3943350"/>
                </a:lnTo>
                <a:lnTo>
                  <a:pt x="571500" y="3933825"/>
                </a:lnTo>
                <a:lnTo>
                  <a:pt x="609600" y="3933825"/>
                </a:lnTo>
                <a:close/>
              </a:path>
            </a:pathLst>
          </a:custGeom>
          <a:solidFill xmlns:a="http://schemas.openxmlformats.org/drawingml/2006/main">
            <a:srgbClr val="F4F9FE"/>
          </a:solidFill>
          <a:ln xmlns:a="http://schemas.openxmlformats.org/drawingml/2006/main" w="0">
            <a:noFill/>
          </a:ln>
        </p:spPr>
      </p:sp>
      <p:sp>
        <p:nvSpPr>
          <p:cNvPr id="13" name="phones vector #f4f9fd">
            <a:extLst xmlns:a="http://schemas.openxmlformats.org/drawingml/2006/main">
              <a:ext uri="{FF2B5EF4-FFF2-40B4-BE49-F238E27FC236}">
                <a16:creationId xmlns:a16="http://schemas.microsoft.com/office/drawing/2014/main" id="{948D719C-3F94-4CA2-BEA3-F24F07F9F72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48500" y="190500"/>
            <a:ext cx="5905500" cy="6619875"/>
          </a:xfrm>
          <a:custGeom xmlns:a="http://schemas.openxmlformats.org/drawingml/2006/main">
            <a:pathLst>
              <a:path w="3838575" h="4295775">
                <a:moveTo>
                  <a:pt x="1276350" y="161925"/>
                </a:moveTo>
                <a:lnTo>
                  <a:pt x="1323975" y="161925"/>
                </a:lnTo>
                <a:lnTo>
                  <a:pt x="1323975" y="171450"/>
                </a:lnTo>
                <a:lnTo>
                  <a:pt x="1276350" y="171450"/>
                </a:lnTo>
                <a:close/>
                <a:moveTo>
                  <a:pt x="1533525" y="161925"/>
                </a:moveTo>
                <a:lnTo>
                  <a:pt x="1552575" y="161925"/>
                </a:lnTo>
                <a:lnTo>
                  <a:pt x="1552575" y="171450"/>
                </a:lnTo>
                <a:lnTo>
                  <a:pt x="1543050" y="171450"/>
                </a:lnTo>
                <a:lnTo>
                  <a:pt x="1543050" y="200025"/>
                </a:lnTo>
                <a:lnTo>
                  <a:pt x="1533525" y="200025"/>
                </a:lnTo>
                <a:lnTo>
                  <a:pt x="1533525" y="209550"/>
                </a:lnTo>
                <a:lnTo>
                  <a:pt x="1485900" y="209550"/>
                </a:lnTo>
                <a:lnTo>
                  <a:pt x="1485900" y="190500"/>
                </a:lnTo>
                <a:lnTo>
                  <a:pt x="1476375" y="190500"/>
                </a:lnTo>
                <a:lnTo>
                  <a:pt x="1476375" y="171450"/>
                </a:lnTo>
                <a:lnTo>
                  <a:pt x="1514475" y="171450"/>
                </a:lnTo>
                <a:lnTo>
                  <a:pt x="1514475" y="180975"/>
                </a:lnTo>
                <a:lnTo>
                  <a:pt x="1533525" y="180975"/>
                </a:lnTo>
                <a:close/>
                <a:moveTo>
                  <a:pt x="1390650" y="171450"/>
                </a:moveTo>
                <a:lnTo>
                  <a:pt x="1409700" y="171450"/>
                </a:lnTo>
                <a:lnTo>
                  <a:pt x="1409700" y="190500"/>
                </a:lnTo>
                <a:lnTo>
                  <a:pt x="1381125" y="190500"/>
                </a:lnTo>
                <a:lnTo>
                  <a:pt x="1381125" y="180975"/>
                </a:lnTo>
                <a:lnTo>
                  <a:pt x="1390650" y="180975"/>
                </a:lnTo>
                <a:close/>
                <a:moveTo>
                  <a:pt x="1104900" y="190500"/>
                </a:moveTo>
                <a:lnTo>
                  <a:pt x="1114425" y="190500"/>
                </a:lnTo>
                <a:lnTo>
                  <a:pt x="1114425" y="200025"/>
                </a:lnTo>
                <a:lnTo>
                  <a:pt x="1104900" y="200025"/>
                </a:lnTo>
                <a:close/>
                <a:moveTo>
                  <a:pt x="1200150" y="190500"/>
                </a:moveTo>
                <a:lnTo>
                  <a:pt x="1209675" y="190500"/>
                </a:lnTo>
                <a:lnTo>
                  <a:pt x="1209675" y="200025"/>
                </a:lnTo>
                <a:lnTo>
                  <a:pt x="1200150" y="200025"/>
                </a:lnTo>
                <a:close/>
                <a:moveTo>
                  <a:pt x="1295400" y="190500"/>
                </a:moveTo>
                <a:lnTo>
                  <a:pt x="1304925" y="190500"/>
                </a:lnTo>
                <a:lnTo>
                  <a:pt x="1304925" y="209550"/>
                </a:lnTo>
                <a:lnTo>
                  <a:pt x="1314450" y="209550"/>
                </a:lnTo>
                <a:lnTo>
                  <a:pt x="1314450" y="200025"/>
                </a:lnTo>
                <a:lnTo>
                  <a:pt x="1352550" y="200025"/>
                </a:lnTo>
                <a:lnTo>
                  <a:pt x="1352550" y="190500"/>
                </a:lnTo>
                <a:lnTo>
                  <a:pt x="1362075" y="190500"/>
                </a:lnTo>
                <a:lnTo>
                  <a:pt x="1362075" y="209550"/>
                </a:lnTo>
                <a:lnTo>
                  <a:pt x="1323975" y="209550"/>
                </a:lnTo>
                <a:lnTo>
                  <a:pt x="1323975" y="219075"/>
                </a:lnTo>
                <a:lnTo>
                  <a:pt x="1314450" y="219075"/>
                </a:lnTo>
                <a:lnTo>
                  <a:pt x="1314450" y="238125"/>
                </a:lnTo>
                <a:lnTo>
                  <a:pt x="1304925" y="238125"/>
                </a:lnTo>
                <a:lnTo>
                  <a:pt x="1304925" y="247650"/>
                </a:lnTo>
                <a:lnTo>
                  <a:pt x="1295400" y="247650"/>
                </a:lnTo>
                <a:lnTo>
                  <a:pt x="1295400" y="257175"/>
                </a:lnTo>
                <a:lnTo>
                  <a:pt x="1266825" y="257175"/>
                </a:lnTo>
                <a:lnTo>
                  <a:pt x="1266825" y="276225"/>
                </a:lnTo>
                <a:lnTo>
                  <a:pt x="1247775" y="276225"/>
                </a:lnTo>
                <a:lnTo>
                  <a:pt x="1247775" y="257175"/>
                </a:lnTo>
                <a:lnTo>
                  <a:pt x="1238250" y="257175"/>
                </a:lnTo>
                <a:lnTo>
                  <a:pt x="1238250" y="247650"/>
                </a:lnTo>
                <a:lnTo>
                  <a:pt x="1247775" y="247650"/>
                </a:lnTo>
                <a:lnTo>
                  <a:pt x="1247775" y="257175"/>
                </a:lnTo>
                <a:lnTo>
                  <a:pt x="1257300" y="257175"/>
                </a:lnTo>
                <a:lnTo>
                  <a:pt x="1257300" y="247650"/>
                </a:lnTo>
                <a:lnTo>
                  <a:pt x="1276350" y="247650"/>
                </a:lnTo>
                <a:lnTo>
                  <a:pt x="1276350" y="238125"/>
                </a:lnTo>
                <a:lnTo>
                  <a:pt x="1285875" y="238125"/>
                </a:lnTo>
                <a:lnTo>
                  <a:pt x="1285875" y="228600"/>
                </a:lnTo>
                <a:lnTo>
                  <a:pt x="1295400" y="228600"/>
                </a:lnTo>
                <a:close/>
                <a:moveTo>
                  <a:pt x="1114425" y="200025"/>
                </a:moveTo>
                <a:lnTo>
                  <a:pt x="1143000" y="200025"/>
                </a:lnTo>
                <a:lnTo>
                  <a:pt x="1143000" y="209550"/>
                </a:lnTo>
                <a:lnTo>
                  <a:pt x="1162050" y="209550"/>
                </a:lnTo>
                <a:lnTo>
                  <a:pt x="1162050" y="200025"/>
                </a:lnTo>
                <a:lnTo>
                  <a:pt x="1171575" y="200025"/>
                </a:lnTo>
                <a:lnTo>
                  <a:pt x="1171575" y="209550"/>
                </a:lnTo>
                <a:lnTo>
                  <a:pt x="1162050" y="209550"/>
                </a:lnTo>
                <a:lnTo>
                  <a:pt x="1162050" y="219075"/>
                </a:lnTo>
                <a:lnTo>
                  <a:pt x="1114425" y="219075"/>
                </a:lnTo>
                <a:close/>
                <a:moveTo>
                  <a:pt x="1190625" y="200025"/>
                </a:moveTo>
                <a:lnTo>
                  <a:pt x="1200150" y="200025"/>
                </a:lnTo>
                <a:lnTo>
                  <a:pt x="1200150" y="219075"/>
                </a:lnTo>
                <a:lnTo>
                  <a:pt x="1181100" y="219075"/>
                </a:lnTo>
                <a:lnTo>
                  <a:pt x="1181100" y="238125"/>
                </a:lnTo>
                <a:lnTo>
                  <a:pt x="1171575" y="238125"/>
                </a:lnTo>
                <a:lnTo>
                  <a:pt x="1171575" y="209550"/>
                </a:lnTo>
                <a:lnTo>
                  <a:pt x="1190625" y="209550"/>
                </a:lnTo>
                <a:close/>
                <a:moveTo>
                  <a:pt x="1504950" y="200025"/>
                </a:moveTo>
                <a:lnTo>
                  <a:pt x="1524000" y="200025"/>
                </a:lnTo>
                <a:lnTo>
                  <a:pt x="1524000" y="190500"/>
                </a:lnTo>
                <a:lnTo>
                  <a:pt x="1504950" y="190500"/>
                </a:lnTo>
                <a:close/>
                <a:moveTo>
                  <a:pt x="1162050" y="247650"/>
                </a:moveTo>
                <a:lnTo>
                  <a:pt x="1190625" y="247650"/>
                </a:lnTo>
                <a:lnTo>
                  <a:pt x="1190625" y="257175"/>
                </a:lnTo>
                <a:lnTo>
                  <a:pt x="1181100" y="257175"/>
                </a:lnTo>
                <a:lnTo>
                  <a:pt x="1181100" y="266700"/>
                </a:lnTo>
                <a:lnTo>
                  <a:pt x="1162050" y="266700"/>
                </a:lnTo>
                <a:close/>
                <a:moveTo>
                  <a:pt x="447675" y="257175"/>
                </a:moveTo>
                <a:lnTo>
                  <a:pt x="466725" y="257175"/>
                </a:lnTo>
                <a:lnTo>
                  <a:pt x="466725" y="266700"/>
                </a:lnTo>
                <a:lnTo>
                  <a:pt x="457200" y="266700"/>
                </a:lnTo>
                <a:lnTo>
                  <a:pt x="457200" y="276225"/>
                </a:lnTo>
                <a:lnTo>
                  <a:pt x="438150" y="276225"/>
                </a:lnTo>
                <a:lnTo>
                  <a:pt x="438150" y="266700"/>
                </a:lnTo>
                <a:lnTo>
                  <a:pt x="447675" y="266700"/>
                </a:lnTo>
                <a:close/>
                <a:moveTo>
                  <a:pt x="1190625" y="257175"/>
                </a:moveTo>
                <a:lnTo>
                  <a:pt x="1209675" y="257175"/>
                </a:lnTo>
                <a:lnTo>
                  <a:pt x="1209675" y="266700"/>
                </a:lnTo>
                <a:lnTo>
                  <a:pt x="1190625" y="266700"/>
                </a:lnTo>
                <a:close/>
                <a:moveTo>
                  <a:pt x="1628775" y="266700"/>
                </a:moveTo>
                <a:lnTo>
                  <a:pt x="1638300" y="266700"/>
                </a:lnTo>
                <a:lnTo>
                  <a:pt x="1638300" y="285750"/>
                </a:lnTo>
                <a:lnTo>
                  <a:pt x="1628775" y="285750"/>
                </a:lnTo>
                <a:close/>
                <a:moveTo>
                  <a:pt x="457200" y="276225"/>
                </a:moveTo>
                <a:lnTo>
                  <a:pt x="476250" y="276225"/>
                </a:lnTo>
                <a:lnTo>
                  <a:pt x="476250" y="285750"/>
                </a:lnTo>
                <a:lnTo>
                  <a:pt x="485775" y="285750"/>
                </a:lnTo>
                <a:lnTo>
                  <a:pt x="485775" y="295275"/>
                </a:lnTo>
                <a:lnTo>
                  <a:pt x="466725" y="295275"/>
                </a:lnTo>
                <a:lnTo>
                  <a:pt x="466725" y="285750"/>
                </a:lnTo>
                <a:lnTo>
                  <a:pt x="457200" y="285750"/>
                </a:lnTo>
                <a:close/>
                <a:moveTo>
                  <a:pt x="619125" y="276225"/>
                </a:moveTo>
                <a:lnTo>
                  <a:pt x="638175" y="276225"/>
                </a:lnTo>
                <a:lnTo>
                  <a:pt x="638175" y="285750"/>
                </a:lnTo>
                <a:lnTo>
                  <a:pt x="619125" y="285750"/>
                </a:lnTo>
                <a:close/>
                <a:moveTo>
                  <a:pt x="285750" y="285750"/>
                </a:moveTo>
                <a:lnTo>
                  <a:pt x="295275" y="285750"/>
                </a:lnTo>
                <a:lnTo>
                  <a:pt x="295275" y="295275"/>
                </a:lnTo>
                <a:lnTo>
                  <a:pt x="285750" y="295275"/>
                </a:lnTo>
                <a:close/>
                <a:moveTo>
                  <a:pt x="409575" y="285750"/>
                </a:moveTo>
                <a:lnTo>
                  <a:pt x="419100" y="285750"/>
                </a:lnTo>
                <a:lnTo>
                  <a:pt x="419100" y="295275"/>
                </a:lnTo>
                <a:lnTo>
                  <a:pt x="409575" y="295275"/>
                </a:lnTo>
                <a:close/>
                <a:moveTo>
                  <a:pt x="504825" y="285750"/>
                </a:moveTo>
                <a:lnTo>
                  <a:pt x="514350" y="285750"/>
                </a:lnTo>
                <a:lnTo>
                  <a:pt x="514350" y="295275"/>
                </a:lnTo>
                <a:lnTo>
                  <a:pt x="504825" y="295275"/>
                </a:lnTo>
                <a:close/>
                <a:moveTo>
                  <a:pt x="1190625" y="285750"/>
                </a:moveTo>
                <a:lnTo>
                  <a:pt x="1200150" y="285750"/>
                </a:lnTo>
                <a:lnTo>
                  <a:pt x="1200150" y="295275"/>
                </a:lnTo>
                <a:lnTo>
                  <a:pt x="1190625" y="295275"/>
                </a:lnTo>
                <a:close/>
                <a:moveTo>
                  <a:pt x="1257300" y="285750"/>
                </a:moveTo>
                <a:lnTo>
                  <a:pt x="1276350" y="285750"/>
                </a:lnTo>
                <a:lnTo>
                  <a:pt x="1276350" y="295275"/>
                </a:lnTo>
                <a:lnTo>
                  <a:pt x="1266825" y="295275"/>
                </a:lnTo>
                <a:lnTo>
                  <a:pt x="1266825" y="304800"/>
                </a:lnTo>
                <a:lnTo>
                  <a:pt x="1257300" y="304800"/>
                </a:lnTo>
                <a:close/>
                <a:moveTo>
                  <a:pt x="1285875" y="285750"/>
                </a:moveTo>
                <a:lnTo>
                  <a:pt x="1295400" y="285750"/>
                </a:lnTo>
                <a:lnTo>
                  <a:pt x="1295400" y="295275"/>
                </a:lnTo>
                <a:lnTo>
                  <a:pt x="1314450" y="295275"/>
                </a:lnTo>
                <a:lnTo>
                  <a:pt x="1314450" y="304800"/>
                </a:lnTo>
                <a:lnTo>
                  <a:pt x="1304925" y="304800"/>
                </a:lnTo>
                <a:lnTo>
                  <a:pt x="1304925" y="314325"/>
                </a:lnTo>
                <a:lnTo>
                  <a:pt x="1314450" y="314325"/>
                </a:lnTo>
                <a:lnTo>
                  <a:pt x="1314450" y="304800"/>
                </a:lnTo>
                <a:lnTo>
                  <a:pt x="1323975" y="304800"/>
                </a:lnTo>
                <a:lnTo>
                  <a:pt x="1323975" y="295275"/>
                </a:lnTo>
                <a:lnTo>
                  <a:pt x="1343025" y="295275"/>
                </a:lnTo>
                <a:lnTo>
                  <a:pt x="1343025" y="314325"/>
                </a:lnTo>
                <a:lnTo>
                  <a:pt x="1352550" y="314325"/>
                </a:lnTo>
                <a:lnTo>
                  <a:pt x="1352550" y="304800"/>
                </a:lnTo>
                <a:lnTo>
                  <a:pt x="1400175" y="304800"/>
                </a:lnTo>
                <a:lnTo>
                  <a:pt x="1400175" y="333375"/>
                </a:lnTo>
                <a:lnTo>
                  <a:pt x="1390650" y="333375"/>
                </a:lnTo>
                <a:lnTo>
                  <a:pt x="1390650" y="342900"/>
                </a:lnTo>
                <a:lnTo>
                  <a:pt x="1352550" y="342900"/>
                </a:lnTo>
                <a:lnTo>
                  <a:pt x="1352550" y="333375"/>
                </a:lnTo>
                <a:lnTo>
                  <a:pt x="1314450" y="333375"/>
                </a:lnTo>
                <a:lnTo>
                  <a:pt x="1314450" y="323850"/>
                </a:lnTo>
                <a:lnTo>
                  <a:pt x="1295400" y="323850"/>
                </a:lnTo>
                <a:lnTo>
                  <a:pt x="1295400" y="314325"/>
                </a:lnTo>
                <a:lnTo>
                  <a:pt x="1276350" y="314325"/>
                </a:lnTo>
                <a:lnTo>
                  <a:pt x="1276350" y="295275"/>
                </a:lnTo>
                <a:lnTo>
                  <a:pt x="1285875" y="295275"/>
                </a:lnTo>
                <a:close/>
                <a:moveTo>
                  <a:pt x="1457325" y="285750"/>
                </a:moveTo>
                <a:lnTo>
                  <a:pt x="1466850" y="285750"/>
                </a:lnTo>
                <a:lnTo>
                  <a:pt x="1466850" y="295275"/>
                </a:lnTo>
                <a:lnTo>
                  <a:pt x="1485900" y="295275"/>
                </a:lnTo>
                <a:lnTo>
                  <a:pt x="1485900" y="304800"/>
                </a:lnTo>
                <a:lnTo>
                  <a:pt x="1466850" y="304800"/>
                </a:lnTo>
                <a:lnTo>
                  <a:pt x="1466850" y="323850"/>
                </a:lnTo>
                <a:lnTo>
                  <a:pt x="1457325" y="323850"/>
                </a:lnTo>
                <a:lnTo>
                  <a:pt x="1457325" y="333375"/>
                </a:lnTo>
                <a:lnTo>
                  <a:pt x="1447800" y="333375"/>
                </a:lnTo>
                <a:lnTo>
                  <a:pt x="1447800" y="342900"/>
                </a:lnTo>
                <a:lnTo>
                  <a:pt x="1428750" y="342900"/>
                </a:lnTo>
                <a:lnTo>
                  <a:pt x="1428750" y="314325"/>
                </a:lnTo>
                <a:lnTo>
                  <a:pt x="1419225" y="314325"/>
                </a:lnTo>
                <a:lnTo>
                  <a:pt x="1419225" y="304800"/>
                </a:lnTo>
                <a:lnTo>
                  <a:pt x="1438275" y="304800"/>
                </a:lnTo>
                <a:lnTo>
                  <a:pt x="1438275" y="295275"/>
                </a:lnTo>
                <a:lnTo>
                  <a:pt x="1457325" y="295275"/>
                </a:lnTo>
                <a:close/>
                <a:moveTo>
                  <a:pt x="1495425" y="285750"/>
                </a:moveTo>
                <a:lnTo>
                  <a:pt x="1504950" y="285750"/>
                </a:lnTo>
                <a:lnTo>
                  <a:pt x="1504950" y="295275"/>
                </a:lnTo>
                <a:lnTo>
                  <a:pt x="1495425" y="295275"/>
                </a:lnTo>
                <a:close/>
                <a:moveTo>
                  <a:pt x="1524000" y="285750"/>
                </a:moveTo>
                <a:lnTo>
                  <a:pt x="1533525" y="285750"/>
                </a:lnTo>
                <a:lnTo>
                  <a:pt x="1533525" y="295275"/>
                </a:lnTo>
                <a:lnTo>
                  <a:pt x="1524000" y="295275"/>
                </a:lnTo>
                <a:close/>
                <a:moveTo>
                  <a:pt x="323850" y="295275"/>
                </a:moveTo>
                <a:lnTo>
                  <a:pt x="333375" y="295275"/>
                </a:lnTo>
                <a:lnTo>
                  <a:pt x="333375" y="304800"/>
                </a:lnTo>
                <a:lnTo>
                  <a:pt x="342900" y="304800"/>
                </a:lnTo>
                <a:lnTo>
                  <a:pt x="342900" y="323850"/>
                </a:lnTo>
                <a:lnTo>
                  <a:pt x="333375" y="323850"/>
                </a:lnTo>
                <a:lnTo>
                  <a:pt x="333375" y="314325"/>
                </a:lnTo>
                <a:lnTo>
                  <a:pt x="323850" y="314325"/>
                </a:lnTo>
                <a:close/>
                <a:moveTo>
                  <a:pt x="514350" y="295275"/>
                </a:moveTo>
                <a:lnTo>
                  <a:pt x="523875" y="295275"/>
                </a:lnTo>
                <a:lnTo>
                  <a:pt x="523875" y="304800"/>
                </a:lnTo>
                <a:lnTo>
                  <a:pt x="514350" y="304800"/>
                </a:lnTo>
                <a:close/>
                <a:moveTo>
                  <a:pt x="1200150" y="295275"/>
                </a:moveTo>
                <a:lnTo>
                  <a:pt x="1209675" y="295275"/>
                </a:lnTo>
                <a:lnTo>
                  <a:pt x="1209675" y="304800"/>
                </a:lnTo>
                <a:lnTo>
                  <a:pt x="1200150" y="304800"/>
                </a:lnTo>
                <a:close/>
                <a:moveTo>
                  <a:pt x="304800" y="304800"/>
                </a:moveTo>
                <a:lnTo>
                  <a:pt x="314325" y="304800"/>
                </a:lnTo>
                <a:lnTo>
                  <a:pt x="314325" y="314325"/>
                </a:lnTo>
                <a:lnTo>
                  <a:pt x="304800" y="314325"/>
                </a:lnTo>
                <a:close/>
                <a:moveTo>
                  <a:pt x="1238250" y="304800"/>
                </a:moveTo>
                <a:lnTo>
                  <a:pt x="1257300" y="304800"/>
                </a:lnTo>
                <a:lnTo>
                  <a:pt x="1257300" y="342900"/>
                </a:lnTo>
                <a:lnTo>
                  <a:pt x="1228725" y="342900"/>
                </a:lnTo>
                <a:lnTo>
                  <a:pt x="1228725" y="314325"/>
                </a:lnTo>
                <a:lnTo>
                  <a:pt x="1238250" y="314325"/>
                </a:lnTo>
                <a:close/>
                <a:moveTo>
                  <a:pt x="1562100" y="304800"/>
                </a:moveTo>
                <a:lnTo>
                  <a:pt x="1581150" y="304800"/>
                </a:lnTo>
                <a:lnTo>
                  <a:pt x="1581150" y="314325"/>
                </a:lnTo>
                <a:lnTo>
                  <a:pt x="1590675" y="314325"/>
                </a:lnTo>
                <a:lnTo>
                  <a:pt x="1590675" y="304800"/>
                </a:lnTo>
                <a:lnTo>
                  <a:pt x="1609725" y="304800"/>
                </a:lnTo>
                <a:lnTo>
                  <a:pt x="1609725" y="314325"/>
                </a:lnTo>
                <a:lnTo>
                  <a:pt x="1600200" y="314325"/>
                </a:lnTo>
                <a:lnTo>
                  <a:pt x="1600200" y="323850"/>
                </a:lnTo>
                <a:lnTo>
                  <a:pt x="1590675" y="323850"/>
                </a:lnTo>
                <a:lnTo>
                  <a:pt x="1590675" y="333375"/>
                </a:lnTo>
                <a:lnTo>
                  <a:pt x="1600200" y="333375"/>
                </a:lnTo>
                <a:lnTo>
                  <a:pt x="1600200" y="323850"/>
                </a:lnTo>
                <a:lnTo>
                  <a:pt x="1609725" y="323850"/>
                </a:lnTo>
                <a:lnTo>
                  <a:pt x="1609725" y="333375"/>
                </a:lnTo>
                <a:lnTo>
                  <a:pt x="1600200" y="333375"/>
                </a:lnTo>
                <a:lnTo>
                  <a:pt x="1600200" y="361950"/>
                </a:lnTo>
                <a:lnTo>
                  <a:pt x="1590675" y="361950"/>
                </a:lnTo>
                <a:lnTo>
                  <a:pt x="1590675" y="371475"/>
                </a:lnTo>
                <a:lnTo>
                  <a:pt x="1571625" y="371475"/>
                </a:lnTo>
                <a:lnTo>
                  <a:pt x="1571625" y="333375"/>
                </a:lnTo>
                <a:lnTo>
                  <a:pt x="1562100" y="333375"/>
                </a:lnTo>
                <a:close/>
                <a:moveTo>
                  <a:pt x="504825" y="314325"/>
                </a:moveTo>
                <a:lnTo>
                  <a:pt x="514350" y="314325"/>
                </a:lnTo>
                <a:lnTo>
                  <a:pt x="514350" y="361950"/>
                </a:lnTo>
                <a:lnTo>
                  <a:pt x="495300" y="361950"/>
                </a:lnTo>
                <a:lnTo>
                  <a:pt x="495300" y="342900"/>
                </a:lnTo>
                <a:lnTo>
                  <a:pt x="504825" y="342900"/>
                </a:lnTo>
                <a:close/>
                <a:moveTo>
                  <a:pt x="533400" y="323850"/>
                </a:moveTo>
                <a:lnTo>
                  <a:pt x="542925" y="323850"/>
                </a:lnTo>
                <a:lnTo>
                  <a:pt x="542925" y="333375"/>
                </a:lnTo>
                <a:lnTo>
                  <a:pt x="552450" y="333375"/>
                </a:lnTo>
                <a:lnTo>
                  <a:pt x="552450" y="381000"/>
                </a:lnTo>
                <a:lnTo>
                  <a:pt x="542925" y="381000"/>
                </a:lnTo>
                <a:lnTo>
                  <a:pt x="542925" y="352425"/>
                </a:lnTo>
                <a:lnTo>
                  <a:pt x="533400" y="352425"/>
                </a:lnTo>
                <a:lnTo>
                  <a:pt x="533400" y="342900"/>
                </a:lnTo>
                <a:lnTo>
                  <a:pt x="523875" y="342900"/>
                </a:lnTo>
                <a:lnTo>
                  <a:pt x="523875" y="333375"/>
                </a:lnTo>
                <a:lnTo>
                  <a:pt x="533400" y="333375"/>
                </a:lnTo>
                <a:close/>
                <a:moveTo>
                  <a:pt x="638175" y="323850"/>
                </a:moveTo>
                <a:lnTo>
                  <a:pt x="647700" y="323850"/>
                </a:lnTo>
                <a:lnTo>
                  <a:pt x="647700" y="333375"/>
                </a:lnTo>
                <a:lnTo>
                  <a:pt x="657225" y="333375"/>
                </a:lnTo>
                <a:lnTo>
                  <a:pt x="657225" y="352425"/>
                </a:lnTo>
                <a:lnTo>
                  <a:pt x="647700" y="352425"/>
                </a:lnTo>
                <a:lnTo>
                  <a:pt x="647700" y="361950"/>
                </a:lnTo>
                <a:lnTo>
                  <a:pt x="676275" y="361950"/>
                </a:lnTo>
                <a:lnTo>
                  <a:pt x="676275" y="371475"/>
                </a:lnTo>
                <a:lnTo>
                  <a:pt x="666750" y="371475"/>
                </a:lnTo>
                <a:lnTo>
                  <a:pt x="666750" y="390525"/>
                </a:lnTo>
                <a:lnTo>
                  <a:pt x="657225" y="390525"/>
                </a:lnTo>
                <a:lnTo>
                  <a:pt x="657225" y="400050"/>
                </a:lnTo>
                <a:lnTo>
                  <a:pt x="647700" y="400050"/>
                </a:lnTo>
                <a:lnTo>
                  <a:pt x="647700" y="371475"/>
                </a:lnTo>
                <a:lnTo>
                  <a:pt x="619125" y="371475"/>
                </a:lnTo>
                <a:lnTo>
                  <a:pt x="619125" y="381000"/>
                </a:lnTo>
                <a:lnTo>
                  <a:pt x="609600" y="381000"/>
                </a:lnTo>
                <a:lnTo>
                  <a:pt x="609600" y="342900"/>
                </a:lnTo>
                <a:lnTo>
                  <a:pt x="619125" y="342900"/>
                </a:lnTo>
                <a:lnTo>
                  <a:pt x="619125" y="333375"/>
                </a:lnTo>
                <a:lnTo>
                  <a:pt x="638175" y="333375"/>
                </a:lnTo>
                <a:close/>
                <a:moveTo>
                  <a:pt x="1638300" y="323850"/>
                </a:moveTo>
                <a:lnTo>
                  <a:pt x="1647825" y="323850"/>
                </a:lnTo>
                <a:lnTo>
                  <a:pt x="1647825" y="342900"/>
                </a:lnTo>
                <a:lnTo>
                  <a:pt x="1638300" y="342900"/>
                </a:lnTo>
                <a:close/>
                <a:moveTo>
                  <a:pt x="1190625" y="333375"/>
                </a:moveTo>
                <a:lnTo>
                  <a:pt x="1200150" y="333375"/>
                </a:lnTo>
                <a:lnTo>
                  <a:pt x="1200150" y="342900"/>
                </a:lnTo>
                <a:lnTo>
                  <a:pt x="1209675" y="342900"/>
                </a:lnTo>
                <a:lnTo>
                  <a:pt x="1209675" y="352425"/>
                </a:lnTo>
                <a:lnTo>
                  <a:pt x="1200150" y="352425"/>
                </a:lnTo>
                <a:lnTo>
                  <a:pt x="1200150" y="361950"/>
                </a:lnTo>
                <a:lnTo>
                  <a:pt x="1190625" y="361950"/>
                </a:lnTo>
                <a:lnTo>
                  <a:pt x="1190625" y="352425"/>
                </a:lnTo>
                <a:lnTo>
                  <a:pt x="1181100" y="352425"/>
                </a:lnTo>
                <a:lnTo>
                  <a:pt x="1181100" y="342900"/>
                </a:lnTo>
                <a:lnTo>
                  <a:pt x="1190625" y="342900"/>
                </a:lnTo>
                <a:close/>
                <a:moveTo>
                  <a:pt x="1476375" y="333375"/>
                </a:moveTo>
                <a:lnTo>
                  <a:pt x="1495425" y="333375"/>
                </a:lnTo>
                <a:lnTo>
                  <a:pt x="1495425" y="342900"/>
                </a:lnTo>
                <a:lnTo>
                  <a:pt x="1485900" y="342900"/>
                </a:lnTo>
                <a:lnTo>
                  <a:pt x="1485900" y="361950"/>
                </a:lnTo>
                <a:lnTo>
                  <a:pt x="1466850" y="361950"/>
                </a:lnTo>
                <a:lnTo>
                  <a:pt x="1466850" y="352425"/>
                </a:lnTo>
                <a:lnTo>
                  <a:pt x="1476375" y="352425"/>
                </a:lnTo>
                <a:close/>
                <a:moveTo>
                  <a:pt x="1114425" y="342900"/>
                </a:moveTo>
                <a:lnTo>
                  <a:pt x="1133475" y="342900"/>
                </a:lnTo>
                <a:lnTo>
                  <a:pt x="1133475" y="352425"/>
                </a:lnTo>
                <a:lnTo>
                  <a:pt x="1114425" y="352425"/>
                </a:lnTo>
                <a:close/>
                <a:moveTo>
                  <a:pt x="1104900" y="352425"/>
                </a:moveTo>
                <a:lnTo>
                  <a:pt x="1114425" y="352425"/>
                </a:lnTo>
                <a:lnTo>
                  <a:pt x="1114425" y="361950"/>
                </a:lnTo>
                <a:lnTo>
                  <a:pt x="1104900" y="361950"/>
                </a:lnTo>
                <a:close/>
                <a:moveTo>
                  <a:pt x="1419225" y="352425"/>
                </a:moveTo>
                <a:lnTo>
                  <a:pt x="1428750" y="352425"/>
                </a:lnTo>
                <a:lnTo>
                  <a:pt x="1428750" y="361950"/>
                </a:lnTo>
                <a:lnTo>
                  <a:pt x="1438275" y="361950"/>
                </a:lnTo>
                <a:lnTo>
                  <a:pt x="1438275" y="390525"/>
                </a:lnTo>
                <a:lnTo>
                  <a:pt x="1447800" y="390525"/>
                </a:lnTo>
                <a:lnTo>
                  <a:pt x="1447800" y="400050"/>
                </a:lnTo>
                <a:lnTo>
                  <a:pt x="1466850" y="400050"/>
                </a:lnTo>
                <a:lnTo>
                  <a:pt x="1466850" y="390525"/>
                </a:lnTo>
                <a:lnTo>
                  <a:pt x="1476375" y="390525"/>
                </a:lnTo>
                <a:lnTo>
                  <a:pt x="1476375" y="381000"/>
                </a:lnTo>
                <a:lnTo>
                  <a:pt x="1485900" y="381000"/>
                </a:lnTo>
                <a:lnTo>
                  <a:pt x="1485900" y="390525"/>
                </a:lnTo>
                <a:lnTo>
                  <a:pt x="1495425" y="390525"/>
                </a:lnTo>
                <a:lnTo>
                  <a:pt x="1495425" y="419100"/>
                </a:lnTo>
                <a:lnTo>
                  <a:pt x="1485900" y="419100"/>
                </a:lnTo>
                <a:lnTo>
                  <a:pt x="1485900" y="409575"/>
                </a:lnTo>
                <a:lnTo>
                  <a:pt x="1438275" y="409575"/>
                </a:lnTo>
                <a:lnTo>
                  <a:pt x="1438275" y="400050"/>
                </a:lnTo>
                <a:lnTo>
                  <a:pt x="1428750" y="400050"/>
                </a:lnTo>
                <a:lnTo>
                  <a:pt x="1428750" y="390525"/>
                </a:lnTo>
                <a:lnTo>
                  <a:pt x="1419225" y="390525"/>
                </a:lnTo>
                <a:lnTo>
                  <a:pt x="1419225" y="371475"/>
                </a:lnTo>
                <a:lnTo>
                  <a:pt x="1409700" y="371475"/>
                </a:lnTo>
                <a:lnTo>
                  <a:pt x="1409700" y="361950"/>
                </a:lnTo>
                <a:lnTo>
                  <a:pt x="1419225" y="361950"/>
                </a:lnTo>
                <a:close/>
                <a:moveTo>
                  <a:pt x="581025" y="361950"/>
                </a:moveTo>
                <a:lnTo>
                  <a:pt x="590550" y="361950"/>
                </a:lnTo>
                <a:lnTo>
                  <a:pt x="590550" y="371475"/>
                </a:lnTo>
                <a:lnTo>
                  <a:pt x="581025" y="371475"/>
                </a:lnTo>
                <a:close/>
                <a:moveTo>
                  <a:pt x="942975" y="361950"/>
                </a:moveTo>
                <a:lnTo>
                  <a:pt x="971550" y="361950"/>
                </a:lnTo>
                <a:lnTo>
                  <a:pt x="971550" y="381000"/>
                </a:lnTo>
                <a:lnTo>
                  <a:pt x="952500" y="381000"/>
                </a:lnTo>
                <a:lnTo>
                  <a:pt x="952500" y="371475"/>
                </a:lnTo>
                <a:lnTo>
                  <a:pt x="942975" y="371475"/>
                </a:lnTo>
                <a:close/>
                <a:moveTo>
                  <a:pt x="1009650" y="361950"/>
                </a:moveTo>
                <a:lnTo>
                  <a:pt x="1038225" y="361950"/>
                </a:lnTo>
                <a:lnTo>
                  <a:pt x="1038225" y="371475"/>
                </a:lnTo>
                <a:lnTo>
                  <a:pt x="1009650" y="371475"/>
                </a:lnTo>
                <a:close/>
                <a:moveTo>
                  <a:pt x="1095375" y="361950"/>
                </a:moveTo>
                <a:lnTo>
                  <a:pt x="1104900" y="361950"/>
                </a:lnTo>
                <a:lnTo>
                  <a:pt x="1104900" y="371475"/>
                </a:lnTo>
                <a:lnTo>
                  <a:pt x="1095375" y="371475"/>
                </a:lnTo>
                <a:close/>
                <a:moveTo>
                  <a:pt x="1181100" y="361950"/>
                </a:moveTo>
                <a:lnTo>
                  <a:pt x="1190625" y="361950"/>
                </a:lnTo>
                <a:lnTo>
                  <a:pt x="1190625" y="371475"/>
                </a:lnTo>
                <a:lnTo>
                  <a:pt x="1181100" y="371475"/>
                </a:lnTo>
                <a:close/>
                <a:moveTo>
                  <a:pt x="1066800" y="371475"/>
                </a:moveTo>
                <a:lnTo>
                  <a:pt x="1095375" y="371475"/>
                </a:lnTo>
                <a:lnTo>
                  <a:pt x="1095375" y="381000"/>
                </a:lnTo>
                <a:lnTo>
                  <a:pt x="1066800" y="381000"/>
                </a:lnTo>
                <a:close/>
                <a:moveTo>
                  <a:pt x="1504950" y="371475"/>
                </a:moveTo>
                <a:lnTo>
                  <a:pt x="1524000" y="371475"/>
                </a:lnTo>
                <a:lnTo>
                  <a:pt x="1524000" y="381000"/>
                </a:lnTo>
                <a:lnTo>
                  <a:pt x="1533525" y="381000"/>
                </a:lnTo>
                <a:lnTo>
                  <a:pt x="1533525" y="400050"/>
                </a:lnTo>
                <a:lnTo>
                  <a:pt x="1504950" y="400050"/>
                </a:lnTo>
                <a:close/>
                <a:moveTo>
                  <a:pt x="704850" y="381000"/>
                </a:moveTo>
                <a:lnTo>
                  <a:pt x="714375" y="381000"/>
                </a:lnTo>
                <a:lnTo>
                  <a:pt x="714375" y="400050"/>
                </a:lnTo>
                <a:lnTo>
                  <a:pt x="704850" y="400050"/>
                </a:lnTo>
                <a:lnTo>
                  <a:pt x="704850" y="409575"/>
                </a:lnTo>
                <a:lnTo>
                  <a:pt x="714375" y="409575"/>
                </a:lnTo>
                <a:lnTo>
                  <a:pt x="714375" y="400050"/>
                </a:lnTo>
                <a:lnTo>
                  <a:pt x="752475" y="400050"/>
                </a:lnTo>
                <a:lnTo>
                  <a:pt x="752475" y="390525"/>
                </a:lnTo>
                <a:lnTo>
                  <a:pt x="771525" y="390525"/>
                </a:lnTo>
                <a:lnTo>
                  <a:pt x="771525" y="400050"/>
                </a:lnTo>
                <a:lnTo>
                  <a:pt x="752475" y="400050"/>
                </a:lnTo>
                <a:lnTo>
                  <a:pt x="752475" y="428625"/>
                </a:lnTo>
                <a:lnTo>
                  <a:pt x="733425" y="428625"/>
                </a:lnTo>
                <a:lnTo>
                  <a:pt x="733425" y="457200"/>
                </a:lnTo>
                <a:lnTo>
                  <a:pt x="742950" y="457200"/>
                </a:lnTo>
                <a:lnTo>
                  <a:pt x="742950" y="466725"/>
                </a:lnTo>
                <a:lnTo>
                  <a:pt x="733425" y="466725"/>
                </a:lnTo>
                <a:lnTo>
                  <a:pt x="733425" y="476250"/>
                </a:lnTo>
                <a:lnTo>
                  <a:pt x="714375" y="476250"/>
                </a:lnTo>
                <a:lnTo>
                  <a:pt x="714375" y="485775"/>
                </a:lnTo>
                <a:lnTo>
                  <a:pt x="723900" y="485775"/>
                </a:lnTo>
                <a:lnTo>
                  <a:pt x="723900" y="495300"/>
                </a:lnTo>
                <a:lnTo>
                  <a:pt x="742950" y="495300"/>
                </a:lnTo>
                <a:lnTo>
                  <a:pt x="742950" y="485775"/>
                </a:lnTo>
                <a:lnTo>
                  <a:pt x="752475" y="485775"/>
                </a:lnTo>
                <a:lnTo>
                  <a:pt x="752475" y="476250"/>
                </a:lnTo>
                <a:lnTo>
                  <a:pt x="762000" y="476250"/>
                </a:lnTo>
                <a:lnTo>
                  <a:pt x="762000" y="438150"/>
                </a:lnTo>
                <a:lnTo>
                  <a:pt x="771525" y="438150"/>
                </a:lnTo>
                <a:lnTo>
                  <a:pt x="771525" y="428625"/>
                </a:lnTo>
                <a:lnTo>
                  <a:pt x="762000" y="428625"/>
                </a:lnTo>
                <a:lnTo>
                  <a:pt x="762000" y="419100"/>
                </a:lnTo>
                <a:lnTo>
                  <a:pt x="781050" y="419100"/>
                </a:lnTo>
                <a:lnTo>
                  <a:pt x="781050" y="457200"/>
                </a:lnTo>
                <a:lnTo>
                  <a:pt x="790575" y="457200"/>
                </a:lnTo>
                <a:lnTo>
                  <a:pt x="790575" y="466725"/>
                </a:lnTo>
                <a:lnTo>
                  <a:pt x="809625" y="466725"/>
                </a:lnTo>
                <a:lnTo>
                  <a:pt x="809625" y="447675"/>
                </a:lnTo>
                <a:lnTo>
                  <a:pt x="828675" y="447675"/>
                </a:lnTo>
                <a:lnTo>
                  <a:pt x="828675" y="457200"/>
                </a:lnTo>
                <a:lnTo>
                  <a:pt x="838200" y="457200"/>
                </a:lnTo>
                <a:lnTo>
                  <a:pt x="838200" y="466725"/>
                </a:lnTo>
                <a:lnTo>
                  <a:pt x="828675" y="466725"/>
                </a:lnTo>
                <a:lnTo>
                  <a:pt x="828675" y="485775"/>
                </a:lnTo>
                <a:lnTo>
                  <a:pt x="819150" y="485775"/>
                </a:lnTo>
                <a:lnTo>
                  <a:pt x="819150" y="495300"/>
                </a:lnTo>
                <a:lnTo>
                  <a:pt x="828675" y="495300"/>
                </a:lnTo>
                <a:lnTo>
                  <a:pt x="828675" y="504825"/>
                </a:lnTo>
                <a:lnTo>
                  <a:pt x="838200" y="504825"/>
                </a:lnTo>
                <a:lnTo>
                  <a:pt x="838200" y="514350"/>
                </a:lnTo>
                <a:lnTo>
                  <a:pt x="847725" y="514350"/>
                </a:lnTo>
                <a:lnTo>
                  <a:pt x="847725" y="523875"/>
                </a:lnTo>
                <a:lnTo>
                  <a:pt x="819150" y="523875"/>
                </a:lnTo>
                <a:lnTo>
                  <a:pt x="819150" y="552450"/>
                </a:lnTo>
                <a:lnTo>
                  <a:pt x="800100" y="552450"/>
                </a:lnTo>
                <a:lnTo>
                  <a:pt x="800100" y="590550"/>
                </a:lnTo>
                <a:lnTo>
                  <a:pt x="790575" y="590550"/>
                </a:lnTo>
                <a:lnTo>
                  <a:pt x="790575" y="619125"/>
                </a:lnTo>
                <a:lnTo>
                  <a:pt x="809625" y="619125"/>
                </a:lnTo>
                <a:lnTo>
                  <a:pt x="809625" y="647700"/>
                </a:lnTo>
                <a:lnTo>
                  <a:pt x="800100" y="647700"/>
                </a:lnTo>
                <a:lnTo>
                  <a:pt x="800100" y="628650"/>
                </a:lnTo>
                <a:lnTo>
                  <a:pt x="771525" y="628650"/>
                </a:lnTo>
                <a:lnTo>
                  <a:pt x="771525" y="638175"/>
                </a:lnTo>
                <a:lnTo>
                  <a:pt x="762000" y="638175"/>
                </a:lnTo>
                <a:lnTo>
                  <a:pt x="762000" y="647700"/>
                </a:lnTo>
                <a:lnTo>
                  <a:pt x="771525" y="647700"/>
                </a:lnTo>
                <a:lnTo>
                  <a:pt x="771525" y="666750"/>
                </a:lnTo>
                <a:lnTo>
                  <a:pt x="819150" y="666750"/>
                </a:lnTo>
                <a:lnTo>
                  <a:pt x="819150" y="657225"/>
                </a:lnTo>
                <a:lnTo>
                  <a:pt x="838200" y="657225"/>
                </a:lnTo>
                <a:lnTo>
                  <a:pt x="838200" y="638175"/>
                </a:lnTo>
                <a:lnTo>
                  <a:pt x="847725" y="638175"/>
                </a:lnTo>
                <a:lnTo>
                  <a:pt x="847725" y="628650"/>
                </a:lnTo>
                <a:lnTo>
                  <a:pt x="838200" y="628650"/>
                </a:lnTo>
                <a:lnTo>
                  <a:pt x="838200" y="619125"/>
                </a:lnTo>
                <a:lnTo>
                  <a:pt x="828675" y="619125"/>
                </a:lnTo>
                <a:lnTo>
                  <a:pt x="828675" y="600075"/>
                </a:lnTo>
                <a:lnTo>
                  <a:pt x="819150" y="600075"/>
                </a:lnTo>
                <a:lnTo>
                  <a:pt x="819150" y="590550"/>
                </a:lnTo>
                <a:lnTo>
                  <a:pt x="828675" y="590550"/>
                </a:lnTo>
                <a:lnTo>
                  <a:pt x="828675" y="571500"/>
                </a:lnTo>
                <a:lnTo>
                  <a:pt x="866775" y="571500"/>
                </a:lnTo>
                <a:lnTo>
                  <a:pt x="866775" y="561975"/>
                </a:lnTo>
                <a:lnTo>
                  <a:pt x="885825" y="561975"/>
                </a:lnTo>
                <a:lnTo>
                  <a:pt x="885825" y="552450"/>
                </a:lnTo>
                <a:lnTo>
                  <a:pt x="895350" y="552450"/>
                </a:lnTo>
                <a:lnTo>
                  <a:pt x="895350" y="542925"/>
                </a:lnTo>
                <a:lnTo>
                  <a:pt x="885825" y="542925"/>
                </a:lnTo>
                <a:lnTo>
                  <a:pt x="885825" y="533400"/>
                </a:lnTo>
                <a:lnTo>
                  <a:pt x="876300" y="533400"/>
                </a:lnTo>
                <a:lnTo>
                  <a:pt x="876300" y="552450"/>
                </a:lnTo>
                <a:lnTo>
                  <a:pt x="847725" y="552450"/>
                </a:lnTo>
                <a:lnTo>
                  <a:pt x="847725" y="542925"/>
                </a:lnTo>
                <a:lnTo>
                  <a:pt x="857250" y="542925"/>
                </a:lnTo>
                <a:lnTo>
                  <a:pt x="857250" y="523875"/>
                </a:lnTo>
                <a:lnTo>
                  <a:pt x="866775" y="523875"/>
                </a:lnTo>
                <a:lnTo>
                  <a:pt x="866775" y="514350"/>
                </a:lnTo>
                <a:lnTo>
                  <a:pt x="857250" y="514350"/>
                </a:lnTo>
                <a:lnTo>
                  <a:pt x="857250" y="504825"/>
                </a:lnTo>
                <a:lnTo>
                  <a:pt x="847725" y="504825"/>
                </a:lnTo>
                <a:lnTo>
                  <a:pt x="847725" y="485775"/>
                </a:lnTo>
                <a:lnTo>
                  <a:pt x="866775" y="485775"/>
                </a:lnTo>
                <a:lnTo>
                  <a:pt x="866775" y="495300"/>
                </a:lnTo>
                <a:lnTo>
                  <a:pt x="876300" y="495300"/>
                </a:lnTo>
                <a:lnTo>
                  <a:pt x="876300" y="504825"/>
                </a:lnTo>
                <a:lnTo>
                  <a:pt x="885825" y="504825"/>
                </a:lnTo>
                <a:lnTo>
                  <a:pt x="885825" y="495300"/>
                </a:lnTo>
                <a:lnTo>
                  <a:pt x="895350" y="495300"/>
                </a:lnTo>
                <a:lnTo>
                  <a:pt x="895350" y="485775"/>
                </a:lnTo>
                <a:lnTo>
                  <a:pt x="904875" y="485775"/>
                </a:lnTo>
                <a:lnTo>
                  <a:pt x="904875" y="504825"/>
                </a:lnTo>
                <a:lnTo>
                  <a:pt x="895350" y="504825"/>
                </a:lnTo>
                <a:lnTo>
                  <a:pt x="895350" y="514350"/>
                </a:lnTo>
                <a:lnTo>
                  <a:pt x="904875" y="514350"/>
                </a:lnTo>
                <a:lnTo>
                  <a:pt x="904875" y="523875"/>
                </a:lnTo>
                <a:lnTo>
                  <a:pt x="914400" y="523875"/>
                </a:lnTo>
                <a:lnTo>
                  <a:pt x="914400" y="533400"/>
                </a:lnTo>
                <a:lnTo>
                  <a:pt x="923925" y="533400"/>
                </a:lnTo>
                <a:lnTo>
                  <a:pt x="923925" y="523875"/>
                </a:lnTo>
                <a:lnTo>
                  <a:pt x="962025" y="523875"/>
                </a:lnTo>
                <a:lnTo>
                  <a:pt x="962025" y="514350"/>
                </a:lnTo>
                <a:lnTo>
                  <a:pt x="990600" y="514350"/>
                </a:lnTo>
                <a:lnTo>
                  <a:pt x="990600" y="523875"/>
                </a:lnTo>
                <a:lnTo>
                  <a:pt x="1009650" y="523875"/>
                </a:lnTo>
                <a:lnTo>
                  <a:pt x="1009650" y="514350"/>
                </a:lnTo>
                <a:lnTo>
                  <a:pt x="1019175" y="514350"/>
                </a:lnTo>
                <a:lnTo>
                  <a:pt x="1019175" y="504825"/>
                </a:lnTo>
                <a:lnTo>
                  <a:pt x="1009650" y="504825"/>
                </a:lnTo>
                <a:lnTo>
                  <a:pt x="1009650" y="495300"/>
                </a:lnTo>
                <a:lnTo>
                  <a:pt x="1000125" y="495300"/>
                </a:lnTo>
                <a:lnTo>
                  <a:pt x="1000125" y="485775"/>
                </a:lnTo>
                <a:lnTo>
                  <a:pt x="1019175" y="485775"/>
                </a:lnTo>
                <a:lnTo>
                  <a:pt x="1019175" y="504825"/>
                </a:lnTo>
                <a:lnTo>
                  <a:pt x="1038225" y="504825"/>
                </a:lnTo>
                <a:lnTo>
                  <a:pt x="1038225" y="514350"/>
                </a:lnTo>
                <a:lnTo>
                  <a:pt x="1047750" y="514350"/>
                </a:lnTo>
                <a:lnTo>
                  <a:pt x="1047750" y="523875"/>
                </a:lnTo>
                <a:lnTo>
                  <a:pt x="1057275" y="523875"/>
                </a:lnTo>
                <a:lnTo>
                  <a:pt x="1057275" y="533400"/>
                </a:lnTo>
                <a:lnTo>
                  <a:pt x="1076325" y="533400"/>
                </a:lnTo>
                <a:lnTo>
                  <a:pt x="1076325" y="523875"/>
                </a:lnTo>
                <a:lnTo>
                  <a:pt x="1095375" y="523875"/>
                </a:lnTo>
                <a:lnTo>
                  <a:pt x="1095375" y="533400"/>
                </a:lnTo>
                <a:lnTo>
                  <a:pt x="1085850" y="533400"/>
                </a:lnTo>
                <a:lnTo>
                  <a:pt x="1085850" y="542925"/>
                </a:lnTo>
                <a:lnTo>
                  <a:pt x="1076325" y="542925"/>
                </a:lnTo>
                <a:lnTo>
                  <a:pt x="1076325" y="552450"/>
                </a:lnTo>
                <a:lnTo>
                  <a:pt x="1085850" y="552450"/>
                </a:lnTo>
                <a:lnTo>
                  <a:pt x="1085850" y="571500"/>
                </a:lnTo>
                <a:lnTo>
                  <a:pt x="1095375" y="571500"/>
                </a:lnTo>
                <a:lnTo>
                  <a:pt x="1095375" y="581025"/>
                </a:lnTo>
                <a:lnTo>
                  <a:pt x="1104900" y="581025"/>
                </a:lnTo>
                <a:lnTo>
                  <a:pt x="1104900" y="571500"/>
                </a:lnTo>
                <a:lnTo>
                  <a:pt x="1143000" y="571500"/>
                </a:lnTo>
                <a:lnTo>
                  <a:pt x="1143000" y="523875"/>
                </a:lnTo>
                <a:lnTo>
                  <a:pt x="1152525" y="523875"/>
                </a:lnTo>
                <a:lnTo>
                  <a:pt x="1152525" y="504825"/>
                </a:lnTo>
                <a:lnTo>
                  <a:pt x="1143000" y="504825"/>
                </a:lnTo>
                <a:lnTo>
                  <a:pt x="1143000" y="495300"/>
                </a:lnTo>
                <a:lnTo>
                  <a:pt x="1152525" y="495300"/>
                </a:lnTo>
                <a:lnTo>
                  <a:pt x="1152525" y="457200"/>
                </a:lnTo>
                <a:lnTo>
                  <a:pt x="1162050" y="457200"/>
                </a:lnTo>
                <a:lnTo>
                  <a:pt x="1162050" y="476250"/>
                </a:lnTo>
                <a:lnTo>
                  <a:pt x="1181100" y="476250"/>
                </a:lnTo>
                <a:lnTo>
                  <a:pt x="1181100" y="485775"/>
                </a:lnTo>
                <a:lnTo>
                  <a:pt x="1190625" y="485775"/>
                </a:lnTo>
                <a:lnTo>
                  <a:pt x="1190625" y="495300"/>
                </a:lnTo>
                <a:lnTo>
                  <a:pt x="1171575" y="495300"/>
                </a:lnTo>
                <a:lnTo>
                  <a:pt x="1171575" y="504825"/>
                </a:lnTo>
                <a:lnTo>
                  <a:pt x="1190625" y="504825"/>
                </a:lnTo>
                <a:lnTo>
                  <a:pt x="1190625" y="495300"/>
                </a:lnTo>
                <a:lnTo>
                  <a:pt x="1209675" y="495300"/>
                </a:lnTo>
                <a:lnTo>
                  <a:pt x="1209675" y="504825"/>
                </a:lnTo>
                <a:lnTo>
                  <a:pt x="1200150" y="504825"/>
                </a:lnTo>
                <a:lnTo>
                  <a:pt x="1200150" y="514350"/>
                </a:lnTo>
                <a:lnTo>
                  <a:pt x="1190625" y="514350"/>
                </a:lnTo>
                <a:lnTo>
                  <a:pt x="1190625" y="533400"/>
                </a:lnTo>
                <a:lnTo>
                  <a:pt x="1152525" y="533400"/>
                </a:lnTo>
                <a:lnTo>
                  <a:pt x="1152525" y="542925"/>
                </a:lnTo>
                <a:lnTo>
                  <a:pt x="1171575" y="542925"/>
                </a:lnTo>
                <a:lnTo>
                  <a:pt x="1171575" y="571500"/>
                </a:lnTo>
                <a:lnTo>
                  <a:pt x="1162050" y="571500"/>
                </a:lnTo>
                <a:lnTo>
                  <a:pt x="1162050" y="581025"/>
                </a:lnTo>
                <a:lnTo>
                  <a:pt x="1171575" y="581025"/>
                </a:lnTo>
                <a:lnTo>
                  <a:pt x="1171575" y="600075"/>
                </a:lnTo>
                <a:lnTo>
                  <a:pt x="1143000" y="600075"/>
                </a:lnTo>
                <a:lnTo>
                  <a:pt x="1143000" y="590550"/>
                </a:lnTo>
                <a:lnTo>
                  <a:pt x="1114425" y="590550"/>
                </a:lnTo>
                <a:lnTo>
                  <a:pt x="1114425" y="600075"/>
                </a:lnTo>
                <a:lnTo>
                  <a:pt x="1085850" y="600075"/>
                </a:lnTo>
                <a:lnTo>
                  <a:pt x="1085850" y="590550"/>
                </a:lnTo>
                <a:lnTo>
                  <a:pt x="1038225" y="590550"/>
                </a:lnTo>
                <a:lnTo>
                  <a:pt x="1038225" y="581025"/>
                </a:lnTo>
                <a:lnTo>
                  <a:pt x="1019175" y="581025"/>
                </a:lnTo>
                <a:lnTo>
                  <a:pt x="1019175" y="590550"/>
                </a:lnTo>
                <a:lnTo>
                  <a:pt x="981075" y="590550"/>
                </a:lnTo>
                <a:lnTo>
                  <a:pt x="981075" y="619125"/>
                </a:lnTo>
                <a:lnTo>
                  <a:pt x="1028700" y="619125"/>
                </a:lnTo>
                <a:lnTo>
                  <a:pt x="1028700" y="647700"/>
                </a:lnTo>
                <a:lnTo>
                  <a:pt x="1019175" y="647700"/>
                </a:lnTo>
                <a:lnTo>
                  <a:pt x="1019175" y="638175"/>
                </a:lnTo>
                <a:lnTo>
                  <a:pt x="1009650" y="638175"/>
                </a:lnTo>
                <a:lnTo>
                  <a:pt x="1009650" y="628650"/>
                </a:lnTo>
                <a:lnTo>
                  <a:pt x="1000125" y="628650"/>
                </a:lnTo>
                <a:lnTo>
                  <a:pt x="1000125" y="647700"/>
                </a:lnTo>
                <a:lnTo>
                  <a:pt x="1019175" y="647700"/>
                </a:lnTo>
                <a:lnTo>
                  <a:pt x="1019175" y="666750"/>
                </a:lnTo>
                <a:lnTo>
                  <a:pt x="1028700" y="666750"/>
                </a:lnTo>
                <a:lnTo>
                  <a:pt x="1028700" y="695325"/>
                </a:lnTo>
                <a:lnTo>
                  <a:pt x="1019175" y="695325"/>
                </a:lnTo>
                <a:lnTo>
                  <a:pt x="1019175" y="704850"/>
                </a:lnTo>
                <a:lnTo>
                  <a:pt x="990600" y="704850"/>
                </a:lnTo>
                <a:lnTo>
                  <a:pt x="990600" y="695325"/>
                </a:lnTo>
                <a:lnTo>
                  <a:pt x="1000125" y="695325"/>
                </a:lnTo>
                <a:lnTo>
                  <a:pt x="1000125" y="685800"/>
                </a:lnTo>
                <a:lnTo>
                  <a:pt x="981075" y="685800"/>
                </a:lnTo>
                <a:lnTo>
                  <a:pt x="981075" y="666750"/>
                </a:lnTo>
                <a:lnTo>
                  <a:pt x="971550" y="666750"/>
                </a:lnTo>
                <a:lnTo>
                  <a:pt x="971550" y="657225"/>
                </a:lnTo>
                <a:lnTo>
                  <a:pt x="962025" y="657225"/>
                </a:lnTo>
                <a:lnTo>
                  <a:pt x="962025" y="647700"/>
                </a:lnTo>
                <a:lnTo>
                  <a:pt x="952500" y="647700"/>
                </a:lnTo>
                <a:lnTo>
                  <a:pt x="952500" y="628650"/>
                </a:lnTo>
                <a:lnTo>
                  <a:pt x="962025" y="628650"/>
                </a:lnTo>
                <a:lnTo>
                  <a:pt x="962025" y="619125"/>
                </a:lnTo>
                <a:lnTo>
                  <a:pt x="952500" y="619125"/>
                </a:lnTo>
                <a:lnTo>
                  <a:pt x="952500" y="609600"/>
                </a:lnTo>
                <a:lnTo>
                  <a:pt x="962025" y="609600"/>
                </a:lnTo>
                <a:lnTo>
                  <a:pt x="962025" y="581025"/>
                </a:lnTo>
                <a:lnTo>
                  <a:pt x="942975" y="581025"/>
                </a:lnTo>
                <a:lnTo>
                  <a:pt x="942975" y="590550"/>
                </a:lnTo>
                <a:lnTo>
                  <a:pt x="933450" y="590550"/>
                </a:lnTo>
                <a:lnTo>
                  <a:pt x="933450" y="600075"/>
                </a:lnTo>
                <a:lnTo>
                  <a:pt x="914400" y="600075"/>
                </a:lnTo>
                <a:lnTo>
                  <a:pt x="914400" y="590550"/>
                </a:lnTo>
                <a:lnTo>
                  <a:pt x="904875" y="590550"/>
                </a:lnTo>
                <a:lnTo>
                  <a:pt x="904875" y="581025"/>
                </a:lnTo>
                <a:lnTo>
                  <a:pt x="885825" y="581025"/>
                </a:lnTo>
                <a:lnTo>
                  <a:pt x="885825" y="590550"/>
                </a:lnTo>
                <a:lnTo>
                  <a:pt x="876300" y="590550"/>
                </a:lnTo>
                <a:lnTo>
                  <a:pt x="876300" y="619125"/>
                </a:lnTo>
                <a:lnTo>
                  <a:pt x="895350" y="619125"/>
                </a:lnTo>
                <a:lnTo>
                  <a:pt x="895350" y="638175"/>
                </a:lnTo>
                <a:lnTo>
                  <a:pt x="904875" y="638175"/>
                </a:lnTo>
                <a:lnTo>
                  <a:pt x="904875" y="619125"/>
                </a:lnTo>
                <a:lnTo>
                  <a:pt x="914400" y="619125"/>
                </a:lnTo>
                <a:lnTo>
                  <a:pt x="914400" y="628650"/>
                </a:lnTo>
                <a:lnTo>
                  <a:pt x="933450" y="628650"/>
                </a:lnTo>
                <a:lnTo>
                  <a:pt x="933450" y="638175"/>
                </a:lnTo>
                <a:lnTo>
                  <a:pt x="914400" y="638175"/>
                </a:lnTo>
                <a:lnTo>
                  <a:pt x="914400" y="657225"/>
                </a:lnTo>
                <a:lnTo>
                  <a:pt x="933450" y="657225"/>
                </a:lnTo>
                <a:lnTo>
                  <a:pt x="933450" y="647700"/>
                </a:lnTo>
                <a:lnTo>
                  <a:pt x="942975" y="647700"/>
                </a:lnTo>
                <a:lnTo>
                  <a:pt x="942975" y="676275"/>
                </a:lnTo>
                <a:lnTo>
                  <a:pt x="933450" y="676275"/>
                </a:lnTo>
                <a:lnTo>
                  <a:pt x="933450" y="685800"/>
                </a:lnTo>
                <a:lnTo>
                  <a:pt x="942975" y="685800"/>
                </a:lnTo>
                <a:lnTo>
                  <a:pt x="942975" y="695325"/>
                </a:lnTo>
                <a:lnTo>
                  <a:pt x="971550" y="695325"/>
                </a:lnTo>
                <a:lnTo>
                  <a:pt x="971550" y="704850"/>
                </a:lnTo>
                <a:lnTo>
                  <a:pt x="990600" y="704850"/>
                </a:lnTo>
                <a:lnTo>
                  <a:pt x="990600" y="723900"/>
                </a:lnTo>
                <a:lnTo>
                  <a:pt x="971550" y="723900"/>
                </a:lnTo>
                <a:lnTo>
                  <a:pt x="971550" y="742950"/>
                </a:lnTo>
                <a:lnTo>
                  <a:pt x="962025" y="742950"/>
                </a:lnTo>
                <a:lnTo>
                  <a:pt x="962025" y="752475"/>
                </a:lnTo>
                <a:lnTo>
                  <a:pt x="971550" y="752475"/>
                </a:lnTo>
                <a:lnTo>
                  <a:pt x="971550" y="790575"/>
                </a:lnTo>
                <a:lnTo>
                  <a:pt x="952500" y="790575"/>
                </a:lnTo>
                <a:lnTo>
                  <a:pt x="952500" y="781050"/>
                </a:lnTo>
                <a:lnTo>
                  <a:pt x="942975" y="781050"/>
                </a:lnTo>
                <a:lnTo>
                  <a:pt x="942975" y="771525"/>
                </a:lnTo>
                <a:lnTo>
                  <a:pt x="933450" y="771525"/>
                </a:lnTo>
                <a:lnTo>
                  <a:pt x="933450" y="762000"/>
                </a:lnTo>
                <a:lnTo>
                  <a:pt x="942975" y="762000"/>
                </a:lnTo>
                <a:lnTo>
                  <a:pt x="942975" y="752475"/>
                </a:lnTo>
                <a:lnTo>
                  <a:pt x="933450" y="752475"/>
                </a:lnTo>
                <a:lnTo>
                  <a:pt x="933450" y="742950"/>
                </a:lnTo>
                <a:lnTo>
                  <a:pt x="942975" y="742950"/>
                </a:lnTo>
                <a:lnTo>
                  <a:pt x="942975" y="733425"/>
                </a:lnTo>
                <a:lnTo>
                  <a:pt x="933450" y="733425"/>
                </a:lnTo>
                <a:lnTo>
                  <a:pt x="933450" y="723900"/>
                </a:lnTo>
                <a:lnTo>
                  <a:pt x="895350" y="723900"/>
                </a:lnTo>
                <a:lnTo>
                  <a:pt x="895350" y="733425"/>
                </a:lnTo>
                <a:lnTo>
                  <a:pt x="866775" y="733425"/>
                </a:lnTo>
                <a:lnTo>
                  <a:pt x="866775" y="695325"/>
                </a:lnTo>
                <a:lnTo>
                  <a:pt x="857250" y="695325"/>
                </a:lnTo>
                <a:lnTo>
                  <a:pt x="857250" y="685800"/>
                </a:lnTo>
                <a:lnTo>
                  <a:pt x="838200" y="685800"/>
                </a:lnTo>
                <a:lnTo>
                  <a:pt x="838200" y="676275"/>
                </a:lnTo>
                <a:lnTo>
                  <a:pt x="828675" y="676275"/>
                </a:lnTo>
                <a:lnTo>
                  <a:pt x="828675" y="685800"/>
                </a:lnTo>
                <a:lnTo>
                  <a:pt x="819150" y="685800"/>
                </a:lnTo>
                <a:lnTo>
                  <a:pt x="819150" y="695325"/>
                </a:lnTo>
                <a:lnTo>
                  <a:pt x="809625" y="695325"/>
                </a:lnTo>
                <a:lnTo>
                  <a:pt x="809625" y="704850"/>
                </a:lnTo>
                <a:lnTo>
                  <a:pt x="838200" y="704850"/>
                </a:lnTo>
                <a:lnTo>
                  <a:pt x="838200" y="733425"/>
                </a:lnTo>
                <a:lnTo>
                  <a:pt x="828675" y="733425"/>
                </a:lnTo>
                <a:lnTo>
                  <a:pt x="828675" y="762000"/>
                </a:lnTo>
                <a:lnTo>
                  <a:pt x="838200" y="762000"/>
                </a:lnTo>
                <a:lnTo>
                  <a:pt x="838200" y="742950"/>
                </a:lnTo>
                <a:lnTo>
                  <a:pt x="847725" y="742950"/>
                </a:lnTo>
                <a:lnTo>
                  <a:pt x="847725" y="733425"/>
                </a:lnTo>
                <a:lnTo>
                  <a:pt x="866775" y="733425"/>
                </a:lnTo>
                <a:lnTo>
                  <a:pt x="866775" y="752475"/>
                </a:lnTo>
                <a:lnTo>
                  <a:pt x="876300" y="752475"/>
                </a:lnTo>
                <a:lnTo>
                  <a:pt x="876300" y="800100"/>
                </a:lnTo>
                <a:lnTo>
                  <a:pt x="847725" y="800100"/>
                </a:lnTo>
                <a:lnTo>
                  <a:pt x="847725" y="809625"/>
                </a:lnTo>
                <a:lnTo>
                  <a:pt x="828675" y="809625"/>
                </a:lnTo>
                <a:lnTo>
                  <a:pt x="828675" y="790575"/>
                </a:lnTo>
                <a:lnTo>
                  <a:pt x="809625" y="790575"/>
                </a:lnTo>
                <a:lnTo>
                  <a:pt x="809625" y="781050"/>
                </a:lnTo>
                <a:lnTo>
                  <a:pt x="819150" y="781050"/>
                </a:lnTo>
                <a:lnTo>
                  <a:pt x="819150" y="762000"/>
                </a:lnTo>
                <a:lnTo>
                  <a:pt x="800100" y="762000"/>
                </a:lnTo>
                <a:lnTo>
                  <a:pt x="800100" y="771525"/>
                </a:lnTo>
                <a:lnTo>
                  <a:pt x="781050" y="771525"/>
                </a:lnTo>
                <a:lnTo>
                  <a:pt x="781050" y="781050"/>
                </a:lnTo>
                <a:lnTo>
                  <a:pt x="790575" y="781050"/>
                </a:lnTo>
                <a:lnTo>
                  <a:pt x="790575" y="819150"/>
                </a:lnTo>
                <a:lnTo>
                  <a:pt x="771525" y="819150"/>
                </a:lnTo>
                <a:lnTo>
                  <a:pt x="771525" y="809625"/>
                </a:lnTo>
                <a:lnTo>
                  <a:pt x="752475" y="809625"/>
                </a:lnTo>
                <a:lnTo>
                  <a:pt x="752475" y="800100"/>
                </a:lnTo>
                <a:lnTo>
                  <a:pt x="742950" y="800100"/>
                </a:lnTo>
                <a:lnTo>
                  <a:pt x="742950" y="809625"/>
                </a:lnTo>
                <a:lnTo>
                  <a:pt x="733425" y="809625"/>
                </a:lnTo>
                <a:lnTo>
                  <a:pt x="733425" y="800100"/>
                </a:lnTo>
                <a:lnTo>
                  <a:pt x="695325" y="800100"/>
                </a:lnTo>
                <a:lnTo>
                  <a:pt x="695325" y="809625"/>
                </a:lnTo>
                <a:lnTo>
                  <a:pt x="685800" y="809625"/>
                </a:lnTo>
                <a:lnTo>
                  <a:pt x="685800" y="819150"/>
                </a:lnTo>
                <a:lnTo>
                  <a:pt x="647700" y="819150"/>
                </a:lnTo>
                <a:lnTo>
                  <a:pt x="647700" y="828675"/>
                </a:lnTo>
                <a:lnTo>
                  <a:pt x="619125" y="828675"/>
                </a:lnTo>
                <a:lnTo>
                  <a:pt x="619125" y="838200"/>
                </a:lnTo>
                <a:lnTo>
                  <a:pt x="600075" y="838200"/>
                </a:lnTo>
                <a:lnTo>
                  <a:pt x="600075" y="828675"/>
                </a:lnTo>
                <a:lnTo>
                  <a:pt x="609600" y="828675"/>
                </a:lnTo>
                <a:lnTo>
                  <a:pt x="609600" y="819150"/>
                </a:lnTo>
                <a:lnTo>
                  <a:pt x="619125" y="819150"/>
                </a:lnTo>
                <a:lnTo>
                  <a:pt x="619125" y="809625"/>
                </a:lnTo>
                <a:lnTo>
                  <a:pt x="628650" y="809625"/>
                </a:lnTo>
                <a:lnTo>
                  <a:pt x="628650" y="781050"/>
                </a:lnTo>
                <a:lnTo>
                  <a:pt x="619125" y="781050"/>
                </a:lnTo>
                <a:lnTo>
                  <a:pt x="619125" y="752475"/>
                </a:lnTo>
                <a:lnTo>
                  <a:pt x="609600" y="752475"/>
                </a:lnTo>
                <a:lnTo>
                  <a:pt x="609600" y="742950"/>
                </a:lnTo>
                <a:lnTo>
                  <a:pt x="600075" y="742950"/>
                </a:lnTo>
                <a:lnTo>
                  <a:pt x="600075" y="695325"/>
                </a:lnTo>
                <a:lnTo>
                  <a:pt x="609600" y="695325"/>
                </a:lnTo>
                <a:lnTo>
                  <a:pt x="609600" y="666750"/>
                </a:lnTo>
                <a:lnTo>
                  <a:pt x="676275" y="666750"/>
                </a:lnTo>
                <a:lnTo>
                  <a:pt x="676275" y="657225"/>
                </a:lnTo>
                <a:lnTo>
                  <a:pt x="695325" y="657225"/>
                </a:lnTo>
                <a:lnTo>
                  <a:pt x="695325" y="638175"/>
                </a:lnTo>
                <a:lnTo>
                  <a:pt x="676275" y="638175"/>
                </a:lnTo>
                <a:lnTo>
                  <a:pt x="676275" y="609600"/>
                </a:lnTo>
                <a:lnTo>
                  <a:pt x="657225" y="609600"/>
                </a:lnTo>
                <a:lnTo>
                  <a:pt x="657225" y="600075"/>
                </a:lnTo>
                <a:lnTo>
                  <a:pt x="647700" y="600075"/>
                </a:lnTo>
                <a:lnTo>
                  <a:pt x="647700" y="590550"/>
                </a:lnTo>
                <a:lnTo>
                  <a:pt x="638175" y="590550"/>
                </a:lnTo>
                <a:lnTo>
                  <a:pt x="638175" y="609600"/>
                </a:lnTo>
                <a:lnTo>
                  <a:pt x="647700" y="609600"/>
                </a:lnTo>
                <a:lnTo>
                  <a:pt x="647700" y="638175"/>
                </a:lnTo>
                <a:lnTo>
                  <a:pt x="628650" y="638175"/>
                </a:lnTo>
                <a:lnTo>
                  <a:pt x="628650" y="647700"/>
                </a:lnTo>
                <a:lnTo>
                  <a:pt x="600075" y="647700"/>
                </a:lnTo>
                <a:lnTo>
                  <a:pt x="600075" y="628650"/>
                </a:lnTo>
                <a:lnTo>
                  <a:pt x="590550" y="628650"/>
                </a:lnTo>
                <a:lnTo>
                  <a:pt x="590550" y="619125"/>
                </a:lnTo>
                <a:lnTo>
                  <a:pt x="581025" y="619125"/>
                </a:lnTo>
                <a:lnTo>
                  <a:pt x="581025" y="609600"/>
                </a:lnTo>
                <a:lnTo>
                  <a:pt x="571500" y="609600"/>
                </a:lnTo>
                <a:lnTo>
                  <a:pt x="571500" y="647700"/>
                </a:lnTo>
                <a:lnTo>
                  <a:pt x="523875" y="647700"/>
                </a:lnTo>
                <a:lnTo>
                  <a:pt x="523875" y="619125"/>
                </a:lnTo>
                <a:lnTo>
                  <a:pt x="495300" y="619125"/>
                </a:lnTo>
                <a:lnTo>
                  <a:pt x="495300" y="600075"/>
                </a:lnTo>
                <a:lnTo>
                  <a:pt x="514350" y="600075"/>
                </a:lnTo>
                <a:lnTo>
                  <a:pt x="514350" y="590550"/>
                </a:lnTo>
                <a:lnTo>
                  <a:pt x="523875" y="590550"/>
                </a:lnTo>
                <a:lnTo>
                  <a:pt x="523875" y="571500"/>
                </a:lnTo>
                <a:lnTo>
                  <a:pt x="533400" y="571500"/>
                </a:lnTo>
                <a:lnTo>
                  <a:pt x="533400" y="600075"/>
                </a:lnTo>
                <a:lnTo>
                  <a:pt x="523875" y="600075"/>
                </a:lnTo>
                <a:lnTo>
                  <a:pt x="523875" y="609600"/>
                </a:lnTo>
                <a:lnTo>
                  <a:pt x="552450" y="609600"/>
                </a:lnTo>
                <a:lnTo>
                  <a:pt x="552450" y="590550"/>
                </a:lnTo>
                <a:lnTo>
                  <a:pt x="542925" y="590550"/>
                </a:lnTo>
                <a:lnTo>
                  <a:pt x="542925" y="581025"/>
                </a:lnTo>
                <a:lnTo>
                  <a:pt x="581025" y="581025"/>
                </a:lnTo>
                <a:lnTo>
                  <a:pt x="581025" y="571500"/>
                </a:lnTo>
                <a:lnTo>
                  <a:pt x="590550" y="571500"/>
                </a:lnTo>
                <a:lnTo>
                  <a:pt x="590550" y="552450"/>
                </a:lnTo>
                <a:lnTo>
                  <a:pt x="600075" y="552450"/>
                </a:lnTo>
                <a:lnTo>
                  <a:pt x="600075" y="561975"/>
                </a:lnTo>
                <a:lnTo>
                  <a:pt x="609600" y="561975"/>
                </a:lnTo>
                <a:lnTo>
                  <a:pt x="609600" y="571500"/>
                </a:lnTo>
                <a:lnTo>
                  <a:pt x="600075" y="571500"/>
                </a:lnTo>
                <a:lnTo>
                  <a:pt x="600075" y="581025"/>
                </a:lnTo>
                <a:lnTo>
                  <a:pt x="609600" y="581025"/>
                </a:lnTo>
                <a:lnTo>
                  <a:pt x="609600" y="571500"/>
                </a:lnTo>
                <a:lnTo>
                  <a:pt x="628650" y="571500"/>
                </a:lnTo>
                <a:lnTo>
                  <a:pt x="628650" y="542925"/>
                </a:lnTo>
                <a:lnTo>
                  <a:pt x="619125" y="542925"/>
                </a:lnTo>
                <a:lnTo>
                  <a:pt x="619125" y="552450"/>
                </a:lnTo>
                <a:lnTo>
                  <a:pt x="609600" y="552450"/>
                </a:lnTo>
                <a:lnTo>
                  <a:pt x="609600" y="523875"/>
                </a:lnTo>
                <a:lnTo>
                  <a:pt x="590550" y="523875"/>
                </a:lnTo>
                <a:lnTo>
                  <a:pt x="590550" y="514350"/>
                </a:lnTo>
                <a:lnTo>
                  <a:pt x="628650" y="514350"/>
                </a:lnTo>
                <a:lnTo>
                  <a:pt x="628650" y="533400"/>
                </a:lnTo>
                <a:lnTo>
                  <a:pt x="638175" y="533400"/>
                </a:lnTo>
                <a:lnTo>
                  <a:pt x="638175" y="542925"/>
                </a:lnTo>
                <a:lnTo>
                  <a:pt x="657225" y="542925"/>
                </a:lnTo>
                <a:lnTo>
                  <a:pt x="657225" y="533400"/>
                </a:lnTo>
                <a:lnTo>
                  <a:pt x="647700" y="533400"/>
                </a:lnTo>
                <a:lnTo>
                  <a:pt x="647700" y="504825"/>
                </a:lnTo>
                <a:lnTo>
                  <a:pt x="657225" y="504825"/>
                </a:lnTo>
                <a:lnTo>
                  <a:pt x="657225" y="495300"/>
                </a:lnTo>
                <a:lnTo>
                  <a:pt x="647700" y="495300"/>
                </a:lnTo>
                <a:lnTo>
                  <a:pt x="647700" y="476250"/>
                </a:lnTo>
                <a:lnTo>
                  <a:pt x="666750" y="476250"/>
                </a:lnTo>
                <a:lnTo>
                  <a:pt x="666750" y="466725"/>
                </a:lnTo>
                <a:lnTo>
                  <a:pt x="657225" y="466725"/>
                </a:lnTo>
                <a:lnTo>
                  <a:pt x="657225" y="457200"/>
                </a:lnTo>
                <a:lnTo>
                  <a:pt x="628650" y="457200"/>
                </a:lnTo>
                <a:lnTo>
                  <a:pt x="628650" y="476250"/>
                </a:lnTo>
                <a:lnTo>
                  <a:pt x="638175" y="476250"/>
                </a:lnTo>
                <a:lnTo>
                  <a:pt x="638175" y="485775"/>
                </a:lnTo>
                <a:lnTo>
                  <a:pt x="600075" y="485775"/>
                </a:lnTo>
                <a:lnTo>
                  <a:pt x="600075" y="466725"/>
                </a:lnTo>
                <a:lnTo>
                  <a:pt x="561975" y="466725"/>
                </a:lnTo>
                <a:lnTo>
                  <a:pt x="561975" y="457200"/>
                </a:lnTo>
                <a:lnTo>
                  <a:pt x="581025" y="457200"/>
                </a:lnTo>
                <a:lnTo>
                  <a:pt x="581025" y="438150"/>
                </a:lnTo>
                <a:lnTo>
                  <a:pt x="619125" y="438150"/>
                </a:lnTo>
                <a:lnTo>
                  <a:pt x="619125" y="428625"/>
                </a:lnTo>
                <a:lnTo>
                  <a:pt x="628650" y="428625"/>
                </a:lnTo>
                <a:lnTo>
                  <a:pt x="628650" y="438150"/>
                </a:lnTo>
                <a:lnTo>
                  <a:pt x="638175" y="438150"/>
                </a:lnTo>
                <a:lnTo>
                  <a:pt x="638175" y="428625"/>
                </a:lnTo>
                <a:lnTo>
                  <a:pt x="647700" y="428625"/>
                </a:lnTo>
                <a:lnTo>
                  <a:pt x="647700" y="409575"/>
                </a:lnTo>
                <a:lnTo>
                  <a:pt x="685800" y="409575"/>
                </a:lnTo>
                <a:lnTo>
                  <a:pt x="685800" y="400050"/>
                </a:lnTo>
                <a:lnTo>
                  <a:pt x="695325" y="400050"/>
                </a:lnTo>
                <a:lnTo>
                  <a:pt x="695325" y="390525"/>
                </a:lnTo>
                <a:lnTo>
                  <a:pt x="704850" y="390525"/>
                </a:lnTo>
                <a:close/>
                <a:moveTo>
                  <a:pt x="1009650" y="381000"/>
                </a:moveTo>
                <a:lnTo>
                  <a:pt x="1038225" y="381000"/>
                </a:lnTo>
                <a:lnTo>
                  <a:pt x="1038225" y="390525"/>
                </a:lnTo>
                <a:lnTo>
                  <a:pt x="1009650" y="390525"/>
                </a:lnTo>
                <a:close/>
                <a:moveTo>
                  <a:pt x="1200150" y="381000"/>
                </a:moveTo>
                <a:lnTo>
                  <a:pt x="1228725" y="381000"/>
                </a:lnTo>
                <a:lnTo>
                  <a:pt x="1228725" y="390525"/>
                </a:lnTo>
                <a:lnTo>
                  <a:pt x="1238250" y="390525"/>
                </a:lnTo>
                <a:lnTo>
                  <a:pt x="1238250" y="428625"/>
                </a:lnTo>
                <a:lnTo>
                  <a:pt x="1219200" y="428625"/>
                </a:lnTo>
                <a:lnTo>
                  <a:pt x="1219200" y="419100"/>
                </a:lnTo>
                <a:lnTo>
                  <a:pt x="1209675" y="419100"/>
                </a:lnTo>
                <a:lnTo>
                  <a:pt x="1209675" y="409575"/>
                </a:lnTo>
                <a:lnTo>
                  <a:pt x="1200150" y="409575"/>
                </a:lnTo>
                <a:lnTo>
                  <a:pt x="1200150" y="419100"/>
                </a:lnTo>
                <a:lnTo>
                  <a:pt x="1171575" y="419100"/>
                </a:lnTo>
                <a:lnTo>
                  <a:pt x="1171575" y="409575"/>
                </a:lnTo>
                <a:lnTo>
                  <a:pt x="1181100" y="409575"/>
                </a:lnTo>
                <a:lnTo>
                  <a:pt x="1181100" y="400050"/>
                </a:lnTo>
                <a:lnTo>
                  <a:pt x="1200150" y="400050"/>
                </a:lnTo>
                <a:close/>
                <a:moveTo>
                  <a:pt x="533400" y="390525"/>
                </a:moveTo>
                <a:lnTo>
                  <a:pt x="552450" y="390525"/>
                </a:lnTo>
                <a:lnTo>
                  <a:pt x="552450" y="400050"/>
                </a:lnTo>
                <a:lnTo>
                  <a:pt x="533400" y="400050"/>
                </a:lnTo>
                <a:close/>
                <a:moveTo>
                  <a:pt x="600075" y="390525"/>
                </a:moveTo>
                <a:lnTo>
                  <a:pt x="609600" y="390525"/>
                </a:lnTo>
                <a:lnTo>
                  <a:pt x="609600" y="400050"/>
                </a:lnTo>
                <a:lnTo>
                  <a:pt x="638175" y="400050"/>
                </a:lnTo>
                <a:lnTo>
                  <a:pt x="638175" y="409575"/>
                </a:lnTo>
                <a:lnTo>
                  <a:pt x="628650" y="409575"/>
                </a:lnTo>
                <a:lnTo>
                  <a:pt x="628650" y="419100"/>
                </a:lnTo>
                <a:lnTo>
                  <a:pt x="619125" y="419100"/>
                </a:lnTo>
                <a:lnTo>
                  <a:pt x="619125" y="409575"/>
                </a:lnTo>
                <a:lnTo>
                  <a:pt x="600075" y="409575"/>
                </a:lnTo>
                <a:close/>
                <a:moveTo>
                  <a:pt x="838200" y="390525"/>
                </a:moveTo>
                <a:lnTo>
                  <a:pt x="866775" y="390525"/>
                </a:lnTo>
                <a:lnTo>
                  <a:pt x="866775" y="400050"/>
                </a:lnTo>
                <a:lnTo>
                  <a:pt x="885825" y="400050"/>
                </a:lnTo>
                <a:lnTo>
                  <a:pt x="885825" y="409575"/>
                </a:lnTo>
                <a:lnTo>
                  <a:pt x="904875" y="409575"/>
                </a:lnTo>
                <a:lnTo>
                  <a:pt x="904875" y="419100"/>
                </a:lnTo>
                <a:lnTo>
                  <a:pt x="895350" y="419100"/>
                </a:lnTo>
                <a:lnTo>
                  <a:pt x="895350" y="457200"/>
                </a:lnTo>
                <a:lnTo>
                  <a:pt x="885825" y="457200"/>
                </a:lnTo>
                <a:lnTo>
                  <a:pt x="885825" y="438150"/>
                </a:lnTo>
                <a:lnTo>
                  <a:pt x="866775" y="438150"/>
                </a:lnTo>
                <a:lnTo>
                  <a:pt x="866775" y="447675"/>
                </a:lnTo>
                <a:lnTo>
                  <a:pt x="847725" y="447675"/>
                </a:lnTo>
                <a:lnTo>
                  <a:pt x="847725" y="419100"/>
                </a:lnTo>
                <a:lnTo>
                  <a:pt x="838200" y="419100"/>
                </a:lnTo>
                <a:lnTo>
                  <a:pt x="838200" y="409575"/>
                </a:lnTo>
                <a:lnTo>
                  <a:pt x="828675" y="409575"/>
                </a:lnTo>
                <a:lnTo>
                  <a:pt x="828675" y="438150"/>
                </a:lnTo>
                <a:lnTo>
                  <a:pt x="819150" y="438150"/>
                </a:lnTo>
                <a:lnTo>
                  <a:pt x="819150" y="428625"/>
                </a:lnTo>
                <a:lnTo>
                  <a:pt x="809625" y="428625"/>
                </a:lnTo>
                <a:lnTo>
                  <a:pt x="809625" y="419100"/>
                </a:lnTo>
                <a:lnTo>
                  <a:pt x="800100" y="419100"/>
                </a:lnTo>
                <a:lnTo>
                  <a:pt x="800100" y="409575"/>
                </a:lnTo>
                <a:lnTo>
                  <a:pt x="809625" y="409575"/>
                </a:lnTo>
                <a:lnTo>
                  <a:pt x="809625" y="400050"/>
                </a:lnTo>
                <a:lnTo>
                  <a:pt x="838200" y="400050"/>
                </a:lnTo>
                <a:close/>
                <a:moveTo>
                  <a:pt x="914400" y="390525"/>
                </a:moveTo>
                <a:lnTo>
                  <a:pt x="923925" y="390525"/>
                </a:lnTo>
                <a:lnTo>
                  <a:pt x="923925" y="400050"/>
                </a:lnTo>
                <a:lnTo>
                  <a:pt x="952500" y="400050"/>
                </a:lnTo>
                <a:lnTo>
                  <a:pt x="952500" y="409575"/>
                </a:lnTo>
                <a:lnTo>
                  <a:pt x="942975" y="409575"/>
                </a:lnTo>
                <a:lnTo>
                  <a:pt x="942975" y="428625"/>
                </a:lnTo>
                <a:lnTo>
                  <a:pt x="923925" y="428625"/>
                </a:lnTo>
                <a:lnTo>
                  <a:pt x="923925" y="419100"/>
                </a:lnTo>
                <a:lnTo>
                  <a:pt x="914400" y="419100"/>
                </a:lnTo>
                <a:close/>
                <a:moveTo>
                  <a:pt x="1381125" y="390525"/>
                </a:moveTo>
                <a:lnTo>
                  <a:pt x="1400175" y="390525"/>
                </a:lnTo>
                <a:lnTo>
                  <a:pt x="1400175" y="419100"/>
                </a:lnTo>
                <a:lnTo>
                  <a:pt x="1371600" y="419100"/>
                </a:lnTo>
                <a:lnTo>
                  <a:pt x="1371600" y="400050"/>
                </a:lnTo>
                <a:lnTo>
                  <a:pt x="1381125" y="400050"/>
                </a:lnTo>
                <a:close/>
                <a:moveTo>
                  <a:pt x="180975" y="400050"/>
                </a:moveTo>
                <a:lnTo>
                  <a:pt x="190500" y="400050"/>
                </a:lnTo>
                <a:lnTo>
                  <a:pt x="190500" y="409575"/>
                </a:lnTo>
                <a:lnTo>
                  <a:pt x="180975" y="409575"/>
                </a:lnTo>
                <a:close/>
                <a:moveTo>
                  <a:pt x="428625" y="400050"/>
                </a:moveTo>
                <a:lnTo>
                  <a:pt x="447675" y="400050"/>
                </a:lnTo>
                <a:lnTo>
                  <a:pt x="447675" y="419100"/>
                </a:lnTo>
                <a:lnTo>
                  <a:pt x="438150" y="419100"/>
                </a:lnTo>
                <a:lnTo>
                  <a:pt x="438150" y="428625"/>
                </a:lnTo>
                <a:lnTo>
                  <a:pt x="428625" y="428625"/>
                </a:lnTo>
                <a:lnTo>
                  <a:pt x="428625" y="419100"/>
                </a:lnTo>
                <a:lnTo>
                  <a:pt x="419100" y="419100"/>
                </a:lnTo>
                <a:lnTo>
                  <a:pt x="419100" y="438150"/>
                </a:lnTo>
                <a:lnTo>
                  <a:pt x="390525" y="438150"/>
                </a:lnTo>
                <a:lnTo>
                  <a:pt x="390525" y="428625"/>
                </a:lnTo>
                <a:lnTo>
                  <a:pt x="381000" y="428625"/>
                </a:lnTo>
                <a:lnTo>
                  <a:pt x="381000" y="419100"/>
                </a:lnTo>
                <a:lnTo>
                  <a:pt x="409575" y="419100"/>
                </a:lnTo>
                <a:lnTo>
                  <a:pt x="409575" y="409575"/>
                </a:lnTo>
                <a:lnTo>
                  <a:pt x="428625" y="409575"/>
                </a:lnTo>
                <a:close/>
                <a:moveTo>
                  <a:pt x="1409700" y="400050"/>
                </a:moveTo>
                <a:lnTo>
                  <a:pt x="1419225" y="400050"/>
                </a:lnTo>
                <a:lnTo>
                  <a:pt x="1419225" y="409575"/>
                </a:lnTo>
                <a:lnTo>
                  <a:pt x="1428750" y="409575"/>
                </a:lnTo>
                <a:lnTo>
                  <a:pt x="1428750" y="428625"/>
                </a:lnTo>
                <a:lnTo>
                  <a:pt x="1438275" y="428625"/>
                </a:lnTo>
                <a:lnTo>
                  <a:pt x="1438275" y="438150"/>
                </a:lnTo>
                <a:lnTo>
                  <a:pt x="1447800" y="438150"/>
                </a:lnTo>
                <a:lnTo>
                  <a:pt x="1447800" y="447675"/>
                </a:lnTo>
                <a:lnTo>
                  <a:pt x="1457325" y="447675"/>
                </a:lnTo>
                <a:lnTo>
                  <a:pt x="1457325" y="466725"/>
                </a:lnTo>
                <a:lnTo>
                  <a:pt x="1438275" y="466725"/>
                </a:lnTo>
                <a:lnTo>
                  <a:pt x="1438275" y="457200"/>
                </a:lnTo>
                <a:lnTo>
                  <a:pt x="1419225" y="457200"/>
                </a:lnTo>
                <a:lnTo>
                  <a:pt x="1419225" y="466725"/>
                </a:lnTo>
                <a:lnTo>
                  <a:pt x="1409700" y="466725"/>
                </a:lnTo>
                <a:lnTo>
                  <a:pt x="1409700" y="457200"/>
                </a:lnTo>
                <a:lnTo>
                  <a:pt x="1400175" y="457200"/>
                </a:lnTo>
                <a:lnTo>
                  <a:pt x="1400175" y="438150"/>
                </a:lnTo>
                <a:lnTo>
                  <a:pt x="1390650" y="438150"/>
                </a:lnTo>
                <a:lnTo>
                  <a:pt x="1390650" y="466725"/>
                </a:lnTo>
                <a:lnTo>
                  <a:pt x="1362075" y="466725"/>
                </a:lnTo>
                <a:lnTo>
                  <a:pt x="1362075" y="476250"/>
                </a:lnTo>
                <a:lnTo>
                  <a:pt x="1352550" y="476250"/>
                </a:lnTo>
                <a:lnTo>
                  <a:pt x="1352550" y="428625"/>
                </a:lnTo>
                <a:lnTo>
                  <a:pt x="1362075" y="428625"/>
                </a:lnTo>
                <a:lnTo>
                  <a:pt x="1362075" y="438150"/>
                </a:lnTo>
                <a:lnTo>
                  <a:pt x="1371600" y="438150"/>
                </a:lnTo>
                <a:lnTo>
                  <a:pt x="1371600" y="428625"/>
                </a:lnTo>
                <a:lnTo>
                  <a:pt x="1400175" y="428625"/>
                </a:lnTo>
                <a:lnTo>
                  <a:pt x="1400175" y="419100"/>
                </a:lnTo>
                <a:lnTo>
                  <a:pt x="1409700" y="419100"/>
                </a:lnTo>
                <a:close/>
                <a:moveTo>
                  <a:pt x="190500" y="409575"/>
                </a:moveTo>
                <a:lnTo>
                  <a:pt x="200025" y="409575"/>
                </a:lnTo>
                <a:lnTo>
                  <a:pt x="200025" y="419100"/>
                </a:lnTo>
                <a:lnTo>
                  <a:pt x="190500" y="419100"/>
                </a:lnTo>
                <a:close/>
                <a:moveTo>
                  <a:pt x="200025" y="419100"/>
                </a:moveTo>
                <a:lnTo>
                  <a:pt x="209550" y="419100"/>
                </a:lnTo>
                <a:lnTo>
                  <a:pt x="209550" y="428625"/>
                </a:lnTo>
                <a:lnTo>
                  <a:pt x="200025" y="428625"/>
                </a:lnTo>
                <a:close/>
                <a:moveTo>
                  <a:pt x="971550" y="419100"/>
                </a:moveTo>
                <a:lnTo>
                  <a:pt x="981075" y="419100"/>
                </a:lnTo>
                <a:lnTo>
                  <a:pt x="981075" y="428625"/>
                </a:lnTo>
                <a:lnTo>
                  <a:pt x="971550" y="428625"/>
                </a:lnTo>
                <a:close/>
                <a:moveTo>
                  <a:pt x="209550" y="428625"/>
                </a:moveTo>
                <a:lnTo>
                  <a:pt x="219075" y="428625"/>
                </a:lnTo>
                <a:lnTo>
                  <a:pt x="219075" y="438150"/>
                </a:lnTo>
                <a:lnTo>
                  <a:pt x="209550" y="438150"/>
                </a:lnTo>
                <a:close/>
                <a:moveTo>
                  <a:pt x="457200" y="428625"/>
                </a:moveTo>
                <a:lnTo>
                  <a:pt x="466725" y="428625"/>
                </a:lnTo>
                <a:lnTo>
                  <a:pt x="466725" y="457200"/>
                </a:lnTo>
                <a:lnTo>
                  <a:pt x="457200" y="457200"/>
                </a:lnTo>
                <a:close/>
                <a:moveTo>
                  <a:pt x="714375" y="428625"/>
                </a:moveTo>
                <a:lnTo>
                  <a:pt x="723900" y="428625"/>
                </a:lnTo>
                <a:lnTo>
                  <a:pt x="723900" y="409575"/>
                </a:lnTo>
                <a:lnTo>
                  <a:pt x="714375" y="409575"/>
                </a:lnTo>
                <a:close/>
                <a:moveTo>
                  <a:pt x="981075" y="428625"/>
                </a:moveTo>
                <a:lnTo>
                  <a:pt x="1019175" y="428625"/>
                </a:lnTo>
                <a:lnTo>
                  <a:pt x="1019175" y="447675"/>
                </a:lnTo>
                <a:lnTo>
                  <a:pt x="1009650" y="447675"/>
                </a:lnTo>
                <a:lnTo>
                  <a:pt x="1009650" y="457200"/>
                </a:lnTo>
                <a:lnTo>
                  <a:pt x="990600" y="457200"/>
                </a:lnTo>
                <a:lnTo>
                  <a:pt x="990600" y="438150"/>
                </a:lnTo>
                <a:lnTo>
                  <a:pt x="981075" y="438150"/>
                </a:lnTo>
                <a:close/>
                <a:moveTo>
                  <a:pt x="942975" y="438150"/>
                </a:moveTo>
                <a:lnTo>
                  <a:pt x="962025" y="438150"/>
                </a:lnTo>
                <a:lnTo>
                  <a:pt x="962025" y="457200"/>
                </a:lnTo>
                <a:lnTo>
                  <a:pt x="971550" y="457200"/>
                </a:lnTo>
                <a:lnTo>
                  <a:pt x="971550" y="466725"/>
                </a:lnTo>
                <a:lnTo>
                  <a:pt x="952500" y="466725"/>
                </a:lnTo>
                <a:lnTo>
                  <a:pt x="952500" y="447675"/>
                </a:lnTo>
                <a:lnTo>
                  <a:pt x="942975" y="447675"/>
                </a:lnTo>
                <a:close/>
                <a:moveTo>
                  <a:pt x="904875" y="447675"/>
                </a:moveTo>
                <a:lnTo>
                  <a:pt x="914400" y="447675"/>
                </a:lnTo>
                <a:lnTo>
                  <a:pt x="914400" y="457200"/>
                </a:lnTo>
                <a:lnTo>
                  <a:pt x="904875" y="457200"/>
                </a:lnTo>
                <a:close/>
                <a:moveTo>
                  <a:pt x="1190625" y="447675"/>
                </a:moveTo>
                <a:lnTo>
                  <a:pt x="1209675" y="447675"/>
                </a:lnTo>
                <a:lnTo>
                  <a:pt x="1209675" y="457200"/>
                </a:lnTo>
                <a:lnTo>
                  <a:pt x="1190625" y="457200"/>
                </a:lnTo>
                <a:close/>
                <a:moveTo>
                  <a:pt x="1409700" y="447675"/>
                </a:moveTo>
                <a:lnTo>
                  <a:pt x="1419225" y="447675"/>
                </a:lnTo>
                <a:lnTo>
                  <a:pt x="1419225" y="419100"/>
                </a:lnTo>
                <a:lnTo>
                  <a:pt x="1409700" y="419100"/>
                </a:lnTo>
                <a:close/>
                <a:moveTo>
                  <a:pt x="276225" y="457200"/>
                </a:moveTo>
                <a:lnTo>
                  <a:pt x="295275" y="457200"/>
                </a:lnTo>
                <a:lnTo>
                  <a:pt x="295275" y="466725"/>
                </a:lnTo>
                <a:lnTo>
                  <a:pt x="276225" y="466725"/>
                </a:lnTo>
                <a:close/>
                <a:moveTo>
                  <a:pt x="514350" y="457200"/>
                </a:moveTo>
                <a:lnTo>
                  <a:pt x="533400" y="457200"/>
                </a:lnTo>
                <a:lnTo>
                  <a:pt x="533400" y="466725"/>
                </a:lnTo>
                <a:lnTo>
                  <a:pt x="514350" y="466725"/>
                </a:lnTo>
                <a:close/>
                <a:moveTo>
                  <a:pt x="676275" y="457200"/>
                </a:moveTo>
                <a:lnTo>
                  <a:pt x="685800" y="457200"/>
                </a:lnTo>
                <a:lnTo>
                  <a:pt x="685800" y="419100"/>
                </a:lnTo>
                <a:lnTo>
                  <a:pt x="676275" y="419100"/>
                </a:lnTo>
                <a:lnTo>
                  <a:pt x="676275" y="428625"/>
                </a:lnTo>
                <a:lnTo>
                  <a:pt x="666750" y="428625"/>
                </a:lnTo>
                <a:lnTo>
                  <a:pt x="666750" y="466725"/>
                </a:lnTo>
                <a:lnTo>
                  <a:pt x="676275" y="466725"/>
                </a:lnTo>
                <a:close/>
                <a:moveTo>
                  <a:pt x="895350" y="457200"/>
                </a:moveTo>
                <a:lnTo>
                  <a:pt x="904875" y="457200"/>
                </a:lnTo>
                <a:lnTo>
                  <a:pt x="904875" y="466725"/>
                </a:lnTo>
                <a:lnTo>
                  <a:pt x="895350" y="466725"/>
                </a:lnTo>
                <a:close/>
                <a:moveTo>
                  <a:pt x="933450" y="457200"/>
                </a:moveTo>
                <a:lnTo>
                  <a:pt x="942975" y="457200"/>
                </a:lnTo>
                <a:lnTo>
                  <a:pt x="942975" y="466725"/>
                </a:lnTo>
                <a:lnTo>
                  <a:pt x="933450" y="466725"/>
                </a:lnTo>
                <a:close/>
                <a:moveTo>
                  <a:pt x="1104900" y="457200"/>
                </a:moveTo>
                <a:lnTo>
                  <a:pt x="1123950" y="457200"/>
                </a:lnTo>
                <a:lnTo>
                  <a:pt x="1123950" y="485775"/>
                </a:lnTo>
                <a:lnTo>
                  <a:pt x="1114425" y="485775"/>
                </a:lnTo>
                <a:lnTo>
                  <a:pt x="1114425" y="476250"/>
                </a:lnTo>
                <a:lnTo>
                  <a:pt x="1104900" y="476250"/>
                </a:lnTo>
                <a:close/>
                <a:moveTo>
                  <a:pt x="1238250" y="457200"/>
                </a:moveTo>
                <a:lnTo>
                  <a:pt x="1247775" y="457200"/>
                </a:lnTo>
                <a:lnTo>
                  <a:pt x="1247775" y="495300"/>
                </a:lnTo>
                <a:lnTo>
                  <a:pt x="1238250" y="495300"/>
                </a:lnTo>
                <a:lnTo>
                  <a:pt x="1238250" y="523875"/>
                </a:lnTo>
                <a:lnTo>
                  <a:pt x="1247775" y="523875"/>
                </a:lnTo>
                <a:lnTo>
                  <a:pt x="1247775" y="542925"/>
                </a:lnTo>
                <a:lnTo>
                  <a:pt x="1257300" y="542925"/>
                </a:lnTo>
                <a:lnTo>
                  <a:pt x="1257300" y="533400"/>
                </a:lnTo>
                <a:lnTo>
                  <a:pt x="1266825" y="533400"/>
                </a:lnTo>
                <a:lnTo>
                  <a:pt x="1266825" y="523875"/>
                </a:lnTo>
                <a:lnTo>
                  <a:pt x="1285875" y="523875"/>
                </a:lnTo>
                <a:lnTo>
                  <a:pt x="1285875" y="542925"/>
                </a:lnTo>
                <a:lnTo>
                  <a:pt x="1257300" y="542925"/>
                </a:lnTo>
                <a:lnTo>
                  <a:pt x="1257300" y="552450"/>
                </a:lnTo>
                <a:lnTo>
                  <a:pt x="1247775" y="552450"/>
                </a:lnTo>
                <a:lnTo>
                  <a:pt x="1247775" y="561975"/>
                </a:lnTo>
                <a:lnTo>
                  <a:pt x="1238250" y="561975"/>
                </a:lnTo>
                <a:lnTo>
                  <a:pt x="1238250" y="571500"/>
                </a:lnTo>
                <a:lnTo>
                  <a:pt x="1247775" y="571500"/>
                </a:lnTo>
                <a:lnTo>
                  <a:pt x="1247775" y="581025"/>
                </a:lnTo>
                <a:lnTo>
                  <a:pt x="1257300" y="581025"/>
                </a:lnTo>
                <a:lnTo>
                  <a:pt x="1257300" y="600075"/>
                </a:lnTo>
                <a:lnTo>
                  <a:pt x="1247775" y="600075"/>
                </a:lnTo>
                <a:lnTo>
                  <a:pt x="1247775" y="590550"/>
                </a:lnTo>
                <a:lnTo>
                  <a:pt x="1238250" y="590550"/>
                </a:lnTo>
                <a:lnTo>
                  <a:pt x="1238250" y="581025"/>
                </a:lnTo>
                <a:lnTo>
                  <a:pt x="1228725" y="581025"/>
                </a:lnTo>
                <a:lnTo>
                  <a:pt x="1228725" y="571500"/>
                </a:lnTo>
                <a:lnTo>
                  <a:pt x="1209675" y="571500"/>
                </a:lnTo>
                <a:lnTo>
                  <a:pt x="1209675" y="561975"/>
                </a:lnTo>
                <a:lnTo>
                  <a:pt x="1200150" y="561975"/>
                </a:lnTo>
                <a:lnTo>
                  <a:pt x="1200150" y="533400"/>
                </a:lnTo>
                <a:lnTo>
                  <a:pt x="1219200" y="533400"/>
                </a:lnTo>
                <a:lnTo>
                  <a:pt x="1219200" y="514350"/>
                </a:lnTo>
                <a:lnTo>
                  <a:pt x="1209675" y="514350"/>
                </a:lnTo>
                <a:lnTo>
                  <a:pt x="1209675" y="504825"/>
                </a:lnTo>
                <a:lnTo>
                  <a:pt x="1219200" y="504825"/>
                </a:lnTo>
                <a:lnTo>
                  <a:pt x="1219200" y="495300"/>
                </a:lnTo>
                <a:lnTo>
                  <a:pt x="1228725" y="495300"/>
                </a:lnTo>
                <a:lnTo>
                  <a:pt x="1228725" y="466725"/>
                </a:lnTo>
                <a:lnTo>
                  <a:pt x="1238250" y="466725"/>
                </a:lnTo>
                <a:close/>
                <a:moveTo>
                  <a:pt x="1276350" y="457200"/>
                </a:moveTo>
                <a:lnTo>
                  <a:pt x="1295400" y="457200"/>
                </a:lnTo>
                <a:lnTo>
                  <a:pt x="1295400" y="476250"/>
                </a:lnTo>
                <a:lnTo>
                  <a:pt x="1304925" y="476250"/>
                </a:lnTo>
                <a:lnTo>
                  <a:pt x="1304925" y="485775"/>
                </a:lnTo>
                <a:lnTo>
                  <a:pt x="1314450" y="485775"/>
                </a:lnTo>
                <a:lnTo>
                  <a:pt x="1314450" y="495300"/>
                </a:lnTo>
                <a:lnTo>
                  <a:pt x="1323975" y="495300"/>
                </a:lnTo>
                <a:lnTo>
                  <a:pt x="1323975" y="504825"/>
                </a:lnTo>
                <a:lnTo>
                  <a:pt x="1314450" y="504825"/>
                </a:lnTo>
                <a:lnTo>
                  <a:pt x="1314450" y="514350"/>
                </a:lnTo>
                <a:lnTo>
                  <a:pt x="1295400" y="514350"/>
                </a:lnTo>
                <a:lnTo>
                  <a:pt x="1295400" y="504825"/>
                </a:lnTo>
                <a:lnTo>
                  <a:pt x="1285875" y="504825"/>
                </a:lnTo>
                <a:lnTo>
                  <a:pt x="1285875" y="485775"/>
                </a:lnTo>
                <a:lnTo>
                  <a:pt x="1276350" y="485775"/>
                </a:lnTo>
                <a:close/>
                <a:moveTo>
                  <a:pt x="295275" y="466725"/>
                </a:moveTo>
                <a:lnTo>
                  <a:pt x="304800" y="466725"/>
                </a:lnTo>
                <a:lnTo>
                  <a:pt x="304800" y="476250"/>
                </a:lnTo>
                <a:lnTo>
                  <a:pt x="323850" y="476250"/>
                </a:lnTo>
                <a:lnTo>
                  <a:pt x="323850" y="485775"/>
                </a:lnTo>
                <a:lnTo>
                  <a:pt x="295275" y="485775"/>
                </a:lnTo>
                <a:close/>
                <a:moveTo>
                  <a:pt x="457200" y="466725"/>
                </a:moveTo>
                <a:lnTo>
                  <a:pt x="476250" y="466725"/>
                </a:lnTo>
                <a:lnTo>
                  <a:pt x="476250" y="476250"/>
                </a:lnTo>
                <a:lnTo>
                  <a:pt x="457200" y="476250"/>
                </a:lnTo>
                <a:close/>
                <a:moveTo>
                  <a:pt x="914400" y="476250"/>
                </a:moveTo>
                <a:lnTo>
                  <a:pt x="933450" y="476250"/>
                </a:lnTo>
                <a:lnTo>
                  <a:pt x="933450" y="485775"/>
                </a:lnTo>
                <a:lnTo>
                  <a:pt x="914400" y="485775"/>
                </a:lnTo>
                <a:close/>
                <a:moveTo>
                  <a:pt x="942975" y="476250"/>
                </a:moveTo>
                <a:lnTo>
                  <a:pt x="952500" y="476250"/>
                </a:lnTo>
                <a:lnTo>
                  <a:pt x="952500" y="495300"/>
                </a:lnTo>
                <a:lnTo>
                  <a:pt x="933450" y="495300"/>
                </a:lnTo>
                <a:lnTo>
                  <a:pt x="933450" y="485775"/>
                </a:lnTo>
                <a:lnTo>
                  <a:pt x="942975" y="485775"/>
                </a:lnTo>
                <a:close/>
                <a:moveTo>
                  <a:pt x="1657350" y="476250"/>
                </a:moveTo>
                <a:lnTo>
                  <a:pt x="1666875" y="476250"/>
                </a:lnTo>
                <a:lnTo>
                  <a:pt x="1666875" y="485775"/>
                </a:lnTo>
                <a:lnTo>
                  <a:pt x="1657350" y="485775"/>
                </a:lnTo>
                <a:close/>
                <a:moveTo>
                  <a:pt x="247650" y="485775"/>
                </a:moveTo>
                <a:lnTo>
                  <a:pt x="257175" y="485775"/>
                </a:lnTo>
                <a:lnTo>
                  <a:pt x="257175" y="495300"/>
                </a:lnTo>
                <a:lnTo>
                  <a:pt x="247650" y="495300"/>
                </a:lnTo>
                <a:close/>
                <a:moveTo>
                  <a:pt x="1362075" y="485775"/>
                </a:moveTo>
                <a:lnTo>
                  <a:pt x="1371600" y="485775"/>
                </a:lnTo>
                <a:lnTo>
                  <a:pt x="1371600" y="504825"/>
                </a:lnTo>
                <a:lnTo>
                  <a:pt x="1381125" y="504825"/>
                </a:lnTo>
                <a:lnTo>
                  <a:pt x="1381125" y="514350"/>
                </a:lnTo>
                <a:lnTo>
                  <a:pt x="1362075" y="514350"/>
                </a:lnTo>
                <a:close/>
                <a:moveTo>
                  <a:pt x="1390650" y="495300"/>
                </a:moveTo>
                <a:lnTo>
                  <a:pt x="1409700" y="495300"/>
                </a:lnTo>
                <a:lnTo>
                  <a:pt x="1409700" y="504825"/>
                </a:lnTo>
                <a:lnTo>
                  <a:pt x="1419225" y="504825"/>
                </a:lnTo>
                <a:lnTo>
                  <a:pt x="1419225" y="514350"/>
                </a:lnTo>
                <a:lnTo>
                  <a:pt x="1428750" y="514350"/>
                </a:lnTo>
                <a:lnTo>
                  <a:pt x="1428750" y="523875"/>
                </a:lnTo>
                <a:lnTo>
                  <a:pt x="1438275" y="523875"/>
                </a:lnTo>
                <a:lnTo>
                  <a:pt x="1438275" y="533400"/>
                </a:lnTo>
                <a:lnTo>
                  <a:pt x="1428750" y="533400"/>
                </a:lnTo>
                <a:lnTo>
                  <a:pt x="1428750" y="542925"/>
                </a:lnTo>
                <a:lnTo>
                  <a:pt x="1419225" y="542925"/>
                </a:lnTo>
                <a:lnTo>
                  <a:pt x="1419225" y="552450"/>
                </a:lnTo>
                <a:lnTo>
                  <a:pt x="1400175" y="552450"/>
                </a:lnTo>
                <a:lnTo>
                  <a:pt x="1400175" y="561975"/>
                </a:lnTo>
                <a:lnTo>
                  <a:pt x="1390650" y="561975"/>
                </a:lnTo>
                <a:lnTo>
                  <a:pt x="1390650" y="581025"/>
                </a:lnTo>
                <a:lnTo>
                  <a:pt x="1400175" y="581025"/>
                </a:lnTo>
                <a:lnTo>
                  <a:pt x="1400175" y="571500"/>
                </a:lnTo>
                <a:lnTo>
                  <a:pt x="1409700" y="571500"/>
                </a:lnTo>
                <a:lnTo>
                  <a:pt x="1409700" y="590550"/>
                </a:lnTo>
                <a:lnTo>
                  <a:pt x="1419225" y="590550"/>
                </a:lnTo>
                <a:lnTo>
                  <a:pt x="1419225" y="600075"/>
                </a:lnTo>
                <a:lnTo>
                  <a:pt x="1428750" y="600075"/>
                </a:lnTo>
                <a:lnTo>
                  <a:pt x="1428750" y="609600"/>
                </a:lnTo>
                <a:lnTo>
                  <a:pt x="1438275" y="609600"/>
                </a:lnTo>
                <a:lnTo>
                  <a:pt x="1438275" y="619125"/>
                </a:lnTo>
                <a:lnTo>
                  <a:pt x="1447800" y="619125"/>
                </a:lnTo>
                <a:lnTo>
                  <a:pt x="1447800" y="638175"/>
                </a:lnTo>
                <a:lnTo>
                  <a:pt x="1438275" y="638175"/>
                </a:lnTo>
                <a:lnTo>
                  <a:pt x="1438275" y="628650"/>
                </a:lnTo>
                <a:lnTo>
                  <a:pt x="1419225" y="628650"/>
                </a:lnTo>
                <a:lnTo>
                  <a:pt x="1419225" y="619125"/>
                </a:lnTo>
                <a:lnTo>
                  <a:pt x="1409700" y="619125"/>
                </a:lnTo>
                <a:lnTo>
                  <a:pt x="1409700" y="609600"/>
                </a:lnTo>
                <a:lnTo>
                  <a:pt x="1400175" y="609600"/>
                </a:lnTo>
                <a:lnTo>
                  <a:pt x="1400175" y="600075"/>
                </a:lnTo>
                <a:lnTo>
                  <a:pt x="1390650" y="600075"/>
                </a:lnTo>
                <a:lnTo>
                  <a:pt x="1390650" y="590550"/>
                </a:lnTo>
                <a:lnTo>
                  <a:pt x="1381125" y="590550"/>
                </a:lnTo>
                <a:lnTo>
                  <a:pt x="1381125" y="581025"/>
                </a:lnTo>
                <a:lnTo>
                  <a:pt x="1371600" y="581025"/>
                </a:lnTo>
                <a:lnTo>
                  <a:pt x="1371600" y="561975"/>
                </a:lnTo>
                <a:lnTo>
                  <a:pt x="1362075" y="561975"/>
                </a:lnTo>
                <a:lnTo>
                  <a:pt x="1362075" y="552450"/>
                </a:lnTo>
                <a:lnTo>
                  <a:pt x="1352550" y="552450"/>
                </a:lnTo>
                <a:lnTo>
                  <a:pt x="1352550" y="533400"/>
                </a:lnTo>
                <a:lnTo>
                  <a:pt x="1362075" y="533400"/>
                </a:lnTo>
                <a:lnTo>
                  <a:pt x="1362075" y="542925"/>
                </a:lnTo>
                <a:lnTo>
                  <a:pt x="1390650" y="542925"/>
                </a:lnTo>
                <a:close/>
                <a:moveTo>
                  <a:pt x="1438275" y="495300"/>
                </a:moveTo>
                <a:lnTo>
                  <a:pt x="1447800" y="495300"/>
                </a:lnTo>
                <a:lnTo>
                  <a:pt x="1447800" y="504825"/>
                </a:lnTo>
                <a:lnTo>
                  <a:pt x="1438275" y="504825"/>
                </a:lnTo>
                <a:close/>
                <a:moveTo>
                  <a:pt x="1562100" y="495300"/>
                </a:moveTo>
                <a:lnTo>
                  <a:pt x="1571625" y="495300"/>
                </a:lnTo>
                <a:lnTo>
                  <a:pt x="1571625" y="504825"/>
                </a:lnTo>
                <a:lnTo>
                  <a:pt x="1590675" y="504825"/>
                </a:lnTo>
                <a:lnTo>
                  <a:pt x="1590675" y="514350"/>
                </a:lnTo>
                <a:lnTo>
                  <a:pt x="1581150" y="514350"/>
                </a:lnTo>
                <a:lnTo>
                  <a:pt x="1581150" y="523875"/>
                </a:lnTo>
                <a:lnTo>
                  <a:pt x="1552575" y="523875"/>
                </a:lnTo>
                <a:lnTo>
                  <a:pt x="1552575" y="542925"/>
                </a:lnTo>
                <a:lnTo>
                  <a:pt x="1533525" y="542925"/>
                </a:lnTo>
                <a:lnTo>
                  <a:pt x="1533525" y="552450"/>
                </a:lnTo>
                <a:lnTo>
                  <a:pt x="1514475" y="552450"/>
                </a:lnTo>
                <a:lnTo>
                  <a:pt x="1514475" y="561975"/>
                </a:lnTo>
                <a:lnTo>
                  <a:pt x="1485900" y="561975"/>
                </a:lnTo>
                <a:lnTo>
                  <a:pt x="1485900" y="533400"/>
                </a:lnTo>
                <a:lnTo>
                  <a:pt x="1495425" y="533400"/>
                </a:lnTo>
                <a:lnTo>
                  <a:pt x="1495425" y="523875"/>
                </a:lnTo>
                <a:lnTo>
                  <a:pt x="1514475" y="523875"/>
                </a:lnTo>
                <a:lnTo>
                  <a:pt x="1514475" y="533400"/>
                </a:lnTo>
                <a:lnTo>
                  <a:pt x="1533525" y="533400"/>
                </a:lnTo>
                <a:lnTo>
                  <a:pt x="1533525" y="514350"/>
                </a:lnTo>
                <a:lnTo>
                  <a:pt x="1552575" y="514350"/>
                </a:lnTo>
                <a:lnTo>
                  <a:pt x="1552575" y="504825"/>
                </a:lnTo>
                <a:lnTo>
                  <a:pt x="1562100" y="504825"/>
                </a:lnTo>
                <a:close/>
                <a:moveTo>
                  <a:pt x="781050" y="504825"/>
                </a:moveTo>
                <a:lnTo>
                  <a:pt x="723900" y="504825"/>
                </a:lnTo>
                <a:lnTo>
                  <a:pt x="723900" y="514350"/>
                </a:lnTo>
                <a:lnTo>
                  <a:pt x="714375" y="514350"/>
                </a:lnTo>
                <a:lnTo>
                  <a:pt x="714375" y="504825"/>
                </a:lnTo>
                <a:lnTo>
                  <a:pt x="704850" y="504825"/>
                </a:lnTo>
                <a:lnTo>
                  <a:pt x="704850" y="495300"/>
                </a:lnTo>
                <a:lnTo>
                  <a:pt x="695325" y="495300"/>
                </a:lnTo>
                <a:lnTo>
                  <a:pt x="695325" y="504825"/>
                </a:lnTo>
                <a:lnTo>
                  <a:pt x="676275" y="504825"/>
                </a:lnTo>
                <a:lnTo>
                  <a:pt x="676275" y="514350"/>
                </a:lnTo>
                <a:lnTo>
                  <a:pt x="695325" y="514350"/>
                </a:lnTo>
                <a:lnTo>
                  <a:pt x="695325" y="523875"/>
                </a:lnTo>
                <a:lnTo>
                  <a:pt x="704850" y="523875"/>
                </a:lnTo>
                <a:lnTo>
                  <a:pt x="704850" y="533400"/>
                </a:lnTo>
                <a:lnTo>
                  <a:pt x="723900" y="533400"/>
                </a:lnTo>
                <a:lnTo>
                  <a:pt x="723900" y="514350"/>
                </a:lnTo>
                <a:lnTo>
                  <a:pt x="733425" y="514350"/>
                </a:lnTo>
                <a:lnTo>
                  <a:pt x="733425" y="523875"/>
                </a:lnTo>
                <a:lnTo>
                  <a:pt x="742950" y="523875"/>
                </a:lnTo>
                <a:lnTo>
                  <a:pt x="742950" y="533400"/>
                </a:lnTo>
                <a:lnTo>
                  <a:pt x="752475" y="533400"/>
                </a:lnTo>
                <a:lnTo>
                  <a:pt x="752475" y="571500"/>
                </a:lnTo>
                <a:lnTo>
                  <a:pt x="762000" y="571500"/>
                </a:lnTo>
                <a:lnTo>
                  <a:pt x="762000" y="581025"/>
                </a:lnTo>
                <a:lnTo>
                  <a:pt x="771525" y="581025"/>
                </a:lnTo>
                <a:lnTo>
                  <a:pt x="771525" y="590550"/>
                </a:lnTo>
                <a:lnTo>
                  <a:pt x="781050" y="590550"/>
                </a:lnTo>
                <a:lnTo>
                  <a:pt x="781050" y="552450"/>
                </a:lnTo>
                <a:lnTo>
                  <a:pt x="790575" y="552450"/>
                </a:lnTo>
                <a:lnTo>
                  <a:pt x="790575" y="523875"/>
                </a:lnTo>
                <a:lnTo>
                  <a:pt x="781050" y="523875"/>
                </a:lnTo>
                <a:close/>
                <a:moveTo>
                  <a:pt x="781050" y="504825"/>
                </a:moveTo>
                <a:lnTo>
                  <a:pt x="790575" y="504825"/>
                </a:lnTo>
                <a:lnTo>
                  <a:pt x="790575" y="495300"/>
                </a:lnTo>
                <a:lnTo>
                  <a:pt x="781050" y="495300"/>
                </a:lnTo>
                <a:close/>
                <a:moveTo>
                  <a:pt x="1333500" y="504825"/>
                </a:moveTo>
                <a:lnTo>
                  <a:pt x="1343025" y="504825"/>
                </a:lnTo>
                <a:lnTo>
                  <a:pt x="1343025" y="514350"/>
                </a:lnTo>
                <a:lnTo>
                  <a:pt x="1333500" y="514350"/>
                </a:lnTo>
                <a:close/>
                <a:moveTo>
                  <a:pt x="1447800" y="504825"/>
                </a:moveTo>
                <a:lnTo>
                  <a:pt x="1466850" y="504825"/>
                </a:lnTo>
                <a:lnTo>
                  <a:pt x="1466850" y="514350"/>
                </a:lnTo>
                <a:lnTo>
                  <a:pt x="1447800" y="514350"/>
                </a:lnTo>
                <a:close/>
                <a:moveTo>
                  <a:pt x="809625" y="514350"/>
                </a:moveTo>
                <a:lnTo>
                  <a:pt x="819150" y="514350"/>
                </a:lnTo>
                <a:lnTo>
                  <a:pt x="819150" y="504825"/>
                </a:lnTo>
                <a:lnTo>
                  <a:pt x="800100" y="504825"/>
                </a:lnTo>
                <a:lnTo>
                  <a:pt x="800100" y="523875"/>
                </a:lnTo>
                <a:lnTo>
                  <a:pt x="809625" y="523875"/>
                </a:lnTo>
                <a:close/>
                <a:moveTo>
                  <a:pt x="1314450" y="514350"/>
                </a:moveTo>
                <a:lnTo>
                  <a:pt x="1333500" y="514350"/>
                </a:lnTo>
                <a:lnTo>
                  <a:pt x="1333500" y="533400"/>
                </a:lnTo>
                <a:lnTo>
                  <a:pt x="1323975" y="533400"/>
                </a:lnTo>
                <a:lnTo>
                  <a:pt x="1323975" y="523875"/>
                </a:lnTo>
                <a:lnTo>
                  <a:pt x="1314450" y="523875"/>
                </a:lnTo>
                <a:close/>
                <a:moveTo>
                  <a:pt x="1666875" y="523875"/>
                </a:moveTo>
                <a:lnTo>
                  <a:pt x="1676400" y="523875"/>
                </a:lnTo>
                <a:lnTo>
                  <a:pt x="1676400" y="533400"/>
                </a:lnTo>
                <a:lnTo>
                  <a:pt x="1666875" y="533400"/>
                </a:lnTo>
                <a:close/>
                <a:moveTo>
                  <a:pt x="666750" y="533400"/>
                </a:moveTo>
                <a:lnTo>
                  <a:pt x="685800" y="533400"/>
                </a:lnTo>
                <a:lnTo>
                  <a:pt x="685800" y="523875"/>
                </a:lnTo>
                <a:lnTo>
                  <a:pt x="666750" y="523875"/>
                </a:lnTo>
                <a:close/>
                <a:moveTo>
                  <a:pt x="1104900" y="533400"/>
                </a:moveTo>
                <a:lnTo>
                  <a:pt x="1114425" y="533400"/>
                </a:lnTo>
                <a:lnTo>
                  <a:pt x="1114425" y="542925"/>
                </a:lnTo>
                <a:lnTo>
                  <a:pt x="1104900" y="542925"/>
                </a:lnTo>
                <a:close/>
                <a:moveTo>
                  <a:pt x="342900" y="542925"/>
                </a:moveTo>
                <a:lnTo>
                  <a:pt x="352425" y="542925"/>
                </a:lnTo>
                <a:lnTo>
                  <a:pt x="352425" y="552450"/>
                </a:lnTo>
                <a:lnTo>
                  <a:pt x="342900" y="552450"/>
                </a:lnTo>
                <a:close/>
                <a:moveTo>
                  <a:pt x="1009650" y="542925"/>
                </a:moveTo>
                <a:lnTo>
                  <a:pt x="1019175" y="542925"/>
                </a:lnTo>
                <a:lnTo>
                  <a:pt x="1019175" y="523875"/>
                </a:lnTo>
                <a:lnTo>
                  <a:pt x="1009650" y="523875"/>
                </a:lnTo>
                <a:close/>
                <a:moveTo>
                  <a:pt x="1219200" y="542925"/>
                </a:moveTo>
                <a:lnTo>
                  <a:pt x="1228725" y="542925"/>
                </a:lnTo>
                <a:lnTo>
                  <a:pt x="1228725" y="533400"/>
                </a:lnTo>
                <a:lnTo>
                  <a:pt x="1219200" y="533400"/>
                </a:lnTo>
                <a:close/>
                <a:moveTo>
                  <a:pt x="1304925" y="542925"/>
                </a:moveTo>
                <a:lnTo>
                  <a:pt x="1314450" y="542925"/>
                </a:lnTo>
                <a:lnTo>
                  <a:pt x="1314450" y="552450"/>
                </a:lnTo>
                <a:lnTo>
                  <a:pt x="1323975" y="552450"/>
                </a:lnTo>
                <a:lnTo>
                  <a:pt x="1323975" y="600075"/>
                </a:lnTo>
                <a:lnTo>
                  <a:pt x="1362075" y="600075"/>
                </a:lnTo>
                <a:lnTo>
                  <a:pt x="1362075" y="609600"/>
                </a:lnTo>
                <a:lnTo>
                  <a:pt x="1371600" y="609600"/>
                </a:lnTo>
                <a:lnTo>
                  <a:pt x="1371600" y="628650"/>
                </a:lnTo>
                <a:lnTo>
                  <a:pt x="1352550" y="628650"/>
                </a:lnTo>
                <a:lnTo>
                  <a:pt x="1352550" y="619125"/>
                </a:lnTo>
                <a:lnTo>
                  <a:pt x="1333500" y="619125"/>
                </a:lnTo>
                <a:lnTo>
                  <a:pt x="1333500" y="628650"/>
                </a:lnTo>
                <a:lnTo>
                  <a:pt x="1323975" y="628650"/>
                </a:lnTo>
                <a:lnTo>
                  <a:pt x="1323975" y="638175"/>
                </a:lnTo>
                <a:lnTo>
                  <a:pt x="1314450" y="638175"/>
                </a:lnTo>
                <a:lnTo>
                  <a:pt x="1314450" y="657225"/>
                </a:lnTo>
                <a:lnTo>
                  <a:pt x="1304925" y="657225"/>
                </a:lnTo>
                <a:lnTo>
                  <a:pt x="1304925" y="666750"/>
                </a:lnTo>
                <a:lnTo>
                  <a:pt x="1295400" y="666750"/>
                </a:lnTo>
                <a:lnTo>
                  <a:pt x="1295400" y="676275"/>
                </a:lnTo>
                <a:lnTo>
                  <a:pt x="1285875" y="676275"/>
                </a:lnTo>
                <a:lnTo>
                  <a:pt x="1285875" y="685800"/>
                </a:lnTo>
                <a:lnTo>
                  <a:pt x="1276350" y="685800"/>
                </a:lnTo>
                <a:lnTo>
                  <a:pt x="1276350" y="704850"/>
                </a:lnTo>
                <a:lnTo>
                  <a:pt x="1285875" y="704850"/>
                </a:lnTo>
                <a:lnTo>
                  <a:pt x="1285875" y="723900"/>
                </a:lnTo>
                <a:lnTo>
                  <a:pt x="1295400" y="723900"/>
                </a:lnTo>
                <a:lnTo>
                  <a:pt x="1295400" y="733425"/>
                </a:lnTo>
                <a:lnTo>
                  <a:pt x="1285875" y="733425"/>
                </a:lnTo>
                <a:lnTo>
                  <a:pt x="1285875" y="742950"/>
                </a:lnTo>
                <a:lnTo>
                  <a:pt x="1295400" y="742950"/>
                </a:lnTo>
                <a:lnTo>
                  <a:pt x="1295400" y="733425"/>
                </a:lnTo>
                <a:lnTo>
                  <a:pt x="1314450" y="733425"/>
                </a:lnTo>
                <a:lnTo>
                  <a:pt x="1314450" y="714375"/>
                </a:lnTo>
                <a:lnTo>
                  <a:pt x="1323975" y="714375"/>
                </a:lnTo>
                <a:lnTo>
                  <a:pt x="1323975" y="704850"/>
                </a:lnTo>
                <a:lnTo>
                  <a:pt x="1343025" y="704850"/>
                </a:lnTo>
                <a:lnTo>
                  <a:pt x="1343025" y="723900"/>
                </a:lnTo>
                <a:lnTo>
                  <a:pt x="1352550" y="723900"/>
                </a:lnTo>
                <a:lnTo>
                  <a:pt x="1352550" y="714375"/>
                </a:lnTo>
                <a:lnTo>
                  <a:pt x="1362075" y="714375"/>
                </a:lnTo>
                <a:lnTo>
                  <a:pt x="1362075" y="742950"/>
                </a:lnTo>
                <a:lnTo>
                  <a:pt x="1371600" y="742950"/>
                </a:lnTo>
                <a:lnTo>
                  <a:pt x="1371600" y="752475"/>
                </a:lnTo>
                <a:lnTo>
                  <a:pt x="1381125" y="752475"/>
                </a:lnTo>
                <a:lnTo>
                  <a:pt x="1381125" y="762000"/>
                </a:lnTo>
                <a:lnTo>
                  <a:pt x="1390650" y="762000"/>
                </a:lnTo>
                <a:lnTo>
                  <a:pt x="1390650" y="781050"/>
                </a:lnTo>
                <a:lnTo>
                  <a:pt x="1371600" y="781050"/>
                </a:lnTo>
                <a:lnTo>
                  <a:pt x="1371600" y="771525"/>
                </a:lnTo>
                <a:lnTo>
                  <a:pt x="1362075" y="771525"/>
                </a:lnTo>
                <a:lnTo>
                  <a:pt x="1362075" y="752475"/>
                </a:lnTo>
                <a:lnTo>
                  <a:pt x="1343025" y="752475"/>
                </a:lnTo>
                <a:lnTo>
                  <a:pt x="1343025" y="762000"/>
                </a:lnTo>
                <a:lnTo>
                  <a:pt x="1333500" y="762000"/>
                </a:lnTo>
                <a:lnTo>
                  <a:pt x="1333500" y="771525"/>
                </a:lnTo>
                <a:lnTo>
                  <a:pt x="1323975" y="771525"/>
                </a:lnTo>
                <a:lnTo>
                  <a:pt x="1323975" y="790575"/>
                </a:lnTo>
                <a:lnTo>
                  <a:pt x="1304925" y="790575"/>
                </a:lnTo>
                <a:lnTo>
                  <a:pt x="1304925" y="771525"/>
                </a:lnTo>
                <a:lnTo>
                  <a:pt x="1285875" y="771525"/>
                </a:lnTo>
                <a:lnTo>
                  <a:pt x="1285875" y="790575"/>
                </a:lnTo>
                <a:lnTo>
                  <a:pt x="1266825" y="790575"/>
                </a:lnTo>
                <a:lnTo>
                  <a:pt x="1266825" y="800100"/>
                </a:lnTo>
                <a:lnTo>
                  <a:pt x="1238250" y="800100"/>
                </a:lnTo>
                <a:lnTo>
                  <a:pt x="1238250" y="790575"/>
                </a:lnTo>
                <a:lnTo>
                  <a:pt x="1228725" y="790575"/>
                </a:lnTo>
                <a:lnTo>
                  <a:pt x="1228725" y="771525"/>
                </a:lnTo>
                <a:lnTo>
                  <a:pt x="1200150" y="771525"/>
                </a:lnTo>
                <a:lnTo>
                  <a:pt x="1200150" y="790575"/>
                </a:lnTo>
                <a:lnTo>
                  <a:pt x="1171575" y="790575"/>
                </a:lnTo>
                <a:lnTo>
                  <a:pt x="1171575" y="752475"/>
                </a:lnTo>
                <a:lnTo>
                  <a:pt x="1152525" y="752475"/>
                </a:lnTo>
                <a:lnTo>
                  <a:pt x="1152525" y="762000"/>
                </a:lnTo>
                <a:lnTo>
                  <a:pt x="1133475" y="762000"/>
                </a:lnTo>
                <a:lnTo>
                  <a:pt x="1133475" y="781050"/>
                </a:lnTo>
                <a:lnTo>
                  <a:pt x="1123950" y="781050"/>
                </a:lnTo>
                <a:lnTo>
                  <a:pt x="1123950" y="790575"/>
                </a:lnTo>
                <a:lnTo>
                  <a:pt x="1095375" y="790575"/>
                </a:lnTo>
                <a:lnTo>
                  <a:pt x="1095375" y="781050"/>
                </a:lnTo>
                <a:lnTo>
                  <a:pt x="1085850" y="781050"/>
                </a:lnTo>
                <a:lnTo>
                  <a:pt x="1085850" y="752475"/>
                </a:lnTo>
                <a:lnTo>
                  <a:pt x="1104900" y="752475"/>
                </a:lnTo>
                <a:lnTo>
                  <a:pt x="1104900" y="742950"/>
                </a:lnTo>
                <a:lnTo>
                  <a:pt x="1123950" y="742950"/>
                </a:lnTo>
                <a:lnTo>
                  <a:pt x="1123950" y="752475"/>
                </a:lnTo>
                <a:lnTo>
                  <a:pt x="1133475" y="752475"/>
                </a:lnTo>
                <a:lnTo>
                  <a:pt x="1133475" y="742950"/>
                </a:lnTo>
                <a:lnTo>
                  <a:pt x="1143000" y="742950"/>
                </a:lnTo>
                <a:lnTo>
                  <a:pt x="1143000" y="733425"/>
                </a:lnTo>
                <a:lnTo>
                  <a:pt x="1152525" y="733425"/>
                </a:lnTo>
                <a:lnTo>
                  <a:pt x="1152525" y="695325"/>
                </a:lnTo>
                <a:lnTo>
                  <a:pt x="1162050" y="695325"/>
                </a:lnTo>
                <a:lnTo>
                  <a:pt x="1162050" y="676275"/>
                </a:lnTo>
                <a:lnTo>
                  <a:pt x="1171575" y="676275"/>
                </a:lnTo>
                <a:lnTo>
                  <a:pt x="1171575" y="666750"/>
                </a:lnTo>
                <a:lnTo>
                  <a:pt x="1162050" y="666750"/>
                </a:lnTo>
                <a:lnTo>
                  <a:pt x="1162050" y="657225"/>
                </a:lnTo>
                <a:lnTo>
                  <a:pt x="1152525" y="657225"/>
                </a:lnTo>
                <a:lnTo>
                  <a:pt x="1152525" y="666750"/>
                </a:lnTo>
                <a:lnTo>
                  <a:pt x="1133475" y="666750"/>
                </a:lnTo>
                <a:lnTo>
                  <a:pt x="1133475" y="657225"/>
                </a:lnTo>
                <a:lnTo>
                  <a:pt x="1114425" y="657225"/>
                </a:lnTo>
                <a:lnTo>
                  <a:pt x="1114425" y="666750"/>
                </a:lnTo>
                <a:lnTo>
                  <a:pt x="1095375" y="666750"/>
                </a:lnTo>
                <a:lnTo>
                  <a:pt x="1095375" y="685800"/>
                </a:lnTo>
                <a:lnTo>
                  <a:pt x="1104900" y="685800"/>
                </a:lnTo>
                <a:lnTo>
                  <a:pt x="1104900" y="676275"/>
                </a:lnTo>
                <a:lnTo>
                  <a:pt x="1114425" y="676275"/>
                </a:lnTo>
                <a:lnTo>
                  <a:pt x="1114425" y="666750"/>
                </a:lnTo>
                <a:lnTo>
                  <a:pt x="1133475" y="666750"/>
                </a:lnTo>
                <a:lnTo>
                  <a:pt x="1133475" y="676275"/>
                </a:lnTo>
                <a:lnTo>
                  <a:pt x="1114425" y="676275"/>
                </a:lnTo>
                <a:lnTo>
                  <a:pt x="1114425" y="704850"/>
                </a:lnTo>
                <a:lnTo>
                  <a:pt x="1104900" y="704850"/>
                </a:lnTo>
                <a:lnTo>
                  <a:pt x="1104900" y="714375"/>
                </a:lnTo>
                <a:lnTo>
                  <a:pt x="1057275" y="714375"/>
                </a:lnTo>
                <a:lnTo>
                  <a:pt x="1057275" y="695325"/>
                </a:lnTo>
                <a:lnTo>
                  <a:pt x="1066800" y="695325"/>
                </a:lnTo>
                <a:lnTo>
                  <a:pt x="1066800" y="685800"/>
                </a:lnTo>
                <a:lnTo>
                  <a:pt x="1057275" y="685800"/>
                </a:lnTo>
                <a:lnTo>
                  <a:pt x="1057275" y="676275"/>
                </a:lnTo>
                <a:lnTo>
                  <a:pt x="1066800" y="676275"/>
                </a:lnTo>
                <a:lnTo>
                  <a:pt x="1066800" y="666750"/>
                </a:lnTo>
                <a:lnTo>
                  <a:pt x="1076325" y="666750"/>
                </a:lnTo>
                <a:lnTo>
                  <a:pt x="1076325" y="657225"/>
                </a:lnTo>
                <a:lnTo>
                  <a:pt x="1066800" y="657225"/>
                </a:lnTo>
                <a:lnTo>
                  <a:pt x="1066800" y="647700"/>
                </a:lnTo>
                <a:lnTo>
                  <a:pt x="1057275" y="647700"/>
                </a:lnTo>
                <a:lnTo>
                  <a:pt x="1057275" y="619125"/>
                </a:lnTo>
                <a:lnTo>
                  <a:pt x="1085850" y="619125"/>
                </a:lnTo>
                <a:lnTo>
                  <a:pt x="1085850" y="657225"/>
                </a:lnTo>
                <a:lnTo>
                  <a:pt x="1095375" y="657225"/>
                </a:lnTo>
                <a:lnTo>
                  <a:pt x="1095375" y="647700"/>
                </a:lnTo>
                <a:lnTo>
                  <a:pt x="1133475" y="647700"/>
                </a:lnTo>
                <a:lnTo>
                  <a:pt x="1133475" y="638175"/>
                </a:lnTo>
                <a:lnTo>
                  <a:pt x="1171575" y="638175"/>
                </a:lnTo>
                <a:lnTo>
                  <a:pt x="1171575" y="657225"/>
                </a:lnTo>
                <a:lnTo>
                  <a:pt x="1181100" y="657225"/>
                </a:lnTo>
                <a:lnTo>
                  <a:pt x="1181100" y="685800"/>
                </a:lnTo>
                <a:lnTo>
                  <a:pt x="1171575" y="685800"/>
                </a:lnTo>
                <a:lnTo>
                  <a:pt x="1171575" y="695325"/>
                </a:lnTo>
                <a:lnTo>
                  <a:pt x="1162050" y="695325"/>
                </a:lnTo>
                <a:lnTo>
                  <a:pt x="1162050" y="704850"/>
                </a:lnTo>
                <a:lnTo>
                  <a:pt x="1181100" y="704850"/>
                </a:lnTo>
                <a:lnTo>
                  <a:pt x="1181100" y="723900"/>
                </a:lnTo>
                <a:lnTo>
                  <a:pt x="1209675" y="723900"/>
                </a:lnTo>
                <a:lnTo>
                  <a:pt x="1209675" y="714375"/>
                </a:lnTo>
                <a:lnTo>
                  <a:pt x="1200150" y="714375"/>
                </a:lnTo>
                <a:lnTo>
                  <a:pt x="1200150" y="704850"/>
                </a:lnTo>
                <a:lnTo>
                  <a:pt x="1228725" y="704850"/>
                </a:lnTo>
                <a:lnTo>
                  <a:pt x="1228725" y="695325"/>
                </a:lnTo>
                <a:lnTo>
                  <a:pt x="1238250" y="695325"/>
                </a:lnTo>
                <a:lnTo>
                  <a:pt x="1238250" y="676275"/>
                </a:lnTo>
                <a:lnTo>
                  <a:pt x="1257300" y="676275"/>
                </a:lnTo>
                <a:lnTo>
                  <a:pt x="1257300" y="666750"/>
                </a:lnTo>
                <a:lnTo>
                  <a:pt x="1228725" y="666750"/>
                </a:lnTo>
                <a:lnTo>
                  <a:pt x="1228725" y="657225"/>
                </a:lnTo>
                <a:lnTo>
                  <a:pt x="1219200" y="657225"/>
                </a:lnTo>
                <a:lnTo>
                  <a:pt x="1219200" y="647700"/>
                </a:lnTo>
                <a:lnTo>
                  <a:pt x="1209675" y="647700"/>
                </a:lnTo>
                <a:lnTo>
                  <a:pt x="1209675" y="657225"/>
                </a:lnTo>
                <a:lnTo>
                  <a:pt x="1200150" y="657225"/>
                </a:lnTo>
                <a:lnTo>
                  <a:pt x="1200150" y="647700"/>
                </a:lnTo>
                <a:lnTo>
                  <a:pt x="1190625" y="647700"/>
                </a:lnTo>
                <a:lnTo>
                  <a:pt x="1190625" y="638175"/>
                </a:lnTo>
                <a:lnTo>
                  <a:pt x="1200150" y="638175"/>
                </a:lnTo>
                <a:lnTo>
                  <a:pt x="1200150" y="628650"/>
                </a:lnTo>
                <a:lnTo>
                  <a:pt x="1209675" y="628650"/>
                </a:lnTo>
                <a:lnTo>
                  <a:pt x="1209675" y="619125"/>
                </a:lnTo>
                <a:lnTo>
                  <a:pt x="1200150" y="619125"/>
                </a:lnTo>
                <a:lnTo>
                  <a:pt x="1200150" y="590550"/>
                </a:lnTo>
                <a:lnTo>
                  <a:pt x="1219200" y="590550"/>
                </a:lnTo>
                <a:lnTo>
                  <a:pt x="1219200" y="619125"/>
                </a:lnTo>
                <a:lnTo>
                  <a:pt x="1228725" y="619125"/>
                </a:lnTo>
                <a:lnTo>
                  <a:pt x="1228725" y="628650"/>
                </a:lnTo>
                <a:lnTo>
                  <a:pt x="1247775" y="628650"/>
                </a:lnTo>
                <a:lnTo>
                  <a:pt x="1247775" y="638175"/>
                </a:lnTo>
                <a:lnTo>
                  <a:pt x="1266825" y="638175"/>
                </a:lnTo>
                <a:lnTo>
                  <a:pt x="1266825" y="657225"/>
                </a:lnTo>
                <a:lnTo>
                  <a:pt x="1276350" y="657225"/>
                </a:lnTo>
                <a:lnTo>
                  <a:pt x="1276350" y="647700"/>
                </a:lnTo>
                <a:lnTo>
                  <a:pt x="1285875" y="647700"/>
                </a:lnTo>
                <a:lnTo>
                  <a:pt x="1285875" y="628650"/>
                </a:lnTo>
                <a:lnTo>
                  <a:pt x="1276350" y="628650"/>
                </a:lnTo>
                <a:lnTo>
                  <a:pt x="1276350" y="619125"/>
                </a:lnTo>
                <a:lnTo>
                  <a:pt x="1266825" y="619125"/>
                </a:lnTo>
                <a:lnTo>
                  <a:pt x="1266825" y="609600"/>
                </a:lnTo>
                <a:lnTo>
                  <a:pt x="1276350" y="609600"/>
                </a:lnTo>
                <a:lnTo>
                  <a:pt x="1276350" y="590550"/>
                </a:lnTo>
                <a:lnTo>
                  <a:pt x="1285875" y="590550"/>
                </a:lnTo>
                <a:lnTo>
                  <a:pt x="1285875" y="571500"/>
                </a:lnTo>
                <a:lnTo>
                  <a:pt x="1295400" y="571500"/>
                </a:lnTo>
                <a:lnTo>
                  <a:pt x="1295400" y="561975"/>
                </a:lnTo>
                <a:lnTo>
                  <a:pt x="1304925" y="561975"/>
                </a:lnTo>
                <a:close/>
                <a:moveTo>
                  <a:pt x="371475" y="552450"/>
                </a:moveTo>
                <a:lnTo>
                  <a:pt x="381000" y="552450"/>
                </a:lnTo>
                <a:lnTo>
                  <a:pt x="381000" y="561975"/>
                </a:lnTo>
                <a:lnTo>
                  <a:pt x="371475" y="561975"/>
                </a:lnTo>
                <a:close/>
                <a:moveTo>
                  <a:pt x="723900" y="552450"/>
                </a:moveTo>
                <a:lnTo>
                  <a:pt x="742950" y="552450"/>
                </a:lnTo>
                <a:lnTo>
                  <a:pt x="742950" y="542925"/>
                </a:lnTo>
                <a:lnTo>
                  <a:pt x="714375" y="542925"/>
                </a:lnTo>
                <a:lnTo>
                  <a:pt x="714375" y="561975"/>
                </a:lnTo>
                <a:lnTo>
                  <a:pt x="723900" y="561975"/>
                </a:lnTo>
                <a:close/>
                <a:moveTo>
                  <a:pt x="819150" y="552450"/>
                </a:moveTo>
                <a:lnTo>
                  <a:pt x="828675" y="552450"/>
                </a:lnTo>
                <a:lnTo>
                  <a:pt x="828675" y="561975"/>
                </a:lnTo>
                <a:lnTo>
                  <a:pt x="819150" y="561975"/>
                </a:lnTo>
                <a:close/>
                <a:moveTo>
                  <a:pt x="971550" y="552450"/>
                </a:moveTo>
                <a:lnTo>
                  <a:pt x="981075" y="552450"/>
                </a:lnTo>
                <a:lnTo>
                  <a:pt x="981075" y="571500"/>
                </a:lnTo>
                <a:lnTo>
                  <a:pt x="990600" y="571500"/>
                </a:lnTo>
                <a:lnTo>
                  <a:pt x="990600" y="581025"/>
                </a:lnTo>
                <a:lnTo>
                  <a:pt x="1000125" y="581025"/>
                </a:lnTo>
                <a:lnTo>
                  <a:pt x="1000125" y="571500"/>
                </a:lnTo>
                <a:lnTo>
                  <a:pt x="1009650" y="571500"/>
                </a:lnTo>
                <a:lnTo>
                  <a:pt x="1009650" y="561975"/>
                </a:lnTo>
                <a:lnTo>
                  <a:pt x="1000125" y="561975"/>
                </a:lnTo>
                <a:lnTo>
                  <a:pt x="1000125" y="542925"/>
                </a:lnTo>
                <a:lnTo>
                  <a:pt x="971550" y="542925"/>
                </a:lnTo>
                <a:close/>
                <a:moveTo>
                  <a:pt x="1019175" y="552450"/>
                </a:moveTo>
                <a:lnTo>
                  <a:pt x="1028700" y="552450"/>
                </a:lnTo>
                <a:lnTo>
                  <a:pt x="1028700" y="561975"/>
                </a:lnTo>
                <a:lnTo>
                  <a:pt x="1038225" y="561975"/>
                </a:lnTo>
                <a:lnTo>
                  <a:pt x="1038225" y="571500"/>
                </a:lnTo>
                <a:lnTo>
                  <a:pt x="1047750" y="571500"/>
                </a:lnTo>
                <a:lnTo>
                  <a:pt x="1047750" y="581025"/>
                </a:lnTo>
                <a:lnTo>
                  <a:pt x="1057275" y="581025"/>
                </a:lnTo>
                <a:lnTo>
                  <a:pt x="1057275" y="571500"/>
                </a:lnTo>
                <a:lnTo>
                  <a:pt x="1066800" y="571500"/>
                </a:lnTo>
                <a:lnTo>
                  <a:pt x="1066800" y="552450"/>
                </a:lnTo>
                <a:lnTo>
                  <a:pt x="1047750" y="552450"/>
                </a:lnTo>
                <a:lnTo>
                  <a:pt x="1047750" y="542925"/>
                </a:lnTo>
                <a:lnTo>
                  <a:pt x="1019175" y="542925"/>
                </a:lnTo>
                <a:close/>
                <a:moveTo>
                  <a:pt x="1419225" y="561975"/>
                </a:moveTo>
                <a:lnTo>
                  <a:pt x="1438275" y="561975"/>
                </a:lnTo>
                <a:lnTo>
                  <a:pt x="1438275" y="581025"/>
                </a:lnTo>
                <a:lnTo>
                  <a:pt x="1419225" y="581025"/>
                </a:lnTo>
                <a:close/>
                <a:moveTo>
                  <a:pt x="666750" y="571500"/>
                </a:moveTo>
                <a:lnTo>
                  <a:pt x="676275" y="571500"/>
                </a:lnTo>
                <a:lnTo>
                  <a:pt x="676275" y="581025"/>
                </a:lnTo>
                <a:lnTo>
                  <a:pt x="695325" y="581025"/>
                </a:lnTo>
                <a:lnTo>
                  <a:pt x="695325" y="571500"/>
                </a:lnTo>
                <a:lnTo>
                  <a:pt x="704850" y="571500"/>
                </a:lnTo>
                <a:lnTo>
                  <a:pt x="704850" y="552450"/>
                </a:lnTo>
                <a:lnTo>
                  <a:pt x="695325" y="552450"/>
                </a:lnTo>
                <a:lnTo>
                  <a:pt x="695325" y="542925"/>
                </a:lnTo>
                <a:lnTo>
                  <a:pt x="676275" y="542925"/>
                </a:lnTo>
                <a:lnTo>
                  <a:pt x="676275" y="561975"/>
                </a:lnTo>
                <a:lnTo>
                  <a:pt x="666750" y="561975"/>
                </a:lnTo>
                <a:close/>
                <a:moveTo>
                  <a:pt x="923925" y="571500"/>
                </a:moveTo>
                <a:lnTo>
                  <a:pt x="933450" y="571500"/>
                </a:lnTo>
                <a:lnTo>
                  <a:pt x="933450" y="561975"/>
                </a:lnTo>
                <a:lnTo>
                  <a:pt x="923925" y="561975"/>
                </a:lnTo>
                <a:close/>
                <a:moveTo>
                  <a:pt x="1466850" y="571500"/>
                </a:moveTo>
                <a:lnTo>
                  <a:pt x="1495425" y="571500"/>
                </a:lnTo>
                <a:lnTo>
                  <a:pt x="1495425" y="600075"/>
                </a:lnTo>
                <a:lnTo>
                  <a:pt x="1476375" y="600075"/>
                </a:lnTo>
                <a:lnTo>
                  <a:pt x="1476375" y="590550"/>
                </a:lnTo>
                <a:lnTo>
                  <a:pt x="1466850" y="590550"/>
                </a:lnTo>
                <a:close/>
                <a:moveTo>
                  <a:pt x="1504950" y="571500"/>
                </a:moveTo>
                <a:lnTo>
                  <a:pt x="1514475" y="571500"/>
                </a:lnTo>
                <a:lnTo>
                  <a:pt x="1514475" y="581025"/>
                </a:lnTo>
                <a:lnTo>
                  <a:pt x="1504950" y="581025"/>
                </a:lnTo>
                <a:close/>
                <a:moveTo>
                  <a:pt x="1524000" y="571500"/>
                </a:moveTo>
                <a:lnTo>
                  <a:pt x="1533525" y="571500"/>
                </a:lnTo>
                <a:lnTo>
                  <a:pt x="1533525" y="581025"/>
                </a:lnTo>
                <a:lnTo>
                  <a:pt x="1543050" y="581025"/>
                </a:lnTo>
                <a:lnTo>
                  <a:pt x="1543050" y="590550"/>
                </a:lnTo>
                <a:lnTo>
                  <a:pt x="1533525" y="590550"/>
                </a:lnTo>
                <a:lnTo>
                  <a:pt x="1533525" y="600075"/>
                </a:lnTo>
                <a:lnTo>
                  <a:pt x="1524000" y="600075"/>
                </a:lnTo>
                <a:lnTo>
                  <a:pt x="1524000" y="619125"/>
                </a:lnTo>
                <a:lnTo>
                  <a:pt x="1504950" y="619125"/>
                </a:lnTo>
                <a:lnTo>
                  <a:pt x="1504950" y="600075"/>
                </a:lnTo>
                <a:lnTo>
                  <a:pt x="1514475" y="600075"/>
                </a:lnTo>
                <a:lnTo>
                  <a:pt x="1514475" y="581025"/>
                </a:lnTo>
                <a:lnTo>
                  <a:pt x="1524000" y="581025"/>
                </a:lnTo>
                <a:close/>
                <a:moveTo>
                  <a:pt x="1647825" y="571500"/>
                </a:moveTo>
                <a:lnTo>
                  <a:pt x="1657350" y="571500"/>
                </a:lnTo>
                <a:lnTo>
                  <a:pt x="1657350" y="581025"/>
                </a:lnTo>
                <a:lnTo>
                  <a:pt x="1666875" y="581025"/>
                </a:lnTo>
                <a:lnTo>
                  <a:pt x="1666875" y="571500"/>
                </a:lnTo>
                <a:lnTo>
                  <a:pt x="1676400" y="571500"/>
                </a:lnTo>
                <a:lnTo>
                  <a:pt x="1676400" y="581025"/>
                </a:lnTo>
                <a:lnTo>
                  <a:pt x="1666875" y="581025"/>
                </a:lnTo>
                <a:lnTo>
                  <a:pt x="1666875" y="590550"/>
                </a:lnTo>
                <a:lnTo>
                  <a:pt x="1647825" y="590550"/>
                </a:lnTo>
                <a:close/>
                <a:moveTo>
                  <a:pt x="1295400" y="581025"/>
                </a:moveTo>
                <a:lnTo>
                  <a:pt x="1314450" y="581025"/>
                </a:lnTo>
                <a:lnTo>
                  <a:pt x="1314450" y="561975"/>
                </a:lnTo>
                <a:lnTo>
                  <a:pt x="1304925" y="561975"/>
                </a:lnTo>
                <a:lnTo>
                  <a:pt x="1304925" y="571500"/>
                </a:lnTo>
                <a:lnTo>
                  <a:pt x="1295400" y="571500"/>
                </a:lnTo>
                <a:close/>
                <a:moveTo>
                  <a:pt x="1590675" y="581025"/>
                </a:moveTo>
                <a:lnTo>
                  <a:pt x="1619250" y="581025"/>
                </a:lnTo>
                <a:lnTo>
                  <a:pt x="1619250" y="590550"/>
                </a:lnTo>
                <a:lnTo>
                  <a:pt x="1609725" y="590550"/>
                </a:lnTo>
                <a:lnTo>
                  <a:pt x="1609725" y="600075"/>
                </a:lnTo>
                <a:lnTo>
                  <a:pt x="1600200" y="600075"/>
                </a:lnTo>
                <a:lnTo>
                  <a:pt x="1600200" y="609600"/>
                </a:lnTo>
                <a:lnTo>
                  <a:pt x="1590675" y="609600"/>
                </a:lnTo>
                <a:close/>
                <a:moveTo>
                  <a:pt x="314325" y="600075"/>
                </a:moveTo>
                <a:lnTo>
                  <a:pt x="323850" y="600075"/>
                </a:lnTo>
                <a:lnTo>
                  <a:pt x="323850" y="609600"/>
                </a:lnTo>
                <a:lnTo>
                  <a:pt x="333375" y="609600"/>
                </a:lnTo>
                <a:lnTo>
                  <a:pt x="333375" y="638175"/>
                </a:lnTo>
                <a:lnTo>
                  <a:pt x="304800" y="638175"/>
                </a:lnTo>
                <a:lnTo>
                  <a:pt x="304800" y="628650"/>
                </a:lnTo>
                <a:lnTo>
                  <a:pt x="295275" y="628650"/>
                </a:lnTo>
                <a:lnTo>
                  <a:pt x="295275" y="619125"/>
                </a:lnTo>
                <a:lnTo>
                  <a:pt x="314325" y="619125"/>
                </a:lnTo>
                <a:close/>
                <a:moveTo>
                  <a:pt x="409575" y="600075"/>
                </a:moveTo>
                <a:lnTo>
                  <a:pt x="419100" y="600075"/>
                </a:lnTo>
                <a:lnTo>
                  <a:pt x="419100" y="647700"/>
                </a:lnTo>
                <a:lnTo>
                  <a:pt x="409575" y="647700"/>
                </a:lnTo>
                <a:lnTo>
                  <a:pt x="409575" y="638175"/>
                </a:lnTo>
                <a:lnTo>
                  <a:pt x="400050" y="638175"/>
                </a:lnTo>
                <a:lnTo>
                  <a:pt x="400050" y="628650"/>
                </a:lnTo>
                <a:lnTo>
                  <a:pt x="390525" y="628650"/>
                </a:lnTo>
                <a:lnTo>
                  <a:pt x="390525" y="619125"/>
                </a:lnTo>
                <a:lnTo>
                  <a:pt x="400050" y="619125"/>
                </a:lnTo>
                <a:lnTo>
                  <a:pt x="400050" y="609600"/>
                </a:lnTo>
                <a:lnTo>
                  <a:pt x="409575" y="609600"/>
                </a:lnTo>
                <a:close/>
                <a:moveTo>
                  <a:pt x="581025" y="600075"/>
                </a:moveTo>
                <a:lnTo>
                  <a:pt x="600075" y="600075"/>
                </a:lnTo>
                <a:lnTo>
                  <a:pt x="600075" y="590550"/>
                </a:lnTo>
                <a:lnTo>
                  <a:pt x="581025" y="590550"/>
                </a:lnTo>
                <a:close/>
                <a:moveTo>
                  <a:pt x="609600" y="600075"/>
                </a:moveTo>
                <a:lnTo>
                  <a:pt x="619125" y="600075"/>
                </a:lnTo>
                <a:lnTo>
                  <a:pt x="619125" y="581025"/>
                </a:lnTo>
                <a:lnTo>
                  <a:pt x="609600" y="581025"/>
                </a:lnTo>
                <a:close/>
                <a:moveTo>
                  <a:pt x="1095375" y="609600"/>
                </a:moveTo>
                <a:lnTo>
                  <a:pt x="1104900" y="609600"/>
                </a:lnTo>
                <a:lnTo>
                  <a:pt x="1104900" y="619125"/>
                </a:lnTo>
                <a:lnTo>
                  <a:pt x="1095375" y="619125"/>
                </a:lnTo>
                <a:close/>
                <a:moveTo>
                  <a:pt x="1647825" y="609600"/>
                </a:moveTo>
                <a:lnTo>
                  <a:pt x="1657350" y="609600"/>
                </a:lnTo>
                <a:lnTo>
                  <a:pt x="1657350" y="619125"/>
                </a:lnTo>
                <a:lnTo>
                  <a:pt x="1647825" y="619125"/>
                </a:lnTo>
                <a:close/>
                <a:moveTo>
                  <a:pt x="238125" y="619125"/>
                </a:moveTo>
                <a:lnTo>
                  <a:pt x="276225" y="619125"/>
                </a:lnTo>
                <a:lnTo>
                  <a:pt x="276225" y="628650"/>
                </a:lnTo>
                <a:lnTo>
                  <a:pt x="285750" y="628650"/>
                </a:lnTo>
                <a:lnTo>
                  <a:pt x="285750" y="638175"/>
                </a:lnTo>
                <a:lnTo>
                  <a:pt x="257175" y="638175"/>
                </a:lnTo>
                <a:lnTo>
                  <a:pt x="257175" y="628650"/>
                </a:lnTo>
                <a:lnTo>
                  <a:pt x="238125" y="628650"/>
                </a:lnTo>
                <a:close/>
                <a:moveTo>
                  <a:pt x="704850" y="619125"/>
                </a:moveTo>
                <a:lnTo>
                  <a:pt x="714375" y="619125"/>
                </a:lnTo>
                <a:lnTo>
                  <a:pt x="714375" y="600075"/>
                </a:lnTo>
                <a:lnTo>
                  <a:pt x="704850" y="600075"/>
                </a:lnTo>
                <a:close/>
                <a:moveTo>
                  <a:pt x="838200" y="619125"/>
                </a:moveTo>
                <a:lnTo>
                  <a:pt x="847725" y="619125"/>
                </a:lnTo>
                <a:lnTo>
                  <a:pt x="847725" y="628650"/>
                </a:lnTo>
                <a:lnTo>
                  <a:pt x="866775" y="628650"/>
                </a:lnTo>
                <a:lnTo>
                  <a:pt x="866775" y="590550"/>
                </a:lnTo>
                <a:lnTo>
                  <a:pt x="857250" y="590550"/>
                </a:lnTo>
                <a:lnTo>
                  <a:pt x="857250" y="600075"/>
                </a:lnTo>
                <a:lnTo>
                  <a:pt x="838200" y="600075"/>
                </a:lnTo>
                <a:close/>
                <a:moveTo>
                  <a:pt x="1304925" y="619125"/>
                </a:moveTo>
                <a:lnTo>
                  <a:pt x="1314450" y="619125"/>
                </a:lnTo>
                <a:lnTo>
                  <a:pt x="1314450" y="609600"/>
                </a:lnTo>
                <a:lnTo>
                  <a:pt x="1295400" y="609600"/>
                </a:lnTo>
                <a:lnTo>
                  <a:pt x="1295400" y="619125"/>
                </a:lnTo>
                <a:lnTo>
                  <a:pt x="1285875" y="619125"/>
                </a:lnTo>
                <a:lnTo>
                  <a:pt x="1285875" y="628650"/>
                </a:lnTo>
                <a:lnTo>
                  <a:pt x="1304925" y="628650"/>
                </a:lnTo>
                <a:close/>
                <a:moveTo>
                  <a:pt x="1495425" y="619125"/>
                </a:moveTo>
                <a:lnTo>
                  <a:pt x="1504950" y="619125"/>
                </a:lnTo>
                <a:lnTo>
                  <a:pt x="1504950" y="657225"/>
                </a:lnTo>
                <a:lnTo>
                  <a:pt x="1524000" y="657225"/>
                </a:lnTo>
                <a:lnTo>
                  <a:pt x="1524000" y="647700"/>
                </a:lnTo>
                <a:lnTo>
                  <a:pt x="1533525" y="647700"/>
                </a:lnTo>
                <a:lnTo>
                  <a:pt x="1533525" y="628650"/>
                </a:lnTo>
                <a:lnTo>
                  <a:pt x="1552575" y="628650"/>
                </a:lnTo>
                <a:lnTo>
                  <a:pt x="1552575" y="647700"/>
                </a:lnTo>
                <a:lnTo>
                  <a:pt x="1543050" y="647700"/>
                </a:lnTo>
                <a:lnTo>
                  <a:pt x="1543050" y="666750"/>
                </a:lnTo>
                <a:lnTo>
                  <a:pt x="1533525" y="666750"/>
                </a:lnTo>
                <a:lnTo>
                  <a:pt x="1533525" y="685800"/>
                </a:lnTo>
                <a:lnTo>
                  <a:pt x="1524000" y="685800"/>
                </a:lnTo>
                <a:lnTo>
                  <a:pt x="1524000" y="695325"/>
                </a:lnTo>
                <a:lnTo>
                  <a:pt x="1533525" y="695325"/>
                </a:lnTo>
                <a:lnTo>
                  <a:pt x="1533525" y="733425"/>
                </a:lnTo>
                <a:lnTo>
                  <a:pt x="1524000" y="733425"/>
                </a:lnTo>
                <a:lnTo>
                  <a:pt x="1524000" y="723900"/>
                </a:lnTo>
                <a:lnTo>
                  <a:pt x="1504950" y="723900"/>
                </a:lnTo>
                <a:lnTo>
                  <a:pt x="1504950" y="752475"/>
                </a:lnTo>
                <a:lnTo>
                  <a:pt x="1495425" y="752475"/>
                </a:lnTo>
                <a:lnTo>
                  <a:pt x="1495425" y="781050"/>
                </a:lnTo>
                <a:lnTo>
                  <a:pt x="1476375" y="781050"/>
                </a:lnTo>
                <a:lnTo>
                  <a:pt x="1476375" y="771525"/>
                </a:lnTo>
                <a:lnTo>
                  <a:pt x="1466850" y="771525"/>
                </a:lnTo>
                <a:lnTo>
                  <a:pt x="1466850" y="752475"/>
                </a:lnTo>
                <a:lnTo>
                  <a:pt x="1476375" y="752475"/>
                </a:lnTo>
                <a:lnTo>
                  <a:pt x="1476375" y="742950"/>
                </a:lnTo>
                <a:lnTo>
                  <a:pt x="1485900" y="742950"/>
                </a:lnTo>
                <a:lnTo>
                  <a:pt x="1485900" y="733425"/>
                </a:lnTo>
                <a:lnTo>
                  <a:pt x="1476375" y="733425"/>
                </a:lnTo>
                <a:lnTo>
                  <a:pt x="1476375" y="723900"/>
                </a:lnTo>
                <a:lnTo>
                  <a:pt x="1466850" y="723900"/>
                </a:lnTo>
                <a:lnTo>
                  <a:pt x="1466850" y="704850"/>
                </a:lnTo>
                <a:lnTo>
                  <a:pt x="1476375" y="704850"/>
                </a:lnTo>
                <a:lnTo>
                  <a:pt x="1476375" y="695325"/>
                </a:lnTo>
                <a:lnTo>
                  <a:pt x="1485900" y="695325"/>
                </a:lnTo>
                <a:lnTo>
                  <a:pt x="1485900" y="685800"/>
                </a:lnTo>
                <a:lnTo>
                  <a:pt x="1495425" y="685800"/>
                </a:lnTo>
                <a:lnTo>
                  <a:pt x="1495425" y="676275"/>
                </a:lnTo>
                <a:lnTo>
                  <a:pt x="1485900" y="676275"/>
                </a:lnTo>
                <a:lnTo>
                  <a:pt x="1485900" y="666750"/>
                </a:lnTo>
                <a:lnTo>
                  <a:pt x="1476375" y="666750"/>
                </a:lnTo>
                <a:lnTo>
                  <a:pt x="1476375" y="657225"/>
                </a:lnTo>
                <a:lnTo>
                  <a:pt x="1485900" y="657225"/>
                </a:lnTo>
                <a:lnTo>
                  <a:pt x="1485900" y="638175"/>
                </a:lnTo>
                <a:lnTo>
                  <a:pt x="1495425" y="638175"/>
                </a:lnTo>
                <a:close/>
                <a:moveTo>
                  <a:pt x="381000" y="628650"/>
                </a:moveTo>
                <a:lnTo>
                  <a:pt x="390525" y="628650"/>
                </a:lnTo>
                <a:lnTo>
                  <a:pt x="390525" y="638175"/>
                </a:lnTo>
                <a:lnTo>
                  <a:pt x="381000" y="638175"/>
                </a:lnTo>
                <a:close/>
                <a:moveTo>
                  <a:pt x="457200" y="628650"/>
                </a:moveTo>
                <a:lnTo>
                  <a:pt x="466725" y="628650"/>
                </a:lnTo>
                <a:lnTo>
                  <a:pt x="466725" y="638175"/>
                </a:lnTo>
                <a:lnTo>
                  <a:pt x="476250" y="638175"/>
                </a:lnTo>
                <a:lnTo>
                  <a:pt x="476250" y="647700"/>
                </a:lnTo>
                <a:lnTo>
                  <a:pt x="457200" y="647700"/>
                </a:lnTo>
                <a:close/>
                <a:moveTo>
                  <a:pt x="1095375" y="628650"/>
                </a:moveTo>
                <a:lnTo>
                  <a:pt x="1104900" y="628650"/>
                </a:lnTo>
                <a:lnTo>
                  <a:pt x="1104900" y="638175"/>
                </a:lnTo>
                <a:lnTo>
                  <a:pt x="1095375" y="638175"/>
                </a:lnTo>
                <a:close/>
                <a:moveTo>
                  <a:pt x="1647825" y="628650"/>
                </a:moveTo>
                <a:lnTo>
                  <a:pt x="1657350" y="628650"/>
                </a:lnTo>
                <a:lnTo>
                  <a:pt x="1657350" y="638175"/>
                </a:lnTo>
                <a:lnTo>
                  <a:pt x="1647825" y="638175"/>
                </a:lnTo>
                <a:close/>
                <a:moveTo>
                  <a:pt x="209550" y="638175"/>
                </a:moveTo>
                <a:lnTo>
                  <a:pt x="219075" y="638175"/>
                </a:lnTo>
                <a:lnTo>
                  <a:pt x="219075" y="657225"/>
                </a:lnTo>
                <a:lnTo>
                  <a:pt x="228600" y="657225"/>
                </a:lnTo>
                <a:lnTo>
                  <a:pt x="228600" y="666750"/>
                </a:lnTo>
                <a:lnTo>
                  <a:pt x="209550" y="666750"/>
                </a:lnTo>
                <a:lnTo>
                  <a:pt x="209550" y="676275"/>
                </a:lnTo>
                <a:lnTo>
                  <a:pt x="200025" y="676275"/>
                </a:lnTo>
                <a:lnTo>
                  <a:pt x="200025" y="685800"/>
                </a:lnTo>
                <a:lnTo>
                  <a:pt x="190500" y="685800"/>
                </a:lnTo>
                <a:lnTo>
                  <a:pt x="190500" y="657225"/>
                </a:lnTo>
                <a:lnTo>
                  <a:pt x="180975" y="657225"/>
                </a:lnTo>
                <a:lnTo>
                  <a:pt x="180975" y="647700"/>
                </a:lnTo>
                <a:lnTo>
                  <a:pt x="209550" y="647700"/>
                </a:lnTo>
                <a:close/>
                <a:moveTo>
                  <a:pt x="1666875" y="638175"/>
                </a:moveTo>
                <a:lnTo>
                  <a:pt x="1676400" y="638175"/>
                </a:lnTo>
                <a:lnTo>
                  <a:pt x="1676400" y="657225"/>
                </a:lnTo>
                <a:lnTo>
                  <a:pt x="1666875" y="657225"/>
                </a:lnTo>
                <a:close/>
                <a:moveTo>
                  <a:pt x="485775" y="647700"/>
                </a:moveTo>
                <a:lnTo>
                  <a:pt x="495300" y="647700"/>
                </a:lnTo>
                <a:lnTo>
                  <a:pt x="495300" y="657225"/>
                </a:lnTo>
                <a:lnTo>
                  <a:pt x="514350" y="657225"/>
                </a:lnTo>
                <a:lnTo>
                  <a:pt x="514350" y="666750"/>
                </a:lnTo>
                <a:lnTo>
                  <a:pt x="523875" y="666750"/>
                </a:lnTo>
                <a:lnTo>
                  <a:pt x="523875" y="657225"/>
                </a:lnTo>
                <a:lnTo>
                  <a:pt x="533400" y="657225"/>
                </a:lnTo>
                <a:lnTo>
                  <a:pt x="533400" y="666750"/>
                </a:lnTo>
                <a:lnTo>
                  <a:pt x="542925" y="666750"/>
                </a:lnTo>
                <a:lnTo>
                  <a:pt x="542925" y="657225"/>
                </a:lnTo>
                <a:lnTo>
                  <a:pt x="552450" y="657225"/>
                </a:lnTo>
                <a:lnTo>
                  <a:pt x="552450" y="676275"/>
                </a:lnTo>
                <a:lnTo>
                  <a:pt x="561975" y="676275"/>
                </a:lnTo>
                <a:lnTo>
                  <a:pt x="561975" y="685800"/>
                </a:lnTo>
                <a:lnTo>
                  <a:pt x="552450" y="685800"/>
                </a:lnTo>
                <a:lnTo>
                  <a:pt x="552450" y="695325"/>
                </a:lnTo>
                <a:lnTo>
                  <a:pt x="514350" y="695325"/>
                </a:lnTo>
                <a:lnTo>
                  <a:pt x="514350" y="685800"/>
                </a:lnTo>
                <a:lnTo>
                  <a:pt x="495300" y="685800"/>
                </a:lnTo>
                <a:lnTo>
                  <a:pt x="495300" y="666750"/>
                </a:lnTo>
                <a:lnTo>
                  <a:pt x="476250" y="666750"/>
                </a:lnTo>
                <a:lnTo>
                  <a:pt x="476250" y="676275"/>
                </a:lnTo>
                <a:lnTo>
                  <a:pt x="457200" y="676275"/>
                </a:lnTo>
                <a:lnTo>
                  <a:pt x="457200" y="666750"/>
                </a:lnTo>
                <a:lnTo>
                  <a:pt x="466725" y="666750"/>
                </a:lnTo>
                <a:lnTo>
                  <a:pt x="466725" y="657225"/>
                </a:lnTo>
                <a:lnTo>
                  <a:pt x="485775" y="657225"/>
                </a:lnTo>
                <a:close/>
                <a:moveTo>
                  <a:pt x="1352550" y="647700"/>
                </a:moveTo>
                <a:lnTo>
                  <a:pt x="1362075" y="647700"/>
                </a:lnTo>
                <a:lnTo>
                  <a:pt x="1362075" y="676275"/>
                </a:lnTo>
                <a:lnTo>
                  <a:pt x="1352550" y="676275"/>
                </a:lnTo>
                <a:close/>
                <a:moveTo>
                  <a:pt x="857250" y="657225"/>
                </a:moveTo>
                <a:lnTo>
                  <a:pt x="876300" y="657225"/>
                </a:lnTo>
                <a:lnTo>
                  <a:pt x="876300" y="647700"/>
                </a:lnTo>
                <a:lnTo>
                  <a:pt x="857250" y="647700"/>
                </a:lnTo>
                <a:close/>
                <a:moveTo>
                  <a:pt x="1419225" y="657225"/>
                </a:moveTo>
                <a:lnTo>
                  <a:pt x="1438275" y="657225"/>
                </a:lnTo>
                <a:lnTo>
                  <a:pt x="1438275" y="676275"/>
                </a:lnTo>
                <a:lnTo>
                  <a:pt x="1419225" y="676275"/>
                </a:lnTo>
                <a:close/>
                <a:moveTo>
                  <a:pt x="1600200" y="657225"/>
                </a:moveTo>
                <a:lnTo>
                  <a:pt x="1609725" y="657225"/>
                </a:lnTo>
                <a:lnTo>
                  <a:pt x="1609725" y="666750"/>
                </a:lnTo>
                <a:lnTo>
                  <a:pt x="1619250" y="666750"/>
                </a:lnTo>
                <a:lnTo>
                  <a:pt x="1619250" y="704850"/>
                </a:lnTo>
                <a:lnTo>
                  <a:pt x="1590675" y="704850"/>
                </a:lnTo>
                <a:lnTo>
                  <a:pt x="1590675" y="685800"/>
                </a:lnTo>
                <a:lnTo>
                  <a:pt x="1581150" y="685800"/>
                </a:lnTo>
                <a:lnTo>
                  <a:pt x="1581150" y="666750"/>
                </a:lnTo>
                <a:lnTo>
                  <a:pt x="1600200" y="666750"/>
                </a:lnTo>
                <a:close/>
                <a:moveTo>
                  <a:pt x="571500" y="666750"/>
                </a:moveTo>
                <a:lnTo>
                  <a:pt x="590550" y="666750"/>
                </a:lnTo>
                <a:lnTo>
                  <a:pt x="590550" y="676275"/>
                </a:lnTo>
                <a:lnTo>
                  <a:pt x="571500" y="676275"/>
                </a:lnTo>
                <a:close/>
                <a:moveTo>
                  <a:pt x="1371600" y="666750"/>
                </a:moveTo>
                <a:lnTo>
                  <a:pt x="1390650" y="666750"/>
                </a:lnTo>
                <a:lnTo>
                  <a:pt x="1390650" y="676275"/>
                </a:lnTo>
                <a:lnTo>
                  <a:pt x="1371600" y="676275"/>
                </a:lnTo>
                <a:close/>
                <a:moveTo>
                  <a:pt x="228600" y="676275"/>
                </a:moveTo>
                <a:lnTo>
                  <a:pt x="238125" y="676275"/>
                </a:lnTo>
                <a:lnTo>
                  <a:pt x="238125" y="685800"/>
                </a:lnTo>
                <a:lnTo>
                  <a:pt x="228600" y="685800"/>
                </a:lnTo>
                <a:close/>
                <a:moveTo>
                  <a:pt x="352425" y="676275"/>
                </a:moveTo>
                <a:lnTo>
                  <a:pt x="361950" y="676275"/>
                </a:lnTo>
                <a:lnTo>
                  <a:pt x="361950" y="685800"/>
                </a:lnTo>
                <a:lnTo>
                  <a:pt x="352425" y="685800"/>
                </a:lnTo>
                <a:close/>
                <a:moveTo>
                  <a:pt x="962025" y="676275"/>
                </a:moveTo>
                <a:lnTo>
                  <a:pt x="971550" y="676275"/>
                </a:lnTo>
                <a:lnTo>
                  <a:pt x="971550" y="685800"/>
                </a:lnTo>
                <a:lnTo>
                  <a:pt x="962025" y="685800"/>
                </a:lnTo>
                <a:close/>
                <a:moveTo>
                  <a:pt x="1390650" y="676275"/>
                </a:moveTo>
                <a:lnTo>
                  <a:pt x="1400175" y="676275"/>
                </a:lnTo>
                <a:lnTo>
                  <a:pt x="1400175" y="695325"/>
                </a:lnTo>
                <a:lnTo>
                  <a:pt x="1390650" y="695325"/>
                </a:lnTo>
                <a:close/>
                <a:moveTo>
                  <a:pt x="1495425" y="676275"/>
                </a:moveTo>
                <a:lnTo>
                  <a:pt x="1514475" y="676275"/>
                </a:lnTo>
                <a:lnTo>
                  <a:pt x="1514475" y="666750"/>
                </a:lnTo>
                <a:lnTo>
                  <a:pt x="1495425" y="666750"/>
                </a:lnTo>
                <a:close/>
                <a:moveTo>
                  <a:pt x="1657350" y="676275"/>
                </a:moveTo>
                <a:lnTo>
                  <a:pt x="1666875" y="676275"/>
                </a:lnTo>
                <a:lnTo>
                  <a:pt x="1666875" y="695325"/>
                </a:lnTo>
                <a:lnTo>
                  <a:pt x="1657350" y="695325"/>
                </a:lnTo>
                <a:close/>
                <a:moveTo>
                  <a:pt x="676275" y="685800"/>
                </a:moveTo>
                <a:lnTo>
                  <a:pt x="704850" y="685800"/>
                </a:lnTo>
                <a:lnTo>
                  <a:pt x="704850" y="676275"/>
                </a:lnTo>
                <a:lnTo>
                  <a:pt x="685800" y="676275"/>
                </a:lnTo>
                <a:lnTo>
                  <a:pt x="685800" y="666750"/>
                </a:lnTo>
                <a:lnTo>
                  <a:pt x="676275" y="666750"/>
                </a:lnTo>
                <a:close/>
                <a:moveTo>
                  <a:pt x="885825" y="685800"/>
                </a:moveTo>
                <a:lnTo>
                  <a:pt x="904875" y="685800"/>
                </a:lnTo>
                <a:lnTo>
                  <a:pt x="904875" y="666750"/>
                </a:lnTo>
                <a:lnTo>
                  <a:pt x="885825" y="666750"/>
                </a:lnTo>
                <a:lnTo>
                  <a:pt x="885825" y="657225"/>
                </a:lnTo>
                <a:lnTo>
                  <a:pt x="876300" y="657225"/>
                </a:lnTo>
                <a:lnTo>
                  <a:pt x="876300" y="676275"/>
                </a:lnTo>
                <a:lnTo>
                  <a:pt x="866775" y="676275"/>
                </a:lnTo>
                <a:lnTo>
                  <a:pt x="866775" y="695325"/>
                </a:lnTo>
                <a:lnTo>
                  <a:pt x="885825" y="695325"/>
                </a:lnTo>
                <a:close/>
                <a:moveTo>
                  <a:pt x="1571625" y="685800"/>
                </a:moveTo>
                <a:lnTo>
                  <a:pt x="1581150" y="685800"/>
                </a:lnTo>
                <a:lnTo>
                  <a:pt x="1581150" y="695325"/>
                </a:lnTo>
                <a:lnTo>
                  <a:pt x="1571625" y="695325"/>
                </a:lnTo>
                <a:close/>
                <a:moveTo>
                  <a:pt x="733425" y="695325"/>
                </a:moveTo>
                <a:lnTo>
                  <a:pt x="742950" y="695325"/>
                </a:lnTo>
                <a:lnTo>
                  <a:pt x="742950" y="676275"/>
                </a:lnTo>
                <a:lnTo>
                  <a:pt x="714375" y="676275"/>
                </a:lnTo>
                <a:lnTo>
                  <a:pt x="714375" y="695325"/>
                </a:lnTo>
                <a:lnTo>
                  <a:pt x="704850" y="695325"/>
                </a:lnTo>
                <a:lnTo>
                  <a:pt x="704850" y="704850"/>
                </a:lnTo>
                <a:lnTo>
                  <a:pt x="714375" y="704850"/>
                </a:lnTo>
                <a:lnTo>
                  <a:pt x="714375" y="714375"/>
                </a:lnTo>
                <a:lnTo>
                  <a:pt x="704850" y="714375"/>
                </a:lnTo>
                <a:lnTo>
                  <a:pt x="704850" y="723900"/>
                </a:lnTo>
                <a:lnTo>
                  <a:pt x="714375" y="723900"/>
                </a:lnTo>
                <a:lnTo>
                  <a:pt x="714375" y="733425"/>
                </a:lnTo>
                <a:lnTo>
                  <a:pt x="704850" y="733425"/>
                </a:lnTo>
                <a:lnTo>
                  <a:pt x="704850" y="742950"/>
                </a:lnTo>
                <a:lnTo>
                  <a:pt x="695325" y="742950"/>
                </a:lnTo>
                <a:lnTo>
                  <a:pt x="695325" y="771525"/>
                </a:lnTo>
                <a:lnTo>
                  <a:pt x="676275" y="771525"/>
                </a:lnTo>
                <a:lnTo>
                  <a:pt x="676275" y="781050"/>
                </a:lnTo>
                <a:lnTo>
                  <a:pt x="695325" y="781050"/>
                </a:lnTo>
                <a:lnTo>
                  <a:pt x="695325" y="771525"/>
                </a:lnTo>
                <a:lnTo>
                  <a:pt x="723900" y="771525"/>
                </a:lnTo>
                <a:lnTo>
                  <a:pt x="723900" y="762000"/>
                </a:lnTo>
                <a:lnTo>
                  <a:pt x="742950" y="762000"/>
                </a:lnTo>
                <a:lnTo>
                  <a:pt x="742950" y="752475"/>
                </a:lnTo>
                <a:lnTo>
                  <a:pt x="733425" y="752475"/>
                </a:lnTo>
                <a:lnTo>
                  <a:pt x="733425" y="733425"/>
                </a:lnTo>
                <a:lnTo>
                  <a:pt x="723900" y="733425"/>
                </a:lnTo>
                <a:lnTo>
                  <a:pt x="723900" y="704850"/>
                </a:lnTo>
                <a:lnTo>
                  <a:pt x="733425" y="704850"/>
                </a:lnTo>
                <a:close/>
                <a:moveTo>
                  <a:pt x="1562100" y="695325"/>
                </a:moveTo>
                <a:lnTo>
                  <a:pt x="1571625" y="695325"/>
                </a:lnTo>
                <a:lnTo>
                  <a:pt x="1571625" y="704850"/>
                </a:lnTo>
                <a:lnTo>
                  <a:pt x="1590675" y="704850"/>
                </a:lnTo>
                <a:lnTo>
                  <a:pt x="1590675" y="714375"/>
                </a:lnTo>
                <a:lnTo>
                  <a:pt x="1581150" y="714375"/>
                </a:lnTo>
                <a:lnTo>
                  <a:pt x="1581150" y="733425"/>
                </a:lnTo>
                <a:lnTo>
                  <a:pt x="1571625" y="733425"/>
                </a:lnTo>
                <a:lnTo>
                  <a:pt x="1571625" y="714375"/>
                </a:lnTo>
                <a:lnTo>
                  <a:pt x="1562100" y="714375"/>
                </a:lnTo>
                <a:close/>
                <a:moveTo>
                  <a:pt x="1647825" y="695325"/>
                </a:moveTo>
                <a:lnTo>
                  <a:pt x="1657350" y="695325"/>
                </a:lnTo>
                <a:lnTo>
                  <a:pt x="1657350" y="704850"/>
                </a:lnTo>
                <a:lnTo>
                  <a:pt x="1647825" y="704850"/>
                </a:lnTo>
                <a:close/>
                <a:moveTo>
                  <a:pt x="1066800" y="704850"/>
                </a:moveTo>
                <a:lnTo>
                  <a:pt x="1076325" y="704850"/>
                </a:lnTo>
                <a:lnTo>
                  <a:pt x="1076325" y="695325"/>
                </a:lnTo>
                <a:lnTo>
                  <a:pt x="1066800" y="695325"/>
                </a:lnTo>
                <a:close/>
                <a:moveTo>
                  <a:pt x="1133475" y="704850"/>
                </a:moveTo>
                <a:lnTo>
                  <a:pt x="1143000" y="704850"/>
                </a:lnTo>
                <a:lnTo>
                  <a:pt x="1143000" y="714375"/>
                </a:lnTo>
                <a:lnTo>
                  <a:pt x="1133475" y="714375"/>
                </a:lnTo>
                <a:close/>
                <a:moveTo>
                  <a:pt x="1409700" y="704850"/>
                </a:moveTo>
                <a:lnTo>
                  <a:pt x="1419225" y="704850"/>
                </a:lnTo>
                <a:lnTo>
                  <a:pt x="1419225" y="714375"/>
                </a:lnTo>
                <a:lnTo>
                  <a:pt x="1428750" y="714375"/>
                </a:lnTo>
                <a:lnTo>
                  <a:pt x="1428750" y="723900"/>
                </a:lnTo>
                <a:lnTo>
                  <a:pt x="1438275" y="723900"/>
                </a:lnTo>
                <a:lnTo>
                  <a:pt x="1438275" y="733425"/>
                </a:lnTo>
                <a:lnTo>
                  <a:pt x="1447800" y="733425"/>
                </a:lnTo>
                <a:lnTo>
                  <a:pt x="1447800" y="742950"/>
                </a:lnTo>
                <a:lnTo>
                  <a:pt x="1428750" y="742950"/>
                </a:lnTo>
                <a:lnTo>
                  <a:pt x="1428750" y="733425"/>
                </a:lnTo>
                <a:lnTo>
                  <a:pt x="1419225" y="733425"/>
                </a:lnTo>
                <a:lnTo>
                  <a:pt x="1419225" y="723900"/>
                </a:lnTo>
                <a:lnTo>
                  <a:pt x="1409700" y="723900"/>
                </a:lnTo>
                <a:close/>
                <a:moveTo>
                  <a:pt x="400050" y="714375"/>
                </a:moveTo>
                <a:lnTo>
                  <a:pt x="409575" y="714375"/>
                </a:lnTo>
                <a:lnTo>
                  <a:pt x="409575" y="733425"/>
                </a:lnTo>
                <a:lnTo>
                  <a:pt x="400050" y="733425"/>
                </a:lnTo>
                <a:close/>
                <a:moveTo>
                  <a:pt x="628650" y="714375"/>
                </a:moveTo>
                <a:lnTo>
                  <a:pt x="638175" y="714375"/>
                </a:lnTo>
                <a:lnTo>
                  <a:pt x="638175" y="695325"/>
                </a:lnTo>
                <a:lnTo>
                  <a:pt x="628650" y="695325"/>
                </a:lnTo>
                <a:close/>
                <a:moveTo>
                  <a:pt x="676275" y="714375"/>
                </a:moveTo>
                <a:lnTo>
                  <a:pt x="695325" y="714375"/>
                </a:lnTo>
                <a:lnTo>
                  <a:pt x="695325" y="695325"/>
                </a:lnTo>
                <a:lnTo>
                  <a:pt x="676275" y="695325"/>
                </a:lnTo>
                <a:close/>
                <a:moveTo>
                  <a:pt x="923925" y="714375"/>
                </a:moveTo>
                <a:lnTo>
                  <a:pt x="933450" y="714375"/>
                </a:lnTo>
                <a:lnTo>
                  <a:pt x="933450" y="723900"/>
                </a:lnTo>
                <a:lnTo>
                  <a:pt x="942975" y="723900"/>
                </a:lnTo>
                <a:lnTo>
                  <a:pt x="942975" y="733425"/>
                </a:lnTo>
                <a:lnTo>
                  <a:pt x="952500" y="733425"/>
                </a:lnTo>
                <a:lnTo>
                  <a:pt x="952500" y="723900"/>
                </a:lnTo>
                <a:lnTo>
                  <a:pt x="962025" y="723900"/>
                </a:lnTo>
                <a:lnTo>
                  <a:pt x="962025" y="714375"/>
                </a:lnTo>
                <a:lnTo>
                  <a:pt x="952500" y="714375"/>
                </a:lnTo>
                <a:lnTo>
                  <a:pt x="952500" y="704850"/>
                </a:lnTo>
                <a:lnTo>
                  <a:pt x="923925" y="704850"/>
                </a:lnTo>
                <a:close/>
                <a:moveTo>
                  <a:pt x="1038225" y="714375"/>
                </a:moveTo>
                <a:lnTo>
                  <a:pt x="1057275" y="714375"/>
                </a:lnTo>
                <a:lnTo>
                  <a:pt x="1057275" y="733425"/>
                </a:lnTo>
                <a:lnTo>
                  <a:pt x="1066800" y="733425"/>
                </a:lnTo>
                <a:lnTo>
                  <a:pt x="1066800" y="742950"/>
                </a:lnTo>
                <a:lnTo>
                  <a:pt x="1038225" y="742950"/>
                </a:lnTo>
                <a:lnTo>
                  <a:pt x="1038225" y="733425"/>
                </a:lnTo>
                <a:lnTo>
                  <a:pt x="1019175" y="733425"/>
                </a:lnTo>
                <a:lnTo>
                  <a:pt x="1019175" y="723900"/>
                </a:lnTo>
                <a:lnTo>
                  <a:pt x="1038225" y="723900"/>
                </a:lnTo>
                <a:close/>
                <a:moveTo>
                  <a:pt x="1247775" y="714375"/>
                </a:moveTo>
                <a:lnTo>
                  <a:pt x="1266825" y="714375"/>
                </a:lnTo>
                <a:lnTo>
                  <a:pt x="1266825" y="704850"/>
                </a:lnTo>
                <a:lnTo>
                  <a:pt x="1247775" y="704850"/>
                </a:lnTo>
                <a:close/>
                <a:moveTo>
                  <a:pt x="1371600" y="714375"/>
                </a:moveTo>
                <a:lnTo>
                  <a:pt x="1381125" y="714375"/>
                </a:lnTo>
                <a:lnTo>
                  <a:pt x="1381125" y="723900"/>
                </a:lnTo>
                <a:lnTo>
                  <a:pt x="1371600" y="723900"/>
                </a:lnTo>
                <a:close/>
                <a:moveTo>
                  <a:pt x="1647825" y="714375"/>
                </a:moveTo>
                <a:lnTo>
                  <a:pt x="1657350" y="714375"/>
                </a:lnTo>
                <a:lnTo>
                  <a:pt x="1657350" y="723900"/>
                </a:lnTo>
                <a:lnTo>
                  <a:pt x="1647825" y="723900"/>
                </a:lnTo>
                <a:close/>
                <a:moveTo>
                  <a:pt x="752475" y="723900"/>
                </a:moveTo>
                <a:lnTo>
                  <a:pt x="762000" y="723900"/>
                </a:lnTo>
                <a:lnTo>
                  <a:pt x="762000" y="695325"/>
                </a:lnTo>
                <a:lnTo>
                  <a:pt x="752475" y="695325"/>
                </a:lnTo>
                <a:close/>
                <a:moveTo>
                  <a:pt x="809625" y="723900"/>
                </a:moveTo>
                <a:lnTo>
                  <a:pt x="819150" y="723900"/>
                </a:lnTo>
                <a:lnTo>
                  <a:pt x="819150" y="714375"/>
                </a:lnTo>
                <a:lnTo>
                  <a:pt x="809625" y="714375"/>
                </a:lnTo>
                <a:close/>
                <a:moveTo>
                  <a:pt x="714375" y="742950"/>
                </a:moveTo>
                <a:lnTo>
                  <a:pt x="723900" y="742950"/>
                </a:lnTo>
                <a:lnTo>
                  <a:pt x="723900" y="752475"/>
                </a:lnTo>
                <a:lnTo>
                  <a:pt x="714375" y="752475"/>
                </a:lnTo>
                <a:close/>
                <a:moveTo>
                  <a:pt x="1019175" y="742950"/>
                </a:moveTo>
                <a:lnTo>
                  <a:pt x="1028700" y="742950"/>
                </a:lnTo>
                <a:lnTo>
                  <a:pt x="1028700" y="752475"/>
                </a:lnTo>
                <a:lnTo>
                  <a:pt x="1019175" y="752475"/>
                </a:lnTo>
                <a:close/>
                <a:moveTo>
                  <a:pt x="1181100" y="742950"/>
                </a:moveTo>
                <a:lnTo>
                  <a:pt x="1190625" y="742950"/>
                </a:lnTo>
                <a:lnTo>
                  <a:pt x="1190625" y="733425"/>
                </a:lnTo>
                <a:lnTo>
                  <a:pt x="1181100" y="733425"/>
                </a:lnTo>
                <a:close/>
                <a:moveTo>
                  <a:pt x="1400175" y="742950"/>
                </a:moveTo>
                <a:lnTo>
                  <a:pt x="1409700" y="742950"/>
                </a:lnTo>
                <a:lnTo>
                  <a:pt x="1409700" y="752475"/>
                </a:lnTo>
                <a:lnTo>
                  <a:pt x="1400175" y="752475"/>
                </a:lnTo>
                <a:close/>
                <a:moveTo>
                  <a:pt x="1600200" y="742950"/>
                </a:moveTo>
                <a:lnTo>
                  <a:pt x="1619250" y="742950"/>
                </a:lnTo>
                <a:lnTo>
                  <a:pt x="1619250" y="752475"/>
                </a:lnTo>
                <a:lnTo>
                  <a:pt x="1609725" y="752475"/>
                </a:lnTo>
                <a:lnTo>
                  <a:pt x="1609725" y="771525"/>
                </a:lnTo>
                <a:lnTo>
                  <a:pt x="1600200" y="771525"/>
                </a:lnTo>
                <a:close/>
                <a:moveTo>
                  <a:pt x="1028700" y="752475"/>
                </a:moveTo>
                <a:lnTo>
                  <a:pt x="1038225" y="752475"/>
                </a:lnTo>
                <a:lnTo>
                  <a:pt x="1038225" y="762000"/>
                </a:lnTo>
                <a:lnTo>
                  <a:pt x="1028700" y="762000"/>
                </a:lnTo>
                <a:close/>
                <a:moveTo>
                  <a:pt x="1314450" y="752475"/>
                </a:moveTo>
                <a:lnTo>
                  <a:pt x="1333500" y="752475"/>
                </a:lnTo>
                <a:lnTo>
                  <a:pt x="1333500" y="742950"/>
                </a:lnTo>
                <a:lnTo>
                  <a:pt x="1323975" y="742950"/>
                </a:lnTo>
                <a:lnTo>
                  <a:pt x="1323975" y="733425"/>
                </a:lnTo>
                <a:lnTo>
                  <a:pt x="1314450" y="733425"/>
                </a:lnTo>
                <a:close/>
                <a:moveTo>
                  <a:pt x="647700" y="762000"/>
                </a:moveTo>
                <a:lnTo>
                  <a:pt x="666750" y="762000"/>
                </a:lnTo>
                <a:lnTo>
                  <a:pt x="666750" y="733425"/>
                </a:lnTo>
                <a:lnTo>
                  <a:pt x="647700" y="733425"/>
                </a:lnTo>
                <a:close/>
                <a:moveTo>
                  <a:pt x="1104900" y="762000"/>
                </a:moveTo>
                <a:lnTo>
                  <a:pt x="1114425" y="762000"/>
                </a:lnTo>
                <a:lnTo>
                  <a:pt x="1114425" y="752475"/>
                </a:lnTo>
                <a:lnTo>
                  <a:pt x="1104900" y="752475"/>
                </a:lnTo>
                <a:close/>
                <a:moveTo>
                  <a:pt x="1209675" y="762000"/>
                </a:moveTo>
                <a:lnTo>
                  <a:pt x="1219200" y="762000"/>
                </a:lnTo>
                <a:lnTo>
                  <a:pt x="1219200" y="752475"/>
                </a:lnTo>
                <a:lnTo>
                  <a:pt x="1209675" y="752475"/>
                </a:lnTo>
                <a:close/>
                <a:moveTo>
                  <a:pt x="1419225" y="762000"/>
                </a:moveTo>
                <a:lnTo>
                  <a:pt x="1428750" y="762000"/>
                </a:lnTo>
                <a:lnTo>
                  <a:pt x="1428750" y="781050"/>
                </a:lnTo>
                <a:lnTo>
                  <a:pt x="1438275" y="781050"/>
                </a:lnTo>
                <a:lnTo>
                  <a:pt x="1438275" y="790575"/>
                </a:lnTo>
                <a:lnTo>
                  <a:pt x="1457325" y="790575"/>
                </a:lnTo>
                <a:lnTo>
                  <a:pt x="1457325" y="800100"/>
                </a:lnTo>
                <a:lnTo>
                  <a:pt x="1447800" y="800100"/>
                </a:lnTo>
                <a:lnTo>
                  <a:pt x="1447800" y="809625"/>
                </a:lnTo>
                <a:lnTo>
                  <a:pt x="1428750" y="809625"/>
                </a:lnTo>
                <a:lnTo>
                  <a:pt x="1428750" y="819150"/>
                </a:lnTo>
                <a:lnTo>
                  <a:pt x="1438275" y="819150"/>
                </a:lnTo>
                <a:lnTo>
                  <a:pt x="1438275" y="828675"/>
                </a:lnTo>
                <a:lnTo>
                  <a:pt x="1457325" y="828675"/>
                </a:lnTo>
                <a:lnTo>
                  <a:pt x="1457325" y="838200"/>
                </a:lnTo>
                <a:lnTo>
                  <a:pt x="1466850" y="838200"/>
                </a:lnTo>
                <a:lnTo>
                  <a:pt x="1466850" y="847725"/>
                </a:lnTo>
                <a:lnTo>
                  <a:pt x="1476375" y="847725"/>
                </a:lnTo>
                <a:lnTo>
                  <a:pt x="1476375" y="857250"/>
                </a:lnTo>
                <a:lnTo>
                  <a:pt x="1495425" y="857250"/>
                </a:lnTo>
                <a:lnTo>
                  <a:pt x="1495425" y="838200"/>
                </a:lnTo>
                <a:lnTo>
                  <a:pt x="1514475" y="838200"/>
                </a:lnTo>
                <a:lnTo>
                  <a:pt x="1514475" y="800100"/>
                </a:lnTo>
                <a:lnTo>
                  <a:pt x="1495425" y="800100"/>
                </a:lnTo>
                <a:lnTo>
                  <a:pt x="1495425" y="790575"/>
                </a:lnTo>
                <a:lnTo>
                  <a:pt x="1524000" y="790575"/>
                </a:lnTo>
                <a:lnTo>
                  <a:pt x="1524000" y="771525"/>
                </a:lnTo>
                <a:lnTo>
                  <a:pt x="1543050" y="771525"/>
                </a:lnTo>
                <a:lnTo>
                  <a:pt x="1543050" y="800100"/>
                </a:lnTo>
                <a:lnTo>
                  <a:pt x="1533525" y="800100"/>
                </a:lnTo>
                <a:lnTo>
                  <a:pt x="1533525" y="819150"/>
                </a:lnTo>
                <a:lnTo>
                  <a:pt x="1524000" y="819150"/>
                </a:lnTo>
                <a:lnTo>
                  <a:pt x="1524000" y="838200"/>
                </a:lnTo>
                <a:lnTo>
                  <a:pt x="1543050" y="838200"/>
                </a:lnTo>
                <a:lnTo>
                  <a:pt x="1543050" y="828675"/>
                </a:lnTo>
                <a:lnTo>
                  <a:pt x="1552575" y="828675"/>
                </a:lnTo>
                <a:lnTo>
                  <a:pt x="1552575" y="838200"/>
                </a:lnTo>
                <a:lnTo>
                  <a:pt x="1562100" y="838200"/>
                </a:lnTo>
                <a:lnTo>
                  <a:pt x="1562100" y="847725"/>
                </a:lnTo>
                <a:lnTo>
                  <a:pt x="1571625" y="847725"/>
                </a:lnTo>
                <a:lnTo>
                  <a:pt x="1571625" y="828675"/>
                </a:lnTo>
                <a:lnTo>
                  <a:pt x="1609725" y="828675"/>
                </a:lnTo>
                <a:lnTo>
                  <a:pt x="1609725" y="819150"/>
                </a:lnTo>
                <a:lnTo>
                  <a:pt x="1628775" y="819150"/>
                </a:lnTo>
                <a:lnTo>
                  <a:pt x="1628775" y="828675"/>
                </a:lnTo>
                <a:lnTo>
                  <a:pt x="1657350" y="828675"/>
                </a:lnTo>
                <a:lnTo>
                  <a:pt x="1657350" y="838200"/>
                </a:lnTo>
                <a:lnTo>
                  <a:pt x="1666875" y="838200"/>
                </a:lnTo>
                <a:lnTo>
                  <a:pt x="1666875" y="847725"/>
                </a:lnTo>
                <a:lnTo>
                  <a:pt x="1676400" y="847725"/>
                </a:lnTo>
                <a:lnTo>
                  <a:pt x="1676400" y="876300"/>
                </a:lnTo>
                <a:lnTo>
                  <a:pt x="1628775" y="876300"/>
                </a:lnTo>
                <a:lnTo>
                  <a:pt x="1628775" y="885825"/>
                </a:lnTo>
                <a:lnTo>
                  <a:pt x="1619250" y="885825"/>
                </a:lnTo>
                <a:lnTo>
                  <a:pt x="1619250" y="876300"/>
                </a:lnTo>
                <a:lnTo>
                  <a:pt x="1609725" y="876300"/>
                </a:lnTo>
                <a:lnTo>
                  <a:pt x="1609725" y="866775"/>
                </a:lnTo>
                <a:lnTo>
                  <a:pt x="1600200" y="866775"/>
                </a:lnTo>
                <a:lnTo>
                  <a:pt x="1600200" y="857250"/>
                </a:lnTo>
                <a:lnTo>
                  <a:pt x="1590675" y="857250"/>
                </a:lnTo>
                <a:lnTo>
                  <a:pt x="1590675" y="866775"/>
                </a:lnTo>
                <a:lnTo>
                  <a:pt x="1571625" y="866775"/>
                </a:lnTo>
                <a:lnTo>
                  <a:pt x="1571625" y="857250"/>
                </a:lnTo>
                <a:lnTo>
                  <a:pt x="1533525" y="857250"/>
                </a:lnTo>
                <a:lnTo>
                  <a:pt x="1533525" y="866775"/>
                </a:lnTo>
                <a:lnTo>
                  <a:pt x="1514475" y="866775"/>
                </a:lnTo>
                <a:lnTo>
                  <a:pt x="1514475" y="876300"/>
                </a:lnTo>
                <a:lnTo>
                  <a:pt x="1504950" y="876300"/>
                </a:lnTo>
                <a:lnTo>
                  <a:pt x="1504950" y="866775"/>
                </a:lnTo>
                <a:lnTo>
                  <a:pt x="1476375" y="866775"/>
                </a:lnTo>
                <a:lnTo>
                  <a:pt x="1476375" y="876300"/>
                </a:lnTo>
                <a:lnTo>
                  <a:pt x="1428750" y="876300"/>
                </a:lnTo>
                <a:lnTo>
                  <a:pt x="1428750" y="866775"/>
                </a:lnTo>
                <a:lnTo>
                  <a:pt x="1409700" y="866775"/>
                </a:lnTo>
                <a:lnTo>
                  <a:pt x="1409700" y="819150"/>
                </a:lnTo>
                <a:lnTo>
                  <a:pt x="1400175" y="819150"/>
                </a:lnTo>
                <a:lnTo>
                  <a:pt x="1400175" y="809625"/>
                </a:lnTo>
                <a:lnTo>
                  <a:pt x="1390650" y="809625"/>
                </a:lnTo>
                <a:lnTo>
                  <a:pt x="1390650" y="800100"/>
                </a:lnTo>
                <a:lnTo>
                  <a:pt x="1400175" y="800100"/>
                </a:lnTo>
                <a:lnTo>
                  <a:pt x="1400175" y="790575"/>
                </a:lnTo>
                <a:lnTo>
                  <a:pt x="1390650" y="790575"/>
                </a:lnTo>
                <a:lnTo>
                  <a:pt x="1390650" y="781050"/>
                </a:lnTo>
                <a:lnTo>
                  <a:pt x="1419225" y="781050"/>
                </a:lnTo>
                <a:close/>
                <a:moveTo>
                  <a:pt x="847725" y="771525"/>
                </a:moveTo>
                <a:lnTo>
                  <a:pt x="857250" y="771525"/>
                </a:lnTo>
                <a:lnTo>
                  <a:pt x="857250" y="762000"/>
                </a:lnTo>
                <a:lnTo>
                  <a:pt x="838200" y="762000"/>
                </a:lnTo>
                <a:lnTo>
                  <a:pt x="838200" y="781050"/>
                </a:lnTo>
                <a:lnTo>
                  <a:pt x="847725" y="781050"/>
                </a:lnTo>
                <a:close/>
                <a:moveTo>
                  <a:pt x="942975" y="771525"/>
                </a:moveTo>
                <a:lnTo>
                  <a:pt x="952500" y="771525"/>
                </a:lnTo>
                <a:lnTo>
                  <a:pt x="952500" y="762000"/>
                </a:lnTo>
                <a:lnTo>
                  <a:pt x="942975" y="762000"/>
                </a:lnTo>
                <a:close/>
                <a:moveTo>
                  <a:pt x="1066800" y="771525"/>
                </a:moveTo>
                <a:lnTo>
                  <a:pt x="1076325" y="771525"/>
                </a:lnTo>
                <a:lnTo>
                  <a:pt x="1076325" y="781050"/>
                </a:lnTo>
                <a:lnTo>
                  <a:pt x="1066800" y="781050"/>
                </a:lnTo>
                <a:close/>
                <a:moveTo>
                  <a:pt x="1000125" y="781050"/>
                </a:moveTo>
                <a:lnTo>
                  <a:pt x="1009650" y="781050"/>
                </a:lnTo>
                <a:lnTo>
                  <a:pt x="1009650" y="790575"/>
                </a:lnTo>
                <a:lnTo>
                  <a:pt x="1000125" y="790575"/>
                </a:lnTo>
                <a:close/>
                <a:moveTo>
                  <a:pt x="1028700" y="781050"/>
                </a:moveTo>
                <a:lnTo>
                  <a:pt x="1047750" y="781050"/>
                </a:lnTo>
                <a:lnTo>
                  <a:pt x="1047750" y="790575"/>
                </a:lnTo>
                <a:lnTo>
                  <a:pt x="1057275" y="790575"/>
                </a:lnTo>
                <a:lnTo>
                  <a:pt x="1057275" y="809625"/>
                </a:lnTo>
                <a:lnTo>
                  <a:pt x="1047750" y="809625"/>
                </a:lnTo>
                <a:lnTo>
                  <a:pt x="1047750" y="800100"/>
                </a:lnTo>
                <a:lnTo>
                  <a:pt x="1038225" y="800100"/>
                </a:lnTo>
                <a:lnTo>
                  <a:pt x="1038225" y="790575"/>
                </a:lnTo>
                <a:lnTo>
                  <a:pt x="1028700" y="790575"/>
                </a:lnTo>
                <a:close/>
                <a:moveTo>
                  <a:pt x="1152525" y="781050"/>
                </a:moveTo>
                <a:lnTo>
                  <a:pt x="1162050" y="781050"/>
                </a:lnTo>
                <a:lnTo>
                  <a:pt x="1162050" y="790575"/>
                </a:lnTo>
                <a:lnTo>
                  <a:pt x="1152525" y="790575"/>
                </a:lnTo>
                <a:close/>
                <a:moveTo>
                  <a:pt x="1352550" y="781050"/>
                </a:moveTo>
                <a:lnTo>
                  <a:pt x="1362075" y="781050"/>
                </a:lnTo>
                <a:lnTo>
                  <a:pt x="1362075" y="790575"/>
                </a:lnTo>
                <a:lnTo>
                  <a:pt x="1352550" y="790575"/>
                </a:lnTo>
                <a:close/>
                <a:moveTo>
                  <a:pt x="1571625" y="781050"/>
                </a:moveTo>
                <a:lnTo>
                  <a:pt x="1609725" y="781050"/>
                </a:lnTo>
                <a:lnTo>
                  <a:pt x="1609725" y="809625"/>
                </a:lnTo>
                <a:lnTo>
                  <a:pt x="1590675" y="809625"/>
                </a:lnTo>
                <a:lnTo>
                  <a:pt x="1590675" y="800100"/>
                </a:lnTo>
                <a:lnTo>
                  <a:pt x="1562100" y="800100"/>
                </a:lnTo>
                <a:lnTo>
                  <a:pt x="1562100" y="790575"/>
                </a:lnTo>
                <a:lnTo>
                  <a:pt x="1571625" y="790575"/>
                </a:lnTo>
                <a:close/>
                <a:moveTo>
                  <a:pt x="1638300" y="781050"/>
                </a:moveTo>
                <a:lnTo>
                  <a:pt x="1647825" y="781050"/>
                </a:lnTo>
                <a:lnTo>
                  <a:pt x="1647825" y="800100"/>
                </a:lnTo>
                <a:lnTo>
                  <a:pt x="1638300" y="800100"/>
                </a:lnTo>
                <a:close/>
                <a:moveTo>
                  <a:pt x="971550" y="790575"/>
                </a:moveTo>
                <a:lnTo>
                  <a:pt x="981075" y="790575"/>
                </a:lnTo>
                <a:lnTo>
                  <a:pt x="981075" y="800100"/>
                </a:lnTo>
                <a:lnTo>
                  <a:pt x="971550" y="800100"/>
                </a:lnTo>
                <a:close/>
                <a:moveTo>
                  <a:pt x="1009650" y="790575"/>
                </a:moveTo>
                <a:lnTo>
                  <a:pt x="1019175" y="790575"/>
                </a:lnTo>
                <a:lnTo>
                  <a:pt x="1019175" y="800100"/>
                </a:lnTo>
                <a:lnTo>
                  <a:pt x="1009650" y="800100"/>
                </a:lnTo>
                <a:close/>
                <a:moveTo>
                  <a:pt x="1676400" y="790575"/>
                </a:moveTo>
                <a:lnTo>
                  <a:pt x="1685925" y="790575"/>
                </a:lnTo>
                <a:lnTo>
                  <a:pt x="1685925" y="809625"/>
                </a:lnTo>
                <a:lnTo>
                  <a:pt x="1666875" y="809625"/>
                </a:lnTo>
                <a:lnTo>
                  <a:pt x="1666875" y="800100"/>
                </a:lnTo>
                <a:lnTo>
                  <a:pt x="1676400" y="800100"/>
                </a:lnTo>
                <a:close/>
                <a:moveTo>
                  <a:pt x="1285875" y="800100"/>
                </a:moveTo>
                <a:lnTo>
                  <a:pt x="1304925" y="800100"/>
                </a:lnTo>
                <a:lnTo>
                  <a:pt x="1304925" y="809625"/>
                </a:lnTo>
                <a:lnTo>
                  <a:pt x="1314450" y="809625"/>
                </a:lnTo>
                <a:lnTo>
                  <a:pt x="1314450" y="800100"/>
                </a:lnTo>
                <a:lnTo>
                  <a:pt x="1352550" y="800100"/>
                </a:lnTo>
                <a:lnTo>
                  <a:pt x="1352550" y="819150"/>
                </a:lnTo>
                <a:lnTo>
                  <a:pt x="1362075" y="819150"/>
                </a:lnTo>
                <a:lnTo>
                  <a:pt x="1362075" y="866775"/>
                </a:lnTo>
                <a:lnTo>
                  <a:pt x="1343025" y="866775"/>
                </a:lnTo>
                <a:lnTo>
                  <a:pt x="1343025" y="857250"/>
                </a:lnTo>
                <a:lnTo>
                  <a:pt x="1333500" y="857250"/>
                </a:lnTo>
                <a:lnTo>
                  <a:pt x="1333500" y="876300"/>
                </a:lnTo>
                <a:lnTo>
                  <a:pt x="1323975" y="876300"/>
                </a:lnTo>
                <a:lnTo>
                  <a:pt x="1323975" y="866775"/>
                </a:lnTo>
                <a:lnTo>
                  <a:pt x="1314450" y="866775"/>
                </a:lnTo>
                <a:lnTo>
                  <a:pt x="1314450" y="847725"/>
                </a:lnTo>
                <a:lnTo>
                  <a:pt x="1333500" y="847725"/>
                </a:lnTo>
                <a:lnTo>
                  <a:pt x="1333500" y="828675"/>
                </a:lnTo>
                <a:lnTo>
                  <a:pt x="1314450" y="828675"/>
                </a:lnTo>
                <a:lnTo>
                  <a:pt x="1314450" y="838200"/>
                </a:lnTo>
                <a:lnTo>
                  <a:pt x="1285875" y="838200"/>
                </a:lnTo>
                <a:lnTo>
                  <a:pt x="1285875" y="847725"/>
                </a:lnTo>
                <a:lnTo>
                  <a:pt x="1295400" y="847725"/>
                </a:lnTo>
                <a:lnTo>
                  <a:pt x="1295400" y="876300"/>
                </a:lnTo>
                <a:lnTo>
                  <a:pt x="1276350" y="876300"/>
                </a:lnTo>
                <a:lnTo>
                  <a:pt x="1276350" y="866775"/>
                </a:lnTo>
                <a:lnTo>
                  <a:pt x="1266825" y="866775"/>
                </a:lnTo>
                <a:lnTo>
                  <a:pt x="1266825" y="828675"/>
                </a:lnTo>
                <a:lnTo>
                  <a:pt x="1276350" y="828675"/>
                </a:lnTo>
                <a:lnTo>
                  <a:pt x="1276350" y="819150"/>
                </a:lnTo>
                <a:lnTo>
                  <a:pt x="1285875" y="819150"/>
                </a:lnTo>
                <a:close/>
                <a:moveTo>
                  <a:pt x="847725" y="809625"/>
                </a:moveTo>
                <a:lnTo>
                  <a:pt x="857250" y="809625"/>
                </a:lnTo>
                <a:lnTo>
                  <a:pt x="857250" y="819150"/>
                </a:lnTo>
                <a:lnTo>
                  <a:pt x="847725" y="819150"/>
                </a:lnTo>
                <a:close/>
                <a:moveTo>
                  <a:pt x="762000" y="819150"/>
                </a:moveTo>
                <a:lnTo>
                  <a:pt x="771525" y="819150"/>
                </a:lnTo>
                <a:lnTo>
                  <a:pt x="771525" y="828675"/>
                </a:lnTo>
                <a:lnTo>
                  <a:pt x="762000" y="828675"/>
                </a:lnTo>
                <a:close/>
                <a:moveTo>
                  <a:pt x="1381125" y="819150"/>
                </a:moveTo>
                <a:lnTo>
                  <a:pt x="1390650" y="819150"/>
                </a:lnTo>
                <a:lnTo>
                  <a:pt x="1390650" y="828675"/>
                </a:lnTo>
                <a:lnTo>
                  <a:pt x="1381125" y="828675"/>
                </a:lnTo>
                <a:close/>
                <a:moveTo>
                  <a:pt x="361950" y="828675"/>
                </a:moveTo>
                <a:lnTo>
                  <a:pt x="371475" y="828675"/>
                </a:lnTo>
                <a:lnTo>
                  <a:pt x="371475" y="838200"/>
                </a:lnTo>
                <a:lnTo>
                  <a:pt x="361950" y="838200"/>
                </a:lnTo>
                <a:close/>
                <a:moveTo>
                  <a:pt x="1247775" y="838200"/>
                </a:moveTo>
                <a:lnTo>
                  <a:pt x="1257300" y="838200"/>
                </a:lnTo>
                <a:lnTo>
                  <a:pt x="1257300" y="847725"/>
                </a:lnTo>
                <a:lnTo>
                  <a:pt x="1247775" y="847725"/>
                </a:lnTo>
                <a:close/>
                <a:moveTo>
                  <a:pt x="666750" y="847725"/>
                </a:moveTo>
                <a:lnTo>
                  <a:pt x="676275" y="847725"/>
                </a:lnTo>
                <a:lnTo>
                  <a:pt x="676275" y="866775"/>
                </a:lnTo>
                <a:lnTo>
                  <a:pt x="666750" y="866775"/>
                </a:lnTo>
                <a:close/>
                <a:moveTo>
                  <a:pt x="1019175" y="847725"/>
                </a:moveTo>
                <a:lnTo>
                  <a:pt x="1028700" y="847725"/>
                </a:lnTo>
                <a:lnTo>
                  <a:pt x="1028700" y="857250"/>
                </a:lnTo>
                <a:lnTo>
                  <a:pt x="1038225" y="857250"/>
                </a:lnTo>
                <a:lnTo>
                  <a:pt x="1038225" y="847725"/>
                </a:lnTo>
                <a:lnTo>
                  <a:pt x="1076325" y="847725"/>
                </a:lnTo>
                <a:lnTo>
                  <a:pt x="1076325" y="857250"/>
                </a:lnTo>
                <a:lnTo>
                  <a:pt x="1095375" y="857250"/>
                </a:lnTo>
                <a:lnTo>
                  <a:pt x="1095375" y="866775"/>
                </a:lnTo>
                <a:lnTo>
                  <a:pt x="1085850" y="866775"/>
                </a:lnTo>
                <a:lnTo>
                  <a:pt x="1085850" y="876300"/>
                </a:lnTo>
                <a:lnTo>
                  <a:pt x="1066800" y="876300"/>
                </a:lnTo>
                <a:lnTo>
                  <a:pt x="1066800" y="866775"/>
                </a:lnTo>
                <a:lnTo>
                  <a:pt x="1057275" y="866775"/>
                </a:lnTo>
                <a:lnTo>
                  <a:pt x="1057275" y="876300"/>
                </a:lnTo>
                <a:lnTo>
                  <a:pt x="1038225" y="876300"/>
                </a:lnTo>
                <a:lnTo>
                  <a:pt x="1038225" y="885825"/>
                </a:lnTo>
                <a:lnTo>
                  <a:pt x="1057275" y="885825"/>
                </a:lnTo>
                <a:lnTo>
                  <a:pt x="1057275" y="895350"/>
                </a:lnTo>
                <a:lnTo>
                  <a:pt x="1066800" y="895350"/>
                </a:lnTo>
                <a:lnTo>
                  <a:pt x="1066800" y="885825"/>
                </a:lnTo>
                <a:lnTo>
                  <a:pt x="1114425" y="885825"/>
                </a:lnTo>
                <a:lnTo>
                  <a:pt x="1114425" y="876300"/>
                </a:lnTo>
                <a:lnTo>
                  <a:pt x="1123950" y="876300"/>
                </a:lnTo>
                <a:lnTo>
                  <a:pt x="1123950" y="885825"/>
                </a:lnTo>
                <a:lnTo>
                  <a:pt x="1171575" y="885825"/>
                </a:lnTo>
                <a:lnTo>
                  <a:pt x="1171575" y="895350"/>
                </a:lnTo>
                <a:lnTo>
                  <a:pt x="1181100" y="895350"/>
                </a:lnTo>
                <a:lnTo>
                  <a:pt x="1181100" y="904875"/>
                </a:lnTo>
                <a:lnTo>
                  <a:pt x="1152525" y="904875"/>
                </a:lnTo>
                <a:lnTo>
                  <a:pt x="1152525" y="895350"/>
                </a:lnTo>
                <a:lnTo>
                  <a:pt x="1143000" y="895350"/>
                </a:lnTo>
                <a:lnTo>
                  <a:pt x="1143000" y="904875"/>
                </a:lnTo>
                <a:lnTo>
                  <a:pt x="1133475" y="904875"/>
                </a:lnTo>
                <a:lnTo>
                  <a:pt x="1133475" y="895350"/>
                </a:lnTo>
                <a:lnTo>
                  <a:pt x="1066800" y="895350"/>
                </a:lnTo>
                <a:lnTo>
                  <a:pt x="1066800" y="904875"/>
                </a:lnTo>
                <a:lnTo>
                  <a:pt x="1028700" y="904875"/>
                </a:lnTo>
                <a:lnTo>
                  <a:pt x="1028700" y="876300"/>
                </a:lnTo>
                <a:lnTo>
                  <a:pt x="1000125" y="876300"/>
                </a:lnTo>
                <a:lnTo>
                  <a:pt x="1000125" y="866775"/>
                </a:lnTo>
                <a:lnTo>
                  <a:pt x="1009650" y="866775"/>
                </a:lnTo>
                <a:lnTo>
                  <a:pt x="1009650" y="857250"/>
                </a:lnTo>
                <a:lnTo>
                  <a:pt x="1019175" y="857250"/>
                </a:lnTo>
                <a:close/>
                <a:moveTo>
                  <a:pt x="904875" y="857250"/>
                </a:moveTo>
                <a:lnTo>
                  <a:pt x="914400" y="857250"/>
                </a:lnTo>
                <a:lnTo>
                  <a:pt x="914400" y="866775"/>
                </a:lnTo>
                <a:lnTo>
                  <a:pt x="933450" y="866775"/>
                </a:lnTo>
                <a:lnTo>
                  <a:pt x="933450" y="885825"/>
                </a:lnTo>
                <a:lnTo>
                  <a:pt x="923925" y="885825"/>
                </a:lnTo>
                <a:lnTo>
                  <a:pt x="923925" y="914400"/>
                </a:lnTo>
                <a:lnTo>
                  <a:pt x="914400" y="914400"/>
                </a:lnTo>
                <a:lnTo>
                  <a:pt x="914400" y="933450"/>
                </a:lnTo>
                <a:lnTo>
                  <a:pt x="885825" y="933450"/>
                </a:lnTo>
                <a:lnTo>
                  <a:pt x="885825" y="923925"/>
                </a:lnTo>
                <a:lnTo>
                  <a:pt x="895350" y="923925"/>
                </a:lnTo>
                <a:lnTo>
                  <a:pt x="895350" y="914400"/>
                </a:lnTo>
                <a:lnTo>
                  <a:pt x="904875" y="914400"/>
                </a:lnTo>
                <a:lnTo>
                  <a:pt x="904875" y="895350"/>
                </a:lnTo>
                <a:lnTo>
                  <a:pt x="857250" y="895350"/>
                </a:lnTo>
                <a:lnTo>
                  <a:pt x="857250" y="885825"/>
                </a:lnTo>
                <a:lnTo>
                  <a:pt x="866775" y="885825"/>
                </a:lnTo>
                <a:lnTo>
                  <a:pt x="866775" y="876300"/>
                </a:lnTo>
                <a:lnTo>
                  <a:pt x="876300" y="876300"/>
                </a:lnTo>
                <a:lnTo>
                  <a:pt x="876300" y="866775"/>
                </a:lnTo>
                <a:lnTo>
                  <a:pt x="904875" y="866775"/>
                </a:lnTo>
                <a:close/>
                <a:moveTo>
                  <a:pt x="981075" y="857250"/>
                </a:moveTo>
                <a:lnTo>
                  <a:pt x="990600" y="857250"/>
                </a:lnTo>
                <a:lnTo>
                  <a:pt x="990600" y="866775"/>
                </a:lnTo>
                <a:lnTo>
                  <a:pt x="981075" y="866775"/>
                </a:lnTo>
                <a:close/>
                <a:moveTo>
                  <a:pt x="1238250" y="857250"/>
                </a:moveTo>
                <a:lnTo>
                  <a:pt x="1247775" y="857250"/>
                </a:lnTo>
                <a:lnTo>
                  <a:pt x="1247775" y="876300"/>
                </a:lnTo>
                <a:lnTo>
                  <a:pt x="1238250" y="876300"/>
                </a:lnTo>
                <a:lnTo>
                  <a:pt x="1238250" y="895350"/>
                </a:lnTo>
                <a:lnTo>
                  <a:pt x="1209675" y="895350"/>
                </a:lnTo>
                <a:lnTo>
                  <a:pt x="1209675" y="876300"/>
                </a:lnTo>
                <a:lnTo>
                  <a:pt x="1219200" y="876300"/>
                </a:lnTo>
                <a:lnTo>
                  <a:pt x="1219200" y="866775"/>
                </a:lnTo>
                <a:lnTo>
                  <a:pt x="1238250" y="866775"/>
                </a:lnTo>
                <a:close/>
                <a:moveTo>
                  <a:pt x="1438275" y="857250"/>
                </a:moveTo>
                <a:lnTo>
                  <a:pt x="1447800" y="857250"/>
                </a:lnTo>
                <a:lnTo>
                  <a:pt x="1447800" y="866775"/>
                </a:lnTo>
                <a:lnTo>
                  <a:pt x="1457325" y="866775"/>
                </a:lnTo>
                <a:lnTo>
                  <a:pt x="1457325" y="847725"/>
                </a:lnTo>
                <a:lnTo>
                  <a:pt x="1438275" y="847725"/>
                </a:lnTo>
                <a:close/>
                <a:moveTo>
                  <a:pt x="1181100" y="866775"/>
                </a:moveTo>
                <a:lnTo>
                  <a:pt x="1190625" y="866775"/>
                </a:lnTo>
                <a:lnTo>
                  <a:pt x="1190625" y="876300"/>
                </a:lnTo>
                <a:lnTo>
                  <a:pt x="1181100" y="876300"/>
                </a:lnTo>
                <a:close/>
                <a:moveTo>
                  <a:pt x="1362075" y="866775"/>
                </a:moveTo>
                <a:lnTo>
                  <a:pt x="1371600" y="866775"/>
                </a:lnTo>
                <a:lnTo>
                  <a:pt x="1371600" y="876300"/>
                </a:lnTo>
                <a:lnTo>
                  <a:pt x="1362075" y="876300"/>
                </a:lnTo>
                <a:close/>
                <a:moveTo>
                  <a:pt x="942975" y="876300"/>
                </a:moveTo>
                <a:lnTo>
                  <a:pt x="971550" y="876300"/>
                </a:lnTo>
                <a:lnTo>
                  <a:pt x="971550" y="885825"/>
                </a:lnTo>
                <a:lnTo>
                  <a:pt x="942975" y="885825"/>
                </a:lnTo>
                <a:close/>
                <a:moveTo>
                  <a:pt x="742950" y="885825"/>
                </a:moveTo>
                <a:lnTo>
                  <a:pt x="762000" y="885825"/>
                </a:lnTo>
                <a:lnTo>
                  <a:pt x="762000" y="904875"/>
                </a:lnTo>
                <a:lnTo>
                  <a:pt x="723900" y="904875"/>
                </a:lnTo>
                <a:lnTo>
                  <a:pt x="723900" y="914400"/>
                </a:lnTo>
                <a:lnTo>
                  <a:pt x="714375" y="914400"/>
                </a:lnTo>
                <a:lnTo>
                  <a:pt x="714375" y="904875"/>
                </a:lnTo>
                <a:lnTo>
                  <a:pt x="704850" y="904875"/>
                </a:lnTo>
                <a:lnTo>
                  <a:pt x="704850" y="895350"/>
                </a:lnTo>
                <a:lnTo>
                  <a:pt x="742950" y="895350"/>
                </a:lnTo>
                <a:close/>
                <a:moveTo>
                  <a:pt x="876300" y="885825"/>
                </a:moveTo>
                <a:lnTo>
                  <a:pt x="895350" y="885825"/>
                </a:lnTo>
                <a:lnTo>
                  <a:pt x="895350" y="876300"/>
                </a:lnTo>
                <a:lnTo>
                  <a:pt x="876300" y="876300"/>
                </a:lnTo>
                <a:close/>
                <a:moveTo>
                  <a:pt x="552450" y="895350"/>
                </a:moveTo>
                <a:lnTo>
                  <a:pt x="571500" y="895350"/>
                </a:lnTo>
                <a:lnTo>
                  <a:pt x="571500" y="904875"/>
                </a:lnTo>
                <a:lnTo>
                  <a:pt x="561975" y="904875"/>
                </a:lnTo>
                <a:lnTo>
                  <a:pt x="561975" y="914400"/>
                </a:lnTo>
                <a:lnTo>
                  <a:pt x="552450" y="914400"/>
                </a:lnTo>
                <a:lnTo>
                  <a:pt x="552450" y="923925"/>
                </a:lnTo>
                <a:lnTo>
                  <a:pt x="561975" y="923925"/>
                </a:lnTo>
                <a:lnTo>
                  <a:pt x="561975" y="933450"/>
                </a:lnTo>
                <a:lnTo>
                  <a:pt x="571500" y="933450"/>
                </a:lnTo>
                <a:lnTo>
                  <a:pt x="571500" y="904875"/>
                </a:lnTo>
                <a:lnTo>
                  <a:pt x="581025" y="904875"/>
                </a:lnTo>
                <a:lnTo>
                  <a:pt x="581025" y="923925"/>
                </a:lnTo>
                <a:lnTo>
                  <a:pt x="600075" y="923925"/>
                </a:lnTo>
                <a:lnTo>
                  <a:pt x="600075" y="933450"/>
                </a:lnTo>
                <a:lnTo>
                  <a:pt x="609600" y="933450"/>
                </a:lnTo>
                <a:lnTo>
                  <a:pt x="609600" y="952500"/>
                </a:lnTo>
                <a:lnTo>
                  <a:pt x="542925" y="952500"/>
                </a:lnTo>
                <a:lnTo>
                  <a:pt x="542925" y="962025"/>
                </a:lnTo>
                <a:lnTo>
                  <a:pt x="514350" y="962025"/>
                </a:lnTo>
                <a:lnTo>
                  <a:pt x="514350" y="952500"/>
                </a:lnTo>
                <a:lnTo>
                  <a:pt x="504825" y="952500"/>
                </a:lnTo>
                <a:lnTo>
                  <a:pt x="504825" y="962025"/>
                </a:lnTo>
                <a:lnTo>
                  <a:pt x="485775" y="962025"/>
                </a:lnTo>
                <a:lnTo>
                  <a:pt x="485775" y="971550"/>
                </a:lnTo>
                <a:lnTo>
                  <a:pt x="476250" y="971550"/>
                </a:lnTo>
                <a:lnTo>
                  <a:pt x="476250" y="962025"/>
                </a:lnTo>
                <a:lnTo>
                  <a:pt x="466725" y="962025"/>
                </a:lnTo>
                <a:lnTo>
                  <a:pt x="466725" y="952500"/>
                </a:lnTo>
                <a:lnTo>
                  <a:pt x="457200" y="952500"/>
                </a:lnTo>
                <a:lnTo>
                  <a:pt x="457200" y="962025"/>
                </a:lnTo>
                <a:lnTo>
                  <a:pt x="419100" y="962025"/>
                </a:lnTo>
                <a:lnTo>
                  <a:pt x="419100" y="952500"/>
                </a:lnTo>
                <a:lnTo>
                  <a:pt x="409575" y="952500"/>
                </a:lnTo>
                <a:lnTo>
                  <a:pt x="409575" y="942975"/>
                </a:lnTo>
                <a:lnTo>
                  <a:pt x="419100" y="942975"/>
                </a:lnTo>
                <a:lnTo>
                  <a:pt x="419100" y="933450"/>
                </a:lnTo>
                <a:lnTo>
                  <a:pt x="409575" y="933450"/>
                </a:lnTo>
                <a:lnTo>
                  <a:pt x="409575" y="923925"/>
                </a:lnTo>
                <a:lnTo>
                  <a:pt x="419100" y="923925"/>
                </a:lnTo>
                <a:lnTo>
                  <a:pt x="419100" y="914400"/>
                </a:lnTo>
                <a:lnTo>
                  <a:pt x="428625" y="914400"/>
                </a:lnTo>
                <a:lnTo>
                  <a:pt x="428625" y="933450"/>
                </a:lnTo>
                <a:lnTo>
                  <a:pt x="447675" y="933450"/>
                </a:lnTo>
                <a:lnTo>
                  <a:pt x="447675" y="942975"/>
                </a:lnTo>
                <a:lnTo>
                  <a:pt x="466725" y="942975"/>
                </a:lnTo>
                <a:lnTo>
                  <a:pt x="466725" y="923925"/>
                </a:lnTo>
                <a:lnTo>
                  <a:pt x="457200" y="923925"/>
                </a:lnTo>
                <a:lnTo>
                  <a:pt x="457200" y="914400"/>
                </a:lnTo>
                <a:lnTo>
                  <a:pt x="523875" y="914400"/>
                </a:lnTo>
                <a:lnTo>
                  <a:pt x="523875" y="923925"/>
                </a:lnTo>
                <a:lnTo>
                  <a:pt x="542925" y="923925"/>
                </a:lnTo>
                <a:lnTo>
                  <a:pt x="542925" y="904875"/>
                </a:lnTo>
                <a:lnTo>
                  <a:pt x="552450" y="904875"/>
                </a:lnTo>
                <a:close/>
                <a:moveTo>
                  <a:pt x="619125" y="904875"/>
                </a:moveTo>
                <a:lnTo>
                  <a:pt x="628650" y="904875"/>
                </a:lnTo>
                <a:lnTo>
                  <a:pt x="628650" y="914400"/>
                </a:lnTo>
                <a:lnTo>
                  <a:pt x="676275" y="914400"/>
                </a:lnTo>
                <a:lnTo>
                  <a:pt x="676275" y="904875"/>
                </a:lnTo>
                <a:lnTo>
                  <a:pt x="685800" y="904875"/>
                </a:lnTo>
                <a:lnTo>
                  <a:pt x="685800" y="914400"/>
                </a:lnTo>
                <a:lnTo>
                  <a:pt x="704850" y="914400"/>
                </a:lnTo>
                <a:lnTo>
                  <a:pt x="704850" y="923925"/>
                </a:lnTo>
                <a:lnTo>
                  <a:pt x="695325" y="923925"/>
                </a:lnTo>
                <a:lnTo>
                  <a:pt x="695325" y="942975"/>
                </a:lnTo>
                <a:lnTo>
                  <a:pt x="657225" y="942975"/>
                </a:lnTo>
                <a:lnTo>
                  <a:pt x="657225" y="933450"/>
                </a:lnTo>
                <a:lnTo>
                  <a:pt x="647700" y="933450"/>
                </a:lnTo>
                <a:lnTo>
                  <a:pt x="647700" y="923925"/>
                </a:lnTo>
                <a:lnTo>
                  <a:pt x="619125" y="923925"/>
                </a:lnTo>
                <a:close/>
                <a:moveTo>
                  <a:pt x="228600" y="914400"/>
                </a:moveTo>
                <a:lnTo>
                  <a:pt x="238125" y="914400"/>
                </a:lnTo>
                <a:lnTo>
                  <a:pt x="238125" y="923925"/>
                </a:lnTo>
                <a:lnTo>
                  <a:pt x="247650" y="923925"/>
                </a:lnTo>
                <a:lnTo>
                  <a:pt x="247650" y="914400"/>
                </a:lnTo>
                <a:lnTo>
                  <a:pt x="257175" y="914400"/>
                </a:lnTo>
                <a:lnTo>
                  <a:pt x="257175" y="923925"/>
                </a:lnTo>
                <a:lnTo>
                  <a:pt x="247650" y="923925"/>
                </a:lnTo>
                <a:lnTo>
                  <a:pt x="247650" y="952500"/>
                </a:lnTo>
                <a:lnTo>
                  <a:pt x="238125" y="952500"/>
                </a:lnTo>
                <a:lnTo>
                  <a:pt x="238125" y="962025"/>
                </a:lnTo>
                <a:lnTo>
                  <a:pt x="228600" y="962025"/>
                </a:lnTo>
                <a:lnTo>
                  <a:pt x="228600" y="942975"/>
                </a:lnTo>
                <a:lnTo>
                  <a:pt x="219075" y="942975"/>
                </a:lnTo>
                <a:lnTo>
                  <a:pt x="219075" y="923925"/>
                </a:lnTo>
                <a:lnTo>
                  <a:pt x="228600" y="923925"/>
                </a:lnTo>
                <a:close/>
                <a:moveTo>
                  <a:pt x="800100" y="923925"/>
                </a:moveTo>
                <a:lnTo>
                  <a:pt x="828675" y="923925"/>
                </a:lnTo>
                <a:lnTo>
                  <a:pt x="828675" y="933450"/>
                </a:lnTo>
                <a:lnTo>
                  <a:pt x="800100" y="933450"/>
                </a:lnTo>
                <a:close/>
                <a:moveTo>
                  <a:pt x="276225" y="933450"/>
                </a:moveTo>
                <a:lnTo>
                  <a:pt x="295275" y="933450"/>
                </a:lnTo>
                <a:lnTo>
                  <a:pt x="295275" y="942975"/>
                </a:lnTo>
                <a:lnTo>
                  <a:pt x="304800" y="942975"/>
                </a:lnTo>
                <a:lnTo>
                  <a:pt x="304800" y="962025"/>
                </a:lnTo>
                <a:lnTo>
                  <a:pt x="323850" y="962025"/>
                </a:lnTo>
                <a:lnTo>
                  <a:pt x="323850" y="952500"/>
                </a:lnTo>
                <a:lnTo>
                  <a:pt x="333375" y="952500"/>
                </a:lnTo>
                <a:lnTo>
                  <a:pt x="333375" y="942975"/>
                </a:lnTo>
                <a:lnTo>
                  <a:pt x="361950" y="942975"/>
                </a:lnTo>
                <a:lnTo>
                  <a:pt x="361950" y="971550"/>
                </a:lnTo>
                <a:lnTo>
                  <a:pt x="333375" y="971550"/>
                </a:lnTo>
                <a:lnTo>
                  <a:pt x="333375" y="981075"/>
                </a:lnTo>
                <a:lnTo>
                  <a:pt x="323850" y="981075"/>
                </a:lnTo>
                <a:lnTo>
                  <a:pt x="323850" y="971550"/>
                </a:lnTo>
                <a:lnTo>
                  <a:pt x="304800" y="971550"/>
                </a:lnTo>
                <a:lnTo>
                  <a:pt x="304800" y="981075"/>
                </a:lnTo>
                <a:lnTo>
                  <a:pt x="314325" y="981075"/>
                </a:lnTo>
                <a:lnTo>
                  <a:pt x="314325" y="990600"/>
                </a:lnTo>
                <a:lnTo>
                  <a:pt x="295275" y="990600"/>
                </a:lnTo>
                <a:lnTo>
                  <a:pt x="295275" y="981075"/>
                </a:lnTo>
                <a:lnTo>
                  <a:pt x="285750" y="981075"/>
                </a:lnTo>
                <a:lnTo>
                  <a:pt x="285750" y="990600"/>
                </a:lnTo>
                <a:lnTo>
                  <a:pt x="276225" y="990600"/>
                </a:lnTo>
                <a:close/>
                <a:moveTo>
                  <a:pt x="876300" y="933450"/>
                </a:moveTo>
                <a:lnTo>
                  <a:pt x="885825" y="933450"/>
                </a:lnTo>
                <a:lnTo>
                  <a:pt x="885825" y="942975"/>
                </a:lnTo>
                <a:lnTo>
                  <a:pt x="876300" y="942975"/>
                </a:lnTo>
                <a:close/>
                <a:moveTo>
                  <a:pt x="476250" y="942975"/>
                </a:moveTo>
                <a:lnTo>
                  <a:pt x="495300" y="942975"/>
                </a:lnTo>
                <a:lnTo>
                  <a:pt x="495300" y="933450"/>
                </a:lnTo>
                <a:lnTo>
                  <a:pt x="476250" y="933450"/>
                </a:lnTo>
                <a:close/>
                <a:moveTo>
                  <a:pt x="228600" y="971550"/>
                </a:moveTo>
                <a:lnTo>
                  <a:pt x="238125" y="971550"/>
                </a:lnTo>
                <a:lnTo>
                  <a:pt x="238125" y="981075"/>
                </a:lnTo>
                <a:lnTo>
                  <a:pt x="228600" y="981075"/>
                </a:lnTo>
                <a:close/>
                <a:moveTo>
                  <a:pt x="219075" y="1019175"/>
                </a:moveTo>
                <a:lnTo>
                  <a:pt x="228600" y="1019175"/>
                </a:lnTo>
                <a:lnTo>
                  <a:pt x="228600" y="1028700"/>
                </a:lnTo>
                <a:lnTo>
                  <a:pt x="238125" y="1028700"/>
                </a:lnTo>
                <a:lnTo>
                  <a:pt x="238125" y="1047750"/>
                </a:lnTo>
                <a:lnTo>
                  <a:pt x="228600" y="1047750"/>
                </a:lnTo>
                <a:lnTo>
                  <a:pt x="228600" y="1066800"/>
                </a:lnTo>
                <a:lnTo>
                  <a:pt x="209550" y="1066800"/>
                </a:lnTo>
                <a:lnTo>
                  <a:pt x="209550" y="1028700"/>
                </a:lnTo>
                <a:lnTo>
                  <a:pt x="219075" y="1028700"/>
                </a:lnTo>
                <a:close/>
                <a:moveTo>
                  <a:pt x="228600" y="1095375"/>
                </a:moveTo>
                <a:lnTo>
                  <a:pt x="238125" y="1095375"/>
                </a:lnTo>
                <a:lnTo>
                  <a:pt x="238125" y="1104900"/>
                </a:lnTo>
                <a:lnTo>
                  <a:pt x="228600" y="1104900"/>
                </a:lnTo>
                <a:close/>
                <a:moveTo>
                  <a:pt x="219075" y="1133475"/>
                </a:moveTo>
                <a:lnTo>
                  <a:pt x="228600" y="1133475"/>
                </a:lnTo>
                <a:lnTo>
                  <a:pt x="228600" y="1143000"/>
                </a:lnTo>
                <a:lnTo>
                  <a:pt x="219075" y="1143000"/>
                </a:lnTo>
                <a:close/>
                <a:moveTo>
                  <a:pt x="1695450" y="1133475"/>
                </a:moveTo>
                <a:lnTo>
                  <a:pt x="1704975" y="1133475"/>
                </a:lnTo>
                <a:lnTo>
                  <a:pt x="1704975" y="1143000"/>
                </a:lnTo>
                <a:lnTo>
                  <a:pt x="1695450" y="1143000"/>
                </a:lnTo>
                <a:close/>
                <a:moveTo>
                  <a:pt x="1695450" y="1152525"/>
                </a:moveTo>
                <a:lnTo>
                  <a:pt x="1704975" y="1152525"/>
                </a:lnTo>
                <a:lnTo>
                  <a:pt x="1704975" y="1238250"/>
                </a:lnTo>
                <a:lnTo>
                  <a:pt x="1685925" y="1238250"/>
                </a:lnTo>
                <a:lnTo>
                  <a:pt x="1685925" y="1171575"/>
                </a:lnTo>
                <a:lnTo>
                  <a:pt x="1695450" y="1171575"/>
                </a:lnTo>
                <a:close/>
                <a:moveTo>
                  <a:pt x="219075" y="1190625"/>
                </a:moveTo>
                <a:lnTo>
                  <a:pt x="228600" y="1190625"/>
                </a:lnTo>
                <a:lnTo>
                  <a:pt x="228600" y="1209675"/>
                </a:lnTo>
                <a:lnTo>
                  <a:pt x="219075" y="1209675"/>
                </a:lnTo>
                <a:close/>
                <a:moveTo>
                  <a:pt x="457200" y="1219200"/>
                </a:moveTo>
                <a:lnTo>
                  <a:pt x="466725" y="1219200"/>
                </a:lnTo>
                <a:lnTo>
                  <a:pt x="466725" y="1228725"/>
                </a:lnTo>
                <a:lnTo>
                  <a:pt x="457200" y="1228725"/>
                </a:lnTo>
                <a:close/>
                <a:moveTo>
                  <a:pt x="1695450" y="1247775"/>
                </a:moveTo>
                <a:lnTo>
                  <a:pt x="1704975" y="1247775"/>
                </a:lnTo>
                <a:lnTo>
                  <a:pt x="1704975" y="1257300"/>
                </a:lnTo>
                <a:lnTo>
                  <a:pt x="1724025" y="1257300"/>
                </a:lnTo>
                <a:lnTo>
                  <a:pt x="1724025" y="1266825"/>
                </a:lnTo>
                <a:lnTo>
                  <a:pt x="1714500" y="1266825"/>
                </a:lnTo>
                <a:lnTo>
                  <a:pt x="1714500" y="1285875"/>
                </a:lnTo>
                <a:lnTo>
                  <a:pt x="1724025" y="1285875"/>
                </a:lnTo>
                <a:lnTo>
                  <a:pt x="1724025" y="1295400"/>
                </a:lnTo>
                <a:lnTo>
                  <a:pt x="1714500" y="1295400"/>
                </a:lnTo>
                <a:lnTo>
                  <a:pt x="1714500" y="1304925"/>
                </a:lnTo>
                <a:lnTo>
                  <a:pt x="1695450" y="1304925"/>
                </a:lnTo>
                <a:lnTo>
                  <a:pt x="1695450" y="1285875"/>
                </a:lnTo>
                <a:lnTo>
                  <a:pt x="1685925" y="1285875"/>
                </a:lnTo>
                <a:lnTo>
                  <a:pt x="1685925" y="1257300"/>
                </a:lnTo>
                <a:lnTo>
                  <a:pt x="1695450" y="1257300"/>
                </a:lnTo>
                <a:close/>
                <a:moveTo>
                  <a:pt x="209550" y="1266825"/>
                </a:moveTo>
                <a:lnTo>
                  <a:pt x="228600" y="1266825"/>
                </a:lnTo>
                <a:lnTo>
                  <a:pt x="228600" y="1276350"/>
                </a:lnTo>
                <a:lnTo>
                  <a:pt x="219075" y="1276350"/>
                </a:lnTo>
                <a:lnTo>
                  <a:pt x="219075" y="1285875"/>
                </a:lnTo>
                <a:lnTo>
                  <a:pt x="209550" y="1285875"/>
                </a:lnTo>
                <a:close/>
                <a:moveTo>
                  <a:pt x="228600" y="1276350"/>
                </a:moveTo>
                <a:lnTo>
                  <a:pt x="238125" y="1276350"/>
                </a:lnTo>
                <a:lnTo>
                  <a:pt x="238125" y="1285875"/>
                </a:lnTo>
                <a:lnTo>
                  <a:pt x="228600" y="1285875"/>
                </a:lnTo>
                <a:close/>
                <a:moveTo>
                  <a:pt x="228600" y="1390650"/>
                </a:moveTo>
                <a:lnTo>
                  <a:pt x="238125" y="1390650"/>
                </a:lnTo>
                <a:lnTo>
                  <a:pt x="238125" y="1400175"/>
                </a:lnTo>
                <a:lnTo>
                  <a:pt x="228600" y="1400175"/>
                </a:lnTo>
                <a:close/>
                <a:moveTo>
                  <a:pt x="219075" y="1400175"/>
                </a:moveTo>
                <a:lnTo>
                  <a:pt x="228600" y="1400175"/>
                </a:lnTo>
                <a:lnTo>
                  <a:pt x="228600" y="1409700"/>
                </a:lnTo>
                <a:lnTo>
                  <a:pt x="219075" y="1409700"/>
                </a:lnTo>
                <a:close/>
                <a:moveTo>
                  <a:pt x="1704975" y="1476375"/>
                </a:moveTo>
                <a:lnTo>
                  <a:pt x="1714500" y="1476375"/>
                </a:lnTo>
                <a:lnTo>
                  <a:pt x="1714500" y="1485900"/>
                </a:lnTo>
                <a:lnTo>
                  <a:pt x="1724025" y="1485900"/>
                </a:lnTo>
                <a:lnTo>
                  <a:pt x="1724025" y="1495425"/>
                </a:lnTo>
                <a:lnTo>
                  <a:pt x="1714500" y="1495425"/>
                </a:lnTo>
                <a:lnTo>
                  <a:pt x="1714500" y="1514475"/>
                </a:lnTo>
                <a:lnTo>
                  <a:pt x="1704975" y="1514475"/>
                </a:lnTo>
                <a:lnTo>
                  <a:pt x="1704975" y="1504950"/>
                </a:lnTo>
                <a:lnTo>
                  <a:pt x="1695450" y="1504950"/>
                </a:lnTo>
                <a:lnTo>
                  <a:pt x="1695450" y="1485900"/>
                </a:lnTo>
                <a:lnTo>
                  <a:pt x="1704975" y="1485900"/>
                </a:lnTo>
                <a:close/>
                <a:moveTo>
                  <a:pt x="1028700" y="1504950"/>
                </a:moveTo>
                <a:lnTo>
                  <a:pt x="1047750" y="1504950"/>
                </a:lnTo>
                <a:lnTo>
                  <a:pt x="1047750" y="1524000"/>
                </a:lnTo>
                <a:lnTo>
                  <a:pt x="1028700" y="1524000"/>
                </a:lnTo>
                <a:close/>
                <a:moveTo>
                  <a:pt x="914400" y="1514475"/>
                </a:moveTo>
                <a:lnTo>
                  <a:pt x="981075" y="1514475"/>
                </a:lnTo>
                <a:lnTo>
                  <a:pt x="981075" y="1524000"/>
                </a:lnTo>
                <a:lnTo>
                  <a:pt x="962025" y="1524000"/>
                </a:lnTo>
                <a:lnTo>
                  <a:pt x="962025" y="1543050"/>
                </a:lnTo>
                <a:lnTo>
                  <a:pt x="933450" y="1543050"/>
                </a:lnTo>
                <a:lnTo>
                  <a:pt x="933450" y="1533525"/>
                </a:lnTo>
                <a:lnTo>
                  <a:pt x="923925" y="1533525"/>
                </a:lnTo>
                <a:lnTo>
                  <a:pt x="923925" y="1524000"/>
                </a:lnTo>
                <a:lnTo>
                  <a:pt x="914400" y="1524000"/>
                </a:lnTo>
                <a:close/>
                <a:moveTo>
                  <a:pt x="1704975" y="1543050"/>
                </a:moveTo>
                <a:lnTo>
                  <a:pt x="1714500" y="1543050"/>
                </a:lnTo>
                <a:lnTo>
                  <a:pt x="1714500" y="1552575"/>
                </a:lnTo>
                <a:lnTo>
                  <a:pt x="1704975" y="1552575"/>
                </a:lnTo>
                <a:close/>
                <a:moveTo>
                  <a:pt x="1714500" y="1552575"/>
                </a:moveTo>
                <a:lnTo>
                  <a:pt x="1724025" y="1552575"/>
                </a:lnTo>
                <a:lnTo>
                  <a:pt x="1724025" y="1562100"/>
                </a:lnTo>
                <a:lnTo>
                  <a:pt x="1714500" y="1562100"/>
                </a:lnTo>
                <a:close/>
                <a:moveTo>
                  <a:pt x="276225" y="1562100"/>
                </a:moveTo>
                <a:lnTo>
                  <a:pt x="295275" y="1562100"/>
                </a:lnTo>
                <a:lnTo>
                  <a:pt x="295275" y="1571625"/>
                </a:lnTo>
                <a:lnTo>
                  <a:pt x="304800" y="1571625"/>
                </a:lnTo>
                <a:lnTo>
                  <a:pt x="304800" y="1590675"/>
                </a:lnTo>
                <a:lnTo>
                  <a:pt x="295275" y="1590675"/>
                </a:lnTo>
                <a:lnTo>
                  <a:pt x="295275" y="1600200"/>
                </a:lnTo>
                <a:lnTo>
                  <a:pt x="285750" y="1600200"/>
                </a:lnTo>
                <a:lnTo>
                  <a:pt x="285750" y="1609725"/>
                </a:lnTo>
                <a:lnTo>
                  <a:pt x="276225" y="1609725"/>
                </a:lnTo>
                <a:close/>
                <a:moveTo>
                  <a:pt x="1152525" y="1581150"/>
                </a:moveTo>
                <a:lnTo>
                  <a:pt x="1162050" y="1581150"/>
                </a:lnTo>
                <a:lnTo>
                  <a:pt x="1162050" y="1590675"/>
                </a:lnTo>
                <a:lnTo>
                  <a:pt x="1152525" y="1590675"/>
                </a:lnTo>
                <a:close/>
                <a:moveTo>
                  <a:pt x="1209675" y="1581150"/>
                </a:moveTo>
                <a:lnTo>
                  <a:pt x="1219200" y="1581150"/>
                </a:lnTo>
                <a:lnTo>
                  <a:pt x="1219200" y="1590675"/>
                </a:lnTo>
                <a:lnTo>
                  <a:pt x="1209675" y="1590675"/>
                </a:lnTo>
                <a:close/>
                <a:moveTo>
                  <a:pt x="1714500" y="1581150"/>
                </a:moveTo>
                <a:lnTo>
                  <a:pt x="1733550" y="1581150"/>
                </a:lnTo>
                <a:lnTo>
                  <a:pt x="1733550" y="1590675"/>
                </a:lnTo>
                <a:lnTo>
                  <a:pt x="1752600" y="1590675"/>
                </a:lnTo>
                <a:lnTo>
                  <a:pt x="1752600" y="1600200"/>
                </a:lnTo>
                <a:lnTo>
                  <a:pt x="1743075" y="1600200"/>
                </a:lnTo>
                <a:lnTo>
                  <a:pt x="1743075" y="1628775"/>
                </a:lnTo>
                <a:lnTo>
                  <a:pt x="1733550" y="1628775"/>
                </a:lnTo>
                <a:lnTo>
                  <a:pt x="1733550" y="1638300"/>
                </a:lnTo>
                <a:lnTo>
                  <a:pt x="1743075" y="1638300"/>
                </a:lnTo>
                <a:lnTo>
                  <a:pt x="1743075" y="1647825"/>
                </a:lnTo>
                <a:lnTo>
                  <a:pt x="1752600" y="1647825"/>
                </a:lnTo>
                <a:lnTo>
                  <a:pt x="1752600" y="1666875"/>
                </a:lnTo>
                <a:lnTo>
                  <a:pt x="1743075" y="1666875"/>
                </a:lnTo>
                <a:lnTo>
                  <a:pt x="1743075" y="1676400"/>
                </a:lnTo>
                <a:lnTo>
                  <a:pt x="1733550" y="1676400"/>
                </a:lnTo>
                <a:lnTo>
                  <a:pt x="1733550" y="1666875"/>
                </a:lnTo>
                <a:lnTo>
                  <a:pt x="1714500" y="1666875"/>
                </a:lnTo>
                <a:lnTo>
                  <a:pt x="1714500" y="1619250"/>
                </a:lnTo>
                <a:lnTo>
                  <a:pt x="1733550" y="1619250"/>
                </a:lnTo>
                <a:lnTo>
                  <a:pt x="1733550" y="1609725"/>
                </a:lnTo>
                <a:lnTo>
                  <a:pt x="1714500" y="1609725"/>
                </a:lnTo>
                <a:close/>
                <a:moveTo>
                  <a:pt x="1266825" y="1638300"/>
                </a:moveTo>
                <a:lnTo>
                  <a:pt x="1276350" y="1638300"/>
                </a:lnTo>
                <a:lnTo>
                  <a:pt x="1276350" y="1647825"/>
                </a:lnTo>
                <a:lnTo>
                  <a:pt x="1266825" y="1647825"/>
                </a:lnTo>
                <a:close/>
                <a:moveTo>
                  <a:pt x="1724025" y="1695450"/>
                </a:moveTo>
                <a:lnTo>
                  <a:pt x="1743075" y="1695450"/>
                </a:lnTo>
                <a:lnTo>
                  <a:pt x="1743075" y="1714500"/>
                </a:lnTo>
                <a:lnTo>
                  <a:pt x="1733550" y="1714500"/>
                </a:lnTo>
                <a:lnTo>
                  <a:pt x="1733550" y="1704975"/>
                </a:lnTo>
                <a:lnTo>
                  <a:pt x="1724025" y="1704975"/>
                </a:lnTo>
                <a:close/>
                <a:moveTo>
                  <a:pt x="1752600" y="1752600"/>
                </a:moveTo>
                <a:lnTo>
                  <a:pt x="1762125" y="1752600"/>
                </a:lnTo>
                <a:lnTo>
                  <a:pt x="1762125" y="1781175"/>
                </a:lnTo>
                <a:lnTo>
                  <a:pt x="1752600" y="1781175"/>
                </a:lnTo>
                <a:lnTo>
                  <a:pt x="1752600" y="1771650"/>
                </a:lnTo>
                <a:lnTo>
                  <a:pt x="1733550" y="1771650"/>
                </a:lnTo>
                <a:lnTo>
                  <a:pt x="1733550" y="1762125"/>
                </a:lnTo>
                <a:lnTo>
                  <a:pt x="1752600" y="1762125"/>
                </a:lnTo>
                <a:close/>
                <a:moveTo>
                  <a:pt x="238125" y="1800225"/>
                </a:moveTo>
                <a:lnTo>
                  <a:pt x="247650" y="1800225"/>
                </a:lnTo>
                <a:lnTo>
                  <a:pt x="247650" y="1819275"/>
                </a:lnTo>
                <a:lnTo>
                  <a:pt x="238125" y="1819275"/>
                </a:lnTo>
                <a:close/>
                <a:moveTo>
                  <a:pt x="1743075" y="1800225"/>
                </a:moveTo>
                <a:lnTo>
                  <a:pt x="1752600" y="1800225"/>
                </a:lnTo>
                <a:lnTo>
                  <a:pt x="1752600" y="1819275"/>
                </a:lnTo>
                <a:lnTo>
                  <a:pt x="1762125" y="1819275"/>
                </a:lnTo>
                <a:lnTo>
                  <a:pt x="1762125" y="1847850"/>
                </a:lnTo>
                <a:lnTo>
                  <a:pt x="1752600" y="1847850"/>
                </a:lnTo>
                <a:lnTo>
                  <a:pt x="1752600" y="1876425"/>
                </a:lnTo>
                <a:lnTo>
                  <a:pt x="1771650" y="1876425"/>
                </a:lnTo>
                <a:lnTo>
                  <a:pt x="1771650" y="1914525"/>
                </a:lnTo>
                <a:lnTo>
                  <a:pt x="1762125" y="1914525"/>
                </a:lnTo>
                <a:lnTo>
                  <a:pt x="1762125" y="1885950"/>
                </a:lnTo>
                <a:lnTo>
                  <a:pt x="1743075" y="1885950"/>
                </a:lnTo>
                <a:lnTo>
                  <a:pt x="1743075" y="1857375"/>
                </a:lnTo>
                <a:lnTo>
                  <a:pt x="1733550" y="1857375"/>
                </a:lnTo>
                <a:lnTo>
                  <a:pt x="1733550" y="1819275"/>
                </a:lnTo>
                <a:lnTo>
                  <a:pt x="1743075" y="1819275"/>
                </a:lnTo>
                <a:close/>
                <a:moveTo>
                  <a:pt x="1762125" y="1857375"/>
                </a:moveTo>
                <a:lnTo>
                  <a:pt x="1771650" y="1857375"/>
                </a:lnTo>
                <a:lnTo>
                  <a:pt x="1771650" y="1866900"/>
                </a:lnTo>
                <a:lnTo>
                  <a:pt x="1762125" y="1866900"/>
                </a:lnTo>
                <a:close/>
                <a:moveTo>
                  <a:pt x="238125" y="1866900"/>
                </a:moveTo>
                <a:lnTo>
                  <a:pt x="247650" y="1866900"/>
                </a:lnTo>
                <a:lnTo>
                  <a:pt x="247650" y="1876425"/>
                </a:lnTo>
                <a:lnTo>
                  <a:pt x="238125" y="1876425"/>
                </a:lnTo>
                <a:close/>
                <a:moveTo>
                  <a:pt x="266700" y="1924050"/>
                </a:moveTo>
                <a:lnTo>
                  <a:pt x="285750" y="1924050"/>
                </a:lnTo>
                <a:lnTo>
                  <a:pt x="285750" y="1952625"/>
                </a:lnTo>
                <a:lnTo>
                  <a:pt x="276225" y="1952625"/>
                </a:lnTo>
                <a:lnTo>
                  <a:pt x="276225" y="1943100"/>
                </a:lnTo>
                <a:lnTo>
                  <a:pt x="266700" y="1943100"/>
                </a:lnTo>
                <a:close/>
                <a:moveTo>
                  <a:pt x="1743075" y="1943100"/>
                </a:moveTo>
                <a:lnTo>
                  <a:pt x="1762125" y="1943100"/>
                </a:lnTo>
                <a:lnTo>
                  <a:pt x="1762125" y="1952625"/>
                </a:lnTo>
                <a:lnTo>
                  <a:pt x="1743075" y="1952625"/>
                </a:lnTo>
                <a:close/>
                <a:moveTo>
                  <a:pt x="238125" y="1990725"/>
                </a:moveTo>
                <a:lnTo>
                  <a:pt x="247650" y="1990725"/>
                </a:lnTo>
                <a:lnTo>
                  <a:pt x="247650" y="2038350"/>
                </a:lnTo>
                <a:lnTo>
                  <a:pt x="238125" y="2038350"/>
                </a:lnTo>
                <a:close/>
                <a:moveTo>
                  <a:pt x="247650" y="2038350"/>
                </a:moveTo>
                <a:lnTo>
                  <a:pt x="266700" y="2038350"/>
                </a:lnTo>
                <a:lnTo>
                  <a:pt x="266700" y="2066925"/>
                </a:lnTo>
                <a:lnTo>
                  <a:pt x="247650" y="2066925"/>
                </a:lnTo>
                <a:close/>
                <a:moveTo>
                  <a:pt x="1695450" y="2066925"/>
                </a:moveTo>
                <a:lnTo>
                  <a:pt x="1714500" y="2066925"/>
                </a:lnTo>
                <a:lnTo>
                  <a:pt x="1714500" y="2085975"/>
                </a:lnTo>
                <a:lnTo>
                  <a:pt x="1695450" y="2085975"/>
                </a:lnTo>
                <a:close/>
                <a:moveTo>
                  <a:pt x="1619250" y="2076450"/>
                </a:moveTo>
                <a:lnTo>
                  <a:pt x="1628775" y="2076450"/>
                </a:lnTo>
                <a:lnTo>
                  <a:pt x="1628775" y="2085975"/>
                </a:lnTo>
                <a:lnTo>
                  <a:pt x="1638300" y="2085975"/>
                </a:lnTo>
                <a:lnTo>
                  <a:pt x="1638300" y="2114550"/>
                </a:lnTo>
                <a:lnTo>
                  <a:pt x="1628775" y="2114550"/>
                </a:lnTo>
                <a:lnTo>
                  <a:pt x="1628775" y="2124075"/>
                </a:lnTo>
                <a:lnTo>
                  <a:pt x="1619250" y="2124075"/>
                </a:lnTo>
                <a:lnTo>
                  <a:pt x="1619250" y="2133600"/>
                </a:lnTo>
                <a:lnTo>
                  <a:pt x="1609725" y="2133600"/>
                </a:lnTo>
                <a:lnTo>
                  <a:pt x="1609725" y="2095500"/>
                </a:lnTo>
                <a:lnTo>
                  <a:pt x="1619250" y="2095500"/>
                </a:lnTo>
                <a:close/>
                <a:moveTo>
                  <a:pt x="1743075" y="2076450"/>
                </a:moveTo>
                <a:lnTo>
                  <a:pt x="1752600" y="2076450"/>
                </a:lnTo>
                <a:lnTo>
                  <a:pt x="1752600" y="2105025"/>
                </a:lnTo>
                <a:lnTo>
                  <a:pt x="1743075" y="2105025"/>
                </a:lnTo>
                <a:close/>
                <a:moveTo>
                  <a:pt x="1343025" y="2085975"/>
                </a:moveTo>
                <a:lnTo>
                  <a:pt x="1371600" y="2085975"/>
                </a:lnTo>
                <a:lnTo>
                  <a:pt x="1371600" y="2095500"/>
                </a:lnTo>
                <a:lnTo>
                  <a:pt x="1390650" y="2095500"/>
                </a:lnTo>
                <a:lnTo>
                  <a:pt x="1390650" y="2105025"/>
                </a:lnTo>
                <a:lnTo>
                  <a:pt x="1409700" y="2105025"/>
                </a:lnTo>
                <a:lnTo>
                  <a:pt x="1409700" y="2152650"/>
                </a:lnTo>
                <a:lnTo>
                  <a:pt x="1390650" y="2152650"/>
                </a:lnTo>
                <a:lnTo>
                  <a:pt x="1390650" y="2162175"/>
                </a:lnTo>
                <a:lnTo>
                  <a:pt x="1400175" y="2162175"/>
                </a:lnTo>
                <a:lnTo>
                  <a:pt x="1400175" y="2171700"/>
                </a:lnTo>
                <a:lnTo>
                  <a:pt x="1419225" y="2171700"/>
                </a:lnTo>
                <a:lnTo>
                  <a:pt x="1419225" y="2152650"/>
                </a:lnTo>
                <a:lnTo>
                  <a:pt x="1438275" y="2152650"/>
                </a:lnTo>
                <a:lnTo>
                  <a:pt x="1438275" y="2143125"/>
                </a:lnTo>
                <a:lnTo>
                  <a:pt x="1457325" y="2143125"/>
                </a:lnTo>
                <a:lnTo>
                  <a:pt x="1457325" y="2152650"/>
                </a:lnTo>
                <a:lnTo>
                  <a:pt x="1495425" y="2152650"/>
                </a:lnTo>
                <a:lnTo>
                  <a:pt x="1495425" y="2143125"/>
                </a:lnTo>
                <a:lnTo>
                  <a:pt x="1524000" y="2143125"/>
                </a:lnTo>
                <a:lnTo>
                  <a:pt x="1524000" y="2152650"/>
                </a:lnTo>
                <a:lnTo>
                  <a:pt x="1514475" y="2152650"/>
                </a:lnTo>
                <a:lnTo>
                  <a:pt x="1514475" y="2181225"/>
                </a:lnTo>
                <a:lnTo>
                  <a:pt x="1533525" y="2181225"/>
                </a:lnTo>
                <a:lnTo>
                  <a:pt x="1533525" y="2152650"/>
                </a:lnTo>
                <a:lnTo>
                  <a:pt x="1543050" y="2152650"/>
                </a:lnTo>
                <a:lnTo>
                  <a:pt x="1543050" y="2143125"/>
                </a:lnTo>
                <a:lnTo>
                  <a:pt x="1571625" y="2143125"/>
                </a:lnTo>
                <a:lnTo>
                  <a:pt x="1571625" y="2152650"/>
                </a:lnTo>
                <a:lnTo>
                  <a:pt x="1581150" y="2152650"/>
                </a:lnTo>
                <a:lnTo>
                  <a:pt x="1581150" y="2162175"/>
                </a:lnTo>
                <a:lnTo>
                  <a:pt x="1562100" y="2162175"/>
                </a:lnTo>
                <a:lnTo>
                  <a:pt x="1562100" y="2190750"/>
                </a:lnTo>
                <a:lnTo>
                  <a:pt x="1552575" y="2190750"/>
                </a:lnTo>
                <a:lnTo>
                  <a:pt x="1552575" y="2209800"/>
                </a:lnTo>
                <a:lnTo>
                  <a:pt x="1562100" y="2209800"/>
                </a:lnTo>
                <a:lnTo>
                  <a:pt x="1562100" y="2200275"/>
                </a:lnTo>
                <a:lnTo>
                  <a:pt x="1571625" y="2200275"/>
                </a:lnTo>
                <a:lnTo>
                  <a:pt x="1571625" y="2190750"/>
                </a:lnTo>
                <a:lnTo>
                  <a:pt x="1581150" y="2190750"/>
                </a:lnTo>
                <a:lnTo>
                  <a:pt x="1581150" y="2181225"/>
                </a:lnTo>
                <a:lnTo>
                  <a:pt x="1590675" y="2181225"/>
                </a:lnTo>
                <a:lnTo>
                  <a:pt x="1590675" y="2171700"/>
                </a:lnTo>
                <a:lnTo>
                  <a:pt x="1600200" y="2171700"/>
                </a:lnTo>
                <a:lnTo>
                  <a:pt x="1600200" y="2181225"/>
                </a:lnTo>
                <a:lnTo>
                  <a:pt x="1590675" y="2181225"/>
                </a:lnTo>
                <a:lnTo>
                  <a:pt x="1590675" y="2190750"/>
                </a:lnTo>
                <a:lnTo>
                  <a:pt x="1600200" y="2190750"/>
                </a:lnTo>
                <a:lnTo>
                  <a:pt x="1600200" y="2200275"/>
                </a:lnTo>
                <a:lnTo>
                  <a:pt x="1609725" y="2200275"/>
                </a:lnTo>
                <a:lnTo>
                  <a:pt x="1609725" y="2190750"/>
                </a:lnTo>
                <a:lnTo>
                  <a:pt x="1619250" y="2190750"/>
                </a:lnTo>
                <a:lnTo>
                  <a:pt x="1619250" y="2171700"/>
                </a:lnTo>
                <a:lnTo>
                  <a:pt x="1609725" y="2171700"/>
                </a:lnTo>
                <a:lnTo>
                  <a:pt x="1609725" y="2162175"/>
                </a:lnTo>
                <a:lnTo>
                  <a:pt x="1628775" y="2162175"/>
                </a:lnTo>
                <a:lnTo>
                  <a:pt x="1628775" y="2143125"/>
                </a:lnTo>
                <a:lnTo>
                  <a:pt x="1647825" y="2143125"/>
                </a:lnTo>
                <a:lnTo>
                  <a:pt x="1647825" y="2162175"/>
                </a:lnTo>
                <a:lnTo>
                  <a:pt x="1657350" y="2162175"/>
                </a:lnTo>
                <a:lnTo>
                  <a:pt x="1657350" y="2152650"/>
                </a:lnTo>
                <a:lnTo>
                  <a:pt x="1666875" y="2152650"/>
                </a:lnTo>
                <a:lnTo>
                  <a:pt x="1666875" y="2133600"/>
                </a:lnTo>
                <a:lnTo>
                  <a:pt x="1657350" y="2133600"/>
                </a:lnTo>
                <a:lnTo>
                  <a:pt x="1657350" y="2114550"/>
                </a:lnTo>
                <a:lnTo>
                  <a:pt x="1676400" y="2114550"/>
                </a:lnTo>
                <a:lnTo>
                  <a:pt x="1676400" y="2143125"/>
                </a:lnTo>
                <a:lnTo>
                  <a:pt x="1695450" y="2143125"/>
                </a:lnTo>
                <a:lnTo>
                  <a:pt x="1695450" y="2105025"/>
                </a:lnTo>
                <a:lnTo>
                  <a:pt x="1714500" y="2105025"/>
                </a:lnTo>
                <a:lnTo>
                  <a:pt x="1714500" y="2114550"/>
                </a:lnTo>
                <a:lnTo>
                  <a:pt x="1704975" y="2114550"/>
                </a:lnTo>
                <a:lnTo>
                  <a:pt x="1704975" y="2124075"/>
                </a:lnTo>
                <a:lnTo>
                  <a:pt x="1714500" y="2124075"/>
                </a:lnTo>
                <a:lnTo>
                  <a:pt x="1714500" y="2143125"/>
                </a:lnTo>
                <a:lnTo>
                  <a:pt x="1743075" y="2143125"/>
                </a:lnTo>
                <a:lnTo>
                  <a:pt x="1743075" y="2133600"/>
                </a:lnTo>
                <a:lnTo>
                  <a:pt x="1752600" y="2133600"/>
                </a:lnTo>
                <a:lnTo>
                  <a:pt x="1752600" y="2162175"/>
                </a:lnTo>
                <a:lnTo>
                  <a:pt x="1733550" y="2162175"/>
                </a:lnTo>
                <a:lnTo>
                  <a:pt x="1733550" y="2152650"/>
                </a:lnTo>
                <a:lnTo>
                  <a:pt x="1704975" y="2152650"/>
                </a:lnTo>
                <a:lnTo>
                  <a:pt x="1704975" y="2162175"/>
                </a:lnTo>
                <a:lnTo>
                  <a:pt x="1676400" y="2162175"/>
                </a:lnTo>
                <a:lnTo>
                  <a:pt x="1676400" y="2171700"/>
                </a:lnTo>
                <a:lnTo>
                  <a:pt x="1647825" y="2171700"/>
                </a:lnTo>
                <a:lnTo>
                  <a:pt x="1647825" y="2190750"/>
                </a:lnTo>
                <a:lnTo>
                  <a:pt x="1638300" y="2190750"/>
                </a:lnTo>
                <a:lnTo>
                  <a:pt x="1638300" y="2181225"/>
                </a:lnTo>
                <a:lnTo>
                  <a:pt x="1628775" y="2181225"/>
                </a:lnTo>
                <a:lnTo>
                  <a:pt x="1628775" y="2238375"/>
                </a:lnTo>
                <a:lnTo>
                  <a:pt x="1619250" y="2238375"/>
                </a:lnTo>
                <a:lnTo>
                  <a:pt x="1619250" y="2247900"/>
                </a:lnTo>
                <a:lnTo>
                  <a:pt x="1609725" y="2247900"/>
                </a:lnTo>
                <a:lnTo>
                  <a:pt x="1609725" y="2266950"/>
                </a:lnTo>
                <a:lnTo>
                  <a:pt x="1600200" y="2266950"/>
                </a:lnTo>
                <a:lnTo>
                  <a:pt x="1600200" y="2276475"/>
                </a:lnTo>
                <a:lnTo>
                  <a:pt x="1609725" y="2276475"/>
                </a:lnTo>
                <a:lnTo>
                  <a:pt x="1609725" y="2286000"/>
                </a:lnTo>
                <a:lnTo>
                  <a:pt x="1600200" y="2286000"/>
                </a:lnTo>
                <a:lnTo>
                  <a:pt x="1600200" y="2295525"/>
                </a:lnTo>
                <a:lnTo>
                  <a:pt x="1524000" y="2295525"/>
                </a:lnTo>
                <a:lnTo>
                  <a:pt x="1524000" y="2286000"/>
                </a:lnTo>
                <a:lnTo>
                  <a:pt x="1514475" y="2286000"/>
                </a:lnTo>
                <a:lnTo>
                  <a:pt x="1514475" y="2305050"/>
                </a:lnTo>
                <a:lnTo>
                  <a:pt x="1466850" y="2305050"/>
                </a:lnTo>
                <a:lnTo>
                  <a:pt x="1466850" y="2286000"/>
                </a:lnTo>
                <a:lnTo>
                  <a:pt x="1447800" y="2286000"/>
                </a:lnTo>
                <a:lnTo>
                  <a:pt x="1447800" y="2314575"/>
                </a:lnTo>
                <a:lnTo>
                  <a:pt x="1352550" y="2314575"/>
                </a:lnTo>
                <a:lnTo>
                  <a:pt x="1352550" y="2305050"/>
                </a:lnTo>
                <a:lnTo>
                  <a:pt x="1343025" y="2305050"/>
                </a:lnTo>
                <a:lnTo>
                  <a:pt x="1343025" y="2314575"/>
                </a:lnTo>
                <a:lnTo>
                  <a:pt x="1323975" y="2314575"/>
                </a:lnTo>
                <a:lnTo>
                  <a:pt x="1323975" y="2333625"/>
                </a:lnTo>
                <a:lnTo>
                  <a:pt x="1314450" y="2333625"/>
                </a:lnTo>
                <a:lnTo>
                  <a:pt x="1314450" y="2324100"/>
                </a:lnTo>
                <a:lnTo>
                  <a:pt x="1266825" y="2324100"/>
                </a:lnTo>
                <a:lnTo>
                  <a:pt x="1266825" y="2314575"/>
                </a:lnTo>
                <a:lnTo>
                  <a:pt x="1276350" y="2314575"/>
                </a:lnTo>
                <a:lnTo>
                  <a:pt x="1276350" y="2286000"/>
                </a:lnTo>
                <a:lnTo>
                  <a:pt x="1266825" y="2286000"/>
                </a:lnTo>
                <a:lnTo>
                  <a:pt x="1266825" y="2276475"/>
                </a:lnTo>
                <a:lnTo>
                  <a:pt x="1257300" y="2276475"/>
                </a:lnTo>
                <a:lnTo>
                  <a:pt x="1257300" y="2286000"/>
                </a:lnTo>
                <a:lnTo>
                  <a:pt x="1247775" y="2286000"/>
                </a:lnTo>
                <a:lnTo>
                  <a:pt x="1247775" y="2295525"/>
                </a:lnTo>
                <a:lnTo>
                  <a:pt x="1228725" y="2295525"/>
                </a:lnTo>
                <a:lnTo>
                  <a:pt x="1228725" y="2305050"/>
                </a:lnTo>
                <a:lnTo>
                  <a:pt x="1219200" y="2305050"/>
                </a:lnTo>
                <a:lnTo>
                  <a:pt x="1219200" y="2295525"/>
                </a:lnTo>
                <a:lnTo>
                  <a:pt x="1200150" y="2295525"/>
                </a:lnTo>
                <a:lnTo>
                  <a:pt x="1200150" y="2286000"/>
                </a:lnTo>
                <a:lnTo>
                  <a:pt x="1190625" y="2286000"/>
                </a:lnTo>
                <a:lnTo>
                  <a:pt x="1190625" y="2305050"/>
                </a:lnTo>
                <a:lnTo>
                  <a:pt x="1219200" y="2305050"/>
                </a:lnTo>
                <a:lnTo>
                  <a:pt x="1219200" y="2314575"/>
                </a:lnTo>
                <a:lnTo>
                  <a:pt x="1181100" y="2314575"/>
                </a:lnTo>
                <a:lnTo>
                  <a:pt x="1181100" y="2295525"/>
                </a:lnTo>
                <a:lnTo>
                  <a:pt x="1171575" y="2295525"/>
                </a:lnTo>
                <a:lnTo>
                  <a:pt x="1171575" y="2286000"/>
                </a:lnTo>
                <a:lnTo>
                  <a:pt x="1143000" y="2286000"/>
                </a:lnTo>
                <a:lnTo>
                  <a:pt x="1143000" y="2295525"/>
                </a:lnTo>
                <a:lnTo>
                  <a:pt x="1133475" y="2295525"/>
                </a:lnTo>
                <a:lnTo>
                  <a:pt x="1133475" y="2314575"/>
                </a:lnTo>
                <a:lnTo>
                  <a:pt x="1162050" y="2314575"/>
                </a:lnTo>
                <a:lnTo>
                  <a:pt x="1162050" y="2324100"/>
                </a:lnTo>
                <a:lnTo>
                  <a:pt x="1171575" y="2324100"/>
                </a:lnTo>
                <a:lnTo>
                  <a:pt x="1171575" y="2333625"/>
                </a:lnTo>
                <a:lnTo>
                  <a:pt x="1181100" y="2333625"/>
                </a:lnTo>
                <a:lnTo>
                  <a:pt x="1181100" y="2343150"/>
                </a:lnTo>
                <a:lnTo>
                  <a:pt x="1162050" y="2343150"/>
                </a:lnTo>
                <a:lnTo>
                  <a:pt x="1162050" y="2381250"/>
                </a:lnTo>
                <a:lnTo>
                  <a:pt x="1133475" y="2381250"/>
                </a:lnTo>
                <a:lnTo>
                  <a:pt x="1133475" y="2409825"/>
                </a:lnTo>
                <a:lnTo>
                  <a:pt x="1152525" y="2409825"/>
                </a:lnTo>
                <a:lnTo>
                  <a:pt x="1152525" y="2400300"/>
                </a:lnTo>
                <a:lnTo>
                  <a:pt x="1181100" y="2400300"/>
                </a:lnTo>
                <a:lnTo>
                  <a:pt x="1181100" y="2457450"/>
                </a:lnTo>
                <a:lnTo>
                  <a:pt x="1190625" y="2457450"/>
                </a:lnTo>
                <a:lnTo>
                  <a:pt x="1190625" y="2476500"/>
                </a:lnTo>
                <a:lnTo>
                  <a:pt x="1181100" y="2476500"/>
                </a:lnTo>
                <a:lnTo>
                  <a:pt x="1181100" y="2486025"/>
                </a:lnTo>
                <a:lnTo>
                  <a:pt x="1171575" y="2486025"/>
                </a:lnTo>
                <a:lnTo>
                  <a:pt x="1171575" y="2505075"/>
                </a:lnTo>
                <a:lnTo>
                  <a:pt x="1181100" y="2505075"/>
                </a:lnTo>
                <a:lnTo>
                  <a:pt x="1181100" y="2514600"/>
                </a:lnTo>
                <a:lnTo>
                  <a:pt x="1190625" y="2514600"/>
                </a:lnTo>
                <a:lnTo>
                  <a:pt x="1190625" y="2524125"/>
                </a:lnTo>
                <a:lnTo>
                  <a:pt x="1181100" y="2524125"/>
                </a:lnTo>
                <a:lnTo>
                  <a:pt x="1181100" y="2533650"/>
                </a:lnTo>
                <a:lnTo>
                  <a:pt x="1190625" y="2533650"/>
                </a:lnTo>
                <a:lnTo>
                  <a:pt x="1190625" y="2552700"/>
                </a:lnTo>
                <a:lnTo>
                  <a:pt x="1200150" y="2552700"/>
                </a:lnTo>
                <a:lnTo>
                  <a:pt x="1200150" y="2533650"/>
                </a:lnTo>
                <a:lnTo>
                  <a:pt x="1209675" y="2533650"/>
                </a:lnTo>
                <a:lnTo>
                  <a:pt x="1209675" y="2581275"/>
                </a:lnTo>
                <a:lnTo>
                  <a:pt x="1190625" y="2581275"/>
                </a:lnTo>
                <a:lnTo>
                  <a:pt x="1190625" y="2600325"/>
                </a:lnTo>
                <a:lnTo>
                  <a:pt x="1181100" y="2600325"/>
                </a:lnTo>
                <a:lnTo>
                  <a:pt x="1181100" y="2590800"/>
                </a:lnTo>
                <a:lnTo>
                  <a:pt x="1171575" y="2590800"/>
                </a:lnTo>
                <a:lnTo>
                  <a:pt x="1171575" y="2600325"/>
                </a:lnTo>
                <a:lnTo>
                  <a:pt x="1152525" y="2600325"/>
                </a:lnTo>
                <a:lnTo>
                  <a:pt x="1152525" y="2609850"/>
                </a:lnTo>
                <a:lnTo>
                  <a:pt x="1133475" y="2609850"/>
                </a:lnTo>
                <a:lnTo>
                  <a:pt x="1133475" y="2590800"/>
                </a:lnTo>
                <a:lnTo>
                  <a:pt x="1152525" y="2590800"/>
                </a:lnTo>
                <a:lnTo>
                  <a:pt x="1152525" y="2562225"/>
                </a:lnTo>
                <a:lnTo>
                  <a:pt x="1162050" y="2562225"/>
                </a:lnTo>
                <a:lnTo>
                  <a:pt x="1162050" y="2543175"/>
                </a:lnTo>
                <a:lnTo>
                  <a:pt x="1171575" y="2543175"/>
                </a:lnTo>
                <a:lnTo>
                  <a:pt x="1171575" y="2533650"/>
                </a:lnTo>
                <a:lnTo>
                  <a:pt x="1162050" y="2533650"/>
                </a:lnTo>
                <a:lnTo>
                  <a:pt x="1162050" y="2524125"/>
                </a:lnTo>
                <a:lnTo>
                  <a:pt x="1152525" y="2524125"/>
                </a:lnTo>
                <a:lnTo>
                  <a:pt x="1152525" y="2514600"/>
                </a:lnTo>
                <a:lnTo>
                  <a:pt x="1143000" y="2514600"/>
                </a:lnTo>
                <a:lnTo>
                  <a:pt x="1143000" y="2486025"/>
                </a:lnTo>
                <a:lnTo>
                  <a:pt x="1152525" y="2486025"/>
                </a:lnTo>
                <a:lnTo>
                  <a:pt x="1152525" y="2457450"/>
                </a:lnTo>
                <a:lnTo>
                  <a:pt x="1143000" y="2457450"/>
                </a:lnTo>
                <a:lnTo>
                  <a:pt x="1143000" y="2466975"/>
                </a:lnTo>
                <a:lnTo>
                  <a:pt x="1123950" y="2466975"/>
                </a:lnTo>
                <a:lnTo>
                  <a:pt x="1123950" y="2447925"/>
                </a:lnTo>
                <a:lnTo>
                  <a:pt x="1114425" y="2447925"/>
                </a:lnTo>
                <a:lnTo>
                  <a:pt x="1114425" y="2428875"/>
                </a:lnTo>
                <a:lnTo>
                  <a:pt x="1104900" y="2428875"/>
                </a:lnTo>
                <a:lnTo>
                  <a:pt x="1104900" y="2419350"/>
                </a:lnTo>
                <a:lnTo>
                  <a:pt x="1114425" y="2419350"/>
                </a:lnTo>
                <a:lnTo>
                  <a:pt x="1114425" y="2409825"/>
                </a:lnTo>
                <a:lnTo>
                  <a:pt x="1104900" y="2409825"/>
                </a:lnTo>
                <a:lnTo>
                  <a:pt x="1104900" y="2400300"/>
                </a:lnTo>
                <a:lnTo>
                  <a:pt x="1123950" y="2400300"/>
                </a:lnTo>
                <a:lnTo>
                  <a:pt x="1123950" y="2390775"/>
                </a:lnTo>
                <a:lnTo>
                  <a:pt x="1095375" y="2390775"/>
                </a:lnTo>
                <a:lnTo>
                  <a:pt x="1095375" y="2381250"/>
                </a:lnTo>
                <a:lnTo>
                  <a:pt x="1085850" y="2381250"/>
                </a:lnTo>
                <a:lnTo>
                  <a:pt x="1085850" y="2371725"/>
                </a:lnTo>
                <a:lnTo>
                  <a:pt x="1066800" y="2371725"/>
                </a:lnTo>
                <a:lnTo>
                  <a:pt x="1066800" y="2362200"/>
                </a:lnTo>
                <a:lnTo>
                  <a:pt x="1104900" y="2362200"/>
                </a:lnTo>
                <a:lnTo>
                  <a:pt x="1104900" y="2371725"/>
                </a:lnTo>
                <a:lnTo>
                  <a:pt x="1114425" y="2371725"/>
                </a:lnTo>
                <a:lnTo>
                  <a:pt x="1114425" y="2381250"/>
                </a:lnTo>
                <a:lnTo>
                  <a:pt x="1123950" y="2381250"/>
                </a:lnTo>
                <a:lnTo>
                  <a:pt x="1123950" y="2371725"/>
                </a:lnTo>
                <a:lnTo>
                  <a:pt x="1143000" y="2371725"/>
                </a:lnTo>
                <a:lnTo>
                  <a:pt x="1143000" y="2352675"/>
                </a:lnTo>
                <a:lnTo>
                  <a:pt x="1152525" y="2352675"/>
                </a:lnTo>
                <a:lnTo>
                  <a:pt x="1152525" y="2333625"/>
                </a:lnTo>
                <a:lnTo>
                  <a:pt x="1143000" y="2333625"/>
                </a:lnTo>
                <a:lnTo>
                  <a:pt x="1143000" y="2343150"/>
                </a:lnTo>
                <a:lnTo>
                  <a:pt x="1133475" y="2343150"/>
                </a:lnTo>
                <a:lnTo>
                  <a:pt x="1133475" y="2352675"/>
                </a:lnTo>
                <a:lnTo>
                  <a:pt x="1114425" y="2352675"/>
                </a:lnTo>
                <a:lnTo>
                  <a:pt x="1114425" y="2343150"/>
                </a:lnTo>
                <a:lnTo>
                  <a:pt x="1000125" y="2343150"/>
                </a:lnTo>
                <a:lnTo>
                  <a:pt x="1000125" y="2333625"/>
                </a:lnTo>
                <a:lnTo>
                  <a:pt x="990600" y="2333625"/>
                </a:lnTo>
                <a:lnTo>
                  <a:pt x="990600" y="2314575"/>
                </a:lnTo>
                <a:lnTo>
                  <a:pt x="1019175" y="2314575"/>
                </a:lnTo>
                <a:lnTo>
                  <a:pt x="1019175" y="2324100"/>
                </a:lnTo>
                <a:lnTo>
                  <a:pt x="1009650" y="2324100"/>
                </a:lnTo>
                <a:lnTo>
                  <a:pt x="1009650" y="2333625"/>
                </a:lnTo>
                <a:lnTo>
                  <a:pt x="1038225" y="2333625"/>
                </a:lnTo>
                <a:lnTo>
                  <a:pt x="1038225" y="2324100"/>
                </a:lnTo>
                <a:lnTo>
                  <a:pt x="1047750" y="2324100"/>
                </a:lnTo>
                <a:lnTo>
                  <a:pt x="1047750" y="2305050"/>
                </a:lnTo>
                <a:lnTo>
                  <a:pt x="1038225" y="2305050"/>
                </a:lnTo>
                <a:lnTo>
                  <a:pt x="1038225" y="2295525"/>
                </a:lnTo>
                <a:lnTo>
                  <a:pt x="1028700" y="2295525"/>
                </a:lnTo>
                <a:lnTo>
                  <a:pt x="1028700" y="2286000"/>
                </a:lnTo>
                <a:lnTo>
                  <a:pt x="1019175" y="2286000"/>
                </a:lnTo>
                <a:lnTo>
                  <a:pt x="1019175" y="2276475"/>
                </a:lnTo>
                <a:lnTo>
                  <a:pt x="1038225" y="2276475"/>
                </a:lnTo>
                <a:lnTo>
                  <a:pt x="1038225" y="2266950"/>
                </a:lnTo>
                <a:lnTo>
                  <a:pt x="1085850" y="2266950"/>
                </a:lnTo>
                <a:lnTo>
                  <a:pt x="1085850" y="2276475"/>
                </a:lnTo>
                <a:lnTo>
                  <a:pt x="1095375" y="2276475"/>
                </a:lnTo>
                <a:lnTo>
                  <a:pt x="1095375" y="2266950"/>
                </a:lnTo>
                <a:lnTo>
                  <a:pt x="1123950" y="2266950"/>
                </a:lnTo>
                <a:lnTo>
                  <a:pt x="1123950" y="2276475"/>
                </a:lnTo>
                <a:lnTo>
                  <a:pt x="1143000" y="2276475"/>
                </a:lnTo>
                <a:lnTo>
                  <a:pt x="1143000" y="2266950"/>
                </a:lnTo>
                <a:lnTo>
                  <a:pt x="1162050" y="2266950"/>
                </a:lnTo>
                <a:lnTo>
                  <a:pt x="1162050" y="2257425"/>
                </a:lnTo>
                <a:lnTo>
                  <a:pt x="1171575" y="2257425"/>
                </a:lnTo>
                <a:lnTo>
                  <a:pt x="1171575" y="2238375"/>
                </a:lnTo>
                <a:lnTo>
                  <a:pt x="1181100" y="2238375"/>
                </a:lnTo>
                <a:lnTo>
                  <a:pt x="1181100" y="2228850"/>
                </a:lnTo>
                <a:lnTo>
                  <a:pt x="1162050" y="2228850"/>
                </a:lnTo>
                <a:lnTo>
                  <a:pt x="1162050" y="2247900"/>
                </a:lnTo>
                <a:lnTo>
                  <a:pt x="1152525" y="2247900"/>
                </a:lnTo>
                <a:lnTo>
                  <a:pt x="1152525" y="2238375"/>
                </a:lnTo>
                <a:lnTo>
                  <a:pt x="1143000" y="2238375"/>
                </a:lnTo>
                <a:lnTo>
                  <a:pt x="1143000" y="2219325"/>
                </a:lnTo>
                <a:lnTo>
                  <a:pt x="1152525" y="2219325"/>
                </a:lnTo>
                <a:lnTo>
                  <a:pt x="1152525" y="2209800"/>
                </a:lnTo>
                <a:lnTo>
                  <a:pt x="1162050" y="2209800"/>
                </a:lnTo>
                <a:lnTo>
                  <a:pt x="1162050" y="2190750"/>
                </a:lnTo>
                <a:lnTo>
                  <a:pt x="1133475" y="2190750"/>
                </a:lnTo>
                <a:lnTo>
                  <a:pt x="1133475" y="2209800"/>
                </a:lnTo>
                <a:lnTo>
                  <a:pt x="1123950" y="2209800"/>
                </a:lnTo>
                <a:lnTo>
                  <a:pt x="1123950" y="2219325"/>
                </a:lnTo>
                <a:lnTo>
                  <a:pt x="1114425" y="2219325"/>
                </a:lnTo>
                <a:lnTo>
                  <a:pt x="1114425" y="2228850"/>
                </a:lnTo>
                <a:lnTo>
                  <a:pt x="1104900" y="2228850"/>
                </a:lnTo>
                <a:lnTo>
                  <a:pt x="1104900" y="2238375"/>
                </a:lnTo>
                <a:lnTo>
                  <a:pt x="1095375" y="2238375"/>
                </a:lnTo>
                <a:lnTo>
                  <a:pt x="1095375" y="2247900"/>
                </a:lnTo>
                <a:lnTo>
                  <a:pt x="1085850" y="2247900"/>
                </a:lnTo>
                <a:lnTo>
                  <a:pt x="1085850" y="2257425"/>
                </a:lnTo>
                <a:lnTo>
                  <a:pt x="1066800" y="2257425"/>
                </a:lnTo>
                <a:lnTo>
                  <a:pt x="1066800" y="2247900"/>
                </a:lnTo>
                <a:lnTo>
                  <a:pt x="1047750" y="2247900"/>
                </a:lnTo>
                <a:lnTo>
                  <a:pt x="1047750" y="2238375"/>
                </a:lnTo>
                <a:lnTo>
                  <a:pt x="1038225" y="2238375"/>
                </a:lnTo>
                <a:lnTo>
                  <a:pt x="1038225" y="2247900"/>
                </a:lnTo>
                <a:lnTo>
                  <a:pt x="1028700" y="2247900"/>
                </a:lnTo>
                <a:lnTo>
                  <a:pt x="1028700" y="2238375"/>
                </a:lnTo>
                <a:lnTo>
                  <a:pt x="1019175" y="2238375"/>
                </a:lnTo>
                <a:lnTo>
                  <a:pt x="1019175" y="2219325"/>
                </a:lnTo>
                <a:lnTo>
                  <a:pt x="1009650" y="2219325"/>
                </a:lnTo>
                <a:lnTo>
                  <a:pt x="1009650" y="2200275"/>
                </a:lnTo>
                <a:lnTo>
                  <a:pt x="1019175" y="2200275"/>
                </a:lnTo>
                <a:lnTo>
                  <a:pt x="1019175" y="2190750"/>
                </a:lnTo>
                <a:lnTo>
                  <a:pt x="1038225" y="2190750"/>
                </a:lnTo>
                <a:lnTo>
                  <a:pt x="1038225" y="2200275"/>
                </a:lnTo>
                <a:lnTo>
                  <a:pt x="1076325" y="2200275"/>
                </a:lnTo>
                <a:lnTo>
                  <a:pt x="1076325" y="2181225"/>
                </a:lnTo>
                <a:lnTo>
                  <a:pt x="1095375" y="2181225"/>
                </a:lnTo>
                <a:lnTo>
                  <a:pt x="1095375" y="2162175"/>
                </a:lnTo>
                <a:lnTo>
                  <a:pt x="1057275" y="2162175"/>
                </a:lnTo>
                <a:lnTo>
                  <a:pt x="1057275" y="2152650"/>
                </a:lnTo>
                <a:lnTo>
                  <a:pt x="1076325" y="2152650"/>
                </a:lnTo>
                <a:lnTo>
                  <a:pt x="1076325" y="2124075"/>
                </a:lnTo>
                <a:lnTo>
                  <a:pt x="1066800" y="2124075"/>
                </a:lnTo>
                <a:lnTo>
                  <a:pt x="1066800" y="2105025"/>
                </a:lnTo>
                <a:lnTo>
                  <a:pt x="1085850" y="2105025"/>
                </a:lnTo>
                <a:lnTo>
                  <a:pt x="1085850" y="2114550"/>
                </a:lnTo>
                <a:lnTo>
                  <a:pt x="1095375" y="2114550"/>
                </a:lnTo>
                <a:lnTo>
                  <a:pt x="1095375" y="2124075"/>
                </a:lnTo>
                <a:lnTo>
                  <a:pt x="1114425" y="2124075"/>
                </a:lnTo>
                <a:lnTo>
                  <a:pt x="1114425" y="2143125"/>
                </a:lnTo>
                <a:lnTo>
                  <a:pt x="1085850" y="2143125"/>
                </a:lnTo>
                <a:lnTo>
                  <a:pt x="1085850" y="2152650"/>
                </a:lnTo>
                <a:lnTo>
                  <a:pt x="1095375" y="2152650"/>
                </a:lnTo>
                <a:lnTo>
                  <a:pt x="1095375" y="2162175"/>
                </a:lnTo>
                <a:lnTo>
                  <a:pt x="1104900" y="2162175"/>
                </a:lnTo>
                <a:lnTo>
                  <a:pt x="1104900" y="2152650"/>
                </a:lnTo>
                <a:lnTo>
                  <a:pt x="1114425" y="2152650"/>
                </a:lnTo>
                <a:lnTo>
                  <a:pt x="1114425" y="2143125"/>
                </a:lnTo>
                <a:lnTo>
                  <a:pt x="1123950" y="2143125"/>
                </a:lnTo>
                <a:lnTo>
                  <a:pt x="1123950" y="2152650"/>
                </a:lnTo>
                <a:lnTo>
                  <a:pt x="1143000" y="2152650"/>
                </a:lnTo>
                <a:lnTo>
                  <a:pt x="1143000" y="2162175"/>
                </a:lnTo>
                <a:lnTo>
                  <a:pt x="1162050" y="2162175"/>
                </a:lnTo>
                <a:lnTo>
                  <a:pt x="1162050" y="2152650"/>
                </a:lnTo>
                <a:lnTo>
                  <a:pt x="1190625" y="2152650"/>
                </a:lnTo>
                <a:lnTo>
                  <a:pt x="1190625" y="2171700"/>
                </a:lnTo>
                <a:lnTo>
                  <a:pt x="1200150" y="2171700"/>
                </a:lnTo>
                <a:lnTo>
                  <a:pt x="1200150" y="2152650"/>
                </a:lnTo>
                <a:lnTo>
                  <a:pt x="1209675" y="2152650"/>
                </a:lnTo>
                <a:lnTo>
                  <a:pt x="1209675" y="2162175"/>
                </a:lnTo>
                <a:lnTo>
                  <a:pt x="1219200" y="2162175"/>
                </a:lnTo>
                <a:lnTo>
                  <a:pt x="1219200" y="2171700"/>
                </a:lnTo>
                <a:lnTo>
                  <a:pt x="1228725" y="2171700"/>
                </a:lnTo>
                <a:lnTo>
                  <a:pt x="1228725" y="2181225"/>
                </a:lnTo>
                <a:lnTo>
                  <a:pt x="1238250" y="2181225"/>
                </a:lnTo>
                <a:lnTo>
                  <a:pt x="1238250" y="2190750"/>
                </a:lnTo>
                <a:lnTo>
                  <a:pt x="1247775" y="2190750"/>
                </a:lnTo>
                <a:lnTo>
                  <a:pt x="1247775" y="2200275"/>
                </a:lnTo>
                <a:lnTo>
                  <a:pt x="1257300" y="2200275"/>
                </a:lnTo>
                <a:lnTo>
                  <a:pt x="1257300" y="2219325"/>
                </a:lnTo>
                <a:lnTo>
                  <a:pt x="1276350" y="2219325"/>
                </a:lnTo>
                <a:lnTo>
                  <a:pt x="1276350" y="2190750"/>
                </a:lnTo>
                <a:lnTo>
                  <a:pt x="1257300" y="2190750"/>
                </a:lnTo>
                <a:lnTo>
                  <a:pt x="1257300" y="2171700"/>
                </a:lnTo>
                <a:lnTo>
                  <a:pt x="1247775" y="2171700"/>
                </a:lnTo>
                <a:lnTo>
                  <a:pt x="1247775" y="2143125"/>
                </a:lnTo>
                <a:lnTo>
                  <a:pt x="1238250" y="2143125"/>
                </a:lnTo>
                <a:lnTo>
                  <a:pt x="1238250" y="2133600"/>
                </a:lnTo>
                <a:lnTo>
                  <a:pt x="1247775" y="2133600"/>
                </a:lnTo>
                <a:lnTo>
                  <a:pt x="1247775" y="2124075"/>
                </a:lnTo>
                <a:lnTo>
                  <a:pt x="1257300" y="2124075"/>
                </a:lnTo>
                <a:lnTo>
                  <a:pt x="1257300" y="2114550"/>
                </a:lnTo>
                <a:lnTo>
                  <a:pt x="1266825" y="2114550"/>
                </a:lnTo>
                <a:lnTo>
                  <a:pt x="1266825" y="2105025"/>
                </a:lnTo>
                <a:lnTo>
                  <a:pt x="1276350" y="2105025"/>
                </a:lnTo>
                <a:lnTo>
                  <a:pt x="1276350" y="2095500"/>
                </a:lnTo>
                <a:lnTo>
                  <a:pt x="1333500" y="2095500"/>
                </a:lnTo>
                <a:lnTo>
                  <a:pt x="1333500" y="2114550"/>
                </a:lnTo>
                <a:lnTo>
                  <a:pt x="1352550" y="2114550"/>
                </a:lnTo>
                <a:lnTo>
                  <a:pt x="1352550" y="2105025"/>
                </a:lnTo>
                <a:lnTo>
                  <a:pt x="1362075" y="2105025"/>
                </a:lnTo>
                <a:lnTo>
                  <a:pt x="1362075" y="2095500"/>
                </a:lnTo>
                <a:lnTo>
                  <a:pt x="1343025" y="2095500"/>
                </a:lnTo>
                <a:close/>
                <a:moveTo>
                  <a:pt x="1409700" y="2085975"/>
                </a:moveTo>
                <a:lnTo>
                  <a:pt x="1447800" y="2085975"/>
                </a:lnTo>
                <a:lnTo>
                  <a:pt x="1447800" y="2095500"/>
                </a:lnTo>
                <a:lnTo>
                  <a:pt x="1438275" y="2095500"/>
                </a:lnTo>
                <a:lnTo>
                  <a:pt x="1438275" y="2114550"/>
                </a:lnTo>
                <a:lnTo>
                  <a:pt x="1428750" y="2114550"/>
                </a:lnTo>
                <a:lnTo>
                  <a:pt x="1428750" y="2095500"/>
                </a:lnTo>
                <a:lnTo>
                  <a:pt x="1409700" y="2095500"/>
                </a:lnTo>
                <a:close/>
                <a:moveTo>
                  <a:pt x="1476375" y="2095500"/>
                </a:moveTo>
                <a:lnTo>
                  <a:pt x="1495425" y="2095500"/>
                </a:lnTo>
                <a:lnTo>
                  <a:pt x="1495425" y="2114550"/>
                </a:lnTo>
                <a:lnTo>
                  <a:pt x="1485900" y="2114550"/>
                </a:lnTo>
                <a:lnTo>
                  <a:pt x="1485900" y="2124075"/>
                </a:lnTo>
                <a:lnTo>
                  <a:pt x="1476375" y="2124075"/>
                </a:lnTo>
                <a:lnTo>
                  <a:pt x="1476375" y="2114550"/>
                </a:lnTo>
                <a:lnTo>
                  <a:pt x="1466850" y="2114550"/>
                </a:lnTo>
                <a:lnTo>
                  <a:pt x="1466850" y="2105025"/>
                </a:lnTo>
                <a:lnTo>
                  <a:pt x="1476375" y="2105025"/>
                </a:lnTo>
                <a:close/>
                <a:moveTo>
                  <a:pt x="1524000" y="2095500"/>
                </a:moveTo>
                <a:lnTo>
                  <a:pt x="1552575" y="2095500"/>
                </a:lnTo>
                <a:lnTo>
                  <a:pt x="1552575" y="2114550"/>
                </a:lnTo>
                <a:lnTo>
                  <a:pt x="1543050" y="2114550"/>
                </a:lnTo>
                <a:lnTo>
                  <a:pt x="1543050" y="2105025"/>
                </a:lnTo>
                <a:lnTo>
                  <a:pt x="1533525" y="2105025"/>
                </a:lnTo>
                <a:lnTo>
                  <a:pt x="1533525" y="2114550"/>
                </a:lnTo>
                <a:lnTo>
                  <a:pt x="1514475" y="2114550"/>
                </a:lnTo>
                <a:lnTo>
                  <a:pt x="1514475" y="2105025"/>
                </a:lnTo>
                <a:lnTo>
                  <a:pt x="1524000" y="2105025"/>
                </a:lnTo>
                <a:close/>
                <a:moveTo>
                  <a:pt x="1181100" y="2105025"/>
                </a:moveTo>
                <a:lnTo>
                  <a:pt x="1190625" y="2105025"/>
                </a:lnTo>
                <a:lnTo>
                  <a:pt x="1190625" y="2114550"/>
                </a:lnTo>
                <a:lnTo>
                  <a:pt x="1200150" y="2114550"/>
                </a:lnTo>
                <a:lnTo>
                  <a:pt x="1200150" y="2124075"/>
                </a:lnTo>
                <a:lnTo>
                  <a:pt x="1190625" y="2124075"/>
                </a:lnTo>
                <a:lnTo>
                  <a:pt x="1190625" y="2133600"/>
                </a:lnTo>
                <a:lnTo>
                  <a:pt x="1181100" y="2133600"/>
                </a:lnTo>
                <a:close/>
                <a:moveTo>
                  <a:pt x="1533525" y="2114550"/>
                </a:moveTo>
                <a:lnTo>
                  <a:pt x="1543050" y="2114550"/>
                </a:lnTo>
                <a:lnTo>
                  <a:pt x="1543050" y="2124075"/>
                </a:lnTo>
                <a:lnTo>
                  <a:pt x="1533525" y="2124075"/>
                </a:lnTo>
                <a:close/>
                <a:moveTo>
                  <a:pt x="1447800" y="2124075"/>
                </a:moveTo>
                <a:lnTo>
                  <a:pt x="1457325" y="2124075"/>
                </a:lnTo>
                <a:lnTo>
                  <a:pt x="1457325" y="2133600"/>
                </a:lnTo>
                <a:lnTo>
                  <a:pt x="1447800" y="2133600"/>
                </a:lnTo>
                <a:close/>
                <a:moveTo>
                  <a:pt x="1190625" y="2133600"/>
                </a:moveTo>
                <a:lnTo>
                  <a:pt x="1200150" y="2133600"/>
                </a:lnTo>
                <a:lnTo>
                  <a:pt x="1200150" y="2143125"/>
                </a:lnTo>
                <a:lnTo>
                  <a:pt x="1190625" y="2143125"/>
                </a:lnTo>
                <a:close/>
                <a:moveTo>
                  <a:pt x="1371600" y="2133600"/>
                </a:moveTo>
                <a:lnTo>
                  <a:pt x="1390650" y="2133600"/>
                </a:lnTo>
                <a:lnTo>
                  <a:pt x="1390650" y="2114550"/>
                </a:lnTo>
                <a:lnTo>
                  <a:pt x="1371600" y="2114550"/>
                </a:lnTo>
                <a:close/>
                <a:moveTo>
                  <a:pt x="276225" y="2143125"/>
                </a:moveTo>
                <a:lnTo>
                  <a:pt x="285750" y="2143125"/>
                </a:lnTo>
                <a:lnTo>
                  <a:pt x="285750" y="2152650"/>
                </a:lnTo>
                <a:lnTo>
                  <a:pt x="276225" y="2152650"/>
                </a:lnTo>
                <a:close/>
                <a:moveTo>
                  <a:pt x="781050" y="2143125"/>
                </a:moveTo>
                <a:lnTo>
                  <a:pt x="800100" y="2143125"/>
                </a:lnTo>
                <a:lnTo>
                  <a:pt x="800100" y="2152650"/>
                </a:lnTo>
                <a:lnTo>
                  <a:pt x="838200" y="2152650"/>
                </a:lnTo>
                <a:lnTo>
                  <a:pt x="838200" y="2143125"/>
                </a:lnTo>
                <a:lnTo>
                  <a:pt x="866775" y="2143125"/>
                </a:lnTo>
                <a:lnTo>
                  <a:pt x="866775" y="2152650"/>
                </a:lnTo>
                <a:lnTo>
                  <a:pt x="847725" y="2152650"/>
                </a:lnTo>
                <a:lnTo>
                  <a:pt x="847725" y="2162175"/>
                </a:lnTo>
                <a:lnTo>
                  <a:pt x="857250" y="2162175"/>
                </a:lnTo>
                <a:lnTo>
                  <a:pt x="857250" y="2181225"/>
                </a:lnTo>
                <a:lnTo>
                  <a:pt x="876300" y="2181225"/>
                </a:lnTo>
                <a:lnTo>
                  <a:pt x="876300" y="2162175"/>
                </a:lnTo>
                <a:lnTo>
                  <a:pt x="885825" y="2162175"/>
                </a:lnTo>
                <a:lnTo>
                  <a:pt x="885825" y="2143125"/>
                </a:lnTo>
                <a:lnTo>
                  <a:pt x="904875" y="2143125"/>
                </a:lnTo>
                <a:lnTo>
                  <a:pt x="904875" y="2152650"/>
                </a:lnTo>
                <a:lnTo>
                  <a:pt x="981075" y="2152650"/>
                </a:lnTo>
                <a:lnTo>
                  <a:pt x="981075" y="2143125"/>
                </a:lnTo>
                <a:lnTo>
                  <a:pt x="990600" y="2143125"/>
                </a:lnTo>
                <a:lnTo>
                  <a:pt x="990600" y="2152650"/>
                </a:lnTo>
                <a:lnTo>
                  <a:pt x="1009650" y="2152650"/>
                </a:lnTo>
                <a:lnTo>
                  <a:pt x="1009650" y="2162175"/>
                </a:lnTo>
                <a:lnTo>
                  <a:pt x="990600" y="2162175"/>
                </a:lnTo>
                <a:lnTo>
                  <a:pt x="990600" y="2171700"/>
                </a:lnTo>
                <a:lnTo>
                  <a:pt x="971550" y="2171700"/>
                </a:lnTo>
                <a:lnTo>
                  <a:pt x="971550" y="2181225"/>
                </a:lnTo>
                <a:lnTo>
                  <a:pt x="962025" y="2181225"/>
                </a:lnTo>
                <a:lnTo>
                  <a:pt x="962025" y="2171700"/>
                </a:lnTo>
                <a:lnTo>
                  <a:pt x="933450" y="2171700"/>
                </a:lnTo>
                <a:lnTo>
                  <a:pt x="933450" y="2162175"/>
                </a:lnTo>
                <a:lnTo>
                  <a:pt x="923925" y="2162175"/>
                </a:lnTo>
                <a:lnTo>
                  <a:pt x="923925" y="2171700"/>
                </a:lnTo>
                <a:lnTo>
                  <a:pt x="933450" y="2171700"/>
                </a:lnTo>
                <a:lnTo>
                  <a:pt x="933450" y="2200275"/>
                </a:lnTo>
                <a:lnTo>
                  <a:pt x="962025" y="2200275"/>
                </a:lnTo>
                <a:lnTo>
                  <a:pt x="962025" y="2190750"/>
                </a:lnTo>
                <a:lnTo>
                  <a:pt x="990600" y="2190750"/>
                </a:lnTo>
                <a:lnTo>
                  <a:pt x="990600" y="2209800"/>
                </a:lnTo>
                <a:lnTo>
                  <a:pt x="981075" y="2209800"/>
                </a:lnTo>
                <a:lnTo>
                  <a:pt x="981075" y="2219325"/>
                </a:lnTo>
                <a:lnTo>
                  <a:pt x="971550" y="2219325"/>
                </a:lnTo>
                <a:lnTo>
                  <a:pt x="971550" y="2228850"/>
                </a:lnTo>
                <a:lnTo>
                  <a:pt x="990600" y="2228850"/>
                </a:lnTo>
                <a:lnTo>
                  <a:pt x="990600" y="2238375"/>
                </a:lnTo>
                <a:lnTo>
                  <a:pt x="1000125" y="2238375"/>
                </a:lnTo>
                <a:lnTo>
                  <a:pt x="1000125" y="2257425"/>
                </a:lnTo>
                <a:lnTo>
                  <a:pt x="990600" y="2257425"/>
                </a:lnTo>
                <a:lnTo>
                  <a:pt x="990600" y="2247900"/>
                </a:lnTo>
                <a:lnTo>
                  <a:pt x="971550" y="2247900"/>
                </a:lnTo>
                <a:lnTo>
                  <a:pt x="971550" y="2257425"/>
                </a:lnTo>
                <a:lnTo>
                  <a:pt x="962025" y="2257425"/>
                </a:lnTo>
                <a:lnTo>
                  <a:pt x="962025" y="2266950"/>
                </a:lnTo>
                <a:lnTo>
                  <a:pt x="942975" y="2266950"/>
                </a:lnTo>
                <a:lnTo>
                  <a:pt x="942975" y="2276475"/>
                </a:lnTo>
                <a:lnTo>
                  <a:pt x="933450" y="2276475"/>
                </a:lnTo>
                <a:lnTo>
                  <a:pt x="933450" y="2295525"/>
                </a:lnTo>
                <a:lnTo>
                  <a:pt x="952500" y="2295525"/>
                </a:lnTo>
                <a:lnTo>
                  <a:pt x="952500" y="2286000"/>
                </a:lnTo>
                <a:lnTo>
                  <a:pt x="962025" y="2286000"/>
                </a:lnTo>
                <a:lnTo>
                  <a:pt x="962025" y="2276475"/>
                </a:lnTo>
                <a:lnTo>
                  <a:pt x="990600" y="2276475"/>
                </a:lnTo>
                <a:lnTo>
                  <a:pt x="990600" y="2266950"/>
                </a:lnTo>
                <a:lnTo>
                  <a:pt x="1000125" y="2266950"/>
                </a:lnTo>
                <a:lnTo>
                  <a:pt x="1000125" y="2276475"/>
                </a:lnTo>
                <a:lnTo>
                  <a:pt x="1009650" y="2276475"/>
                </a:lnTo>
                <a:lnTo>
                  <a:pt x="1009650" y="2295525"/>
                </a:lnTo>
                <a:lnTo>
                  <a:pt x="962025" y="2295525"/>
                </a:lnTo>
                <a:lnTo>
                  <a:pt x="962025" y="2314575"/>
                </a:lnTo>
                <a:lnTo>
                  <a:pt x="971550" y="2314575"/>
                </a:lnTo>
                <a:lnTo>
                  <a:pt x="971550" y="2333625"/>
                </a:lnTo>
                <a:lnTo>
                  <a:pt x="990600" y="2333625"/>
                </a:lnTo>
                <a:lnTo>
                  <a:pt x="990600" y="2343150"/>
                </a:lnTo>
                <a:lnTo>
                  <a:pt x="942975" y="2343150"/>
                </a:lnTo>
                <a:lnTo>
                  <a:pt x="942975" y="2333625"/>
                </a:lnTo>
                <a:lnTo>
                  <a:pt x="914400" y="2333625"/>
                </a:lnTo>
                <a:lnTo>
                  <a:pt x="914400" y="2343150"/>
                </a:lnTo>
                <a:lnTo>
                  <a:pt x="904875" y="2343150"/>
                </a:lnTo>
                <a:lnTo>
                  <a:pt x="904875" y="2352675"/>
                </a:lnTo>
                <a:lnTo>
                  <a:pt x="876300" y="2352675"/>
                </a:lnTo>
                <a:lnTo>
                  <a:pt x="876300" y="2333625"/>
                </a:lnTo>
                <a:lnTo>
                  <a:pt x="847725" y="2333625"/>
                </a:lnTo>
                <a:lnTo>
                  <a:pt x="847725" y="2343150"/>
                </a:lnTo>
                <a:lnTo>
                  <a:pt x="819150" y="2343150"/>
                </a:lnTo>
                <a:lnTo>
                  <a:pt x="819150" y="2352675"/>
                </a:lnTo>
                <a:lnTo>
                  <a:pt x="809625" y="2352675"/>
                </a:lnTo>
                <a:lnTo>
                  <a:pt x="809625" y="2362200"/>
                </a:lnTo>
                <a:lnTo>
                  <a:pt x="762000" y="2362200"/>
                </a:lnTo>
                <a:lnTo>
                  <a:pt x="762000" y="2352675"/>
                </a:lnTo>
                <a:lnTo>
                  <a:pt x="742950" y="2352675"/>
                </a:lnTo>
                <a:lnTo>
                  <a:pt x="742950" y="2343150"/>
                </a:lnTo>
                <a:lnTo>
                  <a:pt x="752475" y="2343150"/>
                </a:lnTo>
                <a:lnTo>
                  <a:pt x="752475" y="2333625"/>
                </a:lnTo>
                <a:lnTo>
                  <a:pt x="762000" y="2333625"/>
                </a:lnTo>
                <a:lnTo>
                  <a:pt x="762000" y="2314575"/>
                </a:lnTo>
                <a:lnTo>
                  <a:pt x="800100" y="2314575"/>
                </a:lnTo>
                <a:lnTo>
                  <a:pt x="800100" y="2324100"/>
                </a:lnTo>
                <a:lnTo>
                  <a:pt x="819150" y="2324100"/>
                </a:lnTo>
                <a:lnTo>
                  <a:pt x="819150" y="2314575"/>
                </a:lnTo>
                <a:lnTo>
                  <a:pt x="828675" y="2314575"/>
                </a:lnTo>
                <a:lnTo>
                  <a:pt x="828675" y="2333625"/>
                </a:lnTo>
                <a:lnTo>
                  <a:pt x="838200" y="2333625"/>
                </a:lnTo>
                <a:lnTo>
                  <a:pt x="838200" y="2314575"/>
                </a:lnTo>
                <a:lnTo>
                  <a:pt x="847725" y="2314575"/>
                </a:lnTo>
                <a:lnTo>
                  <a:pt x="847725" y="2286000"/>
                </a:lnTo>
                <a:lnTo>
                  <a:pt x="857250" y="2286000"/>
                </a:lnTo>
                <a:lnTo>
                  <a:pt x="857250" y="2305050"/>
                </a:lnTo>
                <a:lnTo>
                  <a:pt x="866775" y="2305050"/>
                </a:lnTo>
                <a:lnTo>
                  <a:pt x="866775" y="2276475"/>
                </a:lnTo>
                <a:lnTo>
                  <a:pt x="885825" y="2276475"/>
                </a:lnTo>
                <a:lnTo>
                  <a:pt x="885825" y="2266950"/>
                </a:lnTo>
                <a:lnTo>
                  <a:pt x="876300" y="2266950"/>
                </a:lnTo>
                <a:lnTo>
                  <a:pt x="876300" y="2257425"/>
                </a:lnTo>
                <a:lnTo>
                  <a:pt x="866775" y="2257425"/>
                </a:lnTo>
                <a:lnTo>
                  <a:pt x="866775" y="2247900"/>
                </a:lnTo>
                <a:lnTo>
                  <a:pt x="838200" y="2247900"/>
                </a:lnTo>
                <a:lnTo>
                  <a:pt x="838200" y="2238375"/>
                </a:lnTo>
                <a:lnTo>
                  <a:pt x="819150" y="2238375"/>
                </a:lnTo>
                <a:lnTo>
                  <a:pt x="819150" y="2247900"/>
                </a:lnTo>
                <a:lnTo>
                  <a:pt x="781050" y="2247900"/>
                </a:lnTo>
                <a:lnTo>
                  <a:pt x="781050" y="2238375"/>
                </a:lnTo>
                <a:lnTo>
                  <a:pt x="771525" y="2238375"/>
                </a:lnTo>
                <a:lnTo>
                  <a:pt x="771525" y="2247900"/>
                </a:lnTo>
                <a:lnTo>
                  <a:pt x="762000" y="2247900"/>
                </a:lnTo>
                <a:lnTo>
                  <a:pt x="762000" y="2228850"/>
                </a:lnTo>
                <a:lnTo>
                  <a:pt x="752475" y="2228850"/>
                </a:lnTo>
                <a:lnTo>
                  <a:pt x="752475" y="2219325"/>
                </a:lnTo>
                <a:lnTo>
                  <a:pt x="762000" y="2219325"/>
                </a:lnTo>
                <a:lnTo>
                  <a:pt x="762000" y="2209800"/>
                </a:lnTo>
                <a:lnTo>
                  <a:pt x="771525" y="2209800"/>
                </a:lnTo>
                <a:lnTo>
                  <a:pt x="771525" y="2200275"/>
                </a:lnTo>
                <a:lnTo>
                  <a:pt x="790575" y="2200275"/>
                </a:lnTo>
                <a:lnTo>
                  <a:pt x="790575" y="2209800"/>
                </a:lnTo>
                <a:lnTo>
                  <a:pt x="771525" y="2209800"/>
                </a:lnTo>
                <a:lnTo>
                  <a:pt x="771525" y="2228850"/>
                </a:lnTo>
                <a:lnTo>
                  <a:pt x="790575" y="2228850"/>
                </a:lnTo>
                <a:lnTo>
                  <a:pt x="790575" y="2209800"/>
                </a:lnTo>
                <a:lnTo>
                  <a:pt x="819150" y="2209800"/>
                </a:lnTo>
                <a:lnTo>
                  <a:pt x="819150" y="2200275"/>
                </a:lnTo>
                <a:lnTo>
                  <a:pt x="809625" y="2200275"/>
                </a:lnTo>
                <a:lnTo>
                  <a:pt x="809625" y="2190750"/>
                </a:lnTo>
                <a:lnTo>
                  <a:pt x="847725" y="2190750"/>
                </a:lnTo>
                <a:lnTo>
                  <a:pt x="847725" y="2171700"/>
                </a:lnTo>
                <a:lnTo>
                  <a:pt x="828675" y="2171700"/>
                </a:lnTo>
                <a:lnTo>
                  <a:pt x="828675" y="2162175"/>
                </a:lnTo>
                <a:lnTo>
                  <a:pt x="809625" y="2162175"/>
                </a:lnTo>
                <a:lnTo>
                  <a:pt x="809625" y="2181225"/>
                </a:lnTo>
                <a:lnTo>
                  <a:pt x="800100" y="2181225"/>
                </a:lnTo>
                <a:lnTo>
                  <a:pt x="800100" y="2171700"/>
                </a:lnTo>
                <a:lnTo>
                  <a:pt x="790575" y="2171700"/>
                </a:lnTo>
                <a:lnTo>
                  <a:pt x="790575" y="2162175"/>
                </a:lnTo>
                <a:lnTo>
                  <a:pt x="781050" y="2162175"/>
                </a:lnTo>
                <a:lnTo>
                  <a:pt x="781050" y="2171700"/>
                </a:lnTo>
                <a:lnTo>
                  <a:pt x="762000" y="2171700"/>
                </a:lnTo>
                <a:lnTo>
                  <a:pt x="762000" y="2181225"/>
                </a:lnTo>
                <a:lnTo>
                  <a:pt x="752475" y="2181225"/>
                </a:lnTo>
                <a:lnTo>
                  <a:pt x="752475" y="2190750"/>
                </a:lnTo>
                <a:lnTo>
                  <a:pt x="742950" y="2190750"/>
                </a:lnTo>
                <a:lnTo>
                  <a:pt x="742950" y="2181225"/>
                </a:lnTo>
                <a:lnTo>
                  <a:pt x="733425" y="2181225"/>
                </a:lnTo>
                <a:lnTo>
                  <a:pt x="733425" y="2247900"/>
                </a:lnTo>
                <a:lnTo>
                  <a:pt x="714375" y="2247900"/>
                </a:lnTo>
                <a:lnTo>
                  <a:pt x="714375" y="2228850"/>
                </a:lnTo>
                <a:lnTo>
                  <a:pt x="704850" y="2228850"/>
                </a:lnTo>
                <a:lnTo>
                  <a:pt x="704850" y="2219325"/>
                </a:lnTo>
                <a:lnTo>
                  <a:pt x="714375" y="2219325"/>
                </a:lnTo>
                <a:lnTo>
                  <a:pt x="714375" y="2209800"/>
                </a:lnTo>
                <a:lnTo>
                  <a:pt x="695325" y="2209800"/>
                </a:lnTo>
                <a:lnTo>
                  <a:pt x="695325" y="2228850"/>
                </a:lnTo>
                <a:lnTo>
                  <a:pt x="676275" y="2228850"/>
                </a:lnTo>
                <a:lnTo>
                  <a:pt x="676275" y="2238375"/>
                </a:lnTo>
                <a:lnTo>
                  <a:pt x="647700" y="2238375"/>
                </a:lnTo>
                <a:lnTo>
                  <a:pt x="647700" y="2228850"/>
                </a:lnTo>
                <a:lnTo>
                  <a:pt x="638175" y="2228850"/>
                </a:lnTo>
                <a:lnTo>
                  <a:pt x="638175" y="2247900"/>
                </a:lnTo>
                <a:lnTo>
                  <a:pt x="628650" y="2247900"/>
                </a:lnTo>
                <a:lnTo>
                  <a:pt x="628650" y="2257425"/>
                </a:lnTo>
                <a:lnTo>
                  <a:pt x="619125" y="2257425"/>
                </a:lnTo>
                <a:lnTo>
                  <a:pt x="619125" y="2266950"/>
                </a:lnTo>
                <a:lnTo>
                  <a:pt x="600075" y="2266950"/>
                </a:lnTo>
                <a:lnTo>
                  <a:pt x="600075" y="2257425"/>
                </a:lnTo>
                <a:lnTo>
                  <a:pt x="571500" y="2257425"/>
                </a:lnTo>
                <a:lnTo>
                  <a:pt x="571500" y="2247900"/>
                </a:lnTo>
                <a:lnTo>
                  <a:pt x="485775" y="2247900"/>
                </a:lnTo>
                <a:lnTo>
                  <a:pt x="485775" y="2238375"/>
                </a:lnTo>
                <a:lnTo>
                  <a:pt x="476250" y="2238375"/>
                </a:lnTo>
                <a:lnTo>
                  <a:pt x="476250" y="2228850"/>
                </a:lnTo>
                <a:lnTo>
                  <a:pt x="504825" y="2228850"/>
                </a:lnTo>
                <a:lnTo>
                  <a:pt x="504825" y="2219325"/>
                </a:lnTo>
                <a:lnTo>
                  <a:pt x="457200" y="2219325"/>
                </a:lnTo>
                <a:lnTo>
                  <a:pt x="457200" y="2238375"/>
                </a:lnTo>
                <a:lnTo>
                  <a:pt x="447675" y="2238375"/>
                </a:lnTo>
                <a:lnTo>
                  <a:pt x="447675" y="2247900"/>
                </a:lnTo>
                <a:lnTo>
                  <a:pt x="457200" y="2247900"/>
                </a:lnTo>
                <a:lnTo>
                  <a:pt x="457200" y="2257425"/>
                </a:lnTo>
                <a:lnTo>
                  <a:pt x="447675" y="2257425"/>
                </a:lnTo>
                <a:lnTo>
                  <a:pt x="447675" y="2266950"/>
                </a:lnTo>
                <a:lnTo>
                  <a:pt x="457200" y="2266950"/>
                </a:lnTo>
                <a:lnTo>
                  <a:pt x="457200" y="2276475"/>
                </a:lnTo>
                <a:lnTo>
                  <a:pt x="438150" y="2276475"/>
                </a:lnTo>
                <a:lnTo>
                  <a:pt x="438150" y="2266950"/>
                </a:lnTo>
                <a:lnTo>
                  <a:pt x="428625" y="2266950"/>
                </a:lnTo>
                <a:lnTo>
                  <a:pt x="428625" y="2257425"/>
                </a:lnTo>
                <a:lnTo>
                  <a:pt x="419100" y="2257425"/>
                </a:lnTo>
                <a:lnTo>
                  <a:pt x="419100" y="2247900"/>
                </a:lnTo>
                <a:lnTo>
                  <a:pt x="390525" y="2247900"/>
                </a:lnTo>
                <a:lnTo>
                  <a:pt x="390525" y="2266950"/>
                </a:lnTo>
                <a:lnTo>
                  <a:pt x="381000" y="2266950"/>
                </a:lnTo>
                <a:lnTo>
                  <a:pt x="381000" y="2276475"/>
                </a:lnTo>
                <a:lnTo>
                  <a:pt x="371475" y="2276475"/>
                </a:lnTo>
                <a:lnTo>
                  <a:pt x="371475" y="2266950"/>
                </a:lnTo>
                <a:lnTo>
                  <a:pt x="361950" y="2266950"/>
                </a:lnTo>
                <a:lnTo>
                  <a:pt x="361950" y="2247900"/>
                </a:lnTo>
                <a:lnTo>
                  <a:pt x="371475" y="2247900"/>
                </a:lnTo>
                <a:lnTo>
                  <a:pt x="371475" y="2219325"/>
                </a:lnTo>
                <a:lnTo>
                  <a:pt x="361950" y="2219325"/>
                </a:lnTo>
                <a:lnTo>
                  <a:pt x="361950" y="2228850"/>
                </a:lnTo>
                <a:lnTo>
                  <a:pt x="352425" y="2228850"/>
                </a:lnTo>
                <a:lnTo>
                  <a:pt x="352425" y="2257425"/>
                </a:lnTo>
                <a:lnTo>
                  <a:pt x="333375" y="2257425"/>
                </a:lnTo>
                <a:lnTo>
                  <a:pt x="333375" y="2247900"/>
                </a:lnTo>
                <a:lnTo>
                  <a:pt x="323850" y="2247900"/>
                </a:lnTo>
                <a:lnTo>
                  <a:pt x="323850" y="2257425"/>
                </a:lnTo>
                <a:lnTo>
                  <a:pt x="314325" y="2257425"/>
                </a:lnTo>
                <a:lnTo>
                  <a:pt x="314325" y="2276475"/>
                </a:lnTo>
                <a:lnTo>
                  <a:pt x="304800" y="2276475"/>
                </a:lnTo>
                <a:lnTo>
                  <a:pt x="304800" y="2247900"/>
                </a:lnTo>
                <a:lnTo>
                  <a:pt x="314325" y="2247900"/>
                </a:lnTo>
                <a:lnTo>
                  <a:pt x="314325" y="2238375"/>
                </a:lnTo>
                <a:lnTo>
                  <a:pt x="323850" y="2238375"/>
                </a:lnTo>
                <a:lnTo>
                  <a:pt x="323850" y="2200275"/>
                </a:lnTo>
                <a:lnTo>
                  <a:pt x="314325" y="2200275"/>
                </a:lnTo>
                <a:lnTo>
                  <a:pt x="314325" y="2190750"/>
                </a:lnTo>
                <a:lnTo>
                  <a:pt x="285750" y="2190750"/>
                </a:lnTo>
                <a:lnTo>
                  <a:pt x="285750" y="2181225"/>
                </a:lnTo>
                <a:lnTo>
                  <a:pt x="295275" y="2181225"/>
                </a:lnTo>
                <a:lnTo>
                  <a:pt x="295275" y="2171700"/>
                </a:lnTo>
                <a:lnTo>
                  <a:pt x="304800" y="2171700"/>
                </a:lnTo>
                <a:lnTo>
                  <a:pt x="304800" y="2181225"/>
                </a:lnTo>
                <a:lnTo>
                  <a:pt x="323850" y="2181225"/>
                </a:lnTo>
                <a:lnTo>
                  <a:pt x="323850" y="2190750"/>
                </a:lnTo>
                <a:lnTo>
                  <a:pt x="342900" y="2190750"/>
                </a:lnTo>
                <a:lnTo>
                  <a:pt x="342900" y="2200275"/>
                </a:lnTo>
                <a:lnTo>
                  <a:pt x="371475" y="2200275"/>
                </a:lnTo>
                <a:lnTo>
                  <a:pt x="371475" y="2190750"/>
                </a:lnTo>
                <a:lnTo>
                  <a:pt x="381000" y="2190750"/>
                </a:lnTo>
                <a:lnTo>
                  <a:pt x="381000" y="2181225"/>
                </a:lnTo>
                <a:lnTo>
                  <a:pt x="390525" y="2181225"/>
                </a:lnTo>
                <a:lnTo>
                  <a:pt x="390525" y="2171700"/>
                </a:lnTo>
                <a:lnTo>
                  <a:pt x="409575" y="2171700"/>
                </a:lnTo>
                <a:lnTo>
                  <a:pt x="409575" y="2181225"/>
                </a:lnTo>
                <a:lnTo>
                  <a:pt x="390525" y="2181225"/>
                </a:lnTo>
                <a:lnTo>
                  <a:pt x="390525" y="2190750"/>
                </a:lnTo>
                <a:lnTo>
                  <a:pt x="409575" y="2190750"/>
                </a:lnTo>
                <a:lnTo>
                  <a:pt x="409575" y="2181225"/>
                </a:lnTo>
                <a:lnTo>
                  <a:pt x="457200" y="2181225"/>
                </a:lnTo>
                <a:lnTo>
                  <a:pt x="457200" y="2171700"/>
                </a:lnTo>
                <a:lnTo>
                  <a:pt x="476250" y="2171700"/>
                </a:lnTo>
                <a:lnTo>
                  <a:pt x="476250" y="2190750"/>
                </a:lnTo>
                <a:lnTo>
                  <a:pt x="495300" y="2190750"/>
                </a:lnTo>
                <a:lnTo>
                  <a:pt x="495300" y="2171700"/>
                </a:lnTo>
                <a:lnTo>
                  <a:pt x="542925" y="2171700"/>
                </a:lnTo>
                <a:lnTo>
                  <a:pt x="542925" y="2181225"/>
                </a:lnTo>
                <a:lnTo>
                  <a:pt x="571500" y="2181225"/>
                </a:lnTo>
                <a:lnTo>
                  <a:pt x="571500" y="2171700"/>
                </a:lnTo>
                <a:lnTo>
                  <a:pt x="600075" y="2171700"/>
                </a:lnTo>
                <a:lnTo>
                  <a:pt x="600075" y="2162175"/>
                </a:lnTo>
                <a:lnTo>
                  <a:pt x="628650" y="2162175"/>
                </a:lnTo>
                <a:lnTo>
                  <a:pt x="628650" y="2152650"/>
                </a:lnTo>
                <a:lnTo>
                  <a:pt x="638175" y="2152650"/>
                </a:lnTo>
                <a:lnTo>
                  <a:pt x="638175" y="2171700"/>
                </a:lnTo>
                <a:lnTo>
                  <a:pt x="628650" y="2171700"/>
                </a:lnTo>
                <a:lnTo>
                  <a:pt x="628650" y="2181225"/>
                </a:lnTo>
                <a:lnTo>
                  <a:pt x="638175" y="2181225"/>
                </a:lnTo>
                <a:lnTo>
                  <a:pt x="638175" y="2190750"/>
                </a:lnTo>
                <a:lnTo>
                  <a:pt x="647700" y="2190750"/>
                </a:lnTo>
                <a:lnTo>
                  <a:pt x="647700" y="2200275"/>
                </a:lnTo>
                <a:lnTo>
                  <a:pt x="666750" y="2200275"/>
                </a:lnTo>
                <a:lnTo>
                  <a:pt x="666750" y="2190750"/>
                </a:lnTo>
                <a:lnTo>
                  <a:pt x="676275" y="2190750"/>
                </a:lnTo>
                <a:lnTo>
                  <a:pt x="676275" y="2181225"/>
                </a:lnTo>
                <a:lnTo>
                  <a:pt x="695325" y="2181225"/>
                </a:lnTo>
                <a:lnTo>
                  <a:pt x="695325" y="2171700"/>
                </a:lnTo>
                <a:lnTo>
                  <a:pt x="685800" y="2171700"/>
                </a:lnTo>
                <a:lnTo>
                  <a:pt x="685800" y="2162175"/>
                </a:lnTo>
                <a:lnTo>
                  <a:pt x="676275" y="2162175"/>
                </a:lnTo>
                <a:lnTo>
                  <a:pt x="676275" y="2152650"/>
                </a:lnTo>
                <a:lnTo>
                  <a:pt x="695325" y="2152650"/>
                </a:lnTo>
                <a:lnTo>
                  <a:pt x="695325" y="2162175"/>
                </a:lnTo>
                <a:lnTo>
                  <a:pt x="723900" y="2162175"/>
                </a:lnTo>
                <a:lnTo>
                  <a:pt x="723900" y="2152650"/>
                </a:lnTo>
                <a:lnTo>
                  <a:pt x="742950" y="2152650"/>
                </a:lnTo>
                <a:lnTo>
                  <a:pt x="742950" y="2162175"/>
                </a:lnTo>
                <a:lnTo>
                  <a:pt x="752475" y="2162175"/>
                </a:lnTo>
                <a:lnTo>
                  <a:pt x="752475" y="2152650"/>
                </a:lnTo>
                <a:lnTo>
                  <a:pt x="781050" y="2152650"/>
                </a:lnTo>
                <a:close/>
                <a:moveTo>
                  <a:pt x="1019175" y="2152650"/>
                </a:moveTo>
                <a:lnTo>
                  <a:pt x="1028700" y="2152650"/>
                </a:lnTo>
                <a:lnTo>
                  <a:pt x="1028700" y="2171700"/>
                </a:lnTo>
                <a:lnTo>
                  <a:pt x="1019175" y="2171700"/>
                </a:lnTo>
                <a:close/>
                <a:moveTo>
                  <a:pt x="1295400" y="2152650"/>
                </a:moveTo>
                <a:lnTo>
                  <a:pt x="1304925" y="2152650"/>
                </a:lnTo>
                <a:lnTo>
                  <a:pt x="1304925" y="2133600"/>
                </a:lnTo>
                <a:lnTo>
                  <a:pt x="1295400" y="2133600"/>
                </a:lnTo>
                <a:close/>
                <a:moveTo>
                  <a:pt x="1343025" y="2162175"/>
                </a:moveTo>
                <a:lnTo>
                  <a:pt x="1333500" y="2162175"/>
                </a:lnTo>
                <a:lnTo>
                  <a:pt x="1333500" y="2190750"/>
                </a:lnTo>
                <a:lnTo>
                  <a:pt x="1343025" y="2190750"/>
                </a:lnTo>
                <a:close/>
                <a:moveTo>
                  <a:pt x="1343025" y="2162175"/>
                </a:moveTo>
                <a:lnTo>
                  <a:pt x="1352550" y="2162175"/>
                </a:lnTo>
                <a:lnTo>
                  <a:pt x="1352550" y="2152650"/>
                </a:lnTo>
                <a:lnTo>
                  <a:pt x="1343025" y="2152650"/>
                </a:lnTo>
                <a:close/>
                <a:moveTo>
                  <a:pt x="1724025" y="2162175"/>
                </a:moveTo>
                <a:lnTo>
                  <a:pt x="1733550" y="2162175"/>
                </a:lnTo>
                <a:lnTo>
                  <a:pt x="1733550" y="2171700"/>
                </a:lnTo>
                <a:lnTo>
                  <a:pt x="1724025" y="2171700"/>
                </a:lnTo>
                <a:close/>
                <a:moveTo>
                  <a:pt x="1733550" y="2171700"/>
                </a:moveTo>
                <a:lnTo>
                  <a:pt x="1743075" y="2171700"/>
                </a:lnTo>
                <a:lnTo>
                  <a:pt x="1743075" y="2181225"/>
                </a:lnTo>
                <a:lnTo>
                  <a:pt x="1733550" y="2181225"/>
                </a:lnTo>
                <a:close/>
                <a:moveTo>
                  <a:pt x="1123950" y="2181225"/>
                </a:moveTo>
                <a:lnTo>
                  <a:pt x="1133475" y="2181225"/>
                </a:lnTo>
                <a:lnTo>
                  <a:pt x="1133475" y="2171700"/>
                </a:lnTo>
                <a:lnTo>
                  <a:pt x="1114425" y="2171700"/>
                </a:lnTo>
                <a:lnTo>
                  <a:pt x="1114425" y="2181225"/>
                </a:lnTo>
                <a:lnTo>
                  <a:pt x="1104900" y="2181225"/>
                </a:lnTo>
                <a:lnTo>
                  <a:pt x="1104900" y="2190750"/>
                </a:lnTo>
                <a:lnTo>
                  <a:pt x="1114425" y="2190750"/>
                </a:lnTo>
                <a:lnTo>
                  <a:pt x="1114425" y="2200275"/>
                </a:lnTo>
                <a:lnTo>
                  <a:pt x="1095375" y="2200275"/>
                </a:lnTo>
                <a:lnTo>
                  <a:pt x="1095375" y="2209800"/>
                </a:lnTo>
                <a:lnTo>
                  <a:pt x="1114425" y="2209800"/>
                </a:lnTo>
                <a:lnTo>
                  <a:pt x="1114425" y="2200275"/>
                </a:lnTo>
                <a:lnTo>
                  <a:pt x="1123950" y="2200275"/>
                </a:lnTo>
                <a:close/>
                <a:moveTo>
                  <a:pt x="1419225" y="2181225"/>
                </a:moveTo>
                <a:lnTo>
                  <a:pt x="1438275" y="2181225"/>
                </a:lnTo>
                <a:lnTo>
                  <a:pt x="1438275" y="2171700"/>
                </a:lnTo>
                <a:lnTo>
                  <a:pt x="1419225" y="2171700"/>
                </a:lnTo>
                <a:close/>
                <a:moveTo>
                  <a:pt x="1743075" y="2181225"/>
                </a:moveTo>
                <a:lnTo>
                  <a:pt x="1752600" y="2181225"/>
                </a:lnTo>
                <a:lnTo>
                  <a:pt x="1752600" y="2190750"/>
                </a:lnTo>
                <a:lnTo>
                  <a:pt x="1743075" y="2190750"/>
                </a:lnTo>
                <a:close/>
                <a:moveTo>
                  <a:pt x="276225" y="2190750"/>
                </a:moveTo>
                <a:lnTo>
                  <a:pt x="285750" y="2190750"/>
                </a:lnTo>
                <a:lnTo>
                  <a:pt x="285750" y="2200275"/>
                </a:lnTo>
                <a:lnTo>
                  <a:pt x="276225" y="2200275"/>
                </a:lnTo>
                <a:close/>
                <a:moveTo>
                  <a:pt x="1276350" y="2190750"/>
                </a:moveTo>
                <a:lnTo>
                  <a:pt x="1295400" y="2190750"/>
                </a:lnTo>
                <a:lnTo>
                  <a:pt x="1295400" y="2171700"/>
                </a:lnTo>
                <a:lnTo>
                  <a:pt x="1276350" y="2171700"/>
                </a:lnTo>
                <a:close/>
                <a:moveTo>
                  <a:pt x="1371600" y="2190750"/>
                </a:moveTo>
                <a:lnTo>
                  <a:pt x="1381125" y="2190750"/>
                </a:lnTo>
                <a:lnTo>
                  <a:pt x="1381125" y="2200275"/>
                </a:lnTo>
                <a:lnTo>
                  <a:pt x="1390650" y="2200275"/>
                </a:lnTo>
                <a:lnTo>
                  <a:pt x="1390650" y="2209800"/>
                </a:lnTo>
                <a:lnTo>
                  <a:pt x="1381125" y="2209800"/>
                </a:lnTo>
                <a:lnTo>
                  <a:pt x="1381125" y="2219325"/>
                </a:lnTo>
                <a:lnTo>
                  <a:pt x="1400175" y="2219325"/>
                </a:lnTo>
                <a:lnTo>
                  <a:pt x="1400175" y="2209800"/>
                </a:lnTo>
                <a:lnTo>
                  <a:pt x="1409700" y="2209800"/>
                </a:lnTo>
                <a:lnTo>
                  <a:pt x="1409700" y="2200275"/>
                </a:lnTo>
                <a:lnTo>
                  <a:pt x="1400175" y="2200275"/>
                </a:lnTo>
                <a:lnTo>
                  <a:pt x="1400175" y="2190750"/>
                </a:lnTo>
                <a:lnTo>
                  <a:pt x="1390650" y="2190750"/>
                </a:lnTo>
                <a:lnTo>
                  <a:pt x="1390650" y="2171700"/>
                </a:lnTo>
                <a:lnTo>
                  <a:pt x="1371600" y="2171700"/>
                </a:lnTo>
                <a:lnTo>
                  <a:pt x="1371600" y="2181225"/>
                </a:lnTo>
                <a:lnTo>
                  <a:pt x="1362075" y="2181225"/>
                </a:lnTo>
                <a:lnTo>
                  <a:pt x="1362075" y="2200275"/>
                </a:lnTo>
                <a:lnTo>
                  <a:pt x="1371600" y="2200275"/>
                </a:lnTo>
                <a:close/>
                <a:moveTo>
                  <a:pt x="390525" y="2209800"/>
                </a:moveTo>
                <a:lnTo>
                  <a:pt x="400050" y="2209800"/>
                </a:lnTo>
                <a:lnTo>
                  <a:pt x="400050" y="2200275"/>
                </a:lnTo>
                <a:lnTo>
                  <a:pt x="390525" y="2200275"/>
                </a:lnTo>
                <a:close/>
                <a:moveTo>
                  <a:pt x="600075" y="2209800"/>
                </a:moveTo>
                <a:lnTo>
                  <a:pt x="619125" y="2209800"/>
                </a:lnTo>
                <a:lnTo>
                  <a:pt x="619125" y="2190750"/>
                </a:lnTo>
                <a:lnTo>
                  <a:pt x="600075" y="2190750"/>
                </a:lnTo>
                <a:close/>
                <a:moveTo>
                  <a:pt x="666750" y="2209800"/>
                </a:moveTo>
                <a:lnTo>
                  <a:pt x="676275" y="2209800"/>
                </a:lnTo>
                <a:lnTo>
                  <a:pt x="676275" y="2200275"/>
                </a:lnTo>
                <a:lnTo>
                  <a:pt x="666750" y="2200275"/>
                </a:lnTo>
                <a:close/>
                <a:moveTo>
                  <a:pt x="1333500" y="2209800"/>
                </a:moveTo>
                <a:lnTo>
                  <a:pt x="1343025" y="2209800"/>
                </a:lnTo>
                <a:lnTo>
                  <a:pt x="1343025" y="2200275"/>
                </a:lnTo>
                <a:lnTo>
                  <a:pt x="1333500" y="2200275"/>
                </a:lnTo>
                <a:close/>
                <a:moveTo>
                  <a:pt x="1447800" y="2209800"/>
                </a:moveTo>
                <a:lnTo>
                  <a:pt x="1457325" y="2209800"/>
                </a:lnTo>
                <a:lnTo>
                  <a:pt x="1457325" y="2219325"/>
                </a:lnTo>
                <a:lnTo>
                  <a:pt x="1466850" y="2219325"/>
                </a:lnTo>
                <a:lnTo>
                  <a:pt x="1466850" y="2228850"/>
                </a:lnTo>
                <a:lnTo>
                  <a:pt x="1485900" y="2228850"/>
                </a:lnTo>
                <a:lnTo>
                  <a:pt x="1485900" y="2219325"/>
                </a:lnTo>
                <a:lnTo>
                  <a:pt x="1524000" y="2219325"/>
                </a:lnTo>
                <a:lnTo>
                  <a:pt x="1524000" y="2209800"/>
                </a:lnTo>
                <a:lnTo>
                  <a:pt x="1514475" y="2209800"/>
                </a:lnTo>
                <a:lnTo>
                  <a:pt x="1514475" y="2200275"/>
                </a:lnTo>
                <a:lnTo>
                  <a:pt x="1495425" y="2200275"/>
                </a:lnTo>
                <a:lnTo>
                  <a:pt x="1495425" y="2209800"/>
                </a:lnTo>
                <a:lnTo>
                  <a:pt x="1485900" y="2209800"/>
                </a:lnTo>
                <a:lnTo>
                  <a:pt x="1485900" y="2200275"/>
                </a:lnTo>
                <a:lnTo>
                  <a:pt x="1466850" y="2200275"/>
                </a:lnTo>
                <a:lnTo>
                  <a:pt x="1466850" y="2190750"/>
                </a:lnTo>
                <a:lnTo>
                  <a:pt x="1447800" y="2190750"/>
                </a:lnTo>
                <a:close/>
                <a:moveTo>
                  <a:pt x="571500" y="2219325"/>
                </a:moveTo>
                <a:lnTo>
                  <a:pt x="581025" y="2219325"/>
                </a:lnTo>
                <a:lnTo>
                  <a:pt x="581025" y="2228850"/>
                </a:lnTo>
                <a:lnTo>
                  <a:pt x="590550" y="2228850"/>
                </a:lnTo>
                <a:lnTo>
                  <a:pt x="590550" y="2200275"/>
                </a:lnTo>
                <a:lnTo>
                  <a:pt x="571500" y="2200275"/>
                </a:lnTo>
                <a:close/>
                <a:moveTo>
                  <a:pt x="1200150" y="2219325"/>
                </a:moveTo>
                <a:lnTo>
                  <a:pt x="1209675" y="2219325"/>
                </a:lnTo>
                <a:lnTo>
                  <a:pt x="1209675" y="2209800"/>
                </a:lnTo>
                <a:lnTo>
                  <a:pt x="1200150" y="2209800"/>
                </a:lnTo>
                <a:close/>
                <a:moveTo>
                  <a:pt x="1323975" y="2228850"/>
                </a:moveTo>
                <a:lnTo>
                  <a:pt x="1333500" y="2228850"/>
                </a:lnTo>
                <a:lnTo>
                  <a:pt x="1333500" y="2238375"/>
                </a:lnTo>
                <a:lnTo>
                  <a:pt x="1343025" y="2238375"/>
                </a:lnTo>
                <a:lnTo>
                  <a:pt x="1343025" y="2247900"/>
                </a:lnTo>
                <a:lnTo>
                  <a:pt x="1352550" y="2247900"/>
                </a:lnTo>
                <a:lnTo>
                  <a:pt x="1352550" y="2238375"/>
                </a:lnTo>
                <a:lnTo>
                  <a:pt x="1362075" y="2238375"/>
                </a:lnTo>
                <a:lnTo>
                  <a:pt x="1362075" y="2228850"/>
                </a:lnTo>
                <a:lnTo>
                  <a:pt x="1352550" y="2228850"/>
                </a:lnTo>
                <a:lnTo>
                  <a:pt x="1352550" y="2209800"/>
                </a:lnTo>
                <a:lnTo>
                  <a:pt x="1343025" y="2209800"/>
                </a:lnTo>
                <a:lnTo>
                  <a:pt x="1343025" y="2219325"/>
                </a:lnTo>
                <a:lnTo>
                  <a:pt x="1323975" y="2219325"/>
                </a:lnTo>
                <a:close/>
                <a:moveTo>
                  <a:pt x="1724025" y="2228850"/>
                </a:moveTo>
                <a:lnTo>
                  <a:pt x="1743075" y="2228850"/>
                </a:lnTo>
                <a:lnTo>
                  <a:pt x="1743075" y="2238375"/>
                </a:lnTo>
                <a:lnTo>
                  <a:pt x="1733550" y="2238375"/>
                </a:lnTo>
                <a:lnTo>
                  <a:pt x="1733550" y="2257425"/>
                </a:lnTo>
                <a:lnTo>
                  <a:pt x="1724025" y="2257425"/>
                </a:lnTo>
                <a:lnTo>
                  <a:pt x="1724025" y="2266950"/>
                </a:lnTo>
                <a:lnTo>
                  <a:pt x="1743075" y="2266950"/>
                </a:lnTo>
                <a:lnTo>
                  <a:pt x="1743075" y="2276475"/>
                </a:lnTo>
                <a:lnTo>
                  <a:pt x="1733550" y="2276475"/>
                </a:lnTo>
                <a:lnTo>
                  <a:pt x="1733550" y="2286000"/>
                </a:lnTo>
                <a:lnTo>
                  <a:pt x="1704975" y="2286000"/>
                </a:lnTo>
                <a:lnTo>
                  <a:pt x="1704975" y="2276475"/>
                </a:lnTo>
                <a:lnTo>
                  <a:pt x="1666875" y="2276475"/>
                </a:lnTo>
                <a:lnTo>
                  <a:pt x="1666875" y="2286000"/>
                </a:lnTo>
                <a:lnTo>
                  <a:pt x="1647825" y="2286000"/>
                </a:lnTo>
                <a:lnTo>
                  <a:pt x="1647825" y="2276475"/>
                </a:lnTo>
                <a:lnTo>
                  <a:pt x="1657350" y="2276475"/>
                </a:lnTo>
                <a:lnTo>
                  <a:pt x="1657350" y="2266950"/>
                </a:lnTo>
                <a:lnTo>
                  <a:pt x="1638300" y="2266950"/>
                </a:lnTo>
                <a:lnTo>
                  <a:pt x="1638300" y="2247900"/>
                </a:lnTo>
                <a:lnTo>
                  <a:pt x="1666875" y="2247900"/>
                </a:lnTo>
                <a:lnTo>
                  <a:pt x="1666875" y="2266950"/>
                </a:lnTo>
                <a:lnTo>
                  <a:pt x="1676400" y="2266950"/>
                </a:lnTo>
                <a:lnTo>
                  <a:pt x="1676400" y="2247900"/>
                </a:lnTo>
                <a:lnTo>
                  <a:pt x="1704975" y="2247900"/>
                </a:lnTo>
                <a:lnTo>
                  <a:pt x="1704975" y="2238375"/>
                </a:lnTo>
                <a:lnTo>
                  <a:pt x="1724025" y="2238375"/>
                </a:lnTo>
                <a:close/>
                <a:moveTo>
                  <a:pt x="942975" y="2238375"/>
                </a:moveTo>
                <a:lnTo>
                  <a:pt x="952500" y="2238375"/>
                </a:lnTo>
                <a:lnTo>
                  <a:pt x="952500" y="2228850"/>
                </a:lnTo>
                <a:lnTo>
                  <a:pt x="942975" y="2228850"/>
                </a:lnTo>
                <a:close/>
                <a:moveTo>
                  <a:pt x="1133475" y="2238375"/>
                </a:moveTo>
                <a:lnTo>
                  <a:pt x="1143000" y="2238375"/>
                </a:lnTo>
                <a:lnTo>
                  <a:pt x="1143000" y="2247900"/>
                </a:lnTo>
                <a:lnTo>
                  <a:pt x="1133475" y="2247900"/>
                </a:lnTo>
                <a:close/>
                <a:moveTo>
                  <a:pt x="1524000" y="2238375"/>
                </a:moveTo>
                <a:lnTo>
                  <a:pt x="1533525" y="2238375"/>
                </a:lnTo>
                <a:lnTo>
                  <a:pt x="1533525" y="2219325"/>
                </a:lnTo>
                <a:lnTo>
                  <a:pt x="1524000" y="2219325"/>
                </a:lnTo>
                <a:close/>
                <a:moveTo>
                  <a:pt x="1543050" y="2238375"/>
                </a:moveTo>
                <a:lnTo>
                  <a:pt x="1590675" y="2238375"/>
                </a:lnTo>
                <a:lnTo>
                  <a:pt x="1590675" y="2257425"/>
                </a:lnTo>
                <a:lnTo>
                  <a:pt x="1600200" y="2257425"/>
                </a:lnTo>
                <a:lnTo>
                  <a:pt x="1600200" y="2228850"/>
                </a:lnTo>
                <a:lnTo>
                  <a:pt x="1590675" y="2228850"/>
                </a:lnTo>
                <a:lnTo>
                  <a:pt x="1590675" y="2219325"/>
                </a:lnTo>
                <a:lnTo>
                  <a:pt x="1581150" y="2219325"/>
                </a:lnTo>
                <a:lnTo>
                  <a:pt x="1581150" y="2209800"/>
                </a:lnTo>
                <a:lnTo>
                  <a:pt x="1571625" y="2209800"/>
                </a:lnTo>
                <a:lnTo>
                  <a:pt x="1571625" y="2219325"/>
                </a:lnTo>
                <a:lnTo>
                  <a:pt x="1562100" y="2219325"/>
                </a:lnTo>
                <a:lnTo>
                  <a:pt x="1562100" y="2228850"/>
                </a:lnTo>
                <a:lnTo>
                  <a:pt x="1552575" y="2228850"/>
                </a:lnTo>
                <a:lnTo>
                  <a:pt x="1552575" y="2219325"/>
                </a:lnTo>
                <a:lnTo>
                  <a:pt x="1543050" y="2219325"/>
                </a:lnTo>
                <a:close/>
                <a:moveTo>
                  <a:pt x="1123950" y="2247900"/>
                </a:moveTo>
                <a:lnTo>
                  <a:pt x="1133475" y="2247900"/>
                </a:lnTo>
                <a:lnTo>
                  <a:pt x="1133475" y="2257425"/>
                </a:lnTo>
                <a:lnTo>
                  <a:pt x="1123950" y="2257425"/>
                </a:lnTo>
                <a:close/>
                <a:moveTo>
                  <a:pt x="1409700" y="2247900"/>
                </a:moveTo>
                <a:lnTo>
                  <a:pt x="1419225" y="2247900"/>
                </a:lnTo>
                <a:lnTo>
                  <a:pt x="1419225" y="2238375"/>
                </a:lnTo>
                <a:lnTo>
                  <a:pt x="1409700" y="2238375"/>
                </a:lnTo>
                <a:close/>
                <a:moveTo>
                  <a:pt x="933450" y="2257425"/>
                </a:moveTo>
                <a:lnTo>
                  <a:pt x="942975" y="2257425"/>
                </a:lnTo>
                <a:lnTo>
                  <a:pt x="942975" y="2247900"/>
                </a:lnTo>
                <a:lnTo>
                  <a:pt x="933450" y="2247900"/>
                </a:lnTo>
                <a:close/>
                <a:moveTo>
                  <a:pt x="1209675" y="2257425"/>
                </a:moveTo>
                <a:lnTo>
                  <a:pt x="1228725" y="2257425"/>
                </a:lnTo>
                <a:lnTo>
                  <a:pt x="1228725" y="2247900"/>
                </a:lnTo>
                <a:lnTo>
                  <a:pt x="1209675" y="2247900"/>
                </a:lnTo>
                <a:lnTo>
                  <a:pt x="1209675" y="2238375"/>
                </a:lnTo>
                <a:lnTo>
                  <a:pt x="1200150" y="2238375"/>
                </a:lnTo>
                <a:lnTo>
                  <a:pt x="1200150" y="2266950"/>
                </a:lnTo>
                <a:lnTo>
                  <a:pt x="1209675" y="2266950"/>
                </a:lnTo>
                <a:close/>
                <a:moveTo>
                  <a:pt x="1257300" y="2257425"/>
                </a:moveTo>
                <a:lnTo>
                  <a:pt x="1266825" y="2257425"/>
                </a:lnTo>
                <a:lnTo>
                  <a:pt x="1266825" y="2238375"/>
                </a:lnTo>
                <a:lnTo>
                  <a:pt x="1257300" y="2238375"/>
                </a:lnTo>
                <a:lnTo>
                  <a:pt x="1257300" y="2228850"/>
                </a:lnTo>
                <a:lnTo>
                  <a:pt x="1247775" y="2228850"/>
                </a:lnTo>
                <a:lnTo>
                  <a:pt x="1247775" y="2247900"/>
                </a:lnTo>
                <a:lnTo>
                  <a:pt x="1238250" y="2247900"/>
                </a:lnTo>
                <a:lnTo>
                  <a:pt x="1238250" y="2257425"/>
                </a:lnTo>
                <a:lnTo>
                  <a:pt x="1228725" y="2257425"/>
                </a:lnTo>
                <a:lnTo>
                  <a:pt x="1228725" y="2276475"/>
                </a:lnTo>
                <a:lnTo>
                  <a:pt x="1247775" y="2276475"/>
                </a:lnTo>
                <a:lnTo>
                  <a:pt x="1247775" y="2266950"/>
                </a:lnTo>
                <a:lnTo>
                  <a:pt x="1257300" y="2266950"/>
                </a:lnTo>
                <a:close/>
                <a:moveTo>
                  <a:pt x="1285875" y="2257425"/>
                </a:moveTo>
                <a:lnTo>
                  <a:pt x="1314450" y="2257425"/>
                </a:lnTo>
                <a:lnTo>
                  <a:pt x="1314450" y="2247900"/>
                </a:lnTo>
                <a:lnTo>
                  <a:pt x="1304925" y="2247900"/>
                </a:lnTo>
                <a:lnTo>
                  <a:pt x="1304925" y="2238375"/>
                </a:lnTo>
                <a:lnTo>
                  <a:pt x="1295400" y="2238375"/>
                </a:lnTo>
                <a:lnTo>
                  <a:pt x="1295400" y="2228850"/>
                </a:lnTo>
                <a:lnTo>
                  <a:pt x="1285875" y="2228850"/>
                </a:lnTo>
                <a:close/>
                <a:moveTo>
                  <a:pt x="342900" y="2266950"/>
                </a:moveTo>
                <a:lnTo>
                  <a:pt x="352425" y="2266950"/>
                </a:lnTo>
                <a:lnTo>
                  <a:pt x="352425" y="2276475"/>
                </a:lnTo>
                <a:lnTo>
                  <a:pt x="342900" y="2276475"/>
                </a:lnTo>
                <a:close/>
                <a:moveTo>
                  <a:pt x="1314450" y="2266950"/>
                </a:moveTo>
                <a:lnTo>
                  <a:pt x="1323975" y="2266950"/>
                </a:lnTo>
                <a:lnTo>
                  <a:pt x="1323975" y="2276475"/>
                </a:lnTo>
                <a:lnTo>
                  <a:pt x="1333500" y="2276475"/>
                </a:lnTo>
                <a:lnTo>
                  <a:pt x="1333500" y="2266950"/>
                </a:lnTo>
                <a:lnTo>
                  <a:pt x="1343025" y="2266950"/>
                </a:lnTo>
                <a:lnTo>
                  <a:pt x="1343025" y="2257425"/>
                </a:lnTo>
                <a:lnTo>
                  <a:pt x="1314450" y="2257425"/>
                </a:lnTo>
                <a:close/>
                <a:moveTo>
                  <a:pt x="1438275" y="2266950"/>
                </a:moveTo>
                <a:lnTo>
                  <a:pt x="1447800" y="2266950"/>
                </a:lnTo>
                <a:lnTo>
                  <a:pt x="1447800" y="2247900"/>
                </a:lnTo>
                <a:lnTo>
                  <a:pt x="1438275" y="2247900"/>
                </a:lnTo>
                <a:close/>
                <a:moveTo>
                  <a:pt x="1495425" y="2266950"/>
                </a:moveTo>
                <a:lnTo>
                  <a:pt x="1524000" y="2266950"/>
                </a:lnTo>
                <a:lnTo>
                  <a:pt x="1524000" y="2247900"/>
                </a:lnTo>
                <a:lnTo>
                  <a:pt x="1504950" y="2247900"/>
                </a:lnTo>
                <a:lnTo>
                  <a:pt x="1504950" y="2238375"/>
                </a:lnTo>
                <a:lnTo>
                  <a:pt x="1485900" y="2238375"/>
                </a:lnTo>
                <a:lnTo>
                  <a:pt x="1485900" y="2247900"/>
                </a:lnTo>
                <a:lnTo>
                  <a:pt x="1476375" y="2247900"/>
                </a:lnTo>
                <a:lnTo>
                  <a:pt x="1476375" y="2286000"/>
                </a:lnTo>
                <a:lnTo>
                  <a:pt x="1485900" y="2286000"/>
                </a:lnTo>
                <a:lnTo>
                  <a:pt x="1485900" y="2276475"/>
                </a:lnTo>
                <a:lnTo>
                  <a:pt x="1495425" y="2276475"/>
                </a:lnTo>
                <a:close/>
                <a:moveTo>
                  <a:pt x="457200" y="2276475"/>
                </a:moveTo>
                <a:lnTo>
                  <a:pt x="476250" y="2276475"/>
                </a:lnTo>
                <a:lnTo>
                  <a:pt x="476250" y="2286000"/>
                </a:lnTo>
                <a:lnTo>
                  <a:pt x="457200" y="2286000"/>
                </a:lnTo>
                <a:close/>
                <a:moveTo>
                  <a:pt x="1181100" y="2276475"/>
                </a:moveTo>
                <a:lnTo>
                  <a:pt x="1190625" y="2276475"/>
                </a:lnTo>
                <a:lnTo>
                  <a:pt x="1190625" y="2266950"/>
                </a:lnTo>
                <a:lnTo>
                  <a:pt x="1181100" y="2266950"/>
                </a:lnTo>
                <a:close/>
                <a:moveTo>
                  <a:pt x="1371600" y="2276475"/>
                </a:moveTo>
                <a:lnTo>
                  <a:pt x="1390650" y="2276475"/>
                </a:lnTo>
                <a:lnTo>
                  <a:pt x="1390650" y="2257425"/>
                </a:lnTo>
                <a:lnTo>
                  <a:pt x="1371600" y="2257425"/>
                </a:lnTo>
                <a:close/>
                <a:moveTo>
                  <a:pt x="1743075" y="2276475"/>
                </a:moveTo>
                <a:lnTo>
                  <a:pt x="1752600" y="2276475"/>
                </a:lnTo>
                <a:lnTo>
                  <a:pt x="1752600" y="2286000"/>
                </a:lnTo>
                <a:lnTo>
                  <a:pt x="1743075" y="2286000"/>
                </a:lnTo>
                <a:close/>
                <a:moveTo>
                  <a:pt x="323850" y="2286000"/>
                </a:moveTo>
                <a:lnTo>
                  <a:pt x="342900" y="2286000"/>
                </a:lnTo>
                <a:lnTo>
                  <a:pt x="342900" y="2295525"/>
                </a:lnTo>
                <a:lnTo>
                  <a:pt x="323850" y="2295525"/>
                </a:lnTo>
                <a:close/>
                <a:moveTo>
                  <a:pt x="1524000" y="2286000"/>
                </a:moveTo>
                <a:lnTo>
                  <a:pt x="1533525" y="2286000"/>
                </a:lnTo>
                <a:lnTo>
                  <a:pt x="1533525" y="2276475"/>
                </a:lnTo>
                <a:lnTo>
                  <a:pt x="1524000" y="2276475"/>
                </a:lnTo>
                <a:close/>
                <a:moveTo>
                  <a:pt x="885825" y="2295525"/>
                </a:moveTo>
                <a:lnTo>
                  <a:pt x="895350" y="2295525"/>
                </a:lnTo>
                <a:lnTo>
                  <a:pt x="895350" y="2286000"/>
                </a:lnTo>
                <a:lnTo>
                  <a:pt x="885825" y="2286000"/>
                </a:lnTo>
                <a:close/>
                <a:moveTo>
                  <a:pt x="1762125" y="2295525"/>
                </a:moveTo>
                <a:lnTo>
                  <a:pt x="1781175" y="2295525"/>
                </a:lnTo>
                <a:lnTo>
                  <a:pt x="1781175" y="2314575"/>
                </a:lnTo>
                <a:lnTo>
                  <a:pt x="1790700" y="2314575"/>
                </a:lnTo>
                <a:lnTo>
                  <a:pt x="1790700" y="2305050"/>
                </a:lnTo>
                <a:lnTo>
                  <a:pt x="1800225" y="2305050"/>
                </a:lnTo>
                <a:lnTo>
                  <a:pt x="1800225" y="2314575"/>
                </a:lnTo>
                <a:lnTo>
                  <a:pt x="1790700" y="2314575"/>
                </a:lnTo>
                <a:lnTo>
                  <a:pt x="1790700" y="2324100"/>
                </a:lnTo>
                <a:lnTo>
                  <a:pt x="1762125" y="2324100"/>
                </a:lnTo>
                <a:close/>
                <a:moveTo>
                  <a:pt x="1047750" y="2305050"/>
                </a:moveTo>
                <a:lnTo>
                  <a:pt x="1066800" y="2305050"/>
                </a:lnTo>
                <a:lnTo>
                  <a:pt x="1066800" y="2324100"/>
                </a:lnTo>
                <a:lnTo>
                  <a:pt x="1095375" y="2324100"/>
                </a:lnTo>
                <a:lnTo>
                  <a:pt x="1095375" y="2314575"/>
                </a:lnTo>
                <a:lnTo>
                  <a:pt x="1104900" y="2314575"/>
                </a:lnTo>
                <a:lnTo>
                  <a:pt x="1104900" y="2305050"/>
                </a:lnTo>
                <a:lnTo>
                  <a:pt x="1114425" y="2305050"/>
                </a:lnTo>
                <a:lnTo>
                  <a:pt x="1114425" y="2286000"/>
                </a:lnTo>
                <a:lnTo>
                  <a:pt x="1085850" y="2286000"/>
                </a:lnTo>
                <a:lnTo>
                  <a:pt x="1085850" y="2295525"/>
                </a:lnTo>
                <a:lnTo>
                  <a:pt x="1047750" y="2295525"/>
                </a:lnTo>
                <a:close/>
                <a:moveTo>
                  <a:pt x="1400175" y="2305050"/>
                </a:moveTo>
                <a:lnTo>
                  <a:pt x="1419225" y="2305050"/>
                </a:lnTo>
                <a:lnTo>
                  <a:pt x="1419225" y="2286000"/>
                </a:lnTo>
                <a:lnTo>
                  <a:pt x="1400175" y="2286000"/>
                </a:lnTo>
                <a:close/>
                <a:moveTo>
                  <a:pt x="1533525" y="2305050"/>
                </a:moveTo>
                <a:lnTo>
                  <a:pt x="1571625" y="2305050"/>
                </a:lnTo>
                <a:lnTo>
                  <a:pt x="1571625" y="2314575"/>
                </a:lnTo>
                <a:lnTo>
                  <a:pt x="1533525" y="2314575"/>
                </a:lnTo>
                <a:close/>
                <a:moveTo>
                  <a:pt x="695325" y="2314575"/>
                </a:moveTo>
                <a:lnTo>
                  <a:pt x="714375" y="2314575"/>
                </a:lnTo>
                <a:lnTo>
                  <a:pt x="714375" y="2324100"/>
                </a:lnTo>
                <a:lnTo>
                  <a:pt x="733425" y="2324100"/>
                </a:lnTo>
                <a:lnTo>
                  <a:pt x="733425" y="2362200"/>
                </a:lnTo>
                <a:lnTo>
                  <a:pt x="704850" y="2362200"/>
                </a:lnTo>
                <a:lnTo>
                  <a:pt x="704850" y="2343150"/>
                </a:lnTo>
                <a:lnTo>
                  <a:pt x="695325" y="2343150"/>
                </a:lnTo>
                <a:lnTo>
                  <a:pt x="695325" y="2333625"/>
                </a:lnTo>
                <a:lnTo>
                  <a:pt x="685800" y="2333625"/>
                </a:lnTo>
                <a:lnTo>
                  <a:pt x="685800" y="2324100"/>
                </a:lnTo>
                <a:lnTo>
                  <a:pt x="695325" y="2324100"/>
                </a:lnTo>
                <a:close/>
                <a:moveTo>
                  <a:pt x="1228725" y="2314575"/>
                </a:moveTo>
                <a:lnTo>
                  <a:pt x="1257300" y="2314575"/>
                </a:lnTo>
                <a:lnTo>
                  <a:pt x="1257300" y="2324100"/>
                </a:lnTo>
                <a:lnTo>
                  <a:pt x="1228725" y="2324100"/>
                </a:lnTo>
                <a:close/>
                <a:moveTo>
                  <a:pt x="866775" y="2324100"/>
                </a:moveTo>
                <a:lnTo>
                  <a:pt x="876300" y="2324100"/>
                </a:lnTo>
                <a:lnTo>
                  <a:pt x="876300" y="2333625"/>
                </a:lnTo>
                <a:lnTo>
                  <a:pt x="885825" y="2333625"/>
                </a:lnTo>
                <a:lnTo>
                  <a:pt x="885825" y="2314575"/>
                </a:lnTo>
                <a:lnTo>
                  <a:pt x="866775" y="2314575"/>
                </a:lnTo>
                <a:close/>
                <a:moveTo>
                  <a:pt x="1219200" y="2324100"/>
                </a:moveTo>
                <a:lnTo>
                  <a:pt x="1228725" y="2324100"/>
                </a:lnTo>
                <a:lnTo>
                  <a:pt x="1228725" y="2333625"/>
                </a:lnTo>
                <a:lnTo>
                  <a:pt x="1219200" y="2333625"/>
                </a:lnTo>
                <a:close/>
                <a:moveTo>
                  <a:pt x="409575" y="2343150"/>
                </a:moveTo>
                <a:lnTo>
                  <a:pt x="419100" y="2343150"/>
                </a:lnTo>
                <a:lnTo>
                  <a:pt x="419100" y="2352675"/>
                </a:lnTo>
                <a:lnTo>
                  <a:pt x="409575" y="2352675"/>
                </a:lnTo>
                <a:close/>
                <a:moveTo>
                  <a:pt x="561975" y="2343150"/>
                </a:moveTo>
                <a:lnTo>
                  <a:pt x="571500" y="2343150"/>
                </a:lnTo>
                <a:lnTo>
                  <a:pt x="571500" y="2352675"/>
                </a:lnTo>
                <a:lnTo>
                  <a:pt x="581025" y="2352675"/>
                </a:lnTo>
                <a:lnTo>
                  <a:pt x="581025" y="2362200"/>
                </a:lnTo>
                <a:lnTo>
                  <a:pt x="590550" y="2362200"/>
                </a:lnTo>
                <a:lnTo>
                  <a:pt x="590550" y="2371725"/>
                </a:lnTo>
                <a:lnTo>
                  <a:pt x="571500" y="2371725"/>
                </a:lnTo>
                <a:lnTo>
                  <a:pt x="571500" y="2381250"/>
                </a:lnTo>
                <a:lnTo>
                  <a:pt x="561975" y="2381250"/>
                </a:lnTo>
                <a:lnTo>
                  <a:pt x="561975" y="2371725"/>
                </a:lnTo>
                <a:lnTo>
                  <a:pt x="552450" y="2371725"/>
                </a:lnTo>
                <a:lnTo>
                  <a:pt x="552450" y="2352675"/>
                </a:lnTo>
                <a:lnTo>
                  <a:pt x="561975" y="2352675"/>
                </a:lnTo>
                <a:close/>
                <a:moveTo>
                  <a:pt x="1181100" y="2343150"/>
                </a:moveTo>
                <a:lnTo>
                  <a:pt x="1190625" y="2343150"/>
                </a:lnTo>
                <a:lnTo>
                  <a:pt x="1190625" y="2352675"/>
                </a:lnTo>
                <a:lnTo>
                  <a:pt x="1181100" y="2352675"/>
                </a:lnTo>
                <a:close/>
                <a:moveTo>
                  <a:pt x="400050" y="2352675"/>
                </a:moveTo>
                <a:lnTo>
                  <a:pt x="409575" y="2352675"/>
                </a:lnTo>
                <a:lnTo>
                  <a:pt x="409575" y="2371725"/>
                </a:lnTo>
                <a:lnTo>
                  <a:pt x="400050" y="2371725"/>
                </a:lnTo>
                <a:close/>
                <a:moveTo>
                  <a:pt x="276225" y="2362200"/>
                </a:moveTo>
                <a:lnTo>
                  <a:pt x="285750" y="2362200"/>
                </a:lnTo>
                <a:lnTo>
                  <a:pt x="285750" y="2371725"/>
                </a:lnTo>
                <a:lnTo>
                  <a:pt x="276225" y="2371725"/>
                </a:lnTo>
                <a:close/>
                <a:moveTo>
                  <a:pt x="361950" y="2362200"/>
                </a:moveTo>
                <a:lnTo>
                  <a:pt x="381000" y="2362200"/>
                </a:lnTo>
                <a:lnTo>
                  <a:pt x="381000" y="2390775"/>
                </a:lnTo>
                <a:lnTo>
                  <a:pt x="390525" y="2390775"/>
                </a:lnTo>
                <a:lnTo>
                  <a:pt x="390525" y="2400300"/>
                </a:lnTo>
                <a:lnTo>
                  <a:pt x="342900" y="2400300"/>
                </a:lnTo>
                <a:lnTo>
                  <a:pt x="342900" y="2390775"/>
                </a:lnTo>
                <a:lnTo>
                  <a:pt x="352425" y="2390775"/>
                </a:lnTo>
                <a:lnTo>
                  <a:pt x="352425" y="2381250"/>
                </a:lnTo>
                <a:lnTo>
                  <a:pt x="361950" y="2381250"/>
                </a:lnTo>
                <a:close/>
                <a:moveTo>
                  <a:pt x="466725" y="2362200"/>
                </a:moveTo>
                <a:lnTo>
                  <a:pt x="485775" y="2362200"/>
                </a:lnTo>
                <a:lnTo>
                  <a:pt x="485775" y="2371725"/>
                </a:lnTo>
                <a:lnTo>
                  <a:pt x="495300" y="2371725"/>
                </a:lnTo>
                <a:lnTo>
                  <a:pt x="495300" y="2381250"/>
                </a:lnTo>
                <a:lnTo>
                  <a:pt x="466725" y="2381250"/>
                </a:lnTo>
                <a:close/>
                <a:moveTo>
                  <a:pt x="1009650" y="2362200"/>
                </a:moveTo>
                <a:lnTo>
                  <a:pt x="1028700" y="2362200"/>
                </a:lnTo>
                <a:lnTo>
                  <a:pt x="1028700" y="2390775"/>
                </a:lnTo>
                <a:lnTo>
                  <a:pt x="1047750" y="2390775"/>
                </a:lnTo>
                <a:lnTo>
                  <a:pt x="1047750" y="2400300"/>
                </a:lnTo>
                <a:lnTo>
                  <a:pt x="1066800" y="2400300"/>
                </a:lnTo>
                <a:lnTo>
                  <a:pt x="1066800" y="2390775"/>
                </a:lnTo>
                <a:lnTo>
                  <a:pt x="1085850" y="2390775"/>
                </a:lnTo>
                <a:lnTo>
                  <a:pt x="1085850" y="2400300"/>
                </a:lnTo>
                <a:lnTo>
                  <a:pt x="1095375" y="2400300"/>
                </a:lnTo>
                <a:lnTo>
                  <a:pt x="1095375" y="2409825"/>
                </a:lnTo>
                <a:lnTo>
                  <a:pt x="1066800" y="2409825"/>
                </a:lnTo>
                <a:lnTo>
                  <a:pt x="1066800" y="2419350"/>
                </a:lnTo>
                <a:lnTo>
                  <a:pt x="1076325" y="2419350"/>
                </a:lnTo>
                <a:lnTo>
                  <a:pt x="1076325" y="2438400"/>
                </a:lnTo>
                <a:lnTo>
                  <a:pt x="1095375" y="2438400"/>
                </a:lnTo>
                <a:lnTo>
                  <a:pt x="1095375" y="2457450"/>
                </a:lnTo>
                <a:lnTo>
                  <a:pt x="1057275" y="2457450"/>
                </a:lnTo>
                <a:lnTo>
                  <a:pt x="1057275" y="2447925"/>
                </a:lnTo>
                <a:lnTo>
                  <a:pt x="1047750" y="2447925"/>
                </a:lnTo>
                <a:lnTo>
                  <a:pt x="1047750" y="2419350"/>
                </a:lnTo>
                <a:lnTo>
                  <a:pt x="1038225" y="2419350"/>
                </a:lnTo>
                <a:lnTo>
                  <a:pt x="1038225" y="2409825"/>
                </a:lnTo>
                <a:lnTo>
                  <a:pt x="1019175" y="2409825"/>
                </a:lnTo>
                <a:lnTo>
                  <a:pt x="1019175" y="2400300"/>
                </a:lnTo>
                <a:lnTo>
                  <a:pt x="990600" y="2400300"/>
                </a:lnTo>
                <a:lnTo>
                  <a:pt x="990600" y="2390775"/>
                </a:lnTo>
                <a:lnTo>
                  <a:pt x="981075" y="2390775"/>
                </a:lnTo>
                <a:lnTo>
                  <a:pt x="981075" y="2400300"/>
                </a:lnTo>
                <a:lnTo>
                  <a:pt x="990600" y="2400300"/>
                </a:lnTo>
                <a:lnTo>
                  <a:pt x="990600" y="2419350"/>
                </a:lnTo>
                <a:lnTo>
                  <a:pt x="952500" y="2419350"/>
                </a:lnTo>
                <a:lnTo>
                  <a:pt x="952500" y="2409825"/>
                </a:lnTo>
                <a:lnTo>
                  <a:pt x="942975" y="2409825"/>
                </a:lnTo>
                <a:lnTo>
                  <a:pt x="942975" y="2400300"/>
                </a:lnTo>
                <a:lnTo>
                  <a:pt x="923925" y="2400300"/>
                </a:lnTo>
                <a:lnTo>
                  <a:pt x="923925" y="2419350"/>
                </a:lnTo>
                <a:lnTo>
                  <a:pt x="914400" y="2419350"/>
                </a:lnTo>
                <a:lnTo>
                  <a:pt x="914400" y="2447925"/>
                </a:lnTo>
                <a:lnTo>
                  <a:pt x="923925" y="2447925"/>
                </a:lnTo>
                <a:lnTo>
                  <a:pt x="923925" y="2457450"/>
                </a:lnTo>
                <a:lnTo>
                  <a:pt x="904875" y="2457450"/>
                </a:lnTo>
                <a:lnTo>
                  <a:pt x="904875" y="2438400"/>
                </a:lnTo>
                <a:lnTo>
                  <a:pt x="895350" y="2438400"/>
                </a:lnTo>
                <a:lnTo>
                  <a:pt x="895350" y="2447925"/>
                </a:lnTo>
                <a:lnTo>
                  <a:pt x="876300" y="2447925"/>
                </a:lnTo>
                <a:lnTo>
                  <a:pt x="876300" y="2466975"/>
                </a:lnTo>
                <a:lnTo>
                  <a:pt x="885825" y="2466975"/>
                </a:lnTo>
                <a:lnTo>
                  <a:pt x="885825" y="2476500"/>
                </a:lnTo>
                <a:lnTo>
                  <a:pt x="876300" y="2476500"/>
                </a:lnTo>
                <a:lnTo>
                  <a:pt x="876300" y="2486025"/>
                </a:lnTo>
                <a:lnTo>
                  <a:pt x="857250" y="2486025"/>
                </a:lnTo>
                <a:lnTo>
                  <a:pt x="857250" y="2466975"/>
                </a:lnTo>
                <a:lnTo>
                  <a:pt x="847725" y="2466975"/>
                </a:lnTo>
                <a:lnTo>
                  <a:pt x="847725" y="2457450"/>
                </a:lnTo>
                <a:lnTo>
                  <a:pt x="857250" y="2457450"/>
                </a:lnTo>
                <a:lnTo>
                  <a:pt x="857250" y="2466975"/>
                </a:lnTo>
                <a:lnTo>
                  <a:pt x="866775" y="2466975"/>
                </a:lnTo>
                <a:lnTo>
                  <a:pt x="866775" y="2447925"/>
                </a:lnTo>
                <a:lnTo>
                  <a:pt x="857250" y="2447925"/>
                </a:lnTo>
                <a:lnTo>
                  <a:pt x="857250" y="2438400"/>
                </a:lnTo>
                <a:lnTo>
                  <a:pt x="847725" y="2438400"/>
                </a:lnTo>
                <a:lnTo>
                  <a:pt x="847725" y="2428875"/>
                </a:lnTo>
                <a:lnTo>
                  <a:pt x="828675" y="2428875"/>
                </a:lnTo>
                <a:lnTo>
                  <a:pt x="828675" y="2457450"/>
                </a:lnTo>
                <a:lnTo>
                  <a:pt x="819150" y="2457450"/>
                </a:lnTo>
                <a:lnTo>
                  <a:pt x="819150" y="2438400"/>
                </a:lnTo>
                <a:lnTo>
                  <a:pt x="809625" y="2438400"/>
                </a:lnTo>
                <a:lnTo>
                  <a:pt x="809625" y="2486025"/>
                </a:lnTo>
                <a:lnTo>
                  <a:pt x="828675" y="2486025"/>
                </a:lnTo>
                <a:lnTo>
                  <a:pt x="828675" y="2495550"/>
                </a:lnTo>
                <a:lnTo>
                  <a:pt x="838200" y="2495550"/>
                </a:lnTo>
                <a:lnTo>
                  <a:pt x="838200" y="2505075"/>
                </a:lnTo>
                <a:lnTo>
                  <a:pt x="819150" y="2505075"/>
                </a:lnTo>
                <a:lnTo>
                  <a:pt x="819150" y="2514600"/>
                </a:lnTo>
                <a:lnTo>
                  <a:pt x="828675" y="2514600"/>
                </a:lnTo>
                <a:lnTo>
                  <a:pt x="828675" y="2524125"/>
                </a:lnTo>
                <a:lnTo>
                  <a:pt x="819150" y="2524125"/>
                </a:lnTo>
                <a:lnTo>
                  <a:pt x="819150" y="2552700"/>
                </a:lnTo>
                <a:lnTo>
                  <a:pt x="847725" y="2552700"/>
                </a:lnTo>
                <a:lnTo>
                  <a:pt x="847725" y="2562225"/>
                </a:lnTo>
                <a:lnTo>
                  <a:pt x="809625" y="2562225"/>
                </a:lnTo>
                <a:lnTo>
                  <a:pt x="809625" y="2552700"/>
                </a:lnTo>
                <a:lnTo>
                  <a:pt x="771525" y="2552700"/>
                </a:lnTo>
                <a:lnTo>
                  <a:pt x="771525" y="2514600"/>
                </a:lnTo>
                <a:lnTo>
                  <a:pt x="781050" y="2514600"/>
                </a:lnTo>
                <a:lnTo>
                  <a:pt x="781050" y="2505075"/>
                </a:lnTo>
                <a:lnTo>
                  <a:pt x="752475" y="2505075"/>
                </a:lnTo>
                <a:lnTo>
                  <a:pt x="752475" y="2514600"/>
                </a:lnTo>
                <a:lnTo>
                  <a:pt x="742950" y="2514600"/>
                </a:lnTo>
                <a:lnTo>
                  <a:pt x="742950" y="2505075"/>
                </a:lnTo>
                <a:lnTo>
                  <a:pt x="733425" y="2505075"/>
                </a:lnTo>
                <a:lnTo>
                  <a:pt x="733425" y="2495550"/>
                </a:lnTo>
                <a:lnTo>
                  <a:pt x="723900" y="2495550"/>
                </a:lnTo>
                <a:lnTo>
                  <a:pt x="723900" y="2486025"/>
                </a:lnTo>
                <a:lnTo>
                  <a:pt x="714375" y="2486025"/>
                </a:lnTo>
                <a:lnTo>
                  <a:pt x="714375" y="2495550"/>
                </a:lnTo>
                <a:lnTo>
                  <a:pt x="704850" y="2495550"/>
                </a:lnTo>
                <a:lnTo>
                  <a:pt x="704850" y="2505075"/>
                </a:lnTo>
                <a:lnTo>
                  <a:pt x="714375" y="2505075"/>
                </a:lnTo>
                <a:lnTo>
                  <a:pt x="714375" y="2524125"/>
                </a:lnTo>
                <a:lnTo>
                  <a:pt x="704850" y="2524125"/>
                </a:lnTo>
                <a:lnTo>
                  <a:pt x="704850" y="2514600"/>
                </a:lnTo>
                <a:lnTo>
                  <a:pt x="695325" y="2514600"/>
                </a:lnTo>
                <a:lnTo>
                  <a:pt x="695325" y="2486025"/>
                </a:lnTo>
                <a:lnTo>
                  <a:pt x="704850" y="2486025"/>
                </a:lnTo>
                <a:lnTo>
                  <a:pt x="704850" y="2476500"/>
                </a:lnTo>
                <a:lnTo>
                  <a:pt x="685800" y="2476500"/>
                </a:lnTo>
                <a:lnTo>
                  <a:pt x="685800" y="2495550"/>
                </a:lnTo>
                <a:lnTo>
                  <a:pt x="666750" y="2495550"/>
                </a:lnTo>
                <a:lnTo>
                  <a:pt x="666750" y="2505075"/>
                </a:lnTo>
                <a:lnTo>
                  <a:pt x="676275" y="2505075"/>
                </a:lnTo>
                <a:lnTo>
                  <a:pt x="676275" y="2543175"/>
                </a:lnTo>
                <a:lnTo>
                  <a:pt x="695325" y="2543175"/>
                </a:lnTo>
                <a:lnTo>
                  <a:pt x="695325" y="2562225"/>
                </a:lnTo>
                <a:lnTo>
                  <a:pt x="676275" y="2562225"/>
                </a:lnTo>
                <a:lnTo>
                  <a:pt x="676275" y="2571750"/>
                </a:lnTo>
                <a:lnTo>
                  <a:pt x="666750" y="2571750"/>
                </a:lnTo>
                <a:lnTo>
                  <a:pt x="666750" y="2581275"/>
                </a:lnTo>
                <a:lnTo>
                  <a:pt x="657225" y="2581275"/>
                </a:lnTo>
                <a:lnTo>
                  <a:pt x="657225" y="2562225"/>
                </a:lnTo>
                <a:lnTo>
                  <a:pt x="647700" y="2562225"/>
                </a:lnTo>
                <a:lnTo>
                  <a:pt x="647700" y="2552700"/>
                </a:lnTo>
                <a:lnTo>
                  <a:pt x="638175" y="2552700"/>
                </a:lnTo>
                <a:lnTo>
                  <a:pt x="638175" y="2543175"/>
                </a:lnTo>
                <a:lnTo>
                  <a:pt x="628650" y="2543175"/>
                </a:lnTo>
                <a:lnTo>
                  <a:pt x="628650" y="2552700"/>
                </a:lnTo>
                <a:lnTo>
                  <a:pt x="619125" y="2552700"/>
                </a:lnTo>
                <a:lnTo>
                  <a:pt x="619125" y="2543175"/>
                </a:lnTo>
                <a:lnTo>
                  <a:pt x="600075" y="2543175"/>
                </a:lnTo>
                <a:lnTo>
                  <a:pt x="600075" y="2552700"/>
                </a:lnTo>
                <a:lnTo>
                  <a:pt x="581025" y="2552700"/>
                </a:lnTo>
                <a:lnTo>
                  <a:pt x="581025" y="2562225"/>
                </a:lnTo>
                <a:lnTo>
                  <a:pt x="590550" y="2562225"/>
                </a:lnTo>
                <a:lnTo>
                  <a:pt x="590550" y="2571750"/>
                </a:lnTo>
                <a:lnTo>
                  <a:pt x="561975" y="2571750"/>
                </a:lnTo>
                <a:lnTo>
                  <a:pt x="561975" y="2581275"/>
                </a:lnTo>
                <a:lnTo>
                  <a:pt x="552450" y="2581275"/>
                </a:lnTo>
                <a:lnTo>
                  <a:pt x="552450" y="2552700"/>
                </a:lnTo>
                <a:lnTo>
                  <a:pt x="561975" y="2552700"/>
                </a:lnTo>
                <a:lnTo>
                  <a:pt x="561975" y="2543175"/>
                </a:lnTo>
                <a:lnTo>
                  <a:pt x="552450" y="2543175"/>
                </a:lnTo>
                <a:lnTo>
                  <a:pt x="552450" y="2524125"/>
                </a:lnTo>
                <a:lnTo>
                  <a:pt x="561975" y="2524125"/>
                </a:lnTo>
                <a:lnTo>
                  <a:pt x="561975" y="2514600"/>
                </a:lnTo>
                <a:lnTo>
                  <a:pt x="571500" y="2514600"/>
                </a:lnTo>
                <a:lnTo>
                  <a:pt x="571500" y="2524125"/>
                </a:lnTo>
                <a:lnTo>
                  <a:pt x="600075" y="2524125"/>
                </a:lnTo>
                <a:lnTo>
                  <a:pt x="600075" y="2505075"/>
                </a:lnTo>
                <a:lnTo>
                  <a:pt x="590550" y="2505075"/>
                </a:lnTo>
                <a:lnTo>
                  <a:pt x="590550" y="2495550"/>
                </a:lnTo>
                <a:lnTo>
                  <a:pt x="542925" y="2495550"/>
                </a:lnTo>
                <a:lnTo>
                  <a:pt x="542925" y="2505075"/>
                </a:lnTo>
                <a:lnTo>
                  <a:pt x="552450" y="2505075"/>
                </a:lnTo>
                <a:lnTo>
                  <a:pt x="552450" y="2514600"/>
                </a:lnTo>
                <a:lnTo>
                  <a:pt x="533400" y="2514600"/>
                </a:lnTo>
                <a:lnTo>
                  <a:pt x="533400" y="2524125"/>
                </a:lnTo>
                <a:lnTo>
                  <a:pt x="542925" y="2524125"/>
                </a:lnTo>
                <a:lnTo>
                  <a:pt x="542925" y="2533650"/>
                </a:lnTo>
                <a:lnTo>
                  <a:pt x="523875" y="2533650"/>
                </a:lnTo>
                <a:lnTo>
                  <a:pt x="523875" y="2514600"/>
                </a:lnTo>
                <a:lnTo>
                  <a:pt x="514350" y="2514600"/>
                </a:lnTo>
                <a:lnTo>
                  <a:pt x="514350" y="2533650"/>
                </a:lnTo>
                <a:lnTo>
                  <a:pt x="504825" y="2533650"/>
                </a:lnTo>
                <a:lnTo>
                  <a:pt x="504825" y="2543175"/>
                </a:lnTo>
                <a:lnTo>
                  <a:pt x="495300" y="2543175"/>
                </a:lnTo>
                <a:lnTo>
                  <a:pt x="495300" y="2552700"/>
                </a:lnTo>
                <a:lnTo>
                  <a:pt x="485775" y="2552700"/>
                </a:lnTo>
                <a:lnTo>
                  <a:pt x="485775" y="2571750"/>
                </a:lnTo>
                <a:lnTo>
                  <a:pt x="495300" y="2571750"/>
                </a:lnTo>
                <a:lnTo>
                  <a:pt x="495300" y="2581275"/>
                </a:lnTo>
                <a:lnTo>
                  <a:pt x="485775" y="2581275"/>
                </a:lnTo>
                <a:lnTo>
                  <a:pt x="485775" y="2590800"/>
                </a:lnTo>
                <a:lnTo>
                  <a:pt x="476250" y="2590800"/>
                </a:lnTo>
                <a:lnTo>
                  <a:pt x="476250" y="2600325"/>
                </a:lnTo>
                <a:lnTo>
                  <a:pt x="466725" y="2600325"/>
                </a:lnTo>
                <a:lnTo>
                  <a:pt x="466725" y="2590800"/>
                </a:lnTo>
                <a:lnTo>
                  <a:pt x="457200" y="2590800"/>
                </a:lnTo>
                <a:lnTo>
                  <a:pt x="457200" y="2600325"/>
                </a:lnTo>
                <a:lnTo>
                  <a:pt x="447675" y="2600325"/>
                </a:lnTo>
                <a:lnTo>
                  <a:pt x="447675" y="2609850"/>
                </a:lnTo>
                <a:lnTo>
                  <a:pt x="438150" y="2609850"/>
                </a:lnTo>
                <a:lnTo>
                  <a:pt x="438150" y="2619375"/>
                </a:lnTo>
                <a:lnTo>
                  <a:pt x="428625" y="2619375"/>
                </a:lnTo>
                <a:lnTo>
                  <a:pt x="428625" y="2609850"/>
                </a:lnTo>
                <a:lnTo>
                  <a:pt x="409575" y="2609850"/>
                </a:lnTo>
                <a:lnTo>
                  <a:pt x="409575" y="2638425"/>
                </a:lnTo>
                <a:lnTo>
                  <a:pt x="419100" y="2638425"/>
                </a:lnTo>
                <a:lnTo>
                  <a:pt x="419100" y="2657475"/>
                </a:lnTo>
                <a:lnTo>
                  <a:pt x="409575" y="2657475"/>
                </a:lnTo>
                <a:lnTo>
                  <a:pt x="409575" y="2647950"/>
                </a:lnTo>
                <a:lnTo>
                  <a:pt x="381000" y="2647950"/>
                </a:lnTo>
                <a:lnTo>
                  <a:pt x="381000" y="2667000"/>
                </a:lnTo>
                <a:lnTo>
                  <a:pt x="361950" y="2667000"/>
                </a:lnTo>
                <a:lnTo>
                  <a:pt x="361950" y="2657475"/>
                </a:lnTo>
                <a:lnTo>
                  <a:pt x="352425" y="2657475"/>
                </a:lnTo>
                <a:lnTo>
                  <a:pt x="352425" y="2647950"/>
                </a:lnTo>
                <a:lnTo>
                  <a:pt x="361950" y="2647950"/>
                </a:lnTo>
                <a:lnTo>
                  <a:pt x="361950" y="2657475"/>
                </a:lnTo>
                <a:lnTo>
                  <a:pt x="371475" y="2657475"/>
                </a:lnTo>
                <a:lnTo>
                  <a:pt x="371475" y="2638425"/>
                </a:lnTo>
                <a:lnTo>
                  <a:pt x="381000" y="2638425"/>
                </a:lnTo>
                <a:lnTo>
                  <a:pt x="381000" y="2600325"/>
                </a:lnTo>
                <a:lnTo>
                  <a:pt x="371475" y="2600325"/>
                </a:lnTo>
                <a:lnTo>
                  <a:pt x="371475" y="2590800"/>
                </a:lnTo>
                <a:lnTo>
                  <a:pt x="333375" y="2590800"/>
                </a:lnTo>
                <a:lnTo>
                  <a:pt x="333375" y="2600325"/>
                </a:lnTo>
                <a:lnTo>
                  <a:pt x="323850" y="2600325"/>
                </a:lnTo>
                <a:lnTo>
                  <a:pt x="323850" y="2609850"/>
                </a:lnTo>
                <a:lnTo>
                  <a:pt x="304800" y="2609850"/>
                </a:lnTo>
                <a:lnTo>
                  <a:pt x="304800" y="2581275"/>
                </a:lnTo>
                <a:lnTo>
                  <a:pt x="314325" y="2581275"/>
                </a:lnTo>
                <a:lnTo>
                  <a:pt x="314325" y="2571750"/>
                </a:lnTo>
                <a:lnTo>
                  <a:pt x="323850" y="2571750"/>
                </a:lnTo>
                <a:lnTo>
                  <a:pt x="323850" y="2581275"/>
                </a:lnTo>
                <a:lnTo>
                  <a:pt x="342900" y="2581275"/>
                </a:lnTo>
                <a:lnTo>
                  <a:pt x="342900" y="2571750"/>
                </a:lnTo>
                <a:lnTo>
                  <a:pt x="361950" y="2571750"/>
                </a:lnTo>
                <a:lnTo>
                  <a:pt x="361950" y="2562225"/>
                </a:lnTo>
                <a:lnTo>
                  <a:pt x="371475" y="2562225"/>
                </a:lnTo>
                <a:lnTo>
                  <a:pt x="371475" y="2581275"/>
                </a:lnTo>
                <a:lnTo>
                  <a:pt x="400050" y="2581275"/>
                </a:lnTo>
                <a:lnTo>
                  <a:pt x="400050" y="2590800"/>
                </a:lnTo>
                <a:lnTo>
                  <a:pt x="428625" y="2590800"/>
                </a:lnTo>
                <a:lnTo>
                  <a:pt x="428625" y="2581275"/>
                </a:lnTo>
                <a:lnTo>
                  <a:pt x="447675" y="2581275"/>
                </a:lnTo>
                <a:lnTo>
                  <a:pt x="447675" y="2571750"/>
                </a:lnTo>
                <a:lnTo>
                  <a:pt x="457200" y="2571750"/>
                </a:lnTo>
                <a:lnTo>
                  <a:pt x="457200" y="2552700"/>
                </a:lnTo>
                <a:lnTo>
                  <a:pt x="438150" y="2552700"/>
                </a:lnTo>
                <a:lnTo>
                  <a:pt x="438150" y="2543175"/>
                </a:lnTo>
                <a:lnTo>
                  <a:pt x="428625" y="2543175"/>
                </a:lnTo>
                <a:lnTo>
                  <a:pt x="428625" y="2524125"/>
                </a:lnTo>
                <a:lnTo>
                  <a:pt x="419100" y="2524125"/>
                </a:lnTo>
                <a:lnTo>
                  <a:pt x="419100" y="2533650"/>
                </a:lnTo>
                <a:lnTo>
                  <a:pt x="409575" y="2533650"/>
                </a:lnTo>
                <a:lnTo>
                  <a:pt x="409575" y="2543175"/>
                </a:lnTo>
                <a:lnTo>
                  <a:pt x="419100" y="2543175"/>
                </a:lnTo>
                <a:lnTo>
                  <a:pt x="419100" y="2552700"/>
                </a:lnTo>
                <a:lnTo>
                  <a:pt x="428625" y="2552700"/>
                </a:lnTo>
                <a:lnTo>
                  <a:pt x="428625" y="2571750"/>
                </a:lnTo>
                <a:lnTo>
                  <a:pt x="409575" y="2571750"/>
                </a:lnTo>
                <a:lnTo>
                  <a:pt x="409575" y="2562225"/>
                </a:lnTo>
                <a:lnTo>
                  <a:pt x="400050" y="2562225"/>
                </a:lnTo>
                <a:lnTo>
                  <a:pt x="400050" y="2543175"/>
                </a:lnTo>
                <a:lnTo>
                  <a:pt x="390525" y="2543175"/>
                </a:lnTo>
                <a:lnTo>
                  <a:pt x="390525" y="2524125"/>
                </a:lnTo>
                <a:lnTo>
                  <a:pt x="381000" y="2524125"/>
                </a:lnTo>
                <a:lnTo>
                  <a:pt x="381000" y="2533650"/>
                </a:lnTo>
                <a:lnTo>
                  <a:pt x="371475" y="2533650"/>
                </a:lnTo>
                <a:lnTo>
                  <a:pt x="371475" y="2543175"/>
                </a:lnTo>
                <a:lnTo>
                  <a:pt x="342900" y="2543175"/>
                </a:lnTo>
                <a:lnTo>
                  <a:pt x="342900" y="2533650"/>
                </a:lnTo>
                <a:lnTo>
                  <a:pt x="352425" y="2533650"/>
                </a:lnTo>
                <a:lnTo>
                  <a:pt x="352425" y="2514600"/>
                </a:lnTo>
                <a:lnTo>
                  <a:pt x="361950" y="2514600"/>
                </a:lnTo>
                <a:lnTo>
                  <a:pt x="361950" y="2505075"/>
                </a:lnTo>
                <a:lnTo>
                  <a:pt x="371475" y="2505075"/>
                </a:lnTo>
                <a:lnTo>
                  <a:pt x="371475" y="2466975"/>
                </a:lnTo>
                <a:lnTo>
                  <a:pt x="361950" y="2466975"/>
                </a:lnTo>
                <a:lnTo>
                  <a:pt x="361950" y="2457450"/>
                </a:lnTo>
                <a:lnTo>
                  <a:pt x="352425" y="2457450"/>
                </a:lnTo>
                <a:lnTo>
                  <a:pt x="352425" y="2438400"/>
                </a:lnTo>
                <a:lnTo>
                  <a:pt x="381000" y="2438400"/>
                </a:lnTo>
                <a:lnTo>
                  <a:pt x="381000" y="2457450"/>
                </a:lnTo>
                <a:lnTo>
                  <a:pt x="390525" y="2457450"/>
                </a:lnTo>
                <a:lnTo>
                  <a:pt x="390525" y="2476500"/>
                </a:lnTo>
                <a:lnTo>
                  <a:pt x="381000" y="2476500"/>
                </a:lnTo>
                <a:lnTo>
                  <a:pt x="381000" y="2486025"/>
                </a:lnTo>
                <a:lnTo>
                  <a:pt x="419100" y="2486025"/>
                </a:lnTo>
                <a:lnTo>
                  <a:pt x="419100" y="2476500"/>
                </a:lnTo>
                <a:lnTo>
                  <a:pt x="428625" y="2476500"/>
                </a:lnTo>
                <a:lnTo>
                  <a:pt x="428625" y="2495550"/>
                </a:lnTo>
                <a:lnTo>
                  <a:pt x="457200" y="2495550"/>
                </a:lnTo>
                <a:lnTo>
                  <a:pt x="457200" y="2514600"/>
                </a:lnTo>
                <a:lnTo>
                  <a:pt x="447675" y="2514600"/>
                </a:lnTo>
                <a:lnTo>
                  <a:pt x="447675" y="2524125"/>
                </a:lnTo>
                <a:lnTo>
                  <a:pt x="504825" y="2524125"/>
                </a:lnTo>
                <a:lnTo>
                  <a:pt x="504825" y="2514600"/>
                </a:lnTo>
                <a:lnTo>
                  <a:pt x="485775" y="2514600"/>
                </a:lnTo>
                <a:lnTo>
                  <a:pt x="485775" y="2505075"/>
                </a:lnTo>
                <a:lnTo>
                  <a:pt x="476250" y="2505075"/>
                </a:lnTo>
                <a:lnTo>
                  <a:pt x="476250" y="2476500"/>
                </a:lnTo>
                <a:lnTo>
                  <a:pt x="447675" y="2476500"/>
                </a:lnTo>
                <a:lnTo>
                  <a:pt x="447675" y="2466975"/>
                </a:lnTo>
                <a:lnTo>
                  <a:pt x="457200" y="2466975"/>
                </a:lnTo>
                <a:lnTo>
                  <a:pt x="457200" y="2457450"/>
                </a:lnTo>
                <a:lnTo>
                  <a:pt x="476250" y="2457450"/>
                </a:lnTo>
                <a:lnTo>
                  <a:pt x="476250" y="2476500"/>
                </a:lnTo>
                <a:lnTo>
                  <a:pt x="485775" y="2476500"/>
                </a:lnTo>
                <a:lnTo>
                  <a:pt x="485775" y="2486025"/>
                </a:lnTo>
                <a:lnTo>
                  <a:pt x="523875" y="2486025"/>
                </a:lnTo>
                <a:lnTo>
                  <a:pt x="523875" y="2476500"/>
                </a:lnTo>
                <a:lnTo>
                  <a:pt x="514350" y="2476500"/>
                </a:lnTo>
                <a:lnTo>
                  <a:pt x="514350" y="2466975"/>
                </a:lnTo>
                <a:lnTo>
                  <a:pt x="495300" y="2466975"/>
                </a:lnTo>
                <a:lnTo>
                  <a:pt x="495300" y="2457450"/>
                </a:lnTo>
                <a:lnTo>
                  <a:pt x="504825" y="2457450"/>
                </a:lnTo>
                <a:lnTo>
                  <a:pt x="504825" y="2447925"/>
                </a:lnTo>
                <a:lnTo>
                  <a:pt x="533400" y="2447925"/>
                </a:lnTo>
                <a:lnTo>
                  <a:pt x="533400" y="2419350"/>
                </a:lnTo>
                <a:lnTo>
                  <a:pt x="542925" y="2419350"/>
                </a:lnTo>
                <a:lnTo>
                  <a:pt x="542925" y="2409825"/>
                </a:lnTo>
                <a:lnTo>
                  <a:pt x="552450" y="2409825"/>
                </a:lnTo>
                <a:lnTo>
                  <a:pt x="552450" y="2400300"/>
                </a:lnTo>
                <a:lnTo>
                  <a:pt x="638175" y="2400300"/>
                </a:lnTo>
                <a:lnTo>
                  <a:pt x="638175" y="2390775"/>
                </a:lnTo>
                <a:lnTo>
                  <a:pt x="752475" y="2390775"/>
                </a:lnTo>
                <a:lnTo>
                  <a:pt x="752475" y="2381250"/>
                </a:lnTo>
                <a:lnTo>
                  <a:pt x="762000" y="2381250"/>
                </a:lnTo>
                <a:lnTo>
                  <a:pt x="762000" y="2390775"/>
                </a:lnTo>
                <a:lnTo>
                  <a:pt x="752475" y="2390775"/>
                </a:lnTo>
                <a:lnTo>
                  <a:pt x="752475" y="2409825"/>
                </a:lnTo>
                <a:lnTo>
                  <a:pt x="781050" y="2409825"/>
                </a:lnTo>
                <a:lnTo>
                  <a:pt x="781050" y="2400300"/>
                </a:lnTo>
                <a:lnTo>
                  <a:pt x="790575" y="2400300"/>
                </a:lnTo>
                <a:lnTo>
                  <a:pt x="790575" y="2381250"/>
                </a:lnTo>
                <a:lnTo>
                  <a:pt x="866775" y="2381250"/>
                </a:lnTo>
                <a:lnTo>
                  <a:pt x="866775" y="2371725"/>
                </a:lnTo>
                <a:lnTo>
                  <a:pt x="895350" y="2371725"/>
                </a:lnTo>
                <a:lnTo>
                  <a:pt x="895350" y="2381250"/>
                </a:lnTo>
                <a:lnTo>
                  <a:pt x="914400" y="2381250"/>
                </a:lnTo>
                <a:lnTo>
                  <a:pt x="914400" y="2371725"/>
                </a:lnTo>
                <a:lnTo>
                  <a:pt x="971550" y="2371725"/>
                </a:lnTo>
                <a:lnTo>
                  <a:pt x="971550" y="2381250"/>
                </a:lnTo>
                <a:lnTo>
                  <a:pt x="990600" y="2381250"/>
                </a:lnTo>
                <a:lnTo>
                  <a:pt x="990600" y="2371725"/>
                </a:lnTo>
                <a:lnTo>
                  <a:pt x="1009650" y="2371725"/>
                </a:lnTo>
                <a:close/>
                <a:moveTo>
                  <a:pt x="409575" y="2371725"/>
                </a:moveTo>
                <a:lnTo>
                  <a:pt x="419100" y="2371725"/>
                </a:lnTo>
                <a:lnTo>
                  <a:pt x="419100" y="2381250"/>
                </a:lnTo>
                <a:lnTo>
                  <a:pt x="409575" y="2381250"/>
                </a:lnTo>
                <a:close/>
                <a:moveTo>
                  <a:pt x="590550" y="2371725"/>
                </a:moveTo>
                <a:lnTo>
                  <a:pt x="600075" y="2371725"/>
                </a:lnTo>
                <a:lnTo>
                  <a:pt x="600075" y="2381250"/>
                </a:lnTo>
                <a:lnTo>
                  <a:pt x="590550" y="2381250"/>
                </a:lnTo>
                <a:close/>
                <a:moveTo>
                  <a:pt x="1057275" y="2371725"/>
                </a:moveTo>
                <a:lnTo>
                  <a:pt x="1066800" y="2371725"/>
                </a:lnTo>
                <a:lnTo>
                  <a:pt x="1066800" y="2381250"/>
                </a:lnTo>
                <a:lnTo>
                  <a:pt x="1057275" y="2381250"/>
                </a:lnTo>
                <a:close/>
                <a:moveTo>
                  <a:pt x="1162050" y="2381250"/>
                </a:moveTo>
                <a:lnTo>
                  <a:pt x="1171575" y="2381250"/>
                </a:lnTo>
                <a:lnTo>
                  <a:pt x="1171575" y="2390775"/>
                </a:lnTo>
                <a:lnTo>
                  <a:pt x="1162050" y="2390775"/>
                </a:lnTo>
                <a:close/>
                <a:moveTo>
                  <a:pt x="847725" y="2400300"/>
                </a:moveTo>
                <a:lnTo>
                  <a:pt x="857250" y="2400300"/>
                </a:lnTo>
                <a:lnTo>
                  <a:pt x="857250" y="2390775"/>
                </a:lnTo>
                <a:lnTo>
                  <a:pt x="847725" y="2390775"/>
                </a:lnTo>
                <a:close/>
                <a:moveTo>
                  <a:pt x="314325" y="2409825"/>
                </a:moveTo>
                <a:lnTo>
                  <a:pt x="323850" y="2409825"/>
                </a:lnTo>
                <a:lnTo>
                  <a:pt x="323850" y="2419350"/>
                </a:lnTo>
                <a:lnTo>
                  <a:pt x="314325" y="2419350"/>
                </a:lnTo>
                <a:close/>
                <a:moveTo>
                  <a:pt x="514350" y="2409825"/>
                </a:moveTo>
                <a:lnTo>
                  <a:pt x="523875" y="2409825"/>
                </a:lnTo>
                <a:lnTo>
                  <a:pt x="523875" y="2419350"/>
                </a:lnTo>
                <a:lnTo>
                  <a:pt x="514350" y="2419350"/>
                </a:lnTo>
                <a:close/>
                <a:moveTo>
                  <a:pt x="657225" y="2428875"/>
                </a:moveTo>
                <a:lnTo>
                  <a:pt x="666750" y="2428875"/>
                </a:lnTo>
                <a:lnTo>
                  <a:pt x="666750" y="2419350"/>
                </a:lnTo>
                <a:lnTo>
                  <a:pt x="657225" y="2419350"/>
                </a:lnTo>
                <a:lnTo>
                  <a:pt x="657225" y="2409825"/>
                </a:lnTo>
                <a:lnTo>
                  <a:pt x="647700" y="2409825"/>
                </a:lnTo>
                <a:lnTo>
                  <a:pt x="647700" y="2419350"/>
                </a:lnTo>
                <a:lnTo>
                  <a:pt x="638175" y="2419350"/>
                </a:lnTo>
                <a:lnTo>
                  <a:pt x="638175" y="2438400"/>
                </a:lnTo>
                <a:lnTo>
                  <a:pt x="657225" y="2438400"/>
                </a:lnTo>
                <a:close/>
                <a:moveTo>
                  <a:pt x="723900" y="2428875"/>
                </a:moveTo>
                <a:lnTo>
                  <a:pt x="742950" y="2428875"/>
                </a:lnTo>
                <a:lnTo>
                  <a:pt x="742950" y="2419350"/>
                </a:lnTo>
                <a:lnTo>
                  <a:pt x="723900" y="2419350"/>
                </a:lnTo>
                <a:close/>
                <a:moveTo>
                  <a:pt x="571500" y="2438400"/>
                </a:moveTo>
                <a:lnTo>
                  <a:pt x="542925" y="2438400"/>
                </a:lnTo>
                <a:lnTo>
                  <a:pt x="542925" y="2457450"/>
                </a:lnTo>
                <a:lnTo>
                  <a:pt x="552450" y="2457450"/>
                </a:lnTo>
                <a:lnTo>
                  <a:pt x="552450" y="2466975"/>
                </a:lnTo>
                <a:lnTo>
                  <a:pt x="561975" y="2466975"/>
                </a:lnTo>
                <a:lnTo>
                  <a:pt x="561975" y="2447925"/>
                </a:lnTo>
                <a:lnTo>
                  <a:pt x="571500" y="2447925"/>
                </a:lnTo>
                <a:close/>
                <a:moveTo>
                  <a:pt x="571500" y="2438400"/>
                </a:moveTo>
                <a:lnTo>
                  <a:pt x="600075" y="2438400"/>
                </a:lnTo>
                <a:lnTo>
                  <a:pt x="600075" y="2447925"/>
                </a:lnTo>
                <a:lnTo>
                  <a:pt x="609600" y="2447925"/>
                </a:lnTo>
                <a:lnTo>
                  <a:pt x="609600" y="2428875"/>
                </a:lnTo>
                <a:lnTo>
                  <a:pt x="590550" y="2428875"/>
                </a:lnTo>
                <a:lnTo>
                  <a:pt x="590550" y="2419350"/>
                </a:lnTo>
                <a:lnTo>
                  <a:pt x="571500" y="2419350"/>
                </a:lnTo>
                <a:close/>
                <a:moveTo>
                  <a:pt x="685800" y="2438400"/>
                </a:moveTo>
                <a:lnTo>
                  <a:pt x="714375" y="2438400"/>
                </a:lnTo>
                <a:lnTo>
                  <a:pt x="714375" y="2428875"/>
                </a:lnTo>
                <a:lnTo>
                  <a:pt x="704850" y="2428875"/>
                </a:lnTo>
                <a:lnTo>
                  <a:pt x="704850" y="2419350"/>
                </a:lnTo>
                <a:lnTo>
                  <a:pt x="685800" y="2419350"/>
                </a:lnTo>
                <a:close/>
                <a:moveTo>
                  <a:pt x="1133475" y="2438400"/>
                </a:moveTo>
                <a:lnTo>
                  <a:pt x="1152525" y="2438400"/>
                </a:lnTo>
                <a:lnTo>
                  <a:pt x="1152525" y="2419350"/>
                </a:lnTo>
                <a:lnTo>
                  <a:pt x="1133475" y="2419350"/>
                </a:lnTo>
                <a:close/>
                <a:moveTo>
                  <a:pt x="762000" y="2447925"/>
                </a:moveTo>
                <a:lnTo>
                  <a:pt x="771525" y="2447925"/>
                </a:lnTo>
                <a:lnTo>
                  <a:pt x="771525" y="2438400"/>
                </a:lnTo>
                <a:lnTo>
                  <a:pt x="762000" y="2438400"/>
                </a:lnTo>
                <a:close/>
                <a:moveTo>
                  <a:pt x="1152525" y="2447925"/>
                </a:moveTo>
                <a:lnTo>
                  <a:pt x="1162050" y="2447925"/>
                </a:lnTo>
                <a:lnTo>
                  <a:pt x="1162050" y="2457450"/>
                </a:lnTo>
                <a:lnTo>
                  <a:pt x="1171575" y="2457450"/>
                </a:lnTo>
                <a:lnTo>
                  <a:pt x="1171575" y="2428875"/>
                </a:lnTo>
                <a:lnTo>
                  <a:pt x="1162050" y="2428875"/>
                </a:lnTo>
                <a:lnTo>
                  <a:pt x="1162050" y="2438400"/>
                </a:lnTo>
                <a:lnTo>
                  <a:pt x="1152525" y="2438400"/>
                </a:lnTo>
                <a:close/>
                <a:moveTo>
                  <a:pt x="790575" y="2466975"/>
                </a:moveTo>
                <a:lnTo>
                  <a:pt x="800100" y="2466975"/>
                </a:lnTo>
                <a:lnTo>
                  <a:pt x="800100" y="2457450"/>
                </a:lnTo>
                <a:lnTo>
                  <a:pt x="790575" y="2457450"/>
                </a:lnTo>
                <a:close/>
                <a:moveTo>
                  <a:pt x="1057275" y="2476500"/>
                </a:moveTo>
                <a:lnTo>
                  <a:pt x="1076325" y="2476500"/>
                </a:lnTo>
                <a:lnTo>
                  <a:pt x="1076325" y="2486025"/>
                </a:lnTo>
                <a:lnTo>
                  <a:pt x="1057275" y="2486025"/>
                </a:lnTo>
                <a:close/>
                <a:moveTo>
                  <a:pt x="1104900" y="2476500"/>
                </a:moveTo>
                <a:lnTo>
                  <a:pt x="1123950" y="2476500"/>
                </a:lnTo>
                <a:lnTo>
                  <a:pt x="1123950" y="2486025"/>
                </a:lnTo>
                <a:lnTo>
                  <a:pt x="1104900" y="2486025"/>
                </a:lnTo>
                <a:close/>
                <a:moveTo>
                  <a:pt x="581025" y="2486025"/>
                </a:moveTo>
                <a:lnTo>
                  <a:pt x="590550" y="2486025"/>
                </a:lnTo>
                <a:lnTo>
                  <a:pt x="590550" y="2466975"/>
                </a:lnTo>
                <a:lnTo>
                  <a:pt x="581025" y="2466975"/>
                </a:lnTo>
                <a:close/>
                <a:moveTo>
                  <a:pt x="762000" y="2486025"/>
                </a:moveTo>
                <a:lnTo>
                  <a:pt x="771525" y="2486025"/>
                </a:lnTo>
                <a:lnTo>
                  <a:pt x="771525" y="2476500"/>
                </a:lnTo>
                <a:lnTo>
                  <a:pt x="762000" y="2476500"/>
                </a:lnTo>
                <a:close/>
                <a:moveTo>
                  <a:pt x="790575" y="2486025"/>
                </a:moveTo>
                <a:lnTo>
                  <a:pt x="800100" y="2486025"/>
                </a:lnTo>
                <a:lnTo>
                  <a:pt x="800100" y="2476500"/>
                </a:lnTo>
                <a:lnTo>
                  <a:pt x="790575" y="2476500"/>
                </a:lnTo>
                <a:close/>
                <a:moveTo>
                  <a:pt x="1038225" y="2486025"/>
                </a:moveTo>
                <a:lnTo>
                  <a:pt x="1057275" y="2486025"/>
                </a:lnTo>
                <a:lnTo>
                  <a:pt x="1057275" y="2524125"/>
                </a:lnTo>
                <a:lnTo>
                  <a:pt x="1047750" y="2524125"/>
                </a:lnTo>
                <a:lnTo>
                  <a:pt x="1047750" y="2543175"/>
                </a:lnTo>
                <a:lnTo>
                  <a:pt x="1028700" y="2543175"/>
                </a:lnTo>
                <a:lnTo>
                  <a:pt x="1028700" y="2505075"/>
                </a:lnTo>
                <a:lnTo>
                  <a:pt x="1019175" y="2505075"/>
                </a:lnTo>
                <a:lnTo>
                  <a:pt x="1019175" y="2495550"/>
                </a:lnTo>
                <a:lnTo>
                  <a:pt x="1038225" y="2495550"/>
                </a:lnTo>
                <a:close/>
                <a:moveTo>
                  <a:pt x="733425" y="2514600"/>
                </a:moveTo>
                <a:lnTo>
                  <a:pt x="742950" y="2514600"/>
                </a:lnTo>
                <a:lnTo>
                  <a:pt x="742950" y="2524125"/>
                </a:lnTo>
                <a:lnTo>
                  <a:pt x="733425" y="2524125"/>
                </a:lnTo>
                <a:close/>
                <a:moveTo>
                  <a:pt x="790575" y="2514600"/>
                </a:moveTo>
                <a:lnTo>
                  <a:pt x="800100" y="2514600"/>
                </a:lnTo>
                <a:lnTo>
                  <a:pt x="800100" y="2505075"/>
                </a:lnTo>
                <a:lnTo>
                  <a:pt x="790575" y="2505075"/>
                </a:lnTo>
                <a:close/>
                <a:moveTo>
                  <a:pt x="1790700" y="2514600"/>
                </a:moveTo>
                <a:lnTo>
                  <a:pt x="1819275" y="2514600"/>
                </a:lnTo>
                <a:lnTo>
                  <a:pt x="1819275" y="2533650"/>
                </a:lnTo>
                <a:lnTo>
                  <a:pt x="1809750" y="2533650"/>
                </a:lnTo>
                <a:lnTo>
                  <a:pt x="1809750" y="2543175"/>
                </a:lnTo>
                <a:lnTo>
                  <a:pt x="1800225" y="2543175"/>
                </a:lnTo>
                <a:lnTo>
                  <a:pt x="1800225" y="2524125"/>
                </a:lnTo>
                <a:lnTo>
                  <a:pt x="1790700" y="2524125"/>
                </a:lnTo>
                <a:close/>
                <a:moveTo>
                  <a:pt x="942975" y="2524125"/>
                </a:moveTo>
                <a:lnTo>
                  <a:pt x="952500" y="2524125"/>
                </a:lnTo>
                <a:lnTo>
                  <a:pt x="952500" y="2533650"/>
                </a:lnTo>
                <a:lnTo>
                  <a:pt x="942975" y="2533650"/>
                </a:lnTo>
                <a:close/>
                <a:moveTo>
                  <a:pt x="619125" y="2533650"/>
                </a:moveTo>
                <a:lnTo>
                  <a:pt x="628650" y="2533650"/>
                </a:lnTo>
                <a:lnTo>
                  <a:pt x="628650" y="2524125"/>
                </a:lnTo>
                <a:lnTo>
                  <a:pt x="619125" y="2524125"/>
                </a:lnTo>
                <a:close/>
                <a:moveTo>
                  <a:pt x="704850" y="2533650"/>
                </a:moveTo>
                <a:lnTo>
                  <a:pt x="714375" y="2533650"/>
                </a:lnTo>
                <a:lnTo>
                  <a:pt x="714375" y="2552700"/>
                </a:lnTo>
                <a:lnTo>
                  <a:pt x="704850" y="2552700"/>
                </a:lnTo>
                <a:close/>
                <a:moveTo>
                  <a:pt x="314325" y="2543175"/>
                </a:moveTo>
                <a:lnTo>
                  <a:pt x="323850" y="2543175"/>
                </a:lnTo>
                <a:lnTo>
                  <a:pt x="323850" y="2552700"/>
                </a:lnTo>
                <a:lnTo>
                  <a:pt x="314325" y="2552700"/>
                </a:lnTo>
                <a:close/>
                <a:moveTo>
                  <a:pt x="742950" y="2552700"/>
                </a:moveTo>
                <a:lnTo>
                  <a:pt x="752475" y="2552700"/>
                </a:lnTo>
                <a:lnTo>
                  <a:pt x="752475" y="2571750"/>
                </a:lnTo>
                <a:lnTo>
                  <a:pt x="723900" y="2571750"/>
                </a:lnTo>
                <a:lnTo>
                  <a:pt x="723900" y="2562225"/>
                </a:lnTo>
                <a:lnTo>
                  <a:pt x="742950" y="2562225"/>
                </a:lnTo>
                <a:close/>
                <a:moveTo>
                  <a:pt x="1809750" y="2552700"/>
                </a:moveTo>
                <a:lnTo>
                  <a:pt x="1819275" y="2552700"/>
                </a:lnTo>
                <a:lnTo>
                  <a:pt x="1819275" y="2562225"/>
                </a:lnTo>
                <a:lnTo>
                  <a:pt x="1809750" y="2562225"/>
                </a:lnTo>
                <a:close/>
                <a:moveTo>
                  <a:pt x="638175" y="2562225"/>
                </a:moveTo>
                <a:lnTo>
                  <a:pt x="647700" y="2562225"/>
                </a:lnTo>
                <a:lnTo>
                  <a:pt x="647700" y="2581275"/>
                </a:lnTo>
                <a:lnTo>
                  <a:pt x="638175" y="2581275"/>
                </a:lnTo>
                <a:close/>
                <a:moveTo>
                  <a:pt x="1114425" y="2562225"/>
                </a:moveTo>
                <a:lnTo>
                  <a:pt x="1123950" y="2562225"/>
                </a:lnTo>
                <a:lnTo>
                  <a:pt x="1123950" y="2571750"/>
                </a:lnTo>
                <a:lnTo>
                  <a:pt x="1114425" y="2571750"/>
                </a:lnTo>
                <a:close/>
                <a:moveTo>
                  <a:pt x="752475" y="2571750"/>
                </a:moveTo>
                <a:lnTo>
                  <a:pt x="762000" y="2571750"/>
                </a:lnTo>
                <a:lnTo>
                  <a:pt x="762000" y="2581275"/>
                </a:lnTo>
                <a:lnTo>
                  <a:pt x="752475" y="2581275"/>
                </a:lnTo>
                <a:close/>
                <a:moveTo>
                  <a:pt x="561975" y="2581275"/>
                </a:moveTo>
                <a:lnTo>
                  <a:pt x="571500" y="2581275"/>
                </a:lnTo>
                <a:lnTo>
                  <a:pt x="571500" y="2600325"/>
                </a:lnTo>
                <a:lnTo>
                  <a:pt x="561975" y="2600325"/>
                </a:lnTo>
                <a:close/>
                <a:moveTo>
                  <a:pt x="628650" y="2581275"/>
                </a:moveTo>
                <a:lnTo>
                  <a:pt x="638175" y="2581275"/>
                </a:lnTo>
                <a:lnTo>
                  <a:pt x="638175" y="2590800"/>
                </a:lnTo>
                <a:lnTo>
                  <a:pt x="628650" y="2590800"/>
                </a:lnTo>
                <a:close/>
                <a:moveTo>
                  <a:pt x="952500" y="2581275"/>
                </a:moveTo>
                <a:lnTo>
                  <a:pt x="971550" y="2581275"/>
                </a:lnTo>
                <a:lnTo>
                  <a:pt x="971550" y="2590800"/>
                </a:lnTo>
                <a:lnTo>
                  <a:pt x="952500" y="2590800"/>
                </a:lnTo>
                <a:close/>
                <a:moveTo>
                  <a:pt x="581025" y="2590800"/>
                </a:moveTo>
                <a:lnTo>
                  <a:pt x="590550" y="2590800"/>
                </a:lnTo>
                <a:lnTo>
                  <a:pt x="590550" y="2600325"/>
                </a:lnTo>
                <a:lnTo>
                  <a:pt x="581025" y="2600325"/>
                </a:lnTo>
                <a:close/>
                <a:moveTo>
                  <a:pt x="571500" y="2600325"/>
                </a:moveTo>
                <a:lnTo>
                  <a:pt x="581025" y="2600325"/>
                </a:lnTo>
                <a:lnTo>
                  <a:pt x="581025" y="2609850"/>
                </a:lnTo>
                <a:lnTo>
                  <a:pt x="571500" y="2609850"/>
                </a:lnTo>
                <a:close/>
                <a:moveTo>
                  <a:pt x="352425" y="2609850"/>
                </a:moveTo>
                <a:lnTo>
                  <a:pt x="361950" y="2609850"/>
                </a:lnTo>
                <a:lnTo>
                  <a:pt x="361950" y="2628900"/>
                </a:lnTo>
                <a:lnTo>
                  <a:pt x="352425" y="2628900"/>
                </a:lnTo>
                <a:close/>
                <a:moveTo>
                  <a:pt x="581025" y="2609850"/>
                </a:moveTo>
                <a:lnTo>
                  <a:pt x="590550" y="2609850"/>
                </a:lnTo>
                <a:lnTo>
                  <a:pt x="590550" y="2619375"/>
                </a:lnTo>
                <a:lnTo>
                  <a:pt x="581025" y="2619375"/>
                </a:lnTo>
                <a:close/>
                <a:moveTo>
                  <a:pt x="609600" y="2609850"/>
                </a:moveTo>
                <a:lnTo>
                  <a:pt x="628650" y="2609850"/>
                </a:lnTo>
                <a:lnTo>
                  <a:pt x="628650" y="2619375"/>
                </a:lnTo>
                <a:lnTo>
                  <a:pt x="619125" y="2619375"/>
                </a:lnTo>
                <a:lnTo>
                  <a:pt x="619125" y="2638425"/>
                </a:lnTo>
                <a:lnTo>
                  <a:pt x="609600" y="2638425"/>
                </a:lnTo>
                <a:close/>
                <a:moveTo>
                  <a:pt x="704850" y="2609850"/>
                </a:moveTo>
                <a:lnTo>
                  <a:pt x="714375" y="2609850"/>
                </a:lnTo>
                <a:lnTo>
                  <a:pt x="714375" y="2619375"/>
                </a:lnTo>
                <a:lnTo>
                  <a:pt x="704850" y="2619375"/>
                </a:lnTo>
                <a:close/>
                <a:moveTo>
                  <a:pt x="295275" y="2619375"/>
                </a:moveTo>
                <a:lnTo>
                  <a:pt x="304800" y="2619375"/>
                </a:lnTo>
                <a:lnTo>
                  <a:pt x="304800" y="2628900"/>
                </a:lnTo>
                <a:lnTo>
                  <a:pt x="314325" y="2628900"/>
                </a:lnTo>
                <a:lnTo>
                  <a:pt x="314325" y="2638425"/>
                </a:lnTo>
                <a:lnTo>
                  <a:pt x="323850" y="2638425"/>
                </a:lnTo>
                <a:lnTo>
                  <a:pt x="323850" y="2647950"/>
                </a:lnTo>
                <a:lnTo>
                  <a:pt x="304800" y="2647950"/>
                </a:lnTo>
                <a:lnTo>
                  <a:pt x="304800" y="2657475"/>
                </a:lnTo>
                <a:lnTo>
                  <a:pt x="295275" y="2657475"/>
                </a:lnTo>
                <a:close/>
                <a:moveTo>
                  <a:pt x="419100" y="2619375"/>
                </a:moveTo>
                <a:lnTo>
                  <a:pt x="428625" y="2619375"/>
                </a:lnTo>
                <a:lnTo>
                  <a:pt x="428625" y="2628900"/>
                </a:lnTo>
                <a:lnTo>
                  <a:pt x="419100" y="2628900"/>
                </a:lnTo>
                <a:close/>
                <a:moveTo>
                  <a:pt x="1162050" y="2619375"/>
                </a:moveTo>
                <a:lnTo>
                  <a:pt x="1181100" y="2619375"/>
                </a:lnTo>
                <a:lnTo>
                  <a:pt x="1181100" y="2628900"/>
                </a:lnTo>
                <a:lnTo>
                  <a:pt x="1190625" y="2628900"/>
                </a:lnTo>
                <a:lnTo>
                  <a:pt x="1190625" y="2638425"/>
                </a:lnTo>
                <a:lnTo>
                  <a:pt x="1171575" y="2638425"/>
                </a:lnTo>
                <a:lnTo>
                  <a:pt x="1171575" y="2647950"/>
                </a:lnTo>
                <a:lnTo>
                  <a:pt x="1152525" y="2647950"/>
                </a:lnTo>
                <a:lnTo>
                  <a:pt x="1152525" y="2628900"/>
                </a:lnTo>
                <a:lnTo>
                  <a:pt x="1162050" y="2628900"/>
                </a:lnTo>
                <a:close/>
                <a:moveTo>
                  <a:pt x="428625" y="2628900"/>
                </a:moveTo>
                <a:lnTo>
                  <a:pt x="438150" y="2628900"/>
                </a:lnTo>
                <a:lnTo>
                  <a:pt x="438150" y="2638425"/>
                </a:lnTo>
                <a:lnTo>
                  <a:pt x="428625" y="2638425"/>
                </a:lnTo>
                <a:close/>
                <a:moveTo>
                  <a:pt x="695325" y="2628900"/>
                </a:moveTo>
                <a:lnTo>
                  <a:pt x="704850" y="2628900"/>
                </a:lnTo>
                <a:lnTo>
                  <a:pt x="704850" y="2638425"/>
                </a:lnTo>
                <a:lnTo>
                  <a:pt x="695325" y="2638425"/>
                </a:lnTo>
                <a:close/>
                <a:moveTo>
                  <a:pt x="971550" y="2628900"/>
                </a:moveTo>
                <a:lnTo>
                  <a:pt x="990600" y="2628900"/>
                </a:lnTo>
                <a:lnTo>
                  <a:pt x="990600" y="2638425"/>
                </a:lnTo>
                <a:lnTo>
                  <a:pt x="971550" y="2638425"/>
                </a:lnTo>
                <a:close/>
                <a:moveTo>
                  <a:pt x="600075" y="2647950"/>
                </a:moveTo>
                <a:lnTo>
                  <a:pt x="619125" y="2647950"/>
                </a:lnTo>
                <a:lnTo>
                  <a:pt x="619125" y="2657475"/>
                </a:lnTo>
                <a:lnTo>
                  <a:pt x="600075" y="2657475"/>
                </a:lnTo>
                <a:close/>
                <a:moveTo>
                  <a:pt x="400050" y="2657475"/>
                </a:moveTo>
                <a:lnTo>
                  <a:pt x="409575" y="2657475"/>
                </a:lnTo>
                <a:lnTo>
                  <a:pt x="409575" y="2686050"/>
                </a:lnTo>
                <a:lnTo>
                  <a:pt x="390525" y="2686050"/>
                </a:lnTo>
                <a:lnTo>
                  <a:pt x="390525" y="2676525"/>
                </a:lnTo>
                <a:lnTo>
                  <a:pt x="400050" y="2676525"/>
                </a:lnTo>
                <a:close/>
                <a:moveTo>
                  <a:pt x="1133475" y="2657475"/>
                </a:moveTo>
                <a:lnTo>
                  <a:pt x="1143000" y="2657475"/>
                </a:lnTo>
                <a:lnTo>
                  <a:pt x="1143000" y="2686050"/>
                </a:lnTo>
                <a:lnTo>
                  <a:pt x="1123950" y="2686050"/>
                </a:lnTo>
                <a:lnTo>
                  <a:pt x="1123950" y="2676525"/>
                </a:lnTo>
                <a:lnTo>
                  <a:pt x="1133475" y="2676525"/>
                </a:lnTo>
                <a:close/>
                <a:moveTo>
                  <a:pt x="1809750" y="2657475"/>
                </a:moveTo>
                <a:lnTo>
                  <a:pt x="1828800" y="2657475"/>
                </a:lnTo>
                <a:lnTo>
                  <a:pt x="1828800" y="2676525"/>
                </a:lnTo>
                <a:lnTo>
                  <a:pt x="1809750" y="2676525"/>
                </a:lnTo>
                <a:close/>
                <a:moveTo>
                  <a:pt x="314325" y="2667000"/>
                </a:moveTo>
                <a:lnTo>
                  <a:pt x="323850" y="2667000"/>
                </a:lnTo>
                <a:lnTo>
                  <a:pt x="323850" y="2686050"/>
                </a:lnTo>
                <a:lnTo>
                  <a:pt x="333375" y="2686050"/>
                </a:lnTo>
                <a:lnTo>
                  <a:pt x="333375" y="2705100"/>
                </a:lnTo>
                <a:lnTo>
                  <a:pt x="323850" y="2705100"/>
                </a:lnTo>
                <a:lnTo>
                  <a:pt x="323850" y="2695575"/>
                </a:lnTo>
                <a:lnTo>
                  <a:pt x="314325" y="2695575"/>
                </a:lnTo>
                <a:lnTo>
                  <a:pt x="314325" y="2686050"/>
                </a:lnTo>
                <a:lnTo>
                  <a:pt x="295275" y="2686050"/>
                </a:lnTo>
                <a:lnTo>
                  <a:pt x="295275" y="2676525"/>
                </a:lnTo>
                <a:lnTo>
                  <a:pt x="314325" y="2676525"/>
                </a:lnTo>
                <a:close/>
                <a:moveTo>
                  <a:pt x="428625" y="2676525"/>
                </a:moveTo>
                <a:lnTo>
                  <a:pt x="438150" y="2676525"/>
                </a:lnTo>
                <a:lnTo>
                  <a:pt x="438150" y="2686050"/>
                </a:lnTo>
                <a:lnTo>
                  <a:pt x="428625" y="2686050"/>
                </a:lnTo>
                <a:close/>
                <a:moveTo>
                  <a:pt x="942975" y="2676525"/>
                </a:moveTo>
                <a:lnTo>
                  <a:pt x="962025" y="2676525"/>
                </a:lnTo>
                <a:lnTo>
                  <a:pt x="962025" y="2705100"/>
                </a:lnTo>
                <a:lnTo>
                  <a:pt x="971550" y="2705100"/>
                </a:lnTo>
                <a:lnTo>
                  <a:pt x="971550" y="2724150"/>
                </a:lnTo>
                <a:lnTo>
                  <a:pt x="885825" y="2724150"/>
                </a:lnTo>
                <a:lnTo>
                  <a:pt x="885825" y="2733675"/>
                </a:lnTo>
                <a:lnTo>
                  <a:pt x="790575" y="2733675"/>
                </a:lnTo>
                <a:lnTo>
                  <a:pt x="790575" y="2714625"/>
                </a:lnTo>
                <a:lnTo>
                  <a:pt x="809625" y="2714625"/>
                </a:lnTo>
                <a:lnTo>
                  <a:pt x="809625" y="2705100"/>
                </a:lnTo>
                <a:lnTo>
                  <a:pt x="828675" y="2705100"/>
                </a:lnTo>
                <a:lnTo>
                  <a:pt x="828675" y="2695575"/>
                </a:lnTo>
                <a:lnTo>
                  <a:pt x="838200" y="2695575"/>
                </a:lnTo>
                <a:lnTo>
                  <a:pt x="838200" y="2705100"/>
                </a:lnTo>
                <a:lnTo>
                  <a:pt x="857250" y="2705100"/>
                </a:lnTo>
                <a:lnTo>
                  <a:pt x="857250" y="2686050"/>
                </a:lnTo>
                <a:lnTo>
                  <a:pt x="866775" y="2686050"/>
                </a:lnTo>
                <a:lnTo>
                  <a:pt x="866775" y="2705100"/>
                </a:lnTo>
                <a:lnTo>
                  <a:pt x="895350" y="2705100"/>
                </a:lnTo>
                <a:lnTo>
                  <a:pt x="895350" y="2714625"/>
                </a:lnTo>
                <a:lnTo>
                  <a:pt x="952500" y="2714625"/>
                </a:lnTo>
                <a:lnTo>
                  <a:pt x="952500" y="2695575"/>
                </a:lnTo>
                <a:lnTo>
                  <a:pt x="942975" y="2695575"/>
                </a:lnTo>
                <a:close/>
                <a:moveTo>
                  <a:pt x="1752600" y="2695575"/>
                </a:moveTo>
                <a:lnTo>
                  <a:pt x="1771650" y="2695575"/>
                </a:lnTo>
                <a:lnTo>
                  <a:pt x="1771650" y="2705100"/>
                </a:lnTo>
                <a:lnTo>
                  <a:pt x="1752600" y="2705100"/>
                </a:lnTo>
                <a:close/>
                <a:moveTo>
                  <a:pt x="733425" y="2705100"/>
                </a:moveTo>
                <a:lnTo>
                  <a:pt x="742950" y="2705100"/>
                </a:lnTo>
                <a:lnTo>
                  <a:pt x="742950" y="2714625"/>
                </a:lnTo>
                <a:lnTo>
                  <a:pt x="752475" y="2714625"/>
                </a:lnTo>
                <a:lnTo>
                  <a:pt x="752475" y="2724150"/>
                </a:lnTo>
                <a:lnTo>
                  <a:pt x="733425" y="2724150"/>
                </a:lnTo>
                <a:close/>
                <a:moveTo>
                  <a:pt x="1190625" y="2705100"/>
                </a:moveTo>
                <a:lnTo>
                  <a:pt x="1209675" y="2705100"/>
                </a:lnTo>
                <a:lnTo>
                  <a:pt x="1209675" y="2724150"/>
                </a:lnTo>
                <a:lnTo>
                  <a:pt x="1219200" y="2724150"/>
                </a:lnTo>
                <a:lnTo>
                  <a:pt x="1219200" y="2733675"/>
                </a:lnTo>
                <a:lnTo>
                  <a:pt x="1209675" y="2733675"/>
                </a:lnTo>
                <a:lnTo>
                  <a:pt x="1209675" y="2743200"/>
                </a:lnTo>
                <a:lnTo>
                  <a:pt x="1190625" y="2743200"/>
                </a:lnTo>
                <a:lnTo>
                  <a:pt x="1190625" y="2752725"/>
                </a:lnTo>
                <a:lnTo>
                  <a:pt x="1181100" y="2752725"/>
                </a:lnTo>
                <a:lnTo>
                  <a:pt x="1181100" y="2733675"/>
                </a:lnTo>
                <a:lnTo>
                  <a:pt x="1190625" y="2733675"/>
                </a:lnTo>
                <a:close/>
                <a:moveTo>
                  <a:pt x="1609725" y="2705100"/>
                </a:moveTo>
                <a:lnTo>
                  <a:pt x="1628775" y="2705100"/>
                </a:lnTo>
                <a:lnTo>
                  <a:pt x="1628775" y="2724150"/>
                </a:lnTo>
                <a:lnTo>
                  <a:pt x="1600200" y="2724150"/>
                </a:lnTo>
                <a:lnTo>
                  <a:pt x="1600200" y="2733675"/>
                </a:lnTo>
                <a:lnTo>
                  <a:pt x="1590675" y="2733675"/>
                </a:lnTo>
                <a:lnTo>
                  <a:pt x="1590675" y="2714625"/>
                </a:lnTo>
                <a:lnTo>
                  <a:pt x="1609725" y="2714625"/>
                </a:lnTo>
                <a:close/>
                <a:moveTo>
                  <a:pt x="295275" y="2714625"/>
                </a:moveTo>
                <a:lnTo>
                  <a:pt x="304800" y="2714625"/>
                </a:lnTo>
                <a:lnTo>
                  <a:pt x="304800" y="2752725"/>
                </a:lnTo>
                <a:lnTo>
                  <a:pt x="295275" y="2752725"/>
                </a:lnTo>
                <a:lnTo>
                  <a:pt x="295275" y="2743200"/>
                </a:lnTo>
                <a:lnTo>
                  <a:pt x="285750" y="2743200"/>
                </a:lnTo>
                <a:lnTo>
                  <a:pt x="285750" y="2724150"/>
                </a:lnTo>
                <a:lnTo>
                  <a:pt x="295275" y="2724150"/>
                </a:lnTo>
                <a:close/>
                <a:moveTo>
                  <a:pt x="390525" y="2714625"/>
                </a:moveTo>
                <a:lnTo>
                  <a:pt x="419100" y="2714625"/>
                </a:lnTo>
                <a:lnTo>
                  <a:pt x="419100" y="2733675"/>
                </a:lnTo>
                <a:lnTo>
                  <a:pt x="428625" y="2733675"/>
                </a:lnTo>
                <a:lnTo>
                  <a:pt x="428625" y="2743200"/>
                </a:lnTo>
                <a:lnTo>
                  <a:pt x="419100" y="2743200"/>
                </a:lnTo>
                <a:lnTo>
                  <a:pt x="419100" y="2752725"/>
                </a:lnTo>
                <a:lnTo>
                  <a:pt x="409575" y="2752725"/>
                </a:lnTo>
                <a:lnTo>
                  <a:pt x="409575" y="2762250"/>
                </a:lnTo>
                <a:lnTo>
                  <a:pt x="381000" y="2762250"/>
                </a:lnTo>
                <a:lnTo>
                  <a:pt x="381000" y="2752725"/>
                </a:lnTo>
                <a:lnTo>
                  <a:pt x="400050" y="2752725"/>
                </a:lnTo>
                <a:lnTo>
                  <a:pt x="400050" y="2743200"/>
                </a:lnTo>
                <a:lnTo>
                  <a:pt x="409575" y="2743200"/>
                </a:lnTo>
                <a:lnTo>
                  <a:pt x="409575" y="2724150"/>
                </a:lnTo>
                <a:lnTo>
                  <a:pt x="390525" y="2724150"/>
                </a:lnTo>
                <a:close/>
                <a:moveTo>
                  <a:pt x="1409700" y="2714625"/>
                </a:moveTo>
                <a:lnTo>
                  <a:pt x="1428750" y="2714625"/>
                </a:lnTo>
                <a:lnTo>
                  <a:pt x="1428750" y="2724150"/>
                </a:lnTo>
                <a:lnTo>
                  <a:pt x="1409700" y="2724150"/>
                </a:lnTo>
                <a:close/>
                <a:moveTo>
                  <a:pt x="1457325" y="2714625"/>
                </a:moveTo>
                <a:lnTo>
                  <a:pt x="1581150" y="2714625"/>
                </a:lnTo>
                <a:lnTo>
                  <a:pt x="1581150" y="2724150"/>
                </a:lnTo>
                <a:lnTo>
                  <a:pt x="1571625" y="2724150"/>
                </a:lnTo>
                <a:lnTo>
                  <a:pt x="1571625" y="2743200"/>
                </a:lnTo>
                <a:lnTo>
                  <a:pt x="1581150" y="2743200"/>
                </a:lnTo>
                <a:lnTo>
                  <a:pt x="1581150" y="2762250"/>
                </a:lnTo>
                <a:lnTo>
                  <a:pt x="1571625" y="2762250"/>
                </a:lnTo>
                <a:lnTo>
                  <a:pt x="1571625" y="2781300"/>
                </a:lnTo>
                <a:lnTo>
                  <a:pt x="1552575" y="2781300"/>
                </a:lnTo>
                <a:lnTo>
                  <a:pt x="1552575" y="2771775"/>
                </a:lnTo>
                <a:lnTo>
                  <a:pt x="1543050" y="2771775"/>
                </a:lnTo>
                <a:lnTo>
                  <a:pt x="1543050" y="2762250"/>
                </a:lnTo>
                <a:lnTo>
                  <a:pt x="1524000" y="2762250"/>
                </a:lnTo>
                <a:lnTo>
                  <a:pt x="1524000" y="2752725"/>
                </a:lnTo>
                <a:lnTo>
                  <a:pt x="1514475" y="2752725"/>
                </a:lnTo>
                <a:lnTo>
                  <a:pt x="1514475" y="2743200"/>
                </a:lnTo>
                <a:lnTo>
                  <a:pt x="1495425" y="2743200"/>
                </a:lnTo>
                <a:lnTo>
                  <a:pt x="1495425" y="2752725"/>
                </a:lnTo>
                <a:lnTo>
                  <a:pt x="1504950" y="2752725"/>
                </a:lnTo>
                <a:lnTo>
                  <a:pt x="1504950" y="2771775"/>
                </a:lnTo>
                <a:lnTo>
                  <a:pt x="1514475" y="2771775"/>
                </a:lnTo>
                <a:lnTo>
                  <a:pt x="1514475" y="2790825"/>
                </a:lnTo>
                <a:lnTo>
                  <a:pt x="1504950" y="2790825"/>
                </a:lnTo>
                <a:lnTo>
                  <a:pt x="1504950" y="2800350"/>
                </a:lnTo>
                <a:lnTo>
                  <a:pt x="1495425" y="2800350"/>
                </a:lnTo>
                <a:lnTo>
                  <a:pt x="1495425" y="2828925"/>
                </a:lnTo>
                <a:lnTo>
                  <a:pt x="1476375" y="2828925"/>
                </a:lnTo>
                <a:lnTo>
                  <a:pt x="1476375" y="2838450"/>
                </a:lnTo>
                <a:lnTo>
                  <a:pt x="1485900" y="2838450"/>
                </a:lnTo>
                <a:lnTo>
                  <a:pt x="1485900" y="2876550"/>
                </a:lnTo>
                <a:lnTo>
                  <a:pt x="1495425" y="2876550"/>
                </a:lnTo>
                <a:lnTo>
                  <a:pt x="1495425" y="2867025"/>
                </a:lnTo>
                <a:lnTo>
                  <a:pt x="1504950" y="2867025"/>
                </a:lnTo>
                <a:lnTo>
                  <a:pt x="1504950" y="2838450"/>
                </a:lnTo>
                <a:lnTo>
                  <a:pt x="1524000" y="2838450"/>
                </a:lnTo>
                <a:lnTo>
                  <a:pt x="1524000" y="2828925"/>
                </a:lnTo>
                <a:lnTo>
                  <a:pt x="1533525" y="2828925"/>
                </a:lnTo>
                <a:lnTo>
                  <a:pt x="1533525" y="2847975"/>
                </a:lnTo>
                <a:lnTo>
                  <a:pt x="1543050" y="2847975"/>
                </a:lnTo>
                <a:lnTo>
                  <a:pt x="1543050" y="2857500"/>
                </a:lnTo>
                <a:lnTo>
                  <a:pt x="1552575" y="2857500"/>
                </a:lnTo>
                <a:lnTo>
                  <a:pt x="1552575" y="2886075"/>
                </a:lnTo>
                <a:lnTo>
                  <a:pt x="1581150" y="2886075"/>
                </a:lnTo>
                <a:lnTo>
                  <a:pt x="1581150" y="2876550"/>
                </a:lnTo>
                <a:lnTo>
                  <a:pt x="1590675" y="2876550"/>
                </a:lnTo>
                <a:lnTo>
                  <a:pt x="1590675" y="2867025"/>
                </a:lnTo>
                <a:lnTo>
                  <a:pt x="1600200" y="2867025"/>
                </a:lnTo>
                <a:lnTo>
                  <a:pt x="1600200" y="2857500"/>
                </a:lnTo>
                <a:lnTo>
                  <a:pt x="1571625" y="2857500"/>
                </a:lnTo>
                <a:lnTo>
                  <a:pt x="1571625" y="2847975"/>
                </a:lnTo>
                <a:lnTo>
                  <a:pt x="1562100" y="2847975"/>
                </a:lnTo>
                <a:lnTo>
                  <a:pt x="1562100" y="2838450"/>
                </a:lnTo>
                <a:lnTo>
                  <a:pt x="1571625" y="2838450"/>
                </a:lnTo>
                <a:lnTo>
                  <a:pt x="1571625" y="2819400"/>
                </a:lnTo>
                <a:lnTo>
                  <a:pt x="1581150" y="2819400"/>
                </a:lnTo>
                <a:lnTo>
                  <a:pt x="1581150" y="2828925"/>
                </a:lnTo>
                <a:lnTo>
                  <a:pt x="1600200" y="2828925"/>
                </a:lnTo>
                <a:lnTo>
                  <a:pt x="1600200" y="2809875"/>
                </a:lnTo>
                <a:lnTo>
                  <a:pt x="1571625" y="2809875"/>
                </a:lnTo>
                <a:lnTo>
                  <a:pt x="1571625" y="2800350"/>
                </a:lnTo>
                <a:lnTo>
                  <a:pt x="1581150" y="2800350"/>
                </a:lnTo>
                <a:lnTo>
                  <a:pt x="1581150" y="2790825"/>
                </a:lnTo>
                <a:lnTo>
                  <a:pt x="1590675" y="2790825"/>
                </a:lnTo>
                <a:lnTo>
                  <a:pt x="1590675" y="2800350"/>
                </a:lnTo>
                <a:lnTo>
                  <a:pt x="1600200" y="2800350"/>
                </a:lnTo>
                <a:lnTo>
                  <a:pt x="1600200" y="2809875"/>
                </a:lnTo>
                <a:lnTo>
                  <a:pt x="1609725" y="2809875"/>
                </a:lnTo>
                <a:lnTo>
                  <a:pt x="1609725" y="2828925"/>
                </a:lnTo>
                <a:lnTo>
                  <a:pt x="1600200" y="2828925"/>
                </a:lnTo>
                <a:lnTo>
                  <a:pt x="1600200" y="2857500"/>
                </a:lnTo>
                <a:lnTo>
                  <a:pt x="1609725" y="2857500"/>
                </a:lnTo>
                <a:lnTo>
                  <a:pt x="1609725" y="2867025"/>
                </a:lnTo>
                <a:lnTo>
                  <a:pt x="1619250" y="2867025"/>
                </a:lnTo>
                <a:lnTo>
                  <a:pt x="1619250" y="2876550"/>
                </a:lnTo>
                <a:lnTo>
                  <a:pt x="1628775" y="2876550"/>
                </a:lnTo>
                <a:lnTo>
                  <a:pt x="1628775" y="2886075"/>
                </a:lnTo>
                <a:lnTo>
                  <a:pt x="1638300" y="2886075"/>
                </a:lnTo>
                <a:lnTo>
                  <a:pt x="1638300" y="2895600"/>
                </a:lnTo>
                <a:lnTo>
                  <a:pt x="1666875" y="2895600"/>
                </a:lnTo>
                <a:lnTo>
                  <a:pt x="1666875" y="2886075"/>
                </a:lnTo>
                <a:lnTo>
                  <a:pt x="1657350" y="2886075"/>
                </a:lnTo>
                <a:lnTo>
                  <a:pt x="1657350" y="2876550"/>
                </a:lnTo>
                <a:lnTo>
                  <a:pt x="1647825" y="2876550"/>
                </a:lnTo>
                <a:lnTo>
                  <a:pt x="1647825" y="2867025"/>
                </a:lnTo>
                <a:lnTo>
                  <a:pt x="1628775" y="2867025"/>
                </a:lnTo>
                <a:lnTo>
                  <a:pt x="1628775" y="2857500"/>
                </a:lnTo>
                <a:lnTo>
                  <a:pt x="1657350" y="2857500"/>
                </a:lnTo>
                <a:lnTo>
                  <a:pt x="1657350" y="2828925"/>
                </a:lnTo>
                <a:lnTo>
                  <a:pt x="1695450" y="2828925"/>
                </a:lnTo>
                <a:lnTo>
                  <a:pt x="1695450" y="2819400"/>
                </a:lnTo>
                <a:lnTo>
                  <a:pt x="1733550" y="2819400"/>
                </a:lnTo>
                <a:lnTo>
                  <a:pt x="1733550" y="2828925"/>
                </a:lnTo>
                <a:lnTo>
                  <a:pt x="1714500" y="2828925"/>
                </a:lnTo>
                <a:lnTo>
                  <a:pt x="1714500" y="2838450"/>
                </a:lnTo>
                <a:lnTo>
                  <a:pt x="1685925" y="2838450"/>
                </a:lnTo>
                <a:lnTo>
                  <a:pt x="1685925" y="2847975"/>
                </a:lnTo>
                <a:lnTo>
                  <a:pt x="1676400" y="2847975"/>
                </a:lnTo>
                <a:lnTo>
                  <a:pt x="1676400" y="2857500"/>
                </a:lnTo>
                <a:lnTo>
                  <a:pt x="1666875" y="2857500"/>
                </a:lnTo>
                <a:lnTo>
                  <a:pt x="1666875" y="2876550"/>
                </a:lnTo>
                <a:lnTo>
                  <a:pt x="1676400" y="2876550"/>
                </a:lnTo>
                <a:lnTo>
                  <a:pt x="1676400" y="2886075"/>
                </a:lnTo>
                <a:lnTo>
                  <a:pt x="1685925" y="2886075"/>
                </a:lnTo>
                <a:lnTo>
                  <a:pt x="1685925" y="2895600"/>
                </a:lnTo>
                <a:lnTo>
                  <a:pt x="1695450" y="2895600"/>
                </a:lnTo>
                <a:lnTo>
                  <a:pt x="1695450" y="2914650"/>
                </a:lnTo>
                <a:lnTo>
                  <a:pt x="1666875" y="2914650"/>
                </a:lnTo>
                <a:lnTo>
                  <a:pt x="1666875" y="2943225"/>
                </a:lnTo>
                <a:lnTo>
                  <a:pt x="1676400" y="2943225"/>
                </a:lnTo>
                <a:lnTo>
                  <a:pt x="1676400" y="2952750"/>
                </a:lnTo>
                <a:lnTo>
                  <a:pt x="1685925" y="2952750"/>
                </a:lnTo>
                <a:lnTo>
                  <a:pt x="1685925" y="2943225"/>
                </a:lnTo>
                <a:lnTo>
                  <a:pt x="1695450" y="2943225"/>
                </a:lnTo>
                <a:lnTo>
                  <a:pt x="1695450" y="2914650"/>
                </a:lnTo>
                <a:lnTo>
                  <a:pt x="1704975" y="2914650"/>
                </a:lnTo>
                <a:lnTo>
                  <a:pt x="1704975" y="2905125"/>
                </a:lnTo>
                <a:lnTo>
                  <a:pt x="1714500" y="2905125"/>
                </a:lnTo>
                <a:lnTo>
                  <a:pt x="1714500" y="2914650"/>
                </a:lnTo>
                <a:lnTo>
                  <a:pt x="1724025" y="2914650"/>
                </a:lnTo>
                <a:lnTo>
                  <a:pt x="1724025" y="2905125"/>
                </a:lnTo>
                <a:lnTo>
                  <a:pt x="1743075" y="2905125"/>
                </a:lnTo>
                <a:lnTo>
                  <a:pt x="1743075" y="2914650"/>
                </a:lnTo>
                <a:lnTo>
                  <a:pt x="1752600" y="2914650"/>
                </a:lnTo>
                <a:lnTo>
                  <a:pt x="1752600" y="2933700"/>
                </a:lnTo>
                <a:lnTo>
                  <a:pt x="1762125" y="2933700"/>
                </a:lnTo>
                <a:lnTo>
                  <a:pt x="1762125" y="2943225"/>
                </a:lnTo>
                <a:lnTo>
                  <a:pt x="1781175" y="2943225"/>
                </a:lnTo>
                <a:lnTo>
                  <a:pt x="1781175" y="2933700"/>
                </a:lnTo>
                <a:lnTo>
                  <a:pt x="1819275" y="2933700"/>
                </a:lnTo>
                <a:lnTo>
                  <a:pt x="1819275" y="2962275"/>
                </a:lnTo>
                <a:lnTo>
                  <a:pt x="1809750" y="2962275"/>
                </a:lnTo>
                <a:lnTo>
                  <a:pt x="1809750" y="2990850"/>
                </a:lnTo>
                <a:lnTo>
                  <a:pt x="1771650" y="2990850"/>
                </a:lnTo>
                <a:lnTo>
                  <a:pt x="1771650" y="3019425"/>
                </a:lnTo>
                <a:lnTo>
                  <a:pt x="1762125" y="3019425"/>
                </a:lnTo>
                <a:lnTo>
                  <a:pt x="1762125" y="3028950"/>
                </a:lnTo>
                <a:lnTo>
                  <a:pt x="1733550" y="3028950"/>
                </a:lnTo>
                <a:lnTo>
                  <a:pt x="1733550" y="3038475"/>
                </a:lnTo>
                <a:lnTo>
                  <a:pt x="1724025" y="3038475"/>
                </a:lnTo>
                <a:lnTo>
                  <a:pt x="1724025" y="3019425"/>
                </a:lnTo>
                <a:lnTo>
                  <a:pt x="1733550" y="3019425"/>
                </a:lnTo>
                <a:lnTo>
                  <a:pt x="1733550" y="3009900"/>
                </a:lnTo>
                <a:lnTo>
                  <a:pt x="1704975" y="3009900"/>
                </a:lnTo>
                <a:lnTo>
                  <a:pt x="1704975" y="3000375"/>
                </a:lnTo>
                <a:lnTo>
                  <a:pt x="1695450" y="3000375"/>
                </a:lnTo>
                <a:lnTo>
                  <a:pt x="1695450" y="3028950"/>
                </a:lnTo>
                <a:lnTo>
                  <a:pt x="1685925" y="3028950"/>
                </a:lnTo>
                <a:lnTo>
                  <a:pt x="1685925" y="3019425"/>
                </a:lnTo>
                <a:lnTo>
                  <a:pt x="1657350" y="3019425"/>
                </a:lnTo>
                <a:lnTo>
                  <a:pt x="1657350" y="3048000"/>
                </a:lnTo>
                <a:lnTo>
                  <a:pt x="1676400" y="3048000"/>
                </a:lnTo>
                <a:lnTo>
                  <a:pt x="1676400" y="3057525"/>
                </a:lnTo>
                <a:lnTo>
                  <a:pt x="1657350" y="3057525"/>
                </a:lnTo>
                <a:lnTo>
                  <a:pt x="1657350" y="3067050"/>
                </a:lnTo>
                <a:lnTo>
                  <a:pt x="1666875" y="3067050"/>
                </a:lnTo>
                <a:lnTo>
                  <a:pt x="1666875" y="3076575"/>
                </a:lnTo>
                <a:lnTo>
                  <a:pt x="1685925" y="3076575"/>
                </a:lnTo>
                <a:lnTo>
                  <a:pt x="1685925" y="3067050"/>
                </a:lnTo>
                <a:lnTo>
                  <a:pt x="1695450" y="3067050"/>
                </a:lnTo>
                <a:lnTo>
                  <a:pt x="1695450" y="3057525"/>
                </a:lnTo>
                <a:lnTo>
                  <a:pt x="1704975" y="3057525"/>
                </a:lnTo>
                <a:lnTo>
                  <a:pt x="1704975" y="3048000"/>
                </a:lnTo>
                <a:lnTo>
                  <a:pt x="1714500" y="3048000"/>
                </a:lnTo>
                <a:lnTo>
                  <a:pt x="1714500" y="3057525"/>
                </a:lnTo>
                <a:lnTo>
                  <a:pt x="1704975" y="3057525"/>
                </a:lnTo>
                <a:lnTo>
                  <a:pt x="1704975" y="3086100"/>
                </a:lnTo>
                <a:lnTo>
                  <a:pt x="1685925" y="3086100"/>
                </a:lnTo>
                <a:lnTo>
                  <a:pt x="1685925" y="3095625"/>
                </a:lnTo>
                <a:lnTo>
                  <a:pt x="1676400" y="3095625"/>
                </a:lnTo>
                <a:lnTo>
                  <a:pt x="1676400" y="3105150"/>
                </a:lnTo>
                <a:lnTo>
                  <a:pt x="1666875" y="3105150"/>
                </a:lnTo>
                <a:lnTo>
                  <a:pt x="1666875" y="3095625"/>
                </a:lnTo>
                <a:lnTo>
                  <a:pt x="1657350" y="3095625"/>
                </a:lnTo>
                <a:lnTo>
                  <a:pt x="1657350" y="3086100"/>
                </a:lnTo>
                <a:lnTo>
                  <a:pt x="1647825" y="3086100"/>
                </a:lnTo>
                <a:lnTo>
                  <a:pt x="1647825" y="3076575"/>
                </a:lnTo>
                <a:lnTo>
                  <a:pt x="1638300" y="3076575"/>
                </a:lnTo>
                <a:lnTo>
                  <a:pt x="1638300" y="3057525"/>
                </a:lnTo>
                <a:lnTo>
                  <a:pt x="1628775" y="3057525"/>
                </a:lnTo>
                <a:lnTo>
                  <a:pt x="1628775" y="3048000"/>
                </a:lnTo>
                <a:lnTo>
                  <a:pt x="1619250" y="3048000"/>
                </a:lnTo>
                <a:lnTo>
                  <a:pt x="1619250" y="3038475"/>
                </a:lnTo>
                <a:lnTo>
                  <a:pt x="1628775" y="3038475"/>
                </a:lnTo>
                <a:lnTo>
                  <a:pt x="1628775" y="3019425"/>
                </a:lnTo>
                <a:lnTo>
                  <a:pt x="1647825" y="3019425"/>
                </a:lnTo>
                <a:lnTo>
                  <a:pt x="1647825" y="3009900"/>
                </a:lnTo>
                <a:lnTo>
                  <a:pt x="1657350" y="3009900"/>
                </a:lnTo>
                <a:lnTo>
                  <a:pt x="1657350" y="3000375"/>
                </a:lnTo>
                <a:lnTo>
                  <a:pt x="1647825" y="3000375"/>
                </a:lnTo>
                <a:lnTo>
                  <a:pt x="1647825" y="2990850"/>
                </a:lnTo>
                <a:lnTo>
                  <a:pt x="1657350" y="2990850"/>
                </a:lnTo>
                <a:lnTo>
                  <a:pt x="1657350" y="2981325"/>
                </a:lnTo>
                <a:lnTo>
                  <a:pt x="1666875" y="2981325"/>
                </a:lnTo>
                <a:lnTo>
                  <a:pt x="1666875" y="2962275"/>
                </a:lnTo>
                <a:lnTo>
                  <a:pt x="1619250" y="2962275"/>
                </a:lnTo>
                <a:lnTo>
                  <a:pt x="1619250" y="2943225"/>
                </a:lnTo>
                <a:lnTo>
                  <a:pt x="1600200" y="2943225"/>
                </a:lnTo>
                <a:lnTo>
                  <a:pt x="1600200" y="2905125"/>
                </a:lnTo>
                <a:lnTo>
                  <a:pt x="1609725" y="2905125"/>
                </a:lnTo>
                <a:lnTo>
                  <a:pt x="1609725" y="2886075"/>
                </a:lnTo>
                <a:lnTo>
                  <a:pt x="1600200" y="2886075"/>
                </a:lnTo>
                <a:lnTo>
                  <a:pt x="1600200" y="2895600"/>
                </a:lnTo>
                <a:lnTo>
                  <a:pt x="1581150" y="2895600"/>
                </a:lnTo>
                <a:lnTo>
                  <a:pt x="1581150" y="2905125"/>
                </a:lnTo>
                <a:lnTo>
                  <a:pt x="1562100" y="2905125"/>
                </a:lnTo>
                <a:lnTo>
                  <a:pt x="1562100" y="2914650"/>
                </a:lnTo>
                <a:lnTo>
                  <a:pt x="1552575" y="2914650"/>
                </a:lnTo>
                <a:lnTo>
                  <a:pt x="1552575" y="2943225"/>
                </a:lnTo>
                <a:lnTo>
                  <a:pt x="1571625" y="2943225"/>
                </a:lnTo>
                <a:lnTo>
                  <a:pt x="1571625" y="2952750"/>
                </a:lnTo>
                <a:lnTo>
                  <a:pt x="1581150" y="2952750"/>
                </a:lnTo>
                <a:lnTo>
                  <a:pt x="1581150" y="2971800"/>
                </a:lnTo>
                <a:lnTo>
                  <a:pt x="1600200" y="2971800"/>
                </a:lnTo>
                <a:lnTo>
                  <a:pt x="1600200" y="2990850"/>
                </a:lnTo>
                <a:lnTo>
                  <a:pt x="1609725" y="2990850"/>
                </a:lnTo>
                <a:lnTo>
                  <a:pt x="1609725" y="3000375"/>
                </a:lnTo>
                <a:lnTo>
                  <a:pt x="1600200" y="3000375"/>
                </a:lnTo>
                <a:lnTo>
                  <a:pt x="1600200" y="3009900"/>
                </a:lnTo>
                <a:lnTo>
                  <a:pt x="1609725" y="3009900"/>
                </a:lnTo>
                <a:lnTo>
                  <a:pt x="1609725" y="3038475"/>
                </a:lnTo>
                <a:lnTo>
                  <a:pt x="1590675" y="3038475"/>
                </a:lnTo>
                <a:lnTo>
                  <a:pt x="1590675" y="3057525"/>
                </a:lnTo>
                <a:lnTo>
                  <a:pt x="1609725" y="3057525"/>
                </a:lnTo>
                <a:lnTo>
                  <a:pt x="1609725" y="3076575"/>
                </a:lnTo>
                <a:lnTo>
                  <a:pt x="1590675" y="3076575"/>
                </a:lnTo>
                <a:lnTo>
                  <a:pt x="1590675" y="3067050"/>
                </a:lnTo>
                <a:lnTo>
                  <a:pt x="1581150" y="3067050"/>
                </a:lnTo>
                <a:lnTo>
                  <a:pt x="1581150" y="3076575"/>
                </a:lnTo>
                <a:lnTo>
                  <a:pt x="1571625" y="3076575"/>
                </a:lnTo>
                <a:lnTo>
                  <a:pt x="1571625" y="3086100"/>
                </a:lnTo>
                <a:lnTo>
                  <a:pt x="1562100" y="3086100"/>
                </a:lnTo>
                <a:lnTo>
                  <a:pt x="1562100" y="3067050"/>
                </a:lnTo>
                <a:lnTo>
                  <a:pt x="1552575" y="3067050"/>
                </a:lnTo>
                <a:lnTo>
                  <a:pt x="1552575" y="3048000"/>
                </a:lnTo>
                <a:lnTo>
                  <a:pt x="1533525" y="3048000"/>
                </a:lnTo>
                <a:lnTo>
                  <a:pt x="1533525" y="3057525"/>
                </a:lnTo>
                <a:lnTo>
                  <a:pt x="1524000" y="3057525"/>
                </a:lnTo>
                <a:lnTo>
                  <a:pt x="1524000" y="3076575"/>
                </a:lnTo>
                <a:lnTo>
                  <a:pt x="1514475" y="3076575"/>
                </a:lnTo>
                <a:lnTo>
                  <a:pt x="1514475" y="3086100"/>
                </a:lnTo>
                <a:lnTo>
                  <a:pt x="1533525" y="3086100"/>
                </a:lnTo>
                <a:lnTo>
                  <a:pt x="1533525" y="3095625"/>
                </a:lnTo>
                <a:lnTo>
                  <a:pt x="1514475" y="3095625"/>
                </a:lnTo>
                <a:lnTo>
                  <a:pt x="1514475" y="3114675"/>
                </a:lnTo>
                <a:lnTo>
                  <a:pt x="1504950" y="3114675"/>
                </a:lnTo>
                <a:lnTo>
                  <a:pt x="1504950" y="3124200"/>
                </a:lnTo>
                <a:lnTo>
                  <a:pt x="1495425" y="3124200"/>
                </a:lnTo>
                <a:lnTo>
                  <a:pt x="1495425" y="3114675"/>
                </a:lnTo>
                <a:lnTo>
                  <a:pt x="1476375" y="3114675"/>
                </a:lnTo>
                <a:lnTo>
                  <a:pt x="1476375" y="3095625"/>
                </a:lnTo>
                <a:lnTo>
                  <a:pt x="1447800" y="3095625"/>
                </a:lnTo>
                <a:lnTo>
                  <a:pt x="1447800" y="3152775"/>
                </a:lnTo>
                <a:lnTo>
                  <a:pt x="1457325" y="3152775"/>
                </a:lnTo>
                <a:lnTo>
                  <a:pt x="1457325" y="3162300"/>
                </a:lnTo>
                <a:lnTo>
                  <a:pt x="1447800" y="3162300"/>
                </a:lnTo>
                <a:lnTo>
                  <a:pt x="1447800" y="3171825"/>
                </a:lnTo>
                <a:lnTo>
                  <a:pt x="1457325" y="3171825"/>
                </a:lnTo>
                <a:lnTo>
                  <a:pt x="1457325" y="3190875"/>
                </a:lnTo>
                <a:lnTo>
                  <a:pt x="1485900" y="3190875"/>
                </a:lnTo>
                <a:lnTo>
                  <a:pt x="1485900" y="3200400"/>
                </a:lnTo>
                <a:lnTo>
                  <a:pt x="1457325" y="3200400"/>
                </a:lnTo>
                <a:lnTo>
                  <a:pt x="1457325" y="3219450"/>
                </a:lnTo>
                <a:lnTo>
                  <a:pt x="1447800" y="3219450"/>
                </a:lnTo>
                <a:lnTo>
                  <a:pt x="1447800" y="3209925"/>
                </a:lnTo>
                <a:lnTo>
                  <a:pt x="1428750" y="3209925"/>
                </a:lnTo>
                <a:lnTo>
                  <a:pt x="1428750" y="3200400"/>
                </a:lnTo>
                <a:lnTo>
                  <a:pt x="1447800" y="3200400"/>
                </a:lnTo>
                <a:lnTo>
                  <a:pt x="1447800" y="3190875"/>
                </a:lnTo>
                <a:lnTo>
                  <a:pt x="1438275" y="3190875"/>
                </a:lnTo>
                <a:lnTo>
                  <a:pt x="1438275" y="3181350"/>
                </a:lnTo>
                <a:lnTo>
                  <a:pt x="1428750" y="3181350"/>
                </a:lnTo>
                <a:lnTo>
                  <a:pt x="1428750" y="3152775"/>
                </a:lnTo>
                <a:lnTo>
                  <a:pt x="1419225" y="3152775"/>
                </a:lnTo>
                <a:lnTo>
                  <a:pt x="1419225" y="3143250"/>
                </a:lnTo>
                <a:lnTo>
                  <a:pt x="1428750" y="3143250"/>
                </a:lnTo>
                <a:lnTo>
                  <a:pt x="1428750" y="3124200"/>
                </a:lnTo>
                <a:lnTo>
                  <a:pt x="1438275" y="3124200"/>
                </a:lnTo>
                <a:lnTo>
                  <a:pt x="1438275" y="3114675"/>
                </a:lnTo>
                <a:lnTo>
                  <a:pt x="1419225" y="3114675"/>
                </a:lnTo>
                <a:lnTo>
                  <a:pt x="1419225" y="3124200"/>
                </a:lnTo>
                <a:lnTo>
                  <a:pt x="1409700" y="3124200"/>
                </a:lnTo>
                <a:lnTo>
                  <a:pt x="1409700" y="3114675"/>
                </a:lnTo>
                <a:lnTo>
                  <a:pt x="1381125" y="3114675"/>
                </a:lnTo>
                <a:lnTo>
                  <a:pt x="1381125" y="3143250"/>
                </a:lnTo>
                <a:lnTo>
                  <a:pt x="1400175" y="3143250"/>
                </a:lnTo>
                <a:lnTo>
                  <a:pt x="1400175" y="3152775"/>
                </a:lnTo>
                <a:lnTo>
                  <a:pt x="1409700" y="3152775"/>
                </a:lnTo>
                <a:lnTo>
                  <a:pt x="1409700" y="3162300"/>
                </a:lnTo>
                <a:lnTo>
                  <a:pt x="1352550" y="3162300"/>
                </a:lnTo>
                <a:lnTo>
                  <a:pt x="1352550" y="3171825"/>
                </a:lnTo>
                <a:lnTo>
                  <a:pt x="1343025" y="3171825"/>
                </a:lnTo>
                <a:lnTo>
                  <a:pt x="1343025" y="3162300"/>
                </a:lnTo>
                <a:lnTo>
                  <a:pt x="1333500" y="3162300"/>
                </a:lnTo>
                <a:lnTo>
                  <a:pt x="1333500" y="3171825"/>
                </a:lnTo>
                <a:lnTo>
                  <a:pt x="1314450" y="3171825"/>
                </a:lnTo>
                <a:lnTo>
                  <a:pt x="1314450" y="3181350"/>
                </a:lnTo>
                <a:lnTo>
                  <a:pt x="1304925" y="3181350"/>
                </a:lnTo>
                <a:lnTo>
                  <a:pt x="1304925" y="3171825"/>
                </a:lnTo>
                <a:lnTo>
                  <a:pt x="1295400" y="3171825"/>
                </a:lnTo>
                <a:lnTo>
                  <a:pt x="1295400" y="3162300"/>
                </a:lnTo>
                <a:lnTo>
                  <a:pt x="1304925" y="3162300"/>
                </a:lnTo>
                <a:lnTo>
                  <a:pt x="1304925" y="3143250"/>
                </a:lnTo>
                <a:lnTo>
                  <a:pt x="1314450" y="3143250"/>
                </a:lnTo>
                <a:lnTo>
                  <a:pt x="1314450" y="3124200"/>
                </a:lnTo>
                <a:lnTo>
                  <a:pt x="1323975" y="3124200"/>
                </a:lnTo>
                <a:lnTo>
                  <a:pt x="1323975" y="3114675"/>
                </a:lnTo>
                <a:lnTo>
                  <a:pt x="1333500" y="3114675"/>
                </a:lnTo>
                <a:lnTo>
                  <a:pt x="1333500" y="3105150"/>
                </a:lnTo>
                <a:lnTo>
                  <a:pt x="1352550" y="3105150"/>
                </a:lnTo>
                <a:lnTo>
                  <a:pt x="1352550" y="3076575"/>
                </a:lnTo>
                <a:lnTo>
                  <a:pt x="1323975" y="3076575"/>
                </a:lnTo>
                <a:lnTo>
                  <a:pt x="1323975" y="3095625"/>
                </a:lnTo>
                <a:lnTo>
                  <a:pt x="1304925" y="3095625"/>
                </a:lnTo>
                <a:lnTo>
                  <a:pt x="1304925" y="3086100"/>
                </a:lnTo>
                <a:lnTo>
                  <a:pt x="1295400" y="3086100"/>
                </a:lnTo>
                <a:lnTo>
                  <a:pt x="1295400" y="3076575"/>
                </a:lnTo>
                <a:lnTo>
                  <a:pt x="1266825" y="3076575"/>
                </a:lnTo>
                <a:lnTo>
                  <a:pt x="1266825" y="3057525"/>
                </a:lnTo>
                <a:lnTo>
                  <a:pt x="1257300" y="3057525"/>
                </a:lnTo>
                <a:lnTo>
                  <a:pt x="1257300" y="3048000"/>
                </a:lnTo>
                <a:lnTo>
                  <a:pt x="1219200" y="3048000"/>
                </a:lnTo>
                <a:lnTo>
                  <a:pt x="1219200" y="3028950"/>
                </a:lnTo>
                <a:lnTo>
                  <a:pt x="1209675" y="3028950"/>
                </a:lnTo>
                <a:lnTo>
                  <a:pt x="1209675" y="3048000"/>
                </a:lnTo>
                <a:lnTo>
                  <a:pt x="1190625" y="3048000"/>
                </a:lnTo>
                <a:lnTo>
                  <a:pt x="1190625" y="3067050"/>
                </a:lnTo>
                <a:lnTo>
                  <a:pt x="1171575" y="3067050"/>
                </a:lnTo>
                <a:lnTo>
                  <a:pt x="1171575" y="3057525"/>
                </a:lnTo>
                <a:lnTo>
                  <a:pt x="1143000" y="3057525"/>
                </a:lnTo>
                <a:lnTo>
                  <a:pt x="1143000" y="3067050"/>
                </a:lnTo>
                <a:lnTo>
                  <a:pt x="1123950" y="3067050"/>
                </a:lnTo>
                <a:lnTo>
                  <a:pt x="1123950" y="3038475"/>
                </a:lnTo>
                <a:lnTo>
                  <a:pt x="1104900" y="3038475"/>
                </a:lnTo>
                <a:lnTo>
                  <a:pt x="1104900" y="3057525"/>
                </a:lnTo>
                <a:lnTo>
                  <a:pt x="1114425" y="3057525"/>
                </a:lnTo>
                <a:lnTo>
                  <a:pt x="1114425" y="3086100"/>
                </a:lnTo>
                <a:lnTo>
                  <a:pt x="1095375" y="3086100"/>
                </a:lnTo>
                <a:lnTo>
                  <a:pt x="1095375" y="3095625"/>
                </a:lnTo>
                <a:lnTo>
                  <a:pt x="1085850" y="3095625"/>
                </a:lnTo>
                <a:lnTo>
                  <a:pt x="1085850" y="3105150"/>
                </a:lnTo>
                <a:lnTo>
                  <a:pt x="1095375" y="3105150"/>
                </a:lnTo>
                <a:lnTo>
                  <a:pt x="1095375" y="3114675"/>
                </a:lnTo>
                <a:lnTo>
                  <a:pt x="1085850" y="3114675"/>
                </a:lnTo>
                <a:lnTo>
                  <a:pt x="1085850" y="3133725"/>
                </a:lnTo>
                <a:lnTo>
                  <a:pt x="1047750" y="3133725"/>
                </a:lnTo>
                <a:lnTo>
                  <a:pt x="1047750" y="3143250"/>
                </a:lnTo>
                <a:lnTo>
                  <a:pt x="1038225" y="3143250"/>
                </a:lnTo>
                <a:lnTo>
                  <a:pt x="1038225" y="3124200"/>
                </a:lnTo>
                <a:lnTo>
                  <a:pt x="1047750" y="3124200"/>
                </a:lnTo>
                <a:lnTo>
                  <a:pt x="1047750" y="3114675"/>
                </a:lnTo>
                <a:lnTo>
                  <a:pt x="1057275" y="3114675"/>
                </a:lnTo>
                <a:lnTo>
                  <a:pt x="1057275" y="3124200"/>
                </a:lnTo>
                <a:lnTo>
                  <a:pt x="1076325" y="3124200"/>
                </a:lnTo>
                <a:lnTo>
                  <a:pt x="1076325" y="3095625"/>
                </a:lnTo>
                <a:lnTo>
                  <a:pt x="1066800" y="3095625"/>
                </a:lnTo>
                <a:lnTo>
                  <a:pt x="1066800" y="3086100"/>
                </a:lnTo>
                <a:lnTo>
                  <a:pt x="1076325" y="3086100"/>
                </a:lnTo>
                <a:lnTo>
                  <a:pt x="1076325" y="3076575"/>
                </a:lnTo>
                <a:lnTo>
                  <a:pt x="1085850" y="3076575"/>
                </a:lnTo>
                <a:lnTo>
                  <a:pt x="1085850" y="3067050"/>
                </a:lnTo>
                <a:lnTo>
                  <a:pt x="1076325" y="3067050"/>
                </a:lnTo>
                <a:lnTo>
                  <a:pt x="1076325" y="3057525"/>
                </a:lnTo>
                <a:lnTo>
                  <a:pt x="1066800" y="3057525"/>
                </a:lnTo>
                <a:lnTo>
                  <a:pt x="1066800" y="3048000"/>
                </a:lnTo>
                <a:lnTo>
                  <a:pt x="1057275" y="3048000"/>
                </a:lnTo>
                <a:lnTo>
                  <a:pt x="1057275" y="3076575"/>
                </a:lnTo>
                <a:lnTo>
                  <a:pt x="1047750" y="3076575"/>
                </a:lnTo>
                <a:lnTo>
                  <a:pt x="1047750" y="3095625"/>
                </a:lnTo>
                <a:lnTo>
                  <a:pt x="1038225" y="3095625"/>
                </a:lnTo>
                <a:lnTo>
                  <a:pt x="1038225" y="3076575"/>
                </a:lnTo>
                <a:lnTo>
                  <a:pt x="1028700" y="3076575"/>
                </a:lnTo>
                <a:lnTo>
                  <a:pt x="1028700" y="3067050"/>
                </a:lnTo>
                <a:lnTo>
                  <a:pt x="1038225" y="3067050"/>
                </a:lnTo>
                <a:lnTo>
                  <a:pt x="1038225" y="3038475"/>
                </a:lnTo>
                <a:lnTo>
                  <a:pt x="1076325" y="3038475"/>
                </a:lnTo>
                <a:lnTo>
                  <a:pt x="1076325" y="3019425"/>
                </a:lnTo>
                <a:lnTo>
                  <a:pt x="1066800" y="3019425"/>
                </a:lnTo>
                <a:lnTo>
                  <a:pt x="1066800" y="3028950"/>
                </a:lnTo>
                <a:lnTo>
                  <a:pt x="1057275" y="3028950"/>
                </a:lnTo>
                <a:lnTo>
                  <a:pt x="1057275" y="3009900"/>
                </a:lnTo>
                <a:lnTo>
                  <a:pt x="1038225" y="3009900"/>
                </a:lnTo>
                <a:lnTo>
                  <a:pt x="1038225" y="3000375"/>
                </a:lnTo>
                <a:lnTo>
                  <a:pt x="1047750" y="3000375"/>
                </a:lnTo>
                <a:lnTo>
                  <a:pt x="1047750" y="2990850"/>
                </a:lnTo>
                <a:lnTo>
                  <a:pt x="1028700" y="2990850"/>
                </a:lnTo>
                <a:lnTo>
                  <a:pt x="1028700" y="2962275"/>
                </a:lnTo>
                <a:lnTo>
                  <a:pt x="1019175" y="2962275"/>
                </a:lnTo>
                <a:lnTo>
                  <a:pt x="1019175" y="2952750"/>
                </a:lnTo>
                <a:lnTo>
                  <a:pt x="1009650" y="2952750"/>
                </a:lnTo>
                <a:lnTo>
                  <a:pt x="1009650" y="2933700"/>
                </a:lnTo>
                <a:lnTo>
                  <a:pt x="1019175" y="2933700"/>
                </a:lnTo>
                <a:lnTo>
                  <a:pt x="1019175" y="2924175"/>
                </a:lnTo>
                <a:lnTo>
                  <a:pt x="990600" y="2924175"/>
                </a:lnTo>
                <a:lnTo>
                  <a:pt x="990600" y="2914650"/>
                </a:lnTo>
                <a:lnTo>
                  <a:pt x="1019175" y="2914650"/>
                </a:lnTo>
                <a:lnTo>
                  <a:pt x="1019175" y="2924175"/>
                </a:lnTo>
                <a:lnTo>
                  <a:pt x="1038225" y="2924175"/>
                </a:lnTo>
                <a:lnTo>
                  <a:pt x="1038225" y="2905125"/>
                </a:lnTo>
                <a:lnTo>
                  <a:pt x="1076325" y="2905125"/>
                </a:lnTo>
                <a:lnTo>
                  <a:pt x="1076325" y="2914650"/>
                </a:lnTo>
                <a:lnTo>
                  <a:pt x="1104900" y="2914650"/>
                </a:lnTo>
                <a:lnTo>
                  <a:pt x="1104900" y="2933700"/>
                </a:lnTo>
                <a:lnTo>
                  <a:pt x="1095375" y="2933700"/>
                </a:lnTo>
                <a:lnTo>
                  <a:pt x="1095375" y="2943225"/>
                </a:lnTo>
                <a:lnTo>
                  <a:pt x="1066800" y="2943225"/>
                </a:lnTo>
                <a:lnTo>
                  <a:pt x="1066800" y="2933700"/>
                </a:lnTo>
                <a:lnTo>
                  <a:pt x="1057275" y="2933700"/>
                </a:lnTo>
                <a:lnTo>
                  <a:pt x="1057275" y="2943225"/>
                </a:lnTo>
                <a:lnTo>
                  <a:pt x="1038225" y="2943225"/>
                </a:lnTo>
                <a:lnTo>
                  <a:pt x="1038225" y="2971800"/>
                </a:lnTo>
                <a:lnTo>
                  <a:pt x="1066800" y="2971800"/>
                </a:lnTo>
                <a:lnTo>
                  <a:pt x="1066800" y="3009900"/>
                </a:lnTo>
                <a:lnTo>
                  <a:pt x="1076325" y="3009900"/>
                </a:lnTo>
                <a:lnTo>
                  <a:pt x="1076325" y="3000375"/>
                </a:lnTo>
                <a:lnTo>
                  <a:pt x="1095375" y="3000375"/>
                </a:lnTo>
                <a:lnTo>
                  <a:pt x="1095375" y="3009900"/>
                </a:lnTo>
                <a:lnTo>
                  <a:pt x="1114425" y="3009900"/>
                </a:lnTo>
                <a:lnTo>
                  <a:pt x="1114425" y="3019425"/>
                </a:lnTo>
                <a:lnTo>
                  <a:pt x="1123950" y="3019425"/>
                </a:lnTo>
                <a:lnTo>
                  <a:pt x="1123950" y="3028950"/>
                </a:lnTo>
                <a:lnTo>
                  <a:pt x="1152525" y="3028950"/>
                </a:lnTo>
                <a:lnTo>
                  <a:pt x="1152525" y="3019425"/>
                </a:lnTo>
                <a:lnTo>
                  <a:pt x="1162050" y="3019425"/>
                </a:lnTo>
                <a:lnTo>
                  <a:pt x="1162050" y="2990850"/>
                </a:lnTo>
                <a:lnTo>
                  <a:pt x="1152525" y="2990850"/>
                </a:lnTo>
                <a:lnTo>
                  <a:pt x="1152525" y="2943225"/>
                </a:lnTo>
                <a:lnTo>
                  <a:pt x="1162050" y="2943225"/>
                </a:lnTo>
                <a:lnTo>
                  <a:pt x="1162050" y="2924175"/>
                </a:lnTo>
                <a:lnTo>
                  <a:pt x="1152525" y="2924175"/>
                </a:lnTo>
                <a:lnTo>
                  <a:pt x="1152525" y="2933700"/>
                </a:lnTo>
                <a:lnTo>
                  <a:pt x="1114425" y="2933700"/>
                </a:lnTo>
                <a:lnTo>
                  <a:pt x="1114425" y="2914650"/>
                </a:lnTo>
                <a:lnTo>
                  <a:pt x="1143000" y="2914650"/>
                </a:lnTo>
                <a:lnTo>
                  <a:pt x="1143000" y="2905125"/>
                </a:lnTo>
                <a:lnTo>
                  <a:pt x="1152525" y="2905125"/>
                </a:lnTo>
                <a:lnTo>
                  <a:pt x="1152525" y="2895600"/>
                </a:lnTo>
                <a:lnTo>
                  <a:pt x="1171575" y="2895600"/>
                </a:lnTo>
                <a:lnTo>
                  <a:pt x="1171575" y="2905125"/>
                </a:lnTo>
                <a:lnTo>
                  <a:pt x="1190625" y="2905125"/>
                </a:lnTo>
                <a:lnTo>
                  <a:pt x="1190625" y="2914650"/>
                </a:lnTo>
                <a:lnTo>
                  <a:pt x="1200150" y="2914650"/>
                </a:lnTo>
                <a:lnTo>
                  <a:pt x="1200150" y="2933700"/>
                </a:lnTo>
                <a:lnTo>
                  <a:pt x="1190625" y="2933700"/>
                </a:lnTo>
                <a:lnTo>
                  <a:pt x="1190625" y="2943225"/>
                </a:lnTo>
                <a:lnTo>
                  <a:pt x="1171575" y="2943225"/>
                </a:lnTo>
                <a:lnTo>
                  <a:pt x="1171575" y="2962275"/>
                </a:lnTo>
                <a:lnTo>
                  <a:pt x="1181100" y="2962275"/>
                </a:lnTo>
                <a:lnTo>
                  <a:pt x="1181100" y="2981325"/>
                </a:lnTo>
                <a:lnTo>
                  <a:pt x="1190625" y="2981325"/>
                </a:lnTo>
                <a:lnTo>
                  <a:pt x="1190625" y="3000375"/>
                </a:lnTo>
                <a:lnTo>
                  <a:pt x="1228725" y="3000375"/>
                </a:lnTo>
                <a:lnTo>
                  <a:pt x="1228725" y="3009900"/>
                </a:lnTo>
                <a:lnTo>
                  <a:pt x="1238250" y="3009900"/>
                </a:lnTo>
                <a:lnTo>
                  <a:pt x="1238250" y="3019425"/>
                </a:lnTo>
                <a:lnTo>
                  <a:pt x="1266825" y="3019425"/>
                </a:lnTo>
                <a:lnTo>
                  <a:pt x="1266825" y="3028950"/>
                </a:lnTo>
                <a:lnTo>
                  <a:pt x="1276350" y="3028950"/>
                </a:lnTo>
                <a:lnTo>
                  <a:pt x="1276350" y="3009900"/>
                </a:lnTo>
                <a:lnTo>
                  <a:pt x="1266825" y="3009900"/>
                </a:lnTo>
                <a:lnTo>
                  <a:pt x="1266825" y="3000375"/>
                </a:lnTo>
                <a:lnTo>
                  <a:pt x="1285875" y="3000375"/>
                </a:lnTo>
                <a:lnTo>
                  <a:pt x="1285875" y="2981325"/>
                </a:lnTo>
                <a:lnTo>
                  <a:pt x="1276350" y="2981325"/>
                </a:lnTo>
                <a:lnTo>
                  <a:pt x="1276350" y="2971800"/>
                </a:lnTo>
                <a:lnTo>
                  <a:pt x="1304925" y="2971800"/>
                </a:lnTo>
                <a:lnTo>
                  <a:pt x="1304925" y="2990850"/>
                </a:lnTo>
                <a:lnTo>
                  <a:pt x="1295400" y="2990850"/>
                </a:lnTo>
                <a:lnTo>
                  <a:pt x="1295400" y="3009900"/>
                </a:lnTo>
                <a:lnTo>
                  <a:pt x="1314450" y="3009900"/>
                </a:lnTo>
                <a:lnTo>
                  <a:pt x="1314450" y="3019425"/>
                </a:lnTo>
                <a:lnTo>
                  <a:pt x="1362075" y="3019425"/>
                </a:lnTo>
                <a:lnTo>
                  <a:pt x="1362075" y="3028950"/>
                </a:lnTo>
                <a:lnTo>
                  <a:pt x="1371600" y="3028950"/>
                </a:lnTo>
                <a:lnTo>
                  <a:pt x="1371600" y="3038475"/>
                </a:lnTo>
                <a:lnTo>
                  <a:pt x="1390650" y="3038475"/>
                </a:lnTo>
                <a:lnTo>
                  <a:pt x="1390650" y="3019425"/>
                </a:lnTo>
                <a:lnTo>
                  <a:pt x="1409700" y="3019425"/>
                </a:lnTo>
                <a:lnTo>
                  <a:pt x="1409700" y="3028950"/>
                </a:lnTo>
                <a:lnTo>
                  <a:pt x="1495425" y="3028950"/>
                </a:lnTo>
                <a:lnTo>
                  <a:pt x="1495425" y="3048000"/>
                </a:lnTo>
                <a:lnTo>
                  <a:pt x="1485900" y="3048000"/>
                </a:lnTo>
                <a:lnTo>
                  <a:pt x="1485900" y="3057525"/>
                </a:lnTo>
                <a:lnTo>
                  <a:pt x="1466850" y="3057525"/>
                </a:lnTo>
                <a:lnTo>
                  <a:pt x="1466850" y="3048000"/>
                </a:lnTo>
                <a:lnTo>
                  <a:pt x="1457325" y="3048000"/>
                </a:lnTo>
                <a:lnTo>
                  <a:pt x="1457325" y="3038475"/>
                </a:lnTo>
                <a:lnTo>
                  <a:pt x="1447800" y="3038475"/>
                </a:lnTo>
                <a:lnTo>
                  <a:pt x="1447800" y="3048000"/>
                </a:lnTo>
                <a:lnTo>
                  <a:pt x="1438275" y="3048000"/>
                </a:lnTo>
                <a:lnTo>
                  <a:pt x="1438275" y="3057525"/>
                </a:lnTo>
                <a:lnTo>
                  <a:pt x="1419225" y="3057525"/>
                </a:lnTo>
                <a:lnTo>
                  <a:pt x="1419225" y="3076575"/>
                </a:lnTo>
                <a:lnTo>
                  <a:pt x="1438275" y="3076575"/>
                </a:lnTo>
                <a:lnTo>
                  <a:pt x="1438275" y="3086100"/>
                </a:lnTo>
                <a:lnTo>
                  <a:pt x="1495425" y="3086100"/>
                </a:lnTo>
                <a:lnTo>
                  <a:pt x="1495425" y="3067050"/>
                </a:lnTo>
                <a:lnTo>
                  <a:pt x="1514475" y="3067050"/>
                </a:lnTo>
                <a:lnTo>
                  <a:pt x="1514475" y="3057525"/>
                </a:lnTo>
                <a:lnTo>
                  <a:pt x="1495425" y="3057525"/>
                </a:lnTo>
                <a:lnTo>
                  <a:pt x="1495425" y="3048000"/>
                </a:lnTo>
                <a:lnTo>
                  <a:pt x="1514475" y="3048000"/>
                </a:lnTo>
                <a:lnTo>
                  <a:pt x="1514475" y="3000375"/>
                </a:lnTo>
                <a:lnTo>
                  <a:pt x="1495425" y="3000375"/>
                </a:lnTo>
                <a:lnTo>
                  <a:pt x="1495425" y="2990850"/>
                </a:lnTo>
                <a:lnTo>
                  <a:pt x="1533525" y="2990850"/>
                </a:lnTo>
                <a:lnTo>
                  <a:pt x="1533525" y="2981325"/>
                </a:lnTo>
                <a:lnTo>
                  <a:pt x="1476375" y="2981325"/>
                </a:lnTo>
                <a:lnTo>
                  <a:pt x="1476375" y="2990850"/>
                </a:lnTo>
                <a:lnTo>
                  <a:pt x="1447800" y="2990850"/>
                </a:lnTo>
                <a:lnTo>
                  <a:pt x="1447800" y="3000375"/>
                </a:lnTo>
                <a:lnTo>
                  <a:pt x="1438275" y="3000375"/>
                </a:lnTo>
                <a:lnTo>
                  <a:pt x="1438275" y="3009900"/>
                </a:lnTo>
                <a:lnTo>
                  <a:pt x="1428750" y="3009900"/>
                </a:lnTo>
                <a:lnTo>
                  <a:pt x="1428750" y="2990850"/>
                </a:lnTo>
                <a:lnTo>
                  <a:pt x="1438275" y="2990850"/>
                </a:lnTo>
                <a:lnTo>
                  <a:pt x="1438275" y="2962275"/>
                </a:lnTo>
                <a:lnTo>
                  <a:pt x="1447800" y="2962275"/>
                </a:lnTo>
                <a:lnTo>
                  <a:pt x="1447800" y="2952750"/>
                </a:lnTo>
                <a:lnTo>
                  <a:pt x="1466850" y="2952750"/>
                </a:lnTo>
                <a:lnTo>
                  <a:pt x="1466850" y="2933700"/>
                </a:lnTo>
                <a:lnTo>
                  <a:pt x="1476375" y="2933700"/>
                </a:lnTo>
                <a:lnTo>
                  <a:pt x="1476375" y="2905125"/>
                </a:lnTo>
                <a:lnTo>
                  <a:pt x="1466850" y="2905125"/>
                </a:lnTo>
                <a:lnTo>
                  <a:pt x="1466850" y="2914650"/>
                </a:lnTo>
                <a:lnTo>
                  <a:pt x="1438275" y="2914650"/>
                </a:lnTo>
                <a:lnTo>
                  <a:pt x="1438275" y="2905125"/>
                </a:lnTo>
                <a:lnTo>
                  <a:pt x="1428750" y="2905125"/>
                </a:lnTo>
                <a:lnTo>
                  <a:pt x="1428750" y="2895600"/>
                </a:lnTo>
                <a:lnTo>
                  <a:pt x="1419225" y="2895600"/>
                </a:lnTo>
                <a:lnTo>
                  <a:pt x="1419225" y="2905125"/>
                </a:lnTo>
                <a:lnTo>
                  <a:pt x="1400175" y="2905125"/>
                </a:lnTo>
                <a:lnTo>
                  <a:pt x="1400175" y="2933700"/>
                </a:lnTo>
                <a:lnTo>
                  <a:pt x="1390650" y="2933700"/>
                </a:lnTo>
                <a:lnTo>
                  <a:pt x="1390650" y="2924175"/>
                </a:lnTo>
                <a:lnTo>
                  <a:pt x="1371600" y="2924175"/>
                </a:lnTo>
                <a:lnTo>
                  <a:pt x="1371600" y="2933700"/>
                </a:lnTo>
                <a:lnTo>
                  <a:pt x="1362075" y="2933700"/>
                </a:lnTo>
                <a:lnTo>
                  <a:pt x="1362075" y="2943225"/>
                </a:lnTo>
                <a:lnTo>
                  <a:pt x="1371600" y="2943225"/>
                </a:lnTo>
                <a:lnTo>
                  <a:pt x="1371600" y="2933700"/>
                </a:lnTo>
                <a:lnTo>
                  <a:pt x="1381125" y="2933700"/>
                </a:lnTo>
                <a:lnTo>
                  <a:pt x="1381125" y="2943225"/>
                </a:lnTo>
                <a:lnTo>
                  <a:pt x="1390650" y="2943225"/>
                </a:lnTo>
                <a:lnTo>
                  <a:pt x="1390650" y="2952750"/>
                </a:lnTo>
                <a:lnTo>
                  <a:pt x="1362075" y="2952750"/>
                </a:lnTo>
                <a:lnTo>
                  <a:pt x="1362075" y="2962275"/>
                </a:lnTo>
                <a:lnTo>
                  <a:pt x="1352550" y="2962275"/>
                </a:lnTo>
                <a:lnTo>
                  <a:pt x="1352550" y="2943225"/>
                </a:lnTo>
                <a:lnTo>
                  <a:pt x="1333500" y="2943225"/>
                </a:lnTo>
                <a:lnTo>
                  <a:pt x="1333500" y="2924175"/>
                </a:lnTo>
                <a:lnTo>
                  <a:pt x="1343025" y="2924175"/>
                </a:lnTo>
                <a:lnTo>
                  <a:pt x="1343025" y="2914650"/>
                </a:lnTo>
                <a:lnTo>
                  <a:pt x="1333500" y="2914650"/>
                </a:lnTo>
                <a:lnTo>
                  <a:pt x="1333500" y="2905125"/>
                </a:lnTo>
                <a:lnTo>
                  <a:pt x="1304925" y="2905125"/>
                </a:lnTo>
                <a:lnTo>
                  <a:pt x="1304925" y="2867025"/>
                </a:lnTo>
                <a:lnTo>
                  <a:pt x="1295400" y="2867025"/>
                </a:lnTo>
                <a:lnTo>
                  <a:pt x="1295400" y="2857500"/>
                </a:lnTo>
                <a:lnTo>
                  <a:pt x="1285875" y="2857500"/>
                </a:lnTo>
                <a:lnTo>
                  <a:pt x="1285875" y="2847975"/>
                </a:lnTo>
                <a:lnTo>
                  <a:pt x="1276350" y="2847975"/>
                </a:lnTo>
                <a:lnTo>
                  <a:pt x="1276350" y="2838450"/>
                </a:lnTo>
                <a:lnTo>
                  <a:pt x="1266825" y="2838450"/>
                </a:lnTo>
                <a:lnTo>
                  <a:pt x="1266825" y="2828925"/>
                </a:lnTo>
                <a:lnTo>
                  <a:pt x="1257300" y="2828925"/>
                </a:lnTo>
                <a:lnTo>
                  <a:pt x="1257300" y="2809875"/>
                </a:lnTo>
                <a:lnTo>
                  <a:pt x="1238250" y="2809875"/>
                </a:lnTo>
                <a:lnTo>
                  <a:pt x="1238250" y="2819400"/>
                </a:lnTo>
                <a:lnTo>
                  <a:pt x="1247775" y="2819400"/>
                </a:lnTo>
                <a:lnTo>
                  <a:pt x="1247775" y="2828925"/>
                </a:lnTo>
                <a:lnTo>
                  <a:pt x="1228725" y="2828925"/>
                </a:lnTo>
                <a:lnTo>
                  <a:pt x="1228725" y="2838450"/>
                </a:lnTo>
                <a:lnTo>
                  <a:pt x="1219200" y="2838450"/>
                </a:lnTo>
                <a:lnTo>
                  <a:pt x="1219200" y="2828925"/>
                </a:lnTo>
                <a:lnTo>
                  <a:pt x="1209675" y="2828925"/>
                </a:lnTo>
                <a:lnTo>
                  <a:pt x="1209675" y="2819400"/>
                </a:lnTo>
                <a:lnTo>
                  <a:pt x="1228725" y="2819400"/>
                </a:lnTo>
                <a:lnTo>
                  <a:pt x="1228725" y="2800350"/>
                </a:lnTo>
                <a:lnTo>
                  <a:pt x="1219200" y="2800350"/>
                </a:lnTo>
                <a:lnTo>
                  <a:pt x="1219200" y="2809875"/>
                </a:lnTo>
                <a:lnTo>
                  <a:pt x="1171575" y="2809875"/>
                </a:lnTo>
                <a:lnTo>
                  <a:pt x="1171575" y="2800350"/>
                </a:lnTo>
                <a:lnTo>
                  <a:pt x="1152525" y="2800350"/>
                </a:lnTo>
                <a:lnTo>
                  <a:pt x="1152525" y="2790825"/>
                </a:lnTo>
                <a:lnTo>
                  <a:pt x="1143000" y="2790825"/>
                </a:lnTo>
                <a:lnTo>
                  <a:pt x="1143000" y="2781300"/>
                </a:lnTo>
                <a:lnTo>
                  <a:pt x="1171575" y="2781300"/>
                </a:lnTo>
                <a:lnTo>
                  <a:pt x="1171575" y="2771775"/>
                </a:lnTo>
                <a:lnTo>
                  <a:pt x="1181100" y="2771775"/>
                </a:lnTo>
                <a:lnTo>
                  <a:pt x="1181100" y="2781300"/>
                </a:lnTo>
                <a:lnTo>
                  <a:pt x="1190625" y="2781300"/>
                </a:lnTo>
                <a:lnTo>
                  <a:pt x="1190625" y="2771775"/>
                </a:lnTo>
                <a:lnTo>
                  <a:pt x="1219200" y="2771775"/>
                </a:lnTo>
                <a:lnTo>
                  <a:pt x="1219200" y="2762250"/>
                </a:lnTo>
                <a:lnTo>
                  <a:pt x="1228725" y="2762250"/>
                </a:lnTo>
                <a:lnTo>
                  <a:pt x="1228725" y="2752725"/>
                </a:lnTo>
                <a:lnTo>
                  <a:pt x="1219200" y="2752725"/>
                </a:lnTo>
                <a:lnTo>
                  <a:pt x="1219200" y="2733675"/>
                </a:lnTo>
                <a:lnTo>
                  <a:pt x="1228725" y="2733675"/>
                </a:lnTo>
                <a:lnTo>
                  <a:pt x="1228725" y="2743200"/>
                </a:lnTo>
                <a:lnTo>
                  <a:pt x="1247775" y="2743200"/>
                </a:lnTo>
                <a:lnTo>
                  <a:pt x="1247775" y="2752725"/>
                </a:lnTo>
                <a:lnTo>
                  <a:pt x="1257300" y="2752725"/>
                </a:lnTo>
                <a:lnTo>
                  <a:pt x="1257300" y="2743200"/>
                </a:lnTo>
                <a:lnTo>
                  <a:pt x="1276350" y="2743200"/>
                </a:lnTo>
                <a:lnTo>
                  <a:pt x="1276350" y="2733675"/>
                </a:lnTo>
                <a:lnTo>
                  <a:pt x="1285875" y="2733675"/>
                </a:lnTo>
                <a:lnTo>
                  <a:pt x="1285875" y="2743200"/>
                </a:lnTo>
                <a:lnTo>
                  <a:pt x="1295400" y="2743200"/>
                </a:lnTo>
                <a:lnTo>
                  <a:pt x="1295400" y="2733675"/>
                </a:lnTo>
                <a:lnTo>
                  <a:pt x="1314450" y="2733675"/>
                </a:lnTo>
                <a:lnTo>
                  <a:pt x="1314450" y="2724150"/>
                </a:lnTo>
                <a:lnTo>
                  <a:pt x="1400175" y="2724150"/>
                </a:lnTo>
                <a:lnTo>
                  <a:pt x="1400175" y="2743200"/>
                </a:lnTo>
                <a:lnTo>
                  <a:pt x="1390650" y="2743200"/>
                </a:lnTo>
                <a:lnTo>
                  <a:pt x="1390650" y="2752725"/>
                </a:lnTo>
                <a:lnTo>
                  <a:pt x="1409700" y="2752725"/>
                </a:lnTo>
                <a:lnTo>
                  <a:pt x="1409700" y="2762250"/>
                </a:lnTo>
                <a:lnTo>
                  <a:pt x="1428750" y="2762250"/>
                </a:lnTo>
                <a:lnTo>
                  <a:pt x="1428750" y="2724150"/>
                </a:lnTo>
                <a:lnTo>
                  <a:pt x="1457325" y="2724150"/>
                </a:lnTo>
                <a:close/>
                <a:moveTo>
                  <a:pt x="1809750" y="2714625"/>
                </a:moveTo>
                <a:lnTo>
                  <a:pt x="1819275" y="2714625"/>
                </a:lnTo>
                <a:lnTo>
                  <a:pt x="1819275" y="2724150"/>
                </a:lnTo>
                <a:lnTo>
                  <a:pt x="1828800" y="2724150"/>
                </a:lnTo>
                <a:lnTo>
                  <a:pt x="1828800" y="2752725"/>
                </a:lnTo>
                <a:lnTo>
                  <a:pt x="1819275" y="2752725"/>
                </a:lnTo>
                <a:lnTo>
                  <a:pt x="1819275" y="2743200"/>
                </a:lnTo>
                <a:lnTo>
                  <a:pt x="1790700" y="2743200"/>
                </a:lnTo>
                <a:lnTo>
                  <a:pt x="1790700" y="2733675"/>
                </a:lnTo>
                <a:lnTo>
                  <a:pt x="1800225" y="2733675"/>
                </a:lnTo>
                <a:lnTo>
                  <a:pt x="1800225" y="2724150"/>
                </a:lnTo>
                <a:lnTo>
                  <a:pt x="1809750" y="2724150"/>
                </a:lnTo>
                <a:close/>
                <a:moveTo>
                  <a:pt x="523875" y="2724150"/>
                </a:moveTo>
                <a:lnTo>
                  <a:pt x="561975" y="2724150"/>
                </a:lnTo>
                <a:lnTo>
                  <a:pt x="561975" y="2733675"/>
                </a:lnTo>
                <a:lnTo>
                  <a:pt x="552450" y="2733675"/>
                </a:lnTo>
                <a:lnTo>
                  <a:pt x="552450" y="2743200"/>
                </a:lnTo>
                <a:lnTo>
                  <a:pt x="542925" y="2743200"/>
                </a:lnTo>
                <a:lnTo>
                  <a:pt x="542925" y="2733675"/>
                </a:lnTo>
                <a:lnTo>
                  <a:pt x="523875" y="2733675"/>
                </a:lnTo>
                <a:close/>
                <a:moveTo>
                  <a:pt x="1628775" y="2724150"/>
                </a:moveTo>
                <a:lnTo>
                  <a:pt x="1638300" y="2724150"/>
                </a:lnTo>
                <a:lnTo>
                  <a:pt x="1638300" y="2733675"/>
                </a:lnTo>
                <a:lnTo>
                  <a:pt x="1724025" y="2733675"/>
                </a:lnTo>
                <a:lnTo>
                  <a:pt x="1724025" y="2752725"/>
                </a:lnTo>
                <a:lnTo>
                  <a:pt x="1714500" y="2752725"/>
                </a:lnTo>
                <a:lnTo>
                  <a:pt x="1714500" y="2743200"/>
                </a:lnTo>
                <a:lnTo>
                  <a:pt x="1666875" y="2743200"/>
                </a:lnTo>
                <a:lnTo>
                  <a:pt x="1666875" y="2762250"/>
                </a:lnTo>
                <a:lnTo>
                  <a:pt x="1657350" y="2762250"/>
                </a:lnTo>
                <a:lnTo>
                  <a:pt x="1657350" y="2771775"/>
                </a:lnTo>
                <a:lnTo>
                  <a:pt x="1647825" y="2771775"/>
                </a:lnTo>
                <a:lnTo>
                  <a:pt x="1647825" y="2790825"/>
                </a:lnTo>
                <a:lnTo>
                  <a:pt x="1638300" y="2790825"/>
                </a:lnTo>
                <a:lnTo>
                  <a:pt x="1638300" y="2752725"/>
                </a:lnTo>
                <a:lnTo>
                  <a:pt x="1628775" y="2752725"/>
                </a:lnTo>
                <a:lnTo>
                  <a:pt x="1628775" y="2743200"/>
                </a:lnTo>
                <a:lnTo>
                  <a:pt x="1619250" y="2743200"/>
                </a:lnTo>
                <a:lnTo>
                  <a:pt x="1619250" y="2733675"/>
                </a:lnTo>
                <a:lnTo>
                  <a:pt x="1628775" y="2733675"/>
                </a:lnTo>
                <a:close/>
                <a:moveTo>
                  <a:pt x="733425" y="2733675"/>
                </a:moveTo>
                <a:lnTo>
                  <a:pt x="742950" y="2733675"/>
                </a:lnTo>
                <a:lnTo>
                  <a:pt x="742950" y="2743200"/>
                </a:lnTo>
                <a:lnTo>
                  <a:pt x="733425" y="2743200"/>
                </a:lnTo>
                <a:close/>
                <a:moveTo>
                  <a:pt x="752475" y="2733675"/>
                </a:moveTo>
                <a:lnTo>
                  <a:pt x="771525" y="2733675"/>
                </a:lnTo>
                <a:lnTo>
                  <a:pt x="771525" y="2743200"/>
                </a:lnTo>
                <a:lnTo>
                  <a:pt x="752475" y="2743200"/>
                </a:lnTo>
                <a:close/>
                <a:moveTo>
                  <a:pt x="628650" y="2743200"/>
                </a:moveTo>
                <a:lnTo>
                  <a:pt x="638175" y="2743200"/>
                </a:lnTo>
                <a:lnTo>
                  <a:pt x="638175" y="2752725"/>
                </a:lnTo>
                <a:lnTo>
                  <a:pt x="628650" y="2752725"/>
                </a:lnTo>
                <a:close/>
                <a:moveTo>
                  <a:pt x="1133475" y="2743200"/>
                </a:moveTo>
                <a:lnTo>
                  <a:pt x="1143000" y="2743200"/>
                </a:lnTo>
                <a:lnTo>
                  <a:pt x="1143000" y="2771775"/>
                </a:lnTo>
                <a:lnTo>
                  <a:pt x="1123950" y="2771775"/>
                </a:lnTo>
                <a:lnTo>
                  <a:pt x="1123950" y="2752725"/>
                </a:lnTo>
                <a:lnTo>
                  <a:pt x="1133475" y="2752725"/>
                </a:lnTo>
                <a:close/>
                <a:moveTo>
                  <a:pt x="1752600" y="2743200"/>
                </a:moveTo>
                <a:lnTo>
                  <a:pt x="1790700" y="2743200"/>
                </a:lnTo>
                <a:lnTo>
                  <a:pt x="1790700" y="2762250"/>
                </a:lnTo>
                <a:lnTo>
                  <a:pt x="1819275" y="2762250"/>
                </a:lnTo>
                <a:lnTo>
                  <a:pt x="1819275" y="2781300"/>
                </a:lnTo>
                <a:lnTo>
                  <a:pt x="1828800" y="2781300"/>
                </a:lnTo>
                <a:lnTo>
                  <a:pt x="1828800" y="2752725"/>
                </a:lnTo>
                <a:lnTo>
                  <a:pt x="1838325" y="2752725"/>
                </a:lnTo>
                <a:lnTo>
                  <a:pt x="1838325" y="2790825"/>
                </a:lnTo>
                <a:lnTo>
                  <a:pt x="1819275" y="2790825"/>
                </a:lnTo>
                <a:lnTo>
                  <a:pt x="1819275" y="2800350"/>
                </a:lnTo>
                <a:lnTo>
                  <a:pt x="1809750" y="2800350"/>
                </a:lnTo>
                <a:lnTo>
                  <a:pt x="1809750" y="2828925"/>
                </a:lnTo>
                <a:lnTo>
                  <a:pt x="1790700" y="2828925"/>
                </a:lnTo>
                <a:lnTo>
                  <a:pt x="1790700" y="2847975"/>
                </a:lnTo>
                <a:lnTo>
                  <a:pt x="1781175" y="2847975"/>
                </a:lnTo>
                <a:lnTo>
                  <a:pt x="1781175" y="2867025"/>
                </a:lnTo>
                <a:lnTo>
                  <a:pt x="1762125" y="2867025"/>
                </a:lnTo>
                <a:lnTo>
                  <a:pt x="1762125" y="2876550"/>
                </a:lnTo>
                <a:lnTo>
                  <a:pt x="1781175" y="2876550"/>
                </a:lnTo>
                <a:lnTo>
                  <a:pt x="1781175" y="2895600"/>
                </a:lnTo>
                <a:lnTo>
                  <a:pt x="1762125" y="2895600"/>
                </a:lnTo>
                <a:lnTo>
                  <a:pt x="1762125" y="2886075"/>
                </a:lnTo>
                <a:lnTo>
                  <a:pt x="1752600" y="2886075"/>
                </a:lnTo>
                <a:lnTo>
                  <a:pt x="1752600" y="2876550"/>
                </a:lnTo>
                <a:lnTo>
                  <a:pt x="1743075" y="2876550"/>
                </a:lnTo>
                <a:lnTo>
                  <a:pt x="1743075" y="2867025"/>
                </a:lnTo>
                <a:lnTo>
                  <a:pt x="1733550" y="2867025"/>
                </a:lnTo>
                <a:lnTo>
                  <a:pt x="1733550" y="2857500"/>
                </a:lnTo>
                <a:lnTo>
                  <a:pt x="1743075" y="2857500"/>
                </a:lnTo>
                <a:lnTo>
                  <a:pt x="1743075" y="2847975"/>
                </a:lnTo>
                <a:lnTo>
                  <a:pt x="1752600" y="2847975"/>
                </a:lnTo>
                <a:lnTo>
                  <a:pt x="1752600" y="2819400"/>
                </a:lnTo>
                <a:lnTo>
                  <a:pt x="1743075" y="2819400"/>
                </a:lnTo>
                <a:lnTo>
                  <a:pt x="1743075" y="2809875"/>
                </a:lnTo>
                <a:lnTo>
                  <a:pt x="1790700" y="2809875"/>
                </a:lnTo>
                <a:lnTo>
                  <a:pt x="1790700" y="2771775"/>
                </a:lnTo>
                <a:lnTo>
                  <a:pt x="1771650" y="2771775"/>
                </a:lnTo>
                <a:lnTo>
                  <a:pt x="1771650" y="2762250"/>
                </a:lnTo>
                <a:lnTo>
                  <a:pt x="1752600" y="2762250"/>
                </a:lnTo>
                <a:close/>
                <a:moveTo>
                  <a:pt x="304800" y="2752725"/>
                </a:moveTo>
                <a:lnTo>
                  <a:pt x="333375" y="2752725"/>
                </a:lnTo>
                <a:lnTo>
                  <a:pt x="333375" y="2762250"/>
                </a:lnTo>
                <a:lnTo>
                  <a:pt x="323850" y="2762250"/>
                </a:lnTo>
                <a:lnTo>
                  <a:pt x="323850" y="2771775"/>
                </a:lnTo>
                <a:lnTo>
                  <a:pt x="314325" y="2771775"/>
                </a:lnTo>
                <a:lnTo>
                  <a:pt x="314325" y="2762250"/>
                </a:lnTo>
                <a:lnTo>
                  <a:pt x="304800" y="2762250"/>
                </a:lnTo>
                <a:close/>
                <a:moveTo>
                  <a:pt x="1047750" y="2752725"/>
                </a:moveTo>
                <a:lnTo>
                  <a:pt x="1085850" y="2752725"/>
                </a:lnTo>
                <a:lnTo>
                  <a:pt x="1085850" y="2762250"/>
                </a:lnTo>
                <a:lnTo>
                  <a:pt x="1066800" y="2762250"/>
                </a:lnTo>
                <a:lnTo>
                  <a:pt x="1066800" y="2781300"/>
                </a:lnTo>
                <a:lnTo>
                  <a:pt x="1057275" y="2781300"/>
                </a:lnTo>
                <a:lnTo>
                  <a:pt x="1057275" y="2771775"/>
                </a:lnTo>
                <a:lnTo>
                  <a:pt x="1047750" y="2771775"/>
                </a:lnTo>
                <a:close/>
                <a:moveTo>
                  <a:pt x="1543050" y="2752725"/>
                </a:moveTo>
                <a:lnTo>
                  <a:pt x="1562100" y="2752725"/>
                </a:lnTo>
                <a:lnTo>
                  <a:pt x="1562100" y="2743200"/>
                </a:lnTo>
                <a:lnTo>
                  <a:pt x="1552575" y="2743200"/>
                </a:lnTo>
                <a:lnTo>
                  <a:pt x="1552575" y="2733675"/>
                </a:lnTo>
                <a:lnTo>
                  <a:pt x="1543050" y="2733675"/>
                </a:lnTo>
                <a:close/>
                <a:moveTo>
                  <a:pt x="838200" y="2762250"/>
                </a:moveTo>
                <a:lnTo>
                  <a:pt x="866775" y="2762250"/>
                </a:lnTo>
                <a:lnTo>
                  <a:pt x="866775" y="2771775"/>
                </a:lnTo>
                <a:lnTo>
                  <a:pt x="885825" y="2771775"/>
                </a:lnTo>
                <a:lnTo>
                  <a:pt x="885825" y="2809875"/>
                </a:lnTo>
                <a:lnTo>
                  <a:pt x="866775" y="2809875"/>
                </a:lnTo>
                <a:lnTo>
                  <a:pt x="866775" y="2828925"/>
                </a:lnTo>
                <a:lnTo>
                  <a:pt x="857250" y="2828925"/>
                </a:lnTo>
                <a:lnTo>
                  <a:pt x="857250" y="2838450"/>
                </a:lnTo>
                <a:lnTo>
                  <a:pt x="866775" y="2838450"/>
                </a:lnTo>
                <a:lnTo>
                  <a:pt x="866775" y="2847975"/>
                </a:lnTo>
                <a:lnTo>
                  <a:pt x="838200" y="2847975"/>
                </a:lnTo>
                <a:lnTo>
                  <a:pt x="838200" y="2867025"/>
                </a:lnTo>
                <a:lnTo>
                  <a:pt x="828675" y="2867025"/>
                </a:lnTo>
                <a:lnTo>
                  <a:pt x="828675" y="2857500"/>
                </a:lnTo>
                <a:lnTo>
                  <a:pt x="809625" y="2857500"/>
                </a:lnTo>
                <a:lnTo>
                  <a:pt x="809625" y="2819400"/>
                </a:lnTo>
                <a:lnTo>
                  <a:pt x="790575" y="2819400"/>
                </a:lnTo>
                <a:lnTo>
                  <a:pt x="790575" y="2828925"/>
                </a:lnTo>
                <a:lnTo>
                  <a:pt x="800100" y="2828925"/>
                </a:lnTo>
                <a:lnTo>
                  <a:pt x="800100" y="2838450"/>
                </a:lnTo>
                <a:lnTo>
                  <a:pt x="771525" y="2838450"/>
                </a:lnTo>
                <a:lnTo>
                  <a:pt x="771525" y="2828925"/>
                </a:lnTo>
                <a:lnTo>
                  <a:pt x="752475" y="2828925"/>
                </a:lnTo>
                <a:lnTo>
                  <a:pt x="752475" y="2838450"/>
                </a:lnTo>
                <a:lnTo>
                  <a:pt x="771525" y="2838450"/>
                </a:lnTo>
                <a:lnTo>
                  <a:pt x="771525" y="2847975"/>
                </a:lnTo>
                <a:lnTo>
                  <a:pt x="752475" y="2847975"/>
                </a:lnTo>
                <a:lnTo>
                  <a:pt x="752475" y="2857500"/>
                </a:lnTo>
                <a:lnTo>
                  <a:pt x="742950" y="2857500"/>
                </a:lnTo>
                <a:lnTo>
                  <a:pt x="742950" y="2838450"/>
                </a:lnTo>
                <a:lnTo>
                  <a:pt x="733425" y="2838450"/>
                </a:lnTo>
                <a:lnTo>
                  <a:pt x="733425" y="2828925"/>
                </a:lnTo>
                <a:lnTo>
                  <a:pt x="742950" y="2828925"/>
                </a:lnTo>
                <a:lnTo>
                  <a:pt x="742950" y="2809875"/>
                </a:lnTo>
                <a:lnTo>
                  <a:pt x="733425" y="2809875"/>
                </a:lnTo>
                <a:lnTo>
                  <a:pt x="733425" y="2800350"/>
                </a:lnTo>
                <a:lnTo>
                  <a:pt x="723900" y="2800350"/>
                </a:lnTo>
                <a:lnTo>
                  <a:pt x="723900" y="2790825"/>
                </a:lnTo>
                <a:lnTo>
                  <a:pt x="733425" y="2790825"/>
                </a:lnTo>
                <a:lnTo>
                  <a:pt x="733425" y="2800350"/>
                </a:lnTo>
                <a:lnTo>
                  <a:pt x="742950" y="2800350"/>
                </a:lnTo>
                <a:lnTo>
                  <a:pt x="742950" y="2809875"/>
                </a:lnTo>
                <a:lnTo>
                  <a:pt x="762000" y="2809875"/>
                </a:lnTo>
                <a:lnTo>
                  <a:pt x="762000" y="2800350"/>
                </a:lnTo>
                <a:lnTo>
                  <a:pt x="771525" y="2800350"/>
                </a:lnTo>
                <a:lnTo>
                  <a:pt x="771525" y="2790825"/>
                </a:lnTo>
                <a:lnTo>
                  <a:pt x="742950" y="2790825"/>
                </a:lnTo>
                <a:lnTo>
                  <a:pt x="742950" y="2771775"/>
                </a:lnTo>
                <a:lnTo>
                  <a:pt x="771525" y="2771775"/>
                </a:lnTo>
                <a:lnTo>
                  <a:pt x="771525" y="2781300"/>
                </a:lnTo>
                <a:lnTo>
                  <a:pt x="800100" y="2781300"/>
                </a:lnTo>
                <a:lnTo>
                  <a:pt x="800100" y="2771775"/>
                </a:lnTo>
                <a:lnTo>
                  <a:pt x="819150" y="2771775"/>
                </a:lnTo>
                <a:lnTo>
                  <a:pt x="819150" y="2790825"/>
                </a:lnTo>
                <a:lnTo>
                  <a:pt x="828675" y="2790825"/>
                </a:lnTo>
                <a:lnTo>
                  <a:pt x="828675" y="2781300"/>
                </a:lnTo>
                <a:lnTo>
                  <a:pt x="838200" y="2781300"/>
                </a:lnTo>
                <a:close/>
                <a:moveTo>
                  <a:pt x="1285875" y="2762250"/>
                </a:moveTo>
                <a:lnTo>
                  <a:pt x="1295400" y="2762250"/>
                </a:lnTo>
                <a:lnTo>
                  <a:pt x="1295400" y="2752725"/>
                </a:lnTo>
                <a:lnTo>
                  <a:pt x="1285875" y="2752725"/>
                </a:lnTo>
                <a:close/>
                <a:moveTo>
                  <a:pt x="1695450" y="2762250"/>
                </a:moveTo>
                <a:lnTo>
                  <a:pt x="1704975" y="2762250"/>
                </a:lnTo>
                <a:lnTo>
                  <a:pt x="1704975" y="2771775"/>
                </a:lnTo>
                <a:lnTo>
                  <a:pt x="1714500" y="2771775"/>
                </a:lnTo>
                <a:lnTo>
                  <a:pt x="1714500" y="2781300"/>
                </a:lnTo>
                <a:lnTo>
                  <a:pt x="1704975" y="2781300"/>
                </a:lnTo>
                <a:lnTo>
                  <a:pt x="1704975" y="2800350"/>
                </a:lnTo>
                <a:lnTo>
                  <a:pt x="1685925" y="2800350"/>
                </a:lnTo>
                <a:lnTo>
                  <a:pt x="1685925" y="2771775"/>
                </a:lnTo>
                <a:lnTo>
                  <a:pt x="1695450" y="2771775"/>
                </a:lnTo>
                <a:close/>
                <a:moveTo>
                  <a:pt x="342900" y="2771775"/>
                </a:moveTo>
                <a:lnTo>
                  <a:pt x="361950" y="2771775"/>
                </a:lnTo>
                <a:lnTo>
                  <a:pt x="361950" y="2781300"/>
                </a:lnTo>
                <a:lnTo>
                  <a:pt x="371475" y="2781300"/>
                </a:lnTo>
                <a:lnTo>
                  <a:pt x="371475" y="2790825"/>
                </a:lnTo>
                <a:lnTo>
                  <a:pt x="342900" y="2790825"/>
                </a:lnTo>
                <a:close/>
                <a:moveTo>
                  <a:pt x="561975" y="2781300"/>
                </a:moveTo>
                <a:lnTo>
                  <a:pt x="590550" y="2781300"/>
                </a:lnTo>
                <a:lnTo>
                  <a:pt x="590550" y="2790825"/>
                </a:lnTo>
                <a:lnTo>
                  <a:pt x="638175" y="2790825"/>
                </a:lnTo>
                <a:lnTo>
                  <a:pt x="638175" y="2781300"/>
                </a:lnTo>
                <a:lnTo>
                  <a:pt x="657225" y="2781300"/>
                </a:lnTo>
                <a:lnTo>
                  <a:pt x="657225" y="2790825"/>
                </a:lnTo>
                <a:lnTo>
                  <a:pt x="666750" y="2790825"/>
                </a:lnTo>
                <a:lnTo>
                  <a:pt x="666750" y="2800350"/>
                </a:lnTo>
                <a:lnTo>
                  <a:pt x="647700" y="2800350"/>
                </a:lnTo>
                <a:lnTo>
                  <a:pt x="647700" y="2828925"/>
                </a:lnTo>
                <a:lnTo>
                  <a:pt x="676275" y="2828925"/>
                </a:lnTo>
                <a:lnTo>
                  <a:pt x="676275" y="2847975"/>
                </a:lnTo>
                <a:lnTo>
                  <a:pt x="657225" y="2847975"/>
                </a:lnTo>
                <a:lnTo>
                  <a:pt x="657225" y="2838450"/>
                </a:lnTo>
                <a:lnTo>
                  <a:pt x="628650" y="2838450"/>
                </a:lnTo>
                <a:lnTo>
                  <a:pt x="628650" y="2819400"/>
                </a:lnTo>
                <a:lnTo>
                  <a:pt x="609600" y="2819400"/>
                </a:lnTo>
                <a:lnTo>
                  <a:pt x="609600" y="2828925"/>
                </a:lnTo>
                <a:lnTo>
                  <a:pt x="600075" y="2828925"/>
                </a:lnTo>
                <a:lnTo>
                  <a:pt x="600075" y="2847975"/>
                </a:lnTo>
                <a:lnTo>
                  <a:pt x="590550" y="2847975"/>
                </a:lnTo>
                <a:lnTo>
                  <a:pt x="590550" y="2838450"/>
                </a:lnTo>
                <a:lnTo>
                  <a:pt x="581025" y="2838450"/>
                </a:lnTo>
                <a:lnTo>
                  <a:pt x="581025" y="2847975"/>
                </a:lnTo>
                <a:lnTo>
                  <a:pt x="571500" y="2847975"/>
                </a:lnTo>
                <a:lnTo>
                  <a:pt x="571500" y="2838450"/>
                </a:lnTo>
                <a:lnTo>
                  <a:pt x="561975" y="2838450"/>
                </a:lnTo>
                <a:lnTo>
                  <a:pt x="561975" y="2847975"/>
                </a:lnTo>
                <a:lnTo>
                  <a:pt x="533400" y="2847975"/>
                </a:lnTo>
                <a:lnTo>
                  <a:pt x="533400" y="2819400"/>
                </a:lnTo>
                <a:lnTo>
                  <a:pt x="514350" y="2819400"/>
                </a:lnTo>
                <a:lnTo>
                  <a:pt x="514350" y="2828925"/>
                </a:lnTo>
                <a:lnTo>
                  <a:pt x="504825" y="2828925"/>
                </a:lnTo>
                <a:lnTo>
                  <a:pt x="504825" y="2819400"/>
                </a:lnTo>
                <a:lnTo>
                  <a:pt x="485775" y="2819400"/>
                </a:lnTo>
                <a:lnTo>
                  <a:pt x="485775" y="2809875"/>
                </a:lnTo>
                <a:lnTo>
                  <a:pt x="476250" y="2809875"/>
                </a:lnTo>
                <a:lnTo>
                  <a:pt x="476250" y="2800350"/>
                </a:lnTo>
                <a:lnTo>
                  <a:pt x="504825" y="2800350"/>
                </a:lnTo>
                <a:lnTo>
                  <a:pt x="504825" y="2809875"/>
                </a:lnTo>
                <a:lnTo>
                  <a:pt x="523875" y="2809875"/>
                </a:lnTo>
                <a:lnTo>
                  <a:pt x="523875" y="2800350"/>
                </a:lnTo>
                <a:lnTo>
                  <a:pt x="542925" y="2800350"/>
                </a:lnTo>
                <a:lnTo>
                  <a:pt x="542925" y="2790825"/>
                </a:lnTo>
                <a:lnTo>
                  <a:pt x="561975" y="2790825"/>
                </a:lnTo>
                <a:close/>
                <a:moveTo>
                  <a:pt x="695325" y="2781300"/>
                </a:moveTo>
                <a:lnTo>
                  <a:pt x="704850" y="2781300"/>
                </a:lnTo>
                <a:lnTo>
                  <a:pt x="704850" y="2790825"/>
                </a:lnTo>
                <a:lnTo>
                  <a:pt x="695325" y="2790825"/>
                </a:lnTo>
                <a:close/>
                <a:moveTo>
                  <a:pt x="1066800" y="2781300"/>
                </a:moveTo>
                <a:lnTo>
                  <a:pt x="1085850" y="2781300"/>
                </a:lnTo>
                <a:lnTo>
                  <a:pt x="1085850" y="2790825"/>
                </a:lnTo>
                <a:lnTo>
                  <a:pt x="1066800" y="2790825"/>
                </a:lnTo>
                <a:close/>
                <a:moveTo>
                  <a:pt x="1314450" y="2781300"/>
                </a:moveTo>
                <a:lnTo>
                  <a:pt x="1343025" y="2781300"/>
                </a:lnTo>
                <a:lnTo>
                  <a:pt x="1343025" y="2800350"/>
                </a:lnTo>
                <a:lnTo>
                  <a:pt x="1362075" y="2800350"/>
                </a:lnTo>
                <a:lnTo>
                  <a:pt x="1362075" y="2790825"/>
                </a:lnTo>
                <a:lnTo>
                  <a:pt x="1352550" y="2790825"/>
                </a:lnTo>
                <a:lnTo>
                  <a:pt x="1352550" y="2781300"/>
                </a:lnTo>
                <a:lnTo>
                  <a:pt x="1362075" y="2781300"/>
                </a:lnTo>
                <a:lnTo>
                  <a:pt x="1362075" y="2771775"/>
                </a:lnTo>
                <a:lnTo>
                  <a:pt x="1352550" y="2771775"/>
                </a:lnTo>
                <a:lnTo>
                  <a:pt x="1352550" y="2743200"/>
                </a:lnTo>
                <a:lnTo>
                  <a:pt x="1333500" y="2743200"/>
                </a:lnTo>
                <a:lnTo>
                  <a:pt x="1333500" y="2752725"/>
                </a:lnTo>
                <a:lnTo>
                  <a:pt x="1323975" y="2752725"/>
                </a:lnTo>
                <a:lnTo>
                  <a:pt x="1323975" y="2771775"/>
                </a:lnTo>
                <a:lnTo>
                  <a:pt x="1314450" y="2771775"/>
                </a:lnTo>
                <a:close/>
                <a:moveTo>
                  <a:pt x="1400175" y="2781300"/>
                </a:moveTo>
                <a:lnTo>
                  <a:pt x="1409700" y="2781300"/>
                </a:lnTo>
                <a:lnTo>
                  <a:pt x="1409700" y="2771775"/>
                </a:lnTo>
                <a:lnTo>
                  <a:pt x="1400175" y="2771775"/>
                </a:lnTo>
                <a:close/>
                <a:moveTo>
                  <a:pt x="1438275" y="2781300"/>
                </a:moveTo>
                <a:lnTo>
                  <a:pt x="1447800" y="2781300"/>
                </a:lnTo>
                <a:lnTo>
                  <a:pt x="1447800" y="2790825"/>
                </a:lnTo>
                <a:lnTo>
                  <a:pt x="1466850" y="2790825"/>
                </a:lnTo>
                <a:lnTo>
                  <a:pt x="1466850" y="2771775"/>
                </a:lnTo>
                <a:lnTo>
                  <a:pt x="1457325" y="2771775"/>
                </a:lnTo>
                <a:lnTo>
                  <a:pt x="1457325" y="2762250"/>
                </a:lnTo>
                <a:lnTo>
                  <a:pt x="1438275" y="2762250"/>
                </a:lnTo>
                <a:close/>
                <a:moveTo>
                  <a:pt x="704850" y="2790825"/>
                </a:moveTo>
                <a:lnTo>
                  <a:pt x="714375" y="2790825"/>
                </a:lnTo>
                <a:lnTo>
                  <a:pt x="714375" y="2800350"/>
                </a:lnTo>
                <a:lnTo>
                  <a:pt x="704850" y="2800350"/>
                </a:lnTo>
                <a:close/>
                <a:moveTo>
                  <a:pt x="1028700" y="2790825"/>
                </a:moveTo>
                <a:lnTo>
                  <a:pt x="1038225" y="2790825"/>
                </a:lnTo>
                <a:lnTo>
                  <a:pt x="1038225" y="2800350"/>
                </a:lnTo>
                <a:lnTo>
                  <a:pt x="1028700" y="2800350"/>
                </a:lnTo>
                <a:close/>
                <a:moveTo>
                  <a:pt x="1085850" y="2790825"/>
                </a:moveTo>
                <a:lnTo>
                  <a:pt x="1095375" y="2790825"/>
                </a:lnTo>
                <a:lnTo>
                  <a:pt x="1095375" y="2800350"/>
                </a:lnTo>
                <a:lnTo>
                  <a:pt x="1114425" y="2800350"/>
                </a:lnTo>
                <a:lnTo>
                  <a:pt x="1114425" y="2809875"/>
                </a:lnTo>
                <a:lnTo>
                  <a:pt x="1095375" y="2809875"/>
                </a:lnTo>
                <a:lnTo>
                  <a:pt x="1095375" y="2819400"/>
                </a:lnTo>
                <a:lnTo>
                  <a:pt x="1085850" y="2819400"/>
                </a:lnTo>
                <a:lnTo>
                  <a:pt x="1085850" y="2828925"/>
                </a:lnTo>
                <a:lnTo>
                  <a:pt x="1066800" y="2828925"/>
                </a:lnTo>
                <a:lnTo>
                  <a:pt x="1066800" y="2819400"/>
                </a:lnTo>
                <a:lnTo>
                  <a:pt x="1057275" y="2819400"/>
                </a:lnTo>
                <a:lnTo>
                  <a:pt x="1057275" y="2800350"/>
                </a:lnTo>
                <a:lnTo>
                  <a:pt x="1066800" y="2800350"/>
                </a:lnTo>
                <a:lnTo>
                  <a:pt x="1066800" y="2809875"/>
                </a:lnTo>
                <a:lnTo>
                  <a:pt x="1085850" y="2809875"/>
                </a:lnTo>
                <a:close/>
                <a:moveTo>
                  <a:pt x="1276350" y="2790825"/>
                </a:moveTo>
                <a:lnTo>
                  <a:pt x="1295400" y="2790825"/>
                </a:lnTo>
                <a:lnTo>
                  <a:pt x="1295400" y="2781300"/>
                </a:lnTo>
                <a:lnTo>
                  <a:pt x="1276350" y="2781300"/>
                </a:lnTo>
                <a:close/>
                <a:moveTo>
                  <a:pt x="1533525" y="2790825"/>
                </a:moveTo>
                <a:lnTo>
                  <a:pt x="1543050" y="2790825"/>
                </a:lnTo>
                <a:lnTo>
                  <a:pt x="1543050" y="2809875"/>
                </a:lnTo>
                <a:lnTo>
                  <a:pt x="1533525" y="2809875"/>
                </a:lnTo>
                <a:close/>
                <a:moveTo>
                  <a:pt x="1552575" y="2790825"/>
                </a:moveTo>
                <a:lnTo>
                  <a:pt x="1562100" y="2790825"/>
                </a:lnTo>
                <a:lnTo>
                  <a:pt x="1562100" y="2800350"/>
                </a:lnTo>
                <a:lnTo>
                  <a:pt x="1552575" y="2800350"/>
                </a:lnTo>
                <a:close/>
                <a:moveTo>
                  <a:pt x="1647825" y="2790825"/>
                </a:moveTo>
                <a:lnTo>
                  <a:pt x="1666875" y="2790825"/>
                </a:lnTo>
                <a:lnTo>
                  <a:pt x="1666875" y="2809875"/>
                </a:lnTo>
                <a:lnTo>
                  <a:pt x="1657350" y="2809875"/>
                </a:lnTo>
                <a:lnTo>
                  <a:pt x="1657350" y="2800350"/>
                </a:lnTo>
                <a:lnTo>
                  <a:pt x="1647825" y="2800350"/>
                </a:lnTo>
                <a:close/>
                <a:moveTo>
                  <a:pt x="1838325" y="2790825"/>
                </a:moveTo>
                <a:lnTo>
                  <a:pt x="1847850" y="2790825"/>
                </a:lnTo>
                <a:lnTo>
                  <a:pt x="1847850" y="2809875"/>
                </a:lnTo>
                <a:lnTo>
                  <a:pt x="1838325" y="2809875"/>
                </a:lnTo>
                <a:close/>
                <a:moveTo>
                  <a:pt x="714375" y="2800350"/>
                </a:moveTo>
                <a:lnTo>
                  <a:pt x="723900" y="2800350"/>
                </a:lnTo>
                <a:lnTo>
                  <a:pt x="723900" y="2809875"/>
                </a:lnTo>
                <a:lnTo>
                  <a:pt x="714375" y="2809875"/>
                </a:lnTo>
                <a:close/>
                <a:moveTo>
                  <a:pt x="857250" y="2800350"/>
                </a:moveTo>
                <a:lnTo>
                  <a:pt x="876300" y="2800350"/>
                </a:lnTo>
                <a:lnTo>
                  <a:pt x="876300" y="2790825"/>
                </a:lnTo>
                <a:lnTo>
                  <a:pt x="857250" y="2790825"/>
                </a:lnTo>
                <a:lnTo>
                  <a:pt x="857250" y="2781300"/>
                </a:lnTo>
                <a:lnTo>
                  <a:pt x="847725" y="2781300"/>
                </a:lnTo>
                <a:lnTo>
                  <a:pt x="847725" y="2809875"/>
                </a:lnTo>
                <a:lnTo>
                  <a:pt x="857250" y="2809875"/>
                </a:lnTo>
                <a:close/>
                <a:moveTo>
                  <a:pt x="981075" y="2800350"/>
                </a:moveTo>
                <a:lnTo>
                  <a:pt x="1019175" y="2800350"/>
                </a:lnTo>
                <a:lnTo>
                  <a:pt x="1019175" y="2828925"/>
                </a:lnTo>
                <a:lnTo>
                  <a:pt x="990600" y="2828925"/>
                </a:lnTo>
                <a:lnTo>
                  <a:pt x="990600" y="2819400"/>
                </a:lnTo>
                <a:lnTo>
                  <a:pt x="1000125" y="2819400"/>
                </a:lnTo>
                <a:lnTo>
                  <a:pt x="1000125" y="2809875"/>
                </a:lnTo>
                <a:lnTo>
                  <a:pt x="981075" y="2809875"/>
                </a:lnTo>
                <a:close/>
                <a:moveTo>
                  <a:pt x="314325" y="2809875"/>
                </a:moveTo>
                <a:lnTo>
                  <a:pt x="323850" y="2809875"/>
                </a:lnTo>
                <a:lnTo>
                  <a:pt x="323850" y="2819400"/>
                </a:lnTo>
                <a:lnTo>
                  <a:pt x="333375" y="2819400"/>
                </a:lnTo>
                <a:lnTo>
                  <a:pt x="333375" y="2828925"/>
                </a:lnTo>
                <a:lnTo>
                  <a:pt x="304800" y="2828925"/>
                </a:lnTo>
                <a:lnTo>
                  <a:pt x="304800" y="2819400"/>
                </a:lnTo>
                <a:lnTo>
                  <a:pt x="314325" y="2819400"/>
                </a:lnTo>
                <a:close/>
                <a:moveTo>
                  <a:pt x="609600" y="2809875"/>
                </a:moveTo>
                <a:lnTo>
                  <a:pt x="628650" y="2809875"/>
                </a:lnTo>
                <a:lnTo>
                  <a:pt x="628650" y="2800350"/>
                </a:lnTo>
                <a:lnTo>
                  <a:pt x="609600" y="2800350"/>
                </a:lnTo>
                <a:close/>
                <a:moveTo>
                  <a:pt x="704850" y="2809875"/>
                </a:moveTo>
                <a:lnTo>
                  <a:pt x="714375" y="2809875"/>
                </a:lnTo>
                <a:lnTo>
                  <a:pt x="714375" y="2819400"/>
                </a:lnTo>
                <a:lnTo>
                  <a:pt x="704850" y="2819400"/>
                </a:lnTo>
                <a:close/>
                <a:moveTo>
                  <a:pt x="381000" y="2819400"/>
                </a:moveTo>
                <a:lnTo>
                  <a:pt x="400050" y="2819400"/>
                </a:lnTo>
                <a:lnTo>
                  <a:pt x="400050" y="2828925"/>
                </a:lnTo>
                <a:lnTo>
                  <a:pt x="390525" y="2828925"/>
                </a:lnTo>
                <a:lnTo>
                  <a:pt x="390525" y="2838450"/>
                </a:lnTo>
                <a:lnTo>
                  <a:pt x="371475" y="2838450"/>
                </a:lnTo>
                <a:lnTo>
                  <a:pt x="371475" y="2828925"/>
                </a:lnTo>
                <a:lnTo>
                  <a:pt x="381000" y="2828925"/>
                </a:lnTo>
                <a:close/>
                <a:moveTo>
                  <a:pt x="409575" y="2819400"/>
                </a:moveTo>
                <a:lnTo>
                  <a:pt x="428625" y="2819400"/>
                </a:lnTo>
                <a:lnTo>
                  <a:pt x="428625" y="2828925"/>
                </a:lnTo>
                <a:lnTo>
                  <a:pt x="438150" y="2828925"/>
                </a:lnTo>
                <a:lnTo>
                  <a:pt x="438150" y="2819400"/>
                </a:lnTo>
                <a:lnTo>
                  <a:pt x="466725" y="2819400"/>
                </a:lnTo>
                <a:lnTo>
                  <a:pt x="466725" y="2828925"/>
                </a:lnTo>
                <a:lnTo>
                  <a:pt x="476250" y="2828925"/>
                </a:lnTo>
                <a:lnTo>
                  <a:pt x="476250" y="2857500"/>
                </a:lnTo>
                <a:lnTo>
                  <a:pt x="457200" y="2857500"/>
                </a:lnTo>
                <a:lnTo>
                  <a:pt x="457200" y="2867025"/>
                </a:lnTo>
                <a:lnTo>
                  <a:pt x="447675" y="2867025"/>
                </a:lnTo>
                <a:lnTo>
                  <a:pt x="447675" y="2857500"/>
                </a:lnTo>
                <a:lnTo>
                  <a:pt x="428625" y="2857500"/>
                </a:lnTo>
                <a:lnTo>
                  <a:pt x="428625" y="2838450"/>
                </a:lnTo>
                <a:lnTo>
                  <a:pt x="409575" y="2838450"/>
                </a:lnTo>
                <a:close/>
                <a:moveTo>
                  <a:pt x="904875" y="2819400"/>
                </a:moveTo>
                <a:lnTo>
                  <a:pt x="981075" y="2819400"/>
                </a:lnTo>
                <a:lnTo>
                  <a:pt x="981075" y="2838450"/>
                </a:lnTo>
                <a:lnTo>
                  <a:pt x="952500" y="2838450"/>
                </a:lnTo>
                <a:lnTo>
                  <a:pt x="952500" y="2857500"/>
                </a:lnTo>
                <a:lnTo>
                  <a:pt x="914400" y="2857500"/>
                </a:lnTo>
                <a:lnTo>
                  <a:pt x="914400" y="2847975"/>
                </a:lnTo>
                <a:lnTo>
                  <a:pt x="895350" y="2847975"/>
                </a:lnTo>
                <a:lnTo>
                  <a:pt x="895350" y="2838450"/>
                </a:lnTo>
                <a:lnTo>
                  <a:pt x="904875" y="2838450"/>
                </a:lnTo>
                <a:close/>
                <a:moveTo>
                  <a:pt x="1457325" y="2819400"/>
                </a:moveTo>
                <a:lnTo>
                  <a:pt x="1485900" y="2819400"/>
                </a:lnTo>
                <a:lnTo>
                  <a:pt x="1485900" y="2809875"/>
                </a:lnTo>
                <a:lnTo>
                  <a:pt x="1457325" y="2809875"/>
                </a:lnTo>
                <a:close/>
                <a:moveTo>
                  <a:pt x="1057275" y="2828925"/>
                </a:moveTo>
                <a:lnTo>
                  <a:pt x="1066800" y="2828925"/>
                </a:lnTo>
                <a:lnTo>
                  <a:pt x="1066800" y="2838450"/>
                </a:lnTo>
                <a:lnTo>
                  <a:pt x="1057275" y="2838450"/>
                </a:lnTo>
                <a:close/>
                <a:moveTo>
                  <a:pt x="609600" y="2838450"/>
                </a:moveTo>
                <a:lnTo>
                  <a:pt x="619125" y="2838450"/>
                </a:lnTo>
                <a:lnTo>
                  <a:pt x="619125" y="2847975"/>
                </a:lnTo>
                <a:lnTo>
                  <a:pt x="609600" y="2847975"/>
                </a:lnTo>
                <a:close/>
                <a:moveTo>
                  <a:pt x="1390650" y="2838450"/>
                </a:moveTo>
                <a:lnTo>
                  <a:pt x="1400175" y="2838450"/>
                </a:lnTo>
                <a:lnTo>
                  <a:pt x="1400175" y="2828925"/>
                </a:lnTo>
                <a:lnTo>
                  <a:pt x="1390650" y="2828925"/>
                </a:lnTo>
                <a:close/>
                <a:moveTo>
                  <a:pt x="314325" y="2847975"/>
                </a:moveTo>
                <a:lnTo>
                  <a:pt x="323850" y="2847975"/>
                </a:lnTo>
                <a:lnTo>
                  <a:pt x="323850" y="2857500"/>
                </a:lnTo>
                <a:lnTo>
                  <a:pt x="314325" y="2857500"/>
                </a:lnTo>
                <a:close/>
                <a:moveTo>
                  <a:pt x="1295400" y="2857500"/>
                </a:moveTo>
                <a:lnTo>
                  <a:pt x="1314450" y="2857500"/>
                </a:lnTo>
                <a:lnTo>
                  <a:pt x="1314450" y="2867025"/>
                </a:lnTo>
                <a:lnTo>
                  <a:pt x="1323975" y="2867025"/>
                </a:lnTo>
                <a:lnTo>
                  <a:pt x="1323975" y="2828925"/>
                </a:lnTo>
                <a:lnTo>
                  <a:pt x="1304925" y="2828925"/>
                </a:lnTo>
                <a:lnTo>
                  <a:pt x="1304925" y="2847975"/>
                </a:lnTo>
                <a:lnTo>
                  <a:pt x="1295400" y="2847975"/>
                </a:lnTo>
                <a:close/>
                <a:moveTo>
                  <a:pt x="1438275" y="2857500"/>
                </a:moveTo>
                <a:lnTo>
                  <a:pt x="1447800" y="2857500"/>
                </a:lnTo>
                <a:lnTo>
                  <a:pt x="1447800" y="2838450"/>
                </a:lnTo>
                <a:lnTo>
                  <a:pt x="1438275" y="2838450"/>
                </a:lnTo>
                <a:lnTo>
                  <a:pt x="1438275" y="2828925"/>
                </a:lnTo>
                <a:lnTo>
                  <a:pt x="1428750" y="2828925"/>
                </a:lnTo>
                <a:lnTo>
                  <a:pt x="1428750" y="2819400"/>
                </a:lnTo>
                <a:lnTo>
                  <a:pt x="1409700" y="2819400"/>
                </a:lnTo>
                <a:lnTo>
                  <a:pt x="1409700" y="2867025"/>
                </a:lnTo>
                <a:lnTo>
                  <a:pt x="1419225" y="2867025"/>
                </a:lnTo>
                <a:lnTo>
                  <a:pt x="1419225" y="2886075"/>
                </a:lnTo>
                <a:lnTo>
                  <a:pt x="1428750" y="2886075"/>
                </a:lnTo>
                <a:lnTo>
                  <a:pt x="1428750" y="2867025"/>
                </a:lnTo>
                <a:lnTo>
                  <a:pt x="1438275" y="2867025"/>
                </a:lnTo>
                <a:close/>
                <a:moveTo>
                  <a:pt x="1695450" y="2857500"/>
                </a:moveTo>
                <a:lnTo>
                  <a:pt x="1714500" y="2857500"/>
                </a:lnTo>
                <a:lnTo>
                  <a:pt x="1714500" y="2867025"/>
                </a:lnTo>
                <a:lnTo>
                  <a:pt x="1724025" y="2867025"/>
                </a:lnTo>
                <a:lnTo>
                  <a:pt x="1724025" y="2886075"/>
                </a:lnTo>
                <a:lnTo>
                  <a:pt x="1704975" y="2886075"/>
                </a:lnTo>
                <a:lnTo>
                  <a:pt x="1704975" y="2876550"/>
                </a:lnTo>
                <a:lnTo>
                  <a:pt x="1695450" y="2876550"/>
                </a:lnTo>
                <a:close/>
                <a:moveTo>
                  <a:pt x="438150" y="2867025"/>
                </a:moveTo>
                <a:lnTo>
                  <a:pt x="447675" y="2867025"/>
                </a:lnTo>
                <a:lnTo>
                  <a:pt x="447675" y="2876550"/>
                </a:lnTo>
                <a:lnTo>
                  <a:pt x="438150" y="2876550"/>
                </a:lnTo>
                <a:close/>
                <a:moveTo>
                  <a:pt x="542925" y="2867025"/>
                </a:moveTo>
                <a:lnTo>
                  <a:pt x="561975" y="2867025"/>
                </a:lnTo>
                <a:lnTo>
                  <a:pt x="561975" y="2876550"/>
                </a:lnTo>
                <a:lnTo>
                  <a:pt x="542925" y="2876550"/>
                </a:lnTo>
                <a:close/>
                <a:moveTo>
                  <a:pt x="1809750" y="2867025"/>
                </a:moveTo>
                <a:lnTo>
                  <a:pt x="1819275" y="2867025"/>
                </a:lnTo>
                <a:lnTo>
                  <a:pt x="1819275" y="2876550"/>
                </a:lnTo>
                <a:lnTo>
                  <a:pt x="1828800" y="2876550"/>
                </a:lnTo>
                <a:lnTo>
                  <a:pt x="1828800" y="2895600"/>
                </a:lnTo>
                <a:lnTo>
                  <a:pt x="1819275" y="2895600"/>
                </a:lnTo>
                <a:lnTo>
                  <a:pt x="1819275" y="2886075"/>
                </a:lnTo>
                <a:lnTo>
                  <a:pt x="1809750" y="2886075"/>
                </a:lnTo>
                <a:close/>
                <a:moveTo>
                  <a:pt x="409575" y="2876550"/>
                </a:moveTo>
                <a:lnTo>
                  <a:pt x="419100" y="2876550"/>
                </a:lnTo>
                <a:lnTo>
                  <a:pt x="419100" y="2886075"/>
                </a:lnTo>
                <a:lnTo>
                  <a:pt x="409575" y="2886075"/>
                </a:lnTo>
                <a:close/>
                <a:moveTo>
                  <a:pt x="752475" y="2876550"/>
                </a:moveTo>
                <a:lnTo>
                  <a:pt x="771525" y="2876550"/>
                </a:lnTo>
                <a:lnTo>
                  <a:pt x="771525" y="2886075"/>
                </a:lnTo>
                <a:lnTo>
                  <a:pt x="752475" y="2886075"/>
                </a:lnTo>
                <a:close/>
                <a:moveTo>
                  <a:pt x="1276350" y="2876550"/>
                </a:moveTo>
                <a:lnTo>
                  <a:pt x="1285875" y="2876550"/>
                </a:lnTo>
                <a:lnTo>
                  <a:pt x="1285875" y="2886075"/>
                </a:lnTo>
                <a:lnTo>
                  <a:pt x="1276350" y="2886075"/>
                </a:lnTo>
                <a:close/>
                <a:moveTo>
                  <a:pt x="1390650" y="2876550"/>
                </a:moveTo>
                <a:lnTo>
                  <a:pt x="1381125" y="2876550"/>
                </a:lnTo>
                <a:lnTo>
                  <a:pt x="1381125" y="2857500"/>
                </a:lnTo>
                <a:lnTo>
                  <a:pt x="1371600" y="2857500"/>
                </a:lnTo>
                <a:lnTo>
                  <a:pt x="1371600" y="2867025"/>
                </a:lnTo>
                <a:lnTo>
                  <a:pt x="1362075" y="2867025"/>
                </a:lnTo>
                <a:lnTo>
                  <a:pt x="1362075" y="2876550"/>
                </a:lnTo>
                <a:lnTo>
                  <a:pt x="1352550" y="2876550"/>
                </a:lnTo>
                <a:lnTo>
                  <a:pt x="1352550" y="2867025"/>
                </a:lnTo>
                <a:lnTo>
                  <a:pt x="1333500" y="2867025"/>
                </a:lnTo>
                <a:lnTo>
                  <a:pt x="1333500" y="2876550"/>
                </a:lnTo>
                <a:lnTo>
                  <a:pt x="1314450" y="2876550"/>
                </a:lnTo>
                <a:lnTo>
                  <a:pt x="1314450" y="2886075"/>
                </a:lnTo>
                <a:lnTo>
                  <a:pt x="1333500" y="2886075"/>
                </a:lnTo>
                <a:lnTo>
                  <a:pt x="1333500" y="2895600"/>
                </a:lnTo>
                <a:lnTo>
                  <a:pt x="1343025" y="2895600"/>
                </a:lnTo>
                <a:lnTo>
                  <a:pt x="1343025" y="2905125"/>
                </a:lnTo>
                <a:lnTo>
                  <a:pt x="1362075" y="2905125"/>
                </a:lnTo>
                <a:lnTo>
                  <a:pt x="1362075" y="2895600"/>
                </a:lnTo>
                <a:lnTo>
                  <a:pt x="1371600" y="2895600"/>
                </a:lnTo>
                <a:lnTo>
                  <a:pt x="1371600" y="2886075"/>
                </a:lnTo>
                <a:lnTo>
                  <a:pt x="1381125" y="2886075"/>
                </a:lnTo>
                <a:lnTo>
                  <a:pt x="1381125" y="2895600"/>
                </a:lnTo>
                <a:lnTo>
                  <a:pt x="1400175" y="2895600"/>
                </a:lnTo>
                <a:lnTo>
                  <a:pt x="1400175" y="2886075"/>
                </a:lnTo>
                <a:lnTo>
                  <a:pt x="1390650" y="2886075"/>
                </a:lnTo>
                <a:close/>
                <a:moveTo>
                  <a:pt x="1390650" y="2876550"/>
                </a:moveTo>
                <a:lnTo>
                  <a:pt x="1400175" y="2876550"/>
                </a:lnTo>
                <a:lnTo>
                  <a:pt x="1400175" y="2867025"/>
                </a:lnTo>
                <a:lnTo>
                  <a:pt x="1390650" y="2867025"/>
                </a:lnTo>
                <a:close/>
                <a:moveTo>
                  <a:pt x="1438275" y="2886075"/>
                </a:moveTo>
                <a:lnTo>
                  <a:pt x="1447800" y="2886075"/>
                </a:lnTo>
                <a:lnTo>
                  <a:pt x="1447800" y="2895600"/>
                </a:lnTo>
                <a:lnTo>
                  <a:pt x="1457325" y="2895600"/>
                </a:lnTo>
                <a:lnTo>
                  <a:pt x="1457325" y="2867025"/>
                </a:lnTo>
                <a:lnTo>
                  <a:pt x="1438275" y="2867025"/>
                </a:lnTo>
                <a:close/>
                <a:moveTo>
                  <a:pt x="1838325" y="2886075"/>
                </a:moveTo>
                <a:lnTo>
                  <a:pt x="1847850" y="2886075"/>
                </a:lnTo>
                <a:lnTo>
                  <a:pt x="1847850" y="2895600"/>
                </a:lnTo>
                <a:lnTo>
                  <a:pt x="1838325" y="2895600"/>
                </a:lnTo>
                <a:close/>
                <a:moveTo>
                  <a:pt x="1200150" y="2895600"/>
                </a:moveTo>
                <a:lnTo>
                  <a:pt x="1209675" y="2895600"/>
                </a:lnTo>
                <a:lnTo>
                  <a:pt x="1209675" y="2905125"/>
                </a:lnTo>
                <a:lnTo>
                  <a:pt x="1200150" y="2905125"/>
                </a:lnTo>
                <a:close/>
                <a:moveTo>
                  <a:pt x="952500" y="2905125"/>
                </a:moveTo>
                <a:lnTo>
                  <a:pt x="962025" y="2905125"/>
                </a:lnTo>
                <a:lnTo>
                  <a:pt x="962025" y="2924175"/>
                </a:lnTo>
                <a:lnTo>
                  <a:pt x="971550" y="2924175"/>
                </a:lnTo>
                <a:lnTo>
                  <a:pt x="971550" y="2914650"/>
                </a:lnTo>
                <a:lnTo>
                  <a:pt x="981075" y="2914650"/>
                </a:lnTo>
                <a:lnTo>
                  <a:pt x="981075" y="2924175"/>
                </a:lnTo>
                <a:lnTo>
                  <a:pt x="990600" y="2924175"/>
                </a:lnTo>
                <a:lnTo>
                  <a:pt x="990600" y="2943225"/>
                </a:lnTo>
                <a:lnTo>
                  <a:pt x="981075" y="2943225"/>
                </a:lnTo>
                <a:lnTo>
                  <a:pt x="981075" y="2952750"/>
                </a:lnTo>
                <a:lnTo>
                  <a:pt x="1009650" y="2952750"/>
                </a:lnTo>
                <a:lnTo>
                  <a:pt x="1009650" y="2962275"/>
                </a:lnTo>
                <a:lnTo>
                  <a:pt x="971550" y="2962275"/>
                </a:lnTo>
                <a:lnTo>
                  <a:pt x="971550" y="2990850"/>
                </a:lnTo>
                <a:lnTo>
                  <a:pt x="952500" y="2990850"/>
                </a:lnTo>
                <a:lnTo>
                  <a:pt x="952500" y="3000375"/>
                </a:lnTo>
                <a:lnTo>
                  <a:pt x="962025" y="3000375"/>
                </a:lnTo>
                <a:lnTo>
                  <a:pt x="962025" y="3019425"/>
                </a:lnTo>
                <a:lnTo>
                  <a:pt x="876300" y="3019425"/>
                </a:lnTo>
                <a:lnTo>
                  <a:pt x="876300" y="3009900"/>
                </a:lnTo>
                <a:lnTo>
                  <a:pt x="847725" y="3009900"/>
                </a:lnTo>
                <a:lnTo>
                  <a:pt x="847725" y="3000375"/>
                </a:lnTo>
                <a:lnTo>
                  <a:pt x="866775" y="3000375"/>
                </a:lnTo>
                <a:lnTo>
                  <a:pt x="866775" y="2990850"/>
                </a:lnTo>
                <a:lnTo>
                  <a:pt x="895350" y="2990850"/>
                </a:lnTo>
                <a:lnTo>
                  <a:pt x="895350" y="3009900"/>
                </a:lnTo>
                <a:lnTo>
                  <a:pt x="933450" y="3009900"/>
                </a:lnTo>
                <a:lnTo>
                  <a:pt x="933450" y="2990850"/>
                </a:lnTo>
                <a:lnTo>
                  <a:pt x="942975" y="2990850"/>
                </a:lnTo>
                <a:lnTo>
                  <a:pt x="942975" y="2971800"/>
                </a:lnTo>
                <a:lnTo>
                  <a:pt x="962025" y="2971800"/>
                </a:lnTo>
                <a:lnTo>
                  <a:pt x="962025" y="2952750"/>
                </a:lnTo>
                <a:lnTo>
                  <a:pt x="952500" y="2952750"/>
                </a:lnTo>
                <a:lnTo>
                  <a:pt x="952500" y="2943225"/>
                </a:lnTo>
                <a:lnTo>
                  <a:pt x="933450" y="2943225"/>
                </a:lnTo>
                <a:lnTo>
                  <a:pt x="933450" y="2914650"/>
                </a:lnTo>
                <a:lnTo>
                  <a:pt x="952500" y="2914650"/>
                </a:lnTo>
                <a:close/>
                <a:moveTo>
                  <a:pt x="742950" y="2914650"/>
                </a:moveTo>
                <a:lnTo>
                  <a:pt x="752475" y="2914650"/>
                </a:lnTo>
                <a:lnTo>
                  <a:pt x="752475" y="2924175"/>
                </a:lnTo>
                <a:lnTo>
                  <a:pt x="762000" y="2924175"/>
                </a:lnTo>
                <a:lnTo>
                  <a:pt x="762000" y="2943225"/>
                </a:lnTo>
                <a:lnTo>
                  <a:pt x="752475" y="2943225"/>
                </a:lnTo>
                <a:lnTo>
                  <a:pt x="752475" y="2952750"/>
                </a:lnTo>
                <a:lnTo>
                  <a:pt x="742950" y="2952750"/>
                </a:lnTo>
                <a:lnTo>
                  <a:pt x="742950" y="2962275"/>
                </a:lnTo>
                <a:lnTo>
                  <a:pt x="733425" y="2962275"/>
                </a:lnTo>
                <a:lnTo>
                  <a:pt x="733425" y="2971800"/>
                </a:lnTo>
                <a:lnTo>
                  <a:pt x="723900" y="2971800"/>
                </a:lnTo>
                <a:lnTo>
                  <a:pt x="723900" y="2952750"/>
                </a:lnTo>
                <a:lnTo>
                  <a:pt x="714375" y="2952750"/>
                </a:lnTo>
                <a:lnTo>
                  <a:pt x="714375" y="2933700"/>
                </a:lnTo>
                <a:lnTo>
                  <a:pt x="742950" y="2933700"/>
                </a:lnTo>
                <a:close/>
                <a:moveTo>
                  <a:pt x="847725" y="2914650"/>
                </a:moveTo>
                <a:lnTo>
                  <a:pt x="876300" y="2914650"/>
                </a:lnTo>
                <a:lnTo>
                  <a:pt x="876300" y="2924175"/>
                </a:lnTo>
                <a:lnTo>
                  <a:pt x="866775" y="2924175"/>
                </a:lnTo>
                <a:lnTo>
                  <a:pt x="866775" y="2943225"/>
                </a:lnTo>
                <a:lnTo>
                  <a:pt x="857250" y="2943225"/>
                </a:lnTo>
                <a:lnTo>
                  <a:pt x="857250" y="2924175"/>
                </a:lnTo>
                <a:lnTo>
                  <a:pt x="847725" y="2924175"/>
                </a:lnTo>
                <a:close/>
                <a:moveTo>
                  <a:pt x="895350" y="2914650"/>
                </a:moveTo>
                <a:lnTo>
                  <a:pt x="904875" y="2914650"/>
                </a:lnTo>
                <a:lnTo>
                  <a:pt x="904875" y="2943225"/>
                </a:lnTo>
                <a:lnTo>
                  <a:pt x="895350" y="2943225"/>
                </a:lnTo>
                <a:close/>
                <a:moveTo>
                  <a:pt x="1219200" y="2914650"/>
                </a:moveTo>
                <a:lnTo>
                  <a:pt x="1228725" y="2914650"/>
                </a:lnTo>
                <a:lnTo>
                  <a:pt x="1228725" y="2924175"/>
                </a:lnTo>
                <a:lnTo>
                  <a:pt x="1247775" y="2924175"/>
                </a:lnTo>
                <a:lnTo>
                  <a:pt x="1247775" y="2933700"/>
                </a:lnTo>
                <a:lnTo>
                  <a:pt x="1238250" y="2933700"/>
                </a:lnTo>
                <a:lnTo>
                  <a:pt x="1238250" y="2952750"/>
                </a:lnTo>
                <a:lnTo>
                  <a:pt x="1228725" y="2952750"/>
                </a:lnTo>
                <a:lnTo>
                  <a:pt x="1228725" y="2962275"/>
                </a:lnTo>
                <a:lnTo>
                  <a:pt x="1219200" y="2962275"/>
                </a:lnTo>
                <a:lnTo>
                  <a:pt x="1219200" y="2971800"/>
                </a:lnTo>
                <a:lnTo>
                  <a:pt x="1200150" y="2971800"/>
                </a:lnTo>
                <a:lnTo>
                  <a:pt x="1200150" y="2933700"/>
                </a:lnTo>
                <a:lnTo>
                  <a:pt x="1219200" y="2933700"/>
                </a:lnTo>
                <a:close/>
                <a:moveTo>
                  <a:pt x="781050" y="2924175"/>
                </a:moveTo>
                <a:lnTo>
                  <a:pt x="809625" y="2924175"/>
                </a:lnTo>
                <a:lnTo>
                  <a:pt x="809625" y="2943225"/>
                </a:lnTo>
                <a:lnTo>
                  <a:pt x="800100" y="2943225"/>
                </a:lnTo>
                <a:lnTo>
                  <a:pt x="800100" y="2952750"/>
                </a:lnTo>
                <a:lnTo>
                  <a:pt x="790575" y="2952750"/>
                </a:lnTo>
                <a:lnTo>
                  <a:pt x="790575" y="2933700"/>
                </a:lnTo>
                <a:lnTo>
                  <a:pt x="781050" y="2933700"/>
                </a:lnTo>
                <a:close/>
                <a:moveTo>
                  <a:pt x="923925" y="2943225"/>
                </a:moveTo>
                <a:lnTo>
                  <a:pt x="933450" y="2943225"/>
                </a:lnTo>
                <a:lnTo>
                  <a:pt x="933450" y="2962275"/>
                </a:lnTo>
                <a:lnTo>
                  <a:pt x="923925" y="2962275"/>
                </a:lnTo>
                <a:lnTo>
                  <a:pt x="923925" y="2971800"/>
                </a:lnTo>
                <a:lnTo>
                  <a:pt x="904875" y="2971800"/>
                </a:lnTo>
                <a:lnTo>
                  <a:pt x="904875" y="2952750"/>
                </a:lnTo>
                <a:lnTo>
                  <a:pt x="923925" y="2952750"/>
                </a:lnTo>
                <a:close/>
                <a:moveTo>
                  <a:pt x="1019175" y="2943225"/>
                </a:moveTo>
                <a:lnTo>
                  <a:pt x="1028700" y="2943225"/>
                </a:lnTo>
                <a:lnTo>
                  <a:pt x="1028700" y="2933700"/>
                </a:lnTo>
                <a:lnTo>
                  <a:pt x="1019175" y="2933700"/>
                </a:lnTo>
                <a:close/>
                <a:moveTo>
                  <a:pt x="1257300" y="2943225"/>
                </a:moveTo>
                <a:lnTo>
                  <a:pt x="1276350" y="2943225"/>
                </a:lnTo>
                <a:lnTo>
                  <a:pt x="1276350" y="2962275"/>
                </a:lnTo>
                <a:lnTo>
                  <a:pt x="1266825" y="2962275"/>
                </a:lnTo>
                <a:lnTo>
                  <a:pt x="1266825" y="2971800"/>
                </a:lnTo>
                <a:lnTo>
                  <a:pt x="1247775" y="2971800"/>
                </a:lnTo>
                <a:lnTo>
                  <a:pt x="1247775" y="2962275"/>
                </a:lnTo>
                <a:lnTo>
                  <a:pt x="1257300" y="2962275"/>
                </a:lnTo>
                <a:close/>
                <a:moveTo>
                  <a:pt x="1533525" y="2943225"/>
                </a:moveTo>
                <a:lnTo>
                  <a:pt x="1543050" y="2943225"/>
                </a:lnTo>
                <a:lnTo>
                  <a:pt x="1543050" y="2933700"/>
                </a:lnTo>
                <a:lnTo>
                  <a:pt x="1533525" y="2933700"/>
                </a:lnTo>
                <a:close/>
                <a:moveTo>
                  <a:pt x="314325" y="2952750"/>
                </a:moveTo>
                <a:lnTo>
                  <a:pt x="323850" y="2952750"/>
                </a:lnTo>
                <a:lnTo>
                  <a:pt x="323850" y="2962275"/>
                </a:lnTo>
                <a:lnTo>
                  <a:pt x="342900" y="2962275"/>
                </a:lnTo>
                <a:lnTo>
                  <a:pt x="342900" y="2981325"/>
                </a:lnTo>
                <a:lnTo>
                  <a:pt x="323850" y="2981325"/>
                </a:lnTo>
                <a:lnTo>
                  <a:pt x="323850" y="2971800"/>
                </a:lnTo>
                <a:lnTo>
                  <a:pt x="314325" y="2971800"/>
                </a:lnTo>
                <a:close/>
                <a:moveTo>
                  <a:pt x="428625" y="2952750"/>
                </a:moveTo>
                <a:lnTo>
                  <a:pt x="438150" y="2952750"/>
                </a:lnTo>
                <a:lnTo>
                  <a:pt x="438150" y="2962275"/>
                </a:lnTo>
                <a:lnTo>
                  <a:pt x="428625" y="2962275"/>
                </a:lnTo>
                <a:close/>
                <a:moveTo>
                  <a:pt x="1647825" y="2952750"/>
                </a:moveTo>
                <a:lnTo>
                  <a:pt x="1657350" y="2952750"/>
                </a:lnTo>
                <a:lnTo>
                  <a:pt x="1657350" y="2933700"/>
                </a:lnTo>
                <a:lnTo>
                  <a:pt x="1647825" y="2933700"/>
                </a:lnTo>
                <a:close/>
                <a:moveTo>
                  <a:pt x="1724025" y="2952750"/>
                </a:moveTo>
                <a:lnTo>
                  <a:pt x="1733550" y="2952750"/>
                </a:lnTo>
                <a:lnTo>
                  <a:pt x="1733550" y="2933700"/>
                </a:lnTo>
                <a:lnTo>
                  <a:pt x="1724025" y="2933700"/>
                </a:lnTo>
                <a:lnTo>
                  <a:pt x="1724025" y="2943225"/>
                </a:lnTo>
                <a:lnTo>
                  <a:pt x="1704975" y="2943225"/>
                </a:lnTo>
                <a:lnTo>
                  <a:pt x="1704975" y="2990850"/>
                </a:lnTo>
                <a:lnTo>
                  <a:pt x="1714500" y="2990850"/>
                </a:lnTo>
                <a:lnTo>
                  <a:pt x="1714500" y="2981325"/>
                </a:lnTo>
                <a:lnTo>
                  <a:pt x="1724025" y="2981325"/>
                </a:lnTo>
                <a:lnTo>
                  <a:pt x="1724025" y="3000375"/>
                </a:lnTo>
                <a:lnTo>
                  <a:pt x="1752600" y="3000375"/>
                </a:lnTo>
                <a:lnTo>
                  <a:pt x="1752600" y="2981325"/>
                </a:lnTo>
                <a:lnTo>
                  <a:pt x="1733550" y="2981325"/>
                </a:lnTo>
                <a:lnTo>
                  <a:pt x="1733550" y="2971800"/>
                </a:lnTo>
                <a:lnTo>
                  <a:pt x="1724025" y="2971800"/>
                </a:lnTo>
                <a:close/>
                <a:moveTo>
                  <a:pt x="571500" y="2962275"/>
                </a:moveTo>
                <a:lnTo>
                  <a:pt x="609600" y="2962275"/>
                </a:lnTo>
                <a:lnTo>
                  <a:pt x="609600" y="2981325"/>
                </a:lnTo>
                <a:lnTo>
                  <a:pt x="571500" y="2981325"/>
                </a:lnTo>
                <a:close/>
                <a:moveTo>
                  <a:pt x="1362075" y="2962275"/>
                </a:moveTo>
                <a:lnTo>
                  <a:pt x="1390650" y="2962275"/>
                </a:lnTo>
                <a:lnTo>
                  <a:pt x="1390650" y="2981325"/>
                </a:lnTo>
                <a:lnTo>
                  <a:pt x="1400175" y="2981325"/>
                </a:lnTo>
                <a:lnTo>
                  <a:pt x="1400175" y="2971800"/>
                </a:lnTo>
                <a:lnTo>
                  <a:pt x="1409700" y="2971800"/>
                </a:lnTo>
                <a:lnTo>
                  <a:pt x="1409700" y="2990850"/>
                </a:lnTo>
                <a:lnTo>
                  <a:pt x="1371600" y="2990850"/>
                </a:lnTo>
                <a:lnTo>
                  <a:pt x="1371600" y="2971800"/>
                </a:lnTo>
                <a:lnTo>
                  <a:pt x="1362075" y="2971800"/>
                </a:lnTo>
                <a:close/>
                <a:moveTo>
                  <a:pt x="1504950" y="2962275"/>
                </a:moveTo>
                <a:lnTo>
                  <a:pt x="1514475" y="2962275"/>
                </a:lnTo>
                <a:lnTo>
                  <a:pt x="1514475" y="2952750"/>
                </a:lnTo>
                <a:lnTo>
                  <a:pt x="1504950" y="2952750"/>
                </a:lnTo>
                <a:lnTo>
                  <a:pt x="1504950" y="2943225"/>
                </a:lnTo>
                <a:lnTo>
                  <a:pt x="1495425" y="2943225"/>
                </a:lnTo>
                <a:lnTo>
                  <a:pt x="1495425" y="2971800"/>
                </a:lnTo>
                <a:lnTo>
                  <a:pt x="1504950" y="2971800"/>
                </a:lnTo>
                <a:close/>
                <a:moveTo>
                  <a:pt x="1790700" y="2962275"/>
                </a:moveTo>
                <a:lnTo>
                  <a:pt x="1800225" y="2962275"/>
                </a:lnTo>
                <a:lnTo>
                  <a:pt x="1800225" y="2952750"/>
                </a:lnTo>
                <a:lnTo>
                  <a:pt x="1790700" y="2952750"/>
                </a:lnTo>
                <a:close/>
                <a:moveTo>
                  <a:pt x="704850" y="2971800"/>
                </a:moveTo>
                <a:lnTo>
                  <a:pt x="714375" y="2971800"/>
                </a:lnTo>
                <a:lnTo>
                  <a:pt x="714375" y="2981325"/>
                </a:lnTo>
                <a:lnTo>
                  <a:pt x="723900" y="2981325"/>
                </a:lnTo>
                <a:lnTo>
                  <a:pt x="723900" y="2990850"/>
                </a:lnTo>
                <a:lnTo>
                  <a:pt x="714375" y="2990850"/>
                </a:lnTo>
                <a:lnTo>
                  <a:pt x="714375" y="3009900"/>
                </a:lnTo>
                <a:lnTo>
                  <a:pt x="704850" y="3009900"/>
                </a:lnTo>
                <a:close/>
                <a:moveTo>
                  <a:pt x="1552575" y="2981325"/>
                </a:moveTo>
                <a:lnTo>
                  <a:pt x="1571625" y="2981325"/>
                </a:lnTo>
                <a:lnTo>
                  <a:pt x="1571625" y="2962275"/>
                </a:lnTo>
                <a:lnTo>
                  <a:pt x="1552575" y="2962275"/>
                </a:lnTo>
                <a:close/>
                <a:moveTo>
                  <a:pt x="1762125" y="2981325"/>
                </a:moveTo>
                <a:lnTo>
                  <a:pt x="1771650" y="2981325"/>
                </a:lnTo>
                <a:lnTo>
                  <a:pt x="1771650" y="2962275"/>
                </a:lnTo>
                <a:lnTo>
                  <a:pt x="1762125" y="2962275"/>
                </a:lnTo>
                <a:close/>
                <a:moveTo>
                  <a:pt x="323850" y="2990850"/>
                </a:moveTo>
                <a:lnTo>
                  <a:pt x="333375" y="2990850"/>
                </a:lnTo>
                <a:lnTo>
                  <a:pt x="333375" y="3009900"/>
                </a:lnTo>
                <a:lnTo>
                  <a:pt x="314325" y="3009900"/>
                </a:lnTo>
                <a:lnTo>
                  <a:pt x="314325" y="3000375"/>
                </a:lnTo>
                <a:lnTo>
                  <a:pt x="323850" y="3000375"/>
                </a:lnTo>
                <a:close/>
                <a:moveTo>
                  <a:pt x="771525" y="2990850"/>
                </a:moveTo>
                <a:lnTo>
                  <a:pt x="790575" y="2990850"/>
                </a:lnTo>
                <a:lnTo>
                  <a:pt x="790575" y="3000375"/>
                </a:lnTo>
                <a:lnTo>
                  <a:pt x="800100" y="3000375"/>
                </a:lnTo>
                <a:lnTo>
                  <a:pt x="800100" y="3009900"/>
                </a:lnTo>
                <a:lnTo>
                  <a:pt x="809625" y="3009900"/>
                </a:lnTo>
                <a:lnTo>
                  <a:pt x="809625" y="3019425"/>
                </a:lnTo>
                <a:lnTo>
                  <a:pt x="800100" y="3019425"/>
                </a:lnTo>
                <a:lnTo>
                  <a:pt x="800100" y="3028950"/>
                </a:lnTo>
                <a:lnTo>
                  <a:pt x="790575" y="3028950"/>
                </a:lnTo>
                <a:lnTo>
                  <a:pt x="790575" y="3038475"/>
                </a:lnTo>
                <a:lnTo>
                  <a:pt x="771525" y="3038475"/>
                </a:lnTo>
                <a:close/>
                <a:moveTo>
                  <a:pt x="904875" y="2990850"/>
                </a:moveTo>
                <a:lnTo>
                  <a:pt x="914400" y="2990850"/>
                </a:lnTo>
                <a:lnTo>
                  <a:pt x="914400" y="3000375"/>
                </a:lnTo>
                <a:lnTo>
                  <a:pt x="904875" y="3000375"/>
                </a:lnTo>
                <a:close/>
                <a:moveTo>
                  <a:pt x="1571625" y="2990850"/>
                </a:moveTo>
                <a:lnTo>
                  <a:pt x="1581150" y="2990850"/>
                </a:lnTo>
                <a:lnTo>
                  <a:pt x="1581150" y="2981325"/>
                </a:lnTo>
                <a:lnTo>
                  <a:pt x="1571625" y="2981325"/>
                </a:lnTo>
                <a:close/>
                <a:moveTo>
                  <a:pt x="619125" y="3000375"/>
                </a:moveTo>
                <a:lnTo>
                  <a:pt x="628650" y="3000375"/>
                </a:lnTo>
                <a:lnTo>
                  <a:pt x="628650" y="3009900"/>
                </a:lnTo>
                <a:lnTo>
                  <a:pt x="619125" y="3009900"/>
                </a:lnTo>
                <a:close/>
                <a:moveTo>
                  <a:pt x="742950" y="3009900"/>
                </a:moveTo>
                <a:lnTo>
                  <a:pt x="762000" y="3009900"/>
                </a:lnTo>
                <a:lnTo>
                  <a:pt x="762000" y="3019425"/>
                </a:lnTo>
                <a:lnTo>
                  <a:pt x="742950" y="3019425"/>
                </a:lnTo>
                <a:close/>
                <a:moveTo>
                  <a:pt x="981075" y="3009900"/>
                </a:moveTo>
                <a:lnTo>
                  <a:pt x="1009650" y="3009900"/>
                </a:lnTo>
                <a:lnTo>
                  <a:pt x="1009650" y="3028950"/>
                </a:lnTo>
                <a:lnTo>
                  <a:pt x="1019175" y="3028950"/>
                </a:lnTo>
                <a:lnTo>
                  <a:pt x="1019175" y="3038475"/>
                </a:lnTo>
                <a:lnTo>
                  <a:pt x="1000125" y="3038475"/>
                </a:lnTo>
                <a:lnTo>
                  <a:pt x="1000125" y="3048000"/>
                </a:lnTo>
                <a:lnTo>
                  <a:pt x="990600" y="3048000"/>
                </a:lnTo>
                <a:lnTo>
                  <a:pt x="990600" y="3028950"/>
                </a:lnTo>
                <a:lnTo>
                  <a:pt x="971550" y="3028950"/>
                </a:lnTo>
                <a:lnTo>
                  <a:pt x="971550" y="3019425"/>
                </a:lnTo>
                <a:lnTo>
                  <a:pt x="981075" y="3019425"/>
                </a:lnTo>
                <a:close/>
                <a:moveTo>
                  <a:pt x="1571625" y="3019425"/>
                </a:moveTo>
                <a:lnTo>
                  <a:pt x="1581150" y="3019425"/>
                </a:lnTo>
                <a:lnTo>
                  <a:pt x="1581150" y="3009900"/>
                </a:lnTo>
                <a:lnTo>
                  <a:pt x="1571625" y="3009900"/>
                </a:lnTo>
                <a:close/>
                <a:moveTo>
                  <a:pt x="1771650" y="3019425"/>
                </a:moveTo>
                <a:lnTo>
                  <a:pt x="1781175" y="3019425"/>
                </a:lnTo>
                <a:lnTo>
                  <a:pt x="1781175" y="3057525"/>
                </a:lnTo>
                <a:lnTo>
                  <a:pt x="1800225" y="3057525"/>
                </a:lnTo>
                <a:lnTo>
                  <a:pt x="1800225" y="3076575"/>
                </a:lnTo>
                <a:lnTo>
                  <a:pt x="1809750" y="3076575"/>
                </a:lnTo>
                <a:lnTo>
                  <a:pt x="1809750" y="3086100"/>
                </a:lnTo>
                <a:lnTo>
                  <a:pt x="1790700" y="3086100"/>
                </a:lnTo>
                <a:lnTo>
                  <a:pt x="1790700" y="3105150"/>
                </a:lnTo>
                <a:lnTo>
                  <a:pt x="1781175" y="3105150"/>
                </a:lnTo>
                <a:lnTo>
                  <a:pt x="1781175" y="3114675"/>
                </a:lnTo>
                <a:lnTo>
                  <a:pt x="1771650" y="3114675"/>
                </a:lnTo>
                <a:lnTo>
                  <a:pt x="1771650" y="3086100"/>
                </a:lnTo>
                <a:lnTo>
                  <a:pt x="1781175" y="3086100"/>
                </a:lnTo>
                <a:lnTo>
                  <a:pt x="1781175" y="3076575"/>
                </a:lnTo>
                <a:lnTo>
                  <a:pt x="1790700" y="3076575"/>
                </a:lnTo>
                <a:lnTo>
                  <a:pt x="1790700" y="3067050"/>
                </a:lnTo>
                <a:lnTo>
                  <a:pt x="1771650" y="3067050"/>
                </a:lnTo>
                <a:lnTo>
                  <a:pt x="1771650" y="3057525"/>
                </a:lnTo>
                <a:lnTo>
                  <a:pt x="1762125" y="3057525"/>
                </a:lnTo>
                <a:lnTo>
                  <a:pt x="1762125" y="3095625"/>
                </a:lnTo>
                <a:lnTo>
                  <a:pt x="1743075" y="3095625"/>
                </a:lnTo>
                <a:lnTo>
                  <a:pt x="1743075" y="3105150"/>
                </a:lnTo>
                <a:lnTo>
                  <a:pt x="1714500" y="3105150"/>
                </a:lnTo>
                <a:lnTo>
                  <a:pt x="1714500" y="3114675"/>
                </a:lnTo>
                <a:lnTo>
                  <a:pt x="1704975" y="3114675"/>
                </a:lnTo>
                <a:lnTo>
                  <a:pt x="1704975" y="3124200"/>
                </a:lnTo>
                <a:lnTo>
                  <a:pt x="1695450" y="3124200"/>
                </a:lnTo>
                <a:lnTo>
                  <a:pt x="1695450" y="3133725"/>
                </a:lnTo>
                <a:lnTo>
                  <a:pt x="1685925" y="3133725"/>
                </a:lnTo>
                <a:lnTo>
                  <a:pt x="1685925" y="3105150"/>
                </a:lnTo>
                <a:lnTo>
                  <a:pt x="1704975" y="3105150"/>
                </a:lnTo>
                <a:lnTo>
                  <a:pt x="1704975" y="3086100"/>
                </a:lnTo>
                <a:lnTo>
                  <a:pt x="1724025" y="3086100"/>
                </a:lnTo>
                <a:lnTo>
                  <a:pt x="1724025" y="3076575"/>
                </a:lnTo>
                <a:lnTo>
                  <a:pt x="1733550" y="3076575"/>
                </a:lnTo>
                <a:lnTo>
                  <a:pt x="1733550" y="3057525"/>
                </a:lnTo>
                <a:lnTo>
                  <a:pt x="1752600" y="3057525"/>
                </a:lnTo>
                <a:lnTo>
                  <a:pt x="1752600" y="3048000"/>
                </a:lnTo>
                <a:lnTo>
                  <a:pt x="1771650" y="3048000"/>
                </a:lnTo>
                <a:lnTo>
                  <a:pt x="1771650" y="3038475"/>
                </a:lnTo>
                <a:lnTo>
                  <a:pt x="1762125" y="3038475"/>
                </a:lnTo>
                <a:lnTo>
                  <a:pt x="1762125" y="3028950"/>
                </a:lnTo>
                <a:lnTo>
                  <a:pt x="1771650" y="3028950"/>
                </a:lnTo>
                <a:close/>
                <a:moveTo>
                  <a:pt x="1019175" y="3038475"/>
                </a:moveTo>
                <a:lnTo>
                  <a:pt x="1028700" y="3038475"/>
                </a:lnTo>
                <a:lnTo>
                  <a:pt x="1028700" y="3048000"/>
                </a:lnTo>
                <a:lnTo>
                  <a:pt x="1019175" y="3048000"/>
                </a:lnTo>
                <a:close/>
                <a:moveTo>
                  <a:pt x="1285875" y="3048000"/>
                </a:moveTo>
                <a:lnTo>
                  <a:pt x="1295400" y="3048000"/>
                </a:lnTo>
                <a:lnTo>
                  <a:pt x="1295400" y="3067050"/>
                </a:lnTo>
                <a:lnTo>
                  <a:pt x="1323975" y="3067050"/>
                </a:lnTo>
                <a:lnTo>
                  <a:pt x="1323975" y="3057525"/>
                </a:lnTo>
                <a:lnTo>
                  <a:pt x="1314450" y="3057525"/>
                </a:lnTo>
                <a:lnTo>
                  <a:pt x="1314450" y="3028950"/>
                </a:lnTo>
                <a:lnTo>
                  <a:pt x="1295400" y="3028950"/>
                </a:lnTo>
                <a:lnTo>
                  <a:pt x="1295400" y="3019425"/>
                </a:lnTo>
                <a:lnTo>
                  <a:pt x="1285875" y="3019425"/>
                </a:lnTo>
                <a:close/>
                <a:moveTo>
                  <a:pt x="1381125" y="3057525"/>
                </a:moveTo>
                <a:lnTo>
                  <a:pt x="1390650" y="3057525"/>
                </a:lnTo>
                <a:lnTo>
                  <a:pt x="1390650" y="3048000"/>
                </a:lnTo>
                <a:lnTo>
                  <a:pt x="1381125" y="3048000"/>
                </a:lnTo>
                <a:close/>
                <a:moveTo>
                  <a:pt x="1333500" y="3067050"/>
                </a:moveTo>
                <a:lnTo>
                  <a:pt x="1362075" y="3067050"/>
                </a:lnTo>
                <a:lnTo>
                  <a:pt x="1362075" y="3057525"/>
                </a:lnTo>
                <a:lnTo>
                  <a:pt x="1352550" y="3057525"/>
                </a:lnTo>
                <a:lnTo>
                  <a:pt x="1352550" y="3038475"/>
                </a:lnTo>
                <a:lnTo>
                  <a:pt x="1333500" y="3038475"/>
                </a:lnTo>
                <a:close/>
                <a:moveTo>
                  <a:pt x="914400" y="3076575"/>
                </a:moveTo>
                <a:lnTo>
                  <a:pt x="952500" y="3076575"/>
                </a:lnTo>
                <a:lnTo>
                  <a:pt x="952500" y="3086100"/>
                </a:lnTo>
                <a:lnTo>
                  <a:pt x="962025" y="3086100"/>
                </a:lnTo>
                <a:lnTo>
                  <a:pt x="962025" y="3095625"/>
                </a:lnTo>
                <a:lnTo>
                  <a:pt x="942975" y="3095625"/>
                </a:lnTo>
                <a:lnTo>
                  <a:pt x="942975" y="3105150"/>
                </a:lnTo>
                <a:lnTo>
                  <a:pt x="952500" y="3105150"/>
                </a:lnTo>
                <a:lnTo>
                  <a:pt x="952500" y="3114675"/>
                </a:lnTo>
                <a:lnTo>
                  <a:pt x="904875" y="3114675"/>
                </a:lnTo>
                <a:lnTo>
                  <a:pt x="904875" y="3095625"/>
                </a:lnTo>
                <a:lnTo>
                  <a:pt x="923925" y="3095625"/>
                </a:lnTo>
                <a:lnTo>
                  <a:pt x="923925" y="3086100"/>
                </a:lnTo>
                <a:lnTo>
                  <a:pt x="914400" y="3086100"/>
                </a:lnTo>
                <a:close/>
                <a:moveTo>
                  <a:pt x="1181100" y="3076575"/>
                </a:moveTo>
                <a:lnTo>
                  <a:pt x="1190625" y="3076575"/>
                </a:lnTo>
                <a:lnTo>
                  <a:pt x="1190625" y="3086100"/>
                </a:lnTo>
                <a:lnTo>
                  <a:pt x="1200150" y="3086100"/>
                </a:lnTo>
                <a:lnTo>
                  <a:pt x="1200150" y="3076575"/>
                </a:lnTo>
                <a:lnTo>
                  <a:pt x="1209675" y="3076575"/>
                </a:lnTo>
                <a:lnTo>
                  <a:pt x="1209675" y="3095625"/>
                </a:lnTo>
                <a:lnTo>
                  <a:pt x="1238250" y="3095625"/>
                </a:lnTo>
                <a:lnTo>
                  <a:pt x="1238250" y="3105150"/>
                </a:lnTo>
                <a:lnTo>
                  <a:pt x="1257300" y="3105150"/>
                </a:lnTo>
                <a:lnTo>
                  <a:pt x="1257300" y="3124200"/>
                </a:lnTo>
                <a:lnTo>
                  <a:pt x="1247775" y="3124200"/>
                </a:lnTo>
                <a:lnTo>
                  <a:pt x="1247775" y="3133725"/>
                </a:lnTo>
                <a:lnTo>
                  <a:pt x="1209675" y="3133725"/>
                </a:lnTo>
                <a:lnTo>
                  <a:pt x="1209675" y="3105150"/>
                </a:lnTo>
                <a:lnTo>
                  <a:pt x="1190625" y="3105150"/>
                </a:lnTo>
                <a:lnTo>
                  <a:pt x="1190625" y="3114675"/>
                </a:lnTo>
                <a:lnTo>
                  <a:pt x="1171575" y="3114675"/>
                </a:lnTo>
                <a:lnTo>
                  <a:pt x="1171575" y="3124200"/>
                </a:lnTo>
                <a:lnTo>
                  <a:pt x="1162050" y="3124200"/>
                </a:lnTo>
                <a:lnTo>
                  <a:pt x="1162050" y="3171825"/>
                </a:lnTo>
                <a:lnTo>
                  <a:pt x="1171575" y="3171825"/>
                </a:lnTo>
                <a:lnTo>
                  <a:pt x="1171575" y="3181350"/>
                </a:lnTo>
                <a:lnTo>
                  <a:pt x="1181100" y="3181350"/>
                </a:lnTo>
                <a:lnTo>
                  <a:pt x="1181100" y="3171825"/>
                </a:lnTo>
                <a:lnTo>
                  <a:pt x="1190625" y="3171825"/>
                </a:lnTo>
                <a:lnTo>
                  <a:pt x="1190625" y="3162300"/>
                </a:lnTo>
                <a:lnTo>
                  <a:pt x="1181100" y="3162300"/>
                </a:lnTo>
                <a:lnTo>
                  <a:pt x="1181100" y="3143250"/>
                </a:lnTo>
                <a:lnTo>
                  <a:pt x="1190625" y="3143250"/>
                </a:lnTo>
                <a:lnTo>
                  <a:pt x="1190625" y="3133725"/>
                </a:lnTo>
                <a:lnTo>
                  <a:pt x="1209675" y="3133725"/>
                </a:lnTo>
                <a:lnTo>
                  <a:pt x="1209675" y="3171825"/>
                </a:lnTo>
                <a:lnTo>
                  <a:pt x="1200150" y="3171825"/>
                </a:lnTo>
                <a:lnTo>
                  <a:pt x="1200150" y="3190875"/>
                </a:lnTo>
                <a:lnTo>
                  <a:pt x="1190625" y="3190875"/>
                </a:lnTo>
                <a:lnTo>
                  <a:pt x="1190625" y="3209925"/>
                </a:lnTo>
                <a:lnTo>
                  <a:pt x="1228725" y="3209925"/>
                </a:lnTo>
                <a:lnTo>
                  <a:pt x="1228725" y="3181350"/>
                </a:lnTo>
                <a:lnTo>
                  <a:pt x="1238250" y="3181350"/>
                </a:lnTo>
                <a:lnTo>
                  <a:pt x="1238250" y="3171825"/>
                </a:lnTo>
                <a:lnTo>
                  <a:pt x="1247775" y="3171825"/>
                </a:lnTo>
                <a:lnTo>
                  <a:pt x="1247775" y="3181350"/>
                </a:lnTo>
                <a:lnTo>
                  <a:pt x="1238250" y="3181350"/>
                </a:lnTo>
                <a:lnTo>
                  <a:pt x="1238250" y="3190875"/>
                </a:lnTo>
                <a:lnTo>
                  <a:pt x="1247775" y="3190875"/>
                </a:lnTo>
                <a:lnTo>
                  <a:pt x="1247775" y="3200400"/>
                </a:lnTo>
                <a:lnTo>
                  <a:pt x="1238250" y="3200400"/>
                </a:lnTo>
                <a:lnTo>
                  <a:pt x="1238250" y="3209925"/>
                </a:lnTo>
                <a:lnTo>
                  <a:pt x="1247775" y="3209925"/>
                </a:lnTo>
                <a:lnTo>
                  <a:pt x="1247775" y="3200400"/>
                </a:lnTo>
                <a:lnTo>
                  <a:pt x="1257300" y="3200400"/>
                </a:lnTo>
                <a:lnTo>
                  <a:pt x="1257300" y="3219450"/>
                </a:lnTo>
                <a:lnTo>
                  <a:pt x="1266825" y="3219450"/>
                </a:lnTo>
                <a:lnTo>
                  <a:pt x="1266825" y="3228975"/>
                </a:lnTo>
                <a:lnTo>
                  <a:pt x="1247775" y="3228975"/>
                </a:lnTo>
                <a:lnTo>
                  <a:pt x="1247775" y="3248025"/>
                </a:lnTo>
                <a:lnTo>
                  <a:pt x="1257300" y="3248025"/>
                </a:lnTo>
                <a:lnTo>
                  <a:pt x="1257300" y="3257550"/>
                </a:lnTo>
                <a:lnTo>
                  <a:pt x="1266825" y="3257550"/>
                </a:lnTo>
                <a:lnTo>
                  <a:pt x="1266825" y="3267075"/>
                </a:lnTo>
                <a:lnTo>
                  <a:pt x="1295400" y="3267075"/>
                </a:lnTo>
                <a:lnTo>
                  <a:pt x="1295400" y="3248025"/>
                </a:lnTo>
                <a:lnTo>
                  <a:pt x="1285875" y="3248025"/>
                </a:lnTo>
                <a:lnTo>
                  <a:pt x="1285875" y="3257550"/>
                </a:lnTo>
                <a:lnTo>
                  <a:pt x="1276350" y="3257550"/>
                </a:lnTo>
                <a:lnTo>
                  <a:pt x="1276350" y="3248025"/>
                </a:lnTo>
                <a:lnTo>
                  <a:pt x="1266825" y="3248025"/>
                </a:lnTo>
                <a:lnTo>
                  <a:pt x="1266825" y="3228975"/>
                </a:lnTo>
                <a:lnTo>
                  <a:pt x="1295400" y="3228975"/>
                </a:lnTo>
                <a:lnTo>
                  <a:pt x="1295400" y="3209925"/>
                </a:lnTo>
                <a:lnTo>
                  <a:pt x="1285875" y="3209925"/>
                </a:lnTo>
                <a:lnTo>
                  <a:pt x="1285875" y="3190875"/>
                </a:lnTo>
                <a:lnTo>
                  <a:pt x="1295400" y="3190875"/>
                </a:lnTo>
                <a:lnTo>
                  <a:pt x="1295400" y="3200400"/>
                </a:lnTo>
                <a:lnTo>
                  <a:pt x="1314450" y="3200400"/>
                </a:lnTo>
                <a:lnTo>
                  <a:pt x="1314450" y="3209925"/>
                </a:lnTo>
                <a:lnTo>
                  <a:pt x="1304925" y="3209925"/>
                </a:lnTo>
                <a:lnTo>
                  <a:pt x="1304925" y="3219450"/>
                </a:lnTo>
                <a:lnTo>
                  <a:pt x="1314450" y="3219450"/>
                </a:lnTo>
                <a:lnTo>
                  <a:pt x="1314450" y="3238500"/>
                </a:lnTo>
                <a:lnTo>
                  <a:pt x="1323975" y="3238500"/>
                </a:lnTo>
                <a:lnTo>
                  <a:pt x="1323975" y="3248025"/>
                </a:lnTo>
                <a:lnTo>
                  <a:pt x="1352550" y="3248025"/>
                </a:lnTo>
                <a:lnTo>
                  <a:pt x="1352550" y="3228975"/>
                </a:lnTo>
                <a:lnTo>
                  <a:pt x="1343025" y="3228975"/>
                </a:lnTo>
                <a:lnTo>
                  <a:pt x="1343025" y="3219450"/>
                </a:lnTo>
                <a:lnTo>
                  <a:pt x="1333500" y="3219450"/>
                </a:lnTo>
                <a:lnTo>
                  <a:pt x="1333500" y="3209925"/>
                </a:lnTo>
                <a:lnTo>
                  <a:pt x="1352550" y="3209925"/>
                </a:lnTo>
                <a:lnTo>
                  <a:pt x="1352550" y="3200400"/>
                </a:lnTo>
                <a:lnTo>
                  <a:pt x="1333500" y="3200400"/>
                </a:lnTo>
                <a:lnTo>
                  <a:pt x="1333500" y="3190875"/>
                </a:lnTo>
                <a:lnTo>
                  <a:pt x="1390650" y="3190875"/>
                </a:lnTo>
                <a:lnTo>
                  <a:pt x="1390650" y="3200400"/>
                </a:lnTo>
                <a:lnTo>
                  <a:pt x="1371600" y="3200400"/>
                </a:lnTo>
                <a:lnTo>
                  <a:pt x="1371600" y="3228975"/>
                </a:lnTo>
                <a:lnTo>
                  <a:pt x="1381125" y="3228975"/>
                </a:lnTo>
                <a:lnTo>
                  <a:pt x="1381125" y="3238500"/>
                </a:lnTo>
                <a:lnTo>
                  <a:pt x="1390650" y="3238500"/>
                </a:lnTo>
                <a:lnTo>
                  <a:pt x="1390650" y="3248025"/>
                </a:lnTo>
                <a:lnTo>
                  <a:pt x="1409700" y="3248025"/>
                </a:lnTo>
                <a:lnTo>
                  <a:pt x="1409700" y="3228975"/>
                </a:lnTo>
                <a:lnTo>
                  <a:pt x="1400175" y="3228975"/>
                </a:lnTo>
                <a:lnTo>
                  <a:pt x="1400175" y="3219450"/>
                </a:lnTo>
                <a:lnTo>
                  <a:pt x="1419225" y="3219450"/>
                </a:lnTo>
                <a:lnTo>
                  <a:pt x="1419225" y="3228975"/>
                </a:lnTo>
                <a:lnTo>
                  <a:pt x="1428750" y="3228975"/>
                </a:lnTo>
                <a:lnTo>
                  <a:pt x="1428750" y="3257550"/>
                </a:lnTo>
                <a:lnTo>
                  <a:pt x="1419225" y="3257550"/>
                </a:lnTo>
                <a:lnTo>
                  <a:pt x="1419225" y="3267075"/>
                </a:lnTo>
                <a:lnTo>
                  <a:pt x="1409700" y="3267075"/>
                </a:lnTo>
                <a:lnTo>
                  <a:pt x="1409700" y="3276600"/>
                </a:lnTo>
                <a:lnTo>
                  <a:pt x="1390650" y="3276600"/>
                </a:lnTo>
                <a:lnTo>
                  <a:pt x="1390650" y="3257550"/>
                </a:lnTo>
                <a:lnTo>
                  <a:pt x="1371600" y="3257550"/>
                </a:lnTo>
                <a:lnTo>
                  <a:pt x="1371600" y="3276600"/>
                </a:lnTo>
                <a:lnTo>
                  <a:pt x="1390650" y="3276600"/>
                </a:lnTo>
                <a:lnTo>
                  <a:pt x="1390650" y="3286125"/>
                </a:lnTo>
                <a:lnTo>
                  <a:pt x="1343025" y="3286125"/>
                </a:lnTo>
                <a:lnTo>
                  <a:pt x="1343025" y="3305175"/>
                </a:lnTo>
                <a:lnTo>
                  <a:pt x="1333500" y="3305175"/>
                </a:lnTo>
                <a:lnTo>
                  <a:pt x="1333500" y="3295650"/>
                </a:lnTo>
                <a:lnTo>
                  <a:pt x="1314450" y="3295650"/>
                </a:lnTo>
                <a:lnTo>
                  <a:pt x="1314450" y="3305175"/>
                </a:lnTo>
                <a:lnTo>
                  <a:pt x="1333500" y="3305175"/>
                </a:lnTo>
                <a:lnTo>
                  <a:pt x="1333500" y="3324225"/>
                </a:lnTo>
                <a:lnTo>
                  <a:pt x="1343025" y="3324225"/>
                </a:lnTo>
                <a:lnTo>
                  <a:pt x="1343025" y="3305175"/>
                </a:lnTo>
                <a:lnTo>
                  <a:pt x="1362075" y="3305175"/>
                </a:lnTo>
                <a:lnTo>
                  <a:pt x="1362075" y="3324225"/>
                </a:lnTo>
                <a:lnTo>
                  <a:pt x="1343025" y="3324225"/>
                </a:lnTo>
                <a:lnTo>
                  <a:pt x="1343025" y="3333750"/>
                </a:lnTo>
                <a:lnTo>
                  <a:pt x="1314450" y="3333750"/>
                </a:lnTo>
                <a:lnTo>
                  <a:pt x="1314450" y="3324225"/>
                </a:lnTo>
                <a:lnTo>
                  <a:pt x="1304925" y="3324225"/>
                </a:lnTo>
                <a:lnTo>
                  <a:pt x="1304925" y="3305175"/>
                </a:lnTo>
                <a:lnTo>
                  <a:pt x="1295400" y="3305175"/>
                </a:lnTo>
                <a:lnTo>
                  <a:pt x="1295400" y="3295650"/>
                </a:lnTo>
                <a:lnTo>
                  <a:pt x="1266825" y="3295650"/>
                </a:lnTo>
                <a:lnTo>
                  <a:pt x="1266825" y="3286125"/>
                </a:lnTo>
                <a:lnTo>
                  <a:pt x="1257300" y="3286125"/>
                </a:lnTo>
                <a:lnTo>
                  <a:pt x="1257300" y="3276600"/>
                </a:lnTo>
                <a:lnTo>
                  <a:pt x="1238250" y="3276600"/>
                </a:lnTo>
                <a:lnTo>
                  <a:pt x="1238250" y="3286125"/>
                </a:lnTo>
                <a:lnTo>
                  <a:pt x="1228725" y="3286125"/>
                </a:lnTo>
                <a:lnTo>
                  <a:pt x="1228725" y="3267075"/>
                </a:lnTo>
                <a:lnTo>
                  <a:pt x="1238250" y="3267075"/>
                </a:lnTo>
                <a:lnTo>
                  <a:pt x="1238250" y="3248025"/>
                </a:lnTo>
                <a:lnTo>
                  <a:pt x="1228725" y="3248025"/>
                </a:lnTo>
                <a:lnTo>
                  <a:pt x="1228725" y="3257550"/>
                </a:lnTo>
                <a:lnTo>
                  <a:pt x="1219200" y="3257550"/>
                </a:lnTo>
                <a:lnTo>
                  <a:pt x="1219200" y="3238500"/>
                </a:lnTo>
                <a:lnTo>
                  <a:pt x="1209675" y="3238500"/>
                </a:lnTo>
                <a:lnTo>
                  <a:pt x="1209675" y="3257550"/>
                </a:lnTo>
                <a:lnTo>
                  <a:pt x="1200150" y="3257550"/>
                </a:lnTo>
                <a:lnTo>
                  <a:pt x="1200150" y="3248025"/>
                </a:lnTo>
                <a:lnTo>
                  <a:pt x="1171575" y="3248025"/>
                </a:lnTo>
                <a:lnTo>
                  <a:pt x="1171575" y="3228975"/>
                </a:lnTo>
                <a:lnTo>
                  <a:pt x="1162050" y="3228975"/>
                </a:lnTo>
                <a:lnTo>
                  <a:pt x="1162050" y="3238500"/>
                </a:lnTo>
                <a:lnTo>
                  <a:pt x="1152525" y="3238500"/>
                </a:lnTo>
                <a:lnTo>
                  <a:pt x="1152525" y="3248025"/>
                </a:lnTo>
                <a:lnTo>
                  <a:pt x="1143000" y="3248025"/>
                </a:lnTo>
                <a:lnTo>
                  <a:pt x="1143000" y="3257550"/>
                </a:lnTo>
                <a:lnTo>
                  <a:pt x="1152525" y="3257550"/>
                </a:lnTo>
                <a:lnTo>
                  <a:pt x="1152525" y="3267075"/>
                </a:lnTo>
                <a:lnTo>
                  <a:pt x="1123950" y="3267075"/>
                </a:lnTo>
                <a:lnTo>
                  <a:pt x="1123950" y="3276600"/>
                </a:lnTo>
                <a:lnTo>
                  <a:pt x="1152525" y="3276600"/>
                </a:lnTo>
                <a:lnTo>
                  <a:pt x="1152525" y="3286125"/>
                </a:lnTo>
                <a:lnTo>
                  <a:pt x="1162050" y="3286125"/>
                </a:lnTo>
                <a:lnTo>
                  <a:pt x="1162050" y="3314700"/>
                </a:lnTo>
                <a:lnTo>
                  <a:pt x="1123950" y="3314700"/>
                </a:lnTo>
                <a:lnTo>
                  <a:pt x="1123950" y="3286125"/>
                </a:lnTo>
                <a:lnTo>
                  <a:pt x="1095375" y="3286125"/>
                </a:lnTo>
                <a:lnTo>
                  <a:pt x="1095375" y="3295650"/>
                </a:lnTo>
                <a:lnTo>
                  <a:pt x="1085850" y="3295650"/>
                </a:lnTo>
                <a:lnTo>
                  <a:pt x="1085850" y="3305175"/>
                </a:lnTo>
                <a:lnTo>
                  <a:pt x="1076325" y="3305175"/>
                </a:lnTo>
                <a:lnTo>
                  <a:pt x="1076325" y="3295650"/>
                </a:lnTo>
                <a:lnTo>
                  <a:pt x="1066800" y="3295650"/>
                </a:lnTo>
                <a:lnTo>
                  <a:pt x="1066800" y="3276600"/>
                </a:lnTo>
                <a:lnTo>
                  <a:pt x="1076325" y="3276600"/>
                </a:lnTo>
                <a:lnTo>
                  <a:pt x="1076325" y="3267075"/>
                </a:lnTo>
                <a:lnTo>
                  <a:pt x="1085850" y="3267075"/>
                </a:lnTo>
                <a:lnTo>
                  <a:pt x="1085850" y="3248025"/>
                </a:lnTo>
                <a:lnTo>
                  <a:pt x="1095375" y="3248025"/>
                </a:lnTo>
                <a:lnTo>
                  <a:pt x="1095375" y="3228975"/>
                </a:lnTo>
                <a:lnTo>
                  <a:pt x="1066800" y="3228975"/>
                </a:lnTo>
                <a:lnTo>
                  <a:pt x="1066800" y="3200400"/>
                </a:lnTo>
                <a:lnTo>
                  <a:pt x="1057275" y="3200400"/>
                </a:lnTo>
                <a:lnTo>
                  <a:pt x="1057275" y="3209925"/>
                </a:lnTo>
                <a:lnTo>
                  <a:pt x="1047750" y="3209925"/>
                </a:lnTo>
                <a:lnTo>
                  <a:pt x="1047750" y="3238500"/>
                </a:lnTo>
                <a:lnTo>
                  <a:pt x="1009650" y="3238500"/>
                </a:lnTo>
                <a:lnTo>
                  <a:pt x="1009650" y="3228975"/>
                </a:lnTo>
                <a:lnTo>
                  <a:pt x="990600" y="3228975"/>
                </a:lnTo>
                <a:lnTo>
                  <a:pt x="990600" y="3248025"/>
                </a:lnTo>
                <a:lnTo>
                  <a:pt x="981075" y="3248025"/>
                </a:lnTo>
                <a:lnTo>
                  <a:pt x="981075" y="3257550"/>
                </a:lnTo>
                <a:lnTo>
                  <a:pt x="971550" y="3257550"/>
                </a:lnTo>
                <a:lnTo>
                  <a:pt x="971550" y="3248025"/>
                </a:lnTo>
                <a:lnTo>
                  <a:pt x="962025" y="3248025"/>
                </a:lnTo>
                <a:lnTo>
                  <a:pt x="962025" y="3219450"/>
                </a:lnTo>
                <a:lnTo>
                  <a:pt x="952500" y="3219450"/>
                </a:lnTo>
                <a:lnTo>
                  <a:pt x="952500" y="3209925"/>
                </a:lnTo>
                <a:lnTo>
                  <a:pt x="942975" y="3209925"/>
                </a:lnTo>
                <a:lnTo>
                  <a:pt x="942975" y="3200400"/>
                </a:lnTo>
                <a:lnTo>
                  <a:pt x="933450" y="3200400"/>
                </a:lnTo>
                <a:lnTo>
                  <a:pt x="933450" y="3190875"/>
                </a:lnTo>
                <a:lnTo>
                  <a:pt x="942975" y="3190875"/>
                </a:lnTo>
                <a:lnTo>
                  <a:pt x="942975" y="3200400"/>
                </a:lnTo>
                <a:lnTo>
                  <a:pt x="952500" y="3200400"/>
                </a:lnTo>
                <a:lnTo>
                  <a:pt x="952500" y="3181350"/>
                </a:lnTo>
                <a:lnTo>
                  <a:pt x="933450" y="3181350"/>
                </a:lnTo>
                <a:lnTo>
                  <a:pt x="933450" y="3171825"/>
                </a:lnTo>
                <a:lnTo>
                  <a:pt x="942975" y="3171825"/>
                </a:lnTo>
                <a:lnTo>
                  <a:pt x="942975" y="3162300"/>
                </a:lnTo>
                <a:lnTo>
                  <a:pt x="962025" y="3162300"/>
                </a:lnTo>
                <a:lnTo>
                  <a:pt x="962025" y="3181350"/>
                </a:lnTo>
                <a:lnTo>
                  <a:pt x="1000125" y="3181350"/>
                </a:lnTo>
                <a:lnTo>
                  <a:pt x="1000125" y="3190875"/>
                </a:lnTo>
                <a:lnTo>
                  <a:pt x="1019175" y="3190875"/>
                </a:lnTo>
                <a:lnTo>
                  <a:pt x="1019175" y="3200400"/>
                </a:lnTo>
                <a:lnTo>
                  <a:pt x="1047750" y="3200400"/>
                </a:lnTo>
                <a:lnTo>
                  <a:pt x="1047750" y="3171825"/>
                </a:lnTo>
                <a:lnTo>
                  <a:pt x="1057275" y="3171825"/>
                </a:lnTo>
                <a:lnTo>
                  <a:pt x="1057275" y="3162300"/>
                </a:lnTo>
                <a:lnTo>
                  <a:pt x="1066800" y="3162300"/>
                </a:lnTo>
                <a:lnTo>
                  <a:pt x="1066800" y="3171825"/>
                </a:lnTo>
                <a:lnTo>
                  <a:pt x="1085850" y="3171825"/>
                </a:lnTo>
                <a:lnTo>
                  <a:pt x="1085850" y="3181350"/>
                </a:lnTo>
                <a:lnTo>
                  <a:pt x="1095375" y="3181350"/>
                </a:lnTo>
                <a:lnTo>
                  <a:pt x="1095375" y="3171825"/>
                </a:lnTo>
                <a:lnTo>
                  <a:pt x="1114425" y="3171825"/>
                </a:lnTo>
                <a:lnTo>
                  <a:pt x="1114425" y="3181350"/>
                </a:lnTo>
                <a:lnTo>
                  <a:pt x="1123950" y="3181350"/>
                </a:lnTo>
                <a:lnTo>
                  <a:pt x="1123950" y="3162300"/>
                </a:lnTo>
                <a:lnTo>
                  <a:pt x="1133475" y="3162300"/>
                </a:lnTo>
                <a:lnTo>
                  <a:pt x="1133475" y="3124200"/>
                </a:lnTo>
                <a:lnTo>
                  <a:pt x="1123950" y="3124200"/>
                </a:lnTo>
                <a:lnTo>
                  <a:pt x="1123950" y="3114675"/>
                </a:lnTo>
                <a:lnTo>
                  <a:pt x="1143000" y="3114675"/>
                </a:lnTo>
                <a:lnTo>
                  <a:pt x="1143000" y="3095625"/>
                </a:lnTo>
                <a:lnTo>
                  <a:pt x="1171575" y="3095625"/>
                </a:lnTo>
                <a:lnTo>
                  <a:pt x="1171575" y="3086100"/>
                </a:lnTo>
                <a:lnTo>
                  <a:pt x="1181100" y="3086100"/>
                </a:lnTo>
                <a:close/>
                <a:moveTo>
                  <a:pt x="781050" y="3086100"/>
                </a:moveTo>
                <a:lnTo>
                  <a:pt x="790575" y="3086100"/>
                </a:lnTo>
                <a:lnTo>
                  <a:pt x="790575" y="3095625"/>
                </a:lnTo>
                <a:lnTo>
                  <a:pt x="781050" y="3095625"/>
                </a:lnTo>
                <a:close/>
                <a:moveTo>
                  <a:pt x="819150" y="3086100"/>
                </a:moveTo>
                <a:lnTo>
                  <a:pt x="847725" y="3086100"/>
                </a:lnTo>
                <a:lnTo>
                  <a:pt x="847725" y="3095625"/>
                </a:lnTo>
                <a:lnTo>
                  <a:pt x="857250" y="3095625"/>
                </a:lnTo>
                <a:lnTo>
                  <a:pt x="857250" y="3105150"/>
                </a:lnTo>
                <a:lnTo>
                  <a:pt x="847725" y="3105150"/>
                </a:lnTo>
                <a:lnTo>
                  <a:pt x="847725" y="3114675"/>
                </a:lnTo>
                <a:lnTo>
                  <a:pt x="819150" y="3114675"/>
                </a:lnTo>
                <a:lnTo>
                  <a:pt x="819150" y="3124200"/>
                </a:lnTo>
                <a:lnTo>
                  <a:pt x="800100" y="3124200"/>
                </a:lnTo>
                <a:lnTo>
                  <a:pt x="800100" y="3133725"/>
                </a:lnTo>
                <a:lnTo>
                  <a:pt x="771525" y="3133725"/>
                </a:lnTo>
                <a:lnTo>
                  <a:pt x="771525" y="3124200"/>
                </a:lnTo>
                <a:lnTo>
                  <a:pt x="790575" y="3124200"/>
                </a:lnTo>
                <a:lnTo>
                  <a:pt x="790575" y="3114675"/>
                </a:lnTo>
                <a:lnTo>
                  <a:pt x="771525" y="3114675"/>
                </a:lnTo>
                <a:lnTo>
                  <a:pt x="771525" y="3105150"/>
                </a:lnTo>
                <a:lnTo>
                  <a:pt x="790575" y="3105150"/>
                </a:lnTo>
                <a:lnTo>
                  <a:pt x="790575" y="3095625"/>
                </a:lnTo>
                <a:lnTo>
                  <a:pt x="819150" y="3095625"/>
                </a:lnTo>
                <a:close/>
                <a:moveTo>
                  <a:pt x="885825" y="3086100"/>
                </a:moveTo>
                <a:lnTo>
                  <a:pt x="895350" y="3086100"/>
                </a:lnTo>
                <a:lnTo>
                  <a:pt x="895350" y="3124200"/>
                </a:lnTo>
                <a:lnTo>
                  <a:pt x="876300" y="3124200"/>
                </a:lnTo>
                <a:lnTo>
                  <a:pt x="876300" y="3114675"/>
                </a:lnTo>
                <a:lnTo>
                  <a:pt x="866775" y="3114675"/>
                </a:lnTo>
                <a:lnTo>
                  <a:pt x="866775" y="3105150"/>
                </a:lnTo>
                <a:lnTo>
                  <a:pt x="885825" y="3105150"/>
                </a:lnTo>
                <a:close/>
                <a:moveTo>
                  <a:pt x="1543050" y="3086100"/>
                </a:moveTo>
                <a:lnTo>
                  <a:pt x="1562100" y="3086100"/>
                </a:lnTo>
                <a:lnTo>
                  <a:pt x="1562100" y="3095625"/>
                </a:lnTo>
                <a:lnTo>
                  <a:pt x="1552575" y="3095625"/>
                </a:lnTo>
                <a:lnTo>
                  <a:pt x="1552575" y="3114675"/>
                </a:lnTo>
                <a:lnTo>
                  <a:pt x="1533525" y="3114675"/>
                </a:lnTo>
                <a:lnTo>
                  <a:pt x="1533525" y="3095625"/>
                </a:lnTo>
                <a:lnTo>
                  <a:pt x="1543050" y="3095625"/>
                </a:lnTo>
                <a:close/>
                <a:moveTo>
                  <a:pt x="1619250" y="3086100"/>
                </a:moveTo>
                <a:lnTo>
                  <a:pt x="1638300" y="3086100"/>
                </a:lnTo>
                <a:lnTo>
                  <a:pt x="1638300" y="3095625"/>
                </a:lnTo>
                <a:lnTo>
                  <a:pt x="1647825" y="3095625"/>
                </a:lnTo>
                <a:lnTo>
                  <a:pt x="1647825" y="3105150"/>
                </a:lnTo>
                <a:lnTo>
                  <a:pt x="1657350" y="3105150"/>
                </a:lnTo>
                <a:lnTo>
                  <a:pt x="1657350" y="3114675"/>
                </a:lnTo>
                <a:lnTo>
                  <a:pt x="1666875" y="3114675"/>
                </a:lnTo>
                <a:lnTo>
                  <a:pt x="1666875" y="3124200"/>
                </a:lnTo>
                <a:lnTo>
                  <a:pt x="1647825" y="3124200"/>
                </a:lnTo>
                <a:lnTo>
                  <a:pt x="1647825" y="3133725"/>
                </a:lnTo>
                <a:lnTo>
                  <a:pt x="1628775" y="3133725"/>
                </a:lnTo>
                <a:lnTo>
                  <a:pt x="1628775" y="3114675"/>
                </a:lnTo>
                <a:lnTo>
                  <a:pt x="1619250" y="3114675"/>
                </a:lnTo>
                <a:close/>
                <a:moveTo>
                  <a:pt x="400050" y="3095625"/>
                </a:moveTo>
                <a:lnTo>
                  <a:pt x="409575" y="3095625"/>
                </a:lnTo>
                <a:lnTo>
                  <a:pt x="409575" y="3114675"/>
                </a:lnTo>
                <a:lnTo>
                  <a:pt x="400050" y="3114675"/>
                </a:lnTo>
                <a:close/>
                <a:moveTo>
                  <a:pt x="704850" y="3095625"/>
                </a:moveTo>
                <a:lnTo>
                  <a:pt x="714375" y="3095625"/>
                </a:lnTo>
                <a:lnTo>
                  <a:pt x="714375" y="3105150"/>
                </a:lnTo>
                <a:lnTo>
                  <a:pt x="704850" y="3105150"/>
                </a:lnTo>
                <a:close/>
                <a:moveTo>
                  <a:pt x="695325" y="3105150"/>
                </a:moveTo>
                <a:lnTo>
                  <a:pt x="704850" y="3105150"/>
                </a:lnTo>
                <a:lnTo>
                  <a:pt x="704850" y="3114675"/>
                </a:lnTo>
                <a:lnTo>
                  <a:pt x="695325" y="3114675"/>
                </a:lnTo>
                <a:close/>
                <a:moveTo>
                  <a:pt x="819150" y="3105150"/>
                </a:moveTo>
                <a:lnTo>
                  <a:pt x="838200" y="3105150"/>
                </a:lnTo>
                <a:lnTo>
                  <a:pt x="838200" y="3095625"/>
                </a:lnTo>
                <a:lnTo>
                  <a:pt x="819150" y="3095625"/>
                </a:lnTo>
                <a:close/>
                <a:moveTo>
                  <a:pt x="1276350" y="3105150"/>
                </a:moveTo>
                <a:lnTo>
                  <a:pt x="1285875" y="3105150"/>
                </a:lnTo>
                <a:lnTo>
                  <a:pt x="1285875" y="3114675"/>
                </a:lnTo>
                <a:lnTo>
                  <a:pt x="1276350" y="3114675"/>
                </a:lnTo>
                <a:close/>
                <a:moveTo>
                  <a:pt x="1390650" y="3105150"/>
                </a:moveTo>
                <a:lnTo>
                  <a:pt x="1400175" y="3105150"/>
                </a:lnTo>
                <a:lnTo>
                  <a:pt x="1400175" y="3095625"/>
                </a:lnTo>
                <a:lnTo>
                  <a:pt x="1390650" y="3095625"/>
                </a:lnTo>
                <a:close/>
                <a:moveTo>
                  <a:pt x="1419225" y="3105150"/>
                </a:moveTo>
                <a:lnTo>
                  <a:pt x="1438275" y="3105150"/>
                </a:lnTo>
                <a:lnTo>
                  <a:pt x="1438275" y="3095625"/>
                </a:lnTo>
                <a:lnTo>
                  <a:pt x="1419225" y="3095625"/>
                </a:lnTo>
                <a:close/>
                <a:moveTo>
                  <a:pt x="1600200" y="3105150"/>
                </a:moveTo>
                <a:lnTo>
                  <a:pt x="1609725" y="3105150"/>
                </a:lnTo>
                <a:lnTo>
                  <a:pt x="1609725" y="3124200"/>
                </a:lnTo>
                <a:lnTo>
                  <a:pt x="1600200" y="3124200"/>
                </a:lnTo>
                <a:lnTo>
                  <a:pt x="1600200" y="3133725"/>
                </a:lnTo>
                <a:lnTo>
                  <a:pt x="1590675" y="3133725"/>
                </a:lnTo>
                <a:lnTo>
                  <a:pt x="1590675" y="3114675"/>
                </a:lnTo>
                <a:lnTo>
                  <a:pt x="1600200" y="3114675"/>
                </a:lnTo>
                <a:close/>
                <a:moveTo>
                  <a:pt x="704850" y="3114675"/>
                </a:moveTo>
                <a:lnTo>
                  <a:pt x="714375" y="3114675"/>
                </a:lnTo>
                <a:lnTo>
                  <a:pt x="714375" y="3124200"/>
                </a:lnTo>
                <a:lnTo>
                  <a:pt x="704850" y="3124200"/>
                </a:lnTo>
                <a:close/>
                <a:moveTo>
                  <a:pt x="1104900" y="3114675"/>
                </a:moveTo>
                <a:lnTo>
                  <a:pt x="1114425" y="3114675"/>
                </a:lnTo>
                <a:lnTo>
                  <a:pt x="1114425" y="3124200"/>
                </a:lnTo>
                <a:lnTo>
                  <a:pt x="1104900" y="3124200"/>
                </a:lnTo>
                <a:close/>
                <a:moveTo>
                  <a:pt x="1285875" y="3114675"/>
                </a:moveTo>
                <a:lnTo>
                  <a:pt x="1304925" y="3114675"/>
                </a:lnTo>
                <a:lnTo>
                  <a:pt x="1304925" y="3133725"/>
                </a:lnTo>
                <a:lnTo>
                  <a:pt x="1285875" y="3133725"/>
                </a:lnTo>
                <a:lnTo>
                  <a:pt x="1285875" y="3152775"/>
                </a:lnTo>
                <a:lnTo>
                  <a:pt x="1257300" y="3152775"/>
                </a:lnTo>
                <a:lnTo>
                  <a:pt x="1257300" y="3143250"/>
                </a:lnTo>
                <a:lnTo>
                  <a:pt x="1276350" y="3143250"/>
                </a:lnTo>
                <a:lnTo>
                  <a:pt x="1276350" y="3124200"/>
                </a:lnTo>
                <a:lnTo>
                  <a:pt x="1285875" y="3124200"/>
                </a:lnTo>
                <a:close/>
                <a:moveTo>
                  <a:pt x="1552575" y="3114675"/>
                </a:moveTo>
                <a:lnTo>
                  <a:pt x="1562100" y="3114675"/>
                </a:lnTo>
                <a:lnTo>
                  <a:pt x="1562100" y="3143250"/>
                </a:lnTo>
                <a:lnTo>
                  <a:pt x="1552575" y="3143250"/>
                </a:lnTo>
                <a:close/>
                <a:moveTo>
                  <a:pt x="1752600" y="3114675"/>
                </a:moveTo>
                <a:lnTo>
                  <a:pt x="1762125" y="3114675"/>
                </a:lnTo>
                <a:lnTo>
                  <a:pt x="1762125" y="3124200"/>
                </a:lnTo>
                <a:lnTo>
                  <a:pt x="1781175" y="3124200"/>
                </a:lnTo>
                <a:lnTo>
                  <a:pt x="1781175" y="3143250"/>
                </a:lnTo>
                <a:lnTo>
                  <a:pt x="1790700" y="3143250"/>
                </a:lnTo>
                <a:lnTo>
                  <a:pt x="1790700" y="3152775"/>
                </a:lnTo>
                <a:lnTo>
                  <a:pt x="1819275" y="3152775"/>
                </a:lnTo>
                <a:lnTo>
                  <a:pt x="1819275" y="3181350"/>
                </a:lnTo>
                <a:lnTo>
                  <a:pt x="1790700" y="3181350"/>
                </a:lnTo>
                <a:lnTo>
                  <a:pt x="1790700" y="3190875"/>
                </a:lnTo>
                <a:lnTo>
                  <a:pt x="1781175" y="3190875"/>
                </a:lnTo>
                <a:lnTo>
                  <a:pt x="1781175" y="3181350"/>
                </a:lnTo>
                <a:lnTo>
                  <a:pt x="1771650" y="3181350"/>
                </a:lnTo>
                <a:lnTo>
                  <a:pt x="1771650" y="3171825"/>
                </a:lnTo>
                <a:lnTo>
                  <a:pt x="1743075" y="3171825"/>
                </a:lnTo>
                <a:lnTo>
                  <a:pt x="1743075" y="3143250"/>
                </a:lnTo>
                <a:lnTo>
                  <a:pt x="1752600" y="3143250"/>
                </a:lnTo>
                <a:lnTo>
                  <a:pt x="1752600" y="3133725"/>
                </a:lnTo>
                <a:lnTo>
                  <a:pt x="1743075" y="3133725"/>
                </a:lnTo>
                <a:lnTo>
                  <a:pt x="1743075" y="3124200"/>
                </a:lnTo>
                <a:lnTo>
                  <a:pt x="1752600" y="3124200"/>
                </a:lnTo>
                <a:close/>
                <a:moveTo>
                  <a:pt x="1790700" y="3114675"/>
                </a:moveTo>
                <a:lnTo>
                  <a:pt x="1809750" y="3114675"/>
                </a:lnTo>
                <a:lnTo>
                  <a:pt x="1809750" y="3124200"/>
                </a:lnTo>
                <a:lnTo>
                  <a:pt x="1800225" y="3124200"/>
                </a:lnTo>
                <a:lnTo>
                  <a:pt x="1800225" y="3133725"/>
                </a:lnTo>
                <a:lnTo>
                  <a:pt x="1790700" y="3133725"/>
                </a:lnTo>
                <a:close/>
                <a:moveTo>
                  <a:pt x="1847850" y="3124200"/>
                </a:moveTo>
                <a:lnTo>
                  <a:pt x="1866900" y="3124200"/>
                </a:lnTo>
                <a:lnTo>
                  <a:pt x="1866900" y="3133725"/>
                </a:lnTo>
                <a:lnTo>
                  <a:pt x="1857375" y="3133725"/>
                </a:lnTo>
                <a:lnTo>
                  <a:pt x="1857375" y="3143250"/>
                </a:lnTo>
                <a:lnTo>
                  <a:pt x="1847850" y="3143250"/>
                </a:lnTo>
                <a:close/>
                <a:moveTo>
                  <a:pt x="1104900" y="3133725"/>
                </a:moveTo>
                <a:lnTo>
                  <a:pt x="1114425" y="3133725"/>
                </a:lnTo>
                <a:lnTo>
                  <a:pt x="1114425" y="3143250"/>
                </a:lnTo>
                <a:lnTo>
                  <a:pt x="1104900" y="3143250"/>
                </a:lnTo>
                <a:close/>
                <a:moveTo>
                  <a:pt x="1619250" y="3133725"/>
                </a:moveTo>
                <a:lnTo>
                  <a:pt x="1628775" y="3133725"/>
                </a:lnTo>
                <a:lnTo>
                  <a:pt x="1628775" y="3143250"/>
                </a:lnTo>
                <a:lnTo>
                  <a:pt x="1619250" y="3143250"/>
                </a:lnTo>
                <a:close/>
                <a:moveTo>
                  <a:pt x="1476375" y="3143250"/>
                </a:moveTo>
                <a:lnTo>
                  <a:pt x="1485900" y="3143250"/>
                </a:lnTo>
                <a:lnTo>
                  <a:pt x="1485900" y="3152775"/>
                </a:lnTo>
                <a:lnTo>
                  <a:pt x="1476375" y="3152775"/>
                </a:lnTo>
                <a:close/>
                <a:moveTo>
                  <a:pt x="1724025" y="3143250"/>
                </a:moveTo>
                <a:lnTo>
                  <a:pt x="1733550" y="3143250"/>
                </a:lnTo>
                <a:lnTo>
                  <a:pt x="1733550" y="3152775"/>
                </a:lnTo>
                <a:lnTo>
                  <a:pt x="1724025" y="3152775"/>
                </a:lnTo>
                <a:close/>
                <a:moveTo>
                  <a:pt x="1600200" y="3152775"/>
                </a:moveTo>
                <a:lnTo>
                  <a:pt x="1609725" y="3152775"/>
                </a:lnTo>
                <a:lnTo>
                  <a:pt x="1609725" y="3171825"/>
                </a:lnTo>
                <a:lnTo>
                  <a:pt x="1619250" y="3171825"/>
                </a:lnTo>
                <a:lnTo>
                  <a:pt x="1619250" y="3181350"/>
                </a:lnTo>
                <a:lnTo>
                  <a:pt x="1628775" y="3181350"/>
                </a:lnTo>
                <a:lnTo>
                  <a:pt x="1628775" y="3200400"/>
                </a:lnTo>
                <a:lnTo>
                  <a:pt x="1619250" y="3200400"/>
                </a:lnTo>
                <a:lnTo>
                  <a:pt x="1619250" y="3190875"/>
                </a:lnTo>
                <a:lnTo>
                  <a:pt x="1609725" y="3190875"/>
                </a:lnTo>
                <a:lnTo>
                  <a:pt x="1609725" y="3181350"/>
                </a:lnTo>
                <a:lnTo>
                  <a:pt x="1581150" y="3181350"/>
                </a:lnTo>
                <a:lnTo>
                  <a:pt x="1581150" y="3171825"/>
                </a:lnTo>
                <a:lnTo>
                  <a:pt x="1590675" y="3171825"/>
                </a:lnTo>
                <a:lnTo>
                  <a:pt x="1590675" y="3162300"/>
                </a:lnTo>
                <a:lnTo>
                  <a:pt x="1600200" y="3162300"/>
                </a:lnTo>
                <a:close/>
                <a:moveTo>
                  <a:pt x="885825" y="3162300"/>
                </a:moveTo>
                <a:lnTo>
                  <a:pt x="895350" y="3162300"/>
                </a:lnTo>
                <a:lnTo>
                  <a:pt x="895350" y="3181350"/>
                </a:lnTo>
                <a:lnTo>
                  <a:pt x="885825" y="3181350"/>
                </a:lnTo>
                <a:close/>
                <a:moveTo>
                  <a:pt x="1257300" y="3162300"/>
                </a:moveTo>
                <a:lnTo>
                  <a:pt x="1266825" y="3162300"/>
                </a:lnTo>
                <a:lnTo>
                  <a:pt x="1266825" y="3171825"/>
                </a:lnTo>
                <a:lnTo>
                  <a:pt x="1257300" y="3171825"/>
                </a:lnTo>
                <a:close/>
                <a:moveTo>
                  <a:pt x="1495425" y="3162300"/>
                </a:moveTo>
                <a:lnTo>
                  <a:pt x="1514475" y="3162300"/>
                </a:lnTo>
                <a:lnTo>
                  <a:pt x="1514475" y="3181350"/>
                </a:lnTo>
                <a:lnTo>
                  <a:pt x="1495425" y="3181350"/>
                </a:lnTo>
                <a:close/>
                <a:moveTo>
                  <a:pt x="1704975" y="3162300"/>
                </a:moveTo>
                <a:lnTo>
                  <a:pt x="1714500" y="3162300"/>
                </a:lnTo>
                <a:lnTo>
                  <a:pt x="1714500" y="3171825"/>
                </a:lnTo>
                <a:lnTo>
                  <a:pt x="1704975" y="3171825"/>
                </a:lnTo>
                <a:close/>
                <a:moveTo>
                  <a:pt x="1866900" y="3162300"/>
                </a:moveTo>
                <a:lnTo>
                  <a:pt x="1876425" y="3162300"/>
                </a:lnTo>
                <a:lnTo>
                  <a:pt x="1876425" y="3181350"/>
                </a:lnTo>
                <a:lnTo>
                  <a:pt x="1866900" y="3181350"/>
                </a:lnTo>
                <a:close/>
                <a:moveTo>
                  <a:pt x="771525" y="3171825"/>
                </a:moveTo>
                <a:lnTo>
                  <a:pt x="781050" y="3171825"/>
                </a:lnTo>
                <a:lnTo>
                  <a:pt x="781050" y="3181350"/>
                </a:lnTo>
                <a:lnTo>
                  <a:pt x="800100" y="3181350"/>
                </a:lnTo>
                <a:lnTo>
                  <a:pt x="800100" y="3171825"/>
                </a:lnTo>
                <a:lnTo>
                  <a:pt x="828675" y="3171825"/>
                </a:lnTo>
                <a:lnTo>
                  <a:pt x="828675" y="3181350"/>
                </a:lnTo>
                <a:lnTo>
                  <a:pt x="838200" y="3181350"/>
                </a:lnTo>
                <a:lnTo>
                  <a:pt x="838200" y="3171825"/>
                </a:lnTo>
                <a:lnTo>
                  <a:pt x="847725" y="3171825"/>
                </a:lnTo>
                <a:lnTo>
                  <a:pt x="847725" y="3209925"/>
                </a:lnTo>
                <a:lnTo>
                  <a:pt x="828675" y="3209925"/>
                </a:lnTo>
                <a:lnTo>
                  <a:pt x="828675" y="3219450"/>
                </a:lnTo>
                <a:lnTo>
                  <a:pt x="819150" y="3219450"/>
                </a:lnTo>
                <a:lnTo>
                  <a:pt x="819150" y="3190875"/>
                </a:lnTo>
                <a:lnTo>
                  <a:pt x="809625" y="3190875"/>
                </a:lnTo>
                <a:lnTo>
                  <a:pt x="809625" y="3209925"/>
                </a:lnTo>
                <a:lnTo>
                  <a:pt x="790575" y="3209925"/>
                </a:lnTo>
                <a:lnTo>
                  <a:pt x="790575" y="3200400"/>
                </a:lnTo>
                <a:lnTo>
                  <a:pt x="771525" y="3200400"/>
                </a:lnTo>
                <a:lnTo>
                  <a:pt x="771525" y="3190875"/>
                </a:lnTo>
                <a:lnTo>
                  <a:pt x="762000" y="3190875"/>
                </a:lnTo>
                <a:lnTo>
                  <a:pt x="762000" y="3181350"/>
                </a:lnTo>
                <a:lnTo>
                  <a:pt x="771525" y="3181350"/>
                </a:lnTo>
                <a:close/>
                <a:moveTo>
                  <a:pt x="1771650" y="3171825"/>
                </a:moveTo>
                <a:lnTo>
                  <a:pt x="1781175" y="3171825"/>
                </a:lnTo>
                <a:lnTo>
                  <a:pt x="1781175" y="3162300"/>
                </a:lnTo>
                <a:lnTo>
                  <a:pt x="1771650" y="3162300"/>
                </a:lnTo>
                <a:close/>
                <a:moveTo>
                  <a:pt x="657225" y="3181350"/>
                </a:moveTo>
                <a:lnTo>
                  <a:pt x="676275" y="3181350"/>
                </a:lnTo>
                <a:lnTo>
                  <a:pt x="676275" y="3190875"/>
                </a:lnTo>
                <a:lnTo>
                  <a:pt x="685800" y="3190875"/>
                </a:lnTo>
                <a:lnTo>
                  <a:pt x="685800" y="3200400"/>
                </a:lnTo>
                <a:lnTo>
                  <a:pt x="666750" y="3200400"/>
                </a:lnTo>
                <a:lnTo>
                  <a:pt x="666750" y="3190875"/>
                </a:lnTo>
                <a:lnTo>
                  <a:pt x="657225" y="3190875"/>
                </a:lnTo>
                <a:close/>
                <a:moveTo>
                  <a:pt x="1028700" y="3181350"/>
                </a:moveTo>
                <a:lnTo>
                  <a:pt x="1038225" y="3181350"/>
                </a:lnTo>
                <a:lnTo>
                  <a:pt x="1038225" y="3190875"/>
                </a:lnTo>
                <a:lnTo>
                  <a:pt x="1028700" y="3190875"/>
                </a:lnTo>
                <a:close/>
                <a:moveTo>
                  <a:pt x="1685925" y="3181350"/>
                </a:moveTo>
                <a:lnTo>
                  <a:pt x="1695450" y="3181350"/>
                </a:lnTo>
                <a:lnTo>
                  <a:pt x="1695450" y="3200400"/>
                </a:lnTo>
                <a:lnTo>
                  <a:pt x="1676400" y="3200400"/>
                </a:lnTo>
                <a:lnTo>
                  <a:pt x="1676400" y="3219450"/>
                </a:lnTo>
                <a:lnTo>
                  <a:pt x="1666875" y="3219450"/>
                </a:lnTo>
                <a:lnTo>
                  <a:pt x="1666875" y="3190875"/>
                </a:lnTo>
                <a:lnTo>
                  <a:pt x="1685925" y="3190875"/>
                </a:lnTo>
                <a:close/>
                <a:moveTo>
                  <a:pt x="1600200" y="3190875"/>
                </a:moveTo>
                <a:lnTo>
                  <a:pt x="1609725" y="3190875"/>
                </a:lnTo>
                <a:lnTo>
                  <a:pt x="1609725" y="3200400"/>
                </a:lnTo>
                <a:lnTo>
                  <a:pt x="1600200" y="3200400"/>
                </a:lnTo>
                <a:close/>
                <a:moveTo>
                  <a:pt x="1733550" y="3190875"/>
                </a:moveTo>
                <a:lnTo>
                  <a:pt x="1752600" y="3190875"/>
                </a:lnTo>
                <a:lnTo>
                  <a:pt x="1752600" y="3200400"/>
                </a:lnTo>
                <a:lnTo>
                  <a:pt x="1762125" y="3200400"/>
                </a:lnTo>
                <a:lnTo>
                  <a:pt x="1762125" y="3209925"/>
                </a:lnTo>
                <a:lnTo>
                  <a:pt x="1752600" y="3209925"/>
                </a:lnTo>
                <a:lnTo>
                  <a:pt x="1752600" y="3219450"/>
                </a:lnTo>
                <a:lnTo>
                  <a:pt x="1724025" y="3219450"/>
                </a:lnTo>
                <a:lnTo>
                  <a:pt x="1724025" y="3209925"/>
                </a:lnTo>
                <a:lnTo>
                  <a:pt x="1733550" y="3209925"/>
                </a:lnTo>
                <a:close/>
                <a:moveTo>
                  <a:pt x="552450" y="3200400"/>
                </a:moveTo>
                <a:lnTo>
                  <a:pt x="561975" y="3200400"/>
                </a:lnTo>
                <a:lnTo>
                  <a:pt x="561975" y="3209925"/>
                </a:lnTo>
                <a:lnTo>
                  <a:pt x="552450" y="3209925"/>
                </a:lnTo>
                <a:close/>
                <a:moveTo>
                  <a:pt x="790575" y="3200400"/>
                </a:moveTo>
                <a:lnTo>
                  <a:pt x="800100" y="3200400"/>
                </a:lnTo>
                <a:lnTo>
                  <a:pt x="800100" y="3190875"/>
                </a:lnTo>
                <a:lnTo>
                  <a:pt x="790575" y="3190875"/>
                </a:lnTo>
                <a:close/>
                <a:moveTo>
                  <a:pt x="1400175" y="3200400"/>
                </a:moveTo>
                <a:lnTo>
                  <a:pt x="1409700" y="3200400"/>
                </a:lnTo>
                <a:lnTo>
                  <a:pt x="1409700" y="3209925"/>
                </a:lnTo>
                <a:lnTo>
                  <a:pt x="1400175" y="3209925"/>
                </a:lnTo>
                <a:close/>
                <a:moveTo>
                  <a:pt x="1552575" y="3200400"/>
                </a:moveTo>
                <a:lnTo>
                  <a:pt x="1562100" y="3200400"/>
                </a:lnTo>
                <a:lnTo>
                  <a:pt x="1562100" y="3209925"/>
                </a:lnTo>
                <a:lnTo>
                  <a:pt x="1552575" y="3209925"/>
                </a:lnTo>
                <a:close/>
                <a:moveTo>
                  <a:pt x="1581150" y="3200400"/>
                </a:moveTo>
                <a:lnTo>
                  <a:pt x="1600200" y="3200400"/>
                </a:lnTo>
                <a:lnTo>
                  <a:pt x="1600200" y="3228975"/>
                </a:lnTo>
                <a:lnTo>
                  <a:pt x="1581150" y="3228975"/>
                </a:lnTo>
                <a:close/>
                <a:moveTo>
                  <a:pt x="1866900" y="3200400"/>
                </a:moveTo>
                <a:lnTo>
                  <a:pt x="1876425" y="3200400"/>
                </a:lnTo>
                <a:lnTo>
                  <a:pt x="1876425" y="3228975"/>
                </a:lnTo>
                <a:lnTo>
                  <a:pt x="1857375" y="3228975"/>
                </a:lnTo>
                <a:lnTo>
                  <a:pt x="1857375" y="3209925"/>
                </a:lnTo>
                <a:lnTo>
                  <a:pt x="1866900" y="3209925"/>
                </a:lnTo>
                <a:close/>
                <a:moveTo>
                  <a:pt x="561975" y="3209925"/>
                </a:moveTo>
                <a:lnTo>
                  <a:pt x="571500" y="3209925"/>
                </a:lnTo>
                <a:lnTo>
                  <a:pt x="571500" y="3219450"/>
                </a:lnTo>
                <a:lnTo>
                  <a:pt x="561975" y="3219450"/>
                </a:lnTo>
                <a:close/>
                <a:moveTo>
                  <a:pt x="1000125" y="3209925"/>
                </a:moveTo>
                <a:lnTo>
                  <a:pt x="1009650" y="3209925"/>
                </a:lnTo>
                <a:lnTo>
                  <a:pt x="1009650" y="3200400"/>
                </a:lnTo>
                <a:lnTo>
                  <a:pt x="1000125" y="3200400"/>
                </a:lnTo>
                <a:close/>
                <a:moveTo>
                  <a:pt x="1123950" y="3209925"/>
                </a:moveTo>
                <a:lnTo>
                  <a:pt x="1133475" y="3209925"/>
                </a:lnTo>
                <a:lnTo>
                  <a:pt x="1133475" y="3219450"/>
                </a:lnTo>
                <a:lnTo>
                  <a:pt x="1123950" y="3219450"/>
                </a:lnTo>
                <a:close/>
                <a:moveTo>
                  <a:pt x="1685925" y="3209925"/>
                </a:moveTo>
                <a:lnTo>
                  <a:pt x="1714500" y="3209925"/>
                </a:lnTo>
                <a:lnTo>
                  <a:pt x="1714500" y="3228975"/>
                </a:lnTo>
                <a:lnTo>
                  <a:pt x="1724025" y="3228975"/>
                </a:lnTo>
                <a:lnTo>
                  <a:pt x="1724025" y="3248025"/>
                </a:lnTo>
                <a:lnTo>
                  <a:pt x="1733550" y="3248025"/>
                </a:lnTo>
                <a:lnTo>
                  <a:pt x="1733550" y="3257550"/>
                </a:lnTo>
                <a:lnTo>
                  <a:pt x="1714500" y="3257550"/>
                </a:lnTo>
                <a:lnTo>
                  <a:pt x="1714500" y="3267075"/>
                </a:lnTo>
                <a:lnTo>
                  <a:pt x="1685925" y="3267075"/>
                </a:lnTo>
                <a:close/>
                <a:moveTo>
                  <a:pt x="923925" y="3219450"/>
                </a:moveTo>
                <a:lnTo>
                  <a:pt x="933450" y="3219450"/>
                </a:lnTo>
                <a:lnTo>
                  <a:pt x="933450" y="3228975"/>
                </a:lnTo>
                <a:lnTo>
                  <a:pt x="942975" y="3228975"/>
                </a:lnTo>
                <a:lnTo>
                  <a:pt x="942975" y="3248025"/>
                </a:lnTo>
                <a:lnTo>
                  <a:pt x="904875" y="3248025"/>
                </a:lnTo>
                <a:lnTo>
                  <a:pt x="904875" y="3238500"/>
                </a:lnTo>
                <a:lnTo>
                  <a:pt x="914400" y="3238500"/>
                </a:lnTo>
                <a:lnTo>
                  <a:pt x="914400" y="3228975"/>
                </a:lnTo>
                <a:lnTo>
                  <a:pt x="923925" y="3228975"/>
                </a:lnTo>
                <a:close/>
                <a:moveTo>
                  <a:pt x="1495425" y="3219450"/>
                </a:moveTo>
                <a:lnTo>
                  <a:pt x="1504950" y="3219450"/>
                </a:lnTo>
                <a:lnTo>
                  <a:pt x="1504950" y="3228975"/>
                </a:lnTo>
                <a:lnTo>
                  <a:pt x="1495425" y="3228975"/>
                </a:lnTo>
                <a:close/>
                <a:moveTo>
                  <a:pt x="1533525" y="3219450"/>
                </a:moveTo>
                <a:lnTo>
                  <a:pt x="1552575" y="3219450"/>
                </a:lnTo>
                <a:lnTo>
                  <a:pt x="1552575" y="3267075"/>
                </a:lnTo>
                <a:lnTo>
                  <a:pt x="1543050" y="3267075"/>
                </a:lnTo>
                <a:lnTo>
                  <a:pt x="1543050" y="3257550"/>
                </a:lnTo>
                <a:lnTo>
                  <a:pt x="1533525" y="3257550"/>
                </a:lnTo>
                <a:lnTo>
                  <a:pt x="1533525" y="3238500"/>
                </a:lnTo>
                <a:lnTo>
                  <a:pt x="1524000" y="3238500"/>
                </a:lnTo>
                <a:lnTo>
                  <a:pt x="1524000" y="3228975"/>
                </a:lnTo>
                <a:lnTo>
                  <a:pt x="1533525" y="3228975"/>
                </a:lnTo>
                <a:close/>
                <a:moveTo>
                  <a:pt x="1781175" y="3219450"/>
                </a:moveTo>
                <a:lnTo>
                  <a:pt x="1790700" y="3219450"/>
                </a:lnTo>
                <a:lnTo>
                  <a:pt x="1790700" y="3228975"/>
                </a:lnTo>
                <a:lnTo>
                  <a:pt x="1800225" y="3228975"/>
                </a:lnTo>
                <a:lnTo>
                  <a:pt x="1800225" y="3238500"/>
                </a:lnTo>
                <a:lnTo>
                  <a:pt x="1819275" y="3238500"/>
                </a:lnTo>
                <a:lnTo>
                  <a:pt x="1819275" y="3248025"/>
                </a:lnTo>
                <a:lnTo>
                  <a:pt x="1771650" y="3248025"/>
                </a:lnTo>
                <a:lnTo>
                  <a:pt x="1771650" y="3228975"/>
                </a:lnTo>
                <a:lnTo>
                  <a:pt x="1781175" y="3228975"/>
                </a:lnTo>
                <a:close/>
                <a:moveTo>
                  <a:pt x="1028700" y="3228975"/>
                </a:moveTo>
                <a:lnTo>
                  <a:pt x="1038225" y="3228975"/>
                </a:lnTo>
                <a:lnTo>
                  <a:pt x="1038225" y="3219450"/>
                </a:lnTo>
                <a:lnTo>
                  <a:pt x="1028700" y="3219450"/>
                </a:lnTo>
                <a:close/>
                <a:moveTo>
                  <a:pt x="1133475" y="3228975"/>
                </a:moveTo>
                <a:lnTo>
                  <a:pt x="1143000" y="3228975"/>
                </a:lnTo>
                <a:lnTo>
                  <a:pt x="1143000" y="3200400"/>
                </a:lnTo>
                <a:lnTo>
                  <a:pt x="1133475" y="3200400"/>
                </a:lnTo>
                <a:lnTo>
                  <a:pt x="1133475" y="3181350"/>
                </a:lnTo>
                <a:lnTo>
                  <a:pt x="1123950" y="3181350"/>
                </a:lnTo>
                <a:lnTo>
                  <a:pt x="1123950" y="3190875"/>
                </a:lnTo>
                <a:lnTo>
                  <a:pt x="1114425" y="3190875"/>
                </a:lnTo>
                <a:lnTo>
                  <a:pt x="1114425" y="3238500"/>
                </a:lnTo>
                <a:lnTo>
                  <a:pt x="1123950" y="3238500"/>
                </a:lnTo>
                <a:lnTo>
                  <a:pt x="1123950" y="3248025"/>
                </a:lnTo>
                <a:lnTo>
                  <a:pt x="1133475" y="3248025"/>
                </a:lnTo>
                <a:close/>
                <a:moveTo>
                  <a:pt x="1619250" y="3228975"/>
                </a:moveTo>
                <a:lnTo>
                  <a:pt x="1638300" y="3228975"/>
                </a:lnTo>
                <a:lnTo>
                  <a:pt x="1638300" y="3238500"/>
                </a:lnTo>
                <a:lnTo>
                  <a:pt x="1647825" y="3238500"/>
                </a:lnTo>
                <a:lnTo>
                  <a:pt x="1647825" y="3248025"/>
                </a:lnTo>
                <a:lnTo>
                  <a:pt x="1638300" y="3248025"/>
                </a:lnTo>
                <a:lnTo>
                  <a:pt x="1638300" y="3257550"/>
                </a:lnTo>
                <a:lnTo>
                  <a:pt x="1628775" y="3257550"/>
                </a:lnTo>
                <a:lnTo>
                  <a:pt x="1628775" y="3267075"/>
                </a:lnTo>
                <a:lnTo>
                  <a:pt x="1619250" y="3267075"/>
                </a:lnTo>
                <a:lnTo>
                  <a:pt x="1619250" y="3276600"/>
                </a:lnTo>
                <a:lnTo>
                  <a:pt x="1609725" y="3276600"/>
                </a:lnTo>
                <a:lnTo>
                  <a:pt x="1609725" y="3286125"/>
                </a:lnTo>
                <a:lnTo>
                  <a:pt x="1619250" y="3286125"/>
                </a:lnTo>
                <a:lnTo>
                  <a:pt x="1619250" y="3295650"/>
                </a:lnTo>
                <a:lnTo>
                  <a:pt x="1628775" y="3295650"/>
                </a:lnTo>
                <a:lnTo>
                  <a:pt x="1628775" y="3305175"/>
                </a:lnTo>
                <a:lnTo>
                  <a:pt x="1590675" y="3305175"/>
                </a:lnTo>
                <a:lnTo>
                  <a:pt x="1590675" y="3286125"/>
                </a:lnTo>
                <a:lnTo>
                  <a:pt x="1600200" y="3286125"/>
                </a:lnTo>
                <a:lnTo>
                  <a:pt x="1600200" y="3267075"/>
                </a:lnTo>
                <a:lnTo>
                  <a:pt x="1590675" y="3267075"/>
                </a:lnTo>
                <a:lnTo>
                  <a:pt x="1590675" y="3248025"/>
                </a:lnTo>
                <a:lnTo>
                  <a:pt x="1609725" y="3248025"/>
                </a:lnTo>
                <a:lnTo>
                  <a:pt x="1609725" y="3238500"/>
                </a:lnTo>
                <a:lnTo>
                  <a:pt x="1619250" y="3238500"/>
                </a:lnTo>
                <a:close/>
                <a:moveTo>
                  <a:pt x="552450" y="3238500"/>
                </a:moveTo>
                <a:lnTo>
                  <a:pt x="581025" y="3238500"/>
                </a:lnTo>
                <a:lnTo>
                  <a:pt x="581025" y="3248025"/>
                </a:lnTo>
                <a:lnTo>
                  <a:pt x="552450" y="3248025"/>
                </a:lnTo>
                <a:close/>
                <a:moveTo>
                  <a:pt x="781050" y="3238500"/>
                </a:moveTo>
                <a:lnTo>
                  <a:pt x="790575" y="3238500"/>
                </a:lnTo>
                <a:lnTo>
                  <a:pt x="790575" y="3257550"/>
                </a:lnTo>
                <a:lnTo>
                  <a:pt x="781050" y="3257550"/>
                </a:lnTo>
                <a:lnTo>
                  <a:pt x="781050" y="3267075"/>
                </a:lnTo>
                <a:lnTo>
                  <a:pt x="771525" y="3267075"/>
                </a:lnTo>
                <a:lnTo>
                  <a:pt x="771525" y="3257550"/>
                </a:lnTo>
                <a:lnTo>
                  <a:pt x="762000" y="3257550"/>
                </a:lnTo>
                <a:lnTo>
                  <a:pt x="762000" y="3248025"/>
                </a:lnTo>
                <a:lnTo>
                  <a:pt x="781050" y="3248025"/>
                </a:lnTo>
                <a:close/>
                <a:moveTo>
                  <a:pt x="733425" y="3248025"/>
                </a:moveTo>
                <a:lnTo>
                  <a:pt x="742950" y="3248025"/>
                </a:lnTo>
                <a:lnTo>
                  <a:pt x="742950" y="3257550"/>
                </a:lnTo>
                <a:lnTo>
                  <a:pt x="733425" y="3257550"/>
                </a:lnTo>
                <a:close/>
                <a:moveTo>
                  <a:pt x="1485900" y="3248025"/>
                </a:moveTo>
                <a:lnTo>
                  <a:pt x="1495425" y="3248025"/>
                </a:lnTo>
                <a:lnTo>
                  <a:pt x="1495425" y="3257550"/>
                </a:lnTo>
                <a:lnTo>
                  <a:pt x="1504950" y="3257550"/>
                </a:lnTo>
                <a:lnTo>
                  <a:pt x="1504950" y="3276600"/>
                </a:lnTo>
                <a:lnTo>
                  <a:pt x="1524000" y="3276600"/>
                </a:lnTo>
                <a:lnTo>
                  <a:pt x="1524000" y="3286125"/>
                </a:lnTo>
                <a:lnTo>
                  <a:pt x="1543050" y="3286125"/>
                </a:lnTo>
                <a:lnTo>
                  <a:pt x="1543050" y="3305175"/>
                </a:lnTo>
                <a:lnTo>
                  <a:pt x="1533525" y="3305175"/>
                </a:lnTo>
                <a:lnTo>
                  <a:pt x="1533525" y="3314700"/>
                </a:lnTo>
                <a:lnTo>
                  <a:pt x="1524000" y="3314700"/>
                </a:lnTo>
                <a:lnTo>
                  <a:pt x="1524000" y="3305175"/>
                </a:lnTo>
                <a:lnTo>
                  <a:pt x="1504950" y="3305175"/>
                </a:lnTo>
                <a:lnTo>
                  <a:pt x="1504950" y="3295650"/>
                </a:lnTo>
                <a:lnTo>
                  <a:pt x="1466850" y="3295650"/>
                </a:lnTo>
                <a:lnTo>
                  <a:pt x="1466850" y="3286125"/>
                </a:lnTo>
                <a:lnTo>
                  <a:pt x="1438275" y="3286125"/>
                </a:lnTo>
                <a:lnTo>
                  <a:pt x="1438275" y="3267075"/>
                </a:lnTo>
                <a:lnTo>
                  <a:pt x="1447800" y="3267075"/>
                </a:lnTo>
                <a:lnTo>
                  <a:pt x="1447800" y="3257550"/>
                </a:lnTo>
                <a:lnTo>
                  <a:pt x="1457325" y="3257550"/>
                </a:lnTo>
                <a:lnTo>
                  <a:pt x="1457325" y="3267075"/>
                </a:lnTo>
                <a:lnTo>
                  <a:pt x="1466850" y="3267075"/>
                </a:lnTo>
                <a:lnTo>
                  <a:pt x="1466850" y="3257550"/>
                </a:lnTo>
                <a:lnTo>
                  <a:pt x="1485900" y="3257550"/>
                </a:lnTo>
                <a:close/>
                <a:moveTo>
                  <a:pt x="1857375" y="3248025"/>
                </a:moveTo>
                <a:lnTo>
                  <a:pt x="1866900" y="3248025"/>
                </a:lnTo>
                <a:lnTo>
                  <a:pt x="1866900" y="3267075"/>
                </a:lnTo>
                <a:lnTo>
                  <a:pt x="1876425" y="3267075"/>
                </a:lnTo>
                <a:lnTo>
                  <a:pt x="1876425" y="3276600"/>
                </a:lnTo>
                <a:lnTo>
                  <a:pt x="1857375" y="3276600"/>
                </a:lnTo>
                <a:close/>
                <a:moveTo>
                  <a:pt x="790575" y="3257550"/>
                </a:moveTo>
                <a:lnTo>
                  <a:pt x="809625" y="3257550"/>
                </a:lnTo>
                <a:lnTo>
                  <a:pt x="809625" y="3267075"/>
                </a:lnTo>
                <a:lnTo>
                  <a:pt x="790575" y="3267075"/>
                </a:lnTo>
                <a:close/>
                <a:moveTo>
                  <a:pt x="838200" y="3257550"/>
                </a:moveTo>
                <a:lnTo>
                  <a:pt x="847725" y="3257550"/>
                </a:lnTo>
                <a:lnTo>
                  <a:pt x="847725" y="3276600"/>
                </a:lnTo>
                <a:lnTo>
                  <a:pt x="838200" y="3276600"/>
                </a:lnTo>
                <a:close/>
                <a:moveTo>
                  <a:pt x="952500" y="3257550"/>
                </a:moveTo>
                <a:lnTo>
                  <a:pt x="971550" y="3257550"/>
                </a:lnTo>
                <a:lnTo>
                  <a:pt x="971550" y="3267075"/>
                </a:lnTo>
                <a:lnTo>
                  <a:pt x="952500" y="3267075"/>
                </a:lnTo>
                <a:close/>
                <a:moveTo>
                  <a:pt x="1304925" y="3257550"/>
                </a:moveTo>
                <a:lnTo>
                  <a:pt x="1314450" y="3257550"/>
                </a:lnTo>
                <a:lnTo>
                  <a:pt x="1314450" y="3248025"/>
                </a:lnTo>
                <a:lnTo>
                  <a:pt x="1304925" y="3248025"/>
                </a:lnTo>
                <a:close/>
                <a:moveTo>
                  <a:pt x="323850" y="3267075"/>
                </a:moveTo>
                <a:lnTo>
                  <a:pt x="333375" y="3267075"/>
                </a:lnTo>
                <a:lnTo>
                  <a:pt x="333375" y="3276600"/>
                </a:lnTo>
                <a:lnTo>
                  <a:pt x="323850" y="3276600"/>
                </a:lnTo>
                <a:close/>
                <a:moveTo>
                  <a:pt x="742950" y="3276600"/>
                </a:moveTo>
                <a:lnTo>
                  <a:pt x="762000" y="3276600"/>
                </a:lnTo>
                <a:lnTo>
                  <a:pt x="762000" y="3286125"/>
                </a:lnTo>
                <a:lnTo>
                  <a:pt x="742950" y="3286125"/>
                </a:lnTo>
                <a:close/>
                <a:moveTo>
                  <a:pt x="1466850" y="3276600"/>
                </a:moveTo>
                <a:lnTo>
                  <a:pt x="1476375" y="3276600"/>
                </a:lnTo>
                <a:lnTo>
                  <a:pt x="1476375" y="3267075"/>
                </a:lnTo>
                <a:lnTo>
                  <a:pt x="1466850" y="3267075"/>
                </a:lnTo>
                <a:close/>
                <a:moveTo>
                  <a:pt x="1657350" y="3276600"/>
                </a:moveTo>
                <a:lnTo>
                  <a:pt x="1676400" y="3276600"/>
                </a:lnTo>
                <a:lnTo>
                  <a:pt x="1676400" y="3305175"/>
                </a:lnTo>
                <a:lnTo>
                  <a:pt x="1666875" y="3305175"/>
                </a:lnTo>
                <a:lnTo>
                  <a:pt x="1666875" y="3295650"/>
                </a:lnTo>
                <a:lnTo>
                  <a:pt x="1657350" y="3295650"/>
                </a:lnTo>
                <a:close/>
                <a:moveTo>
                  <a:pt x="1181100" y="3286125"/>
                </a:moveTo>
                <a:lnTo>
                  <a:pt x="1190625" y="3286125"/>
                </a:lnTo>
                <a:lnTo>
                  <a:pt x="1190625" y="3295650"/>
                </a:lnTo>
                <a:lnTo>
                  <a:pt x="1181100" y="3295650"/>
                </a:lnTo>
                <a:close/>
                <a:moveTo>
                  <a:pt x="1419225" y="3286125"/>
                </a:moveTo>
                <a:lnTo>
                  <a:pt x="1438275" y="3286125"/>
                </a:lnTo>
                <a:lnTo>
                  <a:pt x="1438275" y="3305175"/>
                </a:lnTo>
                <a:lnTo>
                  <a:pt x="1419225" y="3305175"/>
                </a:lnTo>
                <a:lnTo>
                  <a:pt x="1419225" y="3333750"/>
                </a:lnTo>
                <a:lnTo>
                  <a:pt x="1409700" y="3333750"/>
                </a:lnTo>
                <a:lnTo>
                  <a:pt x="1409700" y="3324225"/>
                </a:lnTo>
                <a:lnTo>
                  <a:pt x="1400175" y="3324225"/>
                </a:lnTo>
                <a:lnTo>
                  <a:pt x="1400175" y="3305175"/>
                </a:lnTo>
                <a:lnTo>
                  <a:pt x="1409700" y="3305175"/>
                </a:lnTo>
                <a:lnTo>
                  <a:pt x="1409700" y="3295650"/>
                </a:lnTo>
                <a:lnTo>
                  <a:pt x="1419225" y="3295650"/>
                </a:lnTo>
                <a:close/>
                <a:moveTo>
                  <a:pt x="1200150" y="3295650"/>
                </a:moveTo>
                <a:lnTo>
                  <a:pt x="1209675" y="3295650"/>
                </a:lnTo>
                <a:lnTo>
                  <a:pt x="1209675" y="3305175"/>
                </a:lnTo>
                <a:lnTo>
                  <a:pt x="1238250" y="3305175"/>
                </a:lnTo>
                <a:lnTo>
                  <a:pt x="1238250" y="3314700"/>
                </a:lnTo>
                <a:lnTo>
                  <a:pt x="1266825" y="3314700"/>
                </a:lnTo>
                <a:lnTo>
                  <a:pt x="1266825" y="3324225"/>
                </a:lnTo>
                <a:lnTo>
                  <a:pt x="1285875" y="3324225"/>
                </a:lnTo>
                <a:lnTo>
                  <a:pt x="1285875" y="3333750"/>
                </a:lnTo>
                <a:lnTo>
                  <a:pt x="1276350" y="3333750"/>
                </a:lnTo>
                <a:lnTo>
                  <a:pt x="1276350" y="3352800"/>
                </a:lnTo>
                <a:lnTo>
                  <a:pt x="1285875" y="3352800"/>
                </a:lnTo>
                <a:lnTo>
                  <a:pt x="1285875" y="3362325"/>
                </a:lnTo>
                <a:lnTo>
                  <a:pt x="1247775" y="3362325"/>
                </a:lnTo>
                <a:lnTo>
                  <a:pt x="1247775" y="3352800"/>
                </a:lnTo>
                <a:lnTo>
                  <a:pt x="1266825" y="3352800"/>
                </a:lnTo>
                <a:lnTo>
                  <a:pt x="1266825" y="3343275"/>
                </a:lnTo>
                <a:lnTo>
                  <a:pt x="1238250" y="3343275"/>
                </a:lnTo>
                <a:lnTo>
                  <a:pt x="1238250" y="3352800"/>
                </a:lnTo>
                <a:lnTo>
                  <a:pt x="1219200" y="3352800"/>
                </a:lnTo>
                <a:lnTo>
                  <a:pt x="1219200" y="3362325"/>
                </a:lnTo>
                <a:lnTo>
                  <a:pt x="1209675" y="3362325"/>
                </a:lnTo>
                <a:lnTo>
                  <a:pt x="1209675" y="3371850"/>
                </a:lnTo>
                <a:lnTo>
                  <a:pt x="1200150" y="3371850"/>
                </a:lnTo>
                <a:lnTo>
                  <a:pt x="1200150" y="3381375"/>
                </a:lnTo>
                <a:lnTo>
                  <a:pt x="1190625" y="3381375"/>
                </a:lnTo>
                <a:lnTo>
                  <a:pt x="1190625" y="3390900"/>
                </a:lnTo>
                <a:lnTo>
                  <a:pt x="1171575" y="3390900"/>
                </a:lnTo>
                <a:lnTo>
                  <a:pt x="1171575" y="3381375"/>
                </a:lnTo>
                <a:lnTo>
                  <a:pt x="1162050" y="3381375"/>
                </a:lnTo>
                <a:lnTo>
                  <a:pt x="1162050" y="3362325"/>
                </a:lnTo>
                <a:lnTo>
                  <a:pt x="1152525" y="3362325"/>
                </a:lnTo>
                <a:lnTo>
                  <a:pt x="1152525" y="3352800"/>
                </a:lnTo>
                <a:lnTo>
                  <a:pt x="1143000" y="3352800"/>
                </a:lnTo>
                <a:lnTo>
                  <a:pt x="1143000" y="3343275"/>
                </a:lnTo>
                <a:lnTo>
                  <a:pt x="1152525" y="3343275"/>
                </a:lnTo>
                <a:lnTo>
                  <a:pt x="1152525" y="3324225"/>
                </a:lnTo>
                <a:lnTo>
                  <a:pt x="1162050" y="3324225"/>
                </a:lnTo>
                <a:lnTo>
                  <a:pt x="1162050" y="3314700"/>
                </a:lnTo>
                <a:lnTo>
                  <a:pt x="1190625" y="3314700"/>
                </a:lnTo>
                <a:lnTo>
                  <a:pt x="1190625" y="3305175"/>
                </a:lnTo>
                <a:lnTo>
                  <a:pt x="1200150" y="3305175"/>
                </a:lnTo>
                <a:close/>
                <a:moveTo>
                  <a:pt x="1695450" y="3295650"/>
                </a:moveTo>
                <a:lnTo>
                  <a:pt x="1724025" y="3295650"/>
                </a:lnTo>
                <a:lnTo>
                  <a:pt x="1724025" y="3314700"/>
                </a:lnTo>
                <a:lnTo>
                  <a:pt x="1695450" y="3314700"/>
                </a:lnTo>
                <a:close/>
                <a:moveTo>
                  <a:pt x="990600" y="3305175"/>
                </a:moveTo>
                <a:lnTo>
                  <a:pt x="1000125" y="3305175"/>
                </a:lnTo>
                <a:lnTo>
                  <a:pt x="1000125" y="3314700"/>
                </a:lnTo>
                <a:lnTo>
                  <a:pt x="990600" y="3314700"/>
                </a:lnTo>
                <a:close/>
                <a:moveTo>
                  <a:pt x="1438275" y="3305175"/>
                </a:moveTo>
                <a:lnTo>
                  <a:pt x="1457325" y="3305175"/>
                </a:lnTo>
                <a:lnTo>
                  <a:pt x="1457325" y="3333750"/>
                </a:lnTo>
                <a:lnTo>
                  <a:pt x="1447800" y="3333750"/>
                </a:lnTo>
                <a:lnTo>
                  <a:pt x="1447800" y="3343275"/>
                </a:lnTo>
                <a:lnTo>
                  <a:pt x="1438275" y="3343275"/>
                </a:lnTo>
                <a:lnTo>
                  <a:pt x="1438275" y="3324225"/>
                </a:lnTo>
                <a:lnTo>
                  <a:pt x="1447800" y="3324225"/>
                </a:lnTo>
                <a:lnTo>
                  <a:pt x="1447800" y="3314700"/>
                </a:lnTo>
                <a:lnTo>
                  <a:pt x="1438275" y="3314700"/>
                </a:lnTo>
                <a:close/>
                <a:moveTo>
                  <a:pt x="314325" y="3314700"/>
                </a:moveTo>
                <a:lnTo>
                  <a:pt x="333375" y="3314700"/>
                </a:lnTo>
                <a:lnTo>
                  <a:pt x="333375" y="3352800"/>
                </a:lnTo>
                <a:lnTo>
                  <a:pt x="323850" y="3352800"/>
                </a:lnTo>
                <a:lnTo>
                  <a:pt x="323850" y="3343275"/>
                </a:lnTo>
                <a:lnTo>
                  <a:pt x="314325" y="3343275"/>
                </a:lnTo>
                <a:close/>
                <a:moveTo>
                  <a:pt x="1000125" y="3314700"/>
                </a:moveTo>
                <a:lnTo>
                  <a:pt x="1009650" y="3314700"/>
                </a:lnTo>
                <a:lnTo>
                  <a:pt x="1009650" y="3324225"/>
                </a:lnTo>
                <a:lnTo>
                  <a:pt x="1000125" y="3324225"/>
                </a:lnTo>
                <a:close/>
                <a:moveTo>
                  <a:pt x="381000" y="3324225"/>
                </a:moveTo>
                <a:lnTo>
                  <a:pt x="400050" y="3324225"/>
                </a:lnTo>
                <a:lnTo>
                  <a:pt x="400050" y="3333750"/>
                </a:lnTo>
                <a:lnTo>
                  <a:pt x="390525" y="3333750"/>
                </a:lnTo>
                <a:lnTo>
                  <a:pt x="390525" y="3343275"/>
                </a:lnTo>
                <a:lnTo>
                  <a:pt x="371475" y="3343275"/>
                </a:lnTo>
                <a:lnTo>
                  <a:pt x="371475" y="3333750"/>
                </a:lnTo>
                <a:lnTo>
                  <a:pt x="381000" y="3333750"/>
                </a:lnTo>
                <a:close/>
                <a:moveTo>
                  <a:pt x="838200" y="3324225"/>
                </a:moveTo>
                <a:lnTo>
                  <a:pt x="847725" y="3324225"/>
                </a:lnTo>
                <a:lnTo>
                  <a:pt x="847725" y="3343275"/>
                </a:lnTo>
                <a:lnTo>
                  <a:pt x="885825" y="3343275"/>
                </a:lnTo>
                <a:lnTo>
                  <a:pt x="885825" y="3333750"/>
                </a:lnTo>
                <a:lnTo>
                  <a:pt x="876300" y="3333750"/>
                </a:lnTo>
                <a:lnTo>
                  <a:pt x="876300" y="3324225"/>
                </a:lnTo>
                <a:lnTo>
                  <a:pt x="885825" y="3324225"/>
                </a:lnTo>
                <a:lnTo>
                  <a:pt x="885825" y="3333750"/>
                </a:lnTo>
                <a:lnTo>
                  <a:pt x="895350" y="3333750"/>
                </a:lnTo>
                <a:lnTo>
                  <a:pt x="895350" y="3352800"/>
                </a:lnTo>
                <a:lnTo>
                  <a:pt x="857250" y="3352800"/>
                </a:lnTo>
                <a:lnTo>
                  <a:pt x="857250" y="3362325"/>
                </a:lnTo>
                <a:lnTo>
                  <a:pt x="847725" y="3362325"/>
                </a:lnTo>
                <a:lnTo>
                  <a:pt x="847725" y="3352800"/>
                </a:lnTo>
                <a:lnTo>
                  <a:pt x="838200" y="3352800"/>
                </a:lnTo>
                <a:close/>
                <a:moveTo>
                  <a:pt x="1038225" y="3324225"/>
                </a:moveTo>
                <a:lnTo>
                  <a:pt x="1047750" y="3324225"/>
                </a:lnTo>
                <a:lnTo>
                  <a:pt x="1047750" y="3343275"/>
                </a:lnTo>
                <a:lnTo>
                  <a:pt x="1038225" y="3343275"/>
                </a:lnTo>
                <a:close/>
                <a:moveTo>
                  <a:pt x="1066800" y="3324225"/>
                </a:moveTo>
                <a:lnTo>
                  <a:pt x="1114425" y="3324225"/>
                </a:lnTo>
                <a:lnTo>
                  <a:pt x="1114425" y="3333750"/>
                </a:lnTo>
                <a:lnTo>
                  <a:pt x="1104900" y="3333750"/>
                </a:lnTo>
                <a:lnTo>
                  <a:pt x="1104900" y="3343275"/>
                </a:lnTo>
                <a:lnTo>
                  <a:pt x="1114425" y="3343275"/>
                </a:lnTo>
                <a:lnTo>
                  <a:pt x="1114425" y="3352800"/>
                </a:lnTo>
                <a:lnTo>
                  <a:pt x="1123950" y="3352800"/>
                </a:lnTo>
                <a:lnTo>
                  <a:pt x="1123950" y="3390900"/>
                </a:lnTo>
                <a:lnTo>
                  <a:pt x="1095375" y="3390900"/>
                </a:lnTo>
                <a:lnTo>
                  <a:pt x="1095375" y="3400425"/>
                </a:lnTo>
                <a:lnTo>
                  <a:pt x="1076325" y="3400425"/>
                </a:lnTo>
                <a:lnTo>
                  <a:pt x="1076325" y="3390900"/>
                </a:lnTo>
                <a:lnTo>
                  <a:pt x="1066800" y="3390900"/>
                </a:lnTo>
                <a:lnTo>
                  <a:pt x="1066800" y="3381375"/>
                </a:lnTo>
                <a:lnTo>
                  <a:pt x="1057275" y="3381375"/>
                </a:lnTo>
                <a:lnTo>
                  <a:pt x="1057275" y="3362325"/>
                </a:lnTo>
                <a:lnTo>
                  <a:pt x="1047750" y="3362325"/>
                </a:lnTo>
                <a:lnTo>
                  <a:pt x="1047750" y="3343275"/>
                </a:lnTo>
                <a:lnTo>
                  <a:pt x="1066800" y="3343275"/>
                </a:lnTo>
                <a:close/>
                <a:moveTo>
                  <a:pt x="1571625" y="3324225"/>
                </a:moveTo>
                <a:lnTo>
                  <a:pt x="1590675" y="3324225"/>
                </a:lnTo>
                <a:lnTo>
                  <a:pt x="1590675" y="3333750"/>
                </a:lnTo>
                <a:lnTo>
                  <a:pt x="1600200" y="3333750"/>
                </a:lnTo>
                <a:lnTo>
                  <a:pt x="1600200" y="3352800"/>
                </a:lnTo>
                <a:lnTo>
                  <a:pt x="1581150" y="3352800"/>
                </a:lnTo>
                <a:lnTo>
                  <a:pt x="1581150" y="3343275"/>
                </a:lnTo>
                <a:lnTo>
                  <a:pt x="1571625" y="3343275"/>
                </a:lnTo>
                <a:close/>
                <a:moveTo>
                  <a:pt x="1771650" y="3324225"/>
                </a:moveTo>
                <a:lnTo>
                  <a:pt x="1790700" y="3324225"/>
                </a:lnTo>
                <a:lnTo>
                  <a:pt x="1790700" y="3352800"/>
                </a:lnTo>
                <a:lnTo>
                  <a:pt x="1800225" y="3352800"/>
                </a:lnTo>
                <a:lnTo>
                  <a:pt x="1800225" y="3362325"/>
                </a:lnTo>
                <a:lnTo>
                  <a:pt x="1781175" y="3362325"/>
                </a:lnTo>
                <a:lnTo>
                  <a:pt x="1781175" y="3343275"/>
                </a:lnTo>
                <a:lnTo>
                  <a:pt x="1771650" y="3343275"/>
                </a:lnTo>
                <a:close/>
                <a:moveTo>
                  <a:pt x="1857375" y="3324225"/>
                </a:moveTo>
                <a:lnTo>
                  <a:pt x="1866900" y="3324225"/>
                </a:lnTo>
                <a:lnTo>
                  <a:pt x="1866900" y="3333750"/>
                </a:lnTo>
                <a:lnTo>
                  <a:pt x="1857375" y="3333750"/>
                </a:lnTo>
                <a:close/>
                <a:moveTo>
                  <a:pt x="400050" y="3333750"/>
                </a:moveTo>
                <a:lnTo>
                  <a:pt x="409575" y="3333750"/>
                </a:lnTo>
                <a:lnTo>
                  <a:pt x="409575" y="3343275"/>
                </a:lnTo>
                <a:lnTo>
                  <a:pt x="400050" y="3343275"/>
                </a:lnTo>
                <a:close/>
                <a:moveTo>
                  <a:pt x="1476375" y="3333750"/>
                </a:moveTo>
                <a:lnTo>
                  <a:pt x="1495425" y="3333750"/>
                </a:lnTo>
                <a:lnTo>
                  <a:pt x="1495425" y="3352800"/>
                </a:lnTo>
                <a:lnTo>
                  <a:pt x="1485900" y="3352800"/>
                </a:lnTo>
                <a:lnTo>
                  <a:pt x="1485900" y="3343275"/>
                </a:lnTo>
                <a:lnTo>
                  <a:pt x="1476375" y="3343275"/>
                </a:lnTo>
                <a:close/>
                <a:moveTo>
                  <a:pt x="638175" y="3343275"/>
                </a:moveTo>
                <a:lnTo>
                  <a:pt x="647700" y="3343275"/>
                </a:lnTo>
                <a:lnTo>
                  <a:pt x="647700" y="3381375"/>
                </a:lnTo>
                <a:lnTo>
                  <a:pt x="638175" y="3381375"/>
                </a:lnTo>
                <a:close/>
                <a:moveTo>
                  <a:pt x="752475" y="3343275"/>
                </a:moveTo>
                <a:lnTo>
                  <a:pt x="781050" y="3343275"/>
                </a:lnTo>
                <a:lnTo>
                  <a:pt x="781050" y="3352800"/>
                </a:lnTo>
                <a:lnTo>
                  <a:pt x="762000" y="3352800"/>
                </a:lnTo>
                <a:lnTo>
                  <a:pt x="762000" y="3371850"/>
                </a:lnTo>
                <a:lnTo>
                  <a:pt x="752475" y="3371850"/>
                </a:lnTo>
                <a:close/>
                <a:moveTo>
                  <a:pt x="1304925" y="3343275"/>
                </a:moveTo>
                <a:lnTo>
                  <a:pt x="1314450" y="3343275"/>
                </a:lnTo>
                <a:lnTo>
                  <a:pt x="1314450" y="3362325"/>
                </a:lnTo>
                <a:lnTo>
                  <a:pt x="1323975" y="3362325"/>
                </a:lnTo>
                <a:lnTo>
                  <a:pt x="1323975" y="3381375"/>
                </a:lnTo>
                <a:lnTo>
                  <a:pt x="1333500" y="3381375"/>
                </a:lnTo>
                <a:lnTo>
                  <a:pt x="1333500" y="3409950"/>
                </a:lnTo>
                <a:lnTo>
                  <a:pt x="1323975" y="3409950"/>
                </a:lnTo>
                <a:lnTo>
                  <a:pt x="1323975" y="3400425"/>
                </a:lnTo>
                <a:lnTo>
                  <a:pt x="1314450" y="3400425"/>
                </a:lnTo>
                <a:lnTo>
                  <a:pt x="1314450" y="3390900"/>
                </a:lnTo>
                <a:lnTo>
                  <a:pt x="1295400" y="3390900"/>
                </a:lnTo>
                <a:lnTo>
                  <a:pt x="1295400" y="3371850"/>
                </a:lnTo>
                <a:lnTo>
                  <a:pt x="1304925" y="3371850"/>
                </a:lnTo>
                <a:close/>
                <a:moveTo>
                  <a:pt x="1409700" y="3343275"/>
                </a:moveTo>
                <a:lnTo>
                  <a:pt x="1419225" y="3343275"/>
                </a:lnTo>
                <a:lnTo>
                  <a:pt x="1419225" y="3352800"/>
                </a:lnTo>
                <a:lnTo>
                  <a:pt x="1409700" y="3352800"/>
                </a:lnTo>
                <a:close/>
                <a:moveTo>
                  <a:pt x="1676400" y="3343275"/>
                </a:moveTo>
                <a:lnTo>
                  <a:pt x="1685925" y="3343275"/>
                </a:lnTo>
                <a:lnTo>
                  <a:pt x="1685925" y="3352800"/>
                </a:lnTo>
                <a:lnTo>
                  <a:pt x="1676400" y="3352800"/>
                </a:lnTo>
                <a:close/>
                <a:moveTo>
                  <a:pt x="1724025" y="3343275"/>
                </a:moveTo>
                <a:lnTo>
                  <a:pt x="1733550" y="3343275"/>
                </a:lnTo>
                <a:lnTo>
                  <a:pt x="1733550" y="3352800"/>
                </a:lnTo>
                <a:lnTo>
                  <a:pt x="1743075" y="3352800"/>
                </a:lnTo>
                <a:lnTo>
                  <a:pt x="1743075" y="3362325"/>
                </a:lnTo>
                <a:lnTo>
                  <a:pt x="1733550" y="3362325"/>
                </a:lnTo>
                <a:lnTo>
                  <a:pt x="1733550" y="3371850"/>
                </a:lnTo>
                <a:lnTo>
                  <a:pt x="1724025" y="3371850"/>
                </a:lnTo>
                <a:close/>
                <a:moveTo>
                  <a:pt x="733425" y="3352800"/>
                </a:moveTo>
                <a:lnTo>
                  <a:pt x="742950" y="3352800"/>
                </a:lnTo>
                <a:lnTo>
                  <a:pt x="742950" y="3362325"/>
                </a:lnTo>
                <a:lnTo>
                  <a:pt x="733425" y="3362325"/>
                </a:lnTo>
                <a:close/>
                <a:moveTo>
                  <a:pt x="1190625" y="3352800"/>
                </a:moveTo>
                <a:lnTo>
                  <a:pt x="1171575" y="3352800"/>
                </a:lnTo>
                <a:lnTo>
                  <a:pt x="1171575" y="3371850"/>
                </a:lnTo>
                <a:lnTo>
                  <a:pt x="1181100" y="3371850"/>
                </a:lnTo>
                <a:lnTo>
                  <a:pt x="1181100" y="3362325"/>
                </a:lnTo>
                <a:lnTo>
                  <a:pt x="1190625" y="3362325"/>
                </a:lnTo>
                <a:close/>
                <a:moveTo>
                  <a:pt x="1190625" y="3352800"/>
                </a:moveTo>
                <a:lnTo>
                  <a:pt x="1200150" y="3352800"/>
                </a:lnTo>
                <a:lnTo>
                  <a:pt x="1200150" y="3333750"/>
                </a:lnTo>
                <a:lnTo>
                  <a:pt x="1190625" y="3333750"/>
                </a:lnTo>
                <a:close/>
                <a:moveTo>
                  <a:pt x="1419225" y="3352800"/>
                </a:moveTo>
                <a:lnTo>
                  <a:pt x="1438275" y="3352800"/>
                </a:lnTo>
                <a:lnTo>
                  <a:pt x="1438275" y="3362325"/>
                </a:lnTo>
                <a:lnTo>
                  <a:pt x="1419225" y="3362325"/>
                </a:lnTo>
                <a:close/>
                <a:moveTo>
                  <a:pt x="1504950" y="3352800"/>
                </a:moveTo>
                <a:lnTo>
                  <a:pt x="1514475" y="3352800"/>
                </a:lnTo>
                <a:lnTo>
                  <a:pt x="1514475" y="3362325"/>
                </a:lnTo>
                <a:lnTo>
                  <a:pt x="1524000" y="3362325"/>
                </a:lnTo>
                <a:lnTo>
                  <a:pt x="1524000" y="3371850"/>
                </a:lnTo>
                <a:lnTo>
                  <a:pt x="1543050" y="3371850"/>
                </a:lnTo>
                <a:lnTo>
                  <a:pt x="1543050" y="3362325"/>
                </a:lnTo>
                <a:lnTo>
                  <a:pt x="1552575" y="3362325"/>
                </a:lnTo>
                <a:lnTo>
                  <a:pt x="1552575" y="3371850"/>
                </a:lnTo>
                <a:lnTo>
                  <a:pt x="1571625" y="3371850"/>
                </a:lnTo>
                <a:lnTo>
                  <a:pt x="1571625" y="3390900"/>
                </a:lnTo>
                <a:lnTo>
                  <a:pt x="1581150" y="3390900"/>
                </a:lnTo>
                <a:lnTo>
                  <a:pt x="1581150" y="3400425"/>
                </a:lnTo>
                <a:lnTo>
                  <a:pt x="1590675" y="3400425"/>
                </a:lnTo>
                <a:lnTo>
                  <a:pt x="1590675" y="3409950"/>
                </a:lnTo>
                <a:lnTo>
                  <a:pt x="1600200" y="3409950"/>
                </a:lnTo>
                <a:lnTo>
                  <a:pt x="1600200" y="3400425"/>
                </a:lnTo>
                <a:lnTo>
                  <a:pt x="1619250" y="3400425"/>
                </a:lnTo>
                <a:lnTo>
                  <a:pt x="1619250" y="3390900"/>
                </a:lnTo>
                <a:lnTo>
                  <a:pt x="1628775" y="3390900"/>
                </a:lnTo>
                <a:lnTo>
                  <a:pt x="1628775" y="3400425"/>
                </a:lnTo>
                <a:lnTo>
                  <a:pt x="1638300" y="3400425"/>
                </a:lnTo>
                <a:lnTo>
                  <a:pt x="1638300" y="3419475"/>
                </a:lnTo>
                <a:lnTo>
                  <a:pt x="1628775" y="3419475"/>
                </a:lnTo>
                <a:lnTo>
                  <a:pt x="1628775" y="3409950"/>
                </a:lnTo>
                <a:lnTo>
                  <a:pt x="1609725" y="3409950"/>
                </a:lnTo>
                <a:lnTo>
                  <a:pt x="1609725" y="3429000"/>
                </a:lnTo>
                <a:lnTo>
                  <a:pt x="1600200" y="3429000"/>
                </a:lnTo>
                <a:lnTo>
                  <a:pt x="1600200" y="3438525"/>
                </a:lnTo>
                <a:lnTo>
                  <a:pt x="1590675" y="3438525"/>
                </a:lnTo>
                <a:lnTo>
                  <a:pt x="1590675" y="3429000"/>
                </a:lnTo>
                <a:lnTo>
                  <a:pt x="1581150" y="3429000"/>
                </a:lnTo>
                <a:lnTo>
                  <a:pt x="1581150" y="3409950"/>
                </a:lnTo>
                <a:lnTo>
                  <a:pt x="1562100" y="3409950"/>
                </a:lnTo>
                <a:lnTo>
                  <a:pt x="1562100" y="3419475"/>
                </a:lnTo>
                <a:lnTo>
                  <a:pt x="1543050" y="3419475"/>
                </a:lnTo>
                <a:lnTo>
                  <a:pt x="1543050" y="3400425"/>
                </a:lnTo>
                <a:lnTo>
                  <a:pt x="1514475" y="3400425"/>
                </a:lnTo>
                <a:lnTo>
                  <a:pt x="1514475" y="3390900"/>
                </a:lnTo>
                <a:lnTo>
                  <a:pt x="1504950" y="3390900"/>
                </a:lnTo>
                <a:close/>
                <a:moveTo>
                  <a:pt x="1695450" y="3352800"/>
                </a:moveTo>
                <a:lnTo>
                  <a:pt x="1714500" y="3352800"/>
                </a:lnTo>
                <a:lnTo>
                  <a:pt x="1714500" y="3371850"/>
                </a:lnTo>
                <a:lnTo>
                  <a:pt x="1704975" y="3371850"/>
                </a:lnTo>
                <a:lnTo>
                  <a:pt x="1704975" y="3362325"/>
                </a:lnTo>
                <a:lnTo>
                  <a:pt x="1695450" y="3362325"/>
                </a:lnTo>
                <a:close/>
                <a:moveTo>
                  <a:pt x="1381125" y="3371850"/>
                </a:moveTo>
                <a:lnTo>
                  <a:pt x="1400175" y="3371850"/>
                </a:lnTo>
                <a:lnTo>
                  <a:pt x="1400175" y="3381375"/>
                </a:lnTo>
                <a:lnTo>
                  <a:pt x="1409700" y="3381375"/>
                </a:lnTo>
                <a:lnTo>
                  <a:pt x="1409700" y="3390900"/>
                </a:lnTo>
                <a:lnTo>
                  <a:pt x="1419225" y="3390900"/>
                </a:lnTo>
                <a:lnTo>
                  <a:pt x="1419225" y="3371850"/>
                </a:lnTo>
                <a:lnTo>
                  <a:pt x="1428750" y="3371850"/>
                </a:lnTo>
                <a:lnTo>
                  <a:pt x="1428750" y="3390900"/>
                </a:lnTo>
                <a:lnTo>
                  <a:pt x="1447800" y="3390900"/>
                </a:lnTo>
                <a:lnTo>
                  <a:pt x="1447800" y="3409950"/>
                </a:lnTo>
                <a:lnTo>
                  <a:pt x="1466850" y="3409950"/>
                </a:lnTo>
                <a:lnTo>
                  <a:pt x="1466850" y="3429000"/>
                </a:lnTo>
                <a:lnTo>
                  <a:pt x="1485900" y="3429000"/>
                </a:lnTo>
                <a:lnTo>
                  <a:pt x="1485900" y="3438525"/>
                </a:lnTo>
                <a:lnTo>
                  <a:pt x="1495425" y="3438525"/>
                </a:lnTo>
                <a:lnTo>
                  <a:pt x="1495425" y="3448050"/>
                </a:lnTo>
                <a:lnTo>
                  <a:pt x="1504950" y="3448050"/>
                </a:lnTo>
                <a:lnTo>
                  <a:pt x="1504950" y="3467100"/>
                </a:lnTo>
                <a:lnTo>
                  <a:pt x="1485900" y="3467100"/>
                </a:lnTo>
                <a:lnTo>
                  <a:pt x="1485900" y="3457575"/>
                </a:lnTo>
                <a:lnTo>
                  <a:pt x="1466850" y="3457575"/>
                </a:lnTo>
                <a:lnTo>
                  <a:pt x="1466850" y="3448050"/>
                </a:lnTo>
                <a:lnTo>
                  <a:pt x="1457325" y="3448050"/>
                </a:lnTo>
                <a:lnTo>
                  <a:pt x="1457325" y="3429000"/>
                </a:lnTo>
                <a:lnTo>
                  <a:pt x="1438275" y="3429000"/>
                </a:lnTo>
                <a:lnTo>
                  <a:pt x="1438275" y="3419475"/>
                </a:lnTo>
                <a:lnTo>
                  <a:pt x="1428750" y="3419475"/>
                </a:lnTo>
                <a:lnTo>
                  <a:pt x="1428750" y="3429000"/>
                </a:lnTo>
                <a:lnTo>
                  <a:pt x="1419225" y="3429000"/>
                </a:lnTo>
                <a:lnTo>
                  <a:pt x="1419225" y="3419475"/>
                </a:lnTo>
                <a:lnTo>
                  <a:pt x="1409700" y="3419475"/>
                </a:lnTo>
                <a:lnTo>
                  <a:pt x="1409700" y="3429000"/>
                </a:lnTo>
                <a:lnTo>
                  <a:pt x="1400175" y="3429000"/>
                </a:lnTo>
                <a:lnTo>
                  <a:pt x="1400175" y="3419475"/>
                </a:lnTo>
                <a:lnTo>
                  <a:pt x="1390650" y="3419475"/>
                </a:lnTo>
                <a:lnTo>
                  <a:pt x="1390650" y="3429000"/>
                </a:lnTo>
                <a:lnTo>
                  <a:pt x="1381125" y="3429000"/>
                </a:lnTo>
                <a:lnTo>
                  <a:pt x="1381125" y="3419475"/>
                </a:lnTo>
                <a:lnTo>
                  <a:pt x="1362075" y="3419475"/>
                </a:lnTo>
                <a:lnTo>
                  <a:pt x="1362075" y="3409950"/>
                </a:lnTo>
                <a:lnTo>
                  <a:pt x="1352550" y="3409950"/>
                </a:lnTo>
                <a:lnTo>
                  <a:pt x="1352550" y="3390900"/>
                </a:lnTo>
                <a:lnTo>
                  <a:pt x="1362075" y="3390900"/>
                </a:lnTo>
                <a:lnTo>
                  <a:pt x="1362075" y="3381375"/>
                </a:lnTo>
                <a:lnTo>
                  <a:pt x="1381125" y="3381375"/>
                </a:lnTo>
                <a:close/>
                <a:moveTo>
                  <a:pt x="1790700" y="3371850"/>
                </a:moveTo>
                <a:lnTo>
                  <a:pt x="1828800" y="3371850"/>
                </a:lnTo>
                <a:lnTo>
                  <a:pt x="1828800" y="3400425"/>
                </a:lnTo>
                <a:lnTo>
                  <a:pt x="1809750" y="3400425"/>
                </a:lnTo>
                <a:lnTo>
                  <a:pt x="1809750" y="3381375"/>
                </a:lnTo>
                <a:lnTo>
                  <a:pt x="1790700" y="3381375"/>
                </a:lnTo>
                <a:close/>
                <a:moveTo>
                  <a:pt x="409575" y="3381375"/>
                </a:moveTo>
                <a:lnTo>
                  <a:pt x="419100" y="3381375"/>
                </a:lnTo>
                <a:lnTo>
                  <a:pt x="419100" y="3400425"/>
                </a:lnTo>
                <a:lnTo>
                  <a:pt x="409575" y="3400425"/>
                </a:lnTo>
                <a:close/>
                <a:moveTo>
                  <a:pt x="1666875" y="3381375"/>
                </a:moveTo>
                <a:lnTo>
                  <a:pt x="1676400" y="3381375"/>
                </a:lnTo>
                <a:lnTo>
                  <a:pt x="1676400" y="3390900"/>
                </a:lnTo>
                <a:lnTo>
                  <a:pt x="1666875" y="3390900"/>
                </a:lnTo>
                <a:close/>
                <a:moveTo>
                  <a:pt x="1752600" y="3381375"/>
                </a:moveTo>
                <a:lnTo>
                  <a:pt x="1771650" y="3381375"/>
                </a:lnTo>
                <a:lnTo>
                  <a:pt x="1771650" y="3390900"/>
                </a:lnTo>
                <a:lnTo>
                  <a:pt x="1752600" y="3390900"/>
                </a:lnTo>
                <a:close/>
                <a:moveTo>
                  <a:pt x="1219200" y="3390900"/>
                </a:moveTo>
                <a:lnTo>
                  <a:pt x="1228725" y="3390900"/>
                </a:lnTo>
                <a:lnTo>
                  <a:pt x="1228725" y="3400425"/>
                </a:lnTo>
                <a:lnTo>
                  <a:pt x="1219200" y="3400425"/>
                </a:lnTo>
                <a:close/>
                <a:moveTo>
                  <a:pt x="1466850" y="3390900"/>
                </a:moveTo>
                <a:lnTo>
                  <a:pt x="1485900" y="3390900"/>
                </a:lnTo>
                <a:lnTo>
                  <a:pt x="1485900" y="3400425"/>
                </a:lnTo>
                <a:lnTo>
                  <a:pt x="1466850" y="3400425"/>
                </a:lnTo>
                <a:close/>
                <a:moveTo>
                  <a:pt x="1733550" y="3390900"/>
                </a:moveTo>
                <a:lnTo>
                  <a:pt x="1752600" y="3390900"/>
                </a:lnTo>
                <a:lnTo>
                  <a:pt x="1752600" y="3400425"/>
                </a:lnTo>
                <a:lnTo>
                  <a:pt x="1733550" y="3400425"/>
                </a:lnTo>
                <a:close/>
                <a:moveTo>
                  <a:pt x="952500" y="3400425"/>
                </a:moveTo>
                <a:lnTo>
                  <a:pt x="962025" y="3400425"/>
                </a:lnTo>
                <a:lnTo>
                  <a:pt x="962025" y="3409950"/>
                </a:lnTo>
                <a:lnTo>
                  <a:pt x="952500" y="3409950"/>
                </a:lnTo>
                <a:close/>
                <a:moveTo>
                  <a:pt x="1200150" y="3400425"/>
                </a:moveTo>
                <a:lnTo>
                  <a:pt x="1219200" y="3400425"/>
                </a:lnTo>
                <a:lnTo>
                  <a:pt x="1219200" y="3429000"/>
                </a:lnTo>
                <a:lnTo>
                  <a:pt x="1228725" y="3429000"/>
                </a:lnTo>
                <a:lnTo>
                  <a:pt x="1228725" y="3438525"/>
                </a:lnTo>
                <a:lnTo>
                  <a:pt x="1247775" y="3438525"/>
                </a:lnTo>
                <a:lnTo>
                  <a:pt x="1247775" y="3448050"/>
                </a:lnTo>
                <a:lnTo>
                  <a:pt x="1257300" y="3448050"/>
                </a:lnTo>
                <a:lnTo>
                  <a:pt x="1257300" y="3457575"/>
                </a:lnTo>
                <a:lnTo>
                  <a:pt x="1276350" y="3457575"/>
                </a:lnTo>
                <a:lnTo>
                  <a:pt x="1276350" y="3467100"/>
                </a:lnTo>
                <a:lnTo>
                  <a:pt x="1285875" y="3467100"/>
                </a:lnTo>
                <a:lnTo>
                  <a:pt x="1285875" y="3486150"/>
                </a:lnTo>
                <a:lnTo>
                  <a:pt x="1304925" y="3486150"/>
                </a:lnTo>
                <a:lnTo>
                  <a:pt x="1304925" y="3495675"/>
                </a:lnTo>
                <a:lnTo>
                  <a:pt x="1295400" y="3495675"/>
                </a:lnTo>
                <a:lnTo>
                  <a:pt x="1295400" y="3505200"/>
                </a:lnTo>
                <a:lnTo>
                  <a:pt x="1276350" y="3505200"/>
                </a:lnTo>
                <a:lnTo>
                  <a:pt x="1276350" y="3514725"/>
                </a:lnTo>
                <a:lnTo>
                  <a:pt x="1257300" y="3514725"/>
                </a:lnTo>
                <a:lnTo>
                  <a:pt x="1257300" y="3543300"/>
                </a:lnTo>
                <a:lnTo>
                  <a:pt x="1276350" y="3543300"/>
                </a:lnTo>
                <a:lnTo>
                  <a:pt x="1276350" y="3533775"/>
                </a:lnTo>
                <a:lnTo>
                  <a:pt x="1314450" y="3533775"/>
                </a:lnTo>
                <a:lnTo>
                  <a:pt x="1314450" y="3514725"/>
                </a:lnTo>
                <a:lnTo>
                  <a:pt x="1323975" y="3514725"/>
                </a:lnTo>
                <a:lnTo>
                  <a:pt x="1323975" y="3505200"/>
                </a:lnTo>
                <a:lnTo>
                  <a:pt x="1314450" y="3505200"/>
                </a:lnTo>
                <a:lnTo>
                  <a:pt x="1314450" y="3495675"/>
                </a:lnTo>
                <a:lnTo>
                  <a:pt x="1352550" y="3495675"/>
                </a:lnTo>
                <a:lnTo>
                  <a:pt x="1352550" y="3505200"/>
                </a:lnTo>
                <a:lnTo>
                  <a:pt x="1362075" y="3505200"/>
                </a:lnTo>
                <a:lnTo>
                  <a:pt x="1362075" y="3476625"/>
                </a:lnTo>
                <a:lnTo>
                  <a:pt x="1352550" y="3476625"/>
                </a:lnTo>
                <a:lnTo>
                  <a:pt x="1352550" y="3467100"/>
                </a:lnTo>
                <a:lnTo>
                  <a:pt x="1371600" y="3467100"/>
                </a:lnTo>
                <a:lnTo>
                  <a:pt x="1371600" y="3524250"/>
                </a:lnTo>
                <a:lnTo>
                  <a:pt x="1381125" y="3524250"/>
                </a:lnTo>
                <a:lnTo>
                  <a:pt x="1381125" y="3543300"/>
                </a:lnTo>
                <a:lnTo>
                  <a:pt x="1371600" y="3543300"/>
                </a:lnTo>
                <a:lnTo>
                  <a:pt x="1371600" y="3562350"/>
                </a:lnTo>
                <a:lnTo>
                  <a:pt x="1362075" y="3562350"/>
                </a:lnTo>
                <a:lnTo>
                  <a:pt x="1362075" y="3571875"/>
                </a:lnTo>
                <a:lnTo>
                  <a:pt x="1352550" y="3571875"/>
                </a:lnTo>
                <a:lnTo>
                  <a:pt x="1352550" y="3590925"/>
                </a:lnTo>
                <a:lnTo>
                  <a:pt x="1333500" y="3590925"/>
                </a:lnTo>
                <a:lnTo>
                  <a:pt x="1333500" y="3571875"/>
                </a:lnTo>
                <a:lnTo>
                  <a:pt x="1323975" y="3571875"/>
                </a:lnTo>
                <a:lnTo>
                  <a:pt x="1323975" y="3543300"/>
                </a:lnTo>
                <a:lnTo>
                  <a:pt x="1314450" y="3543300"/>
                </a:lnTo>
                <a:lnTo>
                  <a:pt x="1314450" y="3581400"/>
                </a:lnTo>
                <a:lnTo>
                  <a:pt x="1295400" y="3581400"/>
                </a:lnTo>
                <a:lnTo>
                  <a:pt x="1295400" y="3590925"/>
                </a:lnTo>
                <a:lnTo>
                  <a:pt x="1285875" y="3590925"/>
                </a:lnTo>
                <a:lnTo>
                  <a:pt x="1285875" y="3609975"/>
                </a:lnTo>
                <a:lnTo>
                  <a:pt x="1247775" y="3609975"/>
                </a:lnTo>
                <a:lnTo>
                  <a:pt x="1247775" y="3600450"/>
                </a:lnTo>
                <a:lnTo>
                  <a:pt x="1257300" y="3600450"/>
                </a:lnTo>
                <a:lnTo>
                  <a:pt x="1257300" y="3590925"/>
                </a:lnTo>
                <a:lnTo>
                  <a:pt x="1238250" y="3590925"/>
                </a:lnTo>
                <a:lnTo>
                  <a:pt x="1238250" y="3581400"/>
                </a:lnTo>
                <a:lnTo>
                  <a:pt x="1219200" y="3581400"/>
                </a:lnTo>
                <a:lnTo>
                  <a:pt x="1219200" y="3571875"/>
                </a:lnTo>
                <a:lnTo>
                  <a:pt x="1209675" y="3571875"/>
                </a:lnTo>
                <a:lnTo>
                  <a:pt x="1209675" y="3581400"/>
                </a:lnTo>
                <a:lnTo>
                  <a:pt x="1200150" y="3581400"/>
                </a:lnTo>
                <a:lnTo>
                  <a:pt x="1200150" y="3571875"/>
                </a:lnTo>
                <a:lnTo>
                  <a:pt x="1171575" y="3571875"/>
                </a:lnTo>
                <a:lnTo>
                  <a:pt x="1171575" y="3552825"/>
                </a:lnTo>
                <a:lnTo>
                  <a:pt x="1162050" y="3552825"/>
                </a:lnTo>
                <a:lnTo>
                  <a:pt x="1162050" y="3543300"/>
                </a:lnTo>
                <a:lnTo>
                  <a:pt x="1171575" y="3543300"/>
                </a:lnTo>
                <a:lnTo>
                  <a:pt x="1171575" y="3533775"/>
                </a:lnTo>
                <a:lnTo>
                  <a:pt x="1209675" y="3533775"/>
                </a:lnTo>
                <a:lnTo>
                  <a:pt x="1209675" y="3543300"/>
                </a:lnTo>
                <a:lnTo>
                  <a:pt x="1219200" y="3543300"/>
                </a:lnTo>
                <a:lnTo>
                  <a:pt x="1219200" y="3552825"/>
                </a:lnTo>
                <a:lnTo>
                  <a:pt x="1238250" y="3552825"/>
                </a:lnTo>
                <a:lnTo>
                  <a:pt x="1238250" y="3543300"/>
                </a:lnTo>
                <a:lnTo>
                  <a:pt x="1228725" y="3543300"/>
                </a:lnTo>
                <a:lnTo>
                  <a:pt x="1228725" y="3514725"/>
                </a:lnTo>
                <a:lnTo>
                  <a:pt x="1238250" y="3514725"/>
                </a:lnTo>
                <a:lnTo>
                  <a:pt x="1238250" y="3505200"/>
                </a:lnTo>
                <a:lnTo>
                  <a:pt x="1228725" y="3505200"/>
                </a:lnTo>
                <a:lnTo>
                  <a:pt x="1228725" y="3495675"/>
                </a:lnTo>
                <a:lnTo>
                  <a:pt x="1238250" y="3495675"/>
                </a:lnTo>
                <a:lnTo>
                  <a:pt x="1238250" y="3476625"/>
                </a:lnTo>
                <a:lnTo>
                  <a:pt x="1228725" y="3476625"/>
                </a:lnTo>
                <a:lnTo>
                  <a:pt x="1228725" y="3467100"/>
                </a:lnTo>
                <a:lnTo>
                  <a:pt x="1219200" y="3467100"/>
                </a:lnTo>
                <a:lnTo>
                  <a:pt x="1219200" y="3476625"/>
                </a:lnTo>
                <a:lnTo>
                  <a:pt x="1200150" y="3476625"/>
                </a:lnTo>
                <a:lnTo>
                  <a:pt x="1200150" y="3457575"/>
                </a:lnTo>
                <a:lnTo>
                  <a:pt x="1209675" y="3457575"/>
                </a:lnTo>
                <a:lnTo>
                  <a:pt x="1209675" y="3429000"/>
                </a:lnTo>
                <a:lnTo>
                  <a:pt x="1200150" y="3429000"/>
                </a:lnTo>
                <a:close/>
                <a:moveTo>
                  <a:pt x="1857375" y="3400425"/>
                </a:moveTo>
                <a:lnTo>
                  <a:pt x="1866900" y="3400425"/>
                </a:lnTo>
                <a:lnTo>
                  <a:pt x="1866900" y="3419475"/>
                </a:lnTo>
                <a:lnTo>
                  <a:pt x="1857375" y="3419475"/>
                </a:lnTo>
                <a:close/>
                <a:moveTo>
                  <a:pt x="323850" y="3409950"/>
                </a:moveTo>
                <a:lnTo>
                  <a:pt x="333375" y="3409950"/>
                </a:lnTo>
                <a:lnTo>
                  <a:pt x="333375" y="3429000"/>
                </a:lnTo>
                <a:lnTo>
                  <a:pt x="323850" y="3429000"/>
                </a:lnTo>
                <a:close/>
                <a:moveTo>
                  <a:pt x="647700" y="3409950"/>
                </a:moveTo>
                <a:lnTo>
                  <a:pt x="657225" y="3409950"/>
                </a:lnTo>
                <a:lnTo>
                  <a:pt x="657225" y="3438525"/>
                </a:lnTo>
                <a:lnTo>
                  <a:pt x="647700" y="3438525"/>
                </a:lnTo>
                <a:lnTo>
                  <a:pt x="647700" y="3457575"/>
                </a:lnTo>
                <a:lnTo>
                  <a:pt x="638175" y="3457575"/>
                </a:lnTo>
                <a:lnTo>
                  <a:pt x="638175" y="3467100"/>
                </a:lnTo>
                <a:lnTo>
                  <a:pt x="628650" y="3467100"/>
                </a:lnTo>
                <a:lnTo>
                  <a:pt x="628650" y="3486150"/>
                </a:lnTo>
                <a:lnTo>
                  <a:pt x="619125" y="3486150"/>
                </a:lnTo>
                <a:lnTo>
                  <a:pt x="619125" y="3476625"/>
                </a:lnTo>
                <a:lnTo>
                  <a:pt x="609600" y="3476625"/>
                </a:lnTo>
                <a:lnTo>
                  <a:pt x="609600" y="3457575"/>
                </a:lnTo>
                <a:lnTo>
                  <a:pt x="628650" y="3457575"/>
                </a:lnTo>
                <a:lnTo>
                  <a:pt x="628650" y="3448050"/>
                </a:lnTo>
                <a:lnTo>
                  <a:pt x="638175" y="3448050"/>
                </a:lnTo>
                <a:lnTo>
                  <a:pt x="638175" y="3419475"/>
                </a:lnTo>
                <a:lnTo>
                  <a:pt x="647700" y="3419475"/>
                </a:lnTo>
                <a:close/>
                <a:moveTo>
                  <a:pt x="838200" y="3409950"/>
                </a:moveTo>
                <a:lnTo>
                  <a:pt x="847725" y="3409950"/>
                </a:lnTo>
                <a:lnTo>
                  <a:pt x="847725" y="3419475"/>
                </a:lnTo>
                <a:lnTo>
                  <a:pt x="838200" y="3419475"/>
                </a:lnTo>
                <a:close/>
                <a:moveTo>
                  <a:pt x="1152525" y="3409950"/>
                </a:moveTo>
                <a:lnTo>
                  <a:pt x="1162050" y="3409950"/>
                </a:lnTo>
                <a:lnTo>
                  <a:pt x="1162050" y="3429000"/>
                </a:lnTo>
                <a:lnTo>
                  <a:pt x="1143000" y="3429000"/>
                </a:lnTo>
                <a:lnTo>
                  <a:pt x="1143000" y="3448050"/>
                </a:lnTo>
                <a:lnTo>
                  <a:pt x="1171575" y="3448050"/>
                </a:lnTo>
                <a:lnTo>
                  <a:pt x="1171575" y="3429000"/>
                </a:lnTo>
                <a:lnTo>
                  <a:pt x="1181100" y="3429000"/>
                </a:lnTo>
                <a:lnTo>
                  <a:pt x="1181100" y="3419475"/>
                </a:lnTo>
                <a:lnTo>
                  <a:pt x="1190625" y="3419475"/>
                </a:lnTo>
                <a:lnTo>
                  <a:pt x="1190625" y="3457575"/>
                </a:lnTo>
                <a:lnTo>
                  <a:pt x="1162050" y="3457575"/>
                </a:lnTo>
                <a:lnTo>
                  <a:pt x="1162050" y="3467100"/>
                </a:lnTo>
                <a:lnTo>
                  <a:pt x="1152525" y="3467100"/>
                </a:lnTo>
                <a:lnTo>
                  <a:pt x="1152525" y="3457575"/>
                </a:lnTo>
                <a:lnTo>
                  <a:pt x="1133475" y="3457575"/>
                </a:lnTo>
                <a:lnTo>
                  <a:pt x="1133475" y="3419475"/>
                </a:lnTo>
                <a:lnTo>
                  <a:pt x="1152525" y="3419475"/>
                </a:lnTo>
                <a:close/>
                <a:moveTo>
                  <a:pt x="1428750" y="3409950"/>
                </a:moveTo>
                <a:lnTo>
                  <a:pt x="1438275" y="3409950"/>
                </a:lnTo>
                <a:lnTo>
                  <a:pt x="1438275" y="3400425"/>
                </a:lnTo>
                <a:lnTo>
                  <a:pt x="1428750" y="3400425"/>
                </a:lnTo>
                <a:close/>
                <a:moveTo>
                  <a:pt x="1695450" y="3409950"/>
                </a:moveTo>
                <a:lnTo>
                  <a:pt x="1704975" y="3409950"/>
                </a:lnTo>
                <a:lnTo>
                  <a:pt x="1704975" y="3419475"/>
                </a:lnTo>
                <a:lnTo>
                  <a:pt x="1695450" y="3419475"/>
                </a:lnTo>
                <a:close/>
                <a:moveTo>
                  <a:pt x="1733550" y="3409950"/>
                </a:moveTo>
                <a:lnTo>
                  <a:pt x="1752600" y="3409950"/>
                </a:lnTo>
                <a:lnTo>
                  <a:pt x="1752600" y="3419475"/>
                </a:lnTo>
                <a:lnTo>
                  <a:pt x="1743075" y="3419475"/>
                </a:lnTo>
                <a:lnTo>
                  <a:pt x="1743075" y="3429000"/>
                </a:lnTo>
                <a:lnTo>
                  <a:pt x="1714500" y="3429000"/>
                </a:lnTo>
                <a:lnTo>
                  <a:pt x="1714500" y="3419475"/>
                </a:lnTo>
                <a:lnTo>
                  <a:pt x="1733550" y="3419475"/>
                </a:lnTo>
                <a:close/>
                <a:moveTo>
                  <a:pt x="1790700" y="3409950"/>
                </a:moveTo>
                <a:lnTo>
                  <a:pt x="1800225" y="3409950"/>
                </a:lnTo>
                <a:lnTo>
                  <a:pt x="1800225" y="3419475"/>
                </a:lnTo>
                <a:lnTo>
                  <a:pt x="1790700" y="3419475"/>
                </a:lnTo>
                <a:close/>
                <a:moveTo>
                  <a:pt x="733425" y="3419475"/>
                </a:moveTo>
                <a:lnTo>
                  <a:pt x="752475" y="3419475"/>
                </a:lnTo>
                <a:lnTo>
                  <a:pt x="752475" y="3429000"/>
                </a:lnTo>
                <a:lnTo>
                  <a:pt x="742950" y="3429000"/>
                </a:lnTo>
                <a:lnTo>
                  <a:pt x="742950" y="3438525"/>
                </a:lnTo>
                <a:lnTo>
                  <a:pt x="752475" y="3438525"/>
                </a:lnTo>
                <a:lnTo>
                  <a:pt x="752475" y="3448050"/>
                </a:lnTo>
                <a:lnTo>
                  <a:pt x="723900" y="3448050"/>
                </a:lnTo>
                <a:lnTo>
                  <a:pt x="723900" y="3438525"/>
                </a:lnTo>
                <a:lnTo>
                  <a:pt x="733425" y="3438525"/>
                </a:lnTo>
                <a:close/>
                <a:moveTo>
                  <a:pt x="1066800" y="3419475"/>
                </a:moveTo>
                <a:lnTo>
                  <a:pt x="1076325" y="3419475"/>
                </a:lnTo>
                <a:lnTo>
                  <a:pt x="1076325" y="3438525"/>
                </a:lnTo>
                <a:lnTo>
                  <a:pt x="1085850" y="3438525"/>
                </a:lnTo>
                <a:lnTo>
                  <a:pt x="1085850" y="3448050"/>
                </a:lnTo>
                <a:lnTo>
                  <a:pt x="1095375" y="3448050"/>
                </a:lnTo>
                <a:lnTo>
                  <a:pt x="1095375" y="3467100"/>
                </a:lnTo>
                <a:lnTo>
                  <a:pt x="1057275" y="3467100"/>
                </a:lnTo>
                <a:lnTo>
                  <a:pt x="1057275" y="3457575"/>
                </a:lnTo>
                <a:lnTo>
                  <a:pt x="1066800" y="3457575"/>
                </a:lnTo>
                <a:close/>
                <a:moveTo>
                  <a:pt x="1323975" y="3419475"/>
                </a:moveTo>
                <a:lnTo>
                  <a:pt x="1343025" y="3419475"/>
                </a:lnTo>
                <a:lnTo>
                  <a:pt x="1343025" y="3448050"/>
                </a:lnTo>
                <a:lnTo>
                  <a:pt x="1323975" y="3448050"/>
                </a:lnTo>
                <a:close/>
                <a:moveTo>
                  <a:pt x="1638300" y="3419475"/>
                </a:moveTo>
                <a:lnTo>
                  <a:pt x="1657350" y="3419475"/>
                </a:lnTo>
                <a:lnTo>
                  <a:pt x="1657350" y="3429000"/>
                </a:lnTo>
                <a:lnTo>
                  <a:pt x="1638300" y="3429000"/>
                </a:lnTo>
                <a:close/>
                <a:moveTo>
                  <a:pt x="695325" y="3429000"/>
                </a:moveTo>
                <a:lnTo>
                  <a:pt x="714375" y="3429000"/>
                </a:lnTo>
                <a:lnTo>
                  <a:pt x="714375" y="3438525"/>
                </a:lnTo>
                <a:lnTo>
                  <a:pt x="695325" y="3438525"/>
                </a:lnTo>
                <a:close/>
                <a:moveTo>
                  <a:pt x="838200" y="3429000"/>
                </a:moveTo>
                <a:lnTo>
                  <a:pt x="847725" y="3429000"/>
                </a:lnTo>
                <a:lnTo>
                  <a:pt x="847725" y="3438525"/>
                </a:lnTo>
                <a:lnTo>
                  <a:pt x="838200" y="3438525"/>
                </a:lnTo>
                <a:close/>
                <a:moveTo>
                  <a:pt x="1514475" y="3429000"/>
                </a:moveTo>
                <a:lnTo>
                  <a:pt x="1533525" y="3429000"/>
                </a:lnTo>
                <a:lnTo>
                  <a:pt x="1533525" y="3448050"/>
                </a:lnTo>
                <a:lnTo>
                  <a:pt x="1524000" y="3448050"/>
                </a:lnTo>
                <a:lnTo>
                  <a:pt x="1524000" y="3438525"/>
                </a:lnTo>
                <a:lnTo>
                  <a:pt x="1514475" y="3438525"/>
                </a:lnTo>
                <a:close/>
                <a:moveTo>
                  <a:pt x="1400175" y="3438525"/>
                </a:moveTo>
                <a:lnTo>
                  <a:pt x="1409700" y="3438525"/>
                </a:lnTo>
                <a:lnTo>
                  <a:pt x="1409700" y="3448050"/>
                </a:lnTo>
                <a:lnTo>
                  <a:pt x="1419225" y="3448050"/>
                </a:lnTo>
                <a:lnTo>
                  <a:pt x="1419225" y="3476625"/>
                </a:lnTo>
                <a:lnTo>
                  <a:pt x="1428750" y="3476625"/>
                </a:lnTo>
                <a:lnTo>
                  <a:pt x="1428750" y="3495675"/>
                </a:lnTo>
                <a:lnTo>
                  <a:pt x="1438275" y="3495675"/>
                </a:lnTo>
                <a:lnTo>
                  <a:pt x="1438275" y="3505200"/>
                </a:lnTo>
                <a:lnTo>
                  <a:pt x="1447800" y="3505200"/>
                </a:lnTo>
                <a:lnTo>
                  <a:pt x="1447800" y="3524250"/>
                </a:lnTo>
                <a:lnTo>
                  <a:pt x="1438275" y="3524250"/>
                </a:lnTo>
                <a:lnTo>
                  <a:pt x="1438275" y="3543300"/>
                </a:lnTo>
                <a:lnTo>
                  <a:pt x="1457325" y="3543300"/>
                </a:lnTo>
                <a:lnTo>
                  <a:pt x="1457325" y="3552825"/>
                </a:lnTo>
                <a:lnTo>
                  <a:pt x="1466850" y="3552825"/>
                </a:lnTo>
                <a:lnTo>
                  <a:pt x="1466850" y="3571875"/>
                </a:lnTo>
                <a:lnTo>
                  <a:pt x="1457325" y="3571875"/>
                </a:lnTo>
                <a:lnTo>
                  <a:pt x="1457325" y="3581400"/>
                </a:lnTo>
                <a:lnTo>
                  <a:pt x="1438275" y="3581400"/>
                </a:lnTo>
                <a:lnTo>
                  <a:pt x="1438275" y="3590925"/>
                </a:lnTo>
                <a:lnTo>
                  <a:pt x="1419225" y="3590925"/>
                </a:lnTo>
                <a:lnTo>
                  <a:pt x="1419225" y="3571875"/>
                </a:lnTo>
                <a:lnTo>
                  <a:pt x="1390650" y="3571875"/>
                </a:lnTo>
                <a:lnTo>
                  <a:pt x="1390650" y="3552825"/>
                </a:lnTo>
                <a:lnTo>
                  <a:pt x="1400175" y="3552825"/>
                </a:lnTo>
                <a:lnTo>
                  <a:pt x="1400175" y="3543300"/>
                </a:lnTo>
                <a:lnTo>
                  <a:pt x="1409700" y="3543300"/>
                </a:lnTo>
                <a:lnTo>
                  <a:pt x="1409700" y="3486150"/>
                </a:lnTo>
                <a:lnTo>
                  <a:pt x="1400175" y="3486150"/>
                </a:lnTo>
                <a:close/>
                <a:moveTo>
                  <a:pt x="1571625" y="3438525"/>
                </a:moveTo>
                <a:lnTo>
                  <a:pt x="1581150" y="3438525"/>
                </a:lnTo>
                <a:lnTo>
                  <a:pt x="1581150" y="3448050"/>
                </a:lnTo>
                <a:lnTo>
                  <a:pt x="1571625" y="3448050"/>
                </a:lnTo>
                <a:close/>
                <a:moveTo>
                  <a:pt x="1733550" y="3438525"/>
                </a:moveTo>
                <a:lnTo>
                  <a:pt x="1743075" y="3438525"/>
                </a:lnTo>
                <a:lnTo>
                  <a:pt x="1743075" y="3457575"/>
                </a:lnTo>
                <a:lnTo>
                  <a:pt x="1752600" y="3457575"/>
                </a:lnTo>
                <a:lnTo>
                  <a:pt x="1752600" y="3476625"/>
                </a:lnTo>
                <a:lnTo>
                  <a:pt x="1790700" y="3476625"/>
                </a:lnTo>
                <a:lnTo>
                  <a:pt x="1790700" y="3467100"/>
                </a:lnTo>
                <a:lnTo>
                  <a:pt x="1800225" y="3467100"/>
                </a:lnTo>
                <a:lnTo>
                  <a:pt x="1800225" y="3448050"/>
                </a:lnTo>
                <a:lnTo>
                  <a:pt x="1809750" y="3448050"/>
                </a:lnTo>
                <a:lnTo>
                  <a:pt x="1809750" y="3438525"/>
                </a:lnTo>
                <a:lnTo>
                  <a:pt x="1819275" y="3438525"/>
                </a:lnTo>
                <a:lnTo>
                  <a:pt x="1819275" y="3448050"/>
                </a:lnTo>
                <a:lnTo>
                  <a:pt x="1828800" y="3448050"/>
                </a:lnTo>
                <a:lnTo>
                  <a:pt x="1828800" y="3457575"/>
                </a:lnTo>
                <a:lnTo>
                  <a:pt x="1838325" y="3457575"/>
                </a:lnTo>
                <a:lnTo>
                  <a:pt x="1838325" y="3476625"/>
                </a:lnTo>
                <a:lnTo>
                  <a:pt x="1828800" y="3476625"/>
                </a:lnTo>
                <a:lnTo>
                  <a:pt x="1828800" y="3505200"/>
                </a:lnTo>
                <a:lnTo>
                  <a:pt x="1819275" y="3505200"/>
                </a:lnTo>
                <a:lnTo>
                  <a:pt x="1819275" y="3524250"/>
                </a:lnTo>
                <a:lnTo>
                  <a:pt x="1809750" y="3524250"/>
                </a:lnTo>
                <a:lnTo>
                  <a:pt x="1809750" y="3533775"/>
                </a:lnTo>
                <a:lnTo>
                  <a:pt x="1781175" y="3533775"/>
                </a:lnTo>
                <a:lnTo>
                  <a:pt x="1781175" y="3543300"/>
                </a:lnTo>
                <a:lnTo>
                  <a:pt x="1771650" y="3543300"/>
                </a:lnTo>
                <a:lnTo>
                  <a:pt x="1771650" y="3562350"/>
                </a:lnTo>
                <a:lnTo>
                  <a:pt x="1762125" y="3562350"/>
                </a:lnTo>
                <a:lnTo>
                  <a:pt x="1762125" y="3552825"/>
                </a:lnTo>
                <a:lnTo>
                  <a:pt x="1752600" y="3552825"/>
                </a:lnTo>
                <a:lnTo>
                  <a:pt x="1752600" y="3562350"/>
                </a:lnTo>
                <a:lnTo>
                  <a:pt x="1743075" y="3562350"/>
                </a:lnTo>
                <a:lnTo>
                  <a:pt x="1743075" y="3543300"/>
                </a:lnTo>
                <a:lnTo>
                  <a:pt x="1752600" y="3543300"/>
                </a:lnTo>
                <a:lnTo>
                  <a:pt x="1752600" y="3533775"/>
                </a:lnTo>
                <a:lnTo>
                  <a:pt x="1762125" y="3533775"/>
                </a:lnTo>
                <a:lnTo>
                  <a:pt x="1762125" y="3524250"/>
                </a:lnTo>
                <a:lnTo>
                  <a:pt x="1743075" y="3524250"/>
                </a:lnTo>
                <a:lnTo>
                  <a:pt x="1743075" y="3514725"/>
                </a:lnTo>
                <a:lnTo>
                  <a:pt x="1733550" y="3514725"/>
                </a:lnTo>
                <a:lnTo>
                  <a:pt x="1733550" y="3505200"/>
                </a:lnTo>
                <a:lnTo>
                  <a:pt x="1714500" y="3505200"/>
                </a:lnTo>
                <a:lnTo>
                  <a:pt x="1714500" y="3514725"/>
                </a:lnTo>
                <a:lnTo>
                  <a:pt x="1704975" y="3514725"/>
                </a:lnTo>
                <a:lnTo>
                  <a:pt x="1704975" y="3524250"/>
                </a:lnTo>
                <a:lnTo>
                  <a:pt x="1695450" y="3524250"/>
                </a:lnTo>
                <a:lnTo>
                  <a:pt x="1695450" y="3514725"/>
                </a:lnTo>
                <a:lnTo>
                  <a:pt x="1676400" y="3514725"/>
                </a:lnTo>
                <a:lnTo>
                  <a:pt x="1676400" y="3505200"/>
                </a:lnTo>
                <a:lnTo>
                  <a:pt x="1666875" y="3505200"/>
                </a:lnTo>
                <a:lnTo>
                  <a:pt x="1666875" y="3514725"/>
                </a:lnTo>
                <a:lnTo>
                  <a:pt x="1657350" y="3514725"/>
                </a:lnTo>
                <a:lnTo>
                  <a:pt x="1657350" y="3533775"/>
                </a:lnTo>
                <a:lnTo>
                  <a:pt x="1666875" y="3533775"/>
                </a:lnTo>
                <a:lnTo>
                  <a:pt x="1666875" y="3543300"/>
                </a:lnTo>
                <a:lnTo>
                  <a:pt x="1676400" y="3543300"/>
                </a:lnTo>
                <a:lnTo>
                  <a:pt x="1676400" y="3552825"/>
                </a:lnTo>
                <a:lnTo>
                  <a:pt x="1666875" y="3552825"/>
                </a:lnTo>
                <a:lnTo>
                  <a:pt x="1666875" y="3562350"/>
                </a:lnTo>
                <a:lnTo>
                  <a:pt x="1638300" y="3562350"/>
                </a:lnTo>
                <a:lnTo>
                  <a:pt x="1638300" y="3552825"/>
                </a:lnTo>
                <a:lnTo>
                  <a:pt x="1647825" y="3552825"/>
                </a:lnTo>
                <a:lnTo>
                  <a:pt x="1647825" y="3505200"/>
                </a:lnTo>
                <a:lnTo>
                  <a:pt x="1638300" y="3505200"/>
                </a:lnTo>
                <a:lnTo>
                  <a:pt x="1638300" y="3495675"/>
                </a:lnTo>
                <a:lnTo>
                  <a:pt x="1657350" y="3495675"/>
                </a:lnTo>
                <a:lnTo>
                  <a:pt x="1657350" y="3486150"/>
                </a:lnTo>
                <a:lnTo>
                  <a:pt x="1666875" y="3486150"/>
                </a:lnTo>
                <a:lnTo>
                  <a:pt x="1666875" y="3476625"/>
                </a:lnTo>
                <a:lnTo>
                  <a:pt x="1676400" y="3476625"/>
                </a:lnTo>
                <a:lnTo>
                  <a:pt x="1676400" y="3505200"/>
                </a:lnTo>
                <a:lnTo>
                  <a:pt x="1695450" y="3505200"/>
                </a:lnTo>
                <a:lnTo>
                  <a:pt x="1695450" y="3495675"/>
                </a:lnTo>
                <a:lnTo>
                  <a:pt x="1704975" y="3495675"/>
                </a:lnTo>
                <a:lnTo>
                  <a:pt x="1704975" y="3476625"/>
                </a:lnTo>
                <a:lnTo>
                  <a:pt x="1714500" y="3476625"/>
                </a:lnTo>
                <a:lnTo>
                  <a:pt x="1714500" y="3486150"/>
                </a:lnTo>
                <a:lnTo>
                  <a:pt x="1724025" y="3486150"/>
                </a:lnTo>
                <a:lnTo>
                  <a:pt x="1724025" y="3476625"/>
                </a:lnTo>
                <a:lnTo>
                  <a:pt x="1733550" y="3476625"/>
                </a:lnTo>
                <a:lnTo>
                  <a:pt x="1733550" y="3495675"/>
                </a:lnTo>
                <a:lnTo>
                  <a:pt x="1743075" y="3495675"/>
                </a:lnTo>
                <a:lnTo>
                  <a:pt x="1743075" y="3467100"/>
                </a:lnTo>
                <a:lnTo>
                  <a:pt x="1724025" y="3467100"/>
                </a:lnTo>
                <a:lnTo>
                  <a:pt x="1724025" y="3448050"/>
                </a:lnTo>
                <a:lnTo>
                  <a:pt x="1733550" y="3448050"/>
                </a:lnTo>
                <a:close/>
                <a:moveTo>
                  <a:pt x="1590675" y="3457575"/>
                </a:moveTo>
                <a:lnTo>
                  <a:pt x="1600200" y="3457575"/>
                </a:lnTo>
                <a:lnTo>
                  <a:pt x="1600200" y="3467100"/>
                </a:lnTo>
                <a:lnTo>
                  <a:pt x="1609725" y="3467100"/>
                </a:lnTo>
                <a:lnTo>
                  <a:pt x="1609725" y="3476625"/>
                </a:lnTo>
                <a:lnTo>
                  <a:pt x="1600200" y="3476625"/>
                </a:lnTo>
                <a:lnTo>
                  <a:pt x="1600200" y="3495675"/>
                </a:lnTo>
                <a:lnTo>
                  <a:pt x="1590675" y="3495675"/>
                </a:lnTo>
                <a:lnTo>
                  <a:pt x="1590675" y="3505200"/>
                </a:lnTo>
                <a:lnTo>
                  <a:pt x="1562100" y="3505200"/>
                </a:lnTo>
                <a:lnTo>
                  <a:pt x="1562100" y="3514725"/>
                </a:lnTo>
                <a:lnTo>
                  <a:pt x="1552575" y="3514725"/>
                </a:lnTo>
                <a:lnTo>
                  <a:pt x="1552575" y="3495675"/>
                </a:lnTo>
                <a:lnTo>
                  <a:pt x="1562100" y="3495675"/>
                </a:lnTo>
                <a:lnTo>
                  <a:pt x="1562100" y="3486150"/>
                </a:lnTo>
                <a:lnTo>
                  <a:pt x="1571625" y="3486150"/>
                </a:lnTo>
                <a:lnTo>
                  <a:pt x="1571625" y="3476625"/>
                </a:lnTo>
                <a:lnTo>
                  <a:pt x="1590675" y="3476625"/>
                </a:lnTo>
                <a:close/>
                <a:moveTo>
                  <a:pt x="1685925" y="3457575"/>
                </a:moveTo>
                <a:lnTo>
                  <a:pt x="1704975" y="3457575"/>
                </a:lnTo>
                <a:lnTo>
                  <a:pt x="1704975" y="3467100"/>
                </a:lnTo>
                <a:lnTo>
                  <a:pt x="1685925" y="3467100"/>
                </a:lnTo>
                <a:close/>
                <a:moveTo>
                  <a:pt x="866775" y="3467100"/>
                </a:moveTo>
                <a:lnTo>
                  <a:pt x="885825" y="3467100"/>
                </a:lnTo>
                <a:lnTo>
                  <a:pt x="885825" y="3476625"/>
                </a:lnTo>
                <a:lnTo>
                  <a:pt x="866775" y="3476625"/>
                </a:lnTo>
                <a:close/>
                <a:moveTo>
                  <a:pt x="1857375" y="3467100"/>
                </a:moveTo>
                <a:lnTo>
                  <a:pt x="1866900" y="3467100"/>
                </a:lnTo>
                <a:lnTo>
                  <a:pt x="1866900" y="3486150"/>
                </a:lnTo>
                <a:lnTo>
                  <a:pt x="1857375" y="3486150"/>
                </a:lnTo>
                <a:close/>
                <a:moveTo>
                  <a:pt x="1076325" y="3476625"/>
                </a:moveTo>
                <a:lnTo>
                  <a:pt x="1095375" y="3476625"/>
                </a:lnTo>
                <a:lnTo>
                  <a:pt x="1095375" y="3486150"/>
                </a:lnTo>
                <a:lnTo>
                  <a:pt x="1076325" y="3486150"/>
                </a:lnTo>
                <a:close/>
                <a:moveTo>
                  <a:pt x="857250" y="3486150"/>
                </a:moveTo>
                <a:lnTo>
                  <a:pt x="866775" y="3486150"/>
                </a:lnTo>
                <a:lnTo>
                  <a:pt x="866775" y="3495675"/>
                </a:lnTo>
                <a:lnTo>
                  <a:pt x="876300" y="3495675"/>
                </a:lnTo>
                <a:lnTo>
                  <a:pt x="876300" y="3505200"/>
                </a:lnTo>
                <a:lnTo>
                  <a:pt x="857250" y="3505200"/>
                </a:lnTo>
                <a:lnTo>
                  <a:pt x="857250" y="3514725"/>
                </a:lnTo>
                <a:lnTo>
                  <a:pt x="838200" y="3514725"/>
                </a:lnTo>
                <a:lnTo>
                  <a:pt x="838200" y="3495675"/>
                </a:lnTo>
                <a:lnTo>
                  <a:pt x="857250" y="3495675"/>
                </a:lnTo>
                <a:close/>
                <a:moveTo>
                  <a:pt x="1057275" y="3486150"/>
                </a:moveTo>
                <a:lnTo>
                  <a:pt x="1076325" y="3486150"/>
                </a:lnTo>
                <a:lnTo>
                  <a:pt x="1076325" y="3505200"/>
                </a:lnTo>
                <a:lnTo>
                  <a:pt x="1057275" y="3505200"/>
                </a:lnTo>
                <a:close/>
                <a:moveTo>
                  <a:pt x="1800225" y="3486150"/>
                </a:moveTo>
                <a:lnTo>
                  <a:pt x="1819275" y="3486150"/>
                </a:lnTo>
                <a:lnTo>
                  <a:pt x="1819275" y="3467100"/>
                </a:lnTo>
                <a:lnTo>
                  <a:pt x="1809750" y="3467100"/>
                </a:lnTo>
                <a:lnTo>
                  <a:pt x="1809750" y="3476625"/>
                </a:lnTo>
                <a:lnTo>
                  <a:pt x="1800225" y="3476625"/>
                </a:lnTo>
                <a:close/>
                <a:moveTo>
                  <a:pt x="1866900" y="3486150"/>
                </a:moveTo>
                <a:lnTo>
                  <a:pt x="1876425" y="3486150"/>
                </a:lnTo>
                <a:lnTo>
                  <a:pt x="1876425" y="3495675"/>
                </a:lnTo>
                <a:lnTo>
                  <a:pt x="1866900" y="3495675"/>
                </a:lnTo>
                <a:close/>
                <a:moveTo>
                  <a:pt x="904875" y="3495675"/>
                </a:moveTo>
                <a:lnTo>
                  <a:pt x="923925" y="3495675"/>
                </a:lnTo>
                <a:lnTo>
                  <a:pt x="923925" y="3505200"/>
                </a:lnTo>
                <a:lnTo>
                  <a:pt x="904875" y="3505200"/>
                </a:lnTo>
                <a:close/>
                <a:moveTo>
                  <a:pt x="1752600" y="3495675"/>
                </a:moveTo>
                <a:lnTo>
                  <a:pt x="1762125" y="3495675"/>
                </a:lnTo>
                <a:lnTo>
                  <a:pt x="1762125" y="3486150"/>
                </a:lnTo>
                <a:lnTo>
                  <a:pt x="1752600" y="3486150"/>
                </a:lnTo>
                <a:close/>
                <a:moveTo>
                  <a:pt x="1209675" y="3505200"/>
                </a:moveTo>
                <a:lnTo>
                  <a:pt x="1219200" y="3505200"/>
                </a:lnTo>
                <a:lnTo>
                  <a:pt x="1219200" y="3514725"/>
                </a:lnTo>
                <a:lnTo>
                  <a:pt x="1209675" y="3514725"/>
                </a:lnTo>
                <a:close/>
                <a:moveTo>
                  <a:pt x="657225" y="3514725"/>
                </a:moveTo>
                <a:lnTo>
                  <a:pt x="666750" y="3514725"/>
                </a:lnTo>
                <a:lnTo>
                  <a:pt x="666750" y="3524250"/>
                </a:lnTo>
                <a:lnTo>
                  <a:pt x="657225" y="3524250"/>
                </a:lnTo>
                <a:close/>
                <a:moveTo>
                  <a:pt x="647700" y="3524250"/>
                </a:moveTo>
                <a:lnTo>
                  <a:pt x="657225" y="3524250"/>
                </a:lnTo>
                <a:lnTo>
                  <a:pt x="657225" y="3533775"/>
                </a:lnTo>
                <a:lnTo>
                  <a:pt x="647700" y="3533775"/>
                </a:lnTo>
                <a:close/>
                <a:moveTo>
                  <a:pt x="666750" y="3524250"/>
                </a:moveTo>
                <a:lnTo>
                  <a:pt x="685800" y="3524250"/>
                </a:lnTo>
                <a:lnTo>
                  <a:pt x="685800" y="3571875"/>
                </a:lnTo>
                <a:lnTo>
                  <a:pt x="695325" y="3571875"/>
                </a:lnTo>
                <a:lnTo>
                  <a:pt x="695325" y="3581400"/>
                </a:lnTo>
                <a:lnTo>
                  <a:pt x="714375" y="3581400"/>
                </a:lnTo>
                <a:lnTo>
                  <a:pt x="714375" y="3590925"/>
                </a:lnTo>
                <a:lnTo>
                  <a:pt x="723900" y="3590925"/>
                </a:lnTo>
                <a:lnTo>
                  <a:pt x="723900" y="3581400"/>
                </a:lnTo>
                <a:lnTo>
                  <a:pt x="733425" y="3581400"/>
                </a:lnTo>
                <a:lnTo>
                  <a:pt x="733425" y="3600450"/>
                </a:lnTo>
                <a:lnTo>
                  <a:pt x="723900" y="3600450"/>
                </a:lnTo>
                <a:lnTo>
                  <a:pt x="723900" y="3609975"/>
                </a:lnTo>
                <a:lnTo>
                  <a:pt x="666750" y="3609975"/>
                </a:lnTo>
                <a:lnTo>
                  <a:pt x="666750" y="3600450"/>
                </a:lnTo>
                <a:lnTo>
                  <a:pt x="657225" y="3600450"/>
                </a:lnTo>
                <a:lnTo>
                  <a:pt x="657225" y="3590925"/>
                </a:lnTo>
                <a:lnTo>
                  <a:pt x="666750" y="3590925"/>
                </a:lnTo>
                <a:lnTo>
                  <a:pt x="666750" y="3600450"/>
                </a:lnTo>
                <a:lnTo>
                  <a:pt x="685800" y="3600450"/>
                </a:lnTo>
                <a:lnTo>
                  <a:pt x="685800" y="3581400"/>
                </a:lnTo>
                <a:lnTo>
                  <a:pt x="676275" y="3581400"/>
                </a:lnTo>
                <a:lnTo>
                  <a:pt x="676275" y="3562350"/>
                </a:lnTo>
                <a:lnTo>
                  <a:pt x="666750" y="3562350"/>
                </a:lnTo>
                <a:lnTo>
                  <a:pt x="666750" y="3552825"/>
                </a:lnTo>
                <a:lnTo>
                  <a:pt x="676275" y="3552825"/>
                </a:lnTo>
                <a:lnTo>
                  <a:pt x="676275" y="3533775"/>
                </a:lnTo>
                <a:lnTo>
                  <a:pt x="666750" y="3533775"/>
                </a:lnTo>
                <a:close/>
                <a:moveTo>
                  <a:pt x="1476375" y="3524250"/>
                </a:moveTo>
                <a:lnTo>
                  <a:pt x="1485900" y="3524250"/>
                </a:lnTo>
                <a:lnTo>
                  <a:pt x="1485900" y="3543300"/>
                </a:lnTo>
                <a:lnTo>
                  <a:pt x="1495425" y="3543300"/>
                </a:lnTo>
                <a:lnTo>
                  <a:pt x="1495425" y="3533775"/>
                </a:lnTo>
                <a:lnTo>
                  <a:pt x="1524000" y="3533775"/>
                </a:lnTo>
                <a:lnTo>
                  <a:pt x="1524000" y="3552825"/>
                </a:lnTo>
                <a:lnTo>
                  <a:pt x="1543050" y="3552825"/>
                </a:lnTo>
                <a:lnTo>
                  <a:pt x="1543050" y="3543300"/>
                </a:lnTo>
                <a:lnTo>
                  <a:pt x="1533525" y="3543300"/>
                </a:lnTo>
                <a:lnTo>
                  <a:pt x="1533525" y="3533775"/>
                </a:lnTo>
                <a:lnTo>
                  <a:pt x="1543050" y="3533775"/>
                </a:lnTo>
                <a:lnTo>
                  <a:pt x="1543050" y="3543300"/>
                </a:lnTo>
                <a:lnTo>
                  <a:pt x="1562100" y="3543300"/>
                </a:lnTo>
                <a:lnTo>
                  <a:pt x="1562100" y="3552825"/>
                </a:lnTo>
                <a:lnTo>
                  <a:pt x="1571625" y="3552825"/>
                </a:lnTo>
                <a:lnTo>
                  <a:pt x="1571625" y="3533775"/>
                </a:lnTo>
                <a:lnTo>
                  <a:pt x="1581150" y="3533775"/>
                </a:lnTo>
                <a:lnTo>
                  <a:pt x="1581150" y="3543300"/>
                </a:lnTo>
                <a:lnTo>
                  <a:pt x="1600200" y="3543300"/>
                </a:lnTo>
                <a:lnTo>
                  <a:pt x="1600200" y="3552825"/>
                </a:lnTo>
                <a:lnTo>
                  <a:pt x="1609725" y="3552825"/>
                </a:lnTo>
                <a:lnTo>
                  <a:pt x="1609725" y="3543300"/>
                </a:lnTo>
                <a:lnTo>
                  <a:pt x="1619250" y="3543300"/>
                </a:lnTo>
                <a:lnTo>
                  <a:pt x="1619250" y="3552825"/>
                </a:lnTo>
                <a:lnTo>
                  <a:pt x="1628775" y="3552825"/>
                </a:lnTo>
                <a:lnTo>
                  <a:pt x="1628775" y="3562350"/>
                </a:lnTo>
                <a:lnTo>
                  <a:pt x="1609725" y="3562350"/>
                </a:lnTo>
                <a:lnTo>
                  <a:pt x="1609725" y="3581400"/>
                </a:lnTo>
                <a:lnTo>
                  <a:pt x="1590675" y="3581400"/>
                </a:lnTo>
                <a:lnTo>
                  <a:pt x="1590675" y="3552825"/>
                </a:lnTo>
                <a:lnTo>
                  <a:pt x="1571625" y="3552825"/>
                </a:lnTo>
                <a:lnTo>
                  <a:pt x="1571625" y="3581400"/>
                </a:lnTo>
                <a:lnTo>
                  <a:pt x="1562100" y="3581400"/>
                </a:lnTo>
                <a:lnTo>
                  <a:pt x="1562100" y="3590925"/>
                </a:lnTo>
                <a:lnTo>
                  <a:pt x="1543050" y="3590925"/>
                </a:lnTo>
                <a:lnTo>
                  <a:pt x="1543050" y="3581400"/>
                </a:lnTo>
                <a:lnTo>
                  <a:pt x="1524000" y="3581400"/>
                </a:lnTo>
                <a:lnTo>
                  <a:pt x="1524000" y="3571875"/>
                </a:lnTo>
                <a:lnTo>
                  <a:pt x="1543050" y="3571875"/>
                </a:lnTo>
                <a:lnTo>
                  <a:pt x="1543050" y="3562350"/>
                </a:lnTo>
                <a:lnTo>
                  <a:pt x="1514475" y="3562350"/>
                </a:lnTo>
                <a:lnTo>
                  <a:pt x="1514475" y="3581400"/>
                </a:lnTo>
                <a:lnTo>
                  <a:pt x="1504950" y="3581400"/>
                </a:lnTo>
                <a:lnTo>
                  <a:pt x="1504950" y="3571875"/>
                </a:lnTo>
                <a:lnTo>
                  <a:pt x="1495425" y="3571875"/>
                </a:lnTo>
                <a:lnTo>
                  <a:pt x="1495425" y="3562350"/>
                </a:lnTo>
                <a:lnTo>
                  <a:pt x="1485900" y="3562350"/>
                </a:lnTo>
                <a:lnTo>
                  <a:pt x="1485900" y="3552825"/>
                </a:lnTo>
                <a:lnTo>
                  <a:pt x="1476375" y="3552825"/>
                </a:lnTo>
                <a:close/>
                <a:moveTo>
                  <a:pt x="1419225" y="3533775"/>
                </a:moveTo>
                <a:lnTo>
                  <a:pt x="1428750" y="3533775"/>
                </a:lnTo>
                <a:lnTo>
                  <a:pt x="1428750" y="3514725"/>
                </a:lnTo>
                <a:lnTo>
                  <a:pt x="1419225" y="3514725"/>
                </a:lnTo>
                <a:close/>
                <a:moveTo>
                  <a:pt x="1819275" y="3533775"/>
                </a:moveTo>
                <a:lnTo>
                  <a:pt x="1828800" y="3533775"/>
                </a:lnTo>
                <a:lnTo>
                  <a:pt x="1828800" y="3543300"/>
                </a:lnTo>
                <a:lnTo>
                  <a:pt x="1819275" y="3543300"/>
                </a:lnTo>
                <a:close/>
                <a:moveTo>
                  <a:pt x="1333500" y="3543300"/>
                </a:moveTo>
                <a:lnTo>
                  <a:pt x="1352550" y="3543300"/>
                </a:lnTo>
                <a:lnTo>
                  <a:pt x="1352550" y="3524250"/>
                </a:lnTo>
                <a:lnTo>
                  <a:pt x="1333500" y="3524250"/>
                </a:lnTo>
                <a:close/>
                <a:moveTo>
                  <a:pt x="1704975" y="3543300"/>
                </a:moveTo>
                <a:lnTo>
                  <a:pt x="1714500" y="3543300"/>
                </a:lnTo>
                <a:lnTo>
                  <a:pt x="1714500" y="3562350"/>
                </a:lnTo>
                <a:lnTo>
                  <a:pt x="1704975" y="3562350"/>
                </a:lnTo>
                <a:lnTo>
                  <a:pt x="1704975" y="3571875"/>
                </a:lnTo>
                <a:lnTo>
                  <a:pt x="1695450" y="3571875"/>
                </a:lnTo>
                <a:lnTo>
                  <a:pt x="1695450" y="3562350"/>
                </a:lnTo>
                <a:lnTo>
                  <a:pt x="1676400" y="3562350"/>
                </a:lnTo>
                <a:lnTo>
                  <a:pt x="1676400" y="3552825"/>
                </a:lnTo>
                <a:lnTo>
                  <a:pt x="1704975" y="3552825"/>
                </a:lnTo>
                <a:close/>
                <a:moveTo>
                  <a:pt x="1790700" y="3543300"/>
                </a:moveTo>
                <a:lnTo>
                  <a:pt x="1819275" y="3543300"/>
                </a:lnTo>
                <a:lnTo>
                  <a:pt x="1819275" y="3552825"/>
                </a:lnTo>
                <a:lnTo>
                  <a:pt x="1809750" y="3552825"/>
                </a:lnTo>
                <a:lnTo>
                  <a:pt x="1809750" y="3562350"/>
                </a:lnTo>
                <a:lnTo>
                  <a:pt x="1781175" y="3562350"/>
                </a:lnTo>
                <a:lnTo>
                  <a:pt x="1781175" y="3552825"/>
                </a:lnTo>
                <a:lnTo>
                  <a:pt x="1790700" y="3552825"/>
                </a:lnTo>
                <a:close/>
                <a:moveTo>
                  <a:pt x="1838325" y="3543300"/>
                </a:moveTo>
                <a:lnTo>
                  <a:pt x="1847850" y="3543300"/>
                </a:lnTo>
                <a:lnTo>
                  <a:pt x="1847850" y="3552825"/>
                </a:lnTo>
                <a:lnTo>
                  <a:pt x="1838325" y="3552825"/>
                </a:lnTo>
                <a:close/>
                <a:moveTo>
                  <a:pt x="381000" y="3552825"/>
                </a:moveTo>
                <a:lnTo>
                  <a:pt x="390525" y="3552825"/>
                </a:lnTo>
                <a:lnTo>
                  <a:pt x="390525" y="3562350"/>
                </a:lnTo>
                <a:lnTo>
                  <a:pt x="381000" y="3562350"/>
                </a:lnTo>
                <a:close/>
                <a:moveTo>
                  <a:pt x="1104900" y="3552825"/>
                </a:moveTo>
                <a:lnTo>
                  <a:pt x="1114425" y="3552825"/>
                </a:lnTo>
                <a:lnTo>
                  <a:pt x="1114425" y="3571875"/>
                </a:lnTo>
                <a:lnTo>
                  <a:pt x="1095375" y="3571875"/>
                </a:lnTo>
                <a:lnTo>
                  <a:pt x="1095375" y="3562350"/>
                </a:lnTo>
                <a:lnTo>
                  <a:pt x="1104900" y="3562350"/>
                </a:lnTo>
                <a:close/>
                <a:moveTo>
                  <a:pt x="1152525" y="3562350"/>
                </a:moveTo>
                <a:lnTo>
                  <a:pt x="1162050" y="3562350"/>
                </a:lnTo>
                <a:lnTo>
                  <a:pt x="1162050" y="3571875"/>
                </a:lnTo>
                <a:lnTo>
                  <a:pt x="1152525" y="3571875"/>
                </a:lnTo>
                <a:close/>
                <a:moveTo>
                  <a:pt x="1419225" y="3571875"/>
                </a:moveTo>
                <a:lnTo>
                  <a:pt x="1438275" y="3571875"/>
                </a:lnTo>
                <a:lnTo>
                  <a:pt x="1438275" y="3552825"/>
                </a:lnTo>
                <a:lnTo>
                  <a:pt x="1428750" y="3552825"/>
                </a:lnTo>
                <a:lnTo>
                  <a:pt x="1428750" y="3562350"/>
                </a:lnTo>
                <a:lnTo>
                  <a:pt x="1419225" y="3562350"/>
                </a:lnTo>
                <a:close/>
                <a:moveTo>
                  <a:pt x="1314450" y="3581400"/>
                </a:moveTo>
                <a:lnTo>
                  <a:pt x="1323975" y="3581400"/>
                </a:lnTo>
                <a:lnTo>
                  <a:pt x="1323975" y="3590925"/>
                </a:lnTo>
                <a:lnTo>
                  <a:pt x="1314450" y="3590925"/>
                </a:lnTo>
                <a:close/>
                <a:moveTo>
                  <a:pt x="1371600" y="3581400"/>
                </a:moveTo>
                <a:lnTo>
                  <a:pt x="1381125" y="3581400"/>
                </a:lnTo>
                <a:lnTo>
                  <a:pt x="1381125" y="3590925"/>
                </a:lnTo>
                <a:lnTo>
                  <a:pt x="1371600" y="3590925"/>
                </a:lnTo>
                <a:close/>
                <a:moveTo>
                  <a:pt x="1381125" y="3590925"/>
                </a:moveTo>
                <a:lnTo>
                  <a:pt x="1390650" y="3590925"/>
                </a:lnTo>
                <a:lnTo>
                  <a:pt x="1390650" y="3600450"/>
                </a:lnTo>
                <a:lnTo>
                  <a:pt x="1381125" y="3600450"/>
                </a:lnTo>
                <a:close/>
                <a:moveTo>
                  <a:pt x="371475" y="3600450"/>
                </a:moveTo>
                <a:lnTo>
                  <a:pt x="381000" y="3600450"/>
                </a:lnTo>
                <a:lnTo>
                  <a:pt x="381000" y="3619500"/>
                </a:lnTo>
                <a:lnTo>
                  <a:pt x="390525" y="3619500"/>
                </a:lnTo>
                <a:lnTo>
                  <a:pt x="390525" y="3629025"/>
                </a:lnTo>
                <a:lnTo>
                  <a:pt x="381000" y="3629025"/>
                </a:lnTo>
                <a:lnTo>
                  <a:pt x="381000" y="3648075"/>
                </a:lnTo>
                <a:lnTo>
                  <a:pt x="371475" y="3648075"/>
                </a:lnTo>
                <a:close/>
                <a:moveTo>
                  <a:pt x="1123950" y="3600450"/>
                </a:moveTo>
                <a:lnTo>
                  <a:pt x="1133475" y="3600450"/>
                </a:lnTo>
                <a:lnTo>
                  <a:pt x="1133475" y="3619500"/>
                </a:lnTo>
                <a:lnTo>
                  <a:pt x="1123950" y="3619500"/>
                </a:lnTo>
                <a:close/>
                <a:moveTo>
                  <a:pt x="1162050" y="3600450"/>
                </a:moveTo>
                <a:lnTo>
                  <a:pt x="1171575" y="3600450"/>
                </a:lnTo>
                <a:lnTo>
                  <a:pt x="1171575" y="3619500"/>
                </a:lnTo>
                <a:lnTo>
                  <a:pt x="1162050" y="3619500"/>
                </a:lnTo>
                <a:close/>
                <a:moveTo>
                  <a:pt x="1209675" y="3600450"/>
                </a:moveTo>
                <a:lnTo>
                  <a:pt x="1228725" y="3600450"/>
                </a:lnTo>
                <a:lnTo>
                  <a:pt x="1228725" y="3609975"/>
                </a:lnTo>
                <a:lnTo>
                  <a:pt x="1209675" y="3609975"/>
                </a:lnTo>
                <a:close/>
                <a:moveTo>
                  <a:pt x="342900" y="3609975"/>
                </a:moveTo>
                <a:lnTo>
                  <a:pt x="352425" y="3609975"/>
                </a:lnTo>
                <a:lnTo>
                  <a:pt x="352425" y="3619500"/>
                </a:lnTo>
                <a:lnTo>
                  <a:pt x="342900" y="3619500"/>
                </a:lnTo>
                <a:close/>
                <a:moveTo>
                  <a:pt x="771525" y="3609975"/>
                </a:moveTo>
                <a:lnTo>
                  <a:pt x="790575" y="3609975"/>
                </a:lnTo>
                <a:lnTo>
                  <a:pt x="790575" y="3619500"/>
                </a:lnTo>
                <a:lnTo>
                  <a:pt x="771525" y="3619500"/>
                </a:lnTo>
                <a:close/>
                <a:moveTo>
                  <a:pt x="400050" y="3619500"/>
                </a:moveTo>
                <a:lnTo>
                  <a:pt x="438150" y="3619500"/>
                </a:lnTo>
                <a:lnTo>
                  <a:pt x="438150" y="3638550"/>
                </a:lnTo>
                <a:lnTo>
                  <a:pt x="428625" y="3638550"/>
                </a:lnTo>
                <a:lnTo>
                  <a:pt x="428625" y="3629025"/>
                </a:lnTo>
                <a:lnTo>
                  <a:pt x="400050" y="3629025"/>
                </a:lnTo>
                <a:close/>
                <a:moveTo>
                  <a:pt x="790575" y="3619500"/>
                </a:moveTo>
                <a:lnTo>
                  <a:pt x="800100" y="3619500"/>
                </a:lnTo>
                <a:lnTo>
                  <a:pt x="800100" y="3629025"/>
                </a:lnTo>
                <a:lnTo>
                  <a:pt x="790575" y="3629025"/>
                </a:lnTo>
                <a:close/>
                <a:moveTo>
                  <a:pt x="1800225" y="3619500"/>
                </a:moveTo>
                <a:lnTo>
                  <a:pt x="1809750" y="3619500"/>
                </a:lnTo>
                <a:lnTo>
                  <a:pt x="1809750" y="3629025"/>
                </a:lnTo>
                <a:lnTo>
                  <a:pt x="1800225" y="3629025"/>
                </a:lnTo>
                <a:close/>
                <a:moveTo>
                  <a:pt x="1819275" y="3619500"/>
                </a:moveTo>
                <a:lnTo>
                  <a:pt x="1857375" y="3619500"/>
                </a:lnTo>
                <a:lnTo>
                  <a:pt x="1857375" y="3648075"/>
                </a:lnTo>
                <a:lnTo>
                  <a:pt x="1809750" y="3648075"/>
                </a:lnTo>
                <a:lnTo>
                  <a:pt x="1809750" y="3657600"/>
                </a:lnTo>
                <a:lnTo>
                  <a:pt x="1790700" y="3657600"/>
                </a:lnTo>
                <a:lnTo>
                  <a:pt x="1790700" y="3667125"/>
                </a:lnTo>
                <a:lnTo>
                  <a:pt x="1781175" y="3667125"/>
                </a:lnTo>
                <a:lnTo>
                  <a:pt x="1781175" y="3657600"/>
                </a:lnTo>
                <a:lnTo>
                  <a:pt x="1762125" y="3657600"/>
                </a:lnTo>
                <a:lnTo>
                  <a:pt x="1762125" y="3667125"/>
                </a:lnTo>
                <a:lnTo>
                  <a:pt x="1752600" y="3667125"/>
                </a:lnTo>
                <a:lnTo>
                  <a:pt x="1752600" y="3686175"/>
                </a:lnTo>
                <a:lnTo>
                  <a:pt x="1743075" y="3686175"/>
                </a:lnTo>
                <a:lnTo>
                  <a:pt x="1743075" y="3676650"/>
                </a:lnTo>
                <a:lnTo>
                  <a:pt x="1733550" y="3676650"/>
                </a:lnTo>
                <a:lnTo>
                  <a:pt x="1733550" y="3705225"/>
                </a:lnTo>
                <a:lnTo>
                  <a:pt x="1704975" y="3705225"/>
                </a:lnTo>
                <a:lnTo>
                  <a:pt x="1704975" y="3714750"/>
                </a:lnTo>
                <a:lnTo>
                  <a:pt x="1676400" y="3714750"/>
                </a:lnTo>
                <a:lnTo>
                  <a:pt x="1676400" y="3695700"/>
                </a:lnTo>
                <a:lnTo>
                  <a:pt x="1666875" y="3695700"/>
                </a:lnTo>
                <a:lnTo>
                  <a:pt x="1666875" y="3686175"/>
                </a:lnTo>
                <a:lnTo>
                  <a:pt x="1657350" y="3686175"/>
                </a:lnTo>
                <a:lnTo>
                  <a:pt x="1657350" y="3676650"/>
                </a:lnTo>
                <a:lnTo>
                  <a:pt x="1647825" y="3676650"/>
                </a:lnTo>
                <a:lnTo>
                  <a:pt x="1647825" y="3667125"/>
                </a:lnTo>
                <a:lnTo>
                  <a:pt x="1628775" y="3667125"/>
                </a:lnTo>
                <a:lnTo>
                  <a:pt x="1628775" y="3676650"/>
                </a:lnTo>
                <a:lnTo>
                  <a:pt x="1619250" y="3676650"/>
                </a:lnTo>
                <a:lnTo>
                  <a:pt x="1619250" y="3686175"/>
                </a:lnTo>
                <a:lnTo>
                  <a:pt x="1600200" y="3686175"/>
                </a:lnTo>
                <a:lnTo>
                  <a:pt x="1600200" y="3676650"/>
                </a:lnTo>
                <a:lnTo>
                  <a:pt x="1609725" y="3676650"/>
                </a:lnTo>
                <a:lnTo>
                  <a:pt x="1609725" y="3657600"/>
                </a:lnTo>
                <a:lnTo>
                  <a:pt x="1619250" y="3657600"/>
                </a:lnTo>
                <a:lnTo>
                  <a:pt x="1619250" y="3648075"/>
                </a:lnTo>
                <a:lnTo>
                  <a:pt x="1600200" y="3648075"/>
                </a:lnTo>
                <a:lnTo>
                  <a:pt x="1600200" y="3638550"/>
                </a:lnTo>
                <a:lnTo>
                  <a:pt x="1628775" y="3638550"/>
                </a:lnTo>
                <a:lnTo>
                  <a:pt x="1628775" y="3648075"/>
                </a:lnTo>
                <a:lnTo>
                  <a:pt x="1638300" y="3648075"/>
                </a:lnTo>
                <a:lnTo>
                  <a:pt x="1638300" y="3638550"/>
                </a:lnTo>
                <a:lnTo>
                  <a:pt x="1685925" y="3638550"/>
                </a:lnTo>
                <a:lnTo>
                  <a:pt x="1685925" y="3629025"/>
                </a:lnTo>
                <a:lnTo>
                  <a:pt x="1733550" y="3629025"/>
                </a:lnTo>
                <a:lnTo>
                  <a:pt x="1733550" y="3638550"/>
                </a:lnTo>
                <a:lnTo>
                  <a:pt x="1714500" y="3638550"/>
                </a:lnTo>
                <a:lnTo>
                  <a:pt x="1714500" y="3648075"/>
                </a:lnTo>
                <a:lnTo>
                  <a:pt x="1724025" y="3648075"/>
                </a:lnTo>
                <a:lnTo>
                  <a:pt x="1724025" y="3657600"/>
                </a:lnTo>
                <a:lnTo>
                  <a:pt x="1733550" y="3657600"/>
                </a:lnTo>
                <a:lnTo>
                  <a:pt x="1733550" y="3648075"/>
                </a:lnTo>
                <a:lnTo>
                  <a:pt x="1752600" y="3648075"/>
                </a:lnTo>
                <a:lnTo>
                  <a:pt x="1752600" y="3638550"/>
                </a:lnTo>
                <a:lnTo>
                  <a:pt x="1771650" y="3638550"/>
                </a:lnTo>
                <a:lnTo>
                  <a:pt x="1771650" y="3629025"/>
                </a:lnTo>
                <a:lnTo>
                  <a:pt x="1781175" y="3629025"/>
                </a:lnTo>
                <a:lnTo>
                  <a:pt x="1781175" y="3648075"/>
                </a:lnTo>
                <a:lnTo>
                  <a:pt x="1800225" y="3648075"/>
                </a:lnTo>
                <a:lnTo>
                  <a:pt x="1800225" y="3638550"/>
                </a:lnTo>
                <a:lnTo>
                  <a:pt x="1809750" y="3638550"/>
                </a:lnTo>
                <a:lnTo>
                  <a:pt x="1809750" y="3629025"/>
                </a:lnTo>
                <a:lnTo>
                  <a:pt x="1819275" y="3629025"/>
                </a:lnTo>
                <a:close/>
                <a:moveTo>
                  <a:pt x="1543050" y="3638550"/>
                </a:moveTo>
                <a:lnTo>
                  <a:pt x="1562100" y="3638550"/>
                </a:lnTo>
                <a:lnTo>
                  <a:pt x="1562100" y="3648075"/>
                </a:lnTo>
                <a:lnTo>
                  <a:pt x="1552575" y="3648075"/>
                </a:lnTo>
                <a:lnTo>
                  <a:pt x="1552575" y="3667125"/>
                </a:lnTo>
                <a:lnTo>
                  <a:pt x="1562100" y="3667125"/>
                </a:lnTo>
                <a:lnTo>
                  <a:pt x="1562100" y="3686175"/>
                </a:lnTo>
                <a:lnTo>
                  <a:pt x="1552575" y="3686175"/>
                </a:lnTo>
                <a:lnTo>
                  <a:pt x="1552575" y="3676650"/>
                </a:lnTo>
                <a:lnTo>
                  <a:pt x="1533525" y="3676650"/>
                </a:lnTo>
                <a:lnTo>
                  <a:pt x="1533525" y="3686175"/>
                </a:lnTo>
                <a:lnTo>
                  <a:pt x="1552575" y="3686175"/>
                </a:lnTo>
                <a:lnTo>
                  <a:pt x="1552575" y="3705225"/>
                </a:lnTo>
                <a:lnTo>
                  <a:pt x="1524000" y="3705225"/>
                </a:lnTo>
                <a:lnTo>
                  <a:pt x="1524000" y="3695700"/>
                </a:lnTo>
                <a:lnTo>
                  <a:pt x="1495425" y="3695700"/>
                </a:lnTo>
                <a:lnTo>
                  <a:pt x="1495425" y="3667125"/>
                </a:lnTo>
                <a:lnTo>
                  <a:pt x="1504950" y="3667125"/>
                </a:lnTo>
                <a:lnTo>
                  <a:pt x="1504950" y="3657600"/>
                </a:lnTo>
                <a:lnTo>
                  <a:pt x="1514475" y="3657600"/>
                </a:lnTo>
                <a:lnTo>
                  <a:pt x="1514475" y="3648075"/>
                </a:lnTo>
                <a:lnTo>
                  <a:pt x="1543050" y="3648075"/>
                </a:lnTo>
                <a:close/>
                <a:moveTo>
                  <a:pt x="1571625" y="3638550"/>
                </a:moveTo>
                <a:lnTo>
                  <a:pt x="1590675" y="3638550"/>
                </a:lnTo>
                <a:lnTo>
                  <a:pt x="1590675" y="3648075"/>
                </a:lnTo>
                <a:lnTo>
                  <a:pt x="1571625" y="3648075"/>
                </a:lnTo>
                <a:close/>
                <a:moveTo>
                  <a:pt x="1419225" y="3648075"/>
                </a:moveTo>
                <a:lnTo>
                  <a:pt x="1447800" y="3648075"/>
                </a:lnTo>
                <a:lnTo>
                  <a:pt x="1447800" y="3657600"/>
                </a:lnTo>
                <a:lnTo>
                  <a:pt x="1466850" y="3657600"/>
                </a:lnTo>
                <a:lnTo>
                  <a:pt x="1466850" y="3667125"/>
                </a:lnTo>
                <a:lnTo>
                  <a:pt x="1457325" y="3667125"/>
                </a:lnTo>
                <a:lnTo>
                  <a:pt x="1457325" y="3686175"/>
                </a:lnTo>
                <a:lnTo>
                  <a:pt x="1438275" y="3686175"/>
                </a:lnTo>
                <a:lnTo>
                  <a:pt x="1438275" y="3676650"/>
                </a:lnTo>
                <a:lnTo>
                  <a:pt x="1428750" y="3676650"/>
                </a:lnTo>
                <a:lnTo>
                  <a:pt x="1428750" y="3657600"/>
                </a:lnTo>
                <a:lnTo>
                  <a:pt x="1419225" y="3657600"/>
                </a:lnTo>
                <a:close/>
                <a:moveTo>
                  <a:pt x="1476375" y="3648075"/>
                </a:moveTo>
                <a:lnTo>
                  <a:pt x="1485900" y="3648075"/>
                </a:lnTo>
                <a:lnTo>
                  <a:pt x="1485900" y="3657600"/>
                </a:lnTo>
                <a:lnTo>
                  <a:pt x="1476375" y="3657600"/>
                </a:lnTo>
                <a:close/>
                <a:moveTo>
                  <a:pt x="361950" y="3657600"/>
                </a:moveTo>
                <a:lnTo>
                  <a:pt x="371475" y="3657600"/>
                </a:lnTo>
                <a:lnTo>
                  <a:pt x="371475" y="3667125"/>
                </a:lnTo>
                <a:lnTo>
                  <a:pt x="361950" y="3667125"/>
                </a:lnTo>
                <a:close/>
                <a:moveTo>
                  <a:pt x="1247775" y="3657600"/>
                </a:moveTo>
                <a:lnTo>
                  <a:pt x="1276350" y="3657600"/>
                </a:lnTo>
                <a:lnTo>
                  <a:pt x="1276350" y="3667125"/>
                </a:lnTo>
                <a:lnTo>
                  <a:pt x="1285875" y="3667125"/>
                </a:lnTo>
                <a:lnTo>
                  <a:pt x="1285875" y="3657600"/>
                </a:lnTo>
                <a:lnTo>
                  <a:pt x="1295400" y="3657600"/>
                </a:lnTo>
                <a:lnTo>
                  <a:pt x="1295400" y="3686175"/>
                </a:lnTo>
                <a:lnTo>
                  <a:pt x="1304925" y="3686175"/>
                </a:lnTo>
                <a:lnTo>
                  <a:pt x="1304925" y="3657600"/>
                </a:lnTo>
                <a:lnTo>
                  <a:pt x="1314450" y="3657600"/>
                </a:lnTo>
                <a:lnTo>
                  <a:pt x="1314450" y="3667125"/>
                </a:lnTo>
                <a:lnTo>
                  <a:pt x="1323975" y="3667125"/>
                </a:lnTo>
                <a:lnTo>
                  <a:pt x="1323975" y="3657600"/>
                </a:lnTo>
                <a:lnTo>
                  <a:pt x="1352550" y="3657600"/>
                </a:lnTo>
                <a:lnTo>
                  <a:pt x="1352550" y="3667125"/>
                </a:lnTo>
                <a:lnTo>
                  <a:pt x="1333500" y="3667125"/>
                </a:lnTo>
                <a:lnTo>
                  <a:pt x="1333500" y="3676650"/>
                </a:lnTo>
                <a:lnTo>
                  <a:pt x="1343025" y="3676650"/>
                </a:lnTo>
                <a:lnTo>
                  <a:pt x="1343025" y="3695700"/>
                </a:lnTo>
                <a:lnTo>
                  <a:pt x="1323975" y="3695700"/>
                </a:lnTo>
                <a:lnTo>
                  <a:pt x="1323975" y="3705225"/>
                </a:lnTo>
                <a:lnTo>
                  <a:pt x="1343025" y="3705225"/>
                </a:lnTo>
                <a:lnTo>
                  <a:pt x="1343025" y="3714750"/>
                </a:lnTo>
                <a:lnTo>
                  <a:pt x="1276350" y="3714750"/>
                </a:lnTo>
                <a:lnTo>
                  <a:pt x="1276350" y="3705225"/>
                </a:lnTo>
                <a:lnTo>
                  <a:pt x="1247775" y="3705225"/>
                </a:lnTo>
                <a:lnTo>
                  <a:pt x="1247775" y="3695700"/>
                </a:lnTo>
                <a:lnTo>
                  <a:pt x="1238250" y="3695700"/>
                </a:lnTo>
                <a:lnTo>
                  <a:pt x="1238250" y="3686175"/>
                </a:lnTo>
                <a:lnTo>
                  <a:pt x="1228725" y="3686175"/>
                </a:lnTo>
                <a:lnTo>
                  <a:pt x="1228725" y="3705225"/>
                </a:lnTo>
                <a:lnTo>
                  <a:pt x="1238250" y="3705225"/>
                </a:lnTo>
                <a:lnTo>
                  <a:pt x="1238250" y="3714750"/>
                </a:lnTo>
                <a:lnTo>
                  <a:pt x="1257300" y="3714750"/>
                </a:lnTo>
                <a:lnTo>
                  <a:pt x="1257300" y="3724275"/>
                </a:lnTo>
                <a:lnTo>
                  <a:pt x="1247775" y="3724275"/>
                </a:lnTo>
                <a:lnTo>
                  <a:pt x="1247775" y="3743325"/>
                </a:lnTo>
                <a:lnTo>
                  <a:pt x="1257300" y="3743325"/>
                </a:lnTo>
                <a:lnTo>
                  <a:pt x="1257300" y="3752850"/>
                </a:lnTo>
                <a:lnTo>
                  <a:pt x="1247775" y="3752850"/>
                </a:lnTo>
                <a:lnTo>
                  <a:pt x="1247775" y="3771900"/>
                </a:lnTo>
                <a:lnTo>
                  <a:pt x="1228725" y="3771900"/>
                </a:lnTo>
                <a:lnTo>
                  <a:pt x="1228725" y="3781425"/>
                </a:lnTo>
                <a:lnTo>
                  <a:pt x="1209675" y="3781425"/>
                </a:lnTo>
                <a:lnTo>
                  <a:pt x="1209675" y="3771900"/>
                </a:lnTo>
                <a:lnTo>
                  <a:pt x="1219200" y="3771900"/>
                </a:lnTo>
                <a:lnTo>
                  <a:pt x="1219200" y="3762375"/>
                </a:lnTo>
                <a:lnTo>
                  <a:pt x="1200150" y="3762375"/>
                </a:lnTo>
                <a:lnTo>
                  <a:pt x="1200150" y="3781425"/>
                </a:lnTo>
                <a:lnTo>
                  <a:pt x="1190625" y="3781425"/>
                </a:lnTo>
                <a:lnTo>
                  <a:pt x="1190625" y="3800475"/>
                </a:lnTo>
                <a:lnTo>
                  <a:pt x="1181100" y="3800475"/>
                </a:lnTo>
                <a:lnTo>
                  <a:pt x="1181100" y="3781425"/>
                </a:lnTo>
                <a:lnTo>
                  <a:pt x="1171575" y="3781425"/>
                </a:lnTo>
                <a:lnTo>
                  <a:pt x="1171575" y="3771900"/>
                </a:lnTo>
                <a:lnTo>
                  <a:pt x="1181100" y="3771900"/>
                </a:lnTo>
                <a:lnTo>
                  <a:pt x="1181100" y="3762375"/>
                </a:lnTo>
                <a:lnTo>
                  <a:pt x="1190625" y="3762375"/>
                </a:lnTo>
                <a:lnTo>
                  <a:pt x="1190625" y="3752850"/>
                </a:lnTo>
                <a:lnTo>
                  <a:pt x="1209675" y="3752850"/>
                </a:lnTo>
                <a:lnTo>
                  <a:pt x="1209675" y="3743325"/>
                </a:lnTo>
                <a:lnTo>
                  <a:pt x="1219200" y="3743325"/>
                </a:lnTo>
                <a:lnTo>
                  <a:pt x="1219200" y="3733800"/>
                </a:lnTo>
                <a:lnTo>
                  <a:pt x="1209675" y="3733800"/>
                </a:lnTo>
                <a:lnTo>
                  <a:pt x="1209675" y="3724275"/>
                </a:lnTo>
                <a:lnTo>
                  <a:pt x="1200150" y="3724275"/>
                </a:lnTo>
                <a:lnTo>
                  <a:pt x="1200150" y="3714750"/>
                </a:lnTo>
                <a:lnTo>
                  <a:pt x="1162050" y="3714750"/>
                </a:lnTo>
                <a:lnTo>
                  <a:pt x="1162050" y="3705225"/>
                </a:lnTo>
                <a:lnTo>
                  <a:pt x="1152525" y="3705225"/>
                </a:lnTo>
                <a:lnTo>
                  <a:pt x="1152525" y="3686175"/>
                </a:lnTo>
                <a:lnTo>
                  <a:pt x="1143000" y="3686175"/>
                </a:lnTo>
                <a:lnTo>
                  <a:pt x="1143000" y="3676650"/>
                </a:lnTo>
                <a:lnTo>
                  <a:pt x="1152525" y="3676650"/>
                </a:lnTo>
                <a:lnTo>
                  <a:pt x="1152525" y="3667125"/>
                </a:lnTo>
                <a:lnTo>
                  <a:pt x="1162050" y="3667125"/>
                </a:lnTo>
                <a:lnTo>
                  <a:pt x="1162050" y="3676650"/>
                </a:lnTo>
                <a:lnTo>
                  <a:pt x="1209675" y="3676650"/>
                </a:lnTo>
                <a:lnTo>
                  <a:pt x="1209675" y="3667125"/>
                </a:lnTo>
                <a:lnTo>
                  <a:pt x="1247775" y="3667125"/>
                </a:lnTo>
                <a:close/>
                <a:moveTo>
                  <a:pt x="1638300" y="3657600"/>
                </a:moveTo>
                <a:lnTo>
                  <a:pt x="1666875" y="3657600"/>
                </a:lnTo>
                <a:lnTo>
                  <a:pt x="1666875" y="3648075"/>
                </a:lnTo>
                <a:lnTo>
                  <a:pt x="1638300" y="3648075"/>
                </a:lnTo>
                <a:close/>
                <a:moveTo>
                  <a:pt x="1819275" y="3667125"/>
                </a:moveTo>
                <a:lnTo>
                  <a:pt x="1866900" y="3667125"/>
                </a:lnTo>
                <a:lnTo>
                  <a:pt x="1866900" y="3676650"/>
                </a:lnTo>
                <a:lnTo>
                  <a:pt x="1857375" y="3676650"/>
                </a:lnTo>
                <a:lnTo>
                  <a:pt x="1857375" y="3686175"/>
                </a:lnTo>
                <a:lnTo>
                  <a:pt x="1847850" y="3686175"/>
                </a:lnTo>
                <a:lnTo>
                  <a:pt x="1847850" y="3705225"/>
                </a:lnTo>
                <a:lnTo>
                  <a:pt x="1838325" y="3705225"/>
                </a:lnTo>
                <a:lnTo>
                  <a:pt x="1838325" y="3743325"/>
                </a:lnTo>
                <a:lnTo>
                  <a:pt x="1828800" y="3743325"/>
                </a:lnTo>
                <a:lnTo>
                  <a:pt x="1828800" y="3752850"/>
                </a:lnTo>
                <a:lnTo>
                  <a:pt x="1819275" y="3752850"/>
                </a:lnTo>
                <a:lnTo>
                  <a:pt x="1819275" y="3743325"/>
                </a:lnTo>
                <a:lnTo>
                  <a:pt x="1809750" y="3743325"/>
                </a:lnTo>
                <a:lnTo>
                  <a:pt x="1809750" y="3733800"/>
                </a:lnTo>
                <a:lnTo>
                  <a:pt x="1819275" y="3733800"/>
                </a:lnTo>
                <a:lnTo>
                  <a:pt x="1819275" y="3724275"/>
                </a:lnTo>
                <a:lnTo>
                  <a:pt x="1828800" y="3724275"/>
                </a:lnTo>
                <a:lnTo>
                  <a:pt x="1828800" y="3695700"/>
                </a:lnTo>
                <a:lnTo>
                  <a:pt x="1819275" y="3695700"/>
                </a:lnTo>
                <a:close/>
                <a:moveTo>
                  <a:pt x="1000125" y="3676650"/>
                </a:moveTo>
                <a:lnTo>
                  <a:pt x="1019175" y="3676650"/>
                </a:lnTo>
                <a:lnTo>
                  <a:pt x="1019175" y="3686175"/>
                </a:lnTo>
                <a:lnTo>
                  <a:pt x="1028700" y="3686175"/>
                </a:lnTo>
                <a:lnTo>
                  <a:pt x="1028700" y="3695700"/>
                </a:lnTo>
                <a:lnTo>
                  <a:pt x="1038225" y="3695700"/>
                </a:lnTo>
                <a:lnTo>
                  <a:pt x="1038225" y="3686175"/>
                </a:lnTo>
                <a:lnTo>
                  <a:pt x="1085850" y="3686175"/>
                </a:lnTo>
                <a:lnTo>
                  <a:pt x="1085850" y="3695700"/>
                </a:lnTo>
                <a:lnTo>
                  <a:pt x="1095375" y="3695700"/>
                </a:lnTo>
                <a:lnTo>
                  <a:pt x="1095375" y="3686175"/>
                </a:lnTo>
                <a:lnTo>
                  <a:pt x="1104900" y="3686175"/>
                </a:lnTo>
                <a:lnTo>
                  <a:pt x="1104900" y="3676650"/>
                </a:lnTo>
                <a:lnTo>
                  <a:pt x="1123950" y="3676650"/>
                </a:lnTo>
                <a:lnTo>
                  <a:pt x="1123950" y="3695700"/>
                </a:lnTo>
                <a:lnTo>
                  <a:pt x="1114425" y="3695700"/>
                </a:lnTo>
                <a:lnTo>
                  <a:pt x="1114425" y="3705225"/>
                </a:lnTo>
                <a:lnTo>
                  <a:pt x="1123950" y="3705225"/>
                </a:lnTo>
                <a:lnTo>
                  <a:pt x="1123950" y="3714750"/>
                </a:lnTo>
                <a:lnTo>
                  <a:pt x="1133475" y="3714750"/>
                </a:lnTo>
                <a:lnTo>
                  <a:pt x="1133475" y="3752850"/>
                </a:lnTo>
                <a:lnTo>
                  <a:pt x="1123950" y="3752850"/>
                </a:lnTo>
                <a:lnTo>
                  <a:pt x="1123950" y="3733800"/>
                </a:lnTo>
                <a:lnTo>
                  <a:pt x="1114425" y="3733800"/>
                </a:lnTo>
                <a:lnTo>
                  <a:pt x="1114425" y="3724275"/>
                </a:lnTo>
                <a:lnTo>
                  <a:pt x="1104900" y="3724275"/>
                </a:lnTo>
                <a:lnTo>
                  <a:pt x="1104900" y="3714750"/>
                </a:lnTo>
                <a:lnTo>
                  <a:pt x="1095375" y="3714750"/>
                </a:lnTo>
                <a:lnTo>
                  <a:pt x="1095375" y="3724275"/>
                </a:lnTo>
                <a:lnTo>
                  <a:pt x="1076325" y="3724275"/>
                </a:lnTo>
                <a:lnTo>
                  <a:pt x="1076325" y="3733800"/>
                </a:lnTo>
                <a:lnTo>
                  <a:pt x="1066800" y="3733800"/>
                </a:lnTo>
                <a:lnTo>
                  <a:pt x="1066800" y="3724275"/>
                </a:lnTo>
                <a:lnTo>
                  <a:pt x="1047750" y="3724275"/>
                </a:lnTo>
                <a:lnTo>
                  <a:pt x="1047750" y="3733800"/>
                </a:lnTo>
                <a:lnTo>
                  <a:pt x="1066800" y="3733800"/>
                </a:lnTo>
                <a:lnTo>
                  <a:pt x="1066800" y="3743325"/>
                </a:lnTo>
                <a:lnTo>
                  <a:pt x="1057275" y="3743325"/>
                </a:lnTo>
                <a:lnTo>
                  <a:pt x="1057275" y="3752850"/>
                </a:lnTo>
                <a:lnTo>
                  <a:pt x="1076325" y="3752850"/>
                </a:lnTo>
                <a:lnTo>
                  <a:pt x="1076325" y="3762375"/>
                </a:lnTo>
                <a:lnTo>
                  <a:pt x="1085850" y="3762375"/>
                </a:lnTo>
                <a:lnTo>
                  <a:pt x="1085850" y="3771900"/>
                </a:lnTo>
                <a:lnTo>
                  <a:pt x="1076325" y="3771900"/>
                </a:lnTo>
                <a:lnTo>
                  <a:pt x="1076325" y="3781425"/>
                </a:lnTo>
                <a:lnTo>
                  <a:pt x="1047750" y="3781425"/>
                </a:lnTo>
                <a:lnTo>
                  <a:pt x="1047750" y="3771900"/>
                </a:lnTo>
                <a:lnTo>
                  <a:pt x="1038225" y="3771900"/>
                </a:lnTo>
                <a:lnTo>
                  <a:pt x="1038225" y="3762375"/>
                </a:lnTo>
                <a:lnTo>
                  <a:pt x="1047750" y="3762375"/>
                </a:lnTo>
                <a:lnTo>
                  <a:pt x="1047750" y="3752850"/>
                </a:lnTo>
                <a:lnTo>
                  <a:pt x="1028700" y="3752850"/>
                </a:lnTo>
                <a:lnTo>
                  <a:pt x="1028700" y="3743325"/>
                </a:lnTo>
                <a:lnTo>
                  <a:pt x="1019175" y="3743325"/>
                </a:lnTo>
                <a:lnTo>
                  <a:pt x="1019175" y="3733800"/>
                </a:lnTo>
                <a:lnTo>
                  <a:pt x="1009650" y="3733800"/>
                </a:lnTo>
                <a:lnTo>
                  <a:pt x="1009650" y="3743325"/>
                </a:lnTo>
                <a:lnTo>
                  <a:pt x="1000125" y="3743325"/>
                </a:lnTo>
                <a:lnTo>
                  <a:pt x="1000125" y="3762375"/>
                </a:lnTo>
                <a:lnTo>
                  <a:pt x="981075" y="3762375"/>
                </a:lnTo>
                <a:lnTo>
                  <a:pt x="981075" y="3743325"/>
                </a:lnTo>
                <a:lnTo>
                  <a:pt x="971550" y="3743325"/>
                </a:lnTo>
                <a:lnTo>
                  <a:pt x="971550" y="3724275"/>
                </a:lnTo>
                <a:lnTo>
                  <a:pt x="942975" y="3724275"/>
                </a:lnTo>
                <a:lnTo>
                  <a:pt x="942975" y="3714750"/>
                </a:lnTo>
                <a:lnTo>
                  <a:pt x="962025" y="3714750"/>
                </a:lnTo>
                <a:lnTo>
                  <a:pt x="962025" y="3705225"/>
                </a:lnTo>
                <a:lnTo>
                  <a:pt x="971550" y="3705225"/>
                </a:lnTo>
                <a:lnTo>
                  <a:pt x="971550" y="3695700"/>
                </a:lnTo>
                <a:lnTo>
                  <a:pt x="981075" y="3695700"/>
                </a:lnTo>
                <a:lnTo>
                  <a:pt x="981075" y="3686175"/>
                </a:lnTo>
                <a:lnTo>
                  <a:pt x="1000125" y="3686175"/>
                </a:lnTo>
                <a:close/>
                <a:moveTo>
                  <a:pt x="1581150" y="3676650"/>
                </a:moveTo>
                <a:lnTo>
                  <a:pt x="1590675" y="3676650"/>
                </a:lnTo>
                <a:lnTo>
                  <a:pt x="1590675" y="3686175"/>
                </a:lnTo>
                <a:lnTo>
                  <a:pt x="1581150" y="3686175"/>
                </a:lnTo>
                <a:close/>
                <a:moveTo>
                  <a:pt x="828675" y="3686175"/>
                </a:moveTo>
                <a:lnTo>
                  <a:pt x="847725" y="3686175"/>
                </a:lnTo>
                <a:lnTo>
                  <a:pt x="847725" y="3695700"/>
                </a:lnTo>
                <a:lnTo>
                  <a:pt x="828675" y="3695700"/>
                </a:lnTo>
                <a:close/>
                <a:moveTo>
                  <a:pt x="876300" y="3686175"/>
                </a:moveTo>
                <a:lnTo>
                  <a:pt x="895350" y="3686175"/>
                </a:lnTo>
                <a:lnTo>
                  <a:pt x="895350" y="3705225"/>
                </a:lnTo>
                <a:lnTo>
                  <a:pt x="904875" y="3705225"/>
                </a:lnTo>
                <a:lnTo>
                  <a:pt x="904875" y="3714750"/>
                </a:lnTo>
                <a:lnTo>
                  <a:pt x="914400" y="3714750"/>
                </a:lnTo>
                <a:lnTo>
                  <a:pt x="914400" y="3724275"/>
                </a:lnTo>
                <a:lnTo>
                  <a:pt x="885825" y="3724275"/>
                </a:lnTo>
                <a:lnTo>
                  <a:pt x="885825" y="3714750"/>
                </a:lnTo>
                <a:lnTo>
                  <a:pt x="876300" y="3714750"/>
                </a:lnTo>
                <a:close/>
                <a:moveTo>
                  <a:pt x="1238250" y="3686175"/>
                </a:moveTo>
                <a:lnTo>
                  <a:pt x="1247775" y="3686175"/>
                </a:lnTo>
                <a:lnTo>
                  <a:pt x="1247775" y="3676650"/>
                </a:lnTo>
                <a:lnTo>
                  <a:pt x="1238250" y="3676650"/>
                </a:lnTo>
                <a:close/>
                <a:moveTo>
                  <a:pt x="1619250" y="3686175"/>
                </a:moveTo>
                <a:lnTo>
                  <a:pt x="1628775" y="3686175"/>
                </a:lnTo>
                <a:lnTo>
                  <a:pt x="1628775" y="3705225"/>
                </a:lnTo>
                <a:lnTo>
                  <a:pt x="1638300" y="3705225"/>
                </a:lnTo>
                <a:lnTo>
                  <a:pt x="1638300" y="3714750"/>
                </a:lnTo>
                <a:lnTo>
                  <a:pt x="1619250" y="3714750"/>
                </a:lnTo>
                <a:close/>
                <a:moveTo>
                  <a:pt x="742950" y="3695700"/>
                </a:moveTo>
                <a:lnTo>
                  <a:pt x="771525" y="3695700"/>
                </a:lnTo>
                <a:lnTo>
                  <a:pt x="771525" y="3705225"/>
                </a:lnTo>
                <a:lnTo>
                  <a:pt x="742950" y="3705225"/>
                </a:lnTo>
                <a:close/>
                <a:moveTo>
                  <a:pt x="1457325" y="3705225"/>
                </a:moveTo>
                <a:lnTo>
                  <a:pt x="1514475" y="3705225"/>
                </a:lnTo>
                <a:lnTo>
                  <a:pt x="1514475" y="3733800"/>
                </a:lnTo>
                <a:lnTo>
                  <a:pt x="1533525" y="3733800"/>
                </a:lnTo>
                <a:lnTo>
                  <a:pt x="1533525" y="3724275"/>
                </a:lnTo>
                <a:lnTo>
                  <a:pt x="1543050" y="3724275"/>
                </a:lnTo>
                <a:lnTo>
                  <a:pt x="1543050" y="3733800"/>
                </a:lnTo>
                <a:lnTo>
                  <a:pt x="1533525" y="3733800"/>
                </a:lnTo>
                <a:lnTo>
                  <a:pt x="1533525" y="3762375"/>
                </a:lnTo>
                <a:lnTo>
                  <a:pt x="1524000" y="3762375"/>
                </a:lnTo>
                <a:lnTo>
                  <a:pt x="1524000" y="3781425"/>
                </a:lnTo>
                <a:lnTo>
                  <a:pt x="1514475" y="3781425"/>
                </a:lnTo>
                <a:lnTo>
                  <a:pt x="1514475" y="3771900"/>
                </a:lnTo>
                <a:lnTo>
                  <a:pt x="1495425" y="3771900"/>
                </a:lnTo>
                <a:lnTo>
                  <a:pt x="1495425" y="3790950"/>
                </a:lnTo>
                <a:lnTo>
                  <a:pt x="1504950" y="3790950"/>
                </a:lnTo>
                <a:lnTo>
                  <a:pt x="1504950" y="3800475"/>
                </a:lnTo>
                <a:lnTo>
                  <a:pt x="1524000" y="3800475"/>
                </a:lnTo>
                <a:lnTo>
                  <a:pt x="1524000" y="3781425"/>
                </a:lnTo>
                <a:lnTo>
                  <a:pt x="1533525" y="3781425"/>
                </a:lnTo>
                <a:lnTo>
                  <a:pt x="1533525" y="3800475"/>
                </a:lnTo>
                <a:lnTo>
                  <a:pt x="1543050" y="3800475"/>
                </a:lnTo>
                <a:lnTo>
                  <a:pt x="1543050" y="3810000"/>
                </a:lnTo>
                <a:lnTo>
                  <a:pt x="1514475" y="3810000"/>
                </a:lnTo>
                <a:lnTo>
                  <a:pt x="1514475" y="3819525"/>
                </a:lnTo>
                <a:lnTo>
                  <a:pt x="1495425" y="3819525"/>
                </a:lnTo>
                <a:lnTo>
                  <a:pt x="1495425" y="3810000"/>
                </a:lnTo>
                <a:lnTo>
                  <a:pt x="1485900" y="3810000"/>
                </a:lnTo>
                <a:lnTo>
                  <a:pt x="1485900" y="3781425"/>
                </a:lnTo>
                <a:lnTo>
                  <a:pt x="1457325" y="3781425"/>
                </a:lnTo>
                <a:lnTo>
                  <a:pt x="1457325" y="3771900"/>
                </a:lnTo>
                <a:lnTo>
                  <a:pt x="1438275" y="3771900"/>
                </a:lnTo>
                <a:lnTo>
                  <a:pt x="1438275" y="3781425"/>
                </a:lnTo>
                <a:lnTo>
                  <a:pt x="1428750" y="3781425"/>
                </a:lnTo>
                <a:lnTo>
                  <a:pt x="1428750" y="3790950"/>
                </a:lnTo>
                <a:lnTo>
                  <a:pt x="1419225" y="3790950"/>
                </a:lnTo>
                <a:lnTo>
                  <a:pt x="1419225" y="3829050"/>
                </a:lnTo>
                <a:lnTo>
                  <a:pt x="1409700" y="3829050"/>
                </a:lnTo>
                <a:lnTo>
                  <a:pt x="1409700" y="3819525"/>
                </a:lnTo>
                <a:lnTo>
                  <a:pt x="1400175" y="3819525"/>
                </a:lnTo>
                <a:lnTo>
                  <a:pt x="1400175" y="3800475"/>
                </a:lnTo>
                <a:lnTo>
                  <a:pt x="1390650" y="3800475"/>
                </a:lnTo>
                <a:lnTo>
                  <a:pt x="1390650" y="3790950"/>
                </a:lnTo>
                <a:lnTo>
                  <a:pt x="1381125" y="3790950"/>
                </a:lnTo>
                <a:lnTo>
                  <a:pt x="1381125" y="3781425"/>
                </a:lnTo>
                <a:lnTo>
                  <a:pt x="1400175" y="3781425"/>
                </a:lnTo>
                <a:lnTo>
                  <a:pt x="1400175" y="3771900"/>
                </a:lnTo>
                <a:lnTo>
                  <a:pt x="1419225" y="3771900"/>
                </a:lnTo>
                <a:lnTo>
                  <a:pt x="1419225" y="3752850"/>
                </a:lnTo>
                <a:lnTo>
                  <a:pt x="1400175" y="3752850"/>
                </a:lnTo>
                <a:lnTo>
                  <a:pt x="1400175" y="3743325"/>
                </a:lnTo>
                <a:lnTo>
                  <a:pt x="1390650" y="3743325"/>
                </a:lnTo>
                <a:lnTo>
                  <a:pt x="1390650" y="3733800"/>
                </a:lnTo>
                <a:lnTo>
                  <a:pt x="1400175" y="3733800"/>
                </a:lnTo>
                <a:lnTo>
                  <a:pt x="1400175" y="3714750"/>
                </a:lnTo>
                <a:lnTo>
                  <a:pt x="1438275" y="3714750"/>
                </a:lnTo>
                <a:lnTo>
                  <a:pt x="1438275" y="3724275"/>
                </a:lnTo>
                <a:lnTo>
                  <a:pt x="1447800" y="3724275"/>
                </a:lnTo>
                <a:lnTo>
                  <a:pt x="1447800" y="3714750"/>
                </a:lnTo>
                <a:lnTo>
                  <a:pt x="1457325" y="3714750"/>
                </a:lnTo>
                <a:close/>
                <a:moveTo>
                  <a:pt x="1152525" y="3714750"/>
                </a:moveTo>
                <a:lnTo>
                  <a:pt x="1162050" y="3714750"/>
                </a:lnTo>
                <a:lnTo>
                  <a:pt x="1162050" y="3724275"/>
                </a:lnTo>
                <a:lnTo>
                  <a:pt x="1152525" y="3724275"/>
                </a:lnTo>
                <a:close/>
                <a:moveTo>
                  <a:pt x="1352550" y="3714750"/>
                </a:moveTo>
                <a:lnTo>
                  <a:pt x="1362075" y="3714750"/>
                </a:lnTo>
                <a:lnTo>
                  <a:pt x="1362075" y="3724275"/>
                </a:lnTo>
                <a:lnTo>
                  <a:pt x="1352550" y="3724275"/>
                </a:lnTo>
                <a:close/>
                <a:moveTo>
                  <a:pt x="1628775" y="3724275"/>
                </a:moveTo>
                <a:lnTo>
                  <a:pt x="1638300" y="3724275"/>
                </a:lnTo>
                <a:lnTo>
                  <a:pt x="1638300" y="3733800"/>
                </a:lnTo>
                <a:lnTo>
                  <a:pt x="1647825" y="3733800"/>
                </a:lnTo>
                <a:lnTo>
                  <a:pt x="1647825" y="3752850"/>
                </a:lnTo>
                <a:lnTo>
                  <a:pt x="1657350" y="3752850"/>
                </a:lnTo>
                <a:lnTo>
                  <a:pt x="1657350" y="3762375"/>
                </a:lnTo>
                <a:lnTo>
                  <a:pt x="1628775" y="3762375"/>
                </a:lnTo>
                <a:lnTo>
                  <a:pt x="1628775" y="3781425"/>
                </a:lnTo>
                <a:lnTo>
                  <a:pt x="1619250" y="3781425"/>
                </a:lnTo>
                <a:lnTo>
                  <a:pt x="1619250" y="3762375"/>
                </a:lnTo>
                <a:lnTo>
                  <a:pt x="1600200" y="3762375"/>
                </a:lnTo>
                <a:lnTo>
                  <a:pt x="1600200" y="3752850"/>
                </a:lnTo>
                <a:lnTo>
                  <a:pt x="1590675" y="3752850"/>
                </a:lnTo>
                <a:lnTo>
                  <a:pt x="1590675" y="3733800"/>
                </a:lnTo>
                <a:lnTo>
                  <a:pt x="1628775" y="3733800"/>
                </a:lnTo>
                <a:close/>
                <a:moveTo>
                  <a:pt x="1733550" y="3724275"/>
                </a:moveTo>
                <a:lnTo>
                  <a:pt x="1752600" y="3724275"/>
                </a:lnTo>
                <a:lnTo>
                  <a:pt x="1752600" y="3733800"/>
                </a:lnTo>
                <a:lnTo>
                  <a:pt x="1771650" y="3733800"/>
                </a:lnTo>
                <a:lnTo>
                  <a:pt x="1771650" y="3743325"/>
                </a:lnTo>
                <a:lnTo>
                  <a:pt x="1743075" y="3743325"/>
                </a:lnTo>
                <a:lnTo>
                  <a:pt x="1743075" y="3752850"/>
                </a:lnTo>
                <a:lnTo>
                  <a:pt x="1733550" y="3752850"/>
                </a:lnTo>
                <a:close/>
                <a:moveTo>
                  <a:pt x="428625" y="3743325"/>
                </a:moveTo>
                <a:lnTo>
                  <a:pt x="466725" y="3743325"/>
                </a:lnTo>
                <a:lnTo>
                  <a:pt x="466725" y="3762375"/>
                </a:lnTo>
                <a:lnTo>
                  <a:pt x="428625" y="3762375"/>
                </a:lnTo>
                <a:close/>
                <a:moveTo>
                  <a:pt x="523875" y="3743325"/>
                </a:moveTo>
                <a:lnTo>
                  <a:pt x="533400" y="3743325"/>
                </a:lnTo>
                <a:lnTo>
                  <a:pt x="533400" y="3752850"/>
                </a:lnTo>
                <a:lnTo>
                  <a:pt x="523875" y="3752850"/>
                </a:lnTo>
                <a:close/>
                <a:moveTo>
                  <a:pt x="1771650" y="3743325"/>
                </a:moveTo>
                <a:lnTo>
                  <a:pt x="1781175" y="3743325"/>
                </a:lnTo>
                <a:lnTo>
                  <a:pt x="1781175" y="3762375"/>
                </a:lnTo>
                <a:lnTo>
                  <a:pt x="1762125" y="3762375"/>
                </a:lnTo>
                <a:lnTo>
                  <a:pt x="1762125" y="3771900"/>
                </a:lnTo>
                <a:lnTo>
                  <a:pt x="1771650" y="3771900"/>
                </a:lnTo>
                <a:lnTo>
                  <a:pt x="1771650" y="3781425"/>
                </a:lnTo>
                <a:lnTo>
                  <a:pt x="1781175" y="3781425"/>
                </a:lnTo>
                <a:lnTo>
                  <a:pt x="1781175" y="3790950"/>
                </a:lnTo>
                <a:lnTo>
                  <a:pt x="1790700" y="3790950"/>
                </a:lnTo>
                <a:lnTo>
                  <a:pt x="1790700" y="3800475"/>
                </a:lnTo>
                <a:lnTo>
                  <a:pt x="1781175" y="3800475"/>
                </a:lnTo>
                <a:lnTo>
                  <a:pt x="1781175" y="3810000"/>
                </a:lnTo>
                <a:lnTo>
                  <a:pt x="1790700" y="3810000"/>
                </a:lnTo>
                <a:lnTo>
                  <a:pt x="1790700" y="3829050"/>
                </a:lnTo>
                <a:lnTo>
                  <a:pt x="1781175" y="3829050"/>
                </a:lnTo>
                <a:lnTo>
                  <a:pt x="1781175" y="3838575"/>
                </a:lnTo>
                <a:lnTo>
                  <a:pt x="1762125" y="3838575"/>
                </a:lnTo>
                <a:lnTo>
                  <a:pt x="1762125" y="3819525"/>
                </a:lnTo>
                <a:lnTo>
                  <a:pt x="1771650" y="3819525"/>
                </a:lnTo>
                <a:lnTo>
                  <a:pt x="1771650" y="3800475"/>
                </a:lnTo>
                <a:lnTo>
                  <a:pt x="1762125" y="3800475"/>
                </a:lnTo>
                <a:lnTo>
                  <a:pt x="1762125" y="3781425"/>
                </a:lnTo>
                <a:lnTo>
                  <a:pt x="1752600" y="3781425"/>
                </a:lnTo>
                <a:lnTo>
                  <a:pt x="1752600" y="3752850"/>
                </a:lnTo>
                <a:lnTo>
                  <a:pt x="1771650" y="3752850"/>
                </a:lnTo>
                <a:close/>
                <a:moveTo>
                  <a:pt x="514350" y="3752850"/>
                </a:moveTo>
                <a:lnTo>
                  <a:pt x="523875" y="3752850"/>
                </a:lnTo>
                <a:lnTo>
                  <a:pt x="523875" y="3762375"/>
                </a:lnTo>
                <a:lnTo>
                  <a:pt x="514350" y="3762375"/>
                </a:lnTo>
                <a:close/>
                <a:moveTo>
                  <a:pt x="1457325" y="3752850"/>
                </a:moveTo>
                <a:lnTo>
                  <a:pt x="1466850" y="3752850"/>
                </a:lnTo>
                <a:lnTo>
                  <a:pt x="1466850" y="3733800"/>
                </a:lnTo>
                <a:lnTo>
                  <a:pt x="1457325" y="3733800"/>
                </a:lnTo>
                <a:close/>
                <a:moveTo>
                  <a:pt x="809625" y="3771900"/>
                </a:moveTo>
                <a:lnTo>
                  <a:pt x="819150" y="3771900"/>
                </a:lnTo>
                <a:lnTo>
                  <a:pt x="819150" y="3781425"/>
                </a:lnTo>
                <a:lnTo>
                  <a:pt x="809625" y="3781425"/>
                </a:lnTo>
                <a:close/>
                <a:moveTo>
                  <a:pt x="1600200" y="3771900"/>
                </a:moveTo>
                <a:lnTo>
                  <a:pt x="1609725" y="3771900"/>
                </a:lnTo>
                <a:lnTo>
                  <a:pt x="1609725" y="3781425"/>
                </a:lnTo>
                <a:lnTo>
                  <a:pt x="1600200" y="3781425"/>
                </a:lnTo>
                <a:close/>
                <a:moveTo>
                  <a:pt x="1676400" y="3771900"/>
                </a:moveTo>
                <a:lnTo>
                  <a:pt x="1685925" y="3771900"/>
                </a:lnTo>
                <a:lnTo>
                  <a:pt x="1685925" y="3781425"/>
                </a:lnTo>
                <a:lnTo>
                  <a:pt x="1704975" y="3781425"/>
                </a:lnTo>
                <a:lnTo>
                  <a:pt x="1704975" y="3790950"/>
                </a:lnTo>
                <a:lnTo>
                  <a:pt x="1695450" y="3790950"/>
                </a:lnTo>
                <a:lnTo>
                  <a:pt x="1695450" y="3800475"/>
                </a:lnTo>
                <a:lnTo>
                  <a:pt x="1676400" y="3800475"/>
                </a:lnTo>
                <a:lnTo>
                  <a:pt x="1676400" y="3810000"/>
                </a:lnTo>
                <a:lnTo>
                  <a:pt x="1666875" y="3810000"/>
                </a:lnTo>
                <a:lnTo>
                  <a:pt x="1666875" y="3790950"/>
                </a:lnTo>
                <a:lnTo>
                  <a:pt x="1676400" y="3790950"/>
                </a:lnTo>
                <a:close/>
                <a:moveTo>
                  <a:pt x="1828800" y="3771900"/>
                </a:moveTo>
                <a:lnTo>
                  <a:pt x="1838325" y="3771900"/>
                </a:lnTo>
                <a:lnTo>
                  <a:pt x="1838325" y="3781425"/>
                </a:lnTo>
                <a:lnTo>
                  <a:pt x="1828800" y="3781425"/>
                </a:lnTo>
                <a:close/>
                <a:moveTo>
                  <a:pt x="1019175" y="3790950"/>
                </a:moveTo>
                <a:lnTo>
                  <a:pt x="1028700" y="3790950"/>
                </a:lnTo>
                <a:lnTo>
                  <a:pt x="1028700" y="3810000"/>
                </a:lnTo>
                <a:lnTo>
                  <a:pt x="1019175" y="3810000"/>
                </a:lnTo>
                <a:close/>
                <a:moveTo>
                  <a:pt x="1104900" y="3790950"/>
                </a:moveTo>
                <a:lnTo>
                  <a:pt x="1114425" y="3790950"/>
                </a:lnTo>
                <a:lnTo>
                  <a:pt x="1114425" y="3800475"/>
                </a:lnTo>
                <a:lnTo>
                  <a:pt x="1123950" y="3800475"/>
                </a:lnTo>
                <a:lnTo>
                  <a:pt x="1123950" y="3819525"/>
                </a:lnTo>
                <a:lnTo>
                  <a:pt x="1152525" y="3819525"/>
                </a:lnTo>
                <a:lnTo>
                  <a:pt x="1152525" y="3810000"/>
                </a:lnTo>
                <a:lnTo>
                  <a:pt x="1162050" y="3810000"/>
                </a:lnTo>
                <a:lnTo>
                  <a:pt x="1162050" y="3829050"/>
                </a:lnTo>
                <a:lnTo>
                  <a:pt x="1171575" y="3829050"/>
                </a:lnTo>
                <a:lnTo>
                  <a:pt x="1171575" y="3838575"/>
                </a:lnTo>
                <a:lnTo>
                  <a:pt x="1181100" y="3838575"/>
                </a:lnTo>
                <a:lnTo>
                  <a:pt x="1181100" y="3819525"/>
                </a:lnTo>
                <a:lnTo>
                  <a:pt x="1190625" y="3819525"/>
                </a:lnTo>
                <a:lnTo>
                  <a:pt x="1190625" y="3810000"/>
                </a:lnTo>
                <a:lnTo>
                  <a:pt x="1200150" y="3810000"/>
                </a:lnTo>
                <a:lnTo>
                  <a:pt x="1200150" y="3819525"/>
                </a:lnTo>
                <a:lnTo>
                  <a:pt x="1190625" y="3819525"/>
                </a:lnTo>
                <a:lnTo>
                  <a:pt x="1190625" y="3848100"/>
                </a:lnTo>
                <a:lnTo>
                  <a:pt x="1181100" y="3848100"/>
                </a:lnTo>
                <a:lnTo>
                  <a:pt x="1181100" y="3857625"/>
                </a:lnTo>
                <a:lnTo>
                  <a:pt x="1200150" y="3857625"/>
                </a:lnTo>
                <a:lnTo>
                  <a:pt x="1200150" y="3867150"/>
                </a:lnTo>
                <a:lnTo>
                  <a:pt x="1190625" y="3867150"/>
                </a:lnTo>
                <a:lnTo>
                  <a:pt x="1190625" y="3876675"/>
                </a:lnTo>
                <a:lnTo>
                  <a:pt x="1181100" y="3876675"/>
                </a:lnTo>
                <a:lnTo>
                  <a:pt x="1181100" y="3895725"/>
                </a:lnTo>
                <a:lnTo>
                  <a:pt x="1200150" y="3895725"/>
                </a:lnTo>
                <a:lnTo>
                  <a:pt x="1200150" y="3867150"/>
                </a:lnTo>
                <a:lnTo>
                  <a:pt x="1209675" y="3867150"/>
                </a:lnTo>
                <a:lnTo>
                  <a:pt x="1209675" y="3876675"/>
                </a:lnTo>
                <a:lnTo>
                  <a:pt x="1238250" y="3876675"/>
                </a:lnTo>
                <a:lnTo>
                  <a:pt x="1238250" y="3886200"/>
                </a:lnTo>
                <a:lnTo>
                  <a:pt x="1323975" y="3886200"/>
                </a:lnTo>
                <a:lnTo>
                  <a:pt x="1323975" y="3895725"/>
                </a:lnTo>
                <a:lnTo>
                  <a:pt x="1343025" y="3895725"/>
                </a:lnTo>
                <a:lnTo>
                  <a:pt x="1343025" y="3905250"/>
                </a:lnTo>
                <a:lnTo>
                  <a:pt x="1333500" y="3905250"/>
                </a:lnTo>
                <a:lnTo>
                  <a:pt x="1333500" y="3914775"/>
                </a:lnTo>
                <a:lnTo>
                  <a:pt x="1257300" y="3914775"/>
                </a:lnTo>
                <a:lnTo>
                  <a:pt x="1257300" y="3905250"/>
                </a:lnTo>
                <a:lnTo>
                  <a:pt x="1238250" y="3905250"/>
                </a:lnTo>
                <a:lnTo>
                  <a:pt x="1238250" y="3914775"/>
                </a:lnTo>
                <a:lnTo>
                  <a:pt x="1209675" y="3914775"/>
                </a:lnTo>
                <a:lnTo>
                  <a:pt x="1209675" y="3924300"/>
                </a:lnTo>
                <a:lnTo>
                  <a:pt x="1181100" y="3924300"/>
                </a:lnTo>
                <a:lnTo>
                  <a:pt x="1181100" y="3914775"/>
                </a:lnTo>
                <a:lnTo>
                  <a:pt x="1171575" y="3914775"/>
                </a:lnTo>
                <a:lnTo>
                  <a:pt x="1171575" y="3905250"/>
                </a:lnTo>
                <a:lnTo>
                  <a:pt x="1162050" y="3905250"/>
                </a:lnTo>
                <a:lnTo>
                  <a:pt x="1162050" y="3895725"/>
                </a:lnTo>
                <a:lnTo>
                  <a:pt x="1152525" y="3895725"/>
                </a:lnTo>
                <a:lnTo>
                  <a:pt x="1152525" y="3914775"/>
                </a:lnTo>
                <a:lnTo>
                  <a:pt x="1143000" y="3914775"/>
                </a:lnTo>
                <a:lnTo>
                  <a:pt x="1143000" y="3924300"/>
                </a:lnTo>
                <a:lnTo>
                  <a:pt x="1133475" y="3924300"/>
                </a:lnTo>
                <a:lnTo>
                  <a:pt x="1133475" y="3933825"/>
                </a:lnTo>
                <a:lnTo>
                  <a:pt x="1123950" y="3933825"/>
                </a:lnTo>
                <a:lnTo>
                  <a:pt x="1123950" y="3914775"/>
                </a:lnTo>
                <a:lnTo>
                  <a:pt x="1114425" y="3914775"/>
                </a:lnTo>
                <a:lnTo>
                  <a:pt x="1114425" y="3905250"/>
                </a:lnTo>
                <a:lnTo>
                  <a:pt x="1066800" y="3905250"/>
                </a:lnTo>
                <a:lnTo>
                  <a:pt x="1066800" y="3914775"/>
                </a:lnTo>
                <a:lnTo>
                  <a:pt x="1057275" y="3914775"/>
                </a:lnTo>
                <a:lnTo>
                  <a:pt x="1057275" y="3933825"/>
                </a:lnTo>
                <a:lnTo>
                  <a:pt x="1019175" y="3933825"/>
                </a:lnTo>
                <a:lnTo>
                  <a:pt x="1019175" y="3943350"/>
                </a:lnTo>
                <a:lnTo>
                  <a:pt x="981075" y="3943350"/>
                </a:lnTo>
                <a:lnTo>
                  <a:pt x="981075" y="3933825"/>
                </a:lnTo>
                <a:lnTo>
                  <a:pt x="962025" y="3933825"/>
                </a:lnTo>
                <a:lnTo>
                  <a:pt x="962025" y="3924300"/>
                </a:lnTo>
                <a:lnTo>
                  <a:pt x="904875" y="3924300"/>
                </a:lnTo>
                <a:lnTo>
                  <a:pt x="904875" y="3914775"/>
                </a:lnTo>
                <a:lnTo>
                  <a:pt x="923925" y="3914775"/>
                </a:lnTo>
                <a:lnTo>
                  <a:pt x="923925" y="3905250"/>
                </a:lnTo>
                <a:lnTo>
                  <a:pt x="942975" y="3905250"/>
                </a:lnTo>
                <a:lnTo>
                  <a:pt x="942975" y="3914775"/>
                </a:lnTo>
                <a:lnTo>
                  <a:pt x="962025" y="3914775"/>
                </a:lnTo>
                <a:lnTo>
                  <a:pt x="962025" y="3905250"/>
                </a:lnTo>
                <a:lnTo>
                  <a:pt x="1038225" y="3905250"/>
                </a:lnTo>
                <a:lnTo>
                  <a:pt x="1038225" y="3895725"/>
                </a:lnTo>
                <a:lnTo>
                  <a:pt x="1104900" y="3895725"/>
                </a:lnTo>
                <a:lnTo>
                  <a:pt x="1104900" y="3886200"/>
                </a:lnTo>
                <a:lnTo>
                  <a:pt x="1095375" y="3886200"/>
                </a:lnTo>
                <a:lnTo>
                  <a:pt x="1095375" y="3876675"/>
                </a:lnTo>
                <a:lnTo>
                  <a:pt x="1085850" y="3876675"/>
                </a:lnTo>
                <a:lnTo>
                  <a:pt x="1085850" y="3867150"/>
                </a:lnTo>
                <a:lnTo>
                  <a:pt x="1076325" y="3867150"/>
                </a:lnTo>
                <a:lnTo>
                  <a:pt x="1076325" y="3857625"/>
                </a:lnTo>
                <a:lnTo>
                  <a:pt x="1066800" y="3857625"/>
                </a:lnTo>
                <a:lnTo>
                  <a:pt x="1066800" y="3838575"/>
                </a:lnTo>
                <a:lnTo>
                  <a:pt x="1076325" y="3838575"/>
                </a:lnTo>
                <a:lnTo>
                  <a:pt x="1076325" y="3829050"/>
                </a:lnTo>
                <a:lnTo>
                  <a:pt x="1085850" y="3829050"/>
                </a:lnTo>
                <a:lnTo>
                  <a:pt x="1085850" y="3819525"/>
                </a:lnTo>
                <a:lnTo>
                  <a:pt x="1095375" y="3819525"/>
                </a:lnTo>
                <a:lnTo>
                  <a:pt x="1095375" y="3800475"/>
                </a:lnTo>
                <a:lnTo>
                  <a:pt x="1104900" y="3800475"/>
                </a:lnTo>
                <a:close/>
                <a:moveTo>
                  <a:pt x="1466850" y="3790950"/>
                </a:moveTo>
                <a:lnTo>
                  <a:pt x="1476375" y="3790950"/>
                </a:lnTo>
                <a:lnTo>
                  <a:pt x="1476375" y="3800475"/>
                </a:lnTo>
                <a:lnTo>
                  <a:pt x="1466850" y="3800475"/>
                </a:lnTo>
                <a:close/>
                <a:moveTo>
                  <a:pt x="1724025" y="3790950"/>
                </a:moveTo>
                <a:lnTo>
                  <a:pt x="1733550" y="3790950"/>
                </a:lnTo>
                <a:lnTo>
                  <a:pt x="1733550" y="3800475"/>
                </a:lnTo>
                <a:lnTo>
                  <a:pt x="1724025" y="3800475"/>
                </a:lnTo>
                <a:close/>
                <a:moveTo>
                  <a:pt x="1438275" y="3800475"/>
                </a:moveTo>
                <a:lnTo>
                  <a:pt x="1457325" y="3800475"/>
                </a:lnTo>
                <a:lnTo>
                  <a:pt x="1457325" y="3819525"/>
                </a:lnTo>
                <a:lnTo>
                  <a:pt x="1447800" y="3819525"/>
                </a:lnTo>
                <a:lnTo>
                  <a:pt x="1447800" y="3829050"/>
                </a:lnTo>
                <a:lnTo>
                  <a:pt x="1438275" y="3829050"/>
                </a:lnTo>
                <a:close/>
                <a:moveTo>
                  <a:pt x="847725" y="3810000"/>
                </a:moveTo>
                <a:lnTo>
                  <a:pt x="857250" y="3810000"/>
                </a:lnTo>
                <a:lnTo>
                  <a:pt x="857250" y="3819525"/>
                </a:lnTo>
                <a:lnTo>
                  <a:pt x="847725" y="3819525"/>
                </a:lnTo>
                <a:close/>
                <a:moveTo>
                  <a:pt x="485775" y="3819525"/>
                </a:moveTo>
                <a:lnTo>
                  <a:pt x="495300" y="3819525"/>
                </a:lnTo>
                <a:lnTo>
                  <a:pt x="495300" y="3829050"/>
                </a:lnTo>
                <a:lnTo>
                  <a:pt x="485775" y="3829050"/>
                </a:lnTo>
                <a:close/>
                <a:moveTo>
                  <a:pt x="876300" y="3819525"/>
                </a:moveTo>
                <a:lnTo>
                  <a:pt x="885825" y="3819525"/>
                </a:lnTo>
                <a:lnTo>
                  <a:pt x="885825" y="3829050"/>
                </a:lnTo>
                <a:lnTo>
                  <a:pt x="876300" y="3829050"/>
                </a:lnTo>
                <a:close/>
                <a:moveTo>
                  <a:pt x="1219200" y="3819525"/>
                </a:moveTo>
                <a:lnTo>
                  <a:pt x="1276350" y="3819525"/>
                </a:lnTo>
                <a:lnTo>
                  <a:pt x="1276350" y="3838575"/>
                </a:lnTo>
                <a:lnTo>
                  <a:pt x="1228725" y="3838575"/>
                </a:lnTo>
                <a:lnTo>
                  <a:pt x="1228725" y="3829050"/>
                </a:lnTo>
                <a:lnTo>
                  <a:pt x="1219200" y="3829050"/>
                </a:lnTo>
                <a:close/>
                <a:moveTo>
                  <a:pt x="1466850" y="3829050"/>
                </a:moveTo>
                <a:lnTo>
                  <a:pt x="1476375" y="3829050"/>
                </a:lnTo>
                <a:lnTo>
                  <a:pt x="1476375" y="3848100"/>
                </a:lnTo>
                <a:lnTo>
                  <a:pt x="1457325" y="3848100"/>
                </a:lnTo>
                <a:lnTo>
                  <a:pt x="1457325" y="3857625"/>
                </a:lnTo>
                <a:lnTo>
                  <a:pt x="1447800" y="3857625"/>
                </a:lnTo>
                <a:lnTo>
                  <a:pt x="1447800" y="3838575"/>
                </a:lnTo>
                <a:lnTo>
                  <a:pt x="1466850" y="3838575"/>
                </a:lnTo>
                <a:close/>
                <a:moveTo>
                  <a:pt x="1743075" y="3829050"/>
                </a:moveTo>
                <a:lnTo>
                  <a:pt x="1752600" y="3829050"/>
                </a:lnTo>
                <a:lnTo>
                  <a:pt x="1752600" y="3838575"/>
                </a:lnTo>
                <a:lnTo>
                  <a:pt x="1743075" y="3838575"/>
                </a:lnTo>
                <a:close/>
                <a:moveTo>
                  <a:pt x="923925" y="3838575"/>
                </a:moveTo>
                <a:lnTo>
                  <a:pt x="933450" y="3838575"/>
                </a:lnTo>
                <a:lnTo>
                  <a:pt x="933450" y="3848100"/>
                </a:lnTo>
                <a:lnTo>
                  <a:pt x="923925" y="3848100"/>
                </a:lnTo>
                <a:close/>
                <a:moveTo>
                  <a:pt x="971550" y="3838575"/>
                </a:moveTo>
                <a:lnTo>
                  <a:pt x="981075" y="3838575"/>
                </a:lnTo>
                <a:lnTo>
                  <a:pt x="981075" y="3848100"/>
                </a:lnTo>
                <a:lnTo>
                  <a:pt x="971550" y="3848100"/>
                </a:lnTo>
                <a:close/>
                <a:moveTo>
                  <a:pt x="1104900" y="3838575"/>
                </a:moveTo>
                <a:lnTo>
                  <a:pt x="1114425" y="3838575"/>
                </a:lnTo>
                <a:lnTo>
                  <a:pt x="1114425" y="3829050"/>
                </a:lnTo>
                <a:lnTo>
                  <a:pt x="1104900" y="3829050"/>
                </a:lnTo>
                <a:close/>
                <a:moveTo>
                  <a:pt x="1276350" y="3838575"/>
                </a:moveTo>
                <a:lnTo>
                  <a:pt x="1285875" y="3838575"/>
                </a:lnTo>
                <a:lnTo>
                  <a:pt x="1285875" y="3848100"/>
                </a:lnTo>
                <a:lnTo>
                  <a:pt x="1276350" y="3848100"/>
                </a:lnTo>
                <a:close/>
                <a:moveTo>
                  <a:pt x="1828800" y="3838575"/>
                </a:moveTo>
                <a:lnTo>
                  <a:pt x="1847850" y="3838575"/>
                </a:lnTo>
                <a:lnTo>
                  <a:pt x="1847850" y="3848100"/>
                </a:lnTo>
                <a:lnTo>
                  <a:pt x="1828800" y="3848100"/>
                </a:lnTo>
                <a:close/>
                <a:moveTo>
                  <a:pt x="1019175" y="3848100"/>
                </a:moveTo>
                <a:lnTo>
                  <a:pt x="1038225" y="3848100"/>
                </a:lnTo>
                <a:lnTo>
                  <a:pt x="1038225" y="3857625"/>
                </a:lnTo>
                <a:lnTo>
                  <a:pt x="1019175" y="3857625"/>
                </a:lnTo>
                <a:close/>
                <a:moveTo>
                  <a:pt x="1009650" y="3857625"/>
                </a:moveTo>
                <a:lnTo>
                  <a:pt x="1019175" y="3857625"/>
                </a:lnTo>
                <a:lnTo>
                  <a:pt x="1019175" y="3867150"/>
                </a:lnTo>
                <a:lnTo>
                  <a:pt x="1009650" y="3867150"/>
                </a:lnTo>
                <a:close/>
                <a:moveTo>
                  <a:pt x="1495425" y="3857625"/>
                </a:moveTo>
                <a:lnTo>
                  <a:pt x="1504950" y="3857625"/>
                </a:lnTo>
                <a:lnTo>
                  <a:pt x="1504950" y="3867150"/>
                </a:lnTo>
                <a:lnTo>
                  <a:pt x="1514475" y="3867150"/>
                </a:lnTo>
                <a:lnTo>
                  <a:pt x="1514475" y="3886200"/>
                </a:lnTo>
                <a:lnTo>
                  <a:pt x="1495425" y="3886200"/>
                </a:lnTo>
                <a:lnTo>
                  <a:pt x="1495425" y="3876675"/>
                </a:lnTo>
                <a:lnTo>
                  <a:pt x="1485900" y="3876675"/>
                </a:lnTo>
                <a:lnTo>
                  <a:pt x="1485900" y="3867150"/>
                </a:lnTo>
                <a:lnTo>
                  <a:pt x="1495425" y="3867150"/>
                </a:lnTo>
                <a:close/>
                <a:moveTo>
                  <a:pt x="1457325" y="3867150"/>
                </a:moveTo>
                <a:lnTo>
                  <a:pt x="1466850" y="3867150"/>
                </a:lnTo>
                <a:lnTo>
                  <a:pt x="1466850" y="3876675"/>
                </a:lnTo>
                <a:lnTo>
                  <a:pt x="1457325" y="3876675"/>
                </a:lnTo>
                <a:close/>
                <a:moveTo>
                  <a:pt x="1647825" y="3867150"/>
                </a:moveTo>
                <a:lnTo>
                  <a:pt x="1666875" y="3867150"/>
                </a:lnTo>
                <a:lnTo>
                  <a:pt x="1666875" y="3876675"/>
                </a:lnTo>
                <a:lnTo>
                  <a:pt x="1647825" y="3876675"/>
                </a:lnTo>
                <a:close/>
                <a:moveTo>
                  <a:pt x="1609725" y="3886200"/>
                </a:moveTo>
                <a:lnTo>
                  <a:pt x="1666875" y="3886200"/>
                </a:lnTo>
                <a:lnTo>
                  <a:pt x="1666875" y="3895725"/>
                </a:lnTo>
                <a:lnTo>
                  <a:pt x="1609725" y="3895725"/>
                </a:lnTo>
                <a:close/>
                <a:moveTo>
                  <a:pt x="781050" y="3905250"/>
                </a:moveTo>
                <a:lnTo>
                  <a:pt x="809625" y="3905250"/>
                </a:lnTo>
                <a:lnTo>
                  <a:pt x="809625" y="3914775"/>
                </a:lnTo>
                <a:lnTo>
                  <a:pt x="800100" y="3914775"/>
                </a:lnTo>
                <a:lnTo>
                  <a:pt x="800100" y="3933825"/>
                </a:lnTo>
                <a:lnTo>
                  <a:pt x="781050" y="3933825"/>
                </a:lnTo>
                <a:lnTo>
                  <a:pt x="781050" y="3924300"/>
                </a:lnTo>
                <a:lnTo>
                  <a:pt x="771525" y="3924300"/>
                </a:lnTo>
                <a:lnTo>
                  <a:pt x="771525" y="3914775"/>
                </a:lnTo>
                <a:lnTo>
                  <a:pt x="781050" y="3914775"/>
                </a:lnTo>
                <a:close/>
                <a:moveTo>
                  <a:pt x="1352550" y="3905250"/>
                </a:moveTo>
                <a:lnTo>
                  <a:pt x="1362075" y="3905250"/>
                </a:lnTo>
                <a:lnTo>
                  <a:pt x="1362075" y="3914775"/>
                </a:lnTo>
                <a:lnTo>
                  <a:pt x="1352550" y="3914775"/>
                </a:lnTo>
                <a:close/>
                <a:moveTo>
                  <a:pt x="1066800" y="3914775"/>
                </a:moveTo>
                <a:lnTo>
                  <a:pt x="1076325" y="3914775"/>
                </a:lnTo>
                <a:lnTo>
                  <a:pt x="1076325" y="3924300"/>
                </a:lnTo>
                <a:lnTo>
                  <a:pt x="1066800" y="3924300"/>
                </a:lnTo>
                <a:close/>
                <a:moveTo>
                  <a:pt x="485775" y="3933825"/>
                </a:moveTo>
                <a:lnTo>
                  <a:pt x="495300" y="3933825"/>
                </a:lnTo>
                <a:lnTo>
                  <a:pt x="495300" y="3943350"/>
                </a:lnTo>
                <a:lnTo>
                  <a:pt x="485775" y="3943350"/>
                </a:lnTo>
                <a:close/>
                <a:moveTo>
                  <a:pt x="542925" y="3933825"/>
                </a:moveTo>
                <a:lnTo>
                  <a:pt x="571500" y="3933825"/>
                </a:lnTo>
                <a:lnTo>
                  <a:pt x="571500" y="3943350"/>
                </a:lnTo>
                <a:lnTo>
                  <a:pt x="619125" y="3943350"/>
                </a:lnTo>
                <a:lnTo>
                  <a:pt x="619125" y="3952875"/>
                </a:lnTo>
                <a:lnTo>
                  <a:pt x="609600" y="3952875"/>
                </a:lnTo>
                <a:lnTo>
                  <a:pt x="609600" y="3962400"/>
                </a:lnTo>
                <a:lnTo>
                  <a:pt x="590550" y="3962400"/>
                </a:lnTo>
                <a:lnTo>
                  <a:pt x="590550" y="3952875"/>
                </a:lnTo>
                <a:lnTo>
                  <a:pt x="571500" y="3952875"/>
                </a:lnTo>
                <a:lnTo>
                  <a:pt x="571500" y="3962400"/>
                </a:lnTo>
                <a:lnTo>
                  <a:pt x="561975" y="3962400"/>
                </a:lnTo>
                <a:lnTo>
                  <a:pt x="561975" y="3971925"/>
                </a:lnTo>
                <a:lnTo>
                  <a:pt x="542925" y="3971925"/>
                </a:lnTo>
                <a:lnTo>
                  <a:pt x="542925" y="3962400"/>
                </a:lnTo>
                <a:lnTo>
                  <a:pt x="533400" y="3962400"/>
                </a:lnTo>
                <a:lnTo>
                  <a:pt x="533400" y="3943350"/>
                </a:lnTo>
                <a:lnTo>
                  <a:pt x="542925" y="3943350"/>
                </a:lnTo>
                <a:close/>
                <a:moveTo>
                  <a:pt x="476250" y="3943350"/>
                </a:moveTo>
                <a:lnTo>
                  <a:pt x="485775" y="3943350"/>
                </a:lnTo>
                <a:lnTo>
                  <a:pt x="485775" y="3952875"/>
                </a:lnTo>
                <a:lnTo>
                  <a:pt x="476250" y="3952875"/>
                </a:lnTo>
                <a:close/>
                <a:moveTo>
                  <a:pt x="704850" y="3943350"/>
                </a:moveTo>
                <a:lnTo>
                  <a:pt x="714375" y="3943350"/>
                </a:lnTo>
                <a:lnTo>
                  <a:pt x="714375" y="3952875"/>
                </a:lnTo>
                <a:lnTo>
                  <a:pt x="704850" y="3952875"/>
                </a:lnTo>
                <a:close/>
                <a:moveTo>
                  <a:pt x="733425" y="3943350"/>
                </a:moveTo>
                <a:lnTo>
                  <a:pt x="742950" y="3943350"/>
                </a:lnTo>
                <a:lnTo>
                  <a:pt x="742950" y="3952875"/>
                </a:lnTo>
                <a:lnTo>
                  <a:pt x="733425" y="3952875"/>
                </a:lnTo>
                <a:close/>
              </a:path>
            </a:pathLst>
          </a:custGeom>
          <a:solidFill xmlns:a="http://schemas.openxmlformats.org/drawingml/2006/main">
            <a:srgbClr val="F4F9FD"/>
          </a:solidFill>
          <a:ln xmlns:a="http://schemas.openxmlformats.org/drawingml/2006/main" w="0">
            <a:noFill/>
          </a:ln>
        </p:spPr>
      </p:sp>
      <p:sp>
        <p:nvSpPr>
          <p:cNvPr id="14" name="phones vector #f4f9fc">
            <a:extLst xmlns:a="http://schemas.openxmlformats.org/drawingml/2006/main">
              <a:ext uri="{FF2B5EF4-FFF2-40B4-BE49-F238E27FC236}">
                <a16:creationId xmlns:a16="http://schemas.microsoft.com/office/drawing/2014/main" id="{D5FA658D-74DA-48C3-B36D-C640D964C6D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48500" y="190500"/>
            <a:ext cx="5905500" cy="6619875"/>
          </a:xfrm>
          <a:custGeom xmlns:a="http://schemas.openxmlformats.org/drawingml/2006/main">
            <a:pathLst>
              <a:path w="3838575" h="4295775">
                <a:moveTo>
                  <a:pt x="1514475" y="152400"/>
                </a:moveTo>
                <a:lnTo>
                  <a:pt x="1533525" y="152400"/>
                </a:lnTo>
                <a:lnTo>
                  <a:pt x="1533525" y="171450"/>
                </a:lnTo>
                <a:lnTo>
                  <a:pt x="1524000" y="171450"/>
                </a:lnTo>
                <a:lnTo>
                  <a:pt x="1524000" y="180975"/>
                </a:lnTo>
                <a:lnTo>
                  <a:pt x="1514475" y="180975"/>
                </a:lnTo>
                <a:lnTo>
                  <a:pt x="1514475" y="171450"/>
                </a:lnTo>
                <a:lnTo>
                  <a:pt x="1504950" y="171450"/>
                </a:lnTo>
                <a:lnTo>
                  <a:pt x="1504950" y="161925"/>
                </a:lnTo>
                <a:lnTo>
                  <a:pt x="1514475" y="161925"/>
                </a:lnTo>
                <a:close/>
                <a:moveTo>
                  <a:pt x="1209675" y="161925"/>
                </a:moveTo>
                <a:lnTo>
                  <a:pt x="1219200" y="161925"/>
                </a:lnTo>
                <a:lnTo>
                  <a:pt x="1219200" y="171450"/>
                </a:lnTo>
                <a:lnTo>
                  <a:pt x="1209675" y="171450"/>
                </a:lnTo>
                <a:close/>
                <a:moveTo>
                  <a:pt x="1123950" y="171450"/>
                </a:moveTo>
                <a:lnTo>
                  <a:pt x="1133475" y="171450"/>
                </a:lnTo>
                <a:lnTo>
                  <a:pt x="1133475" y="180975"/>
                </a:lnTo>
                <a:lnTo>
                  <a:pt x="1123950" y="180975"/>
                </a:lnTo>
                <a:close/>
                <a:moveTo>
                  <a:pt x="1171575" y="171450"/>
                </a:moveTo>
                <a:lnTo>
                  <a:pt x="1209675" y="171450"/>
                </a:lnTo>
                <a:lnTo>
                  <a:pt x="1209675" y="180975"/>
                </a:lnTo>
                <a:lnTo>
                  <a:pt x="1171575" y="180975"/>
                </a:lnTo>
                <a:close/>
                <a:moveTo>
                  <a:pt x="1466850" y="171450"/>
                </a:moveTo>
                <a:lnTo>
                  <a:pt x="1476375" y="171450"/>
                </a:lnTo>
                <a:lnTo>
                  <a:pt x="1476375" y="180975"/>
                </a:lnTo>
                <a:lnTo>
                  <a:pt x="1466850" y="180975"/>
                </a:lnTo>
                <a:close/>
                <a:moveTo>
                  <a:pt x="1076325" y="180975"/>
                </a:moveTo>
                <a:lnTo>
                  <a:pt x="1085850" y="180975"/>
                </a:lnTo>
                <a:lnTo>
                  <a:pt x="1085850" y="190500"/>
                </a:lnTo>
                <a:lnTo>
                  <a:pt x="1076325" y="190500"/>
                </a:lnTo>
                <a:close/>
                <a:moveTo>
                  <a:pt x="1504950" y="190500"/>
                </a:moveTo>
                <a:lnTo>
                  <a:pt x="1524000" y="190500"/>
                </a:lnTo>
                <a:lnTo>
                  <a:pt x="1524000" y="200025"/>
                </a:lnTo>
                <a:lnTo>
                  <a:pt x="1504950" y="200025"/>
                </a:lnTo>
                <a:close/>
                <a:moveTo>
                  <a:pt x="1000125" y="200025"/>
                </a:moveTo>
                <a:lnTo>
                  <a:pt x="1019175" y="200025"/>
                </a:lnTo>
                <a:lnTo>
                  <a:pt x="1019175" y="209550"/>
                </a:lnTo>
                <a:lnTo>
                  <a:pt x="1000125" y="209550"/>
                </a:lnTo>
                <a:close/>
                <a:moveTo>
                  <a:pt x="790575" y="209550"/>
                </a:moveTo>
                <a:lnTo>
                  <a:pt x="819150" y="209550"/>
                </a:lnTo>
                <a:lnTo>
                  <a:pt x="819150" y="219075"/>
                </a:lnTo>
                <a:lnTo>
                  <a:pt x="790575" y="219075"/>
                </a:lnTo>
                <a:close/>
                <a:moveTo>
                  <a:pt x="885825" y="209550"/>
                </a:moveTo>
                <a:lnTo>
                  <a:pt x="895350" y="209550"/>
                </a:lnTo>
                <a:lnTo>
                  <a:pt x="895350" y="219075"/>
                </a:lnTo>
                <a:lnTo>
                  <a:pt x="885825" y="219075"/>
                </a:lnTo>
                <a:close/>
                <a:moveTo>
                  <a:pt x="695325" y="219075"/>
                </a:moveTo>
                <a:lnTo>
                  <a:pt x="704850" y="219075"/>
                </a:lnTo>
                <a:lnTo>
                  <a:pt x="704850" y="228600"/>
                </a:lnTo>
                <a:lnTo>
                  <a:pt x="695325" y="228600"/>
                </a:lnTo>
                <a:close/>
                <a:moveTo>
                  <a:pt x="752475" y="219075"/>
                </a:moveTo>
                <a:lnTo>
                  <a:pt x="762000" y="219075"/>
                </a:lnTo>
                <a:lnTo>
                  <a:pt x="762000" y="228600"/>
                </a:lnTo>
                <a:lnTo>
                  <a:pt x="752475" y="228600"/>
                </a:lnTo>
                <a:close/>
                <a:moveTo>
                  <a:pt x="666750" y="228600"/>
                </a:moveTo>
                <a:lnTo>
                  <a:pt x="676275" y="228600"/>
                </a:lnTo>
                <a:lnTo>
                  <a:pt x="676275" y="238125"/>
                </a:lnTo>
                <a:lnTo>
                  <a:pt x="666750" y="238125"/>
                </a:lnTo>
                <a:close/>
                <a:moveTo>
                  <a:pt x="762000" y="228600"/>
                </a:moveTo>
                <a:lnTo>
                  <a:pt x="781050" y="228600"/>
                </a:lnTo>
                <a:lnTo>
                  <a:pt x="781050" y="238125"/>
                </a:lnTo>
                <a:lnTo>
                  <a:pt x="771525" y="238125"/>
                </a:lnTo>
                <a:lnTo>
                  <a:pt x="771525" y="247650"/>
                </a:lnTo>
                <a:lnTo>
                  <a:pt x="752475" y="247650"/>
                </a:lnTo>
                <a:lnTo>
                  <a:pt x="752475" y="238125"/>
                </a:lnTo>
                <a:lnTo>
                  <a:pt x="762000" y="238125"/>
                </a:lnTo>
                <a:close/>
                <a:moveTo>
                  <a:pt x="790575" y="228600"/>
                </a:moveTo>
                <a:lnTo>
                  <a:pt x="819150" y="228600"/>
                </a:lnTo>
                <a:lnTo>
                  <a:pt x="819150" y="238125"/>
                </a:lnTo>
                <a:lnTo>
                  <a:pt x="790575" y="238125"/>
                </a:lnTo>
                <a:close/>
                <a:moveTo>
                  <a:pt x="428625" y="247650"/>
                </a:moveTo>
                <a:lnTo>
                  <a:pt x="447675" y="247650"/>
                </a:lnTo>
                <a:lnTo>
                  <a:pt x="447675" y="257175"/>
                </a:lnTo>
                <a:lnTo>
                  <a:pt x="428625" y="257175"/>
                </a:lnTo>
                <a:close/>
                <a:moveTo>
                  <a:pt x="1181100" y="257175"/>
                </a:moveTo>
                <a:lnTo>
                  <a:pt x="1190625" y="257175"/>
                </a:lnTo>
                <a:lnTo>
                  <a:pt x="1190625" y="266700"/>
                </a:lnTo>
                <a:lnTo>
                  <a:pt x="1209675" y="266700"/>
                </a:lnTo>
                <a:lnTo>
                  <a:pt x="1209675" y="276225"/>
                </a:lnTo>
                <a:lnTo>
                  <a:pt x="1181100" y="276225"/>
                </a:lnTo>
                <a:close/>
                <a:moveTo>
                  <a:pt x="1562100" y="266700"/>
                </a:moveTo>
                <a:lnTo>
                  <a:pt x="1571625" y="266700"/>
                </a:lnTo>
                <a:lnTo>
                  <a:pt x="1571625" y="276225"/>
                </a:lnTo>
                <a:lnTo>
                  <a:pt x="1562100" y="276225"/>
                </a:lnTo>
                <a:close/>
                <a:moveTo>
                  <a:pt x="285750" y="276225"/>
                </a:moveTo>
                <a:lnTo>
                  <a:pt x="295275" y="276225"/>
                </a:lnTo>
                <a:lnTo>
                  <a:pt x="295275" y="285750"/>
                </a:lnTo>
                <a:lnTo>
                  <a:pt x="285750" y="285750"/>
                </a:lnTo>
                <a:close/>
                <a:moveTo>
                  <a:pt x="1438275" y="276225"/>
                </a:moveTo>
                <a:lnTo>
                  <a:pt x="1457325" y="276225"/>
                </a:lnTo>
                <a:lnTo>
                  <a:pt x="1457325" y="285750"/>
                </a:lnTo>
                <a:lnTo>
                  <a:pt x="1438275" y="285750"/>
                </a:lnTo>
                <a:close/>
                <a:moveTo>
                  <a:pt x="1638300" y="276225"/>
                </a:moveTo>
                <a:lnTo>
                  <a:pt x="1647825" y="276225"/>
                </a:lnTo>
                <a:lnTo>
                  <a:pt x="1647825" y="285750"/>
                </a:lnTo>
                <a:lnTo>
                  <a:pt x="1638300" y="285750"/>
                </a:lnTo>
                <a:close/>
                <a:moveTo>
                  <a:pt x="1466850" y="285750"/>
                </a:moveTo>
                <a:lnTo>
                  <a:pt x="1495425" y="285750"/>
                </a:lnTo>
                <a:lnTo>
                  <a:pt x="1495425" y="304800"/>
                </a:lnTo>
                <a:lnTo>
                  <a:pt x="1485900" y="304800"/>
                </a:lnTo>
                <a:lnTo>
                  <a:pt x="1485900" y="295275"/>
                </a:lnTo>
                <a:lnTo>
                  <a:pt x="1466850" y="295275"/>
                </a:lnTo>
                <a:close/>
                <a:moveTo>
                  <a:pt x="1533525" y="285750"/>
                </a:moveTo>
                <a:lnTo>
                  <a:pt x="1543050" y="285750"/>
                </a:lnTo>
                <a:lnTo>
                  <a:pt x="1543050" y="295275"/>
                </a:lnTo>
                <a:lnTo>
                  <a:pt x="1533525" y="295275"/>
                </a:lnTo>
                <a:close/>
                <a:moveTo>
                  <a:pt x="314325" y="295275"/>
                </a:moveTo>
                <a:lnTo>
                  <a:pt x="323850" y="295275"/>
                </a:lnTo>
                <a:lnTo>
                  <a:pt x="323850" y="314325"/>
                </a:lnTo>
                <a:lnTo>
                  <a:pt x="314325" y="314325"/>
                </a:lnTo>
                <a:close/>
                <a:moveTo>
                  <a:pt x="1552575" y="295275"/>
                </a:moveTo>
                <a:lnTo>
                  <a:pt x="1562100" y="295275"/>
                </a:lnTo>
                <a:lnTo>
                  <a:pt x="1562100" y="304800"/>
                </a:lnTo>
                <a:lnTo>
                  <a:pt x="1552575" y="304800"/>
                </a:lnTo>
                <a:close/>
                <a:moveTo>
                  <a:pt x="323850" y="314325"/>
                </a:moveTo>
                <a:lnTo>
                  <a:pt x="333375" y="314325"/>
                </a:lnTo>
                <a:lnTo>
                  <a:pt x="333375" y="323850"/>
                </a:lnTo>
                <a:lnTo>
                  <a:pt x="323850" y="323850"/>
                </a:lnTo>
                <a:close/>
                <a:moveTo>
                  <a:pt x="381000" y="314325"/>
                </a:moveTo>
                <a:lnTo>
                  <a:pt x="390525" y="314325"/>
                </a:lnTo>
                <a:lnTo>
                  <a:pt x="390525" y="323850"/>
                </a:lnTo>
                <a:lnTo>
                  <a:pt x="381000" y="323850"/>
                </a:lnTo>
                <a:close/>
                <a:moveTo>
                  <a:pt x="657225" y="342900"/>
                </a:moveTo>
                <a:lnTo>
                  <a:pt x="666750" y="342900"/>
                </a:lnTo>
                <a:lnTo>
                  <a:pt x="666750" y="352425"/>
                </a:lnTo>
                <a:lnTo>
                  <a:pt x="657225" y="352425"/>
                </a:lnTo>
                <a:close/>
                <a:moveTo>
                  <a:pt x="1104900" y="342900"/>
                </a:moveTo>
                <a:lnTo>
                  <a:pt x="1114425" y="342900"/>
                </a:lnTo>
                <a:lnTo>
                  <a:pt x="1114425" y="352425"/>
                </a:lnTo>
                <a:lnTo>
                  <a:pt x="1104900" y="352425"/>
                </a:lnTo>
                <a:close/>
                <a:moveTo>
                  <a:pt x="981075" y="352425"/>
                </a:moveTo>
                <a:lnTo>
                  <a:pt x="1009650" y="352425"/>
                </a:lnTo>
                <a:lnTo>
                  <a:pt x="1009650" y="361950"/>
                </a:lnTo>
                <a:lnTo>
                  <a:pt x="981075" y="361950"/>
                </a:lnTo>
                <a:close/>
                <a:moveTo>
                  <a:pt x="1657350" y="352425"/>
                </a:moveTo>
                <a:lnTo>
                  <a:pt x="1666875" y="352425"/>
                </a:lnTo>
                <a:lnTo>
                  <a:pt x="1666875" y="361950"/>
                </a:lnTo>
                <a:lnTo>
                  <a:pt x="1657350" y="361950"/>
                </a:lnTo>
                <a:close/>
                <a:moveTo>
                  <a:pt x="933450" y="361950"/>
                </a:moveTo>
                <a:lnTo>
                  <a:pt x="942975" y="361950"/>
                </a:lnTo>
                <a:lnTo>
                  <a:pt x="942975" y="371475"/>
                </a:lnTo>
                <a:lnTo>
                  <a:pt x="933450" y="371475"/>
                </a:lnTo>
                <a:close/>
                <a:moveTo>
                  <a:pt x="1066800" y="361950"/>
                </a:moveTo>
                <a:lnTo>
                  <a:pt x="1095375" y="361950"/>
                </a:lnTo>
                <a:lnTo>
                  <a:pt x="1095375" y="371475"/>
                </a:lnTo>
                <a:lnTo>
                  <a:pt x="1066800" y="371475"/>
                </a:lnTo>
                <a:close/>
                <a:moveTo>
                  <a:pt x="381000" y="371475"/>
                </a:moveTo>
                <a:lnTo>
                  <a:pt x="409575" y="371475"/>
                </a:lnTo>
                <a:lnTo>
                  <a:pt x="409575" y="381000"/>
                </a:lnTo>
                <a:lnTo>
                  <a:pt x="381000" y="381000"/>
                </a:lnTo>
                <a:close/>
                <a:moveTo>
                  <a:pt x="457200" y="371475"/>
                </a:moveTo>
                <a:lnTo>
                  <a:pt x="466725" y="371475"/>
                </a:lnTo>
                <a:lnTo>
                  <a:pt x="466725" y="381000"/>
                </a:lnTo>
                <a:lnTo>
                  <a:pt x="457200" y="381000"/>
                </a:lnTo>
                <a:close/>
                <a:moveTo>
                  <a:pt x="904875" y="371475"/>
                </a:moveTo>
                <a:lnTo>
                  <a:pt x="914400" y="371475"/>
                </a:lnTo>
                <a:lnTo>
                  <a:pt x="914400" y="381000"/>
                </a:lnTo>
                <a:lnTo>
                  <a:pt x="904875" y="381000"/>
                </a:lnTo>
                <a:close/>
                <a:moveTo>
                  <a:pt x="323850" y="381000"/>
                </a:moveTo>
                <a:lnTo>
                  <a:pt x="342900" y="381000"/>
                </a:lnTo>
                <a:lnTo>
                  <a:pt x="342900" y="390525"/>
                </a:lnTo>
                <a:lnTo>
                  <a:pt x="323850" y="390525"/>
                </a:lnTo>
                <a:close/>
                <a:moveTo>
                  <a:pt x="819150" y="381000"/>
                </a:moveTo>
                <a:lnTo>
                  <a:pt x="828675" y="381000"/>
                </a:lnTo>
                <a:lnTo>
                  <a:pt x="828675" y="390525"/>
                </a:lnTo>
                <a:lnTo>
                  <a:pt x="819150" y="390525"/>
                </a:lnTo>
                <a:close/>
                <a:moveTo>
                  <a:pt x="771525" y="390525"/>
                </a:moveTo>
                <a:lnTo>
                  <a:pt x="790575" y="390525"/>
                </a:lnTo>
                <a:lnTo>
                  <a:pt x="790575" y="409575"/>
                </a:lnTo>
                <a:lnTo>
                  <a:pt x="800100" y="409575"/>
                </a:lnTo>
                <a:lnTo>
                  <a:pt x="800100" y="419100"/>
                </a:lnTo>
                <a:lnTo>
                  <a:pt x="790575" y="419100"/>
                </a:lnTo>
                <a:lnTo>
                  <a:pt x="790575" y="428625"/>
                </a:lnTo>
                <a:lnTo>
                  <a:pt x="781050" y="428625"/>
                </a:lnTo>
                <a:lnTo>
                  <a:pt x="781050" y="419100"/>
                </a:lnTo>
                <a:lnTo>
                  <a:pt x="752475" y="419100"/>
                </a:lnTo>
                <a:lnTo>
                  <a:pt x="752475" y="400050"/>
                </a:lnTo>
                <a:lnTo>
                  <a:pt x="771525" y="400050"/>
                </a:lnTo>
                <a:close/>
                <a:moveTo>
                  <a:pt x="704850" y="400050"/>
                </a:moveTo>
                <a:lnTo>
                  <a:pt x="714375" y="400050"/>
                </a:lnTo>
                <a:lnTo>
                  <a:pt x="714375" y="409575"/>
                </a:lnTo>
                <a:lnTo>
                  <a:pt x="704850" y="409575"/>
                </a:lnTo>
                <a:close/>
                <a:moveTo>
                  <a:pt x="581025" y="409575"/>
                </a:moveTo>
                <a:lnTo>
                  <a:pt x="619125" y="409575"/>
                </a:lnTo>
                <a:lnTo>
                  <a:pt x="619125" y="419100"/>
                </a:lnTo>
                <a:lnTo>
                  <a:pt x="590550" y="419100"/>
                </a:lnTo>
                <a:lnTo>
                  <a:pt x="590550" y="428625"/>
                </a:lnTo>
                <a:lnTo>
                  <a:pt x="600075" y="428625"/>
                </a:lnTo>
                <a:lnTo>
                  <a:pt x="600075" y="438150"/>
                </a:lnTo>
                <a:lnTo>
                  <a:pt x="581025" y="438150"/>
                </a:lnTo>
                <a:lnTo>
                  <a:pt x="581025" y="447675"/>
                </a:lnTo>
                <a:lnTo>
                  <a:pt x="571500" y="447675"/>
                </a:lnTo>
                <a:lnTo>
                  <a:pt x="571500" y="419100"/>
                </a:lnTo>
                <a:lnTo>
                  <a:pt x="581025" y="419100"/>
                </a:lnTo>
                <a:close/>
                <a:moveTo>
                  <a:pt x="1533525" y="409575"/>
                </a:moveTo>
                <a:lnTo>
                  <a:pt x="1543050" y="409575"/>
                </a:lnTo>
                <a:lnTo>
                  <a:pt x="1543050" y="419100"/>
                </a:lnTo>
                <a:lnTo>
                  <a:pt x="1533525" y="419100"/>
                </a:lnTo>
                <a:close/>
                <a:moveTo>
                  <a:pt x="466725" y="428625"/>
                </a:moveTo>
                <a:lnTo>
                  <a:pt x="476250" y="428625"/>
                </a:lnTo>
                <a:lnTo>
                  <a:pt x="476250" y="438150"/>
                </a:lnTo>
                <a:lnTo>
                  <a:pt x="485775" y="438150"/>
                </a:lnTo>
                <a:lnTo>
                  <a:pt x="485775" y="466725"/>
                </a:lnTo>
                <a:lnTo>
                  <a:pt x="457200" y="466725"/>
                </a:lnTo>
                <a:lnTo>
                  <a:pt x="457200" y="457200"/>
                </a:lnTo>
                <a:lnTo>
                  <a:pt x="447675" y="457200"/>
                </a:lnTo>
                <a:lnTo>
                  <a:pt x="447675" y="447675"/>
                </a:lnTo>
                <a:lnTo>
                  <a:pt x="457200" y="447675"/>
                </a:lnTo>
                <a:lnTo>
                  <a:pt x="457200" y="457200"/>
                </a:lnTo>
                <a:lnTo>
                  <a:pt x="466725" y="457200"/>
                </a:lnTo>
                <a:close/>
                <a:moveTo>
                  <a:pt x="609600" y="428625"/>
                </a:moveTo>
                <a:lnTo>
                  <a:pt x="619125" y="428625"/>
                </a:lnTo>
                <a:lnTo>
                  <a:pt x="619125" y="438150"/>
                </a:lnTo>
                <a:lnTo>
                  <a:pt x="609600" y="438150"/>
                </a:lnTo>
                <a:close/>
                <a:moveTo>
                  <a:pt x="628650" y="457200"/>
                </a:moveTo>
                <a:lnTo>
                  <a:pt x="657225" y="457200"/>
                </a:lnTo>
                <a:lnTo>
                  <a:pt x="657225" y="466725"/>
                </a:lnTo>
                <a:lnTo>
                  <a:pt x="666750" y="466725"/>
                </a:lnTo>
                <a:lnTo>
                  <a:pt x="666750" y="476250"/>
                </a:lnTo>
                <a:lnTo>
                  <a:pt x="647700" y="476250"/>
                </a:lnTo>
                <a:lnTo>
                  <a:pt x="647700" y="485775"/>
                </a:lnTo>
                <a:lnTo>
                  <a:pt x="638175" y="485775"/>
                </a:lnTo>
                <a:lnTo>
                  <a:pt x="638175" y="476250"/>
                </a:lnTo>
                <a:lnTo>
                  <a:pt x="628650" y="476250"/>
                </a:lnTo>
                <a:close/>
                <a:moveTo>
                  <a:pt x="447675" y="466725"/>
                </a:moveTo>
                <a:lnTo>
                  <a:pt x="457200" y="466725"/>
                </a:lnTo>
                <a:lnTo>
                  <a:pt x="457200" y="476250"/>
                </a:lnTo>
                <a:lnTo>
                  <a:pt x="447675" y="476250"/>
                </a:lnTo>
                <a:close/>
                <a:moveTo>
                  <a:pt x="1447800" y="485775"/>
                </a:moveTo>
                <a:lnTo>
                  <a:pt x="1457325" y="485775"/>
                </a:lnTo>
                <a:lnTo>
                  <a:pt x="1457325" y="495300"/>
                </a:lnTo>
                <a:lnTo>
                  <a:pt x="1466850" y="495300"/>
                </a:lnTo>
                <a:lnTo>
                  <a:pt x="1466850" y="504825"/>
                </a:lnTo>
                <a:lnTo>
                  <a:pt x="1447800" y="504825"/>
                </a:lnTo>
                <a:close/>
                <a:moveTo>
                  <a:pt x="781050" y="495300"/>
                </a:moveTo>
                <a:lnTo>
                  <a:pt x="790575" y="495300"/>
                </a:lnTo>
                <a:lnTo>
                  <a:pt x="790575" y="504825"/>
                </a:lnTo>
                <a:lnTo>
                  <a:pt x="781050" y="504825"/>
                </a:lnTo>
                <a:close/>
                <a:moveTo>
                  <a:pt x="590550" y="504825"/>
                </a:moveTo>
                <a:lnTo>
                  <a:pt x="619125" y="504825"/>
                </a:lnTo>
                <a:lnTo>
                  <a:pt x="619125" y="514350"/>
                </a:lnTo>
                <a:lnTo>
                  <a:pt x="590550" y="514350"/>
                </a:lnTo>
                <a:close/>
                <a:moveTo>
                  <a:pt x="1476375" y="504825"/>
                </a:moveTo>
                <a:lnTo>
                  <a:pt x="1485900" y="504825"/>
                </a:lnTo>
                <a:lnTo>
                  <a:pt x="1485900" y="514350"/>
                </a:lnTo>
                <a:lnTo>
                  <a:pt x="1476375" y="514350"/>
                </a:lnTo>
                <a:close/>
                <a:moveTo>
                  <a:pt x="533400" y="514350"/>
                </a:moveTo>
                <a:lnTo>
                  <a:pt x="542925" y="514350"/>
                </a:lnTo>
                <a:lnTo>
                  <a:pt x="542925" y="533400"/>
                </a:lnTo>
                <a:lnTo>
                  <a:pt x="533400" y="533400"/>
                </a:lnTo>
                <a:close/>
                <a:moveTo>
                  <a:pt x="361950" y="523875"/>
                </a:moveTo>
                <a:lnTo>
                  <a:pt x="371475" y="523875"/>
                </a:lnTo>
                <a:lnTo>
                  <a:pt x="371475" y="533400"/>
                </a:lnTo>
                <a:lnTo>
                  <a:pt x="361950" y="533400"/>
                </a:lnTo>
                <a:close/>
                <a:moveTo>
                  <a:pt x="1009650" y="523875"/>
                </a:moveTo>
                <a:lnTo>
                  <a:pt x="1019175" y="523875"/>
                </a:lnTo>
                <a:lnTo>
                  <a:pt x="1019175" y="542925"/>
                </a:lnTo>
                <a:lnTo>
                  <a:pt x="1009650" y="542925"/>
                </a:lnTo>
                <a:close/>
                <a:moveTo>
                  <a:pt x="552450" y="533400"/>
                </a:moveTo>
                <a:lnTo>
                  <a:pt x="561975" y="533400"/>
                </a:lnTo>
                <a:lnTo>
                  <a:pt x="561975" y="542925"/>
                </a:lnTo>
                <a:lnTo>
                  <a:pt x="552450" y="542925"/>
                </a:lnTo>
                <a:close/>
                <a:moveTo>
                  <a:pt x="1152525" y="533400"/>
                </a:moveTo>
                <a:lnTo>
                  <a:pt x="1171575" y="533400"/>
                </a:lnTo>
                <a:lnTo>
                  <a:pt x="1171575" y="542925"/>
                </a:lnTo>
                <a:lnTo>
                  <a:pt x="1152525" y="542925"/>
                </a:lnTo>
                <a:close/>
                <a:moveTo>
                  <a:pt x="352425" y="552450"/>
                </a:moveTo>
                <a:lnTo>
                  <a:pt x="361950" y="552450"/>
                </a:lnTo>
                <a:lnTo>
                  <a:pt x="361950" y="561975"/>
                </a:lnTo>
                <a:lnTo>
                  <a:pt x="352425" y="561975"/>
                </a:lnTo>
                <a:close/>
                <a:moveTo>
                  <a:pt x="361950" y="561975"/>
                </a:moveTo>
                <a:lnTo>
                  <a:pt x="371475" y="561975"/>
                </a:lnTo>
                <a:lnTo>
                  <a:pt x="371475" y="571500"/>
                </a:lnTo>
                <a:lnTo>
                  <a:pt x="361950" y="571500"/>
                </a:lnTo>
                <a:close/>
                <a:moveTo>
                  <a:pt x="552450" y="571500"/>
                </a:moveTo>
                <a:lnTo>
                  <a:pt x="561975" y="571500"/>
                </a:lnTo>
                <a:lnTo>
                  <a:pt x="561975" y="581025"/>
                </a:lnTo>
                <a:lnTo>
                  <a:pt x="552450" y="581025"/>
                </a:lnTo>
                <a:close/>
                <a:moveTo>
                  <a:pt x="409575" y="581025"/>
                </a:moveTo>
                <a:lnTo>
                  <a:pt x="419100" y="581025"/>
                </a:lnTo>
                <a:lnTo>
                  <a:pt x="419100" y="600075"/>
                </a:lnTo>
                <a:lnTo>
                  <a:pt x="409575" y="600075"/>
                </a:lnTo>
                <a:close/>
                <a:moveTo>
                  <a:pt x="609600" y="581025"/>
                </a:moveTo>
                <a:lnTo>
                  <a:pt x="619125" y="581025"/>
                </a:lnTo>
                <a:lnTo>
                  <a:pt x="619125" y="600075"/>
                </a:lnTo>
                <a:lnTo>
                  <a:pt x="609600" y="600075"/>
                </a:lnTo>
                <a:close/>
                <a:moveTo>
                  <a:pt x="1657350" y="590550"/>
                </a:moveTo>
                <a:lnTo>
                  <a:pt x="1666875" y="590550"/>
                </a:lnTo>
                <a:lnTo>
                  <a:pt x="1666875" y="600075"/>
                </a:lnTo>
                <a:lnTo>
                  <a:pt x="1657350" y="600075"/>
                </a:lnTo>
                <a:close/>
                <a:moveTo>
                  <a:pt x="1676400" y="590550"/>
                </a:moveTo>
                <a:lnTo>
                  <a:pt x="1685925" y="590550"/>
                </a:lnTo>
                <a:lnTo>
                  <a:pt x="1685925" y="609600"/>
                </a:lnTo>
                <a:lnTo>
                  <a:pt x="1676400" y="609600"/>
                </a:lnTo>
                <a:close/>
                <a:moveTo>
                  <a:pt x="1666875" y="609600"/>
                </a:moveTo>
                <a:lnTo>
                  <a:pt x="1676400" y="609600"/>
                </a:lnTo>
                <a:lnTo>
                  <a:pt x="1676400" y="619125"/>
                </a:lnTo>
                <a:lnTo>
                  <a:pt x="1666875" y="619125"/>
                </a:lnTo>
                <a:close/>
                <a:moveTo>
                  <a:pt x="285750" y="619125"/>
                </a:moveTo>
                <a:lnTo>
                  <a:pt x="295275" y="619125"/>
                </a:lnTo>
                <a:lnTo>
                  <a:pt x="295275" y="628650"/>
                </a:lnTo>
                <a:lnTo>
                  <a:pt x="285750" y="628650"/>
                </a:lnTo>
                <a:close/>
                <a:moveTo>
                  <a:pt x="1504950" y="619125"/>
                </a:moveTo>
                <a:lnTo>
                  <a:pt x="1533525" y="619125"/>
                </a:lnTo>
                <a:lnTo>
                  <a:pt x="1533525" y="647700"/>
                </a:lnTo>
                <a:lnTo>
                  <a:pt x="1524000" y="647700"/>
                </a:lnTo>
                <a:lnTo>
                  <a:pt x="1524000" y="657225"/>
                </a:lnTo>
                <a:lnTo>
                  <a:pt x="1504950" y="657225"/>
                </a:lnTo>
                <a:close/>
                <a:moveTo>
                  <a:pt x="1000125" y="628650"/>
                </a:moveTo>
                <a:lnTo>
                  <a:pt x="1009650" y="628650"/>
                </a:lnTo>
                <a:lnTo>
                  <a:pt x="1009650" y="638175"/>
                </a:lnTo>
                <a:lnTo>
                  <a:pt x="1019175" y="638175"/>
                </a:lnTo>
                <a:lnTo>
                  <a:pt x="1019175" y="647700"/>
                </a:lnTo>
                <a:lnTo>
                  <a:pt x="1000125" y="647700"/>
                </a:lnTo>
                <a:close/>
                <a:moveTo>
                  <a:pt x="180975" y="638175"/>
                </a:moveTo>
                <a:lnTo>
                  <a:pt x="190500" y="638175"/>
                </a:lnTo>
                <a:lnTo>
                  <a:pt x="190500" y="647700"/>
                </a:lnTo>
                <a:lnTo>
                  <a:pt x="180975" y="647700"/>
                </a:lnTo>
                <a:close/>
                <a:moveTo>
                  <a:pt x="676275" y="638175"/>
                </a:moveTo>
                <a:lnTo>
                  <a:pt x="695325" y="638175"/>
                </a:lnTo>
                <a:lnTo>
                  <a:pt x="695325" y="657225"/>
                </a:lnTo>
                <a:lnTo>
                  <a:pt x="676275" y="657225"/>
                </a:lnTo>
                <a:close/>
                <a:moveTo>
                  <a:pt x="914400" y="638175"/>
                </a:moveTo>
                <a:lnTo>
                  <a:pt x="933450" y="638175"/>
                </a:lnTo>
                <a:lnTo>
                  <a:pt x="933450" y="657225"/>
                </a:lnTo>
                <a:lnTo>
                  <a:pt x="914400" y="657225"/>
                </a:lnTo>
                <a:close/>
                <a:moveTo>
                  <a:pt x="171450" y="647700"/>
                </a:moveTo>
                <a:lnTo>
                  <a:pt x="180975" y="647700"/>
                </a:lnTo>
                <a:lnTo>
                  <a:pt x="180975" y="666750"/>
                </a:lnTo>
                <a:lnTo>
                  <a:pt x="171450" y="666750"/>
                </a:lnTo>
                <a:close/>
                <a:moveTo>
                  <a:pt x="1114425" y="657225"/>
                </a:moveTo>
                <a:lnTo>
                  <a:pt x="1133475" y="657225"/>
                </a:lnTo>
                <a:lnTo>
                  <a:pt x="1133475" y="666750"/>
                </a:lnTo>
                <a:lnTo>
                  <a:pt x="1114425" y="666750"/>
                </a:lnTo>
                <a:close/>
                <a:moveTo>
                  <a:pt x="476250" y="666750"/>
                </a:moveTo>
                <a:lnTo>
                  <a:pt x="495300" y="666750"/>
                </a:lnTo>
                <a:lnTo>
                  <a:pt x="495300" y="676275"/>
                </a:lnTo>
                <a:lnTo>
                  <a:pt x="476250" y="676275"/>
                </a:lnTo>
                <a:close/>
                <a:moveTo>
                  <a:pt x="676275" y="695325"/>
                </a:moveTo>
                <a:lnTo>
                  <a:pt x="695325" y="695325"/>
                </a:lnTo>
                <a:lnTo>
                  <a:pt x="695325" y="714375"/>
                </a:lnTo>
                <a:lnTo>
                  <a:pt x="676275" y="714375"/>
                </a:lnTo>
                <a:close/>
                <a:moveTo>
                  <a:pt x="295275" y="714375"/>
                </a:moveTo>
                <a:lnTo>
                  <a:pt x="304800" y="714375"/>
                </a:lnTo>
                <a:lnTo>
                  <a:pt x="304800" y="723900"/>
                </a:lnTo>
                <a:lnTo>
                  <a:pt x="295275" y="723900"/>
                </a:lnTo>
                <a:close/>
                <a:moveTo>
                  <a:pt x="533400" y="714375"/>
                </a:moveTo>
                <a:lnTo>
                  <a:pt x="542925" y="714375"/>
                </a:lnTo>
                <a:lnTo>
                  <a:pt x="542925" y="723900"/>
                </a:lnTo>
                <a:lnTo>
                  <a:pt x="533400" y="723900"/>
                </a:lnTo>
                <a:close/>
                <a:moveTo>
                  <a:pt x="1209675" y="752475"/>
                </a:moveTo>
                <a:lnTo>
                  <a:pt x="1219200" y="752475"/>
                </a:lnTo>
                <a:lnTo>
                  <a:pt x="1219200" y="762000"/>
                </a:lnTo>
                <a:lnTo>
                  <a:pt x="1209675" y="762000"/>
                </a:lnTo>
                <a:close/>
                <a:moveTo>
                  <a:pt x="781050" y="771525"/>
                </a:moveTo>
                <a:lnTo>
                  <a:pt x="790575" y="771525"/>
                </a:lnTo>
                <a:lnTo>
                  <a:pt x="790575" y="781050"/>
                </a:lnTo>
                <a:lnTo>
                  <a:pt x="781050" y="781050"/>
                </a:lnTo>
                <a:close/>
                <a:moveTo>
                  <a:pt x="1200150" y="771525"/>
                </a:moveTo>
                <a:lnTo>
                  <a:pt x="1209675" y="771525"/>
                </a:lnTo>
                <a:lnTo>
                  <a:pt x="1209675" y="781050"/>
                </a:lnTo>
                <a:lnTo>
                  <a:pt x="1200150" y="781050"/>
                </a:lnTo>
                <a:close/>
                <a:moveTo>
                  <a:pt x="1276350" y="800100"/>
                </a:moveTo>
                <a:lnTo>
                  <a:pt x="1285875" y="800100"/>
                </a:lnTo>
                <a:lnTo>
                  <a:pt x="1285875" y="809625"/>
                </a:lnTo>
                <a:lnTo>
                  <a:pt x="1276350" y="809625"/>
                </a:lnTo>
                <a:close/>
                <a:moveTo>
                  <a:pt x="1266825" y="819150"/>
                </a:moveTo>
                <a:lnTo>
                  <a:pt x="1276350" y="819150"/>
                </a:lnTo>
                <a:lnTo>
                  <a:pt x="1276350" y="828675"/>
                </a:lnTo>
                <a:lnTo>
                  <a:pt x="1266825" y="828675"/>
                </a:lnTo>
                <a:close/>
                <a:moveTo>
                  <a:pt x="619125" y="828675"/>
                </a:moveTo>
                <a:lnTo>
                  <a:pt x="628650" y="828675"/>
                </a:lnTo>
                <a:lnTo>
                  <a:pt x="628650" y="838200"/>
                </a:lnTo>
                <a:lnTo>
                  <a:pt x="619125" y="838200"/>
                </a:lnTo>
                <a:close/>
                <a:moveTo>
                  <a:pt x="1504950" y="828675"/>
                </a:moveTo>
                <a:lnTo>
                  <a:pt x="1514475" y="828675"/>
                </a:lnTo>
                <a:lnTo>
                  <a:pt x="1514475" y="838200"/>
                </a:lnTo>
                <a:lnTo>
                  <a:pt x="1504950" y="838200"/>
                </a:lnTo>
                <a:close/>
                <a:moveTo>
                  <a:pt x="571500" y="838200"/>
                </a:moveTo>
                <a:lnTo>
                  <a:pt x="581025" y="838200"/>
                </a:lnTo>
                <a:lnTo>
                  <a:pt x="581025" y="847725"/>
                </a:lnTo>
                <a:lnTo>
                  <a:pt x="571500" y="847725"/>
                </a:lnTo>
                <a:close/>
                <a:moveTo>
                  <a:pt x="1685925" y="838200"/>
                </a:moveTo>
                <a:lnTo>
                  <a:pt x="1695450" y="838200"/>
                </a:lnTo>
                <a:lnTo>
                  <a:pt x="1695450" y="857250"/>
                </a:lnTo>
                <a:lnTo>
                  <a:pt x="1685925" y="857250"/>
                </a:lnTo>
                <a:lnTo>
                  <a:pt x="1685925" y="866775"/>
                </a:lnTo>
                <a:lnTo>
                  <a:pt x="1695450" y="866775"/>
                </a:lnTo>
                <a:lnTo>
                  <a:pt x="1695450" y="857250"/>
                </a:lnTo>
                <a:lnTo>
                  <a:pt x="1704975" y="857250"/>
                </a:lnTo>
                <a:lnTo>
                  <a:pt x="1704975" y="914400"/>
                </a:lnTo>
                <a:lnTo>
                  <a:pt x="1685925" y="914400"/>
                </a:lnTo>
                <a:lnTo>
                  <a:pt x="1685925" y="876300"/>
                </a:lnTo>
                <a:lnTo>
                  <a:pt x="1676400" y="876300"/>
                </a:lnTo>
                <a:lnTo>
                  <a:pt x="1676400" y="847725"/>
                </a:lnTo>
                <a:lnTo>
                  <a:pt x="1685925" y="847725"/>
                </a:lnTo>
                <a:close/>
                <a:moveTo>
                  <a:pt x="885825" y="857250"/>
                </a:moveTo>
                <a:lnTo>
                  <a:pt x="904875" y="857250"/>
                </a:lnTo>
                <a:lnTo>
                  <a:pt x="904875" y="866775"/>
                </a:lnTo>
                <a:lnTo>
                  <a:pt x="885825" y="866775"/>
                </a:lnTo>
                <a:close/>
                <a:moveTo>
                  <a:pt x="914400" y="857250"/>
                </a:moveTo>
                <a:lnTo>
                  <a:pt x="933450" y="857250"/>
                </a:lnTo>
                <a:lnTo>
                  <a:pt x="933450" y="866775"/>
                </a:lnTo>
                <a:lnTo>
                  <a:pt x="914400" y="866775"/>
                </a:lnTo>
                <a:close/>
                <a:moveTo>
                  <a:pt x="990600" y="857250"/>
                </a:moveTo>
                <a:lnTo>
                  <a:pt x="1009650" y="857250"/>
                </a:lnTo>
                <a:lnTo>
                  <a:pt x="1009650" y="866775"/>
                </a:lnTo>
                <a:lnTo>
                  <a:pt x="990600" y="866775"/>
                </a:lnTo>
                <a:close/>
                <a:moveTo>
                  <a:pt x="1133475" y="857250"/>
                </a:moveTo>
                <a:lnTo>
                  <a:pt x="1143000" y="857250"/>
                </a:lnTo>
                <a:lnTo>
                  <a:pt x="1143000" y="876300"/>
                </a:lnTo>
                <a:lnTo>
                  <a:pt x="1152525" y="876300"/>
                </a:lnTo>
                <a:lnTo>
                  <a:pt x="1152525" y="885825"/>
                </a:lnTo>
                <a:lnTo>
                  <a:pt x="1123950" y="885825"/>
                </a:lnTo>
                <a:lnTo>
                  <a:pt x="1123950" y="866775"/>
                </a:lnTo>
                <a:lnTo>
                  <a:pt x="1133475" y="866775"/>
                </a:lnTo>
                <a:close/>
                <a:moveTo>
                  <a:pt x="1057275" y="866775"/>
                </a:moveTo>
                <a:lnTo>
                  <a:pt x="1066800" y="866775"/>
                </a:lnTo>
                <a:lnTo>
                  <a:pt x="1066800" y="876300"/>
                </a:lnTo>
                <a:lnTo>
                  <a:pt x="1057275" y="876300"/>
                </a:lnTo>
                <a:close/>
                <a:moveTo>
                  <a:pt x="1495425" y="866775"/>
                </a:moveTo>
                <a:lnTo>
                  <a:pt x="1504950" y="866775"/>
                </a:lnTo>
                <a:lnTo>
                  <a:pt x="1504950" y="876300"/>
                </a:lnTo>
                <a:lnTo>
                  <a:pt x="1495425" y="876300"/>
                </a:lnTo>
                <a:close/>
                <a:moveTo>
                  <a:pt x="1038225" y="876300"/>
                </a:moveTo>
                <a:lnTo>
                  <a:pt x="1047750" y="876300"/>
                </a:lnTo>
                <a:lnTo>
                  <a:pt x="1047750" y="885825"/>
                </a:lnTo>
                <a:lnTo>
                  <a:pt x="1038225" y="885825"/>
                </a:lnTo>
                <a:close/>
                <a:moveTo>
                  <a:pt x="1066800" y="876300"/>
                </a:moveTo>
                <a:lnTo>
                  <a:pt x="1076325" y="876300"/>
                </a:lnTo>
                <a:lnTo>
                  <a:pt x="1076325" y="885825"/>
                </a:lnTo>
                <a:lnTo>
                  <a:pt x="1066800" y="885825"/>
                </a:lnTo>
                <a:close/>
                <a:moveTo>
                  <a:pt x="1543050" y="885825"/>
                </a:moveTo>
                <a:lnTo>
                  <a:pt x="1552575" y="885825"/>
                </a:lnTo>
                <a:lnTo>
                  <a:pt x="1552575" y="895350"/>
                </a:lnTo>
                <a:lnTo>
                  <a:pt x="1543050" y="895350"/>
                </a:lnTo>
                <a:close/>
                <a:moveTo>
                  <a:pt x="571500" y="895350"/>
                </a:moveTo>
                <a:lnTo>
                  <a:pt x="581025" y="895350"/>
                </a:lnTo>
                <a:lnTo>
                  <a:pt x="581025" y="904875"/>
                </a:lnTo>
                <a:lnTo>
                  <a:pt x="571500" y="904875"/>
                </a:lnTo>
                <a:close/>
                <a:moveTo>
                  <a:pt x="1438275" y="895350"/>
                </a:moveTo>
                <a:lnTo>
                  <a:pt x="1447800" y="895350"/>
                </a:lnTo>
                <a:lnTo>
                  <a:pt x="1447800" y="904875"/>
                </a:lnTo>
                <a:lnTo>
                  <a:pt x="1438275" y="904875"/>
                </a:lnTo>
                <a:close/>
                <a:moveTo>
                  <a:pt x="581025" y="904875"/>
                </a:moveTo>
                <a:lnTo>
                  <a:pt x="590550" y="904875"/>
                </a:lnTo>
                <a:lnTo>
                  <a:pt x="590550" y="923925"/>
                </a:lnTo>
                <a:lnTo>
                  <a:pt x="581025" y="923925"/>
                </a:lnTo>
                <a:close/>
                <a:moveTo>
                  <a:pt x="1352550" y="904875"/>
                </a:moveTo>
                <a:lnTo>
                  <a:pt x="1362075" y="904875"/>
                </a:lnTo>
                <a:lnTo>
                  <a:pt x="1362075" y="914400"/>
                </a:lnTo>
                <a:lnTo>
                  <a:pt x="1352550" y="914400"/>
                </a:lnTo>
                <a:close/>
                <a:moveTo>
                  <a:pt x="1238250" y="914400"/>
                </a:moveTo>
                <a:lnTo>
                  <a:pt x="1257300" y="914400"/>
                </a:lnTo>
                <a:lnTo>
                  <a:pt x="1257300" y="923925"/>
                </a:lnTo>
                <a:lnTo>
                  <a:pt x="1238250" y="923925"/>
                </a:lnTo>
                <a:close/>
                <a:moveTo>
                  <a:pt x="1028700" y="923925"/>
                </a:moveTo>
                <a:lnTo>
                  <a:pt x="1038225" y="923925"/>
                </a:lnTo>
                <a:lnTo>
                  <a:pt x="1038225" y="942975"/>
                </a:lnTo>
                <a:lnTo>
                  <a:pt x="1028700" y="942975"/>
                </a:lnTo>
                <a:close/>
                <a:moveTo>
                  <a:pt x="323850" y="933450"/>
                </a:moveTo>
                <a:lnTo>
                  <a:pt x="342900" y="933450"/>
                </a:lnTo>
                <a:lnTo>
                  <a:pt x="342900" y="942975"/>
                </a:lnTo>
                <a:lnTo>
                  <a:pt x="333375" y="942975"/>
                </a:lnTo>
                <a:lnTo>
                  <a:pt x="333375" y="952500"/>
                </a:lnTo>
                <a:lnTo>
                  <a:pt x="323850" y="952500"/>
                </a:lnTo>
                <a:lnTo>
                  <a:pt x="323850" y="962025"/>
                </a:lnTo>
                <a:lnTo>
                  <a:pt x="304800" y="962025"/>
                </a:lnTo>
                <a:lnTo>
                  <a:pt x="304800" y="942975"/>
                </a:lnTo>
                <a:lnTo>
                  <a:pt x="323850" y="942975"/>
                </a:lnTo>
                <a:close/>
                <a:moveTo>
                  <a:pt x="409575" y="933450"/>
                </a:moveTo>
                <a:lnTo>
                  <a:pt x="419100" y="933450"/>
                </a:lnTo>
                <a:lnTo>
                  <a:pt x="419100" y="942975"/>
                </a:lnTo>
                <a:lnTo>
                  <a:pt x="409575" y="942975"/>
                </a:lnTo>
                <a:close/>
                <a:moveTo>
                  <a:pt x="447675" y="933450"/>
                </a:moveTo>
                <a:lnTo>
                  <a:pt x="466725" y="933450"/>
                </a:lnTo>
                <a:lnTo>
                  <a:pt x="466725" y="942975"/>
                </a:lnTo>
                <a:lnTo>
                  <a:pt x="447675" y="942975"/>
                </a:lnTo>
                <a:close/>
                <a:moveTo>
                  <a:pt x="238125" y="952500"/>
                </a:moveTo>
                <a:lnTo>
                  <a:pt x="247650" y="952500"/>
                </a:lnTo>
                <a:lnTo>
                  <a:pt x="247650" y="962025"/>
                </a:lnTo>
                <a:lnTo>
                  <a:pt x="238125" y="962025"/>
                </a:lnTo>
                <a:close/>
                <a:moveTo>
                  <a:pt x="409575" y="952500"/>
                </a:moveTo>
                <a:lnTo>
                  <a:pt x="419100" y="952500"/>
                </a:lnTo>
                <a:lnTo>
                  <a:pt x="419100" y="962025"/>
                </a:lnTo>
                <a:lnTo>
                  <a:pt x="409575" y="962025"/>
                </a:lnTo>
                <a:close/>
                <a:moveTo>
                  <a:pt x="219075" y="962025"/>
                </a:moveTo>
                <a:lnTo>
                  <a:pt x="238125" y="962025"/>
                </a:lnTo>
                <a:lnTo>
                  <a:pt x="238125" y="971550"/>
                </a:lnTo>
                <a:lnTo>
                  <a:pt x="219075" y="971550"/>
                </a:lnTo>
                <a:close/>
                <a:moveTo>
                  <a:pt x="981075" y="962025"/>
                </a:moveTo>
                <a:lnTo>
                  <a:pt x="990600" y="962025"/>
                </a:lnTo>
                <a:lnTo>
                  <a:pt x="990600" y="971550"/>
                </a:lnTo>
                <a:lnTo>
                  <a:pt x="981075" y="971550"/>
                </a:lnTo>
                <a:close/>
                <a:moveTo>
                  <a:pt x="209550" y="971550"/>
                </a:moveTo>
                <a:lnTo>
                  <a:pt x="219075" y="971550"/>
                </a:lnTo>
                <a:lnTo>
                  <a:pt x="219075" y="981075"/>
                </a:lnTo>
                <a:lnTo>
                  <a:pt x="209550" y="981075"/>
                </a:lnTo>
                <a:close/>
                <a:moveTo>
                  <a:pt x="638175" y="971550"/>
                </a:moveTo>
                <a:lnTo>
                  <a:pt x="647700" y="971550"/>
                </a:lnTo>
                <a:lnTo>
                  <a:pt x="647700" y="981075"/>
                </a:lnTo>
                <a:lnTo>
                  <a:pt x="638175" y="981075"/>
                </a:lnTo>
                <a:close/>
                <a:moveTo>
                  <a:pt x="1628775" y="971550"/>
                </a:moveTo>
                <a:lnTo>
                  <a:pt x="1638300" y="971550"/>
                </a:lnTo>
                <a:lnTo>
                  <a:pt x="1638300" y="981075"/>
                </a:lnTo>
                <a:lnTo>
                  <a:pt x="1628775" y="981075"/>
                </a:lnTo>
                <a:close/>
                <a:moveTo>
                  <a:pt x="228600" y="981075"/>
                </a:moveTo>
                <a:lnTo>
                  <a:pt x="238125" y="981075"/>
                </a:lnTo>
                <a:lnTo>
                  <a:pt x="238125" y="1000125"/>
                </a:lnTo>
                <a:lnTo>
                  <a:pt x="228600" y="1000125"/>
                </a:lnTo>
                <a:close/>
                <a:moveTo>
                  <a:pt x="247650" y="981075"/>
                </a:moveTo>
                <a:lnTo>
                  <a:pt x="276225" y="981075"/>
                </a:lnTo>
                <a:lnTo>
                  <a:pt x="276225" y="1000125"/>
                </a:lnTo>
                <a:lnTo>
                  <a:pt x="257175" y="1000125"/>
                </a:lnTo>
                <a:lnTo>
                  <a:pt x="257175" y="1009650"/>
                </a:lnTo>
                <a:lnTo>
                  <a:pt x="238125" y="1009650"/>
                </a:lnTo>
                <a:lnTo>
                  <a:pt x="238125" y="1000125"/>
                </a:lnTo>
                <a:lnTo>
                  <a:pt x="247650" y="1000125"/>
                </a:lnTo>
                <a:close/>
                <a:moveTo>
                  <a:pt x="542925" y="981075"/>
                </a:moveTo>
                <a:lnTo>
                  <a:pt x="552450" y="981075"/>
                </a:lnTo>
                <a:lnTo>
                  <a:pt x="552450" y="990600"/>
                </a:lnTo>
                <a:lnTo>
                  <a:pt x="542925" y="990600"/>
                </a:lnTo>
                <a:close/>
                <a:moveTo>
                  <a:pt x="971550" y="981075"/>
                </a:moveTo>
                <a:lnTo>
                  <a:pt x="981075" y="981075"/>
                </a:lnTo>
                <a:lnTo>
                  <a:pt x="981075" y="990600"/>
                </a:lnTo>
                <a:lnTo>
                  <a:pt x="971550" y="990600"/>
                </a:lnTo>
                <a:close/>
                <a:moveTo>
                  <a:pt x="1114425" y="981075"/>
                </a:moveTo>
                <a:lnTo>
                  <a:pt x="1171575" y="981075"/>
                </a:lnTo>
                <a:lnTo>
                  <a:pt x="1171575" y="990600"/>
                </a:lnTo>
                <a:lnTo>
                  <a:pt x="1114425" y="990600"/>
                </a:lnTo>
                <a:close/>
                <a:moveTo>
                  <a:pt x="409575" y="990600"/>
                </a:moveTo>
                <a:lnTo>
                  <a:pt x="419100" y="990600"/>
                </a:lnTo>
                <a:lnTo>
                  <a:pt x="419100" y="1000125"/>
                </a:lnTo>
                <a:lnTo>
                  <a:pt x="409575" y="1000125"/>
                </a:lnTo>
                <a:close/>
                <a:moveTo>
                  <a:pt x="428625" y="990600"/>
                </a:moveTo>
                <a:lnTo>
                  <a:pt x="438150" y="990600"/>
                </a:lnTo>
                <a:lnTo>
                  <a:pt x="438150" y="1000125"/>
                </a:lnTo>
                <a:lnTo>
                  <a:pt x="428625" y="1000125"/>
                </a:lnTo>
                <a:close/>
                <a:moveTo>
                  <a:pt x="904875" y="990600"/>
                </a:moveTo>
                <a:lnTo>
                  <a:pt x="914400" y="990600"/>
                </a:lnTo>
                <a:lnTo>
                  <a:pt x="914400" y="1000125"/>
                </a:lnTo>
                <a:lnTo>
                  <a:pt x="904875" y="1000125"/>
                </a:lnTo>
                <a:close/>
                <a:moveTo>
                  <a:pt x="1095375" y="990600"/>
                </a:moveTo>
                <a:lnTo>
                  <a:pt x="1104900" y="990600"/>
                </a:lnTo>
                <a:lnTo>
                  <a:pt x="1104900" y="1000125"/>
                </a:lnTo>
                <a:lnTo>
                  <a:pt x="1095375" y="1000125"/>
                </a:lnTo>
                <a:close/>
                <a:moveTo>
                  <a:pt x="1181100" y="990600"/>
                </a:moveTo>
                <a:lnTo>
                  <a:pt x="1190625" y="990600"/>
                </a:lnTo>
                <a:lnTo>
                  <a:pt x="1190625" y="1000125"/>
                </a:lnTo>
                <a:lnTo>
                  <a:pt x="1181100" y="1000125"/>
                </a:lnTo>
                <a:close/>
                <a:moveTo>
                  <a:pt x="314325" y="1000125"/>
                </a:moveTo>
                <a:lnTo>
                  <a:pt x="333375" y="1000125"/>
                </a:lnTo>
                <a:lnTo>
                  <a:pt x="333375" y="1009650"/>
                </a:lnTo>
                <a:lnTo>
                  <a:pt x="314325" y="1009650"/>
                </a:lnTo>
                <a:close/>
                <a:moveTo>
                  <a:pt x="1685925" y="1009650"/>
                </a:moveTo>
                <a:lnTo>
                  <a:pt x="1695450" y="1009650"/>
                </a:lnTo>
                <a:lnTo>
                  <a:pt x="1695450" y="1019175"/>
                </a:lnTo>
                <a:lnTo>
                  <a:pt x="1685925" y="1019175"/>
                </a:lnTo>
                <a:close/>
                <a:moveTo>
                  <a:pt x="200025" y="1028700"/>
                </a:moveTo>
                <a:lnTo>
                  <a:pt x="209550" y="1028700"/>
                </a:lnTo>
                <a:lnTo>
                  <a:pt x="209550" y="1038225"/>
                </a:lnTo>
                <a:lnTo>
                  <a:pt x="200025" y="1038225"/>
                </a:lnTo>
                <a:close/>
                <a:moveTo>
                  <a:pt x="1219200" y="1028700"/>
                </a:moveTo>
                <a:lnTo>
                  <a:pt x="1228725" y="1028700"/>
                </a:lnTo>
                <a:lnTo>
                  <a:pt x="1228725" y="1038225"/>
                </a:lnTo>
                <a:lnTo>
                  <a:pt x="1219200" y="1038225"/>
                </a:lnTo>
                <a:close/>
                <a:moveTo>
                  <a:pt x="962025" y="1057275"/>
                </a:moveTo>
                <a:lnTo>
                  <a:pt x="981075" y="1057275"/>
                </a:lnTo>
                <a:lnTo>
                  <a:pt x="981075" y="1066800"/>
                </a:lnTo>
                <a:lnTo>
                  <a:pt x="962025" y="1066800"/>
                </a:lnTo>
                <a:close/>
                <a:moveTo>
                  <a:pt x="1228725" y="1057275"/>
                </a:moveTo>
                <a:lnTo>
                  <a:pt x="1238250" y="1057275"/>
                </a:lnTo>
                <a:lnTo>
                  <a:pt x="1238250" y="1085850"/>
                </a:lnTo>
                <a:lnTo>
                  <a:pt x="1228725" y="1085850"/>
                </a:lnTo>
                <a:close/>
                <a:moveTo>
                  <a:pt x="1695450" y="1057275"/>
                </a:moveTo>
                <a:lnTo>
                  <a:pt x="1704975" y="1057275"/>
                </a:lnTo>
                <a:lnTo>
                  <a:pt x="1704975" y="1076325"/>
                </a:lnTo>
                <a:lnTo>
                  <a:pt x="1695450" y="1076325"/>
                </a:lnTo>
                <a:close/>
                <a:moveTo>
                  <a:pt x="190500" y="1085850"/>
                </a:moveTo>
                <a:lnTo>
                  <a:pt x="200025" y="1085850"/>
                </a:lnTo>
                <a:lnTo>
                  <a:pt x="200025" y="1104900"/>
                </a:lnTo>
                <a:lnTo>
                  <a:pt x="190500" y="1104900"/>
                </a:lnTo>
                <a:close/>
                <a:moveTo>
                  <a:pt x="914400" y="1095375"/>
                </a:moveTo>
                <a:lnTo>
                  <a:pt x="923925" y="1095375"/>
                </a:lnTo>
                <a:lnTo>
                  <a:pt x="923925" y="1104900"/>
                </a:lnTo>
                <a:lnTo>
                  <a:pt x="914400" y="1104900"/>
                </a:lnTo>
                <a:close/>
                <a:moveTo>
                  <a:pt x="1047750" y="1095375"/>
                </a:moveTo>
                <a:lnTo>
                  <a:pt x="1057275" y="1095375"/>
                </a:lnTo>
                <a:lnTo>
                  <a:pt x="1057275" y="1104900"/>
                </a:lnTo>
                <a:lnTo>
                  <a:pt x="1047750" y="1104900"/>
                </a:lnTo>
                <a:close/>
                <a:moveTo>
                  <a:pt x="1704975" y="1104900"/>
                </a:moveTo>
                <a:lnTo>
                  <a:pt x="1714500" y="1104900"/>
                </a:lnTo>
                <a:lnTo>
                  <a:pt x="1714500" y="1123950"/>
                </a:lnTo>
                <a:lnTo>
                  <a:pt x="1704975" y="1123950"/>
                </a:lnTo>
                <a:close/>
                <a:moveTo>
                  <a:pt x="1057275" y="1114425"/>
                </a:moveTo>
                <a:lnTo>
                  <a:pt x="1066800" y="1114425"/>
                </a:lnTo>
                <a:lnTo>
                  <a:pt x="1066800" y="1123950"/>
                </a:lnTo>
                <a:lnTo>
                  <a:pt x="1057275" y="1123950"/>
                </a:lnTo>
                <a:close/>
                <a:moveTo>
                  <a:pt x="1209675" y="1123950"/>
                </a:moveTo>
                <a:lnTo>
                  <a:pt x="1219200" y="1123950"/>
                </a:lnTo>
                <a:lnTo>
                  <a:pt x="1219200" y="1133475"/>
                </a:lnTo>
                <a:lnTo>
                  <a:pt x="1209675" y="1133475"/>
                </a:lnTo>
                <a:close/>
                <a:moveTo>
                  <a:pt x="190500" y="1133475"/>
                </a:moveTo>
                <a:lnTo>
                  <a:pt x="200025" y="1133475"/>
                </a:lnTo>
                <a:lnTo>
                  <a:pt x="200025" y="1152525"/>
                </a:lnTo>
                <a:lnTo>
                  <a:pt x="190500" y="1152525"/>
                </a:lnTo>
                <a:close/>
                <a:moveTo>
                  <a:pt x="1200150" y="1133475"/>
                </a:moveTo>
                <a:lnTo>
                  <a:pt x="1209675" y="1133475"/>
                </a:lnTo>
                <a:lnTo>
                  <a:pt x="1209675" y="1143000"/>
                </a:lnTo>
                <a:lnTo>
                  <a:pt x="1200150" y="1143000"/>
                </a:lnTo>
                <a:close/>
                <a:moveTo>
                  <a:pt x="1190625" y="1143000"/>
                </a:moveTo>
                <a:lnTo>
                  <a:pt x="1200150" y="1143000"/>
                </a:lnTo>
                <a:lnTo>
                  <a:pt x="1200150" y="1152525"/>
                </a:lnTo>
                <a:lnTo>
                  <a:pt x="1190625" y="1152525"/>
                </a:lnTo>
                <a:close/>
                <a:moveTo>
                  <a:pt x="1171575" y="1152525"/>
                </a:moveTo>
                <a:lnTo>
                  <a:pt x="1181100" y="1152525"/>
                </a:lnTo>
                <a:lnTo>
                  <a:pt x="1181100" y="1162050"/>
                </a:lnTo>
                <a:lnTo>
                  <a:pt x="1171575" y="1162050"/>
                </a:lnTo>
                <a:close/>
                <a:moveTo>
                  <a:pt x="1704975" y="1171575"/>
                </a:moveTo>
                <a:lnTo>
                  <a:pt x="1714500" y="1171575"/>
                </a:lnTo>
                <a:lnTo>
                  <a:pt x="1714500" y="1228725"/>
                </a:lnTo>
                <a:lnTo>
                  <a:pt x="1704975" y="1228725"/>
                </a:lnTo>
                <a:close/>
                <a:moveTo>
                  <a:pt x="981075" y="1190625"/>
                </a:moveTo>
                <a:lnTo>
                  <a:pt x="990600" y="1190625"/>
                </a:lnTo>
                <a:lnTo>
                  <a:pt x="990600" y="1200150"/>
                </a:lnTo>
                <a:lnTo>
                  <a:pt x="981075" y="1200150"/>
                </a:lnTo>
                <a:close/>
                <a:moveTo>
                  <a:pt x="209550" y="1200150"/>
                </a:moveTo>
                <a:lnTo>
                  <a:pt x="219075" y="1200150"/>
                </a:lnTo>
                <a:lnTo>
                  <a:pt x="219075" y="1209675"/>
                </a:lnTo>
                <a:lnTo>
                  <a:pt x="209550" y="1209675"/>
                </a:lnTo>
                <a:close/>
                <a:moveTo>
                  <a:pt x="200025" y="1209675"/>
                </a:moveTo>
                <a:lnTo>
                  <a:pt x="209550" y="1209675"/>
                </a:lnTo>
                <a:lnTo>
                  <a:pt x="209550" y="1228725"/>
                </a:lnTo>
                <a:lnTo>
                  <a:pt x="200025" y="1228725"/>
                </a:lnTo>
                <a:close/>
                <a:moveTo>
                  <a:pt x="1647825" y="1209675"/>
                </a:moveTo>
                <a:lnTo>
                  <a:pt x="1657350" y="1209675"/>
                </a:lnTo>
                <a:lnTo>
                  <a:pt x="1657350" y="1228725"/>
                </a:lnTo>
                <a:lnTo>
                  <a:pt x="1647825" y="1228725"/>
                </a:lnTo>
                <a:close/>
                <a:moveTo>
                  <a:pt x="923925" y="1228725"/>
                </a:moveTo>
                <a:lnTo>
                  <a:pt x="933450" y="1228725"/>
                </a:lnTo>
                <a:lnTo>
                  <a:pt x="933450" y="1247775"/>
                </a:lnTo>
                <a:lnTo>
                  <a:pt x="923925" y="1247775"/>
                </a:lnTo>
                <a:close/>
                <a:moveTo>
                  <a:pt x="1695450" y="1238250"/>
                </a:moveTo>
                <a:lnTo>
                  <a:pt x="1704975" y="1238250"/>
                </a:lnTo>
                <a:lnTo>
                  <a:pt x="1704975" y="1247775"/>
                </a:lnTo>
                <a:lnTo>
                  <a:pt x="1695450" y="1247775"/>
                </a:lnTo>
                <a:close/>
                <a:moveTo>
                  <a:pt x="1724025" y="1238250"/>
                </a:moveTo>
                <a:lnTo>
                  <a:pt x="1733550" y="1238250"/>
                </a:lnTo>
                <a:lnTo>
                  <a:pt x="1733550" y="1295400"/>
                </a:lnTo>
                <a:lnTo>
                  <a:pt x="1724025" y="1295400"/>
                </a:lnTo>
                <a:lnTo>
                  <a:pt x="1724025" y="1257300"/>
                </a:lnTo>
                <a:lnTo>
                  <a:pt x="1704975" y="1257300"/>
                </a:lnTo>
                <a:lnTo>
                  <a:pt x="1704975" y="1247775"/>
                </a:lnTo>
                <a:lnTo>
                  <a:pt x="1724025" y="1247775"/>
                </a:lnTo>
                <a:close/>
                <a:moveTo>
                  <a:pt x="200025" y="1247775"/>
                </a:moveTo>
                <a:lnTo>
                  <a:pt x="209550" y="1247775"/>
                </a:lnTo>
                <a:lnTo>
                  <a:pt x="209550" y="1257300"/>
                </a:lnTo>
                <a:lnTo>
                  <a:pt x="200025" y="1257300"/>
                </a:lnTo>
                <a:close/>
                <a:moveTo>
                  <a:pt x="266700" y="1247775"/>
                </a:moveTo>
                <a:lnTo>
                  <a:pt x="276225" y="1247775"/>
                </a:lnTo>
                <a:lnTo>
                  <a:pt x="276225" y="1257300"/>
                </a:lnTo>
                <a:lnTo>
                  <a:pt x="266700" y="1257300"/>
                </a:lnTo>
                <a:close/>
                <a:moveTo>
                  <a:pt x="1238250" y="1247775"/>
                </a:moveTo>
                <a:lnTo>
                  <a:pt x="1247775" y="1247775"/>
                </a:lnTo>
                <a:lnTo>
                  <a:pt x="1247775" y="1257300"/>
                </a:lnTo>
                <a:lnTo>
                  <a:pt x="1238250" y="1257300"/>
                </a:lnTo>
                <a:close/>
                <a:moveTo>
                  <a:pt x="1685925" y="1285875"/>
                </a:moveTo>
                <a:lnTo>
                  <a:pt x="1695450" y="1285875"/>
                </a:lnTo>
                <a:lnTo>
                  <a:pt x="1695450" y="1295400"/>
                </a:lnTo>
                <a:lnTo>
                  <a:pt x="1685925" y="1295400"/>
                </a:lnTo>
                <a:close/>
                <a:moveTo>
                  <a:pt x="1714500" y="1295400"/>
                </a:moveTo>
                <a:lnTo>
                  <a:pt x="1724025" y="1295400"/>
                </a:lnTo>
                <a:lnTo>
                  <a:pt x="1724025" y="1304925"/>
                </a:lnTo>
                <a:lnTo>
                  <a:pt x="1714500" y="1304925"/>
                </a:lnTo>
                <a:close/>
                <a:moveTo>
                  <a:pt x="200025" y="1314450"/>
                </a:moveTo>
                <a:lnTo>
                  <a:pt x="209550" y="1314450"/>
                </a:lnTo>
                <a:lnTo>
                  <a:pt x="209550" y="1323975"/>
                </a:lnTo>
                <a:lnTo>
                  <a:pt x="200025" y="1323975"/>
                </a:lnTo>
                <a:close/>
                <a:moveTo>
                  <a:pt x="1657350" y="1314450"/>
                </a:moveTo>
                <a:lnTo>
                  <a:pt x="1666875" y="1314450"/>
                </a:lnTo>
                <a:lnTo>
                  <a:pt x="1666875" y="1323975"/>
                </a:lnTo>
                <a:lnTo>
                  <a:pt x="1657350" y="1323975"/>
                </a:lnTo>
                <a:close/>
                <a:moveTo>
                  <a:pt x="1714500" y="1314450"/>
                </a:moveTo>
                <a:lnTo>
                  <a:pt x="1724025" y="1314450"/>
                </a:lnTo>
                <a:lnTo>
                  <a:pt x="1724025" y="1323975"/>
                </a:lnTo>
                <a:lnTo>
                  <a:pt x="1714500" y="1323975"/>
                </a:lnTo>
                <a:close/>
                <a:moveTo>
                  <a:pt x="1714500" y="1333500"/>
                </a:moveTo>
                <a:lnTo>
                  <a:pt x="1724025" y="1333500"/>
                </a:lnTo>
                <a:lnTo>
                  <a:pt x="1724025" y="1343025"/>
                </a:lnTo>
                <a:lnTo>
                  <a:pt x="1714500" y="1343025"/>
                </a:lnTo>
                <a:close/>
                <a:moveTo>
                  <a:pt x="1724025" y="1343025"/>
                </a:moveTo>
                <a:lnTo>
                  <a:pt x="1733550" y="1343025"/>
                </a:lnTo>
                <a:lnTo>
                  <a:pt x="1733550" y="1362075"/>
                </a:lnTo>
                <a:lnTo>
                  <a:pt x="1724025" y="1362075"/>
                </a:lnTo>
                <a:close/>
                <a:moveTo>
                  <a:pt x="1704975" y="1352550"/>
                </a:moveTo>
                <a:lnTo>
                  <a:pt x="1714500" y="1352550"/>
                </a:lnTo>
                <a:lnTo>
                  <a:pt x="1714500" y="1371600"/>
                </a:lnTo>
                <a:lnTo>
                  <a:pt x="1704975" y="1371600"/>
                </a:lnTo>
                <a:close/>
                <a:moveTo>
                  <a:pt x="933450" y="1362075"/>
                </a:moveTo>
                <a:lnTo>
                  <a:pt x="942975" y="1362075"/>
                </a:lnTo>
                <a:lnTo>
                  <a:pt x="942975" y="1371600"/>
                </a:lnTo>
                <a:lnTo>
                  <a:pt x="933450" y="1371600"/>
                </a:lnTo>
                <a:close/>
                <a:moveTo>
                  <a:pt x="209550" y="1400175"/>
                </a:moveTo>
                <a:lnTo>
                  <a:pt x="219075" y="1400175"/>
                </a:lnTo>
                <a:lnTo>
                  <a:pt x="219075" y="1409700"/>
                </a:lnTo>
                <a:lnTo>
                  <a:pt x="228600" y="1409700"/>
                </a:lnTo>
                <a:lnTo>
                  <a:pt x="228600" y="1438275"/>
                </a:lnTo>
                <a:lnTo>
                  <a:pt x="219075" y="1438275"/>
                </a:lnTo>
                <a:lnTo>
                  <a:pt x="219075" y="1447800"/>
                </a:lnTo>
                <a:lnTo>
                  <a:pt x="209550" y="1447800"/>
                </a:lnTo>
                <a:close/>
                <a:moveTo>
                  <a:pt x="1724025" y="1400175"/>
                </a:moveTo>
                <a:lnTo>
                  <a:pt x="1733550" y="1400175"/>
                </a:lnTo>
                <a:lnTo>
                  <a:pt x="1733550" y="1428750"/>
                </a:lnTo>
                <a:lnTo>
                  <a:pt x="1743075" y="1428750"/>
                </a:lnTo>
                <a:lnTo>
                  <a:pt x="1743075" y="1457325"/>
                </a:lnTo>
                <a:lnTo>
                  <a:pt x="1733550" y="1457325"/>
                </a:lnTo>
                <a:lnTo>
                  <a:pt x="1733550" y="1495425"/>
                </a:lnTo>
                <a:lnTo>
                  <a:pt x="1724025" y="1495425"/>
                </a:lnTo>
                <a:lnTo>
                  <a:pt x="1724025" y="1485900"/>
                </a:lnTo>
                <a:lnTo>
                  <a:pt x="1714500" y="1485900"/>
                </a:lnTo>
                <a:lnTo>
                  <a:pt x="1714500" y="1476375"/>
                </a:lnTo>
                <a:lnTo>
                  <a:pt x="1704975" y="1476375"/>
                </a:lnTo>
                <a:lnTo>
                  <a:pt x="1704975" y="1457325"/>
                </a:lnTo>
                <a:lnTo>
                  <a:pt x="1724025" y="1457325"/>
                </a:lnTo>
                <a:close/>
                <a:moveTo>
                  <a:pt x="276225" y="1419225"/>
                </a:moveTo>
                <a:lnTo>
                  <a:pt x="285750" y="1419225"/>
                </a:lnTo>
                <a:lnTo>
                  <a:pt x="285750" y="1447800"/>
                </a:lnTo>
                <a:lnTo>
                  <a:pt x="276225" y="1447800"/>
                </a:lnTo>
                <a:close/>
                <a:moveTo>
                  <a:pt x="228600" y="1438275"/>
                </a:moveTo>
                <a:lnTo>
                  <a:pt x="238125" y="1438275"/>
                </a:lnTo>
                <a:lnTo>
                  <a:pt x="238125" y="1447800"/>
                </a:lnTo>
                <a:lnTo>
                  <a:pt x="228600" y="1447800"/>
                </a:lnTo>
                <a:close/>
                <a:moveTo>
                  <a:pt x="990600" y="1438275"/>
                </a:moveTo>
                <a:lnTo>
                  <a:pt x="1000125" y="1438275"/>
                </a:lnTo>
                <a:lnTo>
                  <a:pt x="1000125" y="1447800"/>
                </a:lnTo>
                <a:lnTo>
                  <a:pt x="990600" y="1447800"/>
                </a:lnTo>
                <a:close/>
                <a:moveTo>
                  <a:pt x="1190625" y="1466850"/>
                </a:moveTo>
                <a:lnTo>
                  <a:pt x="1200150" y="1466850"/>
                </a:lnTo>
                <a:lnTo>
                  <a:pt x="1200150" y="1476375"/>
                </a:lnTo>
                <a:lnTo>
                  <a:pt x="1190625" y="1476375"/>
                </a:lnTo>
                <a:close/>
                <a:moveTo>
                  <a:pt x="1095375" y="1485900"/>
                </a:moveTo>
                <a:lnTo>
                  <a:pt x="1104900" y="1485900"/>
                </a:lnTo>
                <a:lnTo>
                  <a:pt x="1104900" y="1495425"/>
                </a:lnTo>
                <a:lnTo>
                  <a:pt x="1095375" y="1495425"/>
                </a:lnTo>
                <a:close/>
                <a:moveTo>
                  <a:pt x="1447800" y="1485900"/>
                </a:moveTo>
                <a:lnTo>
                  <a:pt x="1457325" y="1485900"/>
                </a:lnTo>
                <a:lnTo>
                  <a:pt x="1457325" y="1495425"/>
                </a:lnTo>
                <a:lnTo>
                  <a:pt x="1447800" y="1495425"/>
                </a:lnTo>
                <a:close/>
                <a:moveTo>
                  <a:pt x="1543050" y="1485900"/>
                </a:moveTo>
                <a:lnTo>
                  <a:pt x="1552575" y="1485900"/>
                </a:lnTo>
                <a:lnTo>
                  <a:pt x="1552575" y="1495425"/>
                </a:lnTo>
                <a:lnTo>
                  <a:pt x="1543050" y="1495425"/>
                </a:lnTo>
                <a:close/>
                <a:moveTo>
                  <a:pt x="1638300" y="1485900"/>
                </a:moveTo>
                <a:lnTo>
                  <a:pt x="1647825" y="1485900"/>
                </a:lnTo>
                <a:lnTo>
                  <a:pt x="1647825" y="1495425"/>
                </a:lnTo>
                <a:lnTo>
                  <a:pt x="1638300" y="1495425"/>
                </a:lnTo>
                <a:close/>
                <a:moveTo>
                  <a:pt x="1438275" y="1495425"/>
                </a:moveTo>
                <a:lnTo>
                  <a:pt x="1447800" y="1495425"/>
                </a:lnTo>
                <a:lnTo>
                  <a:pt x="1447800" y="1504950"/>
                </a:lnTo>
                <a:lnTo>
                  <a:pt x="1438275" y="1504950"/>
                </a:lnTo>
                <a:close/>
                <a:moveTo>
                  <a:pt x="1323975" y="1504950"/>
                </a:moveTo>
                <a:lnTo>
                  <a:pt x="1333500" y="1504950"/>
                </a:lnTo>
                <a:lnTo>
                  <a:pt x="1333500" y="1514475"/>
                </a:lnTo>
                <a:lnTo>
                  <a:pt x="1323975" y="1514475"/>
                </a:lnTo>
                <a:close/>
                <a:moveTo>
                  <a:pt x="1666875" y="1514475"/>
                </a:moveTo>
                <a:lnTo>
                  <a:pt x="1676400" y="1514475"/>
                </a:lnTo>
                <a:lnTo>
                  <a:pt x="1676400" y="1524000"/>
                </a:lnTo>
                <a:lnTo>
                  <a:pt x="1666875" y="1524000"/>
                </a:lnTo>
                <a:close/>
                <a:moveTo>
                  <a:pt x="533400" y="1524000"/>
                </a:moveTo>
                <a:lnTo>
                  <a:pt x="552450" y="1524000"/>
                </a:lnTo>
                <a:lnTo>
                  <a:pt x="552450" y="1533525"/>
                </a:lnTo>
                <a:lnTo>
                  <a:pt x="533400" y="1533525"/>
                </a:lnTo>
                <a:close/>
                <a:moveTo>
                  <a:pt x="1104900" y="1524000"/>
                </a:moveTo>
                <a:lnTo>
                  <a:pt x="1114425" y="1524000"/>
                </a:lnTo>
                <a:lnTo>
                  <a:pt x="1114425" y="1533525"/>
                </a:lnTo>
                <a:lnTo>
                  <a:pt x="1104900" y="1533525"/>
                </a:lnTo>
                <a:close/>
                <a:moveTo>
                  <a:pt x="1743075" y="1524000"/>
                </a:moveTo>
                <a:lnTo>
                  <a:pt x="1752600" y="1524000"/>
                </a:lnTo>
                <a:lnTo>
                  <a:pt x="1752600" y="1581150"/>
                </a:lnTo>
                <a:lnTo>
                  <a:pt x="1762125" y="1581150"/>
                </a:lnTo>
                <a:lnTo>
                  <a:pt x="1762125" y="1590675"/>
                </a:lnTo>
                <a:lnTo>
                  <a:pt x="1743075" y="1590675"/>
                </a:lnTo>
                <a:lnTo>
                  <a:pt x="1743075" y="1571625"/>
                </a:lnTo>
                <a:lnTo>
                  <a:pt x="1733550" y="1571625"/>
                </a:lnTo>
                <a:lnTo>
                  <a:pt x="1733550" y="1562100"/>
                </a:lnTo>
                <a:lnTo>
                  <a:pt x="1724025" y="1562100"/>
                </a:lnTo>
                <a:lnTo>
                  <a:pt x="1724025" y="1552575"/>
                </a:lnTo>
                <a:lnTo>
                  <a:pt x="1743075" y="1552575"/>
                </a:lnTo>
                <a:close/>
                <a:moveTo>
                  <a:pt x="419100" y="1533525"/>
                </a:moveTo>
                <a:lnTo>
                  <a:pt x="428625" y="1533525"/>
                </a:lnTo>
                <a:lnTo>
                  <a:pt x="428625" y="1543050"/>
                </a:lnTo>
                <a:lnTo>
                  <a:pt x="419100" y="1543050"/>
                </a:lnTo>
                <a:close/>
                <a:moveTo>
                  <a:pt x="1047750" y="1533525"/>
                </a:moveTo>
                <a:lnTo>
                  <a:pt x="1057275" y="1533525"/>
                </a:lnTo>
                <a:lnTo>
                  <a:pt x="1057275" y="1543050"/>
                </a:lnTo>
                <a:lnTo>
                  <a:pt x="1047750" y="1543050"/>
                </a:lnTo>
                <a:close/>
                <a:moveTo>
                  <a:pt x="876300" y="1543050"/>
                </a:moveTo>
                <a:lnTo>
                  <a:pt x="885825" y="1543050"/>
                </a:lnTo>
                <a:lnTo>
                  <a:pt x="885825" y="1552575"/>
                </a:lnTo>
                <a:lnTo>
                  <a:pt x="876300" y="1552575"/>
                </a:lnTo>
                <a:close/>
                <a:moveTo>
                  <a:pt x="914400" y="1543050"/>
                </a:moveTo>
                <a:lnTo>
                  <a:pt x="923925" y="1543050"/>
                </a:lnTo>
                <a:lnTo>
                  <a:pt x="923925" y="1552575"/>
                </a:lnTo>
                <a:lnTo>
                  <a:pt x="914400" y="1552575"/>
                </a:lnTo>
                <a:close/>
                <a:moveTo>
                  <a:pt x="209550" y="1552575"/>
                </a:moveTo>
                <a:lnTo>
                  <a:pt x="219075" y="1552575"/>
                </a:lnTo>
                <a:lnTo>
                  <a:pt x="219075" y="1562100"/>
                </a:lnTo>
                <a:lnTo>
                  <a:pt x="209550" y="1562100"/>
                </a:lnTo>
                <a:close/>
                <a:moveTo>
                  <a:pt x="923925" y="1552575"/>
                </a:moveTo>
                <a:lnTo>
                  <a:pt x="933450" y="1552575"/>
                </a:lnTo>
                <a:lnTo>
                  <a:pt x="933450" y="1562100"/>
                </a:lnTo>
                <a:lnTo>
                  <a:pt x="923925" y="1562100"/>
                </a:lnTo>
                <a:close/>
                <a:moveTo>
                  <a:pt x="666750" y="1562100"/>
                </a:moveTo>
                <a:lnTo>
                  <a:pt x="676275" y="1562100"/>
                </a:lnTo>
                <a:lnTo>
                  <a:pt x="676275" y="1571625"/>
                </a:lnTo>
                <a:lnTo>
                  <a:pt x="666750" y="1571625"/>
                </a:lnTo>
                <a:close/>
                <a:moveTo>
                  <a:pt x="933450" y="1562100"/>
                </a:moveTo>
                <a:lnTo>
                  <a:pt x="942975" y="1562100"/>
                </a:lnTo>
                <a:lnTo>
                  <a:pt x="942975" y="1571625"/>
                </a:lnTo>
                <a:lnTo>
                  <a:pt x="933450" y="1571625"/>
                </a:lnTo>
                <a:close/>
                <a:moveTo>
                  <a:pt x="552450" y="1571625"/>
                </a:moveTo>
                <a:lnTo>
                  <a:pt x="571500" y="1571625"/>
                </a:lnTo>
                <a:lnTo>
                  <a:pt x="571500" y="1581150"/>
                </a:lnTo>
                <a:lnTo>
                  <a:pt x="552450" y="1581150"/>
                </a:lnTo>
                <a:close/>
                <a:moveTo>
                  <a:pt x="342900" y="1581150"/>
                </a:moveTo>
                <a:lnTo>
                  <a:pt x="352425" y="1581150"/>
                </a:lnTo>
                <a:lnTo>
                  <a:pt x="352425" y="1600200"/>
                </a:lnTo>
                <a:lnTo>
                  <a:pt x="333375" y="1600200"/>
                </a:lnTo>
                <a:lnTo>
                  <a:pt x="333375" y="1590675"/>
                </a:lnTo>
                <a:lnTo>
                  <a:pt x="342900" y="1590675"/>
                </a:lnTo>
                <a:close/>
                <a:moveTo>
                  <a:pt x="447675" y="1581150"/>
                </a:moveTo>
                <a:lnTo>
                  <a:pt x="457200" y="1581150"/>
                </a:lnTo>
                <a:lnTo>
                  <a:pt x="457200" y="1590675"/>
                </a:lnTo>
                <a:lnTo>
                  <a:pt x="447675" y="1590675"/>
                </a:lnTo>
                <a:close/>
                <a:moveTo>
                  <a:pt x="1676400" y="1581150"/>
                </a:moveTo>
                <a:lnTo>
                  <a:pt x="1685925" y="1581150"/>
                </a:lnTo>
                <a:lnTo>
                  <a:pt x="1685925" y="1590675"/>
                </a:lnTo>
                <a:lnTo>
                  <a:pt x="1676400" y="1590675"/>
                </a:lnTo>
                <a:close/>
                <a:moveTo>
                  <a:pt x="1009650" y="1590675"/>
                </a:moveTo>
                <a:lnTo>
                  <a:pt x="1019175" y="1590675"/>
                </a:lnTo>
                <a:lnTo>
                  <a:pt x="1019175" y="1600200"/>
                </a:lnTo>
                <a:lnTo>
                  <a:pt x="1009650" y="1600200"/>
                </a:lnTo>
                <a:close/>
                <a:moveTo>
                  <a:pt x="1743075" y="1638300"/>
                </a:moveTo>
                <a:lnTo>
                  <a:pt x="1752600" y="1638300"/>
                </a:lnTo>
                <a:lnTo>
                  <a:pt x="1752600" y="1647825"/>
                </a:lnTo>
                <a:lnTo>
                  <a:pt x="1743075" y="1647825"/>
                </a:lnTo>
                <a:close/>
                <a:moveTo>
                  <a:pt x="219075" y="1647825"/>
                </a:moveTo>
                <a:lnTo>
                  <a:pt x="228600" y="1647825"/>
                </a:lnTo>
                <a:lnTo>
                  <a:pt x="228600" y="1666875"/>
                </a:lnTo>
                <a:lnTo>
                  <a:pt x="219075" y="1666875"/>
                </a:lnTo>
                <a:close/>
                <a:moveTo>
                  <a:pt x="952500" y="1666875"/>
                </a:moveTo>
                <a:lnTo>
                  <a:pt x="962025" y="1666875"/>
                </a:lnTo>
                <a:lnTo>
                  <a:pt x="962025" y="1685925"/>
                </a:lnTo>
                <a:lnTo>
                  <a:pt x="952500" y="1685925"/>
                </a:lnTo>
                <a:close/>
                <a:moveTo>
                  <a:pt x="1743075" y="1666875"/>
                </a:moveTo>
                <a:lnTo>
                  <a:pt x="1752600" y="1666875"/>
                </a:lnTo>
                <a:lnTo>
                  <a:pt x="1752600" y="1676400"/>
                </a:lnTo>
                <a:lnTo>
                  <a:pt x="1743075" y="1676400"/>
                </a:lnTo>
                <a:close/>
                <a:moveTo>
                  <a:pt x="1752600" y="1704975"/>
                </a:moveTo>
                <a:lnTo>
                  <a:pt x="1762125" y="1704975"/>
                </a:lnTo>
                <a:lnTo>
                  <a:pt x="1762125" y="1714500"/>
                </a:lnTo>
                <a:lnTo>
                  <a:pt x="1752600" y="1714500"/>
                </a:lnTo>
                <a:close/>
                <a:moveTo>
                  <a:pt x="219075" y="1724025"/>
                </a:moveTo>
                <a:lnTo>
                  <a:pt x="228600" y="1724025"/>
                </a:lnTo>
                <a:lnTo>
                  <a:pt x="228600" y="1733550"/>
                </a:lnTo>
                <a:lnTo>
                  <a:pt x="219075" y="1733550"/>
                </a:lnTo>
                <a:close/>
                <a:moveTo>
                  <a:pt x="1019175" y="1724025"/>
                </a:moveTo>
                <a:lnTo>
                  <a:pt x="1028700" y="1724025"/>
                </a:lnTo>
                <a:lnTo>
                  <a:pt x="1028700" y="1733550"/>
                </a:lnTo>
                <a:lnTo>
                  <a:pt x="1019175" y="1733550"/>
                </a:lnTo>
                <a:close/>
                <a:moveTo>
                  <a:pt x="1228725" y="1743075"/>
                </a:moveTo>
                <a:lnTo>
                  <a:pt x="1238250" y="1743075"/>
                </a:lnTo>
                <a:lnTo>
                  <a:pt x="1238250" y="1752600"/>
                </a:lnTo>
                <a:lnTo>
                  <a:pt x="1228725" y="1752600"/>
                </a:lnTo>
                <a:close/>
                <a:moveTo>
                  <a:pt x="1743075" y="1752600"/>
                </a:moveTo>
                <a:lnTo>
                  <a:pt x="1752600" y="1752600"/>
                </a:lnTo>
                <a:lnTo>
                  <a:pt x="1752600" y="1762125"/>
                </a:lnTo>
                <a:lnTo>
                  <a:pt x="1743075" y="1762125"/>
                </a:lnTo>
                <a:close/>
                <a:moveTo>
                  <a:pt x="1762125" y="1752600"/>
                </a:moveTo>
                <a:lnTo>
                  <a:pt x="1771650" y="1752600"/>
                </a:lnTo>
                <a:lnTo>
                  <a:pt x="1771650" y="1771650"/>
                </a:lnTo>
                <a:lnTo>
                  <a:pt x="1762125" y="1771650"/>
                </a:lnTo>
                <a:close/>
                <a:moveTo>
                  <a:pt x="228600" y="1800225"/>
                </a:moveTo>
                <a:lnTo>
                  <a:pt x="238125" y="1800225"/>
                </a:lnTo>
                <a:lnTo>
                  <a:pt x="238125" y="1819275"/>
                </a:lnTo>
                <a:lnTo>
                  <a:pt x="228600" y="1819275"/>
                </a:lnTo>
                <a:close/>
                <a:moveTo>
                  <a:pt x="1752600" y="1800225"/>
                </a:moveTo>
                <a:lnTo>
                  <a:pt x="1762125" y="1800225"/>
                </a:lnTo>
                <a:lnTo>
                  <a:pt x="1762125" y="1809750"/>
                </a:lnTo>
                <a:lnTo>
                  <a:pt x="1752600" y="1809750"/>
                </a:lnTo>
                <a:close/>
                <a:moveTo>
                  <a:pt x="962025" y="1819275"/>
                </a:moveTo>
                <a:lnTo>
                  <a:pt x="971550" y="1819275"/>
                </a:lnTo>
                <a:lnTo>
                  <a:pt x="971550" y="1828800"/>
                </a:lnTo>
                <a:lnTo>
                  <a:pt x="962025" y="1828800"/>
                </a:lnTo>
                <a:close/>
                <a:moveTo>
                  <a:pt x="1695450" y="1828800"/>
                </a:moveTo>
                <a:lnTo>
                  <a:pt x="1704975" y="1828800"/>
                </a:lnTo>
                <a:lnTo>
                  <a:pt x="1704975" y="1847850"/>
                </a:lnTo>
                <a:lnTo>
                  <a:pt x="1695450" y="1847850"/>
                </a:lnTo>
                <a:close/>
                <a:moveTo>
                  <a:pt x="1762125" y="1828800"/>
                </a:moveTo>
                <a:lnTo>
                  <a:pt x="1771650" y="1828800"/>
                </a:lnTo>
                <a:lnTo>
                  <a:pt x="1771650" y="1857375"/>
                </a:lnTo>
                <a:lnTo>
                  <a:pt x="1762125" y="1857375"/>
                </a:lnTo>
                <a:close/>
                <a:moveTo>
                  <a:pt x="1133475" y="1847850"/>
                </a:moveTo>
                <a:lnTo>
                  <a:pt x="1143000" y="1847850"/>
                </a:lnTo>
                <a:lnTo>
                  <a:pt x="1143000" y="1857375"/>
                </a:lnTo>
                <a:lnTo>
                  <a:pt x="1133475" y="1857375"/>
                </a:lnTo>
                <a:close/>
                <a:moveTo>
                  <a:pt x="1152525" y="1857375"/>
                </a:moveTo>
                <a:lnTo>
                  <a:pt x="1162050" y="1857375"/>
                </a:lnTo>
                <a:lnTo>
                  <a:pt x="1162050" y="1866900"/>
                </a:lnTo>
                <a:lnTo>
                  <a:pt x="1152525" y="1866900"/>
                </a:lnTo>
                <a:close/>
                <a:moveTo>
                  <a:pt x="228600" y="1866900"/>
                </a:moveTo>
                <a:lnTo>
                  <a:pt x="238125" y="1866900"/>
                </a:lnTo>
                <a:lnTo>
                  <a:pt x="238125" y="1876425"/>
                </a:lnTo>
                <a:lnTo>
                  <a:pt x="228600" y="1876425"/>
                </a:lnTo>
                <a:close/>
                <a:moveTo>
                  <a:pt x="1762125" y="1866900"/>
                </a:moveTo>
                <a:lnTo>
                  <a:pt x="1771650" y="1866900"/>
                </a:lnTo>
                <a:lnTo>
                  <a:pt x="1771650" y="1876425"/>
                </a:lnTo>
                <a:lnTo>
                  <a:pt x="1762125" y="1876425"/>
                </a:lnTo>
                <a:close/>
                <a:moveTo>
                  <a:pt x="1028700" y="1876425"/>
                </a:moveTo>
                <a:lnTo>
                  <a:pt x="1038225" y="1876425"/>
                </a:lnTo>
                <a:lnTo>
                  <a:pt x="1038225" y="1885950"/>
                </a:lnTo>
                <a:lnTo>
                  <a:pt x="1028700" y="1885950"/>
                </a:lnTo>
                <a:close/>
                <a:moveTo>
                  <a:pt x="1152525" y="1914525"/>
                </a:moveTo>
                <a:lnTo>
                  <a:pt x="1171575" y="1914525"/>
                </a:lnTo>
                <a:lnTo>
                  <a:pt x="1171575" y="1924050"/>
                </a:lnTo>
                <a:lnTo>
                  <a:pt x="1152525" y="1924050"/>
                </a:lnTo>
                <a:close/>
                <a:moveTo>
                  <a:pt x="1171575" y="1933575"/>
                </a:moveTo>
                <a:lnTo>
                  <a:pt x="1181100" y="1933575"/>
                </a:lnTo>
                <a:lnTo>
                  <a:pt x="1181100" y="1943100"/>
                </a:lnTo>
                <a:lnTo>
                  <a:pt x="1171575" y="1943100"/>
                </a:lnTo>
                <a:close/>
                <a:moveTo>
                  <a:pt x="971550" y="1952625"/>
                </a:moveTo>
                <a:lnTo>
                  <a:pt x="981075" y="1952625"/>
                </a:lnTo>
                <a:lnTo>
                  <a:pt x="981075" y="1981200"/>
                </a:lnTo>
                <a:lnTo>
                  <a:pt x="971550" y="1981200"/>
                </a:lnTo>
                <a:close/>
                <a:moveTo>
                  <a:pt x="304800" y="1981200"/>
                </a:moveTo>
                <a:lnTo>
                  <a:pt x="314325" y="1981200"/>
                </a:lnTo>
                <a:lnTo>
                  <a:pt x="314325" y="1990725"/>
                </a:lnTo>
                <a:lnTo>
                  <a:pt x="304800" y="1990725"/>
                </a:lnTo>
                <a:close/>
                <a:moveTo>
                  <a:pt x="238125" y="2038350"/>
                </a:moveTo>
                <a:lnTo>
                  <a:pt x="247650" y="2038350"/>
                </a:lnTo>
                <a:lnTo>
                  <a:pt x="247650" y="2057400"/>
                </a:lnTo>
                <a:lnTo>
                  <a:pt x="238125" y="2057400"/>
                </a:lnTo>
                <a:close/>
                <a:moveTo>
                  <a:pt x="1657350" y="2038350"/>
                </a:moveTo>
                <a:lnTo>
                  <a:pt x="1666875" y="2038350"/>
                </a:lnTo>
                <a:lnTo>
                  <a:pt x="1666875" y="2047875"/>
                </a:lnTo>
                <a:lnTo>
                  <a:pt x="1657350" y="2047875"/>
                </a:lnTo>
                <a:close/>
                <a:moveTo>
                  <a:pt x="1552575" y="2047875"/>
                </a:moveTo>
                <a:lnTo>
                  <a:pt x="1562100" y="2047875"/>
                </a:lnTo>
                <a:lnTo>
                  <a:pt x="1562100" y="2057400"/>
                </a:lnTo>
                <a:lnTo>
                  <a:pt x="1552575" y="2057400"/>
                </a:lnTo>
                <a:close/>
                <a:moveTo>
                  <a:pt x="1400175" y="2057400"/>
                </a:moveTo>
                <a:lnTo>
                  <a:pt x="1428750" y="2057400"/>
                </a:lnTo>
                <a:lnTo>
                  <a:pt x="1428750" y="2066925"/>
                </a:lnTo>
                <a:lnTo>
                  <a:pt x="1400175" y="2066925"/>
                </a:lnTo>
                <a:close/>
                <a:moveTo>
                  <a:pt x="1314450" y="2066925"/>
                </a:moveTo>
                <a:lnTo>
                  <a:pt x="1323975" y="2066925"/>
                </a:lnTo>
                <a:lnTo>
                  <a:pt x="1323975" y="2076450"/>
                </a:lnTo>
                <a:lnTo>
                  <a:pt x="1314450" y="2076450"/>
                </a:lnTo>
                <a:close/>
                <a:moveTo>
                  <a:pt x="1190625" y="2076450"/>
                </a:moveTo>
                <a:lnTo>
                  <a:pt x="1200150" y="2076450"/>
                </a:lnTo>
                <a:lnTo>
                  <a:pt x="1200150" y="2085975"/>
                </a:lnTo>
                <a:lnTo>
                  <a:pt x="1190625" y="2085975"/>
                </a:lnTo>
                <a:close/>
                <a:moveTo>
                  <a:pt x="1247775" y="2114550"/>
                </a:moveTo>
                <a:lnTo>
                  <a:pt x="1257300" y="2114550"/>
                </a:lnTo>
                <a:lnTo>
                  <a:pt x="1257300" y="2124075"/>
                </a:lnTo>
                <a:lnTo>
                  <a:pt x="1247775" y="2124075"/>
                </a:lnTo>
                <a:close/>
                <a:moveTo>
                  <a:pt x="1485900" y="2114550"/>
                </a:moveTo>
                <a:lnTo>
                  <a:pt x="1495425" y="2114550"/>
                </a:lnTo>
                <a:lnTo>
                  <a:pt x="1495425" y="2124075"/>
                </a:lnTo>
                <a:lnTo>
                  <a:pt x="1485900" y="2124075"/>
                </a:lnTo>
                <a:close/>
                <a:moveTo>
                  <a:pt x="1676400" y="2114550"/>
                </a:moveTo>
                <a:lnTo>
                  <a:pt x="1685925" y="2114550"/>
                </a:lnTo>
                <a:lnTo>
                  <a:pt x="1685925" y="2143125"/>
                </a:lnTo>
                <a:lnTo>
                  <a:pt x="1676400" y="2143125"/>
                </a:lnTo>
                <a:close/>
                <a:moveTo>
                  <a:pt x="571500" y="2124075"/>
                </a:moveTo>
                <a:lnTo>
                  <a:pt x="581025" y="2124075"/>
                </a:lnTo>
                <a:lnTo>
                  <a:pt x="581025" y="2133600"/>
                </a:lnTo>
                <a:lnTo>
                  <a:pt x="571500" y="2133600"/>
                </a:lnTo>
                <a:close/>
                <a:moveTo>
                  <a:pt x="1238250" y="2124075"/>
                </a:moveTo>
                <a:lnTo>
                  <a:pt x="1247775" y="2124075"/>
                </a:lnTo>
                <a:lnTo>
                  <a:pt x="1247775" y="2133600"/>
                </a:lnTo>
                <a:lnTo>
                  <a:pt x="1238250" y="2133600"/>
                </a:lnTo>
                <a:close/>
                <a:moveTo>
                  <a:pt x="1228725" y="2133600"/>
                </a:moveTo>
                <a:lnTo>
                  <a:pt x="1238250" y="2133600"/>
                </a:lnTo>
                <a:lnTo>
                  <a:pt x="1238250" y="2143125"/>
                </a:lnTo>
                <a:lnTo>
                  <a:pt x="1228725" y="2143125"/>
                </a:lnTo>
                <a:close/>
                <a:moveTo>
                  <a:pt x="304800" y="2143125"/>
                </a:moveTo>
                <a:lnTo>
                  <a:pt x="314325" y="2143125"/>
                </a:lnTo>
                <a:lnTo>
                  <a:pt x="314325" y="2152650"/>
                </a:lnTo>
                <a:lnTo>
                  <a:pt x="304800" y="2152650"/>
                </a:lnTo>
                <a:close/>
                <a:moveTo>
                  <a:pt x="942975" y="2143125"/>
                </a:moveTo>
                <a:lnTo>
                  <a:pt x="952500" y="2143125"/>
                </a:lnTo>
                <a:lnTo>
                  <a:pt x="952500" y="2152650"/>
                </a:lnTo>
                <a:lnTo>
                  <a:pt x="942975" y="2152650"/>
                </a:lnTo>
                <a:close/>
                <a:moveTo>
                  <a:pt x="1752600" y="2143125"/>
                </a:moveTo>
                <a:lnTo>
                  <a:pt x="1762125" y="2143125"/>
                </a:lnTo>
                <a:lnTo>
                  <a:pt x="1762125" y="2152650"/>
                </a:lnTo>
                <a:lnTo>
                  <a:pt x="1752600" y="2152650"/>
                </a:lnTo>
                <a:close/>
                <a:moveTo>
                  <a:pt x="1390650" y="2152650"/>
                </a:moveTo>
                <a:lnTo>
                  <a:pt x="1419225" y="2152650"/>
                </a:lnTo>
                <a:lnTo>
                  <a:pt x="1419225" y="2171700"/>
                </a:lnTo>
                <a:lnTo>
                  <a:pt x="1400175" y="2171700"/>
                </a:lnTo>
                <a:lnTo>
                  <a:pt x="1400175" y="2162175"/>
                </a:lnTo>
                <a:lnTo>
                  <a:pt x="1390650" y="2162175"/>
                </a:lnTo>
                <a:close/>
                <a:moveTo>
                  <a:pt x="809625" y="2162175"/>
                </a:moveTo>
                <a:lnTo>
                  <a:pt x="819150" y="2162175"/>
                </a:lnTo>
                <a:lnTo>
                  <a:pt x="819150" y="2181225"/>
                </a:lnTo>
                <a:lnTo>
                  <a:pt x="809625" y="2181225"/>
                </a:lnTo>
                <a:close/>
                <a:moveTo>
                  <a:pt x="857250" y="2171700"/>
                </a:moveTo>
                <a:lnTo>
                  <a:pt x="866775" y="2171700"/>
                </a:lnTo>
                <a:lnTo>
                  <a:pt x="866775" y="2181225"/>
                </a:lnTo>
                <a:lnTo>
                  <a:pt x="857250" y="2181225"/>
                </a:lnTo>
                <a:close/>
                <a:moveTo>
                  <a:pt x="1552575" y="2190750"/>
                </a:moveTo>
                <a:lnTo>
                  <a:pt x="1571625" y="2190750"/>
                </a:lnTo>
                <a:lnTo>
                  <a:pt x="1571625" y="2200275"/>
                </a:lnTo>
                <a:lnTo>
                  <a:pt x="1562100" y="2200275"/>
                </a:lnTo>
                <a:lnTo>
                  <a:pt x="1562100" y="2209800"/>
                </a:lnTo>
                <a:lnTo>
                  <a:pt x="1552575" y="2209800"/>
                </a:lnTo>
                <a:close/>
                <a:moveTo>
                  <a:pt x="1695450" y="2190750"/>
                </a:moveTo>
                <a:lnTo>
                  <a:pt x="1704975" y="2190750"/>
                </a:lnTo>
                <a:lnTo>
                  <a:pt x="1704975" y="2200275"/>
                </a:lnTo>
                <a:lnTo>
                  <a:pt x="1695450" y="2200275"/>
                </a:lnTo>
                <a:close/>
                <a:moveTo>
                  <a:pt x="1628775" y="2200275"/>
                </a:moveTo>
                <a:lnTo>
                  <a:pt x="1638300" y="2200275"/>
                </a:lnTo>
                <a:lnTo>
                  <a:pt x="1638300" y="2219325"/>
                </a:lnTo>
                <a:lnTo>
                  <a:pt x="1628775" y="2219325"/>
                </a:lnTo>
                <a:close/>
                <a:moveTo>
                  <a:pt x="1685925" y="2219325"/>
                </a:moveTo>
                <a:lnTo>
                  <a:pt x="1695450" y="2219325"/>
                </a:lnTo>
                <a:lnTo>
                  <a:pt x="1695450" y="2228850"/>
                </a:lnTo>
                <a:lnTo>
                  <a:pt x="1685925" y="2228850"/>
                </a:lnTo>
                <a:close/>
                <a:moveTo>
                  <a:pt x="1790700" y="2219325"/>
                </a:moveTo>
                <a:lnTo>
                  <a:pt x="1800225" y="2219325"/>
                </a:lnTo>
                <a:lnTo>
                  <a:pt x="1800225" y="2238375"/>
                </a:lnTo>
                <a:lnTo>
                  <a:pt x="1790700" y="2238375"/>
                </a:lnTo>
                <a:close/>
                <a:moveTo>
                  <a:pt x="1285875" y="2228850"/>
                </a:moveTo>
                <a:lnTo>
                  <a:pt x="1295400" y="2228850"/>
                </a:lnTo>
                <a:lnTo>
                  <a:pt x="1295400" y="2238375"/>
                </a:lnTo>
                <a:lnTo>
                  <a:pt x="1304925" y="2238375"/>
                </a:lnTo>
                <a:lnTo>
                  <a:pt x="1304925" y="2247900"/>
                </a:lnTo>
                <a:lnTo>
                  <a:pt x="1295400" y="2247900"/>
                </a:lnTo>
                <a:lnTo>
                  <a:pt x="1295400" y="2257425"/>
                </a:lnTo>
                <a:lnTo>
                  <a:pt x="1285875" y="2257425"/>
                </a:lnTo>
                <a:close/>
                <a:moveTo>
                  <a:pt x="1676400" y="2228850"/>
                </a:moveTo>
                <a:lnTo>
                  <a:pt x="1685925" y="2228850"/>
                </a:lnTo>
                <a:lnTo>
                  <a:pt x="1685925" y="2238375"/>
                </a:lnTo>
                <a:lnTo>
                  <a:pt x="1676400" y="2238375"/>
                </a:lnTo>
                <a:close/>
                <a:moveTo>
                  <a:pt x="1666875" y="2238375"/>
                </a:moveTo>
                <a:lnTo>
                  <a:pt x="1676400" y="2238375"/>
                </a:lnTo>
                <a:lnTo>
                  <a:pt x="1676400" y="2266950"/>
                </a:lnTo>
                <a:lnTo>
                  <a:pt x="1666875" y="2266950"/>
                </a:lnTo>
                <a:close/>
                <a:moveTo>
                  <a:pt x="1476375" y="2247900"/>
                </a:moveTo>
                <a:lnTo>
                  <a:pt x="1485900" y="2247900"/>
                </a:lnTo>
                <a:lnTo>
                  <a:pt x="1485900" y="2257425"/>
                </a:lnTo>
                <a:lnTo>
                  <a:pt x="1495425" y="2257425"/>
                </a:lnTo>
                <a:lnTo>
                  <a:pt x="1495425" y="2276475"/>
                </a:lnTo>
                <a:lnTo>
                  <a:pt x="1485900" y="2276475"/>
                </a:lnTo>
                <a:lnTo>
                  <a:pt x="1485900" y="2286000"/>
                </a:lnTo>
                <a:lnTo>
                  <a:pt x="1476375" y="2286000"/>
                </a:lnTo>
                <a:close/>
                <a:moveTo>
                  <a:pt x="247650" y="2257425"/>
                </a:moveTo>
                <a:lnTo>
                  <a:pt x="257175" y="2257425"/>
                </a:lnTo>
                <a:lnTo>
                  <a:pt x="257175" y="2266950"/>
                </a:lnTo>
                <a:lnTo>
                  <a:pt x="247650" y="2266950"/>
                </a:lnTo>
                <a:close/>
                <a:moveTo>
                  <a:pt x="333375" y="2257425"/>
                </a:moveTo>
                <a:lnTo>
                  <a:pt x="342900" y="2257425"/>
                </a:lnTo>
                <a:lnTo>
                  <a:pt x="342900" y="2266950"/>
                </a:lnTo>
                <a:lnTo>
                  <a:pt x="333375" y="2266950"/>
                </a:lnTo>
                <a:close/>
                <a:moveTo>
                  <a:pt x="1724025" y="2257425"/>
                </a:moveTo>
                <a:lnTo>
                  <a:pt x="1733550" y="2257425"/>
                </a:lnTo>
                <a:lnTo>
                  <a:pt x="1733550" y="2266950"/>
                </a:lnTo>
                <a:lnTo>
                  <a:pt x="1724025" y="2266950"/>
                </a:lnTo>
                <a:close/>
                <a:moveTo>
                  <a:pt x="704850" y="2266950"/>
                </a:moveTo>
                <a:lnTo>
                  <a:pt x="723900" y="2266950"/>
                </a:lnTo>
                <a:lnTo>
                  <a:pt x="723900" y="2276475"/>
                </a:lnTo>
                <a:lnTo>
                  <a:pt x="704850" y="2276475"/>
                </a:lnTo>
                <a:close/>
                <a:moveTo>
                  <a:pt x="1638300" y="2266950"/>
                </a:moveTo>
                <a:lnTo>
                  <a:pt x="1657350" y="2266950"/>
                </a:lnTo>
                <a:lnTo>
                  <a:pt x="1657350" y="2276475"/>
                </a:lnTo>
                <a:lnTo>
                  <a:pt x="1638300" y="2276475"/>
                </a:lnTo>
                <a:close/>
                <a:moveTo>
                  <a:pt x="1524000" y="2276475"/>
                </a:moveTo>
                <a:lnTo>
                  <a:pt x="1533525" y="2276475"/>
                </a:lnTo>
                <a:lnTo>
                  <a:pt x="1533525" y="2286000"/>
                </a:lnTo>
                <a:lnTo>
                  <a:pt x="1524000" y="2286000"/>
                </a:lnTo>
                <a:close/>
                <a:moveTo>
                  <a:pt x="1790700" y="2276475"/>
                </a:moveTo>
                <a:lnTo>
                  <a:pt x="1800225" y="2276475"/>
                </a:lnTo>
                <a:lnTo>
                  <a:pt x="1800225" y="2305050"/>
                </a:lnTo>
                <a:lnTo>
                  <a:pt x="1790700" y="2305050"/>
                </a:lnTo>
                <a:close/>
                <a:moveTo>
                  <a:pt x="1514475" y="2295525"/>
                </a:moveTo>
                <a:lnTo>
                  <a:pt x="1543050" y="2295525"/>
                </a:lnTo>
                <a:lnTo>
                  <a:pt x="1543050" y="2305050"/>
                </a:lnTo>
                <a:lnTo>
                  <a:pt x="1524000" y="2305050"/>
                </a:lnTo>
                <a:lnTo>
                  <a:pt x="1524000" y="2324100"/>
                </a:lnTo>
                <a:lnTo>
                  <a:pt x="1495425" y="2324100"/>
                </a:lnTo>
                <a:lnTo>
                  <a:pt x="1495425" y="2305050"/>
                </a:lnTo>
                <a:lnTo>
                  <a:pt x="1514475" y="2305050"/>
                </a:lnTo>
                <a:close/>
                <a:moveTo>
                  <a:pt x="1666875" y="2295525"/>
                </a:moveTo>
                <a:lnTo>
                  <a:pt x="1676400" y="2295525"/>
                </a:lnTo>
                <a:lnTo>
                  <a:pt x="1676400" y="2305050"/>
                </a:lnTo>
                <a:lnTo>
                  <a:pt x="1666875" y="2305050"/>
                </a:lnTo>
                <a:close/>
                <a:moveTo>
                  <a:pt x="1343025" y="2305050"/>
                </a:moveTo>
                <a:lnTo>
                  <a:pt x="1352550" y="2305050"/>
                </a:lnTo>
                <a:lnTo>
                  <a:pt x="1352550" y="2314575"/>
                </a:lnTo>
                <a:lnTo>
                  <a:pt x="1447800" y="2314575"/>
                </a:lnTo>
                <a:lnTo>
                  <a:pt x="1447800" y="2324100"/>
                </a:lnTo>
                <a:lnTo>
                  <a:pt x="1371600" y="2324100"/>
                </a:lnTo>
                <a:lnTo>
                  <a:pt x="1371600" y="2333625"/>
                </a:lnTo>
                <a:lnTo>
                  <a:pt x="1343025" y="2333625"/>
                </a:lnTo>
                <a:close/>
                <a:moveTo>
                  <a:pt x="733425" y="2314575"/>
                </a:moveTo>
                <a:lnTo>
                  <a:pt x="762000" y="2314575"/>
                </a:lnTo>
                <a:lnTo>
                  <a:pt x="762000" y="2333625"/>
                </a:lnTo>
                <a:lnTo>
                  <a:pt x="752475" y="2333625"/>
                </a:lnTo>
                <a:lnTo>
                  <a:pt x="752475" y="2343150"/>
                </a:lnTo>
                <a:lnTo>
                  <a:pt x="742950" y="2343150"/>
                </a:lnTo>
                <a:lnTo>
                  <a:pt x="742950" y="2333625"/>
                </a:lnTo>
                <a:lnTo>
                  <a:pt x="733425" y="2333625"/>
                </a:lnTo>
                <a:close/>
                <a:moveTo>
                  <a:pt x="866775" y="2314575"/>
                </a:moveTo>
                <a:lnTo>
                  <a:pt x="885825" y="2314575"/>
                </a:lnTo>
                <a:lnTo>
                  <a:pt x="885825" y="2333625"/>
                </a:lnTo>
                <a:lnTo>
                  <a:pt x="876300" y="2333625"/>
                </a:lnTo>
                <a:lnTo>
                  <a:pt x="876300" y="2324100"/>
                </a:lnTo>
                <a:lnTo>
                  <a:pt x="866775" y="2324100"/>
                </a:lnTo>
                <a:close/>
                <a:moveTo>
                  <a:pt x="1714500" y="2314575"/>
                </a:moveTo>
                <a:lnTo>
                  <a:pt x="1724025" y="2314575"/>
                </a:lnTo>
                <a:lnTo>
                  <a:pt x="1724025" y="2324100"/>
                </a:lnTo>
                <a:lnTo>
                  <a:pt x="1714500" y="2324100"/>
                </a:lnTo>
                <a:close/>
                <a:moveTo>
                  <a:pt x="1266825" y="2324100"/>
                </a:moveTo>
                <a:lnTo>
                  <a:pt x="1314450" y="2324100"/>
                </a:lnTo>
                <a:lnTo>
                  <a:pt x="1314450" y="2333625"/>
                </a:lnTo>
                <a:lnTo>
                  <a:pt x="1266825" y="2333625"/>
                </a:lnTo>
                <a:close/>
                <a:moveTo>
                  <a:pt x="1724025" y="2324100"/>
                </a:moveTo>
                <a:lnTo>
                  <a:pt x="1733550" y="2324100"/>
                </a:lnTo>
                <a:lnTo>
                  <a:pt x="1733550" y="2333625"/>
                </a:lnTo>
                <a:lnTo>
                  <a:pt x="1724025" y="2333625"/>
                </a:lnTo>
                <a:close/>
                <a:moveTo>
                  <a:pt x="1790700" y="2333625"/>
                </a:moveTo>
                <a:lnTo>
                  <a:pt x="1800225" y="2333625"/>
                </a:lnTo>
                <a:lnTo>
                  <a:pt x="1800225" y="2343150"/>
                </a:lnTo>
                <a:lnTo>
                  <a:pt x="1790700" y="2343150"/>
                </a:lnTo>
                <a:close/>
                <a:moveTo>
                  <a:pt x="923925" y="2343150"/>
                </a:moveTo>
                <a:lnTo>
                  <a:pt x="942975" y="2343150"/>
                </a:lnTo>
                <a:lnTo>
                  <a:pt x="942975" y="2352675"/>
                </a:lnTo>
                <a:lnTo>
                  <a:pt x="923925" y="2352675"/>
                </a:lnTo>
                <a:close/>
                <a:moveTo>
                  <a:pt x="409575" y="2352675"/>
                </a:moveTo>
                <a:lnTo>
                  <a:pt x="428625" y="2352675"/>
                </a:lnTo>
                <a:lnTo>
                  <a:pt x="428625" y="2362200"/>
                </a:lnTo>
                <a:lnTo>
                  <a:pt x="419100" y="2362200"/>
                </a:lnTo>
                <a:lnTo>
                  <a:pt x="419100" y="2371725"/>
                </a:lnTo>
                <a:lnTo>
                  <a:pt x="409575" y="2371725"/>
                </a:lnTo>
                <a:close/>
                <a:moveTo>
                  <a:pt x="257175" y="2362200"/>
                </a:moveTo>
                <a:lnTo>
                  <a:pt x="276225" y="2362200"/>
                </a:lnTo>
                <a:lnTo>
                  <a:pt x="276225" y="2371725"/>
                </a:lnTo>
                <a:lnTo>
                  <a:pt x="257175" y="2371725"/>
                </a:lnTo>
                <a:close/>
                <a:moveTo>
                  <a:pt x="1162050" y="2362200"/>
                </a:moveTo>
                <a:lnTo>
                  <a:pt x="1171575" y="2362200"/>
                </a:lnTo>
                <a:lnTo>
                  <a:pt x="1171575" y="2371725"/>
                </a:lnTo>
                <a:lnTo>
                  <a:pt x="1162050" y="2371725"/>
                </a:lnTo>
                <a:close/>
                <a:moveTo>
                  <a:pt x="552450" y="2371725"/>
                </a:moveTo>
                <a:lnTo>
                  <a:pt x="561975" y="2371725"/>
                </a:lnTo>
                <a:lnTo>
                  <a:pt x="561975" y="2381250"/>
                </a:lnTo>
                <a:lnTo>
                  <a:pt x="552450" y="2381250"/>
                </a:lnTo>
                <a:close/>
                <a:moveTo>
                  <a:pt x="971550" y="2371725"/>
                </a:moveTo>
                <a:lnTo>
                  <a:pt x="990600" y="2371725"/>
                </a:lnTo>
                <a:lnTo>
                  <a:pt x="990600" y="2381250"/>
                </a:lnTo>
                <a:lnTo>
                  <a:pt x="971550" y="2381250"/>
                </a:lnTo>
                <a:close/>
                <a:moveTo>
                  <a:pt x="1066800" y="2371725"/>
                </a:moveTo>
                <a:lnTo>
                  <a:pt x="1085850" y="2371725"/>
                </a:lnTo>
                <a:lnTo>
                  <a:pt x="1085850" y="2381250"/>
                </a:lnTo>
                <a:lnTo>
                  <a:pt x="1095375" y="2381250"/>
                </a:lnTo>
                <a:lnTo>
                  <a:pt x="1095375" y="2400300"/>
                </a:lnTo>
                <a:lnTo>
                  <a:pt x="1085850" y="2400300"/>
                </a:lnTo>
                <a:lnTo>
                  <a:pt x="1085850" y="2390775"/>
                </a:lnTo>
                <a:lnTo>
                  <a:pt x="1066800" y="2390775"/>
                </a:lnTo>
                <a:close/>
                <a:moveTo>
                  <a:pt x="981075" y="2390775"/>
                </a:moveTo>
                <a:lnTo>
                  <a:pt x="990600" y="2390775"/>
                </a:lnTo>
                <a:lnTo>
                  <a:pt x="990600" y="2400300"/>
                </a:lnTo>
                <a:lnTo>
                  <a:pt x="981075" y="2400300"/>
                </a:lnTo>
                <a:close/>
                <a:moveTo>
                  <a:pt x="723900" y="2419350"/>
                </a:moveTo>
                <a:lnTo>
                  <a:pt x="742950" y="2419350"/>
                </a:lnTo>
                <a:lnTo>
                  <a:pt x="742950" y="2428875"/>
                </a:lnTo>
                <a:lnTo>
                  <a:pt x="723900" y="2428875"/>
                </a:lnTo>
                <a:close/>
                <a:moveTo>
                  <a:pt x="1133475" y="2419350"/>
                </a:moveTo>
                <a:lnTo>
                  <a:pt x="1152525" y="2419350"/>
                </a:lnTo>
                <a:lnTo>
                  <a:pt x="1152525" y="2438400"/>
                </a:lnTo>
                <a:lnTo>
                  <a:pt x="1133475" y="2438400"/>
                </a:lnTo>
                <a:close/>
                <a:moveTo>
                  <a:pt x="1809750" y="2419350"/>
                </a:moveTo>
                <a:lnTo>
                  <a:pt x="1819275" y="2419350"/>
                </a:lnTo>
                <a:lnTo>
                  <a:pt x="1819275" y="2438400"/>
                </a:lnTo>
                <a:lnTo>
                  <a:pt x="1809750" y="2438400"/>
                </a:lnTo>
                <a:close/>
                <a:moveTo>
                  <a:pt x="361950" y="2428875"/>
                </a:moveTo>
                <a:lnTo>
                  <a:pt x="371475" y="2428875"/>
                </a:lnTo>
                <a:lnTo>
                  <a:pt x="371475" y="2438400"/>
                </a:lnTo>
                <a:lnTo>
                  <a:pt x="361950" y="2438400"/>
                </a:lnTo>
                <a:close/>
                <a:moveTo>
                  <a:pt x="857250" y="2447925"/>
                </a:moveTo>
                <a:lnTo>
                  <a:pt x="866775" y="2447925"/>
                </a:lnTo>
                <a:lnTo>
                  <a:pt x="866775" y="2466975"/>
                </a:lnTo>
                <a:lnTo>
                  <a:pt x="857250" y="2466975"/>
                </a:lnTo>
                <a:close/>
                <a:moveTo>
                  <a:pt x="581025" y="2466975"/>
                </a:moveTo>
                <a:lnTo>
                  <a:pt x="590550" y="2466975"/>
                </a:lnTo>
                <a:lnTo>
                  <a:pt x="590550" y="2486025"/>
                </a:lnTo>
                <a:lnTo>
                  <a:pt x="581025" y="2486025"/>
                </a:lnTo>
                <a:close/>
                <a:moveTo>
                  <a:pt x="847725" y="2476500"/>
                </a:moveTo>
                <a:lnTo>
                  <a:pt x="857250" y="2476500"/>
                </a:lnTo>
                <a:lnTo>
                  <a:pt x="857250" y="2486025"/>
                </a:lnTo>
                <a:lnTo>
                  <a:pt x="847725" y="2486025"/>
                </a:lnTo>
                <a:close/>
                <a:moveTo>
                  <a:pt x="857250" y="2486025"/>
                </a:moveTo>
                <a:lnTo>
                  <a:pt x="866775" y="2486025"/>
                </a:lnTo>
                <a:lnTo>
                  <a:pt x="866775" y="2495550"/>
                </a:lnTo>
                <a:lnTo>
                  <a:pt x="857250" y="2495550"/>
                </a:lnTo>
                <a:close/>
                <a:moveTo>
                  <a:pt x="1171575" y="2486025"/>
                </a:moveTo>
                <a:lnTo>
                  <a:pt x="1181100" y="2486025"/>
                </a:lnTo>
                <a:lnTo>
                  <a:pt x="1181100" y="2505075"/>
                </a:lnTo>
                <a:lnTo>
                  <a:pt x="1171575" y="2505075"/>
                </a:lnTo>
                <a:close/>
                <a:moveTo>
                  <a:pt x="1809750" y="2486025"/>
                </a:moveTo>
                <a:lnTo>
                  <a:pt x="1828800" y="2486025"/>
                </a:lnTo>
                <a:lnTo>
                  <a:pt x="1828800" y="2505075"/>
                </a:lnTo>
                <a:lnTo>
                  <a:pt x="1819275" y="2505075"/>
                </a:lnTo>
                <a:lnTo>
                  <a:pt x="1819275" y="2495550"/>
                </a:lnTo>
                <a:lnTo>
                  <a:pt x="1809750" y="2495550"/>
                </a:lnTo>
                <a:close/>
                <a:moveTo>
                  <a:pt x="1009650" y="2495550"/>
                </a:moveTo>
                <a:lnTo>
                  <a:pt x="1019175" y="2495550"/>
                </a:lnTo>
                <a:lnTo>
                  <a:pt x="1019175" y="2505075"/>
                </a:lnTo>
                <a:lnTo>
                  <a:pt x="1009650" y="2505075"/>
                </a:lnTo>
                <a:close/>
                <a:moveTo>
                  <a:pt x="1019175" y="2505075"/>
                </a:moveTo>
                <a:lnTo>
                  <a:pt x="1028700" y="2505075"/>
                </a:lnTo>
                <a:lnTo>
                  <a:pt x="1028700" y="2514600"/>
                </a:lnTo>
                <a:lnTo>
                  <a:pt x="1019175" y="2514600"/>
                </a:lnTo>
                <a:close/>
                <a:moveTo>
                  <a:pt x="1181100" y="2505075"/>
                </a:moveTo>
                <a:lnTo>
                  <a:pt x="1190625" y="2505075"/>
                </a:lnTo>
                <a:lnTo>
                  <a:pt x="1190625" y="2514600"/>
                </a:lnTo>
                <a:lnTo>
                  <a:pt x="1181100" y="2514600"/>
                </a:lnTo>
                <a:close/>
                <a:moveTo>
                  <a:pt x="1819275" y="2514600"/>
                </a:moveTo>
                <a:lnTo>
                  <a:pt x="1828800" y="2514600"/>
                </a:lnTo>
                <a:lnTo>
                  <a:pt x="1828800" y="2543175"/>
                </a:lnTo>
                <a:lnTo>
                  <a:pt x="1819275" y="2543175"/>
                </a:lnTo>
                <a:close/>
                <a:moveTo>
                  <a:pt x="266700" y="2524125"/>
                </a:moveTo>
                <a:lnTo>
                  <a:pt x="276225" y="2524125"/>
                </a:lnTo>
                <a:lnTo>
                  <a:pt x="276225" y="2543175"/>
                </a:lnTo>
                <a:lnTo>
                  <a:pt x="266700" y="2543175"/>
                </a:lnTo>
                <a:close/>
                <a:moveTo>
                  <a:pt x="1181100" y="2524125"/>
                </a:moveTo>
                <a:lnTo>
                  <a:pt x="1190625" y="2524125"/>
                </a:lnTo>
                <a:lnTo>
                  <a:pt x="1190625" y="2533650"/>
                </a:lnTo>
                <a:lnTo>
                  <a:pt x="1181100" y="2533650"/>
                </a:lnTo>
                <a:close/>
                <a:moveTo>
                  <a:pt x="1200150" y="2524125"/>
                </a:moveTo>
                <a:lnTo>
                  <a:pt x="1209675" y="2524125"/>
                </a:lnTo>
                <a:lnTo>
                  <a:pt x="1209675" y="2533650"/>
                </a:lnTo>
                <a:lnTo>
                  <a:pt x="1200150" y="2533650"/>
                </a:lnTo>
                <a:close/>
                <a:moveTo>
                  <a:pt x="1190625" y="2533650"/>
                </a:moveTo>
                <a:lnTo>
                  <a:pt x="1200150" y="2533650"/>
                </a:lnTo>
                <a:lnTo>
                  <a:pt x="1200150" y="2552700"/>
                </a:lnTo>
                <a:lnTo>
                  <a:pt x="1190625" y="2552700"/>
                </a:lnTo>
                <a:close/>
                <a:moveTo>
                  <a:pt x="266700" y="2562225"/>
                </a:moveTo>
                <a:lnTo>
                  <a:pt x="276225" y="2562225"/>
                </a:lnTo>
                <a:lnTo>
                  <a:pt x="276225" y="2571750"/>
                </a:lnTo>
                <a:lnTo>
                  <a:pt x="285750" y="2571750"/>
                </a:lnTo>
                <a:lnTo>
                  <a:pt x="285750" y="2619375"/>
                </a:lnTo>
                <a:lnTo>
                  <a:pt x="276225" y="2619375"/>
                </a:lnTo>
                <a:lnTo>
                  <a:pt x="276225" y="2581275"/>
                </a:lnTo>
                <a:lnTo>
                  <a:pt x="266700" y="2581275"/>
                </a:lnTo>
                <a:close/>
                <a:moveTo>
                  <a:pt x="1200150" y="2581275"/>
                </a:moveTo>
                <a:lnTo>
                  <a:pt x="1209675" y="2581275"/>
                </a:lnTo>
                <a:lnTo>
                  <a:pt x="1209675" y="2590800"/>
                </a:lnTo>
                <a:lnTo>
                  <a:pt x="1200150" y="2590800"/>
                </a:lnTo>
                <a:close/>
                <a:moveTo>
                  <a:pt x="342900" y="2590800"/>
                </a:moveTo>
                <a:lnTo>
                  <a:pt x="352425" y="2590800"/>
                </a:lnTo>
                <a:lnTo>
                  <a:pt x="352425" y="2600325"/>
                </a:lnTo>
                <a:lnTo>
                  <a:pt x="342900" y="2600325"/>
                </a:lnTo>
                <a:close/>
                <a:moveTo>
                  <a:pt x="590550" y="2590800"/>
                </a:moveTo>
                <a:lnTo>
                  <a:pt x="600075" y="2590800"/>
                </a:lnTo>
                <a:lnTo>
                  <a:pt x="600075" y="2600325"/>
                </a:lnTo>
                <a:lnTo>
                  <a:pt x="590550" y="2600325"/>
                </a:lnTo>
                <a:close/>
                <a:moveTo>
                  <a:pt x="1819275" y="2590800"/>
                </a:moveTo>
                <a:lnTo>
                  <a:pt x="1828800" y="2590800"/>
                </a:lnTo>
                <a:lnTo>
                  <a:pt x="1828800" y="2600325"/>
                </a:lnTo>
                <a:lnTo>
                  <a:pt x="1819275" y="2600325"/>
                </a:lnTo>
                <a:close/>
                <a:moveTo>
                  <a:pt x="1133475" y="2609850"/>
                </a:moveTo>
                <a:lnTo>
                  <a:pt x="1143000" y="2609850"/>
                </a:lnTo>
                <a:lnTo>
                  <a:pt x="1143000" y="2619375"/>
                </a:lnTo>
                <a:lnTo>
                  <a:pt x="1133475" y="2619375"/>
                </a:lnTo>
                <a:close/>
                <a:moveTo>
                  <a:pt x="1819275" y="2609850"/>
                </a:moveTo>
                <a:lnTo>
                  <a:pt x="1828800" y="2609850"/>
                </a:lnTo>
                <a:lnTo>
                  <a:pt x="1828800" y="2619375"/>
                </a:lnTo>
                <a:lnTo>
                  <a:pt x="1819275" y="2619375"/>
                </a:lnTo>
                <a:close/>
                <a:moveTo>
                  <a:pt x="695325" y="2619375"/>
                </a:moveTo>
                <a:lnTo>
                  <a:pt x="704850" y="2619375"/>
                </a:lnTo>
                <a:lnTo>
                  <a:pt x="704850" y="2628900"/>
                </a:lnTo>
                <a:lnTo>
                  <a:pt x="695325" y="2628900"/>
                </a:lnTo>
                <a:close/>
                <a:moveTo>
                  <a:pt x="1181100" y="2619375"/>
                </a:moveTo>
                <a:lnTo>
                  <a:pt x="1190625" y="2619375"/>
                </a:lnTo>
                <a:lnTo>
                  <a:pt x="1190625" y="2628900"/>
                </a:lnTo>
                <a:lnTo>
                  <a:pt x="1181100" y="2628900"/>
                </a:lnTo>
                <a:close/>
                <a:moveTo>
                  <a:pt x="314325" y="2628900"/>
                </a:moveTo>
                <a:lnTo>
                  <a:pt x="323850" y="2628900"/>
                </a:lnTo>
                <a:lnTo>
                  <a:pt x="323850" y="2638425"/>
                </a:lnTo>
                <a:lnTo>
                  <a:pt x="314325" y="2638425"/>
                </a:lnTo>
                <a:close/>
                <a:moveTo>
                  <a:pt x="276225" y="2638425"/>
                </a:moveTo>
                <a:lnTo>
                  <a:pt x="285750" y="2638425"/>
                </a:lnTo>
                <a:lnTo>
                  <a:pt x="285750" y="2657475"/>
                </a:lnTo>
                <a:lnTo>
                  <a:pt x="276225" y="2657475"/>
                </a:lnTo>
                <a:close/>
                <a:moveTo>
                  <a:pt x="1171575" y="2638425"/>
                </a:moveTo>
                <a:lnTo>
                  <a:pt x="1190625" y="2638425"/>
                </a:lnTo>
                <a:lnTo>
                  <a:pt x="1190625" y="2647950"/>
                </a:lnTo>
                <a:lnTo>
                  <a:pt x="1171575" y="2647950"/>
                </a:lnTo>
                <a:close/>
                <a:moveTo>
                  <a:pt x="304800" y="2647950"/>
                </a:moveTo>
                <a:lnTo>
                  <a:pt x="314325" y="2647950"/>
                </a:lnTo>
                <a:lnTo>
                  <a:pt x="314325" y="2676525"/>
                </a:lnTo>
                <a:lnTo>
                  <a:pt x="295275" y="2676525"/>
                </a:lnTo>
                <a:lnTo>
                  <a:pt x="295275" y="2657475"/>
                </a:lnTo>
                <a:lnTo>
                  <a:pt x="304800" y="2657475"/>
                </a:lnTo>
                <a:close/>
                <a:moveTo>
                  <a:pt x="1181100" y="2657475"/>
                </a:moveTo>
                <a:lnTo>
                  <a:pt x="1190625" y="2657475"/>
                </a:lnTo>
                <a:lnTo>
                  <a:pt x="1190625" y="2676525"/>
                </a:lnTo>
                <a:lnTo>
                  <a:pt x="1181100" y="2676525"/>
                </a:lnTo>
                <a:close/>
                <a:moveTo>
                  <a:pt x="276225" y="2676525"/>
                </a:moveTo>
                <a:lnTo>
                  <a:pt x="285750" y="2676525"/>
                </a:lnTo>
                <a:lnTo>
                  <a:pt x="285750" y="2686050"/>
                </a:lnTo>
                <a:lnTo>
                  <a:pt x="276225" y="2686050"/>
                </a:lnTo>
                <a:close/>
                <a:moveTo>
                  <a:pt x="323850" y="2676525"/>
                </a:moveTo>
                <a:lnTo>
                  <a:pt x="333375" y="2676525"/>
                </a:lnTo>
                <a:lnTo>
                  <a:pt x="333375" y="2686050"/>
                </a:lnTo>
                <a:lnTo>
                  <a:pt x="323850" y="2686050"/>
                </a:lnTo>
                <a:close/>
                <a:moveTo>
                  <a:pt x="1171575" y="2676525"/>
                </a:moveTo>
                <a:lnTo>
                  <a:pt x="1181100" y="2676525"/>
                </a:lnTo>
                <a:lnTo>
                  <a:pt x="1181100" y="2686050"/>
                </a:lnTo>
                <a:lnTo>
                  <a:pt x="1171575" y="2686050"/>
                </a:lnTo>
                <a:close/>
                <a:moveTo>
                  <a:pt x="1666875" y="2676525"/>
                </a:moveTo>
                <a:lnTo>
                  <a:pt x="1676400" y="2676525"/>
                </a:lnTo>
                <a:lnTo>
                  <a:pt x="1676400" y="2686050"/>
                </a:lnTo>
                <a:lnTo>
                  <a:pt x="1666875" y="2686050"/>
                </a:lnTo>
                <a:close/>
                <a:moveTo>
                  <a:pt x="876300" y="2686050"/>
                </a:moveTo>
                <a:lnTo>
                  <a:pt x="885825" y="2686050"/>
                </a:lnTo>
                <a:lnTo>
                  <a:pt x="885825" y="2705100"/>
                </a:lnTo>
                <a:lnTo>
                  <a:pt x="866775" y="2705100"/>
                </a:lnTo>
                <a:lnTo>
                  <a:pt x="866775" y="2695575"/>
                </a:lnTo>
                <a:lnTo>
                  <a:pt x="876300" y="2695575"/>
                </a:lnTo>
                <a:close/>
                <a:moveTo>
                  <a:pt x="1228725" y="2686050"/>
                </a:moveTo>
                <a:lnTo>
                  <a:pt x="1238250" y="2686050"/>
                </a:lnTo>
                <a:lnTo>
                  <a:pt x="1238250" y="2695575"/>
                </a:lnTo>
                <a:lnTo>
                  <a:pt x="1228725" y="2695575"/>
                </a:lnTo>
                <a:close/>
                <a:moveTo>
                  <a:pt x="1524000" y="2686050"/>
                </a:moveTo>
                <a:lnTo>
                  <a:pt x="1533525" y="2686050"/>
                </a:lnTo>
                <a:lnTo>
                  <a:pt x="1533525" y="2695575"/>
                </a:lnTo>
                <a:lnTo>
                  <a:pt x="1524000" y="2695575"/>
                </a:lnTo>
                <a:close/>
                <a:moveTo>
                  <a:pt x="1238250" y="2695575"/>
                </a:moveTo>
                <a:lnTo>
                  <a:pt x="1247775" y="2695575"/>
                </a:lnTo>
                <a:lnTo>
                  <a:pt x="1247775" y="2705100"/>
                </a:lnTo>
                <a:lnTo>
                  <a:pt x="1238250" y="2705100"/>
                </a:lnTo>
                <a:close/>
                <a:moveTo>
                  <a:pt x="1390650" y="2695575"/>
                </a:moveTo>
                <a:lnTo>
                  <a:pt x="1409700" y="2695575"/>
                </a:lnTo>
                <a:lnTo>
                  <a:pt x="1409700" y="2705100"/>
                </a:lnTo>
                <a:lnTo>
                  <a:pt x="1390650" y="2705100"/>
                </a:lnTo>
                <a:close/>
                <a:moveTo>
                  <a:pt x="1819275" y="2695575"/>
                </a:moveTo>
                <a:lnTo>
                  <a:pt x="1838325" y="2695575"/>
                </a:lnTo>
                <a:lnTo>
                  <a:pt x="1838325" y="2724150"/>
                </a:lnTo>
                <a:lnTo>
                  <a:pt x="1847850" y="2724150"/>
                </a:lnTo>
                <a:lnTo>
                  <a:pt x="1847850" y="2733675"/>
                </a:lnTo>
                <a:lnTo>
                  <a:pt x="1828800" y="2733675"/>
                </a:lnTo>
                <a:lnTo>
                  <a:pt x="1828800" y="2724150"/>
                </a:lnTo>
                <a:lnTo>
                  <a:pt x="1819275" y="2724150"/>
                </a:lnTo>
                <a:close/>
                <a:moveTo>
                  <a:pt x="1524000" y="2705100"/>
                </a:moveTo>
                <a:lnTo>
                  <a:pt x="1543050" y="2705100"/>
                </a:lnTo>
                <a:lnTo>
                  <a:pt x="1543050" y="2714625"/>
                </a:lnTo>
                <a:lnTo>
                  <a:pt x="1524000" y="2714625"/>
                </a:lnTo>
                <a:close/>
                <a:moveTo>
                  <a:pt x="1428750" y="2714625"/>
                </a:moveTo>
                <a:lnTo>
                  <a:pt x="1457325" y="2714625"/>
                </a:lnTo>
                <a:lnTo>
                  <a:pt x="1457325" y="2724150"/>
                </a:lnTo>
                <a:lnTo>
                  <a:pt x="1428750" y="2724150"/>
                </a:lnTo>
                <a:close/>
                <a:moveTo>
                  <a:pt x="419100" y="2724150"/>
                </a:moveTo>
                <a:lnTo>
                  <a:pt x="428625" y="2724150"/>
                </a:lnTo>
                <a:lnTo>
                  <a:pt x="428625" y="2733675"/>
                </a:lnTo>
                <a:lnTo>
                  <a:pt x="419100" y="2733675"/>
                </a:lnTo>
                <a:close/>
                <a:moveTo>
                  <a:pt x="1571625" y="2724150"/>
                </a:moveTo>
                <a:lnTo>
                  <a:pt x="1590675" y="2724150"/>
                </a:lnTo>
                <a:lnTo>
                  <a:pt x="1590675" y="2733675"/>
                </a:lnTo>
                <a:lnTo>
                  <a:pt x="1571625" y="2733675"/>
                </a:lnTo>
                <a:close/>
                <a:moveTo>
                  <a:pt x="1647825" y="2724150"/>
                </a:moveTo>
                <a:lnTo>
                  <a:pt x="1657350" y="2724150"/>
                </a:lnTo>
                <a:lnTo>
                  <a:pt x="1657350" y="2733675"/>
                </a:lnTo>
                <a:lnTo>
                  <a:pt x="1647825" y="2733675"/>
                </a:lnTo>
                <a:close/>
                <a:moveTo>
                  <a:pt x="1685925" y="2724150"/>
                </a:moveTo>
                <a:lnTo>
                  <a:pt x="1704975" y="2724150"/>
                </a:lnTo>
                <a:lnTo>
                  <a:pt x="1704975" y="2733675"/>
                </a:lnTo>
                <a:lnTo>
                  <a:pt x="1685925" y="2733675"/>
                </a:lnTo>
                <a:close/>
                <a:moveTo>
                  <a:pt x="1724025" y="2724150"/>
                </a:moveTo>
                <a:lnTo>
                  <a:pt x="1743075" y="2724150"/>
                </a:lnTo>
                <a:lnTo>
                  <a:pt x="1743075" y="2743200"/>
                </a:lnTo>
                <a:lnTo>
                  <a:pt x="1752600" y="2743200"/>
                </a:lnTo>
                <a:lnTo>
                  <a:pt x="1752600" y="2752725"/>
                </a:lnTo>
                <a:lnTo>
                  <a:pt x="1743075" y="2752725"/>
                </a:lnTo>
                <a:lnTo>
                  <a:pt x="1743075" y="2762250"/>
                </a:lnTo>
                <a:lnTo>
                  <a:pt x="1733550" y="2762250"/>
                </a:lnTo>
                <a:lnTo>
                  <a:pt x="1733550" y="2752725"/>
                </a:lnTo>
                <a:lnTo>
                  <a:pt x="1724025" y="2752725"/>
                </a:lnTo>
                <a:close/>
                <a:moveTo>
                  <a:pt x="771525" y="2733675"/>
                </a:moveTo>
                <a:lnTo>
                  <a:pt x="790575" y="2733675"/>
                </a:lnTo>
                <a:lnTo>
                  <a:pt x="790575" y="2743200"/>
                </a:lnTo>
                <a:lnTo>
                  <a:pt x="771525" y="2743200"/>
                </a:lnTo>
                <a:close/>
                <a:moveTo>
                  <a:pt x="1209675" y="2733675"/>
                </a:moveTo>
                <a:lnTo>
                  <a:pt x="1219200" y="2733675"/>
                </a:lnTo>
                <a:lnTo>
                  <a:pt x="1219200" y="2752725"/>
                </a:lnTo>
                <a:lnTo>
                  <a:pt x="1228725" y="2752725"/>
                </a:lnTo>
                <a:lnTo>
                  <a:pt x="1228725" y="2762250"/>
                </a:lnTo>
                <a:lnTo>
                  <a:pt x="1219200" y="2762250"/>
                </a:lnTo>
                <a:lnTo>
                  <a:pt x="1219200" y="2771775"/>
                </a:lnTo>
                <a:lnTo>
                  <a:pt x="1200150" y="2771775"/>
                </a:lnTo>
                <a:lnTo>
                  <a:pt x="1200150" y="2762250"/>
                </a:lnTo>
                <a:lnTo>
                  <a:pt x="1209675" y="2762250"/>
                </a:lnTo>
                <a:close/>
                <a:moveTo>
                  <a:pt x="276225" y="2743200"/>
                </a:moveTo>
                <a:lnTo>
                  <a:pt x="285750" y="2743200"/>
                </a:lnTo>
                <a:lnTo>
                  <a:pt x="285750" y="2762250"/>
                </a:lnTo>
                <a:lnTo>
                  <a:pt x="276225" y="2762250"/>
                </a:lnTo>
                <a:close/>
                <a:moveTo>
                  <a:pt x="1076325" y="2743200"/>
                </a:moveTo>
                <a:lnTo>
                  <a:pt x="1085850" y="2743200"/>
                </a:lnTo>
                <a:lnTo>
                  <a:pt x="1085850" y="2752725"/>
                </a:lnTo>
                <a:lnTo>
                  <a:pt x="1076325" y="2752725"/>
                </a:lnTo>
                <a:close/>
                <a:moveTo>
                  <a:pt x="1123950" y="2743200"/>
                </a:moveTo>
                <a:lnTo>
                  <a:pt x="1133475" y="2743200"/>
                </a:lnTo>
                <a:lnTo>
                  <a:pt x="1133475" y="2752725"/>
                </a:lnTo>
                <a:lnTo>
                  <a:pt x="1123950" y="2752725"/>
                </a:lnTo>
                <a:close/>
                <a:moveTo>
                  <a:pt x="1171575" y="2743200"/>
                </a:moveTo>
                <a:lnTo>
                  <a:pt x="1181100" y="2743200"/>
                </a:lnTo>
                <a:lnTo>
                  <a:pt x="1181100" y="2762250"/>
                </a:lnTo>
                <a:lnTo>
                  <a:pt x="1171575" y="2762250"/>
                </a:lnTo>
                <a:close/>
                <a:moveTo>
                  <a:pt x="295275" y="2752725"/>
                </a:moveTo>
                <a:lnTo>
                  <a:pt x="304800" y="2752725"/>
                </a:lnTo>
                <a:lnTo>
                  <a:pt x="304800" y="2762250"/>
                </a:lnTo>
                <a:lnTo>
                  <a:pt x="295275" y="2762250"/>
                </a:lnTo>
                <a:close/>
                <a:moveTo>
                  <a:pt x="304800" y="2762250"/>
                </a:moveTo>
                <a:lnTo>
                  <a:pt x="314325" y="2762250"/>
                </a:lnTo>
                <a:lnTo>
                  <a:pt x="314325" y="2771775"/>
                </a:lnTo>
                <a:lnTo>
                  <a:pt x="304800" y="2771775"/>
                </a:lnTo>
                <a:close/>
                <a:moveTo>
                  <a:pt x="1066800" y="2762250"/>
                </a:moveTo>
                <a:lnTo>
                  <a:pt x="1076325" y="2762250"/>
                </a:lnTo>
                <a:lnTo>
                  <a:pt x="1076325" y="2771775"/>
                </a:lnTo>
                <a:lnTo>
                  <a:pt x="1066800" y="2771775"/>
                </a:lnTo>
                <a:close/>
                <a:moveTo>
                  <a:pt x="361950" y="2771775"/>
                </a:moveTo>
                <a:lnTo>
                  <a:pt x="371475" y="2771775"/>
                </a:lnTo>
                <a:lnTo>
                  <a:pt x="371475" y="2781300"/>
                </a:lnTo>
                <a:lnTo>
                  <a:pt x="361950" y="2781300"/>
                </a:lnTo>
                <a:close/>
                <a:moveTo>
                  <a:pt x="685800" y="2771775"/>
                </a:moveTo>
                <a:lnTo>
                  <a:pt x="695325" y="2771775"/>
                </a:lnTo>
                <a:lnTo>
                  <a:pt x="695325" y="2790825"/>
                </a:lnTo>
                <a:lnTo>
                  <a:pt x="676275" y="2790825"/>
                </a:lnTo>
                <a:lnTo>
                  <a:pt x="676275" y="2781300"/>
                </a:lnTo>
                <a:lnTo>
                  <a:pt x="685800" y="2781300"/>
                </a:lnTo>
                <a:close/>
                <a:moveTo>
                  <a:pt x="819150" y="2771775"/>
                </a:moveTo>
                <a:lnTo>
                  <a:pt x="838200" y="2771775"/>
                </a:lnTo>
                <a:lnTo>
                  <a:pt x="838200" y="2781300"/>
                </a:lnTo>
                <a:lnTo>
                  <a:pt x="828675" y="2781300"/>
                </a:lnTo>
                <a:lnTo>
                  <a:pt x="828675" y="2790825"/>
                </a:lnTo>
                <a:lnTo>
                  <a:pt x="819150" y="2790825"/>
                </a:lnTo>
                <a:close/>
                <a:moveTo>
                  <a:pt x="628650" y="2781300"/>
                </a:moveTo>
                <a:lnTo>
                  <a:pt x="638175" y="2781300"/>
                </a:lnTo>
                <a:lnTo>
                  <a:pt x="638175" y="2790825"/>
                </a:lnTo>
                <a:lnTo>
                  <a:pt x="628650" y="2790825"/>
                </a:lnTo>
                <a:close/>
                <a:moveTo>
                  <a:pt x="1838325" y="2781300"/>
                </a:moveTo>
                <a:lnTo>
                  <a:pt x="1847850" y="2781300"/>
                </a:lnTo>
                <a:lnTo>
                  <a:pt x="1847850" y="2790825"/>
                </a:lnTo>
                <a:lnTo>
                  <a:pt x="1838325" y="2790825"/>
                </a:lnTo>
                <a:close/>
                <a:moveTo>
                  <a:pt x="276225" y="2790825"/>
                </a:moveTo>
                <a:lnTo>
                  <a:pt x="285750" y="2790825"/>
                </a:lnTo>
                <a:lnTo>
                  <a:pt x="285750" y="2828925"/>
                </a:lnTo>
                <a:lnTo>
                  <a:pt x="276225" y="2828925"/>
                </a:lnTo>
                <a:close/>
                <a:moveTo>
                  <a:pt x="609600" y="2800350"/>
                </a:moveTo>
                <a:lnTo>
                  <a:pt x="628650" y="2800350"/>
                </a:lnTo>
                <a:lnTo>
                  <a:pt x="628650" y="2809875"/>
                </a:lnTo>
                <a:lnTo>
                  <a:pt x="609600" y="2809875"/>
                </a:lnTo>
                <a:close/>
                <a:moveTo>
                  <a:pt x="1219200" y="2800350"/>
                </a:moveTo>
                <a:lnTo>
                  <a:pt x="1228725" y="2800350"/>
                </a:lnTo>
                <a:lnTo>
                  <a:pt x="1228725" y="2819400"/>
                </a:lnTo>
                <a:lnTo>
                  <a:pt x="1200150" y="2819400"/>
                </a:lnTo>
                <a:lnTo>
                  <a:pt x="1200150" y="2809875"/>
                </a:lnTo>
                <a:lnTo>
                  <a:pt x="1219200" y="2809875"/>
                </a:lnTo>
                <a:close/>
                <a:moveTo>
                  <a:pt x="1543050" y="2800350"/>
                </a:moveTo>
                <a:lnTo>
                  <a:pt x="1552575" y="2800350"/>
                </a:lnTo>
                <a:lnTo>
                  <a:pt x="1552575" y="2819400"/>
                </a:lnTo>
                <a:lnTo>
                  <a:pt x="1543050" y="2819400"/>
                </a:lnTo>
                <a:close/>
                <a:moveTo>
                  <a:pt x="1457325" y="2809875"/>
                </a:moveTo>
                <a:lnTo>
                  <a:pt x="1466850" y="2809875"/>
                </a:lnTo>
                <a:lnTo>
                  <a:pt x="1466850" y="2819400"/>
                </a:lnTo>
                <a:lnTo>
                  <a:pt x="1457325" y="2819400"/>
                </a:lnTo>
                <a:close/>
                <a:moveTo>
                  <a:pt x="1838325" y="2809875"/>
                </a:moveTo>
                <a:lnTo>
                  <a:pt x="1847850" y="2809875"/>
                </a:lnTo>
                <a:lnTo>
                  <a:pt x="1847850" y="2828925"/>
                </a:lnTo>
                <a:lnTo>
                  <a:pt x="1857375" y="2828925"/>
                </a:lnTo>
                <a:lnTo>
                  <a:pt x="1857375" y="2867025"/>
                </a:lnTo>
                <a:lnTo>
                  <a:pt x="1847850" y="2867025"/>
                </a:lnTo>
                <a:lnTo>
                  <a:pt x="1847850" y="2847975"/>
                </a:lnTo>
                <a:lnTo>
                  <a:pt x="1838325" y="2847975"/>
                </a:lnTo>
                <a:close/>
                <a:moveTo>
                  <a:pt x="609600" y="2819400"/>
                </a:moveTo>
                <a:lnTo>
                  <a:pt x="628650" y="2819400"/>
                </a:lnTo>
                <a:lnTo>
                  <a:pt x="628650" y="2847975"/>
                </a:lnTo>
                <a:lnTo>
                  <a:pt x="619125" y="2847975"/>
                </a:lnTo>
                <a:lnTo>
                  <a:pt x="619125" y="2838450"/>
                </a:lnTo>
                <a:lnTo>
                  <a:pt x="609600" y="2838450"/>
                </a:lnTo>
                <a:close/>
                <a:moveTo>
                  <a:pt x="1162050" y="2828925"/>
                </a:moveTo>
                <a:lnTo>
                  <a:pt x="1171575" y="2828925"/>
                </a:lnTo>
                <a:lnTo>
                  <a:pt x="1171575" y="2838450"/>
                </a:lnTo>
                <a:lnTo>
                  <a:pt x="1162050" y="2838450"/>
                </a:lnTo>
                <a:close/>
                <a:moveTo>
                  <a:pt x="1181100" y="2828925"/>
                </a:moveTo>
                <a:lnTo>
                  <a:pt x="1190625" y="2828925"/>
                </a:lnTo>
                <a:lnTo>
                  <a:pt x="1190625" y="2838450"/>
                </a:lnTo>
                <a:lnTo>
                  <a:pt x="1181100" y="2838450"/>
                </a:lnTo>
                <a:close/>
                <a:moveTo>
                  <a:pt x="1209675" y="2828925"/>
                </a:moveTo>
                <a:lnTo>
                  <a:pt x="1219200" y="2828925"/>
                </a:lnTo>
                <a:lnTo>
                  <a:pt x="1219200" y="2838450"/>
                </a:lnTo>
                <a:lnTo>
                  <a:pt x="1209675" y="2838450"/>
                </a:lnTo>
                <a:close/>
                <a:moveTo>
                  <a:pt x="695325" y="2857500"/>
                </a:moveTo>
                <a:lnTo>
                  <a:pt x="704850" y="2857500"/>
                </a:lnTo>
                <a:lnTo>
                  <a:pt x="704850" y="2867025"/>
                </a:lnTo>
                <a:lnTo>
                  <a:pt x="695325" y="2867025"/>
                </a:lnTo>
                <a:close/>
                <a:moveTo>
                  <a:pt x="800100" y="2857500"/>
                </a:moveTo>
                <a:lnTo>
                  <a:pt x="809625" y="2857500"/>
                </a:lnTo>
                <a:lnTo>
                  <a:pt x="809625" y="2867025"/>
                </a:lnTo>
                <a:lnTo>
                  <a:pt x="800100" y="2867025"/>
                </a:lnTo>
                <a:close/>
                <a:moveTo>
                  <a:pt x="704850" y="2867025"/>
                </a:moveTo>
                <a:lnTo>
                  <a:pt x="714375" y="2867025"/>
                </a:lnTo>
                <a:lnTo>
                  <a:pt x="714375" y="2876550"/>
                </a:lnTo>
                <a:lnTo>
                  <a:pt x="704850" y="2876550"/>
                </a:lnTo>
                <a:close/>
                <a:moveTo>
                  <a:pt x="1295400" y="2867025"/>
                </a:moveTo>
                <a:lnTo>
                  <a:pt x="1304925" y="2867025"/>
                </a:lnTo>
                <a:lnTo>
                  <a:pt x="1304925" y="2876550"/>
                </a:lnTo>
                <a:lnTo>
                  <a:pt x="1295400" y="2876550"/>
                </a:lnTo>
                <a:close/>
                <a:moveTo>
                  <a:pt x="942975" y="2895600"/>
                </a:moveTo>
                <a:lnTo>
                  <a:pt x="952500" y="2895600"/>
                </a:lnTo>
                <a:lnTo>
                  <a:pt x="952500" y="2905125"/>
                </a:lnTo>
                <a:lnTo>
                  <a:pt x="942975" y="2905125"/>
                </a:lnTo>
                <a:close/>
                <a:moveTo>
                  <a:pt x="1038225" y="2895600"/>
                </a:moveTo>
                <a:lnTo>
                  <a:pt x="1066800" y="2895600"/>
                </a:lnTo>
                <a:lnTo>
                  <a:pt x="1066800" y="2905125"/>
                </a:lnTo>
                <a:lnTo>
                  <a:pt x="1038225" y="2905125"/>
                </a:lnTo>
                <a:close/>
                <a:moveTo>
                  <a:pt x="990600" y="2924175"/>
                </a:moveTo>
                <a:lnTo>
                  <a:pt x="1019175" y="2924175"/>
                </a:lnTo>
                <a:lnTo>
                  <a:pt x="1019175" y="2933700"/>
                </a:lnTo>
                <a:lnTo>
                  <a:pt x="1009650" y="2933700"/>
                </a:lnTo>
                <a:lnTo>
                  <a:pt x="1009650" y="2952750"/>
                </a:lnTo>
                <a:lnTo>
                  <a:pt x="981075" y="2952750"/>
                </a:lnTo>
                <a:lnTo>
                  <a:pt x="981075" y="2943225"/>
                </a:lnTo>
                <a:lnTo>
                  <a:pt x="990600" y="2943225"/>
                </a:lnTo>
                <a:close/>
                <a:moveTo>
                  <a:pt x="1647825" y="2933700"/>
                </a:moveTo>
                <a:lnTo>
                  <a:pt x="1657350" y="2933700"/>
                </a:lnTo>
                <a:lnTo>
                  <a:pt x="1657350" y="2952750"/>
                </a:lnTo>
                <a:lnTo>
                  <a:pt x="1647825" y="2952750"/>
                </a:lnTo>
                <a:close/>
                <a:moveTo>
                  <a:pt x="381000" y="2943225"/>
                </a:moveTo>
                <a:lnTo>
                  <a:pt x="390525" y="2943225"/>
                </a:lnTo>
                <a:lnTo>
                  <a:pt x="390525" y="2952750"/>
                </a:lnTo>
                <a:lnTo>
                  <a:pt x="381000" y="2952750"/>
                </a:lnTo>
                <a:close/>
                <a:moveTo>
                  <a:pt x="933450" y="2943225"/>
                </a:moveTo>
                <a:lnTo>
                  <a:pt x="952500" y="2943225"/>
                </a:lnTo>
                <a:lnTo>
                  <a:pt x="952500" y="2952750"/>
                </a:lnTo>
                <a:lnTo>
                  <a:pt x="962025" y="2952750"/>
                </a:lnTo>
                <a:lnTo>
                  <a:pt x="962025" y="2971800"/>
                </a:lnTo>
                <a:lnTo>
                  <a:pt x="942975" y="2971800"/>
                </a:lnTo>
                <a:lnTo>
                  <a:pt x="942975" y="2962275"/>
                </a:lnTo>
                <a:lnTo>
                  <a:pt x="933450" y="2962275"/>
                </a:lnTo>
                <a:close/>
                <a:moveTo>
                  <a:pt x="1704975" y="2952750"/>
                </a:moveTo>
                <a:lnTo>
                  <a:pt x="1714500" y="2952750"/>
                </a:lnTo>
                <a:lnTo>
                  <a:pt x="1714500" y="2962275"/>
                </a:lnTo>
                <a:lnTo>
                  <a:pt x="1704975" y="2962275"/>
                </a:lnTo>
                <a:close/>
                <a:moveTo>
                  <a:pt x="1790700" y="2952750"/>
                </a:moveTo>
                <a:lnTo>
                  <a:pt x="1800225" y="2952750"/>
                </a:lnTo>
                <a:lnTo>
                  <a:pt x="1800225" y="2962275"/>
                </a:lnTo>
                <a:lnTo>
                  <a:pt x="1790700" y="2962275"/>
                </a:lnTo>
                <a:close/>
                <a:moveTo>
                  <a:pt x="676275" y="2962275"/>
                </a:moveTo>
                <a:lnTo>
                  <a:pt x="685800" y="2962275"/>
                </a:lnTo>
                <a:lnTo>
                  <a:pt x="685800" y="2971800"/>
                </a:lnTo>
                <a:lnTo>
                  <a:pt x="704850" y="2971800"/>
                </a:lnTo>
                <a:lnTo>
                  <a:pt x="704850" y="2990850"/>
                </a:lnTo>
                <a:lnTo>
                  <a:pt x="685800" y="2990850"/>
                </a:lnTo>
                <a:lnTo>
                  <a:pt x="685800" y="2981325"/>
                </a:lnTo>
                <a:lnTo>
                  <a:pt x="676275" y="2981325"/>
                </a:lnTo>
                <a:close/>
                <a:moveTo>
                  <a:pt x="1552575" y="2962275"/>
                </a:moveTo>
                <a:lnTo>
                  <a:pt x="1571625" y="2962275"/>
                </a:lnTo>
                <a:lnTo>
                  <a:pt x="1571625" y="2981325"/>
                </a:lnTo>
                <a:lnTo>
                  <a:pt x="1552575" y="2981325"/>
                </a:lnTo>
                <a:close/>
                <a:moveTo>
                  <a:pt x="1847850" y="2962275"/>
                </a:moveTo>
                <a:lnTo>
                  <a:pt x="1857375" y="2962275"/>
                </a:lnTo>
                <a:lnTo>
                  <a:pt x="1857375" y="2981325"/>
                </a:lnTo>
                <a:lnTo>
                  <a:pt x="1847850" y="2981325"/>
                </a:lnTo>
                <a:close/>
                <a:moveTo>
                  <a:pt x="1857375" y="2981325"/>
                </a:moveTo>
                <a:lnTo>
                  <a:pt x="1866900" y="2981325"/>
                </a:lnTo>
                <a:lnTo>
                  <a:pt x="1866900" y="2990850"/>
                </a:lnTo>
                <a:lnTo>
                  <a:pt x="1857375" y="2990850"/>
                </a:lnTo>
                <a:close/>
                <a:moveTo>
                  <a:pt x="285750" y="2990850"/>
                </a:moveTo>
                <a:lnTo>
                  <a:pt x="295275" y="2990850"/>
                </a:lnTo>
                <a:lnTo>
                  <a:pt x="295275" y="3009900"/>
                </a:lnTo>
                <a:lnTo>
                  <a:pt x="304800" y="3009900"/>
                </a:lnTo>
                <a:lnTo>
                  <a:pt x="304800" y="3000375"/>
                </a:lnTo>
                <a:lnTo>
                  <a:pt x="314325" y="3000375"/>
                </a:lnTo>
                <a:lnTo>
                  <a:pt x="314325" y="3038475"/>
                </a:lnTo>
                <a:lnTo>
                  <a:pt x="295275" y="3038475"/>
                </a:lnTo>
                <a:lnTo>
                  <a:pt x="295275" y="3028950"/>
                </a:lnTo>
                <a:lnTo>
                  <a:pt x="285750" y="3028950"/>
                </a:lnTo>
                <a:close/>
                <a:moveTo>
                  <a:pt x="952500" y="2990850"/>
                </a:moveTo>
                <a:lnTo>
                  <a:pt x="962025" y="2990850"/>
                </a:lnTo>
                <a:lnTo>
                  <a:pt x="962025" y="3000375"/>
                </a:lnTo>
                <a:lnTo>
                  <a:pt x="952500" y="3000375"/>
                </a:lnTo>
                <a:close/>
                <a:moveTo>
                  <a:pt x="923925" y="3019425"/>
                </a:moveTo>
                <a:lnTo>
                  <a:pt x="933450" y="3019425"/>
                </a:lnTo>
                <a:lnTo>
                  <a:pt x="933450" y="3028950"/>
                </a:lnTo>
                <a:lnTo>
                  <a:pt x="923925" y="3028950"/>
                </a:lnTo>
                <a:close/>
                <a:moveTo>
                  <a:pt x="1285875" y="3019425"/>
                </a:moveTo>
                <a:lnTo>
                  <a:pt x="1295400" y="3019425"/>
                </a:lnTo>
                <a:lnTo>
                  <a:pt x="1295400" y="3048000"/>
                </a:lnTo>
                <a:lnTo>
                  <a:pt x="1285875" y="3048000"/>
                </a:lnTo>
                <a:close/>
                <a:moveTo>
                  <a:pt x="1857375" y="3028950"/>
                </a:moveTo>
                <a:lnTo>
                  <a:pt x="1866900" y="3028950"/>
                </a:lnTo>
                <a:lnTo>
                  <a:pt x="1866900" y="3057525"/>
                </a:lnTo>
                <a:lnTo>
                  <a:pt x="1857375" y="3057525"/>
                </a:lnTo>
                <a:close/>
                <a:moveTo>
                  <a:pt x="1057275" y="3048000"/>
                </a:moveTo>
                <a:lnTo>
                  <a:pt x="1066800" y="3048000"/>
                </a:lnTo>
                <a:lnTo>
                  <a:pt x="1066800" y="3067050"/>
                </a:lnTo>
                <a:lnTo>
                  <a:pt x="1057275" y="3067050"/>
                </a:lnTo>
                <a:close/>
                <a:moveTo>
                  <a:pt x="1438275" y="3048000"/>
                </a:moveTo>
                <a:lnTo>
                  <a:pt x="1447800" y="3048000"/>
                </a:lnTo>
                <a:lnTo>
                  <a:pt x="1447800" y="3057525"/>
                </a:lnTo>
                <a:lnTo>
                  <a:pt x="1438275" y="3057525"/>
                </a:lnTo>
                <a:close/>
                <a:moveTo>
                  <a:pt x="295275" y="3057525"/>
                </a:moveTo>
                <a:lnTo>
                  <a:pt x="304800" y="3057525"/>
                </a:lnTo>
                <a:lnTo>
                  <a:pt x="304800" y="3067050"/>
                </a:lnTo>
                <a:lnTo>
                  <a:pt x="314325" y="3067050"/>
                </a:lnTo>
                <a:lnTo>
                  <a:pt x="314325" y="3086100"/>
                </a:lnTo>
                <a:lnTo>
                  <a:pt x="304800" y="3086100"/>
                </a:lnTo>
                <a:lnTo>
                  <a:pt x="304800" y="3076575"/>
                </a:lnTo>
                <a:lnTo>
                  <a:pt x="295275" y="3076575"/>
                </a:lnTo>
                <a:close/>
                <a:moveTo>
                  <a:pt x="1143000" y="3057525"/>
                </a:moveTo>
                <a:lnTo>
                  <a:pt x="1152525" y="3057525"/>
                </a:lnTo>
                <a:lnTo>
                  <a:pt x="1152525" y="3067050"/>
                </a:lnTo>
                <a:lnTo>
                  <a:pt x="1143000" y="3067050"/>
                </a:lnTo>
                <a:close/>
                <a:moveTo>
                  <a:pt x="1704975" y="3057525"/>
                </a:moveTo>
                <a:lnTo>
                  <a:pt x="1714500" y="3057525"/>
                </a:lnTo>
                <a:lnTo>
                  <a:pt x="1714500" y="3067050"/>
                </a:lnTo>
                <a:lnTo>
                  <a:pt x="1704975" y="3067050"/>
                </a:lnTo>
                <a:close/>
                <a:moveTo>
                  <a:pt x="933450" y="3067050"/>
                </a:moveTo>
                <a:lnTo>
                  <a:pt x="952500" y="3067050"/>
                </a:lnTo>
                <a:lnTo>
                  <a:pt x="952500" y="3076575"/>
                </a:lnTo>
                <a:lnTo>
                  <a:pt x="933450" y="3076575"/>
                </a:lnTo>
                <a:close/>
                <a:moveTo>
                  <a:pt x="952500" y="3076575"/>
                </a:moveTo>
                <a:lnTo>
                  <a:pt x="962025" y="3076575"/>
                </a:lnTo>
                <a:lnTo>
                  <a:pt x="962025" y="3086100"/>
                </a:lnTo>
                <a:lnTo>
                  <a:pt x="952500" y="3086100"/>
                </a:lnTo>
                <a:close/>
                <a:moveTo>
                  <a:pt x="1866900" y="3076575"/>
                </a:moveTo>
                <a:lnTo>
                  <a:pt x="1876425" y="3076575"/>
                </a:lnTo>
                <a:lnTo>
                  <a:pt x="1876425" y="3086100"/>
                </a:lnTo>
                <a:lnTo>
                  <a:pt x="1866900" y="3086100"/>
                </a:lnTo>
                <a:close/>
                <a:moveTo>
                  <a:pt x="704850" y="3086100"/>
                </a:moveTo>
                <a:lnTo>
                  <a:pt x="714375" y="3086100"/>
                </a:lnTo>
                <a:lnTo>
                  <a:pt x="714375" y="3095625"/>
                </a:lnTo>
                <a:lnTo>
                  <a:pt x="704850" y="3095625"/>
                </a:lnTo>
                <a:close/>
                <a:moveTo>
                  <a:pt x="1419225" y="3095625"/>
                </a:moveTo>
                <a:lnTo>
                  <a:pt x="1438275" y="3095625"/>
                </a:lnTo>
                <a:lnTo>
                  <a:pt x="1438275" y="3105150"/>
                </a:lnTo>
                <a:lnTo>
                  <a:pt x="1419225" y="3105150"/>
                </a:lnTo>
                <a:close/>
                <a:moveTo>
                  <a:pt x="1743075" y="3114675"/>
                </a:moveTo>
                <a:lnTo>
                  <a:pt x="1752600" y="3114675"/>
                </a:lnTo>
                <a:lnTo>
                  <a:pt x="1752600" y="3124200"/>
                </a:lnTo>
                <a:lnTo>
                  <a:pt x="1743075" y="3124200"/>
                </a:lnTo>
                <a:close/>
                <a:moveTo>
                  <a:pt x="1847850" y="3114675"/>
                </a:moveTo>
                <a:lnTo>
                  <a:pt x="1876425" y="3114675"/>
                </a:lnTo>
                <a:lnTo>
                  <a:pt x="1876425" y="3133725"/>
                </a:lnTo>
                <a:lnTo>
                  <a:pt x="1866900" y="3133725"/>
                </a:lnTo>
                <a:lnTo>
                  <a:pt x="1866900" y="3124200"/>
                </a:lnTo>
                <a:lnTo>
                  <a:pt x="1847850" y="3124200"/>
                </a:lnTo>
                <a:close/>
                <a:moveTo>
                  <a:pt x="790575" y="3171825"/>
                </a:moveTo>
                <a:lnTo>
                  <a:pt x="800100" y="3171825"/>
                </a:lnTo>
                <a:lnTo>
                  <a:pt x="800100" y="3181350"/>
                </a:lnTo>
                <a:lnTo>
                  <a:pt x="790575" y="3181350"/>
                </a:lnTo>
                <a:close/>
                <a:moveTo>
                  <a:pt x="628650" y="3181350"/>
                </a:moveTo>
                <a:lnTo>
                  <a:pt x="638175" y="3181350"/>
                </a:lnTo>
                <a:lnTo>
                  <a:pt x="638175" y="3190875"/>
                </a:lnTo>
                <a:lnTo>
                  <a:pt x="628650" y="3190875"/>
                </a:lnTo>
                <a:close/>
                <a:moveTo>
                  <a:pt x="942975" y="3181350"/>
                </a:moveTo>
                <a:lnTo>
                  <a:pt x="952500" y="3181350"/>
                </a:lnTo>
                <a:lnTo>
                  <a:pt x="952500" y="3200400"/>
                </a:lnTo>
                <a:lnTo>
                  <a:pt x="942975" y="3200400"/>
                </a:lnTo>
                <a:close/>
                <a:moveTo>
                  <a:pt x="1038225" y="3181350"/>
                </a:moveTo>
                <a:lnTo>
                  <a:pt x="1047750" y="3181350"/>
                </a:lnTo>
                <a:lnTo>
                  <a:pt x="1047750" y="3200400"/>
                </a:lnTo>
                <a:lnTo>
                  <a:pt x="1038225" y="3200400"/>
                </a:lnTo>
                <a:close/>
                <a:moveTo>
                  <a:pt x="790575" y="3190875"/>
                </a:moveTo>
                <a:lnTo>
                  <a:pt x="800100" y="3190875"/>
                </a:lnTo>
                <a:lnTo>
                  <a:pt x="800100" y="3200400"/>
                </a:lnTo>
                <a:lnTo>
                  <a:pt x="790575" y="3200400"/>
                </a:lnTo>
                <a:close/>
                <a:moveTo>
                  <a:pt x="809625" y="3190875"/>
                </a:moveTo>
                <a:lnTo>
                  <a:pt x="819150" y="3190875"/>
                </a:lnTo>
                <a:lnTo>
                  <a:pt x="819150" y="3209925"/>
                </a:lnTo>
                <a:lnTo>
                  <a:pt x="809625" y="3209925"/>
                </a:lnTo>
                <a:close/>
                <a:moveTo>
                  <a:pt x="1333500" y="3200400"/>
                </a:moveTo>
                <a:lnTo>
                  <a:pt x="1352550" y="3200400"/>
                </a:lnTo>
                <a:lnTo>
                  <a:pt x="1352550" y="3209925"/>
                </a:lnTo>
                <a:lnTo>
                  <a:pt x="1333500" y="3209925"/>
                </a:lnTo>
                <a:close/>
                <a:moveTo>
                  <a:pt x="561975" y="3219450"/>
                </a:moveTo>
                <a:lnTo>
                  <a:pt x="571500" y="3219450"/>
                </a:lnTo>
                <a:lnTo>
                  <a:pt x="571500" y="3228975"/>
                </a:lnTo>
                <a:lnTo>
                  <a:pt x="561975" y="3228975"/>
                </a:lnTo>
                <a:close/>
                <a:moveTo>
                  <a:pt x="495300" y="3238500"/>
                </a:moveTo>
                <a:lnTo>
                  <a:pt x="504825" y="3238500"/>
                </a:lnTo>
                <a:lnTo>
                  <a:pt x="504825" y="3248025"/>
                </a:lnTo>
                <a:lnTo>
                  <a:pt x="495300" y="3248025"/>
                </a:lnTo>
                <a:close/>
                <a:moveTo>
                  <a:pt x="485775" y="3248025"/>
                </a:moveTo>
                <a:lnTo>
                  <a:pt x="495300" y="3248025"/>
                </a:lnTo>
                <a:lnTo>
                  <a:pt x="495300" y="3257550"/>
                </a:lnTo>
                <a:lnTo>
                  <a:pt x="485775" y="3257550"/>
                </a:lnTo>
                <a:close/>
                <a:moveTo>
                  <a:pt x="809625" y="3267075"/>
                </a:moveTo>
                <a:lnTo>
                  <a:pt x="828675" y="3267075"/>
                </a:lnTo>
                <a:lnTo>
                  <a:pt x="828675" y="3276600"/>
                </a:lnTo>
                <a:lnTo>
                  <a:pt x="809625" y="3276600"/>
                </a:lnTo>
                <a:close/>
                <a:moveTo>
                  <a:pt x="828675" y="3276600"/>
                </a:moveTo>
                <a:lnTo>
                  <a:pt x="838200" y="3276600"/>
                </a:lnTo>
                <a:lnTo>
                  <a:pt x="838200" y="3286125"/>
                </a:lnTo>
                <a:lnTo>
                  <a:pt x="828675" y="3286125"/>
                </a:lnTo>
                <a:close/>
                <a:moveTo>
                  <a:pt x="1876425" y="3305175"/>
                </a:moveTo>
                <a:lnTo>
                  <a:pt x="1885950" y="3305175"/>
                </a:lnTo>
                <a:lnTo>
                  <a:pt x="1885950" y="3314700"/>
                </a:lnTo>
                <a:lnTo>
                  <a:pt x="1876425" y="3314700"/>
                </a:lnTo>
                <a:close/>
                <a:moveTo>
                  <a:pt x="304800" y="3324225"/>
                </a:moveTo>
                <a:lnTo>
                  <a:pt x="314325" y="3324225"/>
                </a:lnTo>
                <a:lnTo>
                  <a:pt x="314325" y="3352800"/>
                </a:lnTo>
                <a:lnTo>
                  <a:pt x="304800" y="3352800"/>
                </a:lnTo>
                <a:close/>
                <a:moveTo>
                  <a:pt x="885825" y="3324225"/>
                </a:moveTo>
                <a:lnTo>
                  <a:pt x="914400" y="3324225"/>
                </a:lnTo>
                <a:lnTo>
                  <a:pt x="914400" y="3333750"/>
                </a:lnTo>
                <a:lnTo>
                  <a:pt x="885825" y="3333750"/>
                </a:lnTo>
                <a:close/>
                <a:moveTo>
                  <a:pt x="409575" y="3333750"/>
                </a:moveTo>
                <a:lnTo>
                  <a:pt x="419100" y="3333750"/>
                </a:lnTo>
                <a:lnTo>
                  <a:pt x="419100" y="3352800"/>
                </a:lnTo>
                <a:lnTo>
                  <a:pt x="409575" y="3352800"/>
                </a:lnTo>
                <a:close/>
                <a:moveTo>
                  <a:pt x="885825" y="3352800"/>
                </a:moveTo>
                <a:lnTo>
                  <a:pt x="895350" y="3352800"/>
                </a:lnTo>
                <a:lnTo>
                  <a:pt x="895350" y="3362325"/>
                </a:lnTo>
                <a:lnTo>
                  <a:pt x="885825" y="3362325"/>
                </a:lnTo>
                <a:close/>
                <a:moveTo>
                  <a:pt x="695325" y="3381375"/>
                </a:moveTo>
                <a:lnTo>
                  <a:pt x="704850" y="3381375"/>
                </a:lnTo>
                <a:lnTo>
                  <a:pt x="704850" y="3390900"/>
                </a:lnTo>
                <a:lnTo>
                  <a:pt x="695325" y="3390900"/>
                </a:lnTo>
                <a:close/>
                <a:moveTo>
                  <a:pt x="323850" y="3390900"/>
                </a:moveTo>
                <a:lnTo>
                  <a:pt x="333375" y="3390900"/>
                </a:lnTo>
                <a:lnTo>
                  <a:pt x="333375" y="3409950"/>
                </a:lnTo>
                <a:lnTo>
                  <a:pt x="323850" y="3409950"/>
                </a:lnTo>
                <a:close/>
                <a:moveTo>
                  <a:pt x="638175" y="3409950"/>
                </a:moveTo>
                <a:lnTo>
                  <a:pt x="647700" y="3409950"/>
                </a:lnTo>
                <a:lnTo>
                  <a:pt x="647700" y="3419475"/>
                </a:lnTo>
                <a:lnTo>
                  <a:pt x="638175" y="3419475"/>
                </a:lnTo>
                <a:close/>
                <a:moveTo>
                  <a:pt x="314325" y="3419475"/>
                </a:moveTo>
                <a:lnTo>
                  <a:pt x="323850" y="3419475"/>
                </a:lnTo>
                <a:lnTo>
                  <a:pt x="323850" y="3429000"/>
                </a:lnTo>
                <a:lnTo>
                  <a:pt x="333375" y="3429000"/>
                </a:lnTo>
                <a:lnTo>
                  <a:pt x="333375" y="3438525"/>
                </a:lnTo>
                <a:lnTo>
                  <a:pt x="323850" y="3438525"/>
                </a:lnTo>
                <a:lnTo>
                  <a:pt x="323850" y="3448050"/>
                </a:lnTo>
                <a:lnTo>
                  <a:pt x="314325" y="3448050"/>
                </a:lnTo>
                <a:close/>
                <a:moveTo>
                  <a:pt x="1047750" y="3429000"/>
                </a:moveTo>
                <a:lnTo>
                  <a:pt x="1066800" y="3429000"/>
                </a:lnTo>
                <a:lnTo>
                  <a:pt x="1066800" y="3438525"/>
                </a:lnTo>
                <a:lnTo>
                  <a:pt x="1047750" y="3438525"/>
                </a:lnTo>
                <a:close/>
                <a:moveTo>
                  <a:pt x="704850" y="3438525"/>
                </a:moveTo>
                <a:lnTo>
                  <a:pt x="723900" y="3438525"/>
                </a:lnTo>
                <a:lnTo>
                  <a:pt x="723900" y="3448050"/>
                </a:lnTo>
                <a:lnTo>
                  <a:pt x="704850" y="3448050"/>
                </a:lnTo>
                <a:close/>
                <a:moveTo>
                  <a:pt x="1085850" y="3438525"/>
                </a:moveTo>
                <a:lnTo>
                  <a:pt x="1095375" y="3438525"/>
                </a:lnTo>
                <a:lnTo>
                  <a:pt x="1095375" y="3448050"/>
                </a:lnTo>
                <a:lnTo>
                  <a:pt x="1085850" y="3448050"/>
                </a:lnTo>
                <a:close/>
                <a:moveTo>
                  <a:pt x="542925" y="3457575"/>
                </a:moveTo>
                <a:lnTo>
                  <a:pt x="552450" y="3457575"/>
                </a:lnTo>
                <a:lnTo>
                  <a:pt x="552450" y="3467100"/>
                </a:lnTo>
                <a:lnTo>
                  <a:pt x="542925" y="3467100"/>
                </a:lnTo>
                <a:close/>
                <a:moveTo>
                  <a:pt x="600075" y="3457575"/>
                </a:moveTo>
                <a:lnTo>
                  <a:pt x="609600" y="3457575"/>
                </a:lnTo>
                <a:lnTo>
                  <a:pt x="609600" y="3467100"/>
                </a:lnTo>
                <a:lnTo>
                  <a:pt x="600075" y="3467100"/>
                </a:lnTo>
                <a:close/>
                <a:moveTo>
                  <a:pt x="1866900" y="3476625"/>
                </a:moveTo>
                <a:lnTo>
                  <a:pt x="1876425" y="3476625"/>
                </a:lnTo>
                <a:lnTo>
                  <a:pt x="1876425" y="3486150"/>
                </a:lnTo>
                <a:lnTo>
                  <a:pt x="1866900" y="3486150"/>
                </a:lnTo>
                <a:close/>
                <a:moveTo>
                  <a:pt x="1028700" y="3514725"/>
                </a:moveTo>
                <a:lnTo>
                  <a:pt x="1038225" y="3514725"/>
                </a:lnTo>
                <a:lnTo>
                  <a:pt x="1038225" y="3524250"/>
                </a:lnTo>
                <a:lnTo>
                  <a:pt x="1047750" y="3524250"/>
                </a:lnTo>
                <a:lnTo>
                  <a:pt x="1047750" y="3533775"/>
                </a:lnTo>
                <a:lnTo>
                  <a:pt x="1038225" y="3533775"/>
                </a:lnTo>
                <a:lnTo>
                  <a:pt x="1038225" y="3543300"/>
                </a:lnTo>
                <a:lnTo>
                  <a:pt x="1028700" y="3543300"/>
                </a:lnTo>
                <a:close/>
                <a:moveTo>
                  <a:pt x="314325" y="3543300"/>
                </a:moveTo>
                <a:lnTo>
                  <a:pt x="323850" y="3543300"/>
                </a:lnTo>
                <a:lnTo>
                  <a:pt x="323850" y="3562350"/>
                </a:lnTo>
                <a:lnTo>
                  <a:pt x="314325" y="3562350"/>
                </a:lnTo>
                <a:close/>
                <a:moveTo>
                  <a:pt x="1085850" y="3562350"/>
                </a:moveTo>
                <a:lnTo>
                  <a:pt x="1095375" y="3562350"/>
                </a:lnTo>
                <a:lnTo>
                  <a:pt x="1095375" y="3571875"/>
                </a:lnTo>
                <a:lnTo>
                  <a:pt x="1114425" y="3571875"/>
                </a:lnTo>
                <a:lnTo>
                  <a:pt x="1114425" y="3581400"/>
                </a:lnTo>
                <a:lnTo>
                  <a:pt x="1085850" y="3581400"/>
                </a:lnTo>
                <a:close/>
                <a:moveTo>
                  <a:pt x="314325" y="3571875"/>
                </a:moveTo>
                <a:lnTo>
                  <a:pt x="323850" y="3571875"/>
                </a:lnTo>
                <a:lnTo>
                  <a:pt x="323850" y="3581400"/>
                </a:lnTo>
                <a:lnTo>
                  <a:pt x="314325" y="3581400"/>
                </a:lnTo>
                <a:close/>
                <a:moveTo>
                  <a:pt x="1323975" y="3581400"/>
                </a:moveTo>
                <a:lnTo>
                  <a:pt x="1333500" y="3581400"/>
                </a:lnTo>
                <a:lnTo>
                  <a:pt x="1333500" y="3590925"/>
                </a:lnTo>
                <a:lnTo>
                  <a:pt x="1323975" y="3590925"/>
                </a:lnTo>
                <a:close/>
                <a:moveTo>
                  <a:pt x="323850" y="3590925"/>
                </a:moveTo>
                <a:lnTo>
                  <a:pt x="333375" y="3590925"/>
                </a:lnTo>
                <a:lnTo>
                  <a:pt x="333375" y="3619500"/>
                </a:lnTo>
                <a:lnTo>
                  <a:pt x="323850" y="3619500"/>
                </a:lnTo>
                <a:close/>
                <a:moveTo>
                  <a:pt x="1143000" y="3590925"/>
                </a:moveTo>
                <a:lnTo>
                  <a:pt x="1162050" y="3590925"/>
                </a:lnTo>
                <a:lnTo>
                  <a:pt x="1162050" y="3609975"/>
                </a:lnTo>
                <a:lnTo>
                  <a:pt x="1133475" y="3609975"/>
                </a:lnTo>
                <a:lnTo>
                  <a:pt x="1133475" y="3600450"/>
                </a:lnTo>
                <a:lnTo>
                  <a:pt x="1143000" y="3600450"/>
                </a:lnTo>
                <a:close/>
                <a:moveTo>
                  <a:pt x="1200150" y="3600450"/>
                </a:moveTo>
                <a:lnTo>
                  <a:pt x="1209675" y="3600450"/>
                </a:lnTo>
                <a:lnTo>
                  <a:pt x="1209675" y="3609975"/>
                </a:lnTo>
                <a:lnTo>
                  <a:pt x="1200150" y="3609975"/>
                </a:lnTo>
                <a:close/>
                <a:moveTo>
                  <a:pt x="781050" y="3619500"/>
                </a:moveTo>
                <a:lnTo>
                  <a:pt x="790575" y="3619500"/>
                </a:lnTo>
                <a:lnTo>
                  <a:pt x="790575" y="3629025"/>
                </a:lnTo>
                <a:lnTo>
                  <a:pt x="781050" y="3629025"/>
                </a:lnTo>
                <a:close/>
                <a:moveTo>
                  <a:pt x="323850" y="3629025"/>
                </a:moveTo>
                <a:lnTo>
                  <a:pt x="333375" y="3629025"/>
                </a:lnTo>
                <a:lnTo>
                  <a:pt x="333375" y="3638550"/>
                </a:lnTo>
                <a:lnTo>
                  <a:pt x="323850" y="3638550"/>
                </a:lnTo>
                <a:close/>
                <a:moveTo>
                  <a:pt x="1733550" y="3629025"/>
                </a:moveTo>
                <a:lnTo>
                  <a:pt x="1743075" y="3629025"/>
                </a:lnTo>
                <a:lnTo>
                  <a:pt x="1743075" y="3638550"/>
                </a:lnTo>
                <a:lnTo>
                  <a:pt x="1733550" y="3638550"/>
                </a:lnTo>
                <a:close/>
                <a:moveTo>
                  <a:pt x="1628775" y="3638550"/>
                </a:moveTo>
                <a:lnTo>
                  <a:pt x="1638300" y="3638550"/>
                </a:lnTo>
                <a:lnTo>
                  <a:pt x="1638300" y="3648075"/>
                </a:lnTo>
                <a:lnTo>
                  <a:pt x="1628775" y="3648075"/>
                </a:lnTo>
                <a:close/>
                <a:moveTo>
                  <a:pt x="1466850" y="3648075"/>
                </a:moveTo>
                <a:lnTo>
                  <a:pt x="1476375" y="3648075"/>
                </a:lnTo>
                <a:lnTo>
                  <a:pt x="1476375" y="3657600"/>
                </a:lnTo>
                <a:lnTo>
                  <a:pt x="1466850" y="3657600"/>
                </a:lnTo>
                <a:close/>
                <a:moveTo>
                  <a:pt x="1200150" y="3667125"/>
                </a:moveTo>
                <a:lnTo>
                  <a:pt x="1209675" y="3667125"/>
                </a:lnTo>
                <a:lnTo>
                  <a:pt x="1209675" y="3676650"/>
                </a:lnTo>
                <a:lnTo>
                  <a:pt x="1200150" y="3676650"/>
                </a:lnTo>
                <a:close/>
                <a:moveTo>
                  <a:pt x="1457325" y="3667125"/>
                </a:moveTo>
                <a:lnTo>
                  <a:pt x="1466850" y="3667125"/>
                </a:lnTo>
                <a:lnTo>
                  <a:pt x="1466850" y="3676650"/>
                </a:lnTo>
                <a:lnTo>
                  <a:pt x="1457325" y="3676650"/>
                </a:lnTo>
                <a:close/>
                <a:moveTo>
                  <a:pt x="447675" y="3676650"/>
                </a:moveTo>
                <a:lnTo>
                  <a:pt x="457200" y="3676650"/>
                </a:lnTo>
                <a:lnTo>
                  <a:pt x="457200" y="3686175"/>
                </a:lnTo>
                <a:lnTo>
                  <a:pt x="447675" y="3686175"/>
                </a:lnTo>
                <a:close/>
                <a:moveTo>
                  <a:pt x="1533525" y="3676650"/>
                </a:moveTo>
                <a:lnTo>
                  <a:pt x="1552575" y="3676650"/>
                </a:lnTo>
                <a:lnTo>
                  <a:pt x="1552575" y="3686175"/>
                </a:lnTo>
                <a:lnTo>
                  <a:pt x="1533525" y="3686175"/>
                </a:lnTo>
                <a:close/>
                <a:moveTo>
                  <a:pt x="1114425" y="3695700"/>
                </a:moveTo>
                <a:lnTo>
                  <a:pt x="1123950" y="3695700"/>
                </a:lnTo>
                <a:lnTo>
                  <a:pt x="1123950" y="3705225"/>
                </a:lnTo>
                <a:lnTo>
                  <a:pt x="1114425" y="3705225"/>
                </a:lnTo>
                <a:close/>
                <a:moveTo>
                  <a:pt x="333375" y="3705225"/>
                </a:moveTo>
                <a:lnTo>
                  <a:pt x="342900" y="3705225"/>
                </a:lnTo>
                <a:lnTo>
                  <a:pt x="342900" y="3714750"/>
                </a:lnTo>
                <a:lnTo>
                  <a:pt x="333375" y="3714750"/>
                </a:lnTo>
                <a:close/>
                <a:moveTo>
                  <a:pt x="1343025" y="3705225"/>
                </a:moveTo>
                <a:lnTo>
                  <a:pt x="1352550" y="3705225"/>
                </a:lnTo>
                <a:lnTo>
                  <a:pt x="1352550" y="3714750"/>
                </a:lnTo>
                <a:lnTo>
                  <a:pt x="1343025" y="3714750"/>
                </a:lnTo>
                <a:close/>
                <a:moveTo>
                  <a:pt x="342900" y="3714750"/>
                </a:moveTo>
                <a:lnTo>
                  <a:pt x="352425" y="3714750"/>
                </a:lnTo>
                <a:lnTo>
                  <a:pt x="352425" y="3724275"/>
                </a:lnTo>
                <a:lnTo>
                  <a:pt x="342900" y="3724275"/>
                </a:lnTo>
                <a:close/>
                <a:moveTo>
                  <a:pt x="1743075" y="3714750"/>
                </a:moveTo>
                <a:lnTo>
                  <a:pt x="1752600" y="3714750"/>
                </a:lnTo>
                <a:lnTo>
                  <a:pt x="1752600" y="3724275"/>
                </a:lnTo>
                <a:lnTo>
                  <a:pt x="1743075" y="3724275"/>
                </a:lnTo>
                <a:close/>
                <a:moveTo>
                  <a:pt x="1047750" y="3724275"/>
                </a:moveTo>
                <a:lnTo>
                  <a:pt x="1066800" y="3724275"/>
                </a:lnTo>
                <a:lnTo>
                  <a:pt x="1066800" y="3733800"/>
                </a:lnTo>
                <a:lnTo>
                  <a:pt x="1047750" y="3733800"/>
                </a:lnTo>
                <a:close/>
                <a:moveTo>
                  <a:pt x="1019175" y="3743325"/>
                </a:moveTo>
                <a:lnTo>
                  <a:pt x="1028700" y="3743325"/>
                </a:lnTo>
                <a:lnTo>
                  <a:pt x="1028700" y="3752850"/>
                </a:lnTo>
                <a:lnTo>
                  <a:pt x="1019175" y="3752850"/>
                </a:lnTo>
                <a:close/>
                <a:moveTo>
                  <a:pt x="1028700" y="3752850"/>
                </a:moveTo>
                <a:lnTo>
                  <a:pt x="1047750" y="3752850"/>
                </a:lnTo>
                <a:lnTo>
                  <a:pt x="1047750" y="3762375"/>
                </a:lnTo>
                <a:lnTo>
                  <a:pt x="1038225" y="3762375"/>
                </a:lnTo>
                <a:lnTo>
                  <a:pt x="1038225" y="3771900"/>
                </a:lnTo>
                <a:lnTo>
                  <a:pt x="1028700" y="3771900"/>
                </a:lnTo>
                <a:close/>
                <a:moveTo>
                  <a:pt x="1733550" y="3752850"/>
                </a:moveTo>
                <a:lnTo>
                  <a:pt x="1743075" y="3752850"/>
                </a:lnTo>
                <a:lnTo>
                  <a:pt x="1743075" y="3762375"/>
                </a:lnTo>
                <a:lnTo>
                  <a:pt x="1733550" y="3762375"/>
                </a:lnTo>
                <a:close/>
                <a:moveTo>
                  <a:pt x="1638300" y="3762375"/>
                </a:moveTo>
                <a:lnTo>
                  <a:pt x="1647825" y="3762375"/>
                </a:lnTo>
                <a:lnTo>
                  <a:pt x="1647825" y="3771900"/>
                </a:lnTo>
                <a:lnTo>
                  <a:pt x="1638300" y="3771900"/>
                </a:lnTo>
                <a:close/>
                <a:moveTo>
                  <a:pt x="1685925" y="3762375"/>
                </a:moveTo>
                <a:lnTo>
                  <a:pt x="1704975" y="3762375"/>
                </a:lnTo>
                <a:lnTo>
                  <a:pt x="1704975" y="3781425"/>
                </a:lnTo>
                <a:lnTo>
                  <a:pt x="1685925" y="3781425"/>
                </a:lnTo>
                <a:close/>
                <a:moveTo>
                  <a:pt x="1171575" y="3781425"/>
                </a:moveTo>
                <a:lnTo>
                  <a:pt x="1181100" y="3781425"/>
                </a:lnTo>
                <a:lnTo>
                  <a:pt x="1181100" y="3790950"/>
                </a:lnTo>
                <a:lnTo>
                  <a:pt x="1171575" y="3790950"/>
                </a:lnTo>
                <a:close/>
                <a:moveTo>
                  <a:pt x="1476375" y="3790950"/>
                </a:moveTo>
                <a:lnTo>
                  <a:pt x="1485900" y="3790950"/>
                </a:lnTo>
                <a:lnTo>
                  <a:pt x="1485900" y="3800475"/>
                </a:lnTo>
                <a:lnTo>
                  <a:pt x="1476375" y="3800475"/>
                </a:lnTo>
                <a:close/>
                <a:moveTo>
                  <a:pt x="1295400" y="3810000"/>
                </a:moveTo>
                <a:lnTo>
                  <a:pt x="1304925" y="3810000"/>
                </a:lnTo>
                <a:lnTo>
                  <a:pt x="1304925" y="3819525"/>
                </a:lnTo>
                <a:lnTo>
                  <a:pt x="1295400" y="3819525"/>
                </a:lnTo>
                <a:close/>
                <a:moveTo>
                  <a:pt x="1524000" y="3810000"/>
                </a:moveTo>
                <a:lnTo>
                  <a:pt x="1533525" y="3810000"/>
                </a:lnTo>
                <a:lnTo>
                  <a:pt x="1533525" y="3819525"/>
                </a:lnTo>
                <a:lnTo>
                  <a:pt x="1524000" y="3819525"/>
                </a:lnTo>
                <a:close/>
                <a:moveTo>
                  <a:pt x="1447800" y="3819525"/>
                </a:moveTo>
                <a:lnTo>
                  <a:pt x="1466850" y="3819525"/>
                </a:lnTo>
                <a:lnTo>
                  <a:pt x="1466850" y="3838575"/>
                </a:lnTo>
                <a:lnTo>
                  <a:pt x="1447800" y="3838575"/>
                </a:lnTo>
                <a:close/>
                <a:moveTo>
                  <a:pt x="1285875" y="3829050"/>
                </a:moveTo>
                <a:lnTo>
                  <a:pt x="1314450" y="3829050"/>
                </a:lnTo>
                <a:lnTo>
                  <a:pt x="1314450" y="3838575"/>
                </a:lnTo>
                <a:lnTo>
                  <a:pt x="1285875" y="3838575"/>
                </a:lnTo>
                <a:close/>
                <a:moveTo>
                  <a:pt x="1085850" y="3876675"/>
                </a:moveTo>
                <a:lnTo>
                  <a:pt x="1095375" y="3876675"/>
                </a:lnTo>
                <a:lnTo>
                  <a:pt x="1095375" y="3886200"/>
                </a:lnTo>
                <a:lnTo>
                  <a:pt x="1104900" y="3886200"/>
                </a:lnTo>
                <a:lnTo>
                  <a:pt x="1104900" y="3895725"/>
                </a:lnTo>
                <a:lnTo>
                  <a:pt x="1076325" y="3895725"/>
                </a:lnTo>
                <a:lnTo>
                  <a:pt x="1076325" y="3886200"/>
                </a:lnTo>
                <a:lnTo>
                  <a:pt x="1085850" y="3886200"/>
                </a:lnTo>
                <a:close/>
                <a:moveTo>
                  <a:pt x="904875" y="3905250"/>
                </a:moveTo>
                <a:lnTo>
                  <a:pt x="923925" y="3905250"/>
                </a:lnTo>
                <a:lnTo>
                  <a:pt x="923925" y="3914775"/>
                </a:lnTo>
                <a:lnTo>
                  <a:pt x="904875" y="3914775"/>
                </a:lnTo>
                <a:close/>
                <a:moveTo>
                  <a:pt x="1238250" y="3905250"/>
                </a:moveTo>
                <a:lnTo>
                  <a:pt x="1257300" y="3905250"/>
                </a:lnTo>
                <a:lnTo>
                  <a:pt x="1257300" y="3933825"/>
                </a:lnTo>
                <a:lnTo>
                  <a:pt x="1247775" y="3933825"/>
                </a:lnTo>
                <a:lnTo>
                  <a:pt x="1247775" y="3924300"/>
                </a:lnTo>
                <a:lnTo>
                  <a:pt x="1238250" y="3924300"/>
                </a:lnTo>
                <a:close/>
                <a:moveTo>
                  <a:pt x="1533525" y="3905250"/>
                </a:moveTo>
                <a:lnTo>
                  <a:pt x="1543050" y="3905250"/>
                </a:lnTo>
                <a:lnTo>
                  <a:pt x="1543050" y="3914775"/>
                </a:lnTo>
                <a:lnTo>
                  <a:pt x="1533525" y="3914775"/>
                </a:lnTo>
                <a:close/>
                <a:moveTo>
                  <a:pt x="1371600" y="3914775"/>
                </a:moveTo>
                <a:lnTo>
                  <a:pt x="1400175" y="3914775"/>
                </a:lnTo>
                <a:lnTo>
                  <a:pt x="1400175" y="3924300"/>
                </a:lnTo>
                <a:lnTo>
                  <a:pt x="1371600" y="3924300"/>
                </a:lnTo>
                <a:close/>
                <a:moveTo>
                  <a:pt x="933450" y="3924300"/>
                </a:moveTo>
                <a:lnTo>
                  <a:pt x="962025" y="3924300"/>
                </a:lnTo>
                <a:lnTo>
                  <a:pt x="962025" y="3933825"/>
                </a:lnTo>
                <a:lnTo>
                  <a:pt x="981075" y="3933825"/>
                </a:lnTo>
                <a:lnTo>
                  <a:pt x="981075" y="3943350"/>
                </a:lnTo>
                <a:lnTo>
                  <a:pt x="923925" y="3943350"/>
                </a:lnTo>
                <a:lnTo>
                  <a:pt x="923925" y="3933825"/>
                </a:lnTo>
                <a:lnTo>
                  <a:pt x="933450" y="3933825"/>
                </a:lnTo>
                <a:close/>
                <a:moveTo>
                  <a:pt x="1057275" y="3933825"/>
                </a:moveTo>
                <a:lnTo>
                  <a:pt x="1076325" y="3933825"/>
                </a:lnTo>
                <a:lnTo>
                  <a:pt x="1076325" y="3943350"/>
                </a:lnTo>
                <a:lnTo>
                  <a:pt x="1057275" y="3943350"/>
                </a:lnTo>
                <a:close/>
                <a:moveTo>
                  <a:pt x="514350" y="3943350"/>
                </a:moveTo>
                <a:lnTo>
                  <a:pt x="533400" y="3943350"/>
                </a:lnTo>
                <a:lnTo>
                  <a:pt x="533400" y="3962400"/>
                </a:lnTo>
                <a:lnTo>
                  <a:pt x="523875" y="3962400"/>
                </a:lnTo>
                <a:lnTo>
                  <a:pt x="523875" y="3952875"/>
                </a:lnTo>
                <a:lnTo>
                  <a:pt x="514350" y="3952875"/>
                </a:lnTo>
                <a:close/>
                <a:moveTo>
                  <a:pt x="714375" y="3943350"/>
                </a:moveTo>
                <a:lnTo>
                  <a:pt x="733425" y="3943350"/>
                </a:lnTo>
                <a:lnTo>
                  <a:pt x="733425" y="3952875"/>
                </a:lnTo>
                <a:lnTo>
                  <a:pt x="714375" y="3952875"/>
                </a:lnTo>
                <a:close/>
                <a:moveTo>
                  <a:pt x="485775" y="3952875"/>
                </a:moveTo>
                <a:lnTo>
                  <a:pt x="504825" y="3952875"/>
                </a:lnTo>
                <a:lnTo>
                  <a:pt x="504825" y="3962400"/>
                </a:lnTo>
                <a:lnTo>
                  <a:pt x="485775" y="3962400"/>
                </a:lnTo>
                <a:close/>
                <a:moveTo>
                  <a:pt x="609600" y="3952875"/>
                </a:moveTo>
                <a:lnTo>
                  <a:pt x="619125" y="3952875"/>
                </a:lnTo>
                <a:lnTo>
                  <a:pt x="619125" y="3962400"/>
                </a:lnTo>
                <a:lnTo>
                  <a:pt x="628650" y="3962400"/>
                </a:lnTo>
                <a:lnTo>
                  <a:pt x="628650" y="3952875"/>
                </a:lnTo>
                <a:lnTo>
                  <a:pt x="647700" y="3952875"/>
                </a:lnTo>
                <a:lnTo>
                  <a:pt x="647700" y="3962400"/>
                </a:lnTo>
                <a:lnTo>
                  <a:pt x="628650" y="3962400"/>
                </a:lnTo>
                <a:lnTo>
                  <a:pt x="628650" y="3971925"/>
                </a:lnTo>
                <a:lnTo>
                  <a:pt x="600075" y="3971925"/>
                </a:lnTo>
                <a:lnTo>
                  <a:pt x="600075" y="3962400"/>
                </a:lnTo>
                <a:lnTo>
                  <a:pt x="609600" y="3962400"/>
                </a:lnTo>
                <a:close/>
                <a:moveTo>
                  <a:pt x="476250" y="3962400"/>
                </a:moveTo>
                <a:lnTo>
                  <a:pt x="485775" y="3962400"/>
                </a:lnTo>
                <a:lnTo>
                  <a:pt x="485775" y="3971925"/>
                </a:lnTo>
                <a:lnTo>
                  <a:pt x="476250" y="3971925"/>
                </a:lnTo>
                <a:close/>
                <a:moveTo>
                  <a:pt x="561975" y="3962400"/>
                </a:moveTo>
                <a:lnTo>
                  <a:pt x="581025" y="3962400"/>
                </a:lnTo>
                <a:lnTo>
                  <a:pt x="581025" y="3971925"/>
                </a:lnTo>
                <a:lnTo>
                  <a:pt x="561975" y="3971925"/>
                </a:lnTo>
                <a:close/>
              </a:path>
            </a:pathLst>
          </a:custGeom>
          <a:solidFill xmlns:a="http://schemas.openxmlformats.org/drawingml/2006/main">
            <a:srgbClr val="F4F9FC"/>
          </a:solidFill>
          <a:ln xmlns:a="http://schemas.openxmlformats.org/drawingml/2006/main" w="0">
            <a:noFill/>
          </a:ln>
        </p:spPr>
      </p:sp>
      <p:sp>
        <p:nvSpPr>
          <p:cNvPr id="15" name="phones vector #f5f8fd">
            <a:extLst xmlns:a="http://schemas.openxmlformats.org/drawingml/2006/main">
              <a:ext uri="{FF2B5EF4-FFF2-40B4-BE49-F238E27FC236}">
                <a16:creationId xmlns:a16="http://schemas.microsoft.com/office/drawing/2014/main" id="{AC7CDE60-F9CE-4243-A67E-C1B204C7B44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48500" y="190500"/>
            <a:ext cx="5905500" cy="6619875"/>
          </a:xfrm>
          <a:custGeom xmlns:a="http://schemas.openxmlformats.org/drawingml/2006/main">
            <a:pathLst>
              <a:path w="3838575" h="4295775">
                <a:moveTo>
                  <a:pt x="1466850" y="152400"/>
                </a:moveTo>
                <a:lnTo>
                  <a:pt x="1495425" y="152400"/>
                </a:lnTo>
                <a:lnTo>
                  <a:pt x="1495425" y="161925"/>
                </a:lnTo>
                <a:lnTo>
                  <a:pt x="1466850" y="161925"/>
                </a:lnTo>
                <a:close/>
                <a:moveTo>
                  <a:pt x="1219200" y="161925"/>
                </a:moveTo>
                <a:lnTo>
                  <a:pt x="1238250" y="161925"/>
                </a:lnTo>
                <a:lnTo>
                  <a:pt x="1238250" y="171450"/>
                </a:lnTo>
                <a:lnTo>
                  <a:pt x="1219200" y="171450"/>
                </a:lnTo>
                <a:close/>
                <a:moveTo>
                  <a:pt x="1190625" y="180975"/>
                </a:moveTo>
                <a:lnTo>
                  <a:pt x="1247775" y="180975"/>
                </a:lnTo>
                <a:lnTo>
                  <a:pt x="1247775" y="190500"/>
                </a:lnTo>
                <a:lnTo>
                  <a:pt x="1238250" y="190500"/>
                </a:lnTo>
                <a:lnTo>
                  <a:pt x="1238250" y="200025"/>
                </a:lnTo>
                <a:lnTo>
                  <a:pt x="1219200" y="200025"/>
                </a:lnTo>
                <a:lnTo>
                  <a:pt x="1219200" y="190500"/>
                </a:lnTo>
                <a:lnTo>
                  <a:pt x="1190625" y="190500"/>
                </a:lnTo>
                <a:close/>
                <a:moveTo>
                  <a:pt x="1171575" y="190500"/>
                </a:moveTo>
                <a:lnTo>
                  <a:pt x="1190625" y="190500"/>
                </a:lnTo>
                <a:lnTo>
                  <a:pt x="1190625" y="200025"/>
                </a:lnTo>
                <a:lnTo>
                  <a:pt x="1171575" y="200025"/>
                </a:lnTo>
                <a:close/>
                <a:moveTo>
                  <a:pt x="1362075" y="209550"/>
                </a:moveTo>
                <a:lnTo>
                  <a:pt x="1371600" y="209550"/>
                </a:lnTo>
                <a:lnTo>
                  <a:pt x="1371600" y="228600"/>
                </a:lnTo>
                <a:lnTo>
                  <a:pt x="1362075" y="228600"/>
                </a:lnTo>
                <a:close/>
                <a:moveTo>
                  <a:pt x="676275" y="219075"/>
                </a:moveTo>
                <a:lnTo>
                  <a:pt x="695325" y="219075"/>
                </a:lnTo>
                <a:lnTo>
                  <a:pt x="695325" y="228600"/>
                </a:lnTo>
                <a:lnTo>
                  <a:pt x="704850" y="228600"/>
                </a:lnTo>
                <a:lnTo>
                  <a:pt x="704850" y="238125"/>
                </a:lnTo>
                <a:lnTo>
                  <a:pt x="676275" y="238125"/>
                </a:lnTo>
                <a:close/>
                <a:moveTo>
                  <a:pt x="1381125" y="219075"/>
                </a:moveTo>
                <a:lnTo>
                  <a:pt x="1390650" y="219075"/>
                </a:lnTo>
                <a:lnTo>
                  <a:pt x="1390650" y="228600"/>
                </a:lnTo>
                <a:lnTo>
                  <a:pt x="1381125" y="228600"/>
                </a:lnTo>
                <a:close/>
                <a:moveTo>
                  <a:pt x="781050" y="228600"/>
                </a:moveTo>
                <a:lnTo>
                  <a:pt x="790575" y="228600"/>
                </a:lnTo>
                <a:lnTo>
                  <a:pt x="790575" y="238125"/>
                </a:lnTo>
                <a:lnTo>
                  <a:pt x="781050" y="238125"/>
                </a:lnTo>
                <a:close/>
                <a:moveTo>
                  <a:pt x="1390650" y="228600"/>
                </a:moveTo>
                <a:lnTo>
                  <a:pt x="1400175" y="228600"/>
                </a:lnTo>
                <a:lnTo>
                  <a:pt x="1400175" y="238125"/>
                </a:lnTo>
                <a:lnTo>
                  <a:pt x="1390650" y="238125"/>
                </a:lnTo>
                <a:close/>
                <a:moveTo>
                  <a:pt x="1266825" y="266700"/>
                </a:moveTo>
                <a:lnTo>
                  <a:pt x="1276350" y="266700"/>
                </a:lnTo>
                <a:lnTo>
                  <a:pt x="1276350" y="276225"/>
                </a:lnTo>
                <a:lnTo>
                  <a:pt x="1266825" y="276225"/>
                </a:lnTo>
                <a:close/>
                <a:moveTo>
                  <a:pt x="428625" y="276225"/>
                </a:moveTo>
                <a:lnTo>
                  <a:pt x="447675" y="276225"/>
                </a:lnTo>
                <a:lnTo>
                  <a:pt x="447675" y="295275"/>
                </a:lnTo>
                <a:lnTo>
                  <a:pt x="438150" y="295275"/>
                </a:lnTo>
                <a:lnTo>
                  <a:pt x="438150" y="304800"/>
                </a:lnTo>
                <a:lnTo>
                  <a:pt x="428625" y="304800"/>
                </a:lnTo>
                <a:lnTo>
                  <a:pt x="428625" y="295275"/>
                </a:lnTo>
                <a:lnTo>
                  <a:pt x="419100" y="295275"/>
                </a:lnTo>
                <a:lnTo>
                  <a:pt x="419100" y="285750"/>
                </a:lnTo>
                <a:lnTo>
                  <a:pt x="428625" y="285750"/>
                </a:lnTo>
                <a:close/>
                <a:moveTo>
                  <a:pt x="295275" y="285750"/>
                </a:moveTo>
                <a:lnTo>
                  <a:pt x="304800" y="285750"/>
                </a:lnTo>
                <a:lnTo>
                  <a:pt x="304800" y="295275"/>
                </a:lnTo>
                <a:lnTo>
                  <a:pt x="295275" y="295275"/>
                </a:lnTo>
                <a:close/>
                <a:moveTo>
                  <a:pt x="1352550" y="285750"/>
                </a:moveTo>
                <a:lnTo>
                  <a:pt x="1362075" y="285750"/>
                </a:lnTo>
                <a:lnTo>
                  <a:pt x="1362075" y="295275"/>
                </a:lnTo>
                <a:lnTo>
                  <a:pt x="1352550" y="295275"/>
                </a:lnTo>
                <a:close/>
                <a:moveTo>
                  <a:pt x="523875" y="304800"/>
                </a:moveTo>
                <a:lnTo>
                  <a:pt x="533400" y="304800"/>
                </a:lnTo>
                <a:lnTo>
                  <a:pt x="533400" y="314325"/>
                </a:lnTo>
                <a:lnTo>
                  <a:pt x="523875" y="314325"/>
                </a:lnTo>
                <a:close/>
                <a:moveTo>
                  <a:pt x="466725" y="352425"/>
                </a:moveTo>
                <a:lnTo>
                  <a:pt x="485775" y="352425"/>
                </a:lnTo>
                <a:lnTo>
                  <a:pt x="485775" y="361950"/>
                </a:lnTo>
                <a:lnTo>
                  <a:pt x="476250" y="361950"/>
                </a:lnTo>
                <a:lnTo>
                  <a:pt x="476250" y="371475"/>
                </a:lnTo>
                <a:lnTo>
                  <a:pt x="466725" y="371475"/>
                </a:lnTo>
                <a:close/>
                <a:moveTo>
                  <a:pt x="590550" y="352425"/>
                </a:moveTo>
                <a:lnTo>
                  <a:pt x="600075" y="352425"/>
                </a:lnTo>
                <a:lnTo>
                  <a:pt x="600075" y="361950"/>
                </a:lnTo>
                <a:lnTo>
                  <a:pt x="590550" y="361950"/>
                </a:lnTo>
                <a:close/>
                <a:moveTo>
                  <a:pt x="419100" y="361950"/>
                </a:moveTo>
                <a:lnTo>
                  <a:pt x="428625" y="361950"/>
                </a:lnTo>
                <a:lnTo>
                  <a:pt x="428625" y="371475"/>
                </a:lnTo>
                <a:lnTo>
                  <a:pt x="419100" y="371475"/>
                </a:lnTo>
                <a:close/>
                <a:moveTo>
                  <a:pt x="981075" y="361950"/>
                </a:moveTo>
                <a:lnTo>
                  <a:pt x="1000125" y="361950"/>
                </a:lnTo>
                <a:lnTo>
                  <a:pt x="1000125" y="371475"/>
                </a:lnTo>
                <a:lnTo>
                  <a:pt x="990600" y="371475"/>
                </a:lnTo>
                <a:lnTo>
                  <a:pt x="990600" y="381000"/>
                </a:lnTo>
                <a:lnTo>
                  <a:pt x="981075" y="381000"/>
                </a:lnTo>
                <a:close/>
                <a:moveTo>
                  <a:pt x="428625" y="371475"/>
                </a:moveTo>
                <a:lnTo>
                  <a:pt x="447675" y="371475"/>
                </a:lnTo>
                <a:lnTo>
                  <a:pt x="447675" y="381000"/>
                </a:lnTo>
                <a:lnTo>
                  <a:pt x="428625" y="381000"/>
                </a:lnTo>
                <a:close/>
                <a:moveTo>
                  <a:pt x="685800" y="371475"/>
                </a:moveTo>
                <a:lnTo>
                  <a:pt x="695325" y="371475"/>
                </a:lnTo>
                <a:lnTo>
                  <a:pt x="695325" y="381000"/>
                </a:lnTo>
                <a:lnTo>
                  <a:pt x="704850" y="381000"/>
                </a:lnTo>
                <a:lnTo>
                  <a:pt x="704850" y="390525"/>
                </a:lnTo>
                <a:lnTo>
                  <a:pt x="685800" y="390525"/>
                </a:lnTo>
                <a:close/>
                <a:moveTo>
                  <a:pt x="390525" y="381000"/>
                </a:moveTo>
                <a:lnTo>
                  <a:pt x="409575" y="381000"/>
                </a:lnTo>
                <a:lnTo>
                  <a:pt x="409575" y="419100"/>
                </a:lnTo>
                <a:lnTo>
                  <a:pt x="400050" y="419100"/>
                </a:lnTo>
                <a:lnTo>
                  <a:pt x="400050" y="409575"/>
                </a:lnTo>
                <a:lnTo>
                  <a:pt x="390525" y="409575"/>
                </a:lnTo>
                <a:lnTo>
                  <a:pt x="390525" y="400050"/>
                </a:lnTo>
                <a:lnTo>
                  <a:pt x="400050" y="400050"/>
                </a:lnTo>
                <a:lnTo>
                  <a:pt x="400050" y="390525"/>
                </a:lnTo>
                <a:lnTo>
                  <a:pt x="390525" y="390525"/>
                </a:lnTo>
                <a:close/>
                <a:moveTo>
                  <a:pt x="733425" y="381000"/>
                </a:moveTo>
                <a:lnTo>
                  <a:pt x="752475" y="381000"/>
                </a:lnTo>
                <a:lnTo>
                  <a:pt x="752475" y="390525"/>
                </a:lnTo>
                <a:lnTo>
                  <a:pt x="733425" y="390525"/>
                </a:lnTo>
                <a:close/>
                <a:moveTo>
                  <a:pt x="866775" y="381000"/>
                </a:moveTo>
                <a:lnTo>
                  <a:pt x="876300" y="381000"/>
                </a:lnTo>
                <a:lnTo>
                  <a:pt x="876300" y="390525"/>
                </a:lnTo>
                <a:lnTo>
                  <a:pt x="866775" y="390525"/>
                </a:lnTo>
                <a:close/>
                <a:moveTo>
                  <a:pt x="1657350" y="381000"/>
                </a:moveTo>
                <a:lnTo>
                  <a:pt x="1666875" y="381000"/>
                </a:lnTo>
                <a:lnTo>
                  <a:pt x="1666875" y="400050"/>
                </a:lnTo>
                <a:lnTo>
                  <a:pt x="1647825" y="400050"/>
                </a:lnTo>
                <a:lnTo>
                  <a:pt x="1647825" y="409575"/>
                </a:lnTo>
                <a:lnTo>
                  <a:pt x="1628775" y="409575"/>
                </a:lnTo>
                <a:lnTo>
                  <a:pt x="1628775" y="419100"/>
                </a:lnTo>
                <a:lnTo>
                  <a:pt x="1600200" y="419100"/>
                </a:lnTo>
                <a:lnTo>
                  <a:pt x="1600200" y="390525"/>
                </a:lnTo>
                <a:lnTo>
                  <a:pt x="1619250" y="390525"/>
                </a:lnTo>
                <a:lnTo>
                  <a:pt x="1619250" y="400050"/>
                </a:lnTo>
                <a:lnTo>
                  <a:pt x="1638300" y="400050"/>
                </a:lnTo>
                <a:lnTo>
                  <a:pt x="1638300" y="390525"/>
                </a:lnTo>
                <a:lnTo>
                  <a:pt x="1657350" y="390525"/>
                </a:lnTo>
                <a:close/>
                <a:moveTo>
                  <a:pt x="1552575" y="390525"/>
                </a:moveTo>
                <a:lnTo>
                  <a:pt x="1571625" y="390525"/>
                </a:lnTo>
                <a:lnTo>
                  <a:pt x="1571625" y="400050"/>
                </a:lnTo>
                <a:lnTo>
                  <a:pt x="1581150" y="400050"/>
                </a:lnTo>
                <a:lnTo>
                  <a:pt x="1581150" y="409575"/>
                </a:lnTo>
                <a:lnTo>
                  <a:pt x="1590675" y="409575"/>
                </a:lnTo>
                <a:lnTo>
                  <a:pt x="1590675" y="419100"/>
                </a:lnTo>
                <a:lnTo>
                  <a:pt x="1562100" y="419100"/>
                </a:lnTo>
                <a:lnTo>
                  <a:pt x="1562100" y="409575"/>
                </a:lnTo>
                <a:lnTo>
                  <a:pt x="1552575" y="409575"/>
                </a:lnTo>
                <a:lnTo>
                  <a:pt x="1552575" y="419100"/>
                </a:lnTo>
                <a:lnTo>
                  <a:pt x="1543050" y="419100"/>
                </a:lnTo>
                <a:lnTo>
                  <a:pt x="1543050" y="400050"/>
                </a:lnTo>
                <a:lnTo>
                  <a:pt x="1552575" y="400050"/>
                </a:lnTo>
                <a:close/>
                <a:moveTo>
                  <a:pt x="371475" y="409575"/>
                </a:moveTo>
                <a:lnTo>
                  <a:pt x="390525" y="409575"/>
                </a:lnTo>
                <a:lnTo>
                  <a:pt x="390525" y="419100"/>
                </a:lnTo>
                <a:lnTo>
                  <a:pt x="371475" y="419100"/>
                </a:lnTo>
                <a:close/>
                <a:moveTo>
                  <a:pt x="981075" y="409575"/>
                </a:moveTo>
                <a:lnTo>
                  <a:pt x="990600" y="409575"/>
                </a:lnTo>
                <a:lnTo>
                  <a:pt x="990600" y="428625"/>
                </a:lnTo>
                <a:lnTo>
                  <a:pt x="981075" y="428625"/>
                </a:lnTo>
                <a:close/>
                <a:moveTo>
                  <a:pt x="1466850" y="409575"/>
                </a:moveTo>
                <a:lnTo>
                  <a:pt x="1485900" y="409575"/>
                </a:lnTo>
                <a:lnTo>
                  <a:pt x="1485900" y="428625"/>
                </a:lnTo>
                <a:lnTo>
                  <a:pt x="1476375" y="428625"/>
                </a:lnTo>
                <a:lnTo>
                  <a:pt x="1476375" y="438150"/>
                </a:lnTo>
                <a:lnTo>
                  <a:pt x="1457325" y="438150"/>
                </a:lnTo>
                <a:lnTo>
                  <a:pt x="1457325" y="419100"/>
                </a:lnTo>
                <a:lnTo>
                  <a:pt x="1466850" y="419100"/>
                </a:lnTo>
                <a:close/>
                <a:moveTo>
                  <a:pt x="1657350" y="419100"/>
                </a:moveTo>
                <a:lnTo>
                  <a:pt x="1666875" y="419100"/>
                </a:lnTo>
                <a:lnTo>
                  <a:pt x="1666875" y="428625"/>
                </a:lnTo>
                <a:lnTo>
                  <a:pt x="1657350" y="428625"/>
                </a:lnTo>
                <a:close/>
                <a:moveTo>
                  <a:pt x="1047750" y="428625"/>
                </a:moveTo>
                <a:lnTo>
                  <a:pt x="1057275" y="428625"/>
                </a:lnTo>
                <a:lnTo>
                  <a:pt x="1057275" y="457200"/>
                </a:lnTo>
                <a:lnTo>
                  <a:pt x="1047750" y="457200"/>
                </a:lnTo>
                <a:close/>
                <a:moveTo>
                  <a:pt x="1619250" y="428625"/>
                </a:moveTo>
                <a:lnTo>
                  <a:pt x="1638300" y="428625"/>
                </a:lnTo>
                <a:lnTo>
                  <a:pt x="1638300" y="438150"/>
                </a:lnTo>
                <a:lnTo>
                  <a:pt x="1619250" y="438150"/>
                </a:lnTo>
                <a:close/>
                <a:moveTo>
                  <a:pt x="542925" y="438150"/>
                </a:moveTo>
                <a:lnTo>
                  <a:pt x="561975" y="438150"/>
                </a:lnTo>
                <a:lnTo>
                  <a:pt x="561975" y="447675"/>
                </a:lnTo>
                <a:lnTo>
                  <a:pt x="542925" y="447675"/>
                </a:lnTo>
                <a:close/>
                <a:moveTo>
                  <a:pt x="161925" y="447675"/>
                </a:moveTo>
                <a:lnTo>
                  <a:pt x="171450" y="447675"/>
                </a:lnTo>
                <a:lnTo>
                  <a:pt x="171450" y="457200"/>
                </a:lnTo>
                <a:lnTo>
                  <a:pt x="161925" y="457200"/>
                </a:lnTo>
                <a:close/>
                <a:moveTo>
                  <a:pt x="238125" y="447675"/>
                </a:moveTo>
                <a:lnTo>
                  <a:pt x="247650" y="447675"/>
                </a:lnTo>
                <a:lnTo>
                  <a:pt x="247650" y="457200"/>
                </a:lnTo>
                <a:lnTo>
                  <a:pt x="238125" y="457200"/>
                </a:lnTo>
                <a:close/>
                <a:moveTo>
                  <a:pt x="247650" y="457200"/>
                </a:moveTo>
                <a:lnTo>
                  <a:pt x="266700" y="457200"/>
                </a:lnTo>
                <a:lnTo>
                  <a:pt x="266700" y="466725"/>
                </a:lnTo>
                <a:lnTo>
                  <a:pt x="247650" y="466725"/>
                </a:lnTo>
                <a:close/>
                <a:moveTo>
                  <a:pt x="542925" y="457200"/>
                </a:moveTo>
                <a:lnTo>
                  <a:pt x="552450" y="457200"/>
                </a:lnTo>
                <a:lnTo>
                  <a:pt x="552450" y="466725"/>
                </a:lnTo>
                <a:lnTo>
                  <a:pt x="542925" y="466725"/>
                </a:lnTo>
                <a:close/>
                <a:moveTo>
                  <a:pt x="180975" y="466725"/>
                </a:moveTo>
                <a:lnTo>
                  <a:pt x="190500" y="466725"/>
                </a:lnTo>
                <a:lnTo>
                  <a:pt x="190500" y="476250"/>
                </a:lnTo>
                <a:lnTo>
                  <a:pt x="180975" y="476250"/>
                </a:lnTo>
                <a:close/>
                <a:moveTo>
                  <a:pt x="228600" y="466725"/>
                </a:moveTo>
                <a:lnTo>
                  <a:pt x="238125" y="466725"/>
                </a:lnTo>
                <a:lnTo>
                  <a:pt x="238125" y="476250"/>
                </a:lnTo>
                <a:lnTo>
                  <a:pt x="247650" y="476250"/>
                </a:lnTo>
                <a:lnTo>
                  <a:pt x="247650" y="485775"/>
                </a:lnTo>
                <a:lnTo>
                  <a:pt x="190500" y="485775"/>
                </a:lnTo>
                <a:lnTo>
                  <a:pt x="190500" y="476250"/>
                </a:lnTo>
                <a:lnTo>
                  <a:pt x="228600" y="476250"/>
                </a:lnTo>
                <a:close/>
                <a:moveTo>
                  <a:pt x="628650" y="485775"/>
                </a:moveTo>
                <a:lnTo>
                  <a:pt x="647700" y="485775"/>
                </a:lnTo>
                <a:lnTo>
                  <a:pt x="647700" y="523875"/>
                </a:lnTo>
                <a:lnTo>
                  <a:pt x="638175" y="523875"/>
                </a:lnTo>
                <a:lnTo>
                  <a:pt x="638175" y="514350"/>
                </a:lnTo>
                <a:lnTo>
                  <a:pt x="619125" y="514350"/>
                </a:lnTo>
                <a:lnTo>
                  <a:pt x="619125" y="504825"/>
                </a:lnTo>
                <a:lnTo>
                  <a:pt x="628650" y="504825"/>
                </a:lnTo>
                <a:close/>
                <a:moveTo>
                  <a:pt x="809625" y="504825"/>
                </a:moveTo>
                <a:lnTo>
                  <a:pt x="819150" y="504825"/>
                </a:lnTo>
                <a:lnTo>
                  <a:pt x="819150" y="514350"/>
                </a:lnTo>
                <a:lnTo>
                  <a:pt x="809625" y="514350"/>
                </a:lnTo>
                <a:close/>
                <a:moveTo>
                  <a:pt x="171450" y="542925"/>
                </a:moveTo>
                <a:lnTo>
                  <a:pt x="180975" y="542925"/>
                </a:lnTo>
                <a:lnTo>
                  <a:pt x="180975" y="552450"/>
                </a:lnTo>
                <a:lnTo>
                  <a:pt x="171450" y="552450"/>
                </a:lnTo>
                <a:close/>
                <a:moveTo>
                  <a:pt x="581025" y="676275"/>
                </a:moveTo>
                <a:lnTo>
                  <a:pt x="600075" y="676275"/>
                </a:lnTo>
                <a:lnTo>
                  <a:pt x="600075" y="704850"/>
                </a:lnTo>
                <a:lnTo>
                  <a:pt x="590550" y="704850"/>
                </a:lnTo>
                <a:lnTo>
                  <a:pt x="590550" y="695325"/>
                </a:lnTo>
                <a:lnTo>
                  <a:pt x="571500" y="695325"/>
                </a:lnTo>
                <a:lnTo>
                  <a:pt x="571500" y="685800"/>
                </a:lnTo>
                <a:lnTo>
                  <a:pt x="581025" y="685800"/>
                </a:lnTo>
                <a:close/>
                <a:moveTo>
                  <a:pt x="371475" y="685800"/>
                </a:moveTo>
                <a:lnTo>
                  <a:pt x="381000" y="685800"/>
                </a:lnTo>
                <a:lnTo>
                  <a:pt x="381000" y="695325"/>
                </a:lnTo>
                <a:lnTo>
                  <a:pt x="371475" y="695325"/>
                </a:lnTo>
                <a:close/>
                <a:moveTo>
                  <a:pt x="304800" y="695325"/>
                </a:moveTo>
                <a:lnTo>
                  <a:pt x="323850" y="695325"/>
                </a:lnTo>
                <a:lnTo>
                  <a:pt x="323850" y="704850"/>
                </a:lnTo>
                <a:lnTo>
                  <a:pt x="304800" y="704850"/>
                </a:lnTo>
                <a:close/>
                <a:moveTo>
                  <a:pt x="381000" y="704850"/>
                </a:moveTo>
                <a:lnTo>
                  <a:pt x="390525" y="704850"/>
                </a:lnTo>
                <a:lnTo>
                  <a:pt x="390525" y="714375"/>
                </a:lnTo>
                <a:lnTo>
                  <a:pt x="381000" y="714375"/>
                </a:lnTo>
                <a:close/>
                <a:moveTo>
                  <a:pt x="1619250" y="704850"/>
                </a:moveTo>
                <a:lnTo>
                  <a:pt x="1628775" y="704850"/>
                </a:lnTo>
                <a:lnTo>
                  <a:pt x="1628775" y="733425"/>
                </a:lnTo>
                <a:lnTo>
                  <a:pt x="1581150" y="733425"/>
                </a:lnTo>
                <a:lnTo>
                  <a:pt x="1581150" y="723900"/>
                </a:lnTo>
                <a:lnTo>
                  <a:pt x="1619250" y="723900"/>
                </a:lnTo>
                <a:close/>
                <a:moveTo>
                  <a:pt x="171450" y="714375"/>
                </a:moveTo>
                <a:lnTo>
                  <a:pt x="180975" y="714375"/>
                </a:lnTo>
                <a:lnTo>
                  <a:pt x="180975" y="723900"/>
                </a:lnTo>
                <a:lnTo>
                  <a:pt x="171450" y="723900"/>
                </a:lnTo>
                <a:close/>
                <a:moveTo>
                  <a:pt x="247650" y="714375"/>
                </a:moveTo>
                <a:lnTo>
                  <a:pt x="257175" y="714375"/>
                </a:lnTo>
                <a:lnTo>
                  <a:pt x="257175" y="723900"/>
                </a:lnTo>
                <a:lnTo>
                  <a:pt x="247650" y="723900"/>
                </a:lnTo>
                <a:close/>
                <a:moveTo>
                  <a:pt x="371475" y="723900"/>
                </a:moveTo>
                <a:lnTo>
                  <a:pt x="381000" y="723900"/>
                </a:lnTo>
                <a:lnTo>
                  <a:pt x="381000" y="733425"/>
                </a:lnTo>
                <a:lnTo>
                  <a:pt x="371475" y="733425"/>
                </a:lnTo>
                <a:close/>
                <a:moveTo>
                  <a:pt x="571500" y="733425"/>
                </a:moveTo>
                <a:lnTo>
                  <a:pt x="581025" y="733425"/>
                </a:lnTo>
                <a:lnTo>
                  <a:pt x="581025" y="742950"/>
                </a:lnTo>
                <a:lnTo>
                  <a:pt x="571500" y="742950"/>
                </a:lnTo>
                <a:close/>
                <a:moveTo>
                  <a:pt x="990600" y="733425"/>
                </a:moveTo>
                <a:lnTo>
                  <a:pt x="1009650" y="733425"/>
                </a:lnTo>
                <a:lnTo>
                  <a:pt x="1009650" y="742950"/>
                </a:lnTo>
                <a:lnTo>
                  <a:pt x="1000125" y="742950"/>
                </a:lnTo>
                <a:lnTo>
                  <a:pt x="1000125" y="762000"/>
                </a:lnTo>
                <a:lnTo>
                  <a:pt x="990600" y="762000"/>
                </a:lnTo>
                <a:close/>
                <a:moveTo>
                  <a:pt x="1676400" y="733425"/>
                </a:moveTo>
                <a:lnTo>
                  <a:pt x="1685925" y="733425"/>
                </a:lnTo>
                <a:lnTo>
                  <a:pt x="1685925" y="781050"/>
                </a:lnTo>
                <a:lnTo>
                  <a:pt x="1676400" y="781050"/>
                </a:lnTo>
                <a:lnTo>
                  <a:pt x="1676400" y="771525"/>
                </a:lnTo>
                <a:lnTo>
                  <a:pt x="1657350" y="771525"/>
                </a:lnTo>
                <a:lnTo>
                  <a:pt x="1657350" y="742950"/>
                </a:lnTo>
                <a:lnTo>
                  <a:pt x="1666875" y="742950"/>
                </a:lnTo>
                <a:lnTo>
                  <a:pt x="1666875" y="762000"/>
                </a:lnTo>
                <a:lnTo>
                  <a:pt x="1676400" y="762000"/>
                </a:lnTo>
                <a:close/>
                <a:moveTo>
                  <a:pt x="266700" y="742950"/>
                </a:moveTo>
                <a:lnTo>
                  <a:pt x="276225" y="742950"/>
                </a:lnTo>
                <a:lnTo>
                  <a:pt x="276225" y="752475"/>
                </a:lnTo>
                <a:lnTo>
                  <a:pt x="266700" y="752475"/>
                </a:lnTo>
                <a:close/>
                <a:moveTo>
                  <a:pt x="238125" y="752475"/>
                </a:moveTo>
                <a:lnTo>
                  <a:pt x="247650" y="752475"/>
                </a:lnTo>
                <a:lnTo>
                  <a:pt x="247650" y="762000"/>
                </a:lnTo>
                <a:lnTo>
                  <a:pt x="238125" y="762000"/>
                </a:lnTo>
                <a:close/>
                <a:moveTo>
                  <a:pt x="1057275" y="752475"/>
                </a:moveTo>
                <a:lnTo>
                  <a:pt x="1066800" y="752475"/>
                </a:lnTo>
                <a:lnTo>
                  <a:pt x="1066800" y="762000"/>
                </a:lnTo>
                <a:lnTo>
                  <a:pt x="1057275" y="762000"/>
                </a:lnTo>
                <a:close/>
                <a:moveTo>
                  <a:pt x="1571625" y="752475"/>
                </a:moveTo>
                <a:lnTo>
                  <a:pt x="1581150" y="752475"/>
                </a:lnTo>
                <a:lnTo>
                  <a:pt x="1581150" y="762000"/>
                </a:lnTo>
                <a:lnTo>
                  <a:pt x="1590675" y="762000"/>
                </a:lnTo>
                <a:lnTo>
                  <a:pt x="1590675" y="781050"/>
                </a:lnTo>
                <a:lnTo>
                  <a:pt x="1562100" y="781050"/>
                </a:lnTo>
                <a:lnTo>
                  <a:pt x="1562100" y="762000"/>
                </a:lnTo>
                <a:lnTo>
                  <a:pt x="1571625" y="762000"/>
                </a:lnTo>
                <a:close/>
                <a:moveTo>
                  <a:pt x="914400" y="781050"/>
                </a:moveTo>
                <a:lnTo>
                  <a:pt x="923925" y="781050"/>
                </a:lnTo>
                <a:lnTo>
                  <a:pt x="923925" y="790575"/>
                </a:lnTo>
                <a:lnTo>
                  <a:pt x="933450" y="790575"/>
                </a:lnTo>
                <a:lnTo>
                  <a:pt x="933450" y="800100"/>
                </a:lnTo>
                <a:lnTo>
                  <a:pt x="942975" y="800100"/>
                </a:lnTo>
                <a:lnTo>
                  <a:pt x="942975" y="809625"/>
                </a:lnTo>
                <a:lnTo>
                  <a:pt x="914400" y="809625"/>
                </a:lnTo>
                <a:close/>
                <a:moveTo>
                  <a:pt x="1504950" y="781050"/>
                </a:moveTo>
                <a:lnTo>
                  <a:pt x="1514475" y="781050"/>
                </a:lnTo>
                <a:lnTo>
                  <a:pt x="1514475" y="790575"/>
                </a:lnTo>
                <a:lnTo>
                  <a:pt x="1504950" y="790575"/>
                </a:lnTo>
                <a:close/>
                <a:moveTo>
                  <a:pt x="800100" y="790575"/>
                </a:moveTo>
                <a:lnTo>
                  <a:pt x="809625" y="790575"/>
                </a:lnTo>
                <a:lnTo>
                  <a:pt x="809625" y="800100"/>
                </a:lnTo>
                <a:lnTo>
                  <a:pt x="828675" y="800100"/>
                </a:lnTo>
                <a:lnTo>
                  <a:pt x="828675" y="809625"/>
                </a:lnTo>
                <a:lnTo>
                  <a:pt x="819150" y="809625"/>
                </a:lnTo>
                <a:lnTo>
                  <a:pt x="819150" y="819150"/>
                </a:lnTo>
                <a:lnTo>
                  <a:pt x="800100" y="819150"/>
                </a:lnTo>
                <a:lnTo>
                  <a:pt x="800100" y="809625"/>
                </a:lnTo>
                <a:lnTo>
                  <a:pt x="790575" y="809625"/>
                </a:lnTo>
                <a:lnTo>
                  <a:pt x="790575" y="800100"/>
                </a:lnTo>
                <a:lnTo>
                  <a:pt x="800100" y="800100"/>
                </a:lnTo>
                <a:close/>
                <a:moveTo>
                  <a:pt x="342900" y="809625"/>
                </a:moveTo>
                <a:lnTo>
                  <a:pt x="361950" y="809625"/>
                </a:lnTo>
                <a:lnTo>
                  <a:pt x="361950" y="819150"/>
                </a:lnTo>
                <a:lnTo>
                  <a:pt x="342900" y="819150"/>
                </a:lnTo>
                <a:close/>
                <a:moveTo>
                  <a:pt x="561975" y="809625"/>
                </a:moveTo>
                <a:lnTo>
                  <a:pt x="571500" y="809625"/>
                </a:lnTo>
                <a:lnTo>
                  <a:pt x="571500" y="819150"/>
                </a:lnTo>
                <a:lnTo>
                  <a:pt x="561975" y="819150"/>
                </a:lnTo>
                <a:close/>
                <a:moveTo>
                  <a:pt x="733425" y="809625"/>
                </a:moveTo>
                <a:lnTo>
                  <a:pt x="752475" y="809625"/>
                </a:lnTo>
                <a:lnTo>
                  <a:pt x="752475" y="819150"/>
                </a:lnTo>
                <a:lnTo>
                  <a:pt x="733425" y="819150"/>
                </a:lnTo>
                <a:close/>
                <a:moveTo>
                  <a:pt x="295275" y="819150"/>
                </a:moveTo>
                <a:lnTo>
                  <a:pt x="304800" y="819150"/>
                </a:lnTo>
                <a:lnTo>
                  <a:pt x="304800" y="828675"/>
                </a:lnTo>
                <a:lnTo>
                  <a:pt x="295275" y="828675"/>
                </a:lnTo>
                <a:close/>
                <a:moveTo>
                  <a:pt x="314325" y="819150"/>
                </a:moveTo>
                <a:lnTo>
                  <a:pt x="333375" y="819150"/>
                </a:lnTo>
                <a:lnTo>
                  <a:pt x="333375" y="828675"/>
                </a:lnTo>
                <a:lnTo>
                  <a:pt x="314325" y="828675"/>
                </a:lnTo>
                <a:close/>
                <a:moveTo>
                  <a:pt x="704850" y="819150"/>
                </a:moveTo>
                <a:lnTo>
                  <a:pt x="714375" y="819150"/>
                </a:lnTo>
                <a:lnTo>
                  <a:pt x="714375" y="828675"/>
                </a:lnTo>
                <a:lnTo>
                  <a:pt x="704850" y="828675"/>
                </a:lnTo>
                <a:close/>
                <a:moveTo>
                  <a:pt x="666750" y="885825"/>
                </a:moveTo>
                <a:lnTo>
                  <a:pt x="676275" y="885825"/>
                </a:lnTo>
                <a:lnTo>
                  <a:pt x="676275" y="895350"/>
                </a:lnTo>
                <a:lnTo>
                  <a:pt x="666750" y="895350"/>
                </a:lnTo>
                <a:close/>
                <a:moveTo>
                  <a:pt x="523875" y="895350"/>
                </a:moveTo>
                <a:lnTo>
                  <a:pt x="533400" y="895350"/>
                </a:lnTo>
                <a:lnTo>
                  <a:pt x="533400" y="923925"/>
                </a:lnTo>
                <a:lnTo>
                  <a:pt x="523875" y="923925"/>
                </a:lnTo>
                <a:close/>
                <a:moveTo>
                  <a:pt x="647700" y="895350"/>
                </a:moveTo>
                <a:lnTo>
                  <a:pt x="666750" y="895350"/>
                </a:lnTo>
                <a:lnTo>
                  <a:pt x="666750" y="904875"/>
                </a:lnTo>
                <a:lnTo>
                  <a:pt x="647700" y="904875"/>
                </a:lnTo>
                <a:close/>
                <a:moveTo>
                  <a:pt x="200025" y="904875"/>
                </a:moveTo>
                <a:lnTo>
                  <a:pt x="228600" y="904875"/>
                </a:lnTo>
                <a:lnTo>
                  <a:pt x="228600" y="914400"/>
                </a:lnTo>
                <a:lnTo>
                  <a:pt x="200025" y="914400"/>
                </a:lnTo>
                <a:close/>
                <a:moveTo>
                  <a:pt x="238125" y="904875"/>
                </a:moveTo>
                <a:lnTo>
                  <a:pt x="247650" y="904875"/>
                </a:lnTo>
                <a:lnTo>
                  <a:pt x="247650" y="914400"/>
                </a:lnTo>
                <a:lnTo>
                  <a:pt x="238125" y="914400"/>
                </a:lnTo>
                <a:close/>
                <a:moveTo>
                  <a:pt x="257175" y="904875"/>
                </a:moveTo>
                <a:lnTo>
                  <a:pt x="266700" y="904875"/>
                </a:lnTo>
                <a:lnTo>
                  <a:pt x="266700" y="914400"/>
                </a:lnTo>
                <a:lnTo>
                  <a:pt x="257175" y="914400"/>
                </a:lnTo>
                <a:close/>
                <a:moveTo>
                  <a:pt x="180975" y="914400"/>
                </a:moveTo>
                <a:lnTo>
                  <a:pt x="200025" y="914400"/>
                </a:lnTo>
                <a:lnTo>
                  <a:pt x="200025" y="923925"/>
                </a:lnTo>
                <a:lnTo>
                  <a:pt x="180975" y="923925"/>
                </a:lnTo>
                <a:close/>
                <a:moveTo>
                  <a:pt x="1152525" y="923925"/>
                </a:moveTo>
                <a:lnTo>
                  <a:pt x="1162050" y="923925"/>
                </a:lnTo>
                <a:lnTo>
                  <a:pt x="1162050" y="933450"/>
                </a:lnTo>
                <a:lnTo>
                  <a:pt x="1152525" y="933450"/>
                </a:lnTo>
                <a:close/>
                <a:moveTo>
                  <a:pt x="1038225" y="933450"/>
                </a:moveTo>
                <a:lnTo>
                  <a:pt x="1047750" y="933450"/>
                </a:lnTo>
                <a:lnTo>
                  <a:pt x="1047750" y="942975"/>
                </a:lnTo>
                <a:lnTo>
                  <a:pt x="1038225" y="942975"/>
                </a:lnTo>
                <a:close/>
                <a:moveTo>
                  <a:pt x="742950" y="962025"/>
                </a:moveTo>
                <a:lnTo>
                  <a:pt x="752475" y="962025"/>
                </a:lnTo>
                <a:lnTo>
                  <a:pt x="752475" y="971550"/>
                </a:lnTo>
                <a:lnTo>
                  <a:pt x="742950" y="971550"/>
                </a:lnTo>
                <a:close/>
                <a:moveTo>
                  <a:pt x="1695450" y="1009650"/>
                </a:moveTo>
                <a:lnTo>
                  <a:pt x="1704975" y="1009650"/>
                </a:lnTo>
                <a:lnTo>
                  <a:pt x="1704975" y="1047750"/>
                </a:lnTo>
                <a:lnTo>
                  <a:pt x="1695450" y="1047750"/>
                </a:lnTo>
                <a:lnTo>
                  <a:pt x="1695450" y="1038225"/>
                </a:lnTo>
                <a:lnTo>
                  <a:pt x="1685925" y="1038225"/>
                </a:lnTo>
                <a:lnTo>
                  <a:pt x="1685925" y="1019175"/>
                </a:lnTo>
                <a:lnTo>
                  <a:pt x="1695450" y="1019175"/>
                </a:lnTo>
                <a:close/>
                <a:moveTo>
                  <a:pt x="400050" y="1047750"/>
                </a:moveTo>
                <a:lnTo>
                  <a:pt x="409575" y="1047750"/>
                </a:lnTo>
                <a:lnTo>
                  <a:pt x="409575" y="1057275"/>
                </a:lnTo>
                <a:lnTo>
                  <a:pt x="400050" y="1057275"/>
                </a:lnTo>
                <a:close/>
                <a:moveTo>
                  <a:pt x="333375" y="1104900"/>
                </a:moveTo>
                <a:lnTo>
                  <a:pt x="342900" y="1104900"/>
                </a:lnTo>
                <a:lnTo>
                  <a:pt x="342900" y="1114425"/>
                </a:lnTo>
                <a:lnTo>
                  <a:pt x="333375" y="1114425"/>
                </a:lnTo>
                <a:close/>
                <a:moveTo>
                  <a:pt x="914400" y="1104900"/>
                </a:moveTo>
                <a:lnTo>
                  <a:pt x="923925" y="1104900"/>
                </a:lnTo>
                <a:lnTo>
                  <a:pt x="923925" y="1114425"/>
                </a:lnTo>
                <a:lnTo>
                  <a:pt x="914400" y="1114425"/>
                </a:lnTo>
                <a:close/>
                <a:moveTo>
                  <a:pt x="209550" y="1133475"/>
                </a:moveTo>
                <a:lnTo>
                  <a:pt x="219075" y="1133475"/>
                </a:lnTo>
                <a:lnTo>
                  <a:pt x="219075" y="1143000"/>
                </a:lnTo>
                <a:lnTo>
                  <a:pt x="228600" y="1143000"/>
                </a:lnTo>
                <a:lnTo>
                  <a:pt x="228600" y="1152525"/>
                </a:lnTo>
                <a:lnTo>
                  <a:pt x="209550" y="1152525"/>
                </a:lnTo>
                <a:close/>
                <a:moveTo>
                  <a:pt x="200025" y="1152525"/>
                </a:moveTo>
                <a:lnTo>
                  <a:pt x="209550" y="1152525"/>
                </a:lnTo>
                <a:lnTo>
                  <a:pt x="209550" y="1162050"/>
                </a:lnTo>
                <a:lnTo>
                  <a:pt x="200025" y="1162050"/>
                </a:lnTo>
                <a:close/>
                <a:moveTo>
                  <a:pt x="981075" y="1171575"/>
                </a:moveTo>
                <a:lnTo>
                  <a:pt x="990600" y="1171575"/>
                </a:lnTo>
                <a:lnTo>
                  <a:pt x="990600" y="1190625"/>
                </a:lnTo>
                <a:lnTo>
                  <a:pt x="981075" y="1190625"/>
                </a:lnTo>
                <a:close/>
                <a:moveTo>
                  <a:pt x="381000" y="1219200"/>
                </a:moveTo>
                <a:lnTo>
                  <a:pt x="390525" y="1219200"/>
                </a:lnTo>
                <a:lnTo>
                  <a:pt x="390525" y="1228725"/>
                </a:lnTo>
                <a:lnTo>
                  <a:pt x="381000" y="1228725"/>
                </a:lnTo>
                <a:close/>
                <a:moveTo>
                  <a:pt x="200025" y="1228725"/>
                </a:moveTo>
                <a:lnTo>
                  <a:pt x="209550" y="1228725"/>
                </a:lnTo>
                <a:lnTo>
                  <a:pt x="209550" y="1247775"/>
                </a:lnTo>
                <a:lnTo>
                  <a:pt x="200025" y="1247775"/>
                </a:lnTo>
                <a:close/>
                <a:moveTo>
                  <a:pt x="219075" y="1238250"/>
                </a:moveTo>
                <a:lnTo>
                  <a:pt x="228600" y="1238250"/>
                </a:lnTo>
                <a:lnTo>
                  <a:pt x="228600" y="1247775"/>
                </a:lnTo>
                <a:lnTo>
                  <a:pt x="219075" y="1247775"/>
                </a:lnTo>
                <a:close/>
                <a:moveTo>
                  <a:pt x="266700" y="1238250"/>
                </a:moveTo>
                <a:lnTo>
                  <a:pt x="276225" y="1238250"/>
                </a:lnTo>
                <a:lnTo>
                  <a:pt x="276225" y="1247775"/>
                </a:lnTo>
                <a:lnTo>
                  <a:pt x="266700" y="1247775"/>
                </a:lnTo>
                <a:close/>
                <a:moveTo>
                  <a:pt x="209550" y="1304925"/>
                </a:moveTo>
                <a:lnTo>
                  <a:pt x="219075" y="1304925"/>
                </a:lnTo>
                <a:lnTo>
                  <a:pt x="219075" y="1314450"/>
                </a:lnTo>
                <a:lnTo>
                  <a:pt x="209550" y="1314450"/>
                </a:lnTo>
                <a:close/>
                <a:moveTo>
                  <a:pt x="590550" y="1304925"/>
                </a:moveTo>
                <a:lnTo>
                  <a:pt x="600075" y="1304925"/>
                </a:lnTo>
                <a:lnTo>
                  <a:pt x="600075" y="1314450"/>
                </a:lnTo>
                <a:lnTo>
                  <a:pt x="590550" y="1314450"/>
                </a:lnTo>
                <a:close/>
                <a:moveTo>
                  <a:pt x="219075" y="1314450"/>
                </a:moveTo>
                <a:lnTo>
                  <a:pt x="228600" y="1314450"/>
                </a:lnTo>
                <a:lnTo>
                  <a:pt x="228600" y="1323975"/>
                </a:lnTo>
                <a:lnTo>
                  <a:pt x="219075" y="1323975"/>
                </a:lnTo>
                <a:close/>
                <a:moveTo>
                  <a:pt x="200025" y="1323975"/>
                </a:moveTo>
                <a:lnTo>
                  <a:pt x="209550" y="1323975"/>
                </a:lnTo>
                <a:lnTo>
                  <a:pt x="209550" y="1333500"/>
                </a:lnTo>
                <a:lnTo>
                  <a:pt x="200025" y="1333500"/>
                </a:lnTo>
                <a:close/>
                <a:moveTo>
                  <a:pt x="1657350" y="1323975"/>
                </a:moveTo>
                <a:lnTo>
                  <a:pt x="1666875" y="1323975"/>
                </a:lnTo>
                <a:lnTo>
                  <a:pt x="1666875" y="1333500"/>
                </a:lnTo>
                <a:lnTo>
                  <a:pt x="1657350" y="1333500"/>
                </a:lnTo>
                <a:close/>
                <a:moveTo>
                  <a:pt x="447675" y="1362075"/>
                </a:moveTo>
                <a:lnTo>
                  <a:pt x="457200" y="1362075"/>
                </a:lnTo>
                <a:lnTo>
                  <a:pt x="457200" y="1371600"/>
                </a:lnTo>
                <a:lnTo>
                  <a:pt x="447675" y="1371600"/>
                </a:lnTo>
                <a:close/>
                <a:moveTo>
                  <a:pt x="352425" y="1371600"/>
                </a:moveTo>
                <a:lnTo>
                  <a:pt x="361950" y="1371600"/>
                </a:lnTo>
                <a:lnTo>
                  <a:pt x="361950" y="1381125"/>
                </a:lnTo>
                <a:lnTo>
                  <a:pt x="352425" y="1381125"/>
                </a:lnTo>
                <a:close/>
                <a:moveTo>
                  <a:pt x="933450" y="1371600"/>
                </a:moveTo>
                <a:lnTo>
                  <a:pt x="942975" y="1371600"/>
                </a:lnTo>
                <a:lnTo>
                  <a:pt x="942975" y="1381125"/>
                </a:lnTo>
                <a:lnTo>
                  <a:pt x="933450" y="1381125"/>
                </a:lnTo>
                <a:close/>
                <a:moveTo>
                  <a:pt x="276225" y="1381125"/>
                </a:moveTo>
                <a:lnTo>
                  <a:pt x="285750" y="1381125"/>
                </a:lnTo>
                <a:lnTo>
                  <a:pt x="285750" y="1400175"/>
                </a:lnTo>
                <a:lnTo>
                  <a:pt x="276225" y="1400175"/>
                </a:lnTo>
                <a:close/>
                <a:moveTo>
                  <a:pt x="533400" y="1381125"/>
                </a:moveTo>
                <a:lnTo>
                  <a:pt x="542925" y="1381125"/>
                </a:lnTo>
                <a:lnTo>
                  <a:pt x="542925" y="1390650"/>
                </a:lnTo>
                <a:lnTo>
                  <a:pt x="533400" y="1390650"/>
                </a:lnTo>
                <a:close/>
                <a:moveTo>
                  <a:pt x="1657350" y="1390650"/>
                </a:moveTo>
                <a:lnTo>
                  <a:pt x="1666875" y="1390650"/>
                </a:lnTo>
                <a:lnTo>
                  <a:pt x="1666875" y="1400175"/>
                </a:lnTo>
                <a:lnTo>
                  <a:pt x="1657350" y="1400175"/>
                </a:lnTo>
                <a:close/>
                <a:moveTo>
                  <a:pt x="361950" y="1428750"/>
                </a:moveTo>
                <a:lnTo>
                  <a:pt x="371475" y="1428750"/>
                </a:lnTo>
                <a:lnTo>
                  <a:pt x="371475" y="1457325"/>
                </a:lnTo>
                <a:lnTo>
                  <a:pt x="361950" y="1457325"/>
                </a:lnTo>
                <a:close/>
                <a:moveTo>
                  <a:pt x="533400" y="1438275"/>
                </a:moveTo>
                <a:lnTo>
                  <a:pt x="542925" y="1438275"/>
                </a:lnTo>
                <a:lnTo>
                  <a:pt x="542925" y="1447800"/>
                </a:lnTo>
                <a:lnTo>
                  <a:pt x="533400" y="1447800"/>
                </a:lnTo>
                <a:close/>
                <a:moveTo>
                  <a:pt x="1000125" y="1438275"/>
                </a:moveTo>
                <a:lnTo>
                  <a:pt x="1009650" y="1438275"/>
                </a:lnTo>
                <a:lnTo>
                  <a:pt x="1009650" y="1447800"/>
                </a:lnTo>
                <a:lnTo>
                  <a:pt x="1000125" y="1447800"/>
                </a:lnTo>
                <a:close/>
                <a:moveTo>
                  <a:pt x="1524000" y="1438275"/>
                </a:moveTo>
                <a:lnTo>
                  <a:pt x="1543050" y="1438275"/>
                </a:lnTo>
                <a:lnTo>
                  <a:pt x="1543050" y="1447800"/>
                </a:lnTo>
                <a:lnTo>
                  <a:pt x="1524000" y="1447800"/>
                </a:lnTo>
                <a:close/>
                <a:moveTo>
                  <a:pt x="514350" y="1447800"/>
                </a:moveTo>
                <a:lnTo>
                  <a:pt x="533400" y="1447800"/>
                </a:lnTo>
                <a:lnTo>
                  <a:pt x="533400" y="1457325"/>
                </a:lnTo>
                <a:lnTo>
                  <a:pt x="514350" y="1457325"/>
                </a:lnTo>
                <a:close/>
                <a:moveTo>
                  <a:pt x="1409700" y="1447800"/>
                </a:moveTo>
                <a:lnTo>
                  <a:pt x="1428750" y="1447800"/>
                </a:lnTo>
                <a:lnTo>
                  <a:pt x="1428750" y="1457325"/>
                </a:lnTo>
                <a:lnTo>
                  <a:pt x="1409700" y="1457325"/>
                </a:lnTo>
                <a:close/>
                <a:moveTo>
                  <a:pt x="1647825" y="1447800"/>
                </a:moveTo>
                <a:lnTo>
                  <a:pt x="1657350" y="1447800"/>
                </a:lnTo>
                <a:lnTo>
                  <a:pt x="1657350" y="1466850"/>
                </a:lnTo>
                <a:lnTo>
                  <a:pt x="1638300" y="1466850"/>
                </a:lnTo>
                <a:lnTo>
                  <a:pt x="1638300" y="1457325"/>
                </a:lnTo>
                <a:lnTo>
                  <a:pt x="1647825" y="1457325"/>
                </a:lnTo>
                <a:close/>
                <a:moveTo>
                  <a:pt x="1295400" y="1457325"/>
                </a:moveTo>
                <a:lnTo>
                  <a:pt x="1304925" y="1457325"/>
                </a:lnTo>
                <a:lnTo>
                  <a:pt x="1304925" y="1466850"/>
                </a:lnTo>
                <a:lnTo>
                  <a:pt x="1295400" y="1466850"/>
                </a:lnTo>
                <a:close/>
                <a:moveTo>
                  <a:pt x="1181100" y="1466850"/>
                </a:moveTo>
                <a:lnTo>
                  <a:pt x="1190625" y="1466850"/>
                </a:lnTo>
                <a:lnTo>
                  <a:pt x="1190625" y="1476375"/>
                </a:lnTo>
                <a:lnTo>
                  <a:pt x="1181100" y="1476375"/>
                </a:lnTo>
                <a:close/>
                <a:moveTo>
                  <a:pt x="1038225" y="1476375"/>
                </a:moveTo>
                <a:lnTo>
                  <a:pt x="1047750" y="1476375"/>
                </a:lnTo>
                <a:lnTo>
                  <a:pt x="1047750" y="1485900"/>
                </a:lnTo>
                <a:lnTo>
                  <a:pt x="1038225" y="1485900"/>
                </a:lnTo>
                <a:close/>
                <a:moveTo>
                  <a:pt x="1085850" y="1476375"/>
                </a:moveTo>
                <a:lnTo>
                  <a:pt x="1104900" y="1476375"/>
                </a:lnTo>
                <a:lnTo>
                  <a:pt x="1104900" y="1485900"/>
                </a:lnTo>
                <a:lnTo>
                  <a:pt x="1085850" y="1485900"/>
                </a:lnTo>
                <a:close/>
                <a:moveTo>
                  <a:pt x="1552575" y="1485900"/>
                </a:moveTo>
                <a:lnTo>
                  <a:pt x="1562100" y="1485900"/>
                </a:lnTo>
                <a:lnTo>
                  <a:pt x="1562100" y="1495425"/>
                </a:lnTo>
                <a:lnTo>
                  <a:pt x="1552575" y="1495425"/>
                </a:lnTo>
                <a:close/>
                <a:moveTo>
                  <a:pt x="1447800" y="1495425"/>
                </a:moveTo>
                <a:lnTo>
                  <a:pt x="1476375" y="1495425"/>
                </a:lnTo>
                <a:lnTo>
                  <a:pt x="1476375" y="1504950"/>
                </a:lnTo>
                <a:lnTo>
                  <a:pt x="1447800" y="1504950"/>
                </a:lnTo>
                <a:close/>
                <a:moveTo>
                  <a:pt x="752475" y="1504950"/>
                </a:moveTo>
                <a:lnTo>
                  <a:pt x="762000" y="1504950"/>
                </a:lnTo>
                <a:lnTo>
                  <a:pt x="762000" y="1514475"/>
                </a:lnTo>
                <a:lnTo>
                  <a:pt x="752475" y="1514475"/>
                </a:lnTo>
                <a:close/>
                <a:moveTo>
                  <a:pt x="1333500" y="1504950"/>
                </a:moveTo>
                <a:lnTo>
                  <a:pt x="1352550" y="1504950"/>
                </a:lnTo>
                <a:lnTo>
                  <a:pt x="1352550" y="1514475"/>
                </a:lnTo>
                <a:lnTo>
                  <a:pt x="1333500" y="1514475"/>
                </a:lnTo>
                <a:close/>
                <a:moveTo>
                  <a:pt x="1228725" y="1514475"/>
                </a:moveTo>
                <a:lnTo>
                  <a:pt x="1247775" y="1514475"/>
                </a:lnTo>
                <a:lnTo>
                  <a:pt x="1247775" y="1524000"/>
                </a:lnTo>
                <a:lnTo>
                  <a:pt x="1228725" y="1524000"/>
                </a:lnTo>
                <a:close/>
                <a:moveTo>
                  <a:pt x="295275" y="1524000"/>
                </a:moveTo>
                <a:lnTo>
                  <a:pt x="304800" y="1524000"/>
                </a:lnTo>
                <a:lnTo>
                  <a:pt x="304800" y="1533525"/>
                </a:lnTo>
                <a:lnTo>
                  <a:pt x="295275" y="1533525"/>
                </a:lnTo>
                <a:close/>
                <a:moveTo>
                  <a:pt x="304800" y="1533525"/>
                </a:moveTo>
                <a:lnTo>
                  <a:pt x="314325" y="1533525"/>
                </a:lnTo>
                <a:lnTo>
                  <a:pt x="314325" y="1543050"/>
                </a:lnTo>
                <a:lnTo>
                  <a:pt x="304800" y="1543050"/>
                </a:lnTo>
                <a:close/>
                <a:moveTo>
                  <a:pt x="885825" y="1543050"/>
                </a:moveTo>
                <a:lnTo>
                  <a:pt x="914400" y="1543050"/>
                </a:lnTo>
                <a:lnTo>
                  <a:pt x="914400" y="1552575"/>
                </a:lnTo>
                <a:lnTo>
                  <a:pt x="885825" y="1552575"/>
                </a:lnTo>
                <a:close/>
                <a:moveTo>
                  <a:pt x="781050" y="1552575"/>
                </a:moveTo>
                <a:lnTo>
                  <a:pt x="790575" y="1552575"/>
                </a:lnTo>
                <a:lnTo>
                  <a:pt x="790575" y="1562100"/>
                </a:lnTo>
                <a:lnTo>
                  <a:pt x="781050" y="1562100"/>
                </a:lnTo>
                <a:close/>
                <a:moveTo>
                  <a:pt x="228600" y="1581150"/>
                </a:moveTo>
                <a:lnTo>
                  <a:pt x="238125" y="1581150"/>
                </a:lnTo>
                <a:lnTo>
                  <a:pt x="238125" y="1600200"/>
                </a:lnTo>
                <a:lnTo>
                  <a:pt x="228600" y="1600200"/>
                </a:lnTo>
                <a:close/>
                <a:moveTo>
                  <a:pt x="314325" y="1600200"/>
                </a:moveTo>
                <a:lnTo>
                  <a:pt x="323850" y="1600200"/>
                </a:lnTo>
                <a:lnTo>
                  <a:pt x="323850" y="1609725"/>
                </a:lnTo>
                <a:lnTo>
                  <a:pt x="314325" y="1609725"/>
                </a:lnTo>
                <a:close/>
                <a:moveTo>
                  <a:pt x="304800" y="1609725"/>
                </a:moveTo>
                <a:lnTo>
                  <a:pt x="314325" y="1609725"/>
                </a:lnTo>
                <a:lnTo>
                  <a:pt x="314325" y="1619250"/>
                </a:lnTo>
                <a:lnTo>
                  <a:pt x="304800" y="1619250"/>
                </a:lnTo>
                <a:close/>
                <a:moveTo>
                  <a:pt x="1752600" y="1609725"/>
                </a:moveTo>
                <a:lnTo>
                  <a:pt x="1762125" y="1609725"/>
                </a:lnTo>
                <a:lnTo>
                  <a:pt x="1762125" y="1628775"/>
                </a:lnTo>
                <a:lnTo>
                  <a:pt x="1752600" y="1628775"/>
                </a:lnTo>
                <a:close/>
                <a:moveTo>
                  <a:pt x="1743075" y="1628775"/>
                </a:moveTo>
                <a:lnTo>
                  <a:pt x="1752600" y="1628775"/>
                </a:lnTo>
                <a:lnTo>
                  <a:pt x="1752600" y="1638300"/>
                </a:lnTo>
                <a:lnTo>
                  <a:pt x="1743075" y="1638300"/>
                </a:lnTo>
                <a:close/>
                <a:moveTo>
                  <a:pt x="266700" y="1695450"/>
                </a:moveTo>
                <a:lnTo>
                  <a:pt x="276225" y="1695450"/>
                </a:lnTo>
                <a:lnTo>
                  <a:pt x="276225" y="1733550"/>
                </a:lnTo>
                <a:lnTo>
                  <a:pt x="266700" y="1733550"/>
                </a:lnTo>
                <a:close/>
                <a:moveTo>
                  <a:pt x="266700" y="1752600"/>
                </a:moveTo>
                <a:lnTo>
                  <a:pt x="276225" y="1752600"/>
                </a:lnTo>
                <a:lnTo>
                  <a:pt x="276225" y="1762125"/>
                </a:lnTo>
                <a:lnTo>
                  <a:pt x="266700" y="1762125"/>
                </a:lnTo>
                <a:close/>
                <a:moveTo>
                  <a:pt x="1028700" y="1866900"/>
                </a:moveTo>
                <a:lnTo>
                  <a:pt x="1038225" y="1866900"/>
                </a:lnTo>
                <a:lnTo>
                  <a:pt x="1038225" y="1876425"/>
                </a:lnTo>
                <a:lnTo>
                  <a:pt x="1028700" y="1876425"/>
                </a:lnTo>
                <a:close/>
                <a:moveTo>
                  <a:pt x="276225" y="1905000"/>
                </a:moveTo>
                <a:lnTo>
                  <a:pt x="285750" y="1905000"/>
                </a:lnTo>
                <a:lnTo>
                  <a:pt x="285750" y="1924050"/>
                </a:lnTo>
                <a:lnTo>
                  <a:pt x="276225" y="1924050"/>
                </a:lnTo>
                <a:close/>
                <a:moveTo>
                  <a:pt x="409575" y="1914525"/>
                </a:moveTo>
                <a:lnTo>
                  <a:pt x="438150" y="1914525"/>
                </a:lnTo>
                <a:lnTo>
                  <a:pt x="438150" y="1924050"/>
                </a:lnTo>
                <a:lnTo>
                  <a:pt x="409575" y="1924050"/>
                </a:lnTo>
                <a:close/>
                <a:moveTo>
                  <a:pt x="1181100" y="2076450"/>
                </a:moveTo>
                <a:lnTo>
                  <a:pt x="1190625" y="2076450"/>
                </a:lnTo>
                <a:lnTo>
                  <a:pt x="1190625" y="2085975"/>
                </a:lnTo>
                <a:lnTo>
                  <a:pt x="1181100" y="2085975"/>
                </a:lnTo>
                <a:close/>
                <a:moveTo>
                  <a:pt x="1504950" y="2085975"/>
                </a:moveTo>
                <a:lnTo>
                  <a:pt x="1524000" y="2085975"/>
                </a:lnTo>
                <a:lnTo>
                  <a:pt x="1524000" y="2095500"/>
                </a:lnTo>
                <a:lnTo>
                  <a:pt x="1514475" y="2095500"/>
                </a:lnTo>
                <a:lnTo>
                  <a:pt x="1514475" y="2105025"/>
                </a:lnTo>
                <a:lnTo>
                  <a:pt x="1504950" y="2105025"/>
                </a:lnTo>
                <a:close/>
                <a:moveTo>
                  <a:pt x="933450" y="2095500"/>
                </a:moveTo>
                <a:lnTo>
                  <a:pt x="942975" y="2095500"/>
                </a:lnTo>
                <a:lnTo>
                  <a:pt x="942975" y="2105025"/>
                </a:lnTo>
                <a:lnTo>
                  <a:pt x="933450" y="2105025"/>
                </a:lnTo>
                <a:close/>
                <a:moveTo>
                  <a:pt x="285750" y="2105025"/>
                </a:moveTo>
                <a:lnTo>
                  <a:pt x="295275" y="2105025"/>
                </a:lnTo>
                <a:lnTo>
                  <a:pt x="295275" y="2133600"/>
                </a:lnTo>
                <a:lnTo>
                  <a:pt x="285750" y="2133600"/>
                </a:lnTo>
                <a:close/>
                <a:moveTo>
                  <a:pt x="819150" y="2105025"/>
                </a:moveTo>
                <a:lnTo>
                  <a:pt x="828675" y="2105025"/>
                </a:lnTo>
                <a:lnTo>
                  <a:pt x="828675" y="2114550"/>
                </a:lnTo>
                <a:lnTo>
                  <a:pt x="819150" y="2114550"/>
                </a:lnTo>
                <a:close/>
                <a:moveTo>
                  <a:pt x="1562100" y="2105025"/>
                </a:moveTo>
                <a:lnTo>
                  <a:pt x="1581150" y="2105025"/>
                </a:lnTo>
                <a:lnTo>
                  <a:pt x="1581150" y="2114550"/>
                </a:lnTo>
                <a:lnTo>
                  <a:pt x="1571625" y="2114550"/>
                </a:lnTo>
                <a:lnTo>
                  <a:pt x="1571625" y="2124075"/>
                </a:lnTo>
                <a:lnTo>
                  <a:pt x="1562100" y="2124075"/>
                </a:lnTo>
                <a:close/>
                <a:moveTo>
                  <a:pt x="695325" y="2114550"/>
                </a:moveTo>
                <a:lnTo>
                  <a:pt x="704850" y="2114550"/>
                </a:lnTo>
                <a:lnTo>
                  <a:pt x="704850" y="2124075"/>
                </a:lnTo>
                <a:lnTo>
                  <a:pt x="695325" y="2124075"/>
                </a:lnTo>
                <a:close/>
                <a:moveTo>
                  <a:pt x="561975" y="2124075"/>
                </a:moveTo>
                <a:lnTo>
                  <a:pt x="571500" y="2124075"/>
                </a:lnTo>
                <a:lnTo>
                  <a:pt x="571500" y="2133600"/>
                </a:lnTo>
                <a:lnTo>
                  <a:pt x="561975" y="2133600"/>
                </a:lnTo>
                <a:close/>
                <a:moveTo>
                  <a:pt x="1543050" y="2124075"/>
                </a:moveTo>
                <a:lnTo>
                  <a:pt x="1562100" y="2124075"/>
                </a:lnTo>
                <a:lnTo>
                  <a:pt x="1562100" y="2133600"/>
                </a:lnTo>
                <a:lnTo>
                  <a:pt x="1543050" y="2133600"/>
                </a:lnTo>
                <a:close/>
                <a:moveTo>
                  <a:pt x="1647825" y="2133600"/>
                </a:moveTo>
                <a:lnTo>
                  <a:pt x="1657350" y="2133600"/>
                </a:lnTo>
                <a:lnTo>
                  <a:pt x="1657350" y="2143125"/>
                </a:lnTo>
                <a:lnTo>
                  <a:pt x="1647825" y="2143125"/>
                </a:lnTo>
                <a:close/>
                <a:moveTo>
                  <a:pt x="266700" y="2162175"/>
                </a:moveTo>
                <a:lnTo>
                  <a:pt x="276225" y="2162175"/>
                </a:lnTo>
                <a:lnTo>
                  <a:pt x="276225" y="2171700"/>
                </a:lnTo>
                <a:lnTo>
                  <a:pt x="266700" y="2171700"/>
                </a:lnTo>
                <a:close/>
                <a:moveTo>
                  <a:pt x="247650" y="2171700"/>
                </a:moveTo>
                <a:lnTo>
                  <a:pt x="257175" y="2171700"/>
                </a:lnTo>
                <a:lnTo>
                  <a:pt x="257175" y="2181225"/>
                </a:lnTo>
                <a:lnTo>
                  <a:pt x="247650" y="2181225"/>
                </a:lnTo>
                <a:close/>
                <a:moveTo>
                  <a:pt x="1647825" y="2219325"/>
                </a:moveTo>
                <a:lnTo>
                  <a:pt x="1657350" y="2219325"/>
                </a:lnTo>
                <a:lnTo>
                  <a:pt x="1657350" y="2228850"/>
                </a:lnTo>
                <a:lnTo>
                  <a:pt x="1666875" y="2228850"/>
                </a:lnTo>
                <a:lnTo>
                  <a:pt x="1666875" y="2238375"/>
                </a:lnTo>
                <a:lnTo>
                  <a:pt x="1647825" y="2238375"/>
                </a:lnTo>
                <a:lnTo>
                  <a:pt x="1647825" y="2247900"/>
                </a:lnTo>
                <a:lnTo>
                  <a:pt x="1638300" y="2247900"/>
                </a:lnTo>
                <a:lnTo>
                  <a:pt x="1638300" y="2228850"/>
                </a:lnTo>
                <a:lnTo>
                  <a:pt x="1647825" y="2228850"/>
                </a:lnTo>
                <a:close/>
                <a:moveTo>
                  <a:pt x="314325" y="2286000"/>
                </a:moveTo>
                <a:lnTo>
                  <a:pt x="323850" y="2286000"/>
                </a:lnTo>
                <a:lnTo>
                  <a:pt x="323850" y="2295525"/>
                </a:lnTo>
                <a:lnTo>
                  <a:pt x="314325" y="2295525"/>
                </a:lnTo>
                <a:close/>
                <a:moveTo>
                  <a:pt x="723900" y="2314575"/>
                </a:moveTo>
                <a:lnTo>
                  <a:pt x="733425" y="2314575"/>
                </a:lnTo>
                <a:lnTo>
                  <a:pt x="733425" y="2324100"/>
                </a:lnTo>
                <a:lnTo>
                  <a:pt x="723900" y="2324100"/>
                </a:lnTo>
                <a:close/>
                <a:moveTo>
                  <a:pt x="571500" y="2324100"/>
                </a:moveTo>
                <a:lnTo>
                  <a:pt x="581025" y="2324100"/>
                </a:lnTo>
                <a:lnTo>
                  <a:pt x="581025" y="2333625"/>
                </a:lnTo>
                <a:lnTo>
                  <a:pt x="571500" y="2333625"/>
                </a:lnTo>
                <a:close/>
                <a:moveTo>
                  <a:pt x="1371600" y="2324100"/>
                </a:moveTo>
                <a:lnTo>
                  <a:pt x="1400175" y="2324100"/>
                </a:lnTo>
                <a:lnTo>
                  <a:pt x="1400175" y="2333625"/>
                </a:lnTo>
                <a:lnTo>
                  <a:pt x="1371600" y="2333625"/>
                </a:lnTo>
                <a:close/>
                <a:moveTo>
                  <a:pt x="1790700" y="2324100"/>
                </a:moveTo>
                <a:lnTo>
                  <a:pt x="1809750" y="2324100"/>
                </a:lnTo>
                <a:lnTo>
                  <a:pt x="1809750" y="2333625"/>
                </a:lnTo>
                <a:lnTo>
                  <a:pt x="1790700" y="2333625"/>
                </a:lnTo>
                <a:close/>
                <a:moveTo>
                  <a:pt x="381000" y="2333625"/>
                </a:moveTo>
                <a:lnTo>
                  <a:pt x="390525" y="2333625"/>
                </a:lnTo>
                <a:lnTo>
                  <a:pt x="390525" y="2352675"/>
                </a:lnTo>
                <a:lnTo>
                  <a:pt x="381000" y="2352675"/>
                </a:lnTo>
                <a:close/>
                <a:moveTo>
                  <a:pt x="1238250" y="2333625"/>
                </a:moveTo>
                <a:lnTo>
                  <a:pt x="1266825" y="2333625"/>
                </a:lnTo>
                <a:lnTo>
                  <a:pt x="1266825" y="2343150"/>
                </a:lnTo>
                <a:lnTo>
                  <a:pt x="1238250" y="2343150"/>
                </a:lnTo>
                <a:close/>
                <a:moveTo>
                  <a:pt x="571500" y="2343150"/>
                </a:moveTo>
                <a:lnTo>
                  <a:pt x="581025" y="2343150"/>
                </a:lnTo>
                <a:lnTo>
                  <a:pt x="581025" y="2352675"/>
                </a:lnTo>
                <a:lnTo>
                  <a:pt x="571500" y="2352675"/>
                </a:lnTo>
                <a:close/>
                <a:moveTo>
                  <a:pt x="619125" y="2352675"/>
                </a:moveTo>
                <a:lnTo>
                  <a:pt x="647700" y="2352675"/>
                </a:lnTo>
                <a:lnTo>
                  <a:pt x="647700" y="2362200"/>
                </a:lnTo>
                <a:lnTo>
                  <a:pt x="628650" y="2362200"/>
                </a:lnTo>
                <a:lnTo>
                  <a:pt x="628650" y="2371725"/>
                </a:lnTo>
                <a:lnTo>
                  <a:pt x="609600" y="2371725"/>
                </a:lnTo>
                <a:lnTo>
                  <a:pt x="609600" y="2362200"/>
                </a:lnTo>
                <a:lnTo>
                  <a:pt x="619125" y="2362200"/>
                </a:lnTo>
                <a:close/>
                <a:moveTo>
                  <a:pt x="666750" y="2352675"/>
                </a:moveTo>
                <a:lnTo>
                  <a:pt x="685800" y="2352675"/>
                </a:lnTo>
                <a:lnTo>
                  <a:pt x="685800" y="2362200"/>
                </a:lnTo>
                <a:lnTo>
                  <a:pt x="666750" y="2362200"/>
                </a:lnTo>
                <a:close/>
                <a:moveTo>
                  <a:pt x="1733550" y="2352675"/>
                </a:moveTo>
                <a:lnTo>
                  <a:pt x="1743075" y="2352675"/>
                </a:lnTo>
                <a:lnTo>
                  <a:pt x="1743075" y="2362200"/>
                </a:lnTo>
                <a:lnTo>
                  <a:pt x="1733550" y="2362200"/>
                </a:lnTo>
                <a:close/>
                <a:moveTo>
                  <a:pt x="381000" y="2362200"/>
                </a:moveTo>
                <a:lnTo>
                  <a:pt x="400050" y="2362200"/>
                </a:lnTo>
                <a:lnTo>
                  <a:pt x="400050" y="2371725"/>
                </a:lnTo>
                <a:lnTo>
                  <a:pt x="381000" y="2371725"/>
                </a:lnTo>
                <a:close/>
                <a:moveTo>
                  <a:pt x="1600200" y="2400300"/>
                </a:moveTo>
                <a:lnTo>
                  <a:pt x="1619250" y="2400300"/>
                </a:lnTo>
                <a:lnTo>
                  <a:pt x="1619250" y="2409825"/>
                </a:lnTo>
                <a:lnTo>
                  <a:pt x="1600200" y="2409825"/>
                </a:lnTo>
                <a:close/>
                <a:moveTo>
                  <a:pt x="1800225" y="2400300"/>
                </a:moveTo>
                <a:lnTo>
                  <a:pt x="1819275" y="2400300"/>
                </a:lnTo>
                <a:lnTo>
                  <a:pt x="1819275" y="2419350"/>
                </a:lnTo>
                <a:lnTo>
                  <a:pt x="1809750" y="2419350"/>
                </a:lnTo>
                <a:lnTo>
                  <a:pt x="1809750" y="2428875"/>
                </a:lnTo>
                <a:lnTo>
                  <a:pt x="1800225" y="2428875"/>
                </a:lnTo>
                <a:close/>
                <a:moveTo>
                  <a:pt x="1009650" y="2409825"/>
                </a:moveTo>
                <a:lnTo>
                  <a:pt x="1028700" y="2409825"/>
                </a:lnTo>
                <a:lnTo>
                  <a:pt x="1028700" y="2419350"/>
                </a:lnTo>
                <a:lnTo>
                  <a:pt x="1019175" y="2419350"/>
                </a:lnTo>
                <a:lnTo>
                  <a:pt x="1019175" y="2428875"/>
                </a:lnTo>
                <a:lnTo>
                  <a:pt x="1028700" y="2428875"/>
                </a:lnTo>
                <a:lnTo>
                  <a:pt x="1028700" y="2438400"/>
                </a:lnTo>
                <a:lnTo>
                  <a:pt x="1019175" y="2438400"/>
                </a:lnTo>
                <a:lnTo>
                  <a:pt x="1019175" y="2447925"/>
                </a:lnTo>
                <a:lnTo>
                  <a:pt x="1009650" y="2447925"/>
                </a:lnTo>
                <a:lnTo>
                  <a:pt x="1009650" y="2438400"/>
                </a:lnTo>
                <a:lnTo>
                  <a:pt x="1000125" y="2438400"/>
                </a:lnTo>
                <a:lnTo>
                  <a:pt x="1000125" y="2428875"/>
                </a:lnTo>
                <a:lnTo>
                  <a:pt x="1009650" y="2428875"/>
                </a:lnTo>
                <a:close/>
                <a:moveTo>
                  <a:pt x="381000" y="2419350"/>
                </a:moveTo>
                <a:lnTo>
                  <a:pt x="400050" y="2419350"/>
                </a:lnTo>
                <a:lnTo>
                  <a:pt x="400050" y="2447925"/>
                </a:lnTo>
                <a:lnTo>
                  <a:pt x="381000" y="2447925"/>
                </a:lnTo>
                <a:close/>
                <a:moveTo>
                  <a:pt x="647700" y="2419350"/>
                </a:moveTo>
                <a:lnTo>
                  <a:pt x="657225" y="2419350"/>
                </a:lnTo>
                <a:lnTo>
                  <a:pt x="657225" y="2428875"/>
                </a:lnTo>
                <a:lnTo>
                  <a:pt x="647700" y="2428875"/>
                </a:lnTo>
                <a:close/>
                <a:moveTo>
                  <a:pt x="428625" y="2438400"/>
                </a:moveTo>
                <a:lnTo>
                  <a:pt x="438150" y="2438400"/>
                </a:lnTo>
                <a:lnTo>
                  <a:pt x="438150" y="2457450"/>
                </a:lnTo>
                <a:lnTo>
                  <a:pt x="428625" y="2457450"/>
                </a:lnTo>
                <a:lnTo>
                  <a:pt x="428625" y="2476500"/>
                </a:lnTo>
                <a:lnTo>
                  <a:pt x="409575" y="2476500"/>
                </a:lnTo>
                <a:lnTo>
                  <a:pt x="409575" y="2457450"/>
                </a:lnTo>
                <a:lnTo>
                  <a:pt x="419100" y="2457450"/>
                </a:lnTo>
                <a:lnTo>
                  <a:pt x="419100" y="2447925"/>
                </a:lnTo>
                <a:lnTo>
                  <a:pt x="428625" y="2447925"/>
                </a:lnTo>
                <a:close/>
                <a:moveTo>
                  <a:pt x="1104900" y="2447925"/>
                </a:moveTo>
                <a:lnTo>
                  <a:pt x="1123950" y="2447925"/>
                </a:lnTo>
                <a:lnTo>
                  <a:pt x="1123950" y="2457450"/>
                </a:lnTo>
                <a:lnTo>
                  <a:pt x="1114425" y="2457450"/>
                </a:lnTo>
                <a:lnTo>
                  <a:pt x="1114425" y="2466975"/>
                </a:lnTo>
                <a:lnTo>
                  <a:pt x="1104900" y="2466975"/>
                </a:lnTo>
                <a:close/>
                <a:moveTo>
                  <a:pt x="1809750" y="2447925"/>
                </a:moveTo>
                <a:lnTo>
                  <a:pt x="1819275" y="2447925"/>
                </a:lnTo>
                <a:lnTo>
                  <a:pt x="1819275" y="2457450"/>
                </a:lnTo>
                <a:lnTo>
                  <a:pt x="1809750" y="2457450"/>
                </a:lnTo>
                <a:close/>
                <a:moveTo>
                  <a:pt x="266700" y="2466975"/>
                </a:moveTo>
                <a:lnTo>
                  <a:pt x="276225" y="2466975"/>
                </a:lnTo>
                <a:lnTo>
                  <a:pt x="276225" y="2476500"/>
                </a:lnTo>
                <a:lnTo>
                  <a:pt x="266700" y="2476500"/>
                </a:lnTo>
                <a:close/>
                <a:moveTo>
                  <a:pt x="485775" y="2466975"/>
                </a:moveTo>
                <a:lnTo>
                  <a:pt x="514350" y="2466975"/>
                </a:lnTo>
                <a:lnTo>
                  <a:pt x="514350" y="2476500"/>
                </a:lnTo>
                <a:lnTo>
                  <a:pt x="504825" y="2476500"/>
                </a:lnTo>
                <a:lnTo>
                  <a:pt x="504825" y="2486025"/>
                </a:lnTo>
                <a:lnTo>
                  <a:pt x="495300" y="2486025"/>
                </a:lnTo>
                <a:lnTo>
                  <a:pt x="495300" y="2476500"/>
                </a:lnTo>
                <a:lnTo>
                  <a:pt x="485775" y="2476500"/>
                </a:lnTo>
                <a:close/>
                <a:moveTo>
                  <a:pt x="1200150" y="2466975"/>
                </a:moveTo>
                <a:lnTo>
                  <a:pt x="1209675" y="2466975"/>
                </a:lnTo>
                <a:lnTo>
                  <a:pt x="1209675" y="2476500"/>
                </a:lnTo>
                <a:lnTo>
                  <a:pt x="1200150" y="2476500"/>
                </a:lnTo>
                <a:close/>
                <a:moveTo>
                  <a:pt x="1819275" y="2466975"/>
                </a:moveTo>
                <a:lnTo>
                  <a:pt x="1828800" y="2466975"/>
                </a:lnTo>
                <a:lnTo>
                  <a:pt x="1828800" y="2486025"/>
                </a:lnTo>
                <a:lnTo>
                  <a:pt x="1809750" y="2486025"/>
                </a:lnTo>
                <a:lnTo>
                  <a:pt x="1809750" y="2476500"/>
                </a:lnTo>
                <a:lnTo>
                  <a:pt x="1819275" y="2476500"/>
                </a:lnTo>
                <a:close/>
                <a:moveTo>
                  <a:pt x="276225" y="2476500"/>
                </a:moveTo>
                <a:lnTo>
                  <a:pt x="285750" y="2476500"/>
                </a:lnTo>
                <a:lnTo>
                  <a:pt x="285750" y="2486025"/>
                </a:lnTo>
                <a:lnTo>
                  <a:pt x="295275" y="2486025"/>
                </a:lnTo>
                <a:lnTo>
                  <a:pt x="295275" y="2505075"/>
                </a:lnTo>
                <a:lnTo>
                  <a:pt x="285750" y="2505075"/>
                </a:lnTo>
                <a:lnTo>
                  <a:pt x="285750" y="2514600"/>
                </a:lnTo>
                <a:lnTo>
                  <a:pt x="276225" y="2514600"/>
                </a:lnTo>
                <a:close/>
                <a:moveTo>
                  <a:pt x="1000125" y="2476500"/>
                </a:moveTo>
                <a:lnTo>
                  <a:pt x="1009650" y="2476500"/>
                </a:lnTo>
                <a:lnTo>
                  <a:pt x="1009650" y="2486025"/>
                </a:lnTo>
                <a:lnTo>
                  <a:pt x="1000125" y="2486025"/>
                </a:lnTo>
                <a:close/>
                <a:moveTo>
                  <a:pt x="1085850" y="2476500"/>
                </a:moveTo>
                <a:lnTo>
                  <a:pt x="1104900" y="2476500"/>
                </a:lnTo>
                <a:lnTo>
                  <a:pt x="1104900" y="2486025"/>
                </a:lnTo>
                <a:lnTo>
                  <a:pt x="1085850" y="2486025"/>
                </a:lnTo>
                <a:close/>
                <a:moveTo>
                  <a:pt x="1743075" y="2486025"/>
                </a:moveTo>
                <a:lnTo>
                  <a:pt x="1752600" y="2486025"/>
                </a:lnTo>
                <a:lnTo>
                  <a:pt x="1752600" y="2495550"/>
                </a:lnTo>
                <a:lnTo>
                  <a:pt x="1743075" y="2495550"/>
                </a:lnTo>
                <a:close/>
                <a:moveTo>
                  <a:pt x="1809750" y="2495550"/>
                </a:moveTo>
                <a:lnTo>
                  <a:pt x="1819275" y="2495550"/>
                </a:lnTo>
                <a:lnTo>
                  <a:pt x="1819275" y="2505075"/>
                </a:lnTo>
                <a:lnTo>
                  <a:pt x="1809750" y="2505075"/>
                </a:lnTo>
                <a:close/>
                <a:moveTo>
                  <a:pt x="295275" y="2505075"/>
                </a:moveTo>
                <a:lnTo>
                  <a:pt x="314325" y="2505075"/>
                </a:lnTo>
                <a:lnTo>
                  <a:pt x="314325" y="2514600"/>
                </a:lnTo>
                <a:lnTo>
                  <a:pt x="295275" y="2514600"/>
                </a:lnTo>
                <a:close/>
                <a:moveTo>
                  <a:pt x="676275" y="2505075"/>
                </a:moveTo>
                <a:lnTo>
                  <a:pt x="695325" y="2505075"/>
                </a:lnTo>
                <a:lnTo>
                  <a:pt x="695325" y="2514600"/>
                </a:lnTo>
                <a:lnTo>
                  <a:pt x="676275" y="2514600"/>
                </a:lnTo>
                <a:close/>
                <a:moveTo>
                  <a:pt x="714375" y="2505075"/>
                </a:moveTo>
                <a:lnTo>
                  <a:pt x="723900" y="2505075"/>
                </a:lnTo>
                <a:lnTo>
                  <a:pt x="723900" y="2514600"/>
                </a:lnTo>
                <a:lnTo>
                  <a:pt x="714375" y="2514600"/>
                </a:lnTo>
                <a:close/>
                <a:moveTo>
                  <a:pt x="457200" y="2514600"/>
                </a:moveTo>
                <a:lnTo>
                  <a:pt x="466725" y="2514600"/>
                </a:lnTo>
                <a:lnTo>
                  <a:pt x="466725" y="2524125"/>
                </a:lnTo>
                <a:lnTo>
                  <a:pt x="457200" y="2524125"/>
                </a:lnTo>
                <a:close/>
                <a:moveTo>
                  <a:pt x="1609725" y="2524125"/>
                </a:moveTo>
                <a:lnTo>
                  <a:pt x="1619250" y="2524125"/>
                </a:lnTo>
                <a:lnTo>
                  <a:pt x="1619250" y="2533650"/>
                </a:lnTo>
                <a:lnTo>
                  <a:pt x="1609725" y="2533650"/>
                </a:lnTo>
                <a:close/>
                <a:moveTo>
                  <a:pt x="752475" y="2533650"/>
                </a:moveTo>
                <a:lnTo>
                  <a:pt x="762000" y="2533650"/>
                </a:lnTo>
                <a:lnTo>
                  <a:pt x="762000" y="2543175"/>
                </a:lnTo>
                <a:lnTo>
                  <a:pt x="752475" y="2543175"/>
                </a:lnTo>
                <a:close/>
                <a:moveTo>
                  <a:pt x="266700" y="2543175"/>
                </a:moveTo>
                <a:lnTo>
                  <a:pt x="276225" y="2543175"/>
                </a:lnTo>
                <a:lnTo>
                  <a:pt x="276225" y="2562225"/>
                </a:lnTo>
                <a:lnTo>
                  <a:pt x="266700" y="2562225"/>
                </a:lnTo>
                <a:close/>
                <a:moveTo>
                  <a:pt x="285750" y="2552700"/>
                </a:moveTo>
                <a:lnTo>
                  <a:pt x="295275" y="2552700"/>
                </a:lnTo>
                <a:lnTo>
                  <a:pt x="295275" y="2562225"/>
                </a:lnTo>
                <a:lnTo>
                  <a:pt x="304800" y="2562225"/>
                </a:lnTo>
                <a:lnTo>
                  <a:pt x="304800" y="2571750"/>
                </a:lnTo>
                <a:lnTo>
                  <a:pt x="295275" y="2571750"/>
                </a:lnTo>
                <a:lnTo>
                  <a:pt x="295275" y="2581275"/>
                </a:lnTo>
                <a:lnTo>
                  <a:pt x="285750" y="2581275"/>
                </a:lnTo>
                <a:lnTo>
                  <a:pt x="285750" y="2571750"/>
                </a:lnTo>
                <a:lnTo>
                  <a:pt x="276225" y="2571750"/>
                </a:lnTo>
                <a:lnTo>
                  <a:pt x="276225" y="2562225"/>
                </a:lnTo>
                <a:lnTo>
                  <a:pt x="285750" y="2562225"/>
                </a:lnTo>
                <a:close/>
                <a:moveTo>
                  <a:pt x="600075" y="2552700"/>
                </a:moveTo>
                <a:lnTo>
                  <a:pt x="609600" y="2552700"/>
                </a:lnTo>
                <a:lnTo>
                  <a:pt x="609600" y="2562225"/>
                </a:lnTo>
                <a:lnTo>
                  <a:pt x="600075" y="2562225"/>
                </a:lnTo>
                <a:close/>
                <a:moveTo>
                  <a:pt x="1209675" y="2590800"/>
                </a:moveTo>
                <a:lnTo>
                  <a:pt x="1219200" y="2590800"/>
                </a:lnTo>
                <a:lnTo>
                  <a:pt x="1219200" y="2600325"/>
                </a:lnTo>
                <a:lnTo>
                  <a:pt x="1209675" y="2600325"/>
                </a:lnTo>
                <a:close/>
                <a:moveTo>
                  <a:pt x="1752600" y="2600325"/>
                </a:moveTo>
                <a:lnTo>
                  <a:pt x="1762125" y="2600325"/>
                </a:lnTo>
                <a:lnTo>
                  <a:pt x="1762125" y="2628900"/>
                </a:lnTo>
                <a:lnTo>
                  <a:pt x="1752600" y="2628900"/>
                </a:lnTo>
                <a:close/>
                <a:moveTo>
                  <a:pt x="1819275" y="2600325"/>
                </a:moveTo>
                <a:lnTo>
                  <a:pt x="1838325" y="2600325"/>
                </a:lnTo>
                <a:lnTo>
                  <a:pt x="1838325" y="2647950"/>
                </a:lnTo>
                <a:lnTo>
                  <a:pt x="1828800" y="2647950"/>
                </a:lnTo>
                <a:lnTo>
                  <a:pt x="1828800" y="2628900"/>
                </a:lnTo>
                <a:lnTo>
                  <a:pt x="1819275" y="2628900"/>
                </a:lnTo>
                <a:lnTo>
                  <a:pt x="1819275" y="2619375"/>
                </a:lnTo>
                <a:lnTo>
                  <a:pt x="1828800" y="2619375"/>
                </a:lnTo>
                <a:lnTo>
                  <a:pt x="1828800" y="2609850"/>
                </a:lnTo>
                <a:lnTo>
                  <a:pt x="1819275" y="2609850"/>
                </a:lnTo>
                <a:close/>
                <a:moveTo>
                  <a:pt x="285750" y="2609850"/>
                </a:moveTo>
                <a:lnTo>
                  <a:pt x="295275" y="2609850"/>
                </a:lnTo>
                <a:lnTo>
                  <a:pt x="295275" y="2628900"/>
                </a:lnTo>
                <a:lnTo>
                  <a:pt x="285750" y="2628900"/>
                </a:lnTo>
                <a:close/>
                <a:moveTo>
                  <a:pt x="285750" y="2638425"/>
                </a:moveTo>
                <a:lnTo>
                  <a:pt x="295275" y="2638425"/>
                </a:lnTo>
                <a:lnTo>
                  <a:pt x="295275" y="2657475"/>
                </a:lnTo>
                <a:lnTo>
                  <a:pt x="285750" y="2657475"/>
                </a:lnTo>
                <a:close/>
                <a:moveTo>
                  <a:pt x="704850" y="2667000"/>
                </a:moveTo>
                <a:lnTo>
                  <a:pt x="714375" y="2667000"/>
                </a:lnTo>
                <a:lnTo>
                  <a:pt x="714375" y="2686050"/>
                </a:lnTo>
                <a:lnTo>
                  <a:pt x="704850" y="2686050"/>
                </a:lnTo>
                <a:close/>
                <a:moveTo>
                  <a:pt x="590550" y="2705100"/>
                </a:moveTo>
                <a:lnTo>
                  <a:pt x="600075" y="2705100"/>
                </a:lnTo>
                <a:lnTo>
                  <a:pt x="600075" y="2714625"/>
                </a:lnTo>
                <a:lnTo>
                  <a:pt x="590550" y="2714625"/>
                </a:lnTo>
                <a:close/>
                <a:moveTo>
                  <a:pt x="571500" y="2714625"/>
                </a:moveTo>
                <a:lnTo>
                  <a:pt x="581025" y="2714625"/>
                </a:lnTo>
                <a:lnTo>
                  <a:pt x="581025" y="2724150"/>
                </a:lnTo>
                <a:lnTo>
                  <a:pt x="590550" y="2724150"/>
                </a:lnTo>
                <a:lnTo>
                  <a:pt x="590550" y="2743200"/>
                </a:lnTo>
                <a:lnTo>
                  <a:pt x="609600" y="2743200"/>
                </a:lnTo>
                <a:lnTo>
                  <a:pt x="609600" y="2752725"/>
                </a:lnTo>
                <a:lnTo>
                  <a:pt x="561975" y="2752725"/>
                </a:lnTo>
                <a:lnTo>
                  <a:pt x="561975" y="2743200"/>
                </a:lnTo>
                <a:lnTo>
                  <a:pt x="552450" y="2743200"/>
                </a:lnTo>
                <a:lnTo>
                  <a:pt x="552450" y="2733675"/>
                </a:lnTo>
                <a:lnTo>
                  <a:pt x="561975" y="2733675"/>
                </a:lnTo>
                <a:lnTo>
                  <a:pt x="561975" y="2724150"/>
                </a:lnTo>
                <a:lnTo>
                  <a:pt x="571500" y="2724150"/>
                </a:lnTo>
                <a:close/>
                <a:moveTo>
                  <a:pt x="276225" y="2762250"/>
                </a:moveTo>
                <a:lnTo>
                  <a:pt x="295275" y="2762250"/>
                </a:lnTo>
                <a:lnTo>
                  <a:pt x="295275" y="2781300"/>
                </a:lnTo>
                <a:lnTo>
                  <a:pt x="276225" y="2781300"/>
                </a:lnTo>
                <a:close/>
                <a:moveTo>
                  <a:pt x="1524000" y="2762250"/>
                </a:moveTo>
                <a:lnTo>
                  <a:pt x="1533525" y="2762250"/>
                </a:lnTo>
                <a:lnTo>
                  <a:pt x="1533525" y="2771775"/>
                </a:lnTo>
                <a:lnTo>
                  <a:pt x="1543050" y="2771775"/>
                </a:lnTo>
                <a:lnTo>
                  <a:pt x="1543050" y="2781300"/>
                </a:lnTo>
                <a:lnTo>
                  <a:pt x="1533525" y="2781300"/>
                </a:lnTo>
                <a:lnTo>
                  <a:pt x="1533525" y="2790825"/>
                </a:lnTo>
                <a:lnTo>
                  <a:pt x="1524000" y="2790825"/>
                </a:lnTo>
                <a:close/>
                <a:moveTo>
                  <a:pt x="314325" y="2771775"/>
                </a:moveTo>
                <a:lnTo>
                  <a:pt x="323850" y="2771775"/>
                </a:lnTo>
                <a:lnTo>
                  <a:pt x="323850" y="2781300"/>
                </a:lnTo>
                <a:lnTo>
                  <a:pt x="333375" y="2781300"/>
                </a:lnTo>
                <a:lnTo>
                  <a:pt x="333375" y="2809875"/>
                </a:lnTo>
                <a:lnTo>
                  <a:pt x="323850" y="2809875"/>
                </a:lnTo>
                <a:lnTo>
                  <a:pt x="323850" y="2800350"/>
                </a:lnTo>
                <a:lnTo>
                  <a:pt x="314325" y="2800350"/>
                </a:lnTo>
                <a:lnTo>
                  <a:pt x="314325" y="2790825"/>
                </a:lnTo>
                <a:lnTo>
                  <a:pt x="304800" y="2790825"/>
                </a:lnTo>
                <a:lnTo>
                  <a:pt x="304800" y="2781300"/>
                </a:lnTo>
                <a:lnTo>
                  <a:pt x="314325" y="2781300"/>
                </a:lnTo>
                <a:close/>
                <a:moveTo>
                  <a:pt x="942975" y="2771775"/>
                </a:moveTo>
                <a:lnTo>
                  <a:pt x="952500" y="2771775"/>
                </a:lnTo>
                <a:lnTo>
                  <a:pt x="952500" y="2790825"/>
                </a:lnTo>
                <a:lnTo>
                  <a:pt x="933450" y="2790825"/>
                </a:lnTo>
                <a:lnTo>
                  <a:pt x="933450" y="2781300"/>
                </a:lnTo>
                <a:lnTo>
                  <a:pt x="942975" y="2781300"/>
                </a:lnTo>
                <a:close/>
                <a:moveTo>
                  <a:pt x="981075" y="2781300"/>
                </a:moveTo>
                <a:lnTo>
                  <a:pt x="990600" y="2781300"/>
                </a:lnTo>
                <a:lnTo>
                  <a:pt x="990600" y="2790825"/>
                </a:lnTo>
                <a:lnTo>
                  <a:pt x="981075" y="2790825"/>
                </a:lnTo>
                <a:close/>
                <a:moveTo>
                  <a:pt x="1609725" y="2781300"/>
                </a:moveTo>
                <a:lnTo>
                  <a:pt x="1619250" y="2781300"/>
                </a:lnTo>
                <a:lnTo>
                  <a:pt x="1619250" y="2790825"/>
                </a:lnTo>
                <a:lnTo>
                  <a:pt x="1609725" y="2790825"/>
                </a:lnTo>
                <a:close/>
                <a:moveTo>
                  <a:pt x="1038225" y="2809875"/>
                </a:moveTo>
                <a:lnTo>
                  <a:pt x="1047750" y="2809875"/>
                </a:lnTo>
                <a:lnTo>
                  <a:pt x="1047750" y="2838450"/>
                </a:lnTo>
                <a:lnTo>
                  <a:pt x="1038225" y="2838450"/>
                </a:lnTo>
                <a:lnTo>
                  <a:pt x="1038225" y="2847975"/>
                </a:lnTo>
                <a:lnTo>
                  <a:pt x="1028700" y="2847975"/>
                </a:lnTo>
                <a:lnTo>
                  <a:pt x="1028700" y="2828925"/>
                </a:lnTo>
                <a:lnTo>
                  <a:pt x="1038225" y="2828925"/>
                </a:lnTo>
                <a:close/>
                <a:moveTo>
                  <a:pt x="1152525" y="2819400"/>
                </a:moveTo>
                <a:lnTo>
                  <a:pt x="1171575" y="2819400"/>
                </a:lnTo>
                <a:lnTo>
                  <a:pt x="1171575" y="2828925"/>
                </a:lnTo>
                <a:lnTo>
                  <a:pt x="1162050" y="2828925"/>
                </a:lnTo>
                <a:lnTo>
                  <a:pt x="1162050" y="2838450"/>
                </a:lnTo>
                <a:lnTo>
                  <a:pt x="1152525" y="2838450"/>
                </a:lnTo>
                <a:close/>
                <a:moveTo>
                  <a:pt x="276225" y="2828925"/>
                </a:moveTo>
                <a:lnTo>
                  <a:pt x="285750" y="2828925"/>
                </a:lnTo>
                <a:lnTo>
                  <a:pt x="285750" y="2838450"/>
                </a:lnTo>
                <a:lnTo>
                  <a:pt x="276225" y="2838450"/>
                </a:lnTo>
                <a:close/>
                <a:moveTo>
                  <a:pt x="295275" y="2828925"/>
                </a:moveTo>
                <a:lnTo>
                  <a:pt x="304800" y="2828925"/>
                </a:lnTo>
                <a:lnTo>
                  <a:pt x="304800" y="2838450"/>
                </a:lnTo>
                <a:lnTo>
                  <a:pt x="314325" y="2838450"/>
                </a:lnTo>
                <a:lnTo>
                  <a:pt x="314325" y="2857500"/>
                </a:lnTo>
                <a:lnTo>
                  <a:pt x="285750" y="2857500"/>
                </a:lnTo>
                <a:lnTo>
                  <a:pt x="285750" y="2847975"/>
                </a:lnTo>
                <a:lnTo>
                  <a:pt x="295275" y="2847975"/>
                </a:lnTo>
                <a:close/>
                <a:moveTo>
                  <a:pt x="485775" y="2838450"/>
                </a:moveTo>
                <a:lnTo>
                  <a:pt x="514350" y="2838450"/>
                </a:lnTo>
                <a:lnTo>
                  <a:pt x="514350" y="2847975"/>
                </a:lnTo>
                <a:lnTo>
                  <a:pt x="485775" y="2847975"/>
                </a:lnTo>
                <a:close/>
                <a:moveTo>
                  <a:pt x="962025" y="2847975"/>
                </a:moveTo>
                <a:lnTo>
                  <a:pt x="1000125" y="2847975"/>
                </a:lnTo>
                <a:lnTo>
                  <a:pt x="1000125" y="2857500"/>
                </a:lnTo>
                <a:lnTo>
                  <a:pt x="962025" y="2857500"/>
                </a:lnTo>
                <a:close/>
                <a:moveTo>
                  <a:pt x="381000" y="2857500"/>
                </a:moveTo>
                <a:lnTo>
                  <a:pt x="400050" y="2857500"/>
                </a:lnTo>
                <a:lnTo>
                  <a:pt x="400050" y="2876550"/>
                </a:lnTo>
                <a:lnTo>
                  <a:pt x="381000" y="2876550"/>
                </a:lnTo>
                <a:close/>
                <a:moveTo>
                  <a:pt x="1333500" y="2867025"/>
                </a:moveTo>
                <a:lnTo>
                  <a:pt x="1343025" y="2867025"/>
                </a:lnTo>
                <a:lnTo>
                  <a:pt x="1343025" y="2876550"/>
                </a:lnTo>
                <a:lnTo>
                  <a:pt x="1352550" y="2876550"/>
                </a:lnTo>
                <a:lnTo>
                  <a:pt x="1352550" y="2886075"/>
                </a:lnTo>
                <a:lnTo>
                  <a:pt x="1362075" y="2886075"/>
                </a:lnTo>
                <a:lnTo>
                  <a:pt x="1362075" y="2895600"/>
                </a:lnTo>
                <a:lnTo>
                  <a:pt x="1333500" y="2895600"/>
                </a:lnTo>
                <a:close/>
                <a:moveTo>
                  <a:pt x="1219200" y="2886075"/>
                </a:moveTo>
                <a:lnTo>
                  <a:pt x="1247775" y="2886075"/>
                </a:lnTo>
                <a:lnTo>
                  <a:pt x="1247775" y="2895600"/>
                </a:lnTo>
                <a:lnTo>
                  <a:pt x="1228725" y="2895600"/>
                </a:lnTo>
                <a:lnTo>
                  <a:pt x="1228725" y="2905125"/>
                </a:lnTo>
                <a:lnTo>
                  <a:pt x="1238250" y="2905125"/>
                </a:lnTo>
                <a:lnTo>
                  <a:pt x="1238250" y="2914650"/>
                </a:lnTo>
                <a:lnTo>
                  <a:pt x="1219200" y="2914650"/>
                </a:lnTo>
                <a:lnTo>
                  <a:pt x="1219200" y="2905125"/>
                </a:lnTo>
                <a:lnTo>
                  <a:pt x="1209675" y="2905125"/>
                </a:lnTo>
                <a:lnTo>
                  <a:pt x="1209675" y="2895600"/>
                </a:lnTo>
                <a:lnTo>
                  <a:pt x="1219200" y="2895600"/>
                </a:lnTo>
                <a:close/>
                <a:moveTo>
                  <a:pt x="923925" y="2895600"/>
                </a:moveTo>
                <a:lnTo>
                  <a:pt x="942975" y="2895600"/>
                </a:lnTo>
                <a:lnTo>
                  <a:pt x="942975" y="2905125"/>
                </a:lnTo>
                <a:lnTo>
                  <a:pt x="923925" y="2905125"/>
                </a:lnTo>
                <a:close/>
                <a:moveTo>
                  <a:pt x="1076325" y="2895600"/>
                </a:moveTo>
                <a:lnTo>
                  <a:pt x="1095375" y="2895600"/>
                </a:lnTo>
                <a:lnTo>
                  <a:pt x="1095375" y="2905125"/>
                </a:lnTo>
                <a:lnTo>
                  <a:pt x="1076325" y="2905125"/>
                </a:lnTo>
                <a:close/>
                <a:moveTo>
                  <a:pt x="819150" y="2914650"/>
                </a:moveTo>
                <a:lnTo>
                  <a:pt x="838200" y="2914650"/>
                </a:lnTo>
                <a:lnTo>
                  <a:pt x="838200" y="2924175"/>
                </a:lnTo>
                <a:lnTo>
                  <a:pt x="819150" y="2924175"/>
                </a:lnTo>
                <a:close/>
                <a:moveTo>
                  <a:pt x="1295400" y="2914650"/>
                </a:moveTo>
                <a:lnTo>
                  <a:pt x="1314450" y="2914650"/>
                </a:lnTo>
                <a:lnTo>
                  <a:pt x="1314450" y="2943225"/>
                </a:lnTo>
                <a:lnTo>
                  <a:pt x="1285875" y="2943225"/>
                </a:lnTo>
                <a:lnTo>
                  <a:pt x="1285875" y="2933700"/>
                </a:lnTo>
                <a:lnTo>
                  <a:pt x="1295400" y="2933700"/>
                </a:lnTo>
                <a:close/>
                <a:moveTo>
                  <a:pt x="638175" y="2924175"/>
                </a:moveTo>
                <a:lnTo>
                  <a:pt x="657225" y="2924175"/>
                </a:lnTo>
                <a:lnTo>
                  <a:pt x="657225" y="2933700"/>
                </a:lnTo>
                <a:lnTo>
                  <a:pt x="638175" y="2933700"/>
                </a:lnTo>
                <a:close/>
                <a:moveTo>
                  <a:pt x="1571625" y="2924175"/>
                </a:moveTo>
                <a:lnTo>
                  <a:pt x="1581150" y="2924175"/>
                </a:lnTo>
                <a:lnTo>
                  <a:pt x="1581150" y="2933700"/>
                </a:lnTo>
                <a:lnTo>
                  <a:pt x="1571625" y="2933700"/>
                </a:lnTo>
                <a:close/>
                <a:moveTo>
                  <a:pt x="1266825" y="2933700"/>
                </a:moveTo>
                <a:lnTo>
                  <a:pt x="1276350" y="2933700"/>
                </a:lnTo>
                <a:lnTo>
                  <a:pt x="1276350" y="2943225"/>
                </a:lnTo>
                <a:lnTo>
                  <a:pt x="1266825" y="2943225"/>
                </a:lnTo>
                <a:close/>
                <a:moveTo>
                  <a:pt x="1581150" y="2933700"/>
                </a:moveTo>
                <a:lnTo>
                  <a:pt x="1590675" y="2933700"/>
                </a:lnTo>
                <a:lnTo>
                  <a:pt x="1590675" y="2952750"/>
                </a:lnTo>
                <a:lnTo>
                  <a:pt x="1581150" y="2952750"/>
                </a:lnTo>
                <a:close/>
                <a:moveTo>
                  <a:pt x="685800" y="2943225"/>
                </a:moveTo>
                <a:lnTo>
                  <a:pt x="695325" y="2943225"/>
                </a:lnTo>
                <a:lnTo>
                  <a:pt x="695325" y="2952750"/>
                </a:lnTo>
                <a:lnTo>
                  <a:pt x="685800" y="2952750"/>
                </a:lnTo>
                <a:close/>
                <a:moveTo>
                  <a:pt x="1314450" y="2943225"/>
                </a:moveTo>
                <a:lnTo>
                  <a:pt x="1323975" y="2943225"/>
                </a:lnTo>
                <a:lnTo>
                  <a:pt x="1323975" y="2962275"/>
                </a:lnTo>
                <a:lnTo>
                  <a:pt x="1333500" y="2962275"/>
                </a:lnTo>
                <a:lnTo>
                  <a:pt x="1333500" y="2971800"/>
                </a:lnTo>
                <a:lnTo>
                  <a:pt x="1314450" y="2971800"/>
                </a:lnTo>
                <a:close/>
                <a:moveTo>
                  <a:pt x="1238250" y="2952750"/>
                </a:moveTo>
                <a:lnTo>
                  <a:pt x="1247775" y="2952750"/>
                </a:lnTo>
                <a:lnTo>
                  <a:pt x="1247775" y="2962275"/>
                </a:lnTo>
                <a:lnTo>
                  <a:pt x="1238250" y="2962275"/>
                </a:lnTo>
                <a:close/>
                <a:moveTo>
                  <a:pt x="504825" y="2981325"/>
                </a:moveTo>
                <a:lnTo>
                  <a:pt x="514350" y="2981325"/>
                </a:lnTo>
                <a:lnTo>
                  <a:pt x="514350" y="2990850"/>
                </a:lnTo>
                <a:lnTo>
                  <a:pt x="504825" y="2990850"/>
                </a:lnTo>
                <a:close/>
                <a:moveTo>
                  <a:pt x="542925" y="2990850"/>
                </a:moveTo>
                <a:lnTo>
                  <a:pt x="571500" y="2990850"/>
                </a:lnTo>
                <a:lnTo>
                  <a:pt x="571500" y="3000375"/>
                </a:lnTo>
                <a:lnTo>
                  <a:pt x="542925" y="3000375"/>
                </a:lnTo>
                <a:close/>
                <a:moveTo>
                  <a:pt x="581025" y="3000375"/>
                </a:moveTo>
                <a:lnTo>
                  <a:pt x="600075" y="3000375"/>
                </a:lnTo>
                <a:lnTo>
                  <a:pt x="600075" y="3009900"/>
                </a:lnTo>
                <a:lnTo>
                  <a:pt x="581025" y="3009900"/>
                </a:lnTo>
                <a:close/>
                <a:moveTo>
                  <a:pt x="600075" y="3009900"/>
                </a:moveTo>
                <a:lnTo>
                  <a:pt x="609600" y="3009900"/>
                </a:lnTo>
                <a:lnTo>
                  <a:pt x="609600" y="3019425"/>
                </a:lnTo>
                <a:lnTo>
                  <a:pt x="600075" y="3019425"/>
                </a:lnTo>
                <a:close/>
                <a:moveTo>
                  <a:pt x="619125" y="3028950"/>
                </a:moveTo>
                <a:lnTo>
                  <a:pt x="628650" y="3028950"/>
                </a:lnTo>
                <a:lnTo>
                  <a:pt x="628650" y="3038475"/>
                </a:lnTo>
                <a:lnTo>
                  <a:pt x="619125" y="3038475"/>
                </a:lnTo>
                <a:close/>
                <a:moveTo>
                  <a:pt x="304800" y="3038475"/>
                </a:moveTo>
                <a:lnTo>
                  <a:pt x="314325" y="3038475"/>
                </a:lnTo>
                <a:lnTo>
                  <a:pt x="314325" y="3067050"/>
                </a:lnTo>
                <a:lnTo>
                  <a:pt x="304800" y="3067050"/>
                </a:lnTo>
                <a:close/>
                <a:moveTo>
                  <a:pt x="1295400" y="3038475"/>
                </a:moveTo>
                <a:lnTo>
                  <a:pt x="1314450" y="3038475"/>
                </a:lnTo>
                <a:lnTo>
                  <a:pt x="1314450" y="3048000"/>
                </a:lnTo>
                <a:lnTo>
                  <a:pt x="1295400" y="3048000"/>
                </a:lnTo>
                <a:close/>
                <a:moveTo>
                  <a:pt x="990600" y="3048000"/>
                </a:moveTo>
                <a:lnTo>
                  <a:pt x="1009650" y="3048000"/>
                </a:lnTo>
                <a:lnTo>
                  <a:pt x="1009650" y="3067050"/>
                </a:lnTo>
                <a:lnTo>
                  <a:pt x="1019175" y="3067050"/>
                </a:lnTo>
                <a:lnTo>
                  <a:pt x="1019175" y="3076575"/>
                </a:lnTo>
                <a:lnTo>
                  <a:pt x="1028700" y="3076575"/>
                </a:lnTo>
                <a:lnTo>
                  <a:pt x="1028700" y="3086100"/>
                </a:lnTo>
                <a:lnTo>
                  <a:pt x="1019175" y="3086100"/>
                </a:lnTo>
                <a:lnTo>
                  <a:pt x="1019175" y="3105150"/>
                </a:lnTo>
                <a:lnTo>
                  <a:pt x="1009650" y="3105150"/>
                </a:lnTo>
                <a:lnTo>
                  <a:pt x="1009650" y="3124200"/>
                </a:lnTo>
                <a:lnTo>
                  <a:pt x="981075" y="3124200"/>
                </a:lnTo>
                <a:lnTo>
                  <a:pt x="981075" y="3114675"/>
                </a:lnTo>
                <a:lnTo>
                  <a:pt x="1000125" y="3114675"/>
                </a:lnTo>
                <a:lnTo>
                  <a:pt x="1000125" y="3095625"/>
                </a:lnTo>
                <a:lnTo>
                  <a:pt x="1009650" y="3095625"/>
                </a:lnTo>
                <a:lnTo>
                  <a:pt x="1009650" y="3086100"/>
                </a:lnTo>
                <a:lnTo>
                  <a:pt x="990600" y="3086100"/>
                </a:lnTo>
                <a:close/>
                <a:moveTo>
                  <a:pt x="400050" y="3067050"/>
                </a:moveTo>
                <a:lnTo>
                  <a:pt x="409575" y="3067050"/>
                </a:lnTo>
                <a:lnTo>
                  <a:pt x="409575" y="3086100"/>
                </a:lnTo>
                <a:lnTo>
                  <a:pt x="400050" y="3086100"/>
                </a:lnTo>
                <a:close/>
                <a:moveTo>
                  <a:pt x="847725" y="3067050"/>
                </a:moveTo>
                <a:lnTo>
                  <a:pt x="866775" y="3067050"/>
                </a:lnTo>
                <a:lnTo>
                  <a:pt x="866775" y="3086100"/>
                </a:lnTo>
                <a:lnTo>
                  <a:pt x="857250" y="3086100"/>
                </a:lnTo>
                <a:lnTo>
                  <a:pt x="857250" y="3076575"/>
                </a:lnTo>
                <a:lnTo>
                  <a:pt x="847725" y="3076575"/>
                </a:lnTo>
                <a:close/>
                <a:moveTo>
                  <a:pt x="295275" y="3076575"/>
                </a:moveTo>
                <a:lnTo>
                  <a:pt x="304800" y="3076575"/>
                </a:lnTo>
                <a:lnTo>
                  <a:pt x="304800" y="3086100"/>
                </a:lnTo>
                <a:lnTo>
                  <a:pt x="314325" y="3086100"/>
                </a:lnTo>
                <a:lnTo>
                  <a:pt x="314325" y="3095625"/>
                </a:lnTo>
                <a:lnTo>
                  <a:pt x="323850" y="3095625"/>
                </a:lnTo>
                <a:lnTo>
                  <a:pt x="323850" y="3152775"/>
                </a:lnTo>
                <a:lnTo>
                  <a:pt x="314325" y="3152775"/>
                </a:lnTo>
                <a:lnTo>
                  <a:pt x="314325" y="3162300"/>
                </a:lnTo>
                <a:lnTo>
                  <a:pt x="323850" y="3162300"/>
                </a:lnTo>
                <a:lnTo>
                  <a:pt x="323850" y="3219450"/>
                </a:lnTo>
                <a:lnTo>
                  <a:pt x="314325" y="3219450"/>
                </a:lnTo>
                <a:lnTo>
                  <a:pt x="314325" y="3228975"/>
                </a:lnTo>
                <a:lnTo>
                  <a:pt x="304800" y="3228975"/>
                </a:lnTo>
                <a:lnTo>
                  <a:pt x="304800" y="3162300"/>
                </a:lnTo>
                <a:lnTo>
                  <a:pt x="295275" y="3162300"/>
                </a:lnTo>
                <a:lnTo>
                  <a:pt x="295275" y="3143250"/>
                </a:lnTo>
                <a:lnTo>
                  <a:pt x="304800" y="3143250"/>
                </a:lnTo>
                <a:lnTo>
                  <a:pt x="304800" y="3105150"/>
                </a:lnTo>
                <a:lnTo>
                  <a:pt x="295275" y="3105150"/>
                </a:lnTo>
                <a:close/>
                <a:moveTo>
                  <a:pt x="1152525" y="3076575"/>
                </a:moveTo>
                <a:lnTo>
                  <a:pt x="1162050" y="3076575"/>
                </a:lnTo>
                <a:lnTo>
                  <a:pt x="1162050" y="3095625"/>
                </a:lnTo>
                <a:lnTo>
                  <a:pt x="1152525" y="3095625"/>
                </a:lnTo>
                <a:close/>
                <a:moveTo>
                  <a:pt x="1219200" y="3076575"/>
                </a:moveTo>
                <a:lnTo>
                  <a:pt x="1238250" y="3076575"/>
                </a:lnTo>
                <a:lnTo>
                  <a:pt x="1238250" y="3086100"/>
                </a:lnTo>
                <a:lnTo>
                  <a:pt x="1219200" y="3086100"/>
                </a:lnTo>
                <a:close/>
                <a:moveTo>
                  <a:pt x="1266825" y="3076575"/>
                </a:moveTo>
                <a:lnTo>
                  <a:pt x="1295400" y="3076575"/>
                </a:lnTo>
                <a:lnTo>
                  <a:pt x="1295400" y="3086100"/>
                </a:lnTo>
                <a:lnTo>
                  <a:pt x="1304925" y="3086100"/>
                </a:lnTo>
                <a:lnTo>
                  <a:pt x="1304925" y="3095625"/>
                </a:lnTo>
                <a:lnTo>
                  <a:pt x="1314450" y="3095625"/>
                </a:lnTo>
                <a:lnTo>
                  <a:pt x="1314450" y="3105150"/>
                </a:lnTo>
                <a:lnTo>
                  <a:pt x="1295400" y="3105150"/>
                </a:lnTo>
                <a:lnTo>
                  <a:pt x="1295400" y="3095625"/>
                </a:lnTo>
                <a:lnTo>
                  <a:pt x="1285875" y="3095625"/>
                </a:lnTo>
                <a:lnTo>
                  <a:pt x="1285875" y="3086100"/>
                </a:lnTo>
                <a:lnTo>
                  <a:pt x="1266825" y="3086100"/>
                </a:lnTo>
                <a:close/>
                <a:moveTo>
                  <a:pt x="1238250" y="3086100"/>
                </a:moveTo>
                <a:lnTo>
                  <a:pt x="1247775" y="3086100"/>
                </a:lnTo>
                <a:lnTo>
                  <a:pt x="1247775" y="3095625"/>
                </a:lnTo>
                <a:lnTo>
                  <a:pt x="1238250" y="3095625"/>
                </a:lnTo>
                <a:close/>
                <a:moveTo>
                  <a:pt x="1181100" y="3114675"/>
                </a:moveTo>
                <a:lnTo>
                  <a:pt x="1200150" y="3114675"/>
                </a:lnTo>
                <a:lnTo>
                  <a:pt x="1200150" y="3133725"/>
                </a:lnTo>
                <a:lnTo>
                  <a:pt x="1181100" y="3133725"/>
                </a:lnTo>
                <a:close/>
                <a:moveTo>
                  <a:pt x="1533525" y="3114675"/>
                </a:moveTo>
                <a:lnTo>
                  <a:pt x="1543050" y="3114675"/>
                </a:lnTo>
                <a:lnTo>
                  <a:pt x="1543050" y="3124200"/>
                </a:lnTo>
                <a:lnTo>
                  <a:pt x="1533525" y="3124200"/>
                </a:lnTo>
                <a:close/>
                <a:moveTo>
                  <a:pt x="400050" y="3124200"/>
                </a:moveTo>
                <a:lnTo>
                  <a:pt x="409575" y="3124200"/>
                </a:lnTo>
                <a:lnTo>
                  <a:pt x="409575" y="3133725"/>
                </a:lnTo>
                <a:lnTo>
                  <a:pt x="400050" y="3133725"/>
                </a:lnTo>
                <a:close/>
                <a:moveTo>
                  <a:pt x="1514475" y="3124200"/>
                </a:moveTo>
                <a:lnTo>
                  <a:pt x="1533525" y="3124200"/>
                </a:lnTo>
                <a:lnTo>
                  <a:pt x="1533525" y="3133725"/>
                </a:lnTo>
                <a:lnTo>
                  <a:pt x="1543050" y="3133725"/>
                </a:lnTo>
                <a:lnTo>
                  <a:pt x="1543050" y="3143250"/>
                </a:lnTo>
                <a:lnTo>
                  <a:pt x="1552575" y="3143250"/>
                </a:lnTo>
                <a:lnTo>
                  <a:pt x="1552575" y="3152775"/>
                </a:lnTo>
                <a:lnTo>
                  <a:pt x="1581150" y="3152775"/>
                </a:lnTo>
                <a:lnTo>
                  <a:pt x="1581150" y="3181350"/>
                </a:lnTo>
                <a:lnTo>
                  <a:pt x="1562100" y="3181350"/>
                </a:lnTo>
                <a:lnTo>
                  <a:pt x="1562100" y="3171825"/>
                </a:lnTo>
                <a:lnTo>
                  <a:pt x="1533525" y="3171825"/>
                </a:lnTo>
                <a:lnTo>
                  <a:pt x="1533525" y="3162300"/>
                </a:lnTo>
                <a:lnTo>
                  <a:pt x="1543050" y="3162300"/>
                </a:lnTo>
                <a:lnTo>
                  <a:pt x="1543050" y="3152775"/>
                </a:lnTo>
                <a:lnTo>
                  <a:pt x="1533525" y="3152775"/>
                </a:lnTo>
                <a:lnTo>
                  <a:pt x="1533525" y="3143250"/>
                </a:lnTo>
                <a:lnTo>
                  <a:pt x="1524000" y="3143250"/>
                </a:lnTo>
                <a:lnTo>
                  <a:pt x="1524000" y="3133725"/>
                </a:lnTo>
                <a:lnTo>
                  <a:pt x="1514475" y="3133725"/>
                </a:lnTo>
                <a:close/>
                <a:moveTo>
                  <a:pt x="1066800" y="3133725"/>
                </a:moveTo>
                <a:lnTo>
                  <a:pt x="1076325" y="3133725"/>
                </a:lnTo>
                <a:lnTo>
                  <a:pt x="1076325" y="3143250"/>
                </a:lnTo>
                <a:lnTo>
                  <a:pt x="1085850" y="3143250"/>
                </a:lnTo>
                <a:lnTo>
                  <a:pt x="1085850" y="3152775"/>
                </a:lnTo>
                <a:lnTo>
                  <a:pt x="1095375" y="3152775"/>
                </a:lnTo>
                <a:lnTo>
                  <a:pt x="1095375" y="3143250"/>
                </a:lnTo>
                <a:lnTo>
                  <a:pt x="1104900" y="3143250"/>
                </a:lnTo>
                <a:lnTo>
                  <a:pt x="1104900" y="3162300"/>
                </a:lnTo>
                <a:lnTo>
                  <a:pt x="1085850" y="3162300"/>
                </a:lnTo>
                <a:lnTo>
                  <a:pt x="1085850" y="3171825"/>
                </a:lnTo>
                <a:lnTo>
                  <a:pt x="1076325" y="3171825"/>
                </a:lnTo>
                <a:lnTo>
                  <a:pt x="1076325" y="3162300"/>
                </a:lnTo>
                <a:lnTo>
                  <a:pt x="1057275" y="3162300"/>
                </a:lnTo>
                <a:lnTo>
                  <a:pt x="1057275" y="3171825"/>
                </a:lnTo>
                <a:lnTo>
                  <a:pt x="1038225" y="3171825"/>
                </a:lnTo>
                <a:lnTo>
                  <a:pt x="1038225" y="3162300"/>
                </a:lnTo>
                <a:lnTo>
                  <a:pt x="1047750" y="3162300"/>
                </a:lnTo>
                <a:lnTo>
                  <a:pt x="1047750" y="3152775"/>
                </a:lnTo>
                <a:lnTo>
                  <a:pt x="1057275" y="3152775"/>
                </a:lnTo>
                <a:lnTo>
                  <a:pt x="1057275" y="3143250"/>
                </a:lnTo>
                <a:lnTo>
                  <a:pt x="1066800" y="3143250"/>
                </a:lnTo>
                <a:close/>
                <a:moveTo>
                  <a:pt x="1123950" y="3133725"/>
                </a:moveTo>
                <a:lnTo>
                  <a:pt x="1133475" y="3133725"/>
                </a:lnTo>
                <a:lnTo>
                  <a:pt x="1133475" y="3143250"/>
                </a:lnTo>
                <a:lnTo>
                  <a:pt x="1123950" y="3143250"/>
                </a:lnTo>
                <a:close/>
                <a:moveTo>
                  <a:pt x="619125" y="3143250"/>
                </a:moveTo>
                <a:lnTo>
                  <a:pt x="628650" y="3143250"/>
                </a:lnTo>
                <a:lnTo>
                  <a:pt x="628650" y="3190875"/>
                </a:lnTo>
                <a:lnTo>
                  <a:pt x="657225" y="3190875"/>
                </a:lnTo>
                <a:lnTo>
                  <a:pt x="657225" y="3200400"/>
                </a:lnTo>
                <a:lnTo>
                  <a:pt x="666750" y="3200400"/>
                </a:lnTo>
                <a:lnTo>
                  <a:pt x="666750" y="3219450"/>
                </a:lnTo>
                <a:lnTo>
                  <a:pt x="723900" y="3219450"/>
                </a:lnTo>
                <a:lnTo>
                  <a:pt x="723900" y="3238500"/>
                </a:lnTo>
                <a:lnTo>
                  <a:pt x="714375" y="3238500"/>
                </a:lnTo>
                <a:lnTo>
                  <a:pt x="714375" y="3248025"/>
                </a:lnTo>
                <a:lnTo>
                  <a:pt x="704850" y="3248025"/>
                </a:lnTo>
                <a:lnTo>
                  <a:pt x="704850" y="3276600"/>
                </a:lnTo>
                <a:lnTo>
                  <a:pt x="695325" y="3276600"/>
                </a:lnTo>
                <a:lnTo>
                  <a:pt x="695325" y="3257550"/>
                </a:lnTo>
                <a:lnTo>
                  <a:pt x="676275" y="3257550"/>
                </a:lnTo>
                <a:lnTo>
                  <a:pt x="676275" y="3238500"/>
                </a:lnTo>
                <a:lnTo>
                  <a:pt x="666750" y="3238500"/>
                </a:lnTo>
                <a:lnTo>
                  <a:pt x="666750" y="3228975"/>
                </a:lnTo>
                <a:lnTo>
                  <a:pt x="619125" y="3228975"/>
                </a:lnTo>
                <a:lnTo>
                  <a:pt x="619125" y="3219450"/>
                </a:lnTo>
                <a:lnTo>
                  <a:pt x="609600" y="3219450"/>
                </a:lnTo>
                <a:lnTo>
                  <a:pt x="609600" y="3209925"/>
                </a:lnTo>
                <a:lnTo>
                  <a:pt x="619125" y="3209925"/>
                </a:lnTo>
                <a:close/>
                <a:moveTo>
                  <a:pt x="990600" y="3143250"/>
                </a:moveTo>
                <a:lnTo>
                  <a:pt x="1009650" y="3143250"/>
                </a:lnTo>
                <a:lnTo>
                  <a:pt x="1009650" y="3171825"/>
                </a:lnTo>
                <a:lnTo>
                  <a:pt x="1000125" y="3171825"/>
                </a:lnTo>
                <a:lnTo>
                  <a:pt x="1000125" y="3181350"/>
                </a:lnTo>
                <a:lnTo>
                  <a:pt x="971550" y="3181350"/>
                </a:lnTo>
                <a:lnTo>
                  <a:pt x="971550" y="3162300"/>
                </a:lnTo>
                <a:lnTo>
                  <a:pt x="981075" y="3162300"/>
                </a:lnTo>
                <a:lnTo>
                  <a:pt x="981075" y="3152775"/>
                </a:lnTo>
                <a:lnTo>
                  <a:pt x="990600" y="3152775"/>
                </a:lnTo>
                <a:close/>
                <a:moveTo>
                  <a:pt x="1619250" y="3152775"/>
                </a:moveTo>
                <a:lnTo>
                  <a:pt x="1647825" y="3152775"/>
                </a:lnTo>
                <a:lnTo>
                  <a:pt x="1647825" y="3162300"/>
                </a:lnTo>
                <a:lnTo>
                  <a:pt x="1638300" y="3162300"/>
                </a:lnTo>
                <a:lnTo>
                  <a:pt x="1638300" y="3171825"/>
                </a:lnTo>
                <a:lnTo>
                  <a:pt x="1619250" y="3171825"/>
                </a:lnTo>
                <a:close/>
                <a:moveTo>
                  <a:pt x="1257300" y="3171825"/>
                </a:moveTo>
                <a:lnTo>
                  <a:pt x="1266825" y="3171825"/>
                </a:lnTo>
                <a:lnTo>
                  <a:pt x="1266825" y="3181350"/>
                </a:lnTo>
                <a:lnTo>
                  <a:pt x="1276350" y="3181350"/>
                </a:lnTo>
                <a:lnTo>
                  <a:pt x="1276350" y="3190875"/>
                </a:lnTo>
                <a:lnTo>
                  <a:pt x="1257300" y="3190875"/>
                </a:lnTo>
                <a:close/>
                <a:moveTo>
                  <a:pt x="1657350" y="3171825"/>
                </a:moveTo>
                <a:lnTo>
                  <a:pt x="1685925" y="3171825"/>
                </a:lnTo>
                <a:lnTo>
                  <a:pt x="1685925" y="3181350"/>
                </a:lnTo>
                <a:lnTo>
                  <a:pt x="1676400" y="3181350"/>
                </a:lnTo>
                <a:lnTo>
                  <a:pt x="1676400" y="3190875"/>
                </a:lnTo>
                <a:lnTo>
                  <a:pt x="1666875" y="3190875"/>
                </a:lnTo>
                <a:lnTo>
                  <a:pt x="1666875" y="3181350"/>
                </a:lnTo>
                <a:lnTo>
                  <a:pt x="1657350" y="3181350"/>
                </a:lnTo>
                <a:close/>
                <a:moveTo>
                  <a:pt x="400050" y="3181350"/>
                </a:moveTo>
                <a:lnTo>
                  <a:pt x="409575" y="3181350"/>
                </a:lnTo>
                <a:lnTo>
                  <a:pt x="409575" y="3190875"/>
                </a:lnTo>
                <a:lnTo>
                  <a:pt x="419100" y="3190875"/>
                </a:lnTo>
                <a:lnTo>
                  <a:pt x="419100" y="3209925"/>
                </a:lnTo>
                <a:lnTo>
                  <a:pt x="400050" y="3209925"/>
                </a:lnTo>
                <a:lnTo>
                  <a:pt x="400050" y="3200400"/>
                </a:lnTo>
                <a:lnTo>
                  <a:pt x="381000" y="3200400"/>
                </a:lnTo>
                <a:lnTo>
                  <a:pt x="381000" y="3190875"/>
                </a:lnTo>
                <a:lnTo>
                  <a:pt x="400050" y="3190875"/>
                </a:lnTo>
                <a:close/>
                <a:moveTo>
                  <a:pt x="857250" y="3181350"/>
                </a:moveTo>
                <a:lnTo>
                  <a:pt x="876300" y="3181350"/>
                </a:lnTo>
                <a:lnTo>
                  <a:pt x="876300" y="3190875"/>
                </a:lnTo>
                <a:lnTo>
                  <a:pt x="857250" y="3190875"/>
                </a:lnTo>
                <a:close/>
                <a:moveTo>
                  <a:pt x="1285875" y="3181350"/>
                </a:moveTo>
                <a:lnTo>
                  <a:pt x="1304925" y="3181350"/>
                </a:lnTo>
                <a:lnTo>
                  <a:pt x="1304925" y="3190875"/>
                </a:lnTo>
                <a:lnTo>
                  <a:pt x="1285875" y="3190875"/>
                </a:lnTo>
                <a:close/>
                <a:moveTo>
                  <a:pt x="1504950" y="3181350"/>
                </a:moveTo>
                <a:lnTo>
                  <a:pt x="1543050" y="3181350"/>
                </a:lnTo>
                <a:lnTo>
                  <a:pt x="1543050" y="3200400"/>
                </a:lnTo>
                <a:lnTo>
                  <a:pt x="1524000" y="3200400"/>
                </a:lnTo>
                <a:lnTo>
                  <a:pt x="1524000" y="3209925"/>
                </a:lnTo>
                <a:lnTo>
                  <a:pt x="1495425" y="3209925"/>
                </a:lnTo>
                <a:lnTo>
                  <a:pt x="1495425" y="3200400"/>
                </a:lnTo>
                <a:lnTo>
                  <a:pt x="1504950" y="3200400"/>
                </a:lnTo>
                <a:close/>
                <a:moveTo>
                  <a:pt x="1866900" y="3190875"/>
                </a:moveTo>
                <a:lnTo>
                  <a:pt x="1876425" y="3190875"/>
                </a:lnTo>
                <a:lnTo>
                  <a:pt x="1876425" y="3200400"/>
                </a:lnTo>
                <a:lnTo>
                  <a:pt x="1866900" y="3200400"/>
                </a:lnTo>
                <a:close/>
                <a:moveTo>
                  <a:pt x="1381125" y="3209925"/>
                </a:moveTo>
                <a:lnTo>
                  <a:pt x="1400175" y="3209925"/>
                </a:lnTo>
                <a:lnTo>
                  <a:pt x="1400175" y="3228975"/>
                </a:lnTo>
                <a:lnTo>
                  <a:pt x="1390650" y="3228975"/>
                </a:lnTo>
                <a:lnTo>
                  <a:pt x="1390650" y="3238500"/>
                </a:lnTo>
                <a:lnTo>
                  <a:pt x="1381125" y="3238500"/>
                </a:lnTo>
                <a:close/>
                <a:moveTo>
                  <a:pt x="1485900" y="3209925"/>
                </a:moveTo>
                <a:lnTo>
                  <a:pt x="1495425" y="3209925"/>
                </a:lnTo>
                <a:lnTo>
                  <a:pt x="1495425" y="3228975"/>
                </a:lnTo>
                <a:lnTo>
                  <a:pt x="1485900" y="3228975"/>
                </a:lnTo>
                <a:lnTo>
                  <a:pt x="1485900" y="3238500"/>
                </a:lnTo>
                <a:lnTo>
                  <a:pt x="1476375" y="3238500"/>
                </a:lnTo>
                <a:lnTo>
                  <a:pt x="1476375" y="3219450"/>
                </a:lnTo>
                <a:lnTo>
                  <a:pt x="1485900" y="3219450"/>
                </a:lnTo>
                <a:close/>
                <a:moveTo>
                  <a:pt x="323850" y="3219450"/>
                </a:moveTo>
                <a:lnTo>
                  <a:pt x="333375" y="3219450"/>
                </a:lnTo>
                <a:lnTo>
                  <a:pt x="333375" y="3228975"/>
                </a:lnTo>
                <a:lnTo>
                  <a:pt x="323850" y="3228975"/>
                </a:lnTo>
                <a:close/>
                <a:moveTo>
                  <a:pt x="342900" y="3219450"/>
                </a:moveTo>
                <a:lnTo>
                  <a:pt x="352425" y="3219450"/>
                </a:lnTo>
                <a:lnTo>
                  <a:pt x="352425" y="3228975"/>
                </a:lnTo>
                <a:lnTo>
                  <a:pt x="361950" y="3228975"/>
                </a:lnTo>
                <a:lnTo>
                  <a:pt x="361950" y="3238500"/>
                </a:lnTo>
                <a:lnTo>
                  <a:pt x="342900" y="3238500"/>
                </a:lnTo>
                <a:close/>
                <a:moveTo>
                  <a:pt x="381000" y="3219450"/>
                </a:moveTo>
                <a:lnTo>
                  <a:pt x="390525" y="3219450"/>
                </a:lnTo>
                <a:lnTo>
                  <a:pt x="390525" y="3228975"/>
                </a:lnTo>
                <a:lnTo>
                  <a:pt x="381000" y="3228975"/>
                </a:lnTo>
                <a:close/>
                <a:moveTo>
                  <a:pt x="466725" y="3219450"/>
                </a:moveTo>
                <a:lnTo>
                  <a:pt x="476250" y="3219450"/>
                </a:lnTo>
                <a:lnTo>
                  <a:pt x="476250" y="3228975"/>
                </a:lnTo>
                <a:lnTo>
                  <a:pt x="466725" y="3228975"/>
                </a:lnTo>
                <a:close/>
                <a:moveTo>
                  <a:pt x="1047750" y="3228975"/>
                </a:moveTo>
                <a:lnTo>
                  <a:pt x="1057275" y="3228975"/>
                </a:lnTo>
                <a:lnTo>
                  <a:pt x="1057275" y="3238500"/>
                </a:lnTo>
                <a:lnTo>
                  <a:pt x="1066800" y="3238500"/>
                </a:lnTo>
                <a:lnTo>
                  <a:pt x="1066800" y="3248025"/>
                </a:lnTo>
                <a:lnTo>
                  <a:pt x="1076325" y="3248025"/>
                </a:lnTo>
                <a:lnTo>
                  <a:pt x="1076325" y="3276600"/>
                </a:lnTo>
                <a:lnTo>
                  <a:pt x="1066800" y="3276600"/>
                </a:lnTo>
                <a:lnTo>
                  <a:pt x="1066800" y="3267075"/>
                </a:lnTo>
                <a:lnTo>
                  <a:pt x="1057275" y="3267075"/>
                </a:lnTo>
                <a:lnTo>
                  <a:pt x="1057275" y="3257550"/>
                </a:lnTo>
                <a:lnTo>
                  <a:pt x="1038225" y="3257550"/>
                </a:lnTo>
                <a:lnTo>
                  <a:pt x="1038225" y="3276600"/>
                </a:lnTo>
                <a:lnTo>
                  <a:pt x="1057275" y="3276600"/>
                </a:lnTo>
                <a:lnTo>
                  <a:pt x="1057275" y="3286125"/>
                </a:lnTo>
                <a:lnTo>
                  <a:pt x="1066800" y="3286125"/>
                </a:lnTo>
                <a:lnTo>
                  <a:pt x="1066800" y="3314700"/>
                </a:lnTo>
                <a:lnTo>
                  <a:pt x="1038225" y="3314700"/>
                </a:lnTo>
                <a:lnTo>
                  <a:pt x="1038225" y="3324225"/>
                </a:lnTo>
                <a:lnTo>
                  <a:pt x="1019175" y="3324225"/>
                </a:lnTo>
                <a:lnTo>
                  <a:pt x="1019175" y="3305175"/>
                </a:lnTo>
                <a:lnTo>
                  <a:pt x="1009650" y="3305175"/>
                </a:lnTo>
                <a:lnTo>
                  <a:pt x="1009650" y="3286125"/>
                </a:lnTo>
                <a:lnTo>
                  <a:pt x="1000125" y="3286125"/>
                </a:lnTo>
                <a:lnTo>
                  <a:pt x="1000125" y="3276600"/>
                </a:lnTo>
                <a:lnTo>
                  <a:pt x="1009650" y="3276600"/>
                </a:lnTo>
                <a:lnTo>
                  <a:pt x="1009650" y="3257550"/>
                </a:lnTo>
                <a:lnTo>
                  <a:pt x="990600" y="3257550"/>
                </a:lnTo>
                <a:lnTo>
                  <a:pt x="990600" y="3238500"/>
                </a:lnTo>
                <a:lnTo>
                  <a:pt x="1019175" y="3238500"/>
                </a:lnTo>
                <a:lnTo>
                  <a:pt x="1019175" y="3248025"/>
                </a:lnTo>
                <a:lnTo>
                  <a:pt x="1038225" y="3248025"/>
                </a:lnTo>
                <a:lnTo>
                  <a:pt x="1038225" y="3238500"/>
                </a:lnTo>
                <a:lnTo>
                  <a:pt x="1047750" y="3238500"/>
                </a:lnTo>
                <a:close/>
                <a:moveTo>
                  <a:pt x="495300" y="3248025"/>
                </a:moveTo>
                <a:lnTo>
                  <a:pt x="542925" y="3248025"/>
                </a:lnTo>
                <a:lnTo>
                  <a:pt x="542925" y="3257550"/>
                </a:lnTo>
                <a:lnTo>
                  <a:pt x="495300" y="3257550"/>
                </a:lnTo>
                <a:close/>
                <a:moveTo>
                  <a:pt x="847725" y="3257550"/>
                </a:moveTo>
                <a:lnTo>
                  <a:pt x="857250" y="3257550"/>
                </a:lnTo>
                <a:lnTo>
                  <a:pt x="857250" y="3267075"/>
                </a:lnTo>
                <a:lnTo>
                  <a:pt x="847725" y="3267075"/>
                </a:lnTo>
                <a:close/>
                <a:moveTo>
                  <a:pt x="1171575" y="3257550"/>
                </a:moveTo>
                <a:lnTo>
                  <a:pt x="1200150" y="3257550"/>
                </a:lnTo>
                <a:lnTo>
                  <a:pt x="1200150" y="3276600"/>
                </a:lnTo>
                <a:lnTo>
                  <a:pt x="1190625" y="3276600"/>
                </a:lnTo>
                <a:lnTo>
                  <a:pt x="1190625" y="3286125"/>
                </a:lnTo>
                <a:lnTo>
                  <a:pt x="1181100" y="3286125"/>
                </a:lnTo>
                <a:lnTo>
                  <a:pt x="1181100" y="3276600"/>
                </a:lnTo>
                <a:lnTo>
                  <a:pt x="1171575" y="3276600"/>
                </a:lnTo>
                <a:close/>
                <a:moveTo>
                  <a:pt x="771525" y="3267075"/>
                </a:moveTo>
                <a:lnTo>
                  <a:pt x="781050" y="3267075"/>
                </a:lnTo>
                <a:lnTo>
                  <a:pt x="781050" y="3276600"/>
                </a:lnTo>
                <a:lnTo>
                  <a:pt x="771525" y="3276600"/>
                </a:lnTo>
                <a:close/>
                <a:moveTo>
                  <a:pt x="971550" y="3267075"/>
                </a:moveTo>
                <a:lnTo>
                  <a:pt x="981075" y="3267075"/>
                </a:lnTo>
                <a:lnTo>
                  <a:pt x="981075" y="3276600"/>
                </a:lnTo>
                <a:lnTo>
                  <a:pt x="971550" y="3276600"/>
                </a:lnTo>
                <a:close/>
                <a:moveTo>
                  <a:pt x="628650" y="3286125"/>
                </a:moveTo>
                <a:lnTo>
                  <a:pt x="638175" y="3286125"/>
                </a:lnTo>
                <a:lnTo>
                  <a:pt x="638175" y="3305175"/>
                </a:lnTo>
                <a:lnTo>
                  <a:pt x="628650" y="3305175"/>
                </a:lnTo>
                <a:close/>
                <a:moveTo>
                  <a:pt x="1238250" y="3286125"/>
                </a:moveTo>
                <a:lnTo>
                  <a:pt x="1257300" y="3286125"/>
                </a:lnTo>
                <a:lnTo>
                  <a:pt x="1257300" y="3295650"/>
                </a:lnTo>
                <a:lnTo>
                  <a:pt x="1247775" y="3295650"/>
                </a:lnTo>
                <a:lnTo>
                  <a:pt x="1247775" y="3305175"/>
                </a:lnTo>
                <a:lnTo>
                  <a:pt x="1238250" y="3305175"/>
                </a:lnTo>
                <a:close/>
                <a:moveTo>
                  <a:pt x="1114425" y="3324225"/>
                </a:moveTo>
                <a:lnTo>
                  <a:pt x="1123950" y="3324225"/>
                </a:lnTo>
                <a:lnTo>
                  <a:pt x="1123950" y="3333750"/>
                </a:lnTo>
                <a:lnTo>
                  <a:pt x="1114425" y="3333750"/>
                </a:lnTo>
                <a:close/>
                <a:moveTo>
                  <a:pt x="1019175" y="3343275"/>
                </a:moveTo>
                <a:lnTo>
                  <a:pt x="1047750" y="3343275"/>
                </a:lnTo>
                <a:lnTo>
                  <a:pt x="1047750" y="3371850"/>
                </a:lnTo>
                <a:lnTo>
                  <a:pt x="1057275" y="3371850"/>
                </a:lnTo>
                <a:lnTo>
                  <a:pt x="1057275" y="3381375"/>
                </a:lnTo>
                <a:lnTo>
                  <a:pt x="1066800" y="3381375"/>
                </a:lnTo>
                <a:lnTo>
                  <a:pt x="1066800" y="3390900"/>
                </a:lnTo>
                <a:lnTo>
                  <a:pt x="1076325" y="3390900"/>
                </a:lnTo>
                <a:lnTo>
                  <a:pt x="1076325" y="3400425"/>
                </a:lnTo>
                <a:lnTo>
                  <a:pt x="1085850" y="3400425"/>
                </a:lnTo>
                <a:lnTo>
                  <a:pt x="1085850" y="3409950"/>
                </a:lnTo>
                <a:lnTo>
                  <a:pt x="1066800" y="3409950"/>
                </a:lnTo>
                <a:lnTo>
                  <a:pt x="1066800" y="3419475"/>
                </a:lnTo>
                <a:lnTo>
                  <a:pt x="1047750" y="3419475"/>
                </a:lnTo>
                <a:lnTo>
                  <a:pt x="1047750" y="3438525"/>
                </a:lnTo>
                <a:lnTo>
                  <a:pt x="1038225" y="3438525"/>
                </a:lnTo>
                <a:lnTo>
                  <a:pt x="1038225" y="3409950"/>
                </a:lnTo>
                <a:lnTo>
                  <a:pt x="1028700" y="3409950"/>
                </a:lnTo>
                <a:lnTo>
                  <a:pt x="1028700" y="3390900"/>
                </a:lnTo>
                <a:lnTo>
                  <a:pt x="1019175" y="3390900"/>
                </a:lnTo>
                <a:close/>
                <a:moveTo>
                  <a:pt x="1123950" y="3343275"/>
                </a:moveTo>
                <a:lnTo>
                  <a:pt x="1133475" y="3343275"/>
                </a:lnTo>
                <a:lnTo>
                  <a:pt x="1133475" y="3352800"/>
                </a:lnTo>
                <a:lnTo>
                  <a:pt x="1143000" y="3352800"/>
                </a:lnTo>
                <a:lnTo>
                  <a:pt x="1143000" y="3362325"/>
                </a:lnTo>
                <a:lnTo>
                  <a:pt x="1152525" y="3362325"/>
                </a:lnTo>
                <a:lnTo>
                  <a:pt x="1152525" y="3409950"/>
                </a:lnTo>
                <a:lnTo>
                  <a:pt x="1133475" y="3409950"/>
                </a:lnTo>
                <a:lnTo>
                  <a:pt x="1133475" y="3400425"/>
                </a:lnTo>
                <a:lnTo>
                  <a:pt x="1123950" y="3400425"/>
                </a:lnTo>
                <a:lnTo>
                  <a:pt x="1123950" y="3381375"/>
                </a:lnTo>
                <a:lnTo>
                  <a:pt x="1133475" y="3381375"/>
                </a:lnTo>
                <a:lnTo>
                  <a:pt x="1133475" y="3362325"/>
                </a:lnTo>
                <a:lnTo>
                  <a:pt x="1123950" y="3362325"/>
                </a:lnTo>
                <a:close/>
                <a:moveTo>
                  <a:pt x="1247775" y="3343275"/>
                </a:moveTo>
                <a:lnTo>
                  <a:pt x="1266825" y="3343275"/>
                </a:lnTo>
                <a:lnTo>
                  <a:pt x="1266825" y="3352800"/>
                </a:lnTo>
                <a:lnTo>
                  <a:pt x="1247775" y="3352800"/>
                </a:lnTo>
                <a:close/>
                <a:moveTo>
                  <a:pt x="1266825" y="3362325"/>
                </a:moveTo>
                <a:lnTo>
                  <a:pt x="1285875" y="3362325"/>
                </a:lnTo>
                <a:lnTo>
                  <a:pt x="1285875" y="3371850"/>
                </a:lnTo>
                <a:lnTo>
                  <a:pt x="1276350" y="3371850"/>
                </a:lnTo>
                <a:lnTo>
                  <a:pt x="1276350" y="3390900"/>
                </a:lnTo>
                <a:lnTo>
                  <a:pt x="1257300" y="3390900"/>
                </a:lnTo>
                <a:lnTo>
                  <a:pt x="1257300" y="3400425"/>
                </a:lnTo>
                <a:lnTo>
                  <a:pt x="1247775" y="3400425"/>
                </a:lnTo>
                <a:lnTo>
                  <a:pt x="1247775" y="3381375"/>
                </a:lnTo>
                <a:lnTo>
                  <a:pt x="1257300" y="3381375"/>
                </a:lnTo>
                <a:lnTo>
                  <a:pt x="1257300" y="3371850"/>
                </a:lnTo>
                <a:lnTo>
                  <a:pt x="1266825" y="3371850"/>
                </a:lnTo>
                <a:close/>
                <a:moveTo>
                  <a:pt x="304800" y="3371850"/>
                </a:moveTo>
                <a:lnTo>
                  <a:pt x="314325" y="3371850"/>
                </a:lnTo>
                <a:lnTo>
                  <a:pt x="314325" y="3381375"/>
                </a:lnTo>
                <a:lnTo>
                  <a:pt x="323850" y="3381375"/>
                </a:lnTo>
                <a:lnTo>
                  <a:pt x="323850" y="3409950"/>
                </a:lnTo>
                <a:lnTo>
                  <a:pt x="314325" y="3409950"/>
                </a:lnTo>
                <a:lnTo>
                  <a:pt x="314325" y="3390900"/>
                </a:lnTo>
                <a:lnTo>
                  <a:pt x="304800" y="3390900"/>
                </a:lnTo>
                <a:close/>
                <a:moveTo>
                  <a:pt x="695325" y="3371850"/>
                </a:moveTo>
                <a:lnTo>
                  <a:pt x="704850" y="3371850"/>
                </a:lnTo>
                <a:lnTo>
                  <a:pt x="704850" y="3381375"/>
                </a:lnTo>
                <a:lnTo>
                  <a:pt x="695325" y="3381375"/>
                </a:lnTo>
                <a:close/>
                <a:moveTo>
                  <a:pt x="1228725" y="3400425"/>
                </a:moveTo>
                <a:lnTo>
                  <a:pt x="1238250" y="3400425"/>
                </a:lnTo>
                <a:lnTo>
                  <a:pt x="1238250" y="3409950"/>
                </a:lnTo>
                <a:lnTo>
                  <a:pt x="1228725" y="3409950"/>
                </a:lnTo>
                <a:close/>
                <a:moveTo>
                  <a:pt x="857250" y="3409950"/>
                </a:moveTo>
                <a:lnTo>
                  <a:pt x="866775" y="3409950"/>
                </a:lnTo>
                <a:lnTo>
                  <a:pt x="866775" y="3429000"/>
                </a:lnTo>
                <a:lnTo>
                  <a:pt x="847725" y="3429000"/>
                </a:lnTo>
                <a:lnTo>
                  <a:pt x="847725" y="3419475"/>
                </a:lnTo>
                <a:lnTo>
                  <a:pt x="857250" y="3419475"/>
                </a:lnTo>
                <a:close/>
                <a:moveTo>
                  <a:pt x="904875" y="3409950"/>
                </a:moveTo>
                <a:lnTo>
                  <a:pt x="933450" y="3409950"/>
                </a:lnTo>
                <a:lnTo>
                  <a:pt x="933450" y="3419475"/>
                </a:lnTo>
                <a:lnTo>
                  <a:pt x="914400" y="3419475"/>
                </a:lnTo>
                <a:lnTo>
                  <a:pt x="914400" y="3429000"/>
                </a:lnTo>
                <a:lnTo>
                  <a:pt x="895350" y="3429000"/>
                </a:lnTo>
                <a:lnTo>
                  <a:pt x="895350" y="3419475"/>
                </a:lnTo>
                <a:lnTo>
                  <a:pt x="904875" y="3419475"/>
                </a:lnTo>
                <a:close/>
                <a:moveTo>
                  <a:pt x="1095375" y="3409950"/>
                </a:moveTo>
                <a:lnTo>
                  <a:pt x="1104900" y="3409950"/>
                </a:lnTo>
                <a:lnTo>
                  <a:pt x="1104900" y="3429000"/>
                </a:lnTo>
                <a:lnTo>
                  <a:pt x="1085850" y="3429000"/>
                </a:lnTo>
                <a:lnTo>
                  <a:pt x="1085850" y="3419475"/>
                </a:lnTo>
                <a:lnTo>
                  <a:pt x="1095375" y="3419475"/>
                </a:lnTo>
                <a:close/>
                <a:moveTo>
                  <a:pt x="676275" y="3419475"/>
                </a:moveTo>
                <a:lnTo>
                  <a:pt x="685800" y="3419475"/>
                </a:lnTo>
                <a:lnTo>
                  <a:pt x="685800" y="3429000"/>
                </a:lnTo>
                <a:lnTo>
                  <a:pt x="676275" y="3429000"/>
                </a:lnTo>
                <a:close/>
                <a:moveTo>
                  <a:pt x="781050" y="3419475"/>
                </a:moveTo>
                <a:lnTo>
                  <a:pt x="790575" y="3419475"/>
                </a:lnTo>
                <a:lnTo>
                  <a:pt x="790575" y="3438525"/>
                </a:lnTo>
                <a:lnTo>
                  <a:pt x="819150" y="3438525"/>
                </a:lnTo>
                <a:lnTo>
                  <a:pt x="819150" y="3448050"/>
                </a:lnTo>
                <a:lnTo>
                  <a:pt x="762000" y="3448050"/>
                </a:lnTo>
                <a:lnTo>
                  <a:pt x="762000" y="3429000"/>
                </a:lnTo>
                <a:lnTo>
                  <a:pt x="781050" y="3429000"/>
                </a:lnTo>
                <a:close/>
                <a:moveTo>
                  <a:pt x="828675" y="3419475"/>
                </a:moveTo>
                <a:lnTo>
                  <a:pt x="838200" y="3419475"/>
                </a:lnTo>
                <a:lnTo>
                  <a:pt x="838200" y="3429000"/>
                </a:lnTo>
                <a:lnTo>
                  <a:pt x="828675" y="3429000"/>
                </a:lnTo>
                <a:close/>
                <a:moveTo>
                  <a:pt x="942975" y="3419475"/>
                </a:moveTo>
                <a:lnTo>
                  <a:pt x="952500" y="3419475"/>
                </a:lnTo>
                <a:lnTo>
                  <a:pt x="952500" y="3429000"/>
                </a:lnTo>
                <a:lnTo>
                  <a:pt x="1009650" y="3429000"/>
                </a:lnTo>
                <a:lnTo>
                  <a:pt x="1009650" y="3438525"/>
                </a:lnTo>
                <a:lnTo>
                  <a:pt x="952500" y="3438525"/>
                </a:lnTo>
                <a:lnTo>
                  <a:pt x="952500" y="3448050"/>
                </a:lnTo>
                <a:lnTo>
                  <a:pt x="923925" y="3448050"/>
                </a:lnTo>
                <a:lnTo>
                  <a:pt x="923925" y="3438525"/>
                </a:lnTo>
                <a:lnTo>
                  <a:pt x="914400" y="3438525"/>
                </a:lnTo>
                <a:lnTo>
                  <a:pt x="914400" y="3429000"/>
                </a:lnTo>
                <a:lnTo>
                  <a:pt x="942975" y="3429000"/>
                </a:lnTo>
                <a:close/>
                <a:moveTo>
                  <a:pt x="409575" y="3429000"/>
                </a:moveTo>
                <a:lnTo>
                  <a:pt x="419100" y="3429000"/>
                </a:lnTo>
                <a:lnTo>
                  <a:pt x="419100" y="3438525"/>
                </a:lnTo>
                <a:lnTo>
                  <a:pt x="409575" y="3438525"/>
                </a:lnTo>
                <a:close/>
                <a:moveTo>
                  <a:pt x="866775" y="3429000"/>
                </a:moveTo>
                <a:lnTo>
                  <a:pt x="885825" y="3429000"/>
                </a:lnTo>
                <a:lnTo>
                  <a:pt x="885825" y="3438525"/>
                </a:lnTo>
                <a:lnTo>
                  <a:pt x="866775" y="3438525"/>
                </a:lnTo>
                <a:close/>
                <a:moveTo>
                  <a:pt x="419100" y="3438525"/>
                </a:moveTo>
                <a:lnTo>
                  <a:pt x="428625" y="3438525"/>
                </a:lnTo>
                <a:lnTo>
                  <a:pt x="428625" y="3448050"/>
                </a:lnTo>
                <a:lnTo>
                  <a:pt x="419100" y="3448050"/>
                </a:lnTo>
                <a:close/>
                <a:moveTo>
                  <a:pt x="314325" y="3448050"/>
                </a:moveTo>
                <a:lnTo>
                  <a:pt x="333375" y="3448050"/>
                </a:lnTo>
                <a:lnTo>
                  <a:pt x="333375" y="3457575"/>
                </a:lnTo>
                <a:lnTo>
                  <a:pt x="352425" y="3457575"/>
                </a:lnTo>
                <a:lnTo>
                  <a:pt x="352425" y="3467100"/>
                </a:lnTo>
                <a:lnTo>
                  <a:pt x="342900" y="3467100"/>
                </a:lnTo>
                <a:lnTo>
                  <a:pt x="342900" y="3476625"/>
                </a:lnTo>
                <a:lnTo>
                  <a:pt x="333375" y="3476625"/>
                </a:lnTo>
                <a:lnTo>
                  <a:pt x="333375" y="3533775"/>
                </a:lnTo>
                <a:lnTo>
                  <a:pt x="323850" y="3533775"/>
                </a:lnTo>
                <a:lnTo>
                  <a:pt x="323850" y="3467100"/>
                </a:lnTo>
                <a:lnTo>
                  <a:pt x="314325" y="3467100"/>
                </a:lnTo>
                <a:close/>
                <a:moveTo>
                  <a:pt x="428625" y="3448050"/>
                </a:moveTo>
                <a:lnTo>
                  <a:pt x="438150" y="3448050"/>
                </a:lnTo>
                <a:lnTo>
                  <a:pt x="438150" y="3457575"/>
                </a:lnTo>
                <a:lnTo>
                  <a:pt x="428625" y="3457575"/>
                </a:lnTo>
                <a:close/>
                <a:moveTo>
                  <a:pt x="1104900" y="3448050"/>
                </a:moveTo>
                <a:lnTo>
                  <a:pt x="1133475" y="3448050"/>
                </a:lnTo>
                <a:lnTo>
                  <a:pt x="1133475" y="3476625"/>
                </a:lnTo>
                <a:lnTo>
                  <a:pt x="1104900" y="3476625"/>
                </a:lnTo>
                <a:close/>
                <a:moveTo>
                  <a:pt x="1628775" y="3448050"/>
                </a:moveTo>
                <a:lnTo>
                  <a:pt x="1647825" y="3448050"/>
                </a:lnTo>
                <a:lnTo>
                  <a:pt x="1647825" y="3457575"/>
                </a:lnTo>
                <a:lnTo>
                  <a:pt x="1628775" y="3457575"/>
                </a:lnTo>
                <a:close/>
                <a:moveTo>
                  <a:pt x="438150" y="3457575"/>
                </a:moveTo>
                <a:lnTo>
                  <a:pt x="447675" y="3457575"/>
                </a:lnTo>
                <a:lnTo>
                  <a:pt x="447675" y="3467100"/>
                </a:lnTo>
                <a:lnTo>
                  <a:pt x="438150" y="3467100"/>
                </a:lnTo>
                <a:close/>
                <a:moveTo>
                  <a:pt x="447675" y="3467100"/>
                </a:moveTo>
                <a:lnTo>
                  <a:pt x="466725" y="3467100"/>
                </a:lnTo>
                <a:lnTo>
                  <a:pt x="466725" y="3476625"/>
                </a:lnTo>
                <a:lnTo>
                  <a:pt x="447675" y="3476625"/>
                </a:lnTo>
                <a:close/>
                <a:moveTo>
                  <a:pt x="885825" y="3467100"/>
                </a:moveTo>
                <a:lnTo>
                  <a:pt x="895350" y="3467100"/>
                </a:lnTo>
                <a:lnTo>
                  <a:pt x="895350" y="3476625"/>
                </a:lnTo>
                <a:lnTo>
                  <a:pt x="885825" y="3476625"/>
                </a:lnTo>
                <a:close/>
                <a:moveTo>
                  <a:pt x="1162050" y="3467100"/>
                </a:moveTo>
                <a:lnTo>
                  <a:pt x="1190625" y="3467100"/>
                </a:lnTo>
                <a:lnTo>
                  <a:pt x="1190625" y="3476625"/>
                </a:lnTo>
                <a:lnTo>
                  <a:pt x="1209675" y="3476625"/>
                </a:lnTo>
                <a:lnTo>
                  <a:pt x="1209675" y="3486150"/>
                </a:lnTo>
                <a:lnTo>
                  <a:pt x="1228725" y="3486150"/>
                </a:lnTo>
                <a:lnTo>
                  <a:pt x="1228725" y="3495675"/>
                </a:lnTo>
                <a:lnTo>
                  <a:pt x="1219200" y="3495675"/>
                </a:lnTo>
                <a:lnTo>
                  <a:pt x="1219200" y="3505200"/>
                </a:lnTo>
                <a:lnTo>
                  <a:pt x="1209675" y="3505200"/>
                </a:lnTo>
                <a:lnTo>
                  <a:pt x="1209675" y="3524250"/>
                </a:lnTo>
                <a:lnTo>
                  <a:pt x="1190625" y="3524250"/>
                </a:lnTo>
                <a:lnTo>
                  <a:pt x="1190625" y="3495675"/>
                </a:lnTo>
                <a:lnTo>
                  <a:pt x="1171575" y="3495675"/>
                </a:lnTo>
                <a:lnTo>
                  <a:pt x="1171575" y="3486150"/>
                </a:lnTo>
                <a:lnTo>
                  <a:pt x="1162050" y="3486150"/>
                </a:lnTo>
                <a:lnTo>
                  <a:pt x="1162050" y="3495675"/>
                </a:lnTo>
                <a:lnTo>
                  <a:pt x="1133475" y="3495675"/>
                </a:lnTo>
                <a:lnTo>
                  <a:pt x="1133475" y="3476625"/>
                </a:lnTo>
                <a:lnTo>
                  <a:pt x="1162050" y="3476625"/>
                </a:lnTo>
                <a:close/>
                <a:moveTo>
                  <a:pt x="962025" y="3476625"/>
                </a:moveTo>
                <a:lnTo>
                  <a:pt x="981075" y="3476625"/>
                </a:lnTo>
                <a:lnTo>
                  <a:pt x="981075" y="3486150"/>
                </a:lnTo>
                <a:lnTo>
                  <a:pt x="962025" y="3486150"/>
                </a:lnTo>
                <a:close/>
                <a:moveTo>
                  <a:pt x="1514475" y="3476625"/>
                </a:moveTo>
                <a:lnTo>
                  <a:pt x="1533525" y="3476625"/>
                </a:lnTo>
                <a:lnTo>
                  <a:pt x="1533525" y="3495675"/>
                </a:lnTo>
                <a:lnTo>
                  <a:pt x="1514475" y="3495675"/>
                </a:lnTo>
                <a:lnTo>
                  <a:pt x="1514475" y="3505200"/>
                </a:lnTo>
                <a:lnTo>
                  <a:pt x="1504950" y="3505200"/>
                </a:lnTo>
                <a:lnTo>
                  <a:pt x="1504950" y="3486150"/>
                </a:lnTo>
                <a:lnTo>
                  <a:pt x="1514475" y="3486150"/>
                </a:lnTo>
                <a:close/>
                <a:moveTo>
                  <a:pt x="1047750" y="3486150"/>
                </a:moveTo>
                <a:lnTo>
                  <a:pt x="1057275" y="3486150"/>
                </a:lnTo>
                <a:lnTo>
                  <a:pt x="1057275" y="3495675"/>
                </a:lnTo>
                <a:lnTo>
                  <a:pt x="1047750" y="3495675"/>
                </a:lnTo>
                <a:close/>
                <a:moveTo>
                  <a:pt x="457200" y="3495675"/>
                </a:moveTo>
                <a:lnTo>
                  <a:pt x="476250" y="3495675"/>
                </a:lnTo>
                <a:lnTo>
                  <a:pt x="476250" y="3505200"/>
                </a:lnTo>
                <a:lnTo>
                  <a:pt x="457200" y="3505200"/>
                </a:lnTo>
                <a:close/>
                <a:moveTo>
                  <a:pt x="885825" y="3495675"/>
                </a:moveTo>
                <a:lnTo>
                  <a:pt x="904875" y="3495675"/>
                </a:lnTo>
                <a:lnTo>
                  <a:pt x="904875" y="3505200"/>
                </a:lnTo>
                <a:lnTo>
                  <a:pt x="885825" y="3505200"/>
                </a:lnTo>
                <a:close/>
                <a:moveTo>
                  <a:pt x="933450" y="3495675"/>
                </a:moveTo>
                <a:lnTo>
                  <a:pt x="952500" y="3495675"/>
                </a:lnTo>
                <a:lnTo>
                  <a:pt x="952500" y="3514725"/>
                </a:lnTo>
                <a:lnTo>
                  <a:pt x="942975" y="3514725"/>
                </a:lnTo>
                <a:lnTo>
                  <a:pt x="942975" y="3524250"/>
                </a:lnTo>
                <a:lnTo>
                  <a:pt x="904875" y="3524250"/>
                </a:lnTo>
                <a:lnTo>
                  <a:pt x="904875" y="3514725"/>
                </a:lnTo>
                <a:lnTo>
                  <a:pt x="933450" y="3514725"/>
                </a:lnTo>
                <a:close/>
                <a:moveTo>
                  <a:pt x="438150" y="3505200"/>
                </a:moveTo>
                <a:lnTo>
                  <a:pt x="447675" y="3505200"/>
                </a:lnTo>
                <a:lnTo>
                  <a:pt x="447675" y="3514725"/>
                </a:lnTo>
                <a:lnTo>
                  <a:pt x="438150" y="3514725"/>
                </a:lnTo>
                <a:close/>
                <a:moveTo>
                  <a:pt x="704850" y="3505200"/>
                </a:moveTo>
                <a:lnTo>
                  <a:pt x="714375" y="3505200"/>
                </a:lnTo>
                <a:lnTo>
                  <a:pt x="714375" y="3514725"/>
                </a:lnTo>
                <a:lnTo>
                  <a:pt x="704850" y="3514725"/>
                </a:lnTo>
                <a:close/>
                <a:moveTo>
                  <a:pt x="714375" y="3514725"/>
                </a:moveTo>
                <a:lnTo>
                  <a:pt x="723900" y="3514725"/>
                </a:lnTo>
                <a:lnTo>
                  <a:pt x="723900" y="3533775"/>
                </a:lnTo>
                <a:lnTo>
                  <a:pt x="714375" y="3533775"/>
                </a:lnTo>
                <a:close/>
                <a:moveTo>
                  <a:pt x="971550" y="3524250"/>
                </a:moveTo>
                <a:lnTo>
                  <a:pt x="981075" y="3524250"/>
                </a:lnTo>
                <a:lnTo>
                  <a:pt x="981075" y="3533775"/>
                </a:lnTo>
                <a:lnTo>
                  <a:pt x="971550" y="3533775"/>
                </a:lnTo>
                <a:close/>
                <a:moveTo>
                  <a:pt x="428625" y="3543300"/>
                </a:moveTo>
                <a:lnTo>
                  <a:pt x="438150" y="3543300"/>
                </a:lnTo>
                <a:lnTo>
                  <a:pt x="438150" y="3552825"/>
                </a:lnTo>
                <a:lnTo>
                  <a:pt x="428625" y="3552825"/>
                </a:lnTo>
                <a:close/>
                <a:moveTo>
                  <a:pt x="657225" y="3609975"/>
                </a:moveTo>
                <a:lnTo>
                  <a:pt x="666750" y="3609975"/>
                </a:lnTo>
                <a:lnTo>
                  <a:pt x="666750" y="3619500"/>
                </a:lnTo>
                <a:lnTo>
                  <a:pt x="676275" y="3619500"/>
                </a:lnTo>
                <a:lnTo>
                  <a:pt x="676275" y="3629025"/>
                </a:lnTo>
                <a:lnTo>
                  <a:pt x="666750" y="3629025"/>
                </a:lnTo>
                <a:lnTo>
                  <a:pt x="666750" y="3648075"/>
                </a:lnTo>
                <a:lnTo>
                  <a:pt x="657225" y="3648075"/>
                </a:lnTo>
                <a:close/>
                <a:moveTo>
                  <a:pt x="1485900" y="3648075"/>
                </a:moveTo>
                <a:lnTo>
                  <a:pt x="1504950" y="3648075"/>
                </a:lnTo>
                <a:lnTo>
                  <a:pt x="1504950" y="3657600"/>
                </a:lnTo>
                <a:lnTo>
                  <a:pt x="1485900" y="3657600"/>
                </a:lnTo>
                <a:close/>
                <a:moveTo>
                  <a:pt x="1352550" y="3657600"/>
                </a:moveTo>
                <a:lnTo>
                  <a:pt x="1419225" y="3657600"/>
                </a:lnTo>
                <a:lnTo>
                  <a:pt x="1419225" y="3676650"/>
                </a:lnTo>
                <a:lnTo>
                  <a:pt x="1428750" y="3676650"/>
                </a:lnTo>
                <a:lnTo>
                  <a:pt x="1428750" y="3686175"/>
                </a:lnTo>
                <a:lnTo>
                  <a:pt x="1419225" y="3686175"/>
                </a:lnTo>
                <a:lnTo>
                  <a:pt x="1419225" y="3695700"/>
                </a:lnTo>
                <a:lnTo>
                  <a:pt x="1409700" y="3695700"/>
                </a:lnTo>
                <a:lnTo>
                  <a:pt x="1409700" y="3705225"/>
                </a:lnTo>
                <a:lnTo>
                  <a:pt x="1390650" y="3705225"/>
                </a:lnTo>
                <a:lnTo>
                  <a:pt x="1390650" y="3724275"/>
                </a:lnTo>
                <a:lnTo>
                  <a:pt x="1381125" y="3724275"/>
                </a:lnTo>
                <a:lnTo>
                  <a:pt x="1381125" y="3714750"/>
                </a:lnTo>
                <a:lnTo>
                  <a:pt x="1362075" y="3714750"/>
                </a:lnTo>
                <a:lnTo>
                  <a:pt x="1362075" y="3695700"/>
                </a:lnTo>
                <a:lnTo>
                  <a:pt x="1352550" y="3695700"/>
                </a:lnTo>
                <a:lnTo>
                  <a:pt x="1352550" y="3676650"/>
                </a:lnTo>
                <a:lnTo>
                  <a:pt x="1362075" y="3676650"/>
                </a:lnTo>
                <a:lnTo>
                  <a:pt x="1362075" y="3667125"/>
                </a:lnTo>
                <a:lnTo>
                  <a:pt x="1352550" y="3667125"/>
                </a:lnTo>
                <a:close/>
                <a:moveTo>
                  <a:pt x="619125" y="3667125"/>
                </a:moveTo>
                <a:lnTo>
                  <a:pt x="638175" y="3667125"/>
                </a:lnTo>
                <a:lnTo>
                  <a:pt x="638175" y="3676650"/>
                </a:lnTo>
                <a:lnTo>
                  <a:pt x="619125" y="3676650"/>
                </a:lnTo>
                <a:close/>
                <a:moveTo>
                  <a:pt x="952500" y="3686175"/>
                </a:moveTo>
                <a:lnTo>
                  <a:pt x="971550" y="3686175"/>
                </a:lnTo>
                <a:lnTo>
                  <a:pt x="971550" y="3695700"/>
                </a:lnTo>
                <a:lnTo>
                  <a:pt x="952500" y="3695700"/>
                </a:lnTo>
                <a:close/>
                <a:moveTo>
                  <a:pt x="638175" y="3695700"/>
                </a:moveTo>
                <a:lnTo>
                  <a:pt x="657225" y="3695700"/>
                </a:lnTo>
                <a:lnTo>
                  <a:pt x="657225" y="3705225"/>
                </a:lnTo>
                <a:lnTo>
                  <a:pt x="638175" y="3705225"/>
                </a:lnTo>
                <a:close/>
                <a:moveTo>
                  <a:pt x="771525" y="3695700"/>
                </a:moveTo>
                <a:lnTo>
                  <a:pt x="790575" y="3695700"/>
                </a:lnTo>
                <a:lnTo>
                  <a:pt x="790575" y="3705225"/>
                </a:lnTo>
                <a:lnTo>
                  <a:pt x="809625" y="3705225"/>
                </a:lnTo>
                <a:lnTo>
                  <a:pt x="809625" y="3695700"/>
                </a:lnTo>
                <a:lnTo>
                  <a:pt x="819150" y="3695700"/>
                </a:lnTo>
                <a:lnTo>
                  <a:pt x="819150" y="3714750"/>
                </a:lnTo>
                <a:lnTo>
                  <a:pt x="828675" y="3714750"/>
                </a:lnTo>
                <a:lnTo>
                  <a:pt x="828675" y="3733800"/>
                </a:lnTo>
                <a:lnTo>
                  <a:pt x="857250" y="3733800"/>
                </a:lnTo>
                <a:lnTo>
                  <a:pt x="857250" y="3743325"/>
                </a:lnTo>
                <a:lnTo>
                  <a:pt x="847725" y="3743325"/>
                </a:lnTo>
                <a:lnTo>
                  <a:pt x="847725" y="3752850"/>
                </a:lnTo>
                <a:lnTo>
                  <a:pt x="828675" y="3752850"/>
                </a:lnTo>
                <a:lnTo>
                  <a:pt x="828675" y="3762375"/>
                </a:lnTo>
                <a:lnTo>
                  <a:pt x="809625" y="3762375"/>
                </a:lnTo>
                <a:lnTo>
                  <a:pt x="809625" y="3790950"/>
                </a:lnTo>
                <a:lnTo>
                  <a:pt x="819150" y="3790950"/>
                </a:lnTo>
                <a:lnTo>
                  <a:pt x="819150" y="3800475"/>
                </a:lnTo>
                <a:lnTo>
                  <a:pt x="828675" y="3800475"/>
                </a:lnTo>
                <a:lnTo>
                  <a:pt x="828675" y="3810000"/>
                </a:lnTo>
                <a:lnTo>
                  <a:pt x="838200" y="3810000"/>
                </a:lnTo>
                <a:lnTo>
                  <a:pt x="838200" y="3829050"/>
                </a:lnTo>
                <a:lnTo>
                  <a:pt x="828675" y="3829050"/>
                </a:lnTo>
                <a:lnTo>
                  <a:pt x="828675" y="3848100"/>
                </a:lnTo>
                <a:lnTo>
                  <a:pt x="809625" y="3848100"/>
                </a:lnTo>
                <a:lnTo>
                  <a:pt x="809625" y="3857625"/>
                </a:lnTo>
                <a:lnTo>
                  <a:pt x="800100" y="3857625"/>
                </a:lnTo>
                <a:lnTo>
                  <a:pt x="800100" y="3867150"/>
                </a:lnTo>
                <a:lnTo>
                  <a:pt x="790575" y="3867150"/>
                </a:lnTo>
                <a:lnTo>
                  <a:pt x="790575" y="3876675"/>
                </a:lnTo>
                <a:lnTo>
                  <a:pt x="781050" y="3876675"/>
                </a:lnTo>
                <a:lnTo>
                  <a:pt x="781050" y="3905250"/>
                </a:lnTo>
                <a:lnTo>
                  <a:pt x="762000" y="3905250"/>
                </a:lnTo>
                <a:lnTo>
                  <a:pt x="762000" y="3914775"/>
                </a:lnTo>
                <a:lnTo>
                  <a:pt x="752475" y="3914775"/>
                </a:lnTo>
                <a:lnTo>
                  <a:pt x="752475" y="3924300"/>
                </a:lnTo>
                <a:lnTo>
                  <a:pt x="742950" y="3924300"/>
                </a:lnTo>
                <a:lnTo>
                  <a:pt x="742950" y="3933825"/>
                </a:lnTo>
                <a:lnTo>
                  <a:pt x="723900" y="3933825"/>
                </a:lnTo>
                <a:lnTo>
                  <a:pt x="723900" y="3914775"/>
                </a:lnTo>
                <a:lnTo>
                  <a:pt x="704850" y="3914775"/>
                </a:lnTo>
                <a:lnTo>
                  <a:pt x="704850" y="3933825"/>
                </a:lnTo>
                <a:lnTo>
                  <a:pt x="695325" y="3933825"/>
                </a:lnTo>
                <a:lnTo>
                  <a:pt x="695325" y="3943350"/>
                </a:lnTo>
                <a:lnTo>
                  <a:pt x="685800" y="3943350"/>
                </a:lnTo>
                <a:lnTo>
                  <a:pt x="685800" y="3952875"/>
                </a:lnTo>
                <a:lnTo>
                  <a:pt x="647700" y="3952875"/>
                </a:lnTo>
                <a:lnTo>
                  <a:pt x="647700" y="3943350"/>
                </a:lnTo>
                <a:lnTo>
                  <a:pt x="657225" y="3943350"/>
                </a:lnTo>
                <a:lnTo>
                  <a:pt x="657225" y="3933825"/>
                </a:lnTo>
                <a:lnTo>
                  <a:pt x="666750" y="3933825"/>
                </a:lnTo>
                <a:lnTo>
                  <a:pt x="666750" y="3924300"/>
                </a:lnTo>
                <a:lnTo>
                  <a:pt x="676275" y="3924300"/>
                </a:lnTo>
                <a:lnTo>
                  <a:pt x="676275" y="3895725"/>
                </a:lnTo>
                <a:lnTo>
                  <a:pt x="666750" y="3895725"/>
                </a:lnTo>
                <a:lnTo>
                  <a:pt x="666750" y="3829050"/>
                </a:lnTo>
                <a:lnTo>
                  <a:pt x="676275" y="3829050"/>
                </a:lnTo>
                <a:lnTo>
                  <a:pt x="676275" y="3838575"/>
                </a:lnTo>
                <a:lnTo>
                  <a:pt x="685800" y="3838575"/>
                </a:lnTo>
                <a:lnTo>
                  <a:pt x="685800" y="3819525"/>
                </a:lnTo>
                <a:lnTo>
                  <a:pt x="704850" y="3819525"/>
                </a:lnTo>
                <a:lnTo>
                  <a:pt x="704850" y="3800475"/>
                </a:lnTo>
                <a:lnTo>
                  <a:pt x="695325" y="3800475"/>
                </a:lnTo>
                <a:lnTo>
                  <a:pt x="695325" y="3781425"/>
                </a:lnTo>
                <a:lnTo>
                  <a:pt x="676275" y="3781425"/>
                </a:lnTo>
                <a:lnTo>
                  <a:pt x="676275" y="3790950"/>
                </a:lnTo>
                <a:lnTo>
                  <a:pt x="657225" y="3790950"/>
                </a:lnTo>
                <a:lnTo>
                  <a:pt x="657225" y="3771900"/>
                </a:lnTo>
                <a:lnTo>
                  <a:pt x="666750" y="3771900"/>
                </a:lnTo>
                <a:lnTo>
                  <a:pt x="666750" y="3762375"/>
                </a:lnTo>
                <a:lnTo>
                  <a:pt x="676275" y="3762375"/>
                </a:lnTo>
                <a:lnTo>
                  <a:pt x="676275" y="3743325"/>
                </a:lnTo>
                <a:lnTo>
                  <a:pt x="685800" y="3743325"/>
                </a:lnTo>
                <a:lnTo>
                  <a:pt x="685800" y="3752850"/>
                </a:lnTo>
                <a:lnTo>
                  <a:pt x="704850" y="3752850"/>
                </a:lnTo>
                <a:lnTo>
                  <a:pt x="704850" y="3762375"/>
                </a:lnTo>
                <a:lnTo>
                  <a:pt x="714375" y="3762375"/>
                </a:lnTo>
                <a:lnTo>
                  <a:pt x="714375" y="3752850"/>
                </a:lnTo>
                <a:lnTo>
                  <a:pt x="723900" y="3752850"/>
                </a:lnTo>
                <a:lnTo>
                  <a:pt x="723900" y="3743325"/>
                </a:lnTo>
                <a:lnTo>
                  <a:pt x="695325" y="3743325"/>
                </a:lnTo>
                <a:lnTo>
                  <a:pt x="695325" y="3733800"/>
                </a:lnTo>
                <a:lnTo>
                  <a:pt x="714375" y="3733800"/>
                </a:lnTo>
                <a:lnTo>
                  <a:pt x="714375" y="3714750"/>
                </a:lnTo>
                <a:lnTo>
                  <a:pt x="742950" y="3714750"/>
                </a:lnTo>
                <a:lnTo>
                  <a:pt x="742950" y="3733800"/>
                </a:lnTo>
                <a:lnTo>
                  <a:pt x="781050" y="3733800"/>
                </a:lnTo>
                <a:lnTo>
                  <a:pt x="781050" y="3724275"/>
                </a:lnTo>
                <a:lnTo>
                  <a:pt x="771525" y="3724275"/>
                </a:lnTo>
                <a:lnTo>
                  <a:pt x="771525" y="3714750"/>
                </a:lnTo>
                <a:lnTo>
                  <a:pt x="781050" y="3714750"/>
                </a:lnTo>
                <a:lnTo>
                  <a:pt x="781050" y="3705225"/>
                </a:lnTo>
                <a:lnTo>
                  <a:pt x="771525" y="3705225"/>
                </a:lnTo>
                <a:close/>
                <a:moveTo>
                  <a:pt x="857250" y="3705225"/>
                </a:moveTo>
                <a:lnTo>
                  <a:pt x="866775" y="3705225"/>
                </a:lnTo>
                <a:lnTo>
                  <a:pt x="866775" y="3714750"/>
                </a:lnTo>
                <a:lnTo>
                  <a:pt x="857250" y="3714750"/>
                </a:lnTo>
                <a:close/>
                <a:moveTo>
                  <a:pt x="1238250" y="3705225"/>
                </a:moveTo>
                <a:lnTo>
                  <a:pt x="1247775" y="3705225"/>
                </a:lnTo>
                <a:lnTo>
                  <a:pt x="1247775" y="3714750"/>
                </a:lnTo>
                <a:lnTo>
                  <a:pt x="1238250" y="3714750"/>
                </a:lnTo>
                <a:close/>
                <a:moveTo>
                  <a:pt x="790575" y="3733800"/>
                </a:moveTo>
                <a:lnTo>
                  <a:pt x="800100" y="3733800"/>
                </a:lnTo>
                <a:lnTo>
                  <a:pt x="800100" y="3724275"/>
                </a:lnTo>
                <a:lnTo>
                  <a:pt x="790575" y="3724275"/>
                </a:lnTo>
                <a:close/>
                <a:moveTo>
                  <a:pt x="762000" y="3752850"/>
                </a:moveTo>
                <a:lnTo>
                  <a:pt x="771525" y="3752850"/>
                </a:lnTo>
                <a:lnTo>
                  <a:pt x="771525" y="3743325"/>
                </a:lnTo>
                <a:lnTo>
                  <a:pt x="752475" y="3743325"/>
                </a:lnTo>
                <a:lnTo>
                  <a:pt x="752475" y="3762375"/>
                </a:lnTo>
                <a:lnTo>
                  <a:pt x="742950" y="3762375"/>
                </a:lnTo>
                <a:lnTo>
                  <a:pt x="742950" y="3771900"/>
                </a:lnTo>
                <a:lnTo>
                  <a:pt x="723900" y="3771900"/>
                </a:lnTo>
                <a:lnTo>
                  <a:pt x="723900" y="3781425"/>
                </a:lnTo>
                <a:lnTo>
                  <a:pt x="752475" y="3781425"/>
                </a:lnTo>
                <a:lnTo>
                  <a:pt x="752475" y="3771900"/>
                </a:lnTo>
                <a:lnTo>
                  <a:pt x="762000" y="3771900"/>
                </a:lnTo>
                <a:close/>
                <a:moveTo>
                  <a:pt x="1800225" y="3752850"/>
                </a:moveTo>
                <a:lnTo>
                  <a:pt x="1819275" y="3752850"/>
                </a:lnTo>
                <a:lnTo>
                  <a:pt x="1819275" y="3781425"/>
                </a:lnTo>
                <a:lnTo>
                  <a:pt x="1809750" y="3781425"/>
                </a:lnTo>
                <a:lnTo>
                  <a:pt x="1809750" y="3790950"/>
                </a:lnTo>
                <a:lnTo>
                  <a:pt x="1790700" y="3790950"/>
                </a:lnTo>
                <a:lnTo>
                  <a:pt x="1790700" y="3771900"/>
                </a:lnTo>
                <a:lnTo>
                  <a:pt x="1800225" y="3771900"/>
                </a:lnTo>
                <a:close/>
                <a:moveTo>
                  <a:pt x="323850" y="3762375"/>
                </a:moveTo>
                <a:lnTo>
                  <a:pt x="333375" y="3762375"/>
                </a:lnTo>
                <a:lnTo>
                  <a:pt x="333375" y="3771900"/>
                </a:lnTo>
                <a:lnTo>
                  <a:pt x="342900" y="3771900"/>
                </a:lnTo>
                <a:lnTo>
                  <a:pt x="342900" y="3790950"/>
                </a:lnTo>
                <a:lnTo>
                  <a:pt x="333375" y="3790950"/>
                </a:lnTo>
                <a:lnTo>
                  <a:pt x="333375" y="3781425"/>
                </a:lnTo>
                <a:lnTo>
                  <a:pt x="323850" y="3781425"/>
                </a:lnTo>
                <a:close/>
                <a:moveTo>
                  <a:pt x="466725" y="3762375"/>
                </a:moveTo>
                <a:lnTo>
                  <a:pt x="476250" y="3762375"/>
                </a:lnTo>
                <a:lnTo>
                  <a:pt x="476250" y="3771900"/>
                </a:lnTo>
                <a:lnTo>
                  <a:pt x="466725" y="3771900"/>
                </a:lnTo>
                <a:close/>
                <a:moveTo>
                  <a:pt x="981075" y="3771900"/>
                </a:moveTo>
                <a:lnTo>
                  <a:pt x="1000125" y="3771900"/>
                </a:lnTo>
                <a:lnTo>
                  <a:pt x="1000125" y="3781425"/>
                </a:lnTo>
                <a:lnTo>
                  <a:pt x="981075" y="3781425"/>
                </a:lnTo>
                <a:close/>
                <a:moveTo>
                  <a:pt x="1524000" y="3771900"/>
                </a:moveTo>
                <a:lnTo>
                  <a:pt x="1543050" y="3771900"/>
                </a:lnTo>
                <a:lnTo>
                  <a:pt x="1543050" y="3781425"/>
                </a:lnTo>
                <a:lnTo>
                  <a:pt x="1524000" y="3781425"/>
                </a:lnTo>
                <a:close/>
                <a:moveTo>
                  <a:pt x="371475" y="3781425"/>
                </a:moveTo>
                <a:lnTo>
                  <a:pt x="381000" y="3781425"/>
                </a:lnTo>
                <a:lnTo>
                  <a:pt x="381000" y="3800475"/>
                </a:lnTo>
                <a:lnTo>
                  <a:pt x="371475" y="3800475"/>
                </a:lnTo>
                <a:close/>
                <a:moveTo>
                  <a:pt x="409575" y="3781425"/>
                </a:moveTo>
                <a:lnTo>
                  <a:pt x="428625" y="3781425"/>
                </a:lnTo>
                <a:lnTo>
                  <a:pt x="428625" y="3790950"/>
                </a:lnTo>
                <a:lnTo>
                  <a:pt x="438150" y="3790950"/>
                </a:lnTo>
                <a:lnTo>
                  <a:pt x="438150" y="3829050"/>
                </a:lnTo>
                <a:lnTo>
                  <a:pt x="447675" y="3829050"/>
                </a:lnTo>
                <a:lnTo>
                  <a:pt x="447675" y="3848100"/>
                </a:lnTo>
                <a:lnTo>
                  <a:pt x="457200" y="3848100"/>
                </a:lnTo>
                <a:lnTo>
                  <a:pt x="457200" y="3857625"/>
                </a:lnTo>
                <a:lnTo>
                  <a:pt x="428625" y="3857625"/>
                </a:lnTo>
                <a:lnTo>
                  <a:pt x="428625" y="3867150"/>
                </a:lnTo>
                <a:lnTo>
                  <a:pt x="409575" y="3867150"/>
                </a:lnTo>
                <a:lnTo>
                  <a:pt x="409575" y="3876675"/>
                </a:lnTo>
                <a:lnTo>
                  <a:pt x="400050" y="3876675"/>
                </a:lnTo>
                <a:lnTo>
                  <a:pt x="400050" y="3886200"/>
                </a:lnTo>
                <a:lnTo>
                  <a:pt x="390525" y="3886200"/>
                </a:lnTo>
                <a:lnTo>
                  <a:pt x="390525" y="3867150"/>
                </a:lnTo>
                <a:lnTo>
                  <a:pt x="381000" y="3867150"/>
                </a:lnTo>
                <a:lnTo>
                  <a:pt x="381000" y="3857625"/>
                </a:lnTo>
                <a:lnTo>
                  <a:pt x="361950" y="3857625"/>
                </a:lnTo>
                <a:lnTo>
                  <a:pt x="361950" y="3848100"/>
                </a:lnTo>
                <a:lnTo>
                  <a:pt x="371475" y="3848100"/>
                </a:lnTo>
                <a:lnTo>
                  <a:pt x="371475" y="3829050"/>
                </a:lnTo>
                <a:lnTo>
                  <a:pt x="381000" y="3829050"/>
                </a:lnTo>
                <a:lnTo>
                  <a:pt x="381000" y="3819525"/>
                </a:lnTo>
                <a:lnTo>
                  <a:pt x="400050" y="3819525"/>
                </a:lnTo>
                <a:lnTo>
                  <a:pt x="400050" y="3810000"/>
                </a:lnTo>
                <a:lnTo>
                  <a:pt x="409575" y="3810000"/>
                </a:lnTo>
                <a:close/>
                <a:moveTo>
                  <a:pt x="447675" y="3781425"/>
                </a:moveTo>
                <a:lnTo>
                  <a:pt x="457200" y="3781425"/>
                </a:lnTo>
                <a:lnTo>
                  <a:pt x="457200" y="3800475"/>
                </a:lnTo>
                <a:lnTo>
                  <a:pt x="447675" y="3800475"/>
                </a:lnTo>
                <a:close/>
                <a:moveTo>
                  <a:pt x="1019175" y="3781425"/>
                </a:moveTo>
                <a:lnTo>
                  <a:pt x="1028700" y="3781425"/>
                </a:lnTo>
                <a:lnTo>
                  <a:pt x="1028700" y="3790950"/>
                </a:lnTo>
                <a:lnTo>
                  <a:pt x="1019175" y="3790950"/>
                </a:lnTo>
                <a:close/>
                <a:moveTo>
                  <a:pt x="1457325" y="3781425"/>
                </a:moveTo>
                <a:lnTo>
                  <a:pt x="1466850" y="3781425"/>
                </a:lnTo>
                <a:lnTo>
                  <a:pt x="1466850" y="3800475"/>
                </a:lnTo>
                <a:lnTo>
                  <a:pt x="1457325" y="3800475"/>
                </a:lnTo>
                <a:close/>
                <a:moveTo>
                  <a:pt x="1733550" y="3781425"/>
                </a:moveTo>
                <a:lnTo>
                  <a:pt x="1752600" y="3781425"/>
                </a:lnTo>
                <a:lnTo>
                  <a:pt x="1752600" y="3790950"/>
                </a:lnTo>
                <a:lnTo>
                  <a:pt x="1733550" y="3790950"/>
                </a:lnTo>
                <a:close/>
                <a:moveTo>
                  <a:pt x="1038225" y="3790950"/>
                </a:moveTo>
                <a:lnTo>
                  <a:pt x="1066800" y="3790950"/>
                </a:lnTo>
                <a:lnTo>
                  <a:pt x="1066800" y="3848100"/>
                </a:lnTo>
                <a:lnTo>
                  <a:pt x="1057275" y="3848100"/>
                </a:lnTo>
                <a:lnTo>
                  <a:pt x="1057275" y="3857625"/>
                </a:lnTo>
                <a:lnTo>
                  <a:pt x="1038225" y="3857625"/>
                </a:lnTo>
                <a:lnTo>
                  <a:pt x="1038225" y="3838575"/>
                </a:lnTo>
                <a:lnTo>
                  <a:pt x="1019175" y="3838575"/>
                </a:lnTo>
                <a:lnTo>
                  <a:pt x="1019175" y="3848100"/>
                </a:lnTo>
                <a:lnTo>
                  <a:pt x="1009650" y="3848100"/>
                </a:lnTo>
                <a:lnTo>
                  <a:pt x="1009650" y="3838575"/>
                </a:lnTo>
                <a:lnTo>
                  <a:pt x="990600" y="3838575"/>
                </a:lnTo>
                <a:lnTo>
                  <a:pt x="990600" y="3829050"/>
                </a:lnTo>
                <a:lnTo>
                  <a:pt x="1000125" y="3829050"/>
                </a:lnTo>
                <a:lnTo>
                  <a:pt x="1000125" y="3819525"/>
                </a:lnTo>
                <a:lnTo>
                  <a:pt x="1009650" y="3819525"/>
                </a:lnTo>
                <a:lnTo>
                  <a:pt x="1009650" y="3810000"/>
                </a:lnTo>
                <a:lnTo>
                  <a:pt x="1038225" y="3810000"/>
                </a:lnTo>
                <a:close/>
                <a:moveTo>
                  <a:pt x="1438275" y="3790950"/>
                </a:moveTo>
                <a:lnTo>
                  <a:pt x="1447800" y="3790950"/>
                </a:lnTo>
                <a:lnTo>
                  <a:pt x="1447800" y="3800475"/>
                </a:lnTo>
                <a:lnTo>
                  <a:pt x="1438275" y="3800475"/>
                </a:lnTo>
                <a:close/>
                <a:moveTo>
                  <a:pt x="1362075" y="3800475"/>
                </a:moveTo>
                <a:lnTo>
                  <a:pt x="1400175" y="3800475"/>
                </a:lnTo>
                <a:lnTo>
                  <a:pt x="1400175" y="3829050"/>
                </a:lnTo>
                <a:lnTo>
                  <a:pt x="1409700" y="3829050"/>
                </a:lnTo>
                <a:lnTo>
                  <a:pt x="1409700" y="3838575"/>
                </a:lnTo>
                <a:lnTo>
                  <a:pt x="1419225" y="3838575"/>
                </a:lnTo>
                <a:lnTo>
                  <a:pt x="1419225" y="3857625"/>
                </a:lnTo>
                <a:lnTo>
                  <a:pt x="1400175" y="3857625"/>
                </a:lnTo>
                <a:lnTo>
                  <a:pt x="1400175" y="3848100"/>
                </a:lnTo>
                <a:lnTo>
                  <a:pt x="1390650" y="3848100"/>
                </a:lnTo>
                <a:lnTo>
                  <a:pt x="1390650" y="3838575"/>
                </a:lnTo>
                <a:lnTo>
                  <a:pt x="1343025" y="3838575"/>
                </a:lnTo>
                <a:lnTo>
                  <a:pt x="1343025" y="3829050"/>
                </a:lnTo>
                <a:lnTo>
                  <a:pt x="1362075" y="3829050"/>
                </a:lnTo>
                <a:lnTo>
                  <a:pt x="1362075" y="3819525"/>
                </a:lnTo>
                <a:lnTo>
                  <a:pt x="1352550" y="3819525"/>
                </a:lnTo>
                <a:lnTo>
                  <a:pt x="1352550" y="3810000"/>
                </a:lnTo>
                <a:lnTo>
                  <a:pt x="1362075" y="3810000"/>
                </a:lnTo>
                <a:close/>
                <a:moveTo>
                  <a:pt x="781050" y="3810000"/>
                </a:moveTo>
                <a:lnTo>
                  <a:pt x="790575" y="3810000"/>
                </a:lnTo>
                <a:lnTo>
                  <a:pt x="790575" y="3819525"/>
                </a:lnTo>
                <a:lnTo>
                  <a:pt x="800100" y="3819525"/>
                </a:lnTo>
                <a:lnTo>
                  <a:pt x="800100" y="3790950"/>
                </a:lnTo>
                <a:lnTo>
                  <a:pt x="790575" y="3790950"/>
                </a:lnTo>
                <a:lnTo>
                  <a:pt x="790575" y="3800475"/>
                </a:lnTo>
                <a:lnTo>
                  <a:pt x="781050" y="3800475"/>
                </a:lnTo>
                <a:close/>
                <a:moveTo>
                  <a:pt x="1304925" y="3810000"/>
                </a:moveTo>
                <a:lnTo>
                  <a:pt x="1323975" y="3810000"/>
                </a:lnTo>
                <a:lnTo>
                  <a:pt x="1323975" y="3819525"/>
                </a:lnTo>
                <a:lnTo>
                  <a:pt x="1304925" y="3819525"/>
                </a:lnTo>
                <a:close/>
                <a:moveTo>
                  <a:pt x="1590675" y="3810000"/>
                </a:moveTo>
                <a:lnTo>
                  <a:pt x="1609725" y="3810000"/>
                </a:lnTo>
                <a:lnTo>
                  <a:pt x="1609725" y="3819525"/>
                </a:lnTo>
                <a:lnTo>
                  <a:pt x="1590675" y="3819525"/>
                </a:lnTo>
                <a:close/>
                <a:moveTo>
                  <a:pt x="1866900" y="3810000"/>
                </a:moveTo>
                <a:lnTo>
                  <a:pt x="1876425" y="3810000"/>
                </a:lnTo>
                <a:lnTo>
                  <a:pt x="1876425" y="3829050"/>
                </a:lnTo>
                <a:lnTo>
                  <a:pt x="1866900" y="3829050"/>
                </a:lnTo>
                <a:close/>
                <a:moveTo>
                  <a:pt x="1190625" y="3819525"/>
                </a:moveTo>
                <a:lnTo>
                  <a:pt x="1219200" y="3819525"/>
                </a:lnTo>
                <a:lnTo>
                  <a:pt x="1219200" y="3838575"/>
                </a:lnTo>
                <a:lnTo>
                  <a:pt x="1228725" y="3838575"/>
                </a:lnTo>
                <a:lnTo>
                  <a:pt x="1228725" y="3848100"/>
                </a:lnTo>
                <a:lnTo>
                  <a:pt x="1200150" y="3848100"/>
                </a:lnTo>
                <a:lnTo>
                  <a:pt x="1200150" y="3838575"/>
                </a:lnTo>
                <a:lnTo>
                  <a:pt x="1190625" y="3838575"/>
                </a:lnTo>
                <a:close/>
                <a:moveTo>
                  <a:pt x="752475" y="3829050"/>
                </a:moveTo>
                <a:lnTo>
                  <a:pt x="771525" y="3829050"/>
                </a:lnTo>
                <a:lnTo>
                  <a:pt x="771525" y="3819525"/>
                </a:lnTo>
                <a:lnTo>
                  <a:pt x="762000" y="3819525"/>
                </a:lnTo>
                <a:lnTo>
                  <a:pt x="762000" y="3810000"/>
                </a:lnTo>
                <a:lnTo>
                  <a:pt x="752475" y="3810000"/>
                </a:lnTo>
                <a:close/>
                <a:moveTo>
                  <a:pt x="1609725" y="3829050"/>
                </a:moveTo>
                <a:lnTo>
                  <a:pt x="1619250" y="3829050"/>
                </a:lnTo>
                <a:lnTo>
                  <a:pt x="1619250" y="3838575"/>
                </a:lnTo>
                <a:lnTo>
                  <a:pt x="1609725" y="3838575"/>
                </a:lnTo>
                <a:close/>
                <a:moveTo>
                  <a:pt x="1628775" y="3829050"/>
                </a:moveTo>
                <a:lnTo>
                  <a:pt x="1638300" y="3829050"/>
                </a:lnTo>
                <a:lnTo>
                  <a:pt x="1638300" y="3848100"/>
                </a:lnTo>
                <a:lnTo>
                  <a:pt x="1628775" y="3848100"/>
                </a:lnTo>
                <a:close/>
                <a:moveTo>
                  <a:pt x="885825" y="3838575"/>
                </a:moveTo>
                <a:lnTo>
                  <a:pt x="904875" y="3838575"/>
                </a:lnTo>
                <a:lnTo>
                  <a:pt x="904875" y="3848100"/>
                </a:lnTo>
                <a:lnTo>
                  <a:pt x="885825" y="3848100"/>
                </a:lnTo>
                <a:close/>
                <a:moveTo>
                  <a:pt x="352425" y="3857625"/>
                </a:moveTo>
                <a:lnTo>
                  <a:pt x="361950" y="3857625"/>
                </a:lnTo>
                <a:lnTo>
                  <a:pt x="361950" y="3867150"/>
                </a:lnTo>
                <a:lnTo>
                  <a:pt x="352425" y="3867150"/>
                </a:lnTo>
                <a:close/>
                <a:moveTo>
                  <a:pt x="819150" y="3857625"/>
                </a:moveTo>
                <a:lnTo>
                  <a:pt x="838200" y="3857625"/>
                </a:lnTo>
                <a:lnTo>
                  <a:pt x="838200" y="3867150"/>
                </a:lnTo>
                <a:lnTo>
                  <a:pt x="819150" y="3867150"/>
                </a:lnTo>
                <a:close/>
                <a:moveTo>
                  <a:pt x="1362075" y="3886200"/>
                </a:moveTo>
                <a:lnTo>
                  <a:pt x="1371600" y="3886200"/>
                </a:lnTo>
                <a:lnTo>
                  <a:pt x="1371600" y="3895725"/>
                </a:lnTo>
                <a:lnTo>
                  <a:pt x="1362075" y="3895725"/>
                </a:lnTo>
                <a:close/>
                <a:moveTo>
                  <a:pt x="371475" y="3895725"/>
                </a:moveTo>
                <a:lnTo>
                  <a:pt x="381000" y="3895725"/>
                </a:lnTo>
                <a:lnTo>
                  <a:pt x="381000" y="3905250"/>
                </a:lnTo>
                <a:lnTo>
                  <a:pt x="371475" y="3905250"/>
                </a:lnTo>
                <a:close/>
                <a:moveTo>
                  <a:pt x="809625" y="3895725"/>
                </a:moveTo>
                <a:lnTo>
                  <a:pt x="819150" y="3895725"/>
                </a:lnTo>
                <a:lnTo>
                  <a:pt x="819150" y="3905250"/>
                </a:lnTo>
                <a:lnTo>
                  <a:pt x="809625" y="3905250"/>
                </a:lnTo>
                <a:close/>
                <a:moveTo>
                  <a:pt x="828675" y="3905250"/>
                </a:moveTo>
                <a:lnTo>
                  <a:pt x="857250" y="3905250"/>
                </a:lnTo>
                <a:lnTo>
                  <a:pt x="857250" y="3914775"/>
                </a:lnTo>
                <a:lnTo>
                  <a:pt x="828675" y="3914775"/>
                </a:lnTo>
                <a:close/>
                <a:moveTo>
                  <a:pt x="1095375" y="3924300"/>
                </a:moveTo>
                <a:lnTo>
                  <a:pt x="1104900" y="3924300"/>
                </a:lnTo>
                <a:lnTo>
                  <a:pt x="1104900" y="3943350"/>
                </a:lnTo>
                <a:lnTo>
                  <a:pt x="1085850" y="3943350"/>
                </a:lnTo>
                <a:lnTo>
                  <a:pt x="1085850" y="3933825"/>
                </a:lnTo>
                <a:lnTo>
                  <a:pt x="1095375" y="3933825"/>
                </a:lnTo>
                <a:close/>
                <a:moveTo>
                  <a:pt x="695325" y="3943350"/>
                </a:moveTo>
                <a:lnTo>
                  <a:pt x="704850" y="3943350"/>
                </a:lnTo>
                <a:lnTo>
                  <a:pt x="704850" y="3952875"/>
                </a:lnTo>
                <a:lnTo>
                  <a:pt x="695325" y="3952875"/>
                </a:lnTo>
                <a:close/>
                <a:moveTo>
                  <a:pt x="438150" y="3952875"/>
                </a:moveTo>
                <a:lnTo>
                  <a:pt x="447675" y="3952875"/>
                </a:lnTo>
                <a:lnTo>
                  <a:pt x="447675" y="3962400"/>
                </a:lnTo>
                <a:lnTo>
                  <a:pt x="438150" y="3962400"/>
                </a:lnTo>
                <a:close/>
              </a:path>
            </a:pathLst>
          </a:custGeom>
          <a:solidFill xmlns:a="http://schemas.openxmlformats.org/drawingml/2006/main">
            <a:srgbClr val="F5F8FD"/>
          </a:solidFill>
          <a:ln xmlns:a="http://schemas.openxmlformats.org/drawingml/2006/main" w="0">
            <a:noFill/>
          </a:ln>
        </p:spPr>
      </p:sp>
      <p:sp>
        <p:nvSpPr>
          <p:cNvPr id="16" name="phones vector #f4f8fd">
            <a:extLst xmlns:a="http://schemas.openxmlformats.org/drawingml/2006/main">
              <a:ext uri="{FF2B5EF4-FFF2-40B4-BE49-F238E27FC236}">
                <a16:creationId xmlns:a16="http://schemas.microsoft.com/office/drawing/2014/main" id="{65EAEB42-6A1D-4437-8E3C-FFB6BB28F12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48500" y="190500"/>
            <a:ext cx="5905500" cy="6619875"/>
          </a:xfrm>
          <a:custGeom xmlns:a="http://schemas.openxmlformats.org/drawingml/2006/main">
            <a:pathLst>
              <a:path w="3838575" h="4295775">
                <a:moveTo>
                  <a:pt x="1419225" y="152400"/>
                </a:moveTo>
                <a:lnTo>
                  <a:pt x="1428750" y="152400"/>
                </a:lnTo>
                <a:lnTo>
                  <a:pt x="1428750" y="161925"/>
                </a:lnTo>
                <a:lnTo>
                  <a:pt x="1419225" y="161925"/>
                </a:lnTo>
                <a:close/>
                <a:moveTo>
                  <a:pt x="1447800" y="161925"/>
                </a:moveTo>
                <a:lnTo>
                  <a:pt x="1504950" y="161925"/>
                </a:lnTo>
                <a:lnTo>
                  <a:pt x="1504950" y="171450"/>
                </a:lnTo>
                <a:lnTo>
                  <a:pt x="1466850" y="171450"/>
                </a:lnTo>
                <a:lnTo>
                  <a:pt x="1466850" y="180975"/>
                </a:lnTo>
                <a:lnTo>
                  <a:pt x="1457325" y="180975"/>
                </a:lnTo>
                <a:lnTo>
                  <a:pt x="1457325" y="171450"/>
                </a:lnTo>
                <a:lnTo>
                  <a:pt x="1447800" y="171450"/>
                </a:lnTo>
                <a:close/>
                <a:moveTo>
                  <a:pt x="1381125" y="171450"/>
                </a:moveTo>
                <a:lnTo>
                  <a:pt x="1390650" y="171450"/>
                </a:lnTo>
                <a:lnTo>
                  <a:pt x="1390650" y="180975"/>
                </a:lnTo>
                <a:lnTo>
                  <a:pt x="1381125" y="180975"/>
                </a:lnTo>
                <a:close/>
                <a:moveTo>
                  <a:pt x="1419225" y="171450"/>
                </a:moveTo>
                <a:lnTo>
                  <a:pt x="1438275" y="171450"/>
                </a:lnTo>
                <a:lnTo>
                  <a:pt x="1438275" y="190500"/>
                </a:lnTo>
                <a:lnTo>
                  <a:pt x="1419225" y="190500"/>
                </a:lnTo>
                <a:lnTo>
                  <a:pt x="1419225" y="200025"/>
                </a:lnTo>
                <a:lnTo>
                  <a:pt x="1409700" y="200025"/>
                </a:lnTo>
                <a:lnTo>
                  <a:pt x="1409700" y="180975"/>
                </a:lnTo>
                <a:lnTo>
                  <a:pt x="1419225" y="180975"/>
                </a:lnTo>
                <a:close/>
                <a:moveTo>
                  <a:pt x="1524000" y="171450"/>
                </a:moveTo>
                <a:lnTo>
                  <a:pt x="1533525" y="171450"/>
                </a:lnTo>
                <a:lnTo>
                  <a:pt x="1533525" y="180975"/>
                </a:lnTo>
                <a:lnTo>
                  <a:pt x="1524000" y="180975"/>
                </a:lnTo>
                <a:close/>
                <a:moveTo>
                  <a:pt x="1543050" y="171450"/>
                </a:moveTo>
                <a:lnTo>
                  <a:pt x="1562100" y="171450"/>
                </a:lnTo>
                <a:lnTo>
                  <a:pt x="1562100" y="180975"/>
                </a:lnTo>
                <a:lnTo>
                  <a:pt x="1552575" y="180975"/>
                </a:lnTo>
                <a:lnTo>
                  <a:pt x="1552575" y="190500"/>
                </a:lnTo>
                <a:lnTo>
                  <a:pt x="1543050" y="190500"/>
                </a:lnTo>
                <a:close/>
                <a:moveTo>
                  <a:pt x="1085850" y="180975"/>
                </a:moveTo>
                <a:lnTo>
                  <a:pt x="1114425" y="180975"/>
                </a:lnTo>
                <a:lnTo>
                  <a:pt x="1114425" y="190500"/>
                </a:lnTo>
                <a:lnTo>
                  <a:pt x="1104900" y="190500"/>
                </a:lnTo>
                <a:lnTo>
                  <a:pt x="1104900" y="200025"/>
                </a:lnTo>
                <a:lnTo>
                  <a:pt x="1114425" y="200025"/>
                </a:lnTo>
                <a:lnTo>
                  <a:pt x="1114425" y="209550"/>
                </a:lnTo>
                <a:lnTo>
                  <a:pt x="1104900" y="209550"/>
                </a:lnTo>
                <a:lnTo>
                  <a:pt x="1104900" y="219075"/>
                </a:lnTo>
                <a:lnTo>
                  <a:pt x="1095375" y="219075"/>
                </a:lnTo>
                <a:lnTo>
                  <a:pt x="1095375" y="209550"/>
                </a:lnTo>
                <a:lnTo>
                  <a:pt x="1076325" y="209550"/>
                </a:lnTo>
                <a:lnTo>
                  <a:pt x="1076325" y="200025"/>
                </a:lnTo>
                <a:lnTo>
                  <a:pt x="1085850" y="200025"/>
                </a:lnTo>
                <a:close/>
                <a:moveTo>
                  <a:pt x="1362075" y="180975"/>
                </a:moveTo>
                <a:lnTo>
                  <a:pt x="1381125" y="180975"/>
                </a:lnTo>
                <a:lnTo>
                  <a:pt x="1381125" y="190500"/>
                </a:lnTo>
                <a:lnTo>
                  <a:pt x="1371600" y="190500"/>
                </a:lnTo>
                <a:lnTo>
                  <a:pt x="1371600" y="200025"/>
                </a:lnTo>
                <a:lnTo>
                  <a:pt x="1381125" y="200025"/>
                </a:lnTo>
                <a:lnTo>
                  <a:pt x="1381125" y="209550"/>
                </a:lnTo>
                <a:lnTo>
                  <a:pt x="1390650" y="209550"/>
                </a:lnTo>
                <a:lnTo>
                  <a:pt x="1390650" y="190500"/>
                </a:lnTo>
                <a:lnTo>
                  <a:pt x="1400175" y="190500"/>
                </a:lnTo>
                <a:lnTo>
                  <a:pt x="1400175" y="228600"/>
                </a:lnTo>
                <a:lnTo>
                  <a:pt x="1390650" y="228600"/>
                </a:lnTo>
                <a:lnTo>
                  <a:pt x="1390650" y="219075"/>
                </a:lnTo>
                <a:lnTo>
                  <a:pt x="1371600" y="219075"/>
                </a:lnTo>
                <a:lnTo>
                  <a:pt x="1371600" y="209550"/>
                </a:lnTo>
                <a:lnTo>
                  <a:pt x="1362075" y="209550"/>
                </a:lnTo>
                <a:close/>
                <a:moveTo>
                  <a:pt x="1466850" y="180975"/>
                </a:moveTo>
                <a:lnTo>
                  <a:pt x="1476375" y="180975"/>
                </a:lnTo>
                <a:lnTo>
                  <a:pt x="1476375" y="190500"/>
                </a:lnTo>
                <a:lnTo>
                  <a:pt x="1466850" y="190500"/>
                </a:lnTo>
                <a:close/>
                <a:moveTo>
                  <a:pt x="1190625" y="190500"/>
                </a:moveTo>
                <a:lnTo>
                  <a:pt x="1200150" y="190500"/>
                </a:lnTo>
                <a:lnTo>
                  <a:pt x="1200150" y="200025"/>
                </a:lnTo>
                <a:lnTo>
                  <a:pt x="1190625" y="200025"/>
                </a:lnTo>
                <a:close/>
                <a:moveTo>
                  <a:pt x="1238250" y="190500"/>
                </a:moveTo>
                <a:lnTo>
                  <a:pt x="1257300" y="190500"/>
                </a:lnTo>
                <a:lnTo>
                  <a:pt x="1257300" y="200025"/>
                </a:lnTo>
                <a:lnTo>
                  <a:pt x="1247775" y="200025"/>
                </a:lnTo>
                <a:lnTo>
                  <a:pt x="1247775" y="209550"/>
                </a:lnTo>
                <a:lnTo>
                  <a:pt x="1257300" y="209550"/>
                </a:lnTo>
                <a:lnTo>
                  <a:pt x="1257300" y="219075"/>
                </a:lnTo>
                <a:lnTo>
                  <a:pt x="1247775" y="219075"/>
                </a:lnTo>
                <a:lnTo>
                  <a:pt x="1247775" y="228600"/>
                </a:lnTo>
                <a:lnTo>
                  <a:pt x="1238250" y="228600"/>
                </a:lnTo>
                <a:lnTo>
                  <a:pt x="1238250" y="257175"/>
                </a:lnTo>
                <a:lnTo>
                  <a:pt x="1219200" y="257175"/>
                </a:lnTo>
                <a:lnTo>
                  <a:pt x="1219200" y="238125"/>
                </a:lnTo>
                <a:lnTo>
                  <a:pt x="1228725" y="238125"/>
                </a:lnTo>
                <a:lnTo>
                  <a:pt x="1228725" y="219075"/>
                </a:lnTo>
                <a:lnTo>
                  <a:pt x="1219200" y="219075"/>
                </a:lnTo>
                <a:lnTo>
                  <a:pt x="1219200" y="200025"/>
                </a:lnTo>
                <a:lnTo>
                  <a:pt x="1238250" y="200025"/>
                </a:lnTo>
                <a:close/>
                <a:moveTo>
                  <a:pt x="1285875" y="190500"/>
                </a:moveTo>
                <a:lnTo>
                  <a:pt x="1295400" y="190500"/>
                </a:lnTo>
                <a:lnTo>
                  <a:pt x="1295400" y="209550"/>
                </a:lnTo>
                <a:lnTo>
                  <a:pt x="1285875" y="209550"/>
                </a:lnTo>
                <a:close/>
                <a:moveTo>
                  <a:pt x="1476375" y="190500"/>
                </a:moveTo>
                <a:lnTo>
                  <a:pt x="1485900" y="190500"/>
                </a:lnTo>
                <a:lnTo>
                  <a:pt x="1485900" y="200025"/>
                </a:lnTo>
                <a:lnTo>
                  <a:pt x="1476375" y="200025"/>
                </a:lnTo>
                <a:close/>
                <a:moveTo>
                  <a:pt x="1171575" y="200025"/>
                </a:moveTo>
                <a:lnTo>
                  <a:pt x="1190625" y="200025"/>
                </a:lnTo>
                <a:lnTo>
                  <a:pt x="1190625" y="209550"/>
                </a:lnTo>
                <a:lnTo>
                  <a:pt x="1171575" y="209550"/>
                </a:lnTo>
                <a:close/>
                <a:moveTo>
                  <a:pt x="904875" y="209550"/>
                </a:moveTo>
                <a:lnTo>
                  <a:pt x="914400" y="209550"/>
                </a:lnTo>
                <a:lnTo>
                  <a:pt x="914400" y="219075"/>
                </a:lnTo>
                <a:lnTo>
                  <a:pt x="904875" y="219075"/>
                </a:lnTo>
                <a:close/>
                <a:moveTo>
                  <a:pt x="1162050" y="209550"/>
                </a:moveTo>
                <a:lnTo>
                  <a:pt x="1171575" y="209550"/>
                </a:lnTo>
                <a:lnTo>
                  <a:pt x="1171575" y="247650"/>
                </a:lnTo>
                <a:lnTo>
                  <a:pt x="1162050" y="247650"/>
                </a:lnTo>
                <a:lnTo>
                  <a:pt x="1162050" y="228600"/>
                </a:lnTo>
                <a:lnTo>
                  <a:pt x="1152525" y="228600"/>
                </a:lnTo>
                <a:lnTo>
                  <a:pt x="1152525" y="219075"/>
                </a:lnTo>
                <a:lnTo>
                  <a:pt x="1162050" y="219075"/>
                </a:lnTo>
                <a:close/>
                <a:moveTo>
                  <a:pt x="1504950" y="209550"/>
                </a:moveTo>
                <a:lnTo>
                  <a:pt x="1524000" y="209550"/>
                </a:lnTo>
                <a:lnTo>
                  <a:pt x="1524000" y="219075"/>
                </a:lnTo>
                <a:lnTo>
                  <a:pt x="1504950" y="219075"/>
                </a:lnTo>
                <a:close/>
                <a:moveTo>
                  <a:pt x="1609725" y="209550"/>
                </a:moveTo>
                <a:lnTo>
                  <a:pt x="1619250" y="209550"/>
                </a:lnTo>
                <a:lnTo>
                  <a:pt x="1619250" y="219075"/>
                </a:lnTo>
                <a:lnTo>
                  <a:pt x="1609725" y="219075"/>
                </a:lnTo>
                <a:close/>
                <a:moveTo>
                  <a:pt x="1590675" y="219075"/>
                </a:moveTo>
                <a:lnTo>
                  <a:pt x="1609725" y="219075"/>
                </a:lnTo>
                <a:lnTo>
                  <a:pt x="1609725" y="228600"/>
                </a:lnTo>
                <a:lnTo>
                  <a:pt x="1590675" y="228600"/>
                </a:lnTo>
                <a:close/>
                <a:moveTo>
                  <a:pt x="647700" y="238125"/>
                </a:moveTo>
                <a:lnTo>
                  <a:pt x="657225" y="238125"/>
                </a:lnTo>
                <a:lnTo>
                  <a:pt x="657225" y="247650"/>
                </a:lnTo>
                <a:lnTo>
                  <a:pt x="647700" y="247650"/>
                </a:lnTo>
                <a:close/>
                <a:moveTo>
                  <a:pt x="1209675" y="257175"/>
                </a:moveTo>
                <a:lnTo>
                  <a:pt x="1219200" y="257175"/>
                </a:lnTo>
                <a:lnTo>
                  <a:pt x="1219200" y="266700"/>
                </a:lnTo>
                <a:lnTo>
                  <a:pt x="1247775" y="266700"/>
                </a:lnTo>
                <a:lnTo>
                  <a:pt x="1247775" y="276225"/>
                </a:lnTo>
                <a:lnTo>
                  <a:pt x="1238250" y="276225"/>
                </a:lnTo>
                <a:lnTo>
                  <a:pt x="1238250" y="285750"/>
                </a:lnTo>
                <a:lnTo>
                  <a:pt x="1257300" y="285750"/>
                </a:lnTo>
                <a:lnTo>
                  <a:pt x="1257300" y="276225"/>
                </a:lnTo>
                <a:lnTo>
                  <a:pt x="1266825" y="276225"/>
                </a:lnTo>
                <a:lnTo>
                  <a:pt x="1266825" y="285750"/>
                </a:lnTo>
                <a:lnTo>
                  <a:pt x="1257300" y="285750"/>
                </a:lnTo>
                <a:lnTo>
                  <a:pt x="1257300" y="304800"/>
                </a:lnTo>
                <a:lnTo>
                  <a:pt x="1228725" y="304800"/>
                </a:lnTo>
                <a:lnTo>
                  <a:pt x="1228725" y="295275"/>
                </a:lnTo>
                <a:lnTo>
                  <a:pt x="1200150" y="295275"/>
                </a:lnTo>
                <a:lnTo>
                  <a:pt x="1200150" y="285750"/>
                </a:lnTo>
                <a:lnTo>
                  <a:pt x="1181100" y="285750"/>
                </a:lnTo>
                <a:lnTo>
                  <a:pt x="1181100" y="295275"/>
                </a:lnTo>
                <a:lnTo>
                  <a:pt x="1200150" y="295275"/>
                </a:lnTo>
                <a:lnTo>
                  <a:pt x="1200150" y="314325"/>
                </a:lnTo>
                <a:lnTo>
                  <a:pt x="1209675" y="314325"/>
                </a:lnTo>
                <a:lnTo>
                  <a:pt x="1209675" y="333375"/>
                </a:lnTo>
                <a:lnTo>
                  <a:pt x="1190625" y="333375"/>
                </a:lnTo>
                <a:lnTo>
                  <a:pt x="1190625" y="323850"/>
                </a:lnTo>
                <a:lnTo>
                  <a:pt x="1171575" y="323850"/>
                </a:lnTo>
                <a:lnTo>
                  <a:pt x="1171575" y="342900"/>
                </a:lnTo>
                <a:lnTo>
                  <a:pt x="1181100" y="342900"/>
                </a:lnTo>
                <a:lnTo>
                  <a:pt x="1181100" y="352425"/>
                </a:lnTo>
                <a:lnTo>
                  <a:pt x="1190625" y="352425"/>
                </a:lnTo>
                <a:lnTo>
                  <a:pt x="1190625" y="361950"/>
                </a:lnTo>
                <a:lnTo>
                  <a:pt x="1181100" y="361950"/>
                </a:lnTo>
                <a:lnTo>
                  <a:pt x="1181100" y="371475"/>
                </a:lnTo>
                <a:lnTo>
                  <a:pt x="1171575" y="371475"/>
                </a:lnTo>
                <a:lnTo>
                  <a:pt x="1171575" y="381000"/>
                </a:lnTo>
                <a:lnTo>
                  <a:pt x="1200150" y="381000"/>
                </a:lnTo>
                <a:lnTo>
                  <a:pt x="1200150" y="400050"/>
                </a:lnTo>
                <a:lnTo>
                  <a:pt x="1181100" y="400050"/>
                </a:lnTo>
                <a:lnTo>
                  <a:pt x="1181100" y="409575"/>
                </a:lnTo>
                <a:lnTo>
                  <a:pt x="1171575" y="409575"/>
                </a:lnTo>
                <a:lnTo>
                  <a:pt x="1171575" y="419100"/>
                </a:lnTo>
                <a:lnTo>
                  <a:pt x="1162050" y="419100"/>
                </a:lnTo>
                <a:lnTo>
                  <a:pt x="1162050" y="428625"/>
                </a:lnTo>
                <a:lnTo>
                  <a:pt x="1171575" y="428625"/>
                </a:lnTo>
                <a:lnTo>
                  <a:pt x="1171575" y="438150"/>
                </a:lnTo>
                <a:lnTo>
                  <a:pt x="1152525" y="438150"/>
                </a:lnTo>
                <a:lnTo>
                  <a:pt x="1152525" y="428625"/>
                </a:lnTo>
                <a:lnTo>
                  <a:pt x="1143000" y="428625"/>
                </a:lnTo>
                <a:lnTo>
                  <a:pt x="1143000" y="409575"/>
                </a:lnTo>
                <a:lnTo>
                  <a:pt x="1123950" y="409575"/>
                </a:lnTo>
                <a:lnTo>
                  <a:pt x="1123950" y="400050"/>
                </a:lnTo>
                <a:lnTo>
                  <a:pt x="1133475" y="400050"/>
                </a:lnTo>
                <a:lnTo>
                  <a:pt x="1133475" y="390525"/>
                </a:lnTo>
                <a:lnTo>
                  <a:pt x="1114425" y="390525"/>
                </a:lnTo>
                <a:lnTo>
                  <a:pt x="1114425" y="371475"/>
                </a:lnTo>
                <a:lnTo>
                  <a:pt x="1123950" y="371475"/>
                </a:lnTo>
                <a:lnTo>
                  <a:pt x="1123950" y="381000"/>
                </a:lnTo>
                <a:lnTo>
                  <a:pt x="1152525" y="381000"/>
                </a:lnTo>
                <a:lnTo>
                  <a:pt x="1152525" y="352425"/>
                </a:lnTo>
                <a:lnTo>
                  <a:pt x="1133475" y="352425"/>
                </a:lnTo>
                <a:lnTo>
                  <a:pt x="1133475" y="342900"/>
                </a:lnTo>
                <a:lnTo>
                  <a:pt x="1162050" y="342900"/>
                </a:lnTo>
                <a:lnTo>
                  <a:pt x="1162050" y="295275"/>
                </a:lnTo>
                <a:lnTo>
                  <a:pt x="1171575" y="295275"/>
                </a:lnTo>
                <a:lnTo>
                  <a:pt x="1171575" y="285750"/>
                </a:lnTo>
                <a:lnTo>
                  <a:pt x="1162050" y="285750"/>
                </a:lnTo>
                <a:lnTo>
                  <a:pt x="1162050" y="266700"/>
                </a:lnTo>
                <a:lnTo>
                  <a:pt x="1181100" y="266700"/>
                </a:lnTo>
                <a:lnTo>
                  <a:pt x="1181100" y="276225"/>
                </a:lnTo>
                <a:lnTo>
                  <a:pt x="1209675" y="276225"/>
                </a:lnTo>
                <a:close/>
                <a:moveTo>
                  <a:pt x="1266825" y="257175"/>
                </a:moveTo>
                <a:lnTo>
                  <a:pt x="1276350" y="257175"/>
                </a:lnTo>
                <a:lnTo>
                  <a:pt x="1276350" y="266700"/>
                </a:lnTo>
                <a:lnTo>
                  <a:pt x="1266825" y="266700"/>
                </a:lnTo>
                <a:close/>
                <a:moveTo>
                  <a:pt x="457200" y="266700"/>
                </a:moveTo>
                <a:lnTo>
                  <a:pt x="466725" y="266700"/>
                </a:lnTo>
                <a:lnTo>
                  <a:pt x="466725" y="276225"/>
                </a:lnTo>
                <a:lnTo>
                  <a:pt x="457200" y="276225"/>
                </a:lnTo>
                <a:close/>
                <a:moveTo>
                  <a:pt x="523875" y="266700"/>
                </a:moveTo>
                <a:lnTo>
                  <a:pt x="533400" y="266700"/>
                </a:lnTo>
                <a:lnTo>
                  <a:pt x="533400" y="276225"/>
                </a:lnTo>
                <a:lnTo>
                  <a:pt x="552450" y="276225"/>
                </a:lnTo>
                <a:lnTo>
                  <a:pt x="552450" y="285750"/>
                </a:lnTo>
                <a:lnTo>
                  <a:pt x="561975" y="285750"/>
                </a:lnTo>
                <a:lnTo>
                  <a:pt x="561975" y="276225"/>
                </a:lnTo>
                <a:lnTo>
                  <a:pt x="581025" y="276225"/>
                </a:lnTo>
                <a:lnTo>
                  <a:pt x="581025" y="295275"/>
                </a:lnTo>
                <a:lnTo>
                  <a:pt x="571500" y="295275"/>
                </a:lnTo>
                <a:lnTo>
                  <a:pt x="571500" y="314325"/>
                </a:lnTo>
                <a:lnTo>
                  <a:pt x="590550" y="314325"/>
                </a:lnTo>
                <a:lnTo>
                  <a:pt x="590550" y="323850"/>
                </a:lnTo>
                <a:lnTo>
                  <a:pt x="600075" y="323850"/>
                </a:lnTo>
                <a:lnTo>
                  <a:pt x="600075" y="314325"/>
                </a:lnTo>
                <a:lnTo>
                  <a:pt x="609600" y="314325"/>
                </a:lnTo>
                <a:lnTo>
                  <a:pt x="609600" y="333375"/>
                </a:lnTo>
                <a:lnTo>
                  <a:pt x="600075" y="333375"/>
                </a:lnTo>
                <a:lnTo>
                  <a:pt x="600075" y="342900"/>
                </a:lnTo>
                <a:lnTo>
                  <a:pt x="609600" y="342900"/>
                </a:lnTo>
                <a:lnTo>
                  <a:pt x="609600" y="333375"/>
                </a:lnTo>
                <a:lnTo>
                  <a:pt x="619125" y="333375"/>
                </a:lnTo>
                <a:lnTo>
                  <a:pt x="619125" y="342900"/>
                </a:lnTo>
                <a:lnTo>
                  <a:pt x="609600" y="342900"/>
                </a:lnTo>
                <a:lnTo>
                  <a:pt x="609600" y="361950"/>
                </a:lnTo>
                <a:lnTo>
                  <a:pt x="600075" y="361950"/>
                </a:lnTo>
                <a:lnTo>
                  <a:pt x="600075" y="352425"/>
                </a:lnTo>
                <a:lnTo>
                  <a:pt x="590550" y="352425"/>
                </a:lnTo>
                <a:lnTo>
                  <a:pt x="590550" y="361950"/>
                </a:lnTo>
                <a:lnTo>
                  <a:pt x="581025" y="361950"/>
                </a:lnTo>
                <a:lnTo>
                  <a:pt x="581025" y="390525"/>
                </a:lnTo>
                <a:lnTo>
                  <a:pt x="600075" y="390525"/>
                </a:lnTo>
                <a:lnTo>
                  <a:pt x="600075" y="381000"/>
                </a:lnTo>
                <a:lnTo>
                  <a:pt x="609600" y="381000"/>
                </a:lnTo>
                <a:lnTo>
                  <a:pt x="609600" y="390525"/>
                </a:lnTo>
                <a:lnTo>
                  <a:pt x="600075" y="390525"/>
                </a:lnTo>
                <a:lnTo>
                  <a:pt x="600075" y="409575"/>
                </a:lnTo>
                <a:lnTo>
                  <a:pt x="581025" y="409575"/>
                </a:lnTo>
                <a:lnTo>
                  <a:pt x="581025" y="419100"/>
                </a:lnTo>
                <a:lnTo>
                  <a:pt x="571500" y="419100"/>
                </a:lnTo>
                <a:lnTo>
                  <a:pt x="571500" y="447675"/>
                </a:lnTo>
                <a:lnTo>
                  <a:pt x="561975" y="447675"/>
                </a:lnTo>
                <a:lnTo>
                  <a:pt x="561975" y="438150"/>
                </a:lnTo>
                <a:lnTo>
                  <a:pt x="542925" y="438150"/>
                </a:lnTo>
                <a:lnTo>
                  <a:pt x="542925" y="447675"/>
                </a:lnTo>
                <a:lnTo>
                  <a:pt x="561975" y="447675"/>
                </a:lnTo>
                <a:lnTo>
                  <a:pt x="561975" y="457200"/>
                </a:lnTo>
                <a:lnTo>
                  <a:pt x="514350" y="457200"/>
                </a:lnTo>
                <a:lnTo>
                  <a:pt x="514350" y="466725"/>
                </a:lnTo>
                <a:lnTo>
                  <a:pt x="533400" y="466725"/>
                </a:lnTo>
                <a:lnTo>
                  <a:pt x="533400" y="476250"/>
                </a:lnTo>
                <a:lnTo>
                  <a:pt x="514350" y="476250"/>
                </a:lnTo>
                <a:lnTo>
                  <a:pt x="514350" y="485775"/>
                </a:lnTo>
                <a:lnTo>
                  <a:pt x="457200" y="485775"/>
                </a:lnTo>
                <a:lnTo>
                  <a:pt x="457200" y="476250"/>
                </a:lnTo>
                <a:lnTo>
                  <a:pt x="485775" y="476250"/>
                </a:lnTo>
                <a:lnTo>
                  <a:pt x="485775" y="447675"/>
                </a:lnTo>
                <a:lnTo>
                  <a:pt x="495300" y="447675"/>
                </a:lnTo>
                <a:lnTo>
                  <a:pt x="495300" y="428625"/>
                </a:lnTo>
                <a:lnTo>
                  <a:pt x="457200" y="428625"/>
                </a:lnTo>
                <a:lnTo>
                  <a:pt x="457200" y="447675"/>
                </a:lnTo>
                <a:lnTo>
                  <a:pt x="447675" y="447675"/>
                </a:lnTo>
                <a:lnTo>
                  <a:pt x="447675" y="457200"/>
                </a:lnTo>
                <a:lnTo>
                  <a:pt x="428625" y="457200"/>
                </a:lnTo>
                <a:lnTo>
                  <a:pt x="428625" y="447675"/>
                </a:lnTo>
                <a:lnTo>
                  <a:pt x="419100" y="447675"/>
                </a:lnTo>
                <a:lnTo>
                  <a:pt x="419100" y="419100"/>
                </a:lnTo>
                <a:lnTo>
                  <a:pt x="428625" y="419100"/>
                </a:lnTo>
                <a:lnTo>
                  <a:pt x="428625" y="428625"/>
                </a:lnTo>
                <a:lnTo>
                  <a:pt x="438150" y="428625"/>
                </a:lnTo>
                <a:lnTo>
                  <a:pt x="438150" y="419100"/>
                </a:lnTo>
                <a:lnTo>
                  <a:pt x="447675" y="419100"/>
                </a:lnTo>
                <a:lnTo>
                  <a:pt x="447675" y="400050"/>
                </a:lnTo>
                <a:lnTo>
                  <a:pt x="428625" y="400050"/>
                </a:lnTo>
                <a:lnTo>
                  <a:pt x="428625" y="409575"/>
                </a:lnTo>
                <a:lnTo>
                  <a:pt x="409575" y="409575"/>
                </a:lnTo>
                <a:lnTo>
                  <a:pt x="409575" y="371475"/>
                </a:lnTo>
                <a:lnTo>
                  <a:pt x="428625" y="371475"/>
                </a:lnTo>
                <a:lnTo>
                  <a:pt x="428625" y="381000"/>
                </a:lnTo>
                <a:lnTo>
                  <a:pt x="466725" y="381000"/>
                </a:lnTo>
                <a:lnTo>
                  <a:pt x="466725" y="371475"/>
                </a:lnTo>
                <a:lnTo>
                  <a:pt x="476250" y="371475"/>
                </a:lnTo>
                <a:lnTo>
                  <a:pt x="476250" y="361950"/>
                </a:lnTo>
                <a:lnTo>
                  <a:pt x="485775" y="361950"/>
                </a:lnTo>
                <a:lnTo>
                  <a:pt x="485775" y="352425"/>
                </a:lnTo>
                <a:lnTo>
                  <a:pt x="495300" y="352425"/>
                </a:lnTo>
                <a:lnTo>
                  <a:pt x="495300" y="361950"/>
                </a:lnTo>
                <a:lnTo>
                  <a:pt x="514350" y="361950"/>
                </a:lnTo>
                <a:lnTo>
                  <a:pt x="514350" y="333375"/>
                </a:lnTo>
                <a:lnTo>
                  <a:pt x="523875" y="333375"/>
                </a:lnTo>
                <a:lnTo>
                  <a:pt x="523875" y="342900"/>
                </a:lnTo>
                <a:lnTo>
                  <a:pt x="533400" y="342900"/>
                </a:lnTo>
                <a:lnTo>
                  <a:pt x="533400" y="352425"/>
                </a:lnTo>
                <a:lnTo>
                  <a:pt x="542925" y="352425"/>
                </a:lnTo>
                <a:lnTo>
                  <a:pt x="542925" y="361950"/>
                </a:lnTo>
                <a:lnTo>
                  <a:pt x="523875" y="361950"/>
                </a:lnTo>
                <a:lnTo>
                  <a:pt x="523875" y="381000"/>
                </a:lnTo>
                <a:lnTo>
                  <a:pt x="533400" y="381000"/>
                </a:lnTo>
                <a:lnTo>
                  <a:pt x="533400" y="400050"/>
                </a:lnTo>
                <a:lnTo>
                  <a:pt x="552450" y="400050"/>
                </a:lnTo>
                <a:lnTo>
                  <a:pt x="552450" y="390525"/>
                </a:lnTo>
                <a:lnTo>
                  <a:pt x="542925" y="390525"/>
                </a:lnTo>
                <a:lnTo>
                  <a:pt x="542925" y="381000"/>
                </a:lnTo>
                <a:lnTo>
                  <a:pt x="552450" y="381000"/>
                </a:lnTo>
                <a:lnTo>
                  <a:pt x="552450" y="333375"/>
                </a:lnTo>
                <a:lnTo>
                  <a:pt x="542925" y="333375"/>
                </a:lnTo>
                <a:lnTo>
                  <a:pt x="542925" y="323850"/>
                </a:lnTo>
                <a:lnTo>
                  <a:pt x="533400" y="323850"/>
                </a:lnTo>
                <a:lnTo>
                  <a:pt x="533400" y="304800"/>
                </a:lnTo>
                <a:lnTo>
                  <a:pt x="523875" y="304800"/>
                </a:lnTo>
                <a:lnTo>
                  <a:pt x="523875" y="295275"/>
                </a:lnTo>
                <a:lnTo>
                  <a:pt x="514350" y="295275"/>
                </a:lnTo>
                <a:lnTo>
                  <a:pt x="514350" y="285750"/>
                </a:lnTo>
                <a:lnTo>
                  <a:pt x="523875" y="285750"/>
                </a:lnTo>
                <a:close/>
                <a:moveTo>
                  <a:pt x="590550" y="266700"/>
                </a:moveTo>
                <a:lnTo>
                  <a:pt x="647700" y="266700"/>
                </a:lnTo>
                <a:lnTo>
                  <a:pt x="647700" y="276225"/>
                </a:lnTo>
                <a:lnTo>
                  <a:pt x="619125" y="276225"/>
                </a:lnTo>
                <a:lnTo>
                  <a:pt x="619125" y="285750"/>
                </a:lnTo>
                <a:lnTo>
                  <a:pt x="600075" y="285750"/>
                </a:lnTo>
                <a:lnTo>
                  <a:pt x="600075" y="276225"/>
                </a:lnTo>
                <a:lnTo>
                  <a:pt x="590550" y="276225"/>
                </a:lnTo>
                <a:close/>
                <a:moveTo>
                  <a:pt x="476250" y="276225"/>
                </a:moveTo>
                <a:lnTo>
                  <a:pt x="504825" y="276225"/>
                </a:lnTo>
                <a:lnTo>
                  <a:pt x="504825" y="295275"/>
                </a:lnTo>
                <a:lnTo>
                  <a:pt x="485775" y="295275"/>
                </a:lnTo>
                <a:lnTo>
                  <a:pt x="485775" y="285750"/>
                </a:lnTo>
                <a:lnTo>
                  <a:pt x="476250" y="285750"/>
                </a:lnTo>
                <a:close/>
                <a:moveTo>
                  <a:pt x="1562100" y="276225"/>
                </a:moveTo>
                <a:lnTo>
                  <a:pt x="1571625" y="276225"/>
                </a:lnTo>
                <a:lnTo>
                  <a:pt x="1571625" y="285750"/>
                </a:lnTo>
                <a:lnTo>
                  <a:pt x="1562100" y="285750"/>
                </a:lnTo>
                <a:close/>
                <a:moveTo>
                  <a:pt x="1504950" y="285750"/>
                </a:moveTo>
                <a:lnTo>
                  <a:pt x="1524000" y="285750"/>
                </a:lnTo>
                <a:lnTo>
                  <a:pt x="1524000" y="295275"/>
                </a:lnTo>
                <a:lnTo>
                  <a:pt x="1504950" y="295275"/>
                </a:lnTo>
                <a:close/>
                <a:moveTo>
                  <a:pt x="1571625" y="285750"/>
                </a:moveTo>
                <a:lnTo>
                  <a:pt x="1581150" y="285750"/>
                </a:lnTo>
                <a:lnTo>
                  <a:pt x="1581150" y="295275"/>
                </a:lnTo>
                <a:lnTo>
                  <a:pt x="1571625" y="295275"/>
                </a:lnTo>
                <a:close/>
                <a:moveTo>
                  <a:pt x="1609725" y="285750"/>
                </a:moveTo>
                <a:lnTo>
                  <a:pt x="1628775" y="285750"/>
                </a:lnTo>
                <a:lnTo>
                  <a:pt x="1628775" y="295275"/>
                </a:lnTo>
                <a:lnTo>
                  <a:pt x="1619250" y="295275"/>
                </a:lnTo>
                <a:lnTo>
                  <a:pt x="1619250" y="304800"/>
                </a:lnTo>
                <a:lnTo>
                  <a:pt x="1628775" y="304800"/>
                </a:lnTo>
                <a:lnTo>
                  <a:pt x="1628775" y="314325"/>
                </a:lnTo>
                <a:lnTo>
                  <a:pt x="1609725" y="314325"/>
                </a:lnTo>
                <a:close/>
                <a:moveTo>
                  <a:pt x="304800" y="295275"/>
                </a:moveTo>
                <a:lnTo>
                  <a:pt x="314325" y="295275"/>
                </a:lnTo>
                <a:lnTo>
                  <a:pt x="314325" y="304800"/>
                </a:lnTo>
                <a:lnTo>
                  <a:pt x="304800" y="304800"/>
                </a:lnTo>
                <a:close/>
                <a:moveTo>
                  <a:pt x="647700" y="295275"/>
                </a:moveTo>
                <a:lnTo>
                  <a:pt x="657225" y="295275"/>
                </a:lnTo>
                <a:lnTo>
                  <a:pt x="657225" y="314325"/>
                </a:lnTo>
                <a:lnTo>
                  <a:pt x="647700" y="314325"/>
                </a:lnTo>
                <a:close/>
                <a:moveTo>
                  <a:pt x="1314450" y="295275"/>
                </a:moveTo>
                <a:lnTo>
                  <a:pt x="1323975" y="295275"/>
                </a:lnTo>
                <a:lnTo>
                  <a:pt x="1323975" y="304800"/>
                </a:lnTo>
                <a:lnTo>
                  <a:pt x="1314450" y="304800"/>
                </a:lnTo>
                <a:close/>
                <a:moveTo>
                  <a:pt x="542925" y="314325"/>
                </a:moveTo>
                <a:lnTo>
                  <a:pt x="552450" y="314325"/>
                </a:lnTo>
                <a:lnTo>
                  <a:pt x="552450" y="295275"/>
                </a:lnTo>
                <a:lnTo>
                  <a:pt x="542925" y="295275"/>
                </a:lnTo>
                <a:close/>
                <a:moveTo>
                  <a:pt x="638175" y="314325"/>
                </a:moveTo>
                <a:lnTo>
                  <a:pt x="647700" y="314325"/>
                </a:lnTo>
                <a:lnTo>
                  <a:pt x="647700" y="323850"/>
                </a:lnTo>
                <a:lnTo>
                  <a:pt x="638175" y="323850"/>
                </a:lnTo>
                <a:close/>
                <a:moveTo>
                  <a:pt x="1628775" y="314325"/>
                </a:moveTo>
                <a:lnTo>
                  <a:pt x="1638300" y="314325"/>
                </a:lnTo>
                <a:lnTo>
                  <a:pt x="1638300" y="323850"/>
                </a:lnTo>
                <a:lnTo>
                  <a:pt x="1628775" y="323850"/>
                </a:lnTo>
                <a:close/>
                <a:moveTo>
                  <a:pt x="628650" y="323850"/>
                </a:moveTo>
                <a:lnTo>
                  <a:pt x="638175" y="323850"/>
                </a:lnTo>
                <a:lnTo>
                  <a:pt x="638175" y="333375"/>
                </a:lnTo>
                <a:lnTo>
                  <a:pt x="628650" y="333375"/>
                </a:lnTo>
                <a:close/>
                <a:moveTo>
                  <a:pt x="647700" y="323850"/>
                </a:moveTo>
                <a:lnTo>
                  <a:pt x="657225" y="323850"/>
                </a:lnTo>
                <a:lnTo>
                  <a:pt x="657225" y="333375"/>
                </a:lnTo>
                <a:lnTo>
                  <a:pt x="647700" y="333375"/>
                </a:lnTo>
                <a:close/>
                <a:moveTo>
                  <a:pt x="1590675" y="323850"/>
                </a:moveTo>
                <a:lnTo>
                  <a:pt x="1600200" y="323850"/>
                </a:lnTo>
                <a:lnTo>
                  <a:pt x="1600200" y="333375"/>
                </a:lnTo>
                <a:lnTo>
                  <a:pt x="1590675" y="333375"/>
                </a:lnTo>
                <a:close/>
                <a:moveTo>
                  <a:pt x="1419225" y="333375"/>
                </a:moveTo>
                <a:lnTo>
                  <a:pt x="1428750" y="333375"/>
                </a:lnTo>
                <a:lnTo>
                  <a:pt x="1428750" y="342900"/>
                </a:lnTo>
                <a:lnTo>
                  <a:pt x="1438275" y="342900"/>
                </a:lnTo>
                <a:lnTo>
                  <a:pt x="1438275" y="361950"/>
                </a:lnTo>
                <a:lnTo>
                  <a:pt x="1428750" y="361950"/>
                </a:lnTo>
                <a:lnTo>
                  <a:pt x="1428750" y="352425"/>
                </a:lnTo>
                <a:lnTo>
                  <a:pt x="1419225" y="352425"/>
                </a:lnTo>
                <a:close/>
                <a:moveTo>
                  <a:pt x="1085850" y="342900"/>
                </a:moveTo>
                <a:lnTo>
                  <a:pt x="1104900" y="342900"/>
                </a:lnTo>
                <a:lnTo>
                  <a:pt x="1104900" y="361950"/>
                </a:lnTo>
                <a:lnTo>
                  <a:pt x="1066800" y="361950"/>
                </a:lnTo>
                <a:lnTo>
                  <a:pt x="1066800" y="381000"/>
                </a:lnTo>
                <a:lnTo>
                  <a:pt x="1000125" y="381000"/>
                </a:lnTo>
                <a:lnTo>
                  <a:pt x="1000125" y="400050"/>
                </a:lnTo>
                <a:lnTo>
                  <a:pt x="1009650" y="400050"/>
                </a:lnTo>
                <a:lnTo>
                  <a:pt x="1009650" y="390525"/>
                </a:lnTo>
                <a:lnTo>
                  <a:pt x="1038225" y="390525"/>
                </a:lnTo>
                <a:lnTo>
                  <a:pt x="1038225" y="400050"/>
                </a:lnTo>
                <a:lnTo>
                  <a:pt x="1076325" y="400050"/>
                </a:lnTo>
                <a:lnTo>
                  <a:pt x="1076325" y="419100"/>
                </a:lnTo>
                <a:lnTo>
                  <a:pt x="1066800" y="419100"/>
                </a:lnTo>
                <a:lnTo>
                  <a:pt x="1066800" y="428625"/>
                </a:lnTo>
                <a:lnTo>
                  <a:pt x="1047750" y="428625"/>
                </a:lnTo>
                <a:lnTo>
                  <a:pt x="1047750" y="457200"/>
                </a:lnTo>
                <a:lnTo>
                  <a:pt x="1057275" y="457200"/>
                </a:lnTo>
                <a:lnTo>
                  <a:pt x="1057275" y="466725"/>
                </a:lnTo>
                <a:lnTo>
                  <a:pt x="1066800" y="466725"/>
                </a:lnTo>
                <a:lnTo>
                  <a:pt x="1066800" y="476250"/>
                </a:lnTo>
                <a:lnTo>
                  <a:pt x="1057275" y="476250"/>
                </a:lnTo>
                <a:lnTo>
                  <a:pt x="1057275" y="485775"/>
                </a:lnTo>
                <a:lnTo>
                  <a:pt x="1047750" y="485775"/>
                </a:lnTo>
                <a:lnTo>
                  <a:pt x="1047750" y="476250"/>
                </a:lnTo>
                <a:lnTo>
                  <a:pt x="1038225" y="476250"/>
                </a:lnTo>
                <a:lnTo>
                  <a:pt x="1038225" y="457200"/>
                </a:lnTo>
                <a:lnTo>
                  <a:pt x="1028700" y="457200"/>
                </a:lnTo>
                <a:lnTo>
                  <a:pt x="1028700" y="438150"/>
                </a:lnTo>
                <a:lnTo>
                  <a:pt x="1019175" y="438150"/>
                </a:lnTo>
                <a:lnTo>
                  <a:pt x="1019175" y="428625"/>
                </a:lnTo>
                <a:lnTo>
                  <a:pt x="990600" y="428625"/>
                </a:lnTo>
                <a:lnTo>
                  <a:pt x="990600" y="409575"/>
                </a:lnTo>
                <a:lnTo>
                  <a:pt x="981075" y="409575"/>
                </a:lnTo>
                <a:lnTo>
                  <a:pt x="981075" y="419100"/>
                </a:lnTo>
                <a:lnTo>
                  <a:pt x="971550" y="419100"/>
                </a:lnTo>
                <a:lnTo>
                  <a:pt x="971550" y="438150"/>
                </a:lnTo>
                <a:lnTo>
                  <a:pt x="942975" y="438150"/>
                </a:lnTo>
                <a:lnTo>
                  <a:pt x="942975" y="447675"/>
                </a:lnTo>
                <a:lnTo>
                  <a:pt x="933450" y="447675"/>
                </a:lnTo>
                <a:lnTo>
                  <a:pt x="933450" y="466725"/>
                </a:lnTo>
                <a:lnTo>
                  <a:pt x="942975" y="466725"/>
                </a:lnTo>
                <a:lnTo>
                  <a:pt x="942975" y="485775"/>
                </a:lnTo>
                <a:lnTo>
                  <a:pt x="933450" y="485775"/>
                </a:lnTo>
                <a:lnTo>
                  <a:pt x="933450" y="476250"/>
                </a:lnTo>
                <a:lnTo>
                  <a:pt x="914400" y="476250"/>
                </a:lnTo>
                <a:lnTo>
                  <a:pt x="914400" y="485775"/>
                </a:lnTo>
                <a:lnTo>
                  <a:pt x="904875" y="485775"/>
                </a:lnTo>
                <a:lnTo>
                  <a:pt x="904875" y="457200"/>
                </a:lnTo>
                <a:lnTo>
                  <a:pt x="914400" y="457200"/>
                </a:lnTo>
                <a:lnTo>
                  <a:pt x="914400" y="447675"/>
                </a:lnTo>
                <a:lnTo>
                  <a:pt x="904875" y="447675"/>
                </a:lnTo>
                <a:lnTo>
                  <a:pt x="904875" y="409575"/>
                </a:lnTo>
                <a:lnTo>
                  <a:pt x="885825" y="409575"/>
                </a:lnTo>
                <a:lnTo>
                  <a:pt x="885825" y="400050"/>
                </a:lnTo>
                <a:lnTo>
                  <a:pt x="866775" y="400050"/>
                </a:lnTo>
                <a:lnTo>
                  <a:pt x="866775" y="390525"/>
                </a:lnTo>
                <a:lnTo>
                  <a:pt x="876300" y="390525"/>
                </a:lnTo>
                <a:lnTo>
                  <a:pt x="876300" y="371475"/>
                </a:lnTo>
                <a:lnTo>
                  <a:pt x="885825" y="371475"/>
                </a:lnTo>
                <a:lnTo>
                  <a:pt x="885825" y="381000"/>
                </a:lnTo>
                <a:lnTo>
                  <a:pt x="895350" y="381000"/>
                </a:lnTo>
                <a:lnTo>
                  <a:pt x="895350" y="371475"/>
                </a:lnTo>
                <a:lnTo>
                  <a:pt x="904875" y="371475"/>
                </a:lnTo>
                <a:lnTo>
                  <a:pt x="904875" y="381000"/>
                </a:lnTo>
                <a:lnTo>
                  <a:pt x="895350" y="381000"/>
                </a:lnTo>
                <a:lnTo>
                  <a:pt x="895350" y="390525"/>
                </a:lnTo>
                <a:lnTo>
                  <a:pt x="904875" y="390525"/>
                </a:lnTo>
                <a:lnTo>
                  <a:pt x="904875" y="381000"/>
                </a:lnTo>
                <a:lnTo>
                  <a:pt x="923925" y="381000"/>
                </a:lnTo>
                <a:lnTo>
                  <a:pt x="923925" y="390525"/>
                </a:lnTo>
                <a:lnTo>
                  <a:pt x="914400" y="390525"/>
                </a:lnTo>
                <a:lnTo>
                  <a:pt x="914400" y="419100"/>
                </a:lnTo>
                <a:lnTo>
                  <a:pt x="923925" y="419100"/>
                </a:lnTo>
                <a:lnTo>
                  <a:pt x="923925" y="428625"/>
                </a:lnTo>
                <a:lnTo>
                  <a:pt x="942975" y="428625"/>
                </a:lnTo>
                <a:lnTo>
                  <a:pt x="942975" y="409575"/>
                </a:lnTo>
                <a:lnTo>
                  <a:pt x="952500" y="409575"/>
                </a:lnTo>
                <a:lnTo>
                  <a:pt x="952500" y="381000"/>
                </a:lnTo>
                <a:lnTo>
                  <a:pt x="971550" y="381000"/>
                </a:lnTo>
                <a:lnTo>
                  <a:pt x="971550" y="371475"/>
                </a:lnTo>
                <a:lnTo>
                  <a:pt x="981075" y="371475"/>
                </a:lnTo>
                <a:lnTo>
                  <a:pt x="981075" y="381000"/>
                </a:lnTo>
                <a:lnTo>
                  <a:pt x="990600" y="381000"/>
                </a:lnTo>
                <a:lnTo>
                  <a:pt x="990600" y="371475"/>
                </a:lnTo>
                <a:lnTo>
                  <a:pt x="1038225" y="371475"/>
                </a:lnTo>
                <a:lnTo>
                  <a:pt x="1038225" y="352425"/>
                </a:lnTo>
                <a:lnTo>
                  <a:pt x="1085850" y="352425"/>
                </a:lnTo>
                <a:close/>
                <a:moveTo>
                  <a:pt x="1647825" y="342900"/>
                </a:moveTo>
                <a:lnTo>
                  <a:pt x="1657350" y="342900"/>
                </a:lnTo>
                <a:lnTo>
                  <a:pt x="1657350" y="361950"/>
                </a:lnTo>
                <a:lnTo>
                  <a:pt x="1638300" y="361950"/>
                </a:lnTo>
                <a:lnTo>
                  <a:pt x="1638300" y="352425"/>
                </a:lnTo>
                <a:lnTo>
                  <a:pt x="1647825" y="352425"/>
                </a:lnTo>
                <a:close/>
                <a:moveTo>
                  <a:pt x="1009650" y="352425"/>
                </a:moveTo>
                <a:lnTo>
                  <a:pt x="1019175" y="352425"/>
                </a:lnTo>
                <a:lnTo>
                  <a:pt x="1019175" y="361950"/>
                </a:lnTo>
                <a:lnTo>
                  <a:pt x="1009650" y="361950"/>
                </a:lnTo>
                <a:close/>
                <a:moveTo>
                  <a:pt x="1657350" y="361950"/>
                </a:moveTo>
                <a:lnTo>
                  <a:pt x="1666875" y="361950"/>
                </a:lnTo>
                <a:lnTo>
                  <a:pt x="1666875" y="381000"/>
                </a:lnTo>
                <a:lnTo>
                  <a:pt x="1657350" y="381000"/>
                </a:lnTo>
                <a:close/>
                <a:moveTo>
                  <a:pt x="276225" y="371475"/>
                </a:moveTo>
                <a:lnTo>
                  <a:pt x="285750" y="371475"/>
                </a:lnTo>
                <a:lnTo>
                  <a:pt x="285750" y="390525"/>
                </a:lnTo>
                <a:lnTo>
                  <a:pt x="266700" y="390525"/>
                </a:lnTo>
                <a:lnTo>
                  <a:pt x="266700" y="381000"/>
                </a:lnTo>
                <a:lnTo>
                  <a:pt x="276225" y="381000"/>
                </a:lnTo>
                <a:close/>
                <a:moveTo>
                  <a:pt x="619125" y="371475"/>
                </a:moveTo>
                <a:lnTo>
                  <a:pt x="647700" y="371475"/>
                </a:lnTo>
                <a:lnTo>
                  <a:pt x="647700" y="400050"/>
                </a:lnTo>
                <a:lnTo>
                  <a:pt x="619125" y="400050"/>
                </a:lnTo>
                <a:close/>
                <a:moveTo>
                  <a:pt x="819150" y="371475"/>
                </a:moveTo>
                <a:lnTo>
                  <a:pt x="828675" y="371475"/>
                </a:lnTo>
                <a:lnTo>
                  <a:pt x="828675" y="381000"/>
                </a:lnTo>
                <a:lnTo>
                  <a:pt x="819150" y="381000"/>
                </a:lnTo>
                <a:close/>
                <a:moveTo>
                  <a:pt x="1571625" y="371475"/>
                </a:moveTo>
                <a:lnTo>
                  <a:pt x="1600200" y="371475"/>
                </a:lnTo>
                <a:lnTo>
                  <a:pt x="1600200" y="381000"/>
                </a:lnTo>
                <a:lnTo>
                  <a:pt x="1619250" y="381000"/>
                </a:lnTo>
                <a:lnTo>
                  <a:pt x="1619250" y="390525"/>
                </a:lnTo>
                <a:lnTo>
                  <a:pt x="1600200" y="390525"/>
                </a:lnTo>
                <a:lnTo>
                  <a:pt x="1600200" y="419100"/>
                </a:lnTo>
                <a:lnTo>
                  <a:pt x="1590675" y="419100"/>
                </a:lnTo>
                <a:lnTo>
                  <a:pt x="1590675" y="409575"/>
                </a:lnTo>
                <a:lnTo>
                  <a:pt x="1581150" y="409575"/>
                </a:lnTo>
                <a:lnTo>
                  <a:pt x="1581150" y="400050"/>
                </a:lnTo>
                <a:lnTo>
                  <a:pt x="1571625" y="400050"/>
                </a:lnTo>
                <a:lnTo>
                  <a:pt x="1571625" y="390525"/>
                </a:lnTo>
                <a:lnTo>
                  <a:pt x="1552575" y="390525"/>
                </a:lnTo>
                <a:lnTo>
                  <a:pt x="1552575" y="400050"/>
                </a:lnTo>
                <a:lnTo>
                  <a:pt x="1543050" y="400050"/>
                </a:lnTo>
                <a:lnTo>
                  <a:pt x="1543050" y="409575"/>
                </a:lnTo>
                <a:lnTo>
                  <a:pt x="1533525" y="409575"/>
                </a:lnTo>
                <a:lnTo>
                  <a:pt x="1533525" y="390525"/>
                </a:lnTo>
                <a:lnTo>
                  <a:pt x="1543050" y="390525"/>
                </a:lnTo>
                <a:lnTo>
                  <a:pt x="1543050" y="381000"/>
                </a:lnTo>
                <a:lnTo>
                  <a:pt x="1571625" y="381000"/>
                </a:lnTo>
                <a:close/>
                <a:moveTo>
                  <a:pt x="371475" y="381000"/>
                </a:moveTo>
                <a:lnTo>
                  <a:pt x="390525" y="381000"/>
                </a:lnTo>
                <a:lnTo>
                  <a:pt x="390525" y="390525"/>
                </a:lnTo>
                <a:lnTo>
                  <a:pt x="400050" y="390525"/>
                </a:lnTo>
                <a:lnTo>
                  <a:pt x="400050" y="400050"/>
                </a:lnTo>
                <a:lnTo>
                  <a:pt x="390525" y="400050"/>
                </a:lnTo>
                <a:lnTo>
                  <a:pt x="390525" y="409575"/>
                </a:lnTo>
                <a:lnTo>
                  <a:pt x="371475" y="409575"/>
                </a:lnTo>
                <a:lnTo>
                  <a:pt x="371475" y="419100"/>
                </a:lnTo>
                <a:lnTo>
                  <a:pt x="381000" y="419100"/>
                </a:lnTo>
                <a:lnTo>
                  <a:pt x="381000" y="428625"/>
                </a:lnTo>
                <a:lnTo>
                  <a:pt x="361950" y="428625"/>
                </a:lnTo>
                <a:lnTo>
                  <a:pt x="361950" y="419100"/>
                </a:lnTo>
                <a:lnTo>
                  <a:pt x="352425" y="419100"/>
                </a:lnTo>
                <a:lnTo>
                  <a:pt x="352425" y="400050"/>
                </a:lnTo>
                <a:lnTo>
                  <a:pt x="371475" y="400050"/>
                </a:lnTo>
                <a:close/>
                <a:moveTo>
                  <a:pt x="752475" y="381000"/>
                </a:moveTo>
                <a:lnTo>
                  <a:pt x="819150" y="381000"/>
                </a:lnTo>
                <a:lnTo>
                  <a:pt x="819150" y="390525"/>
                </a:lnTo>
                <a:lnTo>
                  <a:pt x="838200" y="390525"/>
                </a:lnTo>
                <a:lnTo>
                  <a:pt x="838200" y="400050"/>
                </a:lnTo>
                <a:lnTo>
                  <a:pt x="809625" y="400050"/>
                </a:lnTo>
                <a:lnTo>
                  <a:pt x="809625" y="409575"/>
                </a:lnTo>
                <a:lnTo>
                  <a:pt x="790575" y="409575"/>
                </a:lnTo>
                <a:lnTo>
                  <a:pt x="790575" y="390525"/>
                </a:lnTo>
                <a:lnTo>
                  <a:pt x="752475" y="390525"/>
                </a:lnTo>
                <a:close/>
                <a:moveTo>
                  <a:pt x="1485900" y="381000"/>
                </a:moveTo>
                <a:lnTo>
                  <a:pt x="1504950" y="381000"/>
                </a:lnTo>
                <a:lnTo>
                  <a:pt x="1504950" y="409575"/>
                </a:lnTo>
                <a:lnTo>
                  <a:pt x="1495425" y="409575"/>
                </a:lnTo>
                <a:lnTo>
                  <a:pt x="1495425" y="390525"/>
                </a:lnTo>
                <a:lnTo>
                  <a:pt x="1485900" y="390525"/>
                </a:lnTo>
                <a:close/>
                <a:moveTo>
                  <a:pt x="323850" y="390525"/>
                </a:moveTo>
                <a:lnTo>
                  <a:pt x="333375" y="390525"/>
                </a:lnTo>
                <a:lnTo>
                  <a:pt x="333375" y="400050"/>
                </a:lnTo>
                <a:lnTo>
                  <a:pt x="323850" y="400050"/>
                </a:lnTo>
                <a:close/>
                <a:moveTo>
                  <a:pt x="504825" y="400050"/>
                </a:moveTo>
                <a:lnTo>
                  <a:pt x="514350" y="400050"/>
                </a:lnTo>
                <a:lnTo>
                  <a:pt x="514350" y="390525"/>
                </a:lnTo>
                <a:lnTo>
                  <a:pt x="495300" y="390525"/>
                </a:lnTo>
                <a:lnTo>
                  <a:pt x="495300" y="419100"/>
                </a:lnTo>
                <a:lnTo>
                  <a:pt x="504825" y="419100"/>
                </a:lnTo>
                <a:close/>
                <a:moveTo>
                  <a:pt x="1419225" y="400050"/>
                </a:moveTo>
                <a:lnTo>
                  <a:pt x="1438275" y="400050"/>
                </a:lnTo>
                <a:lnTo>
                  <a:pt x="1438275" y="409575"/>
                </a:lnTo>
                <a:lnTo>
                  <a:pt x="1466850" y="409575"/>
                </a:lnTo>
                <a:lnTo>
                  <a:pt x="1466850" y="419100"/>
                </a:lnTo>
                <a:lnTo>
                  <a:pt x="1457325" y="419100"/>
                </a:lnTo>
                <a:lnTo>
                  <a:pt x="1457325" y="447675"/>
                </a:lnTo>
                <a:lnTo>
                  <a:pt x="1447800" y="447675"/>
                </a:lnTo>
                <a:lnTo>
                  <a:pt x="1447800" y="438150"/>
                </a:lnTo>
                <a:lnTo>
                  <a:pt x="1438275" y="438150"/>
                </a:lnTo>
                <a:lnTo>
                  <a:pt x="1438275" y="428625"/>
                </a:lnTo>
                <a:lnTo>
                  <a:pt x="1428750" y="428625"/>
                </a:lnTo>
                <a:lnTo>
                  <a:pt x="1428750" y="409575"/>
                </a:lnTo>
                <a:lnTo>
                  <a:pt x="1419225" y="409575"/>
                </a:lnTo>
                <a:close/>
                <a:moveTo>
                  <a:pt x="200025" y="409575"/>
                </a:moveTo>
                <a:lnTo>
                  <a:pt x="228600" y="409575"/>
                </a:lnTo>
                <a:lnTo>
                  <a:pt x="228600" y="419100"/>
                </a:lnTo>
                <a:lnTo>
                  <a:pt x="247650" y="419100"/>
                </a:lnTo>
                <a:lnTo>
                  <a:pt x="247650" y="438150"/>
                </a:lnTo>
                <a:lnTo>
                  <a:pt x="266700" y="438150"/>
                </a:lnTo>
                <a:lnTo>
                  <a:pt x="266700" y="447675"/>
                </a:lnTo>
                <a:lnTo>
                  <a:pt x="314325" y="447675"/>
                </a:lnTo>
                <a:lnTo>
                  <a:pt x="314325" y="457200"/>
                </a:lnTo>
                <a:lnTo>
                  <a:pt x="333375" y="457200"/>
                </a:lnTo>
                <a:lnTo>
                  <a:pt x="333375" y="476250"/>
                </a:lnTo>
                <a:lnTo>
                  <a:pt x="304800" y="476250"/>
                </a:lnTo>
                <a:lnTo>
                  <a:pt x="304800" y="466725"/>
                </a:lnTo>
                <a:lnTo>
                  <a:pt x="295275" y="466725"/>
                </a:lnTo>
                <a:lnTo>
                  <a:pt x="295275" y="457200"/>
                </a:lnTo>
                <a:lnTo>
                  <a:pt x="276225" y="457200"/>
                </a:lnTo>
                <a:lnTo>
                  <a:pt x="276225" y="466725"/>
                </a:lnTo>
                <a:lnTo>
                  <a:pt x="266700" y="466725"/>
                </a:lnTo>
                <a:lnTo>
                  <a:pt x="266700" y="457200"/>
                </a:lnTo>
                <a:lnTo>
                  <a:pt x="247650" y="457200"/>
                </a:lnTo>
                <a:lnTo>
                  <a:pt x="247650" y="447675"/>
                </a:lnTo>
                <a:lnTo>
                  <a:pt x="228600" y="447675"/>
                </a:lnTo>
                <a:lnTo>
                  <a:pt x="228600" y="438150"/>
                </a:lnTo>
                <a:lnTo>
                  <a:pt x="219075" y="438150"/>
                </a:lnTo>
                <a:lnTo>
                  <a:pt x="219075" y="428625"/>
                </a:lnTo>
                <a:lnTo>
                  <a:pt x="209550" y="428625"/>
                </a:lnTo>
                <a:lnTo>
                  <a:pt x="209550" y="419100"/>
                </a:lnTo>
                <a:lnTo>
                  <a:pt x="200025" y="419100"/>
                </a:lnTo>
                <a:close/>
                <a:moveTo>
                  <a:pt x="714375" y="409575"/>
                </a:moveTo>
                <a:lnTo>
                  <a:pt x="723900" y="409575"/>
                </a:lnTo>
                <a:lnTo>
                  <a:pt x="723900" y="428625"/>
                </a:lnTo>
                <a:lnTo>
                  <a:pt x="714375" y="428625"/>
                </a:lnTo>
                <a:close/>
                <a:moveTo>
                  <a:pt x="1238250" y="409575"/>
                </a:moveTo>
                <a:lnTo>
                  <a:pt x="1247775" y="409575"/>
                </a:lnTo>
                <a:lnTo>
                  <a:pt x="1247775" y="428625"/>
                </a:lnTo>
                <a:lnTo>
                  <a:pt x="1238250" y="428625"/>
                </a:lnTo>
                <a:close/>
                <a:moveTo>
                  <a:pt x="609600" y="419100"/>
                </a:moveTo>
                <a:lnTo>
                  <a:pt x="619125" y="419100"/>
                </a:lnTo>
                <a:lnTo>
                  <a:pt x="619125" y="428625"/>
                </a:lnTo>
                <a:lnTo>
                  <a:pt x="609600" y="428625"/>
                </a:lnTo>
                <a:close/>
                <a:moveTo>
                  <a:pt x="752475" y="419100"/>
                </a:moveTo>
                <a:lnTo>
                  <a:pt x="762000" y="419100"/>
                </a:lnTo>
                <a:lnTo>
                  <a:pt x="762000" y="428625"/>
                </a:lnTo>
                <a:lnTo>
                  <a:pt x="752475" y="428625"/>
                </a:lnTo>
                <a:close/>
                <a:moveTo>
                  <a:pt x="790575" y="419100"/>
                </a:moveTo>
                <a:lnTo>
                  <a:pt x="809625" y="419100"/>
                </a:lnTo>
                <a:lnTo>
                  <a:pt x="809625" y="428625"/>
                </a:lnTo>
                <a:lnTo>
                  <a:pt x="819150" y="428625"/>
                </a:lnTo>
                <a:lnTo>
                  <a:pt x="819150" y="438150"/>
                </a:lnTo>
                <a:lnTo>
                  <a:pt x="828675" y="438150"/>
                </a:lnTo>
                <a:lnTo>
                  <a:pt x="828675" y="447675"/>
                </a:lnTo>
                <a:lnTo>
                  <a:pt x="809625" y="447675"/>
                </a:lnTo>
                <a:lnTo>
                  <a:pt x="809625" y="457200"/>
                </a:lnTo>
                <a:lnTo>
                  <a:pt x="781050" y="457200"/>
                </a:lnTo>
                <a:lnTo>
                  <a:pt x="781050" y="428625"/>
                </a:lnTo>
                <a:lnTo>
                  <a:pt x="790575" y="428625"/>
                </a:lnTo>
                <a:close/>
                <a:moveTo>
                  <a:pt x="1190625" y="419100"/>
                </a:moveTo>
                <a:lnTo>
                  <a:pt x="1209675" y="419100"/>
                </a:lnTo>
                <a:lnTo>
                  <a:pt x="1209675" y="438150"/>
                </a:lnTo>
                <a:lnTo>
                  <a:pt x="1200150" y="438150"/>
                </a:lnTo>
                <a:lnTo>
                  <a:pt x="1200150" y="447675"/>
                </a:lnTo>
                <a:lnTo>
                  <a:pt x="1181100" y="447675"/>
                </a:lnTo>
                <a:lnTo>
                  <a:pt x="1181100" y="428625"/>
                </a:lnTo>
                <a:lnTo>
                  <a:pt x="1190625" y="428625"/>
                </a:lnTo>
                <a:close/>
                <a:moveTo>
                  <a:pt x="1295400" y="419100"/>
                </a:moveTo>
                <a:lnTo>
                  <a:pt x="1314450" y="419100"/>
                </a:lnTo>
                <a:lnTo>
                  <a:pt x="1314450" y="428625"/>
                </a:lnTo>
                <a:lnTo>
                  <a:pt x="1295400" y="428625"/>
                </a:lnTo>
                <a:close/>
                <a:moveTo>
                  <a:pt x="1409700" y="419100"/>
                </a:moveTo>
                <a:lnTo>
                  <a:pt x="1419225" y="419100"/>
                </a:lnTo>
                <a:lnTo>
                  <a:pt x="1419225" y="447675"/>
                </a:lnTo>
                <a:lnTo>
                  <a:pt x="1409700" y="447675"/>
                </a:lnTo>
                <a:close/>
                <a:moveTo>
                  <a:pt x="161925" y="428625"/>
                </a:moveTo>
                <a:lnTo>
                  <a:pt x="171450" y="428625"/>
                </a:lnTo>
                <a:lnTo>
                  <a:pt x="171450" y="447675"/>
                </a:lnTo>
                <a:lnTo>
                  <a:pt x="161925" y="447675"/>
                </a:lnTo>
                <a:close/>
                <a:moveTo>
                  <a:pt x="381000" y="428625"/>
                </a:moveTo>
                <a:lnTo>
                  <a:pt x="390525" y="428625"/>
                </a:lnTo>
                <a:lnTo>
                  <a:pt x="390525" y="438150"/>
                </a:lnTo>
                <a:lnTo>
                  <a:pt x="409575" y="438150"/>
                </a:lnTo>
                <a:lnTo>
                  <a:pt x="409575" y="447675"/>
                </a:lnTo>
                <a:lnTo>
                  <a:pt x="381000" y="447675"/>
                </a:lnTo>
                <a:close/>
                <a:moveTo>
                  <a:pt x="600075" y="428625"/>
                </a:moveTo>
                <a:lnTo>
                  <a:pt x="609600" y="428625"/>
                </a:lnTo>
                <a:lnTo>
                  <a:pt x="609600" y="438150"/>
                </a:lnTo>
                <a:lnTo>
                  <a:pt x="600075" y="438150"/>
                </a:lnTo>
                <a:close/>
                <a:moveTo>
                  <a:pt x="733425" y="428625"/>
                </a:moveTo>
                <a:lnTo>
                  <a:pt x="752475" y="428625"/>
                </a:lnTo>
                <a:lnTo>
                  <a:pt x="752475" y="447675"/>
                </a:lnTo>
                <a:lnTo>
                  <a:pt x="742950" y="447675"/>
                </a:lnTo>
                <a:lnTo>
                  <a:pt x="742950" y="438150"/>
                </a:lnTo>
                <a:lnTo>
                  <a:pt x="733425" y="438150"/>
                </a:lnTo>
                <a:close/>
                <a:moveTo>
                  <a:pt x="1638300" y="428625"/>
                </a:moveTo>
                <a:lnTo>
                  <a:pt x="1657350" y="428625"/>
                </a:lnTo>
                <a:lnTo>
                  <a:pt x="1657350" y="438150"/>
                </a:lnTo>
                <a:lnTo>
                  <a:pt x="1647825" y="438150"/>
                </a:lnTo>
                <a:lnTo>
                  <a:pt x="1647825" y="447675"/>
                </a:lnTo>
                <a:lnTo>
                  <a:pt x="1638300" y="447675"/>
                </a:lnTo>
                <a:lnTo>
                  <a:pt x="1638300" y="457200"/>
                </a:lnTo>
                <a:lnTo>
                  <a:pt x="1628775" y="457200"/>
                </a:lnTo>
                <a:lnTo>
                  <a:pt x="1628775" y="438150"/>
                </a:lnTo>
                <a:lnTo>
                  <a:pt x="1638300" y="438150"/>
                </a:lnTo>
                <a:close/>
                <a:moveTo>
                  <a:pt x="866775" y="438150"/>
                </a:moveTo>
                <a:lnTo>
                  <a:pt x="876300" y="438150"/>
                </a:lnTo>
                <a:lnTo>
                  <a:pt x="876300" y="457200"/>
                </a:lnTo>
                <a:lnTo>
                  <a:pt x="895350" y="457200"/>
                </a:lnTo>
                <a:lnTo>
                  <a:pt x="895350" y="495300"/>
                </a:lnTo>
                <a:lnTo>
                  <a:pt x="885825" y="495300"/>
                </a:lnTo>
                <a:lnTo>
                  <a:pt x="885825" y="504825"/>
                </a:lnTo>
                <a:lnTo>
                  <a:pt x="876300" y="504825"/>
                </a:lnTo>
                <a:lnTo>
                  <a:pt x="876300" y="495300"/>
                </a:lnTo>
                <a:lnTo>
                  <a:pt x="866775" y="495300"/>
                </a:lnTo>
                <a:close/>
                <a:moveTo>
                  <a:pt x="1390650" y="438150"/>
                </a:moveTo>
                <a:lnTo>
                  <a:pt x="1400175" y="438150"/>
                </a:lnTo>
                <a:lnTo>
                  <a:pt x="1400175" y="457200"/>
                </a:lnTo>
                <a:lnTo>
                  <a:pt x="1409700" y="457200"/>
                </a:lnTo>
                <a:lnTo>
                  <a:pt x="1409700" y="485775"/>
                </a:lnTo>
                <a:lnTo>
                  <a:pt x="1390650" y="485775"/>
                </a:lnTo>
                <a:lnTo>
                  <a:pt x="1390650" y="495300"/>
                </a:lnTo>
                <a:lnTo>
                  <a:pt x="1381125" y="495300"/>
                </a:lnTo>
                <a:lnTo>
                  <a:pt x="1381125" y="485775"/>
                </a:lnTo>
                <a:lnTo>
                  <a:pt x="1362075" y="485775"/>
                </a:lnTo>
                <a:lnTo>
                  <a:pt x="1362075" y="466725"/>
                </a:lnTo>
                <a:lnTo>
                  <a:pt x="1390650" y="466725"/>
                </a:lnTo>
                <a:close/>
                <a:moveTo>
                  <a:pt x="409575" y="447675"/>
                </a:moveTo>
                <a:lnTo>
                  <a:pt x="419100" y="447675"/>
                </a:lnTo>
                <a:lnTo>
                  <a:pt x="419100" y="457200"/>
                </a:lnTo>
                <a:lnTo>
                  <a:pt x="409575" y="457200"/>
                </a:lnTo>
                <a:close/>
                <a:moveTo>
                  <a:pt x="666750" y="447675"/>
                </a:moveTo>
                <a:lnTo>
                  <a:pt x="685800" y="447675"/>
                </a:lnTo>
                <a:lnTo>
                  <a:pt x="685800" y="457200"/>
                </a:lnTo>
                <a:lnTo>
                  <a:pt x="676275" y="457200"/>
                </a:lnTo>
                <a:lnTo>
                  <a:pt x="676275" y="466725"/>
                </a:lnTo>
                <a:lnTo>
                  <a:pt x="666750" y="466725"/>
                </a:lnTo>
                <a:close/>
                <a:moveTo>
                  <a:pt x="971550" y="447675"/>
                </a:moveTo>
                <a:lnTo>
                  <a:pt x="981075" y="447675"/>
                </a:lnTo>
                <a:lnTo>
                  <a:pt x="981075" y="457200"/>
                </a:lnTo>
                <a:lnTo>
                  <a:pt x="1000125" y="457200"/>
                </a:lnTo>
                <a:lnTo>
                  <a:pt x="1000125" y="466725"/>
                </a:lnTo>
                <a:lnTo>
                  <a:pt x="1009650" y="466725"/>
                </a:lnTo>
                <a:lnTo>
                  <a:pt x="1009650" y="485775"/>
                </a:lnTo>
                <a:lnTo>
                  <a:pt x="1000125" y="485775"/>
                </a:lnTo>
                <a:lnTo>
                  <a:pt x="1000125" y="495300"/>
                </a:lnTo>
                <a:lnTo>
                  <a:pt x="971550" y="495300"/>
                </a:lnTo>
                <a:close/>
                <a:moveTo>
                  <a:pt x="1219200" y="447675"/>
                </a:moveTo>
                <a:lnTo>
                  <a:pt x="1238250" y="447675"/>
                </a:lnTo>
                <a:lnTo>
                  <a:pt x="1238250" y="457200"/>
                </a:lnTo>
                <a:lnTo>
                  <a:pt x="1219200" y="457200"/>
                </a:lnTo>
                <a:close/>
                <a:moveTo>
                  <a:pt x="161925" y="457200"/>
                </a:moveTo>
                <a:lnTo>
                  <a:pt x="171450" y="457200"/>
                </a:lnTo>
                <a:lnTo>
                  <a:pt x="171450" y="476250"/>
                </a:lnTo>
                <a:lnTo>
                  <a:pt x="161925" y="476250"/>
                </a:lnTo>
                <a:close/>
                <a:moveTo>
                  <a:pt x="447675" y="457200"/>
                </a:moveTo>
                <a:lnTo>
                  <a:pt x="457200" y="457200"/>
                </a:lnTo>
                <a:lnTo>
                  <a:pt x="457200" y="466725"/>
                </a:lnTo>
                <a:lnTo>
                  <a:pt x="447675" y="466725"/>
                </a:lnTo>
                <a:close/>
                <a:moveTo>
                  <a:pt x="561975" y="466725"/>
                </a:moveTo>
                <a:lnTo>
                  <a:pt x="581025" y="466725"/>
                </a:lnTo>
                <a:lnTo>
                  <a:pt x="581025" y="476250"/>
                </a:lnTo>
                <a:lnTo>
                  <a:pt x="561975" y="476250"/>
                </a:lnTo>
                <a:close/>
                <a:moveTo>
                  <a:pt x="733425" y="466725"/>
                </a:moveTo>
                <a:lnTo>
                  <a:pt x="752475" y="466725"/>
                </a:lnTo>
                <a:lnTo>
                  <a:pt x="752475" y="485775"/>
                </a:lnTo>
                <a:lnTo>
                  <a:pt x="742950" y="485775"/>
                </a:lnTo>
                <a:lnTo>
                  <a:pt x="742950" y="495300"/>
                </a:lnTo>
                <a:lnTo>
                  <a:pt x="723900" y="495300"/>
                </a:lnTo>
                <a:lnTo>
                  <a:pt x="723900" y="476250"/>
                </a:lnTo>
                <a:lnTo>
                  <a:pt x="733425" y="476250"/>
                </a:lnTo>
                <a:close/>
                <a:moveTo>
                  <a:pt x="1447800" y="466725"/>
                </a:moveTo>
                <a:lnTo>
                  <a:pt x="1457325" y="466725"/>
                </a:lnTo>
                <a:lnTo>
                  <a:pt x="1457325" y="476250"/>
                </a:lnTo>
                <a:lnTo>
                  <a:pt x="1447800" y="476250"/>
                </a:lnTo>
                <a:close/>
                <a:moveTo>
                  <a:pt x="1638300" y="466725"/>
                </a:moveTo>
                <a:lnTo>
                  <a:pt x="1647825" y="466725"/>
                </a:lnTo>
                <a:lnTo>
                  <a:pt x="1647825" y="476250"/>
                </a:lnTo>
                <a:lnTo>
                  <a:pt x="1638300" y="476250"/>
                </a:lnTo>
                <a:close/>
                <a:moveTo>
                  <a:pt x="1657350" y="466725"/>
                </a:moveTo>
                <a:lnTo>
                  <a:pt x="1666875" y="466725"/>
                </a:lnTo>
                <a:lnTo>
                  <a:pt x="1666875" y="476250"/>
                </a:lnTo>
                <a:lnTo>
                  <a:pt x="1657350" y="476250"/>
                </a:lnTo>
                <a:close/>
                <a:moveTo>
                  <a:pt x="171450" y="476250"/>
                </a:moveTo>
                <a:lnTo>
                  <a:pt x="190500" y="476250"/>
                </a:lnTo>
                <a:lnTo>
                  <a:pt x="190500" y="485775"/>
                </a:lnTo>
                <a:lnTo>
                  <a:pt x="219075" y="485775"/>
                </a:lnTo>
                <a:lnTo>
                  <a:pt x="219075" y="495300"/>
                </a:lnTo>
                <a:lnTo>
                  <a:pt x="228600" y="495300"/>
                </a:lnTo>
                <a:lnTo>
                  <a:pt x="228600" y="514350"/>
                </a:lnTo>
                <a:lnTo>
                  <a:pt x="219075" y="514350"/>
                </a:lnTo>
                <a:lnTo>
                  <a:pt x="219075" y="504825"/>
                </a:lnTo>
                <a:lnTo>
                  <a:pt x="200025" y="504825"/>
                </a:lnTo>
                <a:lnTo>
                  <a:pt x="200025" y="495300"/>
                </a:lnTo>
                <a:lnTo>
                  <a:pt x="171450" y="495300"/>
                </a:lnTo>
                <a:close/>
                <a:moveTo>
                  <a:pt x="838200" y="476250"/>
                </a:moveTo>
                <a:lnTo>
                  <a:pt x="847725" y="476250"/>
                </a:lnTo>
                <a:lnTo>
                  <a:pt x="847725" y="485775"/>
                </a:lnTo>
                <a:lnTo>
                  <a:pt x="838200" y="485775"/>
                </a:lnTo>
                <a:close/>
                <a:moveTo>
                  <a:pt x="1095375" y="476250"/>
                </a:moveTo>
                <a:lnTo>
                  <a:pt x="1114425" y="476250"/>
                </a:lnTo>
                <a:lnTo>
                  <a:pt x="1114425" y="485775"/>
                </a:lnTo>
                <a:lnTo>
                  <a:pt x="1095375" y="485775"/>
                </a:lnTo>
                <a:close/>
                <a:moveTo>
                  <a:pt x="1457325" y="476250"/>
                </a:moveTo>
                <a:lnTo>
                  <a:pt x="1466850" y="476250"/>
                </a:lnTo>
                <a:lnTo>
                  <a:pt x="1466850" y="485775"/>
                </a:lnTo>
                <a:lnTo>
                  <a:pt x="1457325" y="485775"/>
                </a:lnTo>
                <a:close/>
                <a:moveTo>
                  <a:pt x="1647825" y="476250"/>
                </a:moveTo>
                <a:lnTo>
                  <a:pt x="1657350" y="476250"/>
                </a:lnTo>
                <a:lnTo>
                  <a:pt x="1657350" y="485775"/>
                </a:lnTo>
                <a:lnTo>
                  <a:pt x="1647825" y="485775"/>
                </a:lnTo>
                <a:close/>
                <a:moveTo>
                  <a:pt x="238125" y="485775"/>
                </a:moveTo>
                <a:lnTo>
                  <a:pt x="247650" y="485775"/>
                </a:lnTo>
                <a:lnTo>
                  <a:pt x="247650" y="495300"/>
                </a:lnTo>
                <a:lnTo>
                  <a:pt x="238125" y="495300"/>
                </a:lnTo>
                <a:close/>
                <a:moveTo>
                  <a:pt x="590550" y="485775"/>
                </a:moveTo>
                <a:lnTo>
                  <a:pt x="600075" y="485775"/>
                </a:lnTo>
                <a:lnTo>
                  <a:pt x="600075" y="504825"/>
                </a:lnTo>
                <a:lnTo>
                  <a:pt x="590550" y="504825"/>
                </a:lnTo>
                <a:close/>
                <a:moveTo>
                  <a:pt x="609600" y="485775"/>
                </a:moveTo>
                <a:lnTo>
                  <a:pt x="628650" y="485775"/>
                </a:lnTo>
                <a:lnTo>
                  <a:pt x="628650" y="504825"/>
                </a:lnTo>
                <a:lnTo>
                  <a:pt x="619125" y="504825"/>
                </a:lnTo>
                <a:lnTo>
                  <a:pt x="619125" y="495300"/>
                </a:lnTo>
                <a:lnTo>
                  <a:pt x="609600" y="495300"/>
                </a:lnTo>
                <a:close/>
                <a:moveTo>
                  <a:pt x="1123950" y="485775"/>
                </a:moveTo>
                <a:lnTo>
                  <a:pt x="1143000" y="485775"/>
                </a:lnTo>
                <a:lnTo>
                  <a:pt x="1143000" y="504825"/>
                </a:lnTo>
                <a:lnTo>
                  <a:pt x="1123950" y="504825"/>
                </a:lnTo>
                <a:close/>
                <a:moveTo>
                  <a:pt x="1266825" y="485775"/>
                </a:moveTo>
                <a:lnTo>
                  <a:pt x="1285875" y="485775"/>
                </a:lnTo>
                <a:lnTo>
                  <a:pt x="1285875" y="504825"/>
                </a:lnTo>
                <a:lnTo>
                  <a:pt x="1266825" y="504825"/>
                </a:lnTo>
                <a:close/>
                <a:moveTo>
                  <a:pt x="1666875" y="485775"/>
                </a:moveTo>
                <a:lnTo>
                  <a:pt x="1676400" y="485775"/>
                </a:lnTo>
                <a:lnTo>
                  <a:pt x="1676400" y="523875"/>
                </a:lnTo>
                <a:lnTo>
                  <a:pt x="1666875" y="523875"/>
                </a:lnTo>
                <a:close/>
                <a:moveTo>
                  <a:pt x="342900" y="495300"/>
                </a:moveTo>
                <a:lnTo>
                  <a:pt x="352425" y="495300"/>
                </a:lnTo>
                <a:lnTo>
                  <a:pt x="352425" y="504825"/>
                </a:lnTo>
                <a:lnTo>
                  <a:pt x="342900" y="504825"/>
                </a:lnTo>
                <a:close/>
                <a:moveTo>
                  <a:pt x="647700" y="495300"/>
                </a:moveTo>
                <a:lnTo>
                  <a:pt x="657225" y="495300"/>
                </a:lnTo>
                <a:lnTo>
                  <a:pt x="657225" y="504825"/>
                </a:lnTo>
                <a:lnTo>
                  <a:pt x="647700" y="504825"/>
                </a:lnTo>
                <a:close/>
                <a:moveTo>
                  <a:pt x="1085850" y="495300"/>
                </a:moveTo>
                <a:lnTo>
                  <a:pt x="1095375" y="495300"/>
                </a:lnTo>
                <a:lnTo>
                  <a:pt x="1095375" y="504825"/>
                </a:lnTo>
                <a:lnTo>
                  <a:pt x="1085850" y="504825"/>
                </a:lnTo>
                <a:close/>
                <a:moveTo>
                  <a:pt x="1171575" y="495300"/>
                </a:moveTo>
                <a:lnTo>
                  <a:pt x="1190625" y="495300"/>
                </a:lnTo>
                <a:lnTo>
                  <a:pt x="1190625" y="504825"/>
                </a:lnTo>
                <a:lnTo>
                  <a:pt x="1171575" y="504825"/>
                </a:lnTo>
                <a:close/>
                <a:moveTo>
                  <a:pt x="1323975" y="495300"/>
                </a:moveTo>
                <a:lnTo>
                  <a:pt x="1333500" y="495300"/>
                </a:lnTo>
                <a:lnTo>
                  <a:pt x="1333500" y="514350"/>
                </a:lnTo>
                <a:lnTo>
                  <a:pt x="1314450" y="514350"/>
                </a:lnTo>
                <a:lnTo>
                  <a:pt x="1314450" y="504825"/>
                </a:lnTo>
                <a:lnTo>
                  <a:pt x="1323975" y="504825"/>
                </a:lnTo>
                <a:close/>
                <a:moveTo>
                  <a:pt x="581025" y="504825"/>
                </a:moveTo>
                <a:lnTo>
                  <a:pt x="590550" y="504825"/>
                </a:lnTo>
                <a:lnTo>
                  <a:pt x="590550" y="514350"/>
                </a:lnTo>
                <a:lnTo>
                  <a:pt x="581025" y="514350"/>
                </a:lnTo>
                <a:close/>
                <a:moveTo>
                  <a:pt x="762000" y="504825"/>
                </a:moveTo>
                <a:lnTo>
                  <a:pt x="781050" y="504825"/>
                </a:lnTo>
                <a:lnTo>
                  <a:pt x="781050" y="523875"/>
                </a:lnTo>
                <a:lnTo>
                  <a:pt x="790575" y="523875"/>
                </a:lnTo>
                <a:lnTo>
                  <a:pt x="790575" y="542925"/>
                </a:lnTo>
                <a:lnTo>
                  <a:pt x="771525" y="542925"/>
                </a:lnTo>
                <a:lnTo>
                  <a:pt x="771525" y="533400"/>
                </a:lnTo>
                <a:lnTo>
                  <a:pt x="762000" y="533400"/>
                </a:lnTo>
                <a:close/>
                <a:moveTo>
                  <a:pt x="800100" y="504825"/>
                </a:moveTo>
                <a:lnTo>
                  <a:pt x="809625" y="504825"/>
                </a:lnTo>
                <a:lnTo>
                  <a:pt x="809625" y="514350"/>
                </a:lnTo>
                <a:lnTo>
                  <a:pt x="800100" y="514350"/>
                </a:lnTo>
                <a:close/>
                <a:moveTo>
                  <a:pt x="1466850" y="504825"/>
                </a:moveTo>
                <a:lnTo>
                  <a:pt x="1476375" y="504825"/>
                </a:lnTo>
                <a:lnTo>
                  <a:pt x="1476375" y="514350"/>
                </a:lnTo>
                <a:lnTo>
                  <a:pt x="1466850" y="514350"/>
                </a:lnTo>
                <a:close/>
                <a:moveTo>
                  <a:pt x="1333500" y="514350"/>
                </a:moveTo>
                <a:lnTo>
                  <a:pt x="1352550" y="514350"/>
                </a:lnTo>
                <a:lnTo>
                  <a:pt x="1352550" y="523875"/>
                </a:lnTo>
                <a:lnTo>
                  <a:pt x="1362075" y="523875"/>
                </a:lnTo>
                <a:lnTo>
                  <a:pt x="1362075" y="514350"/>
                </a:lnTo>
                <a:lnTo>
                  <a:pt x="1381125" y="514350"/>
                </a:lnTo>
                <a:lnTo>
                  <a:pt x="1381125" y="523875"/>
                </a:lnTo>
                <a:lnTo>
                  <a:pt x="1371600" y="523875"/>
                </a:lnTo>
                <a:lnTo>
                  <a:pt x="1371600" y="533400"/>
                </a:lnTo>
                <a:lnTo>
                  <a:pt x="1343025" y="533400"/>
                </a:lnTo>
                <a:lnTo>
                  <a:pt x="1343025" y="523875"/>
                </a:lnTo>
                <a:lnTo>
                  <a:pt x="1333500" y="523875"/>
                </a:lnTo>
                <a:close/>
                <a:moveTo>
                  <a:pt x="1495425" y="514350"/>
                </a:moveTo>
                <a:lnTo>
                  <a:pt x="1504950" y="514350"/>
                </a:lnTo>
                <a:lnTo>
                  <a:pt x="1504950" y="523875"/>
                </a:lnTo>
                <a:lnTo>
                  <a:pt x="1495425" y="523875"/>
                </a:lnTo>
                <a:close/>
                <a:moveTo>
                  <a:pt x="819150" y="523875"/>
                </a:moveTo>
                <a:lnTo>
                  <a:pt x="857250" y="523875"/>
                </a:lnTo>
                <a:lnTo>
                  <a:pt x="857250" y="542925"/>
                </a:lnTo>
                <a:lnTo>
                  <a:pt x="847725" y="542925"/>
                </a:lnTo>
                <a:lnTo>
                  <a:pt x="847725" y="552450"/>
                </a:lnTo>
                <a:lnTo>
                  <a:pt x="857250" y="552450"/>
                </a:lnTo>
                <a:lnTo>
                  <a:pt x="857250" y="561975"/>
                </a:lnTo>
                <a:lnTo>
                  <a:pt x="828675" y="561975"/>
                </a:lnTo>
                <a:lnTo>
                  <a:pt x="828675" y="552450"/>
                </a:lnTo>
                <a:lnTo>
                  <a:pt x="819150" y="552450"/>
                </a:lnTo>
                <a:close/>
                <a:moveTo>
                  <a:pt x="1247775" y="523875"/>
                </a:moveTo>
                <a:lnTo>
                  <a:pt x="1266825" y="523875"/>
                </a:lnTo>
                <a:lnTo>
                  <a:pt x="1266825" y="533400"/>
                </a:lnTo>
                <a:lnTo>
                  <a:pt x="1257300" y="533400"/>
                </a:lnTo>
                <a:lnTo>
                  <a:pt x="1257300" y="542925"/>
                </a:lnTo>
                <a:lnTo>
                  <a:pt x="1247775" y="542925"/>
                </a:lnTo>
                <a:close/>
                <a:moveTo>
                  <a:pt x="1381125" y="523875"/>
                </a:moveTo>
                <a:lnTo>
                  <a:pt x="1390650" y="523875"/>
                </a:lnTo>
                <a:lnTo>
                  <a:pt x="1390650" y="533400"/>
                </a:lnTo>
                <a:lnTo>
                  <a:pt x="1381125" y="533400"/>
                </a:lnTo>
                <a:close/>
                <a:moveTo>
                  <a:pt x="1562100" y="523875"/>
                </a:moveTo>
                <a:lnTo>
                  <a:pt x="1571625" y="523875"/>
                </a:lnTo>
                <a:lnTo>
                  <a:pt x="1571625" y="533400"/>
                </a:lnTo>
                <a:lnTo>
                  <a:pt x="1581150" y="533400"/>
                </a:lnTo>
                <a:lnTo>
                  <a:pt x="1581150" y="542925"/>
                </a:lnTo>
                <a:lnTo>
                  <a:pt x="1571625" y="542925"/>
                </a:lnTo>
                <a:lnTo>
                  <a:pt x="1571625" y="552450"/>
                </a:lnTo>
                <a:lnTo>
                  <a:pt x="1552575" y="552450"/>
                </a:lnTo>
                <a:lnTo>
                  <a:pt x="1552575" y="542925"/>
                </a:lnTo>
                <a:lnTo>
                  <a:pt x="1562100" y="542925"/>
                </a:lnTo>
                <a:close/>
                <a:moveTo>
                  <a:pt x="638175" y="533400"/>
                </a:moveTo>
                <a:lnTo>
                  <a:pt x="657225" y="533400"/>
                </a:lnTo>
                <a:lnTo>
                  <a:pt x="657225" y="542925"/>
                </a:lnTo>
                <a:lnTo>
                  <a:pt x="638175" y="542925"/>
                </a:lnTo>
                <a:close/>
                <a:moveTo>
                  <a:pt x="1171575" y="533400"/>
                </a:moveTo>
                <a:lnTo>
                  <a:pt x="1190625" y="533400"/>
                </a:lnTo>
                <a:lnTo>
                  <a:pt x="1190625" y="552450"/>
                </a:lnTo>
                <a:lnTo>
                  <a:pt x="1171575" y="552450"/>
                </a:lnTo>
                <a:close/>
                <a:moveTo>
                  <a:pt x="1219200" y="533400"/>
                </a:moveTo>
                <a:lnTo>
                  <a:pt x="1228725" y="533400"/>
                </a:lnTo>
                <a:lnTo>
                  <a:pt x="1228725" y="542925"/>
                </a:lnTo>
                <a:lnTo>
                  <a:pt x="1219200" y="542925"/>
                </a:lnTo>
                <a:close/>
                <a:moveTo>
                  <a:pt x="714375" y="542925"/>
                </a:moveTo>
                <a:lnTo>
                  <a:pt x="742950" y="542925"/>
                </a:lnTo>
                <a:lnTo>
                  <a:pt x="742950" y="552450"/>
                </a:lnTo>
                <a:lnTo>
                  <a:pt x="723900" y="552450"/>
                </a:lnTo>
                <a:lnTo>
                  <a:pt x="723900" y="561975"/>
                </a:lnTo>
                <a:lnTo>
                  <a:pt x="714375" y="561975"/>
                </a:lnTo>
                <a:close/>
                <a:moveTo>
                  <a:pt x="161925" y="552450"/>
                </a:moveTo>
                <a:lnTo>
                  <a:pt x="171450" y="552450"/>
                </a:lnTo>
                <a:lnTo>
                  <a:pt x="171450" y="571500"/>
                </a:lnTo>
                <a:lnTo>
                  <a:pt x="161925" y="571500"/>
                </a:lnTo>
                <a:close/>
                <a:moveTo>
                  <a:pt x="180975" y="552450"/>
                </a:moveTo>
                <a:lnTo>
                  <a:pt x="190500" y="552450"/>
                </a:lnTo>
                <a:lnTo>
                  <a:pt x="190500" y="581025"/>
                </a:lnTo>
                <a:lnTo>
                  <a:pt x="180975" y="581025"/>
                </a:lnTo>
                <a:lnTo>
                  <a:pt x="180975" y="590550"/>
                </a:lnTo>
                <a:lnTo>
                  <a:pt x="171450" y="590550"/>
                </a:lnTo>
                <a:lnTo>
                  <a:pt x="171450" y="571500"/>
                </a:lnTo>
                <a:lnTo>
                  <a:pt x="180975" y="571500"/>
                </a:lnTo>
                <a:close/>
                <a:moveTo>
                  <a:pt x="1304925" y="561975"/>
                </a:moveTo>
                <a:lnTo>
                  <a:pt x="1314450" y="561975"/>
                </a:lnTo>
                <a:lnTo>
                  <a:pt x="1314450" y="581025"/>
                </a:lnTo>
                <a:lnTo>
                  <a:pt x="1295400" y="581025"/>
                </a:lnTo>
                <a:lnTo>
                  <a:pt x="1295400" y="571500"/>
                </a:lnTo>
                <a:lnTo>
                  <a:pt x="1304925" y="571500"/>
                </a:lnTo>
                <a:close/>
                <a:moveTo>
                  <a:pt x="1390650" y="561975"/>
                </a:moveTo>
                <a:lnTo>
                  <a:pt x="1400175" y="561975"/>
                </a:lnTo>
                <a:lnTo>
                  <a:pt x="1400175" y="581025"/>
                </a:lnTo>
                <a:lnTo>
                  <a:pt x="1390650" y="581025"/>
                </a:lnTo>
                <a:close/>
                <a:moveTo>
                  <a:pt x="600075" y="571500"/>
                </a:moveTo>
                <a:lnTo>
                  <a:pt x="609600" y="571500"/>
                </a:lnTo>
                <a:lnTo>
                  <a:pt x="609600" y="581025"/>
                </a:lnTo>
                <a:lnTo>
                  <a:pt x="600075" y="581025"/>
                </a:lnTo>
                <a:close/>
                <a:moveTo>
                  <a:pt x="533400" y="581025"/>
                </a:moveTo>
                <a:lnTo>
                  <a:pt x="542925" y="581025"/>
                </a:lnTo>
                <a:lnTo>
                  <a:pt x="542925" y="590550"/>
                </a:lnTo>
                <a:lnTo>
                  <a:pt x="552450" y="590550"/>
                </a:lnTo>
                <a:lnTo>
                  <a:pt x="552450" y="609600"/>
                </a:lnTo>
                <a:lnTo>
                  <a:pt x="523875" y="609600"/>
                </a:lnTo>
                <a:lnTo>
                  <a:pt x="523875" y="600075"/>
                </a:lnTo>
                <a:lnTo>
                  <a:pt x="533400" y="600075"/>
                </a:lnTo>
                <a:close/>
                <a:moveTo>
                  <a:pt x="1323975" y="581025"/>
                </a:moveTo>
                <a:lnTo>
                  <a:pt x="1343025" y="581025"/>
                </a:lnTo>
                <a:lnTo>
                  <a:pt x="1343025" y="600075"/>
                </a:lnTo>
                <a:lnTo>
                  <a:pt x="1323975" y="600075"/>
                </a:lnTo>
                <a:close/>
                <a:moveTo>
                  <a:pt x="1371600" y="581025"/>
                </a:moveTo>
                <a:lnTo>
                  <a:pt x="1381125" y="581025"/>
                </a:lnTo>
                <a:lnTo>
                  <a:pt x="1381125" y="600075"/>
                </a:lnTo>
                <a:lnTo>
                  <a:pt x="1371600" y="600075"/>
                </a:lnTo>
                <a:lnTo>
                  <a:pt x="1371600" y="609600"/>
                </a:lnTo>
                <a:lnTo>
                  <a:pt x="1362075" y="609600"/>
                </a:lnTo>
                <a:lnTo>
                  <a:pt x="1362075" y="590550"/>
                </a:lnTo>
                <a:lnTo>
                  <a:pt x="1371600" y="590550"/>
                </a:lnTo>
                <a:close/>
                <a:moveTo>
                  <a:pt x="1666875" y="581025"/>
                </a:moveTo>
                <a:lnTo>
                  <a:pt x="1676400" y="581025"/>
                </a:lnTo>
                <a:lnTo>
                  <a:pt x="1676400" y="609600"/>
                </a:lnTo>
                <a:lnTo>
                  <a:pt x="1657350" y="609600"/>
                </a:lnTo>
                <a:lnTo>
                  <a:pt x="1657350" y="600075"/>
                </a:lnTo>
                <a:lnTo>
                  <a:pt x="1666875" y="600075"/>
                </a:lnTo>
                <a:close/>
                <a:moveTo>
                  <a:pt x="638175" y="590550"/>
                </a:moveTo>
                <a:lnTo>
                  <a:pt x="647700" y="590550"/>
                </a:lnTo>
                <a:lnTo>
                  <a:pt x="647700" y="609600"/>
                </a:lnTo>
                <a:lnTo>
                  <a:pt x="638175" y="609600"/>
                </a:lnTo>
                <a:close/>
                <a:moveTo>
                  <a:pt x="323850" y="600075"/>
                </a:moveTo>
                <a:lnTo>
                  <a:pt x="333375" y="600075"/>
                </a:lnTo>
                <a:lnTo>
                  <a:pt x="333375" y="609600"/>
                </a:lnTo>
                <a:lnTo>
                  <a:pt x="323850" y="609600"/>
                </a:lnTo>
                <a:close/>
                <a:moveTo>
                  <a:pt x="400050" y="600075"/>
                </a:moveTo>
                <a:lnTo>
                  <a:pt x="409575" y="600075"/>
                </a:lnTo>
                <a:lnTo>
                  <a:pt x="409575" y="609600"/>
                </a:lnTo>
                <a:lnTo>
                  <a:pt x="400050" y="609600"/>
                </a:lnTo>
                <a:close/>
                <a:moveTo>
                  <a:pt x="219075" y="609600"/>
                </a:moveTo>
                <a:lnTo>
                  <a:pt x="228600" y="609600"/>
                </a:lnTo>
                <a:lnTo>
                  <a:pt x="228600" y="619125"/>
                </a:lnTo>
                <a:lnTo>
                  <a:pt x="238125" y="619125"/>
                </a:lnTo>
                <a:lnTo>
                  <a:pt x="238125" y="628650"/>
                </a:lnTo>
                <a:lnTo>
                  <a:pt x="257175" y="628650"/>
                </a:lnTo>
                <a:lnTo>
                  <a:pt x="257175" y="638175"/>
                </a:lnTo>
                <a:lnTo>
                  <a:pt x="295275" y="638175"/>
                </a:lnTo>
                <a:lnTo>
                  <a:pt x="295275" y="628650"/>
                </a:lnTo>
                <a:lnTo>
                  <a:pt x="304800" y="628650"/>
                </a:lnTo>
                <a:lnTo>
                  <a:pt x="304800" y="657225"/>
                </a:lnTo>
                <a:lnTo>
                  <a:pt x="295275" y="657225"/>
                </a:lnTo>
                <a:lnTo>
                  <a:pt x="295275" y="647700"/>
                </a:lnTo>
                <a:lnTo>
                  <a:pt x="266700" y="647700"/>
                </a:lnTo>
                <a:lnTo>
                  <a:pt x="266700" y="657225"/>
                </a:lnTo>
                <a:lnTo>
                  <a:pt x="247650" y="657225"/>
                </a:lnTo>
                <a:lnTo>
                  <a:pt x="247650" y="676275"/>
                </a:lnTo>
                <a:lnTo>
                  <a:pt x="257175" y="676275"/>
                </a:lnTo>
                <a:lnTo>
                  <a:pt x="257175" y="666750"/>
                </a:lnTo>
                <a:lnTo>
                  <a:pt x="266700" y="666750"/>
                </a:lnTo>
                <a:lnTo>
                  <a:pt x="266700" y="676275"/>
                </a:lnTo>
                <a:lnTo>
                  <a:pt x="257175" y="676275"/>
                </a:lnTo>
                <a:lnTo>
                  <a:pt x="257175" y="695325"/>
                </a:lnTo>
                <a:lnTo>
                  <a:pt x="266700" y="695325"/>
                </a:lnTo>
                <a:lnTo>
                  <a:pt x="266700" y="704850"/>
                </a:lnTo>
                <a:lnTo>
                  <a:pt x="285750" y="704850"/>
                </a:lnTo>
                <a:lnTo>
                  <a:pt x="285750" y="695325"/>
                </a:lnTo>
                <a:lnTo>
                  <a:pt x="304800" y="695325"/>
                </a:lnTo>
                <a:lnTo>
                  <a:pt x="304800" y="704850"/>
                </a:lnTo>
                <a:lnTo>
                  <a:pt x="295275" y="704850"/>
                </a:lnTo>
                <a:lnTo>
                  <a:pt x="295275" y="714375"/>
                </a:lnTo>
                <a:lnTo>
                  <a:pt x="228600" y="714375"/>
                </a:lnTo>
                <a:lnTo>
                  <a:pt x="228600" y="704850"/>
                </a:lnTo>
                <a:lnTo>
                  <a:pt x="238125" y="704850"/>
                </a:lnTo>
                <a:lnTo>
                  <a:pt x="238125" y="676275"/>
                </a:lnTo>
                <a:lnTo>
                  <a:pt x="228600" y="676275"/>
                </a:lnTo>
                <a:lnTo>
                  <a:pt x="228600" y="657225"/>
                </a:lnTo>
                <a:lnTo>
                  <a:pt x="219075" y="657225"/>
                </a:lnTo>
                <a:close/>
                <a:moveTo>
                  <a:pt x="333375" y="609600"/>
                </a:moveTo>
                <a:lnTo>
                  <a:pt x="342900" y="609600"/>
                </a:lnTo>
                <a:lnTo>
                  <a:pt x="342900" y="628650"/>
                </a:lnTo>
                <a:lnTo>
                  <a:pt x="333375" y="628650"/>
                </a:lnTo>
                <a:close/>
                <a:moveTo>
                  <a:pt x="390525" y="609600"/>
                </a:moveTo>
                <a:lnTo>
                  <a:pt x="400050" y="609600"/>
                </a:lnTo>
                <a:lnTo>
                  <a:pt x="400050" y="619125"/>
                </a:lnTo>
                <a:lnTo>
                  <a:pt x="390525" y="619125"/>
                </a:lnTo>
                <a:close/>
                <a:moveTo>
                  <a:pt x="571500" y="609600"/>
                </a:moveTo>
                <a:lnTo>
                  <a:pt x="581025" y="609600"/>
                </a:lnTo>
                <a:lnTo>
                  <a:pt x="581025" y="619125"/>
                </a:lnTo>
                <a:lnTo>
                  <a:pt x="590550" y="619125"/>
                </a:lnTo>
                <a:lnTo>
                  <a:pt x="590550" y="628650"/>
                </a:lnTo>
                <a:lnTo>
                  <a:pt x="600075" y="628650"/>
                </a:lnTo>
                <a:lnTo>
                  <a:pt x="600075" y="647700"/>
                </a:lnTo>
                <a:lnTo>
                  <a:pt x="628650" y="647700"/>
                </a:lnTo>
                <a:lnTo>
                  <a:pt x="628650" y="638175"/>
                </a:lnTo>
                <a:lnTo>
                  <a:pt x="647700" y="638175"/>
                </a:lnTo>
                <a:lnTo>
                  <a:pt x="647700" y="628650"/>
                </a:lnTo>
                <a:lnTo>
                  <a:pt x="657225" y="628650"/>
                </a:lnTo>
                <a:lnTo>
                  <a:pt x="657225" y="619125"/>
                </a:lnTo>
                <a:lnTo>
                  <a:pt x="666750" y="619125"/>
                </a:lnTo>
                <a:lnTo>
                  <a:pt x="666750" y="609600"/>
                </a:lnTo>
                <a:lnTo>
                  <a:pt x="676275" y="609600"/>
                </a:lnTo>
                <a:lnTo>
                  <a:pt x="676275" y="666750"/>
                </a:lnTo>
                <a:lnTo>
                  <a:pt x="609600" y="666750"/>
                </a:lnTo>
                <a:lnTo>
                  <a:pt x="609600" y="695325"/>
                </a:lnTo>
                <a:lnTo>
                  <a:pt x="600075" y="695325"/>
                </a:lnTo>
                <a:lnTo>
                  <a:pt x="600075" y="676275"/>
                </a:lnTo>
                <a:lnTo>
                  <a:pt x="590550" y="676275"/>
                </a:lnTo>
                <a:lnTo>
                  <a:pt x="590550" y="666750"/>
                </a:lnTo>
                <a:lnTo>
                  <a:pt x="571500" y="666750"/>
                </a:lnTo>
                <a:lnTo>
                  <a:pt x="571500" y="676275"/>
                </a:lnTo>
                <a:lnTo>
                  <a:pt x="552450" y="676275"/>
                </a:lnTo>
                <a:lnTo>
                  <a:pt x="552450" y="657225"/>
                </a:lnTo>
                <a:lnTo>
                  <a:pt x="542925" y="657225"/>
                </a:lnTo>
                <a:lnTo>
                  <a:pt x="542925" y="647700"/>
                </a:lnTo>
                <a:lnTo>
                  <a:pt x="571500" y="647700"/>
                </a:lnTo>
                <a:close/>
                <a:moveTo>
                  <a:pt x="381000" y="619125"/>
                </a:moveTo>
                <a:lnTo>
                  <a:pt x="390525" y="619125"/>
                </a:lnTo>
                <a:lnTo>
                  <a:pt x="390525" y="628650"/>
                </a:lnTo>
                <a:lnTo>
                  <a:pt x="381000" y="628650"/>
                </a:lnTo>
                <a:close/>
                <a:moveTo>
                  <a:pt x="847725" y="619125"/>
                </a:moveTo>
                <a:lnTo>
                  <a:pt x="857250" y="619125"/>
                </a:lnTo>
                <a:lnTo>
                  <a:pt x="857250" y="628650"/>
                </a:lnTo>
                <a:lnTo>
                  <a:pt x="847725" y="628650"/>
                </a:lnTo>
                <a:close/>
                <a:moveTo>
                  <a:pt x="1190625" y="619125"/>
                </a:moveTo>
                <a:lnTo>
                  <a:pt x="1209675" y="619125"/>
                </a:lnTo>
                <a:lnTo>
                  <a:pt x="1209675" y="628650"/>
                </a:lnTo>
                <a:lnTo>
                  <a:pt x="1200150" y="628650"/>
                </a:lnTo>
                <a:lnTo>
                  <a:pt x="1200150" y="638175"/>
                </a:lnTo>
                <a:lnTo>
                  <a:pt x="1190625" y="638175"/>
                </a:lnTo>
                <a:lnTo>
                  <a:pt x="1190625" y="657225"/>
                </a:lnTo>
                <a:lnTo>
                  <a:pt x="1209675" y="657225"/>
                </a:lnTo>
                <a:lnTo>
                  <a:pt x="1209675" y="685800"/>
                </a:lnTo>
                <a:lnTo>
                  <a:pt x="1200150" y="685800"/>
                </a:lnTo>
                <a:lnTo>
                  <a:pt x="1200150" y="723900"/>
                </a:lnTo>
                <a:lnTo>
                  <a:pt x="1181100" y="723900"/>
                </a:lnTo>
                <a:lnTo>
                  <a:pt x="1181100" y="704850"/>
                </a:lnTo>
                <a:lnTo>
                  <a:pt x="1162050" y="704850"/>
                </a:lnTo>
                <a:lnTo>
                  <a:pt x="1162050" y="695325"/>
                </a:lnTo>
                <a:lnTo>
                  <a:pt x="1152525" y="695325"/>
                </a:lnTo>
                <a:lnTo>
                  <a:pt x="1152525" y="733425"/>
                </a:lnTo>
                <a:lnTo>
                  <a:pt x="1143000" y="733425"/>
                </a:lnTo>
                <a:lnTo>
                  <a:pt x="1143000" y="742950"/>
                </a:lnTo>
                <a:lnTo>
                  <a:pt x="1104900" y="742950"/>
                </a:lnTo>
                <a:lnTo>
                  <a:pt x="1104900" y="752475"/>
                </a:lnTo>
                <a:lnTo>
                  <a:pt x="1085850" y="752475"/>
                </a:lnTo>
                <a:lnTo>
                  <a:pt x="1085850" y="781050"/>
                </a:lnTo>
                <a:lnTo>
                  <a:pt x="1095375" y="781050"/>
                </a:lnTo>
                <a:lnTo>
                  <a:pt x="1095375" y="790575"/>
                </a:lnTo>
                <a:lnTo>
                  <a:pt x="1085850" y="790575"/>
                </a:lnTo>
                <a:lnTo>
                  <a:pt x="1085850" y="800100"/>
                </a:lnTo>
                <a:lnTo>
                  <a:pt x="1076325" y="800100"/>
                </a:lnTo>
                <a:lnTo>
                  <a:pt x="1076325" y="771525"/>
                </a:lnTo>
                <a:lnTo>
                  <a:pt x="1057275" y="771525"/>
                </a:lnTo>
                <a:lnTo>
                  <a:pt x="1057275" y="762000"/>
                </a:lnTo>
                <a:lnTo>
                  <a:pt x="1047750" y="762000"/>
                </a:lnTo>
                <a:lnTo>
                  <a:pt x="1047750" y="771525"/>
                </a:lnTo>
                <a:lnTo>
                  <a:pt x="1038225" y="771525"/>
                </a:lnTo>
                <a:lnTo>
                  <a:pt x="1038225" y="752475"/>
                </a:lnTo>
                <a:lnTo>
                  <a:pt x="1028700" y="752475"/>
                </a:lnTo>
                <a:lnTo>
                  <a:pt x="1028700" y="742950"/>
                </a:lnTo>
                <a:lnTo>
                  <a:pt x="1009650" y="742950"/>
                </a:lnTo>
                <a:lnTo>
                  <a:pt x="1009650" y="733425"/>
                </a:lnTo>
                <a:lnTo>
                  <a:pt x="990600" y="733425"/>
                </a:lnTo>
                <a:lnTo>
                  <a:pt x="990600" y="762000"/>
                </a:lnTo>
                <a:lnTo>
                  <a:pt x="1009650" y="762000"/>
                </a:lnTo>
                <a:lnTo>
                  <a:pt x="1009650" y="781050"/>
                </a:lnTo>
                <a:lnTo>
                  <a:pt x="1000125" y="781050"/>
                </a:lnTo>
                <a:lnTo>
                  <a:pt x="1000125" y="790575"/>
                </a:lnTo>
                <a:lnTo>
                  <a:pt x="1009650" y="790575"/>
                </a:lnTo>
                <a:lnTo>
                  <a:pt x="1009650" y="800100"/>
                </a:lnTo>
                <a:lnTo>
                  <a:pt x="981075" y="800100"/>
                </a:lnTo>
                <a:lnTo>
                  <a:pt x="981075" y="790575"/>
                </a:lnTo>
                <a:lnTo>
                  <a:pt x="971550" y="790575"/>
                </a:lnTo>
                <a:lnTo>
                  <a:pt x="971550" y="752475"/>
                </a:lnTo>
                <a:lnTo>
                  <a:pt x="962025" y="752475"/>
                </a:lnTo>
                <a:lnTo>
                  <a:pt x="962025" y="742950"/>
                </a:lnTo>
                <a:lnTo>
                  <a:pt x="971550" y="742950"/>
                </a:lnTo>
                <a:lnTo>
                  <a:pt x="971550" y="723900"/>
                </a:lnTo>
                <a:lnTo>
                  <a:pt x="1019175" y="723900"/>
                </a:lnTo>
                <a:lnTo>
                  <a:pt x="1019175" y="733425"/>
                </a:lnTo>
                <a:lnTo>
                  <a:pt x="1038225" y="733425"/>
                </a:lnTo>
                <a:lnTo>
                  <a:pt x="1038225" y="742950"/>
                </a:lnTo>
                <a:lnTo>
                  <a:pt x="1076325" y="742950"/>
                </a:lnTo>
                <a:lnTo>
                  <a:pt x="1076325" y="733425"/>
                </a:lnTo>
                <a:lnTo>
                  <a:pt x="1085850" y="733425"/>
                </a:lnTo>
                <a:lnTo>
                  <a:pt x="1085850" y="714375"/>
                </a:lnTo>
                <a:lnTo>
                  <a:pt x="1104900" y="714375"/>
                </a:lnTo>
                <a:lnTo>
                  <a:pt x="1104900" y="704850"/>
                </a:lnTo>
                <a:lnTo>
                  <a:pt x="1114425" y="704850"/>
                </a:lnTo>
                <a:lnTo>
                  <a:pt x="1114425" y="676275"/>
                </a:lnTo>
                <a:lnTo>
                  <a:pt x="1104900" y="676275"/>
                </a:lnTo>
                <a:lnTo>
                  <a:pt x="1104900" y="685800"/>
                </a:lnTo>
                <a:lnTo>
                  <a:pt x="1095375" y="685800"/>
                </a:lnTo>
                <a:lnTo>
                  <a:pt x="1095375" y="666750"/>
                </a:lnTo>
                <a:lnTo>
                  <a:pt x="1114425" y="666750"/>
                </a:lnTo>
                <a:lnTo>
                  <a:pt x="1114425" y="676275"/>
                </a:lnTo>
                <a:lnTo>
                  <a:pt x="1133475" y="676275"/>
                </a:lnTo>
                <a:lnTo>
                  <a:pt x="1133475" y="666750"/>
                </a:lnTo>
                <a:lnTo>
                  <a:pt x="1171575" y="666750"/>
                </a:lnTo>
                <a:lnTo>
                  <a:pt x="1171575" y="676275"/>
                </a:lnTo>
                <a:lnTo>
                  <a:pt x="1162050" y="676275"/>
                </a:lnTo>
                <a:lnTo>
                  <a:pt x="1162050" y="695325"/>
                </a:lnTo>
                <a:lnTo>
                  <a:pt x="1171575" y="695325"/>
                </a:lnTo>
                <a:lnTo>
                  <a:pt x="1171575" y="685800"/>
                </a:lnTo>
                <a:lnTo>
                  <a:pt x="1181100" y="685800"/>
                </a:lnTo>
                <a:lnTo>
                  <a:pt x="1181100" y="628650"/>
                </a:lnTo>
                <a:lnTo>
                  <a:pt x="1190625" y="628650"/>
                </a:lnTo>
                <a:close/>
                <a:moveTo>
                  <a:pt x="1533525" y="619125"/>
                </a:moveTo>
                <a:lnTo>
                  <a:pt x="1543050" y="619125"/>
                </a:lnTo>
                <a:lnTo>
                  <a:pt x="1543050" y="628650"/>
                </a:lnTo>
                <a:lnTo>
                  <a:pt x="1533525" y="628650"/>
                </a:lnTo>
                <a:close/>
                <a:moveTo>
                  <a:pt x="1647825" y="619125"/>
                </a:moveTo>
                <a:lnTo>
                  <a:pt x="1657350" y="619125"/>
                </a:lnTo>
                <a:lnTo>
                  <a:pt x="1657350" y="628650"/>
                </a:lnTo>
                <a:lnTo>
                  <a:pt x="1647825" y="628650"/>
                </a:lnTo>
                <a:close/>
                <a:moveTo>
                  <a:pt x="390525" y="628650"/>
                </a:moveTo>
                <a:lnTo>
                  <a:pt x="400050" y="628650"/>
                </a:lnTo>
                <a:lnTo>
                  <a:pt x="400050" y="638175"/>
                </a:lnTo>
                <a:lnTo>
                  <a:pt x="409575" y="638175"/>
                </a:lnTo>
                <a:lnTo>
                  <a:pt x="409575" y="657225"/>
                </a:lnTo>
                <a:lnTo>
                  <a:pt x="390525" y="657225"/>
                </a:lnTo>
                <a:close/>
                <a:moveTo>
                  <a:pt x="895350" y="628650"/>
                </a:moveTo>
                <a:lnTo>
                  <a:pt x="904875" y="628650"/>
                </a:lnTo>
                <a:lnTo>
                  <a:pt x="904875" y="638175"/>
                </a:lnTo>
                <a:lnTo>
                  <a:pt x="895350" y="638175"/>
                </a:lnTo>
                <a:close/>
                <a:moveTo>
                  <a:pt x="1266825" y="628650"/>
                </a:moveTo>
                <a:lnTo>
                  <a:pt x="1276350" y="628650"/>
                </a:lnTo>
                <a:lnTo>
                  <a:pt x="1276350" y="638175"/>
                </a:lnTo>
                <a:lnTo>
                  <a:pt x="1266825" y="638175"/>
                </a:lnTo>
                <a:close/>
                <a:moveTo>
                  <a:pt x="1657350" y="638175"/>
                </a:moveTo>
                <a:lnTo>
                  <a:pt x="1666875" y="638175"/>
                </a:lnTo>
                <a:lnTo>
                  <a:pt x="1666875" y="657225"/>
                </a:lnTo>
                <a:lnTo>
                  <a:pt x="1657350" y="657225"/>
                </a:lnTo>
                <a:close/>
                <a:moveTo>
                  <a:pt x="419100" y="647700"/>
                </a:moveTo>
                <a:lnTo>
                  <a:pt x="438150" y="647700"/>
                </a:lnTo>
                <a:lnTo>
                  <a:pt x="438150" y="666750"/>
                </a:lnTo>
                <a:lnTo>
                  <a:pt x="457200" y="666750"/>
                </a:lnTo>
                <a:lnTo>
                  <a:pt x="457200" y="695325"/>
                </a:lnTo>
                <a:lnTo>
                  <a:pt x="447675" y="695325"/>
                </a:lnTo>
                <a:lnTo>
                  <a:pt x="447675" y="685800"/>
                </a:lnTo>
                <a:lnTo>
                  <a:pt x="428625" y="685800"/>
                </a:lnTo>
                <a:lnTo>
                  <a:pt x="428625" y="657225"/>
                </a:lnTo>
                <a:lnTo>
                  <a:pt x="419100" y="657225"/>
                </a:lnTo>
                <a:close/>
                <a:moveTo>
                  <a:pt x="447675" y="647700"/>
                </a:moveTo>
                <a:lnTo>
                  <a:pt x="457200" y="647700"/>
                </a:lnTo>
                <a:lnTo>
                  <a:pt x="457200" y="657225"/>
                </a:lnTo>
                <a:lnTo>
                  <a:pt x="447675" y="657225"/>
                </a:lnTo>
                <a:close/>
                <a:moveTo>
                  <a:pt x="523875" y="647700"/>
                </a:moveTo>
                <a:lnTo>
                  <a:pt x="533400" y="647700"/>
                </a:lnTo>
                <a:lnTo>
                  <a:pt x="533400" y="657225"/>
                </a:lnTo>
                <a:lnTo>
                  <a:pt x="523875" y="657225"/>
                </a:lnTo>
                <a:close/>
                <a:moveTo>
                  <a:pt x="533400" y="657225"/>
                </a:moveTo>
                <a:lnTo>
                  <a:pt x="542925" y="657225"/>
                </a:lnTo>
                <a:lnTo>
                  <a:pt x="542925" y="666750"/>
                </a:lnTo>
                <a:lnTo>
                  <a:pt x="533400" y="666750"/>
                </a:lnTo>
                <a:close/>
                <a:moveTo>
                  <a:pt x="1666875" y="657225"/>
                </a:moveTo>
                <a:lnTo>
                  <a:pt x="1676400" y="657225"/>
                </a:lnTo>
                <a:lnTo>
                  <a:pt x="1676400" y="714375"/>
                </a:lnTo>
                <a:lnTo>
                  <a:pt x="1666875" y="714375"/>
                </a:lnTo>
                <a:lnTo>
                  <a:pt x="1666875" y="733425"/>
                </a:lnTo>
                <a:lnTo>
                  <a:pt x="1676400" y="733425"/>
                </a:lnTo>
                <a:lnTo>
                  <a:pt x="1676400" y="723900"/>
                </a:lnTo>
                <a:lnTo>
                  <a:pt x="1685925" y="723900"/>
                </a:lnTo>
                <a:lnTo>
                  <a:pt x="1685925" y="733425"/>
                </a:lnTo>
                <a:lnTo>
                  <a:pt x="1676400" y="733425"/>
                </a:lnTo>
                <a:lnTo>
                  <a:pt x="1676400" y="762000"/>
                </a:lnTo>
                <a:lnTo>
                  <a:pt x="1666875" y="762000"/>
                </a:lnTo>
                <a:lnTo>
                  <a:pt x="1666875" y="742950"/>
                </a:lnTo>
                <a:lnTo>
                  <a:pt x="1657350" y="742950"/>
                </a:lnTo>
                <a:lnTo>
                  <a:pt x="1657350" y="771525"/>
                </a:lnTo>
                <a:lnTo>
                  <a:pt x="1647825" y="771525"/>
                </a:lnTo>
                <a:lnTo>
                  <a:pt x="1647825" y="781050"/>
                </a:lnTo>
                <a:lnTo>
                  <a:pt x="1638300" y="781050"/>
                </a:lnTo>
                <a:lnTo>
                  <a:pt x="1638300" y="800100"/>
                </a:lnTo>
                <a:lnTo>
                  <a:pt x="1647825" y="800100"/>
                </a:lnTo>
                <a:lnTo>
                  <a:pt x="1647825" y="809625"/>
                </a:lnTo>
                <a:lnTo>
                  <a:pt x="1657350" y="809625"/>
                </a:lnTo>
                <a:lnTo>
                  <a:pt x="1657350" y="828675"/>
                </a:lnTo>
                <a:lnTo>
                  <a:pt x="1628775" y="828675"/>
                </a:lnTo>
                <a:lnTo>
                  <a:pt x="1628775" y="819150"/>
                </a:lnTo>
                <a:lnTo>
                  <a:pt x="1600200" y="819150"/>
                </a:lnTo>
                <a:lnTo>
                  <a:pt x="1600200" y="828675"/>
                </a:lnTo>
                <a:lnTo>
                  <a:pt x="1571625" y="828675"/>
                </a:lnTo>
                <a:lnTo>
                  <a:pt x="1571625" y="809625"/>
                </a:lnTo>
                <a:lnTo>
                  <a:pt x="1552575" y="809625"/>
                </a:lnTo>
                <a:lnTo>
                  <a:pt x="1552575" y="828675"/>
                </a:lnTo>
                <a:lnTo>
                  <a:pt x="1533525" y="828675"/>
                </a:lnTo>
                <a:lnTo>
                  <a:pt x="1533525" y="800100"/>
                </a:lnTo>
                <a:lnTo>
                  <a:pt x="1543050" y="800100"/>
                </a:lnTo>
                <a:lnTo>
                  <a:pt x="1543050" y="771525"/>
                </a:lnTo>
                <a:lnTo>
                  <a:pt x="1524000" y="771525"/>
                </a:lnTo>
                <a:lnTo>
                  <a:pt x="1524000" y="790575"/>
                </a:lnTo>
                <a:lnTo>
                  <a:pt x="1514475" y="790575"/>
                </a:lnTo>
                <a:lnTo>
                  <a:pt x="1514475" y="781050"/>
                </a:lnTo>
                <a:lnTo>
                  <a:pt x="1504950" y="781050"/>
                </a:lnTo>
                <a:lnTo>
                  <a:pt x="1504950" y="790575"/>
                </a:lnTo>
                <a:lnTo>
                  <a:pt x="1495425" y="790575"/>
                </a:lnTo>
                <a:lnTo>
                  <a:pt x="1495425" y="752475"/>
                </a:lnTo>
                <a:lnTo>
                  <a:pt x="1504950" y="752475"/>
                </a:lnTo>
                <a:lnTo>
                  <a:pt x="1504950" y="733425"/>
                </a:lnTo>
                <a:lnTo>
                  <a:pt x="1533525" y="733425"/>
                </a:lnTo>
                <a:lnTo>
                  <a:pt x="1533525" y="723900"/>
                </a:lnTo>
                <a:lnTo>
                  <a:pt x="1552575" y="723900"/>
                </a:lnTo>
                <a:lnTo>
                  <a:pt x="1552575" y="733425"/>
                </a:lnTo>
                <a:lnTo>
                  <a:pt x="1562100" y="733425"/>
                </a:lnTo>
                <a:lnTo>
                  <a:pt x="1562100" y="742950"/>
                </a:lnTo>
                <a:lnTo>
                  <a:pt x="1571625" y="742950"/>
                </a:lnTo>
                <a:lnTo>
                  <a:pt x="1571625" y="733425"/>
                </a:lnTo>
                <a:lnTo>
                  <a:pt x="1628775" y="733425"/>
                </a:lnTo>
                <a:lnTo>
                  <a:pt x="1628775" y="704850"/>
                </a:lnTo>
                <a:lnTo>
                  <a:pt x="1647825" y="704850"/>
                </a:lnTo>
                <a:lnTo>
                  <a:pt x="1647825" y="723900"/>
                </a:lnTo>
                <a:lnTo>
                  <a:pt x="1657350" y="723900"/>
                </a:lnTo>
                <a:lnTo>
                  <a:pt x="1657350" y="695325"/>
                </a:lnTo>
                <a:lnTo>
                  <a:pt x="1666875" y="695325"/>
                </a:lnTo>
                <a:close/>
                <a:moveTo>
                  <a:pt x="342900" y="666750"/>
                </a:moveTo>
                <a:lnTo>
                  <a:pt x="352425" y="666750"/>
                </a:lnTo>
                <a:lnTo>
                  <a:pt x="352425" y="685800"/>
                </a:lnTo>
                <a:lnTo>
                  <a:pt x="333375" y="685800"/>
                </a:lnTo>
                <a:lnTo>
                  <a:pt x="333375" y="695325"/>
                </a:lnTo>
                <a:lnTo>
                  <a:pt x="314325" y="695325"/>
                </a:lnTo>
                <a:lnTo>
                  <a:pt x="314325" y="685800"/>
                </a:lnTo>
                <a:lnTo>
                  <a:pt x="323850" y="685800"/>
                </a:lnTo>
                <a:lnTo>
                  <a:pt x="323850" y="676275"/>
                </a:lnTo>
                <a:lnTo>
                  <a:pt x="342900" y="676275"/>
                </a:lnTo>
                <a:close/>
                <a:moveTo>
                  <a:pt x="361950" y="666750"/>
                </a:moveTo>
                <a:lnTo>
                  <a:pt x="390525" y="666750"/>
                </a:lnTo>
                <a:lnTo>
                  <a:pt x="390525" y="676275"/>
                </a:lnTo>
                <a:lnTo>
                  <a:pt x="381000" y="676275"/>
                </a:lnTo>
                <a:lnTo>
                  <a:pt x="381000" y="685800"/>
                </a:lnTo>
                <a:lnTo>
                  <a:pt x="361950" y="685800"/>
                </a:lnTo>
                <a:close/>
                <a:moveTo>
                  <a:pt x="942975" y="666750"/>
                </a:moveTo>
                <a:lnTo>
                  <a:pt x="962025" y="666750"/>
                </a:lnTo>
                <a:lnTo>
                  <a:pt x="962025" y="685800"/>
                </a:lnTo>
                <a:lnTo>
                  <a:pt x="1000125" y="685800"/>
                </a:lnTo>
                <a:lnTo>
                  <a:pt x="1000125" y="695325"/>
                </a:lnTo>
                <a:lnTo>
                  <a:pt x="990600" y="695325"/>
                </a:lnTo>
                <a:lnTo>
                  <a:pt x="990600" y="704850"/>
                </a:lnTo>
                <a:lnTo>
                  <a:pt x="971550" y="704850"/>
                </a:lnTo>
                <a:lnTo>
                  <a:pt x="971550" y="695325"/>
                </a:lnTo>
                <a:lnTo>
                  <a:pt x="952500" y="695325"/>
                </a:lnTo>
                <a:lnTo>
                  <a:pt x="952500" y="676275"/>
                </a:lnTo>
                <a:lnTo>
                  <a:pt x="942975" y="676275"/>
                </a:lnTo>
                <a:close/>
                <a:moveTo>
                  <a:pt x="1390650" y="666750"/>
                </a:moveTo>
                <a:lnTo>
                  <a:pt x="1409700" y="666750"/>
                </a:lnTo>
                <a:lnTo>
                  <a:pt x="1409700" y="676275"/>
                </a:lnTo>
                <a:lnTo>
                  <a:pt x="1390650" y="676275"/>
                </a:lnTo>
                <a:close/>
                <a:moveTo>
                  <a:pt x="1495425" y="666750"/>
                </a:moveTo>
                <a:lnTo>
                  <a:pt x="1514475" y="666750"/>
                </a:lnTo>
                <a:lnTo>
                  <a:pt x="1514475" y="676275"/>
                </a:lnTo>
                <a:lnTo>
                  <a:pt x="1495425" y="676275"/>
                </a:lnTo>
                <a:close/>
                <a:moveTo>
                  <a:pt x="933450" y="676275"/>
                </a:moveTo>
                <a:lnTo>
                  <a:pt x="942975" y="676275"/>
                </a:lnTo>
                <a:lnTo>
                  <a:pt x="942975" y="685800"/>
                </a:lnTo>
                <a:lnTo>
                  <a:pt x="933450" y="685800"/>
                </a:lnTo>
                <a:close/>
                <a:moveTo>
                  <a:pt x="381000" y="685800"/>
                </a:moveTo>
                <a:lnTo>
                  <a:pt x="400050" y="685800"/>
                </a:lnTo>
                <a:lnTo>
                  <a:pt x="400050" y="695325"/>
                </a:lnTo>
                <a:lnTo>
                  <a:pt x="390525" y="695325"/>
                </a:lnTo>
                <a:lnTo>
                  <a:pt x="390525" y="704850"/>
                </a:lnTo>
                <a:lnTo>
                  <a:pt x="381000" y="704850"/>
                </a:lnTo>
                <a:close/>
                <a:moveTo>
                  <a:pt x="504825" y="685800"/>
                </a:moveTo>
                <a:lnTo>
                  <a:pt x="514350" y="685800"/>
                </a:lnTo>
                <a:lnTo>
                  <a:pt x="514350" y="695325"/>
                </a:lnTo>
                <a:lnTo>
                  <a:pt x="504825" y="695325"/>
                </a:lnTo>
                <a:close/>
                <a:moveTo>
                  <a:pt x="552450" y="685800"/>
                </a:moveTo>
                <a:lnTo>
                  <a:pt x="561975" y="685800"/>
                </a:lnTo>
                <a:lnTo>
                  <a:pt x="561975" y="695325"/>
                </a:lnTo>
                <a:lnTo>
                  <a:pt x="552450" y="695325"/>
                </a:lnTo>
                <a:close/>
                <a:moveTo>
                  <a:pt x="1028700" y="685800"/>
                </a:moveTo>
                <a:lnTo>
                  <a:pt x="1066800" y="685800"/>
                </a:lnTo>
                <a:lnTo>
                  <a:pt x="1066800" y="695325"/>
                </a:lnTo>
                <a:lnTo>
                  <a:pt x="1057275" y="695325"/>
                </a:lnTo>
                <a:lnTo>
                  <a:pt x="1057275" y="714375"/>
                </a:lnTo>
                <a:lnTo>
                  <a:pt x="1038225" y="714375"/>
                </a:lnTo>
                <a:lnTo>
                  <a:pt x="1038225" y="723900"/>
                </a:lnTo>
                <a:lnTo>
                  <a:pt x="1028700" y="723900"/>
                </a:lnTo>
                <a:lnTo>
                  <a:pt x="1028700" y="704850"/>
                </a:lnTo>
                <a:lnTo>
                  <a:pt x="1019175" y="704850"/>
                </a:lnTo>
                <a:lnTo>
                  <a:pt x="1019175" y="695325"/>
                </a:lnTo>
                <a:lnTo>
                  <a:pt x="1028700" y="695325"/>
                </a:lnTo>
                <a:close/>
                <a:moveTo>
                  <a:pt x="1476375" y="685800"/>
                </a:moveTo>
                <a:lnTo>
                  <a:pt x="1485900" y="685800"/>
                </a:lnTo>
                <a:lnTo>
                  <a:pt x="1485900" y="695325"/>
                </a:lnTo>
                <a:lnTo>
                  <a:pt x="1476375" y="695325"/>
                </a:lnTo>
                <a:close/>
                <a:moveTo>
                  <a:pt x="1581150" y="685800"/>
                </a:moveTo>
                <a:lnTo>
                  <a:pt x="1590675" y="685800"/>
                </a:lnTo>
                <a:lnTo>
                  <a:pt x="1590675" y="704850"/>
                </a:lnTo>
                <a:lnTo>
                  <a:pt x="1571625" y="704850"/>
                </a:lnTo>
                <a:lnTo>
                  <a:pt x="1571625" y="695325"/>
                </a:lnTo>
                <a:lnTo>
                  <a:pt x="1581150" y="695325"/>
                </a:lnTo>
                <a:close/>
                <a:moveTo>
                  <a:pt x="514350" y="695325"/>
                </a:moveTo>
                <a:lnTo>
                  <a:pt x="542925" y="695325"/>
                </a:lnTo>
                <a:lnTo>
                  <a:pt x="542925" y="714375"/>
                </a:lnTo>
                <a:lnTo>
                  <a:pt x="533400" y="714375"/>
                </a:lnTo>
                <a:lnTo>
                  <a:pt x="533400" y="723900"/>
                </a:lnTo>
                <a:lnTo>
                  <a:pt x="523875" y="723900"/>
                </a:lnTo>
                <a:lnTo>
                  <a:pt x="523875" y="714375"/>
                </a:lnTo>
                <a:lnTo>
                  <a:pt x="514350" y="714375"/>
                </a:lnTo>
                <a:close/>
                <a:moveTo>
                  <a:pt x="628650" y="695325"/>
                </a:moveTo>
                <a:lnTo>
                  <a:pt x="638175" y="695325"/>
                </a:lnTo>
                <a:lnTo>
                  <a:pt x="638175" y="714375"/>
                </a:lnTo>
                <a:lnTo>
                  <a:pt x="628650" y="714375"/>
                </a:lnTo>
                <a:close/>
                <a:moveTo>
                  <a:pt x="1066800" y="695325"/>
                </a:moveTo>
                <a:lnTo>
                  <a:pt x="1076325" y="695325"/>
                </a:lnTo>
                <a:lnTo>
                  <a:pt x="1076325" y="704850"/>
                </a:lnTo>
                <a:lnTo>
                  <a:pt x="1066800" y="704850"/>
                </a:lnTo>
                <a:close/>
                <a:moveTo>
                  <a:pt x="390525" y="704850"/>
                </a:moveTo>
                <a:lnTo>
                  <a:pt x="400050" y="704850"/>
                </a:lnTo>
                <a:lnTo>
                  <a:pt x="400050" y="714375"/>
                </a:lnTo>
                <a:lnTo>
                  <a:pt x="390525" y="714375"/>
                </a:lnTo>
                <a:close/>
                <a:moveTo>
                  <a:pt x="419100" y="714375"/>
                </a:moveTo>
                <a:lnTo>
                  <a:pt x="428625" y="714375"/>
                </a:lnTo>
                <a:lnTo>
                  <a:pt x="428625" y="733425"/>
                </a:lnTo>
                <a:lnTo>
                  <a:pt x="419100" y="733425"/>
                </a:lnTo>
                <a:close/>
                <a:moveTo>
                  <a:pt x="809625" y="714375"/>
                </a:moveTo>
                <a:lnTo>
                  <a:pt x="819150" y="714375"/>
                </a:lnTo>
                <a:lnTo>
                  <a:pt x="819150" y="723900"/>
                </a:lnTo>
                <a:lnTo>
                  <a:pt x="809625" y="723900"/>
                </a:lnTo>
                <a:close/>
                <a:moveTo>
                  <a:pt x="1123950" y="714375"/>
                </a:moveTo>
                <a:lnTo>
                  <a:pt x="1143000" y="714375"/>
                </a:lnTo>
                <a:lnTo>
                  <a:pt x="1143000" y="695325"/>
                </a:lnTo>
                <a:lnTo>
                  <a:pt x="1123950" y="695325"/>
                </a:lnTo>
                <a:close/>
                <a:moveTo>
                  <a:pt x="190500" y="723900"/>
                </a:moveTo>
                <a:lnTo>
                  <a:pt x="200025" y="723900"/>
                </a:lnTo>
                <a:lnTo>
                  <a:pt x="200025" y="733425"/>
                </a:lnTo>
                <a:lnTo>
                  <a:pt x="190500" y="733425"/>
                </a:lnTo>
                <a:close/>
                <a:moveTo>
                  <a:pt x="1466850" y="723900"/>
                </a:moveTo>
                <a:lnTo>
                  <a:pt x="1476375" y="723900"/>
                </a:lnTo>
                <a:lnTo>
                  <a:pt x="1476375" y="733425"/>
                </a:lnTo>
                <a:lnTo>
                  <a:pt x="1485900" y="733425"/>
                </a:lnTo>
                <a:lnTo>
                  <a:pt x="1485900" y="742950"/>
                </a:lnTo>
                <a:lnTo>
                  <a:pt x="1457325" y="742950"/>
                </a:lnTo>
                <a:lnTo>
                  <a:pt x="1457325" y="733425"/>
                </a:lnTo>
                <a:lnTo>
                  <a:pt x="1466850" y="733425"/>
                </a:lnTo>
                <a:close/>
                <a:moveTo>
                  <a:pt x="866775" y="733425"/>
                </a:moveTo>
                <a:lnTo>
                  <a:pt x="885825" y="733425"/>
                </a:lnTo>
                <a:lnTo>
                  <a:pt x="885825" y="742950"/>
                </a:lnTo>
                <a:lnTo>
                  <a:pt x="904875" y="742950"/>
                </a:lnTo>
                <a:lnTo>
                  <a:pt x="904875" y="752475"/>
                </a:lnTo>
                <a:lnTo>
                  <a:pt x="933450" y="752475"/>
                </a:lnTo>
                <a:lnTo>
                  <a:pt x="933450" y="771525"/>
                </a:lnTo>
                <a:lnTo>
                  <a:pt x="942975" y="771525"/>
                </a:lnTo>
                <a:lnTo>
                  <a:pt x="942975" y="790575"/>
                </a:lnTo>
                <a:lnTo>
                  <a:pt x="923925" y="790575"/>
                </a:lnTo>
                <a:lnTo>
                  <a:pt x="923925" y="781050"/>
                </a:lnTo>
                <a:lnTo>
                  <a:pt x="914400" y="781050"/>
                </a:lnTo>
                <a:lnTo>
                  <a:pt x="914400" y="790575"/>
                </a:lnTo>
                <a:lnTo>
                  <a:pt x="904875" y="790575"/>
                </a:lnTo>
                <a:lnTo>
                  <a:pt x="904875" y="800100"/>
                </a:lnTo>
                <a:lnTo>
                  <a:pt x="895350" y="800100"/>
                </a:lnTo>
                <a:lnTo>
                  <a:pt x="895350" y="809625"/>
                </a:lnTo>
                <a:lnTo>
                  <a:pt x="876300" y="809625"/>
                </a:lnTo>
                <a:lnTo>
                  <a:pt x="876300" y="752475"/>
                </a:lnTo>
                <a:lnTo>
                  <a:pt x="866775" y="752475"/>
                </a:lnTo>
                <a:close/>
                <a:moveTo>
                  <a:pt x="914400" y="733425"/>
                </a:moveTo>
                <a:lnTo>
                  <a:pt x="942975" y="733425"/>
                </a:lnTo>
                <a:lnTo>
                  <a:pt x="942975" y="742950"/>
                </a:lnTo>
                <a:lnTo>
                  <a:pt x="914400" y="742950"/>
                </a:lnTo>
                <a:close/>
                <a:moveTo>
                  <a:pt x="600075" y="742950"/>
                </a:moveTo>
                <a:lnTo>
                  <a:pt x="609600" y="742950"/>
                </a:lnTo>
                <a:lnTo>
                  <a:pt x="609600" y="752475"/>
                </a:lnTo>
                <a:lnTo>
                  <a:pt x="600075" y="752475"/>
                </a:lnTo>
                <a:close/>
                <a:moveTo>
                  <a:pt x="723900" y="742950"/>
                </a:moveTo>
                <a:lnTo>
                  <a:pt x="733425" y="742950"/>
                </a:lnTo>
                <a:lnTo>
                  <a:pt x="733425" y="752475"/>
                </a:lnTo>
                <a:lnTo>
                  <a:pt x="742950" y="752475"/>
                </a:lnTo>
                <a:lnTo>
                  <a:pt x="742950" y="762000"/>
                </a:lnTo>
                <a:lnTo>
                  <a:pt x="723900" y="762000"/>
                </a:lnTo>
                <a:close/>
                <a:moveTo>
                  <a:pt x="828675" y="742950"/>
                </a:moveTo>
                <a:lnTo>
                  <a:pt x="838200" y="742950"/>
                </a:lnTo>
                <a:lnTo>
                  <a:pt x="838200" y="762000"/>
                </a:lnTo>
                <a:lnTo>
                  <a:pt x="828675" y="762000"/>
                </a:lnTo>
                <a:close/>
                <a:moveTo>
                  <a:pt x="1314450" y="742950"/>
                </a:moveTo>
                <a:lnTo>
                  <a:pt x="1333500" y="742950"/>
                </a:lnTo>
                <a:lnTo>
                  <a:pt x="1333500" y="752475"/>
                </a:lnTo>
                <a:lnTo>
                  <a:pt x="1314450" y="752475"/>
                </a:lnTo>
                <a:close/>
                <a:moveTo>
                  <a:pt x="609600" y="752475"/>
                </a:moveTo>
                <a:lnTo>
                  <a:pt x="619125" y="752475"/>
                </a:lnTo>
                <a:lnTo>
                  <a:pt x="619125" y="781050"/>
                </a:lnTo>
                <a:lnTo>
                  <a:pt x="628650" y="781050"/>
                </a:lnTo>
                <a:lnTo>
                  <a:pt x="628650" y="809625"/>
                </a:lnTo>
                <a:lnTo>
                  <a:pt x="619125" y="809625"/>
                </a:lnTo>
                <a:lnTo>
                  <a:pt x="619125" y="819150"/>
                </a:lnTo>
                <a:lnTo>
                  <a:pt x="600075" y="819150"/>
                </a:lnTo>
                <a:lnTo>
                  <a:pt x="600075" y="828675"/>
                </a:lnTo>
                <a:lnTo>
                  <a:pt x="581025" y="828675"/>
                </a:lnTo>
                <a:lnTo>
                  <a:pt x="581025" y="819150"/>
                </a:lnTo>
                <a:lnTo>
                  <a:pt x="571500" y="819150"/>
                </a:lnTo>
                <a:lnTo>
                  <a:pt x="571500" y="809625"/>
                </a:lnTo>
                <a:lnTo>
                  <a:pt x="600075" y="809625"/>
                </a:lnTo>
                <a:lnTo>
                  <a:pt x="600075" y="800100"/>
                </a:lnTo>
                <a:lnTo>
                  <a:pt x="609600" y="800100"/>
                </a:lnTo>
                <a:close/>
                <a:moveTo>
                  <a:pt x="1152525" y="752475"/>
                </a:moveTo>
                <a:lnTo>
                  <a:pt x="1171575" y="752475"/>
                </a:lnTo>
                <a:lnTo>
                  <a:pt x="1171575" y="790575"/>
                </a:lnTo>
                <a:lnTo>
                  <a:pt x="1162050" y="790575"/>
                </a:lnTo>
                <a:lnTo>
                  <a:pt x="1162050" y="781050"/>
                </a:lnTo>
                <a:lnTo>
                  <a:pt x="1152525" y="781050"/>
                </a:lnTo>
                <a:lnTo>
                  <a:pt x="1152525" y="790575"/>
                </a:lnTo>
                <a:lnTo>
                  <a:pt x="1123950" y="790575"/>
                </a:lnTo>
                <a:lnTo>
                  <a:pt x="1123950" y="781050"/>
                </a:lnTo>
                <a:lnTo>
                  <a:pt x="1133475" y="781050"/>
                </a:lnTo>
                <a:lnTo>
                  <a:pt x="1133475" y="762000"/>
                </a:lnTo>
                <a:lnTo>
                  <a:pt x="1152525" y="762000"/>
                </a:lnTo>
                <a:close/>
                <a:moveTo>
                  <a:pt x="800100" y="762000"/>
                </a:moveTo>
                <a:lnTo>
                  <a:pt x="819150" y="762000"/>
                </a:lnTo>
                <a:lnTo>
                  <a:pt x="819150" y="781050"/>
                </a:lnTo>
                <a:lnTo>
                  <a:pt x="809625" y="781050"/>
                </a:lnTo>
                <a:lnTo>
                  <a:pt x="809625" y="790575"/>
                </a:lnTo>
                <a:lnTo>
                  <a:pt x="800100" y="790575"/>
                </a:lnTo>
                <a:lnTo>
                  <a:pt x="800100" y="800100"/>
                </a:lnTo>
                <a:lnTo>
                  <a:pt x="790575" y="800100"/>
                </a:lnTo>
                <a:lnTo>
                  <a:pt x="790575" y="771525"/>
                </a:lnTo>
                <a:lnTo>
                  <a:pt x="800100" y="771525"/>
                </a:lnTo>
                <a:close/>
                <a:moveTo>
                  <a:pt x="838200" y="762000"/>
                </a:moveTo>
                <a:lnTo>
                  <a:pt x="857250" y="762000"/>
                </a:lnTo>
                <a:lnTo>
                  <a:pt x="857250" y="771525"/>
                </a:lnTo>
                <a:lnTo>
                  <a:pt x="847725" y="771525"/>
                </a:lnTo>
                <a:lnTo>
                  <a:pt x="847725" y="781050"/>
                </a:lnTo>
                <a:lnTo>
                  <a:pt x="838200" y="781050"/>
                </a:lnTo>
                <a:close/>
                <a:moveTo>
                  <a:pt x="1057275" y="762000"/>
                </a:moveTo>
                <a:lnTo>
                  <a:pt x="1066800" y="762000"/>
                </a:lnTo>
                <a:lnTo>
                  <a:pt x="1066800" y="752475"/>
                </a:lnTo>
                <a:lnTo>
                  <a:pt x="1057275" y="752475"/>
                </a:lnTo>
                <a:close/>
                <a:moveTo>
                  <a:pt x="1409700" y="762000"/>
                </a:moveTo>
                <a:lnTo>
                  <a:pt x="1419225" y="762000"/>
                </a:lnTo>
                <a:lnTo>
                  <a:pt x="1419225" y="781050"/>
                </a:lnTo>
                <a:lnTo>
                  <a:pt x="1390650" y="781050"/>
                </a:lnTo>
                <a:lnTo>
                  <a:pt x="1390650" y="771525"/>
                </a:lnTo>
                <a:lnTo>
                  <a:pt x="1409700" y="771525"/>
                </a:lnTo>
                <a:close/>
                <a:moveTo>
                  <a:pt x="1209675" y="771525"/>
                </a:moveTo>
                <a:lnTo>
                  <a:pt x="1228725" y="771525"/>
                </a:lnTo>
                <a:lnTo>
                  <a:pt x="1228725" y="781050"/>
                </a:lnTo>
                <a:lnTo>
                  <a:pt x="1209675" y="781050"/>
                </a:lnTo>
                <a:close/>
                <a:moveTo>
                  <a:pt x="1285875" y="771525"/>
                </a:moveTo>
                <a:lnTo>
                  <a:pt x="1304925" y="771525"/>
                </a:lnTo>
                <a:lnTo>
                  <a:pt x="1304925" y="790575"/>
                </a:lnTo>
                <a:lnTo>
                  <a:pt x="1314450" y="790575"/>
                </a:lnTo>
                <a:lnTo>
                  <a:pt x="1314450" y="809625"/>
                </a:lnTo>
                <a:lnTo>
                  <a:pt x="1304925" y="809625"/>
                </a:lnTo>
                <a:lnTo>
                  <a:pt x="1304925" y="800100"/>
                </a:lnTo>
                <a:lnTo>
                  <a:pt x="1285875" y="800100"/>
                </a:lnTo>
                <a:close/>
                <a:moveTo>
                  <a:pt x="1609725" y="771525"/>
                </a:moveTo>
                <a:lnTo>
                  <a:pt x="1628775" y="771525"/>
                </a:lnTo>
                <a:lnTo>
                  <a:pt x="1628775" y="752475"/>
                </a:lnTo>
                <a:lnTo>
                  <a:pt x="1619250" y="752475"/>
                </a:lnTo>
                <a:lnTo>
                  <a:pt x="1619250" y="742950"/>
                </a:lnTo>
                <a:lnTo>
                  <a:pt x="1600200" y="742950"/>
                </a:lnTo>
                <a:lnTo>
                  <a:pt x="1600200" y="781050"/>
                </a:lnTo>
                <a:lnTo>
                  <a:pt x="1590675" y="781050"/>
                </a:lnTo>
                <a:lnTo>
                  <a:pt x="1590675" y="762000"/>
                </a:lnTo>
                <a:lnTo>
                  <a:pt x="1581150" y="762000"/>
                </a:lnTo>
                <a:lnTo>
                  <a:pt x="1581150" y="752475"/>
                </a:lnTo>
                <a:lnTo>
                  <a:pt x="1571625" y="752475"/>
                </a:lnTo>
                <a:lnTo>
                  <a:pt x="1571625" y="762000"/>
                </a:lnTo>
                <a:lnTo>
                  <a:pt x="1562100" y="762000"/>
                </a:lnTo>
                <a:lnTo>
                  <a:pt x="1562100" y="781050"/>
                </a:lnTo>
                <a:lnTo>
                  <a:pt x="1571625" y="781050"/>
                </a:lnTo>
                <a:lnTo>
                  <a:pt x="1571625" y="790575"/>
                </a:lnTo>
                <a:lnTo>
                  <a:pt x="1562100" y="790575"/>
                </a:lnTo>
                <a:lnTo>
                  <a:pt x="1562100" y="800100"/>
                </a:lnTo>
                <a:lnTo>
                  <a:pt x="1590675" y="800100"/>
                </a:lnTo>
                <a:lnTo>
                  <a:pt x="1590675" y="809625"/>
                </a:lnTo>
                <a:lnTo>
                  <a:pt x="1609725" y="809625"/>
                </a:lnTo>
                <a:close/>
                <a:moveTo>
                  <a:pt x="1657350" y="771525"/>
                </a:moveTo>
                <a:lnTo>
                  <a:pt x="1676400" y="771525"/>
                </a:lnTo>
                <a:lnTo>
                  <a:pt x="1676400" y="781050"/>
                </a:lnTo>
                <a:lnTo>
                  <a:pt x="1685925" y="781050"/>
                </a:lnTo>
                <a:lnTo>
                  <a:pt x="1685925" y="790575"/>
                </a:lnTo>
                <a:lnTo>
                  <a:pt x="1676400" y="790575"/>
                </a:lnTo>
                <a:lnTo>
                  <a:pt x="1676400" y="800100"/>
                </a:lnTo>
                <a:lnTo>
                  <a:pt x="1666875" y="800100"/>
                </a:lnTo>
                <a:lnTo>
                  <a:pt x="1666875" y="781050"/>
                </a:lnTo>
                <a:lnTo>
                  <a:pt x="1657350" y="781050"/>
                </a:lnTo>
                <a:close/>
                <a:moveTo>
                  <a:pt x="180975" y="781050"/>
                </a:moveTo>
                <a:lnTo>
                  <a:pt x="190500" y="781050"/>
                </a:lnTo>
                <a:lnTo>
                  <a:pt x="190500" y="790575"/>
                </a:lnTo>
                <a:lnTo>
                  <a:pt x="180975" y="790575"/>
                </a:lnTo>
                <a:close/>
                <a:moveTo>
                  <a:pt x="809625" y="790575"/>
                </a:moveTo>
                <a:lnTo>
                  <a:pt x="828675" y="790575"/>
                </a:lnTo>
                <a:lnTo>
                  <a:pt x="828675" y="800100"/>
                </a:lnTo>
                <a:lnTo>
                  <a:pt x="809625" y="800100"/>
                </a:lnTo>
                <a:close/>
                <a:moveTo>
                  <a:pt x="1371600" y="790575"/>
                </a:moveTo>
                <a:lnTo>
                  <a:pt x="1390650" y="790575"/>
                </a:lnTo>
                <a:lnTo>
                  <a:pt x="1390650" y="800100"/>
                </a:lnTo>
                <a:lnTo>
                  <a:pt x="1371600" y="800100"/>
                </a:lnTo>
                <a:close/>
                <a:moveTo>
                  <a:pt x="1466850" y="790575"/>
                </a:moveTo>
                <a:lnTo>
                  <a:pt x="1476375" y="790575"/>
                </a:lnTo>
                <a:lnTo>
                  <a:pt x="1476375" y="800100"/>
                </a:lnTo>
                <a:lnTo>
                  <a:pt x="1514475" y="800100"/>
                </a:lnTo>
                <a:lnTo>
                  <a:pt x="1514475" y="819150"/>
                </a:lnTo>
                <a:lnTo>
                  <a:pt x="1504950" y="819150"/>
                </a:lnTo>
                <a:lnTo>
                  <a:pt x="1504950" y="809625"/>
                </a:lnTo>
                <a:lnTo>
                  <a:pt x="1485900" y="809625"/>
                </a:lnTo>
                <a:lnTo>
                  <a:pt x="1485900" y="828675"/>
                </a:lnTo>
                <a:lnTo>
                  <a:pt x="1495425" y="828675"/>
                </a:lnTo>
                <a:lnTo>
                  <a:pt x="1495425" y="847725"/>
                </a:lnTo>
                <a:lnTo>
                  <a:pt x="1485900" y="847725"/>
                </a:lnTo>
                <a:lnTo>
                  <a:pt x="1485900" y="857250"/>
                </a:lnTo>
                <a:lnTo>
                  <a:pt x="1476375" y="857250"/>
                </a:lnTo>
                <a:lnTo>
                  <a:pt x="1476375" y="838200"/>
                </a:lnTo>
                <a:lnTo>
                  <a:pt x="1457325" y="838200"/>
                </a:lnTo>
                <a:lnTo>
                  <a:pt x="1457325" y="828675"/>
                </a:lnTo>
                <a:lnTo>
                  <a:pt x="1438275" y="828675"/>
                </a:lnTo>
                <a:lnTo>
                  <a:pt x="1438275" y="819150"/>
                </a:lnTo>
                <a:lnTo>
                  <a:pt x="1428750" y="819150"/>
                </a:lnTo>
                <a:lnTo>
                  <a:pt x="1428750" y="809625"/>
                </a:lnTo>
                <a:lnTo>
                  <a:pt x="1447800" y="809625"/>
                </a:lnTo>
                <a:lnTo>
                  <a:pt x="1447800" y="800100"/>
                </a:lnTo>
                <a:lnTo>
                  <a:pt x="1466850" y="800100"/>
                </a:lnTo>
                <a:close/>
                <a:moveTo>
                  <a:pt x="695325" y="800100"/>
                </a:moveTo>
                <a:lnTo>
                  <a:pt x="704850" y="800100"/>
                </a:lnTo>
                <a:lnTo>
                  <a:pt x="704850" y="828675"/>
                </a:lnTo>
                <a:lnTo>
                  <a:pt x="676275" y="828675"/>
                </a:lnTo>
                <a:lnTo>
                  <a:pt x="676275" y="819150"/>
                </a:lnTo>
                <a:lnTo>
                  <a:pt x="685800" y="819150"/>
                </a:lnTo>
                <a:lnTo>
                  <a:pt x="685800" y="809625"/>
                </a:lnTo>
                <a:lnTo>
                  <a:pt x="695325" y="809625"/>
                </a:lnTo>
                <a:close/>
                <a:moveTo>
                  <a:pt x="790575" y="809625"/>
                </a:moveTo>
                <a:lnTo>
                  <a:pt x="800100" y="809625"/>
                </a:lnTo>
                <a:lnTo>
                  <a:pt x="800100" y="819150"/>
                </a:lnTo>
                <a:lnTo>
                  <a:pt x="790575" y="819150"/>
                </a:lnTo>
                <a:close/>
                <a:moveTo>
                  <a:pt x="819150" y="809625"/>
                </a:moveTo>
                <a:lnTo>
                  <a:pt x="847725" y="809625"/>
                </a:lnTo>
                <a:lnTo>
                  <a:pt x="847725" y="819150"/>
                </a:lnTo>
                <a:lnTo>
                  <a:pt x="819150" y="819150"/>
                </a:lnTo>
                <a:close/>
                <a:moveTo>
                  <a:pt x="1381125" y="809625"/>
                </a:moveTo>
                <a:lnTo>
                  <a:pt x="1400175" y="809625"/>
                </a:lnTo>
                <a:lnTo>
                  <a:pt x="1400175" y="819150"/>
                </a:lnTo>
                <a:lnTo>
                  <a:pt x="1409700" y="819150"/>
                </a:lnTo>
                <a:lnTo>
                  <a:pt x="1409700" y="866775"/>
                </a:lnTo>
                <a:lnTo>
                  <a:pt x="1428750" y="866775"/>
                </a:lnTo>
                <a:lnTo>
                  <a:pt x="1428750" y="876300"/>
                </a:lnTo>
                <a:lnTo>
                  <a:pt x="1400175" y="876300"/>
                </a:lnTo>
                <a:lnTo>
                  <a:pt x="1400175" y="885825"/>
                </a:lnTo>
                <a:lnTo>
                  <a:pt x="1371600" y="885825"/>
                </a:lnTo>
                <a:lnTo>
                  <a:pt x="1371600" y="847725"/>
                </a:lnTo>
                <a:lnTo>
                  <a:pt x="1390650" y="847725"/>
                </a:lnTo>
                <a:lnTo>
                  <a:pt x="1390650" y="838200"/>
                </a:lnTo>
                <a:lnTo>
                  <a:pt x="1371600" y="838200"/>
                </a:lnTo>
                <a:lnTo>
                  <a:pt x="1371600" y="828675"/>
                </a:lnTo>
                <a:lnTo>
                  <a:pt x="1390650" y="828675"/>
                </a:lnTo>
                <a:lnTo>
                  <a:pt x="1390650" y="819150"/>
                </a:lnTo>
                <a:lnTo>
                  <a:pt x="1381125" y="819150"/>
                </a:lnTo>
                <a:close/>
                <a:moveTo>
                  <a:pt x="1666875" y="809625"/>
                </a:moveTo>
                <a:lnTo>
                  <a:pt x="1685925" y="809625"/>
                </a:lnTo>
                <a:lnTo>
                  <a:pt x="1685925" y="828675"/>
                </a:lnTo>
                <a:lnTo>
                  <a:pt x="1676400" y="828675"/>
                </a:lnTo>
                <a:lnTo>
                  <a:pt x="1676400" y="838200"/>
                </a:lnTo>
                <a:lnTo>
                  <a:pt x="1685925" y="838200"/>
                </a:lnTo>
                <a:lnTo>
                  <a:pt x="1685925" y="847725"/>
                </a:lnTo>
                <a:lnTo>
                  <a:pt x="1666875" y="847725"/>
                </a:lnTo>
                <a:lnTo>
                  <a:pt x="1666875" y="838200"/>
                </a:lnTo>
                <a:lnTo>
                  <a:pt x="1657350" y="838200"/>
                </a:lnTo>
                <a:lnTo>
                  <a:pt x="1657350" y="828675"/>
                </a:lnTo>
                <a:lnTo>
                  <a:pt x="1666875" y="828675"/>
                </a:lnTo>
                <a:close/>
                <a:moveTo>
                  <a:pt x="304800" y="819150"/>
                </a:moveTo>
                <a:lnTo>
                  <a:pt x="314325" y="819150"/>
                </a:lnTo>
                <a:lnTo>
                  <a:pt x="314325" y="828675"/>
                </a:lnTo>
                <a:lnTo>
                  <a:pt x="361950" y="828675"/>
                </a:lnTo>
                <a:lnTo>
                  <a:pt x="361950" y="838200"/>
                </a:lnTo>
                <a:lnTo>
                  <a:pt x="371475" y="838200"/>
                </a:lnTo>
                <a:lnTo>
                  <a:pt x="371475" y="847725"/>
                </a:lnTo>
                <a:lnTo>
                  <a:pt x="352425" y="847725"/>
                </a:lnTo>
                <a:lnTo>
                  <a:pt x="352425" y="838200"/>
                </a:lnTo>
                <a:lnTo>
                  <a:pt x="342900" y="838200"/>
                </a:lnTo>
                <a:lnTo>
                  <a:pt x="342900" y="847725"/>
                </a:lnTo>
                <a:lnTo>
                  <a:pt x="323850" y="847725"/>
                </a:lnTo>
                <a:lnTo>
                  <a:pt x="323850" y="838200"/>
                </a:lnTo>
                <a:lnTo>
                  <a:pt x="304800" y="838200"/>
                </a:lnTo>
                <a:close/>
                <a:moveTo>
                  <a:pt x="647700" y="819150"/>
                </a:moveTo>
                <a:lnTo>
                  <a:pt x="666750" y="819150"/>
                </a:lnTo>
                <a:lnTo>
                  <a:pt x="666750" y="828675"/>
                </a:lnTo>
                <a:lnTo>
                  <a:pt x="647700" y="828675"/>
                </a:lnTo>
                <a:close/>
                <a:moveTo>
                  <a:pt x="190500" y="828675"/>
                </a:moveTo>
                <a:lnTo>
                  <a:pt x="200025" y="828675"/>
                </a:lnTo>
                <a:lnTo>
                  <a:pt x="200025" y="838200"/>
                </a:lnTo>
                <a:lnTo>
                  <a:pt x="190500" y="838200"/>
                </a:lnTo>
                <a:close/>
                <a:moveTo>
                  <a:pt x="1247775" y="828675"/>
                </a:moveTo>
                <a:lnTo>
                  <a:pt x="1266825" y="828675"/>
                </a:lnTo>
                <a:lnTo>
                  <a:pt x="1266825" y="838200"/>
                </a:lnTo>
                <a:lnTo>
                  <a:pt x="1247775" y="838200"/>
                </a:lnTo>
                <a:close/>
                <a:moveTo>
                  <a:pt x="1552575" y="828675"/>
                </a:moveTo>
                <a:lnTo>
                  <a:pt x="1571625" y="828675"/>
                </a:lnTo>
                <a:lnTo>
                  <a:pt x="1571625" y="847725"/>
                </a:lnTo>
                <a:lnTo>
                  <a:pt x="1562100" y="847725"/>
                </a:lnTo>
                <a:lnTo>
                  <a:pt x="1562100" y="838200"/>
                </a:lnTo>
                <a:lnTo>
                  <a:pt x="1552575" y="838200"/>
                </a:lnTo>
                <a:close/>
                <a:moveTo>
                  <a:pt x="180975" y="838200"/>
                </a:moveTo>
                <a:lnTo>
                  <a:pt x="190500" y="838200"/>
                </a:lnTo>
                <a:lnTo>
                  <a:pt x="190500" y="847725"/>
                </a:lnTo>
                <a:lnTo>
                  <a:pt x="180975" y="847725"/>
                </a:lnTo>
                <a:close/>
                <a:moveTo>
                  <a:pt x="200025" y="838200"/>
                </a:moveTo>
                <a:lnTo>
                  <a:pt x="228600" y="838200"/>
                </a:lnTo>
                <a:lnTo>
                  <a:pt x="228600" y="847725"/>
                </a:lnTo>
                <a:lnTo>
                  <a:pt x="200025" y="847725"/>
                </a:lnTo>
                <a:close/>
                <a:moveTo>
                  <a:pt x="1238250" y="838200"/>
                </a:moveTo>
                <a:lnTo>
                  <a:pt x="1247775" y="838200"/>
                </a:lnTo>
                <a:lnTo>
                  <a:pt x="1247775" y="847725"/>
                </a:lnTo>
                <a:lnTo>
                  <a:pt x="1238250" y="847725"/>
                </a:lnTo>
                <a:close/>
                <a:moveTo>
                  <a:pt x="228600" y="847725"/>
                </a:moveTo>
                <a:lnTo>
                  <a:pt x="238125" y="847725"/>
                </a:lnTo>
                <a:lnTo>
                  <a:pt x="238125" y="857250"/>
                </a:lnTo>
                <a:lnTo>
                  <a:pt x="228600" y="857250"/>
                </a:lnTo>
                <a:close/>
                <a:moveTo>
                  <a:pt x="371475" y="847725"/>
                </a:moveTo>
                <a:lnTo>
                  <a:pt x="381000" y="847725"/>
                </a:lnTo>
                <a:lnTo>
                  <a:pt x="381000" y="857250"/>
                </a:lnTo>
                <a:lnTo>
                  <a:pt x="371475" y="857250"/>
                </a:lnTo>
                <a:close/>
                <a:moveTo>
                  <a:pt x="1076325" y="847725"/>
                </a:moveTo>
                <a:lnTo>
                  <a:pt x="1123950" y="847725"/>
                </a:lnTo>
                <a:lnTo>
                  <a:pt x="1123950" y="857250"/>
                </a:lnTo>
                <a:lnTo>
                  <a:pt x="1133475" y="857250"/>
                </a:lnTo>
                <a:lnTo>
                  <a:pt x="1133475" y="847725"/>
                </a:lnTo>
                <a:lnTo>
                  <a:pt x="1162050" y="847725"/>
                </a:lnTo>
                <a:lnTo>
                  <a:pt x="1162050" y="857250"/>
                </a:lnTo>
                <a:lnTo>
                  <a:pt x="1133475" y="857250"/>
                </a:lnTo>
                <a:lnTo>
                  <a:pt x="1133475" y="866775"/>
                </a:lnTo>
                <a:lnTo>
                  <a:pt x="1123950" y="866775"/>
                </a:lnTo>
                <a:lnTo>
                  <a:pt x="1123950" y="876300"/>
                </a:lnTo>
                <a:lnTo>
                  <a:pt x="1114425" y="876300"/>
                </a:lnTo>
                <a:lnTo>
                  <a:pt x="1114425" y="885825"/>
                </a:lnTo>
                <a:lnTo>
                  <a:pt x="1085850" y="885825"/>
                </a:lnTo>
                <a:lnTo>
                  <a:pt x="1085850" y="866775"/>
                </a:lnTo>
                <a:lnTo>
                  <a:pt x="1095375" y="866775"/>
                </a:lnTo>
                <a:lnTo>
                  <a:pt x="1095375" y="857250"/>
                </a:lnTo>
                <a:lnTo>
                  <a:pt x="1076325" y="857250"/>
                </a:lnTo>
                <a:close/>
                <a:moveTo>
                  <a:pt x="1190625" y="847725"/>
                </a:moveTo>
                <a:lnTo>
                  <a:pt x="1219200" y="847725"/>
                </a:lnTo>
                <a:lnTo>
                  <a:pt x="1219200" y="857250"/>
                </a:lnTo>
                <a:lnTo>
                  <a:pt x="1190625" y="857250"/>
                </a:lnTo>
                <a:close/>
                <a:moveTo>
                  <a:pt x="1247775" y="847725"/>
                </a:moveTo>
                <a:lnTo>
                  <a:pt x="1266825" y="847725"/>
                </a:lnTo>
                <a:lnTo>
                  <a:pt x="1266825" y="857250"/>
                </a:lnTo>
                <a:lnTo>
                  <a:pt x="1247775" y="857250"/>
                </a:lnTo>
                <a:close/>
                <a:moveTo>
                  <a:pt x="238125" y="857250"/>
                </a:moveTo>
                <a:lnTo>
                  <a:pt x="247650" y="857250"/>
                </a:lnTo>
                <a:lnTo>
                  <a:pt x="247650" y="866775"/>
                </a:lnTo>
                <a:lnTo>
                  <a:pt x="238125" y="866775"/>
                </a:lnTo>
                <a:close/>
                <a:moveTo>
                  <a:pt x="971550" y="857250"/>
                </a:moveTo>
                <a:lnTo>
                  <a:pt x="981075" y="857250"/>
                </a:lnTo>
                <a:lnTo>
                  <a:pt x="981075" y="866775"/>
                </a:lnTo>
                <a:lnTo>
                  <a:pt x="971550" y="866775"/>
                </a:lnTo>
                <a:close/>
                <a:moveTo>
                  <a:pt x="1295400" y="857250"/>
                </a:moveTo>
                <a:lnTo>
                  <a:pt x="1314450" y="857250"/>
                </a:lnTo>
                <a:lnTo>
                  <a:pt x="1314450" y="866775"/>
                </a:lnTo>
                <a:lnTo>
                  <a:pt x="1323975" y="866775"/>
                </a:lnTo>
                <a:lnTo>
                  <a:pt x="1323975" y="876300"/>
                </a:lnTo>
                <a:lnTo>
                  <a:pt x="1333500" y="876300"/>
                </a:lnTo>
                <a:lnTo>
                  <a:pt x="1333500" y="857250"/>
                </a:lnTo>
                <a:lnTo>
                  <a:pt x="1343025" y="857250"/>
                </a:lnTo>
                <a:lnTo>
                  <a:pt x="1343025" y="866775"/>
                </a:lnTo>
                <a:lnTo>
                  <a:pt x="1362075" y="866775"/>
                </a:lnTo>
                <a:lnTo>
                  <a:pt x="1362075" y="876300"/>
                </a:lnTo>
                <a:lnTo>
                  <a:pt x="1343025" y="876300"/>
                </a:lnTo>
                <a:lnTo>
                  <a:pt x="1343025" y="885825"/>
                </a:lnTo>
                <a:lnTo>
                  <a:pt x="1333500" y="885825"/>
                </a:lnTo>
                <a:lnTo>
                  <a:pt x="1333500" y="895350"/>
                </a:lnTo>
                <a:lnTo>
                  <a:pt x="1304925" y="895350"/>
                </a:lnTo>
                <a:lnTo>
                  <a:pt x="1304925" y="885825"/>
                </a:lnTo>
                <a:lnTo>
                  <a:pt x="1285875" y="885825"/>
                </a:lnTo>
                <a:lnTo>
                  <a:pt x="1285875" y="876300"/>
                </a:lnTo>
                <a:lnTo>
                  <a:pt x="1295400" y="876300"/>
                </a:lnTo>
                <a:close/>
                <a:moveTo>
                  <a:pt x="1533525" y="857250"/>
                </a:moveTo>
                <a:lnTo>
                  <a:pt x="1571625" y="857250"/>
                </a:lnTo>
                <a:lnTo>
                  <a:pt x="1571625" y="866775"/>
                </a:lnTo>
                <a:lnTo>
                  <a:pt x="1533525" y="866775"/>
                </a:lnTo>
                <a:close/>
                <a:moveTo>
                  <a:pt x="828675" y="866775"/>
                </a:moveTo>
                <a:lnTo>
                  <a:pt x="838200" y="866775"/>
                </a:lnTo>
                <a:lnTo>
                  <a:pt x="838200" y="885825"/>
                </a:lnTo>
                <a:lnTo>
                  <a:pt x="857250" y="885825"/>
                </a:lnTo>
                <a:lnTo>
                  <a:pt x="857250" y="876300"/>
                </a:lnTo>
                <a:lnTo>
                  <a:pt x="866775" y="876300"/>
                </a:lnTo>
                <a:lnTo>
                  <a:pt x="866775" y="885825"/>
                </a:lnTo>
                <a:lnTo>
                  <a:pt x="857250" y="885825"/>
                </a:lnTo>
                <a:lnTo>
                  <a:pt x="857250" y="895350"/>
                </a:lnTo>
                <a:lnTo>
                  <a:pt x="800100" y="895350"/>
                </a:lnTo>
                <a:lnTo>
                  <a:pt x="800100" y="885825"/>
                </a:lnTo>
                <a:lnTo>
                  <a:pt x="781050" y="885825"/>
                </a:lnTo>
                <a:lnTo>
                  <a:pt x="781050" y="904875"/>
                </a:lnTo>
                <a:lnTo>
                  <a:pt x="762000" y="904875"/>
                </a:lnTo>
                <a:lnTo>
                  <a:pt x="762000" y="895350"/>
                </a:lnTo>
                <a:lnTo>
                  <a:pt x="771525" y="895350"/>
                </a:lnTo>
                <a:lnTo>
                  <a:pt x="771525" y="885825"/>
                </a:lnTo>
                <a:lnTo>
                  <a:pt x="762000" y="885825"/>
                </a:lnTo>
                <a:lnTo>
                  <a:pt x="762000" y="876300"/>
                </a:lnTo>
                <a:lnTo>
                  <a:pt x="828675" y="876300"/>
                </a:lnTo>
                <a:close/>
                <a:moveTo>
                  <a:pt x="933450" y="866775"/>
                </a:moveTo>
                <a:lnTo>
                  <a:pt x="962025" y="866775"/>
                </a:lnTo>
                <a:lnTo>
                  <a:pt x="962025" y="876300"/>
                </a:lnTo>
                <a:lnTo>
                  <a:pt x="942975" y="876300"/>
                </a:lnTo>
                <a:lnTo>
                  <a:pt x="942975" y="885825"/>
                </a:lnTo>
                <a:lnTo>
                  <a:pt x="933450" y="885825"/>
                </a:lnTo>
                <a:close/>
                <a:moveTo>
                  <a:pt x="1162050" y="866775"/>
                </a:moveTo>
                <a:lnTo>
                  <a:pt x="1181100" y="866775"/>
                </a:lnTo>
                <a:lnTo>
                  <a:pt x="1181100" y="876300"/>
                </a:lnTo>
                <a:lnTo>
                  <a:pt x="1171575" y="876300"/>
                </a:lnTo>
                <a:lnTo>
                  <a:pt x="1171575" y="885825"/>
                </a:lnTo>
                <a:lnTo>
                  <a:pt x="1152525" y="885825"/>
                </a:lnTo>
                <a:lnTo>
                  <a:pt x="1152525" y="876300"/>
                </a:lnTo>
                <a:lnTo>
                  <a:pt x="1162050" y="876300"/>
                </a:lnTo>
                <a:close/>
                <a:moveTo>
                  <a:pt x="1190625" y="866775"/>
                </a:moveTo>
                <a:lnTo>
                  <a:pt x="1219200" y="866775"/>
                </a:lnTo>
                <a:lnTo>
                  <a:pt x="1219200" y="876300"/>
                </a:lnTo>
                <a:lnTo>
                  <a:pt x="1190625" y="876300"/>
                </a:lnTo>
                <a:close/>
                <a:moveTo>
                  <a:pt x="1381125" y="866775"/>
                </a:moveTo>
                <a:lnTo>
                  <a:pt x="1400175" y="866775"/>
                </a:lnTo>
                <a:lnTo>
                  <a:pt x="1400175" y="857250"/>
                </a:lnTo>
                <a:lnTo>
                  <a:pt x="1381125" y="857250"/>
                </a:lnTo>
                <a:close/>
                <a:moveTo>
                  <a:pt x="1524000" y="866775"/>
                </a:moveTo>
                <a:lnTo>
                  <a:pt x="1533525" y="866775"/>
                </a:lnTo>
                <a:lnTo>
                  <a:pt x="1533525" y="876300"/>
                </a:lnTo>
                <a:lnTo>
                  <a:pt x="1524000" y="876300"/>
                </a:lnTo>
                <a:close/>
                <a:moveTo>
                  <a:pt x="1590675" y="866775"/>
                </a:moveTo>
                <a:lnTo>
                  <a:pt x="1609725" y="866775"/>
                </a:lnTo>
                <a:lnTo>
                  <a:pt x="1609725" y="876300"/>
                </a:lnTo>
                <a:lnTo>
                  <a:pt x="1590675" y="876300"/>
                </a:lnTo>
                <a:close/>
                <a:moveTo>
                  <a:pt x="1657350" y="876300"/>
                </a:moveTo>
                <a:lnTo>
                  <a:pt x="1666875" y="876300"/>
                </a:lnTo>
                <a:lnTo>
                  <a:pt x="1666875" y="914400"/>
                </a:lnTo>
                <a:lnTo>
                  <a:pt x="1647825" y="914400"/>
                </a:lnTo>
                <a:lnTo>
                  <a:pt x="1647825" y="904875"/>
                </a:lnTo>
                <a:lnTo>
                  <a:pt x="1657350" y="904875"/>
                </a:lnTo>
                <a:close/>
                <a:moveTo>
                  <a:pt x="628650" y="885825"/>
                </a:moveTo>
                <a:lnTo>
                  <a:pt x="647700" y="885825"/>
                </a:lnTo>
                <a:lnTo>
                  <a:pt x="647700" y="904875"/>
                </a:lnTo>
                <a:lnTo>
                  <a:pt x="657225" y="904875"/>
                </a:lnTo>
                <a:lnTo>
                  <a:pt x="657225" y="914400"/>
                </a:lnTo>
                <a:lnTo>
                  <a:pt x="628650" y="914400"/>
                </a:lnTo>
                <a:lnTo>
                  <a:pt x="628650" y="904875"/>
                </a:lnTo>
                <a:lnTo>
                  <a:pt x="619125" y="904875"/>
                </a:lnTo>
                <a:lnTo>
                  <a:pt x="619125" y="923925"/>
                </a:lnTo>
                <a:lnTo>
                  <a:pt x="647700" y="923925"/>
                </a:lnTo>
                <a:lnTo>
                  <a:pt x="647700" y="933450"/>
                </a:lnTo>
                <a:lnTo>
                  <a:pt x="657225" y="933450"/>
                </a:lnTo>
                <a:lnTo>
                  <a:pt x="657225" y="942975"/>
                </a:lnTo>
                <a:lnTo>
                  <a:pt x="647700" y="942975"/>
                </a:lnTo>
                <a:lnTo>
                  <a:pt x="647700" y="952500"/>
                </a:lnTo>
                <a:lnTo>
                  <a:pt x="638175" y="952500"/>
                </a:lnTo>
                <a:lnTo>
                  <a:pt x="638175" y="962025"/>
                </a:lnTo>
                <a:lnTo>
                  <a:pt x="542925" y="962025"/>
                </a:lnTo>
                <a:lnTo>
                  <a:pt x="542925" y="952500"/>
                </a:lnTo>
                <a:lnTo>
                  <a:pt x="609600" y="952500"/>
                </a:lnTo>
                <a:lnTo>
                  <a:pt x="609600" y="933450"/>
                </a:lnTo>
                <a:lnTo>
                  <a:pt x="600075" y="933450"/>
                </a:lnTo>
                <a:lnTo>
                  <a:pt x="600075" y="914400"/>
                </a:lnTo>
                <a:lnTo>
                  <a:pt x="609600" y="914400"/>
                </a:lnTo>
                <a:lnTo>
                  <a:pt x="609600" y="895350"/>
                </a:lnTo>
                <a:lnTo>
                  <a:pt x="628650" y="895350"/>
                </a:lnTo>
                <a:close/>
                <a:moveTo>
                  <a:pt x="695325" y="885825"/>
                </a:moveTo>
                <a:lnTo>
                  <a:pt x="704850" y="885825"/>
                </a:lnTo>
                <a:lnTo>
                  <a:pt x="704850" y="904875"/>
                </a:lnTo>
                <a:lnTo>
                  <a:pt x="714375" y="904875"/>
                </a:lnTo>
                <a:lnTo>
                  <a:pt x="714375" y="914400"/>
                </a:lnTo>
                <a:lnTo>
                  <a:pt x="685800" y="914400"/>
                </a:lnTo>
                <a:lnTo>
                  <a:pt x="685800" y="895350"/>
                </a:lnTo>
                <a:lnTo>
                  <a:pt x="695325" y="895350"/>
                </a:lnTo>
                <a:close/>
                <a:moveTo>
                  <a:pt x="714375" y="885825"/>
                </a:moveTo>
                <a:lnTo>
                  <a:pt x="742950" y="885825"/>
                </a:lnTo>
                <a:lnTo>
                  <a:pt x="742950" y="895350"/>
                </a:lnTo>
                <a:lnTo>
                  <a:pt x="714375" y="895350"/>
                </a:lnTo>
                <a:close/>
                <a:moveTo>
                  <a:pt x="1057275" y="885825"/>
                </a:moveTo>
                <a:lnTo>
                  <a:pt x="1066800" y="885825"/>
                </a:lnTo>
                <a:lnTo>
                  <a:pt x="1066800" y="895350"/>
                </a:lnTo>
                <a:lnTo>
                  <a:pt x="1057275" y="895350"/>
                </a:lnTo>
                <a:close/>
                <a:moveTo>
                  <a:pt x="1200150" y="885825"/>
                </a:moveTo>
                <a:lnTo>
                  <a:pt x="1209675" y="885825"/>
                </a:lnTo>
                <a:lnTo>
                  <a:pt x="1209675" y="895350"/>
                </a:lnTo>
                <a:lnTo>
                  <a:pt x="1200150" y="895350"/>
                </a:lnTo>
                <a:close/>
                <a:moveTo>
                  <a:pt x="1238250" y="885825"/>
                </a:moveTo>
                <a:lnTo>
                  <a:pt x="1285875" y="885825"/>
                </a:lnTo>
                <a:lnTo>
                  <a:pt x="1285875" y="895350"/>
                </a:lnTo>
                <a:lnTo>
                  <a:pt x="1238250" y="895350"/>
                </a:lnTo>
                <a:close/>
                <a:moveTo>
                  <a:pt x="533400" y="895350"/>
                </a:moveTo>
                <a:lnTo>
                  <a:pt x="552450" y="895350"/>
                </a:lnTo>
                <a:lnTo>
                  <a:pt x="552450" y="904875"/>
                </a:lnTo>
                <a:lnTo>
                  <a:pt x="542925" y="904875"/>
                </a:lnTo>
                <a:lnTo>
                  <a:pt x="542925" y="923925"/>
                </a:lnTo>
                <a:lnTo>
                  <a:pt x="533400" y="923925"/>
                </a:lnTo>
                <a:close/>
                <a:moveTo>
                  <a:pt x="495300" y="904875"/>
                </a:moveTo>
                <a:lnTo>
                  <a:pt x="523875" y="904875"/>
                </a:lnTo>
                <a:lnTo>
                  <a:pt x="523875" y="914400"/>
                </a:lnTo>
                <a:lnTo>
                  <a:pt x="495300" y="914400"/>
                </a:lnTo>
                <a:close/>
                <a:moveTo>
                  <a:pt x="1057275" y="904875"/>
                </a:moveTo>
                <a:lnTo>
                  <a:pt x="1066800" y="904875"/>
                </a:lnTo>
                <a:lnTo>
                  <a:pt x="1066800" y="914400"/>
                </a:lnTo>
                <a:lnTo>
                  <a:pt x="1057275" y="914400"/>
                </a:lnTo>
                <a:close/>
                <a:moveTo>
                  <a:pt x="1114425" y="904875"/>
                </a:moveTo>
                <a:lnTo>
                  <a:pt x="1162050" y="904875"/>
                </a:lnTo>
                <a:lnTo>
                  <a:pt x="1162050" y="914400"/>
                </a:lnTo>
                <a:lnTo>
                  <a:pt x="1114425" y="914400"/>
                </a:lnTo>
                <a:close/>
                <a:moveTo>
                  <a:pt x="200025" y="914400"/>
                </a:moveTo>
                <a:lnTo>
                  <a:pt x="228600" y="914400"/>
                </a:lnTo>
                <a:lnTo>
                  <a:pt x="228600" y="923925"/>
                </a:lnTo>
                <a:lnTo>
                  <a:pt x="219075" y="923925"/>
                </a:lnTo>
                <a:lnTo>
                  <a:pt x="219075" y="942975"/>
                </a:lnTo>
                <a:lnTo>
                  <a:pt x="209550" y="942975"/>
                </a:lnTo>
                <a:lnTo>
                  <a:pt x="209550" y="962025"/>
                </a:lnTo>
                <a:lnTo>
                  <a:pt x="200025" y="962025"/>
                </a:lnTo>
                <a:lnTo>
                  <a:pt x="200025" y="942975"/>
                </a:lnTo>
                <a:lnTo>
                  <a:pt x="190500" y="942975"/>
                </a:lnTo>
                <a:lnTo>
                  <a:pt x="190500" y="923925"/>
                </a:lnTo>
                <a:lnTo>
                  <a:pt x="200025" y="923925"/>
                </a:lnTo>
                <a:close/>
                <a:moveTo>
                  <a:pt x="238125" y="914400"/>
                </a:moveTo>
                <a:lnTo>
                  <a:pt x="247650" y="914400"/>
                </a:lnTo>
                <a:lnTo>
                  <a:pt x="247650" y="923925"/>
                </a:lnTo>
                <a:lnTo>
                  <a:pt x="238125" y="923925"/>
                </a:lnTo>
                <a:close/>
                <a:moveTo>
                  <a:pt x="257175" y="914400"/>
                </a:moveTo>
                <a:lnTo>
                  <a:pt x="276225" y="914400"/>
                </a:lnTo>
                <a:lnTo>
                  <a:pt x="276225" y="923925"/>
                </a:lnTo>
                <a:lnTo>
                  <a:pt x="285750" y="923925"/>
                </a:lnTo>
                <a:lnTo>
                  <a:pt x="285750" y="933450"/>
                </a:lnTo>
                <a:lnTo>
                  <a:pt x="276225" y="933450"/>
                </a:lnTo>
                <a:lnTo>
                  <a:pt x="276225" y="981075"/>
                </a:lnTo>
                <a:lnTo>
                  <a:pt x="266700" y="981075"/>
                </a:lnTo>
                <a:lnTo>
                  <a:pt x="266700" y="962025"/>
                </a:lnTo>
                <a:lnTo>
                  <a:pt x="247650" y="962025"/>
                </a:lnTo>
                <a:lnTo>
                  <a:pt x="247650" y="923925"/>
                </a:lnTo>
                <a:lnTo>
                  <a:pt x="257175" y="923925"/>
                </a:lnTo>
                <a:close/>
                <a:moveTo>
                  <a:pt x="990600" y="923925"/>
                </a:moveTo>
                <a:lnTo>
                  <a:pt x="1009650" y="923925"/>
                </a:lnTo>
                <a:lnTo>
                  <a:pt x="1009650" y="933450"/>
                </a:lnTo>
                <a:lnTo>
                  <a:pt x="990600" y="933450"/>
                </a:lnTo>
                <a:close/>
                <a:moveTo>
                  <a:pt x="1038225" y="923925"/>
                </a:moveTo>
                <a:lnTo>
                  <a:pt x="1057275" y="923925"/>
                </a:lnTo>
                <a:lnTo>
                  <a:pt x="1057275" y="933450"/>
                </a:lnTo>
                <a:lnTo>
                  <a:pt x="1038225" y="933450"/>
                </a:lnTo>
                <a:close/>
                <a:moveTo>
                  <a:pt x="295275" y="933450"/>
                </a:moveTo>
                <a:lnTo>
                  <a:pt x="304800" y="933450"/>
                </a:lnTo>
                <a:lnTo>
                  <a:pt x="304800" y="942975"/>
                </a:lnTo>
                <a:lnTo>
                  <a:pt x="295275" y="942975"/>
                </a:lnTo>
                <a:close/>
                <a:moveTo>
                  <a:pt x="314325" y="933450"/>
                </a:moveTo>
                <a:lnTo>
                  <a:pt x="323850" y="933450"/>
                </a:lnTo>
                <a:lnTo>
                  <a:pt x="323850" y="942975"/>
                </a:lnTo>
                <a:lnTo>
                  <a:pt x="314325" y="942975"/>
                </a:lnTo>
                <a:close/>
                <a:moveTo>
                  <a:pt x="742950" y="933450"/>
                </a:moveTo>
                <a:lnTo>
                  <a:pt x="857250" y="933450"/>
                </a:lnTo>
                <a:lnTo>
                  <a:pt x="857250" y="942975"/>
                </a:lnTo>
                <a:lnTo>
                  <a:pt x="742950" y="942975"/>
                </a:lnTo>
                <a:close/>
                <a:moveTo>
                  <a:pt x="885825" y="933450"/>
                </a:moveTo>
                <a:lnTo>
                  <a:pt x="914400" y="933450"/>
                </a:lnTo>
                <a:lnTo>
                  <a:pt x="914400" y="942975"/>
                </a:lnTo>
                <a:lnTo>
                  <a:pt x="885825" y="942975"/>
                </a:lnTo>
                <a:close/>
                <a:moveTo>
                  <a:pt x="933450" y="933450"/>
                </a:moveTo>
                <a:lnTo>
                  <a:pt x="942975" y="933450"/>
                </a:lnTo>
                <a:lnTo>
                  <a:pt x="942975" y="952500"/>
                </a:lnTo>
                <a:lnTo>
                  <a:pt x="962025" y="952500"/>
                </a:lnTo>
                <a:lnTo>
                  <a:pt x="962025" y="942975"/>
                </a:lnTo>
                <a:lnTo>
                  <a:pt x="971550" y="942975"/>
                </a:lnTo>
                <a:lnTo>
                  <a:pt x="971550" y="962025"/>
                </a:lnTo>
                <a:lnTo>
                  <a:pt x="962025" y="962025"/>
                </a:lnTo>
                <a:lnTo>
                  <a:pt x="962025" y="981075"/>
                </a:lnTo>
                <a:lnTo>
                  <a:pt x="952500" y="981075"/>
                </a:lnTo>
                <a:lnTo>
                  <a:pt x="952500" y="990600"/>
                </a:lnTo>
                <a:lnTo>
                  <a:pt x="942975" y="990600"/>
                </a:lnTo>
                <a:lnTo>
                  <a:pt x="942975" y="981075"/>
                </a:lnTo>
                <a:lnTo>
                  <a:pt x="923925" y="981075"/>
                </a:lnTo>
                <a:lnTo>
                  <a:pt x="923925" y="952500"/>
                </a:lnTo>
                <a:lnTo>
                  <a:pt x="933450" y="952500"/>
                </a:lnTo>
                <a:close/>
                <a:moveTo>
                  <a:pt x="676275" y="942975"/>
                </a:moveTo>
                <a:lnTo>
                  <a:pt x="695325" y="942975"/>
                </a:lnTo>
                <a:lnTo>
                  <a:pt x="695325" y="952500"/>
                </a:lnTo>
                <a:lnTo>
                  <a:pt x="676275" y="952500"/>
                </a:lnTo>
                <a:close/>
                <a:moveTo>
                  <a:pt x="1000125" y="942975"/>
                </a:moveTo>
                <a:lnTo>
                  <a:pt x="1009650" y="942975"/>
                </a:lnTo>
                <a:lnTo>
                  <a:pt x="1009650" y="952500"/>
                </a:lnTo>
                <a:lnTo>
                  <a:pt x="1000125" y="952500"/>
                </a:lnTo>
                <a:close/>
                <a:moveTo>
                  <a:pt x="457200" y="952500"/>
                </a:moveTo>
                <a:lnTo>
                  <a:pt x="466725" y="952500"/>
                </a:lnTo>
                <a:lnTo>
                  <a:pt x="466725" y="962025"/>
                </a:lnTo>
                <a:lnTo>
                  <a:pt x="457200" y="962025"/>
                </a:lnTo>
                <a:close/>
                <a:moveTo>
                  <a:pt x="990600" y="952500"/>
                </a:moveTo>
                <a:lnTo>
                  <a:pt x="1000125" y="952500"/>
                </a:lnTo>
                <a:lnTo>
                  <a:pt x="1000125" y="962025"/>
                </a:lnTo>
                <a:lnTo>
                  <a:pt x="990600" y="962025"/>
                </a:lnTo>
                <a:close/>
                <a:moveTo>
                  <a:pt x="238125" y="962025"/>
                </a:moveTo>
                <a:lnTo>
                  <a:pt x="247650" y="962025"/>
                </a:lnTo>
                <a:lnTo>
                  <a:pt x="247650" y="990600"/>
                </a:lnTo>
                <a:lnTo>
                  <a:pt x="238125" y="990600"/>
                </a:lnTo>
                <a:close/>
                <a:moveTo>
                  <a:pt x="361950" y="962025"/>
                </a:moveTo>
                <a:lnTo>
                  <a:pt x="371475" y="962025"/>
                </a:lnTo>
                <a:lnTo>
                  <a:pt x="371475" y="981075"/>
                </a:lnTo>
                <a:lnTo>
                  <a:pt x="333375" y="981075"/>
                </a:lnTo>
                <a:lnTo>
                  <a:pt x="333375" y="971550"/>
                </a:lnTo>
                <a:lnTo>
                  <a:pt x="361950" y="971550"/>
                </a:lnTo>
                <a:close/>
                <a:moveTo>
                  <a:pt x="409575" y="962025"/>
                </a:moveTo>
                <a:lnTo>
                  <a:pt x="447675" y="962025"/>
                </a:lnTo>
                <a:lnTo>
                  <a:pt x="447675" y="971550"/>
                </a:lnTo>
                <a:lnTo>
                  <a:pt x="428625" y="971550"/>
                </a:lnTo>
                <a:lnTo>
                  <a:pt x="428625" y="981075"/>
                </a:lnTo>
                <a:lnTo>
                  <a:pt x="419100" y="981075"/>
                </a:lnTo>
                <a:lnTo>
                  <a:pt x="419100" y="971550"/>
                </a:lnTo>
                <a:lnTo>
                  <a:pt x="409575" y="971550"/>
                </a:lnTo>
                <a:close/>
                <a:moveTo>
                  <a:pt x="285750" y="981075"/>
                </a:moveTo>
                <a:lnTo>
                  <a:pt x="295275" y="981075"/>
                </a:lnTo>
                <a:lnTo>
                  <a:pt x="295275" y="990600"/>
                </a:lnTo>
                <a:lnTo>
                  <a:pt x="285750" y="990600"/>
                </a:lnTo>
                <a:close/>
                <a:moveTo>
                  <a:pt x="314325" y="981075"/>
                </a:moveTo>
                <a:lnTo>
                  <a:pt x="323850" y="981075"/>
                </a:lnTo>
                <a:lnTo>
                  <a:pt x="323850" y="990600"/>
                </a:lnTo>
                <a:lnTo>
                  <a:pt x="314325" y="990600"/>
                </a:lnTo>
                <a:close/>
                <a:moveTo>
                  <a:pt x="276225" y="990600"/>
                </a:moveTo>
                <a:lnTo>
                  <a:pt x="285750" y="990600"/>
                </a:lnTo>
                <a:lnTo>
                  <a:pt x="285750" y="1000125"/>
                </a:lnTo>
                <a:lnTo>
                  <a:pt x="276225" y="1000125"/>
                </a:lnTo>
                <a:close/>
                <a:moveTo>
                  <a:pt x="238125" y="1009650"/>
                </a:moveTo>
                <a:lnTo>
                  <a:pt x="247650" y="1009650"/>
                </a:lnTo>
                <a:lnTo>
                  <a:pt x="247650" y="1019175"/>
                </a:lnTo>
                <a:lnTo>
                  <a:pt x="257175" y="1019175"/>
                </a:lnTo>
                <a:lnTo>
                  <a:pt x="257175" y="1028700"/>
                </a:lnTo>
                <a:lnTo>
                  <a:pt x="247650" y="1028700"/>
                </a:lnTo>
                <a:lnTo>
                  <a:pt x="247650" y="1038225"/>
                </a:lnTo>
                <a:lnTo>
                  <a:pt x="238125" y="1038225"/>
                </a:lnTo>
                <a:close/>
                <a:moveTo>
                  <a:pt x="1676400" y="1009650"/>
                </a:moveTo>
                <a:lnTo>
                  <a:pt x="1685925" y="1009650"/>
                </a:lnTo>
                <a:lnTo>
                  <a:pt x="1685925" y="1038225"/>
                </a:lnTo>
                <a:lnTo>
                  <a:pt x="1695450" y="1038225"/>
                </a:lnTo>
                <a:lnTo>
                  <a:pt x="1695450" y="1047750"/>
                </a:lnTo>
                <a:lnTo>
                  <a:pt x="1704975" y="1047750"/>
                </a:lnTo>
                <a:lnTo>
                  <a:pt x="1704975" y="1057275"/>
                </a:lnTo>
                <a:lnTo>
                  <a:pt x="1695450" y="1057275"/>
                </a:lnTo>
                <a:lnTo>
                  <a:pt x="1695450" y="1066800"/>
                </a:lnTo>
                <a:lnTo>
                  <a:pt x="1685925" y="1066800"/>
                </a:lnTo>
                <a:lnTo>
                  <a:pt x="1685925" y="1076325"/>
                </a:lnTo>
                <a:lnTo>
                  <a:pt x="1676400" y="1076325"/>
                </a:lnTo>
                <a:close/>
                <a:moveTo>
                  <a:pt x="228600" y="1047750"/>
                </a:moveTo>
                <a:lnTo>
                  <a:pt x="238125" y="1047750"/>
                </a:lnTo>
                <a:lnTo>
                  <a:pt x="238125" y="1057275"/>
                </a:lnTo>
                <a:lnTo>
                  <a:pt x="228600" y="1057275"/>
                </a:lnTo>
                <a:close/>
                <a:moveTo>
                  <a:pt x="381000" y="1057275"/>
                </a:moveTo>
                <a:lnTo>
                  <a:pt x="390525" y="1057275"/>
                </a:lnTo>
                <a:lnTo>
                  <a:pt x="390525" y="1066800"/>
                </a:lnTo>
                <a:lnTo>
                  <a:pt x="381000" y="1066800"/>
                </a:lnTo>
                <a:close/>
                <a:moveTo>
                  <a:pt x="209550" y="1066800"/>
                </a:moveTo>
                <a:lnTo>
                  <a:pt x="219075" y="1066800"/>
                </a:lnTo>
                <a:lnTo>
                  <a:pt x="219075" y="1095375"/>
                </a:lnTo>
                <a:lnTo>
                  <a:pt x="209550" y="1095375"/>
                </a:lnTo>
                <a:close/>
                <a:moveTo>
                  <a:pt x="190500" y="1076325"/>
                </a:moveTo>
                <a:lnTo>
                  <a:pt x="200025" y="1076325"/>
                </a:lnTo>
                <a:lnTo>
                  <a:pt x="200025" y="1085850"/>
                </a:lnTo>
                <a:lnTo>
                  <a:pt x="190500" y="1085850"/>
                </a:lnTo>
                <a:close/>
                <a:moveTo>
                  <a:pt x="257175" y="1076325"/>
                </a:moveTo>
                <a:lnTo>
                  <a:pt x="266700" y="1076325"/>
                </a:lnTo>
                <a:lnTo>
                  <a:pt x="266700" y="1085850"/>
                </a:lnTo>
                <a:lnTo>
                  <a:pt x="257175" y="1085850"/>
                </a:lnTo>
                <a:close/>
                <a:moveTo>
                  <a:pt x="914400" y="1085850"/>
                </a:moveTo>
                <a:lnTo>
                  <a:pt x="923925" y="1085850"/>
                </a:lnTo>
                <a:lnTo>
                  <a:pt x="923925" y="1095375"/>
                </a:lnTo>
                <a:lnTo>
                  <a:pt x="914400" y="1095375"/>
                </a:lnTo>
                <a:close/>
                <a:moveTo>
                  <a:pt x="1638300" y="1085850"/>
                </a:moveTo>
                <a:lnTo>
                  <a:pt x="1647825" y="1085850"/>
                </a:lnTo>
                <a:lnTo>
                  <a:pt x="1647825" y="1095375"/>
                </a:lnTo>
                <a:lnTo>
                  <a:pt x="1638300" y="1095375"/>
                </a:lnTo>
                <a:close/>
                <a:moveTo>
                  <a:pt x="228600" y="1104900"/>
                </a:moveTo>
                <a:lnTo>
                  <a:pt x="238125" y="1104900"/>
                </a:lnTo>
                <a:lnTo>
                  <a:pt x="238125" y="1143000"/>
                </a:lnTo>
                <a:lnTo>
                  <a:pt x="247650" y="1143000"/>
                </a:lnTo>
                <a:lnTo>
                  <a:pt x="247650" y="1238250"/>
                </a:lnTo>
                <a:lnTo>
                  <a:pt x="238125" y="1238250"/>
                </a:lnTo>
                <a:lnTo>
                  <a:pt x="238125" y="1190625"/>
                </a:lnTo>
                <a:lnTo>
                  <a:pt x="219075" y="1190625"/>
                </a:lnTo>
                <a:lnTo>
                  <a:pt x="219075" y="1200150"/>
                </a:lnTo>
                <a:lnTo>
                  <a:pt x="209550" y="1200150"/>
                </a:lnTo>
                <a:lnTo>
                  <a:pt x="209550" y="1181100"/>
                </a:lnTo>
                <a:lnTo>
                  <a:pt x="200025" y="1181100"/>
                </a:lnTo>
                <a:lnTo>
                  <a:pt x="200025" y="1162050"/>
                </a:lnTo>
                <a:lnTo>
                  <a:pt x="209550" y="1162050"/>
                </a:lnTo>
                <a:lnTo>
                  <a:pt x="209550" y="1152525"/>
                </a:lnTo>
                <a:lnTo>
                  <a:pt x="228600" y="1152525"/>
                </a:lnTo>
                <a:close/>
                <a:moveTo>
                  <a:pt x="1676400" y="1123950"/>
                </a:moveTo>
                <a:lnTo>
                  <a:pt x="1714500" y="1123950"/>
                </a:lnTo>
                <a:lnTo>
                  <a:pt x="1714500" y="1133475"/>
                </a:lnTo>
                <a:lnTo>
                  <a:pt x="1695450" y="1133475"/>
                </a:lnTo>
                <a:lnTo>
                  <a:pt x="1695450" y="1171575"/>
                </a:lnTo>
                <a:lnTo>
                  <a:pt x="1685925" y="1171575"/>
                </a:lnTo>
                <a:lnTo>
                  <a:pt x="1685925" y="1200150"/>
                </a:lnTo>
                <a:lnTo>
                  <a:pt x="1676400" y="1200150"/>
                </a:lnTo>
                <a:close/>
                <a:moveTo>
                  <a:pt x="1714500" y="1133475"/>
                </a:moveTo>
                <a:lnTo>
                  <a:pt x="1724025" y="1133475"/>
                </a:lnTo>
                <a:lnTo>
                  <a:pt x="1724025" y="1143000"/>
                </a:lnTo>
                <a:lnTo>
                  <a:pt x="1714500" y="1143000"/>
                </a:lnTo>
                <a:close/>
                <a:moveTo>
                  <a:pt x="952500" y="1162050"/>
                </a:moveTo>
                <a:lnTo>
                  <a:pt x="981075" y="1162050"/>
                </a:lnTo>
                <a:lnTo>
                  <a:pt x="981075" y="1171575"/>
                </a:lnTo>
                <a:lnTo>
                  <a:pt x="971550" y="1171575"/>
                </a:lnTo>
                <a:lnTo>
                  <a:pt x="971550" y="1209675"/>
                </a:lnTo>
                <a:lnTo>
                  <a:pt x="952500" y="1209675"/>
                </a:lnTo>
                <a:close/>
                <a:moveTo>
                  <a:pt x="504825" y="1171575"/>
                </a:moveTo>
                <a:lnTo>
                  <a:pt x="514350" y="1171575"/>
                </a:lnTo>
                <a:lnTo>
                  <a:pt x="514350" y="1181100"/>
                </a:lnTo>
                <a:lnTo>
                  <a:pt x="504825" y="1181100"/>
                </a:lnTo>
                <a:close/>
                <a:moveTo>
                  <a:pt x="219075" y="1181100"/>
                </a:moveTo>
                <a:lnTo>
                  <a:pt x="228600" y="1181100"/>
                </a:lnTo>
                <a:lnTo>
                  <a:pt x="228600" y="1171575"/>
                </a:lnTo>
                <a:lnTo>
                  <a:pt x="219075" y="1171575"/>
                </a:lnTo>
                <a:close/>
                <a:moveTo>
                  <a:pt x="1714500" y="1209675"/>
                </a:moveTo>
                <a:lnTo>
                  <a:pt x="1724025" y="1209675"/>
                </a:lnTo>
                <a:lnTo>
                  <a:pt x="1724025" y="1247775"/>
                </a:lnTo>
                <a:lnTo>
                  <a:pt x="1704975" y="1247775"/>
                </a:lnTo>
                <a:lnTo>
                  <a:pt x="1704975" y="1228725"/>
                </a:lnTo>
                <a:lnTo>
                  <a:pt x="1714500" y="1228725"/>
                </a:lnTo>
                <a:close/>
                <a:moveTo>
                  <a:pt x="219075" y="1276350"/>
                </a:moveTo>
                <a:lnTo>
                  <a:pt x="228600" y="1276350"/>
                </a:lnTo>
                <a:lnTo>
                  <a:pt x="228600" y="1285875"/>
                </a:lnTo>
                <a:lnTo>
                  <a:pt x="238125" y="1285875"/>
                </a:lnTo>
                <a:lnTo>
                  <a:pt x="238125" y="1276350"/>
                </a:lnTo>
                <a:lnTo>
                  <a:pt x="247650" y="1276350"/>
                </a:lnTo>
                <a:lnTo>
                  <a:pt x="247650" y="1323975"/>
                </a:lnTo>
                <a:lnTo>
                  <a:pt x="238125" y="1323975"/>
                </a:lnTo>
                <a:lnTo>
                  <a:pt x="238125" y="1314450"/>
                </a:lnTo>
                <a:lnTo>
                  <a:pt x="219075" y="1314450"/>
                </a:lnTo>
                <a:lnTo>
                  <a:pt x="219075" y="1304925"/>
                </a:lnTo>
                <a:lnTo>
                  <a:pt x="209550" y="1304925"/>
                </a:lnTo>
                <a:lnTo>
                  <a:pt x="209550" y="1285875"/>
                </a:lnTo>
                <a:lnTo>
                  <a:pt x="219075" y="1285875"/>
                </a:lnTo>
                <a:close/>
                <a:moveTo>
                  <a:pt x="1685925" y="1295400"/>
                </a:moveTo>
                <a:lnTo>
                  <a:pt x="1695450" y="1295400"/>
                </a:lnTo>
                <a:lnTo>
                  <a:pt x="1695450" y="1304925"/>
                </a:lnTo>
                <a:lnTo>
                  <a:pt x="1685925" y="1304925"/>
                </a:lnTo>
                <a:close/>
                <a:moveTo>
                  <a:pt x="219075" y="1304925"/>
                </a:moveTo>
                <a:lnTo>
                  <a:pt x="228600" y="1304925"/>
                </a:lnTo>
                <a:lnTo>
                  <a:pt x="228600" y="1295400"/>
                </a:lnTo>
                <a:lnTo>
                  <a:pt x="219075" y="1295400"/>
                </a:lnTo>
                <a:close/>
                <a:moveTo>
                  <a:pt x="1695450" y="1304925"/>
                </a:moveTo>
                <a:lnTo>
                  <a:pt x="1704975" y="1304925"/>
                </a:lnTo>
                <a:lnTo>
                  <a:pt x="1704975" y="1362075"/>
                </a:lnTo>
                <a:lnTo>
                  <a:pt x="1695450" y="1362075"/>
                </a:lnTo>
                <a:lnTo>
                  <a:pt x="1695450" y="1343025"/>
                </a:lnTo>
                <a:lnTo>
                  <a:pt x="1685925" y="1343025"/>
                </a:lnTo>
                <a:lnTo>
                  <a:pt x="1685925" y="1314450"/>
                </a:lnTo>
                <a:lnTo>
                  <a:pt x="1695450" y="1314450"/>
                </a:lnTo>
                <a:close/>
                <a:moveTo>
                  <a:pt x="962025" y="1314450"/>
                </a:moveTo>
                <a:lnTo>
                  <a:pt x="971550" y="1314450"/>
                </a:lnTo>
                <a:lnTo>
                  <a:pt x="971550" y="1323975"/>
                </a:lnTo>
                <a:lnTo>
                  <a:pt x="981075" y="1323975"/>
                </a:lnTo>
                <a:lnTo>
                  <a:pt x="981075" y="1333500"/>
                </a:lnTo>
                <a:lnTo>
                  <a:pt x="962025" y="1333500"/>
                </a:lnTo>
                <a:close/>
                <a:moveTo>
                  <a:pt x="990600" y="1314450"/>
                </a:moveTo>
                <a:lnTo>
                  <a:pt x="1000125" y="1314450"/>
                </a:lnTo>
                <a:lnTo>
                  <a:pt x="1000125" y="1343025"/>
                </a:lnTo>
                <a:lnTo>
                  <a:pt x="990600" y="1343025"/>
                </a:lnTo>
                <a:close/>
                <a:moveTo>
                  <a:pt x="1714500" y="1323975"/>
                </a:moveTo>
                <a:lnTo>
                  <a:pt x="1724025" y="1323975"/>
                </a:lnTo>
                <a:lnTo>
                  <a:pt x="1724025" y="1333500"/>
                </a:lnTo>
                <a:lnTo>
                  <a:pt x="1714500" y="1333500"/>
                </a:lnTo>
                <a:close/>
                <a:moveTo>
                  <a:pt x="247650" y="1333500"/>
                </a:moveTo>
                <a:lnTo>
                  <a:pt x="257175" y="1333500"/>
                </a:lnTo>
                <a:lnTo>
                  <a:pt x="257175" y="1362075"/>
                </a:lnTo>
                <a:lnTo>
                  <a:pt x="247650" y="1362075"/>
                </a:lnTo>
                <a:close/>
                <a:moveTo>
                  <a:pt x="1724025" y="1362075"/>
                </a:moveTo>
                <a:lnTo>
                  <a:pt x="1733550" y="1362075"/>
                </a:lnTo>
                <a:lnTo>
                  <a:pt x="1733550" y="1390650"/>
                </a:lnTo>
                <a:lnTo>
                  <a:pt x="1743075" y="1390650"/>
                </a:lnTo>
                <a:lnTo>
                  <a:pt x="1743075" y="1400175"/>
                </a:lnTo>
                <a:lnTo>
                  <a:pt x="1724025" y="1400175"/>
                </a:lnTo>
                <a:lnTo>
                  <a:pt x="1724025" y="1390650"/>
                </a:lnTo>
                <a:lnTo>
                  <a:pt x="1714500" y="1390650"/>
                </a:lnTo>
                <a:lnTo>
                  <a:pt x="1714500" y="1381125"/>
                </a:lnTo>
                <a:lnTo>
                  <a:pt x="1724025" y="1381125"/>
                </a:lnTo>
                <a:close/>
                <a:moveTo>
                  <a:pt x="238125" y="1371600"/>
                </a:moveTo>
                <a:lnTo>
                  <a:pt x="247650" y="1371600"/>
                </a:lnTo>
                <a:lnTo>
                  <a:pt x="247650" y="1381125"/>
                </a:lnTo>
                <a:lnTo>
                  <a:pt x="238125" y="1381125"/>
                </a:lnTo>
                <a:close/>
                <a:moveTo>
                  <a:pt x="1695450" y="1381125"/>
                </a:moveTo>
                <a:lnTo>
                  <a:pt x="1704975" y="1381125"/>
                </a:lnTo>
                <a:lnTo>
                  <a:pt x="1704975" y="1428750"/>
                </a:lnTo>
                <a:lnTo>
                  <a:pt x="1724025" y="1428750"/>
                </a:lnTo>
                <a:lnTo>
                  <a:pt x="1724025" y="1457325"/>
                </a:lnTo>
                <a:lnTo>
                  <a:pt x="1704975" y="1457325"/>
                </a:lnTo>
                <a:lnTo>
                  <a:pt x="1704975" y="1447800"/>
                </a:lnTo>
                <a:lnTo>
                  <a:pt x="1695450" y="1447800"/>
                </a:lnTo>
                <a:lnTo>
                  <a:pt x="1695450" y="1428750"/>
                </a:lnTo>
                <a:lnTo>
                  <a:pt x="1676400" y="1428750"/>
                </a:lnTo>
                <a:lnTo>
                  <a:pt x="1676400" y="1419225"/>
                </a:lnTo>
                <a:lnTo>
                  <a:pt x="1695450" y="1419225"/>
                </a:lnTo>
                <a:lnTo>
                  <a:pt x="1695450" y="1409700"/>
                </a:lnTo>
                <a:lnTo>
                  <a:pt x="1685925" y="1409700"/>
                </a:lnTo>
                <a:lnTo>
                  <a:pt x="1685925" y="1390650"/>
                </a:lnTo>
                <a:lnTo>
                  <a:pt x="1695450" y="1390650"/>
                </a:lnTo>
                <a:close/>
                <a:moveTo>
                  <a:pt x="228600" y="1400175"/>
                </a:moveTo>
                <a:lnTo>
                  <a:pt x="238125" y="1400175"/>
                </a:lnTo>
                <a:lnTo>
                  <a:pt x="238125" y="1409700"/>
                </a:lnTo>
                <a:lnTo>
                  <a:pt x="228600" y="1409700"/>
                </a:lnTo>
                <a:close/>
                <a:moveTo>
                  <a:pt x="971550" y="1438275"/>
                </a:moveTo>
                <a:lnTo>
                  <a:pt x="981075" y="1438275"/>
                </a:lnTo>
                <a:lnTo>
                  <a:pt x="981075" y="1447800"/>
                </a:lnTo>
                <a:lnTo>
                  <a:pt x="1009650" y="1447800"/>
                </a:lnTo>
                <a:lnTo>
                  <a:pt x="1009650" y="1457325"/>
                </a:lnTo>
                <a:lnTo>
                  <a:pt x="1000125" y="1457325"/>
                </a:lnTo>
                <a:lnTo>
                  <a:pt x="1000125" y="1466850"/>
                </a:lnTo>
                <a:lnTo>
                  <a:pt x="1009650" y="1466850"/>
                </a:lnTo>
                <a:lnTo>
                  <a:pt x="1009650" y="1457325"/>
                </a:lnTo>
                <a:lnTo>
                  <a:pt x="1019175" y="1457325"/>
                </a:lnTo>
                <a:lnTo>
                  <a:pt x="1019175" y="1466850"/>
                </a:lnTo>
                <a:lnTo>
                  <a:pt x="1009650" y="1466850"/>
                </a:lnTo>
                <a:lnTo>
                  <a:pt x="1009650" y="1495425"/>
                </a:lnTo>
                <a:lnTo>
                  <a:pt x="990600" y="1495425"/>
                </a:lnTo>
                <a:lnTo>
                  <a:pt x="990600" y="1485900"/>
                </a:lnTo>
                <a:lnTo>
                  <a:pt x="962025" y="1485900"/>
                </a:lnTo>
                <a:lnTo>
                  <a:pt x="962025" y="1466850"/>
                </a:lnTo>
                <a:lnTo>
                  <a:pt x="971550" y="1466850"/>
                </a:lnTo>
                <a:close/>
                <a:moveTo>
                  <a:pt x="1666875" y="1438275"/>
                </a:moveTo>
                <a:lnTo>
                  <a:pt x="1676400" y="1438275"/>
                </a:lnTo>
                <a:lnTo>
                  <a:pt x="1676400" y="1466850"/>
                </a:lnTo>
                <a:lnTo>
                  <a:pt x="1657350" y="1466850"/>
                </a:lnTo>
                <a:lnTo>
                  <a:pt x="1657350" y="1447800"/>
                </a:lnTo>
                <a:lnTo>
                  <a:pt x="1666875" y="1447800"/>
                </a:lnTo>
                <a:close/>
                <a:moveTo>
                  <a:pt x="257175" y="1447800"/>
                </a:moveTo>
                <a:lnTo>
                  <a:pt x="266700" y="1447800"/>
                </a:lnTo>
                <a:lnTo>
                  <a:pt x="266700" y="1524000"/>
                </a:lnTo>
                <a:lnTo>
                  <a:pt x="257175" y="1524000"/>
                </a:lnTo>
                <a:close/>
                <a:moveTo>
                  <a:pt x="1628775" y="1447800"/>
                </a:moveTo>
                <a:lnTo>
                  <a:pt x="1647825" y="1447800"/>
                </a:lnTo>
                <a:lnTo>
                  <a:pt x="1647825" y="1457325"/>
                </a:lnTo>
                <a:lnTo>
                  <a:pt x="1638300" y="1457325"/>
                </a:lnTo>
                <a:lnTo>
                  <a:pt x="1638300" y="1466850"/>
                </a:lnTo>
                <a:lnTo>
                  <a:pt x="1657350" y="1466850"/>
                </a:lnTo>
                <a:lnTo>
                  <a:pt x="1657350" y="1476375"/>
                </a:lnTo>
                <a:lnTo>
                  <a:pt x="1638300" y="1476375"/>
                </a:lnTo>
                <a:lnTo>
                  <a:pt x="1638300" y="1485900"/>
                </a:lnTo>
                <a:lnTo>
                  <a:pt x="1628775" y="1485900"/>
                </a:lnTo>
                <a:lnTo>
                  <a:pt x="1628775" y="1466850"/>
                </a:lnTo>
                <a:lnTo>
                  <a:pt x="1619250" y="1466850"/>
                </a:lnTo>
                <a:lnTo>
                  <a:pt x="1619250" y="1457325"/>
                </a:lnTo>
                <a:lnTo>
                  <a:pt x="1628775" y="1457325"/>
                </a:lnTo>
                <a:close/>
                <a:moveTo>
                  <a:pt x="1019175" y="1466850"/>
                </a:moveTo>
                <a:lnTo>
                  <a:pt x="1028700" y="1466850"/>
                </a:lnTo>
                <a:lnTo>
                  <a:pt x="1028700" y="1476375"/>
                </a:lnTo>
                <a:lnTo>
                  <a:pt x="1019175" y="1476375"/>
                </a:lnTo>
                <a:close/>
                <a:moveTo>
                  <a:pt x="1409700" y="1466850"/>
                </a:moveTo>
                <a:lnTo>
                  <a:pt x="1457325" y="1466850"/>
                </a:lnTo>
                <a:lnTo>
                  <a:pt x="1457325" y="1485900"/>
                </a:lnTo>
                <a:lnTo>
                  <a:pt x="1409700" y="1485900"/>
                </a:lnTo>
                <a:close/>
                <a:moveTo>
                  <a:pt x="1476375" y="1466850"/>
                </a:moveTo>
                <a:lnTo>
                  <a:pt x="1495425" y="1466850"/>
                </a:lnTo>
                <a:lnTo>
                  <a:pt x="1495425" y="1495425"/>
                </a:lnTo>
                <a:lnTo>
                  <a:pt x="1476375" y="1495425"/>
                </a:lnTo>
                <a:close/>
                <a:moveTo>
                  <a:pt x="1104900" y="1476375"/>
                </a:moveTo>
                <a:lnTo>
                  <a:pt x="1114425" y="1476375"/>
                </a:lnTo>
                <a:lnTo>
                  <a:pt x="1114425" y="1485900"/>
                </a:lnTo>
                <a:lnTo>
                  <a:pt x="1104900" y="1485900"/>
                </a:lnTo>
                <a:close/>
                <a:moveTo>
                  <a:pt x="1076325" y="1485900"/>
                </a:moveTo>
                <a:lnTo>
                  <a:pt x="1095375" y="1485900"/>
                </a:lnTo>
                <a:lnTo>
                  <a:pt x="1095375" y="1514475"/>
                </a:lnTo>
                <a:lnTo>
                  <a:pt x="1076325" y="1514475"/>
                </a:lnTo>
                <a:close/>
                <a:moveTo>
                  <a:pt x="1685925" y="1485900"/>
                </a:moveTo>
                <a:lnTo>
                  <a:pt x="1695450" y="1485900"/>
                </a:lnTo>
                <a:lnTo>
                  <a:pt x="1695450" y="1495425"/>
                </a:lnTo>
                <a:lnTo>
                  <a:pt x="1685925" y="1495425"/>
                </a:lnTo>
                <a:close/>
                <a:moveTo>
                  <a:pt x="866775" y="1495425"/>
                </a:moveTo>
                <a:lnTo>
                  <a:pt x="885825" y="1495425"/>
                </a:lnTo>
                <a:lnTo>
                  <a:pt x="885825" y="1504950"/>
                </a:lnTo>
                <a:lnTo>
                  <a:pt x="866775" y="1504950"/>
                </a:lnTo>
                <a:close/>
                <a:moveTo>
                  <a:pt x="933450" y="1504950"/>
                </a:moveTo>
                <a:lnTo>
                  <a:pt x="990600" y="1504950"/>
                </a:lnTo>
                <a:lnTo>
                  <a:pt x="990600" y="1514475"/>
                </a:lnTo>
                <a:lnTo>
                  <a:pt x="933450" y="1514475"/>
                </a:lnTo>
                <a:close/>
                <a:moveTo>
                  <a:pt x="1695450" y="1504950"/>
                </a:moveTo>
                <a:lnTo>
                  <a:pt x="1704975" y="1504950"/>
                </a:lnTo>
                <a:lnTo>
                  <a:pt x="1704975" y="1514475"/>
                </a:lnTo>
                <a:lnTo>
                  <a:pt x="1695450" y="1514475"/>
                </a:lnTo>
                <a:close/>
                <a:moveTo>
                  <a:pt x="1019175" y="1514475"/>
                </a:moveTo>
                <a:lnTo>
                  <a:pt x="1028700" y="1514475"/>
                </a:lnTo>
                <a:lnTo>
                  <a:pt x="1028700" y="1524000"/>
                </a:lnTo>
                <a:lnTo>
                  <a:pt x="1019175" y="1524000"/>
                </a:lnTo>
                <a:close/>
                <a:moveTo>
                  <a:pt x="790575" y="1524000"/>
                </a:moveTo>
                <a:lnTo>
                  <a:pt x="809625" y="1524000"/>
                </a:lnTo>
                <a:lnTo>
                  <a:pt x="809625" y="1543050"/>
                </a:lnTo>
                <a:lnTo>
                  <a:pt x="819150" y="1543050"/>
                </a:lnTo>
                <a:lnTo>
                  <a:pt x="819150" y="1552575"/>
                </a:lnTo>
                <a:lnTo>
                  <a:pt x="800100" y="1552575"/>
                </a:lnTo>
                <a:lnTo>
                  <a:pt x="800100" y="1543050"/>
                </a:lnTo>
                <a:lnTo>
                  <a:pt x="790575" y="1543050"/>
                </a:lnTo>
                <a:close/>
                <a:moveTo>
                  <a:pt x="914400" y="1524000"/>
                </a:moveTo>
                <a:lnTo>
                  <a:pt x="923925" y="1524000"/>
                </a:lnTo>
                <a:lnTo>
                  <a:pt x="923925" y="1533525"/>
                </a:lnTo>
                <a:lnTo>
                  <a:pt x="914400" y="1533525"/>
                </a:lnTo>
                <a:close/>
                <a:moveTo>
                  <a:pt x="962025" y="1524000"/>
                </a:moveTo>
                <a:lnTo>
                  <a:pt x="990600" y="1524000"/>
                </a:lnTo>
                <a:lnTo>
                  <a:pt x="990600" y="1533525"/>
                </a:lnTo>
                <a:lnTo>
                  <a:pt x="981075" y="1533525"/>
                </a:lnTo>
                <a:lnTo>
                  <a:pt x="981075" y="1543050"/>
                </a:lnTo>
                <a:lnTo>
                  <a:pt x="990600" y="1543050"/>
                </a:lnTo>
                <a:lnTo>
                  <a:pt x="990600" y="1533525"/>
                </a:lnTo>
                <a:lnTo>
                  <a:pt x="1000125" y="1533525"/>
                </a:lnTo>
                <a:lnTo>
                  <a:pt x="1000125" y="1543050"/>
                </a:lnTo>
                <a:lnTo>
                  <a:pt x="1009650" y="1543050"/>
                </a:lnTo>
                <a:lnTo>
                  <a:pt x="1009650" y="1562100"/>
                </a:lnTo>
                <a:lnTo>
                  <a:pt x="1000125" y="1562100"/>
                </a:lnTo>
                <a:lnTo>
                  <a:pt x="1000125" y="1571625"/>
                </a:lnTo>
                <a:lnTo>
                  <a:pt x="971550" y="1571625"/>
                </a:lnTo>
                <a:lnTo>
                  <a:pt x="971550" y="1562100"/>
                </a:lnTo>
                <a:lnTo>
                  <a:pt x="962025" y="1562100"/>
                </a:lnTo>
                <a:lnTo>
                  <a:pt x="962025" y="1552575"/>
                </a:lnTo>
                <a:lnTo>
                  <a:pt x="952500" y="1552575"/>
                </a:lnTo>
                <a:lnTo>
                  <a:pt x="952500" y="1543050"/>
                </a:lnTo>
                <a:lnTo>
                  <a:pt x="962025" y="1543050"/>
                </a:lnTo>
                <a:close/>
                <a:moveTo>
                  <a:pt x="1695450" y="1524000"/>
                </a:moveTo>
                <a:lnTo>
                  <a:pt x="1704975" y="1524000"/>
                </a:lnTo>
                <a:lnTo>
                  <a:pt x="1704975" y="1543050"/>
                </a:lnTo>
                <a:lnTo>
                  <a:pt x="1695450" y="1543050"/>
                </a:lnTo>
                <a:close/>
                <a:moveTo>
                  <a:pt x="266700" y="1533525"/>
                </a:moveTo>
                <a:lnTo>
                  <a:pt x="276225" y="1533525"/>
                </a:lnTo>
                <a:lnTo>
                  <a:pt x="276225" y="1543050"/>
                </a:lnTo>
                <a:lnTo>
                  <a:pt x="285750" y="1543050"/>
                </a:lnTo>
                <a:lnTo>
                  <a:pt x="285750" y="1552575"/>
                </a:lnTo>
                <a:lnTo>
                  <a:pt x="295275" y="1552575"/>
                </a:lnTo>
                <a:lnTo>
                  <a:pt x="295275" y="1562100"/>
                </a:lnTo>
                <a:lnTo>
                  <a:pt x="276225" y="1562100"/>
                </a:lnTo>
                <a:lnTo>
                  <a:pt x="276225" y="1552575"/>
                </a:lnTo>
                <a:lnTo>
                  <a:pt x="266700" y="1552575"/>
                </a:lnTo>
                <a:close/>
                <a:moveTo>
                  <a:pt x="666750" y="1533525"/>
                </a:moveTo>
                <a:lnTo>
                  <a:pt x="676275" y="1533525"/>
                </a:lnTo>
                <a:lnTo>
                  <a:pt x="676275" y="1552575"/>
                </a:lnTo>
                <a:lnTo>
                  <a:pt x="666750" y="1552575"/>
                </a:lnTo>
                <a:close/>
                <a:moveTo>
                  <a:pt x="923925" y="1533525"/>
                </a:moveTo>
                <a:lnTo>
                  <a:pt x="933450" y="1533525"/>
                </a:lnTo>
                <a:lnTo>
                  <a:pt x="933450" y="1543050"/>
                </a:lnTo>
                <a:lnTo>
                  <a:pt x="923925" y="1543050"/>
                </a:lnTo>
                <a:close/>
                <a:moveTo>
                  <a:pt x="771525" y="1552575"/>
                </a:moveTo>
                <a:lnTo>
                  <a:pt x="781050" y="1552575"/>
                </a:lnTo>
                <a:lnTo>
                  <a:pt x="781050" y="1562100"/>
                </a:lnTo>
                <a:lnTo>
                  <a:pt x="771525" y="1562100"/>
                </a:lnTo>
                <a:close/>
                <a:moveTo>
                  <a:pt x="219075" y="1562100"/>
                </a:moveTo>
                <a:lnTo>
                  <a:pt x="228600" y="1562100"/>
                </a:lnTo>
                <a:lnTo>
                  <a:pt x="228600" y="1581150"/>
                </a:lnTo>
                <a:lnTo>
                  <a:pt x="219075" y="1581150"/>
                </a:lnTo>
                <a:close/>
                <a:moveTo>
                  <a:pt x="295275" y="1562100"/>
                </a:moveTo>
                <a:lnTo>
                  <a:pt x="304800" y="1562100"/>
                </a:lnTo>
                <a:lnTo>
                  <a:pt x="304800" y="1571625"/>
                </a:lnTo>
                <a:lnTo>
                  <a:pt x="295275" y="1571625"/>
                </a:lnTo>
                <a:close/>
                <a:moveTo>
                  <a:pt x="1724025" y="1562100"/>
                </a:moveTo>
                <a:lnTo>
                  <a:pt x="1733550" y="1562100"/>
                </a:lnTo>
                <a:lnTo>
                  <a:pt x="1733550" y="1571625"/>
                </a:lnTo>
                <a:lnTo>
                  <a:pt x="1743075" y="1571625"/>
                </a:lnTo>
                <a:lnTo>
                  <a:pt x="1743075" y="1590675"/>
                </a:lnTo>
                <a:lnTo>
                  <a:pt x="1733550" y="1590675"/>
                </a:lnTo>
                <a:lnTo>
                  <a:pt x="1733550" y="1581150"/>
                </a:lnTo>
                <a:lnTo>
                  <a:pt x="1714500" y="1581150"/>
                </a:lnTo>
                <a:lnTo>
                  <a:pt x="1714500" y="1571625"/>
                </a:lnTo>
                <a:lnTo>
                  <a:pt x="1724025" y="1571625"/>
                </a:lnTo>
                <a:close/>
                <a:moveTo>
                  <a:pt x="304800" y="1571625"/>
                </a:moveTo>
                <a:lnTo>
                  <a:pt x="342900" y="1571625"/>
                </a:lnTo>
                <a:lnTo>
                  <a:pt x="342900" y="1581150"/>
                </a:lnTo>
                <a:lnTo>
                  <a:pt x="323850" y="1581150"/>
                </a:lnTo>
                <a:lnTo>
                  <a:pt x="323850" y="1600200"/>
                </a:lnTo>
                <a:lnTo>
                  <a:pt x="295275" y="1600200"/>
                </a:lnTo>
                <a:lnTo>
                  <a:pt x="295275" y="1590675"/>
                </a:lnTo>
                <a:lnTo>
                  <a:pt x="304800" y="1590675"/>
                </a:lnTo>
                <a:close/>
                <a:moveTo>
                  <a:pt x="352425" y="1581150"/>
                </a:moveTo>
                <a:lnTo>
                  <a:pt x="361950" y="1581150"/>
                </a:lnTo>
                <a:lnTo>
                  <a:pt x="361950" y="1590675"/>
                </a:lnTo>
                <a:lnTo>
                  <a:pt x="352425" y="1590675"/>
                </a:lnTo>
                <a:close/>
                <a:moveTo>
                  <a:pt x="1704975" y="1581150"/>
                </a:moveTo>
                <a:lnTo>
                  <a:pt x="1714500" y="1581150"/>
                </a:lnTo>
                <a:lnTo>
                  <a:pt x="1714500" y="1619250"/>
                </a:lnTo>
                <a:lnTo>
                  <a:pt x="1704975" y="1619250"/>
                </a:lnTo>
                <a:close/>
                <a:moveTo>
                  <a:pt x="1752600" y="1590675"/>
                </a:moveTo>
                <a:lnTo>
                  <a:pt x="1762125" y="1590675"/>
                </a:lnTo>
                <a:lnTo>
                  <a:pt x="1762125" y="1600200"/>
                </a:lnTo>
                <a:lnTo>
                  <a:pt x="1752600" y="1600200"/>
                </a:lnTo>
                <a:close/>
                <a:moveTo>
                  <a:pt x="276225" y="1609725"/>
                </a:moveTo>
                <a:lnTo>
                  <a:pt x="285750" y="1609725"/>
                </a:lnTo>
                <a:lnTo>
                  <a:pt x="285750" y="1619250"/>
                </a:lnTo>
                <a:lnTo>
                  <a:pt x="276225" y="1619250"/>
                </a:lnTo>
                <a:close/>
                <a:moveTo>
                  <a:pt x="1733550" y="1628775"/>
                </a:moveTo>
                <a:lnTo>
                  <a:pt x="1743075" y="1628775"/>
                </a:lnTo>
                <a:lnTo>
                  <a:pt x="1743075" y="1638300"/>
                </a:lnTo>
                <a:lnTo>
                  <a:pt x="1733550" y="1638300"/>
                </a:lnTo>
                <a:close/>
                <a:moveTo>
                  <a:pt x="1752600" y="1628775"/>
                </a:moveTo>
                <a:lnTo>
                  <a:pt x="1762125" y="1628775"/>
                </a:lnTo>
                <a:lnTo>
                  <a:pt x="1762125" y="1638300"/>
                </a:lnTo>
                <a:lnTo>
                  <a:pt x="1752600" y="1638300"/>
                </a:lnTo>
                <a:close/>
                <a:moveTo>
                  <a:pt x="266700" y="1647825"/>
                </a:moveTo>
                <a:lnTo>
                  <a:pt x="276225" y="1647825"/>
                </a:lnTo>
                <a:lnTo>
                  <a:pt x="276225" y="1666875"/>
                </a:lnTo>
                <a:lnTo>
                  <a:pt x="266700" y="1666875"/>
                </a:lnTo>
                <a:close/>
                <a:moveTo>
                  <a:pt x="1714500" y="1666875"/>
                </a:moveTo>
                <a:lnTo>
                  <a:pt x="1724025" y="1666875"/>
                </a:lnTo>
                <a:lnTo>
                  <a:pt x="1724025" y="1676400"/>
                </a:lnTo>
                <a:lnTo>
                  <a:pt x="1752600" y="1676400"/>
                </a:lnTo>
                <a:lnTo>
                  <a:pt x="1752600" y="1714500"/>
                </a:lnTo>
                <a:lnTo>
                  <a:pt x="1762125" y="1714500"/>
                </a:lnTo>
                <a:lnTo>
                  <a:pt x="1762125" y="1752600"/>
                </a:lnTo>
                <a:lnTo>
                  <a:pt x="1752600" y="1752600"/>
                </a:lnTo>
                <a:lnTo>
                  <a:pt x="1752600" y="1733550"/>
                </a:lnTo>
                <a:lnTo>
                  <a:pt x="1743075" y="1733550"/>
                </a:lnTo>
                <a:lnTo>
                  <a:pt x="1743075" y="1762125"/>
                </a:lnTo>
                <a:lnTo>
                  <a:pt x="1733550" y="1762125"/>
                </a:lnTo>
                <a:lnTo>
                  <a:pt x="1733550" y="1771650"/>
                </a:lnTo>
                <a:lnTo>
                  <a:pt x="1724025" y="1771650"/>
                </a:lnTo>
                <a:lnTo>
                  <a:pt x="1724025" y="1743075"/>
                </a:lnTo>
                <a:lnTo>
                  <a:pt x="1733550" y="1743075"/>
                </a:lnTo>
                <a:lnTo>
                  <a:pt x="1733550" y="1714500"/>
                </a:lnTo>
                <a:lnTo>
                  <a:pt x="1724025" y="1714500"/>
                </a:lnTo>
                <a:lnTo>
                  <a:pt x="1724025" y="1704975"/>
                </a:lnTo>
                <a:lnTo>
                  <a:pt x="1714500" y="1704975"/>
                </a:lnTo>
                <a:close/>
                <a:moveTo>
                  <a:pt x="219075" y="1676400"/>
                </a:moveTo>
                <a:lnTo>
                  <a:pt x="228600" y="1676400"/>
                </a:lnTo>
                <a:lnTo>
                  <a:pt x="228600" y="1685925"/>
                </a:lnTo>
                <a:lnTo>
                  <a:pt x="219075" y="1685925"/>
                </a:lnTo>
                <a:close/>
                <a:moveTo>
                  <a:pt x="266700" y="1685925"/>
                </a:moveTo>
                <a:lnTo>
                  <a:pt x="276225" y="1685925"/>
                </a:lnTo>
                <a:lnTo>
                  <a:pt x="276225" y="1695450"/>
                </a:lnTo>
                <a:lnTo>
                  <a:pt x="266700" y="1695450"/>
                </a:lnTo>
                <a:close/>
                <a:moveTo>
                  <a:pt x="1685925" y="1704975"/>
                </a:moveTo>
                <a:lnTo>
                  <a:pt x="1695450" y="1704975"/>
                </a:lnTo>
                <a:lnTo>
                  <a:pt x="1695450" y="1714500"/>
                </a:lnTo>
                <a:lnTo>
                  <a:pt x="1685925" y="1714500"/>
                </a:lnTo>
                <a:close/>
                <a:moveTo>
                  <a:pt x="1724025" y="1704975"/>
                </a:moveTo>
                <a:lnTo>
                  <a:pt x="1733550" y="1704975"/>
                </a:lnTo>
                <a:lnTo>
                  <a:pt x="1733550" y="1714500"/>
                </a:lnTo>
                <a:lnTo>
                  <a:pt x="1743075" y="1714500"/>
                </a:lnTo>
                <a:lnTo>
                  <a:pt x="1743075" y="1695450"/>
                </a:lnTo>
                <a:lnTo>
                  <a:pt x="1724025" y="1695450"/>
                </a:lnTo>
                <a:close/>
                <a:moveTo>
                  <a:pt x="266700" y="1762125"/>
                </a:moveTo>
                <a:lnTo>
                  <a:pt x="276225" y="1762125"/>
                </a:lnTo>
                <a:lnTo>
                  <a:pt x="276225" y="1790700"/>
                </a:lnTo>
                <a:lnTo>
                  <a:pt x="266700" y="1790700"/>
                </a:lnTo>
                <a:lnTo>
                  <a:pt x="266700" y="1800225"/>
                </a:lnTo>
                <a:lnTo>
                  <a:pt x="276225" y="1800225"/>
                </a:lnTo>
                <a:lnTo>
                  <a:pt x="276225" y="1809750"/>
                </a:lnTo>
                <a:lnTo>
                  <a:pt x="247650" y="1809750"/>
                </a:lnTo>
                <a:lnTo>
                  <a:pt x="247650" y="1800225"/>
                </a:lnTo>
                <a:lnTo>
                  <a:pt x="257175" y="1800225"/>
                </a:lnTo>
                <a:lnTo>
                  <a:pt x="257175" y="1781175"/>
                </a:lnTo>
                <a:lnTo>
                  <a:pt x="266700" y="1781175"/>
                </a:lnTo>
                <a:close/>
                <a:moveTo>
                  <a:pt x="1733550" y="1771650"/>
                </a:moveTo>
                <a:lnTo>
                  <a:pt x="1752600" y="1771650"/>
                </a:lnTo>
                <a:lnTo>
                  <a:pt x="1752600" y="1800225"/>
                </a:lnTo>
                <a:lnTo>
                  <a:pt x="1743075" y="1800225"/>
                </a:lnTo>
                <a:lnTo>
                  <a:pt x="1743075" y="1819275"/>
                </a:lnTo>
                <a:lnTo>
                  <a:pt x="1733550" y="1819275"/>
                </a:lnTo>
                <a:close/>
                <a:moveTo>
                  <a:pt x="1762125" y="1771650"/>
                </a:moveTo>
                <a:lnTo>
                  <a:pt x="1771650" y="1771650"/>
                </a:lnTo>
                <a:lnTo>
                  <a:pt x="1771650" y="1809750"/>
                </a:lnTo>
                <a:lnTo>
                  <a:pt x="1762125" y="1809750"/>
                </a:lnTo>
                <a:close/>
                <a:moveTo>
                  <a:pt x="295275" y="1800225"/>
                </a:moveTo>
                <a:lnTo>
                  <a:pt x="304800" y="1800225"/>
                </a:lnTo>
                <a:lnTo>
                  <a:pt x="304800" y="1828800"/>
                </a:lnTo>
                <a:lnTo>
                  <a:pt x="295275" y="1828800"/>
                </a:lnTo>
                <a:close/>
                <a:moveTo>
                  <a:pt x="1752600" y="1809750"/>
                </a:moveTo>
                <a:lnTo>
                  <a:pt x="1762125" y="1809750"/>
                </a:lnTo>
                <a:lnTo>
                  <a:pt x="1762125" y="1819275"/>
                </a:lnTo>
                <a:lnTo>
                  <a:pt x="1752600" y="1819275"/>
                </a:lnTo>
                <a:close/>
                <a:moveTo>
                  <a:pt x="228600" y="1838325"/>
                </a:moveTo>
                <a:lnTo>
                  <a:pt x="247650" y="1838325"/>
                </a:lnTo>
                <a:lnTo>
                  <a:pt x="247650" y="1857375"/>
                </a:lnTo>
                <a:lnTo>
                  <a:pt x="257175" y="1857375"/>
                </a:lnTo>
                <a:lnTo>
                  <a:pt x="257175" y="1866900"/>
                </a:lnTo>
                <a:lnTo>
                  <a:pt x="228600" y="1866900"/>
                </a:lnTo>
                <a:close/>
                <a:moveTo>
                  <a:pt x="266700" y="1857375"/>
                </a:moveTo>
                <a:lnTo>
                  <a:pt x="276225" y="1857375"/>
                </a:lnTo>
                <a:lnTo>
                  <a:pt x="276225" y="1876425"/>
                </a:lnTo>
                <a:lnTo>
                  <a:pt x="266700" y="1876425"/>
                </a:lnTo>
                <a:close/>
                <a:moveTo>
                  <a:pt x="1000125" y="1885950"/>
                </a:moveTo>
                <a:lnTo>
                  <a:pt x="1019175" y="1885950"/>
                </a:lnTo>
                <a:lnTo>
                  <a:pt x="1019175" y="1914525"/>
                </a:lnTo>
                <a:lnTo>
                  <a:pt x="1000125" y="1914525"/>
                </a:lnTo>
                <a:close/>
                <a:moveTo>
                  <a:pt x="1733550" y="1885950"/>
                </a:moveTo>
                <a:lnTo>
                  <a:pt x="1762125" y="1885950"/>
                </a:lnTo>
                <a:lnTo>
                  <a:pt x="1762125" y="1914525"/>
                </a:lnTo>
                <a:lnTo>
                  <a:pt x="1752600" y="1914525"/>
                </a:lnTo>
                <a:lnTo>
                  <a:pt x="1752600" y="1943100"/>
                </a:lnTo>
                <a:lnTo>
                  <a:pt x="1743075" y="1943100"/>
                </a:lnTo>
                <a:lnTo>
                  <a:pt x="1743075" y="1895475"/>
                </a:lnTo>
                <a:lnTo>
                  <a:pt x="1733550" y="1895475"/>
                </a:lnTo>
                <a:close/>
                <a:moveTo>
                  <a:pt x="276225" y="1895475"/>
                </a:moveTo>
                <a:lnTo>
                  <a:pt x="285750" y="1895475"/>
                </a:lnTo>
                <a:lnTo>
                  <a:pt x="285750" y="1905000"/>
                </a:lnTo>
                <a:lnTo>
                  <a:pt x="276225" y="1905000"/>
                </a:lnTo>
                <a:close/>
                <a:moveTo>
                  <a:pt x="1762125" y="1943100"/>
                </a:moveTo>
                <a:lnTo>
                  <a:pt x="1771650" y="1943100"/>
                </a:lnTo>
                <a:lnTo>
                  <a:pt x="1771650" y="1981200"/>
                </a:lnTo>
                <a:lnTo>
                  <a:pt x="1762125" y="1981200"/>
                </a:lnTo>
                <a:lnTo>
                  <a:pt x="1762125" y="1971675"/>
                </a:lnTo>
                <a:lnTo>
                  <a:pt x="1743075" y="1971675"/>
                </a:lnTo>
                <a:lnTo>
                  <a:pt x="1743075" y="1952625"/>
                </a:lnTo>
                <a:lnTo>
                  <a:pt x="1762125" y="1952625"/>
                </a:lnTo>
                <a:close/>
                <a:moveTo>
                  <a:pt x="1704975" y="1962150"/>
                </a:moveTo>
                <a:lnTo>
                  <a:pt x="1714500" y="1962150"/>
                </a:lnTo>
                <a:lnTo>
                  <a:pt x="1714500" y="1971675"/>
                </a:lnTo>
                <a:lnTo>
                  <a:pt x="1704975" y="1971675"/>
                </a:lnTo>
                <a:close/>
                <a:moveTo>
                  <a:pt x="276225" y="1971675"/>
                </a:moveTo>
                <a:lnTo>
                  <a:pt x="285750" y="1971675"/>
                </a:lnTo>
                <a:lnTo>
                  <a:pt x="285750" y="2009775"/>
                </a:lnTo>
                <a:lnTo>
                  <a:pt x="276225" y="2009775"/>
                </a:lnTo>
                <a:close/>
                <a:moveTo>
                  <a:pt x="1771650" y="2000250"/>
                </a:moveTo>
                <a:lnTo>
                  <a:pt x="1781175" y="2000250"/>
                </a:lnTo>
                <a:lnTo>
                  <a:pt x="1781175" y="2038350"/>
                </a:lnTo>
                <a:lnTo>
                  <a:pt x="1762125" y="2038350"/>
                </a:lnTo>
                <a:lnTo>
                  <a:pt x="1762125" y="2066925"/>
                </a:lnTo>
                <a:lnTo>
                  <a:pt x="1752600" y="2066925"/>
                </a:lnTo>
                <a:lnTo>
                  <a:pt x="1752600" y="2076450"/>
                </a:lnTo>
                <a:lnTo>
                  <a:pt x="1743075" y="2076450"/>
                </a:lnTo>
                <a:lnTo>
                  <a:pt x="1743075" y="2066925"/>
                </a:lnTo>
                <a:lnTo>
                  <a:pt x="1733550" y="2066925"/>
                </a:lnTo>
                <a:lnTo>
                  <a:pt x="1733550" y="2076450"/>
                </a:lnTo>
                <a:lnTo>
                  <a:pt x="1724025" y="2076450"/>
                </a:lnTo>
                <a:lnTo>
                  <a:pt x="1724025" y="2105025"/>
                </a:lnTo>
                <a:lnTo>
                  <a:pt x="1733550" y="2105025"/>
                </a:lnTo>
                <a:lnTo>
                  <a:pt x="1733550" y="2114550"/>
                </a:lnTo>
                <a:lnTo>
                  <a:pt x="1724025" y="2114550"/>
                </a:lnTo>
                <a:lnTo>
                  <a:pt x="1724025" y="2124075"/>
                </a:lnTo>
                <a:lnTo>
                  <a:pt x="1733550" y="2124075"/>
                </a:lnTo>
                <a:lnTo>
                  <a:pt x="1733550" y="2114550"/>
                </a:lnTo>
                <a:lnTo>
                  <a:pt x="1743075" y="2114550"/>
                </a:lnTo>
                <a:lnTo>
                  <a:pt x="1743075" y="2105025"/>
                </a:lnTo>
                <a:lnTo>
                  <a:pt x="1752600" y="2105025"/>
                </a:lnTo>
                <a:lnTo>
                  <a:pt x="1752600" y="2095500"/>
                </a:lnTo>
                <a:lnTo>
                  <a:pt x="1762125" y="2095500"/>
                </a:lnTo>
                <a:lnTo>
                  <a:pt x="1762125" y="2143125"/>
                </a:lnTo>
                <a:lnTo>
                  <a:pt x="1752600" y="2143125"/>
                </a:lnTo>
                <a:lnTo>
                  <a:pt x="1752600" y="2114550"/>
                </a:lnTo>
                <a:lnTo>
                  <a:pt x="1743075" y="2114550"/>
                </a:lnTo>
                <a:lnTo>
                  <a:pt x="1743075" y="2133600"/>
                </a:lnTo>
                <a:lnTo>
                  <a:pt x="1724025" y="2133600"/>
                </a:lnTo>
                <a:lnTo>
                  <a:pt x="1724025" y="2143125"/>
                </a:lnTo>
                <a:lnTo>
                  <a:pt x="1714500" y="2143125"/>
                </a:lnTo>
                <a:lnTo>
                  <a:pt x="1714500" y="2105025"/>
                </a:lnTo>
                <a:lnTo>
                  <a:pt x="1695450" y="2105025"/>
                </a:lnTo>
                <a:lnTo>
                  <a:pt x="1695450" y="2124075"/>
                </a:lnTo>
                <a:lnTo>
                  <a:pt x="1685925" y="2124075"/>
                </a:lnTo>
                <a:lnTo>
                  <a:pt x="1685925" y="2114550"/>
                </a:lnTo>
                <a:lnTo>
                  <a:pt x="1657350" y="2114550"/>
                </a:lnTo>
                <a:lnTo>
                  <a:pt x="1657350" y="2133600"/>
                </a:lnTo>
                <a:lnTo>
                  <a:pt x="1647825" y="2133600"/>
                </a:lnTo>
                <a:lnTo>
                  <a:pt x="1647825" y="2143125"/>
                </a:lnTo>
                <a:lnTo>
                  <a:pt x="1628775" y="2143125"/>
                </a:lnTo>
                <a:lnTo>
                  <a:pt x="1628775" y="2152650"/>
                </a:lnTo>
                <a:lnTo>
                  <a:pt x="1619250" y="2152650"/>
                </a:lnTo>
                <a:lnTo>
                  <a:pt x="1619250" y="2162175"/>
                </a:lnTo>
                <a:lnTo>
                  <a:pt x="1609725" y="2162175"/>
                </a:lnTo>
                <a:lnTo>
                  <a:pt x="1609725" y="2171700"/>
                </a:lnTo>
                <a:lnTo>
                  <a:pt x="1590675" y="2171700"/>
                </a:lnTo>
                <a:lnTo>
                  <a:pt x="1590675" y="2181225"/>
                </a:lnTo>
                <a:lnTo>
                  <a:pt x="1571625" y="2181225"/>
                </a:lnTo>
                <a:lnTo>
                  <a:pt x="1571625" y="2190750"/>
                </a:lnTo>
                <a:lnTo>
                  <a:pt x="1562100" y="2190750"/>
                </a:lnTo>
                <a:lnTo>
                  <a:pt x="1562100" y="2162175"/>
                </a:lnTo>
                <a:lnTo>
                  <a:pt x="1581150" y="2162175"/>
                </a:lnTo>
                <a:lnTo>
                  <a:pt x="1581150" y="2152650"/>
                </a:lnTo>
                <a:lnTo>
                  <a:pt x="1571625" y="2152650"/>
                </a:lnTo>
                <a:lnTo>
                  <a:pt x="1571625" y="2143125"/>
                </a:lnTo>
                <a:lnTo>
                  <a:pt x="1543050" y="2143125"/>
                </a:lnTo>
                <a:lnTo>
                  <a:pt x="1543050" y="2152650"/>
                </a:lnTo>
                <a:lnTo>
                  <a:pt x="1533525" y="2152650"/>
                </a:lnTo>
                <a:lnTo>
                  <a:pt x="1533525" y="2181225"/>
                </a:lnTo>
                <a:lnTo>
                  <a:pt x="1514475" y="2181225"/>
                </a:lnTo>
                <a:lnTo>
                  <a:pt x="1514475" y="2152650"/>
                </a:lnTo>
                <a:lnTo>
                  <a:pt x="1524000" y="2152650"/>
                </a:lnTo>
                <a:lnTo>
                  <a:pt x="1524000" y="2143125"/>
                </a:lnTo>
                <a:lnTo>
                  <a:pt x="1495425" y="2143125"/>
                </a:lnTo>
                <a:lnTo>
                  <a:pt x="1495425" y="2133600"/>
                </a:lnTo>
                <a:lnTo>
                  <a:pt x="1485900" y="2133600"/>
                </a:lnTo>
                <a:lnTo>
                  <a:pt x="1485900" y="2143125"/>
                </a:lnTo>
                <a:lnTo>
                  <a:pt x="1495425" y="2143125"/>
                </a:lnTo>
                <a:lnTo>
                  <a:pt x="1495425" y="2152650"/>
                </a:lnTo>
                <a:lnTo>
                  <a:pt x="1476375" y="2152650"/>
                </a:lnTo>
                <a:lnTo>
                  <a:pt x="1476375" y="2143125"/>
                </a:lnTo>
                <a:lnTo>
                  <a:pt x="1466850" y="2143125"/>
                </a:lnTo>
                <a:lnTo>
                  <a:pt x="1466850" y="2124075"/>
                </a:lnTo>
                <a:lnTo>
                  <a:pt x="1457325" y="2124075"/>
                </a:lnTo>
                <a:lnTo>
                  <a:pt x="1457325" y="2095500"/>
                </a:lnTo>
                <a:lnTo>
                  <a:pt x="1447800" y="2095500"/>
                </a:lnTo>
                <a:lnTo>
                  <a:pt x="1447800" y="2085975"/>
                </a:lnTo>
                <a:lnTo>
                  <a:pt x="1466850" y="2085975"/>
                </a:lnTo>
                <a:lnTo>
                  <a:pt x="1466850" y="2076450"/>
                </a:lnTo>
                <a:lnTo>
                  <a:pt x="1485900" y="2076450"/>
                </a:lnTo>
                <a:lnTo>
                  <a:pt x="1485900" y="2085975"/>
                </a:lnTo>
                <a:lnTo>
                  <a:pt x="1495425" y="2085975"/>
                </a:lnTo>
                <a:lnTo>
                  <a:pt x="1495425" y="2076450"/>
                </a:lnTo>
                <a:lnTo>
                  <a:pt x="1581150" y="2076450"/>
                </a:lnTo>
                <a:lnTo>
                  <a:pt x="1581150" y="2066925"/>
                </a:lnTo>
                <a:lnTo>
                  <a:pt x="1638300" y="2066925"/>
                </a:lnTo>
                <a:lnTo>
                  <a:pt x="1638300" y="2076450"/>
                </a:lnTo>
                <a:lnTo>
                  <a:pt x="1657350" y="2076450"/>
                </a:lnTo>
                <a:lnTo>
                  <a:pt x="1657350" y="2085975"/>
                </a:lnTo>
                <a:lnTo>
                  <a:pt x="1666875" y="2085975"/>
                </a:lnTo>
                <a:lnTo>
                  <a:pt x="1666875" y="2095500"/>
                </a:lnTo>
                <a:lnTo>
                  <a:pt x="1676400" y="2095500"/>
                </a:lnTo>
                <a:lnTo>
                  <a:pt x="1676400" y="2066925"/>
                </a:lnTo>
                <a:lnTo>
                  <a:pt x="1685925" y="2066925"/>
                </a:lnTo>
                <a:lnTo>
                  <a:pt x="1685925" y="2057400"/>
                </a:lnTo>
                <a:lnTo>
                  <a:pt x="1733550" y="2057400"/>
                </a:lnTo>
                <a:lnTo>
                  <a:pt x="1733550" y="2028825"/>
                </a:lnTo>
                <a:lnTo>
                  <a:pt x="1724025" y="2028825"/>
                </a:lnTo>
                <a:lnTo>
                  <a:pt x="1724025" y="2019300"/>
                </a:lnTo>
                <a:lnTo>
                  <a:pt x="1733550" y="2019300"/>
                </a:lnTo>
                <a:lnTo>
                  <a:pt x="1733550" y="2009775"/>
                </a:lnTo>
                <a:lnTo>
                  <a:pt x="1743075" y="2009775"/>
                </a:lnTo>
                <a:lnTo>
                  <a:pt x="1743075" y="2019300"/>
                </a:lnTo>
                <a:lnTo>
                  <a:pt x="1752600" y="2019300"/>
                </a:lnTo>
                <a:lnTo>
                  <a:pt x="1752600" y="2028825"/>
                </a:lnTo>
                <a:lnTo>
                  <a:pt x="1771650" y="2028825"/>
                </a:lnTo>
                <a:close/>
                <a:moveTo>
                  <a:pt x="266700" y="2009775"/>
                </a:moveTo>
                <a:lnTo>
                  <a:pt x="276225" y="2009775"/>
                </a:lnTo>
                <a:lnTo>
                  <a:pt x="276225" y="2019300"/>
                </a:lnTo>
                <a:lnTo>
                  <a:pt x="266700" y="2019300"/>
                </a:lnTo>
                <a:close/>
                <a:moveTo>
                  <a:pt x="276225" y="2047875"/>
                </a:moveTo>
                <a:lnTo>
                  <a:pt x="285750" y="2047875"/>
                </a:lnTo>
                <a:lnTo>
                  <a:pt x="285750" y="2076450"/>
                </a:lnTo>
                <a:lnTo>
                  <a:pt x="295275" y="2076450"/>
                </a:lnTo>
                <a:lnTo>
                  <a:pt x="295275" y="2105025"/>
                </a:lnTo>
                <a:lnTo>
                  <a:pt x="285750" y="2105025"/>
                </a:lnTo>
                <a:lnTo>
                  <a:pt x="285750" y="2085975"/>
                </a:lnTo>
                <a:lnTo>
                  <a:pt x="266700" y="2085975"/>
                </a:lnTo>
                <a:lnTo>
                  <a:pt x="266700" y="2066925"/>
                </a:lnTo>
                <a:lnTo>
                  <a:pt x="276225" y="2066925"/>
                </a:lnTo>
                <a:close/>
                <a:moveTo>
                  <a:pt x="238125" y="2057400"/>
                </a:moveTo>
                <a:lnTo>
                  <a:pt x="247650" y="2057400"/>
                </a:lnTo>
                <a:lnTo>
                  <a:pt x="247650" y="2066925"/>
                </a:lnTo>
                <a:lnTo>
                  <a:pt x="238125" y="2066925"/>
                </a:lnTo>
                <a:close/>
                <a:moveTo>
                  <a:pt x="1009650" y="2066925"/>
                </a:moveTo>
                <a:lnTo>
                  <a:pt x="1019175" y="2066925"/>
                </a:lnTo>
                <a:lnTo>
                  <a:pt x="1019175" y="2076450"/>
                </a:lnTo>
                <a:lnTo>
                  <a:pt x="1028700" y="2076450"/>
                </a:lnTo>
                <a:lnTo>
                  <a:pt x="1028700" y="2105025"/>
                </a:lnTo>
                <a:lnTo>
                  <a:pt x="1038225" y="2105025"/>
                </a:lnTo>
                <a:lnTo>
                  <a:pt x="1038225" y="2133600"/>
                </a:lnTo>
                <a:lnTo>
                  <a:pt x="1028700" y="2133600"/>
                </a:lnTo>
                <a:lnTo>
                  <a:pt x="1028700" y="2152650"/>
                </a:lnTo>
                <a:lnTo>
                  <a:pt x="1019175" y="2152650"/>
                </a:lnTo>
                <a:lnTo>
                  <a:pt x="1019175" y="2171700"/>
                </a:lnTo>
                <a:lnTo>
                  <a:pt x="1028700" y="2171700"/>
                </a:lnTo>
                <a:lnTo>
                  <a:pt x="1028700" y="2152650"/>
                </a:lnTo>
                <a:lnTo>
                  <a:pt x="1047750" y="2152650"/>
                </a:lnTo>
                <a:lnTo>
                  <a:pt x="1047750" y="2143125"/>
                </a:lnTo>
                <a:lnTo>
                  <a:pt x="1057275" y="2143125"/>
                </a:lnTo>
                <a:lnTo>
                  <a:pt x="1057275" y="2133600"/>
                </a:lnTo>
                <a:lnTo>
                  <a:pt x="1047750" y="2133600"/>
                </a:lnTo>
                <a:lnTo>
                  <a:pt x="1047750" y="2105025"/>
                </a:lnTo>
                <a:lnTo>
                  <a:pt x="1057275" y="2105025"/>
                </a:lnTo>
                <a:lnTo>
                  <a:pt x="1057275" y="2095500"/>
                </a:lnTo>
                <a:lnTo>
                  <a:pt x="1066800" y="2095500"/>
                </a:lnTo>
                <a:lnTo>
                  <a:pt x="1066800" y="2124075"/>
                </a:lnTo>
                <a:lnTo>
                  <a:pt x="1076325" y="2124075"/>
                </a:lnTo>
                <a:lnTo>
                  <a:pt x="1076325" y="2152650"/>
                </a:lnTo>
                <a:lnTo>
                  <a:pt x="1057275" y="2152650"/>
                </a:lnTo>
                <a:lnTo>
                  <a:pt x="1057275" y="2162175"/>
                </a:lnTo>
                <a:lnTo>
                  <a:pt x="1066800" y="2162175"/>
                </a:lnTo>
                <a:lnTo>
                  <a:pt x="1066800" y="2171700"/>
                </a:lnTo>
                <a:lnTo>
                  <a:pt x="1076325" y="2171700"/>
                </a:lnTo>
                <a:lnTo>
                  <a:pt x="1076325" y="2190750"/>
                </a:lnTo>
                <a:lnTo>
                  <a:pt x="1057275" y="2190750"/>
                </a:lnTo>
                <a:lnTo>
                  <a:pt x="1057275" y="2200275"/>
                </a:lnTo>
                <a:lnTo>
                  <a:pt x="1038225" y="2200275"/>
                </a:lnTo>
                <a:lnTo>
                  <a:pt x="1038225" y="2190750"/>
                </a:lnTo>
                <a:lnTo>
                  <a:pt x="1019175" y="2190750"/>
                </a:lnTo>
                <a:lnTo>
                  <a:pt x="1019175" y="2200275"/>
                </a:lnTo>
                <a:lnTo>
                  <a:pt x="1009650" y="2200275"/>
                </a:lnTo>
                <a:lnTo>
                  <a:pt x="1009650" y="2209800"/>
                </a:lnTo>
                <a:lnTo>
                  <a:pt x="990600" y="2209800"/>
                </a:lnTo>
                <a:lnTo>
                  <a:pt x="990600" y="2190750"/>
                </a:lnTo>
                <a:lnTo>
                  <a:pt x="962025" y="2190750"/>
                </a:lnTo>
                <a:lnTo>
                  <a:pt x="962025" y="2200275"/>
                </a:lnTo>
                <a:lnTo>
                  <a:pt x="933450" y="2200275"/>
                </a:lnTo>
                <a:lnTo>
                  <a:pt x="933450" y="2190750"/>
                </a:lnTo>
                <a:lnTo>
                  <a:pt x="942975" y="2190750"/>
                </a:lnTo>
                <a:lnTo>
                  <a:pt x="942975" y="2171700"/>
                </a:lnTo>
                <a:lnTo>
                  <a:pt x="962025" y="2171700"/>
                </a:lnTo>
                <a:lnTo>
                  <a:pt x="962025" y="2181225"/>
                </a:lnTo>
                <a:lnTo>
                  <a:pt x="971550" y="2181225"/>
                </a:lnTo>
                <a:lnTo>
                  <a:pt x="971550" y="2171700"/>
                </a:lnTo>
                <a:lnTo>
                  <a:pt x="990600" y="2171700"/>
                </a:lnTo>
                <a:lnTo>
                  <a:pt x="990600" y="2162175"/>
                </a:lnTo>
                <a:lnTo>
                  <a:pt x="1009650" y="2162175"/>
                </a:lnTo>
                <a:lnTo>
                  <a:pt x="1009650" y="2152650"/>
                </a:lnTo>
                <a:lnTo>
                  <a:pt x="990600" y="2152650"/>
                </a:lnTo>
                <a:lnTo>
                  <a:pt x="990600" y="2143125"/>
                </a:lnTo>
                <a:lnTo>
                  <a:pt x="981075" y="2143125"/>
                </a:lnTo>
                <a:lnTo>
                  <a:pt x="981075" y="2152650"/>
                </a:lnTo>
                <a:lnTo>
                  <a:pt x="971550" y="2152650"/>
                </a:lnTo>
                <a:lnTo>
                  <a:pt x="971550" y="2143125"/>
                </a:lnTo>
                <a:lnTo>
                  <a:pt x="962025" y="2143125"/>
                </a:lnTo>
                <a:lnTo>
                  <a:pt x="962025" y="2152650"/>
                </a:lnTo>
                <a:lnTo>
                  <a:pt x="952500" y="2152650"/>
                </a:lnTo>
                <a:lnTo>
                  <a:pt x="952500" y="2133600"/>
                </a:lnTo>
                <a:lnTo>
                  <a:pt x="962025" y="2133600"/>
                </a:lnTo>
                <a:lnTo>
                  <a:pt x="962025" y="2114550"/>
                </a:lnTo>
                <a:lnTo>
                  <a:pt x="971550" y="2114550"/>
                </a:lnTo>
                <a:lnTo>
                  <a:pt x="971550" y="2105025"/>
                </a:lnTo>
                <a:lnTo>
                  <a:pt x="981075" y="2105025"/>
                </a:lnTo>
                <a:lnTo>
                  <a:pt x="981075" y="2095500"/>
                </a:lnTo>
                <a:lnTo>
                  <a:pt x="1000125" y="2095500"/>
                </a:lnTo>
                <a:lnTo>
                  <a:pt x="1000125" y="2076450"/>
                </a:lnTo>
                <a:lnTo>
                  <a:pt x="1009650" y="2076450"/>
                </a:lnTo>
                <a:close/>
                <a:moveTo>
                  <a:pt x="1419225" y="2076450"/>
                </a:moveTo>
                <a:lnTo>
                  <a:pt x="1438275" y="2076450"/>
                </a:lnTo>
                <a:lnTo>
                  <a:pt x="1438275" y="2085975"/>
                </a:lnTo>
                <a:lnTo>
                  <a:pt x="1419225" y="2085975"/>
                </a:lnTo>
                <a:close/>
                <a:moveTo>
                  <a:pt x="1390650" y="2085975"/>
                </a:moveTo>
                <a:lnTo>
                  <a:pt x="1409700" y="2085975"/>
                </a:lnTo>
                <a:lnTo>
                  <a:pt x="1409700" y="2095500"/>
                </a:lnTo>
                <a:lnTo>
                  <a:pt x="1390650" y="2095500"/>
                </a:lnTo>
                <a:close/>
                <a:moveTo>
                  <a:pt x="1695450" y="2085975"/>
                </a:moveTo>
                <a:lnTo>
                  <a:pt x="1704975" y="2085975"/>
                </a:lnTo>
                <a:lnTo>
                  <a:pt x="1704975" y="2095500"/>
                </a:lnTo>
                <a:lnTo>
                  <a:pt x="1714500" y="2095500"/>
                </a:lnTo>
                <a:lnTo>
                  <a:pt x="1714500" y="2066925"/>
                </a:lnTo>
                <a:lnTo>
                  <a:pt x="1695450" y="2066925"/>
                </a:lnTo>
                <a:close/>
                <a:moveTo>
                  <a:pt x="1266825" y="2095500"/>
                </a:moveTo>
                <a:lnTo>
                  <a:pt x="1276350" y="2095500"/>
                </a:lnTo>
                <a:lnTo>
                  <a:pt x="1276350" y="2105025"/>
                </a:lnTo>
                <a:lnTo>
                  <a:pt x="1266825" y="2105025"/>
                </a:lnTo>
                <a:close/>
                <a:moveTo>
                  <a:pt x="1123950" y="2105025"/>
                </a:moveTo>
                <a:lnTo>
                  <a:pt x="1143000" y="2105025"/>
                </a:lnTo>
                <a:lnTo>
                  <a:pt x="1143000" y="2114550"/>
                </a:lnTo>
                <a:lnTo>
                  <a:pt x="1162050" y="2114550"/>
                </a:lnTo>
                <a:lnTo>
                  <a:pt x="1162050" y="2105025"/>
                </a:lnTo>
                <a:lnTo>
                  <a:pt x="1181100" y="2105025"/>
                </a:lnTo>
                <a:lnTo>
                  <a:pt x="1181100" y="2133600"/>
                </a:lnTo>
                <a:lnTo>
                  <a:pt x="1190625" y="2133600"/>
                </a:lnTo>
                <a:lnTo>
                  <a:pt x="1190625" y="2143125"/>
                </a:lnTo>
                <a:lnTo>
                  <a:pt x="1200150" y="2143125"/>
                </a:lnTo>
                <a:lnTo>
                  <a:pt x="1200150" y="2171700"/>
                </a:lnTo>
                <a:lnTo>
                  <a:pt x="1190625" y="2171700"/>
                </a:lnTo>
                <a:lnTo>
                  <a:pt x="1190625" y="2152650"/>
                </a:lnTo>
                <a:lnTo>
                  <a:pt x="1162050" y="2152650"/>
                </a:lnTo>
                <a:lnTo>
                  <a:pt x="1162050" y="2162175"/>
                </a:lnTo>
                <a:lnTo>
                  <a:pt x="1143000" y="2162175"/>
                </a:lnTo>
                <a:lnTo>
                  <a:pt x="1143000" y="2152650"/>
                </a:lnTo>
                <a:lnTo>
                  <a:pt x="1123950" y="2152650"/>
                </a:lnTo>
                <a:lnTo>
                  <a:pt x="1123950" y="2143125"/>
                </a:lnTo>
                <a:lnTo>
                  <a:pt x="1114425" y="2143125"/>
                </a:lnTo>
                <a:lnTo>
                  <a:pt x="1114425" y="2114550"/>
                </a:lnTo>
                <a:lnTo>
                  <a:pt x="1123950" y="2114550"/>
                </a:lnTo>
                <a:close/>
                <a:moveTo>
                  <a:pt x="1190625" y="2105025"/>
                </a:moveTo>
                <a:lnTo>
                  <a:pt x="1219200" y="2105025"/>
                </a:lnTo>
                <a:lnTo>
                  <a:pt x="1219200" y="2114550"/>
                </a:lnTo>
                <a:lnTo>
                  <a:pt x="1209675" y="2114550"/>
                </a:lnTo>
                <a:lnTo>
                  <a:pt x="1209675" y="2124075"/>
                </a:lnTo>
                <a:lnTo>
                  <a:pt x="1200150" y="2124075"/>
                </a:lnTo>
                <a:lnTo>
                  <a:pt x="1200150" y="2114550"/>
                </a:lnTo>
                <a:lnTo>
                  <a:pt x="1190625" y="2114550"/>
                </a:lnTo>
                <a:close/>
                <a:moveTo>
                  <a:pt x="1257300" y="2105025"/>
                </a:moveTo>
                <a:lnTo>
                  <a:pt x="1266825" y="2105025"/>
                </a:lnTo>
                <a:lnTo>
                  <a:pt x="1266825" y="2114550"/>
                </a:lnTo>
                <a:lnTo>
                  <a:pt x="1257300" y="2114550"/>
                </a:lnTo>
                <a:close/>
                <a:moveTo>
                  <a:pt x="1504950" y="2105025"/>
                </a:moveTo>
                <a:lnTo>
                  <a:pt x="1514475" y="2105025"/>
                </a:lnTo>
                <a:lnTo>
                  <a:pt x="1514475" y="2114550"/>
                </a:lnTo>
                <a:lnTo>
                  <a:pt x="1533525" y="2114550"/>
                </a:lnTo>
                <a:lnTo>
                  <a:pt x="1533525" y="2124075"/>
                </a:lnTo>
                <a:lnTo>
                  <a:pt x="1543050" y="2124075"/>
                </a:lnTo>
                <a:lnTo>
                  <a:pt x="1543050" y="2114550"/>
                </a:lnTo>
                <a:lnTo>
                  <a:pt x="1552575" y="2114550"/>
                </a:lnTo>
                <a:lnTo>
                  <a:pt x="1552575" y="2095500"/>
                </a:lnTo>
                <a:lnTo>
                  <a:pt x="1524000" y="2095500"/>
                </a:lnTo>
                <a:lnTo>
                  <a:pt x="1524000" y="2085975"/>
                </a:lnTo>
                <a:lnTo>
                  <a:pt x="1504950" y="2085975"/>
                </a:lnTo>
                <a:close/>
                <a:moveTo>
                  <a:pt x="295275" y="2114550"/>
                </a:moveTo>
                <a:lnTo>
                  <a:pt x="304800" y="2114550"/>
                </a:lnTo>
                <a:lnTo>
                  <a:pt x="304800" y="2152650"/>
                </a:lnTo>
                <a:lnTo>
                  <a:pt x="323850" y="2152650"/>
                </a:lnTo>
                <a:lnTo>
                  <a:pt x="323850" y="2162175"/>
                </a:lnTo>
                <a:lnTo>
                  <a:pt x="333375" y="2162175"/>
                </a:lnTo>
                <a:lnTo>
                  <a:pt x="333375" y="2171700"/>
                </a:lnTo>
                <a:lnTo>
                  <a:pt x="323850" y="2171700"/>
                </a:lnTo>
                <a:lnTo>
                  <a:pt x="323850" y="2181225"/>
                </a:lnTo>
                <a:lnTo>
                  <a:pt x="304800" y="2181225"/>
                </a:lnTo>
                <a:lnTo>
                  <a:pt x="304800" y="2171700"/>
                </a:lnTo>
                <a:lnTo>
                  <a:pt x="295275" y="2171700"/>
                </a:lnTo>
                <a:lnTo>
                  <a:pt x="295275" y="2181225"/>
                </a:lnTo>
                <a:lnTo>
                  <a:pt x="285750" y="2181225"/>
                </a:lnTo>
                <a:lnTo>
                  <a:pt x="285750" y="2190750"/>
                </a:lnTo>
                <a:lnTo>
                  <a:pt x="257175" y="2190750"/>
                </a:lnTo>
                <a:lnTo>
                  <a:pt x="257175" y="2181225"/>
                </a:lnTo>
                <a:lnTo>
                  <a:pt x="266700" y="2181225"/>
                </a:lnTo>
                <a:lnTo>
                  <a:pt x="266700" y="2171700"/>
                </a:lnTo>
                <a:lnTo>
                  <a:pt x="276225" y="2171700"/>
                </a:lnTo>
                <a:lnTo>
                  <a:pt x="276225" y="2152650"/>
                </a:lnTo>
                <a:lnTo>
                  <a:pt x="285750" y="2152650"/>
                </a:lnTo>
                <a:lnTo>
                  <a:pt x="285750" y="2133600"/>
                </a:lnTo>
                <a:lnTo>
                  <a:pt x="295275" y="2133600"/>
                </a:lnTo>
                <a:close/>
                <a:moveTo>
                  <a:pt x="1095375" y="2114550"/>
                </a:moveTo>
                <a:lnTo>
                  <a:pt x="1104900" y="2114550"/>
                </a:lnTo>
                <a:lnTo>
                  <a:pt x="1104900" y="2124075"/>
                </a:lnTo>
                <a:lnTo>
                  <a:pt x="1095375" y="2124075"/>
                </a:lnTo>
                <a:close/>
                <a:moveTo>
                  <a:pt x="1428750" y="2114550"/>
                </a:moveTo>
                <a:lnTo>
                  <a:pt x="1438275" y="2114550"/>
                </a:lnTo>
                <a:lnTo>
                  <a:pt x="1438275" y="2124075"/>
                </a:lnTo>
                <a:lnTo>
                  <a:pt x="1447800" y="2124075"/>
                </a:lnTo>
                <a:lnTo>
                  <a:pt x="1447800" y="2133600"/>
                </a:lnTo>
                <a:lnTo>
                  <a:pt x="1457325" y="2133600"/>
                </a:lnTo>
                <a:lnTo>
                  <a:pt x="1457325" y="2143125"/>
                </a:lnTo>
                <a:lnTo>
                  <a:pt x="1438275" y="2143125"/>
                </a:lnTo>
                <a:lnTo>
                  <a:pt x="1438275" y="2152650"/>
                </a:lnTo>
                <a:lnTo>
                  <a:pt x="1409700" y="2152650"/>
                </a:lnTo>
                <a:lnTo>
                  <a:pt x="1409700" y="2124075"/>
                </a:lnTo>
                <a:lnTo>
                  <a:pt x="1428750" y="2124075"/>
                </a:lnTo>
                <a:close/>
                <a:moveTo>
                  <a:pt x="1466850" y="2114550"/>
                </a:moveTo>
                <a:lnTo>
                  <a:pt x="1476375" y="2114550"/>
                </a:lnTo>
                <a:lnTo>
                  <a:pt x="1476375" y="2124075"/>
                </a:lnTo>
                <a:lnTo>
                  <a:pt x="1495425" y="2124075"/>
                </a:lnTo>
                <a:lnTo>
                  <a:pt x="1495425" y="2095500"/>
                </a:lnTo>
                <a:lnTo>
                  <a:pt x="1466850" y="2095500"/>
                </a:lnTo>
                <a:close/>
                <a:moveTo>
                  <a:pt x="1571625" y="2114550"/>
                </a:moveTo>
                <a:lnTo>
                  <a:pt x="1581150" y="2114550"/>
                </a:lnTo>
                <a:lnTo>
                  <a:pt x="1581150" y="2105025"/>
                </a:lnTo>
                <a:lnTo>
                  <a:pt x="1562100" y="2105025"/>
                </a:lnTo>
                <a:lnTo>
                  <a:pt x="1562100" y="2124075"/>
                </a:lnTo>
                <a:lnTo>
                  <a:pt x="1543050" y="2124075"/>
                </a:lnTo>
                <a:lnTo>
                  <a:pt x="1543050" y="2133600"/>
                </a:lnTo>
                <a:lnTo>
                  <a:pt x="1562100" y="2133600"/>
                </a:lnTo>
                <a:lnTo>
                  <a:pt x="1562100" y="2124075"/>
                </a:lnTo>
                <a:lnTo>
                  <a:pt x="1571625" y="2124075"/>
                </a:lnTo>
                <a:close/>
                <a:moveTo>
                  <a:pt x="1628775" y="2114550"/>
                </a:moveTo>
                <a:lnTo>
                  <a:pt x="1638300" y="2114550"/>
                </a:lnTo>
                <a:lnTo>
                  <a:pt x="1638300" y="2085975"/>
                </a:lnTo>
                <a:lnTo>
                  <a:pt x="1628775" y="2085975"/>
                </a:lnTo>
                <a:lnTo>
                  <a:pt x="1628775" y="2076450"/>
                </a:lnTo>
                <a:lnTo>
                  <a:pt x="1619250" y="2076450"/>
                </a:lnTo>
                <a:lnTo>
                  <a:pt x="1619250" y="2095500"/>
                </a:lnTo>
                <a:lnTo>
                  <a:pt x="1609725" y="2095500"/>
                </a:lnTo>
                <a:lnTo>
                  <a:pt x="1609725" y="2133600"/>
                </a:lnTo>
                <a:lnTo>
                  <a:pt x="1619250" y="2133600"/>
                </a:lnTo>
                <a:lnTo>
                  <a:pt x="1619250" y="2124075"/>
                </a:lnTo>
                <a:lnTo>
                  <a:pt x="1628775" y="2124075"/>
                </a:lnTo>
                <a:close/>
                <a:moveTo>
                  <a:pt x="904875" y="2124075"/>
                </a:moveTo>
                <a:lnTo>
                  <a:pt x="923925" y="2124075"/>
                </a:lnTo>
                <a:lnTo>
                  <a:pt x="923925" y="2133600"/>
                </a:lnTo>
                <a:lnTo>
                  <a:pt x="933450" y="2133600"/>
                </a:lnTo>
                <a:lnTo>
                  <a:pt x="933450" y="2143125"/>
                </a:lnTo>
                <a:lnTo>
                  <a:pt x="942975" y="2143125"/>
                </a:lnTo>
                <a:lnTo>
                  <a:pt x="942975" y="2152650"/>
                </a:lnTo>
                <a:lnTo>
                  <a:pt x="904875" y="2152650"/>
                </a:lnTo>
                <a:lnTo>
                  <a:pt x="904875" y="2143125"/>
                </a:lnTo>
                <a:lnTo>
                  <a:pt x="895350" y="2143125"/>
                </a:lnTo>
                <a:lnTo>
                  <a:pt x="895350" y="2133600"/>
                </a:lnTo>
                <a:lnTo>
                  <a:pt x="904875" y="2133600"/>
                </a:lnTo>
                <a:close/>
                <a:moveTo>
                  <a:pt x="1209675" y="2124075"/>
                </a:moveTo>
                <a:lnTo>
                  <a:pt x="1219200" y="2124075"/>
                </a:lnTo>
                <a:lnTo>
                  <a:pt x="1219200" y="2133600"/>
                </a:lnTo>
                <a:lnTo>
                  <a:pt x="1209675" y="2133600"/>
                </a:lnTo>
                <a:close/>
                <a:moveTo>
                  <a:pt x="1581150" y="2124075"/>
                </a:moveTo>
                <a:lnTo>
                  <a:pt x="1571625" y="2124075"/>
                </a:lnTo>
                <a:lnTo>
                  <a:pt x="1571625" y="2133600"/>
                </a:lnTo>
                <a:lnTo>
                  <a:pt x="1581150" y="2133600"/>
                </a:lnTo>
                <a:close/>
                <a:moveTo>
                  <a:pt x="1581150" y="2124075"/>
                </a:moveTo>
                <a:lnTo>
                  <a:pt x="1600200" y="2124075"/>
                </a:lnTo>
                <a:lnTo>
                  <a:pt x="1600200" y="2105025"/>
                </a:lnTo>
                <a:lnTo>
                  <a:pt x="1590675" y="2105025"/>
                </a:lnTo>
                <a:lnTo>
                  <a:pt x="1590675" y="2114550"/>
                </a:lnTo>
                <a:lnTo>
                  <a:pt x="1581150" y="2114550"/>
                </a:lnTo>
                <a:close/>
                <a:moveTo>
                  <a:pt x="790575" y="2133600"/>
                </a:moveTo>
                <a:lnTo>
                  <a:pt x="828675" y="2133600"/>
                </a:lnTo>
                <a:lnTo>
                  <a:pt x="828675" y="2143125"/>
                </a:lnTo>
                <a:lnTo>
                  <a:pt x="838200" y="2143125"/>
                </a:lnTo>
                <a:lnTo>
                  <a:pt x="838200" y="2133600"/>
                </a:lnTo>
                <a:lnTo>
                  <a:pt x="857250" y="2133600"/>
                </a:lnTo>
                <a:lnTo>
                  <a:pt x="857250" y="2143125"/>
                </a:lnTo>
                <a:lnTo>
                  <a:pt x="838200" y="2143125"/>
                </a:lnTo>
                <a:lnTo>
                  <a:pt x="838200" y="2152650"/>
                </a:lnTo>
                <a:lnTo>
                  <a:pt x="800100" y="2152650"/>
                </a:lnTo>
                <a:lnTo>
                  <a:pt x="800100" y="2143125"/>
                </a:lnTo>
                <a:lnTo>
                  <a:pt x="790575" y="2143125"/>
                </a:lnTo>
                <a:close/>
                <a:moveTo>
                  <a:pt x="1657350" y="2133600"/>
                </a:moveTo>
                <a:lnTo>
                  <a:pt x="1666875" y="2133600"/>
                </a:lnTo>
                <a:lnTo>
                  <a:pt x="1666875" y="2152650"/>
                </a:lnTo>
                <a:lnTo>
                  <a:pt x="1657350" y="2152650"/>
                </a:lnTo>
                <a:lnTo>
                  <a:pt x="1657350" y="2162175"/>
                </a:lnTo>
                <a:lnTo>
                  <a:pt x="1647825" y="2162175"/>
                </a:lnTo>
                <a:lnTo>
                  <a:pt x="1647825" y="2143125"/>
                </a:lnTo>
                <a:lnTo>
                  <a:pt x="1657350" y="2143125"/>
                </a:lnTo>
                <a:close/>
                <a:moveTo>
                  <a:pt x="723900" y="2143125"/>
                </a:moveTo>
                <a:lnTo>
                  <a:pt x="781050" y="2143125"/>
                </a:lnTo>
                <a:lnTo>
                  <a:pt x="781050" y="2152650"/>
                </a:lnTo>
                <a:lnTo>
                  <a:pt x="752475" y="2152650"/>
                </a:lnTo>
                <a:lnTo>
                  <a:pt x="752475" y="2162175"/>
                </a:lnTo>
                <a:lnTo>
                  <a:pt x="742950" y="2162175"/>
                </a:lnTo>
                <a:lnTo>
                  <a:pt x="742950" y="2152650"/>
                </a:lnTo>
                <a:lnTo>
                  <a:pt x="723900" y="2152650"/>
                </a:lnTo>
                <a:close/>
                <a:moveTo>
                  <a:pt x="876300" y="2143125"/>
                </a:moveTo>
                <a:lnTo>
                  <a:pt x="885825" y="2143125"/>
                </a:lnTo>
                <a:lnTo>
                  <a:pt x="885825" y="2162175"/>
                </a:lnTo>
                <a:lnTo>
                  <a:pt x="876300" y="2162175"/>
                </a:lnTo>
                <a:close/>
                <a:moveTo>
                  <a:pt x="1085850" y="2143125"/>
                </a:moveTo>
                <a:lnTo>
                  <a:pt x="1114425" y="2143125"/>
                </a:lnTo>
                <a:lnTo>
                  <a:pt x="1114425" y="2152650"/>
                </a:lnTo>
                <a:lnTo>
                  <a:pt x="1104900" y="2152650"/>
                </a:lnTo>
                <a:lnTo>
                  <a:pt x="1104900" y="2162175"/>
                </a:lnTo>
                <a:lnTo>
                  <a:pt x="1095375" y="2162175"/>
                </a:lnTo>
                <a:lnTo>
                  <a:pt x="1095375" y="2152650"/>
                </a:lnTo>
                <a:lnTo>
                  <a:pt x="1085850" y="2152650"/>
                </a:lnTo>
                <a:close/>
                <a:moveTo>
                  <a:pt x="542925" y="2152650"/>
                </a:moveTo>
                <a:lnTo>
                  <a:pt x="571500" y="2152650"/>
                </a:lnTo>
                <a:lnTo>
                  <a:pt x="571500" y="2162175"/>
                </a:lnTo>
                <a:lnTo>
                  <a:pt x="581025" y="2162175"/>
                </a:lnTo>
                <a:lnTo>
                  <a:pt x="581025" y="2171700"/>
                </a:lnTo>
                <a:lnTo>
                  <a:pt x="561975" y="2171700"/>
                </a:lnTo>
                <a:lnTo>
                  <a:pt x="561975" y="2162175"/>
                </a:lnTo>
                <a:lnTo>
                  <a:pt x="552450" y="2162175"/>
                </a:lnTo>
                <a:lnTo>
                  <a:pt x="552450" y="2171700"/>
                </a:lnTo>
                <a:lnTo>
                  <a:pt x="495300" y="2171700"/>
                </a:lnTo>
                <a:lnTo>
                  <a:pt x="495300" y="2190750"/>
                </a:lnTo>
                <a:lnTo>
                  <a:pt x="476250" y="2190750"/>
                </a:lnTo>
                <a:lnTo>
                  <a:pt x="476250" y="2171700"/>
                </a:lnTo>
                <a:lnTo>
                  <a:pt x="466725" y="2171700"/>
                </a:lnTo>
                <a:lnTo>
                  <a:pt x="466725" y="2162175"/>
                </a:lnTo>
                <a:lnTo>
                  <a:pt x="542925" y="2162175"/>
                </a:lnTo>
                <a:close/>
                <a:moveTo>
                  <a:pt x="619125" y="2152650"/>
                </a:moveTo>
                <a:lnTo>
                  <a:pt x="628650" y="2152650"/>
                </a:lnTo>
                <a:lnTo>
                  <a:pt x="628650" y="2162175"/>
                </a:lnTo>
                <a:lnTo>
                  <a:pt x="619125" y="2162175"/>
                </a:lnTo>
                <a:close/>
                <a:moveTo>
                  <a:pt x="638175" y="2152650"/>
                </a:moveTo>
                <a:lnTo>
                  <a:pt x="676275" y="2152650"/>
                </a:lnTo>
                <a:lnTo>
                  <a:pt x="676275" y="2162175"/>
                </a:lnTo>
                <a:lnTo>
                  <a:pt x="638175" y="2162175"/>
                </a:lnTo>
                <a:close/>
                <a:moveTo>
                  <a:pt x="695325" y="2152650"/>
                </a:moveTo>
                <a:lnTo>
                  <a:pt x="704850" y="2152650"/>
                </a:lnTo>
                <a:lnTo>
                  <a:pt x="704850" y="2162175"/>
                </a:lnTo>
                <a:lnTo>
                  <a:pt x="695325" y="2162175"/>
                </a:lnTo>
                <a:close/>
                <a:moveTo>
                  <a:pt x="714375" y="2152650"/>
                </a:moveTo>
                <a:lnTo>
                  <a:pt x="723900" y="2152650"/>
                </a:lnTo>
                <a:lnTo>
                  <a:pt x="723900" y="2162175"/>
                </a:lnTo>
                <a:lnTo>
                  <a:pt x="714375" y="2162175"/>
                </a:lnTo>
                <a:close/>
                <a:moveTo>
                  <a:pt x="847725" y="2152650"/>
                </a:moveTo>
                <a:lnTo>
                  <a:pt x="857250" y="2152650"/>
                </a:lnTo>
                <a:lnTo>
                  <a:pt x="857250" y="2162175"/>
                </a:lnTo>
                <a:lnTo>
                  <a:pt x="847725" y="2162175"/>
                </a:lnTo>
                <a:close/>
                <a:moveTo>
                  <a:pt x="1343025" y="2152650"/>
                </a:moveTo>
                <a:lnTo>
                  <a:pt x="1352550" y="2152650"/>
                </a:lnTo>
                <a:lnTo>
                  <a:pt x="1352550" y="2162175"/>
                </a:lnTo>
                <a:lnTo>
                  <a:pt x="1343025" y="2162175"/>
                </a:lnTo>
                <a:close/>
                <a:moveTo>
                  <a:pt x="1704975" y="2152650"/>
                </a:moveTo>
                <a:lnTo>
                  <a:pt x="1714500" y="2152650"/>
                </a:lnTo>
                <a:lnTo>
                  <a:pt x="1714500" y="2162175"/>
                </a:lnTo>
                <a:lnTo>
                  <a:pt x="1704975" y="2162175"/>
                </a:lnTo>
                <a:close/>
                <a:moveTo>
                  <a:pt x="1752600" y="2152650"/>
                </a:moveTo>
                <a:lnTo>
                  <a:pt x="1762125" y="2152650"/>
                </a:lnTo>
                <a:lnTo>
                  <a:pt x="1762125" y="2162175"/>
                </a:lnTo>
                <a:lnTo>
                  <a:pt x="1752600" y="2162175"/>
                </a:lnTo>
                <a:close/>
                <a:moveTo>
                  <a:pt x="390525" y="2162175"/>
                </a:moveTo>
                <a:lnTo>
                  <a:pt x="409575" y="2162175"/>
                </a:lnTo>
                <a:lnTo>
                  <a:pt x="409575" y="2171700"/>
                </a:lnTo>
                <a:lnTo>
                  <a:pt x="390525" y="2171700"/>
                </a:lnTo>
                <a:close/>
                <a:moveTo>
                  <a:pt x="428625" y="2162175"/>
                </a:moveTo>
                <a:lnTo>
                  <a:pt x="438150" y="2162175"/>
                </a:lnTo>
                <a:lnTo>
                  <a:pt x="438150" y="2171700"/>
                </a:lnTo>
                <a:lnTo>
                  <a:pt x="457200" y="2171700"/>
                </a:lnTo>
                <a:lnTo>
                  <a:pt x="457200" y="2181225"/>
                </a:lnTo>
                <a:lnTo>
                  <a:pt x="409575" y="2181225"/>
                </a:lnTo>
                <a:lnTo>
                  <a:pt x="409575" y="2171700"/>
                </a:lnTo>
                <a:lnTo>
                  <a:pt x="428625" y="2171700"/>
                </a:lnTo>
                <a:close/>
                <a:moveTo>
                  <a:pt x="781050" y="2162175"/>
                </a:moveTo>
                <a:lnTo>
                  <a:pt x="790575" y="2162175"/>
                </a:lnTo>
                <a:lnTo>
                  <a:pt x="790575" y="2171700"/>
                </a:lnTo>
                <a:lnTo>
                  <a:pt x="800100" y="2171700"/>
                </a:lnTo>
                <a:lnTo>
                  <a:pt x="800100" y="2181225"/>
                </a:lnTo>
                <a:lnTo>
                  <a:pt x="819150" y="2181225"/>
                </a:lnTo>
                <a:lnTo>
                  <a:pt x="819150" y="2162175"/>
                </a:lnTo>
                <a:lnTo>
                  <a:pt x="828675" y="2162175"/>
                </a:lnTo>
                <a:lnTo>
                  <a:pt x="828675" y="2171700"/>
                </a:lnTo>
                <a:lnTo>
                  <a:pt x="847725" y="2171700"/>
                </a:lnTo>
                <a:lnTo>
                  <a:pt x="847725" y="2190750"/>
                </a:lnTo>
                <a:lnTo>
                  <a:pt x="809625" y="2190750"/>
                </a:lnTo>
                <a:lnTo>
                  <a:pt x="809625" y="2200275"/>
                </a:lnTo>
                <a:lnTo>
                  <a:pt x="819150" y="2200275"/>
                </a:lnTo>
                <a:lnTo>
                  <a:pt x="819150" y="2209800"/>
                </a:lnTo>
                <a:lnTo>
                  <a:pt x="790575" y="2209800"/>
                </a:lnTo>
                <a:lnTo>
                  <a:pt x="790575" y="2200275"/>
                </a:lnTo>
                <a:lnTo>
                  <a:pt x="771525" y="2200275"/>
                </a:lnTo>
                <a:lnTo>
                  <a:pt x="771525" y="2209800"/>
                </a:lnTo>
                <a:lnTo>
                  <a:pt x="762000" y="2209800"/>
                </a:lnTo>
                <a:lnTo>
                  <a:pt x="762000" y="2219325"/>
                </a:lnTo>
                <a:lnTo>
                  <a:pt x="752475" y="2219325"/>
                </a:lnTo>
                <a:lnTo>
                  <a:pt x="752475" y="2228850"/>
                </a:lnTo>
                <a:lnTo>
                  <a:pt x="762000" y="2228850"/>
                </a:lnTo>
                <a:lnTo>
                  <a:pt x="762000" y="2238375"/>
                </a:lnTo>
                <a:lnTo>
                  <a:pt x="752475" y="2238375"/>
                </a:lnTo>
                <a:lnTo>
                  <a:pt x="752475" y="2247900"/>
                </a:lnTo>
                <a:lnTo>
                  <a:pt x="733425" y="2247900"/>
                </a:lnTo>
                <a:lnTo>
                  <a:pt x="733425" y="2181225"/>
                </a:lnTo>
                <a:lnTo>
                  <a:pt x="742950" y="2181225"/>
                </a:lnTo>
                <a:lnTo>
                  <a:pt x="742950" y="2190750"/>
                </a:lnTo>
                <a:lnTo>
                  <a:pt x="752475" y="2190750"/>
                </a:lnTo>
                <a:lnTo>
                  <a:pt x="752475" y="2181225"/>
                </a:lnTo>
                <a:lnTo>
                  <a:pt x="762000" y="2181225"/>
                </a:lnTo>
                <a:lnTo>
                  <a:pt x="762000" y="2171700"/>
                </a:lnTo>
                <a:lnTo>
                  <a:pt x="781050" y="2171700"/>
                </a:lnTo>
                <a:close/>
                <a:moveTo>
                  <a:pt x="1333500" y="2162175"/>
                </a:moveTo>
                <a:lnTo>
                  <a:pt x="1343025" y="2162175"/>
                </a:lnTo>
                <a:lnTo>
                  <a:pt x="1343025" y="2190750"/>
                </a:lnTo>
                <a:lnTo>
                  <a:pt x="1333500" y="2190750"/>
                </a:lnTo>
                <a:close/>
                <a:moveTo>
                  <a:pt x="1733550" y="2162175"/>
                </a:moveTo>
                <a:lnTo>
                  <a:pt x="1752600" y="2162175"/>
                </a:lnTo>
                <a:lnTo>
                  <a:pt x="1752600" y="2171700"/>
                </a:lnTo>
                <a:lnTo>
                  <a:pt x="1762125" y="2171700"/>
                </a:lnTo>
                <a:lnTo>
                  <a:pt x="1762125" y="2190750"/>
                </a:lnTo>
                <a:lnTo>
                  <a:pt x="1752600" y="2190750"/>
                </a:lnTo>
                <a:lnTo>
                  <a:pt x="1752600" y="2181225"/>
                </a:lnTo>
                <a:lnTo>
                  <a:pt x="1743075" y="2181225"/>
                </a:lnTo>
                <a:lnTo>
                  <a:pt x="1743075" y="2171700"/>
                </a:lnTo>
                <a:lnTo>
                  <a:pt x="1733550" y="2171700"/>
                </a:lnTo>
                <a:close/>
                <a:moveTo>
                  <a:pt x="352425" y="2171700"/>
                </a:moveTo>
                <a:lnTo>
                  <a:pt x="390525" y="2171700"/>
                </a:lnTo>
                <a:lnTo>
                  <a:pt x="390525" y="2181225"/>
                </a:lnTo>
                <a:lnTo>
                  <a:pt x="381000" y="2181225"/>
                </a:lnTo>
                <a:lnTo>
                  <a:pt x="381000" y="2190750"/>
                </a:lnTo>
                <a:lnTo>
                  <a:pt x="371475" y="2190750"/>
                </a:lnTo>
                <a:lnTo>
                  <a:pt x="371475" y="2181225"/>
                </a:lnTo>
                <a:lnTo>
                  <a:pt x="361950" y="2181225"/>
                </a:lnTo>
                <a:lnTo>
                  <a:pt x="361950" y="2190750"/>
                </a:lnTo>
                <a:lnTo>
                  <a:pt x="371475" y="2190750"/>
                </a:lnTo>
                <a:lnTo>
                  <a:pt x="371475" y="2200275"/>
                </a:lnTo>
                <a:lnTo>
                  <a:pt x="342900" y="2200275"/>
                </a:lnTo>
                <a:lnTo>
                  <a:pt x="342900" y="2190750"/>
                </a:lnTo>
                <a:lnTo>
                  <a:pt x="352425" y="2190750"/>
                </a:lnTo>
                <a:close/>
                <a:moveTo>
                  <a:pt x="1276350" y="2171700"/>
                </a:moveTo>
                <a:lnTo>
                  <a:pt x="1295400" y="2171700"/>
                </a:lnTo>
                <a:lnTo>
                  <a:pt x="1295400" y="2190750"/>
                </a:lnTo>
                <a:lnTo>
                  <a:pt x="1276350" y="2190750"/>
                </a:lnTo>
                <a:close/>
                <a:moveTo>
                  <a:pt x="1371600" y="2171700"/>
                </a:moveTo>
                <a:lnTo>
                  <a:pt x="1390650" y="2171700"/>
                </a:lnTo>
                <a:lnTo>
                  <a:pt x="1390650" y="2190750"/>
                </a:lnTo>
                <a:lnTo>
                  <a:pt x="1400175" y="2190750"/>
                </a:lnTo>
                <a:lnTo>
                  <a:pt x="1400175" y="2200275"/>
                </a:lnTo>
                <a:lnTo>
                  <a:pt x="1409700" y="2200275"/>
                </a:lnTo>
                <a:lnTo>
                  <a:pt x="1409700" y="2209800"/>
                </a:lnTo>
                <a:lnTo>
                  <a:pt x="1390650" y="2209800"/>
                </a:lnTo>
                <a:lnTo>
                  <a:pt x="1390650" y="2200275"/>
                </a:lnTo>
                <a:lnTo>
                  <a:pt x="1381125" y="2200275"/>
                </a:lnTo>
                <a:lnTo>
                  <a:pt x="1381125" y="2190750"/>
                </a:lnTo>
                <a:lnTo>
                  <a:pt x="1371600" y="2190750"/>
                </a:lnTo>
                <a:close/>
                <a:moveTo>
                  <a:pt x="1428750" y="2171700"/>
                </a:moveTo>
                <a:lnTo>
                  <a:pt x="1438275" y="2171700"/>
                </a:lnTo>
                <a:lnTo>
                  <a:pt x="1438275" y="2181225"/>
                </a:lnTo>
                <a:lnTo>
                  <a:pt x="1428750" y="2181225"/>
                </a:lnTo>
                <a:close/>
                <a:moveTo>
                  <a:pt x="1628775" y="2181225"/>
                </a:moveTo>
                <a:lnTo>
                  <a:pt x="1638300" y="2181225"/>
                </a:lnTo>
                <a:lnTo>
                  <a:pt x="1638300" y="2190750"/>
                </a:lnTo>
                <a:lnTo>
                  <a:pt x="1628775" y="2190750"/>
                </a:lnTo>
                <a:close/>
                <a:moveTo>
                  <a:pt x="600075" y="2190750"/>
                </a:moveTo>
                <a:lnTo>
                  <a:pt x="619125" y="2190750"/>
                </a:lnTo>
                <a:lnTo>
                  <a:pt x="619125" y="2209800"/>
                </a:lnTo>
                <a:lnTo>
                  <a:pt x="600075" y="2209800"/>
                </a:lnTo>
                <a:close/>
                <a:moveTo>
                  <a:pt x="1447800" y="2190750"/>
                </a:moveTo>
                <a:lnTo>
                  <a:pt x="1466850" y="2190750"/>
                </a:lnTo>
                <a:lnTo>
                  <a:pt x="1466850" y="2219325"/>
                </a:lnTo>
                <a:lnTo>
                  <a:pt x="1457325" y="2219325"/>
                </a:lnTo>
                <a:lnTo>
                  <a:pt x="1457325" y="2200275"/>
                </a:lnTo>
                <a:lnTo>
                  <a:pt x="1447800" y="2200275"/>
                </a:lnTo>
                <a:close/>
                <a:moveTo>
                  <a:pt x="276225" y="2200275"/>
                </a:moveTo>
                <a:lnTo>
                  <a:pt x="285750" y="2200275"/>
                </a:lnTo>
                <a:lnTo>
                  <a:pt x="285750" y="2257425"/>
                </a:lnTo>
                <a:lnTo>
                  <a:pt x="266700" y="2257425"/>
                </a:lnTo>
                <a:lnTo>
                  <a:pt x="266700" y="2238375"/>
                </a:lnTo>
                <a:lnTo>
                  <a:pt x="276225" y="2238375"/>
                </a:lnTo>
                <a:close/>
                <a:moveTo>
                  <a:pt x="790575" y="2200275"/>
                </a:moveTo>
                <a:lnTo>
                  <a:pt x="800100" y="2200275"/>
                </a:lnTo>
                <a:lnTo>
                  <a:pt x="800100" y="2190750"/>
                </a:lnTo>
                <a:lnTo>
                  <a:pt x="790575" y="2190750"/>
                </a:lnTo>
                <a:close/>
                <a:moveTo>
                  <a:pt x="1095375" y="2200275"/>
                </a:moveTo>
                <a:lnTo>
                  <a:pt x="1114425" y="2200275"/>
                </a:lnTo>
                <a:lnTo>
                  <a:pt x="1114425" y="2209800"/>
                </a:lnTo>
                <a:lnTo>
                  <a:pt x="1095375" y="2209800"/>
                </a:lnTo>
                <a:close/>
                <a:moveTo>
                  <a:pt x="1333500" y="2200275"/>
                </a:moveTo>
                <a:lnTo>
                  <a:pt x="1343025" y="2200275"/>
                </a:lnTo>
                <a:lnTo>
                  <a:pt x="1343025" y="2209800"/>
                </a:lnTo>
                <a:lnTo>
                  <a:pt x="1333500" y="2209800"/>
                </a:lnTo>
                <a:close/>
                <a:moveTo>
                  <a:pt x="1495425" y="2200275"/>
                </a:moveTo>
                <a:lnTo>
                  <a:pt x="1514475" y="2200275"/>
                </a:lnTo>
                <a:lnTo>
                  <a:pt x="1514475" y="2209800"/>
                </a:lnTo>
                <a:lnTo>
                  <a:pt x="1524000" y="2209800"/>
                </a:lnTo>
                <a:lnTo>
                  <a:pt x="1524000" y="2219325"/>
                </a:lnTo>
                <a:lnTo>
                  <a:pt x="1485900" y="2219325"/>
                </a:lnTo>
                <a:lnTo>
                  <a:pt x="1485900" y="2209800"/>
                </a:lnTo>
                <a:lnTo>
                  <a:pt x="1495425" y="2209800"/>
                </a:lnTo>
                <a:close/>
                <a:moveTo>
                  <a:pt x="695325" y="2209800"/>
                </a:moveTo>
                <a:lnTo>
                  <a:pt x="704850" y="2209800"/>
                </a:lnTo>
                <a:lnTo>
                  <a:pt x="704850" y="2228850"/>
                </a:lnTo>
                <a:lnTo>
                  <a:pt x="695325" y="2228850"/>
                </a:lnTo>
                <a:close/>
                <a:moveTo>
                  <a:pt x="1200150" y="2209800"/>
                </a:moveTo>
                <a:lnTo>
                  <a:pt x="1209675" y="2209800"/>
                </a:lnTo>
                <a:lnTo>
                  <a:pt x="1209675" y="2219325"/>
                </a:lnTo>
                <a:lnTo>
                  <a:pt x="1200150" y="2219325"/>
                </a:lnTo>
                <a:close/>
                <a:moveTo>
                  <a:pt x="1752600" y="2209800"/>
                </a:moveTo>
                <a:lnTo>
                  <a:pt x="1762125" y="2209800"/>
                </a:lnTo>
                <a:lnTo>
                  <a:pt x="1762125" y="2276475"/>
                </a:lnTo>
                <a:lnTo>
                  <a:pt x="1771650" y="2276475"/>
                </a:lnTo>
                <a:lnTo>
                  <a:pt x="1771650" y="2295525"/>
                </a:lnTo>
                <a:lnTo>
                  <a:pt x="1762125" y="2295525"/>
                </a:lnTo>
                <a:lnTo>
                  <a:pt x="1762125" y="2286000"/>
                </a:lnTo>
                <a:lnTo>
                  <a:pt x="1752600" y="2286000"/>
                </a:lnTo>
                <a:lnTo>
                  <a:pt x="1752600" y="2276475"/>
                </a:lnTo>
                <a:lnTo>
                  <a:pt x="1743075" y="2276475"/>
                </a:lnTo>
                <a:lnTo>
                  <a:pt x="1743075" y="2266950"/>
                </a:lnTo>
                <a:lnTo>
                  <a:pt x="1733550" y="2266950"/>
                </a:lnTo>
                <a:lnTo>
                  <a:pt x="1733550" y="2238375"/>
                </a:lnTo>
                <a:lnTo>
                  <a:pt x="1743075" y="2238375"/>
                </a:lnTo>
                <a:lnTo>
                  <a:pt x="1743075" y="2219325"/>
                </a:lnTo>
                <a:lnTo>
                  <a:pt x="1752600" y="2219325"/>
                </a:lnTo>
                <a:close/>
                <a:moveTo>
                  <a:pt x="1323975" y="2219325"/>
                </a:moveTo>
                <a:lnTo>
                  <a:pt x="1352550" y="2219325"/>
                </a:lnTo>
                <a:lnTo>
                  <a:pt x="1352550" y="2228850"/>
                </a:lnTo>
                <a:lnTo>
                  <a:pt x="1323975" y="2228850"/>
                </a:lnTo>
                <a:close/>
                <a:moveTo>
                  <a:pt x="1524000" y="2219325"/>
                </a:moveTo>
                <a:lnTo>
                  <a:pt x="1533525" y="2219325"/>
                </a:lnTo>
                <a:lnTo>
                  <a:pt x="1533525" y="2238375"/>
                </a:lnTo>
                <a:lnTo>
                  <a:pt x="1524000" y="2238375"/>
                </a:lnTo>
                <a:close/>
                <a:moveTo>
                  <a:pt x="1628775" y="2219325"/>
                </a:moveTo>
                <a:lnTo>
                  <a:pt x="1647825" y="2219325"/>
                </a:lnTo>
                <a:lnTo>
                  <a:pt x="1647825" y="2228850"/>
                </a:lnTo>
                <a:lnTo>
                  <a:pt x="1638300" y="2228850"/>
                </a:lnTo>
                <a:lnTo>
                  <a:pt x="1638300" y="2257425"/>
                </a:lnTo>
                <a:lnTo>
                  <a:pt x="1628775" y="2257425"/>
                </a:lnTo>
                <a:lnTo>
                  <a:pt x="1628775" y="2247900"/>
                </a:lnTo>
                <a:lnTo>
                  <a:pt x="1619250" y="2247900"/>
                </a:lnTo>
                <a:lnTo>
                  <a:pt x="1619250" y="2238375"/>
                </a:lnTo>
                <a:lnTo>
                  <a:pt x="1628775" y="2238375"/>
                </a:lnTo>
                <a:close/>
                <a:moveTo>
                  <a:pt x="676275" y="2228850"/>
                </a:moveTo>
                <a:lnTo>
                  <a:pt x="685800" y="2228850"/>
                </a:lnTo>
                <a:lnTo>
                  <a:pt x="685800" y="2238375"/>
                </a:lnTo>
                <a:lnTo>
                  <a:pt x="676275" y="2238375"/>
                </a:lnTo>
                <a:close/>
                <a:moveTo>
                  <a:pt x="1162050" y="2228850"/>
                </a:moveTo>
                <a:lnTo>
                  <a:pt x="1181100" y="2228850"/>
                </a:lnTo>
                <a:lnTo>
                  <a:pt x="1181100" y="2238375"/>
                </a:lnTo>
                <a:lnTo>
                  <a:pt x="1171575" y="2238375"/>
                </a:lnTo>
                <a:lnTo>
                  <a:pt x="1171575" y="2257425"/>
                </a:lnTo>
                <a:lnTo>
                  <a:pt x="1162050" y="2257425"/>
                </a:lnTo>
                <a:close/>
                <a:moveTo>
                  <a:pt x="638175" y="2238375"/>
                </a:moveTo>
                <a:lnTo>
                  <a:pt x="676275" y="2238375"/>
                </a:lnTo>
                <a:lnTo>
                  <a:pt x="676275" y="2247900"/>
                </a:lnTo>
                <a:lnTo>
                  <a:pt x="647700" y="2247900"/>
                </a:lnTo>
                <a:lnTo>
                  <a:pt x="647700" y="2257425"/>
                </a:lnTo>
                <a:lnTo>
                  <a:pt x="628650" y="2257425"/>
                </a:lnTo>
                <a:lnTo>
                  <a:pt x="628650" y="2247900"/>
                </a:lnTo>
                <a:lnTo>
                  <a:pt x="638175" y="2247900"/>
                </a:lnTo>
                <a:close/>
                <a:moveTo>
                  <a:pt x="1409700" y="2238375"/>
                </a:moveTo>
                <a:lnTo>
                  <a:pt x="1419225" y="2238375"/>
                </a:lnTo>
                <a:lnTo>
                  <a:pt x="1419225" y="2247900"/>
                </a:lnTo>
                <a:lnTo>
                  <a:pt x="1409700" y="2247900"/>
                </a:lnTo>
                <a:close/>
                <a:moveTo>
                  <a:pt x="1485900" y="2238375"/>
                </a:moveTo>
                <a:lnTo>
                  <a:pt x="1504950" y="2238375"/>
                </a:lnTo>
                <a:lnTo>
                  <a:pt x="1504950" y="2247900"/>
                </a:lnTo>
                <a:lnTo>
                  <a:pt x="1514475" y="2247900"/>
                </a:lnTo>
                <a:lnTo>
                  <a:pt x="1514475" y="2266950"/>
                </a:lnTo>
                <a:lnTo>
                  <a:pt x="1495425" y="2266950"/>
                </a:lnTo>
                <a:lnTo>
                  <a:pt x="1495425" y="2247900"/>
                </a:lnTo>
                <a:lnTo>
                  <a:pt x="1485900" y="2247900"/>
                </a:lnTo>
                <a:close/>
                <a:moveTo>
                  <a:pt x="676275" y="2247900"/>
                </a:moveTo>
                <a:lnTo>
                  <a:pt x="685800" y="2247900"/>
                </a:lnTo>
                <a:lnTo>
                  <a:pt x="685800" y="2257425"/>
                </a:lnTo>
                <a:lnTo>
                  <a:pt x="676275" y="2257425"/>
                </a:lnTo>
                <a:close/>
                <a:moveTo>
                  <a:pt x="857250" y="2247900"/>
                </a:moveTo>
                <a:lnTo>
                  <a:pt x="866775" y="2247900"/>
                </a:lnTo>
                <a:lnTo>
                  <a:pt x="866775" y="2257425"/>
                </a:lnTo>
                <a:lnTo>
                  <a:pt x="857250" y="2257425"/>
                </a:lnTo>
                <a:close/>
                <a:moveTo>
                  <a:pt x="1295400" y="2247900"/>
                </a:moveTo>
                <a:lnTo>
                  <a:pt x="1314450" y="2247900"/>
                </a:lnTo>
                <a:lnTo>
                  <a:pt x="1314450" y="2257425"/>
                </a:lnTo>
                <a:lnTo>
                  <a:pt x="1295400" y="2257425"/>
                </a:lnTo>
                <a:close/>
                <a:moveTo>
                  <a:pt x="619125" y="2257425"/>
                </a:moveTo>
                <a:lnTo>
                  <a:pt x="628650" y="2257425"/>
                </a:lnTo>
                <a:lnTo>
                  <a:pt x="628650" y="2266950"/>
                </a:lnTo>
                <a:lnTo>
                  <a:pt x="619125" y="2266950"/>
                </a:lnTo>
                <a:close/>
                <a:moveTo>
                  <a:pt x="866775" y="2257425"/>
                </a:moveTo>
                <a:lnTo>
                  <a:pt x="876300" y="2257425"/>
                </a:lnTo>
                <a:lnTo>
                  <a:pt x="876300" y="2266950"/>
                </a:lnTo>
                <a:lnTo>
                  <a:pt x="885825" y="2266950"/>
                </a:lnTo>
                <a:lnTo>
                  <a:pt x="885825" y="2276475"/>
                </a:lnTo>
                <a:lnTo>
                  <a:pt x="866775" y="2276475"/>
                </a:lnTo>
                <a:close/>
                <a:moveTo>
                  <a:pt x="1228725" y="2257425"/>
                </a:moveTo>
                <a:lnTo>
                  <a:pt x="1238250" y="2257425"/>
                </a:lnTo>
                <a:lnTo>
                  <a:pt x="1238250" y="2276475"/>
                </a:lnTo>
                <a:lnTo>
                  <a:pt x="1228725" y="2276475"/>
                </a:lnTo>
                <a:close/>
                <a:moveTo>
                  <a:pt x="1314450" y="2257425"/>
                </a:moveTo>
                <a:lnTo>
                  <a:pt x="1343025" y="2257425"/>
                </a:lnTo>
                <a:lnTo>
                  <a:pt x="1343025" y="2266950"/>
                </a:lnTo>
                <a:lnTo>
                  <a:pt x="1333500" y="2266950"/>
                </a:lnTo>
                <a:lnTo>
                  <a:pt x="1333500" y="2276475"/>
                </a:lnTo>
                <a:lnTo>
                  <a:pt x="1323975" y="2276475"/>
                </a:lnTo>
                <a:lnTo>
                  <a:pt x="1323975" y="2266950"/>
                </a:lnTo>
                <a:lnTo>
                  <a:pt x="1314450" y="2266950"/>
                </a:lnTo>
                <a:close/>
                <a:moveTo>
                  <a:pt x="314325" y="2266950"/>
                </a:moveTo>
                <a:lnTo>
                  <a:pt x="323850" y="2266950"/>
                </a:lnTo>
                <a:lnTo>
                  <a:pt x="323850" y="2286000"/>
                </a:lnTo>
                <a:lnTo>
                  <a:pt x="314325" y="2286000"/>
                </a:lnTo>
                <a:close/>
                <a:moveTo>
                  <a:pt x="428625" y="2266950"/>
                </a:moveTo>
                <a:lnTo>
                  <a:pt x="438150" y="2266950"/>
                </a:lnTo>
                <a:lnTo>
                  <a:pt x="438150" y="2276475"/>
                </a:lnTo>
                <a:lnTo>
                  <a:pt x="428625" y="2276475"/>
                </a:lnTo>
                <a:close/>
                <a:moveTo>
                  <a:pt x="609600" y="2266950"/>
                </a:moveTo>
                <a:lnTo>
                  <a:pt x="619125" y="2266950"/>
                </a:lnTo>
                <a:lnTo>
                  <a:pt x="619125" y="2276475"/>
                </a:lnTo>
                <a:lnTo>
                  <a:pt x="609600" y="2276475"/>
                </a:lnTo>
                <a:close/>
                <a:moveTo>
                  <a:pt x="1600200" y="2266950"/>
                </a:moveTo>
                <a:lnTo>
                  <a:pt x="1609725" y="2266950"/>
                </a:lnTo>
                <a:lnTo>
                  <a:pt x="1609725" y="2276475"/>
                </a:lnTo>
                <a:lnTo>
                  <a:pt x="1600200" y="2276475"/>
                </a:lnTo>
                <a:close/>
                <a:moveTo>
                  <a:pt x="361950" y="2276475"/>
                </a:moveTo>
                <a:lnTo>
                  <a:pt x="381000" y="2276475"/>
                </a:lnTo>
                <a:lnTo>
                  <a:pt x="381000" y="2286000"/>
                </a:lnTo>
                <a:lnTo>
                  <a:pt x="361950" y="2286000"/>
                </a:lnTo>
                <a:close/>
                <a:moveTo>
                  <a:pt x="447675" y="2276475"/>
                </a:moveTo>
                <a:lnTo>
                  <a:pt x="457200" y="2276475"/>
                </a:lnTo>
                <a:lnTo>
                  <a:pt x="457200" y="2286000"/>
                </a:lnTo>
                <a:lnTo>
                  <a:pt x="447675" y="2286000"/>
                </a:lnTo>
                <a:close/>
                <a:moveTo>
                  <a:pt x="1800225" y="2276475"/>
                </a:moveTo>
                <a:lnTo>
                  <a:pt x="1809750" y="2276475"/>
                </a:lnTo>
                <a:lnTo>
                  <a:pt x="1809750" y="2324100"/>
                </a:lnTo>
                <a:lnTo>
                  <a:pt x="1800225" y="2324100"/>
                </a:lnTo>
                <a:close/>
                <a:moveTo>
                  <a:pt x="1247775" y="2286000"/>
                </a:moveTo>
                <a:lnTo>
                  <a:pt x="1257300" y="2286000"/>
                </a:lnTo>
                <a:lnTo>
                  <a:pt x="1257300" y="2295525"/>
                </a:lnTo>
                <a:lnTo>
                  <a:pt x="1266825" y="2295525"/>
                </a:lnTo>
                <a:lnTo>
                  <a:pt x="1266825" y="2305050"/>
                </a:lnTo>
                <a:lnTo>
                  <a:pt x="1247775" y="2305050"/>
                </a:lnTo>
                <a:close/>
                <a:moveTo>
                  <a:pt x="1600200" y="2286000"/>
                </a:moveTo>
                <a:lnTo>
                  <a:pt x="1609725" y="2286000"/>
                </a:lnTo>
                <a:lnTo>
                  <a:pt x="1609725" y="2295525"/>
                </a:lnTo>
                <a:lnTo>
                  <a:pt x="1600200" y="2295525"/>
                </a:lnTo>
                <a:close/>
                <a:moveTo>
                  <a:pt x="1657350" y="2286000"/>
                </a:moveTo>
                <a:lnTo>
                  <a:pt x="1666875" y="2286000"/>
                </a:lnTo>
                <a:lnTo>
                  <a:pt x="1666875" y="2295525"/>
                </a:lnTo>
                <a:lnTo>
                  <a:pt x="1657350" y="2295525"/>
                </a:lnTo>
                <a:close/>
                <a:moveTo>
                  <a:pt x="1571625" y="2295525"/>
                </a:moveTo>
                <a:lnTo>
                  <a:pt x="1590675" y="2295525"/>
                </a:lnTo>
                <a:lnTo>
                  <a:pt x="1590675" y="2314575"/>
                </a:lnTo>
                <a:lnTo>
                  <a:pt x="1571625" y="2314575"/>
                </a:lnTo>
                <a:close/>
                <a:moveTo>
                  <a:pt x="1695450" y="2295525"/>
                </a:moveTo>
                <a:lnTo>
                  <a:pt x="1714500" y="2295525"/>
                </a:lnTo>
                <a:lnTo>
                  <a:pt x="1714500" y="2305050"/>
                </a:lnTo>
                <a:lnTo>
                  <a:pt x="1733550" y="2305050"/>
                </a:lnTo>
                <a:lnTo>
                  <a:pt x="1733550" y="2314575"/>
                </a:lnTo>
                <a:lnTo>
                  <a:pt x="1704975" y="2314575"/>
                </a:lnTo>
                <a:lnTo>
                  <a:pt x="1704975" y="2305050"/>
                </a:lnTo>
                <a:lnTo>
                  <a:pt x="1695450" y="2305050"/>
                </a:lnTo>
                <a:close/>
                <a:moveTo>
                  <a:pt x="1781175" y="2295525"/>
                </a:moveTo>
                <a:lnTo>
                  <a:pt x="1790700" y="2295525"/>
                </a:lnTo>
                <a:lnTo>
                  <a:pt x="1790700" y="2314575"/>
                </a:lnTo>
                <a:lnTo>
                  <a:pt x="1781175" y="2314575"/>
                </a:lnTo>
                <a:close/>
                <a:moveTo>
                  <a:pt x="723900" y="2305050"/>
                </a:moveTo>
                <a:lnTo>
                  <a:pt x="733425" y="2305050"/>
                </a:lnTo>
                <a:lnTo>
                  <a:pt x="733425" y="2314575"/>
                </a:lnTo>
                <a:lnTo>
                  <a:pt x="723900" y="2314575"/>
                </a:lnTo>
                <a:close/>
                <a:moveTo>
                  <a:pt x="1257300" y="2314575"/>
                </a:moveTo>
                <a:lnTo>
                  <a:pt x="1266825" y="2314575"/>
                </a:lnTo>
                <a:lnTo>
                  <a:pt x="1266825" y="2333625"/>
                </a:lnTo>
                <a:lnTo>
                  <a:pt x="1238250" y="2333625"/>
                </a:lnTo>
                <a:lnTo>
                  <a:pt x="1238250" y="2343150"/>
                </a:lnTo>
                <a:lnTo>
                  <a:pt x="1219200" y="2343150"/>
                </a:lnTo>
                <a:lnTo>
                  <a:pt x="1219200" y="2333625"/>
                </a:lnTo>
                <a:lnTo>
                  <a:pt x="1228725" y="2333625"/>
                </a:lnTo>
                <a:lnTo>
                  <a:pt x="1228725" y="2324100"/>
                </a:lnTo>
                <a:lnTo>
                  <a:pt x="1257300" y="2324100"/>
                </a:lnTo>
                <a:close/>
                <a:moveTo>
                  <a:pt x="1323975" y="2314575"/>
                </a:moveTo>
                <a:lnTo>
                  <a:pt x="1333500" y="2314575"/>
                </a:lnTo>
                <a:lnTo>
                  <a:pt x="1333500" y="2333625"/>
                </a:lnTo>
                <a:lnTo>
                  <a:pt x="1323975" y="2333625"/>
                </a:lnTo>
                <a:close/>
                <a:moveTo>
                  <a:pt x="1733550" y="2314575"/>
                </a:moveTo>
                <a:lnTo>
                  <a:pt x="1743075" y="2314575"/>
                </a:lnTo>
                <a:lnTo>
                  <a:pt x="1743075" y="2324100"/>
                </a:lnTo>
                <a:lnTo>
                  <a:pt x="1733550" y="2324100"/>
                </a:lnTo>
                <a:close/>
                <a:moveTo>
                  <a:pt x="552450" y="2324100"/>
                </a:moveTo>
                <a:lnTo>
                  <a:pt x="571500" y="2324100"/>
                </a:lnTo>
                <a:lnTo>
                  <a:pt x="571500" y="2343150"/>
                </a:lnTo>
                <a:lnTo>
                  <a:pt x="561975" y="2343150"/>
                </a:lnTo>
                <a:lnTo>
                  <a:pt x="561975" y="2352675"/>
                </a:lnTo>
                <a:lnTo>
                  <a:pt x="542925" y="2352675"/>
                </a:lnTo>
                <a:lnTo>
                  <a:pt x="542925" y="2333625"/>
                </a:lnTo>
                <a:lnTo>
                  <a:pt x="552450" y="2333625"/>
                </a:lnTo>
                <a:close/>
                <a:moveTo>
                  <a:pt x="828675" y="2324100"/>
                </a:moveTo>
                <a:lnTo>
                  <a:pt x="838200" y="2324100"/>
                </a:lnTo>
                <a:lnTo>
                  <a:pt x="838200" y="2333625"/>
                </a:lnTo>
                <a:lnTo>
                  <a:pt x="828675" y="2333625"/>
                </a:lnTo>
                <a:close/>
                <a:moveTo>
                  <a:pt x="1743075" y="2324100"/>
                </a:moveTo>
                <a:lnTo>
                  <a:pt x="1752600" y="2324100"/>
                </a:lnTo>
                <a:lnTo>
                  <a:pt x="1752600" y="2333625"/>
                </a:lnTo>
                <a:lnTo>
                  <a:pt x="1743075" y="2333625"/>
                </a:lnTo>
                <a:close/>
                <a:moveTo>
                  <a:pt x="1771650" y="2324100"/>
                </a:moveTo>
                <a:lnTo>
                  <a:pt x="1790700" y="2324100"/>
                </a:lnTo>
                <a:lnTo>
                  <a:pt x="1790700" y="2343150"/>
                </a:lnTo>
                <a:lnTo>
                  <a:pt x="1781175" y="2343150"/>
                </a:lnTo>
                <a:lnTo>
                  <a:pt x="1781175" y="2362200"/>
                </a:lnTo>
                <a:lnTo>
                  <a:pt x="1790700" y="2362200"/>
                </a:lnTo>
                <a:lnTo>
                  <a:pt x="1790700" y="2381250"/>
                </a:lnTo>
                <a:lnTo>
                  <a:pt x="1781175" y="2381250"/>
                </a:lnTo>
                <a:lnTo>
                  <a:pt x="1781175" y="2400300"/>
                </a:lnTo>
                <a:lnTo>
                  <a:pt x="1800225" y="2400300"/>
                </a:lnTo>
                <a:lnTo>
                  <a:pt x="1800225" y="2390775"/>
                </a:lnTo>
                <a:lnTo>
                  <a:pt x="1809750" y="2390775"/>
                </a:lnTo>
                <a:lnTo>
                  <a:pt x="1809750" y="2400300"/>
                </a:lnTo>
                <a:lnTo>
                  <a:pt x="1800225" y="2400300"/>
                </a:lnTo>
                <a:lnTo>
                  <a:pt x="1800225" y="2428875"/>
                </a:lnTo>
                <a:lnTo>
                  <a:pt x="1790700" y="2428875"/>
                </a:lnTo>
                <a:lnTo>
                  <a:pt x="1790700" y="2438400"/>
                </a:lnTo>
                <a:lnTo>
                  <a:pt x="1800225" y="2438400"/>
                </a:lnTo>
                <a:lnTo>
                  <a:pt x="1800225" y="2428875"/>
                </a:lnTo>
                <a:lnTo>
                  <a:pt x="1809750" y="2428875"/>
                </a:lnTo>
                <a:lnTo>
                  <a:pt x="1809750" y="2438400"/>
                </a:lnTo>
                <a:lnTo>
                  <a:pt x="1819275" y="2438400"/>
                </a:lnTo>
                <a:lnTo>
                  <a:pt x="1819275" y="2447925"/>
                </a:lnTo>
                <a:lnTo>
                  <a:pt x="1809750" y="2447925"/>
                </a:lnTo>
                <a:lnTo>
                  <a:pt x="1809750" y="2476500"/>
                </a:lnTo>
                <a:lnTo>
                  <a:pt x="1800225" y="2476500"/>
                </a:lnTo>
                <a:lnTo>
                  <a:pt x="1800225" y="2505075"/>
                </a:lnTo>
                <a:lnTo>
                  <a:pt x="1809750" y="2505075"/>
                </a:lnTo>
                <a:lnTo>
                  <a:pt x="1809750" y="2514600"/>
                </a:lnTo>
                <a:lnTo>
                  <a:pt x="1790700" y="2514600"/>
                </a:lnTo>
                <a:lnTo>
                  <a:pt x="1790700" y="2457450"/>
                </a:lnTo>
                <a:lnTo>
                  <a:pt x="1781175" y="2457450"/>
                </a:lnTo>
                <a:lnTo>
                  <a:pt x="1781175" y="2476500"/>
                </a:lnTo>
                <a:lnTo>
                  <a:pt x="1771650" y="2476500"/>
                </a:lnTo>
                <a:lnTo>
                  <a:pt x="1771650" y="2438400"/>
                </a:lnTo>
                <a:lnTo>
                  <a:pt x="1762125" y="2438400"/>
                </a:lnTo>
                <a:lnTo>
                  <a:pt x="1762125" y="2371725"/>
                </a:lnTo>
                <a:lnTo>
                  <a:pt x="1771650" y="2371725"/>
                </a:lnTo>
                <a:lnTo>
                  <a:pt x="1771650" y="2362200"/>
                </a:lnTo>
                <a:lnTo>
                  <a:pt x="1762125" y="2362200"/>
                </a:lnTo>
                <a:lnTo>
                  <a:pt x="1762125" y="2343150"/>
                </a:lnTo>
                <a:lnTo>
                  <a:pt x="1752600" y="2343150"/>
                </a:lnTo>
                <a:lnTo>
                  <a:pt x="1752600" y="2333625"/>
                </a:lnTo>
                <a:lnTo>
                  <a:pt x="1771650" y="2333625"/>
                </a:lnTo>
                <a:close/>
                <a:moveTo>
                  <a:pt x="733425" y="2333625"/>
                </a:moveTo>
                <a:lnTo>
                  <a:pt x="742950" y="2333625"/>
                </a:lnTo>
                <a:lnTo>
                  <a:pt x="742950" y="2352675"/>
                </a:lnTo>
                <a:lnTo>
                  <a:pt x="762000" y="2352675"/>
                </a:lnTo>
                <a:lnTo>
                  <a:pt x="762000" y="2362200"/>
                </a:lnTo>
                <a:lnTo>
                  <a:pt x="733425" y="2362200"/>
                </a:lnTo>
                <a:close/>
                <a:moveTo>
                  <a:pt x="914400" y="2333625"/>
                </a:moveTo>
                <a:lnTo>
                  <a:pt x="942975" y="2333625"/>
                </a:lnTo>
                <a:lnTo>
                  <a:pt x="942975" y="2343150"/>
                </a:lnTo>
                <a:lnTo>
                  <a:pt x="914400" y="2343150"/>
                </a:lnTo>
                <a:close/>
                <a:moveTo>
                  <a:pt x="990600" y="2333625"/>
                </a:moveTo>
                <a:lnTo>
                  <a:pt x="1000125" y="2333625"/>
                </a:lnTo>
                <a:lnTo>
                  <a:pt x="1000125" y="2343150"/>
                </a:lnTo>
                <a:lnTo>
                  <a:pt x="990600" y="2343150"/>
                </a:lnTo>
                <a:close/>
                <a:moveTo>
                  <a:pt x="371475" y="2343150"/>
                </a:moveTo>
                <a:lnTo>
                  <a:pt x="381000" y="2343150"/>
                </a:lnTo>
                <a:lnTo>
                  <a:pt x="381000" y="2352675"/>
                </a:lnTo>
                <a:lnTo>
                  <a:pt x="371475" y="2352675"/>
                </a:lnTo>
                <a:close/>
                <a:moveTo>
                  <a:pt x="495300" y="2343150"/>
                </a:moveTo>
                <a:lnTo>
                  <a:pt x="504825" y="2343150"/>
                </a:lnTo>
                <a:lnTo>
                  <a:pt x="504825" y="2362200"/>
                </a:lnTo>
                <a:lnTo>
                  <a:pt x="514350" y="2362200"/>
                </a:lnTo>
                <a:lnTo>
                  <a:pt x="514350" y="2343150"/>
                </a:lnTo>
                <a:lnTo>
                  <a:pt x="533400" y="2343150"/>
                </a:lnTo>
                <a:lnTo>
                  <a:pt x="533400" y="2362200"/>
                </a:lnTo>
                <a:lnTo>
                  <a:pt x="552450" y="2362200"/>
                </a:lnTo>
                <a:lnTo>
                  <a:pt x="552450" y="2371725"/>
                </a:lnTo>
                <a:lnTo>
                  <a:pt x="533400" y="2371725"/>
                </a:lnTo>
                <a:lnTo>
                  <a:pt x="533400" y="2381250"/>
                </a:lnTo>
                <a:lnTo>
                  <a:pt x="495300" y="2381250"/>
                </a:lnTo>
                <a:lnTo>
                  <a:pt x="495300" y="2371725"/>
                </a:lnTo>
                <a:lnTo>
                  <a:pt x="485775" y="2371725"/>
                </a:lnTo>
                <a:lnTo>
                  <a:pt x="485775" y="2362200"/>
                </a:lnTo>
                <a:lnTo>
                  <a:pt x="495300" y="2362200"/>
                </a:lnTo>
                <a:close/>
                <a:moveTo>
                  <a:pt x="819150" y="2343150"/>
                </a:moveTo>
                <a:lnTo>
                  <a:pt x="847725" y="2343150"/>
                </a:lnTo>
                <a:lnTo>
                  <a:pt x="847725" y="2352675"/>
                </a:lnTo>
                <a:lnTo>
                  <a:pt x="819150" y="2352675"/>
                </a:lnTo>
                <a:close/>
                <a:moveTo>
                  <a:pt x="904875" y="2343150"/>
                </a:moveTo>
                <a:lnTo>
                  <a:pt x="914400" y="2343150"/>
                </a:lnTo>
                <a:lnTo>
                  <a:pt x="914400" y="2352675"/>
                </a:lnTo>
                <a:lnTo>
                  <a:pt x="904875" y="2352675"/>
                </a:lnTo>
                <a:close/>
                <a:moveTo>
                  <a:pt x="952500" y="2343150"/>
                </a:moveTo>
                <a:lnTo>
                  <a:pt x="971550" y="2343150"/>
                </a:lnTo>
                <a:lnTo>
                  <a:pt x="971550" y="2352675"/>
                </a:lnTo>
                <a:lnTo>
                  <a:pt x="952500" y="2352675"/>
                </a:lnTo>
                <a:close/>
                <a:moveTo>
                  <a:pt x="1095375" y="2343150"/>
                </a:moveTo>
                <a:lnTo>
                  <a:pt x="1114425" y="2343150"/>
                </a:lnTo>
                <a:lnTo>
                  <a:pt x="1114425" y="2352675"/>
                </a:lnTo>
                <a:lnTo>
                  <a:pt x="1143000" y="2352675"/>
                </a:lnTo>
                <a:lnTo>
                  <a:pt x="1143000" y="2371725"/>
                </a:lnTo>
                <a:lnTo>
                  <a:pt x="1123950" y="2371725"/>
                </a:lnTo>
                <a:lnTo>
                  <a:pt x="1123950" y="2381250"/>
                </a:lnTo>
                <a:lnTo>
                  <a:pt x="1114425" y="2381250"/>
                </a:lnTo>
                <a:lnTo>
                  <a:pt x="1114425" y="2371725"/>
                </a:lnTo>
                <a:lnTo>
                  <a:pt x="1104900" y="2371725"/>
                </a:lnTo>
                <a:lnTo>
                  <a:pt x="1104900" y="2362200"/>
                </a:lnTo>
                <a:lnTo>
                  <a:pt x="1076325" y="2362200"/>
                </a:lnTo>
                <a:lnTo>
                  <a:pt x="1076325" y="2352675"/>
                </a:lnTo>
                <a:lnTo>
                  <a:pt x="1095375" y="2352675"/>
                </a:lnTo>
                <a:close/>
                <a:moveTo>
                  <a:pt x="1162050" y="2343150"/>
                </a:moveTo>
                <a:lnTo>
                  <a:pt x="1181100" y="2343150"/>
                </a:lnTo>
                <a:lnTo>
                  <a:pt x="1181100" y="2352675"/>
                </a:lnTo>
                <a:lnTo>
                  <a:pt x="1200150" y="2352675"/>
                </a:lnTo>
                <a:lnTo>
                  <a:pt x="1200150" y="2362200"/>
                </a:lnTo>
                <a:lnTo>
                  <a:pt x="1181100" y="2362200"/>
                </a:lnTo>
                <a:lnTo>
                  <a:pt x="1181100" y="2371725"/>
                </a:lnTo>
                <a:lnTo>
                  <a:pt x="1171575" y="2371725"/>
                </a:lnTo>
                <a:lnTo>
                  <a:pt x="1171575" y="2362200"/>
                </a:lnTo>
                <a:lnTo>
                  <a:pt x="1162050" y="2362200"/>
                </a:lnTo>
                <a:close/>
                <a:moveTo>
                  <a:pt x="647700" y="2352675"/>
                </a:moveTo>
                <a:lnTo>
                  <a:pt x="666750" y="2352675"/>
                </a:lnTo>
                <a:lnTo>
                  <a:pt x="666750" y="2362200"/>
                </a:lnTo>
                <a:lnTo>
                  <a:pt x="647700" y="2362200"/>
                </a:lnTo>
                <a:close/>
                <a:moveTo>
                  <a:pt x="847725" y="2352675"/>
                </a:moveTo>
                <a:lnTo>
                  <a:pt x="866775" y="2352675"/>
                </a:lnTo>
                <a:lnTo>
                  <a:pt x="866775" y="2362200"/>
                </a:lnTo>
                <a:lnTo>
                  <a:pt x="847725" y="2362200"/>
                </a:lnTo>
                <a:close/>
                <a:moveTo>
                  <a:pt x="419100" y="2362200"/>
                </a:moveTo>
                <a:lnTo>
                  <a:pt x="466725" y="2362200"/>
                </a:lnTo>
                <a:lnTo>
                  <a:pt x="466725" y="2381250"/>
                </a:lnTo>
                <a:lnTo>
                  <a:pt x="485775" y="2381250"/>
                </a:lnTo>
                <a:lnTo>
                  <a:pt x="485775" y="2390775"/>
                </a:lnTo>
                <a:lnTo>
                  <a:pt x="400050" y="2390775"/>
                </a:lnTo>
                <a:lnTo>
                  <a:pt x="400050" y="2381250"/>
                </a:lnTo>
                <a:lnTo>
                  <a:pt x="419100" y="2381250"/>
                </a:lnTo>
                <a:close/>
                <a:moveTo>
                  <a:pt x="628650" y="2362200"/>
                </a:moveTo>
                <a:lnTo>
                  <a:pt x="647700" y="2362200"/>
                </a:lnTo>
                <a:lnTo>
                  <a:pt x="647700" y="2371725"/>
                </a:lnTo>
                <a:lnTo>
                  <a:pt x="628650" y="2371725"/>
                </a:lnTo>
                <a:close/>
                <a:moveTo>
                  <a:pt x="666750" y="2362200"/>
                </a:moveTo>
                <a:lnTo>
                  <a:pt x="704850" y="2362200"/>
                </a:lnTo>
                <a:lnTo>
                  <a:pt x="704850" y="2371725"/>
                </a:lnTo>
                <a:lnTo>
                  <a:pt x="666750" y="2371725"/>
                </a:lnTo>
                <a:close/>
                <a:moveTo>
                  <a:pt x="723900" y="2362200"/>
                </a:moveTo>
                <a:lnTo>
                  <a:pt x="733425" y="2362200"/>
                </a:lnTo>
                <a:lnTo>
                  <a:pt x="733425" y="2371725"/>
                </a:lnTo>
                <a:lnTo>
                  <a:pt x="723900" y="2371725"/>
                </a:lnTo>
                <a:close/>
                <a:moveTo>
                  <a:pt x="1028700" y="2362200"/>
                </a:moveTo>
                <a:lnTo>
                  <a:pt x="1066800" y="2362200"/>
                </a:lnTo>
                <a:lnTo>
                  <a:pt x="1066800" y="2371725"/>
                </a:lnTo>
                <a:lnTo>
                  <a:pt x="1057275" y="2371725"/>
                </a:lnTo>
                <a:lnTo>
                  <a:pt x="1057275" y="2381250"/>
                </a:lnTo>
                <a:lnTo>
                  <a:pt x="1066800" y="2381250"/>
                </a:lnTo>
                <a:lnTo>
                  <a:pt x="1066800" y="2400300"/>
                </a:lnTo>
                <a:lnTo>
                  <a:pt x="1047750" y="2400300"/>
                </a:lnTo>
                <a:lnTo>
                  <a:pt x="1047750" y="2390775"/>
                </a:lnTo>
                <a:lnTo>
                  <a:pt x="1028700" y="2390775"/>
                </a:lnTo>
                <a:close/>
                <a:moveTo>
                  <a:pt x="1800225" y="2362200"/>
                </a:moveTo>
                <a:lnTo>
                  <a:pt x="1809750" y="2362200"/>
                </a:lnTo>
                <a:lnTo>
                  <a:pt x="1809750" y="2381250"/>
                </a:lnTo>
                <a:lnTo>
                  <a:pt x="1800225" y="2381250"/>
                </a:lnTo>
                <a:close/>
                <a:moveTo>
                  <a:pt x="285750" y="2371725"/>
                </a:moveTo>
                <a:lnTo>
                  <a:pt x="295275" y="2371725"/>
                </a:lnTo>
                <a:lnTo>
                  <a:pt x="295275" y="2381250"/>
                </a:lnTo>
                <a:lnTo>
                  <a:pt x="304800" y="2381250"/>
                </a:lnTo>
                <a:lnTo>
                  <a:pt x="304800" y="2390775"/>
                </a:lnTo>
                <a:lnTo>
                  <a:pt x="285750" y="2390775"/>
                </a:lnTo>
                <a:close/>
                <a:moveTo>
                  <a:pt x="571500" y="2371725"/>
                </a:moveTo>
                <a:lnTo>
                  <a:pt x="590550" y="2371725"/>
                </a:lnTo>
                <a:lnTo>
                  <a:pt x="590550" y="2381250"/>
                </a:lnTo>
                <a:lnTo>
                  <a:pt x="571500" y="2381250"/>
                </a:lnTo>
                <a:close/>
                <a:moveTo>
                  <a:pt x="600075" y="2371725"/>
                </a:moveTo>
                <a:lnTo>
                  <a:pt x="619125" y="2371725"/>
                </a:lnTo>
                <a:lnTo>
                  <a:pt x="619125" y="2381250"/>
                </a:lnTo>
                <a:lnTo>
                  <a:pt x="600075" y="2381250"/>
                </a:lnTo>
                <a:close/>
                <a:moveTo>
                  <a:pt x="857250" y="2371725"/>
                </a:moveTo>
                <a:lnTo>
                  <a:pt x="866775" y="2371725"/>
                </a:lnTo>
                <a:lnTo>
                  <a:pt x="866775" y="2381250"/>
                </a:lnTo>
                <a:lnTo>
                  <a:pt x="857250" y="2381250"/>
                </a:lnTo>
                <a:close/>
                <a:moveTo>
                  <a:pt x="895350" y="2371725"/>
                </a:moveTo>
                <a:lnTo>
                  <a:pt x="904875" y="2371725"/>
                </a:lnTo>
                <a:lnTo>
                  <a:pt x="904875" y="2381250"/>
                </a:lnTo>
                <a:lnTo>
                  <a:pt x="895350" y="2381250"/>
                </a:lnTo>
                <a:close/>
                <a:moveTo>
                  <a:pt x="733425" y="2381250"/>
                </a:moveTo>
                <a:lnTo>
                  <a:pt x="752475" y="2381250"/>
                </a:lnTo>
                <a:lnTo>
                  <a:pt x="752475" y="2390775"/>
                </a:lnTo>
                <a:lnTo>
                  <a:pt x="733425" y="2390775"/>
                </a:lnTo>
                <a:close/>
                <a:moveTo>
                  <a:pt x="1171575" y="2381250"/>
                </a:moveTo>
                <a:lnTo>
                  <a:pt x="1181100" y="2381250"/>
                </a:lnTo>
                <a:lnTo>
                  <a:pt x="1181100" y="2390775"/>
                </a:lnTo>
                <a:lnTo>
                  <a:pt x="1190625" y="2390775"/>
                </a:lnTo>
                <a:lnTo>
                  <a:pt x="1190625" y="2381250"/>
                </a:lnTo>
                <a:lnTo>
                  <a:pt x="1200150" y="2381250"/>
                </a:lnTo>
                <a:lnTo>
                  <a:pt x="1200150" y="2476500"/>
                </a:lnTo>
                <a:lnTo>
                  <a:pt x="1190625" y="2476500"/>
                </a:lnTo>
                <a:lnTo>
                  <a:pt x="1190625" y="2457450"/>
                </a:lnTo>
                <a:lnTo>
                  <a:pt x="1181100" y="2457450"/>
                </a:lnTo>
                <a:lnTo>
                  <a:pt x="1181100" y="2447925"/>
                </a:lnTo>
                <a:lnTo>
                  <a:pt x="1190625" y="2447925"/>
                </a:lnTo>
                <a:lnTo>
                  <a:pt x="1190625" y="2419350"/>
                </a:lnTo>
                <a:lnTo>
                  <a:pt x="1181100" y="2419350"/>
                </a:lnTo>
                <a:lnTo>
                  <a:pt x="1181100" y="2400300"/>
                </a:lnTo>
                <a:lnTo>
                  <a:pt x="1171575" y="2400300"/>
                </a:lnTo>
                <a:close/>
                <a:moveTo>
                  <a:pt x="619125" y="2390775"/>
                </a:moveTo>
                <a:lnTo>
                  <a:pt x="638175" y="2390775"/>
                </a:lnTo>
                <a:lnTo>
                  <a:pt x="638175" y="2400300"/>
                </a:lnTo>
                <a:lnTo>
                  <a:pt x="619125" y="2400300"/>
                </a:lnTo>
                <a:close/>
                <a:moveTo>
                  <a:pt x="1095375" y="2390775"/>
                </a:moveTo>
                <a:lnTo>
                  <a:pt x="1114425" y="2390775"/>
                </a:lnTo>
                <a:lnTo>
                  <a:pt x="1114425" y="2400300"/>
                </a:lnTo>
                <a:lnTo>
                  <a:pt x="1104900" y="2400300"/>
                </a:lnTo>
                <a:lnTo>
                  <a:pt x="1104900" y="2409825"/>
                </a:lnTo>
                <a:lnTo>
                  <a:pt x="1114425" y="2409825"/>
                </a:lnTo>
                <a:lnTo>
                  <a:pt x="1114425" y="2419350"/>
                </a:lnTo>
                <a:lnTo>
                  <a:pt x="1104900" y="2419350"/>
                </a:lnTo>
                <a:lnTo>
                  <a:pt x="1104900" y="2428875"/>
                </a:lnTo>
                <a:lnTo>
                  <a:pt x="1114425" y="2428875"/>
                </a:lnTo>
                <a:lnTo>
                  <a:pt x="1114425" y="2447925"/>
                </a:lnTo>
                <a:lnTo>
                  <a:pt x="1104900" y="2447925"/>
                </a:lnTo>
                <a:lnTo>
                  <a:pt x="1104900" y="2466975"/>
                </a:lnTo>
                <a:lnTo>
                  <a:pt x="1114425" y="2466975"/>
                </a:lnTo>
                <a:lnTo>
                  <a:pt x="1114425" y="2457450"/>
                </a:lnTo>
                <a:lnTo>
                  <a:pt x="1123950" y="2457450"/>
                </a:lnTo>
                <a:lnTo>
                  <a:pt x="1123950" y="2466975"/>
                </a:lnTo>
                <a:lnTo>
                  <a:pt x="1133475" y="2466975"/>
                </a:lnTo>
                <a:lnTo>
                  <a:pt x="1133475" y="2476500"/>
                </a:lnTo>
                <a:lnTo>
                  <a:pt x="1085850" y="2476500"/>
                </a:lnTo>
                <a:lnTo>
                  <a:pt x="1085850" y="2486025"/>
                </a:lnTo>
                <a:lnTo>
                  <a:pt x="1076325" y="2486025"/>
                </a:lnTo>
                <a:lnTo>
                  <a:pt x="1076325" y="2476500"/>
                </a:lnTo>
                <a:lnTo>
                  <a:pt x="1057275" y="2476500"/>
                </a:lnTo>
                <a:lnTo>
                  <a:pt x="1057275" y="2486025"/>
                </a:lnTo>
                <a:lnTo>
                  <a:pt x="1038225" y="2486025"/>
                </a:lnTo>
                <a:lnTo>
                  <a:pt x="1038225" y="2495550"/>
                </a:lnTo>
                <a:lnTo>
                  <a:pt x="990600" y="2495550"/>
                </a:lnTo>
                <a:lnTo>
                  <a:pt x="990600" y="2505075"/>
                </a:lnTo>
                <a:lnTo>
                  <a:pt x="971550" y="2505075"/>
                </a:lnTo>
                <a:lnTo>
                  <a:pt x="971550" y="2495550"/>
                </a:lnTo>
                <a:lnTo>
                  <a:pt x="962025" y="2495550"/>
                </a:lnTo>
                <a:lnTo>
                  <a:pt x="962025" y="2486025"/>
                </a:lnTo>
                <a:lnTo>
                  <a:pt x="971550" y="2486025"/>
                </a:lnTo>
                <a:lnTo>
                  <a:pt x="971550" y="2476500"/>
                </a:lnTo>
                <a:lnTo>
                  <a:pt x="990600" y="2476500"/>
                </a:lnTo>
                <a:lnTo>
                  <a:pt x="990600" y="2466975"/>
                </a:lnTo>
                <a:lnTo>
                  <a:pt x="1009650" y="2466975"/>
                </a:lnTo>
                <a:lnTo>
                  <a:pt x="1009650" y="2457450"/>
                </a:lnTo>
                <a:lnTo>
                  <a:pt x="981075" y="2457450"/>
                </a:lnTo>
                <a:lnTo>
                  <a:pt x="981075" y="2447925"/>
                </a:lnTo>
                <a:lnTo>
                  <a:pt x="971550" y="2447925"/>
                </a:lnTo>
                <a:lnTo>
                  <a:pt x="971550" y="2438400"/>
                </a:lnTo>
                <a:lnTo>
                  <a:pt x="962025" y="2438400"/>
                </a:lnTo>
                <a:lnTo>
                  <a:pt x="962025" y="2447925"/>
                </a:lnTo>
                <a:lnTo>
                  <a:pt x="942975" y="2447925"/>
                </a:lnTo>
                <a:lnTo>
                  <a:pt x="942975" y="2438400"/>
                </a:lnTo>
                <a:lnTo>
                  <a:pt x="933450" y="2438400"/>
                </a:lnTo>
                <a:lnTo>
                  <a:pt x="933450" y="2428875"/>
                </a:lnTo>
                <a:lnTo>
                  <a:pt x="914400" y="2428875"/>
                </a:lnTo>
                <a:lnTo>
                  <a:pt x="914400" y="2419350"/>
                </a:lnTo>
                <a:lnTo>
                  <a:pt x="923925" y="2419350"/>
                </a:lnTo>
                <a:lnTo>
                  <a:pt x="923925" y="2400300"/>
                </a:lnTo>
                <a:lnTo>
                  <a:pt x="942975" y="2400300"/>
                </a:lnTo>
                <a:lnTo>
                  <a:pt x="942975" y="2409825"/>
                </a:lnTo>
                <a:lnTo>
                  <a:pt x="952500" y="2409825"/>
                </a:lnTo>
                <a:lnTo>
                  <a:pt x="952500" y="2419350"/>
                </a:lnTo>
                <a:lnTo>
                  <a:pt x="990600" y="2419350"/>
                </a:lnTo>
                <a:lnTo>
                  <a:pt x="990600" y="2400300"/>
                </a:lnTo>
                <a:lnTo>
                  <a:pt x="1019175" y="2400300"/>
                </a:lnTo>
                <a:lnTo>
                  <a:pt x="1019175" y="2409825"/>
                </a:lnTo>
                <a:lnTo>
                  <a:pt x="1009650" y="2409825"/>
                </a:lnTo>
                <a:lnTo>
                  <a:pt x="1009650" y="2428875"/>
                </a:lnTo>
                <a:lnTo>
                  <a:pt x="1000125" y="2428875"/>
                </a:lnTo>
                <a:lnTo>
                  <a:pt x="1000125" y="2438400"/>
                </a:lnTo>
                <a:lnTo>
                  <a:pt x="1009650" y="2438400"/>
                </a:lnTo>
                <a:lnTo>
                  <a:pt x="1009650" y="2447925"/>
                </a:lnTo>
                <a:lnTo>
                  <a:pt x="1019175" y="2447925"/>
                </a:lnTo>
                <a:lnTo>
                  <a:pt x="1019175" y="2438400"/>
                </a:lnTo>
                <a:lnTo>
                  <a:pt x="1028700" y="2438400"/>
                </a:lnTo>
                <a:lnTo>
                  <a:pt x="1028700" y="2428875"/>
                </a:lnTo>
                <a:lnTo>
                  <a:pt x="1019175" y="2428875"/>
                </a:lnTo>
                <a:lnTo>
                  <a:pt x="1019175" y="2419350"/>
                </a:lnTo>
                <a:lnTo>
                  <a:pt x="1028700" y="2419350"/>
                </a:lnTo>
                <a:lnTo>
                  <a:pt x="1028700" y="2409825"/>
                </a:lnTo>
                <a:lnTo>
                  <a:pt x="1038225" y="2409825"/>
                </a:lnTo>
                <a:lnTo>
                  <a:pt x="1038225" y="2419350"/>
                </a:lnTo>
                <a:lnTo>
                  <a:pt x="1047750" y="2419350"/>
                </a:lnTo>
                <a:lnTo>
                  <a:pt x="1047750" y="2447925"/>
                </a:lnTo>
                <a:lnTo>
                  <a:pt x="1057275" y="2447925"/>
                </a:lnTo>
                <a:lnTo>
                  <a:pt x="1057275" y="2457450"/>
                </a:lnTo>
                <a:lnTo>
                  <a:pt x="1095375" y="2457450"/>
                </a:lnTo>
                <a:lnTo>
                  <a:pt x="1095375" y="2438400"/>
                </a:lnTo>
                <a:lnTo>
                  <a:pt x="1076325" y="2438400"/>
                </a:lnTo>
                <a:lnTo>
                  <a:pt x="1076325" y="2419350"/>
                </a:lnTo>
                <a:lnTo>
                  <a:pt x="1066800" y="2419350"/>
                </a:lnTo>
                <a:lnTo>
                  <a:pt x="1066800" y="2409825"/>
                </a:lnTo>
                <a:lnTo>
                  <a:pt x="1095375" y="2409825"/>
                </a:lnTo>
                <a:close/>
                <a:moveTo>
                  <a:pt x="257175" y="2400300"/>
                </a:moveTo>
                <a:lnTo>
                  <a:pt x="285750" y="2400300"/>
                </a:lnTo>
                <a:lnTo>
                  <a:pt x="285750" y="2419350"/>
                </a:lnTo>
                <a:lnTo>
                  <a:pt x="276225" y="2419350"/>
                </a:lnTo>
                <a:lnTo>
                  <a:pt x="276225" y="2466975"/>
                </a:lnTo>
                <a:lnTo>
                  <a:pt x="266700" y="2466975"/>
                </a:lnTo>
                <a:lnTo>
                  <a:pt x="266700" y="2409825"/>
                </a:lnTo>
                <a:lnTo>
                  <a:pt x="257175" y="2409825"/>
                </a:lnTo>
                <a:close/>
                <a:moveTo>
                  <a:pt x="333375" y="2400300"/>
                </a:moveTo>
                <a:lnTo>
                  <a:pt x="381000" y="2400300"/>
                </a:lnTo>
                <a:lnTo>
                  <a:pt x="381000" y="2409825"/>
                </a:lnTo>
                <a:lnTo>
                  <a:pt x="352425" y="2409825"/>
                </a:lnTo>
                <a:lnTo>
                  <a:pt x="352425" y="2419350"/>
                </a:lnTo>
                <a:lnTo>
                  <a:pt x="323850" y="2419350"/>
                </a:lnTo>
                <a:lnTo>
                  <a:pt x="323850" y="2409825"/>
                </a:lnTo>
                <a:lnTo>
                  <a:pt x="333375" y="2409825"/>
                </a:lnTo>
                <a:close/>
                <a:moveTo>
                  <a:pt x="485775" y="2400300"/>
                </a:moveTo>
                <a:lnTo>
                  <a:pt x="552450" y="2400300"/>
                </a:lnTo>
                <a:lnTo>
                  <a:pt x="552450" y="2409825"/>
                </a:lnTo>
                <a:lnTo>
                  <a:pt x="542925" y="2409825"/>
                </a:lnTo>
                <a:lnTo>
                  <a:pt x="542925" y="2419350"/>
                </a:lnTo>
                <a:lnTo>
                  <a:pt x="533400" y="2419350"/>
                </a:lnTo>
                <a:lnTo>
                  <a:pt x="533400" y="2447925"/>
                </a:lnTo>
                <a:lnTo>
                  <a:pt x="504825" y="2447925"/>
                </a:lnTo>
                <a:lnTo>
                  <a:pt x="504825" y="2457450"/>
                </a:lnTo>
                <a:lnTo>
                  <a:pt x="495300" y="2457450"/>
                </a:lnTo>
                <a:lnTo>
                  <a:pt x="495300" y="2466975"/>
                </a:lnTo>
                <a:lnTo>
                  <a:pt x="485775" y="2466975"/>
                </a:lnTo>
                <a:lnTo>
                  <a:pt x="485775" y="2476500"/>
                </a:lnTo>
                <a:lnTo>
                  <a:pt x="476250" y="2476500"/>
                </a:lnTo>
                <a:lnTo>
                  <a:pt x="476250" y="2457450"/>
                </a:lnTo>
                <a:lnTo>
                  <a:pt x="457200" y="2457450"/>
                </a:lnTo>
                <a:lnTo>
                  <a:pt x="457200" y="2466975"/>
                </a:lnTo>
                <a:lnTo>
                  <a:pt x="447675" y="2466975"/>
                </a:lnTo>
                <a:lnTo>
                  <a:pt x="447675" y="2476500"/>
                </a:lnTo>
                <a:lnTo>
                  <a:pt x="457200" y="2476500"/>
                </a:lnTo>
                <a:lnTo>
                  <a:pt x="457200" y="2486025"/>
                </a:lnTo>
                <a:lnTo>
                  <a:pt x="476250" y="2486025"/>
                </a:lnTo>
                <a:lnTo>
                  <a:pt x="476250" y="2505075"/>
                </a:lnTo>
                <a:lnTo>
                  <a:pt x="485775" y="2505075"/>
                </a:lnTo>
                <a:lnTo>
                  <a:pt x="485775" y="2524125"/>
                </a:lnTo>
                <a:lnTo>
                  <a:pt x="466725" y="2524125"/>
                </a:lnTo>
                <a:lnTo>
                  <a:pt x="466725" y="2514600"/>
                </a:lnTo>
                <a:lnTo>
                  <a:pt x="457200" y="2514600"/>
                </a:lnTo>
                <a:lnTo>
                  <a:pt x="457200" y="2495550"/>
                </a:lnTo>
                <a:lnTo>
                  <a:pt x="428625" y="2495550"/>
                </a:lnTo>
                <a:lnTo>
                  <a:pt x="428625" y="2457450"/>
                </a:lnTo>
                <a:lnTo>
                  <a:pt x="438150" y="2457450"/>
                </a:lnTo>
                <a:lnTo>
                  <a:pt x="438150" y="2438400"/>
                </a:lnTo>
                <a:lnTo>
                  <a:pt x="428625" y="2438400"/>
                </a:lnTo>
                <a:lnTo>
                  <a:pt x="428625" y="2447925"/>
                </a:lnTo>
                <a:lnTo>
                  <a:pt x="419100" y="2447925"/>
                </a:lnTo>
                <a:lnTo>
                  <a:pt x="419100" y="2457450"/>
                </a:lnTo>
                <a:lnTo>
                  <a:pt x="409575" y="2457450"/>
                </a:lnTo>
                <a:lnTo>
                  <a:pt x="409575" y="2466975"/>
                </a:lnTo>
                <a:lnTo>
                  <a:pt x="390525" y="2466975"/>
                </a:lnTo>
                <a:lnTo>
                  <a:pt x="390525" y="2457450"/>
                </a:lnTo>
                <a:lnTo>
                  <a:pt x="381000" y="2457450"/>
                </a:lnTo>
                <a:lnTo>
                  <a:pt x="381000" y="2447925"/>
                </a:lnTo>
                <a:lnTo>
                  <a:pt x="400050" y="2447925"/>
                </a:lnTo>
                <a:lnTo>
                  <a:pt x="400050" y="2409825"/>
                </a:lnTo>
                <a:lnTo>
                  <a:pt x="428625" y="2409825"/>
                </a:lnTo>
                <a:lnTo>
                  <a:pt x="428625" y="2419350"/>
                </a:lnTo>
                <a:lnTo>
                  <a:pt x="457200" y="2419350"/>
                </a:lnTo>
                <a:lnTo>
                  <a:pt x="457200" y="2409825"/>
                </a:lnTo>
                <a:lnTo>
                  <a:pt x="466725" y="2409825"/>
                </a:lnTo>
                <a:lnTo>
                  <a:pt x="466725" y="2419350"/>
                </a:lnTo>
                <a:lnTo>
                  <a:pt x="476250" y="2419350"/>
                </a:lnTo>
                <a:lnTo>
                  <a:pt x="476250" y="2409825"/>
                </a:lnTo>
                <a:lnTo>
                  <a:pt x="485775" y="2409825"/>
                </a:lnTo>
                <a:close/>
                <a:moveTo>
                  <a:pt x="304800" y="2409825"/>
                </a:moveTo>
                <a:lnTo>
                  <a:pt x="314325" y="2409825"/>
                </a:lnTo>
                <a:lnTo>
                  <a:pt x="314325" y="2419350"/>
                </a:lnTo>
                <a:lnTo>
                  <a:pt x="323850" y="2419350"/>
                </a:lnTo>
                <a:lnTo>
                  <a:pt x="323850" y="2457450"/>
                </a:lnTo>
                <a:lnTo>
                  <a:pt x="314325" y="2457450"/>
                </a:lnTo>
                <a:lnTo>
                  <a:pt x="314325" y="2476500"/>
                </a:lnTo>
                <a:lnTo>
                  <a:pt x="295275" y="2476500"/>
                </a:lnTo>
                <a:lnTo>
                  <a:pt x="295275" y="2486025"/>
                </a:lnTo>
                <a:lnTo>
                  <a:pt x="285750" y="2486025"/>
                </a:lnTo>
                <a:lnTo>
                  <a:pt x="285750" y="2476500"/>
                </a:lnTo>
                <a:lnTo>
                  <a:pt x="276225" y="2476500"/>
                </a:lnTo>
                <a:lnTo>
                  <a:pt x="276225" y="2466975"/>
                </a:lnTo>
                <a:lnTo>
                  <a:pt x="285750" y="2466975"/>
                </a:lnTo>
                <a:lnTo>
                  <a:pt x="285750" y="2438400"/>
                </a:lnTo>
                <a:lnTo>
                  <a:pt x="295275" y="2438400"/>
                </a:lnTo>
                <a:lnTo>
                  <a:pt x="295275" y="2447925"/>
                </a:lnTo>
                <a:lnTo>
                  <a:pt x="304800" y="2447925"/>
                </a:lnTo>
                <a:close/>
                <a:moveTo>
                  <a:pt x="647700" y="2409825"/>
                </a:moveTo>
                <a:lnTo>
                  <a:pt x="657225" y="2409825"/>
                </a:lnTo>
                <a:lnTo>
                  <a:pt x="657225" y="2419350"/>
                </a:lnTo>
                <a:lnTo>
                  <a:pt x="647700" y="2419350"/>
                </a:lnTo>
                <a:close/>
                <a:moveTo>
                  <a:pt x="371475" y="2419350"/>
                </a:moveTo>
                <a:lnTo>
                  <a:pt x="381000" y="2419350"/>
                </a:lnTo>
                <a:lnTo>
                  <a:pt x="381000" y="2428875"/>
                </a:lnTo>
                <a:lnTo>
                  <a:pt x="371475" y="2428875"/>
                </a:lnTo>
                <a:close/>
                <a:moveTo>
                  <a:pt x="514350" y="2419350"/>
                </a:moveTo>
                <a:lnTo>
                  <a:pt x="523875" y="2419350"/>
                </a:lnTo>
                <a:lnTo>
                  <a:pt x="523875" y="2409825"/>
                </a:lnTo>
                <a:lnTo>
                  <a:pt x="514350" y="2409825"/>
                </a:lnTo>
                <a:close/>
                <a:moveTo>
                  <a:pt x="571500" y="2419350"/>
                </a:moveTo>
                <a:lnTo>
                  <a:pt x="590550" y="2419350"/>
                </a:lnTo>
                <a:lnTo>
                  <a:pt x="590550" y="2428875"/>
                </a:lnTo>
                <a:lnTo>
                  <a:pt x="609600" y="2428875"/>
                </a:lnTo>
                <a:lnTo>
                  <a:pt x="609600" y="2447925"/>
                </a:lnTo>
                <a:lnTo>
                  <a:pt x="600075" y="2447925"/>
                </a:lnTo>
                <a:lnTo>
                  <a:pt x="600075" y="2438400"/>
                </a:lnTo>
                <a:lnTo>
                  <a:pt x="571500" y="2438400"/>
                </a:lnTo>
                <a:close/>
                <a:moveTo>
                  <a:pt x="638175" y="2419350"/>
                </a:moveTo>
                <a:lnTo>
                  <a:pt x="647700" y="2419350"/>
                </a:lnTo>
                <a:lnTo>
                  <a:pt x="647700" y="2428875"/>
                </a:lnTo>
                <a:lnTo>
                  <a:pt x="638175" y="2428875"/>
                </a:lnTo>
                <a:close/>
                <a:moveTo>
                  <a:pt x="657225" y="2419350"/>
                </a:moveTo>
                <a:lnTo>
                  <a:pt x="666750" y="2419350"/>
                </a:lnTo>
                <a:lnTo>
                  <a:pt x="666750" y="2428875"/>
                </a:lnTo>
                <a:lnTo>
                  <a:pt x="657225" y="2428875"/>
                </a:lnTo>
                <a:close/>
                <a:moveTo>
                  <a:pt x="352425" y="2428875"/>
                </a:moveTo>
                <a:lnTo>
                  <a:pt x="361950" y="2428875"/>
                </a:lnTo>
                <a:lnTo>
                  <a:pt x="361950" y="2438400"/>
                </a:lnTo>
                <a:lnTo>
                  <a:pt x="352425" y="2438400"/>
                </a:lnTo>
                <a:close/>
                <a:moveTo>
                  <a:pt x="1162050" y="2428875"/>
                </a:moveTo>
                <a:lnTo>
                  <a:pt x="1171575" y="2428875"/>
                </a:lnTo>
                <a:lnTo>
                  <a:pt x="1171575" y="2438400"/>
                </a:lnTo>
                <a:lnTo>
                  <a:pt x="1162050" y="2438400"/>
                </a:lnTo>
                <a:close/>
                <a:moveTo>
                  <a:pt x="342900" y="2438400"/>
                </a:moveTo>
                <a:lnTo>
                  <a:pt x="352425" y="2438400"/>
                </a:lnTo>
                <a:lnTo>
                  <a:pt x="352425" y="2457450"/>
                </a:lnTo>
                <a:lnTo>
                  <a:pt x="361950" y="2457450"/>
                </a:lnTo>
                <a:lnTo>
                  <a:pt x="361950" y="2466975"/>
                </a:lnTo>
                <a:lnTo>
                  <a:pt x="371475" y="2466975"/>
                </a:lnTo>
                <a:lnTo>
                  <a:pt x="371475" y="2505075"/>
                </a:lnTo>
                <a:lnTo>
                  <a:pt x="361950" y="2505075"/>
                </a:lnTo>
                <a:lnTo>
                  <a:pt x="361950" y="2514600"/>
                </a:lnTo>
                <a:lnTo>
                  <a:pt x="352425" y="2514600"/>
                </a:lnTo>
                <a:lnTo>
                  <a:pt x="352425" y="2533650"/>
                </a:lnTo>
                <a:lnTo>
                  <a:pt x="342900" y="2533650"/>
                </a:lnTo>
                <a:close/>
                <a:moveTo>
                  <a:pt x="542925" y="2438400"/>
                </a:moveTo>
                <a:lnTo>
                  <a:pt x="571500" y="2438400"/>
                </a:lnTo>
                <a:lnTo>
                  <a:pt x="571500" y="2447925"/>
                </a:lnTo>
                <a:lnTo>
                  <a:pt x="561975" y="2447925"/>
                </a:lnTo>
                <a:lnTo>
                  <a:pt x="561975" y="2466975"/>
                </a:lnTo>
                <a:lnTo>
                  <a:pt x="552450" y="2466975"/>
                </a:lnTo>
                <a:lnTo>
                  <a:pt x="552450" y="2457450"/>
                </a:lnTo>
                <a:lnTo>
                  <a:pt x="542925" y="2457450"/>
                </a:lnTo>
                <a:close/>
                <a:moveTo>
                  <a:pt x="809625" y="2438400"/>
                </a:moveTo>
                <a:lnTo>
                  <a:pt x="819150" y="2438400"/>
                </a:lnTo>
                <a:lnTo>
                  <a:pt x="819150" y="2457450"/>
                </a:lnTo>
                <a:lnTo>
                  <a:pt x="828675" y="2457450"/>
                </a:lnTo>
                <a:lnTo>
                  <a:pt x="828675" y="2447925"/>
                </a:lnTo>
                <a:lnTo>
                  <a:pt x="847725" y="2447925"/>
                </a:lnTo>
                <a:lnTo>
                  <a:pt x="847725" y="2466975"/>
                </a:lnTo>
                <a:lnTo>
                  <a:pt x="857250" y="2466975"/>
                </a:lnTo>
                <a:lnTo>
                  <a:pt x="857250" y="2476500"/>
                </a:lnTo>
                <a:lnTo>
                  <a:pt x="847725" y="2476500"/>
                </a:lnTo>
                <a:lnTo>
                  <a:pt x="847725" y="2486025"/>
                </a:lnTo>
                <a:lnTo>
                  <a:pt x="857250" y="2486025"/>
                </a:lnTo>
                <a:lnTo>
                  <a:pt x="857250" y="2505075"/>
                </a:lnTo>
                <a:lnTo>
                  <a:pt x="847725" y="2505075"/>
                </a:lnTo>
                <a:lnTo>
                  <a:pt x="847725" y="2514600"/>
                </a:lnTo>
                <a:lnTo>
                  <a:pt x="838200" y="2514600"/>
                </a:lnTo>
                <a:lnTo>
                  <a:pt x="838200" y="2543175"/>
                </a:lnTo>
                <a:lnTo>
                  <a:pt x="847725" y="2543175"/>
                </a:lnTo>
                <a:lnTo>
                  <a:pt x="847725" y="2552700"/>
                </a:lnTo>
                <a:lnTo>
                  <a:pt x="819150" y="2552700"/>
                </a:lnTo>
                <a:lnTo>
                  <a:pt x="819150" y="2524125"/>
                </a:lnTo>
                <a:lnTo>
                  <a:pt x="828675" y="2524125"/>
                </a:lnTo>
                <a:lnTo>
                  <a:pt x="828675" y="2505075"/>
                </a:lnTo>
                <a:lnTo>
                  <a:pt x="838200" y="2505075"/>
                </a:lnTo>
                <a:lnTo>
                  <a:pt x="838200" y="2486025"/>
                </a:lnTo>
                <a:lnTo>
                  <a:pt x="809625" y="2486025"/>
                </a:lnTo>
                <a:close/>
                <a:moveTo>
                  <a:pt x="895350" y="2438400"/>
                </a:moveTo>
                <a:lnTo>
                  <a:pt x="904875" y="2438400"/>
                </a:lnTo>
                <a:lnTo>
                  <a:pt x="904875" y="2457450"/>
                </a:lnTo>
                <a:lnTo>
                  <a:pt x="895350" y="2457450"/>
                </a:lnTo>
                <a:lnTo>
                  <a:pt x="895350" y="2466975"/>
                </a:lnTo>
                <a:lnTo>
                  <a:pt x="876300" y="2466975"/>
                </a:lnTo>
                <a:lnTo>
                  <a:pt x="876300" y="2447925"/>
                </a:lnTo>
                <a:lnTo>
                  <a:pt x="895350" y="2447925"/>
                </a:lnTo>
                <a:close/>
                <a:moveTo>
                  <a:pt x="914400" y="2438400"/>
                </a:moveTo>
                <a:lnTo>
                  <a:pt x="923925" y="2438400"/>
                </a:lnTo>
                <a:lnTo>
                  <a:pt x="923925" y="2447925"/>
                </a:lnTo>
                <a:lnTo>
                  <a:pt x="914400" y="2447925"/>
                </a:lnTo>
                <a:close/>
                <a:moveTo>
                  <a:pt x="314325" y="2476500"/>
                </a:moveTo>
                <a:lnTo>
                  <a:pt x="323850" y="2476500"/>
                </a:lnTo>
                <a:lnTo>
                  <a:pt x="323850" y="2486025"/>
                </a:lnTo>
                <a:lnTo>
                  <a:pt x="314325" y="2486025"/>
                </a:lnTo>
                <a:close/>
                <a:moveTo>
                  <a:pt x="381000" y="2476500"/>
                </a:moveTo>
                <a:lnTo>
                  <a:pt x="390525" y="2476500"/>
                </a:lnTo>
                <a:lnTo>
                  <a:pt x="390525" y="2486025"/>
                </a:lnTo>
                <a:lnTo>
                  <a:pt x="381000" y="2486025"/>
                </a:lnTo>
                <a:close/>
                <a:moveTo>
                  <a:pt x="409575" y="2476500"/>
                </a:moveTo>
                <a:lnTo>
                  <a:pt x="419100" y="2476500"/>
                </a:lnTo>
                <a:lnTo>
                  <a:pt x="419100" y="2486025"/>
                </a:lnTo>
                <a:lnTo>
                  <a:pt x="409575" y="2486025"/>
                </a:lnTo>
                <a:close/>
                <a:moveTo>
                  <a:pt x="485775" y="2476500"/>
                </a:moveTo>
                <a:lnTo>
                  <a:pt x="495300" y="2476500"/>
                </a:lnTo>
                <a:lnTo>
                  <a:pt x="495300" y="2486025"/>
                </a:lnTo>
                <a:lnTo>
                  <a:pt x="485775" y="2486025"/>
                </a:lnTo>
                <a:close/>
                <a:moveTo>
                  <a:pt x="790575" y="2476500"/>
                </a:moveTo>
                <a:lnTo>
                  <a:pt x="800100" y="2476500"/>
                </a:lnTo>
                <a:lnTo>
                  <a:pt x="800100" y="2486025"/>
                </a:lnTo>
                <a:lnTo>
                  <a:pt x="790575" y="2486025"/>
                </a:lnTo>
                <a:close/>
                <a:moveTo>
                  <a:pt x="714375" y="2486025"/>
                </a:moveTo>
                <a:lnTo>
                  <a:pt x="723900" y="2486025"/>
                </a:lnTo>
                <a:lnTo>
                  <a:pt x="723900" y="2495550"/>
                </a:lnTo>
                <a:lnTo>
                  <a:pt x="733425" y="2495550"/>
                </a:lnTo>
                <a:lnTo>
                  <a:pt x="733425" y="2505075"/>
                </a:lnTo>
                <a:lnTo>
                  <a:pt x="742950" y="2505075"/>
                </a:lnTo>
                <a:lnTo>
                  <a:pt x="742950" y="2514600"/>
                </a:lnTo>
                <a:lnTo>
                  <a:pt x="733425" y="2514600"/>
                </a:lnTo>
                <a:lnTo>
                  <a:pt x="733425" y="2524125"/>
                </a:lnTo>
                <a:lnTo>
                  <a:pt x="714375" y="2524125"/>
                </a:lnTo>
                <a:lnTo>
                  <a:pt x="714375" y="2514600"/>
                </a:lnTo>
                <a:lnTo>
                  <a:pt x="723900" y="2514600"/>
                </a:lnTo>
                <a:lnTo>
                  <a:pt x="723900" y="2505075"/>
                </a:lnTo>
                <a:lnTo>
                  <a:pt x="704850" y="2505075"/>
                </a:lnTo>
                <a:lnTo>
                  <a:pt x="704850" y="2495550"/>
                </a:lnTo>
                <a:lnTo>
                  <a:pt x="714375" y="2495550"/>
                </a:lnTo>
                <a:close/>
                <a:moveTo>
                  <a:pt x="1000125" y="2486025"/>
                </a:moveTo>
                <a:lnTo>
                  <a:pt x="1009650" y="2486025"/>
                </a:lnTo>
                <a:lnTo>
                  <a:pt x="1009650" y="2476500"/>
                </a:lnTo>
                <a:lnTo>
                  <a:pt x="1000125" y="2476500"/>
                </a:lnTo>
                <a:close/>
                <a:moveTo>
                  <a:pt x="295275" y="2495550"/>
                </a:moveTo>
                <a:lnTo>
                  <a:pt x="304800" y="2495550"/>
                </a:lnTo>
                <a:lnTo>
                  <a:pt x="304800" y="2505075"/>
                </a:lnTo>
                <a:lnTo>
                  <a:pt x="295275" y="2505075"/>
                </a:lnTo>
                <a:close/>
                <a:moveTo>
                  <a:pt x="314325" y="2495550"/>
                </a:moveTo>
                <a:lnTo>
                  <a:pt x="323850" y="2495550"/>
                </a:lnTo>
                <a:lnTo>
                  <a:pt x="323850" y="2524125"/>
                </a:lnTo>
                <a:lnTo>
                  <a:pt x="314325" y="2524125"/>
                </a:lnTo>
                <a:close/>
                <a:moveTo>
                  <a:pt x="762000" y="2505075"/>
                </a:moveTo>
                <a:lnTo>
                  <a:pt x="771525" y="2505075"/>
                </a:lnTo>
                <a:lnTo>
                  <a:pt x="771525" y="2552700"/>
                </a:lnTo>
                <a:lnTo>
                  <a:pt x="781050" y="2552700"/>
                </a:lnTo>
                <a:lnTo>
                  <a:pt x="781050" y="2562225"/>
                </a:lnTo>
                <a:lnTo>
                  <a:pt x="762000" y="2562225"/>
                </a:lnTo>
                <a:lnTo>
                  <a:pt x="762000" y="2571750"/>
                </a:lnTo>
                <a:lnTo>
                  <a:pt x="752475" y="2571750"/>
                </a:lnTo>
                <a:lnTo>
                  <a:pt x="752475" y="2543175"/>
                </a:lnTo>
                <a:lnTo>
                  <a:pt x="762000" y="2543175"/>
                </a:lnTo>
                <a:lnTo>
                  <a:pt x="762000" y="2533650"/>
                </a:lnTo>
                <a:lnTo>
                  <a:pt x="742950" y="2533650"/>
                </a:lnTo>
                <a:lnTo>
                  <a:pt x="742950" y="2514600"/>
                </a:lnTo>
                <a:lnTo>
                  <a:pt x="762000" y="2514600"/>
                </a:lnTo>
                <a:close/>
                <a:moveTo>
                  <a:pt x="942975" y="2505075"/>
                </a:moveTo>
                <a:lnTo>
                  <a:pt x="962025" y="2505075"/>
                </a:lnTo>
                <a:lnTo>
                  <a:pt x="962025" y="2543175"/>
                </a:lnTo>
                <a:lnTo>
                  <a:pt x="952500" y="2543175"/>
                </a:lnTo>
                <a:lnTo>
                  <a:pt x="952500" y="2524125"/>
                </a:lnTo>
                <a:lnTo>
                  <a:pt x="942975" y="2524125"/>
                </a:lnTo>
                <a:close/>
                <a:moveTo>
                  <a:pt x="514350" y="2514600"/>
                </a:moveTo>
                <a:lnTo>
                  <a:pt x="523875" y="2514600"/>
                </a:lnTo>
                <a:lnTo>
                  <a:pt x="523875" y="2533650"/>
                </a:lnTo>
                <a:lnTo>
                  <a:pt x="514350" y="2533650"/>
                </a:lnTo>
                <a:close/>
                <a:moveTo>
                  <a:pt x="676275" y="2514600"/>
                </a:moveTo>
                <a:lnTo>
                  <a:pt x="704850" y="2514600"/>
                </a:lnTo>
                <a:lnTo>
                  <a:pt x="704850" y="2552700"/>
                </a:lnTo>
                <a:lnTo>
                  <a:pt x="723900" y="2552700"/>
                </a:lnTo>
                <a:lnTo>
                  <a:pt x="723900" y="2571750"/>
                </a:lnTo>
                <a:lnTo>
                  <a:pt x="752475" y="2571750"/>
                </a:lnTo>
                <a:lnTo>
                  <a:pt x="752475" y="2600325"/>
                </a:lnTo>
                <a:lnTo>
                  <a:pt x="742950" y="2600325"/>
                </a:lnTo>
                <a:lnTo>
                  <a:pt x="742950" y="2609850"/>
                </a:lnTo>
                <a:lnTo>
                  <a:pt x="704850" y="2609850"/>
                </a:lnTo>
                <a:lnTo>
                  <a:pt x="704850" y="2600325"/>
                </a:lnTo>
                <a:lnTo>
                  <a:pt x="695325" y="2600325"/>
                </a:lnTo>
                <a:lnTo>
                  <a:pt x="695325" y="2571750"/>
                </a:lnTo>
                <a:lnTo>
                  <a:pt x="685800" y="2571750"/>
                </a:lnTo>
                <a:lnTo>
                  <a:pt x="685800" y="2562225"/>
                </a:lnTo>
                <a:lnTo>
                  <a:pt x="695325" y="2562225"/>
                </a:lnTo>
                <a:lnTo>
                  <a:pt x="695325" y="2524125"/>
                </a:lnTo>
                <a:lnTo>
                  <a:pt x="685800" y="2524125"/>
                </a:lnTo>
                <a:lnTo>
                  <a:pt x="685800" y="2543175"/>
                </a:lnTo>
                <a:lnTo>
                  <a:pt x="676275" y="2543175"/>
                </a:lnTo>
                <a:close/>
                <a:moveTo>
                  <a:pt x="381000" y="2524125"/>
                </a:moveTo>
                <a:lnTo>
                  <a:pt x="390525" y="2524125"/>
                </a:lnTo>
                <a:lnTo>
                  <a:pt x="390525" y="2543175"/>
                </a:lnTo>
                <a:lnTo>
                  <a:pt x="400050" y="2543175"/>
                </a:lnTo>
                <a:lnTo>
                  <a:pt x="400050" y="2562225"/>
                </a:lnTo>
                <a:lnTo>
                  <a:pt x="409575" y="2562225"/>
                </a:lnTo>
                <a:lnTo>
                  <a:pt x="409575" y="2571750"/>
                </a:lnTo>
                <a:lnTo>
                  <a:pt x="428625" y="2571750"/>
                </a:lnTo>
                <a:lnTo>
                  <a:pt x="428625" y="2590800"/>
                </a:lnTo>
                <a:lnTo>
                  <a:pt x="400050" y="2590800"/>
                </a:lnTo>
                <a:lnTo>
                  <a:pt x="400050" y="2581275"/>
                </a:lnTo>
                <a:lnTo>
                  <a:pt x="371475" y="2581275"/>
                </a:lnTo>
                <a:lnTo>
                  <a:pt x="371475" y="2562225"/>
                </a:lnTo>
                <a:lnTo>
                  <a:pt x="361950" y="2562225"/>
                </a:lnTo>
                <a:lnTo>
                  <a:pt x="361950" y="2571750"/>
                </a:lnTo>
                <a:lnTo>
                  <a:pt x="352425" y="2571750"/>
                </a:lnTo>
                <a:lnTo>
                  <a:pt x="352425" y="2543175"/>
                </a:lnTo>
                <a:lnTo>
                  <a:pt x="381000" y="2543175"/>
                </a:lnTo>
                <a:close/>
                <a:moveTo>
                  <a:pt x="619125" y="2524125"/>
                </a:moveTo>
                <a:lnTo>
                  <a:pt x="628650" y="2524125"/>
                </a:lnTo>
                <a:lnTo>
                  <a:pt x="628650" y="2533650"/>
                </a:lnTo>
                <a:lnTo>
                  <a:pt x="619125" y="2533650"/>
                </a:lnTo>
                <a:close/>
                <a:moveTo>
                  <a:pt x="1019175" y="2524125"/>
                </a:moveTo>
                <a:lnTo>
                  <a:pt x="1028700" y="2524125"/>
                </a:lnTo>
                <a:lnTo>
                  <a:pt x="1028700" y="2533650"/>
                </a:lnTo>
                <a:lnTo>
                  <a:pt x="1019175" y="2533650"/>
                </a:lnTo>
                <a:close/>
                <a:moveTo>
                  <a:pt x="323850" y="2543175"/>
                </a:moveTo>
                <a:lnTo>
                  <a:pt x="333375" y="2543175"/>
                </a:lnTo>
                <a:lnTo>
                  <a:pt x="333375" y="2562225"/>
                </a:lnTo>
                <a:lnTo>
                  <a:pt x="323850" y="2562225"/>
                </a:lnTo>
                <a:lnTo>
                  <a:pt x="323850" y="2571750"/>
                </a:lnTo>
                <a:lnTo>
                  <a:pt x="314325" y="2571750"/>
                </a:lnTo>
                <a:lnTo>
                  <a:pt x="314325" y="2552700"/>
                </a:lnTo>
                <a:lnTo>
                  <a:pt x="323850" y="2552700"/>
                </a:lnTo>
                <a:close/>
                <a:moveTo>
                  <a:pt x="600075" y="2543175"/>
                </a:moveTo>
                <a:lnTo>
                  <a:pt x="619125" y="2543175"/>
                </a:lnTo>
                <a:lnTo>
                  <a:pt x="619125" y="2552700"/>
                </a:lnTo>
                <a:lnTo>
                  <a:pt x="600075" y="2552700"/>
                </a:lnTo>
                <a:close/>
                <a:moveTo>
                  <a:pt x="990600" y="2543175"/>
                </a:moveTo>
                <a:lnTo>
                  <a:pt x="1009650" y="2543175"/>
                </a:lnTo>
                <a:lnTo>
                  <a:pt x="1009650" y="2552700"/>
                </a:lnTo>
                <a:lnTo>
                  <a:pt x="990600" y="2552700"/>
                </a:lnTo>
                <a:close/>
                <a:moveTo>
                  <a:pt x="847725" y="2552700"/>
                </a:moveTo>
                <a:lnTo>
                  <a:pt x="857250" y="2552700"/>
                </a:lnTo>
                <a:lnTo>
                  <a:pt x="857250" y="2562225"/>
                </a:lnTo>
                <a:lnTo>
                  <a:pt x="847725" y="2562225"/>
                </a:lnTo>
                <a:close/>
                <a:moveTo>
                  <a:pt x="1800225" y="2562225"/>
                </a:moveTo>
                <a:lnTo>
                  <a:pt x="1819275" y="2562225"/>
                </a:lnTo>
                <a:lnTo>
                  <a:pt x="1819275" y="2581275"/>
                </a:lnTo>
                <a:lnTo>
                  <a:pt x="1809750" y="2581275"/>
                </a:lnTo>
                <a:lnTo>
                  <a:pt x="1809750" y="2619375"/>
                </a:lnTo>
                <a:lnTo>
                  <a:pt x="1790700" y="2619375"/>
                </a:lnTo>
                <a:lnTo>
                  <a:pt x="1790700" y="2609850"/>
                </a:lnTo>
                <a:lnTo>
                  <a:pt x="1781175" y="2609850"/>
                </a:lnTo>
                <a:lnTo>
                  <a:pt x="1781175" y="2590800"/>
                </a:lnTo>
                <a:lnTo>
                  <a:pt x="1771650" y="2590800"/>
                </a:lnTo>
                <a:lnTo>
                  <a:pt x="1771650" y="2571750"/>
                </a:lnTo>
                <a:lnTo>
                  <a:pt x="1781175" y="2571750"/>
                </a:lnTo>
                <a:lnTo>
                  <a:pt x="1781175" y="2590800"/>
                </a:lnTo>
                <a:lnTo>
                  <a:pt x="1800225" y="2590800"/>
                </a:lnTo>
                <a:close/>
                <a:moveTo>
                  <a:pt x="1190625" y="2581275"/>
                </a:moveTo>
                <a:lnTo>
                  <a:pt x="1200150" y="2581275"/>
                </a:lnTo>
                <a:lnTo>
                  <a:pt x="1200150" y="2590800"/>
                </a:lnTo>
                <a:lnTo>
                  <a:pt x="1190625" y="2590800"/>
                </a:lnTo>
                <a:close/>
                <a:moveTo>
                  <a:pt x="847725" y="2590800"/>
                </a:moveTo>
                <a:lnTo>
                  <a:pt x="857250" y="2590800"/>
                </a:lnTo>
                <a:lnTo>
                  <a:pt x="857250" y="2600325"/>
                </a:lnTo>
                <a:lnTo>
                  <a:pt x="847725" y="2600325"/>
                </a:lnTo>
                <a:close/>
                <a:moveTo>
                  <a:pt x="1171575" y="2590800"/>
                </a:moveTo>
                <a:lnTo>
                  <a:pt x="1181100" y="2590800"/>
                </a:lnTo>
                <a:lnTo>
                  <a:pt x="1181100" y="2619375"/>
                </a:lnTo>
                <a:lnTo>
                  <a:pt x="1171575" y="2619375"/>
                </a:lnTo>
                <a:lnTo>
                  <a:pt x="1171575" y="2609850"/>
                </a:lnTo>
                <a:lnTo>
                  <a:pt x="1152525" y="2609850"/>
                </a:lnTo>
                <a:lnTo>
                  <a:pt x="1152525" y="2600325"/>
                </a:lnTo>
                <a:lnTo>
                  <a:pt x="1171575" y="2600325"/>
                </a:lnTo>
                <a:close/>
                <a:moveTo>
                  <a:pt x="1200150" y="2590800"/>
                </a:moveTo>
                <a:lnTo>
                  <a:pt x="1209675" y="2590800"/>
                </a:lnTo>
                <a:lnTo>
                  <a:pt x="1209675" y="2600325"/>
                </a:lnTo>
                <a:lnTo>
                  <a:pt x="1200150" y="2600325"/>
                </a:lnTo>
                <a:close/>
                <a:moveTo>
                  <a:pt x="581025" y="2600325"/>
                </a:moveTo>
                <a:lnTo>
                  <a:pt x="609600" y="2600325"/>
                </a:lnTo>
                <a:lnTo>
                  <a:pt x="609600" y="2609850"/>
                </a:lnTo>
                <a:lnTo>
                  <a:pt x="600075" y="2609850"/>
                </a:lnTo>
                <a:lnTo>
                  <a:pt x="600075" y="2619375"/>
                </a:lnTo>
                <a:lnTo>
                  <a:pt x="590550" y="2619375"/>
                </a:lnTo>
                <a:lnTo>
                  <a:pt x="590550" y="2609850"/>
                </a:lnTo>
                <a:lnTo>
                  <a:pt x="581025" y="2609850"/>
                </a:lnTo>
                <a:close/>
                <a:moveTo>
                  <a:pt x="714375" y="2600325"/>
                </a:moveTo>
                <a:lnTo>
                  <a:pt x="723900" y="2600325"/>
                </a:lnTo>
                <a:lnTo>
                  <a:pt x="723900" y="2590800"/>
                </a:lnTo>
                <a:lnTo>
                  <a:pt x="714375" y="2590800"/>
                </a:lnTo>
                <a:close/>
                <a:moveTo>
                  <a:pt x="838200" y="2600325"/>
                </a:moveTo>
                <a:lnTo>
                  <a:pt x="847725" y="2600325"/>
                </a:lnTo>
                <a:lnTo>
                  <a:pt x="847725" y="2609850"/>
                </a:lnTo>
                <a:lnTo>
                  <a:pt x="838200" y="2609850"/>
                </a:lnTo>
                <a:close/>
                <a:moveTo>
                  <a:pt x="1209675" y="2600325"/>
                </a:moveTo>
                <a:lnTo>
                  <a:pt x="1219200" y="2600325"/>
                </a:lnTo>
                <a:lnTo>
                  <a:pt x="1219200" y="2609850"/>
                </a:lnTo>
                <a:lnTo>
                  <a:pt x="1209675" y="2609850"/>
                </a:lnTo>
                <a:close/>
                <a:moveTo>
                  <a:pt x="1152525" y="2619375"/>
                </a:moveTo>
                <a:lnTo>
                  <a:pt x="1162050" y="2619375"/>
                </a:lnTo>
                <a:lnTo>
                  <a:pt x="1162050" y="2628900"/>
                </a:lnTo>
                <a:lnTo>
                  <a:pt x="1152525" y="2628900"/>
                </a:lnTo>
                <a:close/>
                <a:moveTo>
                  <a:pt x="1781175" y="2619375"/>
                </a:moveTo>
                <a:lnTo>
                  <a:pt x="1790700" y="2619375"/>
                </a:lnTo>
                <a:lnTo>
                  <a:pt x="1790700" y="2628900"/>
                </a:lnTo>
                <a:lnTo>
                  <a:pt x="1781175" y="2628900"/>
                </a:lnTo>
                <a:close/>
                <a:moveTo>
                  <a:pt x="1809750" y="2619375"/>
                </a:moveTo>
                <a:lnTo>
                  <a:pt x="1819275" y="2619375"/>
                </a:lnTo>
                <a:lnTo>
                  <a:pt x="1819275" y="2628900"/>
                </a:lnTo>
                <a:lnTo>
                  <a:pt x="1809750" y="2628900"/>
                </a:lnTo>
                <a:close/>
                <a:moveTo>
                  <a:pt x="962025" y="2628900"/>
                </a:moveTo>
                <a:lnTo>
                  <a:pt x="971550" y="2628900"/>
                </a:lnTo>
                <a:lnTo>
                  <a:pt x="971550" y="2638425"/>
                </a:lnTo>
                <a:lnTo>
                  <a:pt x="962025" y="2638425"/>
                </a:lnTo>
                <a:close/>
                <a:moveTo>
                  <a:pt x="1771650" y="2628900"/>
                </a:moveTo>
                <a:lnTo>
                  <a:pt x="1781175" y="2628900"/>
                </a:lnTo>
                <a:lnTo>
                  <a:pt x="1781175" y="2638425"/>
                </a:lnTo>
                <a:lnTo>
                  <a:pt x="1790700" y="2638425"/>
                </a:lnTo>
                <a:lnTo>
                  <a:pt x="1790700" y="2667000"/>
                </a:lnTo>
                <a:lnTo>
                  <a:pt x="1800225" y="2667000"/>
                </a:lnTo>
                <a:lnTo>
                  <a:pt x="1800225" y="2676525"/>
                </a:lnTo>
                <a:lnTo>
                  <a:pt x="1809750" y="2676525"/>
                </a:lnTo>
                <a:lnTo>
                  <a:pt x="1809750" y="2695575"/>
                </a:lnTo>
                <a:lnTo>
                  <a:pt x="1800225" y="2695575"/>
                </a:lnTo>
                <a:lnTo>
                  <a:pt x="1800225" y="2686050"/>
                </a:lnTo>
                <a:lnTo>
                  <a:pt x="1771650" y="2686050"/>
                </a:lnTo>
                <a:lnTo>
                  <a:pt x="1771650" y="2695575"/>
                </a:lnTo>
                <a:lnTo>
                  <a:pt x="1752600" y="2695575"/>
                </a:lnTo>
                <a:lnTo>
                  <a:pt x="1752600" y="2686050"/>
                </a:lnTo>
                <a:lnTo>
                  <a:pt x="1762125" y="2686050"/>
                </a:lnTo>
                <a:lnTo>
                  <a:pt x="1762125" y="2657475"/>
                </a:lnTo>
                <a:lnTo>
                  <a:pt x="1771650" y="2657475"/>
                </a:lnTo>
                <a:close/>
                <a:moveTo>
                  <a:pt x="342900" y="2638425"/>
                </a:moveTo>
                <a:lnTo>
                  <a:pt x="352425" y="2638425"/>
                </a:lnTo>
                <a:lnTo>
                  <a:pt x="352425" y="2647950"/>
                </a:lnTo>
                <a:lnTo>
                  <a:pt x="342900" y="2647950"/>
                </a:lnTo>
                <a:close/>
                <a:moveTo>
                  <a:pt x="695325" y="2638425"/>
                </a:moveTo>
                <a:lnTo>
                  <a:pt x="704850" y="2638425"/>
                </a:lnTo>
                <a:lnTo>
                  <a:pt x="704850" y="2647950"/>
                </a:lnTo>
                <a:lnTo>
                  <a:pt x="695325" y="2647950"/>
                </a:lnTo>
                <a:close/>
                <a:moveTo>
                  <a:pt x="1143000" y="2638425"/>
                </a:moveTo>
                <a:lnTo>
                  <a:pt x="1152525" y="2638425"/>
                </a:lnTo>
                <a:lnTo>
                  <a:pt x="1152525" y="2647950"/>
                </a:lnTo>
                <a:lnTo>
                  <a:pt x="1171575" y="2647950"/>
                </a:lnTo>
                <a:lnTo>
                  <a:pt x="1171575" y="2657475"/>
                </a:lnTo>
                <a:lnTo>
                  <a:pt x="1162050" y="2657475"/>
                </a:lnTo>
                <a:lnTo>
                  <a:pt x="1162050" y="2676525"/>
                </a:lnTo>
                <a:lnTo>
                  <a:pt x="1143000" y="2676525"/>
                </a:lnTo>
                <a:close/>
                <a:moveTo>
                  <a:pt x="390525" y="2647950"/>
                </a:moveTo>
                <a:lnTo>
                  <a:pt x="409575" y="2647950"/>
                </a:lnTo>
                <a:lnTo>
                  <a:pt x="409575" y="2657475"/>
                </a:lnTo>
                <a:lnTo>
                  <a:pt x="400050" y="2657475"/>
                </a:lnTo>
                <a:lnTo>
                  <a:pt x="400050" y="2676525"/>
                </a:lnTo>
                <a:lnTo>
                  <a:pt x="390525" y="2676525"/>
                </a:lnTo>
                <a:close/>
                <a:moveTo>
                  <a:pt x="581025" y="2647950"/>
                </a:moveTo>
                <a:lnTo>
                  <a:pt x="600075" y="2647950"/>
                </a:lnTo>
                <a:lnTo>
                  <a:pt x="600075" y="2667000"/>
                </a:lnTo>
                <a:lnTo>
                  <a:pt x="590550" y="2667000"/>
                </a:lnTo>
                <a:lnTo>
                  <a:pt x="590550" y="2657475"/>
                </a:lnTo>
                <a:lnTo>
                  <a:pt x="581025" y="2657475"/>
                </a:lnTo>
                <a:close/>
                <a:moveTo>
                  <a:pt x="704850" y="2647950"/>
                </a:moveTo>
                <a:lnTo>
                  <a:pt x="714375" y="2647950"/>
                </a:lnTo>
                <a:lnTo>
                  <a:pt x="714375" y="2657475"/>
                </a:lnTo>
                <a:lnTo>
                  <a:pt x="704850" y="2657475"/>
                </a:lnTo>
                <a:close/>
                <a:moveTo>
                  <a:pt x="971550" y="2647950"/>
                </a:moveTo>
                <a:lnTo>
                  <a:pt x="981075" y="2647950"/>
                </a:lnTo>
                <a:lnTo>
                  <a:pt x="981075" y="2667000"/>
                </a:lnTo>
                <a:lnTo>
                  <a:pt x="971550" y="2667000"/>
                </a:lnTo>
                <a:close/>
                <a:moveTo>
                  <a:pt x="1828800" y="2647950"/>
                </a:moveTo>
                <a:lnTo>
                  <a:pt x="1838325" y="2647950"/>
                </a:lnTo>
                <a:lnTo>
                  <a:pt x="1838325" y="2667000"/>
                </a:lnTo>
                <a:lnTo>
                  <a:pt x="1828800" y="2667000"/>
                </a:lnTo>
                <a:close/>
                <a:moveTo>
                  <a:pt x="352425" y="2657475"/>
                </a:moveTo>
                <a:lnTo>
                  <a:pt x="361950" y="2657475"/>
                </a:lnTo>
                <a:lnTo>
                  <a:pt x="361950" y="2667000"/>
                </a:lnTo>
                <a:lnTo>
                  <a:pt x="381000" y="2667000"/>
                </a:lnTo>
                <a:lnTo>
                  <a:pt x="381000" y="2676525"/>
                </a:lnTo>
                <a:lnTo>
                  <a:pt x="352425" y="2676525"/>
                </a:lnTo>
                <a:close/>
                <a:moveTo>
                  <a:pt x="952500" y="2667000"/>
                </a:moveTo>
                <a:lnTo>
                  <a:pt x="962025" y="2667000"/>
                </a:lnTo>
                <a:lnTo>
                  <a:pt x="962025" y="2676525"/>
                </a:lnTo>
                <a:lnTo>
                  <a:pt x="952500" y="2676525"/>
                </a:lnTo>
                <a:close/>
                <a:moveTo>
                  <a:pt x="1190625" y="2667000"/>
                </a:moveTo>
                <a:lnTo>
                  <a:pt x="1200150" y="2667000"/>
                </a:lnTo>
                <a:lnTo>
                  <a:pt x="1200150" y="2676525"/>
                </a:lnTo>
                <a:lnTo>
                  <a:pt x="1209675" y="2676525"/>
                </a:lnTo>
                <a:lnTo>
                  <a:pt x="1209675" y="2705100"/>
                </a:lnTo>
                <a:lnTo>
                  <a:pt x="1200150" y="2705100"/>
                </a:lnTo>
                <a:lnTo>
                  <a:pt x="1200150" y="2686050"/>
                </a:lnTo>
                <a:lnTo>
                  <a:pt x="1190625" y="2686050"/>
                </a:lnTo>
                <a:close/>
                <a:moveTo>
                  <a:pt x="847725" y="2676525"/>
                </a:moveTo>
                <a:lnTo>
                  <a:pt x="866775" y="2676525"/>
                </a:lnTo>
                <a:lnTo>
                  <a:pt x="866775" y="2686050"/>
                </a:lnTo>
                <a:lnTo>
                  <a:pt x="847725" y="2686050"/>
                </a:lnTo>
                <a:close/>
                <a:moveTo>
                  <a:pt x="381000" y="2686050"/>
                </a:moveTo>
                <a:lnTo>
                  <a:pt x="390525" y="2686050"/>
                </a:lnTo>
                <a:lnTo>
                  <a:pt x="390525" y="2695575"/>
                </a:lnTo>
                <a:lnTo>
                  <a:pt x="381000" y="2695575"/>
                </a:lnTo>
                <a:close/>
                <a:moveTo>
                  <a:pt x="419100" y="2686050"/>
                </a:moveTo>
                <a:lnTo>
                  <a:pt x="428625" y="2686050"/>
                </a:lnTo>
                <a:lnTo>
                  <a:pt x="428625" y="2695575"/>
                </a:lnTo>
                <a:lnTo>
                  <a:pt x="419100" y="2695575"/>
                </a:lnTo>
                <a:close/>
                <a:moveTo>
                  <a:pt x="609600" y="2686050"/>
                </a:moveTo>
                <a:lnTo>
                  <a:pt x="619125" y="2686050"/>
                </a:lnTo>
                <a:lnTo>
                  <a:pt x="619125" y="2695575"/>
                </a:lnTo>
                <a:lnTo>
                  <a:pt x="609600" y="2695575"/>
                </a:lnTo>
                <a:close/>
                <a:moveTo>
                  <a:pt x="962025" y="2686050"/>
                </a:moveTo>
                <a:lnTo>
                  <a:pt x="971550" y="2686050"/>
                </a:lnTo>
                <a:lnTo>
                  <a:pt x="971550" y="2695575"/>
                </a:lnTo>
                <a:lnTo>
                  <a:pt x="981075" y="2695575"/>
                </a:lnTo>
                <a:lnTo>
                  <a:pt x="981075" y="2705100"/>
                </a:lnTo>
                <a:lnTo>
                  <a:pt x="1000125" y="2705100"/>
                </a:lnTo>
                <a:lnTo>
                  <a:pt x="1000125" y="2724150"/>
                </a:lnTo>
                <a:lnTo>
                  <a:pt x="971550" y="2724150"/>
                </a:lnTo>
                <a:lnTo>
                  <a:pt x="971550" y="2705100"/>
                </a:lnTo>
                <a:lnTo>
                  <a:pt x="962025" y="2705100"/>
                </a:lnTo>
                <a:close/>
                <a:moveTo>
                  <a:pt x="1123950" y="2686050"/>
                </a:moveTo>
                <a:lnTo>
                  <a:pt x="1133475" y="2686050"/>
                </a:lnTo>
                <a:lnTo>
                  <a:pt x="1133475" y="2695575"/>
                </a:lnTo>
                <a:lnTo>
                  <a:pt x="1123950" y="2695575"/>
                </a:lnTo>
                <a:close/>
                <a:moveTo>
                  <a:pt x="1819275" y="2686050"/>
                </a:moveTo>
                <a:lnTo>
                  <a:pt x="1828800" y="2686050"/>
                </a:lnTo>
                <a:lnTo>
                  <a:pt x="1828800" y="2695575"/>
                </a:lnTo>
                <a:lnTo>
                  <a:pt x="1819275" y="2695575"/>
                </a:lnTo>
                <a:close/>
                <a:moveTo>
                  <a:pt x="590550" y="2695575"/>
                </a:moveTo>
                <a:lnTo>
                  <a:pt x="609600" y="2695575"/>
                </a:lnTo>
                <a:lnTo>
                  <a:pt x="609600" y="2705100"/>
                </a:lnTo>
                <a:lnTo>
                  <a:pt x="590550" y="2705100"/>
                </a:lnTo>
                <a:close/>
                <a:moveTo>
                  <a:pt x="1076325" y="2695575"/>
                </a:moveTo>
                <a:lnTo>
                  <a:pt x="1114425" y="2695575"/>
                </a:lnTo>
                <a:lnTo>
                  <a:pt x="1114425" y="2705100"/>
                </a:lnTo>
                <a:lnTo>
                  <a:pt x="1104900" y="2705100"/>
                </a:lnTo>
                <a:lnTo>
                  <a:pt x="1104900" y="2714625"/>
                </a:lnTo>
                <a:lnTo>
                  <a:pt x="1076325" y="2714625"/>
                </a:lnTo>
                <a:close/>
                <a:moveTo>
                  <a:pt x="1704975" y="2695575"/>
                </a:moveTo>
                <a:lnTo>
                  <a:pt x="1752600" y="2695575"/>
                </a:lnTo>
                <a:lnTo>
                  <a:pt x="1752600" y="2714625"/>
                </a:lnTo>
                <a:lnTo>
                  <a:pt x="1762125" y="2714625"/>
                </a:lnTo>
                <a:lnTo>
                  <a:pt x="1762125" y="2705100"/>
                </a:lnTo>
                <a:lnTo>
                  <a:pt x="1771650" y="2705100"/>
                </a:lnTo>
                <a:lnTo>
                  <a:pt x="1771650" y="2695575"/>
                </a:lnTo>
                <a:lnTo>
                  <a:pt x="1781175" y="2695575"/>
                </a:lnTo>
                <a:lnTo>
                  <a:pt x="1781175" y="2714625"/>
                </a:lnTo>
                <a:lnTo>
                  <a:pt x="1809750" y="2714625"/>
                </a:lnTo>
                <a:lnTo>
                  <a:pt x="1809750" y="2724150"/>
                </a:lnTo>
                <a:lnTo>
                  <a:pt x="1800225" y="2724150"/>
                </a:lnTo>
                <a:lnTo>
                  <a:pt x="1800225" y="2733675"/>
                </a:lnTo>
                <a:lnTo>
                  <a:pt x="1790700" y="2733675"/>
                </a:lnTo>
                <a:lnTo>
                  <a:pt x="1790700" y="2743200"/>
                </a:lnTo>
                <a:lnTo>
                  <a:pt x="1752600" y="2743200"/>
                </a:lnTo>
                <a:lnTo>
                  <a:pt x="1752600" y="2733675"/>
                </a:lnTo>
                <a:lnTo>
                  <a:pt x="1743075" y="2733675"/>
                </a:lnTo>
                <a:lnTo>
                  <a:pt x="1743075" y="2724150"/>
                </a:lnTo>
                <a:lnTo>
                  <a:pt x="1733550" y="2724150"/>
                </a:lnTo>
                <a:lnTo>
                  <a:pt x="1733550" y="2714625"/>
                </a:lnTo>
                <a:lnTo>
                  <a:pt x="1704975" y="2714625"/>
                </a:lnTo>
                <a:close/>
                <a:moveTo>
                  <a:pt x="1809750" y="2695575"/>
                </a:moveTo>
                <a:lnTo>
                  <a:pt x="1819275" y="2695575"/>
                </a:lnTo>
                <a:lnTo>
                  <a:pt x="1819275" y="2705100"/>
                </a:lnTo>
                <a:lnTo>
                  <a:pt x="1809750" y="2705100"/>
                </a:lnTo>
                <a:close/>
                <a:moveTo>
                  <a:pt x="571500" y="2705100"/>
                </a:moveTo>
                <a:lnTo>
                  <a:pt x="581025" y="2705100"/>
                </a:lnTo>
                <a:lnTo>
                  <a:pt x="581025" y="2714625"/>
                </a:lnTo>
                <a:lnTo>
                  <a:pt x="571500" y="2714625"/>
                </a:lnTo>
                <a:close/>
                <a:moveTo>
                  <a:pt x="1019175" y="2705100"/>
                </a:moveTo>
                <a:lnTo>
                  <a:pt x="1047750" y="2705100"/>
                </a:lnTo>
                <a:lnTo>
                  <a:pt x="1047750" y="2714625"/>
                </a:lnTo>
                <a:lnTo>
                  <a:pt x="1038225" y="2714625"/>
                </a:lnTo>
                <a:lnTo>
                  <a:pt x="1038225" y="2724150"/>
                </a:lnTo>
                <a:lnTo>
                  <a:pt x="1019175" y="2724150"/>
                </a:lnTo>
                <a:close/>
                <a:moveTo>
                  <a:pt x="752475" y="2714625"/>
                </a:moveTo>
                <a:lnTo>
                  <a:pt x="762000" y="2714625"/>
                </a:lnTo>
                <a:lnTo>
                  <a:pt x="762000" y="2724150"/>
                </a:lnTo>
                <a:lnTo>
                  <a:pt x="752475" y="2724150"/>
                </a:lnTo>
                <a:close/>
                <a:moveTo>
                  <a:pt x="1181100" y="2714625"/>
                </a:moveTo>
                <a:lnTo>
                  <a:pt x="1190625" y="2714625"/>
                </a:lnTo>
                <a:lnTo>
                  <a:pt x="1190625" y="2733675"/>
                </a:lnTo>
                <a:lnTo>
                  <a:pt x="1181100" y="2733675"/>
                </a:lnTo>
                <a:lnTo>
                  <a:pt x="1181100" y="2743200"/>
                </a:lnTo>
                <a:lnTo>
                  <a:pt x="1171575" y="2743200"/>
                </a:lnTo>
                <a:lnTo>
                  <a:pt x="1171575" y="2752725"/>
                </a:lnTo>
                <a:lnTo>
                  <a:pt x="1152525" y="2752725"/>
                </a:lnTo>
                <a:lnTo>
                  <a:pt x="1152525" y="2771775"/>
                </a:lnTo>
                <a:lnTo>
                  <a:pt x="1171575" y="2771775"/>
                </a:lnTo>
                <a:lnTo>
                  <a:pt x="1171575" y="2781300"/>
                </a:lnTo>
                <a:lnTo>
                  <a:pt x="1123950" y="2781300"/>
                </a:lnTo>
                <a:lnTo>
                  <a:pt x="1123950" y="2771775"/>
                </a:lnTo>
                <a:lnTo>
                  <a:pt x="1114425" y="2771775"/>
                </a:lnTo>
                <a:lnTo>
                  <a:pt x="1114425" y="2781300"/>
                </a:lnTo>
                <a:lnTo>
                  <a:pt x="1095375" y="2781300"/>
                </a:lnTo>
                <a:lnTo>
                  <a:pt x="1095375" y="2771775"/>
                </a:lnTo>
                <a:lnTo>
                  <a:pt x="1085850" y="2771775"/>
                </a:lnTo>
                <a:lnTo>
                  <a:pt x="1085850" y="2743200"/>
                </a:lnTo>
                <a:lnTo>
                  <a:pt x="1123950" y="2743200"/>
                </a:lnTo>
                <a:lnTo>
                  <a:pt x="1123950" y="2771775"/>
                </a:lnTo>
                <a:lnTo>
                  <a:pt x="1143000" y="2771775"/>
                </a:lnTo>
                <a:lnTo>
                  <a:pt x="1143000" y="2743200"/>
                </a:lnTo>
                <a:lnTo>
                  <a:pt x="1152525" y="2743200"/>
                </a:lnTo>
                <a:lnTo>
                  <a:pt x="1152525" y="2733675"/>
                </a:lnTo>
                <a:lnTo>
                  <a:pt x="1171575" y="2733675"/>
                </a:lnTo>
                <a:lnTo>
                  <a:pt x="1171575" y="2724150"/>
                </a:lnTo>
                <a:lnTo>
                  <a:pt x="1181100" y="2724150"/>
                </a:lnTo>
                <a:close/>
                <a:moveTo>
                  <a:pt x="1400175" y="2714625"/>
                </a:moveTo>
                <a:lnTo>
                  <a:pt x="1409700" y="2714625"/>
                </a:lnTo>
                <a:lnTo>
                  <a:pt x="1409700" y="2724150"/>
                </a:lnTo>
                <a:lnTo>
                  <a:pt x="1400175" y="2724150"/>
                </a:lnTo>
                <a:close/>
                <a:moveTo>
                  <a:pt x="276225" y="2724150"/>
                </a:moveTo>
                <a:lnTo>
                  <a:pt x="285750" y="2724150"/>
                </a:lnTo>
                <a:lnTo>
                  <a:pt x="285750" y="2743200"/>
                </a:lnTo>
                <a:lnTo>
                  <a:pt x="276225" y="2743200"/>
                </a:lnTo>
                <a:close/>
                <a:moveTo>
                  <a:pt x="352425" y="2724150"/>
                </a:moveTo>
                <a:lnTo>
                  <a:pt x="371475" y="2724150"/>
                </a:lnTo>
                <a:lnTo>
                  <a:pt x="371475" y="2733675"/>
                </a:lnTo>
                <a:lnTo>
                  <a:pt x="381000" y="2733675"/>
                </a:lnTo>
                <a:lnTo>
                  <a:pt x="381000" y="2724150"/>
                </a:lnTo>
                <a:lnTo>
                  <a:pt x="400050" y="2724150"/>
                </a:lnTo>
                <a:lnTo>
                  <a:pt x="400050" y="2733675"/>
                </a:lnTo>
                <a:lnTo>
                  <a:pt x="390525" y="2733675"/>
                </a:lnTo>
                <a:lnTo>
                  <a:pt x="390525" y="2743200"/>
                </a:lnTo>
                <a:lnTo>
                  <a:pt x="381000" y="2743200"/>
                </a:lnTo>
                <a:lnTo>
                  <a:pt x="381000" y="2752725"/>
                </a:lnTo>
                <a:lnTo>
                  <a:pt x="352425" y="2752725"/>
                </a:lnTo>
                <a:lnTo>
                  <a:pt x="352425" y="2762250"/>
                </a:lnTo>
                <a:lnTo>
                  <a:pt x="361950" y="2762250"/>
                </a:lnTo>
                <a:lnTo>
                  <a:pt x="361950" y="2771775"/>
                </a:lnTo>
                <a:lnTo>
                  <a:pt x="342900" y="2771775"/>
                </a:lnTo>
                <a:lnTo>
                  <a:pt x="342900" y="2790825"/>
                </a:lnTo>
                <a:lnTo>
                  <a:pt x="371475" y="2790825"/>
                </a:lnTo>
                <a:lnTo>
                  <a:pt x="371475" y="2771775"/>
                </a:lnTo>
                <a:lnTo>
                  <a:pt x="381000" y="2771775"/>
                </a:lnTo>
                <a:lnTo>
                  <a:pt x="381000" y="2781300"/>
                </a:lnTo>
                <a:lnTo>
                  <a:pt x="419100" y="2781300"/>
                </a:lnTo>
                <a:lnTo>
                  <a:pt x="419100" y="2790825"/>
                </a:lnTo>
                <a:lnTo>
                  <a:pt x="438150" y="2790825"/>
                </a:lnTo>
                <a:lnTo>
                  <a:pt x="438150" y="2781300"/>
                </a:lnTo>
                <a:lnTo>
                  <a:pt x="457200" y="2781300"/>
                </a:lnTo>
                <a:lnTo>
                  <a:pt x="457200" y="2790825"/>
                </a:lnTo>
                <a:lnTo>
                  <a:pt x="495300" y="2790825"/>
                </a:lnTo>
                <a:lnTo>
                  <a:pt x="495300" y="2781300"/>
                </a:lnTo>
                <a:lnTo>
                  <a:pt x="561975" y="2781300"/>
                </a:lnTo>
                <a:lnTo>
                  <a:pt x="561975" y="2790825"/>
                </a:lnTo>
                <a:lnTo>
                  <a:pt x="542925" y="2790825"/>
                </a:lnTo>
                <a:lnTo>
                  <a:pt x="542925" y="2800350"/>
                </a:lnTo>
                <a:lnTo>
                  <a:pt x="523875" y="2800350"/>
                </a:lnTo>
                <a:lnTo>
                  <a:pt x="523875" y="2809875"/>
                </a:lnTo>
                <a:lnTo>
                  <a:pt x="504825" y="2809875"/>
                </a:lnTo>
                <a:lnTo>
                  <a:pt x="504825" y="2800350"/>
                </a:lnTo>
                <a:lnTo>
                  <a:pt x="476250" y="2800350"/>
                </a:lnTo>
                <a:lnTo>
                  <a:pt x="476250" y="2809875"/>
                </a:lnTo>
                <a:lnTo>
                  <a:pt x="485775" y="2809875"/>
                </a:lnTo>
                <a:lnTo>
                  <a:pt x="485775" y="2819400"/>
                </a:lnTo>
                <a:lnTo>
                  <a:pt x="504825" y="2819400"/>
                </a:lnTo>
                <a:lnTo>
                  <a:pt x="504825" y="2828925"/>
                </a:lnTo>
                <a:lnTo>
                  <a:pt x="514350" y="2828925"/>
                </a:lnTo>
                <a:lnTo>
                  <a:pt x="514350" y="2838450"/>
                </a:lnTo>
                <a:lnTo>
                  <a:pt x="485775" y="2838450"/>
                </a:lnTo>
                <a:lnTo>
                  <a:pt x="485775" y="2847975"/>
                </a:lnTo>
                <a:lnTo>
                  <a:pt x="514350" y="2847975"/>
                </a:lnTo>
                <a:lnTo>
                  <a:pt x="514350" y="2857500"/>
                </a:lnTo>
                <a:lnTo>
                  <a:pt x="523875" y="2857500"/>
                </a:lnTo>
                <a:lnTo>
                  <a:pt x="523875" y="2867025"/>
                </a:lnTo>
                <a:lnTo>
                  <a:pt x="504825" y="2867025"/>
                </a:lnTo>
                <a:lnTo>
                  <a:pt x="504825" y="2857500"/>
                </a:lnTo>
                <a:lnTo>
                  <a:pt x="476250" y="2857500"/>
                </a:lnTo>
                <a:lnTo>
                  <a:pt x="476250" y="2828925"/>
                </a:lnTo>
                <a:lnTo>
                  <a:pt x="466725" y="2828925"/>
                </a:lnTo>
                <a:lnTo>
                  <a:pt x="466725" y="2819400"/>
                </a:lnTo>
                <a:lnTo>
                  <a:pt x="438150" y="2819400"/>
                </a:lnTo>
                <a:lnTo>
                  <a:pt x="438150" y="2828925"/>
                </a:lnTo>
                <a:lnTo>
                  <a:pt x="428625" y="2828925"/>
                </a:lnTo>
                <a:lnTo>
                  <a:pt x="428625" y="2819400"/>
                </a:lnTo>
                <a:lnTo>
                  <a:pt x="381000" y="2819400"/>
                </a:lnTo>
                <a:lnTo>
                  <a:pt x="381000" y="2828925"/>
                </a:lnTo>
                <a:lnTo>
                  <a:pt x="352425" y="2828925"/>
                </a:lnTo>
                <a:lnTo>
                  <a:pt x="352425" y="2819400"/>
                </a:lnTo>
                <a:lnTo>
                  <a:pt x="323850" y="2819400"/>
                </a:lnTo>
                <a:lnTo>
                  <a:pt x="323850" y="2809875"/>
                </a:lnTo>
                <a:lnTo>
                  <a:pt x="314325" y="2809875"/>
                </a:lnTo>
                <a:lnTo>
                  <a:pt x="314325" y="2819400"/>
                </a:lnTo>
                <a:lnTo>
                  <a:pt x="304800" y="2819400"/>
                </a:lnTo>
                <a:lnTo>
                  <a:pt x="304800" y="2828925"/>
                </a:lnTo>
                <a:lnTo>
                  <a:pt x="295275" y="2828925"/>
                </a:lnTo>
                <a:lnTo>
                  <a:pt x="295275" y="2819400"/>
                </a:lnTo>
                <a:lnTo>
                  <a:pt x="285750" y="2819400"/>
                </a:lnTo>
                <a:lnTo>
                  <a:pt x="285750" y="2790825"/>
                </a:lnTo>
                <a:lnTo>
                  <a:pt x="276225" y="2790825"/>
                </a:lnTo>
                <a:lnTo>
                  <a:pt x="276225" y="2781300"/>
                </a:lnTo>
                <a:lnTo>
                  <a:pt x="295275" y="2781300"/>
                </a:lnTo>
                <a:lnTo>
                  <a:pt x="295275" y="2762250"/>
                </a:lnTo>
                <a:lnTo>
                  <a:pt x="304800" y="2762250"/>
                </a:lnTo>
                <a:lnTo>
                  <a:pt x="304800" y="2771775"/>
                </a:lnTo>
                <a:lnTo>
                  <a:pt x="314325" y="2771775"/>
                </a:lnTo>
                <a:lnTo>
                  <a:pt x="314325" y="2781300"/>
                </a:lnTo>
                <a:lnTo>
                  <a:pt x="304800" y="2781300"/>
                </a:lnTo>
                <a:lnTo>
                  <a:pt x="304800" y="2790825"/>
                </a:lnTo>
                <a:lnTo>
                  <a:pt x="314325" y="2790825"/>
                </a:lnTo>
                <a:lnTo>
                  <a:pt x="314325" y="2800350"/>
                </a:lnTo>
                <a:lnTo>
                  <a:pt x="323850" y="2800350"/>
                </a:lnTo>
                <a:lnTo>
                  <a:pt x="323850" y="2809875"/>
                </a:lnTo>
                <a:lnTo>
                  <a:pt x="333375" y="2809875"/>
                </a:lnTo>
                <a:lnTo>
                  <a:pt x="333375" y="2781300"/>
                </a:lnTo>
                <a:lnTo>
                  <a:pt x="323850" y="2781300"/>
                </a:lnTo>
                <a:lnTo>
                  <a:pt x="323850" y="2762250"/>
                </a:lnTo>
                <a:lnTo>
                  <a:pt x="333375" y="2762250"/>
                </a:lnTo>
                <a:lnTo>
                  <a:pt x="333375" y="2733675"/>
                </a:lnTo>
                <a:lnTo>
                  <a:pt x="352425" y="2733675"/>
                </a:lnTo>
                <a:close/>
                <a:moveTo>
                  <a:pt x="428625" y="2724150"/>
                </a:moveTo>
                <a:lnTo>
                  <a:pt x="438150" y="2724150"/>
                </a:lnTo>
                <a:lnTo>
                  <a:pt x="438150" y="2733675"/>
                </a:lnTo>
                <a:lnTo>
                  <a:pt x="447675" y="2733675"/>
                </a:lnTo>
                <a:lnTo>
                  <a:pt x="447675" y="2743200"/>
                </a:lnTo>
                <a:lnTo>
                  <a:pt x="438150" y="2743200"/>
                </a:lnTo>
                <a:lnTo>
                  <a:pt x="438150" y="2752725"/>
                </a:lnTo>
                <a:lnTo>
                  <a:pt x="419100" y="2752725"/>
                </a:lnTo>
                <a:lnTo>
                  <a:pt x="419100" y="2743200"/>
                </a:lnTo>
                <a:lnTo>
                  <a:pt x="428625" y="2743200"/>
                </a:lnTo>
                <a:close/>
                <a:moveTo>
                  <a:pt x="514350" y="2724150"/>
                </a:moveTo>
                <a:lnTo>
                  <a:pt x="523875" y="2724150"/>
                </a:lnTo>
                <a:lnTo>
                  <a:pt x="523875" y="2733675"/>
                </a:lnTo>
                <a:lnTo>
                  <a:pt x="533400" y="2733675"/>
                </a:lnTo>
                <a:lnTo>
                  <a:pt x="533400" y="2743200"/>
                </a:lnTo>
                <a:lnTo>
                  <a:pt x="561975" y="2743200"/>
                </a:lnTo>
                <a:lnTo>
                  <a:pt x="561975" y="2752725"/>
                </a:lnTo>
                <a:lnTo>
                  <a:pt x="523875" y="2752725"/>
                </a:lnTo>
                <a:lnTo>
                  <a:pt x="523875" y="2743200"/>
                </a:lnTo>
                <a:lnTo>
                  <a:pt x="514350" y="2743200"/>
                </a:lnTo>
                <a:close/>
                <a:moveTo>
                  <a:pt x="885825" y="2724150"/>
                </a:moveTo>
                <a:lnTo>
                  <a:pt x="914400" y="2724150"/>
                </a:lnTo>
                <a:lnTo>
                  <a:pt x="914400" y="2733675"/>
                </a:lnTo>
                <a:lnTo>
                  <a:pt x="885825" y="2733675"/>
                </a:lnTo>
                <a:close/>
                <a:moveTo>
                  <a:pt x="1219200" y="2724150"/>
                </a:moveTo>
                <a:lnTo>
                  <a:pt x="1228725" y="2724150"/>
                </a:lnTo>
                <a:lnTo>
                  <a:pt x="1228725" y="2733675"/>
                </a:lnTo>
                <a:lnTo>
                  <a:pt x="1219200" y="2733675"/>
                </a:lnTo>
                <a:close/>
                <a:moveTo>
                  <a:pt x="1238250" y="2724150"/>
                </a:moveTo>
                <a:lnTo>
                  <a:pt x="1247775" y="2724150"/>
                </a:lnTo>
                <a:lnTo>
                  <a:pt x="1247775" y="2743200"/>
                </a:lnTo>
                <a:lnTo>
                  <a:pt x="1228725" y="2743200"/>
                </a:lnTo>
                <a:lnTo>
                  <a:pt x="1228725" y="2733675"/>
                </a:lnTo>
                <a:lnTo>
                  <a:pt x="1238250" y="2733675"/>
                </a:lnTo>
                <a:close/>
                <a:moveTo>
                  <a:pt x="1676400" y="2724150"/>
                </a:moveTo>
                <a:lnTo>
                  <a:pt x="1685925" y="2724150"/>
                </a:lnTo>
                <a:lnTo>
                  <a:pt x="1685925" y="2733675"/>
                </a:lnTo>
                <a:lnTo>
                  <a:pt x="1676400" y="2733675"/>
                </a:lnTo>
                <a:close/>
                <a:moveTo>
                  <a:pt x="1257300" y="2733675"/>
                </a:moveTo>
                <a:lnTo>
                  <a:pt x="1266825" y="2733675"/>
                </a:lnTo>
                <a:lnTo>
                  <a:pt x="1266825" y="2743200"/>
                </a:lnTo>
                <a:lnTo>
                  <a:pt x="1257300" y="2743200"/>
                </a:lnTo>
                <a:close/>
                <a:moveTo>
                  <a:pt x="1285875" y="2733675"/>
                </a:moveTo>
                <a:lnTo>
                  <a:pt x="1295400" y="2733675"/>
                </a:lnTo>
                <a:lnTo>
                  <a:pt x="1295400" y="2743200"/>
                </a:lnTo>
                <a:lnTo>
                  <a:pt x="1285875" y="2743200"/>
                </a:lnTo>
                <a:close/>
                <a:moveTo>
                  <a:pt x="1590675" y="2733675"/>
                </a:moveTo>
                <a:lnTo>
                  <a:pt x="1600200" y="2733675"/>
                </a:lnTo>
                <a:lnTo>
                  <a:pt x="1600200" y="2743200"/>
                </a:lnTo>
                <a:lnTo>
                  <a:pt x="1609725" y="2743200"/>
                </a:lnTo>
                <a:lnTo>
                  <a:pt x="1609725" y="2733675"/>
                </a:lnTo>
                <a:lnTo>
                  <a:pt x="1619250" y="2733675"/>
                </a:lnTo>
                <a:lnTo>
                  <a:pt x="1619250" y="2743200"/>
                </a:lnTo>
                <a:lnTo>
                  <a:pt x="1609725" y="2743200"/>
                </a:lnTo>
                <a:lnTo>
                  <a:pt x="1609725" y="2752725"/>
                </a:lnTo>
                <a:lnTo>
                  <a:pt x="1619250" y="2752725"/>
                </a:lnTo>
                <a:lnTo>
                  <a:pt x="1619250" y="2762250"/>
                </a:lnTo>
                <a:lnTo>
                  <a:pt x="1638300" y="2762250"/>
                </a:lnTo>
                <a:lnTo>
                  <a:pt x="1638300" y="2790825"/>
                </a:lnTo>
                <a:lnTo>
                  <a:pt x="1647825" y="2790825"/>
                </a:lnTo>
                <a:lnTo>
                  <a:pt x="1647825" y="2800350"/>
                </a:lnTo>
                <a:lnTo>
                  <a:pt x="1657350" y="2800350"/>
                </a:lnTo>
                <a:lnTo>
                  <a:pt x="1657350" y="2809875"/>
                </a:lnTo>
                <a:lnTo>
                  <a:pt x="1685925" y="2809875"/>
                </a:lnTo>
                <a:lnTo>
                  <a:pt x="1685925" y="2800350"/>
                </a:lnTo>
                <a:lnTo>
                  <a:pt x="1704975" y="2800350"/>
                </a:lnTo>
                <a:lnTo>
                  <a:pt x="1704975" y="2781300"/>
                </a:lnTo>
                <a:lnTo>
                  <a:pt x="1714500" y="2781300"/>
                </a:lnTo>
                <a:lnTo>
                  <a:pt x="1714500" y="2771775"/>
                </a:lnTo>
                <a:lnTo>
                  <a:pt x="1704975" y="2771775"/>
                </a:lnTo>
                <a:lnTo>
                  <a:pt x="1704975" y="2752725"/>
                </a:lnTo>
                <a:lnTo>
                  <a:pt x="1695450" y="2752725"/>
                </a:lnTo>
                <a:lnTo>
                  <a:pt x="1695450" y="2743200"/>
                </a:lnTo>
                <a:lnTo>
                  <a:pt x="1714500" y="2743200"/>
                </a:lnTo>
                <a:lnTo>
                  <a:pt x="1714500" y="2762250"/>
                </a:lnTo>
                <a:lnTo>
                  <a:pt x="1771650" y="2762250"/>
                </a:lnTo>
                <a:lnTo>
                  <a:pt x="1771650" y="2771775"/>
                </a:lnTo>
                <a:lnTo>
                  <a:pt x="1790700" y="2771775"/>
                </a:lnTo>
                <a:lnTo>
                  <a:pt x="1790700" y="2781300"/>
                </a:lnTo>
                <a:lnTo>
                  <a:pt x="1762125" y="2781300"/>
                </a:lnTo>
                <a:lnTo>
                  <a:pt x="1762125" y="2800350"/>
                </a:lnTo>
                <a:lnTo>
                  <a:pt x="1781175" y="2800350"/>
                </a:lnTo>
                <a:lnTo>
                  <a:pt x="1781175" y="2809875"/>
                </a:lnTo>
                <a:lnTo>
                  <a:pt x="1733550" y="2809875"/>
                </a:lnTo>
                <a:lnTo>
                  <a:pt x="1733550" y="2819400"/>
                </a:lnTo>
                <a:lnTo>
                  <a:pt x="1714500" y="2819400"/>
                </a:lnTo>
                <a:lnTo>
                  <a:pt x="1714500" y="2809875"/>
                </a:lnTo>
                <a:lnTo>
                  <a:pt x="1685925" y="2809875"/>
                </a:lnTo>
                <a:lnTo>
                  <a:pt x="1685925" y="2819400"/>
                </a:lnTo>
                <a:lnTo>
                  <a:pt x="1676400" y="2819400"/>
                </a:lnTo>
                <a:lnTo>
                  <a:pt x="1676400" y="2828925"/>
                </a:lnTo>
                <a:lnTo>
                  <a:pt x="1657350" y="2828925"/>
                </a:lnTo>
                <a:lnTo>
                  <a:pt x="1657350" y="2857500"/>
                </a:lnTo>
                <a:lnTo>
                  <a:pt x="1628775" y="2857500"/>
                </a:lnTo>
                <a:lnTo>
                  <a:pt x="1628775" y="2867025"/>
                </a:lnTo>
                <a:lnTo>
                  <a:pt x="1609725" y="2867025"/>
                </a:lnTo>
                <a:lnTo>
                  <a:pt x="1609725" y="2857500"/>
                </a:lnTo>
                <a:lnTo>
                  <a:pt x="1600200" y="2857500"/>
                </a:lnTo>
                <a:lnTo>
                  <a:pt x="1600200" y="2828925"/>
                </a:lnTo>
                <a:lnTo>
                  <a:pt x="1609725" y="2828925"/>
                </a:lnTo>
                <a:lnTo>
                  <a:pt x="1609725" y="2800350"/>
                </a:lnTo>
                <a:lnTo>
                  <a:pt x="1590675" y="2800350"/>
                </a:lnTo>
                <a:lnTo>
                  <a:pt x="1590675" y="2790825"/>
                </a:lnTo>
                <a:lnTo>
                  <a:pt x="1581150" y="2790825"/>
                </a:lnTo>
                <a:lnTo>
                  <a:pt x="1581150" y="2800350"/>
                </a:lnTo>
                <a:lnTo>
                  <a:pt x="1571625" y="2800350"/>
                </a:lnTo>
                <a:lnTo>
                  <a:pt x="1571625" y="2809875"/>
                </a:lnTo>
                <a:lnTo>
                  <a:pt x="1581150" y="2809875"/>
                </a:lnTo>
                <a:lnTo>
                  <a:pt x="1581150" y="2819400"/>
                </a:lnTo>
                <a:lnTo>
                  <a:pt x="1571625" y="2819400"/>
                </a:lnTo>
                <a:lnTo>
                  <a:pt x="1571625" y="2838450"/>
                </a:lnTo>
                <a:lnTo>
                  <a:pt x="1562100" y="2838450"/>
                </a:lnTo>
                <a:lnTo>
                  <a:pt x="1562100" y="2847975"/>
                </a:lnTo>
                <a:lnTo>
                  <a:pt x="1571625" y="2847975"/>
                </a:lnTo>
                <a:lnTo>
                  <a:pt x="1571625" y="2867025"/>
                </a:lnTo>
                <a:lnTo>
                  <a:pt x="1562100" y="2867025"/>
                </a:lnTo>
                <a:lnTo>
                  <a:pt x="1562100" y="2857500"/>
                </a:lnTo>
                <a:lnTo>
                  <a:pt x="1552575" y="2857500"/>
                </a:lnTo>
                <a:lnTo>
                  <a:pt x="1552575" y="2847975"/>
                </a:lnTo>
                <a:lnTo>
                  <a:pt x="1533525" y="2847975"/>
                </a:lnTo>
                <a:lnTo>
                  <a:pt x="1533525" y="2828925"/>
                </a:lnTo>
                <a:lnTo>
                  <a:pt x="1514475" y="2828925"/>
                </a:lnTo>
                <a:lnTo>
                  <a:pt x="1514475" y="2838450"/>
                </a:lnTo>
                <a:lnTo>
                  <a:pt x="1504950" y="2838450"/>
                </a:lnTo>
                <a:lnTo>
                  <a:pt x="1504950" y="2847975"/>
                </a:lnTo>
                <a:lnTo>
                  <a:pt x="1495425" y="2847975"/>
                </a:lnTo>
                <a:lnTo>
                  <a:pt x="1495425" y="2857500"/>
                </a:lnTo>
                <a:lnTo>
                  <a:pt x="1485900" y="2857500"/>
                </a:lnTo>
                <a:lnTo>
                  <a:pt x="1485900" y="2838450"/>
                </a:lnTo>
                <a:lnTo>
                  <a:pt x="1476375" y="2838450"/>
                </a:lnTo>
                <a:lnTo>
                  <a:pt x="1476375" y="2828925"/>
                </a:lnTo>
                <a:lnTo>
                  <a:pt x="1495425" y="2828925"/>
                </a:lnTo>
                <a:lnTo>
                  <a:pt x="1495425" y="2800350"/>
                </a:lnTo>
                <a:lnTo>
                  <a:pt x="1504950" y="2800350"/>
                </a:lnTo>
                <a:lnTo>
                  <a:pt x="1504950" y="2790825"/>
                </a:lnTo>
                <a:lnTo>
                  <a:pt x="1514475" y="2790825"/>
                </a:lnTo>
                <a:lnTo>
                  <a:pt x="1514475" y="2771775"/>
                </a:lnTo>
                <a:lnTo>
                  <a:pt x="1504950" y="2771775"/>
                </a:lnTo>
                <a:lnTo>
                  <a:pt x="1504950" y="2752725"/>
                </a:lnTo>
                <a:lnTo>
                  <a:pt x="1495425" y="2752725"/>
                </a:lnTo>
                <a:lnTo>
                  <a:pt x="1495425" y="2743200"/>
                </a:lnTo>
                <a:lnTo>
                  <a:pt x="1514475" y="2743200"/>
                </a:lnTo>
                <a:lnTo>
                  <a:pt x="1514475" y="2752725"/>
                </a:lnTo>
                <a:lnTo>
                  <a:pt x="1524000" y="2752725"/>
                </a:lnTo>
                <a:lnTo>
                  <a:pt x="1524000" y="2790825"/>
                </a:lnTo>
                <a:lnTo>
                  <a:pt x="1533525" y="2790825"/>
                </a:lnTo>
                <a:lnTo>
                  <a:pt x="1533525" y="2809875"/>
                </a:lnTo>
                <a:lnTo>
                  <a:pt x="1543050" y="2809875"/>
                </a:lnTo>
                <a:lnTo>
                  <a:pt x="1543050" y="2819400"/>
                </a:lnTo>
                <a:lnTo>
                  <a:pt x="1552575" y="2819400"/>
                </a:lnTo>
                <a:lnTo>
                  <a:pt x="1552575" y="2800350"/>
                </a:lnTo>
                <a:lnTo>
                  <a:pt x="1562100" y="2800350"/>
                </a:lnTo>
                <a:lnTo>
                  <a:pt x="1562100" y="2781300"/>
                </a:lnTo>
                <a:lnTo>
                  <a:pt x="1571625" y="2781300"/>
                </a:lnTo>
                <a:lnTo>
                  <a:pt x="1571625" y="2762250"/>
                </a:lnTo>
                <a:lnTo>
                  <a:pt x="1581150" y="2762250"/>
                </a:lnTo>
                <a:lnTo>
                  <a:pt x="1581150" y="2743200"/>
                </a:lnTo>
                <a:lnTo>
                  <a:pt x="1590675" y="2743200"/>
                </a:lnTo>
                <a:close/>
                <a:moveTo>
                  <a:pt x="1019175" y="2743200"/>
                </a:moveTo>
                <a:lnTo>
                  <a:pt x="1028700" y="2743200"/>
                </a:lnTo>
                <a:lnTo>
                  <a:pt x="1028700" y="2771775"/>
                </a:lnTo>
                <a:lnTo>
                  <a:pt x="1019175" y="2771775"/>
                </a:lnTo>
                <a:lnTo>
                  <a:pt x="1019175" y="2781300"/>
                </a:lnTo>
                <a:lnTo>
                  <a:pt x="1038225" y="2781300"/>
                </a:lnTo>
                <a:lnTo>
                  <a:pt x="1038225" y="2771775"/>
                </a:lnTo>
                <a:lnTo>
                  <a:pt x="1047750" y="2771775"/>
                </a:lnTo>
                <a:lnTo>
                  <a:pt x="1047750" y="2800350"/>
                </a:lnTo>
                <a:lnTo>
                  <a:pt x="1057275" y="2800350"/>
                </a:lnTo>
                <a:lnTo>
                  <a:pt x="1057275" y="2828925"/>
                </a:lnTo>
                <a:lnTo>
                  <a:pt x="1047750" y="2828925"/>
                </a:lnTo>
                <a:lnTo>
                  <a:pt x="1047750" y="2809875"/>
                </a:lnTo>
                <a:lnTo>
                  <a:pt x="1038225" y="2809875"/>
                </a:lnTo>
                <a:lnTo>
                  <a:pt x="1038225" y="2828925"/>
                </a:lnTo>
                <a:lnTo>
                  <a:pt x="1019175" y="2828925"/>
                </a:lnTo>
                <a:lnTo>
                  <a:pt x="1019175" y="2819400"/>
                </a:lnTo>
                <a:lnTo>
                  <a:pt x="1028700" y="2819400"/>
                </a:lnTo>
                <a:lnTo>
                  <a:pt x="1028700" y="2800350"/>
                </a:lnTo>
                <a:lnTo>
                  <a:pt x="1038225" y="2800350"/>
                </a:lnTo>
                <a:lnTo>
                  <a:pt x="1038225" y="2790825"/>
                </a:lnTo>
                <a:lnTo>
                  <a:pt x="1019175" y="2790825"/>
                </a:lnTo>
                <a:lnTo>
                  <a:pt x="1019175" y="2800350"/>
                </a:lnTo>
                <a:lnTo>
                  <a:pt x="981075" y="2800350"/>
                </a:lnTo>
                <a:lnTo>
                  <a:pt x="981075" y="2819400"/>
                </a:lnTo>
                <a:lnTo>
                  <a:pt x="904875" y="2819400"/>
                </a:lnTo>
                <a:lnTo>
                  <a:pt x="904875" y="2838450"/>
                </a:lnTo>
                <a:lnTo>
                  <a:pt x="876300" y="2838450"/>
                </a:lnTo>
                <a:lnTo>
                  <a:pt x="876300" y="2828925"/>
                </a:lnTo>
                <a:lnTo>
                  <a:pt x="895350" y="2828925"/>
                </a:lnTo>
                <a:lnTo>
                  <a:pt x="895350" y="2819400"/>
                </a:lnTo>
                <a:lnTo>
                  <a:pt x="876300" y="2819400"/>
                </a:lnTo>
                <a:lnTo>
                  <a:pt x="876300" y="2809875"/>
                </a:lnTo>
                <a:lnTo>
                  <a:pt x="885825" y="2809875"/>
                </a:lnTo>
                <a:lnTo>
                  <a:pt x="885825" y="2771775"/>
                </a:lnTo>
                <a:lnTo>
                  <a:pt x="866775" y="2771775"/>
                </a:lnTo>
                <a:lnTo>
                  <a:pt x="866775" y="2762250"/>
                </a:lnTo>
                <a:lnTo>
                  <a:pt x="847725" y="2762250"/>
                </a:lnTo>
                <a:lnTo>
                  <a:pt x="847725" y="2752725"/>
                </a:lnTo>
                <a:lnTo>
                  <a:pt x="895350" y="2752725"/>
                </a:lnTo>
                <a:lnTo>
                  <a:pt x="895350" y="2762250"/>
                </a:lnTo>
                <a:lnTo>
                  <a:pt x="933450" y="2762250"/>
                </a:lnTo>
                <a:lnTo>
                  <a:pt x="933450" y="2771775"/>
                </a:lnTo>
                <a:lnTo>
                  <a:pt x="942975" y="2771775"/>
                </a:lnTo>
                <a:lnTo>
                  <a:pt x="942975" y="2762250"/>
                </a:lnTo>
                <a:lnTo>
                  <a:pt x="962025" y="2762250"/>
                </a:lnTo>
                <a:lnTo>
                  <a:pt x="962025" y="2752725"/>
                </a:lnTo>
                <a:lnTo>
                  <a:pt x="1019175" y="2752725"/>
                </a:lnTo>
                <a:close/>
                <a:moveTo>
                  <a:pt x="1057275" y="2743200"/>
                </a:moveTo>
                <a:lnTo>
                  <a:pt x="1066800" y="2743200"/>
                </a:lnTo>
                <a:lnTo>
                  <a:pt x="1066800" y="2752725"/>
                </a:lnTo>
                <a:lnTo>
                  <a:pt x="1057275" y="2752725"/>
                </a:lnTo>
                <a:close/>
                <a:moveTo>
                  <a:pt x="1247775" y="2743200"/>
                </a:moveTo>
                <a:lnTo>
                  <a:pt x="1257300" y="2743200"/>
                </a:lnTo>
                <a:lnTo>
                  <a:pt x="1257300" y="2752725"/>
                </a:lnTo>
                <a:lnTo>
                  <a:pt x="1247775" y="2752725"/>
                </a:lnTo>
                <a:close/>
                <a:moveTo>
                  <a:pt x="1390650" y="2743200"/>
                </a:moveTo>
                <a:lnTo>
                  <a:pt x="1400175" y="2743200"/>
                </a:lnTo>
                <a:lnTo>
                  <a:pt x="1400175" y="2752725"/>
                </a:lnTo>
                <a:lnTo>
                  <a:pt x="1390650" y="2752725"/>
                </a:lnTo>
                <a:close/>
                <a:moveTo>
                  <a:pt x="409575" y="2752725"/>
                </a:moveTo>
                <a:lnTo>
                  <a:pt x="419100" y="2752725"/>
                </a:lnTo>
                <a:lnTo>
                  <a:pt x="419100" y="2762250"/>
                </a:lnTo>
                <a:lnTo>
                  <a:pt x="409575" y="2762250"/>
                </a:lnTo>
                <a:close/>
                <a:moveTo>
                  <a:pt x="1038225" y="2752725"/>
                </a:moveTo>
                <a:lnTo>
                  <a:pt x="1047750" y="2752725"/>
                </a:lnTo>
                <a:lnTo>
                  <a:pt x="1047750" y="2762250"/>
                </a:lnTo>
                <a:lnTo>
                  <a:pt x="1038225" y="2762250"/>
                </a:lnTo>
                <a:close/>
                <a:moveTo>
                  <a:pt x="1181100" y="2752725"/>
                </a:moveTo>
                <a:lnTo>
                  <a:pt x="1209675" y="2752725"/>
                </a:lnTo>
                <a:lnTo>
                  <a:pt x="1209675" y="2762250"/>
                </a:lnTo>
                <a:lnTo>
                  <a:pt x="1181100" y="2762250"/>
                </a:lnTo>
                <a:close/>
                <a:moveTo>
                  <a:pt x="1285875" y="2752725"/>
                </a:moveTo>
                <a:lnTo>
                  <a:pt x="1295400" y="2752725"/>
                </a:lnTo>
                <a:lnTo>
                  <a:pt x="1295400" y="2762250"/>
                </a:lnTo>
                <a:lnTo>
                  <a:pt x="1285875" y="2762250"/>
                </a:lnTo>
                <a:close/>
                <a:moveTo>
                  <a:pt x="752475" y="2762250"/>
                </a:moveTo>
                <a:lnTo>
                  <a:pt x="762000" y="2762250"/>
                </a:lnTo>
                <a:lnTo>
                  <a:pt x="762000" y="2771775"/>
                </a:lnTo>
                <a:lnTo>
                  <a:pt x="752475" y="2771775"/>
                </a:lnTo>
                <a:close/>
                <a:moveTo>
                  <a:pt x="1666875" y="2762250"/>
                </a:moveTo>
                <a:lnTo>
                  <a:pt x="1685925" y="2762250"/>
                </a:lnTo>
                <a:lnTo>
                  <a:pt x="1685925" y="2790825"/>
                </a:lnTo>
                <a:lnTo>
                  <a:pt x="1666875" y="2790825"/>
                </a:lnTo>
                <a:close/>
                <a:moveTo>
                  <a:pt x="647700" y="2771775"/>
                </a:moveTo>
                <a:lnTo>
                  <a:pt x="666750" y="2771775"/>
                </a:lnTo>
                <a:lnTo>
                  <a:pt x="666750" y="2781300"/>
                </a:lnTo>
                <a:lnTo>
                  <a:pt x="676275" y="2781300"/>
                </a:lnTo>
                <a:lnTo>
                  <a:pt x="676275" y="2790825"/>
                </a:lnTo>
                <a:lnTo>
                  <a:pt x="685800" y="2790825"/>
                </a:lnTo>
                <a:lnTo>
                  <a:pt x="685800" y="2800350"/>
                </a:lnTo>
                <a:lnTo>
                  <a:pt x="676275" y="2800350"/>
                </a:lnTo>
                <a:lnTo>
                  <a:pt x="676275" y="2819400"/>
                </a:lnTo>
                <a:lnTo>
                  <a:pt x="666750" y="2819400"/>
                </a:lnTo>
                <a:lnTo>
                  <a:pt x="666750" y="2828925"/>
                </a:lnTo>
                <a:lnTo>
                  <a:pt x="657225" y="2828925"/>
                </a:lnTo>
                <a:lnTo>
                  <a:pt x="657225" y="2800350"/>
                </a:lnTo>
                <a:lnTo>
                  <a:pt x="666750" y="2800350"/>
                </a:lnTo>
                <a:lnTo>
                  <a:pt x="666750" y="2790825"/>
                </a:lnTo>
                <a:lnTo>
                  <a:pt x="657225" y="2790825"/>
                </a:lnTo>
                <a:lnTo>
                  <a:pt x="657225" y="2781300"/>
                </a:lnTo>
                <a:lnTo>
                  <a:pt x="647700" y="2781300"/>
                </a:lnTo>
                <a:close/>
                <a:moveTo>
                  <a:pt x="695325" y="2771775"/>
                </a:moveTo>
                <a:lnTo>
                  <a:pt x="723900" y="2771775"/>
                </a:lnTo>
                <a:lnTo>
                  <a:pt x="723900" y="2781300"/>
                </a:lnTo>
                <a:lnTo>
                  <a:pt x="733425" y="2781300"/>
                </a:lnTo>
                <a:lnTo>
                  <a:pt x="733425" y="2771775"/>
                </a:lnTo>
                <a:lnTo>
                  <a:pt x="742950" y="2771775"/>
                </a:lnTo>
                <a:lnTo>
                  <a:pt x="742950" y="2790825"/>
                </a:lnTo>
                <a:lnTo>
                  <a:pt x="762000" y="2790825"/>
                </a:lnTo>
                <a:lnTo>
                  <a:pt x="762000" y="2809875"/>
                </a:lnTo>
                <a:lnTo>
                  <a:pt x="742950" y="2809875"/>
                </a:lnTo>
                <a:lnTo>
                  <a:pt x="742950" y="2800350"/>
                </a:lnTo>
                <a:lnTo>
                  <a:pt x="733425" y="2800350"/>
                </a:lnTo>
                <a:lnTo>
                  <a:pt x="733425" y="2790825"/>
                </a:lnTo>
                <a:lnTo>
                  <a:pt x="723900" y="2790825"/>
                </a:lnTo>
                <a:lnTo>
                  <a:pt x="723900" y="2800350"/>
                </a:lnTo>
                <a:lnTo>
                  <a:pt x="714375" y="2800350"/>
                </a:lnTo>
                <a:lnTo>
                  <a:pt x="714375" y="2790825"/>
                </a:lnTo>
                <a:lnTo>
                  <a:pt x="704850" y="2790825"/>
                </a:lnTo>
                <a:lnTo>
                  <a:pt x="704850" y="2781300"/>
                </a:lnTo>
                <a:lnTo>
                  <a:pt x="695325" y="2781300"/>
                </a:lnTo>
                <a:close/>
                <a:moveTo>
                  <a:pt x="771525" y="2771775"/>
                </a:moveTo>
                <a:lnTo>
                  <a:pt x="800100" y="2771775"/>
                </a:lnTo>
                <a:lnTo>
                  <a:pt x="800100" y="2781300"/>
                </a:lnTo>
                <a:lnTo>
                  <a:pt x="771525" y="2781300"/>
                </a:lnTo>
                <a:close/>
                <a:moveTo>
                  <a:pt x="1314450" y="2771775"/>
                </a:moveTo>
                <a:lnTo>
                  <a:pt x="1333500" y="2771775"/>
                </a:lnTo>
                <a:lnTo>
                  <a:pt x="1333500" y="2781300"/>
                </a:lnTo>
                <a:lnTo>
                  <a:pt x="1314450" y="2781300"/>
                </a:lnTo>
                <a:close/>
                <a:moveTo>
                  <a:pt x="590550" y="2781300"/>
                </a:moveTo>
                <a:lnTo>
                  <a:pt x="619125" y="2781300"/>
                </a:lnTo>
                <a:lnTo>
                  <a:pt x="619125" y="2790825"/>
                </a:lnTo>
                <a:lnTo>
                  <a:pt x="590550" y="2790825"/>
                </a:lnTo>
                <a:close/>
                <a:moveTo>
                  <a:pt x="1114425" y="2781300"/>
                </a:moveTo>
                <a:lnTo>
                  <a:pt x="1123950" y="2781300"/>
                </a:lnTo>
                <a:lnTo>
                  <a:pt x="1123950" y="2790825"/>
                </a:lnTo>
                <a:lnTo>
                  <a:pt x="1114425" y="2790825"/>
                </a:lnTo>
                <a:close/>
                <a:moveTo>
                  <a:pt x="1724025" y="2781300"/>
                </a:moveTo>
                <a:lnTo>
                  <a:pt x="1733550" y="2781300"/>
                </a:lnTo>
                <a:lnTo>
                  <a:pt x="1733550" y="2771775"/>
                </a:lnTo>
                <a:lnTo>
                  <a:pt x="1724025" y="2771775"/>
                </a:lnTo>
                <a:close/>
                <a:moveTo>
                  <a:pt x="933450" y="2790825"/>
                </a:moveTo>
                <a:lnTo>
                  <a:pt x="952500" y="2790825"/>
                </a:lnTo>
                <a:lnTo>
                  <a:pt x="952500" y="2771775"/>
                </a:lnTo>
                <a:lnTo>
                  <a:pt x="942975" y="2771775"/>
                </a:lnTo>
                <a:lnTo>
                  <a:pt x="942975" y="2781300"/>
                </a:lnTo>
                <a:lnTo>
                  <a:pt x="933450" y="2781300"/>
                </a:lnTo>
                <a:close/>
                <a:moveTo>
                  <a:pt x="981075" y="2790825"/>
                </a:moveTo>
                <a:lnTo>
                  <a:pt x="990600" y="2790825"/>
                </a:lnTo>
                <a:lnTo>
                  <a:pt x="990600" y="2781300"/>
                </a:lnTo>
                <a:lnTo>
                  <a:pt x="981075" y="2781300"/>
                </a:lnTo>
                <a:close/>
                <a:moveTo>
                  <a:pt x="1609725" y="2790825"/>
                </a:moveTo>
                <a:lnTo>
                  <a:pt x="1619250" y="2790825"/>
                </a:lnTo>
                <a:lnTo>
                  <a:pt x="1619250" y="2781300"/>
                </a:lnTo>
                <a:lnTo>
                  <a:pt x="1609725" y="2781300"/>
                </a:lnTo>
                <a:close/>
                <a:moveTo>
                  <a:pt x="1143000" y="2800350"/>
                </a:moveTo>
                <a:lnTo>
                  <a:pt x="1171575" y="2800350"/>
                </a:lnTo>
                <a:lnTo>
                  <a:pt x="1171575" y="2819400"/>
                </a:lnTo>
                <a:lnTo>
                  <a:pt x="1152525" y="2819400"/>
                </a:lnTo>
                <a:lnTo>
                  <a:pt x="1152525" y="2838450"/>
                </a:lnTo>
                <a:lnTo>
                  <a:pt x="1143000" y="2838450"/>
                </a:lnTo>
                <a:close/>
                <a:moveTo>
                  <a:pt x="1095375" y="2809875"/>
                </a:moveTo>
                <a:lnTo>
                  <a:pt x="1114425" y="2809875"/>
                </a:lnTo>
                <a:lnTo>
                  <a:pt x="1114425" y="2819400"/>
                </a:lnTo>
                <a:lnTo>
                  <a:pt x="1095375" y="2819400"/>
                </a:lnTo>
                <a:close/>
                <a:moveTo>
                  <a:pt x="1466850" y="2809875"/>
                </a:moveTo>
                <a:lnTo>
                  <a:pt x="1485900" y="2809875"/>
                </a:lnTo>
                <a:lnTo>
                  <a:pt x="1485900" y="2819400"/>
                </a:lnTo>
                <a:lnTo>
                  <a:pt x="1466850" y="2819400"/>
                </a:lnTo>
                <a:close/>
                <a:moveTo>
                  <a:pt x="704850" y="2819400"/>
                </a:moveTo>
                <a:lnTo>
                  <a:pt x="714375" y="2819400"/>
                </a:lnTo>
                <a:lnTo>
                  <a:pt x="714375" y="2828925"/>
                </a:lnTo>
                <a:lnTo>
                  <a:pt x="723900" y="2828925"/>
                </a:lnTo>
                <a:lnTo>
                  <a:pt x="723900" y="2838450"/>
                </a:lnTo>
                <a:lnTo>
                  <a:pt x="704850" y="2838450"/>
                </a:lnTo>
                <a:close/>
                <a:moveTo>
                  <a:pt x="1409700" y="2819400"/>
                </a:moveTo>
                <a:lnTo>
                  <a:pt x="1428750" y="2819400"/>
                </a:lnTo>
                <a:lnTo>
                  <a:pt x="1428750" y="2828925"/>
                </a:lnTo>
                <a:lnTo>
                  <a:pt x="1438275" y="2828925"/>
                </a:lnTo>
                <a:lnTo>
                  <a:pt x="1438275" y="2838450"/>
                </a:lnTo>
                <a:lnTo>
                  <a:pt x="1447800" y="2838450"/>
                </a:lnTo>
                <a:lnTo>
                  <a:pt x="1447800" y="2857500"/>
                </a:lnTo>
                <a:lnTo>
                  <a:pt x="1438275" y="2857500"/>
                </a:lnTo>
                <a:lnTo>
                  <a:pt x="1438275" y="2867025"/>
                </a:lnTo>
                <a:lnTo>
                  <a:pt x="1428750" y="2867025"/>
                </a:lnTo>
                <a:lnTo>
                  <a:pt x="1428750" y="2886075"/>
                </a:lnTo>
                <a:lnTo>
                  <a:pt x="1419225" y="2886075"/>
                </a:lnTo>
                <a:lnTo>
                  <a:pt x="1419225" y="2867025"/>
                </a:lnTo>
                <a:lnTo>
                  <a:pt x="1409700" y="2867025"/>
                </a:lnTo>
                <a:close/>
                <a:moveTo>
                  <a:pt x="1685925" y="2819400"/>
                </a:moveTo>
                <a:lnTo>
                  <a:pt x="1695450" y="2819400"/>
                </a:lnTo>
                <a:lnTo>
                  <a:pt x="1695450" y="2828925"/>
                </a:lnTo>
                <a:lnTo>
                  <a:pt x="1685925" y="2828925"/>
                </a:lnTo>
                <a:close/>
                <a:moveTo>
                  <a:pt x="304800" y="2828925"/>
                </a:moveTo>
                <a:lnTo>
                  <a:pt x="314325" y="2828925"/>
                </a:lnTo>
                <a:lnTo>
                  <a:pt x="314325" y="2838450"/>
                </a:lnTo>
                <a:lnTo>
                  <a:pt x="304800" y="2838450"/>
                </a:lnTo>
                <a:close/>
                <a:moveTo>
                  <a:pt x="390525" y="2828925"/>
                </a:moveTo>
                <a:lnTo>
                  <a:pt x="400050" y="2828925"/>
                </a:lnTo>
                <a:lnTo>
                  <a:pt x="400050" y="2838450"/>
                </a:lnTo>
                <a:lnTo>
                  <a:pt x="428625" y="2838450"/>
                </a:lnTo>
                <a:lnTo>
                  <a:pt x="428625" y="2857500"/>
                </a:lnTo>
                <a:lnTo>
                  <a:pt x="447675" y="2857500"/>
                </a:lnTo>
                <a:lnTo>
                  <a:pt x="447675" y="2867025"/>
                </a:lnTo>
                <a:lnTo>
                  <a:pt x="400050" y="2867025"/>
                </a:lnTo>
                <a:lnTo>
                  <a:pt x="400050" y="2857500"/>
                </a:lnTo>
                <a:lnTo>
                  <a:pt x="381000" y="2857500"/>
                </a:lnTo>
                <a:lnTo>
                  <a:pt x="381000" y="2838450"/>
                </a:lnTo>
                <a:lnTo>
                  <a:pt x="390525" y="2838450"/>
                </a:lnTo>
                <a:close/>
                <a:moveTo>
                  <a:pt x="600075" y="2828925"/>
                </a:moveTo>
                <a:lnTo>
                  <a:pt x="609600" y="2828925"/>
                </a:lnTo>
                <a:lnTo>
                  <a:pt x="609600" y="2847975"/>
                </a:lnTo>
                <a:lnTo>
                  <a:pt x="600075" y="2847975"/>
                </a:lnTo>
                <a:close/>
                <a:moveTo>
                  <a:pt x="1304925" y="2828925"/>
                </a:moveTo>
                <a:lnTo>
                  <a:pt x="1323975" y="2828925"/>
                </a:lnTo>
                <a:lnTo>
                  <a:pt x="1323975" y="2867025"/>
                </a:lnTo>
                <a:lnTo>
                  <a:pt x="1314450" y="2867025"/>
                </a:lnTo>
                <a:lnTo>
                  <a:pt x="1314450" y="2857500"/>
                </a:lnTo>
                <a:lnTo>
                  <a:pt x="1295400" y="2857500"/>
                </a:lnTo>
                <a:lnTo>
                  <a:pt x="1295400" y="2847975"/>
                </a:lnTo>
                <a:lnTo>
                  <a:pt x="1304925" y="2847975"/>
                </a:lnTo>
                <a:close/>
                <a:moveTo>
                  <a:pt x="1390650" y="2828925"/>
                </a:moveTo>
                <a:lnTo>
                  <a:pt x="1400175" y="2828925"/>
                </a:lnTo>
                <a:lnTo>
                  <a:pt x="1400175" y="2838450"/>
                </a:lnTo>
                <a:lnTo>
                  <a:pt x="1390650" y="2838450"/>
                </a:lnTo>
                <a:close/>
                <a:moveTo>
                  <a:pt x="314325" y="2838450"/>
                </a:moveTo>
                <a:lnTo>
                  <a:pt x="323850" y="2838450"/>
                </a:lnTo>
                <a:lnTo>
                  <a:pt x="323850" y="2847975"/>
                </a:lnTo>
                <a:lnTo>
                  <a:pt x="314325" y="2847975"/>
                </a:lnTo>
                <a:close/>
                <a:moveTo>
                  <a:pt x="676275" y="2838450"/>
                </a:moveTo>
                <a:lnTo>
                  <a:pt x="695325" y="2838450"/>
                </a:lnTo>
                <a:lnTo>
                  <a:pt x="695325" y="2847975"/>
                </a:lnTo>
                <a:lnTo>
                  <a:pt x="676275" y="2847975"/>
                </a:lnTo>
                <a:close/>
                <a:moveTo>
                  <a:pt x="733425" y="2838450"/>
                </a:moveTo>
                <a:lnTo>
                  <a:pt x="742950" y="2838450"/>
                </a:lnTo>
                <a:lnTo>
                  <a:pt x="742950" y="2847975"/>
                </a:lnTo>
                <a:lnTo>
                  <a:pt x="733425" y="2847975"/>
                </a:lnTo>
                <a:close/>
                <a:moveTo>
                  <a:pt x="771525" y="2838450"/>
                </a:moveTo>
                <a:lnTo>
                  <a:pt x="790575" y="2838450"/>
                </a:lnTo>
                <a:lnTo>
                  <a:pt x="790575" y="2857500"/>
                </a:lnTo>
                <a:lnTo>
                  <a:pt x="781050" y="2857500"/>
                </a:lnTo>
                <a:lnTo>
                  <a:pt x="781050" y="2867025"/>
                </a:lnTo>
                <a:lnTo>
                  <a:pt x="762000" y="2867025"/>
                </a:lnTo>
                <a:lnTo>
                  <a:pt x="762000" y="2857500"/>
                </a:lnTo>
                <a:lnTo>
                  <a:pt x="752475" y="2857500"/>
                </a:lnTo>
                <a:lnTo>
                  <a:pt x="752475" y="2847975"/>
                </a:lnTo>
                <a:lnTo>
                  <a:pt x="771525" y="2847975"/>
                </a:lnTo>
                <a:close/>
                <a:moveTo>
                  <a:pt x="800100" y="2838450"/>
                </a:moveTo>
                <a:lnTo>
                  <a:pt x="809625" y="2838450"/>
                </a:lnTo>
                <a:lnTo>
                  <a:pt x="809625" y="2857500"/>
                </a:lnTo>
                <a:lnTo>
                  <a:pt x="800100" y="2857500"/>
                </a:lnTo>
                <a:close/>
                <a:moveTo>
                  <a:pt x="695325" y="2847975"/>
                </a:moveTo>
                <a:lnTo>
                  <a:pt x="704850" y="2847975"/>
                </a:lnTo>
                <a:lnTo>
                  <a:pt x="704850" y="2857500"/>
                </a:lnTo>
                <a:lnTo>
                  <a:pt x="695325" y="2857500"/>
                </a:lnTo>
                <a:close/>
                <a:moveTo>
                  <a:pt x="838200" y="2847975"/>
                </a:moveTo>
                <a:lnTo>
                  <a:pt x="857250" y="2847975"/>
                </a:lnTo>
                <a:lnTo>
                  <a:pt x="857250" y="2857500"/>
                </a:lnTo>
                <a:lnTo>
                  <a:pt x="838200" y="2857500"/>
                </a:lnTo>
                <a:close/>
                <a:moveTo>
                  <a:pt x="866775" y="2847975"/>
                </a:moveTo>
                <a:lnTo>
                  <a:pt x="895350" y="2847975"/>
                </a:lnTo>
                <a:lnTo>
                  <a:pt x="895350" y="2857500"/>
                </a:lnTo>
                <a:lnTo>
                  <a:pt x="866775" y="2857500"/>
                </a:lnTo>
                <a:close/>
                <a:moveTo>
                  <a:pt x="1276350" y="2847975"/>
                </a:moveTo>
                <a:lnTo>
                  <a:pt x="1285875" y="2847975"/>
                </a:lnTo>
                <a:lnTo>
                  <a:pt x="1285875" y="2857500"/>
                </a:lnTo>
                <a:lnTo>
                  <a:pt x="1295400" y="2857500"/>
                </a:lnTo>
                <a:lnTo>
                  <a:pt x="1295400" y="2876550"/>
                </a:lnTo>
                <a:lnTo>
                  <a:pt x="1276350" y="2876550"/>
                </a:lnTo>
                <a:close/>
                <a:moveTo>
                  <a:pt x="457200" y="2857500"/>
                </a:moveTo>
                <a:lnTo>
                  <a:pt x="476250" y="2857500"/>
                </a:lnTo>
                <a:lnTo>
                  <a:pt x="476250" y="2867025"/>
                </a:lnTo>
                <a:lnTo>
                  <a:pt x="466725" y="2867025"/>
                </a:lnTo>
                <a:lnTo>
                  <a:pt x="466725" y="2876550"/>
                </a:lnTo>
                <a:lnTo>
                  <a:pt x="447675" y="2876550"/>
                </a:lnTo>
                <a:lnTo>
                  <a:pt x="447675" y="2867025"/>
                </a:lnTo>
                <a:lnTo>
                  <a:pt x="457200" y="2867025"/>
                </a:lnTo>
                <a:close/>
                <a:moveTo>
                  <a:pt x="809625" y="2857500"/>
                </a:moveTo>
                <a:lnTo>
                  <a:pt x="828675" y="2857500"/>
                </a:lnTo>
                <a:lnTo>
                  <a:pt x="828675" y="2867025"/>
                </a:lnTo>
                <a:lnTo>
                  <a:pt x="809625" y="2867025"/>
                </a:lnTo>
                <a:close/>
                <a:moveTo>
                  <a:pt x="1371600" y="2857500"/>
                </a:moveTo>
                <a:lnTo>
                  <a:pt x="1381125" y="2857500"/>
                </a:lnTo>
                <a:lnTo>
                  <a:pt x="1381125" y="2876550"/>
                </a:lnTo>
                <a:lnTo>
                  <a:pt x="1390650" y="2876550"/>
                </a:lnTo>
                <a:lnTo>
                  <a:pt x="1390650" y="2886075"/>
                </a:lnTo>
                <a:lnTo>
                  <a:pt x="1400175" y="2886075"/>
                </a:lnTo>
                <a:lnTo>
                  <a:pt x="1400175" y="2895600"/>
                </a:lnTo>
                <a:lnTo>
                  <a:pt x="1381125" y="2895600"/>
                </a:lnTo>
                <a:lnTo>
                  <a:pt x="1381125" y="2886075"/>
                </a:lnTo>
                <a:lnTo>
                  <a:pt x="1371600" y="2886075"/>
                </a:lnTo>
                <a:lnTo>
                  <a:pt x="1371600" y="2895600"/>
                </a:lnTo>
                <a:lnTo>
                  <a:pt x="1362075" y="2895600"/>
                </a:lnTo>
                <a:lnTo>
                  <a:pt x="1362075" y="2867025"/>
                </a:lnTo>
                <a:lnTo>
                  <a:pt x="1371600" y="2867025"/>
                </a:lnTo>
                <a:close/>
                <a:moveTo>
                  <a:pt x="1762125" y="2867025"/>
                </a:moveTo>
                <a:lnTo>
                  <a:pt x="1781175" y="2867025"/>
                </a:lnTo>
                <a:lnTo>
                  <a:pt x="1781175" y="2876550"/>
                </a:lnTo>
                <a:lnTo>
                  <a:pt x="1762125" y="2876550"/>
                </a:lnTo>
                <a:close/>
                <a:moveTo>
                  <a:pt x="1828800" y="2867025"/>
                </a:moveTo>
                <a:lnTo>
                  <a:pt x="1838325" y="2867025"/>
                </a:lnTo>
                <a:lnTo>
                  <a:pt x="1838325" y="2895600"/>
                </a:lnTo>
                <a:lnTo>
                  <a:pt x="1828800" y="2895600"/>
                </a:lnTo>
                <a:close/>
                <a:moveTo>
                  <a:pt x="1847850" y="2867025"/>
                </a:moveTo>
                <a:lnTo>
                  <a:pt x="1857375" y="2867025"/>
                </a:lnTo>
                <a:lnTo>
                  <a:pt x="1857375" y="2886075"/>
                </a:lnTo>
                <a:lnTo>
                  <a:pt x="1847850" y="2886075"/>
                </a:lnTo>
                <a:close/>
                <a:moveTo>
                  <a:pt x="428625" y="2876550"/>
                </a:moveTo>
                <a:lnTo>
                  <a:pt x="447675" y="2876550"/>
                </a:lnTo>
                <a:lnTo>
                  <a:pt x="447675" y="2886075"/>
                </a:lnTo>
                <a:lnTo>
                  <a:pt x="428625" y="2886075"/>
                </a:lnTo>
                <a:close/>
                <a:moveTo>
                  <a:pt x="923925" y="2876550"/>
                </a:moveTo>
                <a:lnTo>
                  <a:pt x="942975" y="2876550"/>
                </a:lnTo>
                <a:lnTo>
                  <a:pt x="942975" y="2886075"/>
                </a:lnTo>
                <a:lnTo>
                  <a:pt x="933450" y="2886075"/>
                </a:lnTo>
                <a:lnTo>
                  <a:pt x="933450" y="2895600"/>
                </a:lnTo>
                <a:lnTo>
                  <a:pt x="923925" y="2895600"/>
                </a:lnTo>
                <a:close/>
                <a:moveTo>
                  <a:pt x="1266825" y="2876550"/>
                </a:moveTo>
                <a:lnTo>
                  <a:pt x="1276350" y="2876550"/>
                </a:lnTo>
                <a:lnTo>
                  <a:pt x="1276350" y="2886075"/>
                </a:lnTo>
                <a:lnTo>
                  <a:pt x="1266825" y="2886075"/>
                </a:lnTo>
                <a:close/>
                <a:moveTo>
                  <a:pt x="1647825" y="2876550"/>
                </a:moveTo>
                <a:lnTo>
                  <a:pt x="1657350" y="2876550"/>
                </a:lnTo>
                <a:lnTo>
                  <a:pt x="1657350" y="2886075"/>
                </a:lnTo>
                <a:lnTo>
                  <a:pt x="1666875" y="2886075"/>
                </a:lnTo>
                <a:lnTo>
                  <a:pt x="1666875" y="2895600"/>
                </a:lnTo>
                <a:lnTo>
                  <a:pt x="1647825" y="2895600"/>
                </a:lnTo>
                <a:close/>
                <a:moveTo>
                  <a:pt x="1247775" y="2886075"/>
                </a:moveTo>
                <a:lnTo>
                  <a:pt x="1266825" y="2886075"/>
                </a:lnTo>
                <a:lnTo>
                  <a:pt x="1266825" y="2895600"/>
                </a:lnTo>
                <a:lnTo>
                  <a:pt x="1247775" y="2895600"/>
                </a:lnTo>
                <a:close/>
                <a:moveTo>
                  <a:pt x="1600200" y="2886075"/>
                </a:moveTo>
                <a:lnTo>
                  <a:pt x="1609725" y="2886075"/>
                </a:lnTo>
                <a:lnTo>
                  <a:pt x="1609725" y="2905125"/>
                </a:lnTo>
                <a:lnTo>
                  <a:pt x="1600200" y="2905125"/>
                </a:lnTo>
                <a:lnTo>
                  <a:pt x="1600200" y="2943225"/>
                </a:lnTo>
                <a:lnTo>
                  <a:pt x="1619250" y="2943225"/>
                </a:lnTo>
                <a:lnTo>
                  <a:pt x="1619250" y="2962275"/>
                </a:lnTo>
                <a:lnTo>
                  <a:pt x="1590675" y="2962275"/>
                </a:lnTo>
                <a:lnTo>
                  <a:pt x="1590675" y="2933700"/>
                </a:lnTo>
                <a:lnTo>
                  <a:pt x="1581150" y="2933700"/>
                </a:lnTo>
                <a:lnTo>
                  <a:pt x="1581150" y="2924175"/>
                </a:lnTo>
                <a:lnTo>
                  <a:pt x="1571625" y="2924175"/>
                </a:lnTo>
                <a:lnTo>
                  <a:pt x="1571625" y="2905125"/>
                </a:lnTo>
                <a:lnTo>
                  <a:pt x="1581150" y="2905125"/>
                </a:lnTo>
                <a:lnTo>
                  <a:pt x="1581150" y="2895600"/>
                </a:lnTo>
                <a:lnTo>
                  <a:pt x="1600200" y="2895600"/>
                </a:lnTo>
                <a:close/>
                <a:moveTo>
                  <a:pt x="1171575" y="2895600"/>
                </a:moveTo>
                <a:lnTo>
                  <a:pt x="1181100" y="2895600"/>
                </a:lnTo>
                <a:lnTo>
                  <a:pt x="1181100" y="2905125"/>
                </a:lnTo>
                <a:lnTo>
                  <a:pt x="1171575" y="2905125"/>
                </a:lnTo>
                <a:close/>
                <a:moveTo>
                  <a:pt x="1343025" y="2895600"/>
                </a:moveTo>
                <a:lnTo>
                  <a:pt x="1362075" y="2895600"/>
                </a:lnTo>
                <a:lnTo>
                  <a:pt x="1362075" y="2905125"/>
                </a:lnTo>
                <a:lnTo>
                  <a:pt x="1343025" y="2905125"/>
                </a:lnTo>
                <a:close/>
                <a:moveTo>
                  <a:pt x="933450" y="2905125"/>
                </a:moveTo>
                <a:lnTo>
                  <a:pt x="952500" y="2905125"/>
                </a:lnTo>
                <a:lnTo>
                  <a:pt x="952500" y="2914650"/>
                </a:lnTo>
                <a:lnTo>
                  <a:pt x="933450" y="2914650"/>
                </a:lnTo>
                <a:close/>
                <a:moveTo>
                  <a:pt x="962025" y="2905125"/>
                </a:moveTo>
                <a:lnTo>
                  <a:pt x="981075" y="2905125"/>
                </a:lnTo>
                <a:lnTo>
                  <a:pt x="981075" y="2914650"/>
                </a:lnTo>
                <a:lnTo>
                  <a:pt x="962025" y="2914650"/>
                </a:lnTo>
                <a:close/>
                <a:moveTo>
                  <a:pt x="1028700" y="2905125"/>
                </a:moveTo>
                <a:lnTo>
                  <a:pt x="1038225" y="2905125"/>
                </a:lnTo>
                <a:lnTo>
                  <a:pt x="1038225" y="2914650"/>
                </a:lnTo>
                <a:lnTo>
                  <a:pt x="1028700" y="2914650"/>
                </a:lnTo>
                <a:close/>
                <a:moveTo>
                  <a:pt x="1847850" y="2905125"/>
                </a:moveTo>
                <a:lnTo>
                  <a:pt x="1857375" y="2905125"/>
                </a:lnTo>
                <a:lnTo>
                  <a:pt x="1857375" y="2962275"/>
                </a:lnTo>
                <a:lnTo>
                  <a:pt x="1847850" y="2962275"/>
                </a:lnTo>
                <a:lnTo>
                  <a:pt x="1847850" y="2971800"/>
                </a:lnTo>
                <a:lnTo>
                  <a:pt x="1838325" y="2971800"/>
                </a:lnTo>
                <a:lnTo>
                  <a:pt x="1838325" y="2943225"/>
                </a:lnTo>
                <a:lnTo>
                  <a:pt x="1847850" y="2943225"/>
                </a:lnTo>
                <a:close/>
                <a:moveTo>
                  <a:pt x="981075" y="2914650"/>
                </a:moveTo>
                <a:lnTo>
                  <a:pt x="990600" y="2914650"/>
                </a:lnTo>
                <a:lnTo>
                  <a:pt x="990600" y="2924175"/>
                </a:lnTo>
                <a:lnTo>
                  <a:pt x="981075" y="2924175"/>
                </a:lnTo>
                <a:close/>
                <a:moveTo>
                  <a:pt x="1228725" y="2914650"/>
                </a:moveTo>
                <a:lnTo>
                  <a:pt x="1247775" y="2914650"/>
                </a:lnTo>
                <a:lnTo>
                  <a:pt x="1247775" y="2924175"/>
                </a:lnTo>
                <a:lnTo>
                  <a:pt x="1228725" y="2924175"/>
                </a:lnTo>
                <a:close/>
                <a:moveTo>
                  <a:pt x="628650" y="2924175"/>
                </a:moveTo>
                <a:lnTo>
                  <a:pt x="638175" y="2924175"/>
                </a:lnTo>
                <a:lnTo>
                  <a:pt x="638175" y="2933700"/>
                </a:lnTo>
                <a:lnTo>
                  <a:pt x="647700" y="2933700"/>
                </a:lnTo>
                <a:lnTo>
                  <a:pt x="647700" y="2943225"/>
                </a:lnTo>
                <a:lnTo>
                  <a:pt x="628650" y="2943225"/>
                </a:lnTo>
                <a:lnTo>
                  <a:pt x="628650" y="2952750"/>
                </a:lnTo>
                <a:lnTo>
                  <a:pt x="619125" y="2952750"/>
                </a:lnTo>
                <a:lnTo>
                  <a:pt x="619125" y="2962275"/>
                </a:lnTo>
                <a:lnTo>
                  <a:pt x="647700" y="2962275"/>
                </a:lnTo>
                <a:lnTo>
                  <a:pt x="647700" y="2971800"/>
                </a:lnTo>
                <a:lnTo>
                  <a:pt x="657225" y="2971800"/>
                </a:lnTo>
                <a:lnTo>
                  <a:pt x="657225" y="2981325"/>
                </a:lnTo>
                <a:lnTo>
                  <a:pt x="666750" y="2981325"/>
                </a:lnTo>
                <a:lnTo>
                  <a:pt x="666750" y="2971800"/>
                </a:lnTo>
                <a:lnTo>
                  <a:pt x="676275" y="2971800"/>
                </a:lnTo>
                <a:lnTo>
                  <a:pt x="676275" y="2990850"/>
                </a:lnTo>
                <a:lnTo>
                  <a:pt x="657225" y="2990850"/>
                </a:lnTo>
                <a:lnTo>
                  <a:pt x="657225" y="3000375"/>
                </a:lnTo>
                <a:lnTo>
                  <a:pt x="666750" y="3000375"/>
                </a:lnTo>
                <a:lnTo>
                  <a:pt x="666750" y="3009900"/>
                </a:lnTo>
                <a:lnTo>
                  <a:pt x="647700" y="3009900"/>
                </a:lnTo>
                <a:lnTo>
                  <a:pt x="647700" y="3000375"/>
                </a:lnTo>
                <a:lnTo>
                  <a:pt x="619125" y="3000375"/>
                </a:lnTo>
                <a:lnTo>
                  <a:pt x="619125" y="2971800"/>
                </a:lnTo>
                <a:lnTo>
                  <a:pt x="609600" y="2971800"/>
                </a:lnTo>
                <a:lnTo>
                  <a:pt x="609600" y="2962275"/>
                </a:lnTo>
                <a:lnTo>
                  <a:pt x="590550" y="2962275"/>
                </a:lnTo>
                <a:lnTo>
                  <a:pt x="590550" y="2952750"/>
                </a:lnTo>
                <a:lnTo>
                  <a:pt x="600075" y="2952750"/>
                </a:lnTo>
                <a:lnTo>
                  <a:pt x="600075" y="2943225"/>
                </a:lnTo>
                <a:lnTo>
                  <a:pt x="619125" y="2943225"/>
                </a:lnTo>
                <a:lnTo>
                  <a:pt x="619125" y="2933700"/>
                </a:lnTo>
                <a:lnTo>
                  <a:pt x="628650" y="2933700"/>
                </a:lnTo>
                <a:close/>
                <a:moveTo>
                  <a:pt x="723900" y="2924175"/>
                </a:moveTo>
                <a:lnTo>
                  <a:pt x="742950" y="2924175"/>
                </a:lnTo>
                <a:lnTo>
                  <a:pt x="742950" y="2933700"/>
                </a:lnTo>
                <a:lnTo>
                  <a:pt x="723900" y="2933700"/>
                </a:lnTo>
                <a:close/>
                <a:moveTo>
                  <a:pt x="809625" y="2924175"/>
                </a:moveTo>
                <a:lnTo>
                  <a:pt x="819150" y="2924175"/>
                </a:lnTo>
                <a:lnTo>
                  <a:pt x="819150" y="2933700"/>
                </a:lnTo>
                <a:lnTo>
                  <a:pt x="809625" y="2933700"/>
                </a:lnTo>
                <a:close/>
                <a:moveTo>
                  <a:pt x="1371600" y="2924175"/>
                </a:moveTo>
                <a:lnTo>
                  <a:pt x="1390650" y="2924175"/>
                </a:lnTo>
                <a:lnTo>
                  <a:pt x="1390650" y="2933700"/>
                </a:lnTo>
                <a:lnTo>
                  <a:pt x="1400175" y="2933700"/>
                </a:lnTo>
                <a:lnTo>
                  <a:pt x="1400175" y="2943225"/>
                </a:lnTo>
                <a:lnTo>
                  <a:pt x="1409700" y="2943225"/>
                </a:lnTo>
                <a:lnTo>
                  <a:pt x="1409700" y="2952750"/>
                </a:lnTo>
                <a:lnTo>
                  <a:pt x="1419225" y="2952750"/>
                </a:lnTo>
                <a:lnTo>
                  <a:pt x="1419225" y="2962275"/>
                </a:lnTo>
                <a:lnTo>
                  <a:pt x="1400175" y="2962275"/>
                </a:lnTo>
                <a:lnTo>
                  <a:pt x="1400175" y="2952750"/>
                </a:lnTo>
                <a:lnTo>
                  <a:pt x="1390650" y="2952750"/>
                </a:lnTo>
                <a:lnTo>
                  <a:pt x="1390650" y="2943225"/>
                </a:lnTo>
                <a:lnTo>
                  <a:pt x="1381125" y="2943225"/>
                </a:lnTo>
                <a:lnTo>
                  <a:pt x="1381125" y="2933700"/>
                </a:lnTo>
                <a:lnTo>
                  <a:pt x="1371600" y="2933700"/>
                </a:lnTo>
                <a:close/>
                <a:moveTo>
                  <a:pt x="1238250" y="2933700"/>
                </a:moveTo>
                <a:lnTo>
                  <a:pt x="1257300" y="2933700"/>
                </a:lnTo>
                <a:lnTo>
                  <a:pt x="1257300" y="2962275"/>
                </a:lnTo>
                <a:lnTo>
                  <a:pt x="1247775" y="2962275"/>
                </a:lnTo>
                <a:lnTo>
                  <a:pt x="1247775" y="2952750"/>
                </a:lnTo>
                <a:lnTo>
                  <a:pt x="1238250" y="2952750"/>
                </a:lnTo>
                <a:close/>
                <a:moveTo>
                  <a:pt x="695325" y="2943225"/>
                </a:moveTo>
                <a:lnTo>
                  <a:pt x="714375" y="2943225"/>
                </a:lnTo>
                <a:lnTo>
                  <a:pt x="714375" y="2952750"/>
                </a:lnTo>
                <a:lnTo>
                  <a:pt x="723900" y="2952750"/>
                </a:lnTo>
                <a:lnTo>
                  <a:pt x="723900" y="2981325"/>
                </a:lnTo>
                <a:lnTo>
                  <a:pt x="714375" y="2981325"/>
                </a:lnTo>
                <a:lnTo>
                  <a:pt x="714375" y="2971800"/>
                </a:lnTo>
                <a:lnTo>
                  <a:pt x="704850" y="2971800"/>
                </a:lnTo>
                <a:lnTo>
                  <a:pt x="704850" y="2962275"/>
                </a:lnTo>
                <a:lnTo>
                  <a:pt x="695325" y="2962275"/>
                </a:lnTo>
                <a:lnTo>
                  <a:pt x="695325" y="2971800"/>
                </a:lnTo>
                <a:lnTo>
                  <a:pt x="685800" y="2971800"/>
                </a:lnTo>
                <a:lnTo>
                  <a:pt x="685800" y="2962275"/>
                </a:lnTo>
                <a:lnTo>
                  <a:pt x="666750" y="2962275"/>
                </a:lnTo>
                <a:lnTo>
                  <a:pt x="666750" y="2952750"/>
                </a:lnTo>
                <a:lnTo>
                  <a:pt x="695325" y="2952750"/>
                </a:lnTo>
                <a:close/>
                <a:moveTo>
                  <a:pt x="1504950" y="2952750"/>
                </a:moveTo>
                <a:lnTo>
                  <a:pt x="1514475" y="2952750"/>
                </a:lnTo>
                <a:lnTo>
                  <a:pt x="1514475" y="2962275"/>
                </a:lnTo>
                <a:lnTo>
                  <a:pt x="1504950" y="2962275"/>
                </a:lnTo>
                <a:close/>
                <a:moveTo>
                  <a:pt x="971550" y="2962275"/>
                </a:moveTo>
                <a:lnTo>
                  <a:pt x="1000125" y="2962275"/>
                </a:lnTo>
                <a:lnTo>
                  <a:pt x="1000125" y="2971800"/>
                </a:lnTo>
                <a:lnTo>
                  <a:pt x="1009650" y="2971800"/>
                </a:lnTo>
                <a:lnTo>
                  <a:pt x="1009650" y="2981325"/>
                </a:lnTo>
                <a:lnTo>
                  <a:pt x="1028700" y="2981325"/>
                </a:lnTo>
                <a:lnTo>
                  <a:pt x="1028700" y="2990850"/>
                </a:lnTo>
                <a:lnTo>
                  <a:pt x="1047750" y="2990850"/>
                </a:lnTo>
                <a:lnTo>
                  <a:pt x="1047750" y="3000375"/>
                </a:lnTo>
                <a:lnTo>
                  <a:pt x="1038225" y="3000375"/>
                </a:lnTo>
                <a:lnTo>
                  <a:pt x="1038225" y="3028950"/>
                </a:lnTo>
                <a:lnTo>
                  <a:pt x="1028700" y="3028950"/>
                </a:lnTo>
                <a:lnTo>
                  <a:pt x="1028700" y="3038475"/>
                </a:lnTo>
                <a:lnTo>
                  <a:pt x="1019175" y="3038475"/>
                </a:lnTo>
                <a:lnTo>
                  <a:pt x="1019175" y="3028950"/>
                </a:lnTo>
                <a:lnTo>
                  <a:pt x="1009650" y="3028950"/>
                </a:lnTo>
                <a:lnTo>
                  <a:pt x="1009650" y="2990850"/>
                </a:lnTo>
                <a:lnTo>
                  <a:pt x="971550" y="2990850"/>
                </a:lnTo>
                <a:close/>
                <a:moveTo>
                  <a:pt x="1762125" y="2962275"/>
                </a:moveTo>
                <a:lnTo>
                  <a:pt x="1771650" y="2962275"/>
                </a:lnTo>
                <a:lnTo>
                  <a:pt x="1771650" y="2981325"/>
                </a:lnTo>
                <a:lnTo>
                  <a:pt x="1762125" y="2981325"/>
                </a:lnTo>
                <a:close/>
                <a:moveTo>
                  <a:pt x="495300" y="2971800"/>
                </a:moveTo>
                <a:lnTo>
                  <a:pt x="523875" y="2971800"/>
                </a:lnTo>
                <a:lnTo>
                  <a:pt x="523875" y="2981325"/>
                </a:lnTo>
                <a:lnTo>
                  <a:pt x="533400" y="2981325"/>
                </a:lnTo>
                <a:lnTo>
                  <a:pt x="533400" y="2990850"/>
                </a:lnTo>
                <a:lnTo>
                  <a:pt x="514350" y="2990850"/>
                </a:lnTo>
                <a:lnTo>
                  <a:pt x="514350" y="2981325"/>
                </a:lnTo>
                <a:lnTo>
                  <a:pt x="495300" y="2981325"/>
                </a:lnTo>
                <a:close/>
                <a:moveTo>
                  <a:pt x="552450" y="2971800"/>
                </a:moveTo>
                <a:lnTo>
                  <a:pt x="571500" y="2971800"/>
                </a:lnTo>
                <a:lnTo>
                  <a:pt x="571500" y="2981325"/>
                </a:lnTo>
                <a:lnTo>
                  <a:pt x="609600" y="2981325"/>
                </a:lnTo>
                <a:lnTo>
                  <a:pt x="609600" y="3000375"/>
                </a:lnTo>
                <a:lnTo>
                  <a:pt x="619125" y="3000375"/>
                </a:lnTo>
                <a:lnTo>
                  <a:pt x="619125" y="3009900"/>
                </a:lnTo>
                <a:lnTo>
                  <a:pt x="628650" y="3009900"/>
                </a:lnTo>
                <a:lnTo>
                  <a:pt x="628650" y="3019425"/>
                </a:lnTo>
                <a:lnTo>
                  <a:pt x="609600" y="3019425"/>
                </a:lnTo>
                <a:lnTo>
                  <a:pt x="609600" y="3009900"/>
                </a:lnTo>
                <a:lnTo>
                  <a:pt x="600075" y="3009900"/>
                </a:lnTo>
                <a:lnTo>
                  <a:pt x="600075" y="3000375"/>
                </a:lnTo>
                <a:lnTo>
                  <a:pt x="571500" y="3000375"/>
                </a:lnTo>
                <a:lnTo>
                  <a:pt x="571500" y="2990850"/>
                </a:lnTo>
                <a:lnTo>
                  <a:pt x="542925" y="2990850"/>
                </a:lnTo>
                <a:lnTo>
                  <a:pt x="542925" y="2981325"/>
                </a:lnTo>
                <a:lnTo>
                  <a:pt x="552450" y="2981325"/>
                </a:lnTo>
                <a:close/>
                <a:moveTo>
                  <a:pt x="1190625" y="2981325"/>
                </a:moveTo>
                <a:lnTo>
                  <a:pt x="1209675" y="2981325"/>
                </a:lnTo>
                <a:lnTo>
                  <a:pt x="1209675" y="2990850"/>
                </a:lnTo>
                <a:lnTo>
                  <a:pt x="1190625" y="2990850"/>
                </a:lnTo>
                <a:close/>
                <a:moveTo>
                  <a:pt x="1828800" y="2981325"/>
                </a:moveTo>
                <a:lnTo>
                  <a:pt x="1838325" y="2981325"/>
                </a:lnTo>
                <a:lnTo>
                  <a:pt x="1838325" y="3000375"/>
                </a:lnTo>
                <a:lnTo>
                  <a:pt x="1847850" y="3000375"/>
                </a:lnTo>
                <a:lnTo>
                  <a:pt x="1847850" y="3009900"/>
                </a:lnTo>
                <a:lnTo>
                  <a:pt x="1828800" y="3009900"/>
                </a:lnTo>
                <a:lnTo>
                  <a:pt x="1828800" y="3000375"/>
                </a:lnTo>
                <a:lnTo>
                  <a:pt x="1819275" y="3000375"/>
                </a:lnTo>
                <a:lnTo>
                  <a:pt x="1819275" y="2990850"/>
                </a:lnTo>
                <a:lnTo>
                  <a:pt x="1828800" y="2990850"/>
                </a:lnTo>
                <a:close/>
                <a:moveTo>
                  <a:pt x="1847850" y="2981325"/>
                </a:moveTo>
                <a:lnTo>
                  <a:pt x="1857375" y="2981325"/>
                </a:lnTo>
                <a:lnTo>
                  <a:pt x="1857375" y="2990850"/>
                </a:lnTo>
                <a:lnTo>
                  <a:pt x="1847850" y="2990850"/>
                </a:lnTo>
                <a:close/>
                <a:moveTo>
                  <a:pt x="847725" y="2990850"/>
                </a:moveTo>
                <a:lnTo>
                  <a:pt x="866775" y="2990850"/>
                </a:lnTo>
                <a:lnTo>
                  <a:pt x="866775" y="3000375"/>
                </a:lnTo>
                <a:lnTo>
                  <a:pt x="847725" y="3000375"/>
                </a:lnTo>
                <a:close/>
                <a:moveTo>
                  <a:pt x="1857375" y="2990850"/>
                </a:moveTo>
                <a:lnTo>
                  <a:pt x="1866900" y="2990850"/>
                </a:lnTo>
                <a:lnTo>
                  <a:pt x="1866900" y="3028950"/>
                </a:lnTo>
                <a:lnTo>
                  <a:pt x="1857375" y="3028950"/>
                </a:lnTo>
                <a:close/>
                <a:moveTo>
                  <a:pt x="390525" y="3000375"/>
                </a:moveTo>
                <a:lnTo>
                  <a:pt x="409575" y="3000375"/>
                </a:lnTo>
                <a:lnTo>
                  <a:pt x="409575" y="3009900"/>
                </a:lnTo>
                <a:lnTo>
                  <a:pt x="419100" y="3009900"/>
                </a:lnTo>
                <a:lnTo>
                  <a:pt x="419100" y="3019425"/>
                </a:lnTo>
                <a:lnTo>
                  <a:pt x="409575" y="3019425"/>
                </a:lnTo>
                <a:lnTo>
                  <a:pt x="409575" y="3067050"/>
                </a:lnTo>
                <a:lnTo>
                  <a:pt x="400050" y="3067050"/>
                </a:lnTo>
                <a:lnTo>
                  <a:pt x="400050" y="3133725"/>
                </a:lnTo>
                <a:lnTo>
                  <a:pt x="409575" y="3133725"/>
                </a:lnTo>
                <a:lnTo>
                  <a:pt x="409575" y="3181350"/>
                </a:lnTo>
                <a:lnTo>
                  <a:pt x="400050" y="3181350"/>
                </a:lnTo>
                <a:lnTo>
                  <a:pt x="400050" y="3190875"/>
                </a:lnTo>
                <a:lnTo>
                  <a:pt x="381000" y="3190875"/>
                </a:lnTo>
                <a:lnTo>
                  <a:pt x="381000" y="3162300"/>
                </a:lnTo>
                <a:lnTo>
                  <a:pt x="371475" y="3162300"/>
                </a:lnTo>
                <a:lnTo>
                  <a:pt x="371475" y="3152775"/>
                </a:lnTo>
                <a:lnTo>
                  <a:pt x="361950" y="3152775"/>
                </a:lnTo>
                <a:lnTo>
                  <a:pt x="361950" y="3114675"/>
                </a:lnTo>
                <a:lnTo>
                  <a:pt x="371475" y="3114675"/>
                </a:lnTo>
                <a:lnTo>
                  <a:pt x="371475" y="3105150"/>
                </a:lnTo>
                <a:lnTo>
                  <a:pt x="381000" y="3105150"/>
                </a:lnTo>
                <a:lnTo>
                  <a:pt x="381000" y="3086100"/>
                </a:lnTo>
                <a:lnTo>
                  <a:pt x="371475" y="3086100"/>
                </a:lnTo>
                <a:lnTo>
                  <a:pt x="371475" y="3067050"/>
                </a:lnTo>
                <a:lnTo>
                  <a:pt x="361950" y="3067050"/>
                </a:lnTo>
                <a:lnTo>
                  <a:pt x="361950" y="3057525"/>
                </a:lnTo>
                <a:lnTo>
                  <a:pt x="371475" y="3057525"/>
                </a:lnTo>
                <a:lnTo>
                  <a:pt x="371475" y="3028950"/>
                </a:lnTo>
                <a:lnTo>
                  <a:pt x="381000" y="3028950"/>
                </a:lnTo>
                <a:lnTo>
                  <a:pt x="381000" y="3048000"/>
                </a:lnTo>
                <a:lnTo>
                  <a:pt x="390525" y="3048000"/>
                </a:lnTo>
                <a:lnTo>
                  <a:pt x="390525" y="3038475"/>
                </a:lnTo>
                <a:lnTo>
                  <a:pt x="400050" y="3038475"/>
                </a:lnTo>
                <a:lnTo>
                  <a:pt x="400050" y="3019425"/>
                </a:lnTo>
                <a:lnTo>
                  <a:pt x="381000" y="3019425"/>
                </a:lnTo>
                <a:lnTo>
                  <a:pt x="381000" y="3009900"/>
                </a:lnTo>
                <a:lnTo>
                  <a:pt x="390525" y="3009900"/>
                </a:lnTo>
                <a:close/>
                <a:moveTo>
                  <a:pt x="962025" y="3000375"/>
                </a:moveTo>
                <a:lnTo>
                  <a:pt x="971550" y="3000375"/>
                </a:lnTo>
                <a:lnTo>
                  <a:pt x="971550" y="3009900"/>
                </a:lnTo>
                <a:lnTo>
                  <a:pt x="981075" y="3009900"/>
                </a:lnTo>
                <a:lnTo>
                  <a:pt x="981075" y="3019425"/>
                </a:lnTo>
                <a:lnTo>
                  <a:pt x="962025" y="3019425"/>
                </a:lnTo>
                <a:close/>
                <a:moveTo>
                  <a:pt x="1247775" y="3000375"/>
                </a:moveTo>
                <a:lnTo>
                  <a:pt x="1266825" y="3000375"/>
                </a:lnTo>
                <a:lnTo>
                  <a:pt x="1266825" y="3009900"/>
                </a:lnTo>
                <a:lnTo>
                  <a:pt x="1276350" y="3009900"/>
                </a:lnTo>
                <a:lnTo>
                  <a:pt x="1276350" y="3028950"/>
                </a:lnTo>
                <a:lnTo>
                  <a:pt x="1266825" y="3028950"/>
                </a:lnTo>
                <a:lnTo>
                  <a:pt x="1266825" y="3019425"/>
                </a:lnTo>
                <a:lnTo>
                  <a:pt x="1238250" y="3019425"/>
                </a:lnTo>
                <a:lnTo>
                  <a:pt x="1238250" y="3009900"/>
                </a:lnTo>
                <a:lnTo>
                  <a:pt x="1247775" y="3009900"/>
                </a:lnTo>
                <a:close/>
                <a:moveTo>
                  <a:pt x="314325" y="3009900"/>
                </a:moveTo>
                <a:lnTo>
                  <a:pt x="333375" y="3009900"/>
                </a:lnTo>
                <a:lnTo>
                  <a:pt x="333375" y="3028950"/>
                </a:lnTo>
                <a:lnTo>
                  <a:pt x="323850" y="3028950"/>
                </a:lnTo>
                <a:lnTo>
                  <a:pt x="323850" y="3048000"/>
                </a:lnTo>
                <a:lnTo>
                  <a:pt x="342900" y="3048000"/>
                </a:lnTo>
                <a:lnTo>
                  <a:pt x="342900" y="3057525"/>
                </a:lnTo>
                <a:lnTo>
                  <a:pt x="333375" y="3057525"/>
                </a:lnTo>
                <a:lnTo>
                  <a:pt x="333375" y="3076575"/>
                </a:lnTo>
                <a:lnTo>
                  <a:pt x="323850" y="3076575"/>
                </a:lnTo>
                <a:lnTo>
                  <a:pt x="323850" y="3095625"/>
                </a:lnTo>
                <a:lnTo>
                  <a:pt x="314325" y="3095625"/>
                </a:lnTo>
                <a:close/>
                <a:moveTo>
                  <a:pt x="704850" y="3009900"/>
                </a:moveTo>
                <a:lnTo>
                  <a:pt x="714375" y="3009900"/>
                </a:lnTo>
                <a:lnTo>
                  <a:pt x="714375" y="3019425"/>
                </a:lnTo>
                <a:lnTo>
                  <a:pt x="704850" y="3019425"/>
                </a:lnTo>
                <a:close/>
                <a:moveTo>
                  <a:pt x="819150" y="3009900"/>
                </a:moveTo>
                <a:lnTo>
                  <a:pt x="847725" y="3009900"/>
                </a:lnTo>
                <a:lnTo>
                  <a:pt x="847725" y="3028950"/>
                </a:lnTo>
                <a:lnTo>
                  <a:pt x="838200" y="3028950"/>
                </a:lnTo>
                <a:lnTo>
                  <a:pt x="838200" y="3019425"/>
                </a:lnTo>
                <a:lnTo>
                  <a:pt x="819150" y="3019425"/>
                </a:lnTo>
                <a:close/>
                <a:moveTo>
                  <a:pt x="1571625" y="3009900"/>
                </a:moveTo>
                <a:lnTo>
                  <a:pt x="1581150" y="3009900"/>
                </a:lnTo>
                <a:lnTo>
                  <a:pt x="1581150" y="3019425"/>
                </a:lnTo>
                <a:lnTo>
                  <a:pt x="1571625" y="3019425"/>
                </a:lnTo>
                <a:close/>
                <a:moveTo>
                  <a:pt x="952500" y="3019425"/>
                </a:moveTo>
                <a:lnTo>
                  <a:pt x="962025" y="3019425"/>
                </a:lnTo>
                <a:lnTo>
                  <a:pt x="962025" y="3028950"/>
                </a:lnTo>
                <a:lnTo>
                  <a:pt x="952500" y="3028950"/>
                </a:lnTo>
                <a:close/>
                <a:moveTo>
                  <a:pt x="1066800" y="3019425"/>
                </a:moveTo>
                <a:lnTo>
                  <a:pt x="1076325" y="3019425"/>
                </a:lnTo>
                <a:lnTo>
                  <a:pt x="1076325" y="3038475"/>
                </a:lnTo>
                <a:lnTo>
                  <a:pt x="1057275" y="3038475"/>
                </a:lnTo>
                <a:lnTo>
                  <a:pt x="1057275" y="3028950"/>
                </a:lnTo>
                <a:lnTo>
                  <a:pt x="1066800" y="3028950"/>
                </a:lnTo>
                <a:close/>
                <a:moveTo>
                  <a:pt x="1666875" y="3019425"/>
                </a:moveTo>
                <a:lnTo>
                  <a:pt x="1685925" y="3019425"/>
                </a:lnTo>
                <a:lnTo>
                  <a:pt x="1685925" y="3028950"/>
                </a:lnTo>
                <a:lnTo>
                  <a:pt x="1666875" y="3028950"/>
                </a:lnTo>
                <a:close/>
                <a:moveTo>
                  <a:pt x="1762125" y="3019425"/>
                </a:moveTo>
                <a:lnTo>
                  <a:pt x="1771650" y="3019425"/>
                </a:lnTo>
                <a:lnTo>
                  <a:pt x="1771650" y="3028950"/>
                </a:lnTo>
                <a:lnTo>
                  <a:pt x="1762125" y="3028950"/>
                </a:lnTo>
                <a:close/>
                <a:moveTo>
                  <a:pt x="628650" y="3028950"/>
                </a:moveTo>
                <a:lnTo>
                  <a:pt x="638175" y="3028950"/>
                </a:lnTo>
                <a:lnTo>
                  <a:pt x="638175" y="3038475"/>
                </a:lnTo>
                <a:lnTo>
                  <a:pt x="628650" y="3038475"/>
                </a:lnTo>
                <a:close/>
                <a:moveTo>
                  <a:pt x="1295400" y="3028950"/>
                </a:moveTo>
                <a:lnTo>
                  <a:pt x="1314450" y="3028950"/>
                </a:lnTo>
                <a:lnTo>
                  <a:pt x="1314450" y="3038475"/>
                </a:lnTo>
                <a:lnTo>
                  <a:pt x="1295400" y="3038475"/>
                </a:lnTo>
                <a:close/>
                <a:moveTo>
                  <a:pt x="1733550" y="3028950"/>
                </a:moveTo>
                <a:lnTo>
                  <a:pt x="1762125" y="3028950"/>
                </a:lnTo>
                <a:lnTo>
                  <a:pt x="1762125" y="3038475"/>
                </a:lnTo>
                <a:lnTo>
                  <a:pt x="1771650" y="3038475"/>
                </a:lnTo>
                <a:lnTo>
                  <a:pt x="1771650" y="3048000"/>
                </a:lnTo>
                <a:lnTo>
                  <a:pt x="1752600" y="3048000"/>
                </a:lnTo>
                <a:lnTo>
                  <a:pt x="1752600" y="3057525"/>
                </a:lnTo>
                <a:lnTo>
                  <a:pt x="1733550" y="3057525"/>
                </a:lnTo>
                <a:lnTo>
                  <a:pt x="1733550" y="3048000"/>
                </a:lnTo>
                <a:lnTo>
                  <a:pt x="1724025" y="3048000"/>
                </a:lnTo>
                <a:lnTo>
                  <a:pt x="1724025" y="3057525"/>
                </a:lnTo>
                <a:lnTo>
                  <a:pt x="1714500" y="3057525"/>
                </a:lnTo>
                <a:lnTo>
                  <a:pt x="1714500" y="3038475"/>
                </a:lnTo>
                <a:lnTo>
                  <a:pt x="1733550" y="3038475"/>
                </a:lnTo>
                <a:close/>
                <a:moveTo>
                  <a:pt x="1000125" y="3038475"/>
                </a:moveTo>
                <a:lnTo>
                  <a:pt x="1019175" y="3038475"/>
                </a:lnTo>
                <a:lnTo>
                  <a:pt x="1019175" y="3057525"/>
                </a:lnTo>
                <a:lnTo>
                  <a:pt x="1028700" y="3057525"/>
                </a:lnTo>
                <a:lnTo>
                  <a:pt x="1028700" y="3076575"/>
                </a:lnTo>
                <a:lnTo>
                  <a:pt x="1019175" y="3076575"/>
                </a:lnTo>
                <a:lnTo>
                  <a:pt x="1019175" y="3067050"/>
                </a:lnTo>
                <a:lnTo>
                  <a:pt x="1009650" y="3067050"/>
                </a:lnTo>
                <a:lnTo>
                  <a:pt x="1009650" y="3048000"/>
                </a:lnTo>
                <a:lnTo>
                  <a:pt x="1000125" y="3048000"/>
                </a:lnTo>
                <a:close/>
                <a:moveTo>
                  <a:pt x="1104900" y="3038475"/>
                </a:moveTo>
                <a:lnTo>
                  <a:pt x="1123950" y="3038475"/>
                </a:lnTo>
                <a:lnTo>
                  <a:pt x="1123950" y="3067050"/>
                </a:lnTo>
                <a:lnTo>
                  <a:pt x="1152525" y="3067050"/>
                </a:lnTo>
                <a:lnTo>
                  <a:pt x="1152525" y="3057525"/>
                </a:lnTo>
                <a:lnTo>
                  <a:pt x="1171575" y="3057525"/>
                </a:lnTo>
                <a:lnTo>
                  <a:pt x="1171575" y="3067050"/>
                </a:lnTo>
                <a:lnTo>
                  <a:pt x="1200150" y="3067050"/>
                </a:lnTo>
                <a:lnTo>
                  <a:pt x="1200150" y="3086100"/>
                </a:lnTo>
                <a:lnTo>
                  <a:pt x="1190625" y="3086100"/>
                </a:lnTo>
                <a:lnTo>
                  <a:pt x="1190625" y="3076575"/>
                </a:lnTo>
                <a:lnTo>
                  <a:pt x="1181100" y="3076575"/>
                </a:lnTo>
                <a:lnTo>
                  <a:pt x="1181100" y="3086100"/>
                </a:lnTo>
                <a:lnTo>
                  <a:pt x="1162050" y="3086100"/>
                </a:lnTo>
                <a:lnTo>
                  <a:pt x="1162050" y="3076575"/>
                </a:lnTo>
                <a:lnTo>
                  <a:pt x="1152525" y="3076575"/>
                </a:lnTo>
                <a:lnTo>
                  <a:pt x="1152525" y="3095625"/>
                </a:lnTo>
                <a:lnTo>
                  <a:pt x="1143000" y="3095625"/>
                </a:lnTo>
                <a:lnTo>
                  <a:pt x="1143000" y="3114675"/>
                </a:lnTo>
                <a:lnTo>
                  <a:pt x="1095375" y="3114675"/>
                </a:lnTo>
                <a:lnTo>
                  <a:pt x="1095375" y="3105150"/>
                </a:lnTo>
                <a:lnTo>
                  <a:pt x="1085850" y="3105150"/>
                </a:lnTo>
                <a:lnTo>
                  <a:pt x="1085850" y="3095625"/>
                </a:lnTo>
                <a:lnTo>
                  <a:pt x="1095375" y="3095625"/>
                </a:lnTo>
                <a:lnTo>
                  <a:pt x="1095375" y="3086100"/>
                </a:lnTo>
                <a:lnTo>
                  <a:pt x="1114425" y="3086100"/>
                </a:lnTo>
                <a:lnTo>
                  <a:pt x="1114425" y="3057525"/>
                </a:lnTo>
                <a:lnTo>
                  <a:pt x="1104900" y="3057525"/>
                </a:lnTo>
                <a:close/>
                <a:moveTo>
                  <a:pt x="1447800" y="3038475"/>
                </a:moveTo>
                <a:lnTo>
                  <a:pt x="1457325" y="3038475"/>
                </a:lnTo>
                <a:lnTo>
                  <a:pt x="1457325" y="3048000"/>
                </a:lnTo>
                <a:lnTo>
                  <a:pt x="1466850" y="3048000"/>
                </a:lnTo>
                <a:lnTo>
                  <a:pt x="1466850" y="3057525"/>
                </a:lnTo>
                <a:lnTo>
                  <a:pt x="1447800" y="3057525"/>
                </a:lnTo>
                <a:close/>
                <a:moveTo>
                  <a:pt x="1590675" y="3038475"/>
                </a:moveTo>
                <a:lnTo>
                  <a:pt x="1600200" y="3038475"/>
                </a:lnTo>
                <a:lnTo>
                  <a:pt x="1600200" y="3057525"/>
                </a:lnTo>
                <a:lnTo>
                  <a:pt x="1590675" y="3057525"/>
                </a:lnTo>
                <a:close/>
                <a:moveTo>
                  <a:pt x="981075" y="3048000"/>
                </a:moveTo>
                <a:lnTo>
                  <a:pt x="990600" y="3048000"/>
                </a:lnTo>
                <a:lnTo>
                  <a:pt x="990600" y="3057525"/>
                </a:lnTo>
                <a:lnTo>
                  <a:pt x="981075" y="3057525"/>
                </a:lnTo>
                <a:close/>
                <a:moveTo>
                  <a:pt x="1381125" y="3048000"/>
                </a:moveTo>
                <a:lnTo>
                  <a:pt x="1390650" y="3048000"/>
                </a:lnTo>
                <a:lnTo>
                  <a:pt x="1390650" y="3057525"/>
                </a:lnTo>
                <a:lnTo>
                  <a:pt x="1381125" y="3057525"/>
                </a:lnTo>
                <a:close/>
                <a:moveTo>
                  <a:pt x="1543050" y="3048000"/>
                </a:moveTo>
                <a:lnTo>
                  <a:pt x="1552575" y="3048000"/>
                </a:lnTo>
                <a:lnTo>
                  <a:pt x="1552575" y="3057525"/>
                </a:lnTo>
                <a:lnTo>
                  <a:pt x="1543050" y="3057525"/>
                </a:lnTo>
                <a:close/>
                <a:moveTo>
                  <a:pt x="1819275" y="3048000"/>
                </a:moveTo>
                <a:lnTo>
                  <a:pt x="1828800" y="3048000"/>
                </a:lnTo>
                <a:lnTo>
                  <a:pt x="1828800" y="3067050"/>
                </a:lnTo>
                <a:lnTo>
                  <a:pt x="1819275" y="3067050"/>
                </a:lnTo>
                <a:close/>
                <a:moveTo>
                  <a:pt x="628650" y="3057525"/>
                </a:moveTo>
                <a:lnTo>
                  <a:pt x="647700" y="3057525"/>
                </a:lnTo>
                <a:lnTo>
                  <a:pt x="647700" y="3067050"/>
                </a:lnTo>
                <a:lnTo>
                  <a:pt x="638175" y="3067050"/>
                </a:lnTo>
                <a:lnTo>
                  <a:pt x="638175" y="3076575"/>
                </a:lnTo>
                <a:lnTo>
                  <a:pt x="619125" y="3076575"/>
                </a:lnTo>
                <a:lnTo>
                  <a:pt x="619125" y="3067050"/>
                </a:lnTo>
                <a:lnTo>
                  <a:pt x="628650" y="3067050"/>
                </a:lnTo>
                <a:close/>
                <a:moveTo>
                  <a:pt x="1066800" y="3057525"/>
                </a:moveTo>
                <a:lnTo>
                  <a:pt x="1076325" y="3057525"/>
                </a:lnTo>
                <a:lnTo>
                  <a:pt x="1076325" y="3067050"/>
                </a:lnTo>
                <a:lnTo>
                  <a:pt x="1066800" y="3067050"/>
                </a:lnTo>
                <a:close/>
                <a:moveTo>
                  <a:pt x="1619250" y="3057525"/>
                </a:moveTo>
                <a:lnTo>
                  <a:pt x="1628775" y="3057525"/>
                </a:lnTo>
                <a:lnTo>
                  <a:pt x="1628775" y="3067050"/>
                </a:lnTo>
                <a:lnTo>
                  <a:pt x="1638300" y="3067050"/>
                </a:lnTo>
                <a:lnTo>
                  <a:pt x="1638300" y="3076575"/>
                </a:lnTo>
                <a:lnTo>
                  <a:pt x="1628775" y="3076575"/>
                </a:lnTo>
                <a:lnTo>
                  <a:pt x="1628775" y="3086100"/>
                </a:lnTo>
                <a:lnTo>
                  <a:pt x="1619250" y="3086100"/>
                </a:lnTo>
                <a:lnTo>
                  <a:pt x="1619250" y="3114675"/>
                </a:lnTo>
                <a:lnTo>
                  <a:pt x="1609725" y="3114675"/>
                </a:lnTo>
                <a:lnTo>
                  <a:pt x="1609725" y="3105150"/>
                </a:lnTo>
                <a:lnTo>
                  <a:pt x="1600200" y="3105150"/>
                </a:lnTo>
                <a:lnTo>
                  <a:pt x="1600200" y="3114675"/>
                </a:lnTo>
                <a:lnTo>
                  <a:pt x="1590675" y="3114675"/>
                </a:lnTo>
                <a:lnTo>
                  <a:pt x="1590675" y="3133725"/>
                </a:lnTo>
                <a:lnTo>
                  <a:pt x="1619250" y="3133725"/>
                </a:lnTo>
                <a:lnTo>
                  <a:pt x="1619250" y="3143250"/>
                </a:lnTo>
                <a:lnTo>
                  <a:pt x="1628775" y="3143250"/>
                </a:lnTo>
                <a:lnTo>
                  <a:pt x="1628775" y="3133725"/>
                </a:lnTo>
                <a:lnTo>
                  <a:pt x="1647825" y="3133725"/>
                </a:lnTo>
                <a:lnTo>
                  <a:pt x="1647825" y="3124200"/>
                </a:lnTo>
                <a:lnTo>
                  <a:pt x="1666875" y="3124200"/>
                </a:lnTo>
                <a:lnTo>
                  <a:pt x="1666875" y="3114675"/>
                </a:lnTo>
                <a:lnTo>
                  <a:pt x="1676400" y="3114675"/>
                </a:lnTo>
                <a:lnTo>
                  <a:pt x="1676400" y="3095625"/>
                </a:lnTo>
                <a:lnTo>
                  <a:pt x="1685925" y="3095625"/>
                </a:lnTo>
                <a:lnTo>
                  <a:pt x="1685925" y="3086100"/>
                </a:lnTo>
                <a:lnTo>
                  <a:pt x="1704975" y="3086100"/>
                </a:lnTo>
                <a:lnTo>
                  <a:pt x="1704975" y="3067050"/>
                </a:lnTo>
                <a:lnTo>
                  <a:pt x="1724025" y="3067050"/>
                </a:lnTo>
                <a:lnTo>
                  <a:pt x="1724025" y="3057525"/>
                </a:lnTo>
                <a:lnTo>
                  <a:pt x="1733550" y="3057525"/>
                </a:lnTo>
                <a:lnTo>
                  <a:pt x="1733550" y="3076575"/>
                </a:lnTo>
                <a:lnTo>
                  <a:pt x="1724025" y="3076575"/>
                </a:lnTo>
                <a:lnTo>
                  <a:pt x="1724025" y="3086100"/>
                </a:lnTo>
                <a:lnTo>
                  <a:pt x="1704975" y="3086100"/>
                </a:lnTo>
                <a:lnTo>
                  <a:pt x="1704975" y="3105150"/>
                </a:lnTo>
                <a:lnTo>
                  <a:pt x="1685925" y="3105150"/>
                </a:lnTo>
                <a:lnTo>
                  <a:pt x="1685925" y="3133725"/>
                </a:lnTo>
                <a:lnTo>
                  <a:pt x="1695450" y="3133725"/>
                </a:lnTo>
                <a:lnTo>
                  <a:pt x="1695450" y="3124200"/>
                </a:lnTo>
                <a:lnTo>
                  <a:pt x="1704975" y="3124200"/>
                </a:lnTo>
                <a:lnTo>
                  <a:pt x="1704975" y="3114675"/>
                </a:lnTo>
                <a:lnTo>
                  <a:pt x="1714500" y="3114675"/>
                </a:lnTo>
                <a:lnTo>
                  <a:pt x="1714500" y="3105150"/>
                </a:lnTo>
                <a:lnTo>
                  <a:pt x="1743075" y="3105150"/>
                </a:lnTo>
                <a:lnTo>
                  <a:pt x="1743075" y="3095625"/>
                </a:lnTo>
                <a:lnTo>
                  <a:pt x="1762125" y="3095625"/>
                </a:lnTo>
                <a:lnTo>
                  <a:pt x="1762125" y="3057525"/>
                </a:lnTo>
                <a:lnTo>
                  <a:pt x="1771650" y="3057525"/>
                </a:lnTo>
                <a:lnTo>
                  <a:pt x="1771650" y="3067050"/>
                </a:lnTo>
                <a:lnTo>
                  <a:pt x="1790700" y="3067050"/>
                </a:lnTo>
                <a:lnTo>
                  <a:pt x="1790700" y="3076575"/>
                </a:lnTo>
                <a:lnTo>
                  <a:pt x="1781175" y="3076575"/>
                </a:lnTo>
                <a:lnTo>
                  <a:pt x="1781175" y="3086100"/>
                </a:lnTo>
                <a:lnTo>
                  <a:pt x="1771650" y="3086100"/>
                </a:lnTo>
                <a:lnTo>
                  <a:pt x="1771650" y="3124200"/>
                </a:lnTo>
                <a:lnTo>
                  <a:pt x="1762125" y="3124200"/>
                </a:lnTo>
                <a:lnTo>
                  <a:pt x="1762125" y="3114675"/>
                </a:lnTo>
                <a:lnTo>
                  <a:pt x="1743075" y="3114675"/>
                </a:lnTo>
                <a:lnTo>
                  <a:pt x="1743075" y="3124200"/>
                </a:lnTo>
                <a:lnTo>
                  <a:pt x="1724025" y="3124200"/>
                </a:lnTo>
                <a:lnTo>
                  <a:pt x="1724025" y="3133725"/>
                </a:lnTo>
                <a:lnTo>
                  <a:pt x="1733550" y="3133725"/>
                </a:lnTo>
                <a:lnTo>
                  <a:pt x="1733550" y="3143250"/>
                </a:lnTo>
                <a:lnTo>
                  <a:pt x="1724025" y="3143250"/>
                </a:lnTo>
                <a:lnTo>
                  <a:pt x="1724025" y="3162300"/>
                </a:lnTo>
                <a:lnTo>
                  <a:pt x="1685925" y="3162300"/>
                </a:lnTo>
                <a:lnTo>
                  <a:pt x="1685925" y="3152775"/>
                </a:lnTo>
                <a:lnTo>
                  <a:pt x="1676400" y="3152775"/>
                </a:lnTo>
                <a:lnTo>
                  <a:pt x="1676400" y="3143250"/>
                </a:lnTo>
                <a:lnTo>
                  <a:pt x="1657350" y="3143250"/>
                </a:lnTo>
                <a:lnTo>
                  <a:pt x="1657350" y="3152775"/>
                </a:lnTo>
                <a:lnTo>
                  <a:pt x="1619250" y="3152775"/>
                </a:lnTo>
                <a:lnTo>
                  <a:pt x="1619250" y="3171825"/>
                </a:lnTo>
                <a:lnTo>
                  <a:pt x="1609725" y="3171825"/>
                </a:lnTo>
                <a:lnTo>
                  <a:pt x="1609725" y="3152775"/>
                </a:lnTo>
                <a:lnTo>
                  <a:pt x="1600200" y="3152775"/>
                </a:lnTo>
                <a:lnTo>
                  <a:pt x="1600200" y="3162300"/>
                </a:lnTo>
                <a:lnTo>
                  <a:pt x="1581150" y="3162300"/>
                </a:lnTo>
                <a:lnTo>
                  <a:pt x="1581150" y="3152775"/>
                </a:lnTo>
                <a:lnTo>
                  <a:pt x="1552575" y="3152775"/>
                </a:lnTo>
                <a:lnTo>
                  <a:pt x="1552575" y="3143250"/>
                </a:lnTo>
                <a:lnTo>
                  <a:pt x="1543050" y="3143250"/>
                </a:lnTo>
                <a:lnTo>
                  <a:pt x="1543050" y="3133725"/>
                </a:lnTo>
                <a:lnTo>
                  <a:pt x="1552575" y="3133725"/>
                </a:lnTo>
                <a:lnTo>
                  <a:pt x="1552575" y="3143250"/>
                </a:lnTo>
                <a:lnTo>
                  <a:pt x="1562100" y="3143250"/>
                </a:lnTo>
                <a:lnTo>
                  <a:pt x="1562100" y="3114675"/>
                </a:lnTo>
                <a:lnTo>
                  <a:pt x="1552575" y="3114675"/>
                </a:lnTo>
                <a:lnTo>
                  <a:pt x="1552575" y="3095625"/>
                </a:lnTo>
                <a:lnTo>
                  <a:pt x="1562100" y="3095625"/>
                </a:lnTo>
                <a:lnTo>
                  <a:pt x="1562100" y="3086100"/>
                </a:lnTo>
                <a:lnTo>
                  <a:pt x="1571625" y="3086100"/>
                </a:lnTo>
                <a:lnTo>
                  <a:pt x="1571625" y="3076575"/>
                </a:lnTo>
                <a:lnTo>
                  <a:pt x="1581150" y="3076575"/>
                </a:lnTo>
                <a:lnTo>
                  <a:pt x="1581150" y="3067050"/>
                </a:lnTo>
                <a:lnTo>
                  <a:pt x="1590675" y="3067050"/>
                </a:lnTo>
                <a:lnTo>
                  <a:pt x="1590675" y="3076575"/>
                </a:lnTo>
                <a:lnTo>
                  <a:pt x="1609725" y="3076575"/>
                </a:lnTo>
                <a:lnTo>
                  <a:pt x="1609725" y="3067050"/>
                </a:lnTo>
                <a:lnTo>
                  <a:pt x="1619250" y="3067050"/>
                </a:lnTo>
                <a:close/>
                <a:moveTo>
                  <a:pt x="1657350" y="3057525"/>
                </a:moveTo>
                <a:lnTo>
                  <a:pt x="1676400" y="3057525"/>
                </a:lnTo>
                <a:lnTo>
                  <a:pt x="1676400" y="3067050"/>
                </a:lnTo>
                <a:lnTo>
                  <a:pt x="1685925" y="3067050"/>
                </a:lnTo>
                <a:lnTo>
                  <a:pt x="1685925" y="3076575"/>
                </a:lnTo>
                <a:lnTo>
                  <a:pt x="1666875" y="3076575"/>
                </a:lnTo>
                <a:lnTo>
                  <a:pt x="1666875" y="3067050"/>
                </a:lnTo>
                <a:lnTo>
                  <a:pt x="1657350" y="3067050"/>
                </a:lnTo>
                <a:close/>
                <a:moveTo>
                  <a:pt x="981075" y="3067050"/>
                </a:moveTo>
                <a:lnTo>
                  <a:pt x="990600" y="3067050"/>
                </a:lnTo>
                <a:lnTo>
                  <a:pt x="990600" y="3086100"/>
                </a:lnTo>
                <a:lnTo>
                  <a:pt x="1009650" y="3086100"/>
                </a:lnTo>
                <a:lnTo>
                  <a:pt x="1009650" y="3095625"/>
                </a:lnTo>
                <a:lnTo>
                  <a:pt x="1000125" y="3095625"/>
                </a:lnTo>
                <a:lnTo>
                  <a:pt x="1000125" y="3114675"/>
                </a:lnTo>
                <a:lnTo>
                  <a:pt x="952500" y="3114675"/>
                </a:lnTo>
                <a:lnTo>
                  <a:pt x="952500" y="3105150"/>
                </a:lnTo>
                <a:lnTo>
                  <a:pt x="962025" y="3105150"/>
                </a:lnTo>
                <a:lnTo>
                  <a:pt x="962025" y="3076575"/>
                </a:lnTo>
                <a:lnTo>
                  <a:pt x="981075" y="3076575"/>
                </a:lnTo>
                <a:close/>
                <a:moveTo>
                  <a:pt x="1076325" y="3067050"/>
                </a:moveTo>
                <a:lnTo>
                  <a:pt x="1085850" y="3067050"/>
                </a:lnTo>
                <a:lnTo>
                  <a:pt x="1085850" y="3076575"/>
                </a:lnTo>
                <a:lnTo>
                  <a:pt x="1076325" y="3076575"/>
                </a:lnTo>
                <a:close/>
                <a:moveTo>
                  <a:pt x="838200" y="3076575"/>
                </a:moveTo>
                <a:lnTo>
                  <a:pt x="857250" y="3076575"/>
                </a:lnTo>
                <a:lnTo>
                  <a:pt x="857250" y="3095625"/>
                </a:lnTo>
                <a:lnTo>
                  <a:pt x="847725" y="3095625"/>
                </a:lnTo>
                <a:lnTo>
                  <a:pt x="847725" y="3086100"/>
                </a:lnTo>
                <a:lnTo>
                  <a:pt x="838200" y="3086100"/>
                </a:lnTo>
                <a:close/>
                <a:moveTo>
                  <a:pt x="866775" y="3076575"/>
                </a:moveTo>
                <a:lnTo>
                  <a:pt x="876300" y="3076575"/>
                </a:lnTo>
                <a:lnTo>
                  <a:pt x="876300" y="3086100"/>
                </a:lnTo>
                <a:lnTo>
                  <a:pt x="866775" y="3086100"/>
                </a:lnTo>
                <a:close/>
                <a:moveTo>
                  <a:pt x="904875" y="3076575"/>
                </a:moveTo>
                <a:lnTo>
                  <a:pt x="914400" y="3076575"/>
                </a:lnTo>
                <a:lnTo>
                  <a:pt x="914400" y="3086100"/>
                </a:lnTo>
                <a:lnTo>
                  <a:pt x="904875" y="3086100"/>
                </a:lnTo>
                <a:close/>
                <a:moveTo>
                  <a:pt x="1028700" y="3076575"/>
                </a:moveTo>
                <a:lnTo>
                  <a:pt x="1038225" y="3076575"/>
                </a:lnTo>
                <a:lnTo>
                  <a:pt x="1038225" y="3095625"/>
                </a:lnTo>
                <a:lnTo>
                  <a:pt x="1047750" y="3095625"/>
                </a:lnTo>
                <a:lnTo>
                  <a:pt x="1047750" y="3076575"/>
                </a:lnTo>
                <a:lnTo>
                  <a:pt x="1057275" y="3076575"/>
                </a:lnTo>
                <a:lnTo>
                  <a:pt x="1057275" y="3086100"/>
                </a:lnTo>
                <a:lnTo>
                  <a:pt x="1066800" y="3086100"/>
                </a:lnTo>
                <a:lnTo>
                  <a:pt x="1066800" y="3076575"/>
                </a:lnTo>
                <a:lnTo>
                  <a:pt x="1076325" y="3076575"/>
                </a:lnTo>
                <a:lnTo>
                  <a:pt x="1076325" y="3086100"/>
                </a:lnTo>
                <a:lnTo>
                  <a:pt x="1066800" y="3086100"/>
                </a:lnTo>
                <a:lnTo>
                  <a:pt x="1066800" y="3095625"/>
                </a:lnTo>
                <a:lnTo>
                  <a:pt x="1076325" y="3095625"/>
                </a:lnTo>
                <a:lnTo>
                  <a:pt x="1076325" y="3124200"/>
                </a:lnTo>
                <a:lnTo>
                  <a:pt x="1057275" y="3124200"/>
                </a:lnTo>
                <a:lnTo>
                  <a:pt x="1057275" y="3114675"/>
                </a:lnTo>
                <a:lnTo>
                  <a:pt x="1047750" y="3114675"/>
                </a:lnTo>
                <a:lnTo>
                  <a:pt x="1047750" y="3124200"/>
                </a:lnTo>
                <a:lnTo>
                  <a:pt x="1038225" y="3124200"/>
                </a:lnTo>
                <a:lnTo>
                  <a:pt x="1038225" y="3143250"/>
                </a:lnTo>
                <a:lnTo>
                  <a:pt x="1047750" y="3143250"/>
                </a:lnTo>
                <a:lnTo>
                  <a:pt x="1047750" y="3133725"/>
                </a:lnTo>
                <a:lnTo>
                  <a:pt x="1066800" y="3133725"/>
                </a:lnTo>
                <a:lnTo>
                  <a:pt x="1066800" y="3143250"/>
                </a:lnTo>
                <a:lnTo>
                  <a:pt x="1057275" y="3143250"/>
                </a:lnTo>
                <a:lnTo>
                  <a:pt x="1057275" y="3152775"/>
                </a:lnTo>
                <a:lnTo>
                  <a:pt x="1047750" y="3152775"/>
                </a:lnTo>
                <a:lnTo>
                  <a:pt x="1047750" y="3162300"/>
                </a:lnTo>
                <a:lnTo>
                  <a:pt x="1038225" y="3162300"/>
                </a:lnTo>
                <a:lnTo>
                  <a:pt x="1038225" y="3171825"/>
                </a:lnTo>
                <a:lnTo>
                  <a:pt x="1047750" y="3171825"/>
                </a:lnTo>
                <a:lnTo>
                  <a:pt x="1047750" y="3181350"/>
                </a:lnTo>
                <a:lnTo>
                  <a:pt x="1019175" y="3181350"/>
                </a:lnTo>
                <a:lnTo>
                  <a:pt x="1019175" y="3190875"/>
                </a:lnTo>
                <a:lnTo>
                  <a:pt x="1000125" y="3190875"/>
                </a:lnTo>
                <a:lnTo>
                  <a:pt x="1000125" y="3171825"/>
                </a:lnTo>
                <a:lnTo>
                  <a:pt x="1009650" y="3171825"/>
                </a:lnTo>
                <a:lnTo>
                  <a:pt x="1009650" y="3105150"/>
                </a:lnTo>
                <a:lnTo>
                  <a:pt x="1019175" y="3105150"/>
                </a:lnTo>
                <a:lnTo>
                  <a:pt x="1019175" y="3086100"/>
                </a:lnTo>
                <a:lnTo>
                  <a:pt x="1028700" y="3086100"/>
                </a:lnTo>
                <a:close/>
                <a:moveTo>
                  <a:pt x="771525" y="3086100"/>
                </a:moveTo>
                <a:lnTo>
                  <a:pt x="781050" y="3086100"/>
                </a:lnTo>
                <a:lnTo>
                  <a:pt x="781050" y="3095625"/>
                </a:lnTo>
                <a:lnTo>
                  <a:pt x="771525" y="3095625"/>
                </a:lnTo>
                <a:close/>
                <a:moveTo>
                  <a:pt x="1390650" y="3095625"/>
                </a:moveTo>
                <a:lnTo>
                  <a:pt x="1400175" y="3095625"/>
                </a:lnTo>
                <a:lnTo>
                  <a:pt x="1400175" y="3105150"/>
                </a:lnTo>
                <a:lnTo>
                  <a:pt x="1390650" y="3105150"/>
                </a:lnTo>
                <a:close/>
                <a:moveTo>
                  <a:pt x="847725" y="3105150"/>
                </a:moveTo>
                <a:lnTo>
                  <a:pt x="857250" y="3105150"/>
                </a:lnTo>
                <a:lnTo>
                  <a:pt x="857250" y="3114675"/>
                </a:lnTo>
                <a:lnTo>
                  <a:pt x="847725" y="3114675"/>
                </a:lnTo>
                <a:close/>
                <a:moveTo>
                  <a:pt x="1514475" y="3105150"/>
                </a:moveTo>
                <a:lnTo>
                  <a:pt x="1524000" y="3105150"/>
                </a:lnTo>
                <a:lnTo>
                  <a:pt x="1524000" y="3114675"/>
                </a:lnTo>
                <a:lnTo>
                  <a:pt x="1533525" y="3114675"/>
                </a:lnTo>
                <a:lnTo>
                  <a:pt x="1533525" y="3124200"/>
                </a:lnTo>
                <a:lnTo>
                  <a:pt x="1514475" y="3124200"/>
                </a:lnTo>
                <a:lnTo>
                  <a:pt x="1514475" y="3133725"/>
                </a:lnTo>
                <a:lnTo>
                  <a:pt x="1524000" y="3133725"/>
                </a:lnTo>
                <a:lnTo>
                  <a:pt x="1524000" y="3143250"/>
                </a:lnTo>
                <a:lnTo>
                  <a:pt x="1533525" y="3143250"/>
                </a:lnTo>
                <a:lnTo>
                  <a:pt x="1533525" y="3152775"/>
                </a:lnTo>
                <a:lnTo>
                  <a:pt x="1543050" y="3152775"/>
                </a:lnTo>
                <a:lnTo>
                  <a:pt x="1543050" y="3162300"/>
                </a:lnTo>
                <a:lnTo>
                  <a:pt x="1485900" y="3162300"/>
                </a:lnTo>
                <a:lnTo>
                  <a:pt x="1485900" y="3143250"/>
                </a:lnTo>
                <a:lnTo>
                  <a:pt x="1476375" y="3143250"/>
                </a:lnTo>
                <a:lnTo>
                  <a:pt x="1476375" y="3133725"/>
                </a:lnTo>
                <a:lnTo>
                  <a:pt x="1485900" y="3133725"/>
                </a:lnTo>
                <a:lnTo>
                  <a:pt x="1485900" y="3124200"/>
                </a:lnTo>
                <a:lnTo>
                  <a:pt x="1495425" y="3124200"/>
                </a:lnTo>
                <a:lnTo>
                  <a:pt x="1495425" y="3143250"/>
                </a:lnTo>
                <a:lnTo>
                  <a:pt x="1504950" y="3143250"/>
                </a:lnTo>
                <a:lnTo>
                  <a:pt x="1504950" y="3114675"/>
                </a:lnTo>
                <a:lnTo>
                  <a:pt x="1514475" y="3114675"/>
                </a:lnTo>
                <a:close/>
                <a:moveTo>
                  <a:pt x="904875" y="3114675"/>
                </a:moveTo>
                <a:lnTo>
                  <a:pt x="914400" y="3114675"/>
                </a:lnTo>
                <a:lnTo>
                  <a:pt x="914400" y="3124200"/>
                </a:lnTo>
                <a:lnTo>
                  <a:pt x="904875" y="3124200"/>
                </a:lnTo>
                <a:close/>
                <a:moveTo>
                  <a:pt x="1171575" y="3114675"/>
                </a:moveTo>
                <a:lnTo>
                  <a:pt x="1181100" y="3114675"/>
                </a:lnTo>
                <a:lnTo>
                  <a:pt x="1181100" y="3133725"/>
                </a:lnTo>
                <a:lnTo>
                  <a:pt x="1190625" y="3133725"/>
                </a:lnTo>
                <a:lnTo>
                  <a:pt x="1190625" y="3143250"/>
                </a:lnTo>
                <a:lnTo>
                  <a:pt x="1181100" y="3143250"/>
                </a:lnTo>
                <a:lnTo>
                  <a:pt x="1181100" y="3162300"/>
                </a:lnTo>
                <a:lnTo>
                  <a:pt x="1190625" y="3162300"/>
                </a:lnTo>
                <a:lnTo>
                  <a:pt x="1190625" y="3171825"/>
                </a:lnTo>
                <a:lnTo>
                  <a:pt x="1171575" y="3171825"/>
                </a:lnTo>
                <a:lnTo>
                  <a:pt x="1171575" y="3162300"/>
                </a:lnTo>
                <a:lnTo>
                  <a:pt x="1162050" y="3162300"/>
                </a:lnTo>
                <a:lnTo>
                  <a:pt x="1162050" y="3124200"/>
                </a:lnTo>
                <a:lnTo>
                  <a:pt x="1171575" y="3124200"/>
                </a:lnTo>
                <a:close/>
                <a:moveTo>
                  <a:pt x="1419225" y="3114675"/>
                </a:moveTo>
                <a:lnTo>
                  <a:pt x="1438275" y="3114675"/>
                </a:lnTo>
                <a:lnTo>
                  <a:pt x="1438275" y="3124200"/>
                </a:lnTo>
                <a:lnTo>
                  <a:pt x="1419225" y="3124200"/>
                </a:lnTo>
                <a:close/>
                <a:moveTo>
                  <a:pt x="1543050" y="3114675"/>
                </a:moveTo>
                <a:lnTo>
                  <a:pt x="1552575" y="3114675"/>
                </a:lnTo>
                <a:lnTo>
                  <a:pt x="1552575" y="3124200"/>
                </a:lnTo>
                <a:lnTo>
                  <a:pt x="1543050" y="3124200"/>
                </a:lnTo>
                <a:close/>
                <a:moveTo>
                  <a:pt x="1562100" y="3114675"/>
                </a:moveTo>
                <a:lnTo>
                  <a:pt x="1571625" y="3114675"/>
                </a:lnTo>
                <a:lnTo>
                  <a:pt x="1571625" y="3095625"/>
                </a:lnTo>
                <a:lnTo>
                  <a:pt x="1562100" y="3095625"/>
                </a:lnTo>
                <a:close/>
                <a:moveTo>
                  <a:pt x="1809750" y="3114675"/>
                </a:moveTo>
                <a:lnTo>
                  <a:pt x="1819275" y="3114675"/>
                </a:lnTo>
                <a:lnTo>
                  <a:pt x="1819275" y="3124200"/>
                </a:lnTo>
                <a:lnTo>
                  <a:pt x="1809750" y="3124200"/>
                </a:lnTo>
                <a:close/>
                <a:moveTo>
                  <a:pt x="619125" y="3124200"/>
                </a:moveTo>
                <a:lnTo>
                  <a:pt x="628650" y="3124200"/>
                </a:lnTo>
                <a:lnTo>
                  <a:pt x="628650" y="3143250"/>
                </a:lnTo>
                <a:lnTo>
                  <a:pt x="619125" y="3143250"/>
                </a:lnTo>
                <a:close/>
                <a:moveTo>
                  <a:pt x="1800225" y="3124200"/>
                </a:moveTo>
                <a:lnTo>
                  <a:pt x="1809750" y="3124200"/>
                </a:lnTo>
                <a:lnTo>
                  <a:pt x="1809750" y="3133725"/>
                </a:lnTo>
                <a:lnTo>
                  <a:pt x="1800225" y="3133725"/>
                </a:lnTo>
                <a:close/>
                <a:moveTo>
                  <a:pt x="1743075" y="3133725"/>
                </a:moveTo>
                <a:lnTo>
                  <a:pt x="1752600" y="3133725"/>
                </a:lnTo>
                <a:lnTo>
                  <a:pt x="1752600" y="3143250"/>
                </a:lnTo>
                <a:lnTo>
                  <a:pt x="1743075" y="3143250"/>
                </a:lnTo>
                <a:close/>
                <a:moveTo>
                  <a:pt x="323850" y="3143250"/>
                </a:moveTo>
                <a:lnTo>
                  <a:pt x="333375" y="3143250"/>
                </a:lnTo>
                <a:lnTo>
                  <a:pt x="333375" y="3162300"/>
                </a:lnTo>
                <a:lnTo>
                  <a:pt x="314325" y="3162300"/>
                </a:lnTo>
                <a:lnTo>
                  <a:pt x="314325" y="3152775"/>
                </a:lnTo>
                <a:lnTo>
                  <a:pt x="323850" y="3152775"/>
                </a:lnTo>
                <a:close/>
                <a:moveTo>
                  <a:pt x="1104900" y="3143250"/>
                </a:moveTo>
                <a:lnTo>
                  <a:pt x="1133475" y="3143250"/>
                </a:lnTo>
                <a:lnTo>
                  <a:pt x="1133475" y="3162300"/>
                </a:lnTo>
                <a:lnTo>
                  <a:pt x="1123950" y="3162300"/>
                </a:lnTo>
                <a:lnTo>
                  <a:pt x="1123950" y="3181350"/>
                </a:lnTo>
                <a:lnTo>
                  <a:pt x="1114425" y="3181350"/>
                </a:lnTo>
                <a:lnTo>
                  <a:pt x="1114425" y="3171825"/>
                </a:lnTo>
                <a:lnTo>
                  <a:pt x="1104900" y="3171825"/>
                </a:lnTo>
                <a:close/>
                <a:moveTo>
                  <a:pt x="1733550" y="3143250"/>
                </a:moveTo>
                <a:lnTo>
                  <a:pt x="1743075" y="3143250"/>
                </a:lnTo>
                <a:lnTo>
                  <a:pt x="1743075" y="3152775"/>
                </a:lnTo>
                <a:lnTo>
                  <a:pt x="1733550" y="3152775"/>
                </a:lnTo>
                <a:close/>
                <a:moveTo>
                  <a:pt x="971550" y="3152775"/>
                </a:moveTo>
                <a:lnTo>
                  <a:pt x="981075" y="3152775"/>
                </a:lnTo>
                <a:lnTo>
                  <a:pt x="981075" y="3162300"/>
                </a:lnTo>
                <a:lnTo>
                  <a:pt x="971550" y="3162300"/>
                </a:lnTo>
                <a:close/>
                <a:moveTo>
                  <a:pt x="828675" y="3162300"/>
                </a:moveTo>
                <a:lnTo>
                  <a:pt x="847725" y="3162300"/>
                </a:lnTo>
                <a:lnTo>
                  <a:pt x="847725" y="3171825"/>
                </a:lnTo>
                <a:lnTo>
                  <a:pt x="838200" y="3171825"/>
                </a:lnTo>
                <a:lnTo>
                  <a:pt x="838200" y="3181350"/>
                </a:lnTo>
                <a:lnTo>
                  <a:pt x="828675" y="3181350"/>
                </a:lnTo>
                <a:close/>
                <a:moveTo>
                  <a:pt x="904875" y="3162300"/>
                </a:moveTo>
                <a:lnTo>
                  <a:pt x="942975" y="3162300"/>
                </a:lnTo>
                <a:lnTo>
                  <a:pt x="942975" y="3171825"/>
                </a:lnTo>
                <a:lnTo>
                  <a:pt x="933450" y="3171825"/>
                </a:lnTo>
                <a:lnTo>
                  <a:pt x="933450" y="3181350"/>
                </a:lnTo>
                <a:lnTo>
                  <a:pt x="923925" y="3181350"/>
                </a:lnTo>
                <a:lnTo>
                  <a:pt x="923925" y="3190875"/>
                </a:lnTo>
                <a:lnTo>
                  <a:pt x="933450" y="3190875"/>
                </a:lnTo>
                <a:lnTo>
                  <a:pt x="933450" y="3181350"/>
                </a:lnTo>
                <a:lnTo>
                  <a:pt x="942975" y="3181350"/>
                </a:lnTo>
                <a:lnTo>
                  <a:pt x="942975" y="3190875"/>
                </a:lnTo>
                <a:lnTo>
                  <a:pt x="933450" y="3190875"/>
                </a:lnTo>
                <a:lnTo>
                  <a:pt x="933450" y="3200400"/>
                </a:lnTo>
                <a:lnTo>
                  <a:pt x="847725" y="3200400"/>
                </a:lnTo>
                <a:lnTo>
                  <a:pt x="847725" y="3181350"/>
                </a:lnTo>
                <a:lnTo>
                  <a:pt x="857250" y="3181350"/>
                </a:lnTo>
                <a:lnTo>
                  <a:pt x="857250" y="3190875"/>
                </a:lnTo>
                <a:lnTo>
                  <a:pt x="876300" y="3190875"/>
                </a:lnTo>
                <a:lnTo>
                  <a:pt x="876300" y="3181350"/>
                </a:lnTo>
                <a:lnTo>
                  <a:pt x="904875" y="3181350"/>
                </a:lnTo>
                <a:close/>
                <a:moveTo>
                  <a:pt x="962025" y="3162300"/>
                </a:moveTo>
                <a:lnTo>
                  <a:pt x="971550" y="3162300"/>
                </a:lnTo>
                <a:lnTo>
                  <a:pt x="971550" y="3181350"/>
                </a:lnTo>
                <a:lnTo>
                  <a:pt x="962025" y="3181350"/>
                </a:lnTo>
                <a:close/>
                <a:moveTo>
                  <a:pt x="1066800" y="3162300"/>
                </a:moveTo>
                <a:lnTo>
                  <a:pt x="1076325" y="3162300"/>
                </a:lnTo>
                <a:lnTo>
                  <a:pt x="1076325" y="3171825"/>
                </a:lnTo>
                <a:lnTo>
                  <a:pt x="1066800" y="3171825"/>
                </a:lnTo>
                <a:close/>
                <a:moveTo>
                  <a:pt x="1266825" y="3162300"/>
                </a:moveTo>
                <a:lnTo>
                  <a:pt x="1276350" y="3162300"/>
                </a:lnTo>
                <a:lnTo>
                  <a:pt x="1276350" y="3171825"/>
                </a:lnTo>
                <a:lnTo>
                  <a:pt x="1304925" y="3171825"/>
                </a:lnTo>
                <a:lnTo>
                  <a:pt x="1304925" y="3181350"/>
                </a:lnTo>
                <a:lnTo>
                  <a:pt x="1266825" y="3181350"/>
                </a:lnTo>
                <a:close/>
                <a:moveTo>
                  <a:pt x="1381125" y="3162300"/>
                </a:moveTo>
                <a:lnTo>
                  <a:pt x="1400175" y="3162300"/>
                </a:lnTo>
                <a:lnTo>
                  <a:pt x="1400175" y="3171825"/>
                </a:lnTo>
                <a:lnTo>
                  <a:pt x="1381125" y="3171825"/>
                </a:lnTo>
                <a:close/>
                <a:moveTo>
                  <a:pt x="1676400" y="3162300"/>
                </a:moveTo>
                <a:lnTo>
                  <a:pt x="1685925" y="3162300"/>
                </a:lnTo>
                <a:lnTo>
                  <a:pt x="1685925" y="3171825"/>
                </a:lnTo>
                <a:lnTo>
                  <a:pt x="1676400" y="3171825"/>
                </a:lnTo>
                <a:close/>
                <a:moveTo>
                  <a:pt x="1771650" y="3162300"/>
                </a:moveTo>
                <a:lnTo>
                  <a:pt x="1781175" y="3162300"/>
                </a:lnTo>
                <a:lnTo>
                  <a:pt x="1781175" y="3171825"/>
                </a:lnTo>
                <a:lnTo>
                  <a:pt x="1771650" y="3171825"/>
                </a:lnTo>
                <a:close/>
                <a:moveTo>
                  <a:pt x="628650" y="3171825"/>
                </a:moveTo>
                <a:lnTo>
                  <a:pt x="638175" y="3171825"/>
                </a:lnTo>
                <a:lnTo>
                  <a:pt x="638175" y="3181350"/>
                </a:lnTo>
                <a:lnTo>
                  <a:pt x="628650" y="3181350"/>
                </a:lnTo>
                <a:close/>
                <a:moveTo>
                  <a:pt x="647700" y="3171825"/>
                </a:moveTo>
                <a:lnTo>
                  <a:pt x="666750" y="3171825"/>
                </a:lnTo>
                <a:lnTo>
                  <a:pt x="666750" y="3181350"/>
                </a:lnTo>
                <a:lnTo>
                  <a:pt x="657225" y="3181350"/>
                </a:lnTo>
                <a:lnTo>
                  <a:pt x="657225" y="3190875"/>
                </a:lnTo>
                <a:lnTo>
                  <a:pt x="638175" y="3190875"/>
                </a:lnTo>
                <a:lnTo>
                  <a:pt x="638175" y="3181350"/>
                </a:lnTo>
                <a:lnTo>
                  <a:pt x="647700" y="3181350"/>
                </a:lnTo>
                <a:close/>
                <a:moveTo>
                  <a:pt x="714375" y="3171825"/>
                </a:moveTo>
                <a:lnTo>
                  <a:pt x="723900" y="3171825"/>
                </a:lnTo>
                <a:lnTo>
                  <a:pt x="723900" y="3181350"/>
                </a:lnTo>
                <a:lnTo>
                  <a:pt x="733425" y="3181350"/>
                </a:lnTo>
                <a:lnTo>
                  <a:pt x="733425" y="3200400"/>
                </a:lnTo>
                <a:lnTo>
                  <a:pt x="762000" y="3200400"/>
                </a:lnTo>
                <a:lnTo>
                  <a:pt x="762000" y="3190875"/>
                </a:lnTo>
                <a:lnTo>
                  <a:pt x="771525" y="3190875"/>
                </a:lnTo>
                <a:lnTo>
                  <a:pt x="771525" y="3200400"/>
                </a:lnTo>
                <a:lnTo>
                  <a:pt x="762000" y="3200400"/>
                </a:lnTo>
                <a:lnTo>
                  <a:pt x="762000" y="3209925"/>
                </a:lnTo>
                <a:lnTo>
                  <a:pt x="723900" y="3209925"/>
                </a:lnTo>
                <a:lnTo>
                  <a:pt x="723900" y="3219450"/>
                </a:lnTo>
                <a:lnTo>
                  <a:pt x="666750" y="3219450"/>
                </a:lnTo>
                <a:lnTo>
                  <a:pt x="666750" y="3200400"/>
                </a:lnTo>
                <a:lnTo>
                  <a:pt x="685800" y="3200400"/>
                </a:lnTo>
                <a:lnTo>
                  <a:pt x="685800" y="3190875"/>
                </a:lnTo>
                <a:lnTo>
                  <a:pt x="704850" y="3190875"/>
                </a:lnTo>
                <a:lnTo>
                  <a:pt x="704850" y="3181350"/>
                </a:lnTo>
                <a:lnTo>
                  <a:pt x="714375" y="3181350"/>
                </a:lnTo>
                <a:close/>
                <a:moveTo>
                  <a:pt x="742950" y="3171825"/>
                </a:moveTo>
                <a:lnTo>
                  <a:pt x="752475" y="3171825"/>
                </a:lnTo>
                <a:lnTo>
                  <a:pt x="752475" y="3181350"/>
                </a:lnTo>
                <a:lnTo>
                  <a:pt x="742950" y="3181350"/>
                </a:lnTo>
                <a:close/>
                <a:moveTo>
                  <a:pt x="1247775" y="3171825"/>
                </a:moveTo>
                <a:lnTo>
                  <a:pt x="1257300" y="3171825"/>
                </a:lnTo>
                <a:lnTo>
                  <a:pt x="1257300" y="3190875"/>
                </a:lnTo>
                <a:lnTo>
                  <a:pt x="1247775" y="3190875"/>
                </a:lnTo>
                <a:close/>
                <a:moveTo>
                  <a:pt x="1371600" y="3171825"/>
                </a:moveTo>
                <a:lnTo>
                  <a:pt x="1381125" y="3171825"/>
                </a:lnTo>
                <a:lnTo>
                  <a:pt x="1381125" y="3181350"/>
                </a:lnTo>
                <a:lnTo>
                  <a:pt x="1371600" y="3181350"/>
                </a:lnTo>
                <a:close/>
                <a:moveTo>
                  <a:pt x="1419225" y="3171825"/>
                </a:moveTo>
                <a:lnTo>
                  <a:pt x="1428750" y="3171825"/>
                </a:lnTo>
                <a:lnTo>
                  <a:pt x="1428750" y="3181350"/>
                </a:lnTo>
                <a:lnTo>
                  <a:pt x="1438275" y="3181350"/>
                </a:lnTo>
                <a:lnTo>
                  <a:pt x="1438275" y="3190875"/>
                </a:lnTo>
                <a:lnTo>
                  <a:pt x="1447800" y="3190875"/>
                </a:lnTo>
                <a:lnTo>
                  <a:pt x="1447800" y="3200400"/>
                </a:lnTo>
                <a:lnTo>
                  <a:pt x="1419225" y="3200400"/>
                </a:lnTo>
                <a:close/>
                <a:moveTo>
                  <a:pt x="1466850" y="3171825"/>
                </a:moveTo>
                <a:lnTo>
                  <a:pt x="1485900" y="3171825"/>
                </a:lnTo>
                <a:lnTo>
                  <a:pt x="1485900" y="3181350"/>
                </a:lnTo>
                <a:lnTo>
                  <a:pt x="1476375" y="3181350"/>
                </a:lnTo>
                <a:lnTo>
                  <a:pt x="1476375" y="3190875"/>
                </a:lnTo>
                <a:lnTo>
                  <a:pt x="1457325" y="3190875"/>
                </a:lnTo>
                <a:lnTo>
                  <a:pt x="1457325" y="3181350"/>
                </a:lnTo>
                <a:lnTo>
                  <a:pt x="1466850" y="3181350"/>
                </a:lnTo>
                <a:close/>
                <a:moveTo>
                  <a:pt x="1514475" y="3171825"/>
                </a:moveTo>
                <a:lnTo>
                  <a:pt x="1562100" y="3171825"/>
                </a:lnTo>
                <a:lnTo>
                  <a:pt x="1562100" y="3181350"/>
                </a:lnTo>
                <a:lnTo>
                  <a:pt x="1609725" y="3181350"/>
                </a:lnTo>
                <a:lnTo>
                  <a:pt x="1609725" y="3190875"/>
                </a:lnTo>
                <a:lnTo>
                  <a:pt x="1600200" y="3190875"/>
                </a:lnTo>
                <a:lnTo>
                  <a:pt x="1600200" y="3200400"/>
                </a:lnTo>
                <a:lnTo>
                  <a:pt x="1543050" y="3200400"/>
                </a:lnTo>
                <a:lnTo>
                  <a:pt x="1543050" y="3181350"/>
                </a:lnTo>
                <a:lnTo>
                  <a:pt x="1514475" y="3181350"/>
                </a:lnTo>
                <a:close/>
                <a:moveTo>
                  <a:pt x="1619250" y="3171825"/>
                </a:moveTo>
                <a:lnTo>
                  <a:pt x="1628775" y="3171825"/>
                </a:lnTo>
                <a:lnTo>
                  <a:pt x="1628775" y="3181350"/>
                </a:lnTo>
                <a:lnTo>
                  <a:pt x="1619250" y="3181350"/>
                </a:lnTo>
                <a:close/>
                <a:moveTo>
                  <a:pt x="1304925" y="3181350"/>
                </a:moveTo>
                <a:lnTo>
                  <a:pt x="1314450" y="3181350"/>
                </a:lnTo>
                <a:lnTo>
                  <a:pt x="1314450" y="3200400"/>
                </a:lnTo>
                <a:lnTo>
                  <a:pt x="1295400" y="3200400"/>
                </a:lnTo>
                <a:lnTo>
                  <a:pt x="1295400" y="3190875"/>
                </a:lnTo>
                <a:lnTo>
                  <a:pt x="1304925" y="3190875"/>
                </a:lnTo>
                <a:close/>
                <a:moveTo>
                  <a:pt x="1495425" y="3181350"/>
                </a:moveTo>
                <a:lnTo>
                  <a:pt x="1504950" y="3181350"/>
                </a:lnTo>
                <a:lnTo>
                  <a:pt x="1504950" y="3200400"/>
                </a:lnTo>
                <a:lnTo>
                  <a:pt x="1495425" y="3200400"/>
                </a:lnTo>
                <a:close/>
                <a:moveTo>
                  <a:pt x="1743075" y="3181350"/>
                </a:moveTo>
                <a:lnTo>
                  <a:pt x="1762125" y="3181350"/>
                </a:lnTo>
                <a:lnTo>
                  <a:pt x="1762125" y="3200400"/>
                </a:lnTo>
                <a:lnTo>
                  <a:pt x="1752600" y="3200400"/>
                </a:lnTo>
                <a:lnTo>
                  <a:pt x="1752600" y="3190875"/>
                </a:lnTo>
                <a:lnTo>
                  <a:pt x="1743075" y="3190875"/>
                </a:lnTo>
                <a:close/>
                <a:moveTo>
                  <a:pt x="1866900" y="3181350"/>
                </a:moveTo>
                <a:lnTo>
                  <a:pt x="1876425" y="3181350"/>
                </a:lnTo>
                <a:lnTo>
                  <a:pt x="1876425" y="3190875"/>
                </a:lnTo>
                <a:lnTo>
                  <a:pt x="1866900" y="3190875"/>
                </a:lnTo>
                <a:close/>
                <a:moveTo>
                  <a:pt x="904875" y="3190875"/>
                </a:moveTo>
                <a:lnTo>
                  <a:pt x="914400" y="3190875"/>
                </a:lnTo>
                <a:lnTo>
                  <a:pt x="914400" y="3181350"/>
                </a:lnTo>
                <a:lnTo>
                  <a:pt x="904875" y="3181350"/>
                </a:lnTo>
                <a:close/>
                <a:moveTo>
                  <a:pt x="1524000" y="3200400"/>
                </a:moveTo>
                <a:lnTo>
                  <a:pt x="1533525" y="3200400"/>
                </a:lnTo>
                <a:lnTo>
                  <a:pt x="1533525" y="3228975"/>
                </a:lnTo>
                <a:lnTo>
                  <a:pt x="1524000" y="3228975"/>
                </a:lnTo>
                <a:lnTo>
                  <a:pt x="1524000" y="3219450"/>
                </a:lnTo>
                <a:lnTo>
                  <a:pt x="1514475" y="3219450"/>
                </a:lnTo>
                <a:lnTo>
                  <a:pt x="1514475" y="3209925"/>
                </a:lnTo>
                <a:lnTo>
                  <a:pt x="1524000" y="3209925"/>
                </a:lnTo>
                <a:close/>
                <a:moveTo>
                  <a:pt x="409575" y="3209925"/>
                </a:moveTo>
                <a:lnTo>
                  <a:pt x="428625" y="3209925"/>
                </a:lnTo>
                <a:lnTo>
                  <a:pt x="428625" y="3219450"/>
                </a:lnTo>
                <a:lnTo>
                  <a:pt x="409575" y="3219450"/>
                </a:lnTo>
                <a:close/>
                <a:moveTo>
                  <a:pt x="685800" y="3209925"/>
                </a:moveTo>
                <a:lnTo>
                  <a:pt x="704850" y="3209925"/>
                </a:lnTo>
                <a:lnTo>
                  <a:pt x="704850" y="3200400"/>
                </a:lnTo>
                <a:lnTo>
                  <a:pt x="685800" y="3200400"/>
                </a:lnTo>
                <a:close/>
                <a:moveTo>
                  <a:pt x="1476375" y="3209925"/>
                </a:moveTo>
                <a:lnTo>
                  <a:pt x="1485900" y="3209925"/>
                </a:lnTo>
                <a:lnTo>
                  <a:pt x="1485900" y="3219450"/>
                </a:lnTo>
                <a:lnTo>
                  <a:pt x="1476375" y="3219450"/>
                </a:lnTo>
                <a:close/>
                <a:moveTo>
                  <a:pt x="438150" y="3219450"/>
                </a:moveTo>
                <a:lnTo>
                  <a:pt x="447675" y="3219450"/>
                </a:lnTo>
                <a:lnTo>
                  <a:pt x="447675" y="3228975"/>
                </a:lnTo>
                <a:lnTo>
                  <a:pt x="438150" y="3228975"/>
                </a:lnTo>
                <a:close/>
                <a:moveTo>
                  <a:pt x="571500" y="3219450"/>
                </a:moveTo>
                <a:lnTo>
                  <a:pt x="619125" y="3219450"/>
                </a:lnTo>
                <a:lnTo>
                  <a:pt x="619125" y="3228975"/>
                </a:lnTo>
                <a:lnTo>
                  <a:pt x="647700" y="3228975"/>
                </a:lnTo>
                <a:lnTo>
                  <a:pt x="647700" y="3238500"/>
                </a:lnTo>
                <a:lnTo>
                  <a:pt x="638175" y="3238500"/>
                </a:lnTo>
                <a:lnTo>
                  <a:pt x="638175" y="3248025"/>
                </a:lnTo>
                <a:lnTo>
                  <a:pt x="647700" y="3248025"/>
                </a:lnTo>
                <a:lnTo>
                  <a:pt x="647700" y="3267075"/>
                </a:lnTo>
                <a:lnTo>
                  <a:pt x="657225" y="3267075"/>
                </a:lnTo>
                <a:lnTo>
                  <a:pt x="657225" y="3257550"/>
                </a:lnTo>
                <a:lnTo>
                  <a:pt x="695325" y="3257550"/>
                </a:lnTo>
                <a:lnTo>
                  <a:pt x="695325" y="3276600"/>
                </a:lnTo>
                <a:lnTo>
                  <a:pt x="638175" y="3276600"/>
                </a:lnTo>
                <a:lnTo>
                  <a:pt x="638175" y="3286125"/>
                </a:lnTo>
                <a:lnTo>
                  <a:pt x="628650" y="3286125"/>
                </a:lnTo>
                <a:lnTo>
                  <a:pt x="628650" y="3257550"/>
                </a:lnTo>
                <a:lnTo>
                  <a:pt x="609600" y="3257550"/>
                </a:lnTo>
                <a:lnTo>
                  <a:pt x="609600" y="3248025"/>
                </a:lnTo>
                <a:lnTo>
                  <a:pt x="581025" y="3248025"/>
                </a:lnTo>
                <a:lnTo>
                  <a:pt x="581025" y="3238500"/>
                </a:lnTo>
                <a:lnTo>
                  <a:pt x="590550" y="3238500"/>
                </a:lnTo>
                <a:lnTo>
                  <a:pt x="590550" y="3228975"/>
                </a:lnTo>
                <a:lnTo>
                  <a:pt x="571500" y="3228975"/>
                </a:lnTo>
                <a:close/>
                <a:moveTo>
                  <a:pt x="819150" y="3219450"/>
                </a:moveTo>
                <a:lnTo>
                  <a:pt x="838200" y="3219450"/>
                </a:lnTo>
                <a:lnTo>
                  <a:pt x="838200" y="3228975"/>
                </a:lnTo>
                <a:lnTo>
                  <a:pt x="819150" y="3228975"/>
                </a:lnTo>
                <a:close/>
                <a:moveTo>
                  <a:pt x="1028700" y="3219450"/>
                </a:moveTo>
                <a:lnTo>
                  <a:pt x="1038225" y="3219450"/>
                </a:lnTo>
                <a:lnTo>
                  <a:pt x="1038225" y="3228975"/>
                </a:lnTo>
                <a:lnTo>
                  <a:pt x="1028700" y="3228975"/>
                </a:lnTo>
                <a:close/>
                <a:moveTo>
                  <a:pt x="1371600" y="3219450"/>
                </a:moveTo>
                <a:lnTo>
                  <a:pt x="1381125" y="3219450"/>
                </a:lnTo>
                <a:lnTo>
                  <a:pt x="1381125" y="3228975"/>
                </a:lnTo>
                <a:lnTo>
                  <a:pt x="1371600" y="3228975"/>
                </a:lnTo>
                <a:close/>
                <a:moveTo>
                  <a:pt x="371475" y="3228975"/>
                </a:moveTo>
                <a:lnTo>
                  <a:pt x="409575" y="3228975"/>
                </a:lnTo>
                <a:lnTo>
                  <a:pt x="409575" y="3238500"/>
                </a:lnTo>
                <a:lnTo>
                  <a:pt x="390525" y="3238500"/>
                </a:lnTo>
                <a:lnTo>
                  <a:pt x="390525" y="3257550"/>
                </a:lnTo>
                <a:lnTo>
                  <a:pt x="381000" y="3257550"/>
                </a:lnTo>
                <a:lnTo>
                  <a:pt x="381000" y="3238500"/>
                </a:lnTo>
                <a:lnTo>
                  <a:pt x="371475" y="3238500"/>
                </a:lnTo>
                <a:close/>
                <a:moveTo>
                  <a:pt x="990600" y="3228975"/>
                </a:moveTo>
                <a:lnTo>
                  <a:pt x="1000125" y="3228975"/>
                </a:lnTo>
                <a:lnTo>
                  <a:pt x="1000125" y="3238500"/>
                </a:lnTo>
                <a:lnTo>
                  <a:pt x="990600" y="3238500"/>
                </a:lnTo>
                <a:close/>
                <a:moveTo>
                  <a:pt x="1247775" y="3228975"/>
                </a:moveTo>
                <a:lnTo>
                  <a:pt x="1266825" y="3228975"/>
                </a:lnTo>
                <a:lnTo>
                  <a:pt x="1266825" y="3248025"/>
                </a:lnTo>
                <a:lnTo>
                  <a:pt x="1276350" y="3248025"/>
                </a:lnTo>
                <a:lnTo>
                  <a:pt x="1276350" y="3257550"/>
                </a:lnTo>
                <a:lnTo>
                  <a:pt x="1285875" y="3257550"/>
                </a:lnTo>
                <a:lnTo>
                  <a:pt x="1285875" y="3248025"/>
                </a:lnTo>
                <a:lnTo>
                  <a:pt x="1295400" y="3248025"/>
                </a:lnTo>
                <a:lnTo>
                  <a:pt x="1295400" y="3267075"/>
                </a:lnTo>
                <a:lnTo>
                  <a:pt x="1266825" y="3267075"/>
                </a:lnTo>
                <a:lnTo>
                  <a:pt x="1266825" y="3257550"/>
                </a:lnTo>
                <a:lnTo>
                  <a:pt x="1257300" y="3257550"/>
                </a:lnTo>
                <a:lnTo>
                  <a:pt x="1257300" y="3248025"/>
                </a:lnTo>
                <a:lnTo>
                  <a:pt x="1247775" y="3248025"/>
                </a:lnTo>
                <a:close/>
                <a:moveTo>
                  <a:pt x="1390650" y="3228975"/>
                </a:moveTo>
                <a:lnTo>
                  <a:pt x="1409700" y="3228975"/>
                </a:lnTo>
                <a:lnTo>
                  <a:pt x="1409700" y="3248025"/>
                </a:lnTo>
                <a:lnTo>
                  <a:pt x="1390650" y="3248025"/>
                </a:lnTo>
                <a:close/>
                <a:moveTo>
                  <a:pt x="1485900" y="3228975"/>
                </a:moveTo>
                <a:lnTo>
                  <a:pt x="1495425" y="3228975"/>
                </a:lnTo>
                <a:lnTo>
                  <a:pt x="1495425" y="3238500"/>
                </a:lnTo>
                <a:lnTo>
                  <a:pt x="1485900" y="3238500"/>
                </a:lnTo>
                <a:close/>
                <a:moveTo>
                  <a:pt x="1876425" y="3228975"/>
                </a:moveTo>
                <a:lnTo>
                  <a:pt x="1885950" y="3228975"/>
                </a:lnTo>
                <a:lnTo>
                  <a:pt x="1885950" y="3305175"/>
                </a:lnTo>
                <a:lnTo>
                  <a:pt x="1876425" y="3305175"/>
                </a:lnTo>
                <a:close/>
                <a:moveTo>
                  <a:pt x="504825" y="3238500"/>
                </a:moveTo>
                <a:lnTo>
                  <a:pt x="514350" y="3238500"/>
                </a:lnTo>
                <a:lnTo>
                  <a:pt x="514350" y="3248025"/>
                </a:lnTo>
                <a:lnTo>
                  <a:pt x="504825" y="3248025"/>
                </a:lnTo>
                <a:close/>
                <a:moveTo>
                  <a:pt x="542925" y="3238500"/>
                </a:moveTo>
                <a:lnTo>
                  <a:pt x="552450" y="3238500"/>
                </a:lnTo>
                <a:lnTo>
                  <a:pt x="552450" y="3248025"/>
                </a:lnTo>
                <a:lnTo>
                  <a:pt x="542925" y="3248025"/>
                </a:lnTo>
                <a:close/>
                <a:moveTo>
                  <a:pt x="847725" y="3238500"/>
                </a:moveTo>
                <a:lnTo>
                  <a:pt x="857250" y="3238500"/>
                </a:lnTo>
                <a:lnTo>
                  <a:pt x="857250" y="3248025"/>
                </a:lnTo>
                <a:lnTo>
                  <a:pt x="847725" y="3248025"/>
                </a:lnTo>
                <a:close/>
                <a:moveTo>
                  <a:pt x="1447800" y="3238500"/>
                </a:moveTo>
                <a:lnTo>
                  <a:pt x="1466850" y="3238500"/>
                </a:lnTo>
                <a:lnTo>
                  <a:pt x="1466850" y="3248025"/>
                </a:lnTo>
                <a:lnTo>
                  <a:pt x="1476375" y="3248025"/>
                </a:lnTo>
                <a:lnTo>
                  <a:pt x="1476375" y="3257550"/>
                </a:lnTo>
                <a:lnTo>
                  <a:pt x="1447800" y="3257550"/>
                </a:lnTo>
                <a:close/>
                <a:moveTo>
                  <a:pt x="781050" y="3257550"/>
                </a:moveTo>
                <a:lnTo>
                  <a:pt x="790575" y="3257550"/>
                </a:lnTo>
                <a:lnTo>
                  <a:pt x="790575" y="3267075"/>
                </a:lnTo>
                <a:lnTo>
                  <a:pt x="781050" y="3267075"/>
                </a:lnTo>
                <a:close/>
                <a:moveTo>
                  <a:pt x="857250" y="3257550"/>
                </a:moveTo>
                <a:lnTo>
                  <a:pt x="895350" y="3257550"/>
                </a:lnTo>
                <a:lnTo>
                  <a:pt x="895350" y="3267075"/>
                </a:lnTo>
                <a:lnTo>
                  <a:pt x="857250" y="3267075"/>
                </a:lnTo>
                <a:close/>
                <a:moveTo>
                  <a:pt x="1076325" y="3257550"/>
                </a:moveTo>
                <a:lnTo>
                  <a:pt x="1085850" y="3257550"/>
                </a:lnTo>
                <a:lnTo>
                  <a:pt x="1085850" y="3267075"/>
                </a:lnTo>
                <a:lnTo>
                  <a:pt x="1076325" y="3267075"/>
                </a:lnTo>
                <a:close/>
                <a:moveTo>
                  <a:pt x="1371600" y="3257550"/>
                </a:moveTo>
                <a:lnTo>
                  <a:pt x="1381125" y="3257550"/>
                </a:lnTo>
                <a:lnTo>
                  <a:pt x="1381125" y="3267075"/>
                </a:lnTo>
                <a:lnTo>
                  <a:pt x="1390650" y="3267075"/>
                </a:lnTo>
                <a:lnTo>
                  <a:pt x="1390650" y="3276600"/>
                </a:lnTo>
                <a:lnTo>
                  <a:pt x="1371600" y="3276600"/>
                </a:lnTo>
                <a:close/>
                <a:moveTo>
                  <a:pt x="409575" y="3267075"/>
                </a:moveTo>
                <a:lnTo>
                  <a:pt x="428625" y="3267075"/>
                </a:lnTo>
                <a:lnTo>
                  <a:pt x="428625" y="3276600"/>
                </a:lnTo>
                <a:lnTo>
                  <a:pt x="419100" y="3276600"/>
                </a:lnTo>
                <a:lnTo>
                  <a:pt x="419100" y="3286125"/>
                </a:lnTo>
                <a:lnTo>
                  <a:pt x="400050" y="3286125"/>
                </a:lnTo>
                <a:lnTo>
                  <a:pt x="400050" y="3276600"/>
                </a:lnTo>
                <a:lnTo>
                  <a:pt x="409575" y="3276600"/>
                </a:lnTo>
                <a:close/>
                <a:moveTo>
                  <a:pt x="847725" y="3267075"/>
                </a:moveTo>
                <a:lnTo>
                  <a:pt x="857250" y="3267075"/>
                </a:lnTo>
                <a:lnTo>
                  <a:pt x="857250" y="3276600"/>
                </a:lnTo>
                <a:lnTo>
                  <a:pt x="847725" y="3276600"/>
                </a:lnTo>
                <a:close/>
                <a:moveTo>
                  <a:pt x="933450" y="3267075"/>
                </a:moveTo>
                <a:lnTo>
                  <a:pt x="952500" y="3267075"/>
                </a:lnTo>
                <a:lnTo>
                  <a:pt x="952500" y="3276600"/>
                </a:lnTo>
                <a:lnTo>
                  <a:pt x="933450" y="3276600"/>
                </a:lnTo>
                <a:close/>
                <a:moveTo>
                  <a:pt x="1123950" y="3267075"/>
                </a:moveTo>
                <a:lnTo>
                  <a:pt x="1143000" y="3267075"/>
                </a:lnTo>
                <a:lnTo>
                  <a:pt x="1143000" y="3276600"/>
                </a:lnTo>
                <a:lnTo>
                  <a:pt x="1123950" y="3276600"/>
                </a:lnTo>
                <a:close/>
                <a:moveTo>
                  <a:pt x="1466850" y="3267075"/>
                </a:moveTo>
                <a:lnTo>
                  <a:pt x="1476375" y="3267075"/>
                </a:lnTo>
                <a:lnTo>
                  <a:pt x="1476375" y="3276600"/>
                </a:lnTo>
                <a:lnTo>
                  <a:pt x="1466850" y="3276600"/>
                </a:lnTo>
                <a:close/>
                <a:moveTo>
                  <a:pt x="1666875" y="3267075"/>
                </a:moveTo>
                <a:lnTo>
                  <a:pt x="1685925" y="3267075"/>
                </a:lnTo>
                <a:lnTo>
                  <a:pt x="1685925" y="3286125"/>
                </a:lnTo>
                <a:lnTo>
                  <a:pt x="1676400" y="3286125"/>
                </a:lnTo>
                <a:lnTo>
                  <a:pt x="1676400" y="3276600"/>
                </a:lnTo>
                <a:lnTo>
                  <a:pt x="1666875" y="3276600"/>
                </a:lnTo>
                <a:close/>
                <a:moveTo>
                  <a:pt x="304800" y="3276600"/>
                </a:moveTo>
                <a:lnTo>
                  <a:pt x="314325" y="3276600"/>
                </a:lnTo>
                <a:lnTo>
                  <a:pt x="314325" y="3286125"/>
                </a:lnTo>
                <a:lnTo>
                  <a:pt x="304800" y="3286125"/>
                </a:lnTo>
                <a:close/>
                <a:moveTo>
                  <a:pt x="762000" y="3276600"/>
                </a:moveTo>
                <a:lnTo>
                  <a:pt x="771525" y="3276600"/>
                </a:lnTo>
                <a:lnTo>
                  <a:pt x="771525" y="3286125"/>
                </a:lnTo>
                <a:lnTo>
                  <a:pt x="762000" y="3286125"/>
                </a:lnTo>
                <a:close/>
                <a:moveTo>
                  <a:pt x="1238250" y="3276600"/>
                </a:moveTo>
                <a:lnTo>
                  <a:pt x="1257300" y="3276600"/>
                </a:lnTo>
                <a:lnTo>
                  <a:pt x="1257300" y="3286125"/>
                </a:lnTo>
                <a:lnTo>
                  <a:pt x="1238250" y="3286125"/>
                </a:lnTo>
                <a:close/>
                <a:moveTo>
                  <a:pt x="314325" y="3286125"/>
                </a:moveTo>
                <a:lnTo>
                  <a:pt x="333375" y="3286125"/>
                </a:lnTo>
                <a:lnTo>
                  <a:pt x="333375" y="3314700"/>
                </a:lnTo>
                <a:lnTo>
                  <a:pt x="323850" y="3314700"/>
                </a:lnTo>
                <a:lnTo>
                  <a:pt x="323850" y="3305175"/>
                </a:lnTo>
                <a:lnTo>
                  <a:pt x="314325" y="3305175"/>
                </a:lnTo>
                <a:close/>
                <a:moveTo>
                  <a:pt x="371475" y="3286125"/>
                </a:moveTo>
                <a:lnTo>
                  <a:pt x="381000" y="3286125"/>
                </a:lnTo>
                <a:lnTo>
                  <a:pt x="381000" y="3295650"/>
                </a:lnTo>
                <a:lnTo>
                  <a:pt x="371475" y="3295650"/>
                </a:lnTo>
                <a:close/>
                <a:moveTo>
                  <a:pt x="990600" y="3286125"/>
                </a:moveTo>
                <a:lnTo>
                  <a:pt x="1009650" y="3286125"/>
                </a:lnTo>
                <a:lnTo>
                  <a:pt x="1009650" y="3305175"/>
                </a:lnTo>
                <a:lnTo>
                  <a:pt x="1019175" y="3305175"/>
                </a:lnTo>
                <a:lnTo>
                  <a:pt x="1019175" y="3324225"/>
                </a:lnTo>
                <a:lnTo>
                  <a:pt x="1009650" y="3324225"/>
                </a:lnTo>
                <a:lnTo>
                  <a:pt x="1009650" y="3314700"/>
                </a:lnTo>
                <a:lnTo>
                  <a:pt x="1000125" y="3314700"/>
                </a:lnTo>
                <a:lnTo>
                  <a:pt x="1000125" y="3305175"/>
                </a:lnTo>
                <a:lnTo>
                  <a:pt x="990600" y="3305175"/>
                </a:lnTo>
                <a:close/>
                <a:moveTo>
                  <a:pt x="1257300" y="3286125"/>
                </a:moveTo>
                <a:lnTo>
                  <a:pt x="1266825" y="3286125"/>
                </a:lnTo>
                <a:lnTo>
                  <a:pt x="1266825" y="3295650"/>
                </a:lnTo>
                <a:lnTo>
                  <a:pt x="1257300" y="3295650"/>
                </a:lnTo>
                <a:close/>
                <a:moveTo>
                  <a:pt x="1247775" y="3295650"/>
                </a:moveTo>
                <a:lnTo>
                  <a:pt x="1257300" y="3295650"/>
                </a:lnTo>
                <a:lnTo>
                  <a:pt x="1257300" y="3305175"/>
                </a:lnTo>
                <a:lnTo>
                  <a:pt x="1247775" y="3305175"/>
                </a:lnTo>
                <a:close/>
                <a:moveTo>
                  <a:pt x="1343025" y="3295650"/>
                </a:moveTo>
                <a:lnTo>
                  <a:pt x="1352550" y="3295650"/>
                </a:lnTo>
                <a:lnTo>
                  <a:pt x="1352550" y="3305175"/>
                </a:lnTo>
                <a:lnTo>
                  <a:pt x="1343025" y="3305175"/>
                </a:lnTo>
                <a:close/>
                <a:moveTo>
                  <a:pt x="1276350" y="3305175"/>
                </a:moveTo>
                <a:lnTo>
                  <a:pt x="1304925" y="3305175"/>
                </a:lnTo>
                <a:lnTo>
                  <a:pt x="1304925" y="3324225"/>
                </a:lnTo>
                <a:lnTo>
                  <a:pt x="1314450" y="3324225"/>
                </a:lnTo>
                <a:lnTo>
                  <a:pt x="1314450" y="3333750"/>
                </a:lnTo>
                <a:lnTo>
                  <a:pt x="1285875" y="3333750"/>
                </a:lnTo>
                <a:lnTo>
                  <a:pt x="1285875" y="3324225"/>
                </a:lnTo>
                <a:lnTo>
                  <a:pt x="1276350" y="3324225"/>
                </a:lnTo>
                <a:close/>
                <a:moveTo>
                  <a:pt x="1333500" y="3305175"/>
                </a:moveTo>
                <a:lnTo>
                  <a:pt x="1343025" y="3305175"/>
                </a:lnTo>
                <a:lnTo>
                  <a:pt x="1343025" y="3324225"/>
                </a:lnTo>
                <a:lnTo>
                  <a:pt x="1333500" y="3324225"/>
                </a:lnTo>
                <a:close/>
                <a:moveTo>
                  <a:pt x="1857375" y="3305175"/>
                </a:moveTo>
                <a:lnTo>
                  <a:pt x="1876425" y="3305175"/>
                </a:lnTo>
                <a:lnTo>
                  <a:pt x="1876425" y="3333750"/>
                </a:lnTo>
                <a:lnTo>
                  <a:pt x="1866900" y="3333750"/>
                </a:lnTo>
                <a:lnTo>
                  <a:pt x="1866900" y="3324225"/>
                </a:lnTo>
                <a:lnTo>
                  <a:pt x="1857375" y="3324225"/>
                </a:lnTo>
                <a:close/>
                <a:moveTo>
                  <a:pt x="638175" y="3314700"/>
                </a:moveTo>
                <a:lnTo>
                  <a:pt x="657225" y="3314700"/>
                </a:lnTo>
                <a:lnTo>
                  <a:pt x="657225" y="3324225"/>
                </a:lnTo>
                <a:lnTo>
                  <a:pt x="666750" y="3324225"/>
                </a:lnTo>
                <a:lnTo>
                  <a:pt x="666750" y="3343275"/>
                </a:lnTo>
                <a:lnTo>
                  <a:pt x="657225" y="3343275"/>
                </a:lnTo>
                <a:lnTo>
                  <a:pt x="657225" y="3352800"/>
                </a:lnTo>
                <a:lnTo>
                  <a:pt x="647700" y="3352800"/>
                </a:lnTo>
                <a:lnTo>
                  <a:pt x="647700" y="3343275"/>
                </a:lnTo>
                <a:lnTo>
                  <a:pt x="638175" y="3343275"/>
                </a:lnTo>
                <a:close/>
                <a:moveTo>
                  <a:pt x="1038225" y="3314700"/>
                </a:moveTo>
                <a:lnTo>
                  <a:pt x="1066800" y="3314700"/>
                </a:lnTo>
                <a:lnTo>
                  <a:pt x="1066800" y="3343275"/>
                </a:lnTo>
                <a:lnTo>
                  <a:pt x="1047750" y="3343275"/>
                </a:lnTo>
                <a:lnTo>
                  <a:pt x="1047750" y="3324225"/>
                </a:lnTo>
                <a:lnTo>
                  <a:pt x="1038225" y="3324225"/>
                </a:lnTo>
                <a:close/>
                <a:moveTo>
                  <a:pt x="733425" y="3333750"/>
                </a:moveTo>
                <a:lnTo>
                  <a:pt x="742950" y="3333750"/>
                </a:lnTo>
                <a:lnTo>
                  <a:pt x="742950" y="3343275"/>
                </a:lnTo>
                <a:lnTo>
                  <a:pt x="733425" y="3343275"/>
                </a:lnTo>
                <a:close/>
                <a:moveTo>
                  <a:pt x="828675" y="3333750"/>
                </a:moveTo>
                <a:lnTo>
                  <a:pt x="838200" y="3333750"/>
                </a:lnTo>
                <a:lnTo>
                  <a:pt x="838200" y="3352800"/>
                </a:lnTo>
                <a:lnTo>
                  <a:pt x="828675" y="3352800"/>
                </a:lnTo>
                <a:close/>
                <a:moveTo>
                  <a:pt x="1352550" y="3333750"/>
                </a:moveTo>
                <a:lnTo>
                  <a:pt x="1362075" y="3333750"/>
                </a:lnTo>
                <a:lnTo>
                  <a:pt x="1362075" y="3343275"/>
                </a:lnTo>
                <a:lnTo>
                  <a:pt x="1352550" y="3343275"/>
                </a:lnTo>
                <a:close/>
                <a:moveTo>
                  <a:pt x="1409700" y="3333750"/>
                </a:moveTo>
                <a:lnTo>
                  <a:pt x="1419225" y="3333750"/>
                </a:lnTo>
                <a:lnTo>
                  <a:pt x="1419225" y="3343275"/>
                </a:lnTo>
                <a:lnTo>
                  <a:pt x="1409700" y="3343275"/>
                </a:lnTo>
                <a:close/>
                <a:moveTo>
                  <a:pt x="666750" y="3343275"/>
                </a:moveTo>
                <a:lnTo>
                  <a:pt x="676275" y="3343275"/>
                </a:lnTo>
                <a:lnTo>
                  <a:pt x="676275" y="3352800"/>
                </a:lnTo>
                <a:lnTo>
                  <a:pt x="666750" y="3352800"/>
                </a:lnTo>
                <a:close/>
                <a:moveTo>
                  <a:pt x="704850" y="3343275"/>
                </a:moveTo>
                <a:lnTo>
                  <a:pt x="714375" y="3343275"/>
                </a:lnTo>
                <a:lnTo>
                  <a:pt x="714375" y="3352800"/>
                </a:lnTo>
                <a:lnTo>
                  <a:pt x="704850" y="3352800"/>
                </a:lnTo>
                <a:close/>
                <a:moveTo>
                  <a:pt x="1114425" y="3343275"/>
                </a:moveTo>
                <a:lnTo>
                  <a:pt x="1123950" y="3343275"/>
                </a:lnTo>
                <a:lnTo>
                  <a:pt x="1123950" y="3352800"/>
                </a:lnTo>
                <a:lnTo>
                  <a:pt x="1114425" y="3352800"/>
                </a:lnTo>
                <a:close/>
                <a:moveTo>
                  <a:pt x="1133475" y="3343275"/>
                </a:moveTo>
                <a:lnTo>
                  <a:pt x="1143000" y="3343275"/>
                </a:lnTo>
                <a:lnTo>
                  <a:pt x="1143000" y="3352800"/>
                </a:lnTo>
                <a:lnTo>
                  <a:pt x="1133475" y="3352800"/>
                </a:lnTo>
                <a:close/>
                <a:moveTo>
                  <a:pt x="1238250" y="3343275"/>
                </a:moveTo>
                <a:lnTo>
                  <a:pt x="1247775" y="3343275"/>
                </a:lnTo>
                <a:lnTo>
                  <a:pt x="1247775" y="3362325"/>
                </a:lnTo>
                <a:lnTo>
                  <a:pt x="1257300" y="3362325"/>
                </a:lnTo>
                <a:lnTo>
                  <a:pt x="1257300" y="3381375"/>
                </a:lnTo>
                <a:lnTo>
                  <a:pt x="1247775" y="3381375"/>
                </a:lnTo>
                <a:lnTo>
                  <a:pt x="1247775" y="3400425"/>
                </a:lnTo>
                <a:lnTo>
                  <a:pt x="1228725" y="3400425"/>
                </a:lnTo>
                <a:lnTo>
                  <a:pt x="1228725" y="3381375"/>
                </a:lnTo>
                <a:lnTo>
                  <a:pt x="1238250" y="3381375"/>
                </a:lnTo>
                <a:lnTo>
                  <a:pt x="1238250" y="3371850"/>
                </a:lnTo>
                <a:lnTo>
                  <a:pt x="1228725" y="3371850"/>
                </a:lnTo>
                <a:lnTo>
                  <a:pt x="1228725" y="3362325"/>
                </a:lnTo>
                <a:lnTo>
                  <a:pt x="1238250" y="3362325"/>
                </a:lnTo>
                <a:close/>
                <a:moveTo>
                  <a:pt x="361950" y="3352800"/>
                </a:moveTo>
                <a:lnTo>
                  <a:pt x="381000" y="3352800"/>
                </a:lnTo>
                <a:lnTo>
                  <a:pt x="381000" y="3362325"/>
                </a:lnTo>
                <a:lnTo>
                  <a:pt x="361950" y="3362325"/>
                </a:lnTo>
                <a:close/>
                <a:moveTo>
                  <a:pt x="676275" y="3352800"/>
                </a:moveTo>
                <a:lnTo>
                  <a:pt x="685800" y="3352800"/>
                </a:lnTo>
                <a:lnTo>
                  <a:pt x="685800" y="3362325"/>
                </a:lnTo>
                <a:lnTo>
                  <a:pt x="676275" y="3362325"/>
                </a:lnTo>
                <a:close/>
                <a:moveTo>
                  <a:pt x="695325" y="3352800"/>
                </a:moveTo>
                <a:lnTo>
                  <a:pt x="704850" y="3352800"/>
                </a:lnTo>
                <a:lnTo>
                  <a:pt x="704850" y="3362325"/>
                </a:lnTo>
                <a:lnTo>
                  <a:pt x="695325" y="3362325"/>
                </a:lnTo>
                <a:close/>
                <a:moveTo>
                  <a:pt x="809625" y="3352800"/>
                </a:moveTo>
                <a:lnTo>
                  <a:pt x="819150" y="3352800"/>
                </a:lnTo>
                <a:lnTo>
                  <a:pt x="819150" y="3362325"/>
                </a:lnTo>
                <a:lnTo>
                  <a:pt x="809625" y="3362325"/>
                </a:lnTo>
                <a:close/>
                <a:moveTo>
                  <a:pt x="838200" y="3352800"/>
                </a:moveTo>
                <a:lnTo>
                  <a:pt x="847725" y="3352800"/>
                </a:lnTo>
                <a:lnTo>
                  <a:pt x="847725" y="3362325"/>
                </a:lnTo>
                <a:lnTo>
                  <a:pt x="838200" y="3362325"/>
                </a:lnTo>
                <a:close/>
                <a:moveTo>
                  <a:pt x="1171575" y="3352800"/>
                </a:moveTo>
                <a:lnTo>
                  <a:pt x="1190625" y="3352800"/>
                </a:lnTo>
                <a:lnTo>
                  <a:pt x="1190625" y="3362325"/>
                </a:lnTo>
                <a:lnTo>
                  <a:pt x="1181100" y="3362325"/>
                </a:lnTo>
                <a:lnTo>
                  <a:pt x="1181100" y="3371850"/>
                </a:lnTo>
                <a:lnTo>
                  <a:pt x="1171575" y="3371850"/>
                </a:lnTo>
                <a:close/>
                <a:moveTo>
                  <a:pt x="1714500" y="3352800"/>
                </a:moveTo>
                <a:lnTo>
                  <a:pt x="1724025" y="3352800"/>
                </a:lnTo>
                <a:lnTo>
                  <a:pt x="1724025" y="3371850"/>
                </a:lnTo>
                <a:lnTo>
                  <a:pt x="1714500" y="3371850"/>
                </a:lnTo>
                <a:close/>
                <a:moveTo>
                  <a:pt x="1866900" y="3352800"/>
                </a:moveTo>
                <a:lnTo>
                  <a:pt x="1885950" y="3352800"/>
                </a:lnTo>
                <a:lnTo>
                  <a:pt x="1885950" y="3362325"/>
                </a:lnTo>
                <a:lnTo>
                  <a:pt x="1866900" y="3362325"/>
                </a:lnTo>
                <a:close/>
                <a:moveTo>
                  <a:pt x="409575" y="3362325"/>
                </a:moveTo>
                <a:lnTo>
                  <a:pt x="419100" y="3362325"/>
                </a:lnTo>
                <a:lnTo>
                  <a:pt x="419100" y="3381375"/>
                </a:lnTo>
                <a:lnTo>
                  <a:pt x="409575" y="3381375"/>
                </a:lnTo>
                <a:close/>
                <a:moveTo>
                  <a:pt x="1123950" y="3362325"/>
                </a:moveTo>
                <a:lnTo>
                  <a:pt x="1133475" y="3362325"/>
                </a:lnTo>
                <a:lnTo>
                  <a:pt x="1133475" y="3381375"/>
                </a:lnTo>
                <a:lnTo>
                  <a:pt x="1123950" y="3381375"/>
                </a:lnTo>
                <a:close/>
                <a:moveTo>
                  <a:pt x="647700" y="3371850"/>
                </a:moveTo>
                <a:lnTo>
                  <a:pt x="666750" y="3371850"/>
                </a:lnTo>
                <a:lnTo>
                  <a:pt x="666750" y="3400425"/>
                </a:lnTo>
                <a:lnTo>
                  <a:pt x="657225" y="3400425"/>
                </a:lnTo>
                <a:lnTo>
                  <a:pt x="657225" y="3409950"/>
                </a:lnTo>
                <a:lnTo>
                  <a:pt x="638175" y="3409950"/>
                </a:lnTo>
                <a:lnTo>
                  <a:pt x="638175" y="3381375"/>
                </a:lnTo>
                <a:lnTo>
                  <a:pt x="647700" y="3381375"/>
                </a:lnTo>
                <a:close/>
                <a:moveTo>
                  <a:pt x="1866900" y="3371850"/>
                </a:moveTo>
                <a:lnTo>
                  <a:pt x="1885950" y="3371850"/>
                </a:lnTo>
                <a:lnTo>
                  <a:pt x="1885950" y="3381375"/>
                </a:lnTo>
                <a:lnTo>
                  <a:pt x="1876425" y="3381375"/>
                </a:lnTo>
                <a:lnTo>
                  <a:pt x="1876425" y="3390900"/>
                </a:lnTo>
                <a:lnTo>
                  <a:pt x="1866900" y="3390900"/>
                </a:lnTo>
                <a:close/>
                <a:moveTo>
                  <a:pt x="323850" y="3381375"/>
                </a:moveTo>
                <a:lnTo>
                  <a:pt x="342900" y="3381375"/>
                </a:lnTo>
                <a:lnTo>
                  <a:pt x="342900" y="3390900"/>
                </a:lnTo>
                <a:lnTo>
                  <a:pt x="323850" y="3390900"/>
                </a:lnTo>
                <a:close/>
                <a:moveTo>
                  <a:pt x="1152525" y="3381375"/>
                </a:moveTo>
                <a:lnTo>
                  <a:pt x="1171575" y="3381375"/>
                </a:lnTo>
                <a:lnTo>
                  <a:pt x="1171575" y="3390900"/>
                </a:lnTo>
                <a:lnTo>
                  <a:pt x="1181100" y="3390900"/>
                </a:lnTo>
                <a:lnTo>
                  <a:pt x="1181100" y="3400425"/>
                </a:lnTo>
                <a:lnTo>
                  <a:pt x="1171575" y="3400425"/>
                </a:lnTo>
                <a:lnTo>
                  <a:pt x="1171575" y="3419475"/>
                </a:lnTo>
                <a:lnTo>
                  <a:pt x="1162050" y="3419475"/>
                </a:lnTo>
                <a:lnTo>
                  <a:pt x="1162050" y="3409950"/>
                </a:lnTo>
                <a:lnTo>
                  <a:pt x="1152525" y="3409950"/>
                </a:lnTo>
                <a:close/>
                <a:moveTo>
                  <a:pt x="361950" y="3390900"/>
                </a:moveTo>
                <a:lnTo>
                  <a:pt x="381000" y="3390900"/>
                </a:lnTo>
                <a:lnTo>
                  <a:pt x="381000" y="3400425"/>
                </a:lnTo>
                <a:lnTo>
                  <a:pt x="361950" y="3400425"/>
                </a:lnTo>
                <a:close/>
                <a:moveTo>
                  <a:pt x="1095375" y="3390900"/>
                </a:moveTo>
                <a:lnTo>
                  <a:pt x="1123950" y="3390900"/>
                </a:lnTo>
                <a:lnTo>
                  <a:pt x="1123950" y="3400425"/>
                </a:lnTo>
                <a:lnTo>
                  <a:pt x="1133475" y="3400425"/>
                </a:lnTo>
                <a:lnTo>
                  <a:pt x="1133475" y="3409950"/>
                </a:lnTo>
                <a:lnTo>
                  <a:pt x="1152525" y="3409950"/>
                </a:lnTo>
                <a:lnTo>
                  <a:pt x="1152525" y="3419475"/>
                </a:lnTo>
                <a:lnTo>
                  <a:pt x="1133475" y="3419475"/>
                </a:lnTo>
                <a:lnTo>
                  <a:pt x="1133475" y="3448050"/>
                </a:lnTo>
                <a:lnTo>
                  <a:pt x="1104900" y="3448050"/>
                </a:lnTo>
                <a:lnTo>
                  <a:pt x="1104900" y="3476625"/>
                </a:lnTo>
                <a:lnTo>
                  <a:pt x="1133475" y="3476625"/>
                </a:lnTo>
                <a:lnTo>
                  <a:pt x="1133475" y="3457575"/>
                </a:lnTo>
                <a:lnTo>
                  <a:pt x="1152525" y="3457575"/>
                </a:lnTo>
                <a:lnTo>
                  <a:pt x="1152525" y="3467100"/>
                </a:lnTo>
                <a:lnTo>
                  <a:pt x="1162050" y="3467100"/>
                </a:lnTo>
                <a:lnTo>
                  <a:pt x="1162050" y="3457575"/>
                </a:lnTo>
                <a:lnTo>
                  <a:pt x="1190625" y="3457575"/>
                </a:lnTo>
                <a:lnTo>
                  <a:pt x="1190625" y="3419475"/>
                </a:lnTo>
                <a:lnTo>
                  <a:pt x="1181100" y="3419475"/>
                </a:lnTo>
                <a:lnTo>
                  <a:pt x="1181100" y="3400425"/>
                </a:lnTo>
                <a:lnTo>
                  <a:pt x="1190625" y="3400425"/>
                </a:lnTo>
                <a:lnTo>
                  <a:pt x="1190625" y="3409950"/>
                </a:lnTo>
                <a:lnTo>
                  <a:pt x="1200150" y="3409950"/>
                </a:lnTo>
                <a:lnTo>
                  <a:pt x="1200150" y="3429000"/>
                </a:lnTo>
                <a:lnTo>
                  <a:pt x="1209675" y="3429000"/>
                </a:lnTo>
                <a:lnTo>
                  <a:pt x="1209675" y="3457575"/>
                </a:lnTo>
                <a:lnTo>
                  <a:pt x="1200150" y="3457575"/>
                </a:lnTo>
                <a:lnTo>
                  <a:pt x="1200150" y="3476625"/>
                </a:lnTo>
                <a:lnTo>
                  <a:pt x="1190625" y="3476625"/>
                </a:lnTo>
                <a:lnTo>
                  <a:pt x="1190625" y="3467100"/>
                </a:lnTo>
                <a:lnTo>
                  <a:pt x="1162050" y="3467100"/>
                </a:lnTo>
                <a:lnTo>
                  <a:pt x="1162050" y="3476625"/>
                </a:lnTo>
                <a:lnTo>
                  <a:pt x="1133475" y="3476625"/>
                </a:lnTo>
                <a:lnTo>
                  <a:pt x="1133475" y="3505200"/>
                </a:lnTo>
                <a:lnTo>
                  <a:pt x="1104900" y="3505200"/>
                </a:lnTo>
                <a:lnTo>
                  <a:pt x="1104900" y="3495675"/>
                </a:lnTo>
                <a:lnTo>
                  <a:pt x="1076325" y="3495675"/>
                </a:lnTo>
                <a:lnTo>
                  <a:pt x="1076325" y="3486150"/>
                </a:lnTo>
                <a:lnTo>
                  <a:pt x="1047750" y="3486150"/>
                </a:lnTo>
                <a:lnTo>
                  <a:pt x="1047750" y="3467100"/>
                </a:lnTo>
                <a:lnTo>
                  <a:pt x="1095375" y="3467100"/>
                </a:lnTo>
                <a:lnTo>
                  <a:pt x="1095375" y="3438525"/>
                </a:lnTo>
                <a:lnTo>
                  <a:pt x="1085850" y="3438525"/>
                </a:lnTo>
                <a:lnTo>
                  <a:pt x="1085850" y="3429000"/>
                </a:lnTo>
                <a:lnTo>
                  <a:pt x="1095375" y="3429000"/>
                </a:lnTo>
                <a:lnTo>
                  <a:pt x="1095375" y="3438525"/>
                </a:lnTo>
                <a:lnTo>
                  <a:pt x="1104900" y="3438525"/>
                </a:lnTo>
                <a:lnTo>
                  <a:pt x="1104900" y="3409950"/>
                </a:lnTo>
                <a:lnTo>
                  <a:pt x="1095375" y="3409950"/>
                </a:lnTo>
                <a:lnTo>
                  <a:pt x="1095375" y="3419475"/>
                </a:lnTo>
                <a:lnTo>
                  <a:pt x="1066800" y="3419475"/>
                </a:lnTo>
                <a:lnTo>
                  <a:pt x="1066800" y="3409950"/>
                </a:lnTo>
                <a:lnTo>
                  <a:pt x="1085850" y="3409950"/>
                </a:lnTo>
                <a:lnTo>
                  <a:pt x="1085850" y="3400425"/>
                </a:lnTo>
                <a:lnTo>
                  <a:pt x="1095375" y="3400425"/>
                </a:lnTo>
                <a:close/>
                <a:moveTo>
                  <a:pt x="1295400" y="3390900"/>
                </a:moveTo>
                <a:lnTo>
                  <a:pt x="1314450" y="3390900"/>
                </a:lnTo>
                <a:lnTo>
                  <a:pt x="1314450" y="3400425"/>
                </a:lnTo>
                <a:lnTo>
                  <a:pt x="1295400" y="3400425"/>
                </a:lnTo>
                <a:close/>
                <a:moveTo>
                  <a:pt x="1752600" y="3390900"/>
                </a:moveTo>
                <a:lnTo>
                  <a:pt x="1809750" y="3390900"/>
                </a:lnTo>
                <a:lnTo>
                  <a:pt x="1809750" y="3400425"/>
                </a:lnTo>
                <a:lnTo>
                  <a:pt x="1790700" y="3400425"/>
                </a:lnTo>
                <a:lnTo>
                  <a:pt x="1790700" y="3429000"/>
                </a:lnTo>
                <a:lnTo>
                  <a:pt x="1800225" y="3429000"/>
                </a:lnTo>
                <a:lnTo>
                  <a:pt x="1800225" y="3438525"/>
                </a:lnTo>
                <a:lnTo>
                  <a:pt x="1809750" y="3438525"/>
                </a:lnTo>
                <a:lnTo>
                  <a:pt x="1809750" y="3448050"/>
                </a:lnTo>
                <a:lnTo>
                  <a:pt x="1800225" y="3448050"/>
                </a:lnTo>
                <a:lnTo>
                  <a:pt x="1800225" y="3467100"/>
                </a:lnTo>
                <a:lnTo>
                  <a:pt x="1790700" y="3467100"/>
                </a:lnTo>
                <a:lnTo>
                  <a:pt x="1790700" y="3476625"/>
                </a:lnTo>
                <a:lnTo>
                  <a:pt x="1752600" y="3476625"/>
                </a:lnTo>
                <a:lnTo>
                  <a:pt x="1752600" y="3457575"/>
                </a:lnTo>
                <a:lnTo>
                  <a:pt x="1743075" y="3457575"/>
                </a:lnTo>
                <a:lnTo>
                  <a:pt x="1743075" y="3438525"/>
                </a:lnTo>
                <a:lnTo>
                  <a:pt x="1752600" y="3438525"/>
                </a:lnTo>
                <a:lnTo>
                  <a:pt x="1752600" y="3409950"/>
                </a:lnTo>
                <a:lnTo>
                  <a:pt x="1733550" y="3409950"/>
                </a:lnTo>
                <a:lnTo>
                  <a:pt x="1733550" y="3419475"/>
                </a:lnTo>
                <a:lnTo>
                  <a:pt x="1724025" y="3419475"/>
                </a:lnTo>
                <a:lnTo>
                  <a:pt x="1724025" y="3400425"/>
                </a:lnTo>
                <a:lnTo>
                  <a:pt x="1752600" y="3400425"/>
                </a:lnTo>
                <a:close/>
                <a:moveTo>
                  <a:pt x="1219200" y="3400425"/>
                </a:moveTo>
                <a:lnTo>
                  <a:pt x="1228725" y="3400425"/>
                </a:lnTo>
                <a:lnTo>
                  <a:pt x="1228725" y="3419475"/>
                </a:lnTo>
                <a:lnTo>
                  <a:pt x="1219200" y="3419475"/>
                </a:lnTo>
                <a:close/>
                <a:moveTo>
                  <a:pt x="1809750" y="3400425"/>
                </a:moveTo>
                <a:lnTo>
                  <a:pt x="1819275" y="3400425"/>
                </a:lnTo>
                <a:lnTo>
                  <a:pt x="1819275" y="3409950"/>
                </a:lnTo>
                <a:lnTo>
                  <a:pt x="1828800" y="3409950"/>
                </a:lnTo>
                <a:lnTo>
                  <a:pt x="1828800" y="3419475"/>
                </a:lnTo>
                <a:lnTo>
                  <a:pt x="1800225" y="3419475"/>
                </a:lnTo>
                <a:lnTo>
                  <a:pt x="1800225" y="3409950"/>
                </a:lnTo>
                <a:lnTo>
                  <a:pt x="1809750" y="3409950"/>
                </a:lnTo>
                <a:close/>
                <a:moveTo>
                  <a:pt x="809625" y="3409950"/>
                </a:moveTo>
                <a:lnTo>
                  <a:pt x="838200" y="3409950"/>
                </a:lnTo>
                <a:lnTo>
                  <a:pt x="838200" y="3419475"/>
                </a:lnTo>
                <a:lnTo>
                  <a:pt x="809625" y="3419475"/>
                </a:lnTo>
                <a:close/>
                <a:moveTo>
                  <a:pt x="847725" y="3409950"/>
                </a:moveTo>
                <a:lnTo>
                  <a:pt x="857250" y="3409950"/>
                </a:lnTo>
                <a:lnTo>
                  <a:pt x="857250" y="3419475"/>
                </a:lnTo>
                <a:lnTo>
                  <a:pt x="847725" y="3419475"/>
                </a:lnTo>
                <a:close/>
                <a:moveTo>
                  <a:pt x="866775" y="3409950"/>
                </a:moveTo>
                <a:lnTo>
                  <a:pt x="904875" y="3409950"/>
                </a:lnTo>
                <a:lnTo>
                  <a:pt x="904875" y="3419475"/>
                </a:lnTo>
                <a:lnTo>
                  <a:pt x="866775" y="3419475"/>
                </a:lnTo>
                <a:close/>
                <a:moveTo>
                  <a:pt x="1028700" y="3409950"/>
                </a:moveTo>
                <a:lnTo>
                  <a:pt x="1038225" y="3409950"/>
                </a:lnTo>
                <a:lnTo>
                  <a:pt x="1038225" y="3448050"/>
                </a:lnTo>
                <a:lnTo>
                  <a:pt x="1019175" y="3448050"/>
                </a:lnTo>
                <a:lnTo>
                  <a:pt x="1019175" y="3438525"/>
                </a:lnTo>
                <a:lnTo>
                  <a:pt x="1009650" y="3438525"/>
                </a:lnTo>
                <a:lnTo>
                  <a:pt x="1009650" y="3429000"/>
                </a:lnTo>
                <a:lnTo>
                  <a:pt x="1028700" y="3429000"/>
                </a:lnTo>
                <a:close/>
                <a:moveTo>
                  <a:pt x="1571625" y="3409950"/>
                </a:moveTo>
                <a:lnTo>
                  <a:pt x="1581150" y="3409950"/>
                </a:lnTo>
                <a:lnTo>
                  <a:pt x="1581150" y="3429000"/>
                </a:lnTo>
                <a:lnTo>
                  <a:pt x="1590675" y="3429000"/>
                </a:lnTo>
                <a:lnTo>
                  <a:pt x="1590675" y="3438525"/>
                </a:lnTo>
                <a:lnTo>
                  <a:pt x="1657350" y="3438525"/>
                </a:lnTo>
                <a:lnTo>
                  <a:pt x="1657350" y="3448050"/>
                </a:lnTo>
                <a:lnTo>
                  <a:pt x="1685925" y="3448050"/>
                </a:lnTo>
                <a:lnTo>
                  <a:pt x="1685925" y="3429000"/>
                </a:lnTo>
                <a:lnTo>
                  <a:pt x="1695450" y="3429000"/>
                </a:lnTo>
                <a:lnTo>
                  <a:pt x="1695450" y="3457575"/>
                </a:lnTo>
                <a:lnTo>
                  <a:pt x="1685925" y="3457575"/>
                </a:lnTo>
                <a:lnTo>
                  <a:pt x="1685925" y="3467100"/>
                </a:lnTo>
                <a:lnTo>
                  <a:pt x="1704975" y="3467100"/>
                </a:lnTo>
                <a:lnTo>
                  <a:pt x="1704975" y="3495675"/>
                </a:lnTo>
                <a:lnTo>
                  <a:pt x="1695450" y="3495675"/>
                </a:lnTo>
                <a:lnTo>
                  <a:pt x="1695450" y="3505200"/>
                </a:lnTo>
                <a:lnTo>
                  <a:pt x="1676400" y="3505200"/>
                </a:lnTo>
                <a:lnTo>
                  <a:pt x="1676400" y="3476625"/>
                </a:lnTo>
                <a:lnTo>
                  <a:pt x="1666875" y="3476625"/>
                </a:lnTo>
                <a:lnTo>
                  <a:pt x="1666875" y="3486150"/>
                </a:lnTo>
                <a:lnTo>
                  <a:pt x="1657350" y="3486150"/>
                </a:lnTo>
                <a:lnTo>
                  <a:pt x="1657350" y="3495675"/>
                </a:lnTo>
                <a:lnTo>
                  <a:pt x="1638300" y="3495675"/>
                </a:lnTo>
                <a:lnTo>
                  <a:pt x="1638300" y="3524250"/>
                </a:lnTo>
                <a:lnTo>
                  <a:pt x="1647825" y="3524250"/>
                </a:lnTo>
                <a:lnTo>
                  <a:pt x="1647825" y="3533775"/>
                </a:lnTo>
                <a:lnTo>
                  <a:pt x="1638300" y="3533775"/>
                </a:lnTo>
                <a:lnTo>
                  <a:pt x="1638300" y="3543300"/>
                </a:lnTo>
                <a:lnTo>
                  <a:pt x="1628775" y="3543300"/>
                </a:lnTo>
                <a:lnTo>
                  <a:pt x="1628775" y="3533775"/>
                </a:lnTo>
                <a:lnTo>
                  <a:pt x="1619250" y="3533775"/>
                </a:lnTo>
                <a:lnTo>
                  <a:pt x="1619250" y="3543300"/>
                </a:lnTo>
                <a:lnTo>
                  <a:pt x="1609725" y="3543300"/>
                </a:lnTo>
                <a:lnTo>
                  <a:pt x="1609725" y="3552825"/>
                </a:lnTo>
                <a:lnTo>
                  <a:pt x="1600200" y="3552825"/>
                </a:lnTo>
                <a:lnTo>
                  <a:pt x="1600200" y="3543300"/>
                </a:lnTo>
                <a:lnTo>
                  <a:pt x="1581150" y="3543300"/>
                </a:lnTo>
                <a:lnTo>
                  <a:pt x="1581150" y="3533775"/>
                </a:lnTo>
                <a:lnTo>
                  <a:pt x="1590675" y="3533775"/>
                </a:lnTo>
                <a:lnTo>
                  <a:pt x="1590675" y="3524250"/>
                </a:lnTo>
                <a:lnTo>
                  <a:pt x="1571625" y="3524250"/>
                </a:lnTo>
                <a:lnTo>
                  <a:pt x="1571625" y="3552825"/>
                </a:lnTo>
                <a:lnTo>
                  <a:pt x="1562100" y="3552825"/>
                </a:lnTo>
                <a:lnTo>
                  <a:pt x="1562100" y="3543300"/>
                </a:lnTo>
                <a:lnTo>
                  <a:pt x="1543050" y="3543300"/>
                </a:lnTo>
                <a:lnTo>
                  <a:pt x="1543050" y="3533775"/>
                </a:lnTo>
                <a:lnTo>
                  <a:pt x="1533525" y="3533775"/>
                </a:lnTo>
                <a:lnTo>
                  <a:pt x="1533525" y="3543300"/>
                </a:lnTo>
                <a:lnTo>
                  <a:pt x="1543050" y="3543300"/>
                </a:lnTo>
                <a:lnTo>
                  <a:pt x="1543050" y="3552825"/>
                </a:lnTo>
                <a:lnTo>
                  <a:pt x="1524000" y="3552825"/>
                </a:lnTo>
                <a:lnTo>
                  <a:pt x="1524000" y="3524250"/>
                </a:lnTo>
                <a:lnTo>
                  <a:pt x="1543050" y="3524250"/>
                </a:lnTo>
                <a:lnTo>
                  <a:pt x="1543050" y="3514725"/>
                </a:lnTo>
                <a:lnTo>
                  <a:pt x="1533525" y="3514725"/>
                </a:lnTo>
                <a:lnTo>
                  <a:pt x="1533525" y="3505200"/>
                </a:lnTo>
                <a:lnTo>
                  <a:pt x="1524000" y="3505200"/>
                </a:lnTo>
                <a:lnTo>
                  <a:pt x="1524000" y="3495675"/>
                </a:lnTo>
                <a:lnTo>
                  <a:pt x="1533525" y="3495675"/>
                </a:lnTo>
                <a:lnTo>
                  <a:pt x="1533525" y="3476625"/>
                </a:lnTo>
                <a:lnTo>
                  <a:pt x="1514475" y="3476625"/>
                </a:lnTo>
                <a:lnTo>
                  <a:pt x="1514475" y="3486150"/>
                </a:lnTo>
                <a:lnTo>
                  <a:pt x="1504950" y="3486150"/>
                </a:lnTo>
                <a:lnTo>
                  <a:pt x="1504950" y="3495675"/>
                </a:lnTo>
                <a:lnTo>
                  <a:pt x="1495425" y="3495675"/>
                </a:lnTo>
                <a:lnTo>
                  <a:pt x="1495425" y="3467100"/>
                </a:lnTo>
                <a:lnTo>
                  <a:pt x="1504950" y="3467100"/>
                </a:lnTo>
                <a:lnTo>
                  <a:pt x="1504950" y="3457575"/>
                </a:lnTo>
                <a:lnTo>
                  <a:pt x="1514475" y="3457575"/>
                </a:lnTo>
                <a:lnTo>
                  <a:pt x="1514475" y="3448050"/>
                </a:lnTo>
                <a:lnTo>
                  <a:pt x="1533525" y="3448050"/>
                </a:lnTo>
                <a:lnTo>
                  <a:pt x="1533525" y="3467100"/>
                </a:lnTo>
                <a:lnTo>
                  <a:pt x="1543050" y="3467100"/>
                </a:lnTo>
                <a:lnTo>
                  <a:pt x="1543050" y="3476625"/>
                </a:lnTo>
                <a:lnTo>
                  <a:pt x="1562100" y="3476625"/>
                </a:lnTo>
                <a:lnTo>
                  <a:pt x="1562100" y="3467100"/>
                </a:lnTo>
                <a:lnTo>
                  <a:pt x="1571625" y="3467100"/>
                </a:lnTo>
                <a:lnTo>
                  <a:pt x="1571625" y="3486150"/>
                </a:lnTo>
                <a:lnTo>
                  <a:pt x="1562100" y="3486150"/>
                </a:lnTo>
                <a:lnTo>
                  <a:pt x="1562100" y="3495675"/>
                </a:lnTo>
                <a:lnTo>
                  <a:pt x="1552575" y="3495675"/>
                </a:lnTo>
                <a:lnTo>
                  <a:pt x="1552575" y="3524250"/>
                </a:lnTo>
                <a:lnTo>
                  <a:pt x="1562100" y="3524250"/>
                </a:lnTo>
                <a:lnTo>
                  <a:pt x="1562100" y="3514725"/>
                </a:lnTo>
                <a:lnTo>
                  <a:pt x="1581150" y="3514725"/>
                </a:lnTo>
                <a:lnTo>
                  <a:pt x="1581150" y="3505200"/>
                </a:lnTo>
                <a:lnTo>
                  <a:pt x="1590675" y="3505200"/>
                </a:lnTo>
                <a:lnTo>
                  <a:pt x="1590675" y="3495675"/>
                </a:lnTo>
                <a:lnTo>
                  <a:pt x="1600200" y="3495675"/>
                </a:lnTo>
                <a:lnTo>
                  <a:pt x="1600200" y="3514725"/>
                </a:lnTo>
                <a:lnTo>
                  <a:pt x="1609725" y="3514725"/>
                </a:lnTo>
                <a:lnTo>
                  <a:pt x="1609725" y="3505200"/>
                </a:lnTo>
                <a:lnTo>
                  <a:pt x="1619250" y="3505200"/>
                </a:lnTo>
                <a:lnTo>
                  <a:pt x="1619250" y="3514725"/>
                </a:lnTo>
                <a:lnTo>
                  <a:pt x="1628775" y="3514725"/>
                </a:lnTo>
                <a:lnTo>
                  <a:pt x="1628775" y="3486150"/>
                </a:lnTo>
                <a:lnTo>
                  <a:pt x="1638300" y="3486150"/>
                </a:lnTo>
                <a:lnTo>
                  <a:pt x="1638300" y="3476625"/>
                </a:lnTo>
                <a:lnTo>
                  <a:pt x="1628775" y="3476625"/>
                </a:lnTo>
                <a:lnTo>
                  <a:pt x="1628775" y="3467100"/>
                </a:lnTo>
                <a:lnTo>
                  <a:pt x="1600200" y="3467100"/>
                </a:lnTo>
                <a:lnTo>
                  <a:pt x="1600200" y="3457575"/>
                </a:lnTo>
                <a:lnTo>
                  <a:pt x="1581150" y="3457575"/>
                </a:lnTo>
                <a:lnTo>
                  <a:pt x="1581150" y="3438525"/>
                </a:lnTo>
                <a:lnTo>
                  <a:pt x="1571625" y="3438525"/>
                </a:lnTo>
                <a:close/>
                <a:moveTo>
                  <a:pt x="1638300" y="3409950"/>
                </a:moveTo>
                <a:lnTo>
                  <a:pt x="1647825" y="3409950"/>
                </a:lnTo>
                <a:lnTo>
                  <a:pt x="1647825" y="3419475"/>
                </a:lnTo>
                <a:lnTo>
                  <a:pt x="1638300" y="3419475"/>
                </a:lnTo>
                <a:close/>
                <a:moveTo>
                  <a:pt x="1752600" y="3409950"/>
                </a:moveTo>
                <a:lnTo>
                  <a:pt x="1762125" y="3409950"/>
                </a:lnTo>
                <a:lnTo>
                  <a:pt x="1762125" y="3400425"/>
                </a:lnTo>
                <a:lnTo>
                  <a:pt x="1752600" y="3400425"/>
                </a:lnTo>
                <a:close/>
                <a:moveTo>
                  <a:pt x="1866900" y="3409950"/>
                </a:moveTo>
                <a:lnTo>
                  <a:pt x="1876425" y="3409950"/>
                </a:lnTo>
                <a:lnTo>
                  <a:pt x="1876425" y="3438525"/>
                </a:lnTo>
                <a:lnTo>
                  <a:pt x="1866900" y="3438525"/>
                </a:lnTo>
                <a:close/>
                <a:moveTo>
                  <a:pt x="400050" y="3429000"/>
                </a:moveTo>
                <a:lnTo>
                  <a:pt x="409575" y="3429000"/>
                </a:lnTo>
                <a:lnTo>
                  <a:pt x="409575" y="3438525"/>
                </a:lnTo>
                <a:lnTo>
                  <a:pt x="419100" y="3438525"/>
                </a:lnTo>
                <a:lnTo>
                  <a:pt x="419100" y="3448050"/>
                </a:lnTo>
                <a:lnTo>
                  <a:pt x="428625" y="3448050"/>
                </a:lnTo>
                <a:lnTo>
                  <a:pt x="428625" y="3457575"/>
                </a:lnTo>
                <a:lnTo>
                  <a:pt x="438150" y="3457575"/>
                </a:lnTo>
                <a:lnTo>
                  <a:pt x="438150" y="3467100"/>
                </a:lnTo>
                <a:lnTo>
                  <a:pt x="447675" y="3467100"/>
                </a:lnTo>
                <a:lnTo>
                  <a:pt x="447675" y="3476625"/>
                </a:lnTo>
                <a:lnTo>
                  <a:pt x="466725" y="3476625"/>
                </a:lnTo>
                <a:lnTo>
                  <a:pt x="466725" y="3467100"/>
                </a:lnTo>
                <a:lnTo>
                  <a:pt x="485775" y="3467100"/>
                </a:lnTo>
                <a:lnTo>
                  <a:pt x="485775" y="3476625"/>
                </a:lnTo>
                <a:lnTo>
                  <a:pt x="466725" y="3476625"/>
                </a:lnTo>
                <a:lnTo>
                  <a:pt x="466725" y="3486150"/>
                </a:lnTo>
                <a:lnTo>
                  <a:pt x="504825" y="3486150"/>
                </a:lnTo>
                <a:lnTo>
                  <a:pt x="504825" y="3495675"/>
                </a:lnTo>
                <a:lnTo>
                  <a:pt x="457200" y="3495675"/>
                </a:lnTo>
                <a:lnTo>
                  <a:pt x="457200" y="3505200"/>
                </a:lnTo>
                <a:lnTo>
                  <a:pt x="438150" y="3505200"/>
                </a:lnTo>
                <a:lnTo>
                  <a:pt x="438150" y="3514725"/>
                </a:lnTo>
                <a:lnTo>
                  <a:pt x="419100" y="3514725"/>
                </a:lnTo>
                <a:lnTo>
                  <a:pt x="419100" y="3552825"/>
                </a:lnTo>
                <a:lnTo>
                  <a:pt x="428625" y="3552825"/>
                </a:lnTo>
                <a:lnTo>
                  <a:pt x="428625" y="3571875"/>
                </a:lnTo>
                <a:lnTo>
                  <a:pt x="409575" y="3571875"/>
                </a:lnTo>
                <a:lnTo>
                  <a:pt x="409575" y="3600450"/>
                </a:lnTo>
                <a:lnTo>
                  <a:pt x="400050" y="3600450"/>
                </a:lnTo>
                <a:lnTo>
                  <a:pt x="400050" y="3629025"/>
                </a:lnTo>
                <a:lnTo>
                  <a:pt x="428625" y="3629025"/>
                </a:lnTo>
                <a:lnTo>
                  <a:pt x="428625" y="3638550"/>
                </a:lnTo>
                <a:lnTo>
                  <a:pt x="438150" y="3638550"/>
                </a:lnTo>
                <a:lnTo>
                  <a:pt x="438150" y="3657600"/>
                </a:lnTo>
                <a:lnTo>
                  <a:pt x="428625" y="3657600"/>
                </a:lnTo>
                <a:lnTo>
                  <a:pt x="428625" y="3648075"/>
                </a:lnTo>
                <a:lnTo>
                  <a:pt x="381000" y="3648075"/>
                </a:lnTo>
                <a:lnTo>
                  <a:pt x="381000" y="3629025"/>
                </a:lnTo>
                <a:lnTo>
                  <a:pt x="390525" y="3629025"/>
                </a:lnTo>
                <a:lnTo>
                  <a:pt x="390525" y="3619500"/>
                </a:lnTo>
                <a:lnTo>
                  <a:pt x="381000" y="3619500"/>
                </a:lnTo>
                <a:lnTo>
                  <a:pt x="381000" y="3581400"/>
                </a:lnTo>
                <a:lnTo>
                  <a:pt x="390525" y="3581400"/>
                </a:lnTo>
                <a:lnTo>
                  <a:pt x="390525" y="3552825"/>
                </a:lnTo>
                <a:lnTo>
                  <a:pt x="381000" y="3552825"/>
                </a:lnTo>
                <a:lnTo>
                  <a:pt x="381000" y="3533775"/>
                </a:lnTo>
                <a:lnTo>
                  <a:pt x="371475" y="3533775"/>
                </a:lnTo>
                <a:lnTo>
                  <a:pt x="371475" y="3524250"/>
                </a:lnTo>
                <a:lnTo>
                  <a:pt x="381000" y="3524250"/>
                </a:lnTo>
                <a:lnTo>
                  <a:pt x="381000" y="3514725"/>
                </a:lnTo>
                <a:lnTo>
                  <a:pt x="390525" y="3514725"/>
                </a:lnTo>
                <a:lnTo>
                  <a:pt x="390525" y="3524250"/>
                </a:lnTo>
                <a:lnTo>
                  <a:pt x="409575" y="3524250"/>
                </a:lnTo>
                <a:lnTo>
                  <a:pt x="409575" y="3505200"/>
                </a:lnTo>
                <a:lnTo>
                  <a:pt x="400050" y="3505200"/>
                </a:lnTo>
                <a:lnTo>
                  <a:pt x="400050" y="3495675"/>
                </a:lnTo>
                <a:lnTo>
                  <a:pt x="381000" y="3495675"/>
                </a:lnTo>
                <a:lnTo>
                  <a:pt x="381000" y="3486150"/>
                </a:lnTo>
                <a:lnTo>
                  <a:pt x="371475" y="3486150"/>
                </a:lnTo>
                <a:lnTo>
                  <a:pt x="371475" y="3476625"/>
                </a:lnTo>
                <a:lnTo>
                  <a:pt x="361950" y="3476625"/>
                </a:lnTo>
                <a:lnTo>
                  <a:pt x="361950" y="3467100"/>
                </a:lnTo>
                <a:lnTo>
                  <a:pt x="352425" y="3467100"/>
                </a:lnTo>
                <a:lnTo>
                  <a:pt x="352425" y="3457575"/>
                </a:lnTo>
                <a:lnTo>
                  <a:pt x="333375" y="3457575"/>
                </a:lnTo>
                <a:lnTo>
                  <a:pt x="333375" y="3448050"/>
                </a:lnTo>
                <a:lnTo>
                  <a:pt x="323850" y="3448050"/>
                </a:lnTo>
                <a:lnTo>
                  <a:pt x="323850" y="3438525"/>
                </a:lnTo>
                <a:lnTo>
                  <a:pt x="342900" y="3438525"/>
                </a:lnTo>
                <a:lnTo>
                  <a:pt x="342900" y="3448050"/>
                </a:lnTo>
                <a:lnTo>
                  <a:pt x="352425" y="3448050"/>
                </a:lnTo>
                <a:lnTo>
                  <a:pt x="352425" y="3457575"/>
                </a:lnTo>
                <a:lnTo>
                  <a:pt x="381000" y="3457575"/>
                </a:lnTo>
                <a:lnTo>
                  <a:pt x="381000" y="3448050"/>
                </a:lnTo>
                <a:lnTo>
                  <a:pt x="390525" y="3448050"/>
                </a:lnTo>
                <a:lnTo>
                  <a:pt x="390525" y="3438525"/>
                </a:lnTo>
                <a:lnTo>
                  <a:pt x="400050" y="3438525"/>
                </a:lnTo>
                <a:close/>
                <a:moveTo>
                  <a:pt x="666750" y="3429000"/>
                </a:moveTo>
                <a:lnTo>
                  <a:pt x="695325" y="3429000"/>
                </a:lnTo>
                <a:lnTo>
                  <a:pt x="695325" y="3438525"/>
                </a:lnTo>
                <a:lnTo>
                  <a:pt x="685800" y="3438525"/>
                </a:lnTo>
                <a:lnTo>
                  <a:pt x="685800" y="3448050"/>
                </a:lnTo>
                <a:lnTo>
                  <a:pt x="676275" y="3448050"/>
                </a:lnTo>
                <a:lnTo>
                  <a:pt x="676275" y="3438525"/>
                </a:lnTo>
                <a:lnTo>
                  <a:pt x="666750" y="3438525"/>
                </a:lnTo>
                <a:close/>
                <a:moveTo>
                  <a:pt x="828675" y="3429000"/>
                </a:moveTo>
                <a:lnTo>
                  <a:pt x="838200" y="3429000"/>
                </a:lnTo>
                <a:lnTo>
                  <a:pt x="838200" y="3438525"/>
                </a:lnTo>
                <a:lnTo>
                  <a:pt x="847725" y="3438525"/>
                </a:lnTo>
                <a:lnTo>
                  <a:pt x="847725" y="3429000"/>
                </a:lnTo>
                <a:lnTo>
                  <a:pt x="866775" y="3429000"/>
                </a:lnTo>
                <a:lnTo>
                  <a:pt x="866775" y="3438525"/>
                </a:lnTo>
                <a:lnTo>
                  <a:pt x="885825" y="3438525"/>
                </a:lnTo>
                <a:lnTo>
                  <a:pt x="885825" y="3429000"/>
                </a:lnTo>
                <a:lnTo>
                  <a:pt x="914400" y="3429000"/>
                </a:lnTo>
                <a:lnTo>
                  <a:pt x="914400" y="3438525"/>
                </a:lnTo>
                <a:lnTo>
                  <a:pt x="923925" y="3438525"/>
                </a:lnTo>
                <a:lnTo>
                  <a:pt x="923925" y="3448050"/>
                </a:lnTo>
                <a:lnTo>
                  <a:pt x="952500" y="3448050"/>
                </a:lnTo>
                <a:lnTo>
                  <a:pt x="952500" y="3438525"/>
                </a:lnTo>
                <a:lnTo>
                  <a:pt x="1000125" y="3438525"/>
                </a:lnTo>
                <a:lnTo>
                  <a:pt x="1000125" y="3467100"/>
                </a:lnTo>
                <a:lnTo>
                  <a:pt x="1009650" y="3467100"/>
                </a:lnTo>
                <a:lnTo>
                  <a:pt x="1009650" y="3476625"/>
                </a:lnTo>
                <a:lnTo>
                  <a:pt x="1028700" y="3476625"/>
                </a:lnTo>
                <a:lnTo>
                  <a:pt x="1028700" y="3486150"/>
                </a:lnTo>
                <a:lnTo>
                  <a:pt x="1047750" y="3486150"/>
                </a:lnTo>
                <a:lnTo>
                  <a:pt x="1047750" y="3495675"/>
                </a:lnTo>
                <a:lnTo>
                  <a:pt x="1057275" y="3495675"/>
                </a:lnTo>
                <a:lnTo>
                  <a:pt x="1057275" y="3505200"/>
                </a:lnTo>
                <a:lnTo>
                  <a:pt x="1038225" y="3505200"/>
                </a:lnTo>
                <a:lnTo>
                  <a:pt x="1038225" y="3514725"/>
                </a:lnTo>
                <a:lnTo>
                  <a:pt x="1019175" y="3514725"/>
                </a:lnTo>
                <a:lnTo>
                  <a:pt x="1019175" y="3505200"/>
                </a:lnTo>
                <a:lnTo>
                  <a:pt x="981075" y="3505200"/>
                </a:lnTo>
                <a:lnTo>
                  <a:pt x="981075" y="3514725"/>
                </a:lnTo>
                <a:lnTo>
                  <a:pt x="952500" y="3514725"/>
                </a:lnTo>
                <a:lnTo>
                  <a:pt x="952500" y="3495675"/>
                </a:lnTo>
                <a:lnTo>
                  <a:pt x="923925" y="3495675"/>
                </a:lnTo>
                <a:lnTo>
                  <a:pt x="923925" y="3486150"/>
                </a:lnTo>
                <a:lnTo>
                  <a:pt x="933450" y="3486150"/>
                </a:lnTo>
                <a:lnTo>
                  <a:pt x="933450" y="3476625"/>
                </a:lnTo>
                <a:lnTo>
                  <a:pt x="904875" y="3476625"/>
                </a:lnTo>
                <a:lnTo>
                  <a:pt x="904875" y="3467100"/>
                </a:lnTo>
                <a:lnTo>
                  <a:pt x="857250" y="3467100"/>
                </a:lnTo>
                <a:lnTo>
                  <a:pt x="857250" y="3448050"/>
                </a:lnTo>
                <a:lnTo>
                  <a:pt x="828675" y="3448050"/>
                </a:lnTo>
                <a:lnTo>
                  <a:pt x="828675" y="3457575"/>
                </a:lnTo>
                <a:lnTo>
                  <a:pt x="847725" y="3457575"/>
                </a:lnTo>
                <a:lnTo>
                  <a:pt x="847725" y="3467100"/>
                </a:lnTo>
                <a:lnTo>
                  <a:pt x="828675" y="3467100"/>
                </a:lnTo>
                <a:lnTo>
                  <a:pt x="828675" y="3486150"/>
                </a:lnTo>
                <a:lnTo>
                  <a:pt x="809625" y="3486150"/>
                </a:lnTo>
                <a:lnTo>
                  <a:pt x="809625" y="3495675"/>
                </a:lnTo>
                <a:lnTo>
                  <a:pt x="819150" y="3495675"/>
                </a:lnTo>
                <a:lnTo>
                  <a:pt x="819150" y="3505200"/>
                </a:lnTo>
                <a:lnTo>
                  <a:pt x="781050" y="3505200"/>
                </a:lnTo>
                <a:lnTo>
                  <a:pt x="781050" y="3476625"/>
                </a:lnTo>
                <a:lnTo>
                  <a:pt x="790575" y="3476625"/>
                </a:lnTo>
                <a:lnTo>
                  <a:pt x="790575" y="3486150"/>
                </a:lnTo>
                <a:lnTo>
                  <a:pt x="800100" y="3486150"/>
                </a:lnTo>
                <a:lnTo>
                  <a:pt x="800100" y="3467100"/>
                </a:lnTo>
                <a:lnTo>
                  <a:pt x="790575" y="3467100"/>
                </a:lnTo>
                <a:lnTo>
                  <a:pt x="790575" y="3448050"/>
                </a:lnTo>
                <a:lnTo>
                  <a:pt x="819150" y="3448050"/>
                </a:lnTo>
                <a:lnTo>
                  <a:pt x="819150" y="3438525"/>
                </a:lnTo>
                <a:lnTo>
                  <a:pt x="828675" y="3438525"/>
                </a:lnTo>
                <a:close/>
                <a:moveTo>
                  <a:pt x="1143000" y="3429000"/>
                </a:moveTo>
                <a:lnTo>
                  <a:pt x="1171575" y="3429000"/>
                </a:lnTo>
                <a:lnTo>
                  <a:pt x="1171575" y="3448050"/>
                </a:lnTo>
                <a:lnTo>
                  <a:pt x="1143000" y="3448050"/>
                </a:lnTo>
                <a:close/>
                <a:moveTo>
                  <a:pt x="1485900" y="3429000"/>
                </a:moveTo>
                <a:lnTo>
                  <a:pt x="1495425" y="3429000"/>
                </a:lnTo>
                <a:lnTo>
                  <a:pt x="1495425" y="3438525"/>
                </a:lnTo>
                <a:lnTo>
                  <a:pt x="1485900" y="3438525"/>
                </a:lnTo>
                <a:close/>
                <a:moveTo>
                  <a:pt x="742950" y="3448050"/>
                </a:moveTo>
                <a:lnTo>
                  <a:pt x="762000" y="3448050"/>
                </a:lnTo>
                <a:lnTo>
                  <a:pt x="762000" y="3457575"/>
                </a:lnTo>
                <a:lnTo>
                  <a:pt x="742950" y="3457575"/>
                </a:lnTo>
                <a:close/>
                <a:moveTo>
                  <a:pt x="1057275" y="3448050"/>
                </a:moveTo>
                <a:lnTo>
                  <a:pt x="1066800" y="3448050"/>
                </a:lnTo>
                <a:lnTo>
                  <a:pt x="1066800" y="3457575"/>
                </a:lnTo>
                <a:lnTo>
                  <a:pt x="1057275" y="3457575"/>
                </a:lnTo>
                <a:close/>
                <a:moveTo>
                  <a:pt x="1314450" y="3448050"/>
                </a:moveTo>
                <a:lnTo>
                  <a:pt x="1323975" y="3448050"/>
                </a:lnTo>
                <a:lnTo>
                  <a:pt x="1323975" y="3457575"/>
                </a:lnTo>
                <a:lnTo>
                  <a:pt x="1333500" y="3457575"/>
                </a:lnTo>
                <a:lnTo>
                  <a:pt x="1333500" y="3476625"/>
                </a:lnTo>
                <a:lnTo>
                  <a:pt x="1314450" y="3476625"/>
                </a:lnTo>
                <a:close/>
                <a:moveTo>
                  <a:pt x="552450" y="3457575"/>
                </a:moveTo>
                <a:lnTo>
                  <a:pt x="600075" y="3457575"/>
                </a:lnTo>
                <a:lnTo>
                  <a:pt x="600075" y="3467100"/>
                </a:lnTo>
                <a:lnTo>
                  <a:pt x="552450" y="3467100"/>
                </a:lnTo>
                <a:close/>
                <a:moveTo>
                  <a:pt x="695325" y="3457575"/>
                </a:moveTo>
                <a:lnTo>
                  <a:pt x="714375" y="3457575"/>
                </a:lnTo>
                <a:lnTo>
                  <a:pt x="714375" y="3476625"/>
                </a:lnTo>
                <a:lnTo>
                  <a:pt x="704850" y="3476625"/>
                </a:lnTo>
                <a:lnTo>
                  <a:pt x="704850" y="3467100"/>
                </a:lnTo>
                <a:lnTo>
                  <a:pt x="695325" y="3467100"/>
                </a:lnTo>
                <a:close/>
                <a:moveTo>
                  <a:pt x="866775" y="3457575"/>
                </a:moveTo>
                <a:lnTo>
                  <a:pt x="885825" y="3457575"/>
                </a:lnTo>
                <a:lnTo>
                  <a:pt x="885825" y="3448050"/>
                </a:lnTo>
                <a:lnTo>
                  <a:pt x="866775" y="3448050"/>
                </a:lnTo>
                <a:close/>
                <a:moveTo>
                  <a:pt x="904875" y="3457575"/>
                </a:moveTo>
                <a:lnTo>
                  <a:pt x="914400" y="3457575"/>
                </a:lnTo>
                <a:lnTo>
                  <a:pt x="914400" y="3448050"/>
                </a:lnTo>
                <a:lnTo>
                  <a:pt x="904875" y="3448050"/>
                </a:lnTo>
                <a:close/>
                <a:moveTo>
                  <a:pt x="962025" y="3457575"/>
                </a:moveTo>
                <a:lnTo>
                  <a:pt x="971550" y="3457575"/>
                </a:lnTo>
                <a:lnTo>
                  <a:pt x="971550" y="3448050"/>
                </a:lnTo>
                <a:lnTo>
                  <a:pt x="962025" y="3448050"/>
                </a:lnTo>
                <a:close/>
                <a:moveTo>
                  <a:pt x="1276350" y="3457575"/>
                </a:moveTo>
                <a:lnTo>
                  <a:pt x="1285875" y="3457575"/>
                </a:lnTo>
                <a:lnTo>
                  <a:pt x="1285875" y="3467100"/>
                </a:lnTo>
                <a:lnTo>
                  <a:pt x="1276350" y="3467100"/>
                </a:lnTo>
                <a:close/>
                <a:moveTo>
                  <a:pt x="1628775" y="3457575"/>
                </a:moveTo>
                <a:lnTo>
                  <a:pt x="1647825" y="3457575"/>
                </a:lnTo>
                <a:lnTo>
                  <a:pt x="1647825" y="3448050"/>
                </a:lnTo>
                <a:lnTo>
                  <a:pt x="1628775" y="3448050"/>
                </a:lnTo>
                <a:close/>
                <a:moveTo>
                  <a:pt x="1857375" y="3457575"/>
                </a:moveTo>
                <a:lnTo>
                  <a:pt x="1866900" y="3457575"/>
                </a:lnTo>
                <a:lnTo>
                  <a:pt x="1866900" y="3467100"/>
                </a:lnTo>
                <a:lnTo>
                  <a:pt x="1857375" y="3467100"/>
                </a:lnTo>
                <a:close/>
                <a:moveTo>
                  <a:pt x="495300" y="3467100"/>
                </a:moveTo>
                <a:lnTo>
                  <a:pt x="504825" y="3467100"/>
                </a:lnTo>
                <a:lnTo>
                  <a:pt x="504825" y="3476625"/>
                </a:lnTo>
                <a:lnTo>
                  <a:pt x="495300" y="3476625"/>
                </a:lnTo>
                <a:close/>
                <a:moveTo>
                  <a:pt x="942975" y="3467100"/>
                </a:moveTo>
                <a:lnTo>
                  <a:pt x="952500" y="3467100"/>
                </a:lnTo>
                <a:lnTo>
                  <a:pt x="952500" y="3457575"/>
                </a:lnTo>
                <a:lnTo>
                  <a:pt x="942975" y="3457575"/>
                </a:lnTo>
                <a:close/>
                <a:moveTo>
                  <a:pt x="1733550" y="3467100"/>
                </a:moveTo>
                <a:lnTo>
                  <a:pt x="1743075" y="3467100"/>
                </a:lnTo>
                <a:lnTo>
                  <a:pt x="1743075" y="3495675"/>
                </a:lnTo>
                <a:lnTo>
                  <a:pt x="1733550" y="3495675"/>
                </a:lnTo>
                <a:close/>
                <a:moveTo>
                  <a:pt x="1809750" y="3467100"/>
                </a:moveTo>
                <a:lnTo>
                  <a:pt x="1819275" y="3467100"/>
                </a:lnTo>
                <a:lnTo>
                  <a:pt x="1819275" y="3486150"/>
                </a:lnTo>
                <a:lnTo>
                  <a:pt x="1800225" y="3486150"/>
                </a:lnTo>
                <a:lnTo>
                  <a:pt x="1800225" y="3476625"/>
                </a:lnTo>
                <a:lnTo>
                  <a:pt x="1809750" y="3476625"/>
                </a:lnTo>
                <a:close/>
                <a:moveTo>
                  <a:pt x="590550" y="3476625"/>
                </a:moveTo>
                <a:lnTo>
                  <a:pt x="619125" y="3476625"/>
                </a:lnTo>
                <a:lnTo>
                  <a:pt x="619125" y="3486150"/>
                </a:lnTo>
                <a:lnTo>
                  <a:pt x="590550" y="3486150"/>
                </a:lnTo>
                <a:close/>
                <a:moveTo>
                  <a:pt x="723900" y="3476625"/>
                </a:moveTo>
                <a:lnTo>
                  <a:pt x="733425" y="3476625"/>
                </a:lnTo>
                <a:lnTo>
                  <a:pt x="733425" y="3486150"/>
                </a:lnTo>
                <a:lnTo>
                  <a:pt x="723900" y="3486150"/>
                </a:lnTo>
                <a:close/>
                <a:moveTo>
                  <a:pt x="523875" y="3486150"/>
                </a:moveTo>
                <a:lnTo>
                  <a:pt x="542925" y="3486150"/>
                </a:lnTo>
                <a:lnTo>
                  <a:pt x="542925" y="3495675"/>
                </a:lnTo>
                <a:lnTo>
                  <a:pt x="523875" y="3495675"/>
                </a:lnTo>
                <a:close/>
                <a:moveTo>
                  <a:pt x="571500" y="3486150"/>
                </a:moveTo>
                <a:lnTo>
                  <a:pt x="590550" y="3486150"/>
                </a:lnTo>
                <a:lnTo>
                  <a:pt x="590550" y="3495675"/>
                </a:lnTo>
                <a:lnTo>
                  <a:pt x="571500" y="3495675"/>
                </a:lnTo>
                <a:close/>
                <a:moveTo>
                  <a:pt x="733425" y="3486150"/>
                </a:moveTo>
                <a:lnTo>
                  <a:pt x="752475" y="3486150"/>
                </a:lnTo>
                <a:lnTo>
                  <a:pt x="752475" y="3495675"/>
                </a:lnTo>
                <a:lnTo>
                  <a:pt x="762000" y="3495675"/>
                </a:lnTo>
                <a:lnTo>
                  <a:pt x="762000" y="3514725"/>
                </a:lnTo>
                <a:lnTo>
                  <a:pt x="752475" y="3514725"/>
                </a:lnTo>
                <a:lnTo>
                  <a:pt x="752475" y="3505200"/>
                </a:lnTo>
                <a:lnTo>
                  <a:pt x="733425" y="3505200"/>
                </a:lnTo>
                <a:close/>
                <a:moveTo>
                  <a:pt x="962025" y="3486150"/>
                </a:moveTo>
                <a:lnTo>
                  <a:pt x="981075" y="3486150"/>
                </a:lnTo>
                <a:lnTo>
                  <a:pt x="981075" y="3476625"/>
                </a:lnTo>
                <a:lnTo>
                  <a:pt x="962025" y="3476625"/>
                </a:lnTo>
                <a:close/>
                <a:moveTo>
                  <a:pt x="1076325" y="3486150"/>
                </a:moveTo>
                <a:lnTo>
                  <a:pt x="1095375" y="3486150"/>
                </a:lnTo>
                <a:lnTo>
                  <a:pt x="1095375" y="3476625"/>
                </a:lnTo>
                <a:lnTo>
                  <a:pt x="1076325" y="3476625"/>
                </a:lnTo>
                <a:close/>
                <a:moveTo>
                  <a:pt x="1162050" y="3486150"/>
                </a:moveTo>
                <a:lnTo>
                  <a:pt x="1171575" y="3486150"/>
                </a:lnTo>
                <a:lnTo>
                  <a:pt x="1171575" y="3495675"/>
                </a:lnTo>
                <a:lnTo>
                  <a:pt x="1190625" y="3495675"/>
                </a:lnTo>
                <a:lnTo>
                  <a:pt x="1190625" y="3524250"/>
                </a:lnTo>
                <a:lnTo>
                  <a:pt x="1209675" y="3524250"/>
                </a:lnTo>
                <a:lnTo>
                  <a:pt x="1209675" y="3533775"/>
                </a:lnTo>
                <a:lnTo>
                  <a:pt x="1171575" y="3533775"/>
                </a:lnTo>
                <a:lnTo>
                  <a:pt x="1171575" y="3514725"/>
                </a:lnTo>
                <a:lnTo>
                  <a:pt x="1162050" y="3514725"/>
                </a:lnTo>
                <a:lnTo>
                  <a:pt x="1162050" y="3505200"/>
                </a:lnTo>
                <a:lnTo>
                  <a:pt x="1143000" y="3505200"/>
                </a:lnTo>
                <a:lnTo>
                  <a:pt x="1143000" y="3495675"/>
                </a:lnTo>
                <a:lnTo>
                  <a:pt x="1162050" y="3495675"/>
                </a:lnTo>
                <a:close/>
                <a:moveTo>
                  <a:pt x="1304925" y="3486150"/>
                </a:moveTo>
                <a:lnTo>
                  <a:pt x="1314450" y="3486150"/>
                </a:lnTo>
                <a:lnTo>
                  <a:pt x="1314450" y="3505200"/>
                </a:lnTo>
                <a:lnTo>
                  <a:pt x="1323975" y="3505200"/>
                </a:lnTo>
                <a:lnTo>
                  <a:pt x="1323975" y="3514725"/>
                </a:lnTo>
                <a:lnTo>
                  <a:pt x="1304925" y="3514725"/>
                </a:lnTo>
                <a:close/>
                <a:moveTo>
                  <a:pt x="1390650" y="3486150"/>
                </a:moveTo>
                <a:lnTo>
                  <a:pt x="1409700" y="3486150"/>
                </a:lnTo>
                <a:lnTo>
                  <a:pt x="1409700" y="3505200"/>
                </a:lnTo>
                <a:lnTo>
                  <a:pt x="1400175" y="3505200"/>
                </a:lnTo>
                <a:lnTo>
                  <a:pt x="1400175" y="3533775"/>
                </a:lnTo>
                <a:lnTo>
                  <a:pt x="1409700" y="3533775"/>
                </a:lnTo>
                <a:lnTo>
                  <a:pt x="1409700" y="3543300"/>
                </a:lnTo>
                <a:lnTo>
                  <a:pt x="1390650" y="3543300"/>
                </a:lnTo>
                <a:lnTo>
                  <a:pt x="1390650" y="3533775"/>
                </a:lnTo>
                <a:lnTo>
                  <a:pt x="1381125" y="3533775"/>
                </a:lnTo>
                <a:lnTo>
                  <a:pt x="1381125" y="3524250"/>
                </a:lnTo>
                <a:lnTo>
                  <a:pt x="1371600" y="3524250"/>
                </a:lnTo>
                <a:lnTo>
                  <a:pt x="1371600" y="3514725"/>
                </a:lnTo>
                <a:lnTo>
                  <a:pt x="1381125" y="3514725"/>
                </a:lnTo>
                <a:lnTo>
                  <a:pt x="1381125" y="3505200"/>
                </a:lnTo>
                <a:lnTo>
                  <a:pt x="1390650" y="3505200"/>
                </a:lnTo>
                <a:close/>
                <a:moveTo>
                  <a:pt x="1219200" y="3495675"/>
                </a:moveTo>
                <a:lnTo>
                  <a:pt x="1228725" y="3495675"/>
                </a:lnTo>
                <a:lnTo>
                  <a:pt x="1228725" y="3505200"/>
                </a:lnTo>
                <a:lnTo>
                  <a:pt x="1238250" y="3505200"/>
                </a:lnTo>
                <a:lnTo>
                  <a:pt x="1238250" y="3514725"/>
                </a:lnTo>
                <a:lnTo>
                  <a:pt x="1219200" y="3514725"/>
                </a:lnTo>
                <a:close/>
                <a:moveTo>
                  <a:pt x="1866900" y="3505200"/>
                </a:moveTo>
                <a:lnTo>
                  <a:pt x="1876425" y="3505200"/>
                </a:lnTo>
                <a:lnTo>
                  <a:pt x="1876425" y="3514725"/>
                </a:lnTo>
                <a:lnTo>
                  <a:pt x="1866900" y="3514725"/>
                </a:lnTo>
                <a:close/>
                <a:moveTo>
                  <a:pt x="333375" y="3514725"/>
                </a:moveTo>
                <a:lnTo>
                  <a:pt x="342900" y="3514725"/>
                </a:lnTo>
                <a:lnTo>
                  <a:pt x="342900" y="3524250"/>
                </a:lnTo>
                <a:lnTo>
                  <a:pt x="352425" y="3524250"/>
                </a:lnTo>
                <a:lnTo>
                  <a:pt x="352425" y="3533775"/>
                </a:lnTo>
                <a:lnTo>
                  <a:pt x="342900" y="3533775"/>
                </a:lnTo>
                <a:lnTo>
                  <a:pt x="342900" y="3543300"/>
                </a:lnTo>
                <a:lnTo>
                  <a:pt x="333375" y="3543300"/>
                </a:lnTo>
                <a:close/>
                <a:moveTo>
                  <a:pt x="723900" y="3514725"/>
                </a:moveTo>
                <a:lnTo>
                  <a:pt x="742950" y="3514725"/>
                </a:lnTo>
                <a:lnTo>
                  <a:pt x="742950" y="3524250"/>
                </a:lnTo>
                <a:lnTo>
                  <a:pt x="723900" y="3524250"/>
                </a:lnTo>
                <a:close/>
                <a:moveTo>
                  <a:pt x="790575" y="3514725"/>
                </a:moveTo>
                <a:lnTo>
                  <a:pt x="847725" y="3514725"/>
                </a:lnTo>
                <a:lnTo>
                  <a:pt x="847725" y="3524250"/>
                </a:lnTo>
                <a:lnTo>
                  <a:pt x="790575" y="3524250"/>
                </a:lnTo>
                <a:close/>
                <a:moveTo>
                  <a:pt x="1419225" y="3514725"/>
                </a:moveTo>
                <a:lnTo>
                  <a:pt x="1428750" y="3514725"/>
                </a:lnTo>
                <a:lnTo>
                  <a:pt x="1428750" y="3533775"/>
                </a:lnTo>
                <a:lnTo>
                  <a:pt x="1419225" y="3533775"/>
                </a:lnTo>
                <a:close/>
                <a:moveTo>
                  <a:pt x="657225" y="3524250"/>
                </a:moveTo>
                <a:lnTo>
                  <a:pt x="666750" y="3524250"/>
                </a:lnTo>
                <a:lnTo>
                  <a:pt x="666750" y="3533775"/>
                </a:lnTo>
                <a:lnTo>
                  <a:pt x="676275" y="3533775"/>
                </a:lnTo>
                <a:lnTo>
                  <a:pt x="676275" y="3552825"/>
                </a:lnTo>
                <a:lnTo>
                  <a:pt x="666750" y="3552825"/>
                </a:lnTo>
                <a:lnTo>
                  <a:pt x="666750" y="3562350"/>
                </a:lnTo>
                <a:lnTo>
                  <a:pt x="657225" y="3562350"/>
                </a:lnTo>
                <a:lnTo>
                  <a:pt x="657225" y="3552825"/>
                </a:lnTo>
                <a:lnTo>
                  <a:pt x="647700" y="3552825"/>
                </a:lnTo>
                <a:lnTo>
                  <a:pt x="647700" y="3533775"/>
                </a:lnTo>
                <a:lnTo>
                  <a:pt x="657225" y="3533775"/>
                </a:lnTo>
                <a:close/>
                <a:moveTo>
                  <a:pt x="1466850" y="3524250"/>
                </a:moveTo>
                <a:lnTo>
                  <a:pt x="1476375" y="3524250"/>
                </a:lnTo>
                <a:lnTo>
                  <a:pt x="1476375" y="3552825"/>
                </a:lnTo>
                <a:lnTo>
                  <a:pt x="1485900" y="3552825"/>
                </a:lnTo>
                <a:lnTo>
                  <a:pt x="1485900" y="3562350"/>
                </a:lnTo>
                <a:lnTo>
                  <a:pt x="1495425" y="3562350"/>
                </a:lnTo>
                <a:lnTo>
                  <a:pt x="1495425" y="3571875"/>
                </a:lnTo>
                <a:lnTo>
                  <a:pt x="1476375" y="3571875"/>
                </a:lnTo>
                <a:lnTo>
                  <a:pt x="1476375" y="3581400"/>
                </a:lnTo>
                <a:lnTo>
                  <a:pt x="1485900" y="3581400"/>
                </a:lnTo>
                <a:lnTo>
                  <a:pt x="1485900" y="3600450"/>
                </a:lnTo>
                <a:lnTo>
                  <a:pt x="1466850" y="3600450"/>
                </a:lnTo>
                <a:lnTo>
                  <a:pt x="1466850" y="3609975"/>
                </a:lnTo>
                <a:lnTo>
                  <a:pt x="1457325" y="3609975"/>
                </a:lnTo>
                <a:lnTo>
                  <a:pt x="1457325" y="3590925"/>
                </a:lnTo>
                <a:lnTo>
                  <a:pt x="1438275" y="3590925"/>
                </a:lnTo>
                <a:lnTo>
                  <a:pt x="1438275" y="3581400"/>
                </a:lnTo>
                <a:lnTo>
                  <a:pt x="1457325" y="3581400"/>
                </a:lnTo>
                <a:lnTo>
                  <a:pt x="1457325" y="3590925"/>
                </a:lnTo>
                <a:lnTo>
                  <a:pt x="1466850" y="3590925"/>
                </a:lnTo>
                <a:lnTo>
                  <a:pt x="1466850" y="3552825"/>
                </a:lnTo>
                <a:lnTo>
                  <a:pt x="1457325" y="3552825"/>
                </a:lnTo>
                <a:lnTo>
                  <a:pt x="1457325" y="3533775"/>
                </a:lnTo>
                <a:lnTo>
                  <a:pt x="1466850" y="3533775"/>
                </a:lnTo>
                <a:close/>
                <a:moveTo>
                  <a:pt x="1809750" y="3524250"/>
                </a:moveTo>
                <a:lnTo>
                  <a:pt x="1828800" y="3524250"/>
                </a:lnTo>
                <a:lnTo>
                  <a:pt x="1828800" y="3533775"/>
                </a:lnTo>
                <a:lnTo>
                  <a:pt x="1809750" y="3533775"/>
                </a:lnTo>
                <a:close/>
                <a:moveTo>
                  <a:pt x="1857375" y="3533775"/>
                </a:moveTo>
                <a:lnTo>
                  <a:pt x="1866900" y="3533775"/>
                </a:lnTo>
                <a:lnTo>
                  <a:pt x="1866900" y="3552825"/>
                </a:lnTo>
                <a:lnTo>
                  <a:pt x="1885950" y="3552825"/>
                </a:lnTo>
                <a:lnTo>
                  <a:pt x="1885950" y="3571875"/>
                </a:lnTo>
                <a:lnTo>
                  <a:pt x="1866900" y="3571875"/>
                </a:lnTo>
                <a:lnTo>
                  <a:pt x="1866900" y="3581400"/>
                </a:lnTo>
                <a:lnTo>
                  <a:pt x="1809750" y="3581400"/>
                </a:lnTo>
                <a:lnTo>
                  <a:pt x="1809750" y="3552825"/>
                </a:lnTo>
                <a:lnTo>
                  <a:pt x="1819275" y="3552825"/>
                </a:lnTo>
                <a:lnTo>
                  <a:pt x="1819275" y="3543300"/>
                </a:lnTo>
                <a:lnTo>
                  <a:pt x="1838325" y="3543300"/>
                </a:lnTo>
                <a:lnTo>
                  <a:pt x="1838325" y="3552825"/>
                </a:lnTo>
                <a:lnTo>
                  <a:pt x="1857375" y="3552825"/>
                </a:lnTo>
                <a:close/>
                <a:moveTo>
                  <a:pt x="1219200" y="3543300"/>
                </a:moveTo>
                <a:lnTo>
                  <a:pt x="1238250" y="3543300"/>
                </a:lnTo>
                <a:lnTo>
                  <a:pt x="1238250" y="3552825"/>
                </a:lnTo>
                <a:lnTo>
                  <a:pt x="1219200" y="3552825"/>
                </a:lnTo>
                <a:close/>
                <a:moveTo>
                  <a:pt x="1314450" y="3543300"/>
                </a:moveTo>
                <a:lnTo>
                  <a:pt x="1323975" y="3543300"/>
                </a:lnTo>
                <a:lnTo>
                  <a:pt x="1323975" y="3571875"/>
                </a:lnTo>
                <a:lnTo>
                  <a:pt x="1314450" y="3571875"/>
                </a:lnTo>
                <a:close/>
                <a:moveTo>
                  <a:pt x="1133475" y="3552825"/>
                </a:moveTo>
                <a:lnTo>
                  <a:pt x="1171575" y="3552825"/>
                </a:lnTo>
                <a:lnTo>
                  <a:pt x="1171575" y="3571875"/>
                </a:lnTo>
                <a:lnTo>
                  <a:pt x="1200150" y="3571875"/>
                </a:lnTo>
                <a:lnTo>
                  <a:pt x="1200150" y="3581400"/>
                </a:lnTo>
                <a:lnTo>
                  <a:pt x="1190625" y="3581400"/>
                </a:lnTo>
                <a:lnTo>
                  <a:pt x="1190625" y="3600450"/>
                </a:lnTo>
                <a:lnTo>
                  <a:pt x="1200150" y="3600450"/>
                </a:lnTo>
                <a:lnTo>
                  <a:pt x="1200150" y="3619500"/>
                </a:lnTo>
                <a:lnTo>
                  <a:pt x="1171575" y="3619500"/>
                </a:lnTo>
                <a:lnTo>
                  <a:pt x="1171575" y="3600450"/>
                </a:lnTo>
                <a:lnTo>
                  <a:pt x="1162050" y="3600450"/>
                </a:lnTo>
                <a:lnTo>
                  <a:pt x="1162050" y="3590925"/>
                </a:lnTo>
                <a:lnTo>
                  <a:pt x="1171575" y="3590925"/>
                </a:lnTo>
                <a:lnTo>
                  <a:pt x="1171575" y="3581400"/>
                </a:lnTo>
                <a:lnTo>
                  <a:pt x="1152525" y="3581400"/>
                </a:lnTo>
                <a:lnTo>
                  <a:pt x="1152525" y="3571875"/>
                </a:lnTo>
                <a:lnTo>
                  <a:pt x="1143000" y="3571875"/>
                </a:lnTo>
                <a:lnTo>
                  <a:pt x="1143000" y="3581400"/>
                </a:lnTo>
                <a:lnTo>
                  <a:pt x="1123950" y="3581400"/>
                </a:lnTo>
                <a:lnTo>
                  <a:pt x="1123950" y="3619500"/>
                </a:lnTo>
                <a:lnTo>
                  <a:pt x="1104900" y="3619500"/>
                </a:lnTo>
                <a:lnTo>
                  <a:pt x="1104900" y="3609975"/>
                </a:lnTo>
                <a:lnTo>
                  <a:pt x="1076325" y="3609975"/>
                </a:lnTo>
                <a:lnTo>
                  <a:pt x="1076325" y="3619500"/>
                </a:lnTo>
                <a:lnTo>
                  <a:pt x="1066800" y="3619500"/>
                </a:lnTo>
                <a:lnTo>
                  <a:pt x="1066800" y="3600450"/>
                </a:lnTo>
                <a:lnTo>
                  <a:pt x="1057275" y="3600450"/>
                </a:lnTo>
                <a:lnTo>
                  <a:pt x="1057275" y="3590925"/>
                </a:lnTo>
                <a:lnTo>
                  <a:pt x="1066800" y="3590925"/>
                </a:lnTo>
                <a:lnTo>
                  <a:pt x="1066800" y="3581400"/>
                </a:lnTo>
                <a:lnTo>
                  <a:pt x="1047750" y="3581400"/>
                </a:lnTo>
                <a:lnTo>
                  <a:pt x="1047750" y="3571875"/>
                </a:lnTo>
                <a:lnTo>
                  <a:pt x="1076325" y="3571875"/>
                </a:lnTo>
                <a:lnTo>
                  <a:pt x="1076325" y="3562350"/>
                </a:lnTo>
                <a:lnTo>
                  <a:pt x="1085850" y="3562350"/>
                </a:lnTo>
                <a:lnTo>
                  <a:pt x="1085850" y="3581400"/>
                </a:lnTo>
                <a:lnTo>
                  <a:pt x="1114425" y="3581400"/>
                </a:lnTo>
                <a:lnTo>
                  <a:pt x="1114425" y="3571875"/>
                </a:lnTo>
                <a:lnTo>
                  <a:pt x="1123950" y="3571875"/>
                </a:lnTo>
                <a:lnTo>
                  <a:pt x="1123950" y="3562350"/>
                </a:lnTo>
                <a:lnTo>
                  <a:pt x="1133475" y="3562350"/>
                </a:lnTo>
                <a:close/>
                <a:moveTo>
                  <a:pt x="1428750" y="3552825"/>
                </a:moveTo>
                <a:lnTo>
                  <a:pt x="1438275" y="3552825"/>
                </a:lnTo>
                <a:lnTo>
                  <a:pt x="1438275" y="3571875"/>
                </a:lnTo>
                <a:lnTo>
                  <a:pt x="1428750" y="3571875"/>
                </a:lnTo>
                <a:close/>
                <a:moveTo>
                  <a:pt x="1571625" y="3552825"/>
                </a:moveTo>
                <a:lnTo>
                  <a:pt x="1590675" y="3552825"/>
                </a:lnTo>
                <a:lnTo>
                  <a:pt x="1590675" y="3562350"/>
                </a:lnTo>
                <a:lnTo>
                  <a:pt x="1571625" y="3562350"/>
                </a:lnTo>
                <a:close/>
                <a:moveTo>
                  <a:pt x="1628775" y="3552825"/>
                </a:moveTo>
                <a:lnTo>
                  <a:pt x="1638300" y="3552825"/>
                </a:lnTo>
                <a:lnTo>
                  <a:pt x="1638300" y="3562350"/>
                </a:lnTo>
                <a:lnTo>
                  <a:pt x="1666875" y="3562350"/>
                </a:lnTo>
                <a:lnTo>
                  <a:pt x="1666875" y="3552825"/>
                </a:lnTo>
                <a:lnTo>
                  <a:pt x="1676400" y="3552825"/>
                </a:lnTo>
                <a:lnTo>
                  <a:pt x="1676400" y="3562350"/>
                </a:lnTo>
                <a:lnTo>
                  <a:pt x="1666875" y="3562350"/>
                </a:lnTo>
                <a:lnTo>
                  <a:pt x="1666875" y="3590925"/>
                </a:lnTo>
                <a:lnTo>
                  <a:pt x="1638300" y="3590925"/>
                </a:lnTo>
                <a:lnTo>
                  <a:pt x="1638300" y="3581400"/>
                </a:lnTo>
                <a:lnTo>
                  <a:pt x="1609725" y="3581400"/>
                </a:lnTo>
                <a:lnTo>
                  <a:pt x="1609725" y="3562350"/>
                </a:lnTo>
                <a:lnTo>
                  <a:pt x="1628775" y="3562350"/>
                </a:lnTo>
                <a:close/>
                <a:moveTo>
                  <a:pt x="1724025" y="3552825"/>
                </a:moveTo>
                <a:lnTo>
                  <a:pt x="1743075" y="3552825"/>
                </a:lnTo>
                <a:lnTo>
                  <a:pt x="1743075" y="3571875"/>
                </a:lnTo>
                <a:lnTo>
                  <a:pt x="1752600" y="3571875"/>
                </a:lnTo>
                <a:lnTo>
                  <a:pt x="1752600" y="3552825"/>
                </a:lnTo>
                <a:lnTo>
                  <a:pt x="1762125" y="3552825"/>
                </a:lnTo>
                <a:lnTo>
                  <a:pt x="1762125" y="3562350"/>
                </a:lnTo>
                <a:lnTo>
                  <a:pt x="1771650" y="3562350"/>
                </a:lnTo>
                <a:lnTo>
                  <a:pt x="1771650" y="3552825"/>
                </a:lnTo>
                <a:lnTo>
                  <a:pt x="1781175" y="3552825"/>
                </a:lnTo>
                <a:lnTo>
                  <a:pt x="1781175" y="3562350"/>
                </a:lnTo>
                <a:lnTo>
                  <a:pt x="1790700" y="3562350"/>
                </a:lnTo>
                <a:lnTo>
                  <a:pt x="1790700" y="3571875"/>
                </a:lnTo>
                <a:lnTo>
                  <a:pt x="1781175" y="3571875"/>
                </a:lnTo>
                <a:lnTo>
                  <a:pt x="1781175" y="3581400"/>
                </a:lnTo>
                <a:lnTo>
                  <a:pt x="1771650" y="3581400"/>
                </a:lnTo>
                <a:lnTo>
                  <a:pt x="1771650" y="3590925"/>
                </a:lnTo>
                <a:lnTo>
                  <a:pt x="1685925" y="3590925"/>
                </a:lnTo>
                <a:lnTo>
                  <a:pt x="1685925" y="3562350"/>
                </a:lnTo>
                <a:lnTo>
                  <a:pt x="1695450" y="3562350"/>
                </a:lnTo>
                <a:lnTo>
                  <a:pt x="1695450" y="3571875"/>
                </a:lnTo>
                <a:lnTo>
                  <a:pt x="1704975" y="3571875"/>
                </a:lnTo>
                <a:lnTo>
                  <a:pt x="1704975" y="3562350"/>
                </a:lnTo>
                <a:lnTo>
                  <a:pt x="1724025" y="3562350"/>
                </a:lnTo>
                <a:close/>
                <a:moveTo>
                  <a:pt x="942975" y="3562350"/>
                </a:moveTo>
                <a:lnTo>
                  <a:pt x="971550" y="3562350"/>
                </a:lnTo>
                <a:lnTo>
                  <a:pt x="971550" y="3571875"/>
                </a:lnTo>
                <a:lnTo>
                  <a:pt x="981075" y="3571875"/>
                </a:lnTo>
                <a:lnTo>
                  <a:pt x="981075" y="3581400"/>
                </a:lnTo>
                <a:lnTo>
                  <a:pt x="971550" y="3581400"/>
                </a:lnTo>
                <a:lnTo>
                  <a:pt x="971550" y="3590925"/>
                </a:lnTo>
                <a:lnTo>
                  <a:pt x="933450" y="3590925"/>
                </a:lnTo>
                <a:lnTo>
                  <a:pt x="933450" y="3581400"/>
                </a:lnTo>
                <a:lnTo>
                  <a:pt x="923925" y="3581400"/>
                </a:lnTo>
                <a:lnTo>
                  <a:pt x="923925" y="3571875"/>
                </a:lnTo>
                <a:lnTo>
                  <a:pt x="942975" y="3571875"/>
                </a:lnTo>
                <a:close/>
                <a:moveTo>
                  <a:pt x="1371600" y="3562350"/>
                </a:moveTo>
                <a:lnTo>
                  <a:pt x="1390650" y="3562350"/>
                </a:lnTo>
                <a:lnTo>
                  <a:pt x="1390650" y="3571875"/>
                </a:lnTo>
                <a:lnTo>
                  <a:pt x="1409700" y="3571875"/>
                </a:lnTo>
                <a:lnTo>
                  <a:pt x="1409700" y="3581400"/>
                </a:lnTo>
                <a:lnTo>
                  <a:pt x="1419225" y="3581400"/>
                </a:lnTo>
                <a:lnTo>
                  <a:pt x="1419225" y="3590925"/>
                </a:lnTo>
                <a:lnTo>
                  <a:pt x="1428750" y="3590925"/>
                </a:lnTo>
                <a:lnTo>
                  <a:pt x="1428750" y="3600450"/>
                </a:lnTo>
                <a:lnTo>
                  <a:pt x="1419225" y="3600450"/>
                </a:lnTo>
                <a:lnTo>
                  <a:pt x="1419225" y="3609975"/>
                </a:lnTo>
                <a:lnTo>
                  <a:pt x="1352550" y="3609975"/>
                </a:lnTo>
                <a:lnTo>
                  <a:pt x="1352550" y="3619500"/>
                </a:lnTo>
                <a:lnTo>
                  <a:pt x="1343025" y="3619500"/>
                </a:lnTo>
                <a:lnTo>
                  <a:pt x="1343025" y="3609975"/>
                </a:lnTo>
                <a:lnTo>
                  <a:pt x="1323975" y="3609975"/>
                </a:lnTo>
                <a:lnTo>
                  <a:pt x="1323975" y="3600450"/>
                </a:lnTo>
                <a:lnTo>
                  <a:pt x="1343025" y="3600450"/>
                </a:lnTo>
                <a:lnTo>
                  <a:pt x="1343025" y="3590925"/>
                </a:lnTo>
                <a:lnTo>
                  <a:pt x="1362075" y="3590925"/>
                </a:lnTo>
                <a:lnTo>
                  <a:pt x="1362075" y="3600450"/>
                </a:lnTo>
                <a:lnTo>
                  <a:pt x="1390650" y="3600450"/>
                </a:lnTo>
                <a:lnTo>
                  <a:pt x="1390650" y="3590925"/>
                </a:lnTo>
                <a:lnTo>
                  <a:pt x="1381125" y="3590925"/>
                </a:lnTo>
                <a:lnTo>
                  <a:pt x="1381125" y="3581400"/>
                </a:lnTo>
                <a:lnTo>
                  <a:pt x="1371600" y="3581400"/>
                </a:lnTo>
                <a:close/>
                <a:moveTo>
                  <a:pt x="1514475" y="3562350"/>
                </a:moveTo>
                <a:lnTo>
                  <a:pt x="1543050" y="3562350"/>
                </a:lnTo>
                <a:lnTo>
                  <a:pt x="1543050" y="3571875"/>
                </a:lnTo>
                <a:lnTo>
                  <a:pt x="1524000" y="3571875"/>
                </a:lnTo>
                <a:lnTo>
                  <a:pt x="1524000" y="3581400"/>
                </a:lnTo>
                <a:lnTo>
                  <a:pt x="1543050" y="3581400"/>
                </a:lnTo>
                <a:lnTo>
                  <a:pt x="1543050" y="3600450"/>
                </a:lnTo>
                <a:lnTo>
                  <a:pt x="1514475" y="3600450"/>
                </a:lnTo>
                <a:close/>
                <a:moveTo>
                  <a:pt x="714375" y="3571875"/>
                </a:moveTo>
                <a:lnTo>
                  <a:pt x="723900" y="3571875"/>
                </a:lnTo>
                <a:lnTo>
                  <a:pt x="723900" y="3590925"/>
                </a:lnTo>
                <a:lnTo>
                  <a:pt x="714375" y="3590925"/>
                </a:lnTo>
                <a:close/>
                <a:moveTo>
                  <a:pt x="847725" y="3571875"/>
                </a:moveTo>
                <a:lnTo>
                  <a:pt x="885825" y="3571875"/>
                </a:lnTo>
                <a:lnTo>
                  <a:pt x="885825" y="3581400"/>
                </a:lnTo>
                <a:lnTo>
                  <a:pt x="895350" y="3581400"/>
                </a:lnTo>
                <a:lnTo>
                  <a:pt x="895350" y="3590925"/>
                </a:lnTo>
                <a:lnTo>
                  <a:pt x="876300" y="3590925"/>
                </a:lnTo>
                <a:lnTo>
                  <a:pt x="876300" y="3600450"/>
                </a:lnTo>
                <a:lnTo>
                  <a:pt x="866775" y="3600450"/>
                </a:lnTo>
                <a:lnTo>
                  <a:pt x="866775" y="3590925"/>
                </a:lnTo>
                <a:lnTo>
                  <a:pt x="828675" y="3590925"/>
                </a:lnTo>
                <a:lnTo>
                  <a:pt x="828675" y="3600450"/>
                </a:lnTo>
                <a:lnTo>
                  <a:pt x="838200" y="3600450"/>
                </a:lnTo>
                <a:lnTo>
                  <a:pt x="838200" y="3609975"/>
                </a:lnTo>
                <a:lnTo>
                  <a:pt x="828675" y="3609975"/>
                </a:lnTo>
                <a:lnTo>
                  <a:pt x="828675" y="3619500"/>
                </a:lnTo>
                <a:lnTo>
                  <a:pt x="790575" y="3619500"/>
                </a:lnTo>
                <a:lnTo>
                  <a:pt x="790575" y="3609975"/>
                </a:lnTo>
                <a:lnTo>
                  <a:pt x="723900" y="3609975"/>
                </a:lnTo>
                <a:lnTo>
                  <a:pt x="723900" y="3600450"/>
                </a:lnTo>
                <a:lnTo>
                  <a:pt x="790575" y="3600450"/>
                </a:lnTo>
                <a:lnTo>
                  <a:pt x="790575" y="3609975"/>
                </a:lnTo>
                <a:lnTo>
                  <a:pt x="800100" y="3609975"/>
                </a:lnTo>
                <a:lnTo>
                  <a:pt x="800100" y="3600450"/>
                </a:lnTo>
                <a:lnTo>
                  <a:pt x="809625" y="3600450"/>
                </a:lnTo>
                <a:lnTo>
                  <a:pt x="809625" y="3581400"/>
                </a:lnTo>
                <a:lnTo>
                  <a:pt x="847725" y="3581400"/>
                </a:lnTo>
                <a:close/>
                <a:moveTo>
                  <a:pt x="1152525" y="3571875"/>
                </a:moveTo>
                <a:lnTo>
                  <a:pt x="1162050" y="3571875"/>
                </a:lnTo>
                <a:lnTo>
                  <a:pt x="1162050" y="3562350"/>
                </a:lnTo>
                <a:lnTo>
                  <a:pt x="1152525" y="3562350"/>
                </a:lnTo>
                <a:close/>
                <a:moveTo>
                  <a:pt x="1495425" y="3571875"/>
                </a:moveTo>
                <a:lnTo>
                  <a:pt x="1504950" y="3571875"/>
                </a:lnTo>
                <a:lnTo>
                  <a:pt x="1504950" y="3581400"/>
                </a:lnTo>
                <a:lnTo>
                  <a:pt x="1495425" y="3581400"/>
                </a:lnTo>
                <a:close/>
                <a:moveTo>
                  <a:pt x="1819275" y="3571875"/>
                </a:moveTo>
                <a:lnTo>
                  <a:pt x="1828800" y="3571875"/>
                </a:lnTo>
                <a:lnTo>
                  <a:pt x="1828800" y="3562350"/>
                </a:lnTo>
                <a:lnTo>
                  <a:pt x="1819275" y="3562350"/>
                </a:lnTo>
                <a:close/>
                <a:moveTo>
                  <a:pt x="742950" y="3581400"/>
                </a:moveTo>
                <a:lnTo>
                  <a:pt x="771525" y="3581400"/>
                </a:lnTo>
                <a:lnTo>
                  <a:pt x="771525" y="3590925"/>
                </a:lnTo>
                <a:lnTo>
                  <a:pt x="742950" y="3590925"/>
                </a:lnTo>
                <a:close/>
                <a:moveTo>
                  <a:pt x="1304925" y="3581400"/>
                </a:moveTo>
                <a:lnTo>
                  <a:pt x="1314450" y="3581400"/>
                </a:lnTo>
                <a:lnTo>
                  <a:pt x="1314450" y="3609975"/>
                </a:lnTo>
                <a:lnTo>
                  <a:pt x="1285875" y="3609975"/>
                </a:lnTo>
                <a:lnTo>
                  <a:pt x="1285875" y="3590925"/>
                </a:lnTo>
                <a:lnTo>
                  <a:pt x="1304925" y="3590925"/>
                </a:lnTo>
                <a:close/>
                <a:moveTo>
                  <a:pt x="1581150" y="3581400"/>
                </a:moveTo>
                <a:lnTo>
                  <a:pt x="1609725" y="3581400"/>
                </a:lnTo>
                <a:lnTo>
                  <a:pt x="1609725" y="3590925"/>
                </a:lnTo>
                <a:lnTo>
                  <a:pt x="1590675" y="3590925"/>
                </a:lnTo>
                <a:lnTo>
                  <a:pt x="1590675" y="3600450"/>
                </a:lnTo>
                <a:lnTo>
                  <a:pt x="1571625" y="3600450"/>
                </a:lnTo>
                <a:lnTo>
                  <a:pt x="1571625" y="3590925"/>
                </a:lnTo>
                <a:lnTo>
                  <a:pt x="1581150" y="3590925"/>
                </a:lnTo>
                <a:close/>
                <a:moveTo>
                  <a:pt x="1209675" y="3590925"/>
                </a:moveTo>
                <a:lnTo>
                  <a:pt x="1219200" y="3590925"/>
                </a:lnTo>
                <a:lnTo>
                  <a:pt x="1219200" y="3600450"/>
                </a:lnTo>
                <a:lnTo>
                  <a:pt x="1209675" y="3600450"/>
                </a:lnTo>
                <a:close/>
                <a:moveTo>
                  <a:pt x="1085850" y="3600450"/>
                </a:moveTo>
                <a:lnTo>
                  <a:pt x="1114425" y="3600450"/>
                </a:lnTo>
                <a:lnTo>
                  <a:pt x="1114425" y="3590925"/>
                </a:lnTo>
                <a:lnTo>
                  <a:pt x="1085850" y="3590925"/>
                </a:lnTo>
                <a:close/>
                <a:moveTo>
                  <a:pt x="666750" y="3609975"/>
                </a:moveTo>
                <a:lnTo>
                  <a:pt x="695325" y="3609975"/>
                </a:lnTo>
                <a:lnTo>
                  <a:pt x="695325" y="3629025"/>
                </a:lnTo>
                <a:lnTo>
                  <a:pt x="704850" y="3629025"/>
                </a:lnTo>
                <a:lnTo>
                  <a:pt x="704850" y="3638550"/>
                </a:lnTo>
                <a:lnTo>
                  <a:pt x="685800" y="3638550"/>
                </a:lnTo>
                <a:lnTo>
                  <a:pt x="685800" y="3648075"/>
                </a:lnTo>
                <a:lnTo>
                  <a:pt x="666750" y="3648075"/>
                </a:lnTo>
                <a:lnTo>
                  <a:pt x="666750" y="3629025"/>
                </a:lnTo>
                <a:lnTo>
                  <a:pt x="676275" y="3629025"/>
                </a:lnTo>
                <a:lnTo>
                  <a:pt x="676275" y="3619500"/>
                </a:lnTo>
                <a:lnTo>
                  <a:pt x="666750" y="3619500"/>
                </a:lnTo>
                <a:close/>
                <a:moveTo>
                  <a:pt x="1152525" y="3609975"/>
                </a:moveTo>
                <a:lnTo>
                  <a:pt x="1162050" y="3609975"/>
                </a:lnTo>
                <a:lnTo>
                  <a:pt x="1162050" y="3619500"/>
                </a:lnTo>
                <a:lnTo>
                  <a:pt x="1152525" y="3619500"/>
                </a:lnTo>
                <a:close/>
                <a:moveTo>
                  <a:pt x="1209675" y="3609975"/>
                </a:moveTo>
                <a:lnTo>
                  <a:pt x="1219200" y="3609975"/>
                </a:lnTo>
                <a:lnTo>
                  <a:pt x="1219200" y="3619500"/>
                </a:lnTo>
                <a:lnTo>
                  <a:pt x="1209675" y="3619500"/>
                </a:lnTo>
                <a:close/>
                <a:moveTo>
                  <a:pt x="1247775" y="3609975"/>
                </a:moveTo>
                <a:lnTo>
                  <a:pt x="1285875" y="3609975"/>
                </a:lnTo>
                <a:lnTo>
                  <a:pt x="1285875" y="3619500"/>
                </a:lnTo>
                <a:lnTo>
                  <a:pt x="1247775" y="3619500"/>
                </a:lnTo>
                <a:close/>
                <a:moveTo>
                  <a:pt x="1790700" y="3619500"/>
                </a:moveTo>
                <a:lnTo>
                  <a:pt x="1800225" y="3619500"/>
                </a:lnTo>
                <a:lnTo>
                  <a:pt x="1800225" y="3629025"/>
                </a:lnTo>
                <a:lnTo>
                  <a:pt x="1790700" y="3629025"/>
                </a:lnTo>
                <a:close/>
                <a:moveTo>
                  <a:pt x="1809750" y="3619500"/>
                </a:moveTo>
                <a:lnTo>
                  <a:pt x="1819275" y="3619500"/>
                </a:lnTo>
                <a:lnTo>
                  <a:pt x="1819275" y="3629025"/>
                </a:lnTo>
                <a:lnTo>
                  <a:pt x="1809750" y="3629025"/>
                </a:lnTo>
                <a:close/>
                <a:moveTo>
                  <a:pt x="1857375" y="3619500"/>
                </a:moveTo>
                <a:lnTo>
                  <a:pt x="1866900" y="3619500"/>
                </a:lnTo>
                <a:lnTo>
                  <a:pt x="1866900" y="3629025"/>
                </a:lnTo>
                <a:lnTo>
                  <a:pt x="1857375" y="3629025"/>
                </a:lnTo>
                <a:close/>
                <a:moveTo>
                  <a:pt x="1657350" y="3629025"/>
                </a:moveTo>
                <a:lnTo>
                  <a:pt x="1685925" y="3629025"/>
                </a:lnTo>
                <a:lnTo>
                  <a:pt x="1685925" y="3638550"/>
                </a:lnTo>
                <a:lnTo>
                  <a:pt x="1657350" y="3638550"/>
                </a:lnTo>
                <a:close/>
                <a:moveTo>
                  <a:pt x="1743075" y="3629025"/>
                </a:moveTo>
                <a:lnTo>
                  <a:pt x="1771650" y="3629025"/>
                </a:lnTo>
                <a:lnTo>
                  <a:pt x="1771650" y="3638550"/>
                </a:lnTo>
                <a:lnTo>
                  <a:pt x="1743075" y="3638550"/>
                </a:lnTo>
                <a:close/>
                <a:moveTo>
                  <a:pt x="1866900" y="3629025"/>
                </a:moveTo>
                <a:lnTo>
                  <a:pt x="1876425" y="3629025"/>
                </a:lnTo>
                <a:lnTo>
                  <a:pt x="1876425" y="3638550"/>
                </a:lnTo>
                <a:lnTo>
                  <a:pt x="1866900" y="3638550"/>
                </a:lnTo>
                <a:close/>
                <a:moveTo>
                  <a:pt x="1533525" y="3638550"/>
                </a:moveTo>
                <a:lnTo>
                  <a:pt x="1543050" y="3638550"/>
                </a:lnTo>
                <a:lnTo>
                  <a:pt x="1543050" y="3648075"/>
                </a:lnTo>
                <a:lnTo>
                  <a:pt x="1533525" y="3648075"/>
                </a:lnTo>
                <a:close/>
                <a:moveTo>
                  <a:pt x="1857375" y="3638550"/>
                </a:moveTo>
                <a:lnTo>
                  <a:pt x="1866900" y="3638550"/>
                </a:lnTo>
                <a:lnTo>
                  <a:pt x="1866900" y="3667125"/>
                </a:lnTo>
                <a:lnTo>
                  <a:pt x="1819275" y="3667125"/>
                </a:lnTo>
                <a:lnTo>
                  <a:pt x="1819275" y="3657600"/>
                </a:lnTo>
                <a:lnTo>
                  <a:pt x="1809750" y="3657600"/>
                </a:lnTo>
                <a:lnTo>
                  <a:pt x="1809750" y="3648075"/>
                </a:lnTo>
                <a:lnTo>
                  <a:pt x="1857375" y="3648075"/>
                </a:lnTo>
                <a:close/>
                <a:moveTo>
                  <a:pt x="323850" y="3648075"/>
                </a:moveTo>
                <a:lnTo>
                  <a:pt x="333375" y="3648075"/>
                </a:lnTo>
                <a:lnTo>
                  <a:pt x="333375" y="3657600"/>
                </a:lnTo>
                <a:lnTo>
                  <a:pt x="323850" y="3657600"/>
                </a:lnTo>
                <a:close/>
                <a:moveTo>
                  <a:pt x="371475" y="3648075"/>
                </a:moveTo>
                <a:lnTo>
                  <a:pt x="381000" y="3648075"/>
                </a:lnTo>
                <a:lnTo>
                  <a:pt x="381000" y="3657600"/>
                </a:lnTo>
                <a:lnTo>
                  <a:pt x="371475" y="3657600"/>
                </a:lnTo>
                <a:close/>
                <a:moveTo>
                  <a:pt x="1371600" y="3648075"/>
                </a:moveTo>
                <a:lnTo>
                  <a:pt x="1419225" y="3648075"/>
                </a:lnTo>
                <a:lnTo>
                  <a:pt x="1419225" y="3657600"/>
                </a:lnTo>
                <a:lnTo>
                  <a:pt x="1371600" y="3657600"/>
                </a:lnTo>
                <a:close/>
                <a:moveTo>
                  <a:pt x="1447800" y="3648075"/>
                </a:moveTo>
                <a:lnTo>
                  <a:pt x="1466850" y="3648075"/>
                </a:lnTo>
                <a:lnTo>
                  <a:pt x="1466850" y="3657600"/>
                </a:lnTo>
                <a:lnTo>
                  <a:pt x="1447800" y="3657600"/>
                </a:lnTo>
                <a:close/>
                <a:moveTo>
                  <a:pt x="1504950" y="3648075"/>
                </a:moveTo>
                <a:lnTo>
                  <a:pt x="1514475" y="3648075"/>
                </a:lnTo>
                <a:lnTo>
                  <a:pt x="1514475" y="3657600"/>
                </a:lnTo>
                <a:lnTo>
                  <a:pt x="1504950" y="3657600"/>
                </a:lnTo>
                <a:close/>
                <a:moveTo>
                  <a:pt x="333375" y="3657600"/>
                </a:moveTo>
                <a:lnTo>
                  <a:pt x="342900" y="3657600"/>
                </a:lnTo>
                <a:lnTo>
                  <a:pt x="342900" y="3667125"/>
                </a:lnTo>
                <a:lnTo>
                  <a:pt x="333375" y="3667125"/>
                </a:lnTo>
                <a:close/>
                <a:moveTo>
                  <a:pt x="647700" y="3657600"/>
                </a:moveTo>
                <a:lnTo>
                  <a:pt x="657225" y="3657600"/>
                </a:lnTo>
                <a:lnTo>
                  <a:pt x="657225" y="3667125"/>
                </a:lnTo>
                <a:lnTo>
                  <a:pt x="647700" y="3667125"/>
                </a:lnTo>
                <a:close/>
                <a:moveTo>
                  <a:pt x="1238250" y="3657600"/>
                </a:moveTo>
                <a:lnTo>
                  <a:pt x="1247775" y="3657600"/>
                </a:lnTo>
                <a:lnTo>
                  <a:pt x="1247775" y="3667125"/>
                </a:lnTo>
                <a:lnTo>
                  <a:pt x="1238250" y="3667125"/>
                </a:lnTo>
                <a:close/>
                <a:moveTo>
                  <a:pt x="1276350" y="3657600"/>
                </a:moveTo>
                <a:lnTo>
                  <a:pt x="1285875" y="3657600"/>
                </a:lnTo>
                <a:lnTo>
                  <a:pt x="1285875" y="3667125"/>
                </a:lnTo>
                <a:lnTo>
                  <a:pt x="1276350" y="3667125"/>
                </a:lnTo>
                <a:close/>
                <a:moveTo>
                  <a:pt x="1295400" y="3657600"/>
                </a:moveTo>
                <a:lnTo>
                  <a:pt x="1304925" y="3657600"/>
                </a:lnTo>
                <a:lnTo>
                  <a:pt x="1304925" y="3686175"/>
                </a:lnTo>
                <a:lnTo>
                  <a:pt x="1295400" y="3686175"/>
                </a:lnTo>
                <a:close/>
                <a:moveTo>
                  <a:pt x="1314450" y="3657600"/>
                </a:moveTo>
                <a:lnTo>
                  <a:pt x="1323975" y="3657600"/>
                </a:lnTo>
                <a:lnTo>
                  <a:pt x="1323975" y="3667125"/>
                </a:lnTo>
                <a:lnTo>
                  <a:pt x="1314450" y="3667125"/>
                </a:lnTo>
                <a:close/>
                <a:moveTo>
                  <a:pt x="438150" y="3667125"/>
                </a:moveTo>
                <a:lnTo>
                  <a:pt x="447675" y="3667125"/>
                </a:lnTo>
                <a:lnTo>
                  <a:pt x="447675" y="3676650"/>
                </a:lnTo>
                <a:lnTo>
                  <a:pt x="438150" y="3676650"/>
                </a:lnTo>
                <a:close/>
                <a:moveTo>
                  <a:pt x="638175" y="3667125"/>
                </a:moveTo>
                <a:lnTo>
                  <a:pt x="647700" y="3667125"/>
                </a:lnTo>
                <a:lnTo>
                  <a:pt x="647700" y="3676650"/>
                </a:lnTo>
                <a:lnTo>
                  <a:pt x="638175" y="3676650"/>
                </a:lnTo>
                <a:close/>
                <a:moveTo>
                  <a:pt x="1123950" y="3667125"/>
                </a:moveTo>
                <a:lnTo>
                  <a:pt x="1152525" y="3667125"/>
                </a:lnTo>
                <a:lnTo>
                  <a:pt x="1152525" y="3676650"/>
                </a:lnTo>
                <a:lnTo>
                  <a:pt x="1143000" y="3676650"/>
                </a:lnTo>
                <a:lnTo>
                  <a:pt x="1143000" y="3686175"/>
                </a:lnTo>
                <a:lnTo>
                  <a:pt x="1152525" y="3686175"/>
                </a:lnTo>
                <a:lnTo>
                  <a:pt x="1152525" y="3705225"/>
                </a:lnTo>
                <a:lnTo>
                  <a:pt x="1162050" y="3705225"/>
                </a:lnTo>
                <a:lnTo>
                  <a:pt x="1162050" y="3714750"/>
                </a:lnTo>
                <a:lnTo>
                  <a:pt x="1152525" y="3714750"/>
                </a:lnTo>
                <a:lnTo>
                  <a:pt x="1152525" y="3724275"/>
                </a:lnTo>
                <a:lnTo>
                  <a:pt x="1143000" y="3724275"/>
                </a:lnTo>
                <a:lnTo>
                  <a:pt x="1143000" y="3743325"/>
                </a:lnTo>
                <a:lnTo>
                  <a:pt x="1133475" y="3743325"/>
                </a:lnTo>
                <a:lnTo>
                  <a:pt x="1133475" y="3714750"/>
                </a:lnTo>
                <a:lnTo>
                  <a:pt x="1123950" y="3714750"/>
                </a:lnTo>
                <a:close/>
                <a:moveTo>
                  <a:pt x="1162050" y="3667125"/>
                </a:moveTo>
                <a:lnTo>
                  <a:pt x="1200150" y="3667125"/>
                </a:lnTo>
                <a:lnTo>
                  <a:pt x="1200150" y="3676650"/>
                </a:lnTo>
                <a:lnTo>
                  <a:pt x="1162050" y="3676650"/>
                </a:lnTo>
                <a:close/>
                <a:moveTo>
                  <a:pt x="1866900" y="3667125"/>
                </a:moveTo>
                <a:lnTo>
                  <a:pt x="1876425" y="3667125"/>
                </a:lnTo>
                <a:lnTo>
                  <a:pt x="1876425" y="3676650"/>
                </a:lnTo>
                <a:lnTo>
                  <a:pt x="1866900" y="3676650"/>
                </a:lnTo>
                <a:close/>
                <a:moveTo>
                  <a:pt x="952500" y="3676650"/>
                </a:moveTo>
                <a:lnTo>
                  <a:pt x="1000125" y="3676650"/>
                </a:lnTo>
                <a:lnTo>
                  <a:pt x="1000125" y="3686175"/>
                </a:lnTo>
                <a:lnTo>
                  <a:pt x="981075" y="3686175"/>
                </a:lnTo>
                <a:lnTo>
                  <a:pt x="981075" y="3695700"/>
                </a:lnTo>
                <a:lnTo>
                  <a:pt x="971550" y="3695700"/>
                </a:lnTo>
                <a:lnTo>
                  <a:pt x="971550" y="3686175"/>
                </a:lnTo>
                <a:lnTo>
                  <a:pt x="952500" y="3686175"/>
                </a:lnTo>
                <a:close/>
                <a:moveTo>
                  <a:pt x="1019175" y="3676650"/>
                </a:moveTo>
                <a:lnTo>
                  <a:pt x="1104900" y="3676650"/>
                </a:lnTo>
                <a:lnTo>
                  <a:pt x="1104900" y="3686175"/>
                </a:lnTo>
                <a:lnTo>
                  <a:pt x="1095375" y="3686175"/>
                </a:lnTo>
                <a:lnTo>
                  <a:pt x="1095375" y="3695700"/>
                </a:lnTo>
                <a:lnTo>
                  <a:pt x="1085850" y="3695700"/>
                </a:lnTo>
                <a:lnTo>
                  <a:pt x="1085850" y="3686175"/>
                </a:lnTo>
                <a:lnTo>
                  <a:pt x="1019175" y="3686175"/>
                </a:lnTo>
                <a:close/>
                <a:moveTo>
                  <a:pt x="1733550" y="3676650"/>
                </a:moveTo>
                <a:lnTo>
                  <a:pt x="1743075" y="3676650"/>
                </a:lnTo>
                <a:lnTo>
                  <a:pt x="1743075" y="3686175"/>
                </a:lnTo>
                <a:lnTo>
                  <a:pt x="1752600" y="3686175"/>
                </a:lnTo>
                <a:lnTo>
                  <a:pt x="1752600" y="3705225"/>
                </a:lnTo>
                <a:lnTo>
                  <a:pt x="1733550" y="3705225"/>
                </a:lnTo>
                <a:close/>
                <a:moveTo>
                  <a:pt x="1876425" y="3676650"/>
                </a:moveTo>
                <a:lnTo>
                  <a:pt x="1885950" y="3676650"/>
                </a:lnTo>
                <a:lnTo>
                  <a:pt x="1885950" y="3686175"/>
                </a:lnTo>
                <a:lnTo>
                  <a:pt x="1876425" y="3686175"/>
                </a:lnTo>
                <a:close/>
                <a:moveTo>
                  <a:pt x="819150" y="3686175"/>
                </a:moveTo>
                <a:lnTo>
                  <a:pt x="828675" y="3686175"/>
                </a:lnTo>
                <a:lnTo>
                  <a:pt x="828675" y="3695700"/>
                </a:lnTo>
                <a:lnTo>
                  <a:pt x="819150" y="3695700"/>
                </a:lnTo>
                <a:close/>
                <a:moveTo>
                  <a:pt x="1228725" y="3686175"/>
                </a:moveTo>
                <a:lnTo>
                  <a:pt x="1238250" y="3686175"/>
                </a:lnTo>
                <a:lnTo>
                  <a:pt x="1238250" y="3695700"/>
                </a:lnTo>
                <a:lnTo>
                  <a:pt x="1247775" y="3695700"/>
                </a:lnTo>
                <a:lnTo>
                  <a:pt x="1247775" y="3705225"/>
                </a:lnTo>
                <a:lnTo>
                  <a:pt x="1228725" y="3705225"/>
                </a:lnTo>
                <a:close/>
                <a:moveTo>
                  <a:pt x="1762125" y="3686175"/>
                </a:moveTo>
                <a:lnTo>
                  <a:pt x="1771650" y="3686175"/>
                </a:lnTo>
                <a:lnTo>
                  <a:pt x="1771650" y="3695700"/>
                </a:lnTo>
                <a:lnTo>
                  <a:pt x="1762125" y="3695700"/>
                </a:lnTo>
                <a:close/>
                <a:moveTo>
                  <a:pt x="628650" y="3695700"/>
                </a:moveTo>
                <a:lnTo>
                  <a:pt x="638175" y="3695700"/>
                </a:lnTo>
                <a:lnTo>
                  <a:pt x="638175" y="3705225"/>
                </a:lnTo>
                <a:lnTo>
                  <a:pt x="628650" y="3705225"/>
                </a:lnTo>
                <a:close/>
                <a:moveTo>
                  <a:pt x="733425" y="3695700"/>
                </a:moveTo>
                <a:lnTo>
                  <a:pt x="742950" y="3695700"/>
                </a:lnTo>
                <a:lnTo>
                  <a:pt x="742950" y="3705225"/>
                </a:lnTo>
                <a:lnTo>
                  <a:pt x="733425" y="3705225"/>
                </a:lnTo>
                <a:close/>
                <a:moveTo>
                  <a:pt x="790575" y="3695700"/>
                </a:moveTo>
                <a:lnTo>
                  <a:pt x="809625" y="3695700"/>
                </a:lnTo>
                <a:lnTo>
                  <a:pt x="809625" y="3705225"/>
                </a:lnTo>
                <a:lnTo>
                  <a:pt x="790575" y="3705225"/>
                </a:lnTo>
                <a:close/>
                <a:moveTo>
                  <a:pt x="1504950" y="3695700"/>
                </a:moveTo>
                <a:lnTo>
                  <a:pt x="1524000" y="3695700"/>
                </a:lnTo>
                <a:lnTo>
                  <a:pt x="1524000" y="3705225"/>
                </a:lnTo>
                <a:lnTo>
                  <a:pt x="1533525" y="3705225"/>
                </a:lnTo>
                <a:lnTo>
                  <a:pt x="1533525" y="3733800"/>
                </a:lnTo>
                <a:lnTo>
                  <a:pt x="1514475" y="3733800"/>
                </a:lnTo>
                <a:lnTo>
                  <a:pt x="1514475" y="3705225"/>
                </a:lnTo>
                <a:lnTo>
                  <a:pt x="1504950" y="3705225"/>
                </a:lnTo>
                <a:close/>
                <a:moveTo>
                  <a:pt x="1885950" y="3695700"/>
                </a:moveTo>
                <a:lnTo>
                  <a:pt x="1895475" y="3695700"/>
                </a:lnTo>
                <a:lnTo>
                  <a:pt x="1895475" y="3724275"/>
                </a:lnTo>
                <a:lnTo>
                  <a:pt x="1876425" y="3724275"/>
                </a:lnTo>
                <a:lnTo>
                  <a:pt x="1876425" y="3714750"/>
                </a:lnTo>
                <a:lnTo>
                  <a:pt x="1885950" y="3714750"/>
                </a:lnTo>
                <a:close/>
                <a:moveTo>
                  <a:pt x="866775" y="3705225"/>
                </a:moveTo>
                <a:lnTo>
                  <a:pt x="876300" y="3705225"/>
                </a:lnTo>
                <a:lnTo>
                  <a:pt x="876300" y="3714750"/>
                </a:lnTo>
                <a:lnTo>
                  <a:pt x="885825" y="3714750"/>
                </a:lnTo>
                <a:lnTo>
                  <a:pt x="885825" y="3724275"/>
                </a:lnTo>
                <a:lnTo>
                  <a:pt x="904875" y="3724275"/>
                </a:lnTo>
                <a:lnTo>
                  <a:pt x="904875" y="3733800"/>
                </a:lnTo>
                <a:lnTo>
                  <a:pt x="885825" y="3733800"/>
                </a:lnTo>
                <a:lnTo>
                  <a:pt x="885825" y="3743325"/>
                </a:lnTo>
                <a:lnTo>
                  <a:pt x="857250" y="3743325"/>
                </a:lnTo>
                <a:lnTo>
                  <a:pt x="857250" y="3714750"/>
                </a:lnTo>
                <a:lnTo>
                  <a:pt x="866775" y="3714750"/>
                </a:lnTo>
                <a:close/>
                <a:moveTo>
                  <a:pt x="1704975" y="3705225"/>
                </a:moveTo>
                <a:lnTo>
                  <a:pt x="1733550" y="3705225"/>
                </a:lnTo>
                <a:lnTo>
                  <a:pt x="1733550" y="3714750"/>
                </a:lnTo>
                <a:lnTo>
                  <a:pt x="1704975" y="3714750"/>
                </a:lnTo>
                <a:close/>
                <a:moveTo>
                  <a:pt x="914400" y="3714750"/>
                </a:moveTo>
                <a:lnTo>
                  <a:pt x="933450" y="3714750"/>
                </a:lnTo>
                <a:lnTo>
                  <a:pt x="933450" y="3724275"/>
                </a:lnTo>
                <a:lnTo>
                  <a:pt x="914400" y="3724275"/>
                </a:lnTo>
                <a:close/>
                <a:moveTo>
                  <a:pt x="1095375" y="3714750"/>
                </a:moveTo>
                <a:lnTo>
                  <a:pt x="1104900" y="3714750"/>
                </a:lnTo>
                <a:lnTo>
                  <a:pt x="1104900" y="3724275"/>
                </a:lnTo>
                <a:lnTo>
                  <a:pt x="1114425" y="3724275"/>
                </a:lnTo>
                <a:lnTo>
                  <a:pt x="1114425" y="3733800"/>
                </a:lnTo>
                <a:lnTo>
                  <a:pt x="1123950" y="3733800"/>
                </a:lnTo>
                <a:lnTo>
                  <a:pt x="1123950" y="3752850"/>
                </a:lnTo>
                <a:lnTo>
                  <a:pt x="1171575" y="3752850"/>
                </a:lnTo>
                <a:lnTo>
                  <a:pt x="1171575" y="3762375"/>
                </a:lnTo>
                <a:lnTo>
                  <a:pt x="1181100" y="3762375"/>
                </a:lnTo>
                <a:lnTo>
                  <a:pt x="1181100" y="3771900"/>
                </a:lnTo>
                <a:lnTo>
                  <a:pt x="1171575" y="3771900"/>
                </a:lnTo>
                <a:lnTo>
                  <a:pt x="1171575" y="3790950"/>
                </a:lnTo>
                <a:lnTo>
                  <a:pt x="1181100" y="3790950"/>
                </a:lnTo>
                <a:lnTo>
                  <a:pt x="1181100" y="3800475"/>
                </a:lnTo>
                <a:lnTo>
                  <a:pt x="1190625" y="3800475"/>
                </a:lnTo>
                <a:lnTo>
                  <a:pt x="1190625" y="3781425"/>
                </a:lnTo>
                <a:lnTo>
                  <a:pt x="1228725" y="3781425"/>
                </a:lnTo>
                <a:lnTo>
                  <a:pt x="1228725" y="3771900"/>
                </a:lnTo>
                <a:lnTo>
                  <a:pt x="1238250" y="3771900"/>
                </a:lnTo>
                <a:lnTo>
                  <a:pt x="1238250" y="3790950"/>
                </a:lnTo>
                <a:lnTo>
                  <a:pt x="1228725" y="3790950"/>
                </a:lnTo>
                <a:lnTo>
                  <a:pt x="1228725" y="3800475"/>
                </a:lnTo>
                <a:lnTo>
                  <a:pt x="1238250" y="3800475"/>
                </a:lnTo>
                <a:lnTo>
                  <a:pt x="1238250" y="3810000"/>
                </a:lnTo>
                <a:lnTo>
                  <a:pt x="1228725" y="3810000"/>
                </a:lnTo>
                <a:lnTo>
                  <a:pt x="1228725" y="3819525"/>
                </a:lnTo>
                <a:lnTo>
                  <a:pt x="1200150" y="3819525"/>
                </a:lnTo>
                <a:lnTo>
                  <a:pt x="1200150" y="3810000"/>
                </a:lnTo>
                <a:lnTo>
                  <a:pt x="1190625" y="3810000"/>
                </a:lnTo>
                <a:lnTo>
                  <a:pt x="1190625" y="3819525"/>
                </a:lnTo>
                <a:lnTo>
                  <a:pt x="1181100" y="3819525"/>
                </a:lnTo>
                <a:lnTo>
                  <a:pt x="1181100" y="3838575"/>
                </a:lnTo>
                <a:lnTo>
                  <a:pt x="1171575" y="3838575"/>
                </a:lnTo>
                <a:lnTo>
                  <a:pt x="1171575" y="3829050"/>
                </a:lnTo>
                <a:lnTo>
                  <a:pt x="1162050" y="3829050"/>
                </a:lnTo>
                <a:lnTo>
                  <a:pt x="1162050" y="3810000"/>
                </a:lnTo>
                <a:lnTo>
                  <a:pt x="1152525" y="3810000"/>
                </a:lnTo>
                <a:lnTo>
                  <a:pt x="1152525" y="3819525"/>
                </a:lnTo>
                <a:lnTo>
                  <a:pt x="1123950" y="3819525"/>
                </a:lnTo>
                <a:lnTo>
                  <a:pt x="1123950" y="3800475"/>
                </a:lnTo>
                <a:lnTo>
                  <a:pt x="1114425" y="3800475"/>
                </a:lnTo>
                <a:lnTo>
                  <a:pt x="1114425" y="3790950"/>
                </a:lnTo>
                <a:lnTo>
                  <a:pt x="1104900" y="3790950"/>
                </a:lnTo>
                <a:lnTo>
                  <a:pt x="1104900" y="3800475"/>
                </a:lnTo>
                <a:lnTo>
                  <a:pt x="1095375" y="3800475"/>
                </a:lnTo>
                <a:lnTo>
                  <a:pt x="1095375" y="3819525"/>
                </a:lnTo>
                <a:lnTo>
                  <a:pt x="1085850" y="3819525"/>
                </a:lnTo>
                <a:lnTo>
                  <a:pt x="1085850" y="3829050"/>
                </a:lnTo>
                <a:lnTo>
                  <a:pt x="1076325" y="3829050"/>
                </a:lnTo>
                <a:lnTo>
                  <a:pt x="1076325" y="3838575"/>
                </a:lnTo>
                <a:lnTo>
                  <a:pt x="1066800" y="3838575"/>
                </a:lnTo>
                <a:lnTo>
                  <a:pt x="1066800" y="3790950"/>
                </a:lnTo>
                <a:lnTo>
                  <a:pt x="1038225" y="3790950"/>
                </a:lnTo>
                <a:lnTo>
                  <a:pt x="1038225" y="3810000"/>
                </a:lnTo>
                <a:lnTo>
                  <a:pt x="1028700" y="3810000"/>
                </a:lnTo>
                <a:lnTo>
                  <a:pt x="1028700" y="3781425"/>
                </a:lnTo>
                <a:lnTo>
                  <a:pt x="1019175" y="3781425"/>
                </a:lnTo>
                <a:lnTo>
                  <a:pt x="1019175" y="3810000"/>
                </a:lnTo>
                <a:lnTo>
                  <a:pt x="1009650" y="3810000"/>
                </a:lnTo>
                <a:lnTo>
                  <a:pt x="1009650" y="3819525"/>
                </a:lnTo>
                <a:lnTo>
                  <a:pt x="1000125" y="3819525"/>
                </a:lnTo>
                <a:lnTo>
                  <a:pt x="1000125" y="3829050"/>
                </a:lnTo>
                <a:lnTo>
                  <a:pt x="990600" y="3829050"/>
                </a:lnTo>
                <a:lnTo>
                  <a:pt x="990600" y="3781425"/>
                </a:lnTo>
                <a:lnTo>
                  <a:pt x="1000125" y="3781425"/>
                </a:lnTo>
                <a:lnTo>
                  <a:pt x="1000125" y="3771900"/>
                </a:lnTo>
                <a:lnTo>
                  <a:pt x="981075" y="3771900"/>
                </a:lnTo>
                <a:lnTo>
                  <a:pt x="981075" y="3762375"/>
                </a:lnTo>
                <a:lnTo>
                  <a:pt x="1028700" y="3762375"/>
                </a:lnTo>
                <a:lnTo>
                  <a:pt x="1028700" y="3771900"/>
                </a:lnTo>
                <a:lnTo>
                  <a:pt x="1047750" y="3771900"/>
                </a:lnTo>
                <a:lnTo>
                  <a:pt x="1047750" y="3781425"/>
                </a:lnTo>
                <a:lnTo>
                  <a:pt x="1076325" y="3781425"/>
                </a:lnTo>
                <a:lnTo>
                  <a:pt x="1076325" y="3771900"/>
                </a:lnTo>
                <a:lnTo>
                  <a:pt x="1085850" y="3771900"/>
                </a:lnTo>
                <a:lnTo>
                  <a:pt x="1085850" y="3762375"/>
                </a:lnTo>
                <a:lnTo>
                  <a:pt x="1095375" y="3762375"/>
                </a:lnTo>
                <a:lnTo>
                  <a:pt x="1095375" y="3752850"/>
                </a:lnTo>
                <a:lnTo>
                  <a:pt x="1057275" y="3752850"/>
                </a:lnTo>
                <a:lnTo>
                  <a:pt x="1057275" y="3743325"/>
                </a:lnTo>
                <a:lnTo>
                  <a:pt x="1066800" y="3743325"/>
                </a:lnTo>
                <a:lnTo>
                  <a:pt x="1066800" y="3733800"/>
                </a:lnTo>
                <a:lnTo>
                  <a:pt x="1076325" y="3733800"/>
                </a:lnTo>
                <a:lnTo>
                  <a:pt x="1076325" y="3724275"/>
                </a:lnTo>
                <a:lnTo>
                  <a:pt x="1095375" y="3724275"/>
                </a:lnTo>
                <a:close/>
                <a:moveTo>
                  <a:pt x="1162050" y="3714750"/>
                </a:moveTo>
                <a:lnTo>
                  <a:pt x="1200150" y="3714750"/>
                </a:lnTo>
                <a:lnTo>
                  <a:pt x="1200150" y="3724275"/>
                </a:lnTo>
                <a:lnTo>
                  <a:pt x="1209675" y="3724275"/>
                </a:lnTo>
                <a:lnTo>
                  <a:pt x="1209675" y="3733800"/>
                </a:lnTo>
                <a:lnTo>
                  <a:pt x="1219200" y="3733800"/>
                </a:lnTo>
                <a:lnTo>
                  <a:pt x="1219200" y="3743325"/>
                </a:lnTo>
                <a:lnTo>
                  <a:pt x="1209675" y="3743325"/>
                </a:lnTo>
                <a:lnTo>
                  <a:pt x="1209675" y="3752850"/>
                </a:lnTo>
                <a:lnTo>
                  <a:pt x="1200150" y="3752850"/>
                </a:lnTo>
                <a:lnTo>
                  <a:pt x="1200150" y="3733800"/>
                </a:lnTo>
                <a:lnTo>
                  <a:pt x="1162050" y="3733800"/>
                </a:lnTo>
                <a:close/>
                <a:moveTo>
                  <a:pt x="1609725" y="3714750"/>
                </a:moveTo>
                <a:lnTo>
                  <a:pt x="1638300" y="3714750"/>
                </a:lnTo>
                <a:lnTo>
                  <a:pt x="1638300" y="3724275"/>
                </a:lnTo>
                <a:lnTo>
                  <a:pt x="1619250" y="3724275"/>
                </a:lnTo>
                <a:lnTo>
                  <a:pt x="1619250" y="3733800"/>
                </a:lnTo>
                <a:lnTo>
                  <a:pt x="1609725" y="3733800"/>
                </a:lnTo>
                <a:close/>
                <a:moveTo>
                  <a:pt x="1733550" y="3714750"/>
                </a:moveTo>
                <a:lnTo>
                  <a:pt x="1743075" y="3714750"/>
                </a:lnTo>
                <a:lnTo>
                  <a:pt x="1743075" y="3724275"/>
                </a:lnTo>
                <a:lnTo>
                  <a:pt x="1733550" y="3724275"/>
                </a:lnTo>
                <a:close/>
                <a:moveTo>
                  <a:pt x="952500" y="3724275"/>
                </a:moveTo>
                <a:lnTo>
                  <a:pt x="971550" y="3724275"/>
                </a:lnTo>
                <a:lnTo>
                  <a:pt x="971550" y="3733800"/>
                </a:lnTo>
                <a:lnTo>
                  <a:pt x="952500" y="3733800"/>
                </a:lnTo>
                <a:close/>
                <a:moveTo>
                  <a:pt x="1866900" y="3724275"/>
                </a:moveTo>
                <a:lnTo>
                  <a:pt x="1876425" y="3724275"/>
                </a:lnTo>
                <a:lnTo>
                  <a:pt x="1876425" y="3743325"/>
                </a:lnTo>
                <a:lnTo>
                  <a:pt x="1866900" y="3743325"/>
                </a:lnTo>
                <a:lnTo>
                  <a:pt x="1866900" y="3752850"/>
                </a:lnTo>
                <a:lnTo>
                  <a:pt x="1876425" y="3752850"/>
                </a:lnTo>
                <a:lnTo>
                  <a:pt x="1876425" y="3762375"/>
                </a:lnTo>
                <a:lnTo>
                  <a:pt x="1866900" y="3762375"/>
                </a:lnTo>
                <a:lnTo>
                  <a:pt x="1866900" y="3790950"/>
                </a:lnTo>
                <a:lnTo>
                  <a:pt x="1876425" y="3790950"/>
                </a:lnTo>
                <a:lnTo>
                  <a:pt x="1876425" y="3800475"/>
                </a:lnTo>
                <a:lnTo>
                  <a:pt x="1885950" y="3800475"/>
                </a:lnTo>
                <a:lnTo>
                  <a:pt x="1885950" y="3810000"/>
                </a:lnTo>
                <a:lnTo>
                  <a:pt x="1857375" y="3810000"/>
                </a:lnTo>
                <a:lnTo>
                  <a:pt x="1857375" y="3781425"/>
                </a:lnTo>
                <a:lnTo>
                  <a:pt x="1847850" y="3781425"/>
                </a:lnTo>
                <a:lnTo>
                  <a:pt x="1847850" y="3771900"/>
                </a:lnTo>
                <a:lnTo>
                  <a:pt x="1838325" y="3771900"/>
                </a:lnTo>
                <a:lnTo>
                  <a:pt x="1838325" y="3762375"/>
                </a:lnTo>
                <a:lnTo>
                  <a:pt x="1828800" y="3762375"/>
                </a:lnTo>
                <a:lnTo>
                  <a:pt x="1828800" y="3743325"/>
                </a:lnTo>
                <a:lnTo>
                  <a:pt x="1838325" y="3743325"/>
                </a:lnTo>
                <a:lnTo>
                  <a:pt x="1838325" y="3733800"/>
                </a:lnTo>
                <a:lnTo>
                  <a:pt x="1866900" y="3733800"/>
                </a:lnTo>
                <a:close/>
                <a:moveTo>
                  <a:pt x="1657350" y="3733800"/>
                </a:moveTo>
                <a:lnTo>
                  <a:pt x="1685925" y="3733800"/>
                </a:lnTo>
                <a:lnTo>
                  <a:pt x="1685925" y="3743325"/>
                </a:lnTo>
                <a:lnTo>
                  <a:pt x="1724025" y="3743325"/>
                </a:lnTo>
                <a:lnTo>
                  <a:pt x="1724025" y="3733800"/>
                </a:lnTo>
                <a:lnTo>
                  <a:pt x="1733550" y="3733800"/>
                </a:lnTo>
                <a:lnTo>
                  <a:pt x="1733550" y="3762375"/>
                </a:lnTo>
                <a:lnTo>
                  <a:pt x="1752600" y="3762375"/>
                </a:lnTo>
                <a:lnTo>
                  <a:pt x="1752600" y="3781425"/>
                </a:lnTo>
                <a:lnTo>
                  <a:pt x="1733550" y="3781425"/>
                </a:lnTo>
                <a:lnTo>
                  <a:pt x="1733550" y="3790950"/>
                </a:lnTo>
                <a:lnTo>
                  <a:pt x="1724025" y="3790950"/>
                </a:lnTo>
                <a:lnTo>
                  <a:pt x="1724025" y="3810000"/>
                </a:lnTo>
                <a:lnTo>
                  <a:pt x="1714500" y="3810000"/>
                </a:lnTo>
                <a:lnTo>
                  <a:pt x="1714500" y="3800475"/>
                </a:lnTo>
                <a:lnTo>
                  <a:pt x="1695450" y="3800475"/>
                </a:lnTo>
                <a:lnTo>
                  <a:pt x="1695450" y="3790950"/>
                </a:lnTo>
                <a:lnTo>
                  <a:pt x="1704975" y="3790950"/>
                </a:lnTo>
                <a:lnTo>
                  <a:pt x="1704975" y="3781425"/>
                </a:lnTo>
                <a:lnTo>
                  <a:pt x="1714500" y="3781425"/>
                </a:lnTo>
                <a:lnTo>
                  <a:pt x="1714500" y="3762375"/>
                </a:lnTo>
                <a:lnTo>
                  <a:pt x="1685925" y="3762375"/>
                </a:lnTo>
                <a:lnTo>
                  <a:pt x="1685925" y="3771900"/>
                </a:lnTo>
                <a:lnTo>
                  <a:pt x="1676400" y="3771900"/>
                </a:lnTo>
                <a:lnTo>
                  <a:pt x="1676400" y="3762375"/>
                </a:lnTo>
                <a:lnTo>
                  <a:pt x="1657350" y="3762375"/>
                </a:lnTo>
                <a:lnTo>
                  <a:pt x="1657350" y="3752850"/>
                </a:lnTo>
                <a:lnTo>
                  <a:pt x="1666875" y="3752850"/>
                </a:lnTo>
                <a:lnTo>
                  <a:pt x="1666875" y="3743325"/>
                </a:lnTo>
                <a:lnTo>
                  <a:pt x="1657350" y="3743325"/>
                </a:lnTo>
                <a:close/>
                <a:moveTo>
                  <a:pt x="847725" y="3743325"/>
                </a:moveTo>
                <a:lnTo>
                  <a:pt x="857250" y="3743325"/>
                </a:lnTo>
                <a:lnTo>
                  <a:pt x="857250" y="3752850"/>
                </a:lnTo>
                <a:lnTo>
                  <a:pt x="847725" y="3752850"/>
                </a:lnTo>
                <a:close/>
                <a:moveTo>
                  <a:pt x="1562100" y="3743325"/>
                </a:moveTo>
                <a:lnTo>
                  <a:pt x="1590675" y="3743325"/>
                </a:lnTo>
                <a:lnTo>
                  <a:pt x="1590675" y="3752850"/>
                </a:lnTo>
                <a:lnTo>
                  <a:pt x="1600200" y="3752850"/>
                </a:lnTo>
                <a:lnTo>
                  <a:pt x="1600200" y="3762375"/>
                </a:lnTo>
                <a:lnTo>
                  <a:pt x="1619250" y="3762375"/>
                </a:lnTo>
                <a:lnTo>
                  <a:pt x="1619250" y="3781425"/>
                </a:lnTo>
                <a:lnTo>
                  <a:pt x="1628775" y="3781425"/>
                </a:lnTo>
                <a:lnTo>
                  <a:pt x="1628775" y="3762375"/>
                </a:lnTo>
                <a:lnTo>
                  <a:pt x="1638300" y="3762375"/>
                </a:lnTo>
                <a:lnTo>
                  <a:pt x="1638300" y="3771900"/>
                </a:lnTo>
                <a:lnTo>
                  <a:pt x="1657350" y="3771900"/>
                </a:lnTo>
                <a:lnTo>
                  <a:pt x="1657350" y="3790950"/>
                </a:lnTo>
                <a:lnTo>
                  <a:pt x="1666875" y="3790950"/>
                </a:lnTo>
                <a:lnTo>
                  <a:pt x="1666875" y="3781425"/>
                </a:lnTo>
                <a:lnTo>
                  <a:pt x="1676400" y="3781425"/>
                </a:lnTo>
                <a:lnTo>
                  <a:pt x="1676400" y="3790950"/>
                </a:lnTo>
                <a:lnTo>
                  <a:pt x="1666875" y="3790950"/>
                </a:lnTo>
                <a:lnTo>
                  <a:pt x="1666875" y="3810000"/>
                </a:lnTo>
                <a:lnTo>
                  <a:pt x="1647825" y="3810000"/>
                </a:lnTo>
                <a:lnTo>
                  <a:pt x="1647825" y="3819525"/>
                </a:lnTo>
                <a:lnTo>
                  <a:pt x="1638300" y="3819525"/>
                </a:lnTo>
                <a:lnTo>
                  <a:pt x="1638300" y="3829050"/>
                </a:lnTo>
                <a:lnTo>
                  <a:pt x="1628775" y="3829050"/>
                </a:lnTo>
                <a:lnTo>
                  <a:pt x="1628775" y="3800475"/>
                </a:lnTo>
                <a:lnTo>
                  <a:pt x="1609725" y="3800475"/>
                </a:lnTo>
                <a:lnTo>
                  <a:pt x="1609725" y="3810000"/>
                </a:lnTo>
                <a:lnTo>
                  <a:pt x="1590675" y="3810000"/>
                </a:lnTo>
                <a:lnTo>
                  <a:pt x="1590675" y="3819525"/>
                </a:lnTo>
                <a:lnTo>
                  <a:pt x="1609725" y="3819525"/>
                </a:lnTo>
                <a:lnTo>
                  <a:pt x="1609725" y="3810000"/>
                </a:lnTo>
                <a:lnTo>
                  <a:pt x="1619250" y="3810000"/>
                </a:lnTo>
                <a:lnTo>
                  <a:pt x="1619250" y="3829050"/>
                </a:lnTo>
                <a:lnTo>
                  <a:pt x="1609725" y="3829050"/>
                </a:lnTo>
                <a:lnTo>
                  <a:pt x="1609725" y="3838575"/>
                </a:lnTo>
                <a:lnTo>
                  <a:pt x="1619250" y="3838575"/>
                </a:lnTo>
                <a:lnTo>
                  <a:pt x="1619250" y="3848100"/>
                </a:lnTo>
                <a:lnTo>
                  <a:pt x="1609725" y="3848100"/>
                </a:lnTo>
                <a:lnTo>
                  <a:pt x="1609725" y="3857625"/>
                </a:lnTo>
                <a:lnTo>
                  <a:pt x="1600200" y="3857625"/>
                </a:lnTo>
                <a:lnTo>
                  <a:pt x="1600200" y="3848100"/>
                </a:lnTo>
                <a:lnTo>
                  <a:pt x="1562100" y="3848100"/>
                </a:lnTo>
                <a:lnTo>
                  <a:pt x="1562100" y="3857625"/>
                </a:lnTo>
                <a:lnTo>
                  <a:pt x="1571625" y="3857625"/>
                </a:lnTo>
                <a:lnTo>
                  <a:pt x="1571625" y="3867150"/>
                </a:lnTo>
                <a:lnTo>
                  <a:pt x="1581150" y="3867150"/>
                </a:lnTo>
                <a:lnTo>
                  <a:pt x="1581150" y="3857625"/>
                </a:lnTo>
                <a:lnTo>
                  <a:pt x="1590675" y="3857625"/>
                </a:lnTo>
                <a:lnTo>
                  <a:pt x="1590675" y="3876675"/>
                </a:lnTo>
                <a:lnTo>
                  <a:pt x="1609725" y="3876675"/>
                </a:lnTo>
                <a:lnTo>
                  <a:pt x="1609725" y="3895725"/>
                </a:lnTo>
                <a:lnTo>
                  <a:pt x="1562100" y="3895725"/>
                </a:lnTo>
                <a:lnTo>
                  <a:pt x="1562100" y="3886200"/>
                </a:lnTo>
                <a:lnTo>
                  <a:pt x="1581150" y="3886200"/>
                </a:lnTo>
                <a:lnTo>
                  <a:pt x="1581150" y="3876675"/>
                </a:lnTo>
                <a:lnTo>
                  <a:pt x="1562100" y="3876675"/>
                </a:lnTo>
                <a:lnTo>
                  <a:pt x="1562100" y="3867150"/>
                </a:lnTo>
                <a:lnTo>
                  <a:pt x="1552575" y="3867150"/>
                </a:lnTo>
                <a:lnTo>
                  <a:pt x="1552575" y="3876675"/>
                </a:lnTo>
                <a:lnTo>
                  <a:pt x="1514475" y="3876675"/>
                </a:lnTo>
                <a:lnTo>
                  <a:pt x="1514475" y="3867150"/>
                </a:lnTo>
                <a:lnTo>
                  <a:pt x="1504950" y="3867150"/>
                </a:lnTo>
                <a:lnTo>
                  <a:pt x="1504950" y="3857625"/>
                </a:lnTo>
                <a:lnTo>
                  <a:pt x="1495425" y="3857625"/>
                </a:lnTo>
                <a:lnTo>
                  <a:pt x="1495425" y="3848100"/>
                </a:lnTo>
                <a:lnTo>
                  <a:pt x="1476375" y="3848100"/>
                </a:lnTo>
                <a:lnTo>
                  <a:pt x="1476375" y="3819525"/>
                </a:lnTo>
                <a:lnTo>
                  <a:pt x="1485900" y="3819525"/>
                </a:lnTo>
                <a:lnTo>
                  <a:pt x="1485900" y="3810000"/>
                </a:lnTo>
                <a:lnTo>
                  <a:pt x="1457325" y="3810000"/>
                </a:lnTo>
                <a:lnTo>
                  <a:pt x="1457325" y="3800475"/>
                </a:lnTo>
                <a:lnTo>
                  <a:pt x="1447800" y="3800475"/>
                </a:lnTo>
                <a:lnTo>
                  <a:pt x="1447800" y="3790950"/>
                </a:lnTo>
                <a:lnTo>
                  <a:pt x="1438275" y="3790950"/>
                </a:lnTo>
                <a:lnTo>
                  <a:pt x="1438275" y="3829050"/>
                </a:lnTo>
                <a:lnTo>
                  <a:pt x="1447800" y="3829050"/>
                </a:lnTo>
                <a:lnTo>
                  <a:pt x="1447800" y="3857625"/>
                </a:lnTo>
                <a:lnTo>
                  <a:pt x="1457325" y="3857625"/>
                </a:lnTo>
                <a:lnTo>
                  <a:pt x="1457325" y="3848100"/>
                </a:lnTo>
                <a:lnTo>
                  <a:pt x="1476375" y="3848100"/>
                </a:lnTo>
                <a:lnTo>
                  <a:pt x="1476375" y="3857625"/>
                </a:lnTo>
                <a:lnTo>
                  <a:pt x="1466850" y="3857625"/>
                </a:lnTo>
                <a:lnTo>
                  <a:pt x="1466850" y="3867150"/>
                </a:lnTo>
                <a:lnTo>
                  <a:pt x="1457325" y="3867150"/>
                </a:lnTo>
                <a:lnTo>
                  <a:pt x="1457325" y="3876675"/>
                </a:lnTo>
                <a:lnTo>
                  <a:pt x="1466850" y="3876675"/>
                </a:lnTo>
                <a:lnTo>
                  <a:pt x="1466850" y="3867150"/>
                </a:lnTo>
                <a:lnTo>
                  <a:pt x="1485900" y="3867150"/>
                </a:lnTo>
                <a:lnTo>
                  <a:pt x="1485900" y="3857625"/>
                </a:lnTo>
                <a:lnTo>
                  <a:pt x="1495425" y="3857625"/>
                </a:lnTo>
                <a:lnTo>
                  <a:pt x="1495425" y="3867150"/>
                </a:lnTo>
                <a:lnTo>
                  <a:pt x="1485900" y="3867150"/>
                </a:lnTo>
                <a:lnTo>
                  <a:pt x="1485900" y="3876675"/>
                </a:lnTo>
                <a:lnTo>
                  <a:pt x="1495425" y="3876675"/>
                </a:lnTo>
                <a:lnTo>
                  <a:pt x="1495425" y="3886200"/>
                </a:lnTo>
                <a:lnTo>
                  <a:pt x="1476375" y="3886200"/>
                </a:lnTo>
                <a:lnTo>
                  <a:pt x="1476375" y="3895725"/>
                </a:lnTo>
                <a:lnTo>
                  <a:pt x="1524000" y="3895725"/>
                </a:lnTo>
                <a:lnTo>
                  <a:pt x="1524000" y="3886200"/>
                </a:lnTo>
                <a:lnTo>
                  <a:pt x="1543050" y="3886200"/>
                </a:lnTo>
                <a:lnTo>
                  <a:pt x="1543050" y="3905250"/>
                </a:lnTo>
                <a:lnTo>
                  <a:pt x="1533525" y="3905250"/>
                </a:lnTo>
                <a:lnTo>
                  <a:pt x="1533525" y="3914775"/>
                </a:lnTo>
                <a:lnTo>
                  <a:pt x="1466850" y="3914775"/>
                </a:lnTo>
                <a:lnTo>
                  <a:pt x="1466850" y="3905250"/>
                </a:lnTo>
                <a:lnTo>
                  <a:pt x="1457325" y="3905250"/>
                </a:lnTo>
                <a:lnTo>
                  <a:pt x="1457325" y="3895725"/>
                </a:lnTo>
                <a:lnTo>
                  <a:pt x="1447800" y="3895725"/>
                </a:lnTo>
                <a:lnTo>
                  <a:pt x="1447800" y="3905250"/>
                </a:lnTo>
                <a:lnTo>
                  <a:pt x="1428750" y="3905250"/>
                </a:lnTo>
                <a:lnTo>
                  <a:pt x="1428750" y="3924300"/>
                </a:lnTo>
                <a:lnTo>
                  <a:pt x="1400175" y="3924300"/>
                </a:lnTo>
                <a:lnTo>
                  <a:pt x="1400175" y="3914775"/>
                </a:lnTo>
                <a:lnTo>
                  <a:pt x="1362075" y="3914775"/>
                </a:lnTo>
                <a:lnTo>
                  <a:pt x="1362075" y="3905250"/>
                </a:lnTo>
                <a:lnTo>
                  <a:pt x="1343025" y="3905250"/>
                </a:lnTo>
                <a:lnTo>
                  <a:pt x="1343025" y="3895725"/>
                </a:lnTo>
                <a:lnTo>
                  <a:pt x="1371600" y="3895725"/>
                </a:lnTo>
                <a:lnTo>
                  <a:pt x="1371600" y="3886200"/>
                </a:lnTo>
                <a:lnTo>
                  <a:pt x="1352550" y="3886200"/>
                </a:lnTo>
                <a:lnTo>
                  <a:pt x="1352550" y="3876675"/>
                </a:lnTo>
                <a:lnTo>
                  <a:pt x="1400175" y="3876675"/>
                </a:lnTo>
                <a:lnTo>
                  <a:pt x="1400175" y="3857625"/>
                </a:lnTo>
                <a:lnTo>
                  <a:pt x="1419225" y="3857625"/>
                </a:lnTo>
                <a:lnTo>
                  <a:pt x="1419225" y="3838575"/>
                </a:lnTo>
                <a:lnTo>
                  <a:pt x="1409700" y="3838575"/>
                </a:lnTo>
                <a:lnTo>
                  <a:pt x="1409700" y="3829050"/>
                </a:lnTo>
                <a:lnTo>
                  <a:pt x="1400175" y="3829050"/>
                </a:lnTo>
                <a:lnTo>
                  <a:pt x="1400175" y="3819525"/>
                </a:lnTo>
                <a:lnTo>
                  <a:pt x="1409700" y="3819525"/>
                </a:lnTo>
                <a:lnTo>
                  <a:pt x="1409700" y="3829050"/>
                </a:lnTo>
                <a:lnTo>
                  <a:pt x="1419225" y="3829050"/>
                </a:lnTo>
                <a:lnTo>
                  <a:pt x="1419225" y="3790950"/>
                </a:lnTo>
                <a:lnTo>
                  <a:pt x="1428750" y="3790950"/>
                </a:lnTo>
                <a:lnTo>
                  <a:pt x="1428750" y="3781425"/>
                </a:lnTo>
                <a:lnTo>
                  <a:pt x="1438275" y="3781425"/>
                </a:lnTo>
                <a:lnTo>
                  <a:pt x="1438275" y="3771900"/>
                </a:lnTo>
                <a:lnTo>
                  <a:pt x="1457325" y="3771900"/>
                </a:lnTo>
                <a:lnTo>
                  <a:pt x="1457325" y="3800475"/>
                </a:lnTo>
                <a:lnTo>
                  <a:pt x="1485900" y="3800475"/>
                </a:lnTo>
                <a:lnTo>
                  <a:pt x="1485900" y="3810000"/>
                </a:lnTo>
                <a:lnTo>
                  <a:pt x="1495425" y="3810000"/>
                </a:lnTo>
                <a:lnTo>
                  <a:pt x="1495425" y="3819525"/>
                </a:lnTo>
                <a:lnTo>
                  <a:pt x="1514475" y="3819525"/>
                </a:lnTo>
                <a:lnTo>
                  <a:pt x="1514475" y="3810000"/>
                </a:lnTo>
                <a:lnTo>
                  <a:pt x="1524000" y="3810000"/>
                </a:lnTo>
                <a:lnTo>
                  <a:pt x="1524000" y="3819525"/>
                </a:lnTo>
                <a:lnTo>
                  <a:pt x="1533525" y="3819525"/>
                </a:lnTo>
                <a:lnTo>
                  <a:pt x="1533525" y="3810000"/>
                </a:lnTo>
                <a:lnTo>
                  <a:pt x="1543050" y="3810000"/>
                </a:lnTo>
                <a:lnTo>
                  <a:pt x="1543050" y="3800475"/>
                </a:lnTo>
                <a:lnTo>
                  <a:pt x="1533525" y="3800475"/>
                </a:lnTo>
                <a:lnTo>
                  <a:pt x="1533525" y="3781425"/>
                </a:lnTo>
                <a:lnTo>
                  <a:pt x="1543050" y="3781425"/>
                </a:lnTo>
                <a:lnTo>
                  <a:pt x="1543050" y="3771900"/>
                </a:lnTo>
                <a:lnTo>
                  <a:pt x="1524000" y="3771900"/>
                </a:lnTo>
                <a:lnTo>
                  <a:pt x="1524000" y="3762375"/>
                </a:lnTo>
                <a:lnTo>
                  <a:pt x="1543050" y="3762375"/>
                </a:lnTo>
                <a:lnTo>
                  <a:pt x="1543050" y="3771900"/>
                </a:lnTo>
                <a:lnTo>
                  <a:pt x="1562100" y="3771900"/>
                </a:lnTo>
                <a:close/>
                <a:moveTo>
                  <a:pt x="1752600" y="3743325"/>
                </a:moveTo>
                <a:lnTo>
                  <a:pt x="1771650" y="3743325"/>
                </a:lnTo>
                <a:lnTo>
                  <a:pt x="1771650" y="3752850"/>
                </a:lnTo>
                <a:lnTo>
                  <a:pt x="1752600" y="3752850"/>
                </a:lnTo>
                <a:close/>
                <a:moveTo>
                  <a:pt x="1800225" y="3743325"/>
                </a:moveTo>
                <a:lnTo>
                  <a:pt x="1809750" y="3743325"/>
                </a:lnTo>
                <a:lnTo>
                  <a:pt x="1809750" y="3752850"/>
                </a:lnTo>
                <a:lnTo>
                  <a:pt x="1800225" y="3752850"/>
                </a:lnTo>
                <a:close/>
                <a:moveTo>
                  <a:pt x="828675" y="3752850"/>
                </a:moveTo>
                <a:lnTo>
                  <a:pt x="847725" y="3752850"/>
                </a:lnTo>
                <a:lnTo>
                  <a:pt x="847725" y="3781425"/>
                </a:lnTo>
                <a:lnTo>
                  <a:pt x="838200" y="3781425"/>
                </a:lnTo>
                <a:lnTo>
                  <a:pt x="838200" y="3800475"/>
                </a:lnTo>
                <a:lnTo>
                  <a:pt x="847725" y="3800475"/>
                </a:lnTo>
                <a:lnTo>
                  <a:pt x="847725" y="3819525"/>
                </a:lnTo>
                <a:lnTo>
                  <a:pt x="838200" y="3819525"/>
                </a:lnTo>
                <a:lnTo>
                  <a:pt x="838200" y="3810000"/>
                </a:lnTo>
                <a:lnTo>
                  <a:pt x="828675" y="3810000"/>
                </a:lnTo>
                <a:lnTo>
                  <a:pt x="828675" y="3800475"/>
                </a:lnTo>
                <a:lnTo>
                  <a:pt x="819150" y="3800475"/>
                </a:lnTo>
                <a:lnTo>
                  <a:pt x="819150" y="3790950"/>
                </a:lnTo>
                <a:lnTo>
                  <a:pt x="809625" y="3790950"/>
                </a:lnTo>
                <a:lnTo>
                  <a:pt x="809625" y="3781425"/>
                </a:lnTo>
                <a:lnTo>
                  <a:pt x="819150" y="3781425"/>
                </a:lnTo>
                <a:lnTo>
                  <a:pt x="819150" y="3762375"/>
                </a:lnTo>
                <a:lnTo>
                  <a:pt x="828675" y="3762375"/>
                </a:lnTo>
                <a:close/>
                <a:moveTo>
                  <a:pt x="857250" y="3752850"/>
                </a:moveTo>
                <a:lnTo>
                  <a:pt x="866775" y="3752850"/>
                </a:lnTo>
                <a:lnTo>
                  <a:pt x="866775" y="3762375"/>
                </a:lnTo>
                <a:lnTo>
                  <a:pt x="857250" y="3762375"/>
                </a:lnTo>
                <a:close/>
                <a:moveTo>
                  <a:pt x="1400175" y="3752850"/>
                </a:moveTo>
                <a:lnTo>
                  <a:pt x="1419225" y="3752850"/>
                </a:lnTo>
                <a:lnTo>
                  <a:pt x="1419225" y="3771900"/>
                </a:lnTo>
                <a:lnTo>
                  <a:pt x="1400175" y="3771900"/>
                </a:lnTo>
                <a:lnTo>
                  <a:pt x="1400175" y="3781425"/>
                </a:lnTo>
                <a:lnTo>
                  <a:pt x="1381125" y="3781425"/>
                </a:lnTo>
                <a:lnTo>
                  <a:pt x="1381125" y="3800475"/>
                </a:lnTo>
                <a:lnTo>
                  <a:pt x="1362075" y="3800475"/>
                </a:lnTo>
                <a:lnTo>
                  <a:pt x="1362075" y="3781425"/>
                </a:lnTo>
                <a:lnTo>
                  <a:pt x="1371600" y="3781425"/>
                </a:lnTo>
                <a:lnTo>
                  <a:pt x="1371600" y="3771900"/>
                </a:lnTo>
                <a:lnTo>
                  <a:pt x="1381125" y="3771900"/>
                </a:lnTo>
                <a:lnTo>
                  <a:pt x="1381125" y="3762375"/>
                </a:lnTo>
                <a:lnTo>
                  <a:pt x="1400175" y="3762375"/>
                </a:lnTo>
                <a:close/>
                <a:moveTo>
                  <a:pt x="1781175" y="3752850"/>
                </a:moveTo>
                <a:lnTo>
                  <a:pt x="1800225" y="3752850"/>
                </a:lnTo>
                <a:lnTo>
                  <a:pt x="1800225" y="3771900"/>
                </a:lnTo>
                <a:lnTo>
                  <a:pt x="1790700" y="3771900"/>
                </a:lnTo>
                <a:lnTo>
                  <a:pt x="1790700" y="3790950"/>
                </a:lnTo>
                <a:lnTo>
                  <a:pt x="1781175" y="3790950"/>
                </a:lnTo>
                <a:lnTo>
                  <a:pt x="1781175" y="3781425"/>
                </a:lnTo>
                <a:lnTo>
                  <a:pt x="1771650" y="3781425"/>
                </a:lnTo>
                <a:lnTo>
                  <a:pt x="1771650" y="3771900"/>
                </a:lnTo>
                <a:lnTo>
                  <a:pt x="1762125" y="3771900"/>
                </a:lnTo>
                <a:lnTo>
                  <a:pt x="1762125" y="3762375"/>
                </a:lnTo>
                <a:lnTo>
                  <a:pt x="1781175" y="3762375"/>
                </a:lnTo>
                <a:close/>
                <a:moveTo>
                  <a:pt x="895350" y="3781425"/>
                </a:moveTo>
                <a:lnTo>
                  <a:pt x="914400" y="3781425"/>
                </a:lnTo>
                <a:lnTo>
                  <a:pt x="914400" y="3790950"/>
                </a:lnTo>
                <a:lnTo>
                  <a:pt x="895350" y="3790950"/>
                </a:lnTo>
                <a:close/>
                <a:moveTo>
                  <a:pt x="1495425" y="3781425"/>
                </a:moveTo>
                <a:lnTo>
                  <a:pt x="1514475" y="3781425"/>
                </a:lnTo>
                <a:lnTo>
                  <a:pt x="1514475" y="3790950"/>
                </a:lnTo>
                <a:lnTo>
                  <a:pt x="1495425" y="3790950"/>
                </a:lnTo>
                <a:close/>
                <a:moveTo>
                  <a:pt x="1600200" y="3781425"/>
                </a:moveTo>
                <a:lnTo>
                  <a:pt x="1609725" y="3781425"/>
                </a:lnTo>
                <a:lnTo>
                  <a:pt x="1609725" y="3771900"/>
                </a:lnTo>
                <a:lnTo>
                  <a:pt x="1600200" y="3771900"/>
                </a:lnTo>
                <a:close/>
                <a:moveTo>
                  <a:pt x="790575" y="3790950"/>
                </a:moveTo>
                <a:lnTo>
                  <a:pt x="800100" y="3790950"/>
                </a:lnTo>
                <a:lnTo>
                  <a:pt x="800100" y="3819525"/>
                </a:lnTo>
                <a:lnTo>
                  <a:pt x="790575" y="3819525"/>
                </a:lnTo>
                <a:lnTo>
                  <a:pt x="790575" y="3810000"/>
                </a:lnTo>
                <a:lnTo>
                  <a:pt x="781050" y="3810000"/>
                </a:lnTo>
                <a:lnTo>
                  <a:pt x="781050" y="3800475"/>
                </a:lnTo>
                <a:lnTo>
                  <a:pt x="790575" y="3800475"/>
                </a:lnTo>
                <a:close/>
                <a:moveTo>
                  <a:pt x="1143000" y="3790950"/>
                </a:moveTo>
                <a:lnTo>
                  <a:pt x="1133475" y="3790950"/>
                </a:lnTo>
                <a:lnTo>
                  <a:pt x="1133475" y="3800475"/>
                </a:lnTo>
                <a:lnTo>
                  <a:pt x="1143000" y="3800475"/>
                </a:lnTo>
                <a:close/>
                <a:moveTo>
                  <a:pt x="1143000" y="3790950"/>
                </a:moveTo>
                <a:lnTo>
                  <a:pt x="1152525" y="3790950"/>
                </a:lnTo>
                <a:lnTo>
                  <a:pt x="1152525" y="3781425"/>
                </a:lnTo>
                <a:lnTo>
                  <a:pt x="1143000" y="3781425"/>
                </a:lnTo>
                <a:close/>
                <a:moveTo>
                  <a:pt x="1323975" y="3800475"/>
                </a:moveTo>
                <a:lnTo>
                  <a:pt x="1333500" y="3800475"/>
                </a:lnTo>
                <a:lnTo>
                  <a:pt x="1333500" y="3810000"/>
                </a:lnTo>
                <a:lnTo>
                  <a:pt x="1352550" y="3810000"/>
                </a:lnTo>
                <a:lnTo>
                  <a:pt x="1352550" y="3800475"/>
                </a:lnTo>
                <a:lnTo>
                  <a:pt x="1362075" y="3800475"/>
                </a:lnTo>
                <a:lnTo>
                  <a:pt x="1362075" y="3810000"/>
                </a:lnTo>
                <a:lnTo>
                  <a:pt x="1352550" y="3810000"/>
                </a:lnTo>
                <a:lnTo>
                  <a:pt x="1352550" y="3819525"/>
                </a:lnTo>
                <a:lnTo>
                  <a:pt x="1333500" y="3819525"/>
                </a:lnTo>
                <a:lnTo>
                  <a:pt x="1333500" y="3829050"/>
                </a:lnTo>
                <a:lnTo>
                  <a:pt x="1343025" y="3829050"/>
                </a:lnTo>
                <a:lnTo>
                  <a:pt x="1343025" y="3838575"/>
                </a:lnTo>
                <a:lnTo>
                  <a:pt x="1323975" y="3838575"/>
                </a:lnTo>
                <a:lnTo>
                  <a:pt x="1323975" y="3829050"/>
                </a:lnTo>
                <a:lnTo>
                  <a:pt x="1314450" y="3829050"/>
                </a:lnTo>
                <a:lnTo>
                  <a:pt x="1314450" y="3819525"/>
                </a:lnTo>
                <a:lnTo>
                  <a:pt x="1323975" y="3819525"/>
                </a:lnTo>
                <a:close/>
                <a:moveTo>
                  <a:pt x="1676400" y="3800475"/>
                </a:moveTo>
                <a:lnTo>
                  <a:pt x="1695450" y="3800475"/>
                </a:lnTo>
                <a:lnTo>
                  <a:pt x="1695450" y="3810000"/>
                </a:lnTo>
                <a:lnTo>
                  <a:pt x="1676400" y="3810000"/>
                </a:lnTo>
                <a:close/>
                <a:moveTo>
                  <a:pt x="1238250" y="3810000"/>
                </a:moveTo>
                <a:lnTo>
                  <a:pt x="1295400" y="3810000"/>
                </a:lnTo>
                <a:lnTo>
                  <a:pt x="1295400" y="3819525"/>
                </a:lnTo>
                <a:lnTo>
                  <a:pt x="1238250" y="3819525"/>
                </a:lnTo>
                <a:close/>
                <a:moveTo>
                  <a:pt x="1733550" y="3810000"/>
                </a:moveTo>
                <a:lnTo>
                  <a:pt x="1743075" y="3810000"/>
                </a:lnTo>
                <a:lnTo>
                  <a:pt x="1743075" y="3819525"/>
                </a:lnTo>
                <a:lnTo>
                  <a:pt x="1733550" y="3819525"/>
                </a:lnTo>
                <a:close/>
                <a:moveTo>
                  <a:pt x="1743075" y="3819525"/>
                </a:moveTo>
                <a:lnTo>
                  <a:pt x="1752600" y="3819525"/>
                </a:lnTo>
                <a:lnTo>
                  <a:pt x="1752600" y="3829050"/>
                </a:lnTo>
                <a:lnTo>
                  <a:pt x="1743075" y="3829050"/>
                </a:lnTo>
                <a:close/>
                <a:moveTo>
                  <a:pt x="447675" y="3829050"/>
                </a:moveTo>
                <a:lnTo>
                  <a:pt x="457200" y="3829050"/>
                </a:lnTo>
                <a:lnTo>
                  <a:pt x="457200" y="3848100"/>
                </a:lnTo>
                <a:lnTo>
                  <a:pt x="447675" y="3848100"/>
                </a:lnTo>
                <a:close/>
                <a:moveTo>
                  <a:pt x="885825" y="3829050"/>
                </a:moveTo>
                <a:lnTo>
                  <a:pt x="895350" y="3829050"/>
                </a:lnTo>
                <a:lnTo>
                  <a:pt x="895350" y="3838575"/>
                </a:lnTo>
                <a:lnTo>
                  <a:pt x="885825" y="3838575"/>
                </a:lnTo>
                <a:close/>
                <a:moveTo>
                  <a:pt x="981075" y="3829050"/>
                </a:moveTo>
                <a:lnTo>
                  <a:pt x="990600" y="3829050"/>
                </a:lnTo>
                <a:lnTo>
                  <a:pt x="990600" y="3838575"/>
                </a:lnTo>
                <a:lnTo>
                  <a:pt x="981075" y="3838575"/>
                </a:lnTo>
                <a:close/>
                <a:moveTo>
                  <a:pt x="1819275" y="3838575"/>
                </a:moveTo>
                <a:lnTo>
                  <a:pt x="1828800" y="3838575"/>
                </a:lnTo>
                <a:lnTo>
                  <a:pt x="1828800" y="3848100"/>
                </a:lnTo>
                <a:lnTo>
                  <a:pt x="1838325" y="3848100"/>
                </a:lnTo>
                <a:lnTo>
                  <a:pt x="1838325" y="3857625"/>
                </a:lnTo>
                <a:lnTo>
                  <a:pt x="1819275" y="3857625"/>
                </a:lnTo>
                <a:lnTo>
                  <a:pt x="1819275" y="3867150"/>
                </a:lnTo>
                <a:lnTo>
                  <a:pt x="1800225" y="3867150"/>
                </a:lnTo>
                <a:lnTo>
                  <a:pt x="1800225" y="3876675"/>
                </a:lnTo>
                <a:lnTo>
                  <a:pt x="1781175" y="3876675"/>
                </a:lnTo>
                <a:lnTo>
                  <a:pt x="1781175" y="3867150"/>
                </a:lnTo>
                <a:lnTo>
                  <a:pt x="1752600" y="3867150"/>
                </a:lnTo>
                <a:lnTo>
                  <a:pt x="1752600" y="3876675"/>
                </a:lnTo>
                <a:lnTo>
                  <a:pt x="1666875" y="3876675"/>
                </a:lnTo>
                <a:lnTo>
                  <a:pt x="1666875" y="3867150"/>
                </a:lnTo>
                <a:lnTo>
                  <a:pt x="1733550" y="3867150"/>
                </a:lnTo>
                <a:lnTo>
                  <a:pt x="1733550" y="3857625"/>
                </a:lnTo>
                <a:lnTo>
                  <a:pt x="1809750" y="3857625"/>
                </a:lnTo>
                <a:lnTo>
                  <a:pt x="1809750" y="3848100"/>
                </a:lnTo>
                <a:lnTo>
                  <a:pt x="1819275" y="3848100"/>
                </a:lnTo>
                <a:close/>
                <a:moveTo>
                  <a:pt x="1057275" y="3848100"/>
                </a:moveTo>
                <a:lnTo>
                  <a:pt x="1066800" y="3848100"/>
                </a:lnTo>
                <a:lnTo>
                  <a:pt x="1066800" y="3857625"/>
                </a:lnTo>
                <a:lnTo>
                  <a:pt x="1076325" y="3857625"/>
                </a:lnTo>
                <a:lnTo>
                  <a:pt x="1076325" y="3867150"/>
                </a:lnTo>
                <a:lnTo>
                  <a:pt x="1085850" y="3867150"/>
                </a:lnTo>
                <a:lnTo>
                  <a:pt x="1085850" y="3876675"/>
                </a:lnTo>
                <a:lnTo>
                  <a:pt x="1066800" y="3876675"/>
                </a:lnTo>
                <a:lnTo>
                  <a:pt x="1066800" y="3867150"/>
                </a:lnTo>
                <a:lnTo>
                  <a:pt x="1047750" y="3867150"/>
                </a:lnTo>
                <a:lnTo>
                  <a:pt x="1047750" y="3857625"/>
                </a:lnTo>
                <a:lnTo>
                  <a:pt x="1057275" y="3857625"/>
                </a:lnTo>
                <a:close/>
                <a:moveTo>
                  <a:pt x="361950" y="3857625"/>
                </a:moveTo>
                <a:lnTo>
                  <a:pt x="381000" y="3857625"/>
                </a:lnTo>
                <a:lnTo>
                  <a:pt x="381000" y="3867150"/>
                </a:lnTo>
                <a:lnTo>
                  <a:pt x="390525" y="3867150"/>
                </a:lnTo>
                <a:lnTo>
                  <a:pt x="390525" y="3886200"/>
                </a:lnTo>
                <a:lnTo>
                  <a:pt x="381000" y="3886200"/>
                </a:lnTo>
                <a:lnTo>
                  <a:pt x="381000" y="3876675"/>
                </a:lnTo>
                <a:lnTo>
                  <a:pt x="371475" y="3876675"/>
                </a:lnTo>
                <a:lnTo>
                  <a:pt x="371475" y="3867150"/>
                </a:lnTo>
                <a:lnTo>
                  <a:pt x="361950" y="3867150"/>
                </a:lnTo>
                <a:close/>
                <a:moveTo>
                  <a:pt x="819150" y="3867150"/>
                </a:moveTo>
                <a:lnTo>
                  <a:pt x="828675" y="3867150"/>
                </a:lnTo>
                <a:lnTo>
                  <a:pt x="828675" y="3876675"/>
                </a:lnTo>
                <a:lnTo>
                  <a:pt x="819150" y="3876675"/>
                </a:lnTo>
                <a:close/>
                <a:moveTo>
                  <a:pt x="1190625" y="3867150"/>
                </a:moveTo>
                <a:lnTo>
                  <a:pt x="1200150" y="3867150"/>
                </a:lnTo>
                <a:lnTo>
                  <a:pt x="1200150" y="3895725"/>
                </a:lnTo>
                <a:lnTo>
                  <a:pt x="1181100" y="3895725"/>
                </a:lnTo>
                <a:lnTo>
                  <a:pt x="1181100" y="3876675"/>
                </a:lnTo>
                <a:lnTo>
                  <a:pt x="1190625" y="3876675"/>
                </a:lnTo>
                <a:close/>
                <a:moveTo>
                  <a:pt x="1524000" y="3867150"/>
                </a:moveTo>
                <a:lnTo>
                  <a:pt x="1533525" y="3867150"/>
                </a:lnTo>
                <a:lnTo>
                  <a:pt x="1533525" y="3857625"/>
                </a:lnTo>
                <a:lnTo>
                  <a:pt x="1524000" y="3857625"/>
                </a:lnTo>
                <a:close/>
                <a:moveTo>
                  <a:pt x="1304925" y="3876675"/>
                </a:moveTo>
                <a:lnTo>
                  <a:pt x="1323975" y="3876675"/>
                </a:lnTo>
                <a:lnTo>
                  <a:pt x="1323975" y="3886200"/>
                </a:lnTo>
                <a:lnTo>
                  <a:pt x="1304925" y="3886200"/>
                </a:lnTo>
                <a:close/>
                <a:moveTo>
                  <a:pt x="1628775" y="3876675"/>
                </a:moveTo>
                <a:lnTo>
                  <a:pt x="1638300" y="3876675"/>
                </a:lnTo>
                <a:lnTo>
                  <a:pt x="1638300" y="3886200"/>
                </a:lnTo>
                <a:lnTo>
                  <a:pt x="1628775" y="3886200"/>
                </a:lnTo>
                <a:close/>
                <a:moveTo>
                  <a:pt x="1057275" y="3886200"/>
                </a:moveTo>
                <a:lnTo>
                  <a:pt x="1076325" y="3886200"/>
                </a:lnTo>
                <a:lnTo>
                  <a:pt x="1076325" y="3895725"/>
                </a:lnTo>
                <a:lnTo>
                  <a:pt x="1057275" y="3895725"/>
                </a:lnTo>
                <a:close/>
                <a:moveTo>
                  <a:pt x="1666875" y="3886200"/>
                </a:moveTo>
                <a:lnTo>
                  <a:pt x="1695450" y="3886200"/>
                </a:lnTo>
                <a:lnTo>
                  <a:pt x="1695450" y="3895725"/>
                </a:lnTo>
                <a:lnTo>
                  <a:pt x="1666875" y="3895725"/>
                </a:lnTo>
                <a:close/>
                <a:moveTo>
                  <a:pt x="762000" y="3905250"/>
                </a:moveTo>
                <a:lnTo>
                  <a:pt x="781050" y="3905250"/>
                </a:lnTo>
                <a:lnTo>
                  <a:pt x="781050" y="3914775"/>
                </a:lnTo>
                <a:lnTo>
                  <a:pt x="771525" y="3914775"/>
                </a:lnTo>
                <a:lnTo>
                  <a:pt x="771525" y="3924300"/>
                </a:lnTo>
                <a:lnTo>
                  <a:pt x="781050" y="3924300"/>
                </a:lnTo>
                <a:lnTo>
                  <a:pt x="781050" y="3933825"/>
                </a:lnTo>
                <a:lnTo>
                  <a:pt x="752475" y="3933825"/>
                </a:lnTo>
                <a:lnTo>
                  <a:pt x="752475" y="3952875"/>
                </a:lnTo>
                <a:lnTo>
                  <a:pt x="742950" y="3952875"/>
                </a:lnTo>
                <a:lnTo>
                  <a:pt x="742950" y="3943350"/>
                </a:lnTo>
                <a:lnTo>
                  <a:pt x="695325" y="3943350"/>
                </a:lnTo>
                <a:lnTo>
                  <a:pt x="695325" y="3933825"/>
                </a:lnTo>
                <a:lnTo>
                  <a:pt x="704850" y="3933825"/>
                </a:lnTo>
                <a:lnTo>
                  <a:pt x="704850" y="3914775"/>
                </a:lnTo>
                <a:lnTo>
                  <a:pt x="723900" y="3914775"/>
                </a:lnTo>
                <a:lnTo>
                  <a:pt x="723900" y="3933825"/>
                </a:lnTo>
                <a:lnTo>
                  <a:pt x="742950" y="3933825"/>
                </a:lnTo>
                <a:lnTo>
                  <a:pt x="742950" y="3924300"/>
                </a:lnTo>
                <a:lnTo>
                  <a:pt x="752475" y="3924300"/>
                </a:lnTo>
                <a:lnTo>
                  <a:pt x="752475" y="3914775"/>
                </a:lnTo>
                <a:lnTo>
                  <a:pt x="762000" y="3914775"/>
                </a:lnTo>
                <a:close/>
                <a:moveTo>
                  <a:pt x="809625" y="3905250"/>
                </a:moveTo>
                <a:lnTo>
                  <a:pt x="828675" y="3905250"/>
                </a:lnTo>
                <a:lnTo>
                  <a:pt x="828675" y="3914775"/>
                </a:lnTo>
                <a:lnTo>
                  <a:pt x="819150" y="3914775"/>
                </a:lnTo>
                <a:lnTo>
                  <a:pt x="819150" y="3924300"/>
                </a:lnTo>
                <a:lnTo>
                  <a:pt x="809625" y="3924300"/>
                </a:lnTo>
                <a:lnTo>
                  <a:pt x="809625" y="3933825"/>
                </a:lnTo>
                <a:lnTo>
                  <a:pt x="800100" y="3933825"/>
                </a:lnTo>
                <a:lnTo>
                  <a:pt x="800100" y="3914775"/>
                </a:lnTo>
                <a:lnTo>
                  <a:pt x="809625" y="3914775"/>
                </a:lnTo>
                <a:close/>
                <a:moveTo>
                  <a:pt x="876300" y="3905250"/>
                </a:moveTo>
                <a:lnTo>
                  <a:pt x="904875" y="3905250"/>
                </a:lnTo>
                <a:lnTo>
                  <a:pt x="904875" y="3924300"/>
                </a:lnTo>
                <a:lnTo>
                  <a:pt x="923925" y="3924300"/>
                </a:lnTo>
                <a:lnTo>
                  <a:pt x="923925" y="3943350"/>
                </a:lnTo>
                <a:lnTo>
                  <a:pt x="866775" y="3943350"/>
                </a:lnTo>
                <a:lnTo>
                  <a:pt x="866775" y="3933825"/>
                </a:lnTo>
                <a:lnTo>
                  <a:pt x="847725" y="3933825"/>
                </a:lnTo>
                <a:lnTo>
                  <a:pt x="847725" y="3924300"/>
                </a:lnTo>
                <a:lnTo>
                  <a:pt x="838200" y="3924300"/>
                </a:lnTo>
                <a:lnTo>
                  <a:pt x="838200" y="3914775"/>
                </a:lnTo>
                <a:lnTo>
                  <a:pt x="876300" y="3914775"/>
                </a:lnTo>
                <a:close/>
                <a:moveTo>
                  <a:pt x="942975" y="3905250"/>
                </a:moveTo>
                <a:lnTo>
                  <a:pt x="962025" y="3905250"/>
                </a:lnTo>
                <a:lnTo>
                  <a:pt x="962025" y="3914775"/>
                </a:lnTo>
                <a:lnTo>
                  <a:pt x="942975" y="3914775"/>
                </a:lnTo>
                <a:close/>
                <a:moveTo>
                  <a:pt x="1057275" y="3914775"/>
                </a:moveTo>
                <a:lnTo>
                  <a:pt x="1066800" y="3914775"/>
                </a:lnTo>
                <a:lnTo>
                  <a:pt x="1066800" y="3933825"/>
                </a:lnTo>
                <a:lnTo>
                  <a:pt x="1057275" y="3933825"/>
                </a:lnTo>
                <a:close/>
                <a:moveTo>
                  <a:pt x="1095375" y="3914775"/>
                </a:moveTo>
                <a:lnTo>
                  <a:pt x="1114425" y="3914775"/>
                </a:lnTo>
                <a:lnTo>
                  <a:pt x="1114425" y="3924300"/>
                </a:lnTo>
                <a:lnTo>
                  <a:pt x="1123950" y="3924300"/>
                </a:lnTo>
                <a:lnTo>
                  <a:pt x="1123950" y="3933825"/>
                </a:lnTo>
                <a:lnTo>
                  <a:pt x="1104900" y="3933825"/>
                </a:lnTo>
                <a:lnTo>
                  <a:pt x="1104900" y="3924300"/>
                </a:lnTo>
                <a:lnTo>
                  <a:pt x="1095375" y="3924300"/>
                </a:lnTo>
                <a:close/>
                <a:moveTo>
                  <a:pt x="1133475" y="3924300"/>
                </a:moveTo>
                <a:lnTo>
                  <a:pt x="1152525" y="3924300"/>
                </a:lnTo>
                <a:lnTo>
                  <a:pt x="1152525" y="3933825"/>
                </a:lnTo>
                <a:lnTo>
                  <a:pt x="1133475" y="3933825"/>
                </a:lnTo>
                <a:close/>
                <a:moveTo>
                  <a:pt x="1238250" y="3924300"/>
                </a:moveTo>
                <a:lnTo>
                  <a:pt x="1247775" y="3924300"/>
                </a:lnTo>
                <a:lnTo>
                  <a:pt x="1247775" y="3933825"/>
                </a:lnTo>
                <a:lnTo>
                  <a:pt x="1238250" y="3933825"/>
                </a:lnTo>
                <a:close/>
                <a:moveTo>
                  <a:pt x="495300" y="3933825"/>
                </a:moveTo>
                <a:lnTo>
                  <a:pt x="504825" y="3933825"/>
                </a:lnTo>
                <a:lnTo>
                  <a:pt x="504825" y="3952875"/>
                </a:lnTo>
                <a:lnTo>
                  <a:pt x="485775" y="3952875"/>
                </a:lnTo>
                <a:lnTo>
                  <a:pt x="485775" y="3943350"/>
                </a:lnTo>
                <a:lnTo>
                  <a:pt x="495300" y="3943350"/>
                </a:lnTo>
                <a:close/>
                <a:moveTo>
                  <a:pt x="1038225" y="3933825"/>
                </a:moveTo>
                <a:lnTo>
                  <a:pt x="1057275" y="3933825"/>
                </a:lnTo>
                <a:lnTo>
                  <a:pt x="1057275" y="3943350"/>
                </a:lnTo>
                <a:lnTo>
                  <a:pt x="1038225" y="3943350"/>
                </a:lnTo>
                <a:close/>
                <a:moveTo>
                  <a:pt x="1076325" y="3933825"/>
                </a:moveTo>
                <a:lnTo>
                  <a:pt x="1085850" y="3933825"/>
                </a:lnTo>
                <a:lnTo>
                  <a:pt x="1085850" y="3943350"/>
                </a:lnTo>
                <a:lnTo>
                  <a:pt x="1076325" y="3943350"/>
                </a:lnTo>
                <a:close/>
                <a:moveTo>
                  <a:pt x="647700" y="3952875"/>
                </a:moveTo>
                <a:lnTo>
                  <a:pt x="714375" y="3952875"/>
                </a:lnTo>
                <a:lnTo>
                  <a:pt x="714375" y="3962400"/>
                </a:lnTo>
                <a:lnTo>
                  <a:pt x="647700" y="3962400"/>
                </a:lnTo>
                <a:close/>
                <a:moveTo>
                  <a:pt x="533400" y="3962400"/>
                </a:moveTo>
                <a:lnTo>
                  <a:pt x="542925" y="3962400"/>
                </a:lnTo>
                <a:lnTo>
                  <a:pt x="542925" y="3971925"/>
                </a:lnTo>
                <a:lnTo>
                  <a:pt x="533400" y="3971925"/>
                </a:lnTo>
                <a:close/>
              </a:path>
            </a:pathLst>
          </a:custGeom>
          <a:solidFill xmlns:a="http://schemas.openxmlformats.org/drawingml/2006/main">
            <a:srgbClr val="F4F8FD"/>
          </a:solidFill>
          <a:ln xmlns:a="http://schemas.openxmlformats.org/drawingml/2006/main" w="0">
            <a:noFill/>
          </a:ln>
        </p:spPr>
      </p:sp>
      <p:sp>
        <p:nvSpPr>
          <p:cNvPr id="17" name="phones vector #f2f8fc">
            <a:extLst xmlns:a="http://schemas.openxmlformats.org/drawingml/2006/main">
              <a:ext uri="{FF2B5EF4-FFF2-40B4-BE49-F238E27FC236}">
                <a16:creationId xmlns:a16="http://schemas.microsoft.com/office/drawing/2014/main" id="{44CA9E37-D4FA-47F8-8C40-FEA8C2259EE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48500" y="190500"/>
            <a:ext cx="5905500" cy="6619875"/>
          </a:xfrm>
          <a:custGeom xmlns:a="http://schemas.openxmlformats.org/drawingml/2006/main">
            <a:pathLst>
              <a:path w="3838575" h="4295775">
                <a:moveTo>
                  <a:pt x="1314450" y="152400"/>
                </a:moveTo>
                <a:lnTo>
                  <a:pt x="1362075" y="152400"/>
                </a:lnTo>
                <a:lnTo>
                  <a:pt x="1362075" y="161925"/>
                </a:lnTo>
                <a:lnTo>
                  <a:pt x="1390650" y="161925"/>
                </a:lnTo>
                <a:lnTo>
                  <a:pt x="1390650" y="152400"/>
                </a:lnTo>
                <a:lnTo>
                  <a:pt x="1419225" y="152400"/>
                </a:lnTo>
                <a:lnTo>
                  <a:pt x="1419225" y="161925"/>
                </a:lnTo>
                <a:lnTo>
                  <a:pt x="1428750" y="161925"/>
                </a:lnTo>
                <a:lnTo>
                  <a:pt x="1428750" y="152400"/>
                </a:lnTo>
                <a:lnTo>
                  <a:pt x="1447800" y="152400"/>
                </a:lnTo>
                <a:lnTo>
                  <a:pt x="1447800" y="171450"/>
                </a:lnTo>
                <a:lnTo>
                  <a:pt x="1457325" y="171450"/>
                </a:lnTo>
                <a:lnTo>
                  <a:pt x="1457325" y="180975"/>
                </a:lnTo>
                <a:lnTo>
                  <a:pt x="1466850" y="180975"/>
                </a:lnTo>
                <a:lnTo>
                  <a:pt x="1466850" y="190500"/>
                </a:lnTo>
                <a:lnTo>
                  <a:pt x="1476375" y="190500"/>
                </a:lnTo>
                <a:lnTo>
                  <a:pt x="1476375" y="200025"/>
                </a:lnTo>
                <a:lnTo>
                  <a:pt x="1457325" y="200025"/>
                </a:lnTo>
                <a:lnTo>
                  <a:pt x="1457325" y="209550"/>
                </a:lnTo>
                <a:lnTo>
                  <a:pt x="1419225" y="209550"/>
                </a:lnTo>
                <a:lnTo>
                  <a:pt x="1419225" y="219075"/>
                </a:lnTo>
                <a:lnTo>
                  <a:pt x="1409700" y="219075"/>
                </a:lnTo>
                <a:lnTo>
                  <a:pt x="1409700" y="228600"/>
                </a:lnTo>
                <a:lnTo>
                  <a:pt x="1400175" y="228600"/>
                </a:lnTo>
                <a:lnTo>
                  <a:pt x="1400175" y="190500"/>
                </a:lnTo>
                <a:lnTo>
                  <a:pt x="1409700" y="190500"/>
                </a:lnTo>
                <a:lnTo>
                  <a:pt x="1409700" y="200025"/>
                </a:lnTo>
                <a:lnTo>
                  <a:pt x="1419225" y="200025"/>
                </a:lnTo>
                <a:lnTo>
                  <a:pt x="1419225" y="190500"/>
                </a:lnTo>
                <a:lnTo>
                  <a:pt x="1438275" y="190500"/>
                </a:lnTo>
                <a:lnTo>
                  <a:pt x="1438275" y="171450"/>
                </a:lnTo>
                <a:lnTo>
                  <a:pt x="1419225" y="171450"/>
                </a:lnTo>
                <a:lnTo>
                  <a:pt x="1419225" y="180975"/>
                </a:lnTo>
                <a:lnTo>
                  <a:pt x="1409700" y="180975"/>
                </a:lnTo>
                <a:lnTo>
                  <a:pt x="1409700" y="171450"/>
                </a:lnTo>
                <a:lnTo>
                  <a:pt x="1381125" y="171450"/>
                </a:lnTo>
                <a:lnTo>
                  <a:pt x="1381125" y="180975"/>
                </a:lnTo>
                <a:lnTo>
                  <a:pt x="1352550" y="180975"/>
                </a:lnTo>
                <a:lnTo>
                  <a:pt x="1352550" y="161925"/>
                </a:lnTo>
                <a:lnTo>
                  <a:pt x="1314450" y="161925"/>
                </a:lnTo>
                <a:close/>
                <a:moveTo>
                  <a:pt x="1533525" y="152400"/>
                </a:moveTo>
                <a:lnTo>
                  <a:pt x="1552575" y="152400"/>
                </a:lnTo>
                <a:lnTo>
                  <a:pt x="1552575" y="161925"/>
                </a:lnTo>
                <a:lnTo>
                  <a:pt x="1533525" y="161925"/>
                </a:lnTo>
                <a:close/>
                <a:moveTo>
                  <a:pt x="1552575" y="161925"/>
                </a:moveTo>
                <a:lnTo>
                  <a:pt x="1562100" y="161925"/>
                </a:lnTo>
                <a:lnTo>
                  <a:pt x="1562100" y="171450"/>
                </a:lnTo>
                <a:lnTo>
                  <a:pt x="1552575" y="171450"/>
                </a:lnTo>
                <a:close/>
                <a:moveTo>
                  <a:pt x="1562100" y="171450"/>
                </a:moveTo>
                <a:lnTo>
                  <a:pt x="1571625" y="171450"/>
                </a:lnTo>
                <a:lnTo>
                  <a:pt x="1571625" y="180975"/>
                </a:lnTo>
                <a:lnTo>
                  <a:pt x="1562100" y="180975"/>
                </a:lnTo>
                <a:close/>
                <a:moveTo>
                  <a:pt x="1552575" y="180975"/>
                </a:moveTo>
                <a:lnTo>
                  <a:pt x="1562100" y="180975"/>
                </a:lnTo>
                <a:lnTo>
                  <a:pt x="1562100" y="200025"/>
                </a:lnTo>
                <a:lnTo>
                  <a:pt x="1552575" y="200025"/>
                </a:lnTo>
                <a:lnTo>
                  <a:pt x="1552575" y="209550"/>
                </a:lnTo>
                <a:lnTo>
                  <a:pt x="1533525" y="209550"/>
                </a:lnTo>
                <a:lnTo>
                  <a:pt x="1533525" y="200025"/>
                </a:lnTo>
                <a:lnTo>
                  <a:pt x="1543050" y="200025"/>
                </a:lnTo>
                <a:lnTo>
                  <a:pt x="1543050" y="190500"/>
                </a:lnTo>
                <a:lnTo>
                  <a:pt x="1552575" y="190500"/>
                </a:lnTo>
                <a:close/>
                <a:moveTo>
                  <a:pt x="1371600" y="190500"/>
                </a:moveTo>
                <a:lnTo>
                  <a:pt x="1390650" y="190500"/>
                </a:lnTo>
                <a:lnTo>
                  <a:pt x="1390650" y="209550"/>
                </a:lnTo>
                <a:lnTo>
                  <a:pt x="1381125" y="209550"/>
                </a:lnTo>
                <a:lnTo>
                  <a:pt x="1381125" y="200025"/>
                </a:lnTo>
                <a:lnTo>
                  <a:pt x="1371600" y="200025"/>
                </a:lnTo>
                <a:close/>
                <a:moveTo>
                  <a:pt x="1476375" y="200025"/>
                </a:moveTo>
                <a:lnTo>
                  <a:pt x="1485900" y="200025"/>
                </a:lnTo>
                <a:lnTo>
                  <a:pt x="1485900" y="209550"/>
                </a:lnTo>
                <a:lnTo>
                  <a:pt x="1476375" y="209550"/>
                </a:lnTo>
                <a:close/>
                <a:moveTo>
                  <a:pt x="1609725" y="200025"/>
                </a:moveTo>
                <a:lnTo>
                  <a:pt x="1619250" y="200025"/>
                </a:lnTo>
                <a:lnTo>
                  <a:pt x="1619250" y="209550"/>
                </a:lnTo>
                <a:lnTo>
                  <a:pt x="1609725" y="209550"/>
                </a:lnTo>
                <a:close/>
                <a:moveTo>
                  <a:pt x="876300" y="209550"/>
                </a:moveTo>
                <a:lnTo>
                  <a:pt x="885825" y="209550"/>
                </a:lnTo>
                <a:lnTo>
                  <a:pt x="885825" y="219075"/>
                </a:lnTo>
                <a:lnTo>
                  <a:pt x="876300" y="219075"/>
                </a:lnTo>
                <a:close/>
                <a:moveTo>
                  <a:pt x="914400" y="209550"/>
                </a:moveTo>
                <a:lnTo>
                  <a:pt x="923925" y="209550"/>
                </a:lnTo>
                <a:lnTo>
                  <a:pt x="923925" y="219075"/>
                </a:lnTo>
                <a:lnTo>
                  <a:pt x="914400" y="219075"/>
                </a:lnTo>
                <a:close/>
                <a:moveTo>
                  <a:pt x="1085850" y="209550"/>
                </a:moveTo>
                <a:lnTo>
                  <a:pt x="1095375" y="209550"/>
                </a:lnTo>
                <a:lnTo>
                  <a:pt x="1095375" y="219075"/>
                </a:lnTo>
                <a:lnTo>
                  <a:pt x="1085850" y="219075"/>
                </a:lnTo>
                <a:close/>
                <a:moveTo>
                  <a:pt x="1104900" y="209550"/>
                </a:moveTo>
                <a:lnTo>
                  <a:pt x="1114425" y="209550"/>
                </a:lnTo>
                <a:lnTo>
                  <a:pt x="1114425" y="219075"/>
                </a:lnTo>
                <a:lnTo>
                  <a:pt x="1152525" y="219075"/>
                </a:lnTo>
                <a:lnTo>
                  <a:pt x="1152525" y="228600"/>
                </a:lnTo>
                <a:lnTo>
                  <a:pt x="1104900" y="228600"/>
                </a:lnTo>
                <a:close/>
                <a:moveTo>
                  <a:pt x="1485900" y="209550"/>
                </a:moveTo>
                <a:lnTo>
                  <a:pt x="1504950" y="209550"/>
                </a:lnTo>
                <a:lnTo>
                  <a:pt x="1504950" y="219075"/>
                </a:lnTo>
                <a:lnTo>
                  <a:pt x="1485900" y="219075"/>
                </a:lnTo>
                <a:close/>
                <a:moveTo>
                  <a:pt x="1524000" y="209550"/>
                </a:moveTo>
                <a:lnTo>
                  <a:pt x="1533525" y="209550"/>
                </a:lnTo>
                <a:lnTo>
                  <a:pt x="1533525" y="219075"/>
                </a:lnTo>
                <a:lnTo>
                  <a:pt x="1524000" y="219075"/>
                </a:lnTo>
                <a:close/>
                <a:moveTo>
                  <a:pt x="1600200" y="209550"/>
                </a:moveTo>
                <a:lnTo>
                  <a:pt x="1609725" y="209550"/>
                </a:lnTo>
                <a:lnTo>
                  <a:pt x="1609725" y="219075"/>
                </a:lnTo>
                <a:lnTo>
                  <a:pt x="1600200" y="219075"/>
                </a:lnTo>
                <a:close/>
                <a:moveTo>
                  <a:pt x="1619250" y="209550"/>
                </a:moveTo>
                <a:lnTo>
                  <a:pt x="1628775" y="209550"/>
                </a:lnTo>
                <a:lnTo>
                  <a:pt x="1628775" y="219075"/>
                </a:lnTo>
                <a:lnTo>
                  <a:pt x="1619250" y="219075"/>
                </a:lnTo>
                <a:close/>
                <a:moveTo>
                  <a:pt x="1581150" y="219075"/>
                </a:moveTo>
                <a:lnTo>
                  <a:pt x="1590675" y="219075"/>
                </a:lnTo>
                <a:lnTo>
                  <a:pt x="1590675" y="228600"/>
                </a:lnTo>
                <a:lnTo>
                  <a:pt x="1581150" y="228600"/>
                </a:lnTo>
                <a:close/>
                <a:moveTo>
                  <a:pt x="590550" y="228600"/>
                </a:moveTo>
                <a:lnTo>
                  <a:pt x="619125" y="228600"/>
                </a:lnTo>
                <a:lnTo>
                  <a:pt x="619125" y="238125"/>
                </a:lnTo>
                <a:lnTo>
                  <a:pt x="647700" y="238125"/>
                </a:lnTo>
                <a:lnTo>
                  <a:pt x="647700" y="228600"/>
                </a:lnTo>
                <a:lnTo>
                  <a:pt x="666750" y="228600"/>
                </a:lnTo>
                <a:lnTo>
                  <a:pt x="666750" y="238125"/>
                </a:lnTo>
                <a:lnTo>
                  <a:pt x="695325" y="238125"/>
                </a:lnTo>
                <a:lnTo>
                  <a:pt x="695325" y="247650"/>
                </a:lnTo>
                <a:lnTo>
                  <a:pt x="657225" y="247650"/>
                </a:lnTo>
                <a:lnTo>
                  <a:pt x="657225" y="238125"/>
                </a:lnTo>
                <a:lnTo>
                  <a:pt x="647700" y="238125"/>
                </a:lnTo>
                <a:lnTo>
                  <a:pt x="647700" y="266700"/>
                </a:lnTo>
                <a:lnTo>
                  <a:pt x="590550" y="266700"/>
                </a:lnTo>
                <a:lnTo>
                  <a:pt x="590550" y="276225"/>
                </a:lnTo>
                <a:lnTo>
                  <a:pt x="600075" y="276225"/>
                </a:lnTo>
                <a:lnTo>
                  <a:pt x="600075" y="295275"/>
                </a:lnTo>
                <a:lnTo>
                  <a:pt x="628650" y="295275"/>
                </a:lnTo>
                <a:lnTo>
                  <a:pt x="628650" y="285750"/>
                </a:lnTo>
                <a:lnTo>
                  <a:pt x="638175" y="285750"/>
                </a:lnTo>
                <a:lnTo>
                  <a:pt x="638175" y="276225"/>
                </a:lnTo>
                <a:lnTo>
                  <a:pt x="647700" y="276225"/>
                </a:lnTo>
                <a:lnTo>
                  <a:pt x="647700" y="285750"/>
                </a:lnTo>
                <a:lnTo>
                  <a:pt x="657225" y="285750"/>
                </a:lnTo>
                <a:lnTo>
                  <a:pt x="657225" y="295275"/>
                </a:lnTo>
                <a:lnTo>
                  <a:pt x="647700" y="295275"/>
                </a:lnTo>
                <a:lnTo>
                  <a:pt x="647700" y="314325"/>
                </a:lnTo>
                <a:lnTo>
                  <a:pt x="638175" y="314325"/>
                </a:lnTo>
                <a:lnTo>
                  <a:pt x="638175" y="323850"/>
                </a:lnTo>
                <a:lnTo>
                  <a:pt x="628650" y="323850"/>
                </a:lnTo>
                <a:lnTo>
                  <a:pt x="628650" y="333375"/>
                </a:lnTo>
                <a:lnTo>
                  <a:pt x="609600" y="333375"/>
                </a:lnTo>
                <a:lnTo>
                  <a:pt x="609600" y="314325"/>
                </a:lnTo>
                <a:lnTo>
                  <a:pt x="600075" y="314325"/>
                </a:lnTo>
                <a:lnTo>
                  <a:pt x="600075" y="323850"/>
                </a:lnTo>
                <a:lnTo>
                  <a:pt x="590550" y="323850"/>
                </a:lnTo>
                <a:lnTo>
                  <a:pt x="590550" y="314325"/>
                </a:lnTo>
                <a:lnTo>
                  <a:pt x="571500" y="314325"/>
                </a:lnTo>
                <a:lnTo>
                  <a:pt x="571500" y="295275"/>
                </a:lnTo>
                <a:lnTo>
                  <a:pt x="581025" y="295275"/>
                </a:lnTo>
                <a:lnTo>
                  <a:pt x="581025" y="276225"/>
                </a:lnTo>
                <a:lnTo>
                  <a:pt x="561975" y="276225"/>
                </a:lnTo>
                <a:lnTo>
                  <a:pt x="561975" y="285750"/>
                </a:lnTo>
                <a:lnTo>
                  <a:pt x="552450" y="285750"/>
                </a:lnTo>
                <a:lnTo>
                  <a:pt x="552450" y="276225"/>
                </a:lnTo>
                <a:lnTo>
                  <a:pt x="533400" y="276225"/>
                </a:lnTo>
                <a:lnTo>
                  <a:pt x="533400" y="266700"/>
                </a:lnTo>
                <a:lnTo>
                  <a:pt x="523875" y="266700"/>
                </a:lnTo>
                <a:lnTo>
                  <a:pt x="523875" y="285750"/>
                </a:lnTo>
                <a:lnTo>
                  <a:pt x="504825" y="285750"/>
                </a:lnTo>
                <a:lnTo>
                  <a:pt x="504825" y="276225"/>
                </a:lnTo>
                <a:lnTo>
                  <a:pt x="466725" y="276225"/>
                </a:lnTo>
                <a:lnTo>
                  <a:pt x="466725" y="257175"/>
                </a:lnTo>
                <a:lnTo>
                  <a:pt x="447675" y="257175"/>
                </a:lnTo>
                <a:lnTo>
                  <a:pt x="447675" y="247650"/>
                </a:lnTo>
                <a:lnTo>
                  <a:pt x="476250" y="247650"/>
                </a:lnTo>
                <a:lnTo>
                  <a:pt x="476250" y="257175"/>
                </a:lnTo>
                <a:lnTo>
                  <a:pt x="523875" y="257175"/>
                </a:lnTo>
                <a:lnTo>
                  <a:pt x="523875" y="247650"/>
                </a:lnTo>
                <a:lnTo>
                  <a:pt x="533400" y="247650"/>
                </a:lnTo>
                <a:lnTo>
                  <a:pt x="533400" y="266700"/>
                </a:lnTo>
                <a:lnTo>
                  <a:pt x="552450" y="266700"/>
                </a:lnTo>
                <a:lnTo>
                  <a:pt x="552450" y="257175"/>
                </a:lnTo>
                <a:lnTo>
                  <a:pt x="542925" y="257175"/>
                </a:lnTo>
                <a:lnTo>
                  <a:pt x="542925" y="247650"/>
                </a:lnTo>
                <a:lnTo>
                  <a:pt x="581025" y="247650"/>
                </a:lnTo>
                <a:lnTo>
                  <a:pt x="581025" y="238125"/>
                </a:lnTo>
                <a:lnTo>
                  <a:pt x="590550" y="238125"/>
                </a:lnTo>
                <a:close/>
                <a:moveTo>
                  <a:pt x="1152525" y="228600"/>
                </a:moveTo>
                <a:lnTo>
                  <a:pt x="1162050" y="228600"/>
                </a:lnTo>
                <a:lnTo>
                  <a:pt x="1162050" y="285750"/>
                </a:lnTo>
                <a:lnTo>
                  <a:pt x="1171575" y="285750"/>
                </a:lnTo>
                <a:lnTo>
                  <a:pt x="1171575" y="295275"/>
                </a:lnTo>
                <a:lnTo>
                  <a:pt x="1162050" y="295275"/>
                </a:lnTo>
                <a:lnTo>
                  <a:pt x="1162050" y="342900"/>
                </a:lnTo>
                <a:lnTo>
                  <a:pt x="1095375" y="342900"/>
                </a:lnTo>
                <a:lnTo>
                  <a:pt x="1095375" y="333375"/>
                </a:lnTo>
                <a:lnTo>
                  <a:pt x="1133475" y="333375"/>
                </a:lnTo>
                <a:lnTo>
                  <a:pt x="1133475" y="323850"/>
                </a:lnTo>
                <a:lnTo>
                  <a:pt x="1143000" y="323850"/>
                </a:lnTo>
                <a:lnTo>
                  <a:pt x="1143000" y="314325"/>
                </a:lnTo>
                <a:lnTo>
                  <a:pt x="1152525" y="314325"/>
                </a:lnTo>
                <a:lnTo>
                  <a:pt x="1152525" y="285750"/>
                </a:lnTo>
                <a:lnTo>
                  <a:pt x="1143000" y="285750"/>
                </a:lnTo>
                <a:lnTo>
                  <a:pt x="1143000" y="257175"/>
                </a:lnTo>
                <a:lnTo>
                  <a:pt x="1152525" y="257175"/>
                </a:lnTo>
                <a:close/>
                <a:moveTo>
                  <a:pt x="1457325" y="228600"/>
                </a:moveTo>
                <a:lnTo>
                  <a:pt x="1466850" y="228600"/>
                </a:lnTo>
                <a:lnTo>
                  <a:pt x="1466850" y="238125"/>
                </a:lnTo>
                <a:lnTo>
                  <a:pt x="1476375" y="238125"/>
                </a:lnTo>
                <a:lnTo>
                  <a:pt x="1476375" y="247650"/>
                </a:lnTo>
                <a:lnTo>
                  <a:pt x="1457325" y="247650"/>
                </a:lnTo>
                <a:close/>
                <a:moveTo>
                  <a:pt x="1219200" y="257175"/>
                </a:moveTo>
                <a:lnTo>
                  <a:pt x="1247775" y="257175"/>
                </a:lnTo>
                <a:lnTo>
                  <a:pt x="1247775" y="266700"/>
                </a:lnTo>
                <a:lnTo>
                  <a:pt x="1219200" y="266700"/>
                </a:lnTo>
                <a:close/>
                <a:moveTo>
                  <a:pt x="561975" y="266700"/>
                </a:moveTo>
                <a:lnTo>
                  <a:pt x="571500" y="266700"/>
                </a:lnTo>
                <a:lnTo>
                  <a:pt x="571500" y="257175"/>
                </a:lnTo>
                <a:lnTo>
                  <a:pt x="561975" y="257175"/>
                </a:lnTo>
                <a:close/>
                <a:moveTo>
                  <a:pt x="1552575" y="266700"/>
                </a:moveTo>
                <a:lnTo>
                  <a:pt x="1562100" y="266700"/>
                </a:lnTo>
                <a:lnTo>
                  <a:pt x="1562100" y="285750"/>
                </a:lnTo>
                <a:lnTo>
                  <a:pt x="1571625" y="285750"/>
                </a:lnTo>
                <a:lnTo>
                  <a:pt x="1571625" y="295275"/>
                </a:lnTo>
                <a:lnTo>
                  <a:pt x="1581150" y="295275"/>
                </a:lnTo>
                <a:lnTo>
                  <a:pt x="1581150" y="304800"/>
                </a:lnTo>
                <a:lnTo>
                  <a:pt x="1562100" y="304800"/>
                </a:lnTo>
                <a:lnTo>
                  <a:pt x="1562100" y="295275"/>
                </a:lnTo>
                <a:lnTo>
                  <a:pt x="1543050" y="295275"/>
                </a:lnTo>
                <a:lnTo>
                  <a:pt x="1543050" y="285750"/>
                </a:lnTo>
                <a:lnTo>
                  <a:pt x="1524000" y="285750"/>
                </a:lnTo>
                <a:lnTo>
                  <a:pt x="1524000" y="276225"/>
                </a:lnTo>
                <a:lnTo>
                  <a:pt x="1552575" y="276225"/>
                </a:lnTo>
                <a:close/>
                <a:moveTo>
                  <a:pt x="1238250" y="276225"/>
                </a:moveTo>
                <a:lnTo>
                  <a:pt x="1257300" y="276225"/>
                </a:lnTo>
                <a:lnTo>
                  <a:pt x="1257300" y="285750"/>
                </a:lnTo>
                <a:lnTo>
                  <a:pt x="1238250" y="285750"/>
                </a:lnTo>
                <a:close/>
                <a:moveTo>
                  <a:pt x="1476375" y="276225"/>
                </a:moveTo>
                <a:lnTo>
                  <a:pt x="1514475" y="276225"/>
                </a:lnTo>
                <a:lnTo>
                  <a:pt x="1514475" y="285750"/>
                </a:lnTo>
                <a:lnTo>
                  <a:pt x="1476375" y="285750"/>
                </a:lnTo>
                <a:close/>
                <a:moveTo>
                  <a:pt x="266700" y="285750"/>
                </a:moveTo>
                <a:lnTo>
                  <a:pt x="285750" y="285750"/>
                </a:lnTo>
                <a:lnTo>
                  <a:pt x="285750" y="295275"/>
                </a:lnTo>
                <a:lnTo>
                  <a:pt x="304800" y="295275"/>
                </a:lnTo>
                <a:lnTo>
                  <a:pt x="304800" y="314325"/>
                </a:lnTo>
                <a:lnTo>
                  <a:pt x="323850" y="314325"/>
                </a:lnTo>
                <a:lnTo>
                  <a:pt x="323850" y="323850"/>
                </a:lnTo>
                <a:lnTo>
                  <a:pt x="285750" y="323850"/>
                </a:lnTo>
                <a:lnTo>
                  <a:pt x="285750" y="304800"/>
                </a:lnTo>
                <a:lnTo>
                  <a:pt x="257175" y="304800"/>
                </a:lnTo>
                <a:lnTo>
                  <a:pt x="257175" y="295275"/>
                </a:lnTo>
                <a:lnTo>
                  <a:pt x="266700" y="295275"/>
                </a:lnTo>
                <a:close/>
                <a:moveTo>
                  <a:pt x="1295400" y="285750"/>
                </a:moveTo>
                <a:lnTo>
                  <a:pt x="1304925" y="285750"/>
                </a:lnTo>
                <a:lnTo>
                  <a:pt x="1304925" y="295275"/>
                </a:lnTo>
                <a:lnTo>
                  <a:pt x="1295400" y="295275"/>
                </a:lnTo>
                <a:close/>
                <a:moveTo>
                  <a:pt x="542925" y="295275"/>
                </a:moveTo>
                <a:lnTo>
                  <a:pt x="552450" y="295275"/>
                </a:lnTo>
                <a:lnTo>
                  <a:pt x="552450" y="314325"/>
                </a:lnTo>
                <a:lnTo>
                  <a:pt x="542925" y="314325"/>
                </a:lnTo>
                <a:close/>
                <a:moveTo>
                  <a:pt x="1619250" y="295275"/>
                </a:moveTo>
                <a:lnTo>
                  <a:pt x="1628775" y="295275"/>
                </a:lnTo>
                <a:lnTo>
                  <a:pt x="1628775" y="304800"/>
                </a:lnTo>
                <a:lnTo>
                  <a:pt x="1619250" y="304800"/>
                </a:lnTo>
                <a:close/>
                <a:moveTo>
                  <a:pt x="1628775" y="304800"/>
                </a:moveTo>
                <a:lnTo>
                  <a:pt x="1647825" y="304800"/>
                </a:lnTo>
                <a:lnTo>
                  <a:pt x="1647825" y="314325"/>
                </a:lnTo>
                <a:lnTo>
                  <a:pt x="1657350" y="314325"/>
                </a:lnTo>
                <a:lnTo>
                  <a:pt x="1657350" y="342900"/>
                </a:lnTo>
                <a:lnTo>
                  <a:pt x="1647825" y="342900"/>
                </a:lnTo>
                <a:lnTo>
                  <a:pt x="1647825" y="323850"/>
                </a:lnTo>
                <a:lnTo>
                  <a:pt x="1638300" y="323850"/>
                </a:lnTo>
                <a:lnTo>
                  <a:pt x="1638300" y="314325"/>
                </a:lnTo>
                <a:lnTo>
                  <a:pt x="1628775" y="314325"/>
                </a:lnTo>
                <a:close/>
                <a:moveTo>
                  <a:pt x="647700" y="314325"/>
                </a:moveTo>
                <a:lnTo>
                  <a:pt x="657225" y="314325"/>
                </a:lnTo>
                <a:lnTo>
                  <a:pt x="657225" y="323850"/>
                </a:lnTo>
                <a:lnTo>
                  <a:pt x="647700" y="323850"/>
                </a:lnTo>
                <a:close/>
                <a:moveTo>
                  <a:pt x="333375" y="323850"/>
                </a:moveTo>
                <a:lnTo>
                  <a:pt x="342900" y="323850"/>
                </a:lnTo>
                <a:lnTo>
                  <a:pt x="342900" y="333375"/>
                </a:lnTo>
                <a:lnTo>
                  <a:pt x="333375" y="333375"/>
                </a:lnTo>
                <a:close/>
                <a:moveTo>
                  <a:pt x="600075" y="333375"/>
                </a:moveTo>
                <a:lnTo>
                  <a:pt x="609600" y="333375"/>
                </a:lnTo>
                <a:lnTo>
                  <a:pt x="609600" y="342900"/>
                </a:lnTo>
                <a:lnTo>
                  <a:pt x="600075" y="342900"/>
                </a:lnTo>
                <a:close/>
                <a:moveTo>
                  <a:pt x="1076325" y="342900"/>
                </a:moveTo>
                <a:lnTo>
                  <a:pt x="1085850" y="342900"/>
                </a:lnTo>
                <a:lnTo>
                  <a:pt x="1085850" y="352425"/>
                </a:lnTo>
                <a:lnTo>
                  <a:pt x="1076325" y="352425"/>
                </a:lnTo>
                <a:close/>
                <a:moveTo>
                  <a:pt x="1019175" y="352425"/>
                </a:moveTo>
                <a:lnTo>
                  <a:pt x="1038225" y="352425"/>
                </a:lnTo>
                <a:lnTo>
                  <a:pt x="1038225" y="361950"/>
                </a:lnTo>
                <a:lnTo>
                  <a:pt x="1019175" y="361950"/>
                </a:lnTo>
                <a:close/>
                <a:moveTo>
                  <a:pt x="200025" y="361950"/>
                </a:moveTo>
                <a:lnTo>
                  <a:pt x="209550" y="361950"/>
                </a:lnTo>
                <a:lnTo>
                  <a:pt x="209550" y="371475"/>
                </a:lnTo>
                <a:lnTo>
                  <a:pt x="266700" y="371475"/>
                </a:lnTo>
                <a:lnTo>
                  <a:pt x="266700" y="361950"/>
                </a:lnTo>
                <a:lnTo>
                  <a:pt x="295275" y="361950"/>
                </a:lnTo>
                <a:lnTo>
                  <a:pt x="295275" y="371475"/>
                </a:lnTo>
                <a:lnTo>
                  <a:pt x="304800" y="371475"/>
                </a:lnTo>
                <a:lnTo>
                  <a:pt x="304800" y="390525"/>
                </a:lnTo>
                <a:lnTo>
                  <a:pt x="314325" y="390525"/>
                </a:lnTo>
                <a:lnTo>
                  <a:pt x="314325" y="381000"/>
                </a:lnTo>
                <a:lnTo>
                  <a:pt x="323850" y="381000"/>
                </a:lnTo>
                <a:lnTo>
                  <a:pt x="323850" y="371475"/>
                </a:lnTo>
                <a:lnTo>
                  <a:pt x="381000" y="371475"/>
                </a:lnTo>
                <a:lnTo>
                  <a:pt x="381000" y="381000"/>
                </a:lnTo>
                <a:lnTo>
                  <a:pt x="371475" y="381000"/>
                </a:lnTo>
                <a:lnTo>
                  <a:pt x="371475" y="400050"/>
                </a:lnTo>
                <a:lnTo>
                  <a:pt x="352425" y="400050"/>
                </a:lnTo>
                <a:lnTo>
                  <a:pt x="352425" y="419100"/>
                </a:lnTo>
                <a:lnTo>
                  <a:pt x="361950" y="419100"/>
                </a:lnTo>
                <a:lnTo>
                  <a:pt x="361950" y="428625"/>
                </a:lnTo>
                <a:lnTo>
                  <a:pt x="381000" y="428625"/>
                </a:lnTo>
                <a:lnTo>
                  <a:pt x="381000" y="447675"/>
                </a:lnTo>
                <a:lnTo>
                  <a:pt x="409575" y="447675"/>
                </a:lnTo>
                <a:lnTo>
                  <a:pt x="409575" y="438150"/>
                </a:lnTo>
                <a:lnTo>
                  <a:pt x="419100" y="438150"/>
                </a:lnTo>
                <a:lnTo>
                  <a:pt x="419100" y="447675"/>
                </a:lnTo>
                <a:lnTo>
                  <a:pt x="409575" y="447675"/>
                </a:lnTo>
                <a:lnTo>
                  <a:pt x="409575" y="457200"/>
                </a:lnTo>
                <a:lnTo>
                  <a:pt x="419100" y="457200"/>
                </a:lnTo>
                <a:lnTo>
                  <a:pt x="419100" y="447675"/>
                </a:lnTo>
                <a:lnTo>
                  <a:pt x="428625" y="447675"/>
                </a:lnTo>
                <a:lnTo>
                  <a:pt x="428625" y="457200"/>
                </a:lnTo>
                <a:lnTo>
                  <a:pt x="447675" y="457200"/>
                </a:lnTo>
                <a:lnTo>
                  <a:pt x="447675" y="476250"/>
                </a:lnTo>
                <a:lnTo>
                  <a:pt x="457200" y="476250"/>
                </a:lnTo>
                <a:lnTo>
                  <a:pt x="457200" y="485775"/>
                </a:lnTo>
                <a:lnTo>
                  <a:pt x="419100" y="485775"/>
                </a:lnTo>
                <a:lnTo>
                  <a:pt x="419100" y="476250"/>
                </a:lnTo>
                <a:lnTo>
                  <a:pt x="390525" y="476250"/>
                </a:lnTo>
                <a:lnTo>
                  <a:pt x="390525" y="466725"/>
                </a:lnTo>
                <a:lnTo>
                  <a:pt x="361950" y="466725"/>
                </a:lnTo>
                <a:lnTo>
                  <a:pt x="361950" y="476250"/>
                </a:lnTo>
                <a:lnTo>
                  <a:pt x="352425" y="476250"/>
                </a:lnTo>
                <a:lnTo>
                  <a:pt x="352425" y="495300"/>
                </a:lnTo>
                <a:lnTo>
                  <a:pt x="314325" y="495300"/>
                </a:lnTo>
                <a:lnTo>
                  <a:pt x="314325" y="485775"/>
                </a:lnTo>
                <a:lnTo>
                  <a:pt x="323850" y="485775"/>
                </a:lnTo>
                <a:lnTo>
                  <a:pt x="323850" y="476250"/>
                </a:lnTo>
                <a:lnTo>
                  <a:pt x="333375" y="476250"/>
                </a:lnTo>
                <a:lnTo>
                  <a:pt x="333375" y="457200"/>
                </a:lnTo>
                <a:lnTo>
                  <a:pt x="314325" y="457200"/>
                </a:lnTo>
                <a:lnTo>
                  <a:pt x="314325" y="447675"/>
                </a:lnTo>
                <a:lnTo>
                  <a:pt x="266700" y="447675"/>
                </a:lnTo>
                <a:lnTo>
                  <a:pt x="266700" y="438150"/>
                </a:lnTo>
                <a:lnTo>
                  <a:pt x="247650" y="438150"/>
                </a:lnTo>
                <a:lnTo>
                  <a:pt x="247650" y="419100"/>
                </a:lnTo>
                <a:lnTo>
                  <a:pt x="228600" y="419100"/>
                </a:lnTo>
                <a:lnTo>
                  <a:pt x="228600" y="409575"/>
                </a:lnTo>
                <a:lnTo>
                  <a:pt x="190500" y="409575"/>
                </a:lnTo>
                <a:lnTo>
                  <a:pt x="190500" y="400050"/>
                </a:lnTo>
                <a:lnTo>
                  <a:pt x="200025" y="400050"/>
                </a:lnTo>
                <a:lnTo>
                  <a:pt x="200025" y="390525"/>
                </a:lnTo>
                <a:lnTo>
                  <a:pt x="209550" y="390525"/>
                </a:lnTo>
                <a:lnTo>
                  <a:pt x="209550" y="381000"/>
                </a:lnTo>
                <a:lnTo>
                  <a:pt x="200025" y="381000"/>
                </a:lnTo>
                <a:close/>
                <a:moveTo>
                  <a:pt x="409575" y="361950"/>
                </a:moveTo>
                <a:lnTo>
                  <a:pt x="419100" y="361950"/>
                </a:lnTo>
                <a:lnTo>
                  <a:pt x="419100" y="371475"/>
                </a:lnTo>
                <a:lnTo>
                  <a:pt x="409575" y="371475"/>
                </a:lnTo>
                <a:close/>
                <a:moveTo>
                  <a:pt x="904875" y="361950"/>
                </a:moveTo>
                <a:lnTo>
                  <a:pt x="933450" y="361950"/>
                </a:lnTo>
                <a:lnTo>
                  <a:pt x="933450" y="371475"/>
                </a:lnTo>
                <a:lnTo>
                  <a:pt x="904875" y="371475"/>
                </a:lnTo>
                <a:close/>
                <a:moveTo>
                  <a:pt x="828675" y="371475"/>
                </a:moveTo>
                <a:lnTo>
                  <a:pt x="876300" y="371475"/>
                </a:lnTo>
                <a:lnTo>
                  <a:pt x="876300" y="381000"/>
                </a:lnTo>
                <a:lnTo>
                  <a:pt x="828675" y="381000"/>
                </a:lnTo>
                <a:close/>
                <a:moveTo>
                  <a:pt x="885825" y="371475"/>
                </a:moveTo>
                <a:lnTo>
                  <a:pt x="895350" y="371475"/>
                </a:lnTo>
                <a:lnTo>
                  <a:pt x="895350" y="381000"/>
                </a:lnTo>
                <a:lnTo>
                  <a:pt x="885825" y="381000"/>
                </a:lnTo>
                <a:close/>
                <a:moveTo>
                  <a:pt x="609600" y="381000"/>
                </a:moveTo>
                <a:lnTo>
                  <a:pt x="619125" y="381000"/>
                </a:lnTo>
                <a:lnTo>
                  <a:pt x="619125" y="400050"/>
                </a:lnTo>
                <a:lnTo>
                  <a:pt x="609600" y="400050"/>
                </a:lnTo>
                <a:close/>
                <a:moveTo>
                  <a:pt x="895350" y="381000"/>
                </a:moveTo>
                <a:lnTo>
                  <a:pt x="904875" y="381000"/>
                </a:lnTo>
                <a:lnTo>
                  <a:pt x="904875" y="390525"/>
                </a:lnTo>
                <a:lnTo>
                  <a:pt x="895350" y="390525"/>
                </a:lnTo>
                <a:close/>
                <a:moveTo>
                  <a:pt x="266700" y="390525"/>
                </a:moveTo>
                <a:lnTo>
                  <a:pt x="285750" y="390525"/>
                </a:lnTo>
                <a:lnTo>
                  <a:pt x="285750" y="371475"/>
                </a:lnTo>
                <a:lnTo>
                  <a:pt x="276225" y="371475"/>
                </a:lnTo>
                <a:lnTo>
                  <a:pt x="276225" y="381000"/>
                </a:lnTo>
                <a:lnTo>
                  <a:pt x="266700" y="381000"/>
                </a:lnTo>
                <a:close/>
                <a:moveTo>
                  <a:pt x="333375" y="390525"/>
                </a:moveTo>
                <a:lnTo>
                  <a:pt x="342900" y="390525"/>
                </a:lnTo>
                <a:lnTo>
                  <a:pt x="342900" y="381000"/>
                </a:lnTo>
                <a:lnTo>
                  <a:pt x="323850" y="381000"/>
                </a:lnTo>
                <a:lnTo>
                  <a:pt x="323850" y="400050"/>
                </a:lnTo>
                <a:lnTo>
                  <a:pt x="333375" y="400050"/>
                </a:lnTo>
                <a:close/>
                <a:moveTo>
                  <a:pt x="495300" y="390525"/>
                </a:moveTo>
                <a:lnTo>
                  <a:pt x="514350" y="390525"/>
                </a:lnTo>
                <a:lnTo>
                  <a:pt x="514350" y="400050"/>
                </a:lnTo>
                <a:lnTo>
                  <a:pt x="504825" y="400050"/>
                </a:lnTo>
                <a:lnTo>
                  <a:pt x="504825" y="419100"/>
                </a:lnTo>
                <a:lnTo>
                  <a:pt x="495300" y="419100"/>
                </a:lnTo>
                <a:close/>
                <a:moveTo>
                  <a:pt x="1524000" y="400050"/>
                </a:moveTo>
                <a:lnTo>
                  <a:pt x="1533525" y="400050"/>
                </a:lnTo>
                <a:lnTo>
                  <a:pt x="1533525" y="409575"/>
                </a:lnTo>
                <a:lnTo>
                  <a:pt x="1524000" y="409575"/>
                </a:lnTo>
                <a:close/>
                <a:moveTo>
                  <a:pt x="590550" y="419100"/>
                </a:moveTo>
                <a:lnTo>
                  <a:pt x="609600" y="419100"/>
                </a:lnTo>
                <a:lnTo>
                  <a:pt x="609600" y="428625"/>
                </a:lnTo>
                <a:lnTo>
                  <a:pt x="590550" y="428625"/>
                </a:lnTo>
                <a:close/>
                <a:moveTo>
                  <a:pt x="476250" y="428625"/>
                </a:moveTo>
                <a:lnTo>
                  <a:pt x="495300" y="428625"/>
                </a:lnTo>
                <a:lnTo>
                  <a:pt x="495300" y="447675"/>
                </a:lnTo>
                <a:lnTo>
                  <a:pt x="485775" y="447675"/>
                </a:lnTo>
                <a:lnTo>
                  <a:pt x="485775" y="438150"/>
                </a:lnTo>
                <a:lnTo>
                  <a:pt x="476250" y="438150"/>
                </a:lnTo>
                <a:close/>
                <a:moveTo>
                  <a:pt x="1657350" y="428625"/>
                </a:moveTo>
                <a:lnTo>
                  <a:pt x="1666875" y="428625"/>
                </a:lnTo>
                <a:lnTo>
                  <a:pt x="1666875" y="438150"/>
                </a:lnTo>
                <a:lnTo>
                  <a:pt x="1657350" y="438150"/>
                </a:lnTo>
                <a:close/>
                <a:moveTo>
                  <a:pt x="1647825" y="438150"/>
                </a:moveTo>
                <a:lnTo>
                  <a:pt x="1657350" y="438150"/>
                </a:lnTo>
                <a:lnTo>
                  <a:pt x="1657350" y="447675"/>
                </a:lnTo>
                <a:lnTo>
                  <a:pt x="1666875" y="447675"/>
                </a:lnTo>
                <a:lnTo>
                  <a:pt x="1666875" y="466725"/>
                </a:lnTo>
                <a:lnTo>
                  <a:pt x="1657350" y="466725"/>
                </a:lnTo>
                <a:lnTo>
                  <a:pt x="1657350" y="476250"/>
                </a:lnTo>
                <a:lnTo>
                  <a:pt x="1647825" y="476250"/>
                </a:lnTo>
                <a:lnTo>
                  <a:pt x="1647825" y="466725"/>
                </a:lnTo>
                <a:lnTo>
                  <a:pt x="1638300" y="466725"/>
                </a:lnTo>
                <a:lnTo>
                  <a:pt x="1638300" y="447675"/>
                </a:lnTo>
                <a:lnTo>
                  <a:pt x="1647825" y="447675"/>
                </a:lnTo>
                <a:close/>
                <a:moveTo>
                  <a:pt x="333375" y="447675"/>
                </a:moveTo>
                <a:lnTo>
                  <a:pt x="342900" y="447675"/>
                </a:lnTo>
                <a:lnTo>
                  <a:pt x="342900" y="438150"/>
                </a:lnTo>
                <a:lnTo>
                  <a:pt x="333375" y="438150"/>
                </a:lnTo>
                <a:close/>
                <a:moveTo>
                  <a:pt x="561975" y="447675"/>
                </a:moveTo>
                <a:lnTo>
                  <a:pt x="581025" y="447675"/>
                </a:lnTo>
                <a:lnTo>
                  <a:pt x="581025" y="457200"/>
                </a:lnTo>
                <a:lnTo>
                  <a:pt x="561975" y="457200"/>
                </a:lnTo>
                <a:close/>
                <a:moveTo>
                  <a:pt x="533400" y="466725"/>
                </a:moveTo>
                <a:lnTo>
                  <a:pt x="561975" y="466725"/>
                </a:lnTo>
                <a:lnTo>
                  <a:pt x="561975" y="476250"/>
                </a:lnTo>
                <a:lnTo>
                  <a:pt x="533400" y="476250"/>
                </a:lnTo>
                <a:close/>
                <a:moveTo>
                  <a:pt x="581025" y="466725"/>
                </a:moveTo>
                <a:lnTo>
                  <a:pt x="600075" y="466725"/>
                </a:lnTo>
                <a:lnTo>
                  <a:pt x="600075" y="485775"/>
                </a:lnTo>
                <a:lnTo>
                  <a:pt x="590550" y="485775"/>
                </a:lnTo>
                <a:lnTo>
                  <a:pt x="590550" y="504825"/>
                </a:lnTo>
                <a:lnTo>
                  <a:pt x="581025" y="504825"/>
                </a:lnTo>
                <a:lnTo>
                  <a:pt x="581025" y="485775"/>
                </a:lnTo>
                <a:lnTo>
                  <a:pt x="571500" y="485775"/>
                </a:lnTo>
                <a:lnTo>
                  <a:pt x="571500" y="476250"/>
                </a:lnTo>
                <a:lnTo>
                  <a:pt x="581025" y="476250"/>
                </a:lnTo>
                <a:close/>
                <a:moveTo>
                  <a:pt x="895350" y="466725"/>
                </a:moveTo>
                <a:lnTo>
                  <a:pt x="904875" y="466725"/>
                </a:lnTo>
                <a:lnTo>
                  <a:pt x="904875" y="485775"/>
                </a:lnTo>
                <a:lnTo>
                  <a:pt x="895350" y="485775"/>
                </a:lnTo>
                <a:close/>
                <a:moveTo>
                  <a:pt x="1438275" y="466725"/>
                </a:moveTo>
                <a:lnTo>
                  <a:pt x="1447800" y="466725"/>
                </a:lnTo>
                <a:lnTo>
                  <a:pt x="1447800" y="476250"/>
                </a:lnTo>
                <a:lnTo>
                  <a:pt x="1457325" y="476250"/>
                </a:lnTo>
                <a:lnTo>
                  <a:pt x="1457325" y="485775"/>
                </a:lnTo>
                <a:lnTo>
                  <a:pt x="1447800" y="485775"/>
                </a:lnTo>
                <a:lnTo>
                  <a:pt x="1447800" y="495300"/>
                </a:lnTo>
                <a:lnTo>
                  <a:pt x="1438275" y="495300"/>
                </a:lnTo>
                <a:close/>
                <a:moveTo>
                  <a:pt x="1666875" y="466725"/>
                </a:moveTo>
                <a:lnTo>
                  <a:pt x="1676400" y="466725"/>
                </a:lnTo>
                <a:lnTo>
                  <a:pt x="1676400" y="485775"/>
                </a:lnTo>
                <a:lnTo>
                  <a:pt x="1666875" y="485775"/>
                </a:lnTo>
                <a:close/>
                <a:moveTo>
                  <a:pt x="161925" y="476250"/>
                </a:moveTo>
                <a:lnTo>
                  <a:pt x="171450" y="476250"/>
                </a:lnTo>
                <a:lnTo>
                  <a:pt x="171450" y="485775"/>
                </a:lnTo>
                <a:lnTo>
                  <a:pt x="161925" y="485775"/>
                </a:lnTo>
                <a:close/>
                <a:moveTo>
                  <a:pt x="514350" y="476250"/>
                </a:moveTo>
                <a:lnTo>
                  <a:pt x="523875" y="476250"/>
                </a:lnTo>
                <a:lnTo>
                  <a:pt x="523875" y="485775"/>
                </a:lnTo>
                <a:lnTo>
                  <a:pt x="514350" y="485775"/>
                </a:lnTo>
                <a:close/>
                <a:moveTo>
                  <a:pt x="219075" y="485775"/>
                </a:moveTo>
                <a:lnTo>
                  <a:pt x="238125" y="485775"/>
                </a:lnTo>
                <a:lnTo>
                  <a:pt x="238125" y="495300"/>
                </a:lnTo>
                <a:lnTo>
                  <a:pt x="247650" y="495300"/>
                </a:lnTo>
                <a:lnTo>
                  <a:pt x="247650" y="504825"/>
                </a:lnTo>
                <a:lnTo>
                  <a:pt x="238125" y="504825"/>
                </a:lnTo>
                <a:lnTo>
                  <a:pt x="238125" y="514350"/>
                </a:lnTo>
                <a:lnTo>
                  <a:pt x="228600" y="514350"/>
                </a:lnTo>
                <a:lnTo>
                  <a:pt x="228600" y="495300"/>
                </a:lnTo>
                <a:lnTo>
                  <a:pt x="219075" y="495300"/>
                </a:lnTo>
                <a:close/>
                <a:moveTo>
                  <a:pt x="266700" y="485775"/>
                </a:moveTo>
                <a:lnTo>
                  <a:pt x="285750" y="485775"/>
                </a:lnTo>
                <a:lnTo>
                  <a:pt x="285750" y="495300"/>
                </a:lnTo>
                <a:lnTo>
                  <a:pt x="266700" y="495300"/>
                </a:lnTo>
                <a:close/>
                <a:moveTo>
                  <a:pt x="495300" y="485775"/>
                </a:moveTo>
                <a:lnTo>
                  <a:pt x="514350" y="485775"/>
                </a:lnTo>
                <a:lnTo>
                  <a:pt x="514350" y="495300"/>
                </a:lnTo>
                <a:lnTo>
                  <a:pt x="495300" y="495300"/>
                </a:lnTo>
                <a:close/>
                <a:moveTo>
                  <a:pt x="600075" y="485775"/>
                </a:moveTo>
                <a:lnTo>
                  <a:pt x="609600" y="485775"/>
                </a:lnTo>
                <a:lnTo>
                  <a:pt x="609600" y="495300"/>
                </a:lnTo>
                <a:lnTo>
                  <a:pt x="619125" y="495300"/>
                </a:lnTo>
                <a:lnTo>
                  <a:pt x="619125" y="504825"/>
                </a:lnTo>
                <a:lnTo>
                  <a:pt x="600075" y="504825"/>
                </a:lnTo>
                <a:close/>
                <a:moveTo>
                  <a:pt x="1457325" y="485775"/>
                </a:moveTo>
                <a:lnTo>
                  <a:pt x="1466850" y="485775"/>
                </a:lnTo>
                <a:lnTo>
                  <a:pt x="1466850" y="495300"/>
                </a:lnTo>
                <a:lnTo>
                  <a:pt x="1457325" y="495300"/>
                </a:lnTo>
                <a:close/>
                <a:moveTo>
                  <a:pt x="171450" y="495300"/>
                </a:moveTo>
                <a:lnTo>
                  <a:pt x="180975" y="495300"/>
                </a:lnTo>
                <a:lnTo>
                  <a:pt x="180975" y="504825"/>
                </a:lnTo>
                <a:lnTo>
                  <a:pt x="171450" y="504825"/>
                </a:lnTo>
                <a:close/>
                <a:moveTo>
                  <a:pt x="190500" y="495300"/>
                </a:moveTo>
                <a:lnTo>
                  <a:pt x="200025" y="495300"/>
                </a:lnTo>
                <a:lnTo>
                  <a:pt x="200025" y="504825"/>
                </a:lnTo>
                <a:lnTo>
                  <a:pt x="190500" y="504825"/>
                </a:lnTo>
                <a:close/>
                <a:moveTo>
                  <a:pt x="200025" y="504825"/>
                </a:moveTo>
                <a:lnTo>
                  <a:pt x="219075" y="504825"/>
                </a:lnTo>
                <a:lnTo>
                  <a:pt x="219075" y="514350"/>
                </a:lnTo>
                <a:lnTo>
                  <a:pt x="228600" y="514350"/>
                </a:lnTo>
                <a:lnTo>
                  <a:pt x="228600" y="523875"/>
                </a:lnTo>
                <a:lnTo>
                  <a:pt x="219075" y="523875"/>
                </a:lnTo>
                <a:lnTo>
                  <a:pt x="219075" y="571500"/>
                </a:lnTo>
                <a:lnTo>
                  <a:pt x="228600" y="571500"/>
                </a:lnTo>
                <a:lnTo>
                  <a:pt x="228600" y="581025"/>
                </a:lnTo>
                <a:lnTo>
                  <a:pt x="238125" y="581025"/>
                </a:lnTo>
                <a:lnTo>
                  <a:pt x="238125" y="600075"/>
                </a:lnTo>
                <a:lnTo>
                  <a:pt x="247650" y="600075"/>
                </a:lnTo>
                <a:lnTo>
                  <a:pt x="247650" y="609600"/>
                </a:lnTo>
                <a:lnTo>
                  <a:pt x="295275" y="609600"/>
                </a:lnTo>
                <a:lnTo>
                  <a:pt x="295275" y="619125"/>
                </a:lnTo>
                <a:lnTo>
                  <a:pt x="228600" y="619125"/>
                </a:lnTo>
                <a:lnTo>
                  <a:pt x="228600" y="609600"/>
                </a:lnTo>
                <a:lnTo>
                  <a:pt x="219075" y="609600"/>
                </a:lnTo>
                <a:lnTo>
                  <a:pt x="219075" y="638175"/>
                </a:lnTo>
                <a:lnTo>
                  <a:pt x="209550" y="638175"/>
                </a:lnTo>
                <a:lnTo>
                  <a:pt x="209550" y="647700"/>
                </a:lnTo>
                <a:lnTo>
                  <a:pt x="190500" y="647700"/>
                </a:lnTo>
                <a:lnTo>
                  <a:pt x="190500" y="638175"/>
                </a:lnTo>
                <a:lnTo>
                  <a:pt x="180975" y="638175"/>
                </a:lnTo>
                <a:lnTo>
                  <a:pt x="180975" y="628650"/>
                </a:lnTo>
                <a:lnTo>
                  <a:pt x="200025" y="628650"/>
                </a:lnTo>
                <a:lnTo>
                  <a:pt x="200025" y="609600"/>
                </a:lnTo>
                <a:lnTo>
                  <a:pt x="209550" y="609600"/>
                </a:lnTo>
                <a:lnTo>
                  <a:pt x="209550" y="590550"/>
                </a:lnTo>
                <a:lnTo>
                  <a:pt x="200025" y="590550"/>
                </a:lnTo>
                <a:lnTo>
                  <a:pt x="200025" y="581025"/>
                </a:lnTo>
                <a:lnTo>
                  <a:pt x="190500" y="581025"/>
                </a:lnTo>
                <a:lnTo>
                  <a:pt x="190500" y="552450"/>
                </a:lnTo>
                <a:lnTo>
                  <a:pt x="180975" y="552450"/>
                </a:lnTo>
                <a:lnTo>
                  <a:pt x="180975" y="542925"/>
                </a:lnTo>
                <a:lnTo>
                  <a:pt x="171450" y="542925"/>
                </a:lnTo>
                <a:lnTo>
                  <a:pt x="171450" y="533400"/>
                </a:lnTo>
                <a:lnTo>
                  <a:pt x="190500" y="533400"/>
                </a:lnTo>
                <a:lnTo>
                  <a:pt x="190500" y="542925"/>
                </a:lnTo>
                <a:lnTo>
                  <a:pt x="209550" y="542925"/>
                </a:lnTo>
                <a:lnTo>
                  <a:pt x="209550" y="514350"/>
                </a:lnTo>
                <a:lnTo>
                  <a:pt x="200025" y="514350"/>
                </a:lnTo>
                <a:close/>
                <a:moveTo>
                  <a:pt x="1381125" y="504825"/>
                </a:moveTo>
                <a:lnTo>
                  <a:pt x="1390650" y="504825"/>
                </a:lnTo>
                <a:lnTo>
                  <a:pt x="1390650" y="523875"/>
                </a:lnTo>
                <a:lnTo>
                  <a:pt x="1381125" y="523875"/>
                </a:lnTo>
                <a:close/>
                <a:moveTo>
                  <a:pt x="1543050" y="504825"/>
                </a:moveTo>
                <a:lnTo>
                  <a:pt x="1552575" y="504825"/>
                </a:lnTo>
                <a:lnTo>
                  <a:pt x="1552575" y="514350"/>
                </a:lnTo>
                <a:lnTo>
                  <a:pt x="1543050" y="514350"/>
                </a:lnTo>
                <a:close/>
                <a:moveTo>
                  <a:pt x="333375" y="523875"/>
                </a:moveTo>
                <a:lnTo>
                  <a:pt x="342900" y="523875"/>
                </a:lnTo>
                <a:lnTo>
                  <a:pt x="342900" y="533400"/>
                </a:lnTo>
                <a:lnTo>
                  <a:pt x="333375" y="533400"/>
                </a:lnTo>
                <a:close/>
                <a:moveTo>
                  <a:pt x="1333500" y="523875"/>
                </a:moveTo>
                <a:lnTo>
                  <a:pt x="1343025" y="523875"/>
                </a:lnTo>
                <a:lnTo>
                  <a:pt x="1343025" y="533400"/>
                </a:lnTo>
                <a:lnTo>
                  <a:pt x="1333500" y="533400"/>
                </a:lnTo>
                <a:close/>
                <a:moveTo>
                  <a:pt x="1514475" y="523875"/>
                </a:moveTo>
                <a:lnTo>
                  <a:pt x="1533525" y="523875"/>
                </a:lnTo>
                <a:lnTo>
                  <a:pt x="1533525" y="533400"/>
                </a:lnTo>
                <a:lnTo>
                  <a:pt x="1514475" y="533400"/>
                </a:lnTo>
                <a:close/>
                <a:moveTo>
                  <a:pt x="1552575" y="523875"/>
                </a:moveTo>
                <a:lnTo>
                  <a:pt x="1562100" y="523875"/>
                </a:lnTo>
                <a:lnTo>
                  <a:pt x="1562100" y="542925"/>
                </a:lnTo>
                <a:lnTo>
                  <a:pt x="1552575" y="542925"/>
                </a:lnTo>
                <a:close/>
                <a:moveTo>
                  <a:pt x="161925" y="542925"/>
                </a:moveTo>
                <a:lnTo>
                  <a:pt x="171450" y="542925"/>
                </a:lnTo>
                <a:lnTo>
                  <a:pt x="171450" y="552450"/>
                </a:lnTo>
                <a:lnTo>
                  <a:pt x="161925" y="552450"/>
                </a:lnTo>
                <a:close/>
                <a:moveTo>
                  <a:pt x="342900" y="552450"/>
                </a:moveTo>
                <a:lnTo>
                  <a:pt x="352425" y="552450"/>
                </a:lnTo>
                <a:lnTo>
                  <a:pt x="352425" y="561975"/>
                </a:lnTo>
                <a:lnTo>
                  <a:pt x="342900" y="561975"/>
                </a:lnTo>
                <a:close/>
                <a:moveTo>
                  <a:pt x="371475" y="561975"/>
                </a:moveTo>
                <a:lnTo>
                  <a:pt x="381000" y="561975"/>
                </a:lnTo>
                <a:lnTo>
                  <a:pt x="381000" y="571500"/>
                </a:lnTo>
                <a:lnTo>
                  <a:pt x="371475" y="571500"/>
                </a:lnTo>
                <a:close/>
                <a:moveTo>
                  <a:pt x="161925" y="571500"/>
                </a:moveTo>
                <a:lnTo>
                  <a:pt x="171450" y="571500"/>
                </a:lnTo>
                <a:lnTo>
                  <a:pt x="171450" y="590550"/>
                </a:lnTo>
                <a:lnTo>
                  <a:pt x="161925" y="590550"/>
                </a:lnTo>
                <a:close/>
                <a:moveTo>
                  <a:pt x="180975" y="581025"/>
                </a:moveTo>
                <a:lnTo>
                  <a:pt x="190500" y="581025"/>
                </a:lnTo>
                <a:lnTo>
                  <a:pt x="190500" y="590550"/>
                </a:lnTo>
                <a:lnTo>
                  <a:pt x="180975" y="590550"/>
                </a:lnTo>
                <a:close/>
                <a:moveTo>
                  <a:pt x="400050" y="581025"/>
                </a:moveTo>
                <a:lnTo>
                  <a:pt x="409575" y="581025"/>
                </a:lnTo>
                <a:lnTo>
                  <a:pt x="409575" y="600075"/>
                </a:lnTo>
                <a:lnTo>
                  <a:pt x="400050" y="600075"/>
                </a:lnTo>
                <a:close/>
                <a:moveTo>
                  <a:pt x="171450" y="590550"/>
                </a:moveTo>
                <a:lnTo>
                  <a:pt x="180975" y="590550"/>
                </a:lnTo>
                <a:lnTo>
                  <a:pt x="180975" y="600075"/>
                </a:lnTo>
                <a:lnTo>
                  <a:pt x="171450" y="600075"/>
                </a:lnTo>
                <a:close/>
                <a:moveTo>
                  <a:pt x="304800" y="600075"/>
                </a:moveTo>
                <a:lnTo>
                  <a:pt x="314325" y="600075"/>
                </a:lnTo>
                <a:lnTo>
                  <a:pt x="314325" y="609600"/>
                </a:lnTo>
                <a:lnTo>
                  <a:pt x="304800" y="609600"/>
                </a:lnTo>
                <a:close/>
                <a:moveTo>
                  <a:pt x="333375" y="600075"/>
                </a:moveTo>
                <a:lnTo>
                  <a:pt x="342900" y="600075"/>
                </a:lnTo>
                <a:lnTo>
                  <a:pt x="342900" y="609600"/>
                </a:lnTo>
                <a:lnTo>
                  <a:pt x="333375" y="609600"/>
                </a:lnTo>
                <a:close/>
                <a:moveTo>
                  <a:pt x="390525" y="600075"/>
                </a:moveTo>
                <a:lnTo>
                  <a:pt x="400050" y="600075"/>
                </a:lnTo>
                <a:lnTo>
                  <a:pt x="400050" y="609600"/>
                </a:lnTo>
                <a:lnTo>
                  <a:pt x="390525" y="609600"/>
                </a:lnTo>
                <a:close/>
                <a:moveTo>
                  <a:pt x="342900" y="609600"/>
                </a:moveTo>
                <a:lnTo>
                  <a:pt x="352425" y="609600"/>
                </a:lnTo>
                <a:lnTo>
                  <a:pt x="352425" y="619125"/>
                </a:lnTo>
                <a:lnTo>
                  <a:pt x="361950" y="619125"/>
                </a:lnTo>
                <a:lnTo>
                  <a:pt x="361950" y="628650"/>
                </a:lnTo>
                <a:lnTo>
                  <a:pt x="371475" y="628650"/>
                </a:lnTo>
                <a:lnTo>
                  <a:pt x="371475" y="619125"/>
                </a:lnTo>
                <a:lnTo>
                  <a:pt x="381000" y="619125"/>
                </a:lnTo>
                <a:lnTo>
                  <a:pt x="381000" y="609600"/>
                </a:lnTo>
                <a:lnTo>
                  <a:pt x="390525" y="609600"/>
                </a:lnTo>
                <a:lnTo>
                  <a:pt x="390525" y="619125"/>
                </a:lnTo>
                <a:lnTo>
                  <a:pt x="381000" y="619125"/>
                </a:lnTo>
                <a:lnTo>
                  <a:pt x="381000" y="638175"/>
                </a:lnTo>
                <a:lnTo>
                  <a:pt x="390525" y="638175"/>
                </a:lnTo>
                <a:lnTo>
                  <a:pt x="390525" y="657225"/>
                </a:lnTo>
                <a:lnTo>
                  <a:pt x="409575" y="657225"/>
                </a:lnTo>
                <a:lnTo>
                  <a:pt x="409575" y="647700"/>
                </a:lnTo>
                <a:lnTo>
                  <a:pt x="419100" y="647700"/>
                </a:lnTo>
                <a:lnTo>
                  <a:pt x="419100" y="657225"/>
                </a:lnTo>
                <a:lnTo>
                  <a:pt x="428625" y="657225"/>
                </a:lnTo>
                <a:lnTo>
                  <a:pt x="428625" y="685800"/>
                </a:lnTo>
                <a:lnTo>
                  <a:pt x="447675" y="685800"/>
                </a:lnTo>
                <a:lnTo>
                  <a:pt x="447675" y="695325"/>
                </a:lnTo>
                <a:lnTo>
                  <a:pt x="457200" y="695325"/>
                </a:lnTo>
                <a:lnTo>
                  <a:pt x="457200" y="676275"/>
                </a:lnTo>
                <a:lnTo>
                  <a:pt x="495300" y="676275"/>
                </a:lnTo>
                <a:lnTo>
                  <a:pt x="495300" y="685800"/>
                </a:lnTo>
                <a:lnTo>
                  <a:pt x="504825" y="685800"/>
                </a:lnTo>
                <a:lnTo>
                  <a:pt x="504825" y="695325"/>
                </a:lnTo>
                <a:lnTo>
                  <a:pt x="466725" y="695325"/>
                </a:lnTo>
                <a:lnTo>
                  <a:pt x="466725" y="704850"/>
                </a:lnTo>
                <a:lnTo>
                  <a:pt x="438150" y="704850"/>
                </a:lnTo>
                <a:lnTo>
                  <a:pt x="438150" y="695325"/>
                </a:lnTo>
                <a:lnTo>
                  <a:pt x="428625" y="695325"/>
                </a:lnTo>
                <a:lnTo>
                  <a:pt x="428625" y="704850"/>
                </a:lnTo>
                <a:lnTo>
                  <a:pt x="419100" y="704850"/>
                </a:lnTo>
                <a:lnTo>
                  <a:pt x="419100" y="733425"/>
                </a:lnTo>
                <a:lnTo>
                  <a:pt x="409575" y="733425"/>
                </a:lnTo>
                <a:lnTo>
                  <a:pt x="409575" y="714375"/>
                </a:lnTo>
                <a:lnTo>
                  <a:pt x="400050" y="714375"/>
                </a:lnTo>
                <a:lnTo>
                  <a:pt x="400050" y="704850"/>
                </a:lnTo>
                <a:lnTo>
                  <a:pt x="390525" y="704850"/>
                </a:lnTo>
                <a:lnTo>
                  <a:pt x="390525" y="695325"/>
                </a:lnTo>
                <a:lnTo>
                  <a:pt x="400050" y="695325"/>
                </a:lnTo>
                <a:lnTo>
                  <a:pt x="400050" y="685800"/>
                </a:lnTo>
                <a:lnTo>
                  <a:pt x="381000" y="685800"/>
                </a:lnTo>
                <a:lnTo>
                  <a:pt x="381000" y="676275"/>
                </a:lnTo>
                <a:lnTo>
                  <a:pt x="390525" y="676275"/>
                </a:lnTo>
                <a:lnTo>
                  <a:pt x="390525" y="666750"/>
                </a:lnTo>
                <a:lnTo>
                  <a:pt x="361950" y="666750"/>
                </a:lnTo>
                <a:lnTo>
                  <a:pt x="361950" y="676275"/>
                </a:lnTo>
                <a:lnTo>
                  <a:pt x="352425" y="676275"/>
                </a:lnTo>
                <a:lnTo>
                  <a:pt x="352425" y="666750"/>
                </a:lnTo>
                <a:lnTo>
                  <a:pt x="342900" y="666750"/>
                </a:lnTo>
                <a:lnTo>
                  <a:pt x="342900" y="676275"/>
                </a:lnTo>
                <a:lnTo>
                  <a:pt x="323850" y="676275"/>
                </a:lnTo>
                <a:lnTo>
                  <a:pt x="323850" y="685800"/>
                </a:lnTo>
                <a:lnTo>
                  <a:pt x="314325" y="685800"/>
                </a:lnTo>
                <a:lnTo>
                  <a:pt x="314325" y="695325"/>
                </a:lnTo>
                <a:lnTo>
                  <a:pt x="285750" y="695325"/>
                </a:lnTo>
                <a:lnTo>
                  <a:pt x="285750" y="704850"/>
                </a:lnTo>
                <a:lnTo>
                  <a:pt x="266700" y="704850"/>
                </a:lnTo>
                <a:lnTo>
                  <a:pt x="266700" y="695325"/>
                </a:lnTo>
                <a:lnTo>
                  <a:pt x="257175" y="695325"/>
                </a:lnTo>
                <a:lnTo>
                  <a:pt x="257175" y="676275"/>
                </a:lnTo>
                <a:lnTo>
                  <a:pt x="247650" y="676275"/>
                </a:lnTo>
                <a:lnTo>
                  <a:pt x="247650" y="657225"/>
                </a:lnTo>
                <a:lnTo>
                  <a:pt x="266700" y="657225"/>
                </a:lnTo>
                <a:lnTo>
                  <a:pt x="266700" y="647700"/>
                </a:lnTo>
                <a:lnTo>
                  <a:pt x="295275" y="647700"/>
                </a:lnTo>
                <a:lnTo>
                  <a:pt x="295275" y="657225"/>
                </a:lnTo>
                <a:lnTo>
                  <a:pt x="304800" y="657225"/>
                </a:lnTo>
                <a:lnTo>
                  <a:pt x="304800" y="638175"/>
                </a:lnTo>
                <a:lnTo>
                  <a:pt x="333375" y="638175"/>
                </a:lnTo>
                <a:lnTo>
                  <a:pt x="333375" y="628650"/>
                </a:lnTo>
                <a:lnTo>
                  <a:pt x="342900" y="628650"/>
                </a:lnTo>
                <a:close/>
                <a:moveTo>
                  <a:pt x="1657350" y="609600"/>
                </a:moveTo>
                <a:lnTo>
                  <a:pt x="1666875" y="609600"/>
                </a:lnTo>
                <a:lnTo>
                  <a:pt x="1666875" y="619125"/>
                </a:lnTo>
                <a:lnTo>
                  <a:pt x="1676400" y="619125"/>
                </a:lnTo>
                <a:lnTo>
                  <a:pt x="1676400" y="628650"/>
                </a:lnTo>
                <a:lnTo>
                  <a:pt x="1685925" y="628650"/>
                </a:lnTo>
                <a:lnTo>
                  <a:pt x="1685925" y="723900"/>
                </a:lnTo>
                <a:lnTo>
                  <a:pt x="1676400" y="723900"/>
                </a:lnTo>
                <a:lnTo>
                  <a:pt x="1676400" y="733425"/>
                </a:lnTo>
                <a:lnTo>
                  <a:pt x="1666875" y="733425"/>
                </a:lnTo>
                <a:lnTo>
                  <a:pt x="1666875" y="714375"/>
                </a:lnTo>
                <a:lnTo>
                  <a:pt x="1676400" y="714375"/>
                </a:lnTo>
                <a:lnTo>
                  <a:pt x="1676400" y="638175"/>
                </a:lnTo>
                <a:lnTo>
                  <a:pt x="1657350" y="638175"/>
                </a:lnTo>
                <a:close/>
                <a:moveTo>
                  <a:pt x="857250" y="619125"/>
                </a:moveTo>
                <a:lnTo>
                  <a:pt x="866775" y="619125"/>
                </a:lnTo>
                <a:lnTo>
                  <a:pt x="866775" y="628650"/>
                </a:lnTo>
                <a:lnTo>
                  <a:pt x="857250" y="628650"/>
                </a:lnTo>
                <a:close/>
                <a:moveTo>
                  <a:pt x="942975" y="619125"/>
                </a:moveTo>
                <a:lnTo>
                  <a:pt x="962025" y="619125"/>
                </a:lnTo>
                <a:lnTo>
                  <a:pt x="962025" y="628650"/>
                </a:lnTo>
                <a:lnTo>
                  <a:pt x="942975" y="628650"/>
                </a:lnTo>
                <a:close/>
                <a:moveTo>
                  <a:pt x="285750" y="628650"/>
                </a:moveTo>
                <a:lnTo>
                  <a:pt x="295275" y="628650"/>
                </a:lnTo>
                <a:lnTo>
                  <a:pt x="295275" y="638175"/>
                </a:lnTo>
                <a:lnTo>
                  <a:pt x="285750" y="638175"/>
                </a:lnTo>
                <a:close/>
                <a:moveTo>
                  <a:pt x="533400" y="647700"/>
                </a:moveTo>
                <a:lnTo>
                  <a:pt x="542925" y="647700"/>
                </a:lnTo>
                <a:lnTo>
                  <a:pt x="542925" y="657225"/>
                </a:lnTo>
                <a:lnTo>
                  <a:pt x="533400" y="657225"/>
                </a:lnTo>
                <a:close/>
                <a:moveTo>
                  <a:pt x="1657350" y="657225"/>
                </a:moveTo>
                <a:lnTo>
                  <a:pt x="1666875" y="657225"/>
                </a:lnTo>
                <a:lnTo>
                  <a:pt x="1666875" y="676275"/>
                </a:lnTo>
                <a:lnTo>
                  <a:pt x="1657350" y="676275"/>
                </a:lnTo>
                <a:close/>
                <a:moveTo>
                  <a:pt x="171450" y="666750"/>
                </a:moveTo>
                <a:lnTo>
                  <a:pt x="180975" y="666750"/>
                </a:lnTo>
                <a:lnTo>
                  <a:pt x="180975" y="685800"/>
                </a:lnTo>
                <a:lnTo>
                  <a:pt x="171450" y="685800"/>
                </a:lnTo>
                <a:close/>
                <a:moveTo>
                  <a:pt x="257175" y="676275"/>
                </a:moveTo>
                <a:lnTo>
                  <a:pt x="266700" y="676275"/>
                </a:lnTo>
                <a:lnTo>
                  <a:pt x="266700" y="666750"/>
                </a:lnTo>
                <a:lnTo>
                  <a:pt x="257175" y="666750"/>
                </a:lnTo>
                <a:close/>
                <a:moveTo>
                  <a:pt x="942975" y="676275"/>
                </a:moveTo>
                <a:lnTo>
                  <a:pt x="952500" y="676275"/>
                </a:lnTo>
                <a:lnTo>
                  <a:pt x="952500" y="695325"/>
                </a:lnTo>
                <a:lnTo>
                  <a:pt x="942975" y="695325"/>
                </a:lnTo>
                <a:close/>
                <a:moveTo>
                  <a:pt x="285750" y="685800"/>
                </a:moveTo>
                <a:lnTo>
                  <a:pt x="295275" y="685800"/>
                </a:lnTo>
                <a:lnTo>
                  <a:pt x="295275" y="676275"/>
                </a:lnTo>
                <a:lnTo>
                  <a:pt x="285750" y="676275"/>
                </a:lnTo>
                <a:close/>
                <a:moveTo>
                  <a:pt x="504825" y="695325"/>
                </a:moveTo>
                <a:lnTo>
                  <a:pt x="514350" y="695325"/>
                </a:lnTo>
                <a:lnTo>
                  <a:pt x="514350" y="714375"/>
                </a:lnTo>
                <a:lnTo>
                  <a:pt x="504825" y="714375"/>
                </a:lnTo>
                <a:close/>
                <a:moveTo>
                  <a:pt x="542925" y="695325"/>
                </a:moveTo>
                <a:lnTo>
                  <a:pt x="552450" y="695325"/>
                </a:lnTo>
                <a:lnTo>
                  <a:pt x="552450" y="704850"/>
                </a:lnTo>
                <a:lnTo>
                  <a:pt x="542925" y="704850"/>
                </a:lnTo>
                <a:close/>
                <a:moveTo>
                  <a:pt x="514350" y="714375"/>
                </a:moveTo>
                <a:lnTo>
                  <a:pt x="523875" y="714375"/>
                </a:lnTo>
                <a:lnTo>
                  <a:pt x="523875" y="723900"/>
                </a:lnTo>
                <a:lnTo>
                  <a:pt x="514350" y="723900"/>
                </a:lnTo>
                <a:close/>
                <a:moveTo>
                  <a:pt x="171450" y="723900"/>
                </a:moveTo>
                <a:lnTo>
                  <a:pt x="180975" y="723900"/>
                </a:lnTo>
                <a:lnTo>
                  <a:pt x="180975" y="733425"/>
                </a:lnTo>
                <a:lnTo>
                  <a:pt x="171450" y="733425"/>
                </a:lnTo>
                <a:close/>
                <a:moveTo>
                  <a:pt x="180975" y="733425"/>
                </a:moveTo>
                <a:lnTo>
                  <a:pt x="209550" y="733425"/>
                </a:lnTo>
                <a:lnTo>
                  <a:pt x="209550" y="742950"/>
                </a:lnTo>
                <a:lnTo>
                  <a:pt x="219075" y="742950"/>
                </a:lnTo>
                <a:lnTo>
                  <a:pt x="219075" y="752475"/>
                </a:lnTo>
                <a:lnTo>
                  <a:pt x="200025" y="752475"/>
                </a:lnTo>
                <a:lnTo>
                  <a:pt x="200025" y="742950"/>
                </a:lnTo>
                <a:lnTo>
                  <a:pt x="180975" y="742950"/>
                </a:lnTo>
                <a:close/>
                <a:moveTo>
                  <a:pt x="571500" y="742950"/>
                </a:moveTo>
                <a:lnTo>
                  <a:pt x="600075" y="742950"/>
                </a:lnTo>
                <a:lnTo>
                  <a:pt x="600075" y="752475"/>
                </a:lnTo>
                <a:lnTo>
                  <a:pt x="609600" y="752475"/>
                </a:lnTo>
                <a:lnTo>
                  <a:pt x="609600" y="800100"/>
                </a:lnTo>
                <a:lnTo>
                  <a:pt x="600075" y="800100"/>
                </a:lnTo>
                <a:lnTo>
                  <a:pt x="600075" y="809625"/>
                </a:lnTo>
                <a:lnTo>
                  <a:pt x="571500" y="809625"/>
                </a:lnTo>
                <a:lnTo>
                  <a:pt x="571500" y="800100"/>
                </a:lnTo>
                <a:lnTo>
                  <a:pt x="561975" y="800100"/>
                </a:lnTo>
                <a:lnTo>
                  <a:pt x="561975" y="790575"/>
                </a:lnTo>
                <a:lnTo>
                  <a:pt x="581025" y="790575"/>
                </a:lnTo>
                <a:lnTo>
                  <a:pt x="581025" y="800100"/>
                </a:lnTo>
                <a:lnTo>
                  <a:pt x="590550" y="800100"/>
                </a:lnTo>
                <a:lnTo>
                  <a:pt x="590550" y="790575"/>
                </a:lnTo>
                <a:lnTo>
                  <a:pt x="600075" y="790575"/>
                </a:lnTo>
                <a:lnTo>
                  <a:pt x="600075" y="781050"/>
                </a:lnTo>
                <a:lnTo>
                  <a:pt x="590550" y="781050"/>
                </a:lnTo>
                <a:lnTo>
                  <a:pt x="590550" y="752475"/>
                </a:lnTo>
                <a:lnTo>
                  <a:pt x="571500" y="752475"/>
                </a:lnTo>
                <a:close/>
                <a:moveTo>
                  <a:pt x="219075" y="752475"/>
                </a:moveTo>
                <a:lnTo>
                  <a:pt x="228600" y="752475"/>
                </a:lnTo>
                <a:lnTo>
                  <a:pt x="228600" y="762000"/>
                </a:lnTo>
                <a:lnTo>
                  <a:pt x="219075" y="762000"/>
                </a:lnTo>
                <a:close/>
                <a:moveTo>
                  <a:pt x="228600" y="762000"/>
                </a:moveTo>
                <a:lnTo>
                  <a:pt x="238125" y="762000"/>
                </a:lnTo>
                <a:lnTo>
                  <a:pt x="238125" y="771525"/>
                </a:lnTo>
                <a:lnTo>
                  <a:pt x="228600" y="771525"/>
                </a:lnTo>
                <a:close/>
                <a:moveTo>
                  <a:pt x="180975" y="771525"/>
                </a:moveTo>
                <a:lnTo>
                  <a:pt x="190500" y="771525"/>
                </a:lnTo>
                <a:lnTo>
                  <a:pt x="190500" y="781050"/>
                </a:lnTo>
                <a:lnTo>
                  <a:pt x="180975" y="781050"/>
                </a:lnTo>
                <a:close/>
                <a:moveTo>
                  <a:pt x="1600200" y="771525"/>
                </a:moveTo>
                <a:lnTo>
                  <a:pt x="1609725" y="771525"/>
                </a:lnTo>
                <a:lnTo>
                  <a:pt x="1609725" y="781050"/>
                </a:lnTo>
                <a:lnTo>
                  <a:pt x="1600200" y="781050"/>
                </a:lnTo>
                <a:close/>
                <a:moveTo>
                  <a:pt x="1685925" y="771525"/>
                </a:moveTo>
                <a:lnTo>
                  <a:pt x="1695450" y="771525"/>
                </a:lnTo>
                <a:lnTo>
                  <a:pt x="1695450" y="838200"/>
                </a:lnTo>
                <a:lnTo>
                  <a:pt x="1676400" y="838200"/>
                </a:lnTo>
                <a:lnTo>
                  <a:pt x="1676400" y="828675"/>
                </a:lnTo>
                <a:lnTo>
                  <a:pt x="1685925" y="828675"/>
                </a:lnTo>
                <a:close/>
                <a:moveTo>
                  <a:pt x="190500" y="781050"/>
                </a:moveTo>
                <a:lnTo>
                  <a:pt x="200025" y="781050"/>
                </a:lnTo>
                <a:lnTo>
                  <a:pt x="200025" y="790575"/>
                </a:lnTo>
                <a:lnTo>
                  <a:pt x="190500" y="790575"/>
                </a:lnTo>
                <a:close/>
                <a:moveTo>
                  <a:pt x="1200150" y="781050"/>
                </a:moveTo>
                <a:lnTo>
                  <a:pt x="1209675" y="781050"/>
                </a:lnTo>
                <a:lnTo>
                  <a:pt x="1209675" y="790575"/>
                </a:lnTo>
                <a:lnTo>
                  <a:pt x="1200150" y="790575"/>
                </a:lnTo>
                <a:close/>
                <a:moveTo>
                  <a:pt x="180975" y="790575"/>
                </a:moveTo>
                <a:lnTo>
                  <a:pt x="190500" y="790575"/>
                </a:lnTo>
                <a:lnTo>
                  <a:pt x="190500" y="800100"/>
                </a:lnTo>
                <a:lnTo>
                  <a:pt x="180975" y="800100"/>
                </a:lnTo>
                <a:close/>
                <a:moveTo>
                  <a:pt x="200025" y="790575"/>
                </a:moveTo>
                <a:lnTo>
                  <a:pt x="209550" y="790575"/>
                </a:lnTo>
                <a:lnTo>
                  <a:pt x="209550" y="819150"/>
                </a:lnTo>
                <a:lnTo>
                  <a:pt x="219075" y="819150"/>
                </a:lnTo>
                <a:lnTo>
                  <a:pt x="219075" y="828675"/>
                </a:lnTo>
                <a:lnTo>
                  <a:pt x="228600" y="828675"/>
                </a:lnTo>
                <a:lnTo>
                  <a:pt x="228600" y="838200"/>
                </a:lnTo>
                <a:lnTo>
                  <a:pt x="200025" y="838200"/>
                </a:lnTo>
                <a:lnTo>
                  <a:pt x="200025" y="828675"/>
                </a:lnTo>
                <a:lnTo>
                  <a:pt x="190500" y="828675"/>
                </a:lnTo>
                <a:lnTo>
                  <a:pt x="190500" y="819150"/>
                </a:lnTo>
                <a:lnTo>
                  <a:pt x="200025" y="819150"/>
                </a:lnTo>
                <a:lnTo>
                  <a:pt x="200025" y="809625"/>
                </a:lnTo>
                <a:lnTo>
                  <a:pt x="190500" y="809625"/>
                </a:lnTo>
                <a:lnTo>
                  <a:pt x="190500" y="800100"/>
                </a:lnTo>
                <a:lnTo>
                  <a:pt x="200025" y="800100"/>
                </a:lnTo>
                <a:close/>
                <a:moveTo>
                  <a:pt x="238125" y="790575"/>
                </a:moveTo>
                <a:lnTo>
                  <a:pt x="257175" y="790575"/>
                </a:lnTo>
                <a:lnTo>
                  <a:pt x="257175" y="819150"/>
                </a:lnTo>
                <a:lnTo>
                  <a:pt x="238125" y="819150"/>
                </a:lnTo>
                <a:close/>
                <a:moveTo>
                  <a:pt x="1266825" y="790575"/>
                </a:moveTo>
                <a:lnTo>
                  <a:pt x="1285875" y="790575"/>
                </a:lnTo>
                <a:lnTo>
                  <a:pt x="1285875" y="800100"/>
                </a:lnTo>
                <a:lnTo>
                  <a:pt x="1276350" y="800100"/>
                </a:lnTo>
                <a:lnTo>
                  <a:pt x="1276350" y="809625"/>
                </a:lnTo>
                <a:lnTo>
                  <a:pt x="1285875" y="809625"/>
                </a:lnTo>
                <a:lnTo>
                  <a:pt x="1285875" y="819150"/>
                </a:lnTo>
                <a:lnTo>
                  <a:pt x="1266825" y="819150"/>
                </a:lnTo>
                <a:lnTo>
                  <a:pt x="1266825" y="828675"/>
                </a:lnTo>
                <a:lnTo>
                  <a:pt x="1257300" y="828675"/>
                </a:lnTo>
                <a:lnTo>
                  <a:pt x="1257300" y="809625"/>
                </a:lnTo>
                <a:lnTo>
                  <a:pt x="1247775" y="809625"/>
                </a:lnTo>
                <a:lnTo>
                  <a:pt x="1247775" y="800100"/>
                </a:lnTo>
                <a:lnTo>
                  <a:pt x="1266825" y="800100"/>
                </a:lnTo>
                <a:close/>
                <a:moveTo>
                  <a:pt x="857250" y="809625"/>
                </a:moveTo>
                <a:lnTo>
                  <a:pt x="866775" y="809625"/>
                </a:lnTo>
                <a:lnTo>
                  <a:pt x="866775" y="819150"/>
                </a:lnTo>
                <a:lnTo>
                  <a:pt x="857250" y="819150"/>
                </a:lnTo>
                <a:close/>
                <a:moveTo>
                  <a:pt x="1485900" y="809625"/>
                </a:moveTo>
                <a:lnTo>
                  <a:pt x="1504950" y="809625"/>
                </a:lnTo>
                <a:lnTo>
                  <a:pt x="1504950" y="819150"/>
                </a:lnTo>
                <a:lnTo>
                  <a:pt x="1514475" y="819150"/>
                </a:lnTo>
                <a:lnTo>
                  <a:pt x="1514475" y="828675"/>
                </a:lnTo>
                <a:lnTo>
                  <a:pt x="1504950" y="828675"/>
                </a:lnTo>
                <a:lnTo>
                  <a:pt x="1504950" y="838200"/>
                </a:lnTo>
                <a:lnTo>
                  <a:pt x="1495425" y="838200"/>
                </a:lnTo>
                <a:lnTo>
                  <a:pt x="1495425" y="828675"/>
                </a:lnTo>
                <a:lnTo>
                  <a:pt x="1485900" y="828675"/>
                </a:lnTo>
                <a:close/>
                <a:moveTo>
                  <a:pt x="1552575" y="809625"/>
                </a:moveTo>
                <a:lnTo>
                  <a:pt x="1571625" y="809625"/>
                </a:lnTo>
                <a:lnTo>
                  <a:pt x="1571625" y="828675"/>
                </a:lnTo>
                <a:lnTo>
                  <a:pt x="1552575" y="828675"/>
                </a:lnTo>
                <a:close/>
                <a:moveTo>
                  <a:pt x="666750" y="819150"/>
                </a:moveTo>
                <a:lnTo>
                  <a:pt x="676275" y="819150"/>
                </a:lnTo>
                <a:lnTo>
                  <a:pt x="676275" y="828675"/>
                </a:lnTo>
                <a:lnTo>
                  <a:pt x="695325" y="828675"/>
                </a:lnTo>
                <a:lnTo>
                  <a:pt x="695325" y="838200"/>
                </a:lnTo>
                <a:lnTo>
                  <a:pt x="676275" y="838200"/>
                </a:lnTo>
                <a:lnTo>
                  <a:pt x="676275" y="847725"/>
                </a:lnTo>
                <a:lnTo>
                  <a:pt x="666750" y="847725"/>
                </a:lnTo>
                <a:lnTo>
                  <a:pt x="666750" y="838200"/>
                </a:lnTo>
                <a:lnTo>
                  <a:pt x="628650" y="838200"/>
                </a:lnTo>
                <a:lnTo>
                  <a:pt x="628650" y="828675"/>
                </a:lnTo>
                <a:lnTo>
                  <a:pt x="666750" y="828675"/>
                </a:lnTo>
                <a:close/>
                <a:moveTo>
                  <a:pt x="742950" y="819150"/>
                </a:moveTo>
                <a:lnTo>
                  <a:pt x="752475" y="819150"/>
                </a:lnTo>
                <a:lnTo>
                  <a:pt x="752475" y="828675"/>
                </a:lnTo>
                <a:lnTo>
                  <a:pt x="742950" y="828675"/>
                </a:lnTo>
                <a:close/>
                <a:moveTo>
                  <a:pt x="771525" y="819150"/>
                </a:moveTo>
                <a:lnTo>
                  <a:pt x="790575" y="819150"/>
                </a:lnTo>
                <a:lnTo>
                  <a:pt x="790575" y="828675"/>
                </a:lnTo>
                <a:lnTo>
                  <a:pt x="771525" y="828675"/>
                </a:lnTo>
                <a:close/>
                <a:moveTo>
                  <a:pt x="1600200" y="819150"/>
                </a:moveTo>
                <a:lnTo>
                  <a:pt x="1609725" y="819150"/>
                </a:lnTo>
                <a:lnTo>
                  <a:pt x="1609725" y="828675"/>
                </a:lnTo>
                <a:lnTo>
                  <a:pt x="1600200" y="828675"/>
                </a:lnTo>
                <a:close/>
                <a:moveTo>
                  <a:pt x="180975" y="828675"/>
                </a:moveTo>
                <a:lnTo>
                  <a:pt x="190500" y="828675"/>
                </a:lnTo>
                <a:lnTo>
                  <a:pt x="190500" y="838200"/>
                </a:lnTo>
                <a:lnTo>
                  <a:pt x="180975" y="838200"/>
                </a:lnTo>
                <a:close/>
                <a:moveTo>
                  <a:pt x="295275" y="828675"/>
                </a:moveTo>
                <a:lnTo>
                  <a:pt x="304800" y="828675"/>
                </a:lnTo>
                <a:lnTo>
                  <a:pt x="304800" y="838200"/>
                </a:lnTo>
                <a:lnTo>
                  <a:pt x="295275" y="838200"/>
                </a:lnTo>
                <a:close/>
                <a:moveTo>
                  <a:pt x="581025" y="828675"/>
                </a:moveTo>
                <a:lnTo>
                  <a:pt x="600075" y="828675"/>
                </a:lnTo>
                <a:lnTo>
                  <a:pt x="600075" y="838200"/>
                </a:lnTo>
                <a:lnTo>
                  <a:pt x="581025" y="838200"/>
                </a:lnTo>
                <a:close/>
                <a:moveTo>
                  <a:pt x="1228725" y="828675"/>
                </a:moveTo>
                <a:lnTo>
                  <a:pt x="1247775" y="828675"/>
                </a:lnTo>
                <a:lnTo>
                  <a:pt x="1247775" y="838200"/>
                </a:lnTo>
                <a:lnTo>
                  <a:pt x="1238250" y="838200"/>
                </a:lnTo>
                <a:lnTo>
                  <a:pt x="1238250" y="847725"/>
                </a:lnTo>
                <a:lnTo>
                  <a:pt x="1247775" y="847725"/>
                </a:lnTo>
                <a:lnTo>
                  <a:pt x="1247775" y="857250"/>
                </a:lnTo>
                <a:lnTo>
                  <a:pt x="1238250" y="857250"/>
                </a:lnTo>
                <a:lnTo>
                  <a:pt x="1238250" y="866775"/>
                </a:lnTo>
                <a:lnTo>
                  <a:pt x="1162050" y="866775"/>
                </a:lnTo>
                <a:lnTo>
                  <a:pt x="1162050" y="876300"/>
                </a:lnTo>
                <a:lnTo>
                  <a:pt x="1143000" y="876300"/>
                </a:lnTo>
                <a:lnTo>
                  <a:pt x="1143000" y="857250"/>
                </a:lnTo>
                <a:lnTo>
                  <a:pt x="1162050" y="857250"/>
                </a:lnTo>
                <a:lnTo>
                  <a:pt x="1162050" y="847725"/>
                </a:lnTo>
                <a:lnTo>
                  <a:pt x="1143000" y="847725"/>
                </a:lnTo>
                <a:lnTo>
                  <a:pt x="1143000" y="838200"/>
                </a:lnTo>
                <a:lnTo>
                  <a:pt x="1228725" y="838200"/>
                </a:lnTo>
                <a:close/>
                <a:moveTo>
                  <a:pt x="228600" y="838200"/>
                </a:moveTo>
                <a:lnTo>
                  <a:pt x="247650" y="838200"/>
                </a:lnTo>
                <a:lnTo>
                  <a:pt x="247650" y="857250"/>
                </a:lnTo>
                <a:lnTo>
                  <a:pt x="238125" y="857250"/>
                </a:lnTo>
                <a:lnTo>
                  <a:pt x="238125" y="847725"/>
                </a:lnTo>
                <a:lnTo>
                  <a:pt x="228600" y="847725"/>
                </a:lnTo>
                <a:close/>
                <a:moveTo>
                  <a:pt x="314325" y="838200"/>
                </a:moveTo>
                <a:lnTo>
                  <a:pt x="323850" y="838200"/>
                </a:lnTo>
                <a:lnTo>
                  <a:pt x="323850" y="847725"/>
                </a:lnTo>
                <a:lnTo>
                  <a:pt x="342900" y="847725"/>
                </a:lnTo>
                <a:lnTo>
                  <a:pt x="342900" y="838200"/>
                </a:lnTo>
                <a:lnTo>
                  <a:pt x="352425" y="838200"/>
                </a:lnTo>
                <a:lnTo>
                  <a:pt x="352425" y="847725"/>
                </a:lnTo>
                <a:lnTo>
                  <a:pt x="371475" y="847725"/>
                </a:lnTo>
                <a:lnTo>
                  <a:pt x="371475" y="857250"/>
                </a:lnTo>
                <a:lnTo>
                  <a:pt x="314325" y="857250"/>
                </a:lnTo>
                <a:close/>
                <a:moveTo>
                  <a:pt x="1047750" y="838200"/>
                </a:moveTo>
                <a:lnTo>
                  <a:pt x="1057275" y="838200"/>
                </a:lnTo>
                <a:lnTo>
                  <a:pt x="1057275" y="847725"/>
                </a:lnTo>
                <a:lnTo>
                  <a:pt x="1047750" y="847725"/>
                </a:lnTo>
                <a:close/>
                <a:moveTo>
                  <a:pt x="676275" y="847725"/>
                </a:moveTo>
                <a:lnTo>
                  <a:pt x="685800" y="847725"/>
                </a:lnTo>
                <a:lnTo>
                  <a:pt x="685800" y="876300"/>
                </a:lnTo>
                <a:lnTo>
                  <a:pt x="676275" y="876300"/>
                </a:lnTo>
                <a:lnTo>
                  <a:pt x="676275" y="885825"/>
                </a:lnTo>
                <a:lnTo>
                  <a:pt x="666750" y="885825"/>
                </a:lnTo>
                <a:lnTo>
                  <a:pt x="666750" y="866775"/>
                </a:lnTo>
                <a:lnTo>
                  <a:pt x="657225" y="866775"/>
                </a:lnTo>
                <a:lnTo>
                  <a:pt x="657225" y="857250"/>
                </a:lnTo>
                <a:lnTo>
                  <a:pt x="666750" y="857250"/>
                </a:lnTo>
                <a:lnTo>
                  <a:pt x="666750" y="866775"/>
                </a:lnTo>
                <a:lnTo>
                  <a:pt x="676275" y="866775"/>
                </a:lnTo>
                <a:close/>
                <a:moveTo>
                  <a:pt x="923925" y="847725"/>
                </a:moveTo>
                <a:lnTo>
                  <a:pt x="933450" y="847725"/>
                </a:lnTo>
                <a:lnTo>
                  <a:pt x="933450" y="857250"/>
                </a:lnTo>
                <a:lnTo>
                  <a:pt x="923925" y="857250"/>
                </a:lnTo>
                <a:close/>
                <a:moveTo>
                  <a:pt x="962025" y="847725"/>
                </a:moveTo>
                <a:lnTo>
                  <a:pt x="990600" y="847725"/>
                </a:lnTo>
                <a:lnTo>
                  <a:pt x="990600" y="857250"/>
                </a:lnTo>
                <a:lnTo>
                  <a:pt x="971550" y="857250"/>
                </a:lnTo>
                <a:lnTo>
                  <a:pt x="971550" y="866775"/>
                </a:lnTo>
                <a:lnTo>
                  <a:pt x="962025" y="866775"/>
                </a:lnTo>
                <a:close/>
                <a:moveTo>
                  <a:pt x="1123950" y="847725"/>
                </a:moveTo>
                <a:lnTo>
                  <a:pt x="1133475" y="847725"/>
                </a:lnTo>
                <a:lnTo>
                  <a:pt x="1133475" y="857250"/>
                </a:lnTo>
                <a:lnTo>
                  <a:pt x="1123950" y="857250"/>
                </a:lnTo>
                <a:close/>
                <a:moveTo>
                  <a:pt x="933450" y="857250"/>
                </a:moveTo>
                <a:lnTo>
                  <a:pt x="942975" y="857250"/>
                </a:lnTo>
                <a:lnTo>
                  <a:pt x="942975" y="866775"/>
                </a:lnTo>
                <a:lnTo>
                  <a:pt x="933450" y="866775"/>
                </a:lnTo>
                <a:close/>
                <a:moveTo>
                  <a:pt x="1190625" y="857250"/>
                </a:moveTo>
                <a:lnTo>
                  <a:pt x="1219200" y="857250"/>
                </a:lnTo>
                <a:lnTo>
                  <a:pt x="1219200" y="847725"/>
                </a:lnTo>
                <a:lnTo>
                  <a:pt x="1190625" y="847725"/>
                </a:lnTo>
                <a:close/>
                <a:moveTo>
                  <a:pt x="1381125" y="857250"/>
                </a:moveTo>
                <a:lnTo>
                  <a:pt x="1400175" y="857250"/>
                </a:lnTo>
                <a:lnTo>
                  <a:pt x="1400175" y="866775"/>
                </a:lnTo>
                <a:lnTo>
                  <a:pt x="1381125" y="866775"/>
                </a:lnTo>
                <a:close/>
                <a:moveTo>
                  <a:pt x="819150" y="866775"/>
                </a:moveTo>
                <a:lnTo>
                  <a:pt x="828675" y="866775"/>
                </a:lnTo>
                <a:lnTo>
                  <a:pt x="828675" y="876300"/>
                </a:lnTo>
                <a:lnTo>
                  <a:pt x="819150" y="876300"/>
                </a:lnTo>
                <a:close/>
                <a:moveTo>
                  <a:pt x="838200" y="866775"/>
                </a:moveTo>
                <a:lnTo>
                  <a:pt x="847725" y="866775"/>
                </a:lnTo>
                <a:lnTo>
                  <a:pt x="847725" y="876300"/>
                </a:lnTo>
                <a:lnTo>
                  <a:pt x="857250" y="876300"/>
                </a:lnTo>
                <a:lnTo>
                  <a:pt x="857250" y="885825"/>
                </a:lnTo>
                <a:lnTo>
                  <a:pt x="838200" y="885825"/>
                </a:lnTo>
                <a:close/>
                <a:moveTo>
                  <a:pt x="1476375" y="866775"/>
                </a:moveTo>
                <a:lnTo>
                  <a:pt x="1495425" y="866775"/>
                </a:lnTo>
                <a:lnTo>
                  <a:pt x="1495425" y="876300"/>
                </a:lnTo>
                <a:lnTo>
                  <a:pt x="1485900" y="876300"/>
                </a:lnTo>
                <a:lnTo>
                  <a:pt x="1485900" y="895350"/>
                </a:lnTo>
                <a:lnTo>
                  <a:pt x="1438275" y="895350"/>
                </a:lnTo>
                <a:lnTo>
                  <a:pt x="1438275" y="885825"/>
                </a:lnTo>
                <a:lnTo>
                  <a:pt x="1400175" y="885825"/>
                </a:lnTo>
                <a:lnTo>
                  <a:pt x="1400175" y="876300"/>
                </a:lnTo>
                <a:lnTo>
                  <a:pt x="1476375" y="876300"/>
                </a:lnTo>
                <a:close/>
                <a:moveTo>
                  <a:pt x="1514475" y="866775"/>
                </a:moveTo>
                <a:lnTo>
                  <a:pt x="1524000" y="866775"/>
                </a:lnTo>
                <a:lnTo>
                  <a:pt x="1524000" y="876300"/>
                </a:lnTo>
                <a:lnTo>
                  <a:pt x="1514475" y="876300"/>
                </a:lnTo>
                <a:close/>
                <a:moveTo>
                  <a:pt x="1533525" y="866775"/>
                </a:moveTo>
                <a:lnTo>
                  <a:pt x="1590675" y="866775"/>
                </a:lnTo>
                <a:lnTo>
                  <a:pt x="1590675" y="895350"/>
                </a:lnTo>
                <a:lnTo>
                  <a:pt x="1581150" y="895350"/>
                </a:lnTo>
                <a:lnTo>
                  <a:pt x="1581150" y="885825"/>
                </a:lnTo>
                <a:lnTo>
                  <a:pt x="1543050" y="885825"/>
                </a:lnTo>
                <a:lnTo>
                  <a:pt x="1543050" y="895350"/>
                </a:lnTo>
                <a:lnTo>
                  <a:pt x="1533525" y="895350"/>
                </a:lnTo>
                <a:close/>
                <a:moveTo>
                  <a:pt x="723900" y="876300"/>
                </a:moveTo>
                <a:lnTo>
                  <a:pt x="762000" y="876300"/>
                </a:lnTo>
                <a:lnTo>
                  <a:pt x="762000" y="885825"/>
                </a:lnTo>
                <a:lnTo>
                  <a:pt x="723900" y="885825"/>
                </a:lnTo>
                <a:close/>
                <a:moveTo>
                  <a:pt x="1047750" y="876300"/>
                </a:moveTo>
                <a:lnTo>
                  <a:pt x="1066800" y="876300"/>
                </a:lnTo>
                <a:lnTo>
                  <a:pt x="1066800" y="885825"/>
                </a:lnTo>
                <a:lnTo>
                  <a:pt x="1047750" y="885825"/>
                </a:lnTo>
                <a:close/>
                <a:moveTo>
                  <a:pt x="1076325" y="876300"/>
                </a:moveTo>
                <a:lnTo>
                  <a:pt x="1085850" y="876300"/>
                </a:lnTo>
                <a:lnTo>
                  <a:pt x="1085850" y="885825"/>
                </a:lnTo>
                <a:lnTo>
                  <a:pt x="1076325" y="885825"/>
                </a:lnTo>
                <a:close/>
                <a:moveTo>
                  <a:pt x="1343025" y="876300"/>
                </a:moveTo>
                <a:lnTo>
                  <a:pt x="1371600" y="876300"/>
                </a:lnTo>
                <a:lnTo>
                  <a:pt x="1371600" y="885825"/>
                </a:lnTo>
                <a:lnTo>
                  <a:pt x="1352550" y="885825"/>
                </a:lnTo>
                <a:lnTo>
                  <a:pt x="1352550" y="914400"/>
                </a:lnTo>
                <a:lnTo>
                  <a:pt x="1333500" y="914400"/>
                </a:lnTo>
                <a:lnTo>
                  <a:pt x="1333500" y="885825"/>
                </a:lnTo>
                <a:lnTo>
                  <a:pt x="1343025" y="885825"/>
                </a:lnTo>
                <a:close/>
                <a:moveTo>
                  <a:pt x="1609725" y="876300"/>
                </a:moveTo>
                <a:lnTo>
                  <a:pt x="1619250" y="876300"/>
                </a:lnTo>
                <a:lnTo>
                  <a:pt x="1619250" y="885825"/>
                </a:lnTo>
                <a:lnTo>
                  <a:pt x="1609725" y="885825"/>
                </a:lnTo>
                <a:close/>
                <a:moveTo>
                  <a:pt x="1666875" y="876300"/>
                </a:moveTo>
                <a:lnTo>
                  <a:pt x="1685925" y="876300"/>
                </a:lnTo>
                <a:lnTo>
                  <a:pt x="1685925" y="914400"/>
                </a:lnTo>
                <a:lnTo>
                  <a:pt x="1695450" y="914400"/>
                </a:lnTo>
                <a:lnTo>
                  <a:pt x="1695450" y="971550"/>
                </a:lnTo>
                <a:lnTo>
                  <a:pt x="1704975" y="971550"/>
                </a:lnTo>
                <a:lnTo>
                  <a:pt x="1704975" y="990600"/>
                </a:lnTo>
                <a:lnTo>
                  <a:pt x="1695450" y="990600"/>
                </a:lnTo>
                <a:lnTo>
                  <a:pt x="1695450" y="981075"/>
                </a:lnTo>
                <a:lnTo>
                  <a:pt x="1685925" y="981075"/>
                </a:lnTo>
                <a:lnTo>
                  <a:pt x="1685925" y="1009650"/>
                </a:lnTo>
                <a:lnTo>
                  <a:pt x="1676400" y="1009650"/>
                </a:lnTo>
                <a:lnTo>
                  <a:pt x="1676400" y="1066800"/>
                </a:lnTo>
                <a:lnTo>
                  <a:pt x="1666875" y="1066800"/>
                </a:lnTo>
                <a:lnTo>
                  <a:pt x="1666875" y="962025"/>
                </a:lnTo>
                <a:lnTo>
                  <a:pt x="1657350" y="962025"/>
                </a:lnTo>
                <a:lnTo>
                  <a:pt x="1657350" y="914400"/>
                </a:lnTo>
                <a:lnTo>
                  <a:pt x="1666875" y="914400"/>
                </a:lnTo>
                <a:close/>
                <a:moveTo>
                  <a:pt x="704850" y="885825"/>
                </a:moveTo>
                <a:lnTo>
                  <a:pt x="714375" y="885825"/>
                </a:lnTo>
                <a:lnTo>
                  <a:pt x="714375" y="895350"/>
                </a:lnTo>
                <a:lnTo>
                  <a:pt x="704850" y="895350"/>
                </a:lnTo>
                <a:close/>
                <a:moveTo>
                  <a:pt x="1285875" y="885825"/>
                </a:moveTo>
                <a:lnTo>
                  <a:pt x="1304925" y="885825"/>
                </a:lnTo>
                <a:lnTo>
                  <a:pt x="1304925" y="895350"/>
                </a:lnTo>
                <a:lnTo>
                  <a:pt x="1285875" y="895350"/>
                </a:lnTo>
                <a:close/>
                <a:moveTo>
                  <a:pt x="1619250" y="885825"/>
                </a:moveTo>
                <a:lnTo>
                  <a:pt x="1628775" y="885825"/>
                </a:lnTo>
                <a:lnTo>
                  <a:pt x="1628775" y="895350"/>
                </a:lnTo>
                <a:lnTo>
                  <a:pt x="1619250" y="895350"/>
                </a:lnTo>
                <a:close/>
                <a:moveTo>
                  <a:pt x="514350" y="895350"/>
                </a:moveTo>
                <a:lnTo>
                  <a:pt x="523875" y="895350"/>
                </a:lnTo>
                <a:lnTo>
                  <a:pt x="523875" y="904875"/>
                </a:lnTo>
                <a:lnTo>
                  <a:pt x="514350" y="904875"/>
                </a:lnTo>
                <a:close/>
                <a:moveTo>
                  <a:pt x="581025" y="895350"/>
                </a:moveTo>
                <a:lnTo>
                  <a:pt x="609600" y="895350"/>
                </a:lnTo>
                <a:lnTo>
                  <a:pt x="609600" y="914400"/>
                </a:lnTo>
                <a:lnTo>
                  <a:pt x="600075" y="914400"/>
                </a:lnTo>
                <a:lnTo>
                  <a:pt x="600075" y="923925"/>
                </a:lnTo>
                <a:lnTo>
                  <a:pt x="590550" y="923925"/>
                </a:lnTo>
                <a:lnTo>
                  <a:pt x="590550" y="904875"/>
                </a:lnTo>
                <a:lnTo>
                  <a:pt x="581025" y="904875"/>
                </a:lnTo>
                <a:close/>
                <a:moveTo>
                  <a:pt x="1181100" y="895350"/>
                </a:moveTo>
                <a:lnTo>
                  <a:pt x="1266825" y="895350"/>
                </a:lnTo>
                <a:lnTo>
                  <a:pt x="1266825" y="914400"/>
                </a:lnTo>
                <a:lnTo>
                  <a:pt x="1257300" y="914400"/>
                </a:lnTo>
                <a:lnTo>
                  <a:pt x="1257300" y="904875"/>
                </a:lnTo>
                <a:lnTo>
                  <a:pt x="1181100" y="904875"/>
                </a:lnTo>
                <a:close/>
                <a:moveTo>
                  <a:pt x="419100" y="904875"/>
                </a:moveTo>
                <a:lnTo>
                  <a:pt x="495300" y="904875"/>
                </a:lnTo>
                <a:lnTo>
                  <a:pt x="495300" y="914400"/>
                </a:lnTo>
                <a:lnTo>
                  <a:pt x="457200" y="914400"/>
                </a:lnTo>
                <a:lnTo>
                  <a:pt x="457200" y="923925"/>
                </a:lnTo>
                <a:lnTo>
                  <a:pt x="466725" y="923925"/>
                </a:lnTo>
                <a:lnTo>
                  <a:pt x="466725" y="933450"/>
                </a:lnTo>
                <a:lnTo>
                  <a:pt x="447675" y="933450"/>
                </a:lnTo>
                <a:lnTo>
                  <a:pt x="447675" y="914400"/>
                </a:lnTo>
                <a:lnTo>
                  <a:pt x="419100" y="914400"/>
                </a:lnTo>
                <a:close/>
                <a:moveTo>
                  <a:pt x="1162050" y="904875"/>
                </a:moveTo>
                <a:lnTo>
                  <a:pt x="1181100" y="904875"/>
                </a:lnTo>
                <a:lnTo>
                  <a:pt x="1181100" y="923925"/>
                </a:lnTo>
                <a:lnTo>
                  <a:pt x="1152525" y="923925"/>
                </a:lnTo>
                <a:lnTo>
                  <a:pt x="1152525" y="933450"/>
                </a:lnTo>
                <a:lnTo>
                  <a:pt x="1143000" y="933450"/>
                </a:lnTo>
                <a:lnTo>
                  <a:pt x="1143000" y="914400"/>
                </a:lnTo>
                <a:lnTo>
                  <a:pt x="1162050" y="914400"/>
                </a:lnTo>
                <a:close/>
                <a:moveTo>
                  <a:pt x="295275" y="914400"/>
                </a:moveTo>
                <a:lnTo>
                  <a:pt x="304800" y="914400"/>
                </a:lnTo>
                <a:lnTo>
                  <a:pt x="304800" y="923925"/>
                </a:lnTo>
                <a:lnTo>
                  <a:pt x="352425" y="923925"/>
                </a:lnTo>
                <a:lnTo>
                  <a:pt x="352425" y="933450"/>
                </a:lnTo>
                <a:lnTo>
                  <a:pt x="361950" y="933450"/>
                </a:lnTo>
                <a:lnTo>
                  <a:pt x="361950" y="923925"/>
                </a:lnTo>
                <a:lnTo>
                  <a:pt x="390525" y="923925"/>
                </a:lnTo>
                <a:lnTo>
                  <a:pt x="390525" y="933450"/>
                </a:lnTo>
                <a:lnTo>
                  <a:pt x="400050" y="933450"/>
                </a:lnTo>
                <a:lnTo>
                  <a:pt x="400050" y="923925"/>
                </a:lnTo>
                <a:lnTo>
                  <a:pt x="409575" y="923925"/>
                </a:lnTo>
                <a:lnTo>
                  <a:pt x="409575" y="914400"/>
                </a:lnTo>
                <a:lnTo>
                  <a:pt x="419100" y="914400"/>
                </a:lnTo>
                <a:lnTo>
                  <a:pt x="419100" y="923925"/>
                </a:lnTo>
                <a:lnTo>
                  <a:pt x="409575" y="923925"/>
                </a:lnTo>
                <a:lnTo>
                  <a:pt x="409575" y="971550"/>
                </a:lnTo>
                <a:lnTo>
                  <a:pt x="419100" y="971550"/>
                </a:lnTo>
                <a:lnTo>
                  <a:pt x="419100" y="990600"/>
                </a:lnTo>
                <a:lnTo>
                  <a:pt x="409575" y="990600"/>
                </a:lnTo>
                <a:lnTo>
                  <a:pt x="409575" y="981075"/>
                </a:lnTo>
                <a:lnTo>
                  <a:pt x="381000" y="981075"/>
                </a:lnTo>
                <a:lnTo>
                  <a:pt x="381000" y="1000125"/>
                </a:lnTo>
                <a:lnTo>
                  <a:pt x="314325" y="1000125"/>
                </a:lnTo>
                <a:lnTo>
                  <a:pt x="314325" y="990600"/>
                </a:lnTo>
                <a:lnTo>
                  <a:pt x="323850" y="990600"/>
                </a:lnTo>
                <a:lnTo>
                  <a:pt x="323850" y="981075"/>
                </a:lnTo>
                <a:lnTo>
                  <a:pt x="371475" y="981075"/>
                </a:lnTo>
                <a:lnTo>
                  <a:pt x="371475" y="962025"/>
                </a:lnTo>
                <a:lnTo>
                  <a:pt x="361950" y="962025"/>
                </a:lnTo>
                <a:lnTo>
                  <a:pt x="361950" y="942975"/>
                </a:lnTo>
                <a:lnTo>
                  <a:pt x="342900" y="942975"/>
                </a:lnTo>
                <a:lnTo>
                  <a:pt x="342900" y="933450"/>
                </a:lnTo>
                <a:lnTo>
                  <a:pt x="314325" y="933450"/>
                </a:lnTo>
                <a:lnTo>
                  <a:pt x="314325" y="942975"/>
                </a:lnTo>
                <a:lnTo>
                  <a:pt x="304800" y="942975"/>
                </a:lnTo>
                <a:lnTo>
                  <a:pt x="304800" y="933450"/>
                </a:lnTo>
                <a:lnTo>
                  <a:pt x="285750" y="933450"/>
                </a:lnTo>
                <a:lnTo>
                  <a:pt x="285750" y="923925"/>
                </a:lnTo>
                <a:lnTo>
                  <a:pt x="295275" y="923925"/>
                </a:lnTo>
                <a:close/>
                <a:moveTo>
                  <a:pt x="1047750" y="914400"/>
                </a:moveTo>
                <a:lnTo>
                  <a:pt x="1066800" y="914400"/>
                </a:lnTo>
                <a:lnTo>
                  <a:pt x="1066800" y="933450"/>
                </a:lnTo>
                <a:lnTo>
                  <a:pt x="1057275" y="933450"/>
                </a:lnTo>
                <a:lnTo>
                  <a:pt x="1057275" y="923925"/>
                </a:lnTo>
                <a:lnTo>
                  <a:pt x="1047750" y="923925"/>
                </a:lnTo>
                <a:close/>
                <a:moveTo>
                  <a:pt x="1228725" y="914400"/>
                </a:moveTo>
                <a:lnTo>
                  <a:pt x="1238250" y="914400"/>
                </a:lnTo>
                <a:lnTo>
                  <a:pt x="1238250" y="923925"/>
                </a:lnTo>
                <a:lnTo>
                  <a:pt x="1228725" y="923925"/>
                </a:lnTo>
                <a:close/>
                <a:moveTo>
                  <a:pt x="1619250" y="914400"/>
                </a:moveTo>
                <a:lnTo>
                  <a:pt x="1628775" y="914400"/>
                </a:lnTo>
                <a:lnTo>
                  <a:pt x="1628775" y="923925"/>
                </a:lnTo>
                <a:lnTo>
                  <a:pt x="1619250" y="923925"/>
                </a:lnTo>
                <a:close/>
                <a:moveTo>
                  <a:pt x="180975" y="923925"/>
                </a:moveTo>
                <a:lnTo>
                  <a:pt x="190500" y="923925"/>
                </a:lnTo>
                <a:lnTo>
                  <a:pt x="190500" y="971550"/>
                </a:lnTo>
                <a:lnTo>
                  <a:pt x="180975" y="971550"/>
                </a:lnTo>
                <a:close/>
                <a:moveTo>
                  <a:pt x="1009650" y="923925"/>
                </a:moveTo>
                <a:lnTo>
                  <a:pt x="1019175" y="923925"/>
                </a:lnTo>
                <a:lnTo>
                  <a:pt x="1019175" y="942975"/>
                </a:lnTo>
                <a:lnTo>
                  <a:pt x="1009650" y="942975"/>
                </a:lnTo>
                <a:close/>
                <a:moveTo>
                  <a:pt x="866775" y="933450"/>
                </a:moveTo>
                <a:lnTo>
                  <a:pt x="876300" y="933450"/>
                </a:lnTo>
                <a:lnTo>
                  <a:pt x="876300" y="942975"/>
                </a:lnTo>
                <a:lnTo>
                  <a:pt x="866775" y="942975"/>
                </a:lnTo>
                <a:close/>
                <a:moveTo>
                  <a:pt x="914400" y="933450"/>
                </a:moveTo>
                <a:lnTo>
                  <a:pt x="933450" y="933450"/>
                </a:lnTo>
                <a:lnTo>
                  <a:pt x="933450" y="952500"/>
                </a:lnTo>
                <a:lnTo>
                  <a:pt x="923925" y="952500"/>
                </a:lnTo>
                <a:lnTo>
                  <a:pt x="923925" y="971550"/>
                </a:lnTo>
                <a:lnTo>
                  <a:pt x="914400" y="971550"/>
                </a:lnTo>
                <a:lnTo>
                  <a:pt x="914400" y="962025"/>
                </a:lnTo>
                <a:lnTo>
                  <a:pt x="904875" y="962025"/>
                </a:lnTo>
                <a:lnTo>
                  <a:pt x="904875" y="952500"/>
                </a:lnTo>
                <a:lnTo>
                  <a:pt x="885825" y="952500"/>
                </a:lnTo>
                <a:lnTo>
                  <a:pt x="885825" y="942975"/>
                </a:lnTo>
                <a:lnTo>
                  <a:pt x="914400" y="942975"/>
                </a:lnTo>
                <a:close/>
                <a:moveTo>
                  <a:pt x="981075" y="933450"/>
                </a:moveTo>
                <a:lnTo>
                  <a:pt x="1000125" y="933450"/>
                </a:lnTo>
                <a:lnTo>
                  <a:pt x="1000125" y="942975"/>
                </a:lnTo>
                <a:lnTo>
                  <a:pt x="981075" y="942975"/>
                </a:lnTo>
                <a:close/>
                <a:moveTo>
                  <a:pt x="647700" y="942975"/>
                </a:moveTo>
                <a:lnTo>
                  <a:pt x="676275" y="942975"/>
                </a:lnTo>
                <a:lnTo>
                  <a:pt x="676275" y="952500"/>
                </a:lnTo>
                <a:lnTo>
                  <a:pt x="647700" y="952500"/>
                </a:lnTo>
                <a:close/>
                <a:moveTo>
                  <a:pt x="695325" y="942975"/>
                </a:moveTo>
                <a:lnTo>
                  <a:pt x="762000" y="942975"/>
                </a:lnTo>
                <a:lnTo>
                  <a:pt x="762000" y="962025"/>
                </a:lnTo>
                <a:lnTo>
                  <a:pt x="742950" y="962025"/>
                </a:lnTo>
                <a:lnTo>
                  <a:pt x="742950" y="971550"/>
                </a:lnTo>
                <a:lnTo>
                  <a:pt x="733425" y="971550"/>
                </a:lnTo>
                <a:lnTo>
                  <a:pt x="733425" y="952500"/>
                </a:lnTo>
                <a:lnTo>
                  <a:pt x="695325" y="952500"/>
                </a:lnTo>
                <a:close/>
                <a:moveTo>
                  <a:pt x="819150" y="942975"/>
                </a:moveTo>
                <a:lnTo>
                  <a:pt x="866775" y="942975"/>
                </a:lnTo>
                <a:lnTo>
                  <a:pt x="866775" y="962025"/>
                </a:lnTo>
                <a:lnTo>
                  <a:pt x="819150" y="962025"/>
                </a:lnTo>
                <a:close/>
                <a:moveTo>
                  <a:pt x="971550" y="942975"/>
                </a:moveTo>
                <a:lnTo>
                  <a:pt x="981075" y="942975"/>
                </a:lnTo>
                <a:lnTo>
                  <a:pt x="981075" y="952500"/>
                </a:lnTo>
                <a:lnTo>
                  <a:pt x="971550" y="952500"/>
                </a:lnTo>
                <a:close/>
                <a:moveTo>
                  <a:pt x="504825" y="952500"/>
                </a:moveTo>
                <a:lnTo>
                  <a:pt x="514350" y="952500"/>
                </a:lnTo>
                <a:lnTo>
                  <a:pt x="514350" y="962025"/>
                </a:lnTo>
                <a:lnTo>
                  <a:pt x="571500" y="962025"/>
                </a:lnTo>
                <a:lnTo>
                  <a:pt x="571500" y="981075"/>
                </a:lnTo>
                <a:lnTo>
                  <a:pt x="542925" y="981075"/>
                </a:lnTo>
                <a:lnTo>
                  <a:pt x="542925" y="971550"/>
                </a:lnTo>
                <a:lnTo>
                  <a:pt x="485775" y="971550"/>
                </a:lnTo>
                <a:lnTo>
                  <a:pt x="485775" y="962025"/>
                </a:lnTo>
                <a:lnTo>
                  <a:pt x="504825" y="962025"/>
                </a:lnTo>
                <a:close/>
                <a:moveTo>
                  <a:pt x="638175" y="952500"/>
                </a:moveTo>
                <a:lnTo>
                  <a:pt x="647700" y="952500"/>
                </a:lnTo>
                <a:lnTo>
                  <a:pt x="647700" y="971550"/>
                </a:lnTo>
                <a:lnTo>
                  <a:pt x="638175" y="971550"/>
                </a:lnTo>
                <a:lnTo>
                  <a:pt x="638175" y="981075"/>
                </a:lnTo>
                <a:lnTo>
                  <a:pt x="619125" y="981075"/>
                </a:lnTo>
                <a:lnTo>
                  <a:pt x="619125" y="962025"/>
                </a:lnTo>
                <a:lnTo>
                  <a:pt x="638175" y="962025"/>
                </a:lnTo>
                <a:close/>
                <a:moveTo>
                  <a:pt x="200025" y="962025"/>
                </a:moveTo>
                <a:lnTo>
                  <a:pt x="209550" y="962025"/>
                </a:lnTo>
                <a:lnTo>
                  <a:pt x="209550" y="981075"/>
                </a:lnTo>
                <a:lnTo>
                  <a:pt x="219075" y="981075"/>
                </a:lnTo>
                <a:lnTo>
                  <a:pt x="219075" y="971550"/>
                </a:lnTo>
                <a:lnTo>
                  <a:pt x="228600" y="971550"/>
                </a:lnTo>
                <a:lnTo>
                  <a:pt x="228600" y="1000125"/>
                </a:lnTo>
                <a:lnTo>
                  <a:pt x="238125" y="1000125"/>
                </a:lnTo>
                <a:lnTo>
                  <a:pt x="238125" y="990600"/>
                </a:lnTo>
                <a:lnTo>
                  <a:pt x="247650" y="990600"/>
                </a:lnTo>
                <a:lnTo>
                  <a:pt x="247650" y="1000125"/>
                </a:lnTo>
                <a:lnTo>
                  <a:pt x="238125" y="1000125"/>
                </a:lnTo>
                <a:lnTo>
                  <a:pt x="238125" y="1019175"/>
                </a:lnTo>
                <a:lnTo>
                  <a:pt x="219075" y="1019175"/>
                </a:lnTo>
                <a:lnTo>
                  <a:pt x="219075" y="1028700"/>
                </a:lnTo>
                <a:lnTo>
                  <a:pt x="200025" y="1028700"/>
                </a:lnTo>
                <a:lnTo>
                  <a:pt x="200025" y="1019175"/>
                </a:lnTo>
                <a:lnTo>
                  <a:pt x="209550" y="1019175"/>
                </a:lnTo>
                <a:lnTo>
                  <a:pt x="209550" y="990600"/>
                </a:lnTo>
                <a:lnTo>
                  <a:pt x="190500" y="990600"/>
                </a:lnTo>
                <a:lnTo>
                  <a:pt x="190500" y="971550"/>
                </a:lnTo>
                <a:lnTo>
                  <a:pt x="200025" y="971550"/>
                </a:lnTo>
                <a:close/>
                <a:moveTo>
                  <a:pt x="247650" y="962025"/>
                </a:moveTo>
                <a:lnTo>
                  <a:pt x="266700" y="962025"/>
                </a:lnTo>
                <a:lnTo>
                  <a:pt x="266700" y="981075"/>
                </a:lnTo>
                <a:lnTo>
                  <a:pt x="247650" y="981075"/>
                </a:lnTo>
                <a:close/>
                <a:moveTo>
                  <a:pt x="447675" y="962025"/>
                </a:moveTo>
                <a:lnTo>
                  <a:pt x="476250" y="962025"/>
                </a:lnTo>
                <a:lnTo>
                  <a:pt x="476250" y="971550"/>
                </a:lnTo>
                <a:lnTo>
                  <a:pt x="447675" y="971550"/>
                </a:lnTo>
                <a:close/>
                <a:moveTo>
                  <a:pt x="428625" y="971550"/>
                </a:moveTo>
                <a:lnTo>
                  <a:pt x="438150" y="971550"/>
                </a:lnTo>
                <a:lnTo>
                  <a:pt x="438150" y="981075"/>
                </a:lnTo>
                <a:lnTo>
                  <a:pt x="428625" y="981075"/>
                </a:lnTo>
                <a:close/>
                <a:moveTo>
                  <a:pt x="933450" y="981075"/>
                </a:moveTo>
                <a:lnTo>
                  <a:pt x="942975" y="981075"/>
                </a:lnTo>
                <a:lnTo>
                  <a:pt x="942975" y="990600"/>
                </a:lnTo>
                <a:lnTo>
                  <a:pt x="933450" y="990600"/>
                </a:lnTo>
                <a:close/>
                <a:moveTo>
                  <a:pt x="952500" y="981075"/>
                </a:moveTo>
                <a:lnTo>
                  <a:pt x="971550" y="981075"/>
                </a:lnTo>
                <a:lnTo>
                  <a:pt x="971550" y="1057275"/>
                </a:lnTo>
                <a:lnTo>
                  <a:pt x="962025" y="1057275"/>
                </a:lnTo>
                <a:lnTo>
                  <a:pt x="962025" y="1085850"/>
                </a:lnTo>
                <a:lnTo>
                  <a:pt x="971550" y="1085850"/>
                </a:lnTo>
                <a:lnTo>
                  <a:pt x="971550" y="1076325"/>
                </a:lnTo>
                <a:lnTo>
                  <a:pt x="981075" y="1076325"/>
                </a:lnTo>
                <a:lnTo>
                  <a:pt x="981075" y="1104900"/>
                </a:lnTo>
                <a:lnTo>
                  <a:pt x="962025" y="1104900"/>
                </a:lnTo>
                <a:lnTo>
                  <a:pt x="962025" y="1095375"/>
                </a:lnTo>
                <a:lnTo>
                  <a:pt x="942975" y="1095375"/>
                </a:lnTo>
                <a:lnTo>
                  <a:pt x="942975" y="990600"/>
                </a:lnTo>
                <a:lnTo>
                  <a:pt x="952500" y="990600"/>
                </a:lnTo>
                <a:close/>
                <a:moveTo>
                  <a:pt x="285750" y="990600"/>
                </a:moveTo>
                <a:lnTo>
                  <a:pt x="295275" y="990600"/>
                </a:lnTo>
                <a:lnTo>
                  <a:pt x="295275" y="1000125"/>
                </a:lnTo>
                <a:lnTo>
                  <a:pt x="285750" y="1000125"/>
                </a:lnTo>
                <a:close/>
                <a:moveTo>
                  <a:pt x="257175" y="1000125"/>
                </a:moveTo>
                <a:lnTo>
                  <a:pt x="285750" y="1000125"/>
                </a:lnTo>
                <a:lnTo>
                  <a:pt x="285750" y="1009650"/>
                </a:lnTo>
                <a:lnTo>
                  <a:pt x="266700" y="1009650"/>
                </a:lnTo>
                <a:lnTo>
                  <a:pt x="266700" y="1019175"/>
                </a:lnTo>
                <a:lnTo>
                  <a:pt x="247650" y="1019175"/>
                </a:lnTo>
                <a:lnTo>
                  <a:pt x="247650" y="1009650"/>
                </a:lnTo>
                <a:lnTo>
                  <a:pt x="257175" y="1009650"/>
                </a:lnTo>
                <a:close/>
                <a:moveTo>
                  <a:pt x="285750" y="1009650"/>
                </a:moveTo>
                <a:lnTo>
                  <a:pt x="295275" y="1009650"/>
                </a:lnTo>
                <a:lnTo>
                  <a:pt x="295275" y="1019175"/>
                </a:lnTo>
                <a:lnTo>
                  <a:pt x="285750" y="1019175"/>
                </a:lnTo>
                <a:close/>
                <a:moveTo>
                  <a:pt x="276225" y="1019175"/>
                </a:moveTo>
                <a:lnTo>
                  <a:pt x="285750" y="1019175"/>
                </a:lnTo>
                <a:lnTo>
                  <a:pt x="285750" y="1028700"/>
                </a:lnTo>
                <a:lnTo>
                  <a:pt x="276225" y="1028700"/>
                </a:lnTo>
                <a:close/>
                <a:moveTo>
                  <a:pt x="190500" y="1028700"/>
                </a:moveTo>
                <a:lnTo>
                  <a:pt x="200025" y="1028700"/>
                </a:lnTo>
                <a:lnTo>
                  <a:pt x="200025" y="1047750"/>
                </a:lnTo>
                <a:lnTo>
                  <a:pt x="190500" y="1047750"/>
                </a:lnTo>
                <a:close/>
                <a:moveTo>
                  <a:pt x="266700" y="1028700"/>
                </a:moveTo>
                <a:lnTo>
                  <a:pt x="276225" y="1028700"/>
                </a:lnTo>
                <a:lnTo>
                  <a:pt x="276225" y="1038225"/>
                </a:lnTo>
                <a:lnTo>
                  <a:pt x="266700" y="1038225"/>
                </a:lnTo>
                <a:close/>
                <a:moveTo>
                  <a:pt x="238125" y="1038225"/>
                </a:moveTo>
                <a:lnTo>
                  <a:pt x="247650" y="1038225"/>
                </a:lnTo>
                <a:lnTo>
                  <a:pt x="247650" y="1047750"/>
                </a:lnTo>
                <a:lnTo>
                  <a:pt x="238125" y="1047750"/>
                </a:lnTo>
                <a:close/>
                <a:moveTo>
                  <a:pt x="438150" y="1047750"/>
                </a:moveTo>
                <a:lnTo>
                  <a:pt x="447675" y="1047750"/>
                </a:lnTo>
                <a:lnTo>
                  <a:pt x="447675" y="1057275"/>
                </a:lnTo>
                <a:lnTo>
                  <a:pt x="438150" y="1057275"/>
                </a:lnTo>
                <a:close/>
                <a:moveTo>
                  <a:pt x="1047750" y="1047750"/>
                </a:moveTo>
                <a:lnTo>
                  <a:pt x="1057275" y="1047750"/>
                </a:lnTo>
                <a:lnTo>
                  <a:pt x="1057275" y="1057275"/>
                </a:lnTo>
                <a:lnTo>
                  <a:pt x="1047750" y="1057275"/>
                </a:lnTo>
                <a:close/>
                <a:moveTo>
                  <a:pt x="228600" y="1057275"/>
                </a:moveTo>
                <a:lnTo>
                  <a:pt x="238125" y="1057275"/>
                </a:lnTo>
                <a:lnTo>
                  <a:pt x="238125" y="1095375"/>
                </a:lnTo>
                <a:lnTo>
                  <a:pt x="228600" y="1095375"/>
                </a:lnTo>
                <a:lnTo>
                  <a:pt x="228600" y="1085850"/>
                </a:lnTo>
                <a:lnTo>
                  <a:pt x="219075" y="1085850"/>
                </a:lnTo>
                <a:lnTo>
                  <a:pt x="219075" y="1066800"/>
                </a:lnTo>
                <a:lnTo>
                  <a:pt x="228600" y="1066800"/>
                </a:lnTo>
                <a:close/>
                <a:moveTo>
                  <a:pt x="257175" y="1057275"/>
                </a:moveTo>
                <a:lnTo>
                  <a:pt x="266700" y="1057275"/>
                </a:lnTo>
                <a:lnTo>
                  <a:pt x="266700" y="1076325"/>
                </a:lnTo>
                <a:lnTo>
                  <a:pt x="257175" y="1076325"/>
                </a:lnTo>
                <a:close/>
                <a:moveTo>
                  <a:pt x="1685925" y="1066800"/>
                </a:moveTo>
                <a:lnTo>
                  <a:pt x="1695450" y="1066800"/>
                </a:lnTo>
                <a:lnTo>
                  <a:pt x="1695450" y="1085850"/>
                </a:lnTo>
                <a:lnTo>
                  <a:pt x="1704975" y="1085850"/>
                </a:lnTo>
                <a:lnTo>
                  <a:pt x="1704975" y="1095375"/>
                </a:lnTo>
                <a:lnTo>
                  <a:pt x="1695450" y="1095375"/>
                </a:lnTo>
                <a:lnTo>
                  <a:pt x="1695450" y="1114425"/>
                </a:lnTo>
                <a:lnTo>
                  <a:pt x="1704975" y="1114425"/>
                </a:lnTo>
                <a:lnTo>
                  <a:pt x="1704975" y="1123950"/>
                </a:lnTo>
                <a:lnTo>
                  <a:pt x="1676400" y="1123950"/>
                </a:lnTo>
                <a:lnTo>
                  <a:pt x="1676400" y="1076325"/>
                </a:lnTo>
                <a:lnTo>
                  <a:pt x="1685925" y="1076325"/>
                </a:lnTo>
                <a:close/>
                <a:moveTo>
                  <a:pt x="257175" y="1085850"/>
                </a:moveTo>
                <a:lnTo>
                  <a:pt x="266700" y="1085850"/>
                </a:lnTo>
                <a:lnTo>
                  <a:pt x="266700" y="1095375"/>
                </a:lnTo>
                <a:lnTo>
                  <a:pt x="257175" y="1095375"/>
                </a:lnTo>
                <a:close/>
                <a:moveTo>
                  <a:pt x="238125" y="1095375"/>
                </a:moveTo>
                <a:lnTo>
                  <a:pt x="247650" y="1095375"/>
                </a:lnTo>
                <a:lnTo>
                  <a:pt x="247650" y="1143000"/>
                </a:lnTo>
                <a:lnTo>
                  <a:pt x="238125" y="1143000"/>
                </a:lnTo>
                <a:close/>
                <a:moveTo>
                  <a:pt x="1219200" y="1104900"/>
                </a:moveTo>
                <a:lnTo>
                  <a:pt x="1228725" y="1104900"/>
                </a:lnTo>
                <a:lnTo>
                  <a:pt x="1228725" y="1114425"/>
                </a:lnTo>
                <a:lnTo>
                  <a:pt x="1219200" y="1114425"/>
                </a:lnTo>
                <a:close/>
                <a:moveTo>
                  <a:pt x="952500" y="1114425"/>
                </a:moveTo>
                <a:lnTo>
                  <a:pt x="981075" y="1114425"/>
                </a:lnTo>
                <a:lnTo>
                  <a:pt x="981075" y="1162050"/>
                </a:lnTo>
                <a:lnTo>
                  <a:pt x="952500" y="1162050"/>
                </a:lnTo>
                <a:close/>
                <a:moveTo>
                  <a:pt x="1085850" y="1143000"/>
                </a:moveTo>
                <a:lnTo>
                  <a:pt x="1095375" y="1143000"/>
                </a:lnTo>
                <a:lnTo>
                  <a:pt x="1095375" y="1152525"/>
                </a:lnTo>
                <a:lnTo>
                  <a:pt x="1085850" y="1152525"/>
                </a:lnTo>
                <a:close/>
                <a:moveTo>
                  <a:pt x="190500" y="1152525"/>
                </a:moveTo>
                <a:lnTo>
                  <a:pt x="200025" y="1152525"/>
                </a:lnTo>
                <a:lnTo>
                  <a:pt x="200025" y="1171575"/>
                </a:lnTo>
                <a:lnTo>
                  <a:pt x="190500" y="1171575"/>
                </a:lnTo>
                <a:close/>
                <a:moveTo>
                  <a:pt x="1104900" y="1152525"/>
                </a:moveTo>
                <a:lnTo>
                  <a:pt x="1114425" y="1152525"/>
                </a:lnTo>
                <a:lnTo>
                  <a:pt x="1114425" y="1162050"/>
                </a:lnTo>
                <a:lnTo>
                  <a:pt x="1104900" y="1162050"/>
                </a:lnTo>
                <a:close/>
                <a:moveTo>
                  <a:pt x="1714500" y="1162050"/>
                </a:moveTo>
                <a:lnTo>
                  <a:pt x="1724025" y="1162050"/>
                </a:lnTo>
                <a:lnTo>
                  <a:pt x="1724025" y="1209675"/>
                </a:lnTo>
                <a:lnTo>
                  <a:pt x="1714500" y="1209675"/>
                </a:lnTo>
                <a:close/>
                <a:moveTo>
                  <a:pt x="971550" y="1171575"/>
                </a:moveTo>
                <a:lnTo>
                  <a:pt x="981075" y="1171575"/>
                </a:lnTo>
                <a:lnTo>
                  <a:pt x="981075" y="1200150"/>
                </a:lnTo>
                <a:lnTo>
                  <a:pt x="990600" y="1200150"/>
                </a:lnTo>
                <a:lnTo>
                  <a:pt x="990600" y="1238250"/>
                </a:lnTo>
                <a:lnTo>
                  <a:pt x="971550" y="1238250"/>
                </a:lnTo>
                <a:lnTo>
                  <a:pt x="971550" y="1247775"/>
                </a:lnTo>
                <a:lnTo>
                  <a:pt x="990600" y="1247775"/>
                </a:lnTo>
                <a:lnTo>
                  <a:pt x="990600" y="1343025"/>
                </a:lnTo>
                <a:lnTo>
                  <a:pt x="1000125" y="1343025"/>
                </a:lnTo>
                <a:lnTo>
                  <a:pt x="1000125" y="1352550"/>
                </a:lnTo>
                <a:lnTo>
                  <a:pt x="981075" y="1352550"/>
                </a:lnTo>
                <a:lnTo>
                  <a:pt x="981075" y="1400175"/>
                </a:lnTo>
                <a:lnTo>
                  <a:pt x="962025" y="1400175"/>
                </a:lnTo>
                <a:lnTo>
                  <a:pt x="962025" y="1333500"/>
                </a:lnTo>
                <a:lnTo>
                  <a:pt x="952500" y="1333500"/>
                </a:lnTo>
                <a:lnTo>
                  <a:pt x="952500" y="1209675"/>
                </a:lnTo>
                <a:lnTo>
                  <a:pt x="971550" y="1209675"/>
                </a:lnTo>
                <a:close/>
                <a:moveTo>
                  <a:pt x="200025" y="1181100"/>
                </a:moveTo>
                <a:lnTo>
                  <a:pt x="209550" y="1181100"/>
                </a:lnTo>
                <a:lnTo>
                  <a:pt x="209550" y="1209675"/>
                </a:lnTo>
                <a:lnTo>
                  <a:pt x="200025" y="1209675"/>
                </a:lnTo>
                <a:close/>
                <a:moveTo>
                  <a:pt x="1676400" y="1200150"/>
                </a:moveTo>
                <a:lnTo>
                  <a:pt x="1685925" y="1200150"/>
                </a:lnTo>
                <a:lnTo>
                  <a:pt x="1685925" y="1238250"/>
                </a:lnTo>
                <a:lnTo>
                  <a:pt x="1676400" y="1238250"/>
                </a:lnTo>
                <a:close/>
                <a:moveTo>
                  <a:pt x="1685925" y="1238250"/>
                </a:moveTo>
                <a:lnTo>
                  <a:pt x="1695450" y="1238250"/>
                </a:lnTo>
                <a:lnTo>
                  <a:pt x="1695450" y="1257300"/>
                </a:lnTo>
                <a:lnTo>
                  <a:pt x="1685925" y="1257300"/>
                </a:lnTo>
                <a:close/>
                <a:moveTo>
                  <a:pt x="200025" y="1257300"/>
                </a:moveTo>
                <a:lnTo>
                  <a:pt x="209550" y="1257300"/>
                </a:lnTo>
                <a:lnTo>
                  <a:pt x="209550" y="1314450"/>
                </a:lnTo>
                <a:lnTo>
                  <a:pt x="200025" y="1314450"/>
                </a:lnTo>
                <a:close/>
                <a:moveTo>
                  <a:pt x="219075" y="1295400"/>
                </a:moveTo>
                <a:lnTo>
                  <a:pt x="228600" y="1295400"/>
                </a:lnTo>
                <a:lnTo>
                  <a:pt x="228600" y="1304925"/>
                </a:lnTo>
                <a:lnTo>
                  <a:pt x="219075" y="1304925"/>
                </a:lnTo>
                <a:close/>
                <a:moveTo>
                  <a:pt x="1685925" y="1304925"/>
                </a:moveTo>
                <a:lnTo>
                  <a:pt x="1695450" y="1304925"/>
                </a:lnTo>
                <a:lnTo>
                  <a:pt x="1695450" y="1314450"/>
                </a:lnTo>
                <a:lnTo>
                  <a:pt x="1685925" y="1314450"/>
                </a:lnTo>
                <a:close/>
                <a:moveTo>
                  <a:pt x="1704975" y="1304925"/>
                </a:moveTo>
                <a:lnTo>
                  <a:pt x="1724025" y="1304925"/>
                </a:lnTo>
                <a:lnTo>
                  <a:pt x="1724025" y="1314450"/>
                </a:lnTo>
                <a:lnTo>
                  <a:pt x="1714500" y="1314450"/>
                </a:lnTo>
                <a:lnTo>
                  <a:pt x="1714500" y="1343025"/>
                </a:lnTo>
                <a:lnTo>
                  <a:pt x="1724025" y="1343025"/>
                </a:lnTo>
                <a:lnTo>
                  <a:pt x="1724025" y="1381125"/>
                </a:lnTo>
                <a:lnTo>
                  <a:pt x="1714500" y="1381125"/>
                </a:lnTo>
                <a:lnTo>
                  <a:pt x="1714500" y="1390650"/>
                </a:lnTo>
                <a:lnTo>
                  <a:pt x="1724025" y="1390650"/>
                </a:lnTo>
                <a:lnTo>
                  <a:pt x="1724025" y="1428750"/>
                </a:lnTo>
                <a:lnTo>
                  <a:pt x="1704975" y="1428750"/>
                </a:lnTo>
                <a:lnTo>
                  <a:pt x="1704975" y="1381125"/>
                </a:lnTo>
                <a:lnTo>
                  <a:pt x="1695450" y="1381125"/>
                </a:lnTo>
                <a:lnTo>
                  <a:pt x="1695450" y="1362075"/>
                </a:lnTo>
                <a:lnTo>
                  <a:pt x="1704975" y="1362075"/>
                </a:lnTo>
                <a:lnTo>
                  <a:pt x="1704975" y="1371600"/>
                </a:lnTo>
                <a:lnTo>
                  <a:pt x="1714500" y="1371600"/>
                </a:lnTo>
                <a:lnTo>
                  <a:pt x="1714500" y="1352550"/>
                </a:lnTo>
                <a:lnTo>
                  <a:pt x="1704975" y="1352550"/>
                </a:lnTo>
                <a:close/>
                <a:moveTo>
                  <a:pt x="1724025" y="1314450"/>
                </a:moveTo>
                <a:lnTo>
                  <a:pt x="1733550" y="1314450"/>
                </a:lnTo>
                <a:lnTo>
                  <a:pt x="1733550" y="1323975"/>
                </a:lnTo>
                <a:lnTo>
                  <a:pt x="1724025" y="1323975"/>
                </a:lnTo>
                <a:close/>
                <a:moveTo>
                  <a:pt x="962025" y="1333500"/>
                </a:moveTo>
                <a:lnTo>
                  <a:pt x="981075" y="1333500"/>
                </a:lnTo>
                <a:lnTo>
                  <a:pt x="981075" y="1323975"/>
                </a:lnTo>
                <a:lnTo>
                  <a:pt x="971550" y="1323975"/>
                </a:lnTo>
                <a:lnTo>
                  <a:pt x="971550" y="1314450"/>
                </a:lnTo>
                <a:lnTo>
                  <a:pt x="962025" y="1314450"/>
                </a:lnTo>
                <a:close/>
                <a:moveTo>
                  <a:pt x="1685925" y="1343025"/>
                </a:moveTo>
                <a:lnTo>
                  <a:pt x="1695450" y="1343025"/>
                </a:lnTo>
                <a:lnTo>
                  <a:pt x="1695450" y="1352550"/>
                </a:lnTo>
                <a:lnTo>
                  <a:pt x="1685925" y="1352550"/>
                </a:lnTo>
                <a:close/>
                <a:moveTo>
                  <a:pt x="933450" y="1352550"/>
                </a:moveTo>
                <a:lnTo>
                  <a:pt x="942975" y="1352550"/>
                </a:lnTo>
                <a:lnTo>
                  <a:pt x="942975" y="1362075"/>
                </a:lnTo>
                <a:lnTo>
                  <a:pt x="933450" y="1362075"/>
                </a:lnTo>
                <a:close/>
                <a:moveTo>
                  <a:pt x="238125" y="1381125"/>
                </a:moveTo>
                <a:lnTo>
                  <a:pt x="247650" y="1381125"/>
                </a:lnTo>
                <a:lnTo>
                  <a:pt x="247650" y="1400175"/>
                </a:lnTo>
                <a:lnTo>
                  <a:pt x="238125" y="1400175"/>
                </a:lnTo>
                <a:close/>
                <a:moveTo>
                  <a:pt x="1685925" y="1381125"/>
                </a:moveTo>
                <a:lnTo>
                  <a:pt x="1695450" y="1381125"/>
                </a:lnTo>
                <a:lnTo>
                  <a:pt x="1695450" y="1390650"/>
                </a:lnTo>
                <a:lnTo>
                  <a:pt x="1685925" y="1390650"/>
                </a:lnTo>
                <a:close/>
                <a:moveTo>
                  <a:pt x="1733550" y="1400175"/>
                </a:moveTo>
                <a:lnTo>
                  <a:pt x="1743075" y="1400175"/>
                </a:lnTo>
                <a:lnTo>
                  <a:pt x="1743075" y="1428750"/>
                </a:lnTo>
                <a:lnTo>
                  <a:pt x="1733550" y="1428750"/>
                </a:lnTo>
                <a:close/>
                <a:moveTo>
                  <a:pt x="228600" y="1409700"/>
                </a:moveTo>
                <a:lnTo>
                  <a:pt x="247650" y="1409700"/>
                </a:lnTo>
                <a:lnTo>
                  <a:pt x="247650" y="1428750"/>
                </a:lnTo>
                <a:lnTo>
                  <a:pt x="257175" y="1428750"/>
                </a:lnTo>
                <a:lnTo>
                  <a:pt x="257175" y="1438275"/>
                </a:lnTo>
                <a:lnTo>
                  <a:pt x="228600" y="1438275"/>
                </a:lnTo>
                <a:close/>
                <a:moveTo>
                  <a:pt x="971550" y="1409700"/>
                </a:moveTo>
                <a:lnTo>
                  <a:pt x="981075" y="1409700"/>
                </a:lnTo>
                <a:lnTo>
                  <a:pt x="981075" y="1419225"/>
                </a:lnTo>
                <a:lnTo>
                  <a:pt x="990600" y="1419225"/>
                </a:lnTo>
                <a:lnTo>
                  <a:pt x="990600" y="1409700"/>
                </a:lnTo>
                <a:lnTo>
                  <a:pt x="1000125" y="1409700"/>
                </a:lnTo>
                <a:lnTo>
                  <a:pt x="1000125" y="1438275"/>
                </a:lnTo>
                <a:lnTo>
                  <a:pt x="990600" y="1438275"/>
                </a:lnTo>
                <a:lnTo>
                  <a:pt x="990600" y="1447800"/>
                </a:lnTo>
                <a:lnTo>
                  <a:pt x="981075" y="1447800"/>
                </a:lnTo>
                <a:lnTo>
                  <a:pt x="981075" y="1438275"/>
                </a:lnTo>
                <a:lnTo>
                  <a:pt x="971550" y="1438275"/>
                </a:lnTo>
                <a:close/>
                <a:moveTo>
                  <a:pt x="1685925" y="1409700"/>
                </a:moveTo>
                <a:lnTo>
                  <a:pt x="1695450" y="1409700"/>
                </a:lnTo>
                <a:lnTo>
                  <a:pt x="1695450" y="1419225"/>
                </a:lnTo>
                <a:lnTo>
                  <a:pt x="1685925" y="1419225"/>
                </a:lnTo>
                <a:close/>
                <a:moveTo>
                  <a:pt x="1657350" y="1428750"/>
                </a:moveTo>
                <a:lnTo>
                  <a:pt x="1695450" y="1428750"/>
                </a:lnTo>
                <a:lnTo>
                  <a:pt x="1695450" y="1447800"/>
                </a:lnTo>
                <a:lnTo>
                  <a:pt x="1704975" y="1447800"/>
                </a:lnTo>
                <a:lnTo>
                  <a:pt x="1704975" y="1485900"/>
                </a:lnTo>
                <a:lnTo>
                  <a:pt x="1685925" y="1485900"/>
                </a:lnTo>
                <a:lnTo>
                  <a:pt x="1685925" y="1495425"/>
                </a:lnTo>
                <a:lnTo>
                  <a:pt x="1676400" y="1495425"/>
                </a:lnTo>
                <a:lnTo>
                  <a:pt x="1676400" y="1485900"/>
                </a:lnTo>
                <a:lnTo>
                  <a:pt x="1657350" y="1485900"/>
                </a:lnTo>
                <a:lnTo>
                  <a:pt x="1657350" y="1466850"/>
                </a:lnTo>
                <a:lnTo>
                  <a:pt x="1676400" y="1466850"/>
                </a:lnTo>
                <a:lnTo>
                  <a:pt x="1676400" y="1438275"/>
                </a:lnTo>
                <a:lnTo>
                  <a:pt x="1666875" y="1438275"/>
                </a:lnTo>
                <a:lnTo>
                  <a:pt x="1666875" y="1447800"/>
                </a:lnTo>
                <a:lnTo>
                  <a:pt x="1647825" y="1447800"/>
                </a:lnTo>
                <a:lnTo>
                  <a:pt x="1647825" y="1438275"/>
                </a:lnTo>
                <a:lnTo>
                  <a:pt x="1657350" y="1438275"/>
                </a:lnTo>
                <a:close/>
                <a:moveTo>
                  <a:pt x="257175" y="1438275"/>
                </a:moveTo>
                <a:lnTo>
                  <a:pt x="266700" y="1438275"/>
                </a:lnTo>
                <a:lnTo>
                  <a:pt x="266700" y="1447800"/>
                </a:lnTo>
                <a:lnTo>
                  <a:pt x="257175" y="1447800"/>
                </a:lnTo>
                <a:close/>
                <a:moveTo>
                  <a:pt x="962025" y="1447800"/>
                </a:moveTo>
                <a:lnTo>
                  <a:pt x="971550" y="1447800"/>
                </a:lnTo>
                <a:lnTo>
                  <a:pt x="971550" y="1466850"/>
                </a:lnTo>
                <a:lnTo>
                  <a:pt x="962025" y="1466850"/>
                </a:lnTo>
                <a:close/>
                <a:moveTo>
                  <a:pt x="1524000" y="1447800"/>
                </a:moveTo>
                <a:lnTo>
                  <a:pt x="1533525" y="1447800"/>
                </a:lnTo>
                <a:lnTo>
                  <a:pt x="1533525" y="1466850"/>
                </a:lnTo>
                <a:lnTo>
                  <a:pt x="1543050" y="1466850"/>
                </a:lnTo>
                <a:lnTo>
                  <a:pt x="1543050" y="1457325"/>
                </a:lnTo>
                <a:lnTo>
                  <a:pt x="1552575" y="1457325"/>
                </a:lnTo>
                <a:lnTo>
                  <a:pt x="1552575" y="1476375"/>
                </a:lnTo>
                <a:lnTo>
                  <a:pt x="1609725" y="1476375"/>
                </a:lnTo>
                <a:lnTo>
                  <a:pt x="1609725" y="1457325"/>
                </a:lnTo>
                <a:lnTo>
                  <a:pt x="1619250" y="1457325"/>
                </a:lnTo>
                <a:lnTo>
                  <a:pt x="1619250" y="1447800"/>
                </a:lnTo>
                <a:lnTo>
                  <a:pt x="1628775" y="1447800"/>
                </a:lnTo>
                <a:lnTo>
                  <a:pt x="1628775" y="1457325"/>
                </a:lnTo>
                <a:lnTo>
                  <a:pt x="1619250" y="1457325"/>
                </a:lnTo>
                <a:lnTo>
                  <a:pt x="1619250" y="1466850"/>
                </a:lnTo>
                <a:lnTo>
                  <a:pt x="1628775" y="1466850"/>
                </a:lnTo>
                <a:lnTo>
                  <a:pt x="1628775" y="1485900"/>
                </a:lnTo>
                <a:lnTo>
                  <a:pt x="1543050" y="1485900"/>
                </a:lnTo>
                <a:lnTo>
                  <a:pt x="1543050" y="1495425"/>
                </a:lnTo>
                <a:lnTo>
                  <a:pt x="1514475" y="1495425"/>
                </a:lnTo>
                <a:lnTo>
                  <a:pt x="1514475" y="1476375"/>
                </a:lnTo>
                <a:lnTo>
                  <a:pt x="1504950" y="1476375"/>
                </a:lnTo>
                <a:lnTo>
                  <a:pt x="1504950" y="1495425"/>
                </a:lnTo>
                <a:lnTo>
                  <a:pt x="1495425" y="1495425"/>
                </a:lnTo>
                <a:lnTo>
                  <a:pt x="1495425" y="1466850"/>
                </a:lnTo>
                <a:lnTo>
                  <a:pt x="1524000" y="1466850"/>
                </a:lnTo>
                <a:close/>
                <a:moveTo>
                  <a:pt x="1000125" y="1457325"/>
                </a:moveTo>
                <a:lnTo>
                  <a:pt x="1009650" y="1457325"/>
                </a:lnTo>
                <a:lnTo>
                  <a:pt x="1009650" y="1466850"/>
                </a:lnTo>
                <a:lnTo>
                  <a:pt x="1000125" y="1466850"/>
                </a:lnTo>
                <a:close/>
                <a:moveTo>
                  <a:pt x="1400175" y="1457325"/>
                </a:moveTo>
                <a:lnTo>
                  <a:pt x="1428750" y="1457325"/>
                </a:lnTo>
                <a:lnTo>
                  <a:pt x="1428750" y="1466850"/>
                </a:lnTo>
                <a:lnTo>
                  <a:pt x="1409700" y="1466850"/>
                </a:lnTo>
                <a:lnTo>
                  <a:pt x="1409700" y="1485900"/>
                </a:lnTo>
                <a:lnTo>
                  <a:pt x="1400175" y="1485900"/>
                </a:lnTo>
                <a:close/>
                <a:moveTo>
                  <a:pt x="1009650" y="1466850"/>
                </a:moveTo>
                <a:lnTo>
                  <a:pt x="1019175" y="1466850"/>
                </a:lnTo>
                <a:lnTo>
                  <a:pt x="1019175" y="1485900"/>
                </a:lnTo>
                <a:lnTo>
                  <a:pt x="1076325" y="1485900"/>
                </a:lnTo>
                <a:lnTo>
                  <a:pt x="1076325" y="1514475"/>
                </a:lnTo>
                <a:lnTo>
                  <a:pt x="1066800" y="1514475"/>
                </a:lnTo>
                <a:lnTo>
                  <a:pt x="1066800" y="1533525"/>
                </a:lnTo>
                <a:lnTo>
                  <a:pt x="1047750" y="1533525"/>
                </a:lnTo>
                <a:lnTo>
                  <a:pt x="1047750" y="1543050"/>
                </a:lnTo>
                <a:lnTo>
                  <a:pt x="1038225" y="1543050"/>
                </a:lnTo>
                <a:lnTo>
                  <a:pt x="1038225" y="1533525"/>
                </a:lnTo>
                <a:lnTo>
                  <a:pt x="1028700" y="1533525"/>
                </a:lnTo>
                <a:lnTo>
                  <a:pt x="1028700" y="1543050"/>
                </a:lnTo>
                <a:lnTo>
                  <a:pt x="1019175" y="1543050"/>
                </a:lnTo>
                <a:lnTo>
                  <a:pt x="1019175" y="1552575"/>
                </a:lnTo>
                <a:lnTo>
                  <a:pt x="1028700" y="1552575"/>
                </a:lnTo>
                <a:lnTo>
                  <a:pt x="1028700" y="1543050"/>
                </a:lnTo>
                <a:lnTo>
                  <a:pt x="1038225" y="1543050"/>
                </a:lnTo>
                <a:lnTo>
                  <a:pt x="1038225" y="1552575"/>
                </a:lnTo>
                <a:lnTo>
                  <a:pt x="1028700" y="1552575"/>
                </a:lnTo>
                <a:lnTo>
                  <a:pt x="1028700" y="1562100"/>
                </a:lnTo>
                <a:lnTo>
                  <a:pt x="1019175" y="1562100"/>
                </a:lnTo>
                <a:lnTo>
                  <a:pt x="1019175" y="1590675"/>
                </a:lnTo>
                <a:lnTo>
                  <a:pt x="1009650" y="1590675"/>
                </a:lnTo>
                <a:lnTo>
                  <a:pt x="1009650" y="1600200"/>
                </a:lnTo>
                <a:lnTo>
                  <a:pt x="1019175" y="1600200"/>
                </a:lnTo>
                <a:lnTo>
                  <a:pt x="1019175" y="1628775"/>
                </a:lnTo>
                <a:lnTo>
                  <a:pt x="1009650" y="1628775"/>
                </a:lnTo>
                <a:lnTo>
                  <a:pt x="1009650" y="1619250"/>
                </a:lnTo>
                <a:lnTo>
                  <a:pt x="1000125" y="1619250"/>
                </a:lnTo>
                <a:lnTo>
                  <a:pt x="1000125" y="1638300"/>
                </a:lnTo>
                <a:lnTo>
                  <a:pt x="981075" y="1638300"/>
                </a:lnTo>
                <a:lnTo>
                  <a:pt x="981075" y="1581150"/>
                </a:lnTo>
                <a:lnTo>
                  <a:pt x="971550" y="1581150"/>
                </a:lnTo>
                <a:lnTo>
                  <a:pt x="971550" y="1571625"/>
                </a:lnTo>
                <a:lnTo>
                  <a:pt x="962025" y="1571625"/>
                </a:lnTo>
                <a:lnTo>
                  <a:pt x="962025" y="1562100"/>
                </a:lnTo>
                <a:lnTo>
                  <a:pt x="952500" y="1562100"/>
                </a:lnTo>
                <a:lnTo>
                  <a:pt x="952500" y="1552575"/>
                </a:lnTo>
                <a:lnTo>
                  <a:pt x="942975" y="1552575"/>
                </a:lnTo>
                <a:lnTo>
                  <a:pt x="942975" y="1543050"/>
                </a:lnTo>
                <a:lnTo>
                  <a:pt x="952500" y="1543050"/>
                </a:lnTo>
                <a:lnTo>
                  <a:pt x="952500" y="1552575"/>
                </a:lnTo>
                <a:lnTo>
                  <a:pt x="962025" y="1552575"/>
                </a:lnTo>
                <a:lnTo>
                  <a:pt x="962025" y="1562100"/>
                </a:lnTo>
                <a:lnTo>
                  <a:pt x="971550" y="1562100"/>
                </a:lnTo>
                <a:lnTo>
                  <a:pt x="971550" y="1571625"/>
                </a:lnTo>
                <a:lnTo>
                  <a:pt x="1000125" y="1571625"/>
                </a:lnTo>
                <a:lnTo>
                  <a:pt x="1000125" y="1562100"/>
                </a:lnTo>
                <a:lnTo>
                  <a:pt x="1009650" y="1562100"/>
                </a:lnTo>
                <a:lnTo>
                  <a:pt x="1009650" y="1543050"/>
                </a:lnTo>
                <a:lnTo>
                  <a:pt x="1000125" y="1543050"/>
                </a:lnTo>
                <a:lnTo>
                  <a:pt x="1000125" y="1533525"/>
                </a:lnTo>
                <a:lnTo>
                  <a:pt x="990600" y="1533525"/>
                </a:lnTo>
                <a:lnTo>
                  <a:pt x="990600" y="1524000"/>
                </a:lnTo>
                <a:lnTo>
                  <a:pt x="981075" y="1524000"/>
                </a:lnTo>
                <a:lnTo>
                  <a:pt x="981075" y="1514475"/>
                </a:lnTo>
                <a:lnTo>
                  <a:pt x="990600" y="1514475"/>
                </a:lnTo>
                <a:lnTo>
                  <a:pt x="990600" y="1504950"/>
                </a:lnTo>
                <a:lnTo>
                  <a:pt x="933450" y="1504950"/>
                </a:lnTo>
                <a:lnTo>
                  <a:pt x="933450" y="1514475"/>
                </a:lnTo>
                <a:lnTo>
                  <a:pt x="914400" y="1514475"/>
                </a:lnTo>
                <a:lnTo>
                  <a:pt x="914400" y="1504950"/>
                </a:lnTo>
                <a:lnTo>
                  <a:pt x="923925" y="1504950"/>
                </a:lnTo>
                <a:lnTo>
                  <a:pt x="923925" y="1495425"/>
                </a:lnTo>
                <a:lnTo>
                  <a:pt x="942975" y="1495425"/>
                </a:lnTo>
                <a:lnTo>
                  <a:pt x="942975" y="1485900"/>
                </a:lnTo>
                <a:lnTo>
                  <a:pt x="952500" y="1485900"/>
                </a:lnTo>
                <a:lnTo>
                  <a:pt x="952500" y="1476375"/>
                </a:lnTo>
                <a:lnTo>
                  <a:pt x="962025" y="1476375"/>
                </a:lnTo>
                <a:lnTo>
                  <a:pt x="962025" y="1485900"/>
                </a:lnTo>
                <a:lnTo>
                  <a:pt x="990600" y="1485900"/>
                </a:lnTo>
                <a:lnTo>
                  <a:pt x="990600" y="1495425"/>
                </a:lnTo>
                <a:lnTo>
                  <a:pt x="1009650" y="1495425"/>
                </a:lnTo>
                <a:close/>
                <a:moveTo>
                  <a:pt x="1276350" y="1466850"/>
                </a:moveTo>
                <a:lnTo>
                  <a:pt x="1314450" y="1466850"/>
                </a:lnTo>
                <a:lnTo>
                  <a:pt x="1314450" y="1476375"/>
                </a:lnTo>
                <a:lnTo>
                  <a:pt x="1333500" y="1476375"/>
                </a:lnTo>
                <a:lnTo>
                  <a:pt x="1333500" y="1495425"/>
                </a:lnTo>
                <a:lnTo>
                  <a:pt x="1343025" y="1495425"/>
                </a:lnTo>
                <a:lnTo>
                  <a:pt x="1343025" y="1476375"/>
                </a:lnTo>
                <a:lnTo>
                  <a:pt x="1352550" y="1476375"/>
                </a:lnTo>
                <a:lnTo>
                  <a:pt x="1352550" y="1504950"/>
                </a:lnTo>
                <a:lnTo>
                  <a:pt x="1323975" y="1504950"/>
                </a:lnTo>
                <a:lnTo>
                  <a:pt x="1323975" y="1495425"/>
                </a:lnTo>
                <a:lnTo>
                  <a:pt x="1276350" y="1495425"/>
                </a:lnTo>
                <a:lnTo>
                  <a:pt x="1276350" y="1514475"/>
                </a:lnTo>
                <a:lnTo>
                  <a:pt x="1228725" y="1514475"/>
                </a:lnTo>
                <a:lnTo>
                  <a:pt x="1228725" y="1524000"/>
                </a:lnTo>
                <a:lnTo>
                  <a:pt x="1219200" y="1524000"/>
                </a:lnTo>
                <a:lnTo>
                  <a:pt x="1219200" y="1504950"/>
                </a:lnTo>
                <a:lnTo>
                  <a:pt x="1171575" y="1504950"/>
                </a:lnTo>
                <a:lnTo>
                  <a:pt x="1171575" y="1524000"/>
                </a:lnTo>
                <a:lnTo>
                  <a:pt x="1104900" y="1524000"/>
                </a:lnTo>
                <a:lnTo>
                  <a:pt x="1104900" y="1514475"/>
                </a:lnTo>
                <a:lnTo>
                  <a:pt x="1095375" y="1514475"/>
                </a:lnTo>
                <a:lnTo>
                  <a:pt x="1095375" y="1495425"/>
                </a:lnTo>
                <a:lnTo>
                  <a:pt x="1104900" y="1495425"/>
                </a:lnTo>
                <a:lnTo>
                  <a:pt x="1104900" y="1485900"/>
                </a:lnTo>
                <a:lnTo>
                  <a:pt x="1114425" y="1485900"/>
                </a:lnTo>
                <a:lnTo>
                  <a:pt x="1114425" y="1495425"/>
                </a:lnTo>
                <a:lnTo>
                  <a:pt x="1152525" y="1495425"/>
                </a:lnTo>
                <a:lnTo>
                  <a:pt x="1152525" y="1476375"/>
                </a:lnTo>
                <a:lnTo>
                  <a:pt x="1162050" y="1476375"/>
                </a:lnTo>
                <a:lnTo>
                  <a:pt x="1162050" y="1495425"/>
                </a:lnTo>
                <a:lnTo>
                  <a:pt x="1181100" y="1495425"/>
                </a:lnTo>
                <a:lnTo>
                  <a:pt x="1181100" y="1476375"/>
                </a:lnTo>
                <a:lnTo>
                  <a:pt x="1200150" y="1476375"/>
                </a:lnTo>
                <a:lnTo>
                  <a:pt x="1200150" y="1485900"/>
                </a:lnTo>
                <a:lnTo>
                  <a:pt x="1276350" y="1485900"/>
                </a:lnTo>
                <a:close/>
                <a:moveTo>
                  <a:pt x="1457325" y="1466850"/>
                </a:moveTo>
                <a:lnTo>
                  <a:pt x="1476375" y="1466850"/>
                </a:lnTo>
                <a:lnTo>
                  <a:pt x="1476375" y="1495425"/>
                </a:lnTo>
                <a:lnTo>
                  <a:pt x="1457325" y="1495425"/>
                </a:lnTo>
                <a:close/>
                <a:moveTo>
                  <a:pt x="1438275" y="1485900"/>
                </a:moveTo>
                <a:lnTo>
                  <a:pt x="1447800" y="1485900"/>
                </a:lnTo>
                <a:lnTo>
                  <a:pt x="1447800" y="1495425"/>
                </a:lnTo>
                <a:lnTo>
                  <a:pt x="1438275" y="1495425"/>
                </a:lnTo>
                <a:close/>
                <a:moveTo>
                  <a:pt x="1685925" y="1495425"/>
                </a:moveTo>
                <a:lnTo>
                  <a:pt x="1695450" y="1495425"/>
                </a:lnTo>
                <a:lnTo>
                  <a:pt x="1695450" y="1504950"/>
                </a:lnTo>
                <a:lnTo>
                  <a:pt x="1685925" y="1504950"/>
                </a:lnTo>
                <a:close/>
                <a:moveTo>
                  <a:pt x="847725" y="1504950"/>
                </a:moveTo>
                <a:lnTo>
                  <a:pt x="885825" y="1504950"/>
                </a:lnTo>
                <a:lnTo>
                  <a:pt x="885825" y="1514475"/>
                </a:lnTo>
                <a:lnTo>
                  <a:pt x="914400" y="1514475"/>
                </a:lnTo>
                <a:lnTo>
                  <a:pt x="914400" y="1533525"/>
                </a:lnTo>
                <a:lnTo>
                  <a:pt x="923925" y="1533525"/>
                </a:lnTo>
                <a:lnTo>
                  <a:pt x="923925" y="1543050"/>
                </a:lnTo>
                <a:lnTo>
                  <a:pt x="876300" y="1543050"/>
                </a:lnTo>
                <a:lnTo>
                  <a:pt x="876300" y="1533525"/>
                </a:lnTo>
                <a:lnTo>
                  <a:pt x="828675" y="1533525"/>
                </a:lnTo>
                <a:lnTo>
                  <a:pt x="828675" y="1552575"/>
                </a:lnTo>
                <a:lnTo>
                  <a:pt x="819150" y="1552575"/>
                </a:lnTo>
                <a:lnTo>
                  <a:pt x="819150" y="1543050"/>
                </a:lnTo>
                <a:lnTo>
                  <a:pt x="809625" y="1543050"/>
                </a:lnTo>
                <a:lnTo>
                  <a:pt x="809625" y="1524000"/>
                </a:lnTo>
                <a:lnTo>
                  <a:pt x="847725" y="1524000"/>
                </a:lnTo>
                <a:close/>
                <a:moveTo>
                  <a:pt x="1314450" y="1504950"/>
                </a:moveTo>
                <a:lnTo>
                  <a:pt x="1323975" y="1504950"/>
                </a:lnTo>
                <a:lnTo>
                  <a:pt x="1323975" y="1514475"/>
                </a:lnTo>
                <a:lnTo>
                  <a:pt x="1314450" y="1514475"/>
                </a:lnTo>
                <a:close/>
                <a:moveTo>
                  <a:pt x="657225" y="1514475"/>
                </a:moveTo>
                <a:lnTo>
                  <a:pt x="666750" y="1514475"/>
                </a:lnTo>
                <a:lnTo>
                  <a:pt x="666750" y="1524000"/>
                </a:lnTo>
                <a:lnTo>
                  <a:pt x="657225" y="1524000"/>
                </a:lnTo>
                <a:close/>
                <a:moveTo>
                  <a:pt x="676275" y="1514475"/>
                </a:moveTo>
                <a:lnTo>
                  <a:pt x="685800" y="1514475"/>
                </a:lnTo>
                <a:lnTo>
                  <a:pt x="685800" y="1533525"/>
                </a:lnTo>
                <a:lnTo>
                  <a:pt x="714375" y="1533525"/>
                </a:lnTo>
                <a:lnTo>
                  <a:pt x="714375" y="1552575"/>
                </a:lnTo>
                <a:lnTo>
                  <a:pt x="742950" y="1552575"/>
                </a:lnTo>
                <a:lnTo>
                  <a:pt x="742950" y="1562100"/>
                </a:lnTo>
                <a:lnTo>
                  <a:pt x="685800" y="1562100"/>
                </a:lnTo>
                <a:lnTo>
                  <a:pt x="685800" y="1552575"/>
                </a:lnTo>
                <a:lnTo>
                  <a:pt x="676275" y="1552575"/>
                </a:lnTo>
                <a:lnTo>
                  <a:pt x="676275" y="1533525"/>
                </a:lnTo>
                <a:lnTo>
                  <a:pt x="666750" y="1533525"/>
                </a:lnTo>
                <a:lnTo>
                  <a:pt x="666750" y="1524000"/>
                </a:lnTo>
                <a:lnTo>
                  <a:pt x="676275" y="1524000"/>
                </a:lnTo>
                <a:close/>
                <a:moveTo>
                  <a:pt x="742950" y="1514475"/>
                </a:moveTo>
                <a:lnTo>
                  <a:pt x="762000" y="1514475"/>
                </a:lnTo>
                <a:lnTo>
                  <a:pt x="762000" y="1524000"/>
                </a:lnTo>
                <a:lnTo>
                  <a:pt x="790575" y="1524000"/>
                </a:lnTo>
                <a:lnTo>
                  <a:pt x="790575" y="1543050"/>
                </a:lnTo>
                <a:lnTo>
                  <a:pt x="800100" y="1543050"/>
                </a:lnTo>
                <a:lnTo>
                  <a:pt x="800100" y="1552575"/>
                </a:lnTo>
                <a:lnTo>
                  <a:pt x="771525" y="1552575"/>
                </a:lnTo>
                <a:lnTo>
                  <a:pt x="771525" y="1562100"/>
                </a:lnTo>
                <a:lnTo>
                  <a:pt x="762000" y="1562100"/>
                </a:lnTo>
                <a:lnTo>
                  <a:pt x="762000" y="1543050"/>
                </a:lnTo>
                <a:lnTo>
                  <a:pt x="742950" y="1543050"/>
                </a:lnTo>
                <a:lnTo>
                  <a:pt x="742950" y="1533525"/>
                </a:lnTo>
                <a:lnTo>
                  <a:pt x="752475" y="1533525"/>
                </a:lnTo>
                <a:lnTo>
                  <a:pt x="752475" y="1524000"/>
                </a:lnTo>
                <a:lnTo>
                  <a:pt x="742950" y="1524000"/>
                </a:lnTo>
                <a:close/>
                <a:moveTo>
                  <a:pt x="1695450" y="1514475"/>
                </a:moveTo>
                <a:lnTo>
                  <a:pt x="1704975" y="1514475"/>
                </a:lnTo>
                <a:lnTo>
                  <a:pt x="1704975" y="1524000"/>
                </a:lnTo>
                <a:lnTo>
                  <a:pt x="1695450" y="1524000"/>
                </a:lnTo>
                <a:close/>
                <a:moveTo>
                  <a:pt x="266700" y="1524000"/>
                </a:moveTo>
                <a:lnTo>
                  <a:pt x="276225" y="1524000"/>
                </a:lnTo>
                <a:lnTo>
                  <a:pt x="276225" y="1533525"/>
                </a:lnTo>
                <a:lnTo>
                  <a:pt x="266700" y="1533525"/>
                </a:lnTo>
                <a:close/>
                <a:moveTo>
                  <a:pt x="1019175" y="1524000"/>
                </a:moveTo>
                <a:lnTo>
                  <a:pt x="1047750" y="1524000"/>
                </a:lnTo>
                <a:lnTo>
                  <a:pt x="1047750" y="1504950"/>
                </a:lnTo>
                <a:lnTo>
                  <a:pt x="1028700" y="1504950"/>
                </a:lnTo>
                <a:lnTo>
                  <a:pt x="1028700" y="1514475"/>
                </a:lnTo>
                <a:lnTo>
                  <a:pt x="1019175" y="1514475"/>
                </a:lnTo>
                <a:close/>
                <a:moveTo>
                  <a:pt x="428625" y="1533525"/>
                </a:moveTo>
                <a:lnTo>
                  <a:pt x="438150" y="1533525"/>
                </a:lnTo>
                <a:lnTo>
                  <a:pt x="438150" y="1552575"/>
                </a:lnTo>
                <a:lnTo>
                  <a:pt x="504825" y="1552575"/>
                </a:lnTo>
                <a:lnTo>
                  <a:pt x="504825" y="1533525"/>
                </a:lnTo>
                <a:lnTo>
                  <a:pt x="552450" y="1533525"/>
                </a:lnTo>
                <a:lnTo>
                  <a:pt x="552450" y="1543050"/>
                </a:lnTo>
                <a:lnTo>
                  <a:pt x="600075" y="1543050"/>
                </a:lnTo>
                <a:lnTo>
                  <a:pt x="600075" y="1571625"/>
                </a:lnTo>
                <a:lnTo>
                  <a:pt x="552450" y="1571625"/>
                </a:lnTo>
                <a:lnTo>
                  <a:pt x="552450" y="1562100"/>
                </a:lnTo>
                <a:lnTo>
                  <a:pt x="504825" y="1562100"/>
                </a:lnTo>
                <a:lnTo>
                  <a:pt x="504825" y="1581150"/>
                </a:lnTo>
                <a:lnTo>
                  <a:pt x="447675" y="1581150"/>
                </a:lnTo>
                <a:lnTo>
                  <a:pt x="447675" y="1590675"/>
                </a:lnTo>
                <a:lnTo>
                  <a:pt x="428625" y="1590675"/>
                </a:lnTo>
                <a:lnTo>
                  <a:pt x="428625" y="1581150"/>
                </a:lnTo>
                <a:lnTo>
                  <a:pt x="419100" y="1581150"/>
                </a:lnTo>
                <a:lnTo>
                  <a:pt x="419100" y="1552575"/>
                </a:lnTo>
                <a:lnTo>
                  <a:pt x="428625" y="1552575"/>
                </a:lnTo>
                <a:close/>
                <a:moveTo>
                  <a:pt x="981075" y="1533525"/>
                </a:moveTo>
                <a:lnTo>
                  <a:pt x="990600" y="1533525"/>
                </a:lnTo>
                <a:lnTo>
                  <a:pt x="990600" y="1543050"/>
                </a:lnTo>
                <a:lnTo>
                  <a:pt x="981075" y="1543050"/>
                </a:lnTo>
                <a:close/>
                <a:moveTo>
                  <a:pt x="866775" y="1543050"/>
                </a:moveTo>
                <a:lnTo>
                  <a:pt x="876300" y="1543050"/>
                </a:lnTo>
                <a:lnTo>
                  <a:pt x="876300" y="1552575"/>
                </a:lnTo>
                <a:lnTo>
                  <a:pt x="866775" y="1552575"/>
                </a:lnTo>
                <a:close/>
                <a:moveTo>
                  <a:pt x="1695450" y="1543050"/>
                </a:moveTo>
                <a:lnTo>
                  <a:pt x="1704975" y="1543050"/>
                </a:lnTo>
                <a:lnTo>
                  <a:pt x="1704975" y="1552575"/>
                </a:lnTo>
                <a:lnTo>
                  <a:pt x="1695450" y="1552575"/>
                </a:lnTo>
                <a:close/>
                <a:moveTo>
                  <a:pt x="295275" y="1552575"/>
                </a:moveTo>
                <a:lnTo>
                  <a:pt x="304800" y="1552575"/>
                </a:lnTo>
                <a:lnTo>
                  <a:pt x="304800" y="1562100"/>
                </a:lnTo>
                <a:lnTo>
                  <a:pt x="295275" y="1562100"/>
                </a:lnTo>
                <a:close/>
                <a:moveTo>
                  <a:pt x="323850" y="1552575"/>
                </a:moveTo>
                <a:lnTo>
                  <a:pt x="333375" y="1552575"/>
                </a:lnTo>
                <a:lnTo>
                  <a:pt x="333375" y="1562100"/>
                </a:lnTo>
                <a:lnTo>
                  <a:pt x="400050" y="1562100"/>
                </a:lnTo>
                <a:lnTo>
                  <a:pt x="400050" y="1590675"/>
                </a:lnTo>
                <a:lnTo>
                  <a:pt x="361950" y="1590675"/>
                </a:lnTo>
                <a:lnTo>
                  <a:pt x="361950" y="1581150"/>
                </a:lnTo>
                <a:lnTo>
                  <a:pt x="342900" y="1581150"/>
                </a:lnTo>
                <a:lnTo>
                  <a:pt x="342900" y="1571625"/>
                </a:lnTo>
                <a:lnTo>
                  <a:pt x="304800" y="1571625"/>
                </a:lnTo>
                <a:lnTo>
                  <a:pt x="304800" y="1562100"/>
                </a:lnTo>
                <a:lnTo>
                  <a:pt x="323850" y="1562100"/>
                </a:lnTo>
                <a:close/>
                <a:moveTo>
                  <a:pt x="1704975" y="1552575"/>
                </a:moveTo>
                <a:lnTo>
                  <a:pt x="1714500" y="1552575"/>
                </a:lnTo>
                <a:lnTo>
                  <a:pt x="1714500" y="1562100"/>
                </a:lnTo>
                <a:lnTo>
                  <a:pt x="1724025" y="1562100"/>
                </a:lnTo>
                <a:lnTo>
                  <a:pt x="1724025" y="1571625"/>
                </a:lnTo>
                <a:lnTo>
                  <a:pt x="1714500" y="1571625"/>
                </a:lnTo>
                <a:lnTo>
                  <a:pt x="1714500" y="1581150"/>
                </a:lnTo>
                <a:lnTo>
                  <a:pt x="1704975" y="1581150"/>
                </a:lnTo>
                <a:close/>
                <a:moveTo>
                  <a:pt x="219075" y="1581150"/>
                </a:moveTo>
                <a:lnTo>
                  <a:pt x="228600" y="1581150"/>
                </a:lnTo>
                <a:lnTo>
                  <a:pt x="228600" y="1647825"/>
                </a:lnTo>
                <a:lnTo>
                  <a:pt x="219075" y="1647825"/>
                </a:lnTo>
                <a:close/>
                <a:moveTo>
                  <a:pt x="323850" y="1581150"/>
                </a:moveTo>
                <a:lnTo>
                  <a:pt x="342900" y="1581150"/>
                </a:lnTo>
                <a:lnTo>
                  <a:pt x="342900" y="1590675"/>
                </a:lnTo>
                <a:lnTo>
                  <a:pt x="333375" y="1590675"/>
                </a:lnTo>
                <a:lnTo>
                  <a:pt x="333375" y="1600200"/>
                </a:lnTo>
                <a:lnTo>
                  <a:pt x="323850" y="1600200"/>
                </a:lnTo>
                <a:close/>
                <a:moveTo>
                  <a:pt x="1162050" y="1581150"/>
                </a:moveTo>
                <a:lnTo>
                  <a:pt x="1171575" y="1581150"/>
                </a:lnTo>
                <a:lnTo>
                  <a:pt x="1171575" y="1590675"/>
                </a:lnTo>
                <a:lnTo>
                  <a:pt x="1162050" y="1590675"/>
                </a:lnTo>
                <a:close/>
                <a:moveTo>
                  <a:pt x="1200150" y="1581150"/>
                </a:moveTo>
                <a:lnTo>
                  <a:pt x="1209675" y="1581150"/>
                </a:lnTo>
                <a:lnTo>
                  <a:pt x="1209675" y="1590675"/>
                </a:lnTo>
                <a:lnTo>
                  <a:pt x="1200150" y="1590675"/>
                </a:lnTo>
                <a:close/>
                <a:moveTo>
                  <a:pt x="1133475" y="1590675"/>
                </a:moveTo>
                <a:lnTo>
                  <a:pt x="1143000" y="1590675"/>
                </a:lnTo>
                <a:lnTo>
                  <a:pt x="1143000" y="1600200"/>
                </a:lnTo>
                <a:lnTo>
                  <a:pt x="1133475" y="1600200"/>
                </a:lnTo>
                <a:close/>
                <a:moveTo>
                  <a:pt x="1228725" y="1590675"/>
                </a:moveTo>
                <a:lnTo>
                  <a:pt x="1238250" y="1590675"/>
                </a:lnTo>
                <a:lnTo>
                  <a:pt x="1238250" y="1600200"/>
                </a:lnTo>
                <a:lnTo>
                  <a:pt x="1228725" y="1600200"/>
                </a:lnTo>
                <a:close/>
                <a:moveTo>
                  <a:pt x="285750" y="1600200"/>
                </a:moveTo>
                <a:lnTo>
                  <a:pt x="314325" y="1600200"/>
                </a:lnTo>
                <a:lnTo>
                  <a:pt x="314325" y="1609725"/>
                </a:lnTo>
                <a:lnTo>
                  <a:pt x="285750" y="1609725"/>
                </a:lnTo>
                <a:close/>
                <a:moveTo>
                  <a:pt x="295275" y="1619250"/>
                </a:moveTo>
                <a:lnTo>
                  <a:pt x="304800" y="1619250"/>
                </a:lnTo>
                <a:lnTo>
                  <a:pt x="304800" y="1628775"/>
                </a:lnTo>
                <a:lnTo>
                  <a:pt x="295275" y="1628775"/>
                </a:lnTo>
                <a:close/>
                <a:moveTo>
                  <a:pt x="1257300" y="1619250"/>
                </a:moveTo>
                <a:lnTo>
                  <a:pt x="1266825" y="1619250"/>
                </a:lnTo>
                <a:lnTo>
                  <a:pt x="1266825" y="1628775"/>
                </a:lnTo>
                <a:lnTo>
                  <a:pt x="1257300" y="1628775"/>
                </a:lnTo>
                <a:close/>
                <a:moveTo>
                  <a:pt x="1704975" y="1619250"/>
                </a:moveTo>
                <a:lnTo>
                  <a:pt x="1714500" y="1619250"/>
                </a:lnTo>
                <a:lnTo>
                  <a:pt x="1714500" y="1676400"/>
                </a:lnTo>
                <a:lnTo>
                  <a:pt x="1704975" y="1676400"/>
                </a:lnTo>
                <a:close/>
                <a:moveTo>
                  <a:pt x="1752600" y="1638300"/>
                </a:moveTo>
                <a:lnTo>
                  <a:pt x="1762125" y="1638300"/>
                </a:lnTo>
                <a:lnTo>
                  <a:pt x="1762125" y="1704975"/>
                </a:lnTo>
                <a:lnTo>
                  <a:pt x="1752600" y="1704975"/>
                </a:lnTo>
                <a:close/>
                <a:moveTo>
                  <a:pt x="1266825" y="1647825"/>
                </a:moveTo>
                <a:lnTo>
                  <a:pt x="1276350" y="1647825"/>
                </a:lnTo>
                <a:lnTo>
                  <a:pt x="1276350" y="1657350"/>
                </a:lnTo>
                <a:lnTo>
                  <a:pt x="1266825" y="1657350"/>
                </a:lnTo>
                <a:close/>
                <a:moveTo>
                  <a:pt x="990600" y="1657350"/>
                </a:moveTo>
                <a:lnTo>
                  <a:pt x="1000125" y="1657350"/>
                </a:lnTo>
                <a:lnTo>
                  <a:pt x="1000125" y="1752600"/>
                </a:lnTo>
                <a:lnTo>
                  <a:pt x="1009650" y="1752600"/>
                </a:lnTo>
                <a:lnTo>
                  <a:pt x="1009650" y="1838325"/>
                </a:lnTo>
                <a:lnTo>
                  <a:pt x="1028700" y="1838325"/>
                </a:lnTo>
                <a:lnTo>
                  <a:pt x="1028700" y="1885950"/>
                </a:lnTo>
                <a:lnTo>
                  <a:pt x="1038225" y="1885950"/>
                </a:lnTo>
                <a:lnTo>
                  <a:pt x="1038225" y="1905000"/>
                </a:lnTo>
                <a:lnTo>
                  <a:pt x="1019175" y="1905000"/>
                </a:lnTo>
                <a:lnTo>
                  <a:pt x="1019175" y="1885950"/>
                </a:lnTo>
                <a:lnTo>
                  <a:pt x="1000125" y="1885950"/>
                </a:lnTo>
                <a:lnTo>
                  <a:pt x="1000125" y="1838325"/>
                </a:lnTo>
                <a:lnTo>
                  <a:pt x="990600" y="1838325"/>
                </a:lnTo>
                <a:lnTo>
                  <a:pt x="990600" y="1724025"/>
                </a:lnTo>
                <a:lnTo>
                  <a:pt x="981075" y="1724025"/>
                </a:lnTo>
                <a:lnTo>
                  <a:pt x="981075" y="1666875"/>
                </a:lnTo>
                <a:lnTo>
                  <a:pt x="990600" y="1666875"/>
                </a:lnTo>
                <a:close/>
                <a:moveTo>
                  <a:pt x="219075" y="1666875"/>
                </a:moveTo>
                <a:lnTo>
                  <a:pt x="228600" y="1666875"/>
                </a:lnTo>
                <a:lnTo>
                  <a:pt x="228600" y="1676400"/>
                </a:lnTo>
                <a:lnTo>
                  <a:pt x="219075" y="1676400"/>
                </a:lnTo>
                <a:close/>
                <a:moveTo>
                  <a:pt x="266700" y="1666875"/>
                </a:moveTo>
                <a:lnTo>
                  <a:pt x="276225" y="1666875"/>
                </a:lnTo>
                <a:lnTo>
                  <a:pt x="276225" y="1685925"/>
                </a:lnTo>
                <a:lnTo>
                  <a:pt x="266700" y="1685925"/>
                </a:lnTo>
                <a:close/>
                <a:moveTo>
                  <a:pt x="1266825" y="1685925"/>
                </a:moveTo>
                <a:lnTo>
                  <a:pt x="1276350" y="1685925"/>
                </a:lnTo>
                <a:lnTo>
                  <a:pt x="1276350" y="1695450"/>
                </a:lnTo>
                <a:lnTo>
                  <a:pt x="1266825" y="1695450"/>
                </a:lnTo>
                <a:close/>
                <a:moveTo>
                  <a:pt x="1714500" y="1704975"/>
                </a:moveTo>
                <a:lnTo>
                  <a:pt x="1724025" y="1704975"/>
                </a:lnTo>
                <a:lnTo>
                  <a:pt x="1724025" y="1714500"/>
                </a:lnTo>
                <a:lnTo>
                  <a:pt x="1733550" y="1714500"/>
                </a:lnTo>
                <a:lnTo>
                  <a:pt x="1733550" y="1743075"/>
                </a:lnTo>
                <a:lnTo>
                  <a:pt x="1724025" y="1743075"/>
                </a:lnTo>
                <a:lnTo>
                  <a:pt x="1724025" y="1762125"/>
                </a:lnTo>
                <a:lnTo>
                  <a:pt x="1714500" y="1762125"/>
                </a:lnTo>
                <a:close/>
                <a:moveTo>
                  <a:pt x="1762125" y="1714500"/>
                </a:moveTo>
                <a:lnTo>
                  <a:pt x="1771650" y="1714500"/>
                </a:lnTo>
                <a:lnTo>
                  <a:pt x="1771650" y="1752600"/>
                </a:lnTo>
                <a:lnTo>
                  <a:pt x="1762125" y="1752600"/>
                </a:lnTo>
                <a:close/>
                <a:moveTo>
                  <a:pt x="1247775" y="1724025"/>
                </a:moveTo>
                <a:lnTo>
                  <a:pt x="1257300" y="1724025"/>
                </a:lnTo>
                <a:lnTo>
                  <a:pt x="1257300" y="1733550"/>
                </a:lnTo>
                <a:lnTo>
                  <a:pt x="1247775" y="1733550"/>
                </a:lnTo>
                <a:close/>
                <a:moveTo>
                  <a:pt x="1019175" y="1733550"/>
                </a:moveTo>
                <a:lnTo>
                  <a:pt x="1028700" y="1733550"/>
                </a:lnTo>
                <a:lnTo>
                  <a:pt x="1028700" y="1771650"/>
                </a:lnTo>
                <a:lnTo>
                  <a:pt x="1019175" y="1771650"/>
                </a:lnTo>
                <a:close/>
                <a:moveTo>
                  <a:pt x="1238250" y="1733550"/>
                </a:moveTo>
                <a:lnTo>
                  <a:pt x="1247775" y="1733550"/>
                </a:lnTo>
                <a:lnTo>
                  <a:pt x="1247775" y="1743075"/>
                </a:lnTo>
                <a:lnTo>
                  <a:pt x="1238250" y="1743075"/>
                </a:lnTo>
                <a:close/>
                <a:moveTo>
                  <a:pt x="1743075" y="1733550"/>
                </a:moveTo>
                <a:lnTo>
                  <a:pt x="1752600" y="1733550"/>
                </a:lnTo>
                <a:lnTo>
                  <a:pt x="1752600" y="1752600"/>
                </a:lnTo>
                <a:lnTo>
                  <a:pt x="1743075" y="1752600"/>
                </a:lnTo>
                <a:close/>
                <a:moveTo>
                  <a:pt x="1152525" y="1752600"/>
                </a:moveTo>
                <a:lnTo>
                  <a:pt x="1162050" y="1752600"/>
                </a:lnTo>
                <a:lnTo>
                  <a:pt x="1162050" y="1762125"/>
                </a:lnTo>
                <a:lnTo>
                  <a:pt x="1152525" y="1762125"/>
                </a:lnTo>
                <a:close/>
                <a:moveTo>
                  <a:pt x="1200150" y="1752600"/>
                </a:moveTo>
                <a:lnTo>
                  <a:pt x="1209675" y="1752600"/>
                </a:lnTo>
                <a:lnTo>
                  <a:pt x="1209675" y="1762125"/>
                </a:lnTo>
                <a:lnTo>
                  <a:pt x="1200150" y="1762125"/>
                </a:lnTo>
                <a:close/>
                <a:moveTo>
                  <a:pt x="1724025" y="1771650"/>
                </a:moveTo>
                <a:lnTo>
                  <a:pt x="1733550" y="1771650"/>
                </a:lnTo>
                <a:lnTo>
                  <a:pt x="1733550" y="1857375"/>
                </a:lnTo>
                <a:lnTo>
                  <a:pt x="1743075" y="1857375"/>
                </a:lnTo>
                <a:lnTo>
                  <a:pt x="1743075" y="1885950"/>
                </a:lnTo>
                <a:lnTo>
                  <a:pt x="1724025" y="1885950"/>
                </a:lnTo>
                <a:close/>
                <a:moveTo>
                  <a:pt x="266700" y="1790700"/>
                </a:moveTo>
                <a:lnTo>
                  <a:pt x="276225" y="1790700"/>
                </a:lnTo>
                <a:lnTo>
                  <a:pt x="276225" y="1800225"/>
                </a:lnTo>
                <a:lnTo>
                  <a:pt x="266700" y="1800225"/>
                </a:lnTo>
                <a:close/>
                <a:moveTo>
                  <a:pt x="247650" y="1809750"/>
                </a:moveTo>
                <a:lnTo>
                  <a:pt x="276225" y="1809750"/>
                </a:lnTo>
                <a:lnTo>
                  <a:pt x="276225" y="1857375"/>
                </a:lnTo>
                <a:lnTo>
                  <a:pt x="247650" y="1857375"/>
                </a:lnTo>
                <a:lnTo>
                  <a:pt x="247650" y="1838325"/>
                </a:lnTo>
                <a:lnTo>
                  <a:pt x="228600" y="1838325"/>
                </a:lnTo>
                <a:lnTo>
                  <a:pt x="228600" y="1819275"/>
                </a:lnTo>
                <a:lnTo>
                  <a:pt x="247650" y="1819275"/>
                </a:lnTo>
                <a:close/>
                <a:moveTo>
                  <a:pt x="1762125" y="1809750"/>
                </a:moveTo>
                <a:lnTo>
                  <a:pt x="1771650" y="1809750"/>
                </a:lnTo>
                <a:lnTo>
                  <a:pt x="1771650" y="1828800"/>
                </a:lnTo>
                <a:lnTo>
                  <a:pt x="1762125" y="1828800"/>
                </a:lnTo>
                <a:close/>
                <a:moveTo>
                  <a:pt x="295275" y="1828800"/>
                </a:moveTo>
                <a:lnTo>
                  <a:pt x="304800" y="1828800"/>
                </a:lnTo>
                <a:lnTo>
                  <a:pt x="304800" y="1838325"/>
                </a:lnTo>
                <a:lnTo>
                  <a:pt x="295275" y="1838325"/>
                </a:lnTo>
                <a:close/>
                <a:moveTo>
                  <a:pt x="1752600" y="1847850"/>
                </a:moveTo>
                <a:lnTo>
                  <a:pt x="1762125" y="1847850"/>
                </a:lnTo>
                <a:lnTo>
                  <a:pt x="1762125" y="1876425"/>
                </a:lnTo>
                <a:lnTo>
                  <a:pt x="1752600" y="1876425"/>
                </a:lnTo>
                <a:close/>
                <a:moveTo>
                  <a:pt x="1733550" y="1895475"/>
                </a:moveTo>
                <a:lnTo>
                  <a:pt x="1743075" y="1895475"/>
                </a:lnTo>
                <a:lnTo>
                  <a:pt x="1743075" y="1971675"/>
                </a:lnTo>
                <a:lnTo>
                  <a:pt x="1762125" y="1971675"/>
                </a:lnTo>
                <a:lnTo>
                  <a:pt x="1762125" y="1981200"/>
                </a:lnTo>
                <a:lnTo>
                  <a:pt x="1781175" y="1981200"/>
                </a:lnTo>
                <a:lnTo>
                  <a:pt x="1781175" y="2000250"/>
                </a:lnTo>
                <a:lnTo>
                  <a:pt x="1771650" y="2000250"/>
                </a:lnTo>
                <a:lnTo>
                  <a:pt x="1771650" y="2028825"/>
                </a:lnTo>
                <a:lnTo>
                  <a:pt x="1752600" y="2028825"/>
                </a:lnTo>
                <a:lnTo>
                  <a:pt x="1752600" y="2019300"/>
                </a:lnTo>
                <a:lnTo>
                  <a:pt x="1743075" y="2019300"/>
                </a:lnTo>
                <a:lnTo>
                  <a:pt x="1743075" y="2009775"/>
                </a:lnTo>
                <a:lnTo>
                  <a:pt x="1733550" y="2009775"/>
                </a:lnTo>
                <a:close/>
                <a:moveTo>
                  <a:pt x="1771650" y="1905000"/>
                </a:moveTo>
                <a:lnTo>
                  <a:pt x="1781175" y="1905000"/>
                </a:lnTo>
                <a:lnTo>
                  <a:pt x="1781175" y="1962150"/>
                </a:lnTo>
                <a:lnTo>
                  <a:pt x="1771650" y="1962150"/>
                </a:lnTo>
                <a:lnTo>
                  <a:pt x="1771650" y="1943100"/>
                </a:lnTo>
                <a:lnTo>
                  <a:pt x="1752600" y="1943100"/>
                </a:lnTo>
                <a:lnTo>
                  <a:pt x="1752600" y="1914525"/>
                </a:lnTo>
                <a:lnTo>
                  <a:pt x="1771650" y="1914525"/>
                </a:lnTo>
                <a:close/>
                <a:moveTo>
                  <a:pt x="1000125" y="1914525"/>
                </a:moveTo>
                <a:lnTo>
                  <a:pt x="1028700" y="1914525"/>
                </a:lnTo>
                <a:lnTo>
                  <a:pt x="1028700" y="1924050"/>
                </a:lnTo>
                <a:lnTo>
                  <a:pt x="1019175" y="1924050"/>
                </a:lnTo>
                <a:lnTo>
                  <a:pt x="1019175" y="1981200"/>
                </a:lnTo>
                <a:lnTo>
                  <a:pt x="1000125" y="1981200"/>
                </a:lnTo>
                <a:close/>
                <a:moveTo>
                  <a:pt x="1704975" y="1943100"/>
                </a:moveTo>
                <a:lnTo>
                  <a:pt x="1714500" y="1943100"/>
                </a:lnTo>
                <a:lnTo>
                  <a:pt x="1714500" y="1952625"/>
                </a:lnTo>
                <a:lnTo>
                  <a:pt x="1704975" y="1952625"/>
                </a:lnTo>
                <a:close/>
                <a:moveTo>
                  <a:pt x="1009650" y="1990725"/>
                </a:moveTo>
                <a:lnTo>
                  <a:pt x="1019175" y="1990725"/>
                </a:lnTo>
                <a:lnTo>
                  <a:pt x="1019175" y="2000250"/>
                </a:lnTo>
                <a:lnTo>
                  <a:pt x="1038225" y="2000250"/>
                </a:lnTo>
                <a:lnTo>
                  <a:pt x="1038225" y="2019300"/>
                </a:lnTo>
                <a:lnTo>
                  <a:pt x="1028700" y="2019300"/>
                </a:lnTo>
                <a:lnTo>
                  <a:pt x="1028700" y="2028825"/>
                </a:lnTo>
                <a:lnTo>
                  <a:pt x="1019175" y="2028825"/>
                </a:lnTo>
                <a:lnTo>
                  <a:pt x="1019175" y="2038350"/>
                </a:lnTo>
                <a:lnTo>
                  <a:pt x="1028700" y="2038350"/>
                </a:lnTo>
                <a:lnTo>
                  <a:pt x="1028700" y="2066925"/>
                </a:lnTo>
                <a:lnTo>
                  <a:pt x="1038225" y="2066925"/>
                </a:lnTo>
                <a:lnTo>
                  <a:pt x="1038225" y="2076450"/>
                </a:lnTo>
                <a:lnTo>
                  <a:pt x="1047750" y="2076450"/>
                </a:lnTo>
                <a:lnTo>
                  <a:pt x="1047750" y="2085975"/>
                </a:lnTo>
                <a:lnTo>
                  <a:pt x="1057275" y="2085975"/>
                </a:lnTo>
                <a:lnTo>
                  <a:pt x="1057275" y="2105025"/>
                </a:lnTo>
                <a:lnTo>
                  <a:pt x="1047750" y="2105025"/>
                </a:lnTo>
                <a:lnTo>
                  <a:pt x="1047750" y="2133600"/>
                </a:lnTo>
                <a:lnTo>
                  <a:pt x="1057275" y="2133600"/>
                </a:lnTo>
                <a:lnTo>
                  <a:pt x="1057275" y="2143125"/>
                </a:lnTo>
                <a:lnTo>
                  <a:pt x="1047750" y="2143125"/>
                </a:lnTo>
                <a:lnTo>
                  <a:pt x="1047750" y="2152650"/>
                </a:lnTo>
                <a:lnTo>
                  <a:pt x="1028700" y="2152650"/>
                </a:lnTo>
                <a:lnTo>
                  <a:pt x="1028700" y="2133600"/>
                </a:lnTo>
                <a:lnTo>
                  <a:pt x="1038225" y="2133600"/>
                </a:lnTo>
                <a:lnTo>
                  <a:pt x="1038225" y="2105025"/>
                </a:lnTo>
                <a:lnTo>
                  <a:pt x="1028700" y="2105025"/>
                </a:lnTo>
                <a:lnTo>
                  <a:pt x="1028700" y="2076450"/>
                </a:lnTo>
                <a:lnTo>
                  <a:pt x="1019175" y="2076450"/>
                </a:lnTo>
                <a:lnTo>
                  <a:pt x="1019175" y="2066925"/>
                </a:lnTo>
                <a:lnTo>
                  <a:pt x="1009650" y="2066925"/>
                </a:lnTo>
                <a:lnTo>
                  <a:pt x="1009650" y="2076450"/>
                </a:lnTo>
                <a:lnTo>
                  <a:pt x="1000125" y="2076450"/>
                </a:lnTo>
                <a:lnTo>
                  <a:pt x="1000125" y="2047875"/>
                </a:lnTo>
                <a:lnTo>
                  <a:pt x="1009650" y="2047875"/>
                </a:lnTo>
                <a:lnTo>
                  <a:pt x="1009650" y="2028825"/>
                </a:lnTo>
                <a:lnTo>
                  <a:pt x="1000125" y="2028825"/>
                </a:lnTo>
                <a:lnTo>
                  <a:pt x="1000125" y="2009775"/>
                </a:lnTo>
                <a:lnTo>
                  <a:pt x="1009650" y="2009775"/>
                </a:lnTo>
                <a:close/>
                <a:moveTo>
                  <a:pt x="276225" y="2009775"/>
                </a:moveTo>
                <a:lnTo>
                  <a:pt x="285750" y="2009775"/>
                </a:lnTo>
                <a:lnTo>
                  <a:pt x="285750" y="2047875"/>
                </a:lnTo>
                <a:lnTo>
                  <a:pt x="276225" y="2047875"/>
                </a:lnTo>
                <a:lnTo>
                  <a:pt x="276225" y="2038350"/>
                </a:lnTo>
                <a:lnTo>
                  <a:pt x="257175" y="2038350"/>
                </a:lnTo>
                <a:lnTo>
                  <a:pt x="257175" y="2028825"/>
                </a:lnTo>
                <a:lnTo>
                  <a:pt x="266700" y="2028825"/>
                </a:lnTo>
                <a:lnTo>
                  <a:pt x="266700" y="2019300"/>
                </a:lnTo>
                <a:lnTo>
                  <a:pt x="276225" y="2019300"/>
                </a:lnTo>
                <a:close/>
                <a:moveTo>
                  <a:pt x="1724025" y="2009775"/>
                </a:moveTo>
                <a:lnTo>
                  <a:pt x="1733550" y="2009775"/>
                </a:lnTo>
                <a:lnTo>
                  <a:pt x="1733550" y="2019300"/>
                </a:lnTo>
                <a:lnTo>
                  <a:pt x="1724025" y="2019300"/>
                </a:lnTo>
                <a:close/>
                <a:moveTo>
                  <a:pt x="1038225" y="2019300"/>
                </a:moveTo>
                <a:lnTo>
                  <a:pt x="1047750" y="2019300"/>
                </a:lnTo>
                <a:lnTo>
                  <a:pt x="1047750" y="2028825"/>
                </a:lnTo>
                <a:lnTo>
                  <a:pt x="1038225" y="2028825"/>
                </a:lnTo>
                <a:close/>
                <a:moveTo>
                  <a:pt x="1714500" y="2028825"/>
                </a:moveTo>
                <a:lnTo>
                  <a:pt x="1733550" y="2028825"/>
                </a:lnTo>
                <a:lnTo>
                  <a:pt x="1733550" y="2057400"/>
                </a:lnTo>
                <a:lnTo>
                  <a:pt x="1695450" y="2057400"/>
                </a:lnTo>
                <a:lnTo>
                  <a:pt x="1695450" y="2047875"/>
                </a:lnTo>
                <a:lnTo>
                  <a:pt x="1704975" y="2047875"/>
                </a:lnTo>
                <a:lnTo>
                  <a:pt x="1704975" y="2038350"/>
                </a:lnTo>
                <a:lnTo>
                  <a:pt x="1714500" y="2038350"/>
                </a:lnTo>
                <a:close/>
                <a:moveTo>
                  <a:pt x="1762125" y="2038350"/>
                </a:moveTo>
                <a:lnTo>
                  <a:pt x="1781175" y="2038350"/>
                </a:lnTo>
                <a:lnTo>
                  <a:pt x="1781175" y="2066925"/>
                </a:lnTo>
                <a:lnTo>
                  <a:pt x="1771650" y="2066925"/>
                </a:lnTo>
                <a:lnTo>
                  <a:pt x="1771650" y="2076450"/>
                </a:lnTo>
                <a:lnTo>
                  <a:pt x="1781175" y="2076450"/>
                </a:lnTo>
                <a:lnTo>
                  <a:pt x="1781175" y="2085975"/>
                </a:lnTo>
                <a:lnTo>
                  <a:pt x="1771650" y="2085975"/>
                </a:lnTo>
                <a:lnTo>
                  <a:pt x="1771650" y="2143125"/>
                </a:lnTo>
                <a:lnTo>
                  <a:pt x="1781175" y="2143125"/>
                </a:lnTo>
                <a:lnTo>
                  <a:pt x="1781175" y="2152650"/>
                </a:lnTo>
                <a:lnTo>
                  <a:pt x="1771650" y="2152650"/>
                </a:lnTo>
                <a:lnTo>
                  <a:pt x="1771650" y="2162175"/>
                </a:lnTo>
                <a:lnTo>
                  <a:pt x="1762125" y="2162175"/>
                </a:lnTo>
                <a:lnTo>
                  <a:pt x="1762125" y="2095500"/>
                </a:lnTo>
                <a:lnTo>
                  <a:pt x="1752600" y="2095500"/>
                </a:lnTo>
                <a:lnTo>
                  <a:pt x="1752600" y="2066925"/>
                </a:lnTo>
                <a:lnTo>
                  <a:pt x="1762125" y="2066925"/>
                </a:lnTo>
                <a:close/>
                <a:moveTo>
                  <a:pt x="1543050" y="2057400"/>
                </a:moveTo>
                <a:lnTo>
                  <a:pt x="1562100" y="2057400"/>
                </a:lnTo>
                <a:lnTo>
                  <a:pt x="1562100" y="2066925"/>
                </a:lnTo>
                <a:lnTo>
                  <a:pt x="1581150" y="2066925"/>
                </a:lnTo>
                <a:lnTo>
                  <a:pt x="1581150" y="2076450"/>
                </a:lnTo>
                <a:lnTo>
                  <a:pt x="1543050" y="2076450"/>
                </a:lnTo>
                <a:close/>
                <a:moveTo>
                  <a:pt x="1657350" y="2057400"/>
                </a:moveTo>
                <a:lnTo>
                  <a:pt x="1685925" y="2057400"/>
                </a:lnTo>
                <a:lnTo>
                  <a:pt x="1685925" y="2066925"/>
                </a:lnTo>
                <a:lnTo>
                  <a:pt x="1676400" y="2066925"/>
                </a:lnTo>
                <a:lnTo>
                  <a:pt x="1676400" y="2095500"/>
                </a:lnTo>
                <a:lnTo>
                  <a:pt x="1666875" y="2095500"/>
                </a:lnTo>
                <a:lnTo>
                  <a:pt x="1666875" y="2085975"/>
                </a:lnTo>
                <a:lnTo>
                  <a:pt x="1657350" y="2085975"/>
                </a:lnTo>
                <a:lnTo>
                  <a:pt x="1657350" y="2076450"/>
                </a:lnTo>
                <a:lnTo>
                  <a:pt x="1638300" y="2076450"/>
                </a:lnTo>
                <a:lnTo>
                  <a:pt x="1638300" y="2066925"/>
                </a:lnTo>
                <a:lnTo>
                  <a:pt x="1657350" y="2066925"/>
                </a:lnTo>
                <a:close/>
                <a:moveTo>
                  <a:pt x="1057275" y="2066925"/>
                </a:moveTo>
                <a:lnTo>
                  <a:pt x="1066800" y="2066925"/>
                </a:lnTo>
                <a:lnTo>
                  <a:pt x="1066800" y="2076450"/>
                </a:lnTo>
                <a:lnTo>
                  <a:pt x="1057275" y="2076450"/>
                </a:lnTo>
                <a:close/>
                <a:moveTo>
                  <a:pt x="1409700" y="2066925"/>
                </a:moveTo>
                <a:lnTo>
                  <a:pt x="1438275" y="2066925"/>
                </a:lnTo>
                <a:lnTo>
                  <a:pt x="1438275" y="2076450"/>
                </a:lnTo>
                <a:lnTo>
                  <a:pt x="1419225" y="2076450"/>
                </a:lnTo>
                <a:lnTo>
                  <a:pt x="1419225" y="2085975"/>
                </a:lnTo>
                <a:lnTo>
                  <a:pt x="1409700" y="2085975"/>
                </a:lnTo>
                <a:close/>
                <a:moveTo>
                  <a:pt x="1733550" y="2066925"/>
                </a:moveTo>
                <a:lnTo>
                  <a:pt x="1743075" y="2066925"/>
                </a:lnTo>
                <a:lnTo>
                  <a:pt x="1743075" y="2114550"/>
                </a:lnTo>
                <a:lnTo>
                  <a:pt x="1733550" y="2114550"/>
                </a:lnTo>
                <a:lnTo>
                  <a:pt x="1733550" y="2105025"/>
                </a:lnTo>
                <a:lnTo>
                  <a:pt x="1724025" y="2105025"/>
                </a:lnTo>
                <a:lnTo>
                  <a:pt x="1724025" y="2076450"/>
                </a:lnTo>
                <a:lnTo>
                  <a:pt x="1733550" y="2076450"/>
                </a:lnTo>
                <a:close/>
                <a:moveTo>
                  <a:pt x="990600" y="2076450"/>
                </a:moveTo>
                <a:lnTo>
                  <a:pt x="1000125" y="2076450"/>
                </a:lnTo>
                <a:lnTo>
                  <a:pt x="1000125" y="2095500"/>
                </a:lnTo>
                <a:lnTo>
                  <a:pt x="981075" y="2095500"/>
                </a:lnTo>
                <a:lnTo>
                  <a:pt x="981075" y="2085975"/>
                </a:lnTo>
                <a:lnTo>
                  <a:pt x="990600" y="2085975"/>
                </a:lnTo>
                <a:close/>
                <a:moveTo>
                  <a:pt x="1276350" y="2076450"/>
                </a:moveTo>
                <a:lnTo>
                  <a:pt x="1333500" y="2076450"/>
                </a:lnTo>
                <a:lnTo>
                  <a:pt x="1333500" y="2085975"/>
                </a:lnTo>
                <a:lnTo>
                  <a:pt x="1343025" y="2085975"/>
                </a:lnTo>
                <a:lnTo>
                  <a:pt x="1343025" y="2095500"/>
                </a:lnTo>
                <a:lnTo>
                  <a:pt x="1276350" y="2095500"/>
                </a:lnTo>
                <a:close/>
                <a:moveTo>
                  <a:pt x="1438275" y="2076450"/>
                </a:moveTo>
                <a:lnTo>
                  <a:pt x="1466850" y="2076450"/>
                </a:lnTo>
                <a:lnTo>
                  <a:pt x="1466850" y="2085975"/>
                </a:lnTo>
                <a:lnTo>
                  <a:pt x="1438275" y="2085975"/>
                </a:lnTo>
                <a:close/>
                <a:moveTo>
                  <a:pt x="1485900" y="2076450"/>
                </a:moveTo>
                <a:lnTo>
                  <a:pt x="1495425" y="2076450"/>
                </a:lnTo>
                <a:lnTo>
                  <a:pt x="1495425" y="2085975"/>
                </a:lnTo>
                <a:lnTo>
                  <a:pt x="1485900" y="2085975"/>
                </a:lnTo>
                <a:close/>
                <a:moveTo>
                  <a:pt x="1181100" y="2085975"/>
                </a:moveTo>
                <a:lnTo>
                  <a:pt x="1200150" y="2085975"/>
                </a:lnTo>
                <a:lnTo>
                  <a:pt x="1200150" y="2095500"/>
                </a:lnTo>
                <a:lnTo>
                  <a:pt x="1266825" y="2095500"/>
                </a:lnTo>
                <a:lnTo>
                  <a:pt x="1266825" y="2105025"/>
                </a:lnTo>
                <a:lnTo>
                  <a:pt x="1257300" y="2105025"/>
                </a:lnTo>
                <a:lnTo>
                  <a:pt x="1257300" y="2114550"/>
                </a:lnTo>
                <a:lnTo>
                  <a:pt x="1247775" y="2114550"/>
                </a:lnTo>
                <a:lnTo>
                  <a:pt x="1247775" y="2124075"/>
                </a:lnTo>
                <a:lnTo>
                  <a:pt x="1238250" y="2124075"/>
                </a:lnTo>
                <a:lnTo>
                  <a:pt x="1238250" y="2133600"/>
                </a:lnTo>
                <a:lnTo>
                  <a:pt x="1219200" y="2133600"/>
                </a:lnTo>
                <a:lnTo>
                  <a:pt x="1219200" y="2124075"/>
                </a:lnTo>
                <a:lnTo>
                  <a:pt x="1209675" y="2124075"/>
                </a:lnTo>
                <a:lnTo>
                  <a:pt x="1209675" y="2114550"/>
                </a:lnTo>
                <a:lnTo>
                  <a:pt x="1219200" y="2114550"/>
                </a:lnTo>
                <a:lnTo>
                  <a:pt x="1219200" y="2105025"/>
                </a:lnTo>
                <a:lnTo>
                  <a:pt x="1181100" y="2105025"/>
                </a:lnTo>
                <a:close/>
                <a:moveTo>
                  <a:pt x="1371600" y="2085975"/>
                </a:moveTo>
                <a:lnTo>
                  <a:pt x="1390650" y="2085975"/>
                </a:lnTo>
                <a:lnTo>
                  <a:pt x="1390650" y="2095500"/>
                </a:lnTo>
                <a:lnTo>
                  <a:pt x="1371600" y="2095500"/>
                </a:lnTo>
                <a:close/>
                <a:moveTo>
                  <a:pt x="971550" y="2095500"/>
                </a:moveTo>
                <a:lnTo>
                  <a:pt x="981075" y="2095500"/>
                </a:lnTo>
                <a:lnTo>
                  <a:pt x="981075" y="2105025"/>
                </a:lnTo>
                <a:lnTo>
                  <a:pt x="971550" y="2105025"/>
                </a:lnTo>
                <a:close/>
                <a:moveTo>
                  <a:pt x="1066800" y="2095500"/>
                </a:moveTo>
                <a:lnTo>
                  <a:pt x="1076325" y="2095500"/>
                </a:lnTo>
                <a:lnTo>
                  <a:pt x="1076325" y="2105025"/>
                </a:lnTo>
                <a:lnTo>
                  <a:pt x="1066800" y="2105025"/>
                </a:lnTo>
                <a:close/>
                <a:moveTo>
                  <a:pt x="295275" y="2105025"/>
                </a:moveTo>
                <a:lnTo>
                  <a:pt x="304800" y="2105025"/>
                </a:lnTo>
                <a:lnTo>
                  <a:pt x="304800" y="2114550"/>
                </a:lnTo>
                <a:lnTo>
                  <a:pt x="295275" y="2114550"/>
                </a:lnTo>
                <a:close/>
                <a:moveTo>
                  <a:pt x="962025" y="2105025"/>
                </a:moveTo>
                <a:lnTo>
                  <a:pt x="971550" y="2105025"/>
                </a:lnTo>
                <a:lnTo>
                  <a:pt x="971550" y="2114550"/>
                </a:lnTo>
                <a:lnTo>
                  <a:pt x="962025" y="2114550"/>
                </a:lnTo>
                <a:close/>
                <a:moveTo>
                  <a:pt x="1085850" y="2105025"/>
                </a:moveTo>
                <a:lnTo>
                  <a:pt x="1123950" y="2105025"/>
                </a:lnTo>
                <a:lnTo>
                  <a:pt x="1123950" y="2114550"/>
                </a:lnTo>
                <a:lnTo>
                  <a:pt x="1114425" y="2114550"/>
                </a:lnTo>
                <a:lnTo>
                  <a:pt x="1114425" y="2124075"/>
                </a:lnTo>
                <a:lnTo>
                  <a:pt x="1104900" y="2124075"/>
                </a:lnTo>
                <a:lnTo>
                  <a:pt x="1104900" y="2114550"/>
                </a:lnTo>
                <a:lnTo>
                  <a:pt x="1085850" y="2114550"/>
                </a:lnTo>
                <a:close/>
                <a:moveTo>
                  <a:pt x="1143000" y="2105025"/>
                </a:moveTo>
                <a:lnTo>
                  <a:pt x="1162050" y="2105025"/>
                </a:lnTo>
                <a:lnTo>
                  <a:pt x="1162050" y="2114550"/>
                </a:lnTo>
                <a:lnTo>
                  <a:pt x="1143000" y="2114550"/>
                </a:lnTo>
                <a:close/>
                <a:moveTo>
                  <a:pt x="1590675" y="2105025"/>
                </a:moveTo>
                <a:lnTo>
                  <a:pt x="1600200" y="2105025"/>
                </a:lnTo>
                <a:lnTo>
                  <a:pt x="1600200" y="2124075"/>
                </a:lnTo>
                <a:lnTo>
                  <a:pt x="1581150" y="2124075"/>
                </a:lnTo>
                <a:lnTo>
                  <a:pt x="1581150" y="2114550"/>
                </a:lnTo>
                <a:lnTo>
                  <a:pt x="1590675" y="2114550"/>
                </a:lnTo>
                <a:close/>
                <a:moveTo>
                  <a:pt x="704850" y="2114550"/>
                </a:moveTo>
                <a:lnTo>
                  <a:pt x="714375" y="2114550"/>
                </a:lnTo>
                <a:lnTo>
                  <a:pt x="714375" y="2124075"/>
                </a:lnTo>
                <a:lnTo>
                  <a:pt x="704850" y="2124075"/>
                </a:lnTo>
                <a:close/>
                <a:moveTo>
                  <a:pt x="942975" y="2114550"/>
                </a:moveTo>
                <a:lnTo>
                  <a:pt x="962025" y="2114550"/>
                </a:lnTo>
                <a:lnTo>
                  <a:pt x="962025" y="2133600"/>
                </a:lnTo>
                <a:lnTo>
                  <a:pt x="952500" y="2133600"/>
                </a:lnTo>
                <a:lnTo>
                  <a:pt x="952500" y="2143125"/>
                </a:lnTo>
                <a:lnTo>
                  <a:pt x="933450" y="2143125"/>
                </a:lnTo>
                <a:lnTo>
                  <a:pt x="933450" y="2133600"/>
                </a:lnTo>
                <a:lnTo>
                  <a:pt x="923925" y="2133600"/>
                </a:lnTo>
                <a:lnTo>
                  <a:pt x="923925" y="2124075"/>
                </a:lnTo>
                <a:lnTo>
                  <a:pt x="942975" y="2124075"/>
                </a:lnTo>
                <a:close/>
                <a:moveTo>
                  <a:pt x="1704975" y="2114550"/>
                </a:moveTo>
                <a:lnTo>
                  <a:pt x="1714500" y="2114550"/>
                </a:lnTo>
                <a:lnTo>
                  <a:pt x="1714500" y="2124075"/>
                </a:lnTo>
                <a:lnTo>
                  <a:pt x="1704975" y="2124075"/>
                </a:lnTo>
                <a:close/>
                <a:moveTo>
                  <a:pt x="1724025" y="2114550"/>
                </a:moveTo>
                <a:lnTo>
                  <a:pt x="1733550" y="2114550"/>
                </a:lnTo>
                <a:lnTo>
                  <a:pt x="1733550" y="2124075"/>
                </a:lnTo>
                <a:lnTo>
                  <a:pt x="1724025" y="2124075"/>
                </a:lnTo>
                <a:close/>
                <a:moveTo>
                  <a:pt x="1743075" y="2114550"/>
                </a:moveTo>
                <a:lnTo>
                  <a:pt x="1752600" y="2114550"/>
                </a:lnTo>
                <a:lnTo>
                  <a:pt x="1752600" y="2133600"/>
                </a:lnTo>
                <a:lnTo>
                  <a:pt x="1743075" y="2133600"/>
                </a:lnTo>
                <a:close/>
                <a:moveTo>
                  <a:pt x="304800" y="2124075"/>
                </a:moveTo>
                <a:lnTo>
                  <a:pt x="314325" y="2124075"/>
                </a:lnTo>
                <a:lnTo>
                  <a:pt x="314325" y="2143125"/>
                </a:lnTo>
                <a:lnTo>
                  <a:pt x="304800" y="2143125"/>
                </a:lnTo>
                <a:close/>
                <a:moveTo>
                  <a:pt x="838200" y="2124075"/>
                </a:moveTo>
                <a:lnTo>
                  <a:pt x="904875" y="2124075"/>
                </a:lnTo>
                <a:lnTo>
                  <a:pt x="904875" y="2133600"/>
                </a:lnTo>
                <a:lnTo>
                  <a:pt x="895350" y="2133600"/>
                </a:lnTo>
                <a:lnTo>
                  <a:pt x="895350" y="2143125"/>
                </a:lnTo>
                <a:lnTo>
                  <a:pt x="876300" y="2143125"/>
                </a:lnTo>
                <a:lnTo>
                  <a:pt x="876300" y="2181225"/>
                </a:lnTo>
                <a:lnTo>
                  <a:pt x="866775" y="2181225"/>
                </a:lnTo>
                <a:lnTo>
                  <a:pt x="866775" y="2171700"/>
                </a:lnTo>
                <a:lnTo>
                  <a:pt x="857250" y="2171700"/>
                </a:lnTo>
                <a:lnTo>
                  <a:pt x="857250" y="2152650"/>
                </a:lnTo>
                <a:lnTo>
                  <a:pt x="866775" y="2152650"/>
                </a:lnTo>
                <a:lnTo>
                  <a:pt x="866775" y="2143125"/>
                </a:lnTo>
                <a:lnTo>
                  <a:pt x="857250" y="2143125"/>
                </a:lnTo>
                <a:lnTo>
                  <a:pt x="857250" y="2133600"/>
                </a:lnTo>
                <a:lnTo>
                  <a:pt x="838200" y="2133600"/>
                </a:lnTo>
                <a:close/>
                <a:moveTo>
                  <a:pt x="1571625" y="2124075"/>
                </a:moveTo>
                <a:lnTo>
                  <a:pt x="1581150" y="2124075"/>
                </a:lnTo>
                <a:lnTo>
                  <a:pt x="1581150" y="2133600"/>
                </a:lnTo>
                <a:lnTo>
                  <a:pt x="1571625" y="2133600"/>
                </a:lnTo>
                <a:close/>
                <a:moveTo>
                  <a:pt x="1685925" y="2124075"/>
                </a:moveTo>
                <a:lnTo>
                  <a:pt x="1695450" y="2124075"/>
                </a:lnTo>
                <a:lnTo>
                  <a:pt x="1695450" y="2143125"/>
                </a:lnTo>
                <a:lnTo>
                  <a:pt x="1685925" y="2143125"/>
                </a:lnTo>
                <a:close/>
                <a:moveTo>
                  <a:pt x="457200" y="2133600"/>
                </a:moveTo>
                <a:lnTo>
                  <a:pt x="466725" y="2133600"/>
                </a:lnTo>
                <a:lnTo>
                  <a:pt x="466725" y="2143125"/>
                </a:lnTo>
                <a:lnTo>
                  <a:pt x="457200" y="2143125"/>
                </a:lnTo>
                <a:close/>
                <a:moveTo>
                  <a:pt x="733425" y="2133600"/>
                </a:moveTo>
                <a:lnTo>
                  <a:pt x="790575" y="2133600"/>
                </a:lnTo>
                <a:lnTo>
                  <a:pt x="790575" y="2143125"/>
                </a:lnTo>
                <a:lnTo>
                  <a:pt x="733425" y="2143125"/>
                </a:lnTo>
                <a:close/>
                <a:moveTo>
                  <a:pt x="828675" y="2133600"/>
                </a:moveTo>
                <a:lnTo>
                  <a:pt x="838200" y="2133600"/>
                </a:lnTo>
                <a:lnTo>
                  <a:pt x="838200" y="2143125"/>
                </a:lnTo>
                <a:lnTo>
                  <a:pt x="828675" y="2143125"/>
                </a:lnTo>
                <a:close/>
                <a:moveTo>
                  <a:pt x="1485900" y="2133600"/>
                </a:moveTo>
                <a:lnTo>
                  <a:pt x="1495425" y="2133600"/>
                </a:lnTo>
                <a:lnTo>
                  <a:pt x="1495425" y="2143125"/>
                </a:lnTo>
                <a:lnTo>
                  <a:pt x="1485900" y="2143125"/>
                </a:lnTo>
                <a:close/>
                <a:moveTo>
                  <a:pt x="1724025" y="2133600"/>
                </a:moveTo>
                <a:lnTo>
                  <a:pt x="1743075" y="2133600"/>
                </a:lnTo>
                <a:lnTo>
                  <a:pt x="1743075" y="2143125"/>
                </a:lnTo>
                <a:lnTo>
                  <a:pt x="1724025" y="2143125"/>
                </a:lnTo>
                <a:close/>
                <a:moveTo>
                  <a:pt x="314325" y="2143125"/>
                </a:moveTo>
                <a:lnTo>
                  <a:pt x="323850" y="2143125"/>
                </a:lnTo>
                <a:lnTo>
                  <a:pt x="323850" y="2152650"/>
                </a:lnTo>
                <a:lnTo>
                  <a:pt x="314325" y="2152650"/>
                </a:lnTo>
                <a:close/>
                <a:moveTo>
                  <a:pt x="600075" y="2143125"/>
                </a:moveTo>
                <a:lnTo>
                  <a:pt x="723900" y="2143125"/>
                </a:lnTo>
                <a:lnTo>
                  <a:pt x="723900" y="2152650"/>
                </a:lnTo>
                <a:lnTo>
                  <a:pt x="714375" y="2152650"/>
                </a:lnTo>
                <a:lnTo>
                  <a:pt x="714375" y="2162175"/>
                </a:lnTo>
                <a:lnTo>
                  <a:pt x="704850" y="2162175"/>
                </a:lnTo>
                <a:lnTo>
                  <a:pt x="704850" y="2152650"/>
                </a:lnTo>
                <a:lnTo>
                  <a:pt x="619125" y="2152650"/>
                </a:lnTo>
                <a:lnTo>
                  <a:pt x="619125" y="2162175"/>
                </a:lnTo>
                <a:lnTo>
                  <a:pt x="600075" y="2162175"/>
                </a:lnTo>
                <a:lnTo>
                  <a:pt x="600075" y="2171700"/>
                </a:lnTo>
                <a:lnTo>
                  <a:pt x="581025" y="2171700"/>
                </a:lnTo>
                <a:lnTo>
                  <a:pt x="581025" y="2162175"/>
                </a:lnTo>
                <a:lnTo>
                  <a:pt x="571500" y="2162175"/>
                </a:lnTo>
                <a:lnTo>
                  <a:pt x="571500" y="2152650"/>
                </a:lnTo>
                <a:lnTo>
                  <a:pt x="600075" y="2152650"/>
                </a:lnTo>
                <a:close/>
                <a:moveTo>
                  <a:pt x="962025" y="2143125"/>
                </a:moveTo>
                <a:lnTo>
                  <a:pt x="971550" y="2143125"/>
                </a:lnTo>
                <a:lnTo>
                  <a:pt x="971550" y="2152650"/>
                </a:lnTo>
                <a:lnTo>
                  <a:pt x="962025" y="2152650"/>
                </a:lnTo>
                <a:close/>
                <a:moveTo>
                  <a:pt x="323850" y="2152650"/>
                </a:moveTo>
                <a:lnTo>
                  <a:pt x="342900" y="2152650"/>
                </a:lnTo>
                <a:lnTo>
                  <a:pt x="342900" y="2162175"/>
                </a:lnTo>
                <a:lnTo>
                  <a:pt x="390525" y="2162175"/>
                </a:lnTo>
                <a:lnTo>
                  <a:pt x="390525" y="2171700"/>
                </a:lnTo>
                <a:lnTo>
                  <a:pt x="352425" y="2171700"/>
                </a:lnTo>
                <a:lnTo>
                  <a:pt x="352425" y="2190750"/>
                </a:lnTo>
                <a:lnTo>
                  <a:pt x="323850" y="2190750"/>
                </a:lnTo>
                <a:lnTo>
                  <a:pt x="323850" y="2171700"/>
                </a:lnTo>
                <a:lnTo>
                  <a:pt x="333375" y="2171700"/>
                </a:lnTo>
                <a:lnTo>
                  <a:pt x="333375" y="2162175"/>
                </a:lnTo>
                <a:lnTo>
                  <a:pt x="323850" y="2162175"/>
                </a:lnTo>
                <a:close/>
                <a:moveTo>
                  <a:pt x="495300" y="2152650"/>
                </a:moveTo>
                <a:lnTo>
                  <a:pt x="542925" y="2152650"/>
                </a:lnTo>
                <a:lnTo>
                  <a:pt x="542925" y="2162175"/>
                </a:lnTo>
                <a:lnTo>
                  <a:pt x="495300" y="2162175"/>
                </a:lnTo>
                <a:close/>
                <a:moveTo>
                  <a:pt x="1781175" y="2152650"/>
                </a:moveTo>
                <a:lnTo>
                  <a:pt x="1790700" y="2152650"/>
                </a:lnTo>
                <a:lnTo>
                  <a:pt x="1790700" y="2162175"/>
                </a:lnTo>
                <a:lnTo>
                  <a:pt x="1781175" y="2162175"/>
                </a:lnTo>
                <a:close/>
                <a:moveTo>
                  <a:pt x="409575" y="2162175"/>
                </a:moveTo>
                <a:lnTo>
                  <a:pt x="428625" y="2162175"/>
                </a:lnTo>
                <a:lnTo>
                  <a:pt x="428625" y="2171700"/>
                </a:lnTo>
                <a:lnTo>
                  <a:pt x="409575" y="2171700"/>
                </a:lnTo>
                <a:close/>
                <a:moveTo>
                  <a:pt x="438150" y="2162175"/>
                </a:moveTo>
                <a:lnTo>
                  <a:pt x="466725" y="2162175"/>
                </a:lnTo>
                <a:lnTo>
                  <a:pt x="466725" y="2171700"/>
                </a:lnTo>
                <a:lnTo>
                  <a:pt x="438150" y="2171700"/>
                </a:lnTo>
                <a:close/>
                <a:moveTo>
                  <a:pt x="1752600" y="2162175"/>
                </a:moveTo>
                <a:lnTo>
                  <a:pt x="1762125" y="2162175"/>
                </a:lnTo>
                <a:lnTo>
                  <a:pt x="1762125" y="2171700"/>
                </a:lnTo>
                <a:lnTo>
                  <a:pt x="1752600" y="2171700"/>
                </a:lnTo>
                <a:close/>
                <a:moveTo>
                  <a:pt x="933450" y="2171700"/>
                </a:moveTo>
                <a:lnTo>
                  <a:pt x="942975" y="2171700"/>
                </a:lnTo>
                <a:lnTo>
                  <a:pt x="942975" y="2190750"/>
                </a:lnTo>
                <a:lnTo>
                  <a:pt x="933450" y="2190750"/>
                </a:lnTo>
                <a:close/>
                <a:moveTo>
                  <a:pt x="1647825" y="2171700"/>
                </a:moveTo>
                <a:lnTo>
                  <a:pt x="1666875" y="2171700"/>
                </a:lnTo>
                <a:lnTo>
                  <a:pt x="1666875" y="2181225"/>
                </a:lnTo>
                <a:lnTo>
                  <a:pt x="1657350" y="2181225"/>
                </a:lnTo>
                <a:lnTo>
                  <a:pt x="1657350" y="2200275"/>
                </a:lnTo>
                <a:lnTo>
                  <a:pt x="1666875" y="2200275"/>
                </a:lnTo>
                <a:lnTo>
                  <a:pt x="1666875" y="2219325"/>
                </a:lnTo>
                <a:lnTo>
                  <a:pt x="1638300" y="2219325"/>
                </a:lnTo>
                <a:lnTo>
                  <a:pt x="1638300" y="2200275"/>
                </a:lnTo>
                <a:lnTo>
                  <a:pt x="1628775" y="2200275"/>
                </a:lnTo>
                <a:lnTo>
                  <a:pt x="1628775" y="2190750"/>
                </a:lnTo>
                <a:lnTo>
                  <a:pt x="1647825" y="2190750"/>
                </a:lnTo>
                <a:close/>
                <a:moveTo>
                  <a:pt x="247650" y="2181225"/>
                </a:moveTo>
                <a:lnTo>
                  <a:pt x="257175" y="2181225"/>
                </a:lnTo>
                <a:lnTo>
                  <a:pt x="257175" y="2190750"/>
                </a:lnTo>
                <a:lnTo>
                  <a:pt x="276225" y="2190750"/>
                </a:lnTo>
                <a:lnTo>
                  <a:pt x="276225" y="2238375"/>
                </a:lnTo>
                <a:lnTo>
                  <a:pt x="266700" y="2238375"/>
                </a:lnTo>
                <a:lnTo>
                  <a:pt x="266700" y="2247900"/>
                </a:lnTo>
                <a:lnTo>
                  <a:pt x="257175" y="2247900"/>
                </a:lnTo>
                <a:lnTo>
                  <a:pt x="257175" y="2200275"/>
                </a:lnTo>
                <a:lnTo>
                  <a:pt x="247650" y="2200275"/>
                </a:lnTo>
                <a:close/>
                <a:moveTo>
                  <a:pt x="361950" y="2181225"/>
                </a:moveTo>
                <a:lnTo>
                  <a:pt x="371475" y="2181225"/>
                </a:lnTo>
                <a:lnTo>
                  <a:pt x="371475" y="2190750"/>
                </a:lnTo>
                <a:lnTo>
                  <a:pt x="361950" y="2190750"/>
                </a:lnTo>
                <a:close/>
                <a:moveTo>
                  <a:pt x="1571625" y="2181225"/>
                </a:moveTo>
                <a:lnTo>
                  <a:pt x="1581150" y="2181225"/>
                </a:lnTo>
                <a:lnTo>
                  <a:pt x="1581150" y="2190750"/>
                </a:lnTo>
                <a:lnTo>
                  <a:pt x="1571625" y="2190750"/>
                </a:lnTo>
                <a:close/>
                <a:moveTo>
                  <a:pt x="1781175" y="2181225"/>
                </a:moveTo>
                <a:lnTo>
                  <a:pt x="1790700" y="2181225"/>
                </a:lnTo>
                <a:lnTo>
                  <a:pt x="1790700" y="2190750"/>
                </a:lnTo>
                <a:lnTo>
                  <a:pt x="1800225" y="2190750"/>
                </a:lnTo>
                <a:lnTo>
                  <a:pt x="1800225" y="2209800"/>
                </a:lnTo>
                <a:lnTo>
                  <a:pt x="1790700" y="2209800"/>
                </a:lnTo>
                <a:lnTo>
                  <a:pt x="1790700" y="2238375"/>
                </a:lnTo>
                <a:lnTo>
                  <a:pt x="1771650" y="2238375"/>
                </a:lnTo>
                <a:lnTo>
                  <a:pt x="1771650" y="2247900"/>
                </a:lnTo>
                <a:lnTo>
                  <a:pt x="1762125" y="2247900"/>
                </a:lnTo>
                <a:lnTo>
                  <a:pt x="1762125" y="2190750"/>
                </a:lnTo>
                <a:lnTo>
                  <a:pt x="1781175" y="2190750"/>
                </a:lnTo>
                <a:close/>
                <a:moveTo>
                  <a:pt x="790575" y="2190750"/>
                </a:moveTo>
                <a:lnTo>
                  <a:pt x="800100" y="2190750"/>
                </a:lnTo>
                <a:lnTo>
                  <a:pt x="800100" y="2200275"/>
                </a:lnTo>
                <a:lnTo>
                  <a:pt x="790575" y="2200275"/>
                </a:lnTo>
                <a:close/>
                <a:moveTo>
                  <a:pt x="1447800" y="2200275"/>
                </a:moveTo>
                <a:lnTo>
                  <a:pt x="1457325" y="2200275"/>
                </a:lnTo>
                <a:lnTo>
                  <a:pt x="1457325" y="2209800"/>
                </a:lnTo>
                <a:lnTo>
                  <a:pt x="1447800" y="2209800"/>
                </a:lnTo>
                <a:close/>
                <a:moveTo>
                  <a:pt x="704850" y="2209800"/>
                </a:moveTo>
                <a:lnTo>
                  <a:pt x="714375" y="2209800"/>
                </a:lnTo>
                <a:lnTo>
                  <a:pt x="714375" y="2219325"/>
                </a:lnTo>
                <a:lnTo>
                  <a:pt x="704850" y="2219325"/>
                </a:lnTo>
                <a:close/>
                <a:moveTo>
                  <a:pt x="685800" y="2228850"/>
                </a:moveTo>
                <a:lnTo>
                  <a:pt x="714375" y="2228850"/>
                </a:lnTo>
                <a:lnTo>
                  <a:pt x="714375" y="2247900"/>
                </a:lnTo>
                <a:lnTo>
                  <a:pt x="733425" y="2247900"/>
                </a:lnTo>
                <a:lnTo>
                  <a:pt x="733425" y="2257425"/>
                </a:lnTo>
                <a:lnTo>
                  <a:pt x="723900" y="2257425"/>
                </a:lnTo>
                <a:lnTo>
                  <a:pt x="723900" y="2266950"/>
                </a:lnTo>
                <a:lnTo>
                  <a:pt x="704850" y="2266950"/>
                </a:lnTo>
                <a:lnTo>
                  <a:pt x="704850" y="2276475"/>
                </a:lnTo>
                <a:lnTo>
                  <a:pt x="695325" y="2276475"/>
                </a:lnTo>
                <a:lnTo>
                  <a:pt x="695325" y="2266950"/>
                </a:lnTo>
                <a:lnTo>
                  <a:pt x="666750" y="2266950"/>
                </a:lnTo>
                <a:lnTo>
                  <a:pt x="666750" y="2257425"/>
                </a:lnTo>
                <a:lnTo>
                  <a:pt x="647700" y="2257425"/>
                </a:lnTo>
                <a:lnTo>
                  <a:pt x="647700" y="2247900"/>
                </a:lnTo>
                <a:lnTo>
                  <a:pt x="676275" y="2247900"/>
                </a:lnTo>
                <a:lnTo>
                  <a:pt x="676275" y="2238375"/>
                </a:lnTo>
                <a:lnTo>
                  <a:pt x="685800" y="2238375"/>
                </a:lnTo>
                <a:close/>
                <a:moveTo>
                  <a:pt x="752475" y="2238375"/>
                </a:moveTo>
                <a:lnTo>
                  <a:pt x="762000" y="2238375"/>
                </a:lnTo>
                <a:lnTo>
                  <a:pt x="762000" y="2247900"/>
                </a:lnTo>
                <a:lnTo>
                  <a:pt x="771525" y="2247900"/>
                </a:lnTo>
                <a:lnTo>
                  <a:pt x="771525" y="2238375"/>
                </a:lnTo>
                <a:lnTo>
                  <a:pt x="781050" y="2238375"/>
                </a:lnTo>
                <a:lnTo>
                  <a:pt x="781050" y="2247900"/>
                </a:lnTo>
                <a:lnTo>
                  <a:pt x="819150" y="2247900"/>
                </a:lnTo>
                <a:lnTo>
                  <a:pt x="819150" y="2238375"/>
                </a:lnTo>
                <a:lnTo>
                  <a:pt x="838200" y="2238375"/>
                </a:lnTo>
                <a:lnTo>
                  <a:pt x="838200" y="2247900"/>
                </a:lnTo>
                <a:lnTo>
                  <a:pt x="857250" y="2247900"/>
                </a:lnTo>
                <a:lnTo>
                  <a:pt x="857250" y="2257425"/>
                </a:lnTo>
                <a:lnTo>
                  <a:pt x="742950" y="2257425"/>
                </a:lnTo>
                <a:lnTo>
                  <a:pt x="742950" y="2247900"/>
                </a:lnTo>
                <a:lnTo>
                  <a:pt x="752475" y="2247900"/>
                </a:lnTo>
                <a:close/>
                <a:moveTo>
                  <a:pt x="247650" y="2247900"/>
                </a:moveTo>
                <a:lnTo>
                  <a:pt x="257175" y="2247900"/>
                </a:lnTo>
                <a:lnTo>
                  <a:pt x="257175" y="2257425"/>
                </a:lnTo>
                <a:lnTo>
                  <a:pt x="247650" y="2257425"/>
                </a:lnTo>
                <a:close/>
                <a:moveTo>
                  <a:pt x="323850" y="2247900"/>
                </a:moveTo>
                <a:lnTo>
                  <a:pt x="333375" y="2247900"/>
                </a:lnTo>
                <a:lnTo>
                  <a:pt x="333375" y="2266950"/>
                </a:lnTo>
                <a:lnTo>
                  <a:pt x="342900" y="2266950"/>
                </a:lnTo>
                <a:lnTo>
                  <a:pt x="342900" y="2276475"/>
                </a:lnTo>
                <a:lnTo>
                  <a:pt x="352425" y="2276475"/>
                </a:lnTo>
                <a:lnTo>
                  <a:pt x="352425" y="2286000"/>
                </a:lnTo>
                <a:lnTo>
                  <a:pt x="323850" y="2286000"/>
                </a:lnTo>
                <a:lnTo>
                  <a:pt x="323850" y="2266950"/>
                </a:lnTo>
                <a:lnTo>
                  <a:pt x="314325" y="2266950"/>
                </a:lnTo>
                <a:lnTo>
                  <a:pt x="314325" y="2257425"/>
                </a:lnTo>
                <a:lnTo>
                  <a:pt x="323850" y="2257425"/>
                </a:lnTo>
                <a:close/>
                <a:moveTo>
                  <a:pt x="390525" y="2247900"/>
                </a:moveTo>
                <a:lnTo>
                  <a:pt x="419100" y="2247900"/>
                </a:lnTo>
                <a:lnTo>
                  <a:pt x="419100" y="2257425"/>
                </a:lnTo>
                <a:lnTo>
                  <a:pt x="428625" y="2257425"/>
                </a:lnTo>
                <a:lnTo>
                  <a:pt x="428625" y="2276475"/>
                </a:lnTo>
                <a:lnTo>
                  <a:pt x="409575" y="2276475"/>
                </a:lnTo>
                <a:lnTo>
                  <a:pt x="409575" y="2266950"/>
                </a:lnTo>
                <a:lnTo>
                  <a:pt x="390525" y="2266950"/>
                </a:lnTo>
                <a:close/>
                <a:moveTo>
                  <a:pt x="1485900" y="2247900"/>
                </a:moveTo>
                <a:lnTo>
                  <a:pt x="1495425" y="2247900"/>
                </a:lnTo>
                <a:lnTo>
                  <a:pt x="1495425" y="2257425"/>
                </a:lnTo>
                <a:lnTo>
                  <a:pt x="1485900" y="2257425"/>
                </a:lnTo>
                <a:close/>
                <a:moveTo>
                  <a:pt x="1609725" y="2247900"/>
                </a:moveTo>
                <a:lnTo>
                  <a:pt x="1628775" y="2247900"/>
                </a:lnTo>
                <a:lnTo>
                  <a:pt x="1628775" y="2257425"/>
                </a:lnTo>
                <a:lnTo>
                  <a:pt x="1638300" y="2257425"/>
                </a:lnTo>
                <a:lnTo>
                  <a:pt x="1638300" y="2276475"/>
                </a:lnTo>
                <a:lnTo>
                  <a:pt x="1647825" y="2276475"/>
                </a:lnTo>
                <a:lnTo>
                  <a:pt x="1647825" y="2286000"/>
                </a:lnTo>
                <a:lnTo>
                  <a:pt x="1657350" y="2286000"/>
                </a:lnTo>
                <a:lnTo>
                  <a:pt x="1657350" y="2295525"/>
                </a:lnTo>
                <a:lnTo>
                  <a:pt x="1666875" y="2295525"/>
                </a:lnTo>
                <a:lnTo>
                  <a:pt x="1666875" y="2305050"/>
                </a:lnTo>
                <a:lnTo>
                  <a:pt x="1638300" y="2305050"/>
                </a:lnTo>
                <a:lnTo>
                  <a:pt x="1638300" y="2295525"/>
                </a:lnTo>
                <a:lnTo>
                  <a:pt x="1619250" y="2295525"/>
                </a:lnTo>
                <a:lnTo>
                  <a:pt x="1619250" y="2305050"/>
                </a:lnTo>
                <a:lnTo>
                  <a:pt x="1609725" y="2305050"/>
                </a:lnTo>
                <a:lnTo>
                  <a:pt x="1609725" y="2314575"/>
                </a:lnTo>
                <a:lnTo>
                  <a:pt x="1590675" y="2314575"/>
                </a:lnTo>
                <a:lnTo>
                  <a:pt x="1590675" y="2295525"/>
                </a:lnTo>
                <a:lnTo>
                  <a:pt x="1609725" y="2295525"/>
                </a:lnTo>
                <a:close/>
                <a:moveTo>
                  <a:pt x="1790700" y="2247900"/>
                </a:moveTo>
                <a:lnTo>
                  <a:pt x="1800225" y="2247900"/>
                </a:lnTo>
                <a:lnTo>
                  <a:pt x="1800225" y="2257425"/>
                </a:lnTo>
                <a:lnTo>
                  <a:pt x="1790700" y="2257425"/>
                </a:lnTo>
                <a:close/>
                <a:moveTo>
                  <a:pt x="628650" y="2257425"/>
                </a:moveTo>
                <a:lnTo>
                  <a:pt x="638175" y="2257425"/>
                </a:lnTo>
                <a:lnTo>
                  <a:pt x="638175" y="2266950"/>
                </a:lnTo>
                <a:lnTo>
                  <a:pt x="628650" y="2266950"/>
                </a:lnTo>
                <a:close/>
                <a:moveTo>
                  <a:pt x="676275" y="2257425"/>
                </a:moveTo>
                <a:lnTo>
                  <a:pt x="685800" y="2257425"/>
                </a:lnTo>
                <a:lnTo>
                  <a:pt x="685800" y="2247900"/>
                </a:lnTo>
                <a:lnTo>
                  <a:pt x="676275" y="2247900"/>
                </a:lnTo>
                <a:close/>
                <a:moveTo>
                  <a:pt x="857250" y="2257425"/>
                </a:moveTo>
                <a:lnTo>
                  <a:pt x="866775" y="2257425"/>
                </a:lnTo>
                <a:lnTo>
                  <a:pt x="866775" y="2276475"/>
                </a:lnTo>
                <a:lnTo>
                  <a:pt x="857250" y="2276475"/>
                </a:lnTo>
                <a:close/>
                <a:moveTo>
                  <a:pt x="381000" y="2266950"/>
                </a:moveTo>
                <a:lnTo>
                  <a:pt x="390525" y="2266950"/>
                </a:lnTo>
                <a:lnTo>
                  <a:pt x="390525" y="2286000"/>
                </a:lnTo>
                <a:lnTo>
                  <a:pt x="381000" y="2286000"/>
                </a:lnTo>
                <a:close/>
                <a:moveTo>
                  <a:pt x="1790700" y="2266950"/>
                </a:moveTo>
                <a:lnTo>
                  <a:pt x="1809750" y="2266950"/>
                </a:lnTo>
                <a:lnTo>
                  <a:pt x="1809750" y="2276475"/>
                </a:lnTo>
                <a:lnTo>
                  <a:pt x="1790700" y="2276475"/>
                </a:lnTo>
                <a:close/>
                <a:moveTo>
                  <a:pt x="438150" y="2276475"/>
                </a:moveTo>
                <a:lnTo>
                  <a:pt x="447675" y="2276475"/>
                </a:lnTo>
                <a:lnTo>
                  <a:pt x="447675" y="2286000"/>
                </a:lnTo>
                <a:lnTo>
                  <a:pt x="438150" y="2286000"/>
                </a:lnTo>
                <a:close/>
                <a:moveTo>
                  <a:pt x="1781175" y="2276475"/>
                </a:moveTo>
                <a:lnTo>
                  <a:pt x="1790700" y="2276475"/>
                </a:lnTo>
                <a:lnTo>
                  <a:pt x="1790700" y="2295525"/>
                </a:lnTo>
                <a:lnTo>
                  <a:pt x="1771650" y="2295525"/>
                </a:lnTo>
                <a:lnTo>
                  <a:pt x="1771650" y="2286000"/>
                </a:lnTo>
                <a:lnTo>
                  <a:pt x="1781175" y="2286000"/>
                </a:lnTo>
                <a:close/>
                <a:moveTo>
                  <a:pt x="1543050" y="2295525"/>
                </a:moveTo>
                <a:lnTo>
                  <a:pt x="1571625" y="2295525"/>
                </a:lnTo>
                <a:lnTo>
                  <a:pt x="1571625" y="2305050"/>
                </a:lnTo>
                <a:lnTo>
                  <a:pt x="1543050" y="2305050"/>
                </a:lnTo>
                <a:close/>
                <a:moveTo>
                  <a:pt x="733425" y="2305050"/>
                </a:moveTo>
                <a:lnTo>
                  <a:pt x="762000" y="2305050"/>
                </a:lnTo>
                <a:lnTo>
                  <a:pt x="762000" y="2314575"/>
                </a:lnTo>
                <a:lnTo>
                  <a:pt x="733425" y="2314575"/>
                </a:lnTo>
                <a:close/>
                <a:moveTo>
                  <a:pt x="1447800" y="2305050"/>
                </a:moveTo>
                <a:lnTo>
                  <a:pt x="1495425" y="2305050"/>
                </a:lnTo>
                <a:lnTo>
                  <a:pt x="1495425" y="2324100"/>
                </a:lnTo>
                <a:lnTo>
                  <a:pt x="1447800" y="2324100"/>
                </a:lnTo>
                <a:close/>
                <a:moveTo>
                  <a:pt x="1333500" y="2314575"/>
                </a:moveTo>
                <a:lnTo>
                  <a:pt x="1343025" y="2314575"/>
                </a:lnTo>
                <a:lnTo>
                  <a:pt x="1343025" y="2333625"/>
                </a:lnTo>
                <a:lnTo>
                  <a:pt x="1333500" y="2333625"/>
                </a:lnTo>
                <a:close/>
                <a:moveTo>
                  <a:pt x="1724025" y="2314575"/>
                </a:moveTo>
                <a:lnTo>
                  <a:pt x="1733550" y="2314575"/>
                </a:lnTo>
                <a:lnTo>
                  <a:pt x="1733550" y="2324100"/>
                </a:lnTo>
                <a:lnTo>
                  <a:pt x="1724025" y="2324100"/>
                </a:lnTo>
                <a:close/>
                <a:moveTo>
                  <a:pt x="1733550" y="2324100"/>
                </a:moveTo>
                <a:lnTo>
                  <a:pt x="1743075" y="2324100"/>
                </a:lnTo>
                <a:lnTo>
                  <a:pt x="1743075" y="2333625"/>
                </a:lnTo>
                <a:lnTo>
                  <a:pt x="1752600" y="2333625"/>
                </a:lnTo>
                <a:lnTo>
                  <a:pt x="1752600" y="2343150"/>
                </a:lnTo>
                <a:lnTo>
                  <a:pt x="1743075" y="2343150"/>
                </a:lnTo>
                <a:lnTo>
                  <a:pt x="1743075" y="2352675"/>
                </a:lnTo>
                <a:lnTo>
                  <a:pt x="1733550" y="2352675"/>
                </a:lnTo>
                <a:close/>
                <a:moveTo>
                  <a:pt x="476250" y="2333625"/>
                </a:moveTo>
                <a:lnTo>
                  <a:pt x="542925" y="2333625"/>
                </a:lnTo>
                <a:lnTo>
                  <a:pt x="542925" y="2352675"/>
                </a:lnTo>
                <a:lnTo>
                  <a:pt x="552450" y="2352675"/>
                </a:lnTo>
                <a:lnTo>
                  <a:pt x="552450" y="2362200"/>
                </a:lnTo>
                <a:lnTo>
                  <a:pt x="533400" y="2362200"/>
                </a:lnTo>
                <a:lnTo>
                  <a:pt x="533400" y="2343150"/>
                </a:lnTo>
                <a:lnTo>
                  <a:pt x="514350" y="2343150"/>
                </a:lnTo>
                <a:lnTo>
                  <a:pt x="514350" y="2362200"/>
                </a:lnTo>
                <a:lnTo>
                  <a:pt x="504825" y="2362200"/>
                </a:lnTo>
                <a:lnTo>
                  <a:pt x="504825" y="2343150"/>
                </a:lnTo>
                <a:lnTo>
                  <a:pt x="495300" y="2343150"/>
                </a:lnTo>
                <a:lnTo>
                  <a:pt x="495300" y="2362200"/>
                </a:lnTo>
                <a:lnTo>
                  <a:pt x="428625" y="2362200"/>
                </a:lnTo>
                <a:lnTo>
                  <a:pt x="428625" y="2352675"/>
                </a:lnTo>
                <a:lnTo>
                  <a:pt x="419100" y="2352675"/>
                </a:lnTo>
                <a:lnTo>
                  <a:pt x="419100" y="2343150"/>
                </a:lnTo>
                <a:lnTo>
                  <a:pt x="438150" y="2343150"/>
                </a:lnTo>
                <a:lnTo>
                  <a:pt x="438150" y="2352675"/>
                </a:lnTo>
                <a:lnTo>
                  <a:pt x="457200" y="2352675"/>
                </a:lnTo>
                <a:lnTo>
                  <a:pt x="457200" y="2343150"/>
                </a:lnTo>
                <a:lnTo>
                  <a:pt x="476250" y="2343150"/>
                </a:lnTo>
                <a:close/>
                <a:moveTo>
                  <a:pt x="914400" y="2343150"/>
                </a:moveTo>
                <a:lnTo>
                  <a:pt x="923925" y="2343150"/>
                </a:lnTo>
                <a:lnTo>
                  <a:pt x="923925" y="2352675"/>
                </a:lnTo>
                <a:lnTo>
                  <a:pt x="914400" y="2352675"/>
                </a:lnTo>
                <a:close/>
                <a:moveTo>
                  <a:pt x="942975" y="2343150"/>
                </a:moveTo>
                <a:lnTo>
                  <a:pt x="952500" y="2343150"/>
                </a:lnTo>
                <a:lnTo>
                  <a:pt x="952500" y="2352675"/>
                </a:lnTo>
                <a:lnTo>
                  <a:pt x="942975" y="2352675"/>
                </a:lnTo>
                <a:close/>
                <a:moveTo>
                  <a:pt x="971550" y="2343150"/>
                </a:moveTo>
                <a:lnTo>
                  <a:pt x="990600" y="2343150"/>
                </a:lnTo>
                <a:lnTo>
                  <a:pt x="990600" y="2352675"/>
                </a:lnTo>
                <a:lnTo>
                  <a:pt x="971550" y="2352675"/>
                </a:lnTo>
                <a:close/>
                <a:moveTo>
                  <a:pt x="1076325" y="2343150"/>
                </a:moveTo>
                <a:lnTo>
                  <a:pt x="1095375" y="2343150"/>
                </a:lnTo>
                <a:lnTo>
                  <a:pt x="1095375" y="2352675"/>
                </a:lnTo>
                <a:lnTo>
                  <a:pt x="1076325" y="2352675"/>
                </a:lnTo>
                <a:close/>
                <a:moveTo>
                  <a:pt x="1209675" y="2343150"/>
                </a:moveTo>
                <a:lnTo>
                  <a:pt x="1228725" y="2343150"/>
                </a:lnTo>
                <a:lnTo>
                  <a:pt x="1228725" y="2352675"/>
                </a:lnTo>
                <a:lnTo>
                  <a:pt x="1219200" y="2352675"/>
                </a:lnTo>
                <a:lnTo>
                  <a:pt x="1219200" y="2362200"/>
                </a:lnTo>
                <a:lnTo>
                  <a:pt x="1209675" y="2362200"/>
                </a:lnTo>
                <a:lnTo>
                  <a:pt x="1209675" y="2371725"/>
                </a:lnTo>
                <a:lnTo>
                  <a:pt x="1200150" y="2371725"/>
                </a:lnTo>
                <a:lnTo>
                  <a:pt x="1200150" y="2381250"/>
                </a:lnTo>
                <a:lnTo>
                  <a:pt x="1190625" y="2381250"/>
                </a:lnTo>
                <a:lnTo>
                  <a:pt x="1190625" y="2390775"/>
                </a:lnTo>
                <a:lnTo>
                  <a:pt x="1181100" y="2390775"/>
                </a:lnTo>
                <a:lnTo>
                  <a:pt x="1181100" y="2381250"/>
                </a:lnTo>
                <a:lnTo>
                  <a:pt x="1162050" y="2381250"/>
                </a:lnTo>
                <a:lnTo>
                  <a:pt x="1162050" y="2371725"/>
                </a:lnTo>
                <a:lnTo>
                  <a:pt x="1181100" y="2371725"/>
                </a:lnTo>
                <a:lnTo>
                  <a:pt x="1181100" y="2362200"/>
                </a:lnTo>
                <a:lnTo>
                  <a:pt x="1200150" y="2362200"/>
                </a:lnTo>
                <a:lnTo>
                  <a:pt x="1200150" y="2352675"/>
                </a:lnTo>
                <a:lnTo>
                  <a:pt x="1209675" y="2352675"/>
                </a:lnTo>
                <a:close/>
                <a:moveTo>
                  <a:pt x="1752600" y="2343150"/>
                </a:moveTo>
                <a:lnTo>
                  <a:pt x="1762125" y="2343150"/>
                </a:lnTo>
                <a:lnTo>
                  <a:pt x="1762125" y="2362200"/>
                </a:lnTo>
                <a:lnTo>
                  <a:pt x="1752600" y="2362200"/>
                </a:lnTo>
                <a:close/>
                <a:moveTo>
                  <a:pt x="1781175" y="2343150"/>
                </a:moveTo>
                <a:lnTo>
                  <a:pt x="1790700" y="2343150"/>
                </a:lnTo>
                <a:lnTo>
                  <a:pt x="1790700" y="2362200"/>
                </a:lnTo>
                <a:lnTo>
                  <a:pt x="1781175" y="2362200"/>
                </a:lnTo>
                <a:close/>
                <a:moveTo>
                  <a:pt x="809625" y="2352675"/>
                </a:moveTo>
                <a:lnTo>
                  <a:pt x="847725" y="2352675"/>
                </a:lnTo>
                <a:lnTo>
                  <a:pt x="847725" y="2362200"/>
                </a:lnTo>
                <a:lnTo>
                  <a:pt x="828675" y="2362200"/>
                </a:lnTo>
                <a:lnTo>
                  <a:pt x="828675" y="2381250"/>
                </a:lnTo>
                <a:lnTo>
                  <a:pt x="809625" y="2381250"/>
                </a:lnTo>
                <a:close/>
                <a:moveTo>
                  <a:pt x="866775" y="2352675"/>
                </a:moveTo>
                <a:lnTo>
                  <a:pt x="876300" y="2352675"/>
                </a:lnTo>
                <a:lnTo>
                  <a:pt x="876300" y="2371725"/>
                </a:lnTo>
                <a:lnTo>
                  <a:pt x="857250" y="2371725"/>
                </a:lnTo>
                <a:lnTo>
                  <a:pt x="857250" y="2362200"/>
                </a:lnTo>
                <a:lnTo>
                  <a:pt x="866775" y="2362200"/>
                </a:lnTo>
                <a:close/>
                <a:moveTo>
                  <a:pt x="647700" y="2362200"/>
                </a:moveTo>
                <a:lnTo>
                  <a:pt x="666750" y="2362200"/>
                </a:lnTo>
                <a:lnTo>
                  <a:pt x="666750" y="2371725"/>
                </a:lnTo>
                <a:lnTo>
                  <a:pt x="647700" y="2371725"/>
                </a:lnTo>
                <a:close/>
                <a:moveTo>
                  <a:pt x="704850" y="2362200"/>
                </a:moveTo>
                <a:lnTo>
                  <a:pt x="723900" y="2362200"/>
                </a:lnTo>
                <a:lnTo>
                  <a:pt x="723900" y="2371725"/>
                </a:lnTo>
                <a:lnTo>
                  <a:pt x="733425" y="2371725"/>
                </a:lnTo>
                <a:lnTo>
                  <a:pt x="733425" y="2362200"/>
                </a:lnTo>
                <a:lnTo>
                  <a:pt x="752475" y="2362200"/>
                </a:lnTo>
                <a:lnTo>
                  <a:pt x="752475" y="2381250"/>
                </a:lnTo>
                <a:lnTo>
                  <a:pt x="733425" y="2381250"/>
                </a:lnTo>
                <a:lnTo>
                  <a:pt x="733425" y="2390775"/>
                </a:lnTo>
                <a:lnTo>
                  <a:pt x="704850" y="2390775"/>
                </a:lnTo>
                <a:close/>
                <a:moveTo>
                  <a:pt x="981075" y="2362200"/>
                </a:moveTo>
                <a:lnTo>
                  <a:pt x="1009650" y="2362200"/>
                </a:lnTo>
                <a:lnTo>
                  <a:pt x="1009650" y="2371725"/>
                </a:lnTo>
                <a:lnTo>
                  <a:pt x="981075" y="2371725"/>
                </a:lnTo>
                <a:close/>
                <a:moveTo>
                  <a:pt x="1762125" y="2362200"/>
                </a:moveTo>
                <a:lnTo>
                  <a:pt x="1771650" y="2362200"/>
                </a:lnTo>
                <a:lnTo>
                  <a:pt x="1771650" y="2371725"/>
                </a:lnTo>
                <a:lnTo>
                  <a:pt x="1762125" y="2371725"/>
                </a:lnTo>
                <a:close/>
                <a:moveTo>
                  <a:pt x="1790700" y="2362200"/>
                </a:moveTo>
                <a:lnTo>
                  <a:pt x="1800225" y="2362200"/>
                </a:lnTo>
                <a:lnTo>
                  <a:pt x="1800225" y="2381250"/>
                </a:lnTo>
                <a:lnTo>
                  <a:pt x="1809750" y="2381250"/>
                </a:lnTo>
                <a:lnTo>
                  <a:pt x="1809750" y="2390775"/>
                </a:lnTo>
                <a:lnTo>
                  <a:pt x="1800225" y="2390775"/>
                </a:lnTo>
                <a:lnTo>
                  <a:pt x="1800225" y="2400300"/>
                </a:lnTo>
                <a:lnTo>
                  <a:pt x="1781175" y="2400300"/>
                </a:lnTo>
                <a:lnTo>
                  <a:pt x="1781175" y="2381250"/>
                </a:lnTo>
                <a:lnTo>
                  <a:pt x="1790700" y="2381250"/>
                </a:lnTo>
                <a:close/>
                <a:moveTo>
                  <a:pt x="266700" y="2371725"/>
                </a:moveTo>
                <a:lnTo>
                  <a:pt x="285750" y="2371725"/>
                </a:lnTo>
                <a:lnTo>
                  <a:pt x="285750" y="2390775"/>
                </a:lnTo>
                <a:lnTo>
                  <a:pt x="304800" y="2390775"/>
                </a:lnTo>
                <a:lnTo>
                  <a:pt x="304800" y="2400300"/>
                </a:lnTo>
                <a:lnTo>
                  <a:pt x="295275" y="2400300"/>
                </a:lnTo>
                <a:lnTo>
                  <a:pt x="295275" y="2409825"/>
                </a:lnTo>
                <a:lnTo>
                  <a:pt x="304800" y="2409825"/>
                </a:lnTo>
                <a:lnTo>
                  <a:pt x="304800" y="2447925"/>
                </a:lnTo>
                <a:lnTo>
                  <a:pt x="295275" y="2447925"/>
                </a:lnTo>
                <a:lnTo>
                  <a:pt x="295275" y="2438400"/>
                </a:lnTo>
                <a:lnTo>
                  <a:pt x="285750" y="2438400"/>
                </a:lnTo>
                <a:lnTo>
                  <a:pt x="285750" y="2466975"/>
                </a:lnTo>
                <a:lnTo>
                  <a:pt x="276225" y="2466975"/>
                </a:lnTo>
                <a:lnTo>
                  <a:pt x="276225" y="2419350"/>
                </a:lnTo>
                <a:lnTo>
                  <a:pt x="285750" y="2419350"/>
                </a:lnTo>
                <a:lnTo>
                  <a:pt x="285750" y="2400300"/>
                </a:lnTo>
                <a:lnTo>
                  <a:pt x="257175" y="2400300"/>
                </a:lnTo>
                <a:lnTo>
                  <a:pt x="257175" y="2390775"/>
                </a:lnTo>
                <a:lnTo>
                  <a:pt x="266700" y="2390775"/>
                </a:lnTo>
                <a:close/>
                <a:moveTo>
                  <a:pt x="533400" y="2371725"/>
                </a:moveTo>
                <a:lnTo>
                  <a:pt x="552450" y="2371725"/>
                </a:lnTo>
                <a:lnTo>
                  <a:pt x="552450" y="2381250"/>
                </a:lnTo>
                <a:lnTo>
                  <a:pt x="533400" y="2381250"/>
                </a:lnTo>
                <a:close/>
                <a:moveTo>
                  <a:pt x="619125" y="2371725"/>
                </a:moveTo>
                <a:lnTo>
                  <a:pt x="638175" y="2371725"/>
                </a:lnTo>
                <a:lnTo>
                  <a:pt x="638175" y="2390775"/>
                </a:lnTo>
                <a:lnTo>
                  <a:pt x="619125" y="2390775"/>
                </a:lnTo>
                <a:lnTo>
                  <a:pt x="619125" y="2400300"/>
                </a:lnTo>
                <a:lnTo>
                  <a:pt x="590550" y="2400300"/>
                </a:lnTo>
                <a:lnTo>
                  <a:pt x="590550" y="2381250"/>
                </a:lnTo>
                <a:lnTo>
                  <a:pt x="619125" y="2381250"/>
                </a:lnTo>
                <a:close/>
                <a:moveTo>
                  <a:pt x="847725" y="2371725"/>
                </a:moveTo>
                <a:lnTo>
                  <a:pt x="857250" y="2371725"/>
                </a:lnTo>
                <a:lnTo>
                  <a:pt x="857250" y="2381250"/>
                </a:lnTo>
                <a:lnTo>
                  <a:pt x="847725" y="2381250"/>
                </a:lnTo>
                <a:close/>
                <a:moveTo>
                  <a:pt x="904875" y="2371725"/>
                </a:moveTo>
                <a:lnTo>
                  <a:pt x="914400" y="2371725"/>
                </a:lnTo>
                <a:lnTo>
                  <a:pt x="914400" y="2381250"/>
                </a:lnTo>
                <a:lnTo>
                  <a:pt x="904875" y="2381250"/>
                </a:lnTo>
                <a:close/>
                <a:moveTo>
                  <a:pt x="485775" y="2381250"/>
                </a:moveTo>
                <a:lnTo>
                  <a:pt x="514350" y="2381250"/>
                </a:lnTo>
                <a:lnTo>
                  <a:pt x="514350" y="2400300"/>
                </a:lnTo>
                <a:lnTo>
                  <a:pt x="485775" y="2400300"/>
                </a:lnTo>
                <a:lnTo>
                  <a:pt x="485775" y="2409825"/>
                </a:lnTo>
                <a:lnTo>
                  <a:pt x="476250" y="2409825"/>
                </a:lnTo>
                <a:lnTo>
                  <a:pt x="476250" y="2419350"/>
                </a:lnTo>
                <a:lnTo>
                  <a:pt x="466725" y="2419350"/>
                </a:lnTo>
                <a:lnTo>
                  <a:pt x="466725" y="2409825"/>
                </a:lnTo>
                <a:lnTo>
                  <a:pt x="457200" y="2409825"/>
                </a:lnTo>
                <a:lnTo>
                  <a:pt x="457200" y="2390775"/>
                </a:lnTo>
                <a:lnTo>
                  <a:pt x="485775" y="2390775"/>
                </a:lnTo>
                <a:close/>
                <a:moveTo>
                  <a:pt x="390525" y="2390775"/>
                </a:moveTo>
                <a:lnTo>
                  <a:pt x="419100" y="2390775"/>
                </a:lnTo>
                <a:lnTo>
                  <a:pt x="419100" y="2409825"/>
                </a:lnTo>
                <a:lnTo>
                  <a:pt x="400050" y="2409825"/>
                </a:lnTo>
                <a:lnTo>
                  <a:pt x="400050" y="2419350"/>
                </a:lnTo>
                <a:lnTo>
                  <a:pt x="371475" y="2419350"/>
                </a:lnTo>
                <a:lnTo>
                  <a:pt x="371475" y="2428875"/>
                </a:lnTo>
                <a:lnTo>
                  <a:pt x="352425" y="2428875"/>
                </a:lnTo>
                <a:lnTo>
                  <a:pt x="352425" y="2438400"/>
                </a:lnTo>
                <a:lnTo>
                  <a:pt x="342900" y="2438400"/>
                </a:lnTo>
                <a:lnTo>
                  <a:pt x="342900" y="2486025"/>
                </a:lnTo>
                <a:lnTo>
                  <a:pt x="323850" y="2486025"/>
                </a:lnTo>
                <a:lnTo>
                  <a:pt x="323850" y="2476500"/>
                </a:lnTo>
                <a:lnTo>
                  <a:pt x="314325" y="2476500"/>
                </a:lnTo>
                <a:lnTo>
                  <a:pt x="314325" y="2457450"/>
                </a:lnTo>
                <a:lnTo>
                  <a:pt x="323850" y="2457450"/>
                </a:lnTo>
                <a:lnTo>
                  <a:pt x="323850" y="2419350"/>
                </a:lnTo>
                <a:lnTo>
                  <a:pt x="352425" y="2419350"/>
                </a:lnTo>
                <a:lnTo>
                  <a:pt x="352425" y="2409825"/>
                </a:lnTo>
                <a:lnTo>
                  <a:pt x="381000" y="2409825"/>
                </a:lnTo>
                <a:lnTo>
                  <a:pt x="381000" y="2400300"/>
                </a:lnTo>
                <a:lnTo>
                  <a:pt x="390525" y="2400300"/>
                </a:lnTo>
                <a:close/>
                <a:moveTo>
                  <a:pt x="1809750" y="2390775"/>
                </a:moveTo>
                <a:lnTo>
                  <a:pt x="1819275" y="2390775"/>
                </a:lnTo>
                <a:lnTo>
                  <a:pt x="1819275" y="2400300"/>
                </a:lnTo>
                <a:lnTo>
                  <a:pt x="1809750" y="2400300"/>
                </a:lnTo>
                <a:close/>
                <a:moveTo>
                  <a:pt x="428625" y="2409825"/>
                </a:moveTo>
                <a:lnTo>
                  <a:pt x="457200" y="2409825"/>
                </a:lnTo>
                <a:lnTo>
                  <a:pt x="457200" y="2419350"/>
                </a:lnTo>
                <a:lnTo>
                  <a:pt x="428625" y="2419350"/>
                </a:lnTo>
                <a:close/>
                <a:moveTo>
                  <a:pt x="1181100" y="2419350"/>
                </a:moveTo>
                <a:lnTo>
                  <a:pt x="1190625" y="2419350"/>
                </a:lnTo>
                <a:lnTo>
                  <a:pt x="1190625" y="2447925"/>
                </a:lnTo>
                <a:lnTo>
                  <a:pt x="1181100" y="2447925"/>
                </a:lnTo>
                <a:close/>
                <a:moveTo>
                  <a:pt x="828675" y="2428875"/>
                </a:moveTo>
                <a:lnTo>
                  <a:pt x="847725" y="2428875"/>
                </a:lnTo>
                <a:lnTo>
                  <a:pt x="847725" y="2438400"/>
                </a:lnTo>
                <a:lnTo>
                  <a:pt x="857250" y="2438400"/>
                </a:lnTo>
                <a:lnTo>
                  <a:pt x="857250" y="2457450"/>
                </a:lnTo>
                <a:lnTo>
                  <a:pt x="847725" y="2457450"/>
                </a:lnTo>
                <a:lnTo>
                  <a:pt x="847725" y="2447925"/>
                </a:lnTo>
                <a:lnTo>
                  <a:pt x="828675" y="2447925"/>
                </a:lnTo>
                <a:close/>
                <a:moveTo>
                  <a:pt x="914400" y="2428875"/>
                </a:moveTo>
                <a:lnTo>
                  <a:pt x="933450" y="2428875"/>
                </a:lnTo>
                <a:lnTo>
                  <a:pt x="933450" y="2438400"/>
                </a:lnTo>
                <a:lnTo>
                  <a:pt x="942975" y="2438400"/>
                </a:lnTo>
                <a:lnTo>
                  <a:pt x="942975" y="2447925"/>
                </a:lnTo>
                <a:lnTo>
                  <a:pt x="962025" y="2447925"/>
                </a:lnTo>
                <a:lnTo>
                  <a:pt x="962025" y="2438400"/>
                </a:lnTo>
                <a:lnTo>
                  <a:pt x="971550" y="2438400"/>
                </a:lnTo>
                <a:lnTo>
                  <a:pt x="971550" y="2447925"/>
                </a:lnTo>
                <a:lnTo>
                  <a:pt x="981075" y="2447925"/>
                </a:lnTo>
                <a:lnTo>
                  <a:pt x="981075" y="2457450"/>
                </a:lnTo>
                <a:lnTo>
                  <a:pt x="1009650" y="2457450"/>
                </a:lnTo>
                <a:lnTo>
                  <a:pt x="1009650" y="2466975"/>
                </a:lnTo>
                <a:lnTo>
                  <a:pt x="990600" y="2466975"/>
                </a:lnTo>
                <a:lnTo>
                  <a:pt x="990600" y="2476500"/>
                </a:lnTo>
                <a:lnTo>
                  <a:pt x="971550" y="2476500"/>
                </a:lnTo>
                <a:lnTo>
                  <a:pt x="971550" y="2457450"/>
                </a:lnTo>
                <a:lnTo>
                  <a:pt x="933450" y="2457450"/>
                </a:lnTo>
                <a:lnTo>
                  <a:pt x="933450" y="2466975"/>
                </a:lnTo>
                <a:lnTo>
                  <a:pt x="914400" y="2466975"/>
                </a:lnTo>
                <a:lnTo>
                  <a:pt x="914400" y="2457450"/>
                </a:lnTo>
                <a:lnTo>
                  <a:pt x="923925" y="2457450"/>
                </a:lnTo>
                <a:lnTo>
                  <a:pt x="923925" y="2438400"/>
                </a:lnTo>
                <a:lnTo>
                  <a:pt x="914400" y="2438400"/>
                </a:lnTo>
                <a:close/>
                <a:moveTo>
                  <a:pt x="1790700" y="2428875"/>
                </a:moveTo>
                <a:lnTo>
                  <a:pt x="1800225" y="2428875"/>
                </a:lnTo>
                <a:lnTo>
                  <a:pt x="1800225" y="2438400"/>
                </a:lnTo>
                <a:lnTo>
                  <a:pt x="1790700" y="2438400"/>
                </a:lnTo>
                <a:close/>
                <a:moveTo>
                  <a:pt x="1762125" y="2438400"/>
                </a:moveTo>
                <a:lnTo>
                  <a:pt x="1771650" y="2438400"/>
                </a:lnTo>
                <a:lnTo>
                  <a:pt x="1771650" y="2505075"/>
                </a:lnTo>
                <a:lnTo>
                  <a:pt x="1752600" y="2505075"/>
                </a:lnTo>
                <a:lnTo>
                  <a:pt x="1752600" y="2495550"/>
                </a:lnTo>
                <a:lnTo>
                  <a:pt x="1762125" y="2495550"/>
                </a:lnTo>
                <a:close/>
                <a:moveTo>
                  <a:pt x="876300" y="2476500"/>
                </a:moveTo>
                <a:lnTo>
                  <a:pt x="885825" y="2476500"/>
                </a:lnTo>
                <a:lnTo>
                  <a:pt x="885825" y="2486025"/>
                </a:lnTo>
                <a:lnTo>
                  <a:pt x="876300" y="2486025"/>
                </a:lnTo>
                <a:close/>
                <a:moveTo>
                  <a:pt x="962025" y="2476500"/>
                </a:moveTo>
                <a:lnTo>
                  <a:pt x="971550" y="2476500"/>
                </a:lnTo>
                <a:lnTo>
                  <a:pt x="971550" y="2486025"/>
                </a:lnTo>
                <a:lnTo>
                  <a:pt x="962025" y="2486025"/>
                </a:lnTo>
                <a:close/>
                <a:moveTo>
                  <a:pt x="1181100" y="2476500"/>
                </a:moveTo>
                <a:lnTo>
                  <a:pt x="1190625" y="2476500"/>
                </a:lnTo>
                <a:lnTo>
                  <a:pt x="1190625" y="2486025"/>
                </a:lnTo>
                <a:lnTo>
                  <a:pt x="1209675" y="2486025"/>
                </a:lnTo>
                <a:lnTo>
                  <a:pt x="1209675" y="2495550"/>
                </a:lnTo>
                <a:lnTo>
                  <a:pt x="1190625" y="2495550"/>
                </a:lnTo>
                <a:lnTo>
                  <a:pt x="1190625" y="2505075"/>
                </a:lnTo>
                <a:lnTo>
                  <a:pt x="1181100" y="2505075"/>
                </a:lnTo>
                <a:close/>
                <a:moveTo>
                  <a:pt x="1800225" y="2476500"/>
                </a:moveTo>
                <a:lnTo>
                  <a:pt x="1809750" y="2476500"/>
                </a:lnTo>
                <a:lnTo>
                  <a:pt x="1809750" y="2505075"/>
                </a:lnTo>
                <a:lnTo>
                  <a:pt x="1800225" y="2505075"/>
                </a:lnTo>
                <a:close/>
                <a:moveTo>
                  <a:pt x="866775" y="2486025"/>
                </a:moveTo>
                <a:lnTo>
                  <a:pt x="876300" y="2486025"/>
                </a:lnTo>
                <a:lnTo>
                  <a:pt x="876300" y="2505075"/>
                </a:lnTo>
                <a:lnTo>
                  <a:pt x="866775" y="2505075"/>
                </a:lnTo>
                <a:lnTo>
                  <a:pt x="866775" y="2514600"/>
                </a:lnTo>
                <a:lnTo>
                  <a:pt x="847725" y="2514600"/>
                </a:lnTo>
                <a:lnTo>
                  <a:pt x="847725" y="2505075"/>
                </a:lnTo>
                <a:lnTo>
                  <a:pt x="857250" y="2505075"/>
                </a:lnTo>
                <a:lnTo>
                  <a:pt x="857250" y="2495550"/>
                </a:lnTo>
                <a:lnTo>
                  <a:pt x="866775" y="2495550"/>
                </a:lnTo>
                <a:close/>
                <a:moveTo>
                  <a:pt x="942975" y="2486025"/>
                </a:moveTo>
                <a:lnTo>
                  <a:pt x="962025" y="2486025"/>
                </a:lnTo>
                <a:lnTo>
                  <a:pt x="962025" y="2495550"/>
                </a:lnTo>
                <a:lnTo>
                  <a:pt x="971550" y="2495550"/>
                </a:lnTo>
                <a:lnTo>
                  <a:pt x="971550" y="2505075"/>
                </a:lnTo>
                <a:lnTo>
                  <a:pt x="990600" y="2505075"/>
                </a:lnTo>
                <a:lnTo>
                  <a:pt x="990600" y="2495550"/>
                </a:lnTo>
                <a:lnTo>
                  <a:pt x="1009650" y="2495550"/>
                </a:lnTo>
                <a:lnTo>
                  <a:pt x="1009650" y="2505075"/>
                </a:lnTo>
                <a:lnTo>
                  <a:pt x="1019175" y="2505075"/>
                </a:lnTo>
                <a:lnTo>
                  <a:pt x="1019175" y="2514600"/>
                </a:lnTo>
                <a:lnTo>
                  <a:pt x="1028700" y="2514600"/>
                </a:lnTo>
                <a:lnTo>
                  <a:pt x="1028700" y="2524125"/>
                </a:lnTo>
                <a:lnTo>
                  <a:pt x="1019175" y="2524125"/>
                </a:lnTo>
                <a:lnTo>
                  <a:pt x="1019175" y="2533650"/>
                </a:lnTo>
                <a:lnTo>
                  <a:pt x="1028700" y="2533650"/>
                </a:lnTo>
                <a:lnTo>
                  <a:pt x="1028700" y="2543175"/>
                </a:lnTo>
                <a:lnTo>
                  <a:pt x="1047750" y="2543175"/>
                </a:lnTo>
                <a:lnTo>
                  <a:pt x="1047750" y="2524125"/>
                </a:lnTo>
                <a:lnTo>
                  <a:pt x="1057275" y="2524125"/>
                </a:lnTo>
                <a:lnTo>
                  <a:pt x="1057275" y="2552700"/>
                </a:lnTo>
                <a:lnTo>
                  <a:pt x="1047750" y="2552700"/>
                </a:lnTo>
                <a:lnTo>
                  <a:pt x="1047750" y="2562225"/>
                </a:lnTo>
                <a:lnTo>
                  <a:pt x="1028700" y="2562225"/>
                </a:lnTo>
                <a:lnTo>
                  <a:pt x="1028700" y="2571750"/>
                </a:lnTo>
                <a:lnTo>
                  <a:pt x="1000125" y="2571750"/>
                </a:lnTo>
                <a:lnTo>
                  <a:pt x="1000125" y="2581275"/>
                </a:lnTo>
                <a:lnTo>
                  <a:pt x="990600" y="2581275"/>
                </a:lnTo>
                <a:lnTo>
                  <a:pt x="990600" y="2609850"/>
                </a:lnTo>
                <a:lnTo>
                  <a:pt x="981075" y="2609850"/>
                </a:lnTo>
                <a:lnTo>
                  <a:pt x="981075" y="2581275"/>
                </a:lnTo>
                <a:lnTo>
                  <a:pt x="942975" y="2581275"/>
                </a:lnTo>
                <a:lnTo>
                  <a:pt x="942975" y="2571750"/>
                </a:lnTo>
                <a:lnTo>
                  <a:pt x="962025" y="2571750"/>
                </a:lnTo>
                <a:lnTo>
                  <a:pt x="962025" y="2562225"/>
                </a:lnTo>
                <a:lnTo>
                  <a:pt x="942975" y="2562225"/>
                </a:lnTo>
                <a:lnTo>
                  <a:pt x="942975" y="2543175"/>
                </a:lnTo>
                <a:lnTo>
                  <a:pt x="933450" y="2543175"/>
                </a:lnTo>
                <a:lnTo>
                  <a:pt x="933450" y="2495550"/>
                </a:lnTo>
                <a:lnTo>
                  <a:pt x="942975" y="2495550"/>
                </a:lnTo>
                <a:close/>
                <a:moveTo>
                  <a:pt x="323850" y="2505075"/>
                </a:moveTo>
                <a:lnTo>
                  <a:pt x="342900" y="2505075"/>
                </a:lnTo>
                <a:lnTo>
                  <a:pt x="342900" y="2543175"/>
                </a:lnTo>
                <a:lnTo>
                  <a:pt x="352425" y="2543175"/>
                </a:lnTo>
                <a:lnTo>
                  <a:pt x="352425" y="2571750"/>
                </a:lnTo>
                <a:lnTo>
                  <a:pt x="342900" y="2571750"/>
                </a:lnTo>
                <a:lnTo>
                  <a:pt x="342900" y="2581275"/>
                </a:lnTo>
                <a:lnTo>
                  <a:pt x="323850" y="2581275"/>
                </a:lnTo>
                <a:lnTo>
                  <a:pt x="323850" y="2562225"/>
                </a:lnTo>
                <a:lnTo>
                  <a:pt x="333375" y="2562225"/>
                </a:lnTo>
                <a:lnTo>
                  <a:pt x="333375" y="2543175"/>
                </a:lnTo>
                <a:lnTo>
                  <a:pt x="323850" y="2543175"/>
                </a:lnTo>
                <a:close/>
                <a:moveTo>
                  <a:pt x="752475" y="2505075"/>
                </a:moveTo>
                <a:lnTo>
                  <a:pt x="762000" y="2505075"/>
                </a:lnTo>
                <a:lnTo>
                  <a:pt x="762000" y="2514600"/>
                </a:lnTo>
                <a:lnTo>
                  <a:pt x="752475" y="2514600"/>
                </a:lnTo>
                <a:close/>
                <a:moveTo>
                  <a:pt x="1095375" y="2505075"/>
                </a:moveTo>
                <a:lnTo>
                  <a:pt x="1104900" y="2505075"/>
                </a:lnTo>
                <a:lnTo>
                  <a:pt x="1104900" y="2514600"/>
                </a:lnTo>
                <a:lnTo>
                  <a:pt x="1095375" y="2514600"/>
                </a:lnTo>
                <a:close/>
                <a:moveTo>
                  <a:pt x="838200" y="2514600"/>
                </a:moveTo>
                <a:lnTo>
                  <a:pt x="847725" y="2514600"/>
                </a:lnTo>
                <a:lnTo>
                  <a:pt x="847725" y="2533650"/>
                </a:lnTo>
                <a:lnTo>
                  <a:pt x="857250" y="2533650"/>
                </a:lnTo>
                <a:lnTo>
                  <a:pt x="857250" y="2543175"/>
                </a:lnTo>
                <a:lnTo>
                  <a:pt x="866775" y="2543175"/>
                </a:lnTo>
                <a:lnTo>
                  <a:pt x="866775" y="2562225"/>
                </a:lnTo>
                <a:lnTo>
                  <a:pt x="857250" y="2562225"/>
                </a:lnTo>
                <a:lnTo>
                  <a:pt x="857250" y="2552700"/>
                </a:lnTo>
                <a:lnTo>
                  <a:pt x="847725" y="2552700"/>
                </a:lnTo>
                <a:lnTo>
                  <a:pt x="847725" y="2543175"/>
                </a:lnTo>
                <a:lnTo>
                  <a:pt x="838200" y="2543175"/>
                </a:lnTo>
                <a:close/>
                <a:moveTo>
                  <a:pt x="1190625" y="2514600"/>
                </a:moveTo>
                <a:lnTo>
                  <a:pt x="1209675" y="2514600"/>
                </a:lnTo>
                <a:lnTo>
                  <a:pt x="1209675" y="2524125"/>
                </a:lnTo>
                <a:lnTo>
                  <a:pt x="1200150" y="2524125"/>
                </a:lnTo>
                <a:lnTo>
                  <a:pt x="1200150" y="2533650"/>
                </a:lnTo>
                <a:lnTo>
                  <a:pt x="1190625" y="2533650"/>
                </a:lnTo>
                <a:close/>
                <a:moveTo>
                  <a:pt x="685800" y="2524125"/>
                </a:moveTo>
                <a:lnTo>
                  <a:pt x="695325" y="2524125"/>
                </a:lnTo>
                <a:lnTo>
                  <a:pt x="695325" y="2543175"/>
                </a:lnTo>
                <a:lnTo>
                  <a:pt x="685800" y="2543175"/>
                </a:lnTo>
                <a:close/>
                <a:moveTo>
                  <a:pt x="371475" y="2533650"/>
                </a:moveTo>
                <a:lnTo>
                  <a:pt x="381000" y="2533650"/>
                </a:lnTo>
                <a:lnTo>
                  <a:pt x="381000" y="2543175"/>
                </a:lnTo>
                <a:lnTo>
                  <a:pt x="371475" y="2543175"/>
                </a:lnTo>
                <a:close/>
                <a:moveTo>
                  <a:pt x="942975" y="2533650"/>
                </a:moveTo>
                <a:lnTo>
                  <a:pt x="952500" y="2533650"/>
                </a:lnTo>
                <a:lnTo>
                  <a:pt x="952500" y="2543175"/>
                </a:lnTo>
                <a:lnTo>
                  <a:pt x="962025" y="2543175"/>
                </a:lnTo>
                <a:lnTo>
                  <a:pt x="962025" y="2505075"/>
                </a:lnTo>
                <a:lnTo>
                  <a:pt x="942975" y="2505075"/>
                </a:lnTo>
                <a:close/>
                <a:moveTo>
                  <a:pt x="1819275" y="2543175"/>
                </a:moveTo>
                <a:lnTo>
                  <a:pt x="1828800" y="2543175"/>
                </a:lnTo>
                <a:lnTo>
                  <a:pt x="1828800" y="2571750"/>
                </a:lnTo>
                <a:lnTo>
                  <a:pt x="1819275" y="2571750"/>
                </a:lnTo>
                <a:close/>
                <a:moveTo>
                  <a:pt x="990600" y="2552700"/>
                </a:moveTo>
                <a:lnTo>
                  <a:pt x="1009650" y="2552700"/>
                </a:lnTo>
                <a:lnTo>
                  <a:pt x="1009650" y="2543175"/>
                </a:lnTo>
                <a:lnTo>
                  <a:pt x="990600" y="2543175"/>
                </a:lnTo>
                <a:close/>
                <a:moveTo>
                  <a:pt x="676275" y="2562225"/>
                </a:moveTo>
                <a:lnTo>
                  <a:pt x="685800" y="2562225"/>
                </a:lnTo>
                <a:lnTo>
                  <a:pt x="685800" y="2571750"/>
                </a:lnTo>
                <a:lnTo>
                  <a:pt x="695325" y="2571750"/>
                </a:lnTo>
                <a:lnTo>
                  <a:pt x="695325" y="2600325"/>
                </a:lnTo>
                <a:lnTo>
                  <a:pt x="704850" y="2600325"/>
                </a:lnTo>
                <a:lnTo>
                  <a:pt x="704850" y="2619375"/>
                </a:lnTo>
                <a:lnTo>
                  <a:pt x="695325" y="2619375"/>
                </a:lnTo>
                <a:lnTo>
                  <a:pt x="695325" y="2647950"/>
                </a:lnTo>
                <a:lnTo>
                  <a:pt x="704850" y="2647950"/>
                </a:lnTo>
                <a:lnTo>
                  <a:pt x="704850" y="2657475"/>
                </a:lnTo>
                <a:lnTo>
                  <a:pt x="714375" y="2657475"/>
                </a:lnTo>
                <a:lnTo>
                  <a:pt x="714375" y="2667000"/>
                </a:lnTo>
                <a:lnTo>
                  <a:pt x="704850" y="2667000"/>
                </a:lnTo>
                <a:lnTo>
                  <a:pt x="704850" y="2676525"/>
                </a:lnTo>
                <a:lnTo>
                  <a:pt x="695325" y="2676525"/>
                </a:lnTo>
                <a:lnTo>
                  <a:pt x="695325" y="2686050"/>
                </a:lnTo>
                <a:lnTo>
                  <a:pt x="685800" y="2686050"/>
                </a:lnTo>
                <a:lnTo>
                  <a:pt x="685800" y="2590800"/>
                </a:lnTo>
                <a:lnTo>
                  <a:pt x="676275" y="2590800"/>
                </a:lnTo>
                <a:lnTo>
                  <a:pt x="676275" y="2581275"/>
                </a:lnTo>
                <a:lnTo>
                  <a:pt x="666750" y="2581275"/>
                </a:lnTo>
                <a:lnTo>
                  <a:pt x="666750" y="2571750"/>
                </a:lnTo>
                <a:lnTo>
                  <a:pt x="676275" y="2571750"/>
                </a:lnTo>
                <a:close/>
                <a:moveTo>
                  <a:pt x="762000" y="2562225"/>
                </a:moveTo>
                <a:lnTo>
                  <a:pt x="771525" y="2562225"/>
                </a:lnTo>
                <a:lnTo>
                  <a:pt x="771525" y="2609850"/>
                </a:lnTo>
                <a:lnTo>
                  <a:pt x="762000" y="2609850"/>
                </a:lnTo>
                <a:lnTo>
                  <a:pt x="762000" y="2600325"/>
                </a:lnTo>
                <a:lnTo>
                  <a:pt x="752475" y="2600325"/>
                </a:lnTo>
                <a:lnTo>
                  <a:pt x="752475" y="2581275"/>
                </a:lnTo>
                <a:lnTo>
                  <a:pt x="762000" y="2581275"/>
                </a:lnTo>
                <a:close/>
                <a:moveTo>
                  <a:pt x="866775" y="2562225"/>
                </a:moveTo>
                <a:lnTo>
                  <a:pt x="876300" y="2562225"/>
                </a:lnTo>
                <a:lnTo>
                  <a:pt x="876300" y="2590800"/>
                </a:lnTo>
                <a:lnTo>
                  <a:pt x="866775" y="2590800"/>
                </a:lnTo>
                <a:close/>
                <a:moveTo>
                  <a:pt x="523875" y="2571750"/>
                </a:moveTo>
                <a:lnTo>
                  <a:pt x="542925" y="2571750"/>
                </a:lnTo>
                <a:lnTo>
                  <a:pt x="542925" y="2581275"/>
                </a:lnTo>
                <a:lnTo>
                  <a:pt x="523875" y="2581275"/>
                </a:lnTo>
                <a:close/>
                <a:moveTo>
                  <a:pt x="485775" y="2581275"/>
                </a:moveTo>
                <a:lnTo>
                  <a:pt x="495300" y="2581275"/>
                </a:lnTo>
                <a:lnTo>
                  <a:pt x="495300" y="2590800"/>
                </a:lnTo>
                <a:lnTo>
                  <a:pt x="504825" y="2590800"/>
                </a:lnTo>
                <a:lnTo>
                  <a:pt x="504825" y="2581275"/>
                </a:lnTo>
                <a:lnTo>
                  <a:pt x="514350" y="2581275"/>
                </a:lnTo>
                <a:lnTo>
                  <a:pt x="514350" y="2590800"/>
                </a:lnTo>
                <a:lnTo>
                  <a:pt x="504825" y="2590800"/>
                </a:lnTo>
                <a:lnTo>
                  <a:pt x="504825" y="2609850"/>
                </a:lnTo>
                <a:lnTo>
                  <a:pt x="485775" y="2609850"/>
                </a:lnTo>
                <a:lnTo>
                  <a:pt x="485775" y="2600325"/>
                </a:lnTo>
                <a:lnTo>
                  <a:pt x="476250" y="2600325"/>
                </a:lnTo>
                <a:lnTo>
                  <a:pt x="476250" y="2590800"/>
                </a:lnTo>
                <a:lnTo>
                  <a:pt x="485775" y="2590800"/>
                </a:lnTo>
                <a:close/>
                <a:moveTo>
                  <a:pt x="552450" y="2581275"/>
                </a:moveTo>
                <a:lnTo>
                  <a:pt x="561975" y="2581275"/>
                </a:lnTo>
                <a:lnTo>
                  <a:pt x="561975" y="2590800"/>
                </a:lnTo>
                <a:lnTo>
                  <a:pt x="552450" y="2590800"/>
                </a:lnTo>
                <a:close/>
                <a:moveTo>
                  <a:pt x="1114425" y="2581275"/>
                </a:moveTo>
                <a:lnTo>
                  <a:pt x="1123950" y="2581275"/>
                </a:lnTo>
                <a:lnTo>
                  <a:pt x="1123950" y="2609850"/>
                </a:lnTo>
                <a:lnTo>
                  <a:pt x="1114425" y="2609850"/>
                </a:lnTo>
                <a:close/>
                <a:moveTo>
                  <a:pt x="1628775" y="2581275"/>
                </a:moveTo>
                <a:lnTo>
                  <a:pt x="1638300" y="2581275"/>
                </a:lnTo>
                <a:lnTo>
                  <a:pt x="1638300" y="2590800"/>
                </a:lnTo>
                <a:lnTo>
                  <a:pt x="1628775" y="2590800"/>
                </a:lnTo>
                <a:close/>
                <a:moveTo>
                  <a:pt x="1809750" y="2581275"/>
                </a:moveTo>
                <a:lnTo>
                  <a:pt x="1819275" y="2581275"/>
                </a:lnTo>
                <a:lnTo>
                  <a:pt x="1819275" y="2619375"/>
                </a:lnTo>
                <a:lnTo>
                  <a:pt x="1809750" y="2619375"/>
                </a:lnTo>
                <a:close/>
                <a:moveTo>
                  <a:pt x="333375" y="2590800"/>
                </a:moveTo>
                <a:lnTo>
                  <a:pt x="342900" y="2590800"/>
                </a:lnTo>
                <a:lnTo>
                  <a:pt x="342900" y="2600325"/>
                </a:lnTo>
                <a:lnTo>
                  <a:pt x="352425" y="2600325"/>
                </a:lnTo>
                <a:lnTo>
                  <a:pt x="352425" y="2638425"/>
                </a:lnTo>
                <a:lnTo>
                  <a:pt x="342900" y="2638425"/>
                </a:lnTo>
                <a:lnTo>
                  <a:pt x="342900" y="2647950"/>
                </a:lnTo>
                <a:lnTo>
                  <a:pt x="352425" y="2647950"/>
                </a:lnTo>
                <a:lnTo>
                  <a:pt x="352425" y="2657475"/>
                </a:lnTo>
                <a:lnTo>
                  <a:pt x="333375" y="2657475"/>
                </a:lnTo>
                <a:lnTo>
                  <a:pt x="333375" y="2676525"/>
                </a:lnTo>
                <a:lnTo>
                  <a:pt x="323850" y="2676525"/>
                </a:lnTo>
                <a:lnTo>
                  <a:pt x="323850" y="2667000"/>
                </a:lnTo>
                <a:lnTo>
                  <a:pt x="314325" y="2667000"/>
                </a:lnTo>
                <a:lnTo>
                  <a:pt x="314325" y="2647950"/>
                </a:lnTo>
                <a:lnTo>
                  <a:pt x="323850" y="2647950"/>
                </a:lnTo>
                <a:lnTo>
                  <a:pt x="323850" y="2628900"/>
                </a:lnTo>
                <a:lnTo>
                  <a:pt x="304800" y="2628900"/>
                </a:lnTo>
                <a:lnTo>
                  <a:pt x="304800" y="2609850"/>
                </a:lnTo>
                <a:lnTo>
                  <a:pt x="323850" y="2609850"/>
                </a:lnTo>
                <a:lnTo>
                  <a:pt x="323850" y="2600325"/>
                </a:lnTo>
                <a:lnTo>
                  <a:pt x="333375" y="2600325"/>
                </a:lnTo>
                <a:close/>
                <a:moveTo>
                  <a:pt x="714375" y="2590800"/>
                </a:moveTo>
                <a:lnTo>
                  <a:pt x="723900" y="2590800"/>
                </a:lnTo>
                <a:lnTo>
                  <a:pt x="723900" y="2600325"/>
                </a:lnTo>
                <a:lnTo>
                  <a:pt x="714375" y="2600325"/>
                </a:lnTo>
                <a:close/>
                <a:moveTo>
                  <a:pt x="857250" y="2590800"/>
                </a:moveTo>
                <a:lnTo>
                  <a:pt x="866775" y="2590800"/>
                </a:lnTo>
                <a:lnTo>
                  <a:pt x="866775" y="2600325"/>
                </a:lnTo>
                <a:lnTo>
                  <a:pt x="857250" y="2600325"/>
                </a:lnTo>
                <a:close/>
                <a:moveTo>
                  <a:pt x="1190625" y="2590800"/>
                </a:moveTo>
                <a:lnTo>
                  <a:pt x="1200150" y="2590800"/>
                </a:lnTo>
                <a:lnTo>
                  <a:pt x="1200150" y="2600325"/>
                </a:lnTo>
                <a:lnTo>
                  <a:pt x="1209675" y="2600325"/>
                </a:lnTo>
                <a:lnTo>
                  <a:pt x="1209675" y="2609850"/>
                </a:lnTo>
                <a:lnTo>
                  <a:pt x="1219200" y="2609850"/>
                </a:lnTo>
                <a:lnTo>
                  <a:pt x="1219200" y="2628900"/>
                </a:lnTo>
                <a:lnTo>
                  <a:pt x="1200150" y="2628900"/>
                </a:lnTo>
                <a:lnTo>
                  <a:pt x="1200150" y="2657475"/>
                </a:lnTo>
                <a:lnTo>
                  <a:pt x="1219200" y="2657475"/>
                </a:lnTo>
                <a:lnTo>
                  <a:pt x="1219200" y="2676525"/>
                </a:lnTo>
                <a:lnTo>
                  <a:pt x="1228725" y="2676525"/>
                </a:lnTo>
                <a:lnTo>
                  <a:pt x="1228725" y="2686050"/>
                </a:lnTo>
                <a:lnTo>
                  <a:pt x="1219200" y="2686050"/>
                </a:lnTo>
                <a:lnTo>
                  <a:pt x="1219200" y="2705100"/>
                </a:lnTo>
                <a:lnTo>
                  <a:pt x="1238250" y="2705100"/>
                </a:lnTo>
                <a:lnTo>
                  <a:pt x="1238250" y="2733675"/>
                </a:lnTo>
                <a:lnTo>
                  <a:pt x="1228725" y="2733675"/>
                </a:lnTo>
                <a:lnTo>
                  <a:pt x="1228725" y="2724150"/>
                </a:lnTo>
                <a:lnTo>
                  <a:pt x="1209675" y="2724150"/>
                </a:lnTo>
                <a:lnTo>
                  <a:pt x="1209675" y="2676525"/>
                </a:lnTo>
                <a:lnTo>
                  <a:pt x="1200150" y="2676525"/>
                </a:lnTo>
                <a:lnTo>
                  <a:pt x="1200150" y="2667000"/>
                </a:lnTo>
                <a:lnTo>
                  <a:pt x="1190625" y="2667000"/>
                </a:lnTo>
                <a:lnTo>
                  <a:pt x="1190625" y="2657475"/>
                </a:lnTo>
                <a:lnTo>
                  <a:pt x="1181100" y="2657475"/>
                </a:lnTo>
                <a:lnTo>
                  <a:pt x="1181100" y="2676525"/>
                </a:lnTo>
                <a:lnTo>
                  <a:pt x="1171575" y="2676525"/>
                </a:lnTo>
                <a:lnTo>
                  <a:pt x="1171575" y="2686050"/>
                </a:lnTo>
                <a:lnTo>
                  <a:pt x="1181100" y="2686050"/>
                </a:lnTo>
                <a:lnTo>
                  <a:pt x="1181100" y="2676525"/>
                </a:lnTo>
                <a:lnTo>
                  <a:pt x="1190625" y="2676525"/>
                </a:lnTo>
                <a:lnTo>
                  <a:pt x="1190625" y="2686050"/>
                </a:lnTo>
                <a:lnTo>
                  <a:pt x="1200150" y="2686050"/>
                </a:lnTo>
                <a:lnTo>
                  <a:pt x="1200150" y="2705100"/>
                </a:lnTo>
                <a:lnTo>
                  <a:pt x="1190625" y="2705100"/>
                </a:lnTo>
                <a:lnTo>
                  <a:pt x="1190625" y="2714625"/>
                </a:lnTo>
                <a:lnTo>
                  <a:pt x="1181100" y="2714625"/>
                </a:lnTo>
                <a:lnTo>
                  <a:pt x="1181100" y="2724150"/>
                </a:lnTo>
                <a:lnTo>
                  <a:pt x="1171575" y="2724150"/>
                </a:lnTo>
                <a:lnTo>
                  <a:pt x="1171575" y="2733675"/>
                </a:lnTo>
                <a:lnTo>
                  <a:pt x="1152525" y="2733675"/>
                </a:lnTo>
                <a:lnTo>
                  <a:pt x="1152525" y="2724150"/>
                </a:lnTo>
                <a:lnTo>
                  <a:pt x="1162050" y="2724150"/>
                </a:lnTo>
                <a:lnTo>
                  <a:pt x="1162050" y="2714625"/>
                </a:lnTo>
                <a:lnTo>
                  <a:pt x="1104900" y="2714625"/>
                </a:lnTo>
                <a:lnTo>
                  <a:pt x="1104900" y="2705100"/>
                </a:lnTo>
                <a:lnTo>
                  <a:pt x="1114425" y="2705100"/>
                </a:lnTo>
                <a:lnTo>
                  <a:pt x="1114425" y="2695575"/>
                </a:lnTo>
                <a:lnTo>
                  <a:pt x="1076325" y="2695575"/>
                </a:lnTo>
                <a:lnTo>
                  <a:pt x="1076325" y="2724150"/>
                </a:lnTo>
                <a:lnTo>
                  <a:pt x="1038225" y="2724150"/>
                </a:lnTo>
                <a:lnTo>
                  <a:pt x="1038225" y="2714625"/>
                </a:lnTo>
                <a:lnTo>
                  <a:pt x="1047750" y="2714625"/>
                </a:lnTo>
                <a:lnTo>
                  <a:pt x="1047750" y="2705100"/>
                </a:lnTo>
                <a:lnTo>
                  <a:pt x="1019175" y="2705100"/>
                </a:lnTo>
                <a:lnTo>
                  <a:pt x="1019175" y="2724150"/>
                </a:lnTo>
                <a:lnTo>
                  <a:pt x="1000125" y="2724150"/>
                </a:lnTo>
                <a:lnTo>
                  <a:pt x="1000125" y="2705100"/>
                </a:lnTo>
                <a:lnTo>
                  <a:pt x="981075" y="2705100"/>
                </a:lnTo>
                <a:lnTo>
                  <a:pt x="981075" y="2695575"/>
                </a:lnTo>
                <a:lnTo>
                  <a:pt x="971550" y="2695575"/>
                </a:lnTo>
                <a:lnTo>
                  <a:pt x="971550" y="2686050"/>
                </a:lnTo>
                <a:lnTo>
                  <a:pt x="962025" y="2686050"/>
                </a:lnTo>
                <a:lnTo>
                  <a:pt x="962025" y="2667000"/>
                </a:lnTo>
                <a:lnTo>
                  <a:pt x="952500" y="2667000"/>
                </a:lnTo>
                <a:lnTo>
                  <a:pt x="952500" y="2676525"/>
                </a:lnTo>
                <a:lnTo>
                  <a:pt x="942975" y="2676525"/>
                </a:lnTo>
                <a:lnTo>
                  <a:pt x="942975" y="2657475"/>
                </a:lnTo>
                <a:lnTo>
                  <a:pt x="952500" y="2657475"/>
                </a:lnTo>
                <a:lnTo>
                  <a:pt x="952500" y="2628900"/>
                </a:lnTo>
                <a:lnTo>
                  <a:pt x="942975" y="2628900"/>
                </a:lnTo>
                <a:lnTo>
                  <a:pt x="942975" y="2619375"/>
                </a:lnTo>
                <a:lnTo>
                  <a:pt x="952500" y="2619375"/>
                </a:lnTo>
                <a:lnTo>
                  <a:pt x="952500" y="2628900"/>
                </a:lnTo>
                <a:lnTo>
                  <a:pt x="962025" y="2628900"/>
                </a:lnTo>
                <a:lnTo>
                  <a:pt x="962025" y="2638425"/>
                </a:lnTo>
                <a:lnTo>
                  <a:pt x="990600" y="2638425"/>
                </a:lnTo>
                <a:lnTo>
                  <a:pt x="990600" y="2695575"/>
                </a:lnTo>
                <a:lnTo>
                  <a:pt x="1057275" y="2695575"/>
                </a:lnTo>
                <a:lnTo>
                  <a:pt x="1057275" y="2667000"/>
                </a:lnTo>
                <a:lnTo>
                  <a:pt x="1066800" y="2667000"/>
                </a:lnTo>
                <a:lnTo>
                  <a:pt x="1066800" y="2676525"/>
                </a:lnTo>
                <a:lnTo>
                  <a:pt x="1085850" y="2676525"/>
                </a:lnTo>
                <a:lnTo>
                  <a:pt x="1085850" y="2686050"/>
                </a:lnTo>
                <a:lnTo>
                  <a:pt x="1104900" y="2686050"/>
                </a:lnTo>
                <a:lnTo>
                  <a:pt x="1104900" y="2676525"/>
                </a:lnTo>
                <a:lnTo>
                  <a:pt x="1114425" y="2676525"/>
                </a:lnTo>
                <a:lnTo>
                  <a:pt x="1114425" y="2667000"/>
                </a:lnTo>
                <a:lnTo>
                  <a:pt x="1123950" y="2667000"/>
                </a:lnTo>
                <a:lnTo>
                  <a:pt x="1123950" y="2676525"/>
                </a:lnTo>
                <a:lnTo>
                  <a:pt x="1114425" y="2676525"/>
                </a:lnTo>
                <a:lnTo>
                  <a:pt x="1114425" y="2686050"/>
                </a:lnTo>
                <a:lnTo>
                  <a:pt x="1123950" y="2686050"/>
                </a:lnTo>
                <a:lnTo>
                  <a:pt x="1123950" y="2695575"/>
                </a:lnTo>
                <a:lnTo>
                  <a:pt x="1133475" y="2695575"/>
                </a:lnTo>
                <a:lnTo>
                  <a:pt x="1133475" y="2686050"/>
                </a:lnTo>
                <a:lnTo>
                  <a:pt x="1143000" y="2686050"/>
                </a:lnTo>
                <a:lnTo>
                  <a:pt x="1143000" y="2676525"/>
                </a:lnTo>
                <a:lnTo>
                  <a:pt x="1162050" y="2676525"/>
                </a:lnTo>
                <a:lnTo>
                  <a:pt x="1162050" y="2657475"/>
                </a:lnTo>
                <a:lnTo>
                  <a:pt x="1171575" y="2657475"/>
                </a:lnTo>
                <a:lnTo>
                  <a:pt x="1171575" y="2647950"/>
                </a:lnTo>
                <a:lnTo>
                  <a:pt x="1190625" y="2647950"/>
                </a:lnTo>
                <a:lnTo>
                  <a:pt x="1190625" y="2619375"/>
                </a:lnTo>
                <a:lnTo>
                  <a:pt x="1181100" y="2619375"/>
                </a:lnTo>
                <a:lnTo>
                  <a:pt x="1181100" y="2600325"/>
                </a:lnTo>
                <a:lnTo>
                  <a:pt x="1190625" y="2600325"/>
                </a:lnTo>
                <a:close/>
                <a:moveTo>
                  <a:pt x="1762125" y="2590800"/>
                </a:moveTo>
                <a:lnTo>
                  <a:pt x="1781175" y="2590800"/>
                </a:lnTo>
                <a:lnTo>
                  <a:pt x="1781175" y="2609850"/>
                </a:lnTo>
                <a:lnTo>
                  <a:pt x="1790700" y="2609850"/>
                </a:lnTo>
                <a:lnTo>
                  <a:pt x="1790700" y="2619375"/>
                </a:lnTo>
                <a:lnTo>
                  <a:pt x="1781175" y="2619375"/>
                </a:lnTo>
                <a:lnTo>
                  <a:pt x="1781175" y="2628900"/>
                </a:lnTo>
                <a:lnTo>
                  <a:pt x="1762125" y="2628900"/>
                </a:lnTo>
                <a:close/>
                <a:moveTo>
                  <a:pt x="466725" y="2600325"/>
                </a:moveTo>
                <a:lnTo>
                  <a:pt x="476250" y="2600325"/>
                </a:lnTo>
                <a:lnTo>
                  <a:pt x="476250" y="2619375"/>
                </a:lnTo>
                <a:lnTo>
                  <a:pt x="466725" y="2619375"/>
                </a:lnTo>
                <a:lnTo>
                  <a:pt x="466725" y="2628900"/>
                </a:lnTo>
                <a:lnTo>
                  <a:pt x="457200" y="2628900"/>
                </a:lnTo>
                <a:lnTo>
                  <a:pt x="457200" y="2609850"/>
                </a:lnTo>
                <a:lnTo>
                  <a:pt x="466725" y="2609850"/>
                </a:lnTo>
                <a:close/>
                <a:moveTo>
                  <a:pt x="561975" y="2600325"/>
                </a:moveTo>
                <a:lnTo>
                  <a:pt x="571500" y="2600325"/>
                </a:lnTo>
                <a:lnTo>
                  <a:pt x="571500" y="2609850"/>
                </a:lnTo>
                <a:lnTo>
                  <a:pt x="561975" y="2609850"/>
                </a:lnTo>
                <a:close/>
                <a:moveTo>
                  <a:pt x="828675" y="2600325"/>
                </a:moveTo>
                <a:lnTo>
                  <a:pt x="838200" y="2600325"/>
                </a:lnTo>
                <a:lnTo>
                  <a:pt x="838200" y="2609850"/>
                </a:lnTo>
                <a:lnTo>
                  <a:pt x="828675" y="2609850"/>
                </a:lnTo>
                <a:close/>
                <a:moveTo>
                  <a:pt x="752475" y="2609850"/>
                </a:moveTo>
                <a:lnTo>
                  <a:pt x="762000" y="2609850"/>
                </a:lnTo>
                <a:lnTo>
                  <a:pt x="762000" y="2619375"/>
                </a:lnTo>
                <a:lnTo>
                  <a:pt x="752475" y="2619375"/>
                </a:lnTo>
                <a:close/>
                <a:moveTo>
                  <a:pt x="1123950" y="2609850"/>
                </a:moveTo>
                <a:lnTo>
                  <a:pt x="1133475" y="2609850"/>
                </a:lnTo>
                <a:lnTo>
                  <a:pt x="1133475" y="2619375"/>
                </a:lnTo>
                <a:lnTo>
                  <a:pt x="1143000" y="2619375"/>
                </a:lnTo>
                <a:lnTo>
                  <a:pt x="1143000" y="2609850"/>
                </a:lnTo>
                <a:lnTo>
                  <a:pt x="1171575" y="2609850"/>
                </a:lnTo>
                <a:lnTo>
                  <a:pt x="1171575" y="2619375"/>
                </a:lnTo>
                <a:lnTo>
                  <a:pt x="1152525" y="2619375"/>
                </a:lnTo>
                <a:lnTo>
                  <a:pt x="1152525" y="2638425"/>
                </a:lnTo>
                <a:lnTo>
                  <a:pt x="1143000" y="2638425"/>
                </a:lnTo>
                <a:lnTo>
                  <a:pt x="1143000" y="2657475"/>
                </a:lnTo>
                <a:lnTo>
                  <a:pt x="1123950" y="2657475"/>
                </a:lnTo>
                <a:close/>
                <a:moveTo>
                  <a:pt x="619125" y="2619375"/>
                </a:moveTo>
                <a:lnTo>
                  <a:pt x="628650" y="2619375"/>
                </a:lnTo>
                <a:lnTo>
                  <a:pt x="628650" y="2657475"/>
                </a:lnTo>
                <a:lnTo>
                  <a:pt x="619125" y="2657475"/>
                </a:lnTo>
                <a:close/>
                <a:moveTo>
                  <a:pt x="742950" y="2619375"/>
                </a:moveTo>
                <a:lnTo>
                  <a:pt x="752475" y="2619375"/>
                </a:lnTo>
                <a:lnTo>
                  <a:pt x="752475" y="2628900"/>
                </a:lnTo>
                <a:lnTo>
                  <a:pt x="742950" y="2628900"/>
                </a:lnTo>
                <a:close/>
                <a:moveTo>
                  <a:pt x="447675" y="2628900"/>
                </a:moveTo>
                <a:lnTo>
                  <a:pt x="457200" y="2628900"/>
                </a:lnTo>
                <a:lnTo>
                  <a:pt x="457200" y="2638425"/>
                </a:lnTo>
                <a:lnTo>
                  <a:pt x="447675" y="2638425"/>
                </a:lnTo>
                <a:close/>
                <a:moveTo>
                  <a:pt x="438150" y="2638425"/>
                </a:moveTo>
                <a:lnTo>
                  <a:pt x="447675" y="2638425"/>
                </a:lnTo>
                <a:lnTo>
                  <a:pt x="447675" y="2647950"/>
                </a:lnTo>
                <a:lnTo>
                  <a:pt x="438150" y="2647950"/>
                </a:lnTo>
                <a:close/>
                <a:moveTo>
                  <a:pt x="733425" y="2638425"/>
                </a:moveTo>
                <a:lnTo>
                  <a:pt x="742950" y="2638425"/>
                </a:lnTo>
                <a:lnTo>
                  <a:pt x="742950" y="2686050"/>
                </a:lnTo>
                <a:lnTo>
                  <a:pt x="733425" y="2686050"/>
                </a:lnTo>
                <a:close/>
                <a:moveTo>
                  <a:pt x="381000" y="2647950"/>
                </a:moveTo>
                <a:lnTo>
                  <a:pt x="390525" y="2647950"/>
                </a:lnTo>
                <a:lnTo>
                  <a:pt x="390525" y="2686050"/>
                </a:lnTo>
                <a:lnTo>
                  <a:pt x="381000" y="2686050"/>
                </a:lnTo>
                <a:lnTo>
                  <a:pt x="381000" y="2695575"/>
                </a:lnTo>
                <a:lnTo>
                  <a:pt x="390525" y="2695575"/>
                </a:lnTo>
                <a:lnTo>
                  <a:pt x="390525" y="2686050"/>
                </a:lnTo>
                <a:lnTo>
                  <a:pt x="419100" y="2686050"/>
                </a:lnTo>
                <a:lnTo>
                  <a:pt x="419100" y="2695575"/>
                </a:lnTo>
                <a:lnTo>
                  <a:pt x="428625" y="2695575"/>
                </a:lnTo>
                <a:lnTo>
                  <a:pt x="428625" y="2705100"/>
                </a:lnTo>
                <a:lnTo>
                  <a:pt x="438150" y="2705100"/>
                </a:lnTo>
                <a:lnTo>
                  <a:pt x="438150" y="2724150"/>
                </a:lnTo>
                <a:lnTo>
                  <a:pt x="419100" y="2724150"/>
                </a:lnTo>
                <a:lnTo>
                  <a:pt x="419100" y="2714625"/>
                </a:lnTo>
                <a:lnTo>
                  <a:pt x="390525" y="2714625"/>
                </a:lnTo>
                <a:lnTo>
                  <a:pt x="390525" y="2724150"/>
                </a:lnTo>
                <a:lnTo>
                  <a:pt x="381000" y="2724150"/>
                </a:lnTo>
                <a:lnTo>
                  <a:pt x="381000" y="2733675"/>
                </a:lnTo>
                <a:lnTo>
                  <a:pt x="371475" y="2733675"/>
                </a:lnTo>
                <a:lnTo>
                  <a:pt x="371475" y="2724150"/>
                </a:lnTo>
                <a:lnTo>
                  <a:pt x="352425" y="2724150"/>
                </a:lnTo>
                <a:lnTo>
                  <a:pt x="352425" y="2733675"/>
                </a:lnTo>
                <a:lnTo>
                  <a:pt x="333375" y="2733675"/>
                </a:lnTo>
                <a:lnTo>
                  <a:pt x="333375" y="2705100"/>
                </a:lnTo>
                <a:lnTo>
                  <a:pt x="352425" y="2705100"/>
                </a:lnTo>
                <a:lnTo>
                  <a:pt x="352425" y="2676525"/>
                </a:lnTo>
                <a:lnTo>
                  <a:pt x="381000" y="2676525"/>
                </a:lnTo>
                <a:close/>
                <a:moveTo>
                  <a:pt x="571500" y="2647950"/>
                </a:moveTo>
                <a:lnTo>
                  <a:pt x="581025" y="2647950"/>
                </a:lnTo>
                <a:lnTo>
                  <a:pt x="581025" y="2657475"/>
                </a:lnTo>
                <a:lnTo>
                  <a:pt x="571500" y="2657475"/>
                </a:lnTo>
                <a:close/>
                <a:moveTo>
                  <a:pt x="1762125" y="2647950"/>
                </a:moveTo>
                <a:lnTo>
                  <a:pt x="1771650" y="2647950"/>
                </a:lnTo>
                <a:lnTo>
                  <a:pt x="1771650" y="2657475"/>
                </a:lnTo>
                <a:lnTo>
                  <a:pt x="1762125" y="2657475"/>
                </a:lnTo>
                <a:close/>
                <a:moveTo>
                  <a:pt x="581025" y="2657475"/>
                </a:moveTo>
                <a:lnTo>
                  <a:pt x="590550" y="2657475"/>
                </a:lnTo>
                <a:lnTo>
                  <a:pt x="590550" y="2667000"/>
                </a:lnTo>
                <a:lnTo>
                  <a:pt x="581025" y="2667000"/>
                </a:lnTo>
                <a:close/>
                <a:moveTo>
                  <a:pt x="600075" y="2657475"/>
                </a:moveTo>
                <a:lnTo>
                  <a:pt x="619125" y="2657475"/>
                </a:lnTo>
                <a:lnTo>
                  <a:pt x="619125" y="2686050"/>
                </a:lnTo>
                <a:lnTo>
                  <a:pt x="609600" y="2686050"/>
                </a:lnTo>
                <a:lnTo>
                  <a:pt x="609600" y="2695575"/>
                </a:lnTo>
                <a:lnTo>
                  <a:pt x="590550" y="2695575"/>
                </a:lnTo>
                <a:lnTo>
                  <a:pt x="590550" y="2705100"/>
                </a:lnTo>
                <a:lnTo>
                  <a:pt x="581025" y="2705100"/>
                </a:lnTo>
                <a:lnTo>
                  <a:pt x="581025" y="2686050"/>
                </a:lnTo>
                <a:lnTo>
                  <a:pt x="590550" y="2686050"/>
                </a:lnTo>
                <a:lnTo>
                  <a:pt x="590550" y="2667000"/>
                </a:lnTo>
                <a:lnTo>
                  <a:pt x="600075" y="2667000"/>
                </a:lnTo>
                <a:close/>
                <a:moveTo>
                  <a:pt x="866775" y="2657475"/>
                </a:moveTo>
                <a:lnTo>
                  <a:pt x="876300" y="2657475"/>
                </a:lnTo>
                <a:lnTo>
                  <a:pt x="876300" y="2667000"/>
                </a:lnTo>
                <a:lnTo>
                  <a:pt x="885825" y="2667000"/>
                </a:lnTo>
                <a:lnTo>
                  <a:pt x="885825" y="2686050"/>
                </a:lnTo>
                <a:lnTo>
                  <a:pt x="876300" y="2686050"/>
                </a:lnTo>
                <a:lnTo>
                  <a:pt x="876300" y="2695575"/>
                </a:lnTo>
                <a:lnTo>
                  <a:pt x="866775" y="2695575"/>
                </a:lnTo>
                <a:lnTo>
                  <a:pt x="866775" y="2676525"/>
                </a:lnTo>
                <a:lnTo>
                  <a:pt x="838200" y="2676525"/>
                </a:lnTo>
                <a:lnTo>
                  <a:pt x="838200" y="2667000"/>
                </a:lnTo>
                <a:lnTo>
                  <a:pt x="866775" y="2667000"/>
                </a:lnTo>
                <a:close/>
                <a:moveTo>
                  <a:pt x="495300" y="2667000"/>
                </a:moveTo>
                <a:lnTo>
                  <a:pt x="514350" y="2667000"/>
                </a:lnTo>
                <a:lnTo>
                  <a:pt x="514350" y="2676525"/>
                </a:lnTo>
                <a:lnTo>
                  <a:pt x="495300" y="2676525"/>
                </a:lnTo>
                <a:close/>
                <a:moveTo>
                  <a:pt x="971550" y="2667000"/>
                </a:moveTo>
                <a:lnTo>
                  <a:pt x="981075" y="2667000"/>
                </a:lnTo>
                <a:lnTo>
                  <a:pt x="981075" y="2647950"/>
                </a:lnTo>
                <a:lnTo>
                  <a:pt x="971550" y="2647950"/>
                </a:lnTo>
                <a:close/>
                <a:moveTo>
                  <a:pt x="1752600" y="2667000"/>
                </a:moveTo>
                <a:lnTo>
                  <a:pt x="1762125" y="2667000"/>
                </a:lnTo>
                <a:lnTo>
                  <a:pt x="1762125" y="2686050"/>
                </a:lnTo>
                <a:lnTo>
                  <a:pt x="1752600" y="2686050"/>
                </a:lnTo>
                <a:lnTo>
                  <a:pt x="1752600" y="2695575"/>
                </a:lnTo>
                <a:lnTo>
                  <a:pt x="1714500" y="2695575"/>
                </a:lnTo>
                <a:lnTo>
                  <a:pt x="1714500" y="2686050"/>
                </a:lnTo>
                <a:lnTo>
                  <a:pt x="1724025" y="2686050"/>
                </a:lnTo>
                <a:lnTo>
                  <a:pt x="1724025" y="2676525"/>
                </a:lnTo>
                <a:lnTo>
                  <a:pt x="1752600" y="2676525"/>
                </a:lnTo>
                <a:close/>
                <a:moveTo>
                  <a:pt x="1828800" y="2667000"/>
                </a:moveTo>
                <a:lnTo>
                  <a:pt x="1838325" y="2667000"/>
                </a:lnTo>
                <a:lnTo>
                  <a:pt x="1838325" y="2695575"/>
                </a:lnTo>
                <a:lnTo>
                  <a:pt x="1828800" y="2695575"/>
                </a:lnTo>
                <a:lnTo>
                  <a:pt x="1828800" y="2686050"/>
                </a:lnTo>
                <a:lnTo>
                  <a:pt x="1819275" y="2686050"/>
                </a:lnTo>
                <a:lnTo>
                  <a:pt x="1819275" y="2695575"/>
                </a:lnTo>
                <a:lnTo>
                  <a:pt x="1809750" y="2695575"/>
                </a:lnTo>
                <a:lnTo>
                  <a:pt x="1809750" y="2676525"/>
                </a:lnTo>
                <a:lnTo>
                  <a:pt x="1828800" y="2676525"/>
                </a:lnTo>
                <a:close/>
                <a:moveTo>
                  <a:pt x="619125" y="2686050"/>
                </a:moveTo>
                <a:lnTo>
                  <a:pt x="628650" y="2686050"/>
                </a:lnTo>
                <a:lnTo>
                  <a:pt x="628650" y="2695575"/>
                </a:lnTo>
                <a:lnTo>
                  <a:pt x="619125" y="2695575"/>
                </a:lnTo>
                <a:close/>
                <a:moveTo>
                  <a:pt x="885825" y="2686050"/>
                </a:moveTo>
                <a:lnTo>
                  <a:pt x="895350" y="2686050"/>
                </a:lnTo>
                <a:lnTo>
                  <a:pt x="895350" y="2705100"/>
                </a:lnTo>
                <a:lnTo>
                  <a:pt x="885825" y="2705100"/>
                </a:lnTo>
                <a:close/>
                <a:moveTo>
                  <a:pt x="923925" y="2686050"/>
                </a:moveTo>
                <a:lnTo>
                  <a:pt x="933450" y="2686050"/>
                </a:lnTo>
                <a:lnTo>
                  <a:pt x="933450" y="2695575"/>
                </a:lnTo>
                <a:lnTo>
                  <a:pt x="923925" y="2695575"/>
                </a:lnTo>
                <a:close/>
                <a:moveTo>
                  <a:pt x="1600200" y="2686050"/>
                </a:moveTo>
                <a:lnTo>
                  <a:pt x="1676400" y="2686050"/>
                </a:lnTo>
                <a:lnTo>
                  <a:pt x="1676400" y="2695575"/>
                </a:lnTo>
                <a:lnTo>
                  <a:pt x="1704975" y="2695575"/>
                </a:lnTo>
                <a:lnTo>
                  <a:pt x="1704975" y="2714625"/>
                </a:lnTo>
                <a:lnTo>
                  <a:pt x="1733550" y="2714625"/>
                </a:lnTo>
                <a:lnTo>
                  <a:pt x="1733550" y="2724150"/>
                </a:lnTo>
                <a:lnTo>
                  <a:pt x="1724025" y="2724150"/>
                </a:lnTo>
                <a:lnTo>
                  <a:pt x="1724025" y="2733675"/>
                </a:lnTo>
                <a:lnTo>
                  <a:pt x="1704975" y="2733675"/>
                </a:lnTo>
                <a:lnTo>
                  <a:pt x="1704975" y="2724150"/>
                </a:lnTo>
                <a:lnTo>
                  <a:pt x="1676400" y="2724150"/>
                </a:lnTo>
                <a:lnTo>
                  <a:pt x="1676400" y="2733675"/>
                </a:lnTo>
                <a:lnTo>
                  <a:pt x="1657350" y="2733675"/>
                </a:lnTo>
                <a:lnTo>
                  <a:pt x="1657350" y="2724150"/>
                </a:lnTo>
                <a:lnTo>
                  <a:pt x="1647825" y="2724150"/>
                </a:lnTo>
                <a:lnTo>
                  <a:pt x="1647825" y="2733675"/>
                </a:lnTo>
                <a:lnTo>
                  <a:pt x="1638300" y="2733675"/>
                </a:lnTo>
                <a:lnTo>
                  <a:pt x="1638300" y="2724150"/>
                </a:lnTo>
                <a:lnTo>
                  <a:pt x="1628775" y="2724150"/>
                </a:lnTo>
                <a:lnTo>
                  <a:pt x="1628775" y="2705100"/>
                </a:lnTo>
                <a:lnTo>
                  <a:pt x="1609725" y="2705100"/>
                </a:lnTo>
                <a:lnTo>
                  <a:pt x="1609725" y="2714625"/>
                </a:lnTo>
                <a:lnTo>
                  <a:pt x="1590675" y="2714625"/>
                </a:lnTo>
                <a:lnTo>
                  <a:pt x="1590675" y="2724150"/>
                </a:lnTo>
                <a:lnTo>
                  <a:pt x="1581150" y="2724150"/>
                </a:lnTo>
                <a:lnTo>
                  <a:pt x="1581150" y="2714625"/>
                </a:lnTo>
                <a:lnTo>
                  <a:pt x="1543050" y="2714625"/>
                </a:lnTo>
                <a:lnTo>
                  <a:pt x="1543050" y="2695575"/>
                </a:lnTo>
                <a:lnTo>
                  <a:pt x="1552575" y="2695575"/>
                </a:lnTo>
                <a:lnTo>
                  <a:pt x="1552575" y="2705100"/>
                </a:lnTo>
                <a:lnTo>
                  <a:pt x="1600200" y="2705100"/>
                </a:lnTo>
                <a:close/>
                <a:moveTo>
                  <a:pt x="1771650" y="2686050"/>
                </a:moveTo>
                <a:lnTo>
                  <a:pt x="1800225" y="2686050"/>
                </a:lnTo>
                <a:lnTo>
                  <a:pt x="1800225" y="2695575"/>
                </a:lnTo>
                <a:lnTo>
                  <a:pt x="1809750" y="2695575"/>
                </a:lnTo>
                <a:lnTo>
                  <a:pt x="1809750" y="2705100"/>
                </a:lnTo>
                <a:lnTo>
                  <a:pt x="1819275" y="2705100"/>
                </a:lnTo>
                <a:lnTo>
                  <a:pt x="1819275" y="2714625"/>
                </a:lnTo>
                <a:lnTo>
                  <a:pt x="1781175" y="2714625"/>
                </a:lnTo>
                <a:lnTo>
                  <a:pt x="1781175" y="2695575"/>
                </a:lnTo>
                <a:lnTo>
                  <a:pt x="1771650" y="2695575"/>
                </a:lnTo>
                <a:close/>
                <a:moveTo>
                  <a:pt x="676275" y="2695575"/>
                </a:moveTo>
                <a:lnTo>
                  <a:pt x="685800" y="2695575"/>
                </a:lnTo>
                <a:lnTo>
                  <a:pt x="685800" y="2705100"/>
                </a:lnTo>
                <a:lnTo>
                  <a:pt x="676275" y="2705100"/>
                </a:lnTo>
                <a:close/>
                <a:moveTo>
                  <a:pt x="742950" y="2695575"/>
                </a:moveTo>
                <a:lnTo>
                  <a:pt x="752475" y="2695575"/>
                </a:lnTo>
                <a:lnTo>
                  <a:pt x="752475" y="2705100"/>
                </a:lnTo>
                <a:lnTo>
                  <a:pt x="809625" y="2705100"/>
                </a:lnTo>
                <a:lnTo>
                  <a:pt x="809625" y="2695575"/>
                </a:lnTo>
                <a:lnTo>
                  <a:pt x="828675" y="2695575"/>
                </a:lnTo>
                <a:lnTo>
                  <a:pt x="828675" y="2705100"/>
                </a:lnTo>
                <a:lnTo>
                  <a:pt x="809625" y="2705100"/>
                </a:lnTo>
                <a:lnTo>
                  <a:pt x="809625" y="2714625"/>
                </a:lnTo>
                <a:lnTo>
                  <a:pt x="742950" y="2714625"/>
                </a:lnTo>
                <a:close/>
                <a:moveTo>
                  <a:pt x="904875" y="2695575"/>
                </a:moveTo>
                <a:lnTo>
                  <a:pt x="914400" y="2695575"/>
                </a:lnTo>
                <a:lnTo>
                  <a:pt x="914400" y="2705100"/>
                </a:lnTo>
                <a:lnTo>
                  <a:pt x="904875" y="2705100"/>
                </a:lnTo>
                <a:close/>
                <a:moveTo>
                  <a:pt x="1485900" y="2695575"/>
                </a:moveTo>
                <a:lnTo>
                  <a:pt x="1533525" y="2695575"/>
                </a:lnTo>
                <a:lnTo>
                  <a:pt x="1533525" y="2705100"/>
                </a:lnTo>
                <a:lnTo>
                  <a:pt x="1524000" y="2705100"/>
                </a:lnTo>
                <a:lnTo>
                  <a:pt x="1524000" y="2714625"/>
                </a:lnTo>
                <a:lnTo>
                  <a:pt x="1485900" y="2714625"/>
                </a:lnTo>
                <a:close/>
                <a:moveTo>
                  <a:pt x="514350" y="2705100"/>
                </a:moveTo>
                <a:lnTo>
                  <a:pt x="523875" y="2705100"/>
                </a:lnTo>
                <a:lnTo>
                  <a:pt x="523875" y="2714625"/>
                </a:lnTo>
                <a:lnTo>
                  <a:pt x="514350" y="2714625"/>
                </a:lnTo>
                <a:close/>
                <a:moveTo>
                  <a:pt x="561975" y="2705100"/>
                </a:moveTo>
                <a:lnTo>
                  <a:pt x="571500" y="2705100"/>
                </a:lnTo>
                <a:lnTo>
                  <a:pt x="571500" y="2714625"/>
                </a:lnTo>
                <a:lnTo>
                  <a:pt x="561975" y="2714625"/>
                </a:lnTo>
                <a:close/>
                <a:moveTo>
                  <a:pt x="666750" y="2705100"/>
                </a:moveTo>
                <a:lnTo>
                  <a:pt x="676275" y="2705100"/>
                </a:lnTo>
                <a:lnTo>
                  <a:pt x="676275" y="2714625"/>
                </a:lnTo>
                <a:lnTo>
                  <a:pt x="666750" y="2714625"/>
                </a:lnTo>
                <a:close/>
                <a:moveTo>
                  <a:pt x="1333500" y="2705100"/>
                </a:moveTo>
                <a:lnTo>
                  <a:pt x="1343025" y="2705100"/>
                </a:lnTo>
                <a:lnTo>
                  <a:pt x="1343025" y="2724150"/>
                </a:lnTo>
                <a:lnTo>
                  <a:pt x="1333500" y="2724150"/>
                </a:lnTo>
                <a:close/>
                <a:moveTo>
                  <a:pt x="1352550" y="2705100"/>
                </a:moveTo>
                <a:lnTo>
                  <a:pt x="1409700" y="2705100"/>
                </a:lnTo>
                <a:lnTo>
                  <a:pt x="1409700" y="2714625"/>
                </a:lnTo>
                <a:lnTo>
                  <a:pt x="1400175" y="2714625"/>
                </a:lnTo>
                <a:lnTo>
                  <a:pt x="1400175" y="2724150"/>
                </a:lnTo>
                <a:lnTo>
                  <a:pt x="1352550" y="2724150"/>
                </a:lnTo>
                <a:close/>
                <a:moveTo>
                  <a:pt x="485775" y="2714625"/>
                </a:moveTo>
                <a:lnTo>
                  <a:pt x="495300" y="2714625"/>
                </a:lnTo>
                <a:lnTo>
                  <a:pt x="495300" y="2724150"/>
                </a:lnTo>
                <a:lnTo>
                  <a:pt x="514350" y="2724150"/>
                </a:lnTo>
                <a:lnTo>
                  <a:pt x="514350" y="2743200"/>
                </a:lnTo>
                <a:lnTo>
                  <a:pt x="523875" y="2743200"/>
                </a:lnTo>
                <a:lnTo>
                  <a:pt x="523875" y="2752725"/>
                </a:lnTo>
                <a:lnTo>
                  <a:pt x="533400" y="2752725"/>
                </a:lnTo>
                <a:lnTo>
                  <a:pt x="533400" y="2762250"/>
                </a:lnTo>
                <a:lnTo>
                  <a:pt x="419100" y="2762250"/>
                </a:lnTo>
                <a:lnTo>
                  <a:pt x="419100" y="2752725"/>
                </a:lnTo>
                <a:lnTo>
                  <a:pt x="438150" y="2752725"/>
                </a:lnTo>
                <a:lnTo>
                  <a:pt x="438150" y="2743200"/>
                </a:lnTo>
                <a:lnTo>
                  <a:pt x="447675" y="2743200"/>
                </a:lnTo>
                <a:lnTo>
                  <a:pt x="447675" y="2733675"/>
                </a:lnTo>
                <a:lnTo>
                  <a:pt x="438150" y="2733675"/>
                </a:lnTo>
                <a:lnTo>
                  <a:pt x="438150" y="2724150"/>
                </a:lnTo>
                <a:lnTo>
                  <a:pt x="457200" y="2724150"/>
                </a:lnTo>
                <a:lnTo>
                  <a:pt x="457200" y="2733675"/>
                </a:lnTo>
                <a:lnTo>
                  <a:pt x="476250" y="2733675"/>
                </a:lnTo>
                <a:lnTo>
                  <a:pt x="476250" y="2724150"/>
                </a:lnTo>
                <a:lnTo>
                  <a:pt x="485775" y="2724150"/>
                </a:lnTo>
                <a:close/>
                <a:moveTo>
                  <a:pt x="523875" y="2714625"/>
                </a:moveTo>
                <a:lnTo>
                  <a:pt x="542925" y="2714625"/>
                </a:lnTo>
                <a:lnTo>
                  <a:pt x="542925" y="2724150"/>
                </a:lnTo>
                <a:lnTo>
                  <a:pt x="523875" y="2724150"/>
                </a:lnTo>
                <a:close/>
                <a:moveTo>
                  <a:pt x="552450" y="2714625"/>
                </a:moveTo>
                <a:lnTo>
                  <a:pt x="561975" y="2714625"/>
                </a:lnTo>
                <a:lnTo>
                  <a:pt x="561975" y="2724150"/>
                </a:lnTo>
                <a:lnTo>
                  <a:pt x="552450" y="2724150"/>
                </a:lnTo>
                <a:close/>
                <a:moveTo>
                  <a:pt x="914400" y="2724150"/>
                </a:moveTo>
                <a:lnTo>
                  <a:pt x="942975" y="2724150"/>
                </a:lnTo>
                <a:lnTo>
                  <a:pt x="942975" y="2733675"/>
                </a:lnTo>
                <a:lnTo>
                  <a:pt x="914400" y="2733675"/>
                </a:lnTo>
                <a:close/>
                <a:moveTo>
                  <a:pt x="1247775" y="2724150"/>
                </a:moveTo>
                <a:lnTo>
                  <a:pt x="1314450" y="2724150"/>
                </a:lnTo>
                <a:lnTo>
                  <a:pt x="1314450" y="2733675"/>
                </a:lnTo>
                <a:lnTo>
                  <a:pt x="1276350" y="2733675"/>
                </a:lnTo>
                <a:lnTo>
                  <a:pt x="1276350" y="2743200"/>
                </a:lnTo>
                <a:lnTo>
                  <a:pt x="1266825" y="2743200"/>
                </a:lnTo>
                <a:lnTo>
                  <a:pt x="1266825" y="2733675"/>
                </a:lnTo>
                <a:lnTo>
                  <a:pt x="1257300" y="2733675"/>
                </a:lnTo>
                <a:lnTo>
                  <a:pt x="1257300" y="2743200"/>
                </a:lnTo>
                <a:lnTo>
                  <a:pt x="1247775" y="2743200"/>
                </a:lnTo>
                <a:close/>
                <a:moveTo>
                  <a:pt x="1600200" y="2724150"/>
                </a:moveTo>
                <a:lnTo>
                  <a:pt x="1628775" y="2724150"/>
                </a:lnTo>
                <a:lnTo>
                  <a:pt x="1628775" y="2733675"/>
                </a:lnTo>
                <a:lnTo>
                  <a:pt x="1609725" y="2733675"/>
                </a:lnTo>
                <a:lnTo>
                  <a:pt x="1609725" y="2743200"/>
                </a:lnTo>
                <a:lnTo>
                  <a:pt x="1600200" y="2743200"/>
                </a:lnTo>
                <a:close/>
                <a:moveTo>
                  <a:pt x="790575" y="2733675"/>
                </a:moveTo>
                <a:lnTo>
                  <a:pt x="809625" y="2733675"/>
                </a:lnTo>
                <a:lnTo>
                  <a:pt x="809625" y="2743200"/>
                </a:lnTo>
                <a:lnTo>
                  <a:pt x="790575" y="2743200"/>
                </a:lnTo>
                <a:close/>
                <a:moveTo>
                  <a:pt x="1076325" y="2733675"/>
                </a:moveTo>
                <a:lnTo>
                  <a:pt x="1152525" y="2733675"/>
                </a:lnTo>
                <a:lnTo>
                  <a:pt x="1152525" y="2743200"/>
                </a:lnTo>
                <a:lnTo>
                  <a:pt x="1076325" y="2743200"/>
                </a:lnTo>
                <a:close/>
                <a:moveTo>
                  <a:pt x="1571625" y="2733675"/>
                </a:moveTo>
                <a:lnTo>
                  <a:pt x="1590675" y="2733675"/>
                </a:lnTo>
                <a:lnTo>
                  <a:pt x="1590675" y="2743200"/>
                </a:lnTo>
                <a:lnTo>
                  <a:pt x="1571625" y="2743200"/>
                </a:lnTo>
                <a:close/>
                <a:moveTo>
                  <a:pt x="1743075" y="2733675"/>
                </a:moveTo>
                <a:lnTo>
                  <a:pt x="1752600" y="2733675"/>
                </a:lnTo>
                <a:lnTo>
                  <a:pt x="1752600" y="2743200"/>
                </a:lnTo>
                <a:lnTo>
                  <a:pt x="1743075" y="2743200"/>
                </a:lnTo>
                <a:close/>
                <a:moveTo>
                  <a:pt x="1838325" y="2733675"/>
                </a:moveTo>
                <a:lnTo>
                  <a:pt x="1847850" y="2733675"/>
                </a:lnTo>
                <a:lnTo>
                  <a:pt x="1847850" y="2781300"/>
                </a:lnTo>
                <a:lnTo>
                  <a:pt x="1838325" y="2781300"/>
                </a:lnTo>
                <a:close/>
                <a:moveTo>
                  <a:pt x="638175" y="2743200"/>
                </a:moveTo>
                <a:lnTo>
                  <a:pt x="695325" y="2743200"/>
                </a:lnTo>
                <a:lnTo>
                  <a:pt x="695325" y="2752725"/>
                </a:lnTo>
                <a:lnTo>
                  <a:pt x="638175" y="2752725"/>
                </a:lnTo>
                <a:close/>
                <a:moveTo>
                  <a:pt x="981075" y="2743200"/>
                </a:moveTo>
                <a:lnTo>
                  <a:pt x="1019175" y="2743200"/>
                </a:lnTo>
                <a:lnTo>
                  <a:pt x="1019175" y="2752725"/>
                </a:lnTo>
                <a:lnTo>
                  <a:pt x="981075" y="2752725"/>
                </a:lnTo>
                <a:close/>
                <a:moveTo>
                  <a:pt x="1028700" y="2743200"/>
                </a:moveTo>
                <a:lnTo>
                  <a:pt x="1057275" y="2743200"/>
                </a:lnTo>
                <a:lnTo>
                  <a:pt x="1057275" y="2752725"/>
                </a:lnTo>
                <a:lnTo>
                  <a:pt x="1038225" y="2752725"/>
                </a:lnTo>
                <a:lnTo>
                  <a:pt x="1038225" y="2781300"/>
                </a:lnTo>
                <a:lnTo>
                  <a:pt x="1019175" y="2781300"/>
                </a:lnTo>
                <a:lnTo>
                  <a:pt x="1019175" y="2771775"/>
                </a:lnTo>
                <a:lnTo>
                  <a:pt x="1028700" y="2771775"/>
                </a:lnTo>
                <a:close/>
                <a:moveTo>
                  <a:pt x="1066800" y="2743200"/>
                </a:moveTo>
                <a:lnTo>
                  <a:pt x="1076325" y="2743200"/>
                </a:lnTo>
                <a:lnTo>
                  <a:pt x="1076325" y="2752725"/>
                </a:lnTo>
                <a:lnTo>
                  <a:pt x="1066800" y="2752725"/>
                </a:lnTo>
                <a:close/>
                <a:moveTo>
                  <a:pt x="1190625" y="2743200"/>
                </a:moveTo>
                <a:lnTo>
                  <a:pt x="1209675" y="2743200"/>
                </a:lnTo>
                <a:lnTo>
                  <a:pt x="1209675" y="2752725"/>
                </a:lnTo>
                <a:lnTo>
                  <a:pt x="1190625" y="2752725"/>
                </a:lnTo>
                <a:close/>
                <a:moveTo>
                  <a:pt x="352425" y="2752725"/>
                </a:moveTo>
                <a:lnTo>
                  <a:pt x="381000" y="2752725"/>
                </a:lnTo>
                <a:lnTo>
                  <a:pt x="381000" y="2762250"/>
                </a:lnTo>
                <a:lnTo>
                  <a:pt x="371475" y="2762250"/>
                </a:lnTo>
                <a:lnTo>
                  <a:pt x="371475" y="2771775"/>
                </a:lnTo>
                <a:lnTo>
                  <a:pt x="361950" y="2771775"/>
                </a:lnTo>
                <a:lnTo>
                  <a:pt x="361950" y="2762250"/>
                </a:lnTo>
                <a:lnTo>
                  <a:pt x="352425" y="2762250"/>
                </a:lnTo>
                <a:close/>
                <a:moveTo>
                  <a:pt x="819150" y="2752725"/>
                </a:moveTo>
                <a:lnTo>
                  <a:pt x="847725" y="2752725"/>
                </a:lnTo>
                <a:lnTo>
                  <a:pt x="847725" y="2762250"/>
                </a:lnTo>
                <a:lnTo>
                  <a:pt x="838200" y="2762250"/>
                </a:lnTo>
                <a:lnTo>
                  <a:pt x="838200" y="2771775"/>
                </a:lnTo>
                <a:lnTo>
                  <a:pt x="762000" y="2771775"/>
                </a:lnTo>
                <a:lnTo>
                  <a:pt x="762000" y="2762250"/>
                </a:lnTo>
                <a:lnTo>
                  <a:pt x="819150" y="2762250"/>
                </a:lnTo>
                <a:close/>
                <a:moveTo>
                  <a:pt x="895350" y="2752725"/>
                </a:moveTo>
                <a:lnTo>
                  <a:pt x="962025" y="2752725"/>
                </a:lnTo>
                <a:lnTo>
                  <a:pt x="962025" y="2762250"/>
                </a:lnTo>
                <a:lnTo>
                  <a:pt x="942975" y="2762250"/>
                </a:lnTo>
                <a:lnTo>
                  <a:pt x="942975" y="2771775"/>
                </a:lnTo>
                <a:lnTo>
                  <a:pt x="933450" y="2771775"/>
                </a:lnTo>
                <a:lnTo>
                  <a:pt x="933450" y="2762250"/>
                </a:lnTo>
                <a:lnTo>
                  <a:pt x="895350" y="2762250"/>
                </a:lnTo>
                <a:close/>
                <a:moveTo>
                  <a:pt x="1152525" y="2752725"/>
                </a:moveTo>
                <a:lnTo>
                  <a:pt x="1171575" y="2752725"/>
                </a:lnTo>
                <a:lnTo>
                  <a:pt x="1171575" y="2762250"/>
                </a:lnTo>
                <a:lnTo>
                  <a:pt x="1200150" y="2762250"/>
                </a:lnTo>
                <a:lnTo>
                  <a:pt x="1200150" y="2771775"/>
                </a:lnTo>
                <a:lnTo>
                  <a:pt x="1190625" y="2771775"/>
                </a:lnTo>
                <a:lnTo>
                  <a:pt x="1190625" y="2781300"/>
                </a:lnTo>
                <a:lnTo>
                  <a:pt x="1181100" y="2781300"/>
                </a:lnTo>
                <a:lnTo>
                  <a:pt x="1181100" y="2771775"/>
                </a:lnTo>
                <a:lnTo>
                  <a:pt x="1152525" y="2771775"/>
                </a:lnTo>
                <a:close/>
                <a:moveTo>
                  <a:pt x="1714500" y="2752725"/>
                </a:moveTo>
                <a:lnTo>
                  <a:pt x="1733550" y="2752725"/>
                </a:lnTo>
                <a:lnTo>
                  <a:pt x="1733550" y="2762250"/>
                </a:lnTo>
                <a:lnTo>
                  <a:pt x="1714500" y="2762250"/>
                </a:lnTo>
                <a:close/>
                <a:moveTo>
                  <a:pt x="1743075" y="2752725"/>
                </a:moveTo>
                <a:lnTo>
                  <a:pt x="1752600" y="2752725"/>
                </a:lnTo>
                <a:lnTo>
                  <a:pt x="1752600" y="2762250"/>
                </a:lnTo>
                <a:lnTo>
                  <a:pt x="1743075" y="2762250"/>
                </a:lnTo>
                <a:close/>
                <a:moveTo>
                  <a:pt x="1819275" y="2752725"/>
                </a:moveTo>
                <a:lnTo>
                  <a:pt x="1828800" y="2752725"/>
                </a:lnTo>
                <a:lnTo>
                  <a:pt x="1828800" y="2781300"/>
                </a:lnTo>
                <a:lnTo>
                  <a:pt x="1819275" y="2781300"/>
                </a:lnTo>
                <a:close/>
                <a:moveTo>
                  <a:pt x="381000" y="2762250"/>
                </a:moveTo>
                <a:lnTo>
                  <a:pt x="400050" y="2762250"/>
                </a:lnTo>
                <a:lnTo>
                  <a:pt x="400050" y="2781300"/>
                </a:lnTo>
                <a:lnTo>
                  <a:pt x="381000" y="2781300"/>
                </a:lnTo>
                <a:close/>
                <a:moveTo>
                  <a:pt x="704850" y="2762250"/>
                </a:moveTo>
                <a:lnTo>
                  <a:pt x="752475" y="2762250"/>
                </a:lnTo>
                <a:lnTo>
                  <a:pt x="752475" y="2771775"/>
                </a:lnTo>
                <a:lnTo>
                  <a:pt x="733425" y="2771775"/>
                </a:lnTo>
                <a:lnTo>
                  <a:pt x="733425" y="2781300"/>
                </a:lnTo>
                <a:lnTo>
                  <a:pt x="723900" y="2781300"/>
                </a:lnTo>
                <a:lnTo>
                  <a:pt x="723900" y="2771775"/>
                </a:lnTo>
                <a:lnTo>
                  <a:pt x="704850" y="2771775"/>
                </a:lnTo>
                <a:close/>
                <a:moveTo>
                  <a:pt x="1076325" y="2762250"/>
                </a:moveTo>
                <a:lnTo>
                  <a:pt x="1085850" y="2762250"/>
                </a:lnTo>
                <a:lnTo>
                  <a:pt x="1085850" y="2771775"/>
                </a:lnTo>
                <a:lnTo>
                  <a:pt x="1095375" y="2771775"/>
                </a:lnTo>
                <a:lnTo>
                  <a:pt x="1095375" y="2781300"/>
                </a:lnTo>
                <a:lnTo>
                  <a:pt x="1066800" y="2781300"/>
                </a:lnTo>
                <a:lnTo>
                  <a:pt x="1066800" y="2771775"/>
                </a:lnTo>
                <a:lnTo>
                  <a:pt x="1076325" y="2771775"/>
                </a:lnTo>
                <a:close/>
                <a:moveTo>
                  <a:pt x="600075" y="2771775"/>
                </a:moveTo>
                <a:lnTo>
                  <a:pt x="647700" y="2771775"/>
                </a:lnTo>
                <a:lnTo>
                  <a:pt x="647700" y="2781300"/>
                </a:lnTo>
                <a:lnTo>
                  <a:pt x="628650" y="2781300"/>
                </a:lnTo>
                <a:lnTo>
                  <a:pt x="628650" y="2790825"/>
                </a:lnTo>
                <a:lnTo>
                  <a:pt x="619125" y="2790825"/>
                </a:lnTo>
                <a:lnTo>
                  <a:pt x="619125" y="2781300"/>
                </a:lnTo>
                <a:lnTo>
                  <a:pt x="600075" y="2781300"/>
                </a:lnTo>
                <a:close/>
                <a:moveTo>
                  <a:pt x="666750" y="2771775"/>
                </a:moveTo>
                <a:lnTo>
                  <a:pt x="685800" y="2771775"/>
                </a:lnTo>
                <a:lnTo>
                  <a:pt x="685800" y="2781300"/>
                </a:lnTo>
                <a:lnTo>
                  <a:pt x="666750" y="2781300"/>
                </a:lnTo>
                <a:close/>
                <a:moveTo>
                  <a:pt x="1114425" y="2771775"/>
                </a:moveTo>
                <a:lnTo>
                  <a:pt x="1123950" y="2771775"/>
                </a:lnTo>
                <a:lnTo>
                  <a:pt x="1123950" y="2781300"/>
                </a:lnTo>
                <a:lnTo>
                  <a:pt x="1114425" y="2781300"/>
                </a:lnTo>
                <a:close/>
                <a:moveTo>
                  <a:pt x="1724025" y="2771775"/>
                </a:moveTo>
                <a:lnTo>
                  <a:pt x="1733550" y="2771775"/>
                </a:lnTo>
                <a:lnTo>
                  <a:pt x="1733550" y="2781300"/>
                </a:lnTo>
                <a:lnTo>
                  <a:pt x="1724025" y="2781300"/>
                </a:lnTo>
                <a:close/>
                <a:moveTo>
                  <a:pt x="419100" y="2781300"/>
                </a:moveTo>
                <a:lnTo>
                  <a:pt x="438150" y="2781300"/>
                </a:lnTo>
                <a:lnTo>
                  <a:pt x="438150" y="2790825"/>
                </a:lnTo>
                <a:lnTo>
                  <a:pt x="419100" y="2790825"/>
                </a:lnTo>
                <a:close/>
                <a:moveTo>
                  <a:pt x="457200" y="2781300"/>
                </a:moveTo>
                <a:lnTo>
                  <a:pt x="495300" y="2781300"/>
                </a:lnTo>
                <a:lnTo>
                  <a:pt x="495300" y="2790825"/>
                </a:lnTo>
                <a:lnTo>
                  <a:pt x="457200" y="2790825"/>
                </a:lnTo>
                <a:close/>
                <a:moveTo>
                  <a:pt x="1762125" y="2781300"/>
                </a:moveTo>
                <a:lnTo>
                  <a:pt x="1790700" y="2781300"/>
                </a:lnTo>
                <a:lnTo>
                  <a:pt x="1790700" y="2809875"/>
                </a:lnTo>
                <a:lnTo>
                  <a:pt x="1781175" y="2809875"/>
                </a:lnTo>
                <a:lnTo>
                  <a:pt x="1781175" y="2800350"/>
                </a:lnTo>
                <a:lnTo>
                  <a:pt x="1762125" y="2800350"/>
                </a:lnTo>
                <a:close/>
                <a:moveTo>
                  <a:pt x="685800" y="2790825"/>
                </a:moveTo>
                <a:lnTo>
                  <a:pt x="704850" y="2790825"/>
                </a:lnTo>
                <a:lnTo>
                  <a:pt x="704850" y="2800350"/>
                </a:lnTo>
                <a:lnTo>
                  <a:pt x="714375" y="2800350"/>
                </a:lnTo>
                <a:lnTo>
                  <a:pt x="714375" y="2809875"/>
                </a:lnTo>
                <a:lnTo>
                  <a:pt x="704850" y="2809875"/>
                </a:lnTo>
                <a:lnTo>
                  <a:pt x="704850" y="2838450"/>
                </a:lnTo>
                <a:lnTo>
                  <a:pt x="733425" y="2838450"/>
                </a:lnTo>
                <a:lnTo>
                  <a:pt x="733425" y="2847975"/>
                </a:lnTo>
                <a:lnTo>
                  <a:pt x="742950" y="2847975"/>
                </a:lnTo>
                <a:lnTo>
                  <a:pt x="742950" y="2857500"/>
                </a:lnTo>
                <a:lnTo>
                  <a:pt x="762000" y="2857500"/>
                </a:lnTo>
                <a:lnTo>
                  <a:pt x="762000" y="2867025"/>
                </a:lnTo>
                <a:lnTo>
                  <a:pt x="781050" y="2867025"/>
                </a:lnTo>
                <a:lnTo>
                  <a:pt x="781050" y="2857500"/>
                </a:lnTo>
                <a:lnTo>
                  <a:pt x="790575" y="2857500"/>
                </a:lnTo>
                <a:lnTo>
                  <a:pt x="790575" y="2838450"/>
                </a:lnTo>
                <a:lnTo>
                  <a:pt x="800100" y="2838450"/>
                </a:lnTo>
                <a:lnTo>
                  <a:pt x="800100" y="2867025"/>
                </a:lnTo>
                <a:lnTo>
                  <a:pt x="781050" y="2867025"/>
                </a:lnTo>
                <a:lnTo>
                  <a:pt x="781050" y="2876550"/>
                </a:lnTo>
                <a:lnTo>
                  <a:pt x="752475" y="2876550"/>
                </a:lnTo>
                <a:lnTo>
                  <a:pt x="752475" y="2867025"/>
                </a:lnTo>
                <a:lnTo>
                  <a:pt x="723900" y="2867025"/>
                </a:lnTo>
                <a:lnTo>
                  <a:pt x="723900" y="2876550"/>
                </a:lnTo>
                <a:lnTo>
                  <a:pt x="714375" y="2876550"/>
                </a:lnTo>
                <a:lnTo>
                  <a:pt x="714375" y="2867025"/>
                </a:lnTo>
                <a:lnTo>
                  <a:pt x="704850" y="2867025"/>
                </a:lnTo>
                <a:lnTo>
                  <a:pt x="704850" y="2847975"/>
                </a:lnTo>
                <a:lnTo>
                  <a:pt x="695325" y="2847975"/>
                </a:lnTo>
                <a:lnTo>
                  <a:pt x="695325" y="2838450"/>
                </a:lnTo>
                <a:lnTo>
                  <a:pt x="676275" y="2838450"/>
                </a:lnTo>
                <a:lnTo>
                  <a:pt x="676275" y="2828925"/>
                </a:lnTo>
                <a:lnTo>
                  <a:pt x="666750" y="2828925"/>
                </a:lnTo>
                <a:lnTo>
                  <a:pt x="666750" y="2819400"/>
                </a:lnTo>
                <a:lnTo>
                  <a:pt x="676275" y="2819400"/>
                </a:lnTo>
                <a:lnTo>
                  <a:pt x="676275" y="2800350"/>
                </a:lnTo>
                <a:lnTo>
                  <a:pt x="685800" y="2800350"/>
                </a:lnTo>
                <a:close/>
                <a:moveTo>
                  <a:pt x="1057275" y="2819400"/>
                </a:moveTo>
                <a:lnTo>
                  <a:pt x="1066800" y="2819400"/>
                </a:lnTo>
                <a:lnTo>
                  <a:pt x="1066800" y="2828925"/>
                </a:lnTo>
                <a:lnTo>
                  <a:pt x="1057275" y="2828925"/>
                </a:lnTo>
                <a:close/>
                <a:moveTo>
                  <a:pt x="1085850" y="2819400"/>
                </a:moveTo>
                <a:lnTo>
                  <a:pt x="1133475" y="2819400"/>
                </a:lnTo>
                <a:lnTo>
                  <a:pt x="1133475" y="2828925"/>
                </a:lnTo>
                <a:lnTo>
                  <a:pt x="1095375" y="2828925"/>
                </a:lnTo>
                <a:lnTo>
                  <a:pt x="1095375" y="2838450"/>
                </a:lnTo>
                <a:lnTo>
                  <a:pt x="1066800" y="2838450"/>
                </a:lnTo>
                <a:lnTo>
                  <a:pt x="1066800" y="2828925"/>
                </a:lnTo>
                <a:lnTo>
                  <a:pt x="1085850" y="2828925"/>
                </a:lnTo>
                <a:close/>
                <a:moveTo>
                  <a:pt x="1676400" y="2819400"/>
                </a:moveTo>
                <a:lnTo>
                  <a:pt x="1685925" y="2819400"/>
                </a:lnTo>
                <a:lnTo>
                  <a:pt x="1685925" y="2828925"/>
                </a:lnTo>
                <a:lnTo>
                  <a:pt x="1676400" y="2828925"/>
                </a:lnTo>
                <a:close/>
                <a:moveTo>
                  <a:pt x="1133475" y="2828925"/>
                </a:moveTo>
                <a:lnTo>
                  <a:pt x="1143000" y="2828925"/>
                </a:lnTo>
                <a:lnTo>
                  <a:pt x="1143000" y="2838450"/>
                </a:lnTo>
                <a:lnTo>
                  <a:pt x="1133475" y="2838450"/>
                </a:lnTo>
                <a:close/>
                <a:moveTo>
                  <a:pt x="895350" y="2847975"/>
                </a:moveTo>
                <a:lnTo>
                  <a:pt x="914400" y="2847975"/>
                </a:lnTo>
                <a:lnTo>
                  <a:pt x="914400" y="2857500"/>
                </a:lnTo>
                <a:lnTo>
                  <a:pt x="895350" y="2857500"/>
                </a:lnTo>
                <a:close/>
                <a:moveTo>
                  <a:pt x="476250" y="2857500"/>
                </a:moveTo>
                <a:lnTo>
                  <a:pt x="504825" y="2857500"/>
                </a:lnTo>
                <a:lnTo>
                  <a:pt x="504825" y="2867025"/>
                </a:lnTo>
                <a:lnTo>
                  <a:pt x="533400" y="2867025"/>
                </a:lnTo>
                <a:lnTo>
                  <a:pt x="533400" y="2876550"/>
                </a:lnTo>
                <a:lnTo>
                  <a:pt x="514350" y="2876550"/>
                </a:lnTo>
                <a:lnTo>
                  <a:pt x="514350" y="2886075"/>
                </a:lnTo>
                <a:lnTo>
                  <a:pt x="504825" y="2886075"/>
                </a:lnTo>
                <a:lnTo>
                  <a:pt x="504825" y="2876550"/>
                </a:lnTo>
                <a:lnTo>
                  <a:pt x="485775" y="2876550"/>
                </a:lnTo>
                <a:lnTo>
                  <a:pt x="485775" y="2886075"/>
                </a:lnTo>
                <a:lnTo>
                  <a:pt x="447675" y="2886075"/>
                </a:lnTo>
                <a:lnTo>
                  <a:pt x="447675" y="2876550"/>
                </a:lnTo>
                <a:lnTo>
                  <a:pt x="466725" y="2876550"/>
                </a:lnTo>
                <a:lnTo>
                  <a:pt x="466725" y="2867025"/>
                </a:lnTo>
                <a:lnTo>
                  <a:pt x="476250" y="2867025"/>
                </a:lnTo>
                <a:close/>
                <a:moveTo>
                  <a:pt x="914400" y="2857500"/>
                </a:moveTo>
                <a:lnTo>
                  <a:pt x="942975" y="2857500"/>
                </a:lnTo>
                <a:lnTo>
                  <a:pt x="942975" y="2867025"/>
                </a:lnTo>
                <a:lnTo>
                  <a:pt x="914400" y="2867025"/>
                </a:lnTo>
                <a:close/>
                <a:moveTo>
                  <a:pt x="561975" y="2876550"/>
                </a:moveTo>
                <a:lnTo>
                  <a:pt x="571500" y="2876550"/>
                </a:lnTo>
                <a:lnTo>
                  <a:pt x="571500" y="2886075"/>
                </a:lnTo>
                <a:lnTo>
                  <a:pt x="561975" y="2886075"/>
                </a:lnTo>
                <a:close/>
                <a:moveTo>
                  <a:pt x="1847850" y="2886075"/>
                </a:moveTo>
                <a:lnTo>
                  <a:pt x="1857375" y="2886075"/>
                </a:lnTo>
                <a:lnTo>
                  <a:pt x="1857375" y="2905125"/>
                </a:lnTo>
                <a:lnTo>
                  <a:pt x="1847850" y="2905125"/>
                </a:lnTo>
                <a:close/>
                <a:moveTo>
                  <a:pt x="981075" y="2905125"/>
                </a:moveTo>
                <a:lnTo>
                  <a:pt x="1028700" y="2905125"/>
                </a:lnTo>
                <a:lnTo>
                  <a:pt x="1028700" y="2914650"/>
                </a:lnTo>
                <a:lnTo>
                  <a:pt x="981075" y="2914650"/>
                </a:lnTo>
                <a:close/>
                <a:moveTo>
                  <a:pt x="609600" y="2933700"/>
                </a:moveTo>
                <a:lnTo>
                  <a:pt x="619125" y="2933700"/>
                </a:lnTo>
                <a:lnTo>
                  <a:pt x="619125" y="2943225"/>
                </a:lnTo>
                <a:lnTo>
                  <a:pt x="609600" y="2943225"/>
                </a:lnTo>
                <a:close/>
                <a:moveTo>
                  <a:pt x="428625" y="2943225"/>
                </a:moveTo>
                <a:lnTo>
                  <a:pt x="438150" y="2943225"/>
                </a:lnTo>
                <a:lnTo>
                  <a:pt x="438150" y="2952750"/>
                </a:lnTo>
                <a:lnTo>
                  <a:pt x="428625" y="2952750"/>
                </a:lnTo>
                <a:close/>
                <a:moveTo>
                  <a:pt x="571500" y="2943225"/>
                </a:moveTo>
                <a:lnTo>
                  <a:pt x="600075" y="2943225"/>
                </a:lnTo>
                <a:lnTo>
                  <a:pt x="600075" y="2952750"/>
                </a:lnTo>
                <a:lnTo>
                  <a:pt x="590550" y="2952750"/>
                </a:lnTo>
                <a:lnTo>
                  <a:pt x="590550" y="2962275"/>
                </a:lnTo>
                <a:lnTo>
                  <a:pt x="571500" y="2962275"/>
                </a:lnTo>
                <a:close/>
                <a:moveTo>
                  <a:pt x="628650" y="2943225"/>
                </a:moveTo>
                <a:lnTo>
                  <a:pt x="657225" y="2943225"/>
                </a:lnTo>
                <a:lnTo>
                  <a:pt x="657225" y="2952750"/>
                </a:lnTo>
                <a:lnTo>
                  <a:pt x="666750" y="2952750"/>
                </a:lnTo>
                <a:lnTo>
                  <a:pt x="666750" y="2962275"/>
                </a:lnTo>
                <a:lnTo>
                  <a:pt x="676275" y="2962275"/>
                </a:lnTo>
                <a:lnTo>
                  <a:pt x="676275" y="2971800"/>
                </a:lnTo>
                <a:lnTo>
                  <a:pt x="666750" y="2971800"/>
                </a:lnTo>
                <a:lnTo>
                  <a:pt x="666750" y="2981325"/>
                </a:lnTo>
                <a:lnTo>
                  <a:pt x="657225" y="2981325"/>
                </a:lnTo>
                <a:lnTo>
                  <a:pt x="657225" y="2971800"/>
                </a:lnTo>
                <a:lnTo>
                  <a:pt x="647700" y="2971800"/>
                </a:lnTo>
                <a:lnTo>
                  <a:pt x="647700" y="2962275"/>
                </a:lnTo>
                <a:lnTo>
                  <a:pt x="619125" y="2962275"/>
                </a:lnTo>
                <a:lnTo>
                  <a:pt x="619125" y="2952750"/>
                </a:lnTo>
                <a:lnTo>
                  <a:pt x="628650" y="2952750"/>
                </a:lnTo>
                <a:close/>
                <a:moveTo>
                  <a:pt x="438150" y="2952750"/>
                </a:moveTo>
                <a:lnTo>
                  <a:pt x="447675" y="2952750"/>
                </a:lnTo>
                <a:lnTo>
                  <a:pt x="447675" y="2962275"/>
                </a:lnTo>
                <a:lnTo>
                  <a:pt x="438150" y="2962275"/>
                </a:lnTo>
                <a:close/>
                <a:moveTo>
                  <a:pt x="466725" y="2952750"/>
                </a:moveTo>
                <a:lnTo>
                  <a:pt x="485775" y="2952750"/>
                </a:lnTo>
                <a:lnTo>
                  <a:pt x="485775" y="2962275"/>
                </a:lnTo>
                <a:lnTo>
                  <a:pt x="523875" y="2962275"/>
                </a:lnTo>
                <a:lnTo>
                  <a:pt x="523875" y="2952750"/>
                </a:lnTo>
                <a:lnTo>
                  <a:pt x="552450" y="2952750"/>
                </a:lnTo>
                <a:lnTo>
                  <a:pt x="552450" y="2962275"/>
                </a:lnTo>
                <a:lnTo>
                  <a:pt x="571500" y="2962275"/>
                </a:lnTo>
                <a:lnTo>
                  <a:pt x="571500" y="2971800"/>
                </a:lnTo>
                <a:lnTo>
                  <a:pt x="552450" y="2971800"/>
                </a:lnTo>
                <a:lnTo>
                  <a:pt x="552450" y="2981325"/>
                </a:lnTo>
                <a:lnTo>
                  <a:pt x="542925" y="2981325"/>
                </a:lnTo>
                <a:lnTo>
                  <a:pt x="542925" y="2990850"/>
                </a:lnTo>
                <a:lnTo>
                  <a:pt x="533400" y="2990850"/>
                </a:lnTo>
                <a:lnTo>
                  <a:pt x="533400" y="2981325"/>
                </a:lnTo>
                <a:lnTo>
                  <a:pt x="523875" y="2981325"/>
                </a:lnTo>
                <a:lnTo>
                  <a:pt x="523875" y="2971800"/>
                </a:lnTo>
                <a:lnTo>
                  <a:pt x="457200" y="2971800"/>
                </a:lnTo>
                <a:lnTo>
                  <a:pt x="457200" y="2962275"/>
                </a:lnTo>
                <a:lnTo>
                  <a:pt x="466725" y="2962275"/>
                </a:lnTo>
                <a:close/>
                <a:moveTo>
                  <a:pt x="695325" y="2962275"/>
                </a:moveTo>
                <a:lnTo>
                  <a:pt x="704850" y="2962275"/>
                </a:lnTo>
                <a:lnTo>
                  <a:pt x="704850" y="2971800"/>
                </a:lnTo>
                <a:lnTo>
                  <a:pt x="695325" y="2971800"/>
                </a:lnTo>
                <a:close/>
                <a:moveTo>
                  <a:pt x="1857375" y="2962275"/>
                </a:moveTo>
                <a:lnTo>
                  <a:pt x="1866900" y="2962275"/>
                </a:lnTo>
                <a:lnTo>
                  <a:pt x="1866900" y="2981325"/>
                </a:lnTo>
                <a:lnTo>
                  <a:pt x="1857375" y="2981325"/>
                </a:lnTo>
                <a:close/>
                <a:moveTo>
                  <a:pt x="609600" y="2971800"/>
                </a:moveTo>
                <a:lnTo>
                  <a:pt x="619125" y="2971800"/>
                </a:lnTo>
                <a:lnTo>
                  <a:pt x="619125" y="3000375"/>
                </a:lnTo>
                <a:lnTo>
                  <a:pt x="609600" y="3000375"/>
                </a:lnTo>
                <a:close/>
                <a:moveTo>
                  <a:pt x="1838325" y="2971800"/>
                </a:moveTo>
                <a:lnTo>
                  <a:pt x="1847850" y="2971800"/>
                </a:lnTo>
                <a:lnTo>
                  <a:pt x="1847850" y="3000375"/>
                </a:lnTo>
                <a:lnTo>
                  <a:pt x="1838325" y="3000375"/>
                </a:lnTo>
                <a:close/>
                <a:moveTo>
                  <a:pt x="685800" y="2990850"/>
                </a:moveTo>
                <a:lnTo>
                  <a:pt x="704850" y="2990850"/>
                </a:lnTo>
                <a:lnTo>
                  <a:pt x="704850" y="3019425"/>
                </a:lnTo>
                <a:lnTo>
                  <a:pt x="752475" y="3019425"/>
                </a:lnTo>
                <a:lnTo>
                  <a:pt x="752475" y="3028950"/>
                </a:lnTo>
                <a:lnTo>
                  <a:pt x="771525" y="3028950"/>
                </a:lnTo>
                <a:lnTo>
                  <a:pt x="771525" y="3038475"/>
                </a:lnTo>
                <a:lnTo>
                  <a:pt x="742950" y="3038475"/>
                </a:lnTo>
                <a:lnTo>
                  <a:pt x="742950" y="3028950"/>
                </a:lnTo>
                <a:lnTo>
                  <a:pt x="695325" y="3028950"/>
                </a:lnTo>
                <a:lnTo>
                  <a:pt x="695325" y="3019425"/>
                </a:lnTo>
                <a:lnTo>
                  <a:pt x="676275" y="3019425"/>
                </a:lnTo>
                <a:lnTo>
                  <a:pt x="676275" y="3028950"/>
                </a:lnTo>
                <a:lnTo>
                  <a:pt x="657225" y="3028950"/>
                </a:lnTo>
                <a:lnTo>
                  <a:pt x="657225" y="3048000"/>
                </a:lnTo>
                <a:lnTo>
                  <a:pt x="647700" y="3048000"/>
                </a:lnTo>
                <a:lnTo>
                  <a:pt x="647700" y="3038475"/>
                </a:lnTo>
                <a:lnTo>
                  <a:pt x="638175" y="3038475"/>
                </a:lnTo>
                <a:lnTo>
                  <a:pt x="638175" y="3019425"/>
                </a:lnTo>
                <a:lnTo>
                  <a:pt x="657225" y="3019425"/>
                </a:lnTo>
                <a:lnTo>
                  <a:pt x="657225" y="3009900"/>
                </a:lnTo>
                <a:lnTo>
                  <a:pt x="666750" y="3009900"/>
                </a:lnTo>
                <a:lnTo>
                  <a:pt x="666750" y="3000375"/>
                </a:lnTo>
                <a:lnTo>
                  <a:pt x="685800" y="3000375"/>
                </a:lnTo>
                <a:close/>
                <a:moveTo>
                  <a:pt x="962025" y="2990850"/>
                </a:moveTo>
                <a:lnTo>
                  <a:pt x="1009650" y="2990850"/>
                </a:lnTo>
                <a:lnTo>
                  <a:pt x="1009650" y="3009900"/>
                </a:lnTo>
                <a:lnTo>
                  <a:pt x="971550" y="3009900"/>
                </a:lnTo>
                <a:lnTo>
                  <a:pt x="971550" y="3000375"/>
                </a:lnTo>
                <a:lnTo>
                  <a:pt x="962025" y="3000375"/>
                </a:lnTo>
                <a:close/>
                <a:moveTo>
                  <a:pt x="847725" y="3009900"/>
                </a:moveTo>
                <a:lnTo>
                  <a:pt x="876300" y="3009900"/>
                </a:lnTo>
                <a:lnTo>
                  <a:pt x="876300" y="3019425"/>
                </a:lnTo>
                <a:lnTo>
                  <a:pt x="857250" y="3019425"/>
                </a:lnTo>
                <a:lnTo>
                  <a:pt x="857250" y="3028950"/>
                </a:lnTo>
                <a:lnTo>
                  <a:pt x="847725" y="3028950"/>
                </a:lnTo>
                <a:close/>
                <a:moveTo>
                  <a:pt x="381000" y="3019425"/>
                </a:moveTo>
                <a:lnTo>
                  <a:pt x="400050" y="3019425"/>
                </a:lnTo>
                <a:lnTo>
                  <a:pt x="400050" y="3038475"/>
                </a:lnTo>
                <a:lnTo>
                  <a:pt x="390525" y="3038475"/>
                </a:lnTo>
                <a:lnTo>
                  <a:pt x="390525" y="3048000"/>
                </a:lnTo>
                <a:lnTo>
                  <a:pt x="381000" y="3048000"/>
                </a:lnTo>
                <a:close/>
                <a:moveTo>
                  <a:pt x="962025" y="3019425"/>
                </a:moveTo>
                <a:lnTo>
                  <a:pt x="971550" y="3019425"/>
                </a:lnTo>
                <a:lnTo>
                  <a:pt x="971550" y="3028950"/>
                </a:lnTo>
                <a:lnTo>
                  <a:pt x="962025" y="3028950"/>
                </a:lnTo>
                <a:close/>
                <a:moveTo>
                  <a:pt x="323850" y="3028950"/>
                </a:moveTo>
                <a:lnTo>
                  <a:pt x="333375" y="3028950"/>
                </a:lnTo>
                <a:lnTo>
                  <a:pt x="333375" y="3048000"/>
                </a:lnTo>
                <a:lnTo>
                  <a:pt x="323850" y="3048000"/>
                </a:lnTo>
                <a:close/>
                <a:moveTo>
                  <a:pt x="790575" y="3028950"/>
                </a:moveTo>
                <a:lnTo>
                  <a:pt x="847725" y="3028950"/>
                </a:lnTo>
                <a:lnTo>
                  <a:pt x="847725" y="3038475"/>
                </a:lnTo>
                <a:lnTo>
                  <a:pt x="790575" y="3038475"/>
                </a:lnTo>
                <a:close/>
                <a:moveTo>
                  <a:pt x="533400" y="3048000"/>
                </a:moveTo>
                <a:lnTo>
                  <a:pt x="542925" y="3048000"/>
                </a:lnTo>
                <a:lnTo>
                  <a:pt x="542925" y="3057525"/>
                </a:lnTo>
                <a:lnTo>
                  <a:pt x="533400" y="3057525"/>
                </a:lnTo>
                <a:close/>
                <a:moveTo>
                  <a:pt x="657225" y="3048000"/>
                </a:moveTo>
                <a:lnTo>
                  <a:pt x="676275" y="3048000"/>
                </a:lnTo>
                <a:lnTo>
                  <a:pt x="676275" y="3057525"/>
                </a:lnTo>
                <a:lnTo>
                  <a:pt x="685800" y="3057525"/>
                </a:lnTo>
                <a:lnTo>
                  <a:pt x="685800" y="3076575"/>
                </a:lnTo>
                <a:lnTo>
                  <a:pt x="676275" y="3076575"/>
                </a:lnTo>
                <a:lnTo>
                  <a:pt x="676275" y="3086100"/>
                </a:lnTo>
                <a:lnTo>
                  <a:pt x="638175" y="3086100"/>
                </a:lnTo>
                <a:lnTo>
                  <a:pt x="638175" y="3095625"/>
                </a:lnTo>
                <a:lnTo>
                  <a:pt x="628650" y="3095625"/>
                </a:lnTo>
                <a:lnTo>
                  <a:pt x="628650" y="3114675"/>
                </a:lnTo>
                <a:lnTo>
                  <a:pt x="638175" y="3114675"/>
                </a:lnTo>
                <a:lnTo>
                  <a:pt x="638175" y="3124200"/>
                </a:lnTo>
                <a:lnTo>
                  <a:pt x="647700" y="3124200"/>
                </a:lnTo>
                <a:lnTo>
                  <a:pt x="647700" y="3152775"/>
                </a:lnTo>
                <a:lnTo>
                  <a:pt x="657225" y="3152775"/>
                </a:lnTo>
                <a:lnTo>
                  <a:pt x="657225" y="3162300"/>
                </a:lnTo>
                <a:lnTo>
                  <a:pt x="647700" y="3162300"/>
                </a:lnTo>
                <a:lnTo>
                  <a:pt x="647700" y="3181350"/>
                </a:lnTo>
                <a:lnTo>
                  <a:pt x="638175" y="3181350"/>
                </a:lnTo>
                <a:lnTo>
                  <a:pt x="638175" y="3171825"/>
                </a:lnTo>
                <a:lnTo>
                  <a:pt x="628650" y="3171825"/>
                </a:lnTo>
                <a:lnTo>
                  <a:pt x="628650" y="3124200"/>
                </a:lnTo>
                <a:lnTo>
                  <a:pt x="619125" y="3124200"/>
                </a:lnTo>
                <a:lnTo>
                  <a:pt x="619125" y="3076575"/>
                </a:lnTo>
                <a:lnTo>
                  <a:pt x="638175" y="3076575"/>
                </a:lnTo>
                <a:lnTo>
                  <a:pt x="638175" y="3067050"/>
                </a:lnTo>
                <a:lnTo>
                  <a:pt x="647700" y="3067050"/>
                </a:lnTo>
                <a:lnTo>
                  <a:pt x="647700" y="3057525"/>
                </a:lnTo>
                <a:lnTo>
                  <a:pt x="657225" y="3057525"/>
                </a:lnTo>
                <a:close/>
                <a:moveTo>
                  <a:pt x="1724025" y="3048000"/>
                </a:moveTo>
                <a:lnTo>
                  <a:pt x="1733550" y="3048000"/>
                </a:lnTo>
                <a:lnTo>
                  <a:pt x="1733550" y="3057525"/>
                </a:lnTo>
                <a:lnTo>
                  <a:pt x="1724025" y="3057525"/>
                </a:lnTo>
                <a:close/>
                <a:moveTo>
                  <a:pt x="542925" y="3057525"/>
                </a:moveTo>
                <a:lnTo>
                  <a:pt x="552450" y="3057525"/>
                </a:lnTo>
                <a:lnTo>
                  <a:pt x="552450" y="3067050"/>
                </a:lnTo>
                <a:lnTo>
                  <a:pt x="542925" y="3067050"/>
                </a:lnTo>
                <a:close/>
                <a:moveTo>
                  <a:pt x="1714500" y="3057525"/>
                </a:moveTo>
                <a:lnTo>
                  <a:pt x="1724025" y="3057525"/>
                </a:lnTo>
                <a:lnTo>
                  <a:pt x="1724025" y="3067050"/>
                </a:lnTo>
                <a:lnTo>
                  <a:pt x="1714500" y="3067050"/>
                </a:lnTo>
                <a:close/>
                <a:moveTo>
                  <a:pt x="838200" y="3067050"/>
                </a:moveTo>
                <a:lnTo>
                  <a:pt x="847725" y="3067050"/>
                </a:lnTo>
                <a:lnTo>
                  <a:pt x="847725" y="3076575"/>
                </a:lnTo>
                <a:lnTo>
                  <a:pt x="838200" y="3076575"/>
                </a:lnTo>
                <a:close/>
                <a:moveTo>
                  <a:pt x="952500" y="3067050"/>
                </a:moveTo>
                <a:lnTo>
                  <a:pt x="962025" y="3067050"/>
                </a:lnTo>
                <a:lnTo>
                  <a:pt x="962025" y="3076575"/>
                </a:lnTo>
                <a:lnTo>
                  <a:pt x="952500" y="3076575"/>
                </a:lnTo>
                <a:close/>
                <a:moveTo>
                  <a:pt x="1057275" y="3067050"/>
                </a:moveTo>
                <a:lnTo>
                  <a:pt x="1076325" y="3067050"/>
                </a:lnTo>
                <a:lnTo>
                  <a:pt x="1076325" y="3076575"/>
                </a:lnTo>
                <a:lnTo>
                  <a:pt x="1066800" y="3076575"/>
                </a:lnTo>
                <a:lnTo>
                  <a:pt x="1066800" y="3086100"/>
                </a:lnTo>
                <a:lnTo>
                  <a:pt x="1057275" y="3086100"/>
                </a:lnTo>
                <a:close/>
                <a:moveTo>
                  <a:pt x="695325" y="3086100"/>
                </a:moveTo>
                <a:lnTo>
                  <a:pt x="704850" y="3086100"/>
                </a:lnTo>
                <a:lnTo>
                  <a:pt x="704850" y="3105150"/>
                </a:lnTo>
                <a:lnTo>
                  <a:pt x="695325" y="3105150"/>
                </a:lnTo>
                <a:lnTo>
                  <a:pt x="695325" y="3114675"/>
                </a:lnTo>
                <a:lnTo>
                  <a:pt x="685800" y="3114675"/>
                </a:lnTo>
                <a:lnTo>
                  <a:pt x="685800" y="3095625"/>
                </a:lnTo>
                <a:lnTo>
                  <a:pt x="695325" y="3095625"/>
                </a:lnTo>
                <a:close/>
                <a:moveTo>
                  <a:pt x="790575" y="3086100"/>
                </a:moveTo>
                <a:lnTo>
                  <a:pt x="819150" y="3086100"/>
                </a:lnTo>
                <a:lnTo>
                  <a:pt x="819150" y="3095625"/>
                </a:lnTo>
                <a:lnTo>
                  <a:pt x="790575" y="3095625"/>
                </a:lnTo>
                <a:close/>
                <a:moveTo>
                  <a:pt x="1562100" y="3095625"/>
                </a:moveTo>
                <a:lnTo>
                  <a:pt x="1571625" y="3095625"/>
                </a:lnTo>
                <a:lnTo>
                  <a:pt x="1571625" y="3114675"/>
                </a:lnTo>
                <a:lnTo>
                  <a:pt x="1562100" y="3114675"/>
                </a:lnTo>
                <a:close/>
                <a:moveTo>
                  <a:pt x="552450" y="3105150"/>
                </a:moveTo>
                <a:lnTo>
                  <a:pt x="561975" y="3105150"/>
                </a:lnTo>
                <a:lnTo>
                  <a:pt x="561975" y="3124200"/>
                </a:lnTo>
                <a:lnTo>
                  <a:pt x="552450" y="3124200"/>
                </a:lnTo>
                <a:close/>
                <a:moveTo>
                  <a:pt x="476250" y="3114675"/>
                </a:moveTo>
                <a:lnTo>
                  <a:pt x="485775" y="3114675"/>
                </a:lnTo>
                <a:lnTo>
                  <a:pt x="485775" y="3124200"/>
                </a:lnTo>
                <a:lnTo>
                  <a:pt x="476250" y="3124200"/>
                </a:lnTo>
                <a:close/>
                <a:moveTo>
                  <a:pt x="695325" y="3114675"/>
                </a:moveTo>
                <a:lnTo>
                  <a:pt x="704850" y="3114675"/>
                </a:lnTo>
                <a:lnTo>
                  <a:pt x="704850" y="3124200"/>
                </a:lnTo>
                <a:lnTo>
                  <a:pt x="695325" y="3124200"/>
                </a:lnTo>
                <a:close/>
                <a:moveTo>
                  <a:pt x="819150" y="3114675"/>
                </a:moveTo>
                <a:lnTo>
                  <a:pt x="828675" y="3114675"/>
                </a:lnTo>
                <a:lnTo>
                  <a:pt x="828675" y="3124200"/>
                </a:lnTo>
                <a:lnTo>
                  <a:pt x="819150" y="3124200"/>
                </a:lnTo>
                <a:close/>
                <a:moveTo>
                  <a:pt x="1724025" y="3124200"/>
                </a:moveTo>
                <a:lnTo>
                  <a:pt x="1743075" y="3124200"/>
                </a:lnTo>
                <a:lnTo>
                  <a:pt x="1743075" y="3143250"/>
                </a:lnTo>
                <a:lnTo>
                  <a:pt x="1733550" y="3143250"/>
                </a:lnTo>
                <a:lnTo>
                  <a:pt x="1733550" y="3133725"/>
                </a:lnTo>
                <a:lnTo>
                  <a:pt x="1724025" y="3133725"/>
                </a:lnTo>
                <a:close/>
                <a:moveTo>
                  <a:pt x="762000" y="3133725"/>
                </a:moveTo>
                <a:lnTo>
                  <a:pt x="771525" y="3133725"/>
                </a:lnTo>
                <a:lnTo>
                  <a:pt x="771525" y="3143250"/>
                </a:lnTo>
                <a:lnTo>
                  <a:pt x="762000" y="3143250"/>
                </a:lnTo>
                <a:close/>
                <a:moveTo>
                  <a:pt x="552450" y="3143250"/>
                </a:moveTo>
                <a:lnTo>
                  <a:pt x="561975" y="3143250"/>
                </a:lnTo>
                <a:lnTo>
                  <a:pt x="561975" y="3152775"/>
                </a:lnTo>
                <a:lnTo>
                  <a:pt x="552450" y="3152775"/>
                </a:lnTo>
                <a:close/>
                <a:moveTo>
                  <a:pt x="666750" y="3171825"/>
                </a:moveTo>
                <a:lnTo>
                  <a:pt x="714375" y="3171825"/>
                </a:lnTo>
                <a:lnTo>
                  <a:pt x="714375" y="3181350"/>
                </a:lnTo>
                <a:lnTo>
                  <a:pt x="704850" y="3181350"/>
                </a:lnTo>
                <a:lnTo>
                  <a:pt x="704850" y="3190875"/>
                </a:lnTo>
                <a:lnTo>
                  <a:pt x="676275" y="3190875"/>
                </a:lnTo>
                <a:lnTo>
                  <a:pt x="676275" y="3181350"/>
                </a:lnTo>
                <a:lnTo>
                  <a:pt x="666750" y="3181350"/>
                </a:lnTo>
                <a:close/>
                <a:moveTo>
                  <a:pt x="723900" y="3171825"/>
                </a:moveTo>
                <a:lnTo>
                  <a:pt x="742950" y="3171825"/>
                </a:lnTo>
                <a:lnTo>
                  <a:pt x="742950" y="3181350"/>
                </a:lnTo>
                <a:lnTo>
                  <a:pt x="762000" y="3181350"/>
                </a:lnTo>
                <a:lnTo>
                  <a:pt x="762000" y="3200400"/>
                </a:lnTo>
                <a:lnTo>
                  <a:pt x="733425" y="3200400"/>
                </a:lnTo>
                <a:lnTo>
                  <a:pt x="733425" y="3181350"/>
                </a:lnTo>
                <a:lnTo>
                  <a:pt x="723900" y="3181350"/>
                </a:lnTo>
                <a:close/>
                <a:moveTo>
                  <a:pt x="781050" y="3171825"/>
                </a:moveTo>
                <a:lnTo>
                  <a:pt x="790575" y="3171825"/>
                </a:lnTo>
                <a:lnTo>
                  <a:pt x="790575" y="3181350"/>
                </a:lnTo>
                <a:lnTo>
                  <a:pt x="781050" y="3181350"/>
                </a:lnTo>
                <a:close/>
                <a:moveTo>
                  <a:pt x="904875" y="3181350"/>
                </a:moveTo>
                <a:lnTo>
                  <a:pt x="914400" y="3181350"/>
                </a:lnTo>
                <a:lnTo>
                  <a:pt x="914400" y="3190875"/>
                </a:lnTo>
                <a:lnTo>
                  <a:pt x="904875" y="3190875"/>
                </a:lnTo>
                <a:close/>
                <a:moveTo>
                  <a:pt x="923925" y="3181350"/>
                </a:moveTo>
                <a:lnTo>
                  <a:pt x="933450" y="3181350"/>
                </a:lnTo>
                <a:lnTo>
                  <a:pt x="933450" y="3190875"/>
                </a:lnTo>
                <a:lnTo>
                  <a:pt x="923925" y="3190875"/>
                </a:lnTo>
                <a:close/>
                <a:moveTo>
                  <a:pt x="552450" y="3190875"/>
                </a:moveTo>
                <a:lnTo>
                  <a:pt x="561975" y="3190875"/>
                </a:lnTo>
                <a:lnTo>
                  <a:pt x="561975" y="3200400"/>
                </a:lnTo>
                <a:lnTo>
                  <a:pt x="552450" y="3200400"/>
                </a:lnTo>
                <a:close/>
                <a:moveTo>
                  <a:pt x="685800" y="3200400"/>
                </a:moveTo>
                <a:lnTo>
                  <a:pt x="704850" y="3200400"/>
                </a:lnTo>
                <a:lnTo>
                  <a:pt x="704850" y="3209925"/>
                </a:lnTo>
                <a:lnTo>
                  <a:pt x="685800" y="3209925"/>
                </a:lnTo>
                <a:close/>
                <a:moveTo>
                  <a:pt x="495300" y="3209925"/>
                </a:moveTo>
                <a:lnTo>
                  <a:pt x="504825" y="3209925"/>
                </a:lnTo>
                <a:lnTo>
                  <a:pt x="504825" y="3219450"/>
                </a:lnTo>
                <a:lnTo>
                  <a:pt x="542925" y="3219450"/>
                </a:lnTo>
                <a:lnTo>
                  <a:pt x="542925" y="3209925"/>
                </a:lnTo>
                <a:lnTo>
                  <a:pt x="561975" y="3209925"/>
                </a:lnTo>
                <a:lnTo>
                  <a:pt x="561975" y="3228975"/>
                </a:lnTo>
                <a:lnTo>
                  <a:pt x="590550" y="3228975"/>
                </a:lnTo>
                <a:lnTo>
                  <a:pt x="590550" y="3238500"/>
                </a:lnTo>
                <a:lnTo>
                  <a:pt x="542925" y="3238500"/>
                </a:lnTo>
                <a:lnTo>
                  <a:pt x="542925" y="3248025"/>
                </a:lnTo>
                <a:lnTo>
                  <a:pt x="514350" y="3248025"/>
                </a:lnTo>
                <a:lnTo>
                  <a:pt x="514350" y="3238500"/>
                </a:lnTo>
                <a:lnTo>
                  <a:pt x="495300" y="3238500"/>
                </a:lnTo>
                <a:lnTo>
                  <a:pt x="495300" y="3248025"/>
                </a:lnTo>
                <a:lnTo>
                  <a:pt x="485775" y="3248025"/>
                </a:lnTo>
                <a:lnTo>
                  <a:pt x="485775" y="3257550"/>
                </a:lnTo>
                <a:lnTo>
                  <a:pt x="457200" y="3257550"/>
                </a:lnTo>
                <a:lnTo>
                  <a:pt x="457200" y="3248025"/>
                </a:lnTo>
                <a:lnTo>
                  <a:pt x="466725" y="3248025"/>
                </a:lnTo>
                <a:lnTo>
                  <a:pt x="466725" y="3238500"/>
                </a:lnTo>
                <a:lnTo>
                  <a:pt x="447675" y="3238500"/>
                </a:lnTo>
                <a:lnTo>
                  <a:pt x="447675" y="3257550"/>
                </a:lnTo>
                <a:lnTo>
                  <a:pt x="438150" y="3257550"/>
                </a:lnTo>
                <a:lnTo>
                  <a:pt x="438150" y="3267075"/>
                </a:lnTo>
                <a:lnTo>
                  <a:pt x="409575" y="3267075"/>
                </a:lnTo>
                <a:lnTo>
                  <a:pt x="409575" y="3276600"/>
                </a:lnTo>
                <a:lnTo>
                  <a:pt x="390525" y="3276600"/>
                </a:lnTo>
                <a:lnTo>
                  <a:pt x="390525" y="3238500"/>
                </a:lnTo>
                <a:lnTo>
                  <a:pt x="409575" y="3238500"/>
                </a:lnTo>
                <a:lnTo>
                  <a:pt x="409575" y="3228975"/>
                </a:lnTo>
                <a:lnTo>
                  <a:pt x="419100" y="3228975"/>
                </a:lnTo>
                <a:lnTo>
                  <a:pt x="419100" y="3219450"/>
                </a:lnTo>
                <a:lnTo>
                  <a:pt x="438150" y="3219450"/>
                </a:lnTo>
                <a:lnTo>
                  <a:pt x="438150" y="3228975"/>
                </a:lnTo>
                <a:lnTo>
                  <a:pt x="476250" y="3228975"/>
                </a:lnTo>
                <a:lnTo>
                  <a:pt x="476250" y="3219450"/>
                </a:lnTo>
                <a:lnTo>
                  <a:pt x="495300" y="3219450"/>
                </a:lnTo>
                <a:close/>
                <a:moveTo>
                  <a:pt x="1876425" y="3209925"/>
                </a:moveTo>
                <a:lnTo>
                  <a:pt x="1885950" y="3209925"/>
                </a:lnTo>
                <a:lnTo>
                  <a:pt x="1885950" y="3228975"/>
                </a:lnTo>
                <a:lnTo>
                  <a:pt x="1876425" y="3228975"/>
                </a:lnTo>
                <a:close/>
                <a:moveTo>
                  <a:pt x="638175" y="3276600"/>
                </a:moveTo>
                <a:lnTo>
                  <a:pt x="657225" y="3276600"/>
                </a:lnTo>
                <a:lnTo>
                  <a:pt x="657225" y="3286125"/>
                </a:lnTo>
                <a:lnTo>
                  <a:pt x="647700" y="3286125"/>
                </a:lnTo>
                <a:lnTo>
                  <a:pt x="647700" y="3295650"/>
                </a:lnTo>
                <a:lnTo>
                  <a:pt x="657225" y="3295650"/>
                </a:lnTo>
                <a:lnTo>
                  <a:pt x="657225" y="3305175"/>
                </a:lnTo>
                <a:lnTo>
                  <a:pt x="666750" y="3305175"/>
                </a:lnTo>
                <a:lnTo>
                  <a:pt x="666750" y="3324225"/>
                </a:lnTo>
                <a:lnTo>
                  <a:pt x="657225" y="3324225"/>
                </a:lnTo>
                <a:lnTo>
                  <a:pt x="657225" y="3314700"/>
                </a:lnTo>
                <a:lnTo>
                  <a:pt x="638175" y="3314700"/>
                </a:lnTo>
                <a:close/>
                <a:moveTo>
                  <a:pt x="676275" y="3276600"/>
                </a:moveTo>
                <a:lnTo>
                  <a:pt x="704850" y="3276600"/>
                </a:lnTo>
                <a:lnTo>
                  <a:pt x="704850" y="3286125"/>
                </a:lnTo>
                <a:lnTo>
                  <a:pt x="676275" y="3286125"/>
                </a:lnTo>
                <a:close/>
                <a:moveTo>
                  <a:pt x="304800" y="3286125"/>
                </a:moveTo>
                <a:lnTo>
                  <a:pt x="314325" y="3286125"/>
                </a:lnTo>
                <a:lnTo>
                  <a:pt x="314325" y="3295650"/>
                </a:lnTo>
                <a:lnTo>
                  <a:pt x="304800" y="3295650"/>
                </a:lnTo>
                <a:close/>
                <a:moveTo>
                  <a:pt x="981075" y="3286125"/>
                </a:moveTo>
                <a:lnTo>
                  <a:pt x="990600" y="3286125"/>
                </a:lnTo>
                <a:lnTo>
                  <a:pt x="990600" y="3305175"/>
                </a:lnTo>
                <a:lnTo>
                  <a:pt x="981075" y="3305175"/>
                </a:lnTo>
                <a:close/>
                <a:moveTo>
                  <a:pt x="314325" y="3305175"/>
                </a:moveTo>
                <a:lnTo>
                  <a:pt x="323850" y="3305175"/>
                </a:lnTo>
                <a:lnTo>
                  <a:pt x="323850" y="3314700"/>
                </a:lnTo>
                <a:lnTo>
                  <a:pt x="314325" y="3314700"/>
                </a:lnTo>
                <a:close/>
                <a:moveTo>
                  <a:pt x="1876425" y="3314700"/>
                </a:moveTo>
                <a:lnTo>
                  <a:pt x="1885950" y="3314700"/>
                </a:lnTo>
                <a:lnTo>
                  <a:pt x="1885950" y="3352800"/>
                </a:lnTo>
                <a:lnTo>
                  <a:pt x="1866900" y="3352800"/>
                </a:lnTo>
                <a:lnTo>
                  <a:pt x="1866900" y="3333750"/>
                </a:lnTo>
                <a:lnTo>
                  <a:pt x="1876425" y="3333750"/>
                </a:lnTo>
                <a:close/>
                <a:moveTo>
                  <a:pt x="666750" y="3333750"/>
                </a:moveTo>
                <a:lnTo>
                  <a:pt x="685800" y="3333750"/>
                </a:lnTo>
                <a:lnTo>
                  <a:pt x="685800" y="3343275"/>
                </a:lnTo>
                <a:lnTo>
                  <a:pt x="695325" y="3343275"/>
                </a:lnTo>
                <a:lnTo>
                  <a:pt x="695325" y="3333750"/>
                </a:lnTo>
                <a:lnTo>
                  <a:pt x="733425" y="3333750"/>
                </a:lnTo>
                <a:lnTo>
                  <a:pt x="733425" y="3343275"/>
                </a:lnTo>
                <a:lnTo>
                  <a:pt x="704850" y="3343275"/>
                </a:lnTo>
                <a:lnTo>
                  <a:pt x="704850" y="3352800"/>
                </a:lnTo>
                <a:lnTo>
                  <a:pt x="676275" y="3352800"/>
                </a:lnTo>
                <a:lnTo>
                  <a:pt x="676275" y="3343275"/>
                </a:lnTo>
                <a:lnTo>
                  <a:pt x="666750" y="3343275"/>
                </a:lnTo>
                <a:close/>
                <a:moveTo>
                  <a:pt x="742950" y="3333750"/>
                </a:moveTo>
                <a:lnTo>
                  <a:pt x="828675" y="3333750"/>
                </a:lnTo>
                <a:lnTo>
                  <a:pt x="828675" y="3352800"/>
                </a:lnTo>
                <a:lnTo>
                  <a:pt x="838200" y="3352800"/>
                </a:lnTo>
                <a:lnTo>
                  <a:pt x="838200" y="3362325"/>
                </a:lnTo>
                <a:lnTo>
                  <a:pt x="828675" y="3362325"/>
                </a:lnTo>
                <a:lnTo>
                  <a:pt x="828675" y="3371850"/>
                </a:lnTo>
                <a:lnTo>
                  <a:pt x="762000" y="3371850"/>
                </a:lnTo>
                <a:lnTo>
                  <a:pt x="762000" y="3352800"/>
                </a:lnTo>
                <a:lnTo>
                  <a:pt x="781050" y="3352800"/>
                </a:lnTo>
                <a:lnTo>
                  <a:pt x="781050" y="3343275"/>
                </a:lnTo>
                <a:lnTo>
                  <a:pt x="742950" y="3343275"/>
                </a:lnTo>
                <a:close/>
                <a:moveTo>
                  <a:pt x="409575" y="3352800"/>
                </a:moveTo>
                <a:lnTo>
                  <a:pt x="419100" y="3352800"/>
                </a:lnTo>
                <a:lnTo>
                  <a:pt x="419100" y="3362325"/>
                </a:lnTo>
                <a:lnTo>
                  <a:pt x="409575" y="3362325"/>
                </a:lnTo>
                <a:close/>
                <a:moveTo>
                  <a:pt x="742950" y="3352800"/>
                </a:moveTo>
                <a:lnTo>
                  <a:pt x="752475" y="3352800"/>
                </a:lnTo>
                <a:lnTo>
                  <a:pt x="752475" y="3362325"/>
                </a:lnTo>
                <a:lnTo>
                  <a:pt x="742950" y="3362325"/>
                </a:lnTo>
                <a:close/>
                <a:moveTo>
                  <a:pt x="857250" y="3352800"/>
                </a:moveTo>
                <a:lnTo>
                  <a:pt x="876300" y="3352800"/>
                </a:lnTo>
                <a:lnTo>
                  <a:pt x="876300" y="3362325"/>
                </a:lnTo>
                <a:lnTo>
                  <a:pt x="857250" y="3362325"/>
                </a:lnTo>
                <a:close/>
                <a:moveTo>
                  <a:pt x="923925" y="3352800"/>
                </a:moveTo>
                <a:lnTo>
                  <a:pt x="942975" y="3352800"/>
                </a:lnTo>
                <a:lnTo>
                  <a:pt x="942975" y="3362325"/>
                </a:lnTo>
                <a:lnTo>
                  <a:pt x="923925" y="3362325"/>
                </a:lnTo>
                <a:close/>
                <a:moveTo>
                  <a:pt x="809625" y="3362325"/>
                </a:moveTo>
                <a:lnTo>
                  <a:pt x="819150" y="3362325"/>
                </a:lnTo>
                <a:lnTo>
                  <a:pt x="819150" y="3352800"/>
                </a:lnTo>
                <a:lnTo>
                  <a:pt x="809625" y="3352800"/>
                </a:lnTo>
                <a:close/>
                <a:moveTo>
                  <a:pt x="1866900" y="3362325"/>
                </a:moveTo>
                <a:lnTo>
                  <a:pt x="1885950" y="3362325"/>
                </a:lnTo>
                <a:lnTo>
                  <a:pt x="1885950" y="3371850"/>
                </a:lnTo>
                <a:lnTo>
                  <a:pt x="1866900" y="3371850"/>
                </a:lnTo>
                <a:close/>
                <a:moveTo>
                  <a:pt x="1876425" y="3381375"/>
                </a:moveTo>
                <a:lnTo>
                  <a:pt x="1885950" y="3381375"/>
                </a:lnTo>
                <a:lnTo>
                  <a:pt x="1885950" y="3429000"/>
                </a:lnTo>
                <a:lnTo>
                  <a:pt x="1876425" y="3429000"/>
                </a:lnTo>
                <a:lnTo>
                  <a:pt x="1876425" y="3409950"/>
                </a:lnTo>
                <a:lnTo>
                  <a:pt x="1866900" y="3409950"/>
                </a:lnTo>
                <a:lnTo>
                  <a:pt x="1866900" y="3390900"/>
                </a:lnTo>
                <a:lnTo>
                  <a:pt x="1876425" y="3390900"/>
                </a:lnTo>
                <a:close/>
                <a:moveTo>
                  <a:pt x="1752600" y="3400425"/>
                </a:moveTo>
                <a:lnTo>
                  <a:pt x="1762125" y="3400425"/>
                </a:lnTo>
                <a:lnTo>
                  <a:pt x="1762125" y="3409950"/>
                </a:lnTo>
                <a:lnTo>
                  <a:pt x="1752600" y="3409950"/>
                </a:lnTo>
                <a:close/>
                <a:moveTo>
                  <a:pt x="800100" y="3409950"/>
                </a:moveTo>
                <a:lnTo>
                  <a:pt x="809625" y="3409950"/>
                </a:lnTo>
                <a:lnTo>
                  <a:pt x="809625" y="3419475"/>
                </a:lnTo>
                <a:lnTo>
                  <a:pt x="800100" y="3419475"/>
                </a:lnTo>
                <a:close/>
                <a:moveTo>
                  <a:pt x="1095375" y="3429000"/>
                </a:moveTo>
                <a:lnTo>
                  <a:pt x="1104900" y="3429000"/>
                </a:lnTo>
                <a:lnTo>
                  <a:pt x="1104900" y="3438525"/>
                </a:lnTo>
                <a:lnTo>
                  <a:pt x="1095375" y="3438525"/>
                </a:lnTo>
                <a:close/>
                <a:moveTo>
                  <a:pt x="685800" y="3438525"/>
                </a:moveTo>
                <a:lnTo>
                  <a:pt x="704850" y="3438525"/>
                </a:lnTo>
                <a:lnTo>
                  <a:pt x="704850" y="3448050"/>
                </a:lnTo>
                <a:lnTo>
                  <a:pt x="733425" y="3448050"/>
                </a:lnTo>
                <a:lnTo>
                  <a:pt x="733425" y="3457575"/>
                </a:lnTo>
                <a:lnTo>
                  <a:pt x="752475" y="3457575"/>
                </a:lnTo>
                <a:lnTo>
                  <a:pt x="752475" y="3486150"/>
                </a:lnTo>
                <a:lnTo>
                  <a:pt x="733425" y="3486150"/>
                </a:lnTo>
                <a:lnTo>
                  <a:pt x="733425" y="3476625"/>
                </a:lnTo>
                <a:lnTo>
                  <a:pt x="714375" y="3476625"/>
                </a:lnTo>
                <a:lnTo>
                  <a:pt x="714375" y="3457575"/>
                </a:lnTo>
                <a:lnTo>
                  <a:pt x="685800" y="3457575"/>
                </a:lnTo>
                <a:close/>
                <a:moveTo>
                  <a:pt x="1000125" y="3438525"/>
                </a:moveTo>
                <a:lnTo>
                  <a:pt x="1019175" y="3438525"/>
                </a:lnTo>
                <a:lnTo>
                  <a:pt x="1019175" y="3448050"/>
                </a:lnTo>
                <a:lnTo>
                  <a:pt x="1038225" y="3448050"/>
                </a:lnTo>
                <a:lnTo>
                  <a:pt x="1038225" y="3438525"/>
                </a:lnTo>
                <a:lnTo>
                  <a:pt x="1066800" y="3438525"/>
                </a:lnTo>
                <a:lnTo>
                  <a:pt x="1066800" y="3448050"/>
                </a:lnTo>
                <a:lnTo>
                  <a:pt x="1057275" y="3448050"/>
                </a:lnTo>
                <a:lnTo>
                  <a:pt x="1057275" y="3467100"/>
                </a:lnTo>
                <a:lnTo>
                  <a:pt x="1047750" y="3467100"/>
                </a:lnTo>
                <a:lnTo>
                  <a:pt x="1047750" y="3486150"/>
                </a:lnTo>
                <a:lnTo>
                  <a:pt x="1028700" y="3486150"/>
                </a:lnTo>
                <a:lnTo>
                  <a:pt x="1028700" y="3476625"/>
                </a:lnTo>
                <a:lnTo>
                  <a:pt x="1009650" y="3476625"/>
                </a:lnTo>
                <a:lnTo>
                  <a:pt x="1009650" y="3467100"/>
                </a:lnTo>
                <a:lnTo>
                  <a:pt x="1000125" y="3467100"/>
                </a:lnTo>
                <a:close/>
                <a:moveTo>
                  <a:pt x="1866900" y="3438525"/>
                </a:moveTo>
                <a:lnTo>
                  <a:pt x="1876425" y="3438525"/>
                </a:lnTo>
                <a:lnTo>
                  <a:pt x="1876425" y="3476625"/>
                </a:lnTo>
                <a:lnTo>
                  <a:pt x="1866900" y="3476625"/>
                </a:lnTo>
                <a:close/>
                <a:moveTo>
                  <a:pt x="866775" y="3448050"/>
                </a:moveTo>
                <a:lnTo>
                  <a:pt x="885825" y="3448050"/>
                </a:lnTo>
                <a:lnTo>
                  <a:pt x="885825" y="3457575"/>
                </a:lnTo>
                <a:lnTo>
                  <a:pt x="866775" y="3457575"/>
                </a:lnTo>
                <a:close/>
                <a:moveTo>
                  <a:pt x="904875" y="3448050"/>
                </a:moveTo>
                <a:lnTo>
                  <a:pt x="914400" y="3448050"/>
                </a:lnTo>
                <a:lnTo>
                  <a:pt x="914400" y="3457575"/>
                </a:lnTo>
                <a:lnTo>
                  <a:pt x="904875" y="3457575"/>
                </a:lnTo>
                <a:close/>
                <a:moveTo>
                  <a:pt x="962025" y="3448050"/>
                </a:moveTo>
                <a:lnTo>
                  <a:pt x="971550" y="3448050"/>
                </a:lnTo>
                <a:lnTo>
                  <a:pt x="971550" y="3457575"/>
                </a:lnTo>
                <a:lnTo>
                  <a:pt x="962025" y="3457575"/>
                </a:lnTo>
                <a:close/>
                <a:moveTo>
                  <a:pt x="485775" y="3467100"/>
                </a:moveTo>
                <a:lnTo>
                  <a:pt x="495300" y="3467100"/>
                </a:lnTo>
                <a:lnTo>
                  <a:pt x="495300" y="3476625"/>
                </a:lnTo>
                <a:lnTo>
                  <a:pt x="504825" y="3476625"/>
                </a:lnTo>
                <a:lnTo>
                  <a:pt x="504825" y="3467100"/>
                </a:lnTo>
                <a:lnTo>
                  <a:pt x="609600" y="3467100"/>
                </a:lnTo>
                <a:lnTo>
                  <a:pt x="609600" y="3476625"/>
                </a:lnTo>
                <a:lnTo>
                  <a:pt x="590550" y="3476625"/>
                </a:lnTo>
                <a:lnTo>
                  <a:pt x="590550" y="3486150"/>
                </a:lnTo>
                <a:lnTo>
                  <a:pt x="571500" y="3486150"/>
                </a:lnTo>
                <a:lnTo>
                  <a:pt x="571500" y="3476625"/>
                </a:lnTo>
                <a:lnTo>
                  <a:pt x="552450" y="3476625"/>
                </a:lnTo>
                <a:lnTo>
                  <a:pt x="552450" y="3486150"/>
                </a:lnTo>
                <a:lnTo>
                  <a:pt x="571500" y="3486150"/>
                </a:lnTo>
                <a:lnTo>
                  <a:pt x="571500" y="3495675"/>
                </a:lnTo>
                <a:lnTo>
                  <a:pt x="542925" y="3495675"/>
                </a:lnTo>
                <a:lnTo>
                  <a:pt x="542925" y="3476625"/>
                </a:lnTo>
                <a:lnTo>
                  <a:pt x="504825" y="3476625"/>
                </a:lnTo>
                <a:lnTo>
                  <a:pt x="504825" y="3486150"/>
                </a:lnTo>
                <a:lnTo>
                  <a:pt x="466725" y="3486150"/>
                </a:lnTo>
                <a:lnTo>
                  <a:pt x="466725" y="3476625"/>
                </a:lnTo>
                <a:lnTo>
                  <a:pt x="485775" y="3476625"/>
                </a:lnTo>
                <a:close/>
                <a:moveTo>
                  <a:pt x="762000" y="3476625"/>
                </a:moveTo>
                <a:lnTo>
                  <a:pt x="781050" y="3476625"/>
                </a:lnTo>
                <a:lnTo>
                  <a:pt x="781050" y="3505200"/>
                </a:lnTo>
                <a:lnTo>
                  <a:pt x="800100" y="3505200"/>
                </a:lnTo>
                <a:lnTo>
                  <a:pt x="800100" y="3514725"/>
                </a:lnTo>
                <a:lnTo>
                  <a:pt x="790575" y="3514725"/>
                </a:lnTo>
                <a:lnTo>
                  <a:pt x="790575" y="3524250"/>
                </a:lnTo>
                <a:lnTo>
                  <a:pt x="800100" y="3524250"/>
                </a:lnTo>
                <a:lnTo>
                  <a:pt x="800100" y="3533775"/>
                </a:lnTo>
                <a:lnTo>
                  <a:pt x="771525" y="3533775"/>
                </a:lnTo>
                <a:lnTo>
                  <a:pt x="771525" y="3524250"/>
                </a:lnTo>
                <a:lnTo>
                  <a:pt x="742950" y="3524250"/>
                </a:lnTo>
                <a:lnTo>
                  <a:pt x="742950" y="3514725"/>
                </a:lnTo>
                <a:lnTo>
                  <a:pt x="762000" y="3514725"/>
                </a:lnTo>
                <a:close/>
                <a:moveTo>
                  <a:pt x="1876425" y="3476625"/>
                </a:moveTo>
                <a:lnTo>
                  <a:pt x="1895475" y="3476625"/>
                </a:lnTo>
                <a:lnTo>
                  <a:pt x="1895475" y="3495675"/>
                </a:lnTo>
                <a:lnTo>
                  <a:pt x="1905000" y="3495675"/>
                </a:lnTo>
                <a:lnTo>
                  <a:pt x="1905000" y="3514725"/>
                </a:lnTo>
                <a:lnTo>
                  <a:pt x="1895475" y="3514725"/>
                </a:lnTo>
                <a:lnTo>
                  <a:pt x="1895475" y="3533775"/>
                </a:lnTo>
                <a:lnTo>
                  <a:pt x="1885950" y="3533775"/>
                </a:lnTo>
                <a:lnTo>
                  <a:pt x="1885950" y="3543300"/>
                </a:lnTo>
                <a:lnTo>
                  <a:pt x="1895475" y="3543300"/>
                </a:lnTo>
                <a:lnTo>
                  <a:pt x="1895475" y="3562350"/>
                </a:lnTo>
                <a:lnTo>
                  <a:pt x="1905000" y="3562350"/>
                </a:lnTo>
                <a:lnTo>
                  <a:pt x="1905000" y="3581400"/>
                </a:lnTo>
                <a:lnTo>
                  <a:pt x="1895475" y="3581400"/>
                </a:lnTo>
                <a:lnTo>
                  <a:pt x="1895475" y="3590925"/>
                </a:lnTo>
                <a:lnTo>
                  <a:pt x="1857375" y="3590925"/>
                </a:lnTo>
                <a:lnTo>
                  <a:pt x="1857375" y="3581400"/>
                </a:lnTo>
                <a:lnTo>
                  <a:pt x="1866900" y="3581400"/>
                </a:lnTo>
                <a:lnTo>
                  <a:pt x="1866900" y="3571875"/>
                </a:lnTo>
                <a:lnTo>
                  <a:pt x="1885950" y="3571875"/>
                </a:lnTo>
                <a:lnTo>
                  <a:pt x="1885950" y="3552825"/>
                </a:lnTo>
                <a:lnTo>
                  <a:pt x="1866900" y="3552825"/>
                </a:lnTo>
                <a:lnTo>
                  <a:pt x="1866900" y="3514725"/>
                </a:lnTo>
                <a:lnTo>
                  <a:pt x="1876425" y="3514725"/>
                </a:lnTo>
                <a:close/>
                <a:moveTo>
                  <a:pt x="504825" y="3486150"/>
                </a:moveTo>
                <a:lnTo>
                  <a:pt x="523875" y="3486150"/>
                </a:lnTo>
                <a:lnTo>
                  <a:pt x="523875" y="3495675"/>
                </a:lnTo>
                <a:lnTo>
                  <a:pt x="504825" y="3495675"/>
                </a:lnTo>
                <a:close/>
                <a:moveTo>
                  <a:pt x="981075" y="3505200"/>
                </a:moveTo>
                <a:lnTo>
                  <a:pt x="990600" y="3505200"/>
                </a:lnTo>
                <a:lnTo>
                  <a:pt x="990600" y="3514725"/>
                </a:lnTo>
                <a:lnTo>
                  <a:pt x="981075" y="3514725"/>
                </a:lnTo>
                <a:close/>
                <a:moveTo>
                  <a:pt x="1038225" y="3505200"/>
                </a:moveTo>
                <a:lnTo>
                  <a:pt x="1047750" y="3505200"/>
                </a:lnTo>
                <a:lnTo>
                  <a:pt x="1047750" y="3514725"/>
                </a:lnTo>
                <a:lnTo>
                  <a:pt x="1038225" y="3514725"/>
                </a:lnTo>
                <a:close/>
                <a:moveTo>
                  <a:pt x="1152525" y="3505200"/>
                </a:moveTo>
                <a:lnTo>
                  <a:pt x="1162050" y="3505200"/>
                </a:lnTo>
                <a:lnTo>
                  <a:pt x="1162050" y="3524250"/>
                </a:lnTo>
                <a:lnTo>
                  <a:pt x="1152525" y="3524250"/>
                </a:lnTo>
                <a:close/>
                <a:moveTo>
                  <a:pt x="419100" y="3514725"/>
                </a:moveTo>
                <a:lnTo>
                  <a:pt x="438150" y="3514725"/>
                </a:lnTo>
                <a:lnTo>
                  <a:pt x="438150" y="3543300"/>
                </a:lnTo>
                <a:lnTo>
                  <a:pt x="428625" y="3543300"/>
                </a:lnTo>
                <a:lnTo>
                  <a:pt x="428625" y="3552825"/>
                </a:lnTo>
                <a:lnTo>
                  <a:pt x="419100" y="3552825"/>
                </a:lnTo>
                <a:close/>
                <a:moveTo>
                  <a:pt x="962025" y="3514725"/>
                </a:moveTo>
                <a:lnTo>
                  <a:pt x="981075" y="3514725"/>
                </a:lnTo>
                <a:lnTo>
                  <a:pt x="981075" y="3524250"/>
                </a:lnTo>
                <a:lnTo>
                  <a:pt x="962025" y="3524250"/>
                </a:lnTo>
                <a:close/>
                <a:moveTo>
                  <a:pt x="1162050" y="3533775"/>
                </a:moveTo>
                <a:lnTo>
                  <a:pt x="1171575" y="3533775"/>
                </a:lnTo>
                <a:lnTo>
                  <a:pt x="1171575" y="3543300"/>
                </a:lnTo>
                <a:lnTo>
                  <a:pt x="1162050" y="3543300"/>
                </a:lnTo>
                <a:close/>
                <a:moveTo>
                  <a:pt x="962025" y="3552825"/>
                </a:moveTo>
                <a:lnTo>
                  <a:pt x="990600" y="3552825"/>
                </a:lnTo>
                <a:lnTo>
                  <a:pt x="990600" y="3562350"/>
                </a:lnTo>
                <a:lnTo>
                  <a:pt x="1019175" y="3562350"/>
                </a:lnTo>
                <a:lnTo>
                  <a:pt x="1019175" y="3571875"/>
                </a:lnTo>
                <a:lnTo>
                  <a:pt x="1038225" y="3571875"/>
                </a:lnTo>
                <a:lnTo>
                  <a:pt x="1038225" y="3562350"/>
                </a:lnTo>
                <a:lnTo>
                  <a:pt x="1076325" y="3562350"/>
                </a:lnTo>
                <a:lnTo>
                  <a:pt x="1076325" y="3571875"/>
                </a:lnTo>
                <a:lnTo>
                  <a:pt x="1047750" y="3571875"/>
                </a:lnTo>
                <a:lnTo>
                  <a:pt x="1047750" y="3581400"/>
                </a:lnTo>
                <a:lnTo>
                  <a:pt x="1066800" y="3581400"/>
                </a:lnTo>
                <a:lnTo>
                  <a:pt x="1066800" y="3590925"/>
                </a:lnTo>
                <a:lnTo>
                  <a:pt x="1057275" y="3590925"/>
                </a:lnTo>
                <a:lnTo>
                  <a:pt x="1057275" y="3600450"/>
                </a:lnTo>
                <a:lnTo>
                  <a:pt x="1066800" y="3600450"/>
                </a:lnTo>
                <a:lnTo>
                  <a:pt x="1066800" y="3619500"/>
                </a:lnTo>
                <a:lnTo>
                  <a:pt x="1076325" y="3619500"/>
                </a:lnTo>
                <a:lnTo>
                  <a:pt x="1076325" y="3609975"/>
                </a:lnTo>
                <a:lnTo>
                  <a:pt x="1104900" y="3609975"/>
                </a:lnTo>
                <a:lnTo>
                  <a:pt x="1104900" y="3619500"/>
                </a:lnTo>
                <a:lnTo>
                  <a:pt x="1133475" y="3619500"/>
                </a:lnTo>
                <a:lnTo>
                  <a:pt x="1133475" y="3609975"/>
                </a:lnTo>
                <a:lnTo>
                  <a:pt x="1152525" y="3609975"/>
                </a:lnTo>
                <a:lnTo>
                  <a:pt x="1152525" y="3619500"/>
                </a:lnTo>
                <a:lnTo>
                  <a:pt x="1200150" y="3619500"/>
                </a:lnTo>
                <a:lnTo>
                  <a:pt x="1200150" y="3609975"/>
                </a:lnTo>
                <a:lnTo>
                  <a:pt x="1209675" y="3609975"/>
                </a:lnTo>
                <a:lnTo>
                  <a:pt x="1209675" y="3619500"/>
                </a:lnTo>
                <a:lnTo>
                  <a:pt x="1219200" y="3619500"/>
                </a:lnTo>
                <a:lnTo>
                  <a:pt x="1219200" y="3609975"/>
                </a:lnTo>
                <a:lnTo>
                  <a:pt x="1247775" y="3609975"/>
                </a:lnTo>
                <a:lnTo>
                  <a:pt x="1247775" y="3619500"/>
                </a:lnTo>
                <a:lnTo>
                  <a:pt x="1285875" y="3619500"/>
                </a:lnTo>
                <a:lnTo>
                  <a:pt x="1285875" y="3609975"/>
                </a:lnTo>
                <a:lnTo>
                  <a:pt x="1314450" y="3609975"/>
                </a:lnTo>
                <a:lnTo>
                  <a:pt x="1314450" y="3590925"/>
                </a:lnTo>
                <a:lnTo>
                  <a:pt x="1343025" y="3590925"/>
                </a:lnTo>
                <a:lnTo>
                  <a:pt x="1343025" y="3600450"/>
                </a:lnTo>
                <a:lnTo>
                  <a:pt x="1323975" y="3600450"/>
                </a:lnTo>
                <a:lnTo>
                  <a:pt x="1323975" y="3609975"/>
                </a:lnTo>
                <a:lnTo>
                  <a:pt x="1343025" y="3609975"/>
                </a:lnTo>
                <a:lnTo>
                  <a:pt x="1343025" y="3619500"/>
                </a:lnTo>
                <a:lnTo>
                  <a:pt x="1314450" y="3619500"/>
                </a:lnTo>
                <a:lnTo>
                  <a:pt x="1314450" y="3629025"/>
                </a:lnTo>
                <a:lnTo>
                  <a:pt x="1162050" y="3629025"/>
                </a:lnTo>
                <a:lnTo>
                  <a:pt x="1162050" y="3638550"/>
                </a:lnTo>
                <a:lnTo>
                  <a:pt x="1095375" y="3638550"/>
                </a:lnTo>
                <a:lnTo>
                  <a:pt x="1095375" y="3629025"/>
                </a:lnTo>
                <a:lnTo>
                  <a:pt x="1076325" y="3629025"/>
                </a:lnTo>
                <a:lnTo>
                  <a:pt x="1076325" y="3638550"/>
                </a:lnTo>
                <a:lnTo>
                  <a:pt x="1066800" y="3638550"/>
                </a:lnTo>
                <a:lnTo>
                  <a:pt x="1066800" y="3629025"/>
                </a:lnTo>
                <a:lnTo>
                  <a:pt x="1028700" y="3629025"/>
                </a:lnTo>
                <a:lnTo>
                  <a:pt x="1028700" y="3619500"/>
                </a:lnTo>
                <a:lnTo>
                  <a:pt x="1019175" y="3619500"/>
                </a:lnTo>
                <a:lnTo>
                  <a:pt x="1019175" y="3609975"/>
                </a:lnTo>
                <a:lnTo>
                  <a:pt x="1000125" y="3609975"/>
                </a:lnTo>
                <a:lnTo>
                  <a:pt x="1000125" y="3600450"/>
                </a:lnTo>
                <a:lnTo>
                  <a:pt x="923925" y="3600450"/>
                </a:lnTo>
                <a:lnTo>
                  <a:pt x="923925" y="3590925"/>
                </a:lnTo>
                <a:lnTo>
                  <a:pt x="914400" y="3590925"/>
                </a:lnTo>
                <a:lnTo>
                  <a:pt x="914400" y="3600450"/>
                </a:lnTo>
                <a:lnTo>
                  <a:pt x="885825" y="3600450"/>
                </a:lnTo>
                <a:lnTo>
                  <a:pt x="885825" y="3609975"/>
                </a:lnTo>
                <a:lnTo>
                  <a:pt x="847725" y="3609975"/>
                </a:lnTo>
                <a:lnTo>
                  <a:pt x="847725" y="3619500"/>
                </a:lnTo>
                <a:lnTo>
                  <a:pt x="828675" y="3619500"/>
                </a:lnTo>
                <a:lnTo>
                  <a:pt x="828675" y="3609975"/>
                </a:lnTo>
                <a:lnTo>
                  <a:pt x="838200" y="3609975"/>
                </a:lnTo>
                <a:lnTo>
                  <a:pt x="838200" y="3600450"/>
                </a:lnTo>
                <a:lnTo>
                  <a:pt x="828675" y="3600450"/>
                </a:lnTo>
                <a:lnTo>
                  <a:pt x="828675" y="3590925"/>
                </a:lnTo>
                <a:lnTo>
                  <a:pt x="866775" y="3590925"/>
                </a:lnTo>
                <a:lnTo>
                  <a:pt x="866775" y="3600450"/>
                </a:lnTo>
                <a:lnTo>
                  <a:pt x="876300" y="3600450"/>
                </a:lnTo>
                <a:lnTo>
                  <a:pt x="876300" y="3590925"/>
                </a:lnTo>
                <a:lnTo>
                  <a:pt x="895350" y="3590925"/>
                </a:lnTo>
                <a:lnTo>
                  <a:pt x="895350" y="3571875"/>
                </a:lnTo>
                <a:lnTo>
                  <a:pt x="923925" y="3571875"/>
                </a:lnTo>
                <a:lnTo>
                  <a:pt x="923925" y="3581400"/>
                </a:lnTo>
                <a:lnTo>
                  <a:pt x="933450" y="3581400"/>
                </a:lnTo>
                <a:lnTo>
                  <a:pt x="933450" y="3590925"/>
                </a:lnTo>
                <a:lnTo>
                  <a:pt x="971550" y="3590925"/>
                </a:lnTo>
                <a:lnTo>
                  <a:pt x="971550" y="3581400"/>
                </a:lnTo>
                <a:lnTo>
                  <a:pt x="981075" y="3581400"/>
                </a:lnTo>
                <a:lnTo>
                  <a:pt x="981075" y="3571875"/>
                </a:lnTo>
                <a:lnTo>
                  <a:pt x="971550" y="3571875"/>
                </a:lnTo>
                <a:lnTo>
                  <a:pt x="971550" y="3562350"/>
                </a:lnTo>
                <a:lnTo>
                  <a:pt x="962025" y="3562350"/>
                </a:lnTo>
                <a:close/>
                <a:moveTo>
                  <a:pt x="1571625" y="3562350"/>
                </a:moveTo>
                <a:lnTo>
                  <a:pt x="1590675" y="3562350"/>
                </a:lnTo>
                <a:lnTo>
                  <a:pt x="1590675" y="3581400"/>
                </a:lnTo>
                <a:lnTo>
                  <a:pt x="1581150" y="3581400"/>
                </a:lnTo>
                <a:lnTo>
                  <a:pt x="1581150" y="3590925"/>
                </a:lnTo>
                <a:lnTo>
                  <a:pt x="1571625" y="3590925"/>
                </a:lnTo>
                <a:lnTo>
                  <a:pt x="1571625" y="3600450"/>
                </a:lnTo>
                <a:lnTo>
                  <a:pt x="1590675" y="3600450"/>
                </a:lnTo>
                <a:lnTo>
                  <a:pt x="1590675" y="3590925"/>
                </a:lnTo>
                <a:lnTo>
                  <a:pt x="1609725" y="3590925"/>
                </a:lnTo>
                <a:lnTo>
                  <a:pt x="1609725" y="3581400"/>
                </a:lnTo>
                <a:lnTo>
                  <a:pt x="1638300" y="3581400"/>
                </a:lnTo>
                <a:lnTo>
                  <a:pt x="1638300" y="3590925"/>
                </a:lnTo>
                <a:lnTo>
                  <a:pt x="1666875" y="3590925"/>
                </a:lnTo>
                <a:lnTo>
                  <a:pt x="1666875" y="3562350"/>
                </a:lnTo>
                <a:lnTo>
                  <a:pt x="1685925" y="3562350"/>
                </a:lnTo>
                <a:lnTo>
                  <a:pt x="1685925" y="3590925"/>
                </a:lnTo>
                <a:lnTo>
                  <a:pt x="1762125" y="3590925"/>
                </a:lnTo>
                <a:lnTo>
                  <a:pt x="1762125" y="3600450"/>
                </a:lnTo>
                <a:lnTo>
                  <a:pt x="1609725" y="3600450"/>
                </a:lnTo>
                <a:lnTo>
                  <a:pt x="1609725" y="3609975"/>
                </a:lnTo>
                <a:lnTo>
                  <a:pt x="1600200" y="3609975"/>
                </a:lnTo>
                <a:lnTo>
                  <a:pt x="1600200" y="3600450"/>
                </a:lnTo>
                <a:lnTo>
                  <a:pt x="1590675" y="3600450"/>
                </a:lnTo>
                <a:lnTo>
                  <a:pt x="1590675" y="3609975"/>
                </a:lnTo>
                <a:lnTo>
                  <a:pt x="1504950" y="3609975"/>
                </a:lnTo>
                <a:lnTo>
                  <a:pt x="1504950" y="3619500"/>
                </a:lnTo>
                <a:lnTo>
                  <a:pt x="1352550" y="3619500"/>
                </a:lnTo>
                <a:lnTo>
                  <a:pt x="1352550" y="3609975"/>
                </a:lnTo>
                <a:lnTo>
                  <a:pt x="1419225" y="3609975"/>
                </a:lnTo>
                <a:lnTo>
                  <a:pt x="1419225" y="3600450"/>
                </a:lnTo>
                <a:lnTo>
                  <a:pt x="1428750" y="3600450"/>
                </a:lnTo>
                <a:lnTo>
                  <a:pt x="1428750" y="3590925"/>
                </a:lnTo>
                <a:lnTo>
                  <a:pt x="1457325" y="3590925"/>
                </a:lnTo>
                <a:lnTo>
                  <a:pt x="1457325" y="3609975"/>
                </a:lnTo>
                <a:lnTo>
                  <a:pt x="1466850" y="3609975"/>
                </a:lnTo>
                <a:lnTo>
                  <a:pt x="1466850" y="3600450"/>
                </a:lnTo>
                <a:lnTo>
                  <a:pt x="1485900" y="3600450"/>
                </a:lnTo>
                <a:lnTo>
                  <a:pt x="1485900" y="3581400"/>
                </a:lnTo>
                <a:lnTo>
                  <a:pt x="1476375" y="3581400"/>
                </a:lnTo>
                <a:lnTo>
                  <a:pt x="1476375" y="3571875"/>
                </a:lnTo>
                <a:lnTo>
                  <a:pt x="1495425" y="3571875"/>
                </a:lnTo>
                <a:lnTo>
                  <a:pt x="1495425" y="3581400"/>
                </a:lnTo>
                <a:lnTo>
                  <a:pt x="1514475" y="3581400"/>
                </a:lnTo>
                <a:lnTo>
                  <a:pt x="1514475" y="3600450"/>
                </a:lnTo>
                <a:lnTo>
                  <a:pt x="1543050" y="3600450"/>
                </a:lnTo>
                <a:lnTo>
                  <a:pt x="1543050" y="3590925"/>
                </a:lnTo>
                <a:lnTo>
                  <a:pt x="1562100" y="3590925"/>
                </a:lnTo>
                <a:lnTo>
                  <a:pt x="1562100" y="3581400"/>
                </a:lnTo>
                <a:lnTo>
                  <a:pt x="1571625" y="3581400"/>
                </a:lnTo>
                <a:close/>
                <a:moveTo>
                  <a:pt x="1790700" y="3562350"/>
                </a:moveTo>
                <a:lnTo>
                  <a:pt x="1809750" y="3562350"/>
                </a:lnTo>
                <a:lnTo>
                  <a:pt x="1809750" y="3581400"/>
                </a:lnTo>
                <a:lnTo>
                  <a:pt x="1847850" y="3581400"/>
                </a:lnTo>
                <a:lnTo>
                  <a:pt x="1847850" y="3590925"/>
                </a:lnTo>
                <a:lnTo>
                  <a:pt x="1771650" y="3590925"/>
                </a:lnTo>
                <a:lnTo>
                  <a:pt x="1771650" y="3581400"/>
                </a:lnTo>
                <a:lnTo>
                  <a:pt x="1781175" y="3581400"/>
                </a:lnTo>
                <a:lnTo>
                  <a:pt x="1781175" y="3571875"/>
                </a:lnTo>
                <a:lnTo>
                  <a:pt x="1790700" y="3571875"/>
                </a:lnTo>
                <a:close/>
                <a:moveTo>
                  <a:pt x="1819275" y="3562350"/>
                </a:moveTo>
                <a:lnTo>
                  <a:pt x="1828800" y="3562350"/>
                </a:lnTo>
                <a:lnTo>
                  <a:pt x="1828800" y="3571875"/>
                </a:lnTo>
                <a:lnTo>
                  <a:pt x="1819275" y="3571875"/>
                </a:lnTo>
                <a:close/>
                <a:moveTo>
                  <a:pt x="819150" y="3571875"/>
                </a:moveTo>
                <a:lnTo>
                  <a:pt x="847725" y="3571875"/>
                </a:lnTo>
                <a:lnTo>
                  <a:pt x="847725" y="3581400"/>
                </a:lnTo>
                <a:lnTo>
                  <a:pt x="819150" y="3581400"/>
                </a:lnTo>
                <a:close/>
                <a:moveTo>
                  <a:pt x="1143000" y="3571875"/>
                </a:moveTo>
                <a:lnTo>
                  <a:pt x="1152525" y="3571875"/>
                </a:lnTo>
                <a:lnTo>
                  <a:pt x="1152525" y="3581400"/>
                </a:lnTo>
                <a:lnTo>
                  <a:pt x="1171575" y="3581400"/>
                </a:lnTo>
                <a:lnTo>
                  <a:pt x="1171575" y="3590925"/>
                </a:lnTo>
                <a:lnTo>
                  <a:pt x="1143000" y="3590925"/>
                </a:lnTo>
                <a:lnTo>
                  <a:pt x="1143000" y="3600450"/>
                </a:lnTo>
                <a:lnTo>
                  <a:pt x="1123950" y="3600450"/>
                </a:lnTo>
                <a:lnTo>
                  <a:pt x="1123950" y="3581400"/>
                </a:lnTo>
                <a:lnTo>
                  <a:pt x="1143000" y="3581400"/>
                </a:lnTo>
                <a:close/>
                <a:moveTo>
                  <a:pt x="1314450" y="3571875"/>
                </a:moveTo>
                <a:lnTo>
                  <a:pt x="1333500" y="3571875"/>
                </a:lnTo>
                <a:lnTo>
                  <a:pt x="1333500" y="3581400"/>
                </a:lnTo>
                <a:lnTo>
                  <a:pt x="1314450" y="3581400"/>
                </a:lnTo>
                <a:close/>
                <a:moveTo>
                  <a:pt x="733425" y="3581400"/>
                </a:moveTo>
                <a:lnTo>
                  <a:pt x="742950" y="3581400"/>
                </a:lnTo>
                <a:lnTo>
                  <a:pt x="742950" y="3590925"/>
                </a:lnTo>
                <a:lnTo>
                  <a:pt x="733425" y="3590925"/>
                </a:lnTo>
                <a:close/>
                <a:moveTo>
                  <a:pt x="771525" y="3581400"/>
                </a:moveTo>
                <a:lnTo>
                  <a:pt x="790575" y="3581400"/>
                </a:lnTo>
                <a:lnTo>
                  <a:pt x="790575" y="3590925"/>
                </a:lnTo>
                <a:lnTo>
                  <a:pt x="809625" y="3590925"/>
                </a:lnTo>
                <a:lnTo>
                  <a:pt x="809625" y="3600450"/>
                </a:lnTo>
                <a:lnTo>
                  <a:pt x="800100" y="3600450"/>
                </a:lnTo>
                <a:lnTo>
                  <a:pt x="800100" y="3609975"/>
                </a:lnTo>
                <a:lnTo>
                  <a:pt x="790575" y="3609975"/>
                </a:lnTo>
                <a:lnTo>
                  <a:pt x="790575" y="3600450"/>
                </a:lnTo>
                <a:lnTo>
                  <a:pt x="781050" y="3600450"/>
                </a:lnTo>
                <a:lnTo>
                  <a:pt x="781050" y="3590925"/>
                </a:lnTo>
                <a:lnTo>
                  <a:pt x="771525" y="3590925"/>
                </a:lnTo>
                <a:close/>
                <a:moveTo>
                  <a:pt x="1190625" y="3581400"/>
                </a:moveTo>
                <a:lnTo>
                  <a:pt x="1209675" y="3581400"/>
                </a:lnTo>
                <a:lnTo>
                  <a:pt x="1209675" y="3600450"/>
                </a:lnTo>
                <a:lnTo>
                  <a:pt x="1190625" y="3600450"/>
                </a:lnTo>
                <a:close/>
                <a:moveTo>
                  <a:pt x="1085850" y="3590925"/>
                </a:moveTo>
                <a:lnTo>
                  <a:pt x="1114425" y="3590925"/>
                </a:lnTo>
                <a:lnTo>
                  <a:pt x="1114425" y="3600450"/>
                </a:lnTo>
                <a:lnTo>
                  <a:pt x="1085850" y="3600450"/>
                </a:lnTo>
                <a:close/>
                <a:moveTo>
                  <a:pt x="1781175" y="3619500"/>
                </a:moveTo>
                <a:lnTo>
                  <a:pt x="1790700" y="3619500"/>
                </a:lnTo>
                <a:lnTo>
                  <a:pt x="1790700" y="3629025"/>
                </a:lnTo>
                <a:lnTo>
                  <a:pt x="1781175" y="3629025"/>
                </a:lnTo>
                <a:close/>
                <a:moveTo>
                  <a:pt x="1866900" y="3619500"/>
                </a:moveTo>
                <a:lnTo>
                  <a:pt x="1885950" y="3619500"/>
                </a:lnTo>
                <a:lnTo>
                  <a:pt x="1885950" y="3648075"/>
                </a:lnTo>
                <a:lnTo>
                  <a:pt x="1895475" y="3648075"/>
                </a:lnTo>
                <a:lnTo>
                  <a:pt x="1895475" y="3667125"/>
                </a:lnTo>
                <a:lnTo>
                  <a:pt x="1905000" y="3667125"/>
                </a:lnTo>
                <a:lnTo>
                  <a:pt x="1905000" y="3724275"/>
                </a:lnTo>
                <a:lnTo>
                  <a:pt x="1895475" y="3724275"/>
                </a:lnTo>
                <a:lnTo>
                  <a:pt x="1895475" y="3695700"/>
                </a:lnTo>
                <a:lnTo>
                  <a:pt x="1885950" y="3695700"/>
                </a:lnTo>
                <a:lnTo>
                  <a:pt x="1885950" y="3676650"/>
                </a:lnTo>
                <a:lnTo>
                  <a:pt x="1876425" y="3676650"/>
                </a:lnTo>
                <a:lnTo>
                  <a:pt x="1876425" y="3667125"/>
                </a:lnTo>
                <a:lnTo>
                  <a:pt x="1866900" y="3667125"/>
                </a:lnTo>
                <a:lnTo>
                  <a:pt x="1866900" y="3638550"/>
                </a:lnTo>
                <a:lnTo>
                  <a:pt x="1876425" y="3638550"/>
                </a:lnTo>
                <a:lnTo>
                  <a:pt x="1876425" y="3629025"/>
                </a:lnTo>
                <a:lnTo>
                  <a:pt x="1866900" y="3629025"/>
                </a:lnTo>
                <a:close/>
                <a:moveTo>
                  <a:pt x="704850" y="3629025"/>
                </a:moveTo>
                <a:lnTo>
                  <a:pt x="714375" y="3629025"/>
                </a:lnTo>
                <a:lnTo>
                  <a:pt x="714375" y="3638550"/>
                </a:lnTo>
                <a:lnTo>
                  <a:pt x="704850" y="3638550"/>
                </a:lnTo>
                <a:close/>
                <a:moveTo>
                  <a:pt x="1628775" y="3629025"/>
                </a:moveTo>
                <a:lnTo>
                  <a:pt x="1657350" y="3629025"/>
                </a:lnTo>
                <a:lnTo>
                  <a:pt x="1657350" y="3638550"/>
                </a:lnTo>
                <a:lnTo>
                  <a:pt x="1628775" y="3638550"/>
                </a:lnTo>
                <a:close/>
                <a:moveTo>
                  <a:pt x="685800" y="3638550"/>
                </a:moveTo>
                <a:lnTo>
                  <a:pt x="695325" y="3638550"/>
                </a:lnTo>
                <a:lnTo>
                  <a:pt x="695325" y="3648075"/>
                </a:lnTo>
                <a:lnTo>
                  <a:pt x="685800" y="3648075"/>
                </a:lnTo>
                <a:close/>
                <a:moveTo>
                  <a:pt x="1495425" y="3638550"/>
                </a:moveTo>
                <a:lnTo>
                  <a:pt x="1533525" y="3638550"/>
                </a:lnTo>
                <a:lnTo>
                  <a:pt x="1533525" y="3648075"/>
                </a:lnTo>
                <a:lnTo>
                  <a:pt x="1495425" y="3648075"/>
                </a:lnTo>
                <a:close/>
                <a:moveTo>
                  <a:pt x="381000" y="3648075"/>
                </a:moveTo>
                <a:lnTo>
                  <a:pt x="428625" y="3648075"/>
                </a:lnTo>
                <a:lnTo>
                  <a:pt x="428625" y="3657600"/>
                </a:lnTo>
                <a:lnTo>
                  <a:pt x="438150" y="3657600"/>
                </a:lnTo>
                <a:lnTo>
                  <a:pt x="438150" y="3676650"/>
                </a:lnTo>
                <a:lnTo>
                  <a:pt x="390525" y="3676650"/>
                </a:lnTo>
                <a:lnTo>
                  <a:pt x="390525" y="3686175"/>
                </a:lnTo>
                <a:lnTo>
                  <a:pt x="371475" y="3686175"/>
                </a:lnTo>
                <a:lnTo>
                  <a:pt x="371475" y="3676650"/>
                </a:lnTo>
                <a:lnTo>
                  <a:pt x="333375" y="3676650"/>
                </a:lnTo>
                <a:lnTo>
                  <a:pt x="333375" y="3667125"/>
                </a:lnTo>
                <a:lnTo>
                  <a:pt x="323850" y="3667125"/>
                </a:lnTo>
                <a:lnTo>
                  <a:pt x="323850" y="3657600"/>
                </a:lnTo>
                <a:lnTo>
                  <a:pt x="333375" y="3657600"/>
                </a:lnTo>
                <a:lnTo>
                  <a:pt x="333375" y="3667125"/>
                </a:lnTo>
                <a:lnTo>
                  <a:pt x="371475" y="3667125"/>
                </a:lnTo>
                <a:lnTo>
                  <a:pt x="371475" y="3657600"/>
                </a:lnTo>
                <a:lnTo>
                  <a:pt x="381000" y="3657600"/>
                </a:lnTo>
                <a:close/>
                <a:moveTo>
                  <a:pt x="657225" y="3648075"/>
                </a:moveTo>
                <a:lnTo>
                  <a:pt x="676275" y="3648075"/>
                </a:lnTo>
                <a:lnTo>
                  <a:pt x="676275" y="3657600"/>
                </a:lnTo>
                <a:lnTo>
                  <a:pt x="666750" y="3657600"/>
                </a:lnTo>
                <a:lnTo>
                  <a:pt x="666750" y="3667125"/>
                </a:lnTo>
                <a:lnTo>
                  <a:pt x="657225" y="3667125"/>
                </a:lnTo>
                <a:close/>
                <a:moveTo>
                  <a:pt x="781050" y="3648075"/>
                </a:moveTo>
                <a:lnTo>
                  <a:pt x="790575" y="3648075"/>
                </a:lnTo>
                <a:lnTo>
                  <a:pt x="790575" y="3657600"/>
                </a:lnTo>
                <a:lnTo>
                  <a:pt x="781050" y="3657600"/>
                </a:lnTo>
                <a:close/>
                <a:moveTo>
                  <a:pt x="1362075" y="3648075"/>
                </a:moveTo>
                <a:lnTo>
                  <a:pt x="1371600" y="3648075"/>
                </a:lnTo>
                <a:lnTo>
                  <a:pt x="1371600" y="3657600"/>
                </a:lnTo>
                <a:lnTo>
                  <a:pt x="1362075" y="3657600"/>
                </a:lnTo>
                <a:close/>
                <a:moveTo>
                  <a:pt x="1219200" y="3657600"/>
                </a:moveTo>
                <a:lnTo>
                  <a:pt x="1238250" y="3657600"/>
                </a:lnTo>
                <a:lnTo>
                  <a:pt x="1238250" y="3667125"/>
                </a:lnTo>
                <a:lnTo>
                  <a:pt x="1219200" y="3667125"/>
                </a:lnTo>
                <a:close/>
                <a:moveTo>
                  <a:pt x="1762125" y="3657600"/>
                </a:moveTo>
                <a:lnTo>
                  <a:pt x="1781175" y="3657600"/>
                </a:lnTo>
                <a:lnTo>
                  <a:pt x="1781175" y="3667125"/>
                </a:lnTo>
                <a:lnTo>
                  <a:pt x="1790700" y="3667125"/>
                </a:lnTo>
                <a:lnTo>
                  <a:pt x="1790700" y="3657600"/>
                </a:lnTo>
                <a:lnTo>
                  <a:pt x="1819275" y="3657600"/>
                </a:lnTo>
                <a:lnTo>
                  <a:pt x="1819275" y="3695700"/>
                </a:lnTo>
                <a:lnTo>
                  <a:pt x="1828800" y="3695700"/>
                </a:lnTo>
                <a:lnTo>
                  <a:pt x="1828800" y="3724275"/>
                </a:lnTo>
                <a:lnTo>
                  <a:pt x="1819275" y="3724275"/>
                </a:lnTo>
                <a:lnTo>
                  <a:pt x="1819275" y="3733800"/>
                </a:lnTo>
                <a:lnTo>
                  <a:pt x="1809750" y="3733800"/>
                </a:lnTo>
                <a:lnTo>
                  <a:pt x="1809750" y="3743325"/>
                </a:lnTo>
                <a:lnTo>
                  <a:pt x="1800225" y="3743325"/>
                </a:lnTo>
                <a:lnTo>
                  <a:pt x="1800225" y="3752850"/>
                </a:lnTo>
                <a:lnTo>
                  <a:pt x="1781175" y="3752850"/>
                </a:lnTo>
                <a:lnTo>
                  <a:pt x="1781175" y="3743325"/>
                </a:lnTo>
                <a:lnTo>
                  <a:pt x="1771650" y="3743325"/>
                </a:lnTo>
                <a:lnTo>
                  <a:pt x="1771650" y="3733800"/>
                </a:lnTo>
                <a:lnTo>
                  <a:pt x="1752600" y="3733800"/>
                </a:lnTo>
                <a:lnTo>
                  <a:pt x="1752600" y="3714750"/>
                </a:lnTo>
                <a:lnTo>
                  <a:pt x="1733550" y="3714750"/>
                </a:lnTo>
                <a:lnTo>
                  <a:pt x="1733550" y="3705225"/>
                </a:lnTo>
                <a:lnTo>
                  <a:pt x="1752600" y="3705225"/>
                </a:lnTo>
                <a:lnTo>
                  <a:pt x="1752600" y="3667125"/>
                </a:lnTo>
                <a:lnTo>
                  <a:pt x="1762125" y="3667125"/>
                </a:lnTo>
                <a:close/>
                <a:moveTo>
                  <a:pt x="1104900" y="3667125"/>
                </a:moveTo>
                <a:lnTo>
                  <a:pt x="1123950" y="3667125"/>
                </a:lnTo>
                <a:lnTo>
                  <a:pt x="1123950" y="3676650"/>
                </a:lnTo>
                <a:lnTo>
                  <a:pt x="1104900" y="3676650"/>
                </a:lnTo>
                <a:close/>
                <a:moveTo>
                  <a:pt x="942975" y="3676650"/>
                </a:moveTo>
                <a:lnTo>
                  <a:pt x="952500" y="3676650"/>
                </a:lnTo>
                <a:lnTo>
                  <a:pt x="952500" y="3686175"/>
                </a:lnTo>
                <a:lnTo>
                  <a:pt x="942975" y="3686175"/>
                </a:lnTo>
                <a:close/>
                <a:moveTo>
                  <a:pt x="800100" y="3686175"/>
                </a:moveTo>
                <a:lnTo>
                  <a:pt x="819150" y="3686175"/>
                </a:lnTo>
                <a:lnTo>
                  <a:pt x="819150" y="3695700"/>
                </a:lnTo>
                <a:lnTo>
                  <a:pt x="800100" y="3695700"/>
                </a:lnTo>
                <a:close/>
                <a:moveTo>
                  <a:pt x="619125" y="3695700"/>
                </a:moveTo>
                <a:lnTo>
                  <a:pt x="628650" y="3695700"/>
                </a:lnTo>
                <a:lnTo>
                  <a:pt x="628650" y="3705225"/>
                </a:lnTo>
                <a:lnTo>
                  <a:pt x="619125" y="3705225"/>
                </a:lnTo>
                <a:close/>
                <a:moveTo>
                  <a:pt x="1762125" y="3695700"/>
                </a:moveTo>
                <a:lnTo>
                  <a:pt x="1771650" y="3695700"/>
                </a:lnTo>
                <a:lnTo>
                  <a:pt x="1771650" y="3686175"/>
                </a:lnTo>
                <a:lnTo>
                  <a:pt x="1762125" y="3686175"/>
                </a:lnTo>
                <a:close/>
                <a:moveTo>
                  <a:pt x="485775" y="3705225"/>
                </a:moveTo>
                <a:lnTo>
                  <a:pt x="514350" y="3705225"/>
                </a:lnTo>
                <a:lnTo>
                  <a:pt x="514350" y="3714750"/>
                </a:lnTo>
                <a:lnTo>
                  <a:pt x="485775" y="3714750"/>
                </a:lnTo>
                <a:close/>
                <a:moveTo>
                  <a:pt x="1247775" y="3705225"/>
                </a:moveTo>
                <a:lnTo>
                  <a:pt x="1257300" y="3705225"/>
                </a:lnTo>
                <a:lnTo>
                  <a:pt x="1257300" y="3714750"/>
                </a:lnTo>
                <a:lnTo>
                  <a:pt x="1247775" y="3714750"/>
                </a:lnTo>
                <a:close/>
                <a:moveTo>
                  <a:pt x="933450" y="3714750"/>
                </a:moveTo>
                <a:lnTo>
                  <a:pt x="942975" y="3714750"/>
                </a:lnTo>
                <a:lnTo>
                  <a:pt x="942975" y="3724275"/>
                </a:lnTo>
                <a:lnTo>
                  <a:pt x="933450" y="3724275"/>
                </a:lnTo>
                <a:close/>
                <a:moveTo>
                  <a:pt x="1638300" y="3714750"/>
                </a:moveTo>
                <a:lnTo>
                  <a:pt x="1647825" y="3714750"/>
                </a:lnTo>
                <a:lnTo>
                  <a:pt x="1647825" y="3724275"/>
                </a:lnTo>
                <a:lnTo>
                  <a:pt x="1638300" y="3724275"/>
                </a:lnTo>
                <a:close/>
                <a:moveTo>
                  <a:pt x="1657350" y="3714750"/>
                </a:moveTo>
                <a:lnTo>
                  <a:pt x="1685925" y="3714750"/>
                </a:lnTo>
                <a:lnTo>
                  <a:pt x="1685925" y="3724275"/>
                </a:lnTo>
                <a:lnTo>
                  <a:pt x="1657350" y="3724275"/>
                </a:lnTo>
                <a:close/>
                <a:moveTo>
                  <a:pt x="904875" y="3724275"/>
                </a:moveTo>
                <a:lnTo>
                  <a:pt x="914400" y="3724275"/>
                </a:lnTo>
                <a:lnTo>
                  <a:pt x="914400" y="3733800"/>
                </a:lnTo>
                <a:lnTo>
                  <a:pt x="904875" y="3733800"/>
                </a:lnTo>
                <a:close/>
                <a:moveTo>
                  <a:pt x="1143000" y="3724275"/>
                </a:moveTo>
                <a:lnTo>
                  <a:pt x="1162050" y="3724275"/>
                </a:lnTo>
                <a:lnTo>
                  <a:pt x="1162050" y="3733800"/>
                </a:lnTo>
                <a:lnTo>
                  <a:pt x="1200150" y="3733800"/>
                </a:lnTo>
                <a:lnTo>
                  <a:pt x="1200150" y="3752850"/>
                </a:lnTo>
                <a:lnTo>
                  <a:pt x="1190625" y="3752850"/>
                </a:lnTo>
                <a:lnTo>
                  <a:pt x="1190625" y="3762375"/>
                </a:lnTo>
                <a:lnTo>
                  <a:pt x="1171575" y="3762375"/>
                </a:lnTo>
                <a:lnTo>
                  <a:pt x="1171575" y="3752850"/>
                </a:lnTo>
                <a:lnTo>
                  <a:pt x="1133475" y="3752850"/>
                </a:lnTo>
                <a:lnTo>
                  <a:pt x="1133475" y="3743325"/>
                </a:lnTo>
                <a:lnTo>
                  <a:pt x="1143000" y="3743325"/>
                </a:lnTo>
                <a:close/>
                <a:moveTo>
                  <a:pt x="1876425" y="3724275"/>
                </a:moveTo>
                <a:lnTo>
                  <a:pt x="1895475" y="3724275"/>
                </a:lnTo>
                <a:lnTo>
                  <a:pt x="1895475" y="3733800"/>
                </a:lnTo>
                <a:lnTo>
                  <a:pt x="1885950" y="3733800"/>
                </a:lnTo>
                <a:lnTo>
                  <a:pt x="1885950" y="3752850"/>
                </a:lnTo>
                <a:lnTo>
                  <a:pt x="1866900" y="3752850"/>
                </a:lnTo>
                <a:lnTo>
                  <a:pt x="1866900" y="3743325"/>
                </a:lnTo>
                <a:lnTo>
                  <a:pt x="1876425" y="3743325"/>
                </a:lnTo>
                <a:close/>
                <a:moveTo>
                  <a:pt x="1009650" y="3733800"/>
                </a:moveTo>
                <a:lnTo>
                  <a:pt x="1019175" y="3733800"/>
                </a:lnTo>
                <a:lnTo>
                  <a:pt x="1019175" y="3752850"/>
                </a:lnTo>
                <a:lnTo>
                  <a:pt x="1028700" y="3752850"/>
                </a:lnTo>
                <a:lnTo>
                  <a:pt x="1028700" y="3762375"/>
                </a:lnTo>
                <a:lnTo>
                  <a:pt x="1000125" y="3762375"/>
                </a:lnTo>
                <a:lnTo>
                  <a:pt x="1000125" y="3743325"/>
                </a:lnTo>
                <a:lnTo>
                  <a:pt x="1009650" y="3743325"/>
                </a:lnTo>
                <a:close/>
                <a:moveTo>
                  <a:pt x="533400" y="3743325"/>
                </a:moveTo>
                <a:lnTo>
                  <a:pt x="542925" y="3743325"/>
                </a:lnTo>
                <a:lnTo>
                  <a:pt x="542925" y="3752850"/>
                </a:lnTo>
                <a:lnTo>
                  <a:pt x="533400" y="3752850"/>
                </a:lnTo>
                <a:close/>
                <a:moveTo>
                  <a:pt x="857250" y="3743325"/>
                </a:moveTo>
                <a:lnTo>
                  <a:pt x="876300" y="3743325"/>
                </a:lnTo>
                <a:lnTo>
                  <a:pt x="876300" y="3752850"/>
                </a:lnTo>
                <a:lnTo>
                  <a:pt x="857250" y="3752850"/>
                </a:lnTo>
                <a:close/>
                <a:moveTo>
                  <a:pt x="1257300" y="3743325"/>
                </a:moveTo>
                <a:lnTo>
                  <a:pt x="1266825" y="3743325"/>
                </a:lnTo>
                <a:lnTo>
                  <a:pt x="1266825" y="3752850"/>
                </a:lnTo>
                <a:lnTo>
                  <a:pt x="1257300" y="3752850"/>
                </a:lnTo>
                <a:close/>
                <a:moveTo>
                  <a:pt x="1647825" y="3743325"/>
                </a:moveTo>
                <a:lnTo>
                  <a:pt x="1666875" y="3743325"/>
                </a:lnTo>
                <a:lnTo>
                  <a:pt x="1666875" y="3752850"/>
                </a:lnTo>
                <a:lnTo>
                  <a:pt x="1647825" y="3752850"/>
                </a:lnTo>
                <a:close/>
                <a:moveTo>
                  <a:pt x="1743075" y="3743325"/>
                </a:moveTo>
                <a:lnTo>
                  <a:pt x="1752600" y="3743325"/>
                </a:lnTo>
                <a:lnTo>
                  <a:pt x="1752600" y="3762375"/>
                </a:lnTo>
                <a:lnTo>
                  <a:pt x="1743075" y="3762375"/>
                </a:lnTo>
                <a:close/>
                <a:moveTo>
                  <a:pt x="847725" y="3752850"/>
                </a:moveTo>
                <a:lnTo>
                  <a:pt x="857250" y="3752850"/>
                </a:lnTo>
                <a:lnTo>
                  <a:pt x="857250" y="3762375"/>
                </a:lnTo>
                <a:lnTo>
                  <a:pt x="847725" y="3762375"/>
                </a:lnTo>
                <a:close/>
                <a:moveTo>
                  <a:pt x="1247775" y="3752850"/>
                </a:moveTo>
                <a:lnTo>
                  <a:pt x="1257300" y="3752850"/>
                </a:lnTo>
                <a:lnTo>
                  <a:pt x="1257300" y="3771900"/>
                </a:lnTo>
                <a:lnTo>
                  <a:pt x="1247775" y="3771900"/>
                </a:lnTo>
                <a:close/>
                <a:moveTo>
                  <a:pt x="1362075" y="3752850"/>
                </a:moveTo>
                <a:lnTo>
                  <a:pt x="1381125" y="3752850"/>
                </a:lnTo>
                <a:lnTo>
                  <a:pt x="1381125" y="3771900"/>
                </a:lnTo>
                <a:lnTo>
                  <a:pt x="1371600" y="3771900"/>
                </a:lnTo>
                <a:lnTo>
                  <a:pt x="1371600" y="3781425"/>
                </a:lnTo>
                <a:lnTo>
                  <a:pt x="1362075" y="3781425"/>
                </a:lnTo>
                <a:close/>
                <a:moveTo>
                  <a:pt x="504825" y="3762375"/>
                </a:moveTo>
                <a:lnTo>
                  <a:pt x="514350" y="3762375"/>
                </a:lnTo>
                <a:lnTo>
                  <a:pt x="514350" y="3771900"/>
                </a:lnTo>
                <a:lnTo>
                  <a:pt x="504825" y="3771900"/>
                </a:lnTo>
                <a:close/>
                <a:moveTo>
                  <a:pt x="581025" y="3762375"/>
                </a:moveTo>
                <a:lnTo>
                  <a:pt x="590550" y="3762375"/>
                </a:lnTo>
                <a:lnTo>
                  <a:pt x="590550" y="3771900"/>
                </a:lnTo>
                <a:lnTo>
                  <a:pt x="581025" y="3771900"/>
                </a:lnTo>
                <a:close/>
                <a:moveTo>
                  <a:pt x="1647825" y="3762375"/>
                </a:moveTo>
                <a:lnTo>
                  <a:pt x="1676400" y="3762375"/>
                </a:lnTo>
                <a:lnTo>
                  <a:pt x="1676400" y="3781425"/>
                </a:lnTo>
                <a:lnTo>
                  <a:pt x="1666875" y="3781425"/>
                </a:lnTo>
                <a:lnTo>
                  <a:pt x="1666875" y="3790950"/>
                </a:lnTo>
                <a:lnTo>
                  <a:pt x="1657350" y="3790950"/>
                </a:lnTo>
                <a:lnTo>
                  <a:pt x="1657350" y="3771900"/>
                </a:lnTo>
                <a:lnTo>
                  <a:pt x="1647825" y="3771900"/>
                </a:lnTo>
                <a:close/>
                <a:moveTo>
                  <a:pt x="1704975" y="3762375"/>
                </a:moveTo>
                <a:lnTo>
                  <a:pt x="1714500" y="3762375"/>
                </a:lnTo>
                <a:lnTo>
                  <a:pt x="1714500" y="3781425"/>
                </a:lnTo>
                <a:lnTo>
                  <a:pt x="1704975" y="3781425"/>
                </a:lnTo>
                <a:close/>
                <a:moveTo>
                  <a:pt x="1866900" y="3762375"/>
                </a:moveTo>
                <a:lnTo>
                  <a:pt x="1876425" y="3762375"/>
                </a:lnTo>
                <a:lnTo>
                  <a:pt x="1876425" y="3781425"/>
                </a:lnTo>
                <a:lnTo>
                  <a:pt x="1885950" y="3781425"/>
                </a:lnTo>
                <a:lnTo>
                  <a:pt x="1885950" y="3800475"/>
                </a:lnTo>
                <a:lnTo>
                  <a:pt x="1876425" y="3800475"/>
                </a:lnTo>
                <a:lnTo>
                  <a:pt x="1876425" y="3790950"/>
                </a:lnTo>
                <a:lnTo>
                  <a:pt x="1866900" y="3790950"/>
                </a:lnTo>
                <a:close/>
                <a:moveTo>
                  <a:pt x="590550" y="3771900"/>
                </a:moveTo>
                <a:lnTo>
                  <a:pt x="600075" y="3771900"/>
                </a:lnTo>
                <a:lnTo>
                  <a:pt x="600075" y="3781425"/>
                </a:lnTo>
                <a:lnTo>
                  <a:pt x="590550" y="3781425"/>
                </a:lnTo>
                <a:close/>
                <a:moveTo>
                  <a:pt x="1238250" y="3771900"/>
                </a:moveTo>
                <a:lnTo>
                  <a:pt x="1247775" y="3771900"/>
                </a:lnTo>
                <a:lnTo>
                  <a:pt x="1247775" y="3781425"/>
                </a:lnTo>
                <a:lnTo>
                  <a:pt x="1238250" y="3781425"/>
                </a:lnTo>
                <a:close/>
                <a:moveTo>
                  <a:pt x="838200" y="3781425"/>
                </a:moveTo>
                <a:lnTo>
                  <a:pt x="847725" y="3781425"/>
                </a:lnTo>
                <a:lnTo>
                  <a:pt x="847725" y="3800475"/>
                </a:lnTo>
                <a:lnTo>
                  <a:pt x="838200" y="3800475"/>
                </a:lnTo>
                <a:close/>
                <a:moveTo>
                  <a:pt x="981075" y="3781425"/>
                </a:moveTo>
                <a:lnTo>
                  <a:pt x="990600" y="3781425"/>
                </a:lnTo>
                <a:lnTo>
                  <a:pt x="990600" y="3790950"/>
                </a:lnTo>
                <a:lnTo>
                  <a:pt x="981075" y="3790950"/>
                </a:lnTo>
                <a:close/>
                <a:moveTo>
                  <a:pt x="1143000" y="3781425"/>
                </a:moveTo>
                <a:lnTo>
                  <a:pt x="1152525" y="3781425"/>
                </a:lnTo>
                <a:lnTo>
                  <a:pt x="1152525" y="3790950"/>
                </a:lnTo>
                <a:lnTo>
                  <a:pt x="1143000" y="3790950"/>
                </a:lnTo>
                <a:close/>
                <a:moveTo>
                  <a:pt x="1352550" y="3781425"/>
                </a:moveTo>
                <a:lnTo>
                  <a:pt x="1362075" y="3781425"/>
                </a:lnTo>
                <a:lnTo>
                  <a:pt x="1362075" y="3800475"/>
                </a:lnTo>
                <a:lnTo>
                  <a:pt x="1352550" y="3800475"/>
                </a:lnTo>
                <a:close/>
                <a:moveTo>
                  <a:pt x="914400" y="3790950"/>
                </a:moveTo>
                <a:lnTo>
                  <a:pt x="923925" y="3790950"/>
                </a:lnTo>
                <a:lnTo>
                  <a:pt x="923925" y="3800475"/>
                </a:lnTo>
                <a:lnTo>
                  <a:pt x="914400" y="3800475"/>
                </a:lnTo>
                <a:close/>
                <a:moveTo>
                  <a:pt x="1133475" y="3790950"/>
                </a:moveTo>
                <a:lnTo>
                  <a:pt x="1143000" y="3790950"/>
                </a:lnTo>
                <a:lnTo>
                  <a:pt x="1143000" y="3800475"/>
                </a:lnTo>
                <a:lnTo>
                  <a:pt x="1133475" y="3800475"/>
                </a:lnTo>
                <a:close/>
                <a:moveTo>
                  <a:pt x="1228725" y="3790950"/>
                </a:moveTo>
                <a:lnTo>
                  <a:pt x="1238250" y="3790950"/>
                </a:lnTo>
                <a:lnTo>
                  <a:pt x="1238250" y="3800475"/>
                </a:lnTo>
                <a:lnTo>
                  <a:pt x="1228725" y="3800475"/>
                </a:lnTo>
                <a:close/>
                <a:moveTo>
                  <a:pt x="1314450" y="3790950"/>
                </a:moveTo>
                <a:lnTo>
                  <a:pt x="1323975" y="3790950"/>
                </a:lnTo>
                <a:lnTo>
                  <a:pt x="1323975" y="3800475"/>
                </a:lnTo>
                <a:lnTo>
                  <a:pt x="1314450" y="3800475"/>
                </a:lnTo>
                <a:close/>
                <a:moveTo>
                  <a:pt x="485775" y="3800475"/>
                </a:moveTo>
                <a:lnTo>
                  <a:pt x="495300" y="3800475"/>
                </a:lnTo>
                <a:lnTo>
                  <a:pt x="495300" y="3819525"/>
                </a:lnTo>
                <a:lnTo>
                  <a:pt x="485775" y="3819525"/>
                </a:lnTo>
                <a:close/>
                <a:moveTo>
                  <a:pt x="847725" y="3800475"/>
                </a:moveTo>
                <a:lnTo>
                  <a:pt x="857250" y="3800475"/>
                </a:lnTo>
                <a:lnTo>
                  <a:pt x="857250" y="3810000"/>
                </a:lnTo>
                <a:lnTo>
                  <a:pt x="847725" y="3810000"/>
                </a:lnTo>
                <a:close/>
                <a:moveTo>
                  <a:pt x="904875" y="3800475"/>
                </a:moveTo>
                <a:lnTo>
                  <a:pt x="914400" y="3800475"/>
                </a:lnTo>
                <a:lnTo>
                  <a:pt x="914400" y="3810000"/>
                </a:lnTo>
                <a:lnTo>
                  <a:pt x="904875" y="3810000"/>
                </a:lnTo>
                <a:close/>
                <a:moveTo>
                  <a:pt x="1238250" y="3800475"/>
                </a:moveTo>
                <a:lnTo>
                  <a:pt x="1285875" y="3800475"/>
                </a:lnTo>
                <a:lnTo>
                  <a:pt x="1285875" y="3810000"/>
                </a:lnTo>
                <a:lnTo>
                  <a:pt x="1238250" y="3810000"/>
                </a:lnTo>
                <a:close/>
                <a:moveTo>
                  <a:pt x="1333500" y="3800475"/>
                </a:moveTo>
                <a:lnTo>
                  <a:pt x="1352550" y="3800475"/>
                </a:lnTo>
                <a:lnTo>
                  <a:pt x="1352550" y="3810000"/>
                </a:lnTo>
                <a:lnTo>
                  <a:pt x="1333500" y="3810000"/>
                </a:lnTo>
                <a:close/>
                <a:moveTo>
                  <a:pt x="1695450" y="3800475"/>
                </a:moveTo>
                <a:lnTo>
                  <a:pt x="1714500" y="3800475"/>
                </a:lnTo>
                <a:lnTo>
                  <a:pt x="1714500" y="3810000"/>
                </a:lnTo>
                <a:lnTo>
                  <a:pt x="1695450" y="3810000"/>
                </a:lnTo>
                <a:close/>
                <a:moveTo>
                  <a:pt x="1228725" y="3810000"/>
                </a:moveTo>
                <a:lnTo>
                  <a:pt x="1238250" y="3810000"/>
                </a:lnTo>
                <a:lnTo>
                  <a:pt x="1238250" y="3819525"/>
                </a:lnTo>
                <a:lnTo>
                  <a:pt x="1228725" y="3819525"/>
                </a:lnTo>
                <a:close/>
                <a:moveTo>
                  <a:pt x="1457325" y="3810000"/>
                </a:moveTo>
                <a:lnTo>
                  <a:pt x="1485900" y="3810000"/>
                </a:lnTo>
                <a:lnTo>
                  <a:pt x="1485900" y="3819525"/>
                </a:lnTo>
                <a:lnTo>
                  <a:pt x="1476375" y="3819525"/>
                </a:lnTo>
                <a:lnTo>
                  <a:pt x="1476375" y="3829050"/>
                </a:lnTo>
                <a:lnTo>
                  <a:pt x="1466850" y="3829050"/>
                </a:lnTo>
                <a:lnTo>
                  <a:pt x="1466850" y="3819525"/>
                </a:lnTo>
                <a:lnTo>
                  <a:pt x="1457325" y="3819525"/>
                </a:lnTo>
                <a:close/>
                <a:moveTo>
                  <a:pt x="1876425" y="3810000"/>
                </a:moveTo>
                <a:lnTo>
                  <a:pt x="1885950" y="3810000"/>
                </a:lnTo>
                <a:lnTo>
                  <a:pt x="1885950" y="3819525"/>
                </a:lnTo>
                <a:lnTo>
                  <a:pt x="1876425" y="3819525"/>
                </a:lnTo>
                <a:close/>
                <a:moveTo>
                  <a:pt x="495300" y="3819525"/>
                </a:moveTo>
                <a:lnTo>
                  <a:pt x="504825" y="3819525"/>
                </a:lnTo>
                <a:lnTo>
                  <a:pt x="504825" y="3838575"/>
                </a:lnTo>
                <a:lnTo>
                  <a:pt x="495300" y="3838575"/>
                </a:lnTo>
                <a:close/>
                <a:moveTo>
                  <a:pt x="981075" y="3819525"/>
                </a:moveTo>
                <a:lnTo>
                  <a:pt x="990600" y="3819525"/>
                </a:lnTo>
                <a:lnTo>
                  <a:pt x="990600" y="3829050"/>
                </a:lnTo>
                <a:lnTo>
                  <a:pt x="981075" y="3829050"/>
                </a:lnTo>
                <a:close/>
                <a:moveTo>
                  <a:pt x="895350" y="3829050"/>
                </a:moveTo>
                <a:lnTo>
                  <a:pt x="904875" y="3829050"/>
                </a:lnTo>
                <a:lnTo>
                  <a:pt x="904875" y="3838575"/>
                </a:lnTo>
                <a:lnTo>
                  <a:pt x="895350" y="3838575"/>
                </a:lnTo>
                <a:close/>
                <a:moveTo>
                  <a:pt x="962025" y="3829050"/>
                </a:moveTo>
                <a:lnTo>
                  <a:pt x="981075" y="3829050"/>
                </a:lnTo>
                <a:lnTo>
                  <a:pt x="981075" y="3838575"/>
                </a:lnTo>
                <a:lnTo>
                  <a:pt x="962025" y="3838575"/>
                </a:lnTo>
                <a:close/>
                <a:moveTo>
                  <a:pt x="1314450" y="3829050"/>
                </a:moveTo>
                <a:lnTo>
                  <a:pt x="1323975" y="3829050"/>
                </a:lnTo>
                <a:lnTo>
                  <a:pt x="1323975" y="3838575"/>
                </a:lnTo>
                <a:lnTo>
                  <a:pt x="1314450" y="3838575"/>
                </a:lnTo>
                <a:close/>
                <a:moveTo>
                  <a:pt x="1381125" y="3838575"/>
                </a:moveTo>
                <a:lnTo>
                  <a:pt x="1390650" y="3838575"/>
                </a:lnTo>
                <a:lnTo>
                  <a:pt x="1390650" y="3848100"/>
                </a:lnTo>
                <a:lnTo>
                  <a:pt x="1381125" y="3848100"/>
                </a:lnTo>
                <a:close/>
                <a:moveTo>
                  <a:pt x="1390650" y="3848100"/>
                </a:moveTo>
                <a:lnTo>
                  <a:pt x="1400175" y="3848100"/>
                </a:lnTo>
                <a:lnTo>
                  <a:pt x="1400175" y="3857625"/>
                </a:lnTo>
                <a:lnTo>
                  <a:pt x="1390650" y="3857625"/>
                </a:lnTo>
                <a:close/>
                <a:moveTo>
                  <a:pt x="1476375" y="3848100"/>
                </a:moveTo>
                <a:lnTo>
                  <a:pt x="1495425" y="3848100"/>
                </a:lnTo>
                <a:lnTo>
                  <a:pt x="1495425" y="3857625"/>
                </a:lnTo>
                <a:lnTo>
                  <a:pt x="1485900" y="3857625"/>
                </a:lnTo>
                <a:lnTo>
                  <a:pt x="1485900" y="3867150"/>
                </a:lnTo>
                <a:lnTo>
                  <a:pt x="1466850" y="3867150"/>
                </a:lnTo>
                <a:lnTo>
                  <a:pt x="1466850" y="3857625"/>
                </a:lnTo>
                <a:lnTo>
                  <a:pt x="1476375" y="3857625"/>
                </a:lnTo>
                <a:close/>
                <a:moveTo>
                  <a:pt x="1562100" y="3848100"/>
                </a:moveTo>
                <a:lnTo>
                  <a:pt x="1600200" y="3848100"/>
                </a:lnTo>
                <a:lnTo>
                  <a:pt x="1600200" y="3857625"/>
                </a:lnTo>
                <a:lnTo>
                  <a:pt x="1609725" y="3857625"/>
                </a:lnTo>
                <a:lnTo>
                  <a:pt x="1609725" y="3848100"/>
                </a:lnTo>
                <a:lnTo>
                  <a:pt x="1647825" y="3848100"/>
                </a:lnTo>
                <a:lnTo>
                  <a:pt x="1647825" y="3857625"/>
                </a:lnTo>
                <a:lnTo>
                  <a:pt x="1733550" y="3857625"/>
                </a:lnTo>
                <a:lnTo>
                  <a:pt x="1733550" y="3848100"/>
                </a:lnTo>
                <a:lnTo>
                  <a:pt x="1743075" y="3848100"/>
                </a:lnTo>
                <a:lnTo>
                  <a:pt x="1743075" y="3857625"/>
                </a:lnTo>
                <a:lnTo>
                  <a:pt x="1733550" y="3857625"/>
                </a:lnTo>
                <a:lnTo>
                  <a:pt x="1733550" y="3867150"/>
                </a:lnTo>
                <a:lnTo>
                  <a:pt x="1647825" y="3867150"/>
                </a:lnTo>
                <a:lnTo>
                  <a:pt x="1647825" y="3876675"/>
                </a:lnTo>
                <a:lnTo>
                  <a:pt x="1752600" y="3876675"/>
                </a:lnTo>
                <a:lnTo>
                  <a:pt x="1752600" y="3867150"/>
                </a:lnTo>
                <a:lnTo>
                  <a:pt x="1781175" y="3867150"/>
                </a:lnTo>
                <a:lnTo>
                  <a:pt x="1781175" y="3876675"/>
                </a:lnTo>
                <a:lnTo>
                  <a:pt x="1790700" y="3876675"/>
                </a:lnTo>
                <a:lnTo>
                  <a:pt x="1790700" y="3886200"/>
                </a:lnTo>
                <a:lnTo>
                  <a:pt x="1704975" y="3886200"/>
                </a:lnTo>
                <a:lnTo>
                  <a:pt x="1704975" y="3895725"/>
                </a:lnTo>
                <a:lnTo>
                  <a:pt x="1695450" y="3895725"/>
                </a:lnTo>
                <a:lnTo>
                  <a:pt x="1695450" y="3886200"/>
                </a:lnTo>
                <a:lnTo>
                  <a:pt x="1638300" y="3886200"/>
                </a:lnTo>
                <a:lnTo>
                  <a:pt x="1638300" y="3876675"/>
                </a:lnTo>
                <a:lnTo>
                  <a:pt x="1628775" y="3876675"/>
                </a:lnTo>
                <a:lnTo>
                  <a:pt x="1628775" y="3886200"/>
                </a:lnTo>
                <a:lnTo>
                  <a:pt x="1609725" y="3886200"/>
                </a:lnTo>
                <a:lnTo>
                  <a:pt x="1609725" y="3876675"/>
                </a:lnTo>
                <a:lnTo>
                  <a:pt x="1590675" y="3876675"/>
                </a:lnTo>
                <a:lnTo>
                  <a:pt x="1590675" y="3857625"/>
                </a:lnTo>
                <a:lnTo>
                  <a:pt x="1581150" y="3857625"/>
                </a:lnTo>
                <a:lnTo>
                  <a:pt x="1581150" y="3867150"/>
                </a:lnTo>
                <a:lnTo>
                  <a:pt x="1571625" y="3867150"/>
                </a:lnTo>
                <a:lnTo>
                  <a:pt x="1571625" y="3857625"/>
                </a:lnTo>
                <a:lnTo>
                  <a:pt x="1562100" y="3857625"/>
                </a:lnTo>
                <a:close/>
                <a:moveTo>
                  <a:pt x="1524000" y="3857625"/>
                </a:moveTo>
                <a:lnTo>
                  <a:pt x="1533525" y="3857625"/>
                </a:lnTo>
                <a:lnTo>
                  <a:pt x="1533525" y="3867150"/>
                </a:lnTo>
                <a:lnTo>
                  <a:pt x="1524000" y="3867150"/>
                </a:lnTo>
                <a:close/>
                <a:moveTo>
                  <a:pt x="1057275" y="3867150"/>
                </a:moveTo>
                <a:lnTo>
                  <a:pt x="1066800" y="3867150"/>
                </a:lnTo>
                <a:lnTo>
                  <a:pt x="1066800" y="3876675"/>
                </a:lnTo>
                <a:lnTo>
                  <a:pt x="1085850" y="3876675"/>
                </a:lnTo>
                <a:lnTo>
                  <a:pt x="1085850" y="3886200"/>
                </a:lnTo>
                <a:lnTo>
                  <a:pt x="1057275" y="3886200"/>
                </a:lnTo>
                <a:close/>
                <a:moveTo>
                  <a:pt x="1390650" y="3867150"/>
                </a:moveTo>
                <a:lnTo>
                  <a:pt x="1400175" y="3867150"/>
                </a:lnTo>
                <a:lnTo>
                  <a:pt x="1400175" y="3876675"/>
                </a:lnTo>
                <a:lnTo>
                  <a:pt x="1390650" y="3876675"/>
                </a:lnTo>
                <a:close/>
                <a:moveTo>
                  <a:pt x="1552575" y="3867150"/>
                </a:moveTo>
                <a:lnTo>
                  <a:pt x="1562100" y="3867150"/>
                </a:lnTo>
                <a:lnTo>
                  <a:pt x="1562100" y="3876675"/>
                </a:lnTo>
                <a:lnTo>
                  <a:pt x="1581150" y="3876675"/>
                </a:lnTo>
                <a:lnTo>
                  <a:pt x="1581150" y="3886200"/>
                </a:lnTo>
                <a:lnTo>
                  <a:pt x="1562100" y="3886200"/>
                </a:lnTo>
                <a:lnTo>
                  <a:pt x="1562100" y="3905250"/>
                </a:lnTo>
                <a:lnTo>
                  <a:pt x="1543050" y="3905250"/>
                </a:lnTo>
                <a:lnTo>
                  <a:pt x="1543050" y="3886200"/>
                </a:lnTo>
                <a:lnTo>
                  <a:pt x="1524000" y="3886200"/>
                </a:lnTo>
                <a:lnTo>
                  <a:pt x="1524000" y="3895725"/>
                </a:lnTo>
                <a:lnTo>
                  <a:pt x="1476375" y="3895725"/>
                </a:lnTo>
                <a:lnTo>
                  <a:pt x="1476375" y="3886200"/>
                </a:lnTo>
                <a:lnTo>
                  <a:pt x="1514475" y="3886200"/>
                </a:lnTo>
                <a:lnTo>
                  <a:pt x="1514475" y="3876675"/>
                </a:lnTo>
                <a:lnTo>
                  <a:pt x="1552575" y="3876675"/>
                </a:lnTo>
                <a:close/>
                <a:moveTo>
                  <a:pt x="1800225" y="3867150"/>
                </a:moveTo>
                <a:lnTo>
                  <a:pt x="1809750" y="3867150"/>
                </a:lnTo>
                <a:lnTo>
                  <a:pt x="1809750" y="3876675"/>
                </a:lnTo>
                <a:lnTo>
                  <a:pt x="1800225" y="3876675"/>
                </a:lnTo>
                <a:close/>
                <a:moveTo>
                  <a:pt x="542925" y="3876675"/>
                </a:moveTo>
                <a:lnTo>
                  <a:pt x="571500" y="3876675"/>
                </a:lnTo>
                <a:lnTo>
                  <a:pt x="571500" y="3886200"/>
                </a:lnTo>
                <a:lnTo>
                  <a:pt x="542925" y="3886200"/>
                </a:lnTo>
                <a:close/>
                <a:moveTo>
                  <a:pt x="1238250" y="3876675"/>
                </a:moveTo>
                <a:lnTo>
                  <a:pt x="1247775" y="3876675"/>
                </a:lnTo>
                <a:lnTo>
                  <a:pt x="1247775" y="3886200"/>
                </a:lnTo>
                <a:lnTo>
                  <a:pt x="1238250" y="3886200"/>
                </a:lnTo>
                <a:close/>
                <a:moveTo>
                  <a:pt x="609600" y="3886200"/>
                </a:moveTo>
                <a:lnTo>
                  <a:pt x="619125" y="3886200"/>
                </a:lnTo>
                <a:lnTo>
                  <a:pt x="619125" y="3895725"/>
                </a:lnTo>
                <a:lnTo>
                  <a:pt x="609600" y="3895725"/>
                </a:lnTo>
                <a:close/>
                <a:moveTo>
                  <a:pt x="1047750" y="3886200"/>
                </a:moveTo>
                <a:lnTo>
                  <a:pt x="1057275" y="3886200"/>
                </a:lnTo>
                <a:lnTo>
                  <a:pt x="1057275" y="3895725"/>
                </a:lnTo>
                <a:lnTo>
                  <a:pt x="1047750" y="3895725"/>
                </a:lnTo>
                <a:close/>
                <a:moveTo>
                  <a:pt x="619125" y="3895725"/>
                </a:moveTo>
                <a:lnTo>
                  <a:pt x="628650" y="3895725"/>
                </a:lnTo>
                <a:lnTo>
                  <a:pt x="628650" y="3914775"/>
                </a:lnTo>
                <a:lnTo>
                  <a:pt x="619125" y="3914775"/>
                </a:lnTo>
                <a:close/>
                <a:moveTo>
                  <a:pt x="1019175" y="3895725"/>
                </a:moveTo>
                <a:lnTo>
                  <a:pt x="1038225" y="3895725"/>
                </a:lnTo>
                <a:lnTo>
                  <a:pt x="1038225" y="3905250"/>
                </a:lnTo>
                <a:lnTo>
                  <a:pt x="1019175" y="3905250"/>
                </a:lnTo>
                <a:close/>
                <a:moveTo>
                  <a:pt x="1447800" y="3895725"/>
                </a:moveTo>
                <a:lnTo>
                  <a:pt x="1457325" y="3895725"/>
                </a:lnTo>
                <a:lnTo>
                  <a:pt x="1457325" y="3905250"/>
                </a:lnTo>
                <a:lnTo>
                  <a:pt x="1466850" y="3905250"/>
                </a:lnTo>
                <a:lnTo>
                  <a:pt x="1466850" y="3914775"/>
                </a:lnTo>
                <a:lnTo>
                  <a:pt x="1428750" y="3914775"/>
                </a:lnTo>
                <a:lnTo>
                  <a:pt x="1428750" y="3905250"/>
                </a:lnTo>
                <a:lnTo>
                  <a:pt x="1447800" y="3905250"/>
                </a:lnTo>
                <a:close/>
                <a:moveTo>
                  <a:pt x="1581150" y="3895725"/>
                </a:moveTo>
                <a:lnTo>
                  <a:pt x="1666875" y="3895725"/>
                </a:lnTo>
                <a:lnTo>
                  <a:pt x="1666875" y="3905250"/>
                </a:lnTo>
                <a:lnTo>
                  <a:pt x="1581150" y="3905250"/>
                </a:lnTo>
                <a:close/>
                <a:moveTo>
                  <a:pt x="857250" y="3905250"/>
                </a:moveTo>
                <a:lnTo>
                  <a:pt x="876300" y="3905250"/>
                </a:lnTo>
                <a:lnTo>
                  <a:pt x="876300" y="3914775"/>
                </a:lnTo>
                <a:lnTo>
                  <a:pt x="857250" y="3914775"/>
                </a:lnTo>
                <a:close/>
                <a:moveTo>
                  <a:pt x="819150" y="3914775"/>
                </a:moveTo>
                <a:lnTo>
                  <a:pt x="838200" y="3914775"/>
                </a:lnTo>
                <a:lnTo>
                  <a:pt x="838200" y="3924300"/>
                </a:lnTo>
                <a:lnTo>
                  <a:pt x="847725" y="3924300"/>
                </a:lnTo>
                <a:lnTo>
                  <a:pt x="847725" y="3933825"/>
                </a:lnTo>
                <a:lnTo>
                  <a:pt x="866775" y="3933825"/>
                </a:lnTo>
                <a:lnTo>
                  <a:pt x="866775" y="3943350"/>
                </a:lnTo>
                <a:lnTo>
                  <a:pt x="923925" y="3943350"/>
                </a:lnTo>
                <a:lnTo>
                  <a:pt x="923925" y="3952875"/>
                </a:lnTo>
                <a:lnTo>
                  <a:pt x="857250" y="3952875"/>
                </a:lnTo>
                <a:lnTo>
                  <a:pt x="857250" y="3943350"/>
                </a:lnTo>
                <a:lnTo>
                  <a:pt x="819150" y="3943350"/>
                </a:lnTo>
                <a:lnTo>
                  <a:pt x="819150" y="3952875"/>
                </a:lnTo>
                <a:lnTo>
                  <a:pt x="781050" y="3952875"/>
                </a:lnTo>
                <a:lnTo>
                  <a:pt x="781050" y="3962400"/>
                </a:lnTo>
                <a:lnTo>
                  <a:pt x="714375" y="3962400"/>
                </a:lnTo>
                <a:lnTo>
                  <a:pt x="714375" y="3952875"/>
                </a:lnTo>
                <a:lnTo>
                  <a:pt x="752475" y="3952875"/>
                </a:lnTo>
                <a:lnTo>
                  <a:pt x="752475" y="3933825"/>
                </a:lnTo>
                <a:lnTo>
                  <a:pt x="809625" y="3933825"/>
                </a:lnTo>
                <a:lnTo>
                  <a:pt x="809625" y="3924300"/>
                </a:lnTo>
                <a:lnTo>
                  <a:pt x="819150" y="3924300"/>
                </a:lnTo>
                <a:close/>
                <a:moveTo>
                  <a:pt x="1257300" y="3914775"/>
                </a:moveTo>
                <a:lnTo>
                  <a:pt x="1285875" y="3914775"/>
                </a:lnTo>
                <a:lnTo>
                  <a:pt x="1285875" y="3924300"/>
                </a:lnTo>
                <a:lnTo>
                  <a:pt x="1257300" y="3924300"/>
                </a:lnTo>
                <a:close/>
                <a:moveTo>
                  <a:pt x="1304925" y="3914775"/>
                </a:moveTo>
                <a:lnTo>
                  <a:pt x="1323975" y="3914775"/>
                </a:lnTo>
                <a:lnTo>
                  <a:pt x="1323975" y="3924300"/>
                </a:lnTo>
                <a:lnTo>
                  <a:pt x="1304925" y="3924300"/>
                </a:lnTo>
                <a:close/>
                <a:moveTo>
                  <a:pt x="1352550" y="3914775"/>
                </a:moveTo>
                <a:lnTo>
                  <a:pt x="1371600" y="3914775"/>
                </a:lnTo>
                <a:lnTo>
                  <a:pt x="1371600" y="3924300"/>
                </a:lnTo>
                <a:lnTo>
                  <a:pt x="1352550" y="3924300"/>
                </a:lnTo>
                <a:close/>
                <a:moveTo>
                  <a:pt x="485775" y="3924300"/>
                </a:moveTo>
                <a:lnTo>
                  <a:pt x="495300" y="3924300"/>
                </a:lnTo>
                <a:lnTo>
                  <a:pt x="495300" y="3933825"/>
                </a:lnTo>
                <a:lnTo>
                  <a:pt x="485775" y="3933825"/>
                </a:lnTo>
                <a:close/>
                <a:moveTo>
                  <a:pt x="581025" y="3924300"/>
                </a:moveTo>
                <a:lnTo>
                  <a:pt x="609600" y="3924300"/>
                </a:lnTo>
                <a:lnTo>
                  <a:pt x="609600" y="3933825"/>
                </a:lnTo>
                <a:lnTo>
                  <a:pt x="581025" y="3933825"/>
                </a:lnTo>
                <a:close/>
                <a:moveTo>
                  <a:pt x="923925" y="3924300"/>
                </a:moveTo>
                <a:lnTo>
                  <a:pt x="933450" y="3924300"/>
                </a:lnTo>
                <a:lnTo>
                  <a:pt x="933450" y="3933825"/>
                </a:lnTo>
                <a:lnTo>
                  <a:pt x="923925" y="3933825"/>
                </a:lnTo>
                <a:close/>
                <a:moveTo>
                  <a:pt x="1152525" y="3924300"/>
                </a:moveTo>
                <a:lnTo>
                  <a:pt x="1238250" y="3924300"/>
                </a:lnTo>
                <a:lnTo>
                  <a:pt x="1238250" y="3933825"/>
                </a:lnTo>
                <a:lnTo>
                  <a:pt x="1152525" y="3933825"/>
                </a:lnTo>
                <a:close/>
                <a:moveTo>
                  <a:pt x="504825" y="3933825"/>
                </a:moveTo>
                <a:lnTo>
                  <a:pt x="542925" y="3933825"/>
                </a:lnTo>
                <a:lnTo>
                  <a:pt x="542925" y="3943350"/>
                </a:lnTo>
                <a:lnTo>
                  <a:pt x="514350" y="3943350"/>
                </a:lnTo>
                <a:lnTo>
                  <a:pt x="514350" y="3952875"/>
                </a:lnTo>
                <a:lnTo>
                  <a:pt x="523875" y="3952875"/>
                </a:lnTo>
                <a:lnTo>
                  <a:pt x="523875" y="3962400"/>
                </a:lnTo>
                <a:lnTo>
                  <a:pt x="533400" y="3962400"/>
                </a:lnTo>
                <a:lnTo>
                  <a:pt x="533400" y="3971925"/>
                </a:lnTo>
                <a:lnTo>
                  <a:pt x="514350" y="3971925"/>
                </a:lnTo>
                <a:lnTo>
                  <a:pt x="514350" y="3962400"/>
                </a:lnTo>
                <a:lnTo>
                  <a:pt x="504825" y="3962400"/>
                </a:lnTo>
                <a:close/>
                <a:moveTo>
                  <a:pt x="1019175" y="3933825"/>
                </a:moveTo>
                <a:lnTo>
                  <a:pt x="1038225" y="3933825"/>
                </a:lnTo>
                <a:lnTo>
                  <a:pt x="1038225" y="3943350"/>
                </a:lnTo>
                <a:lnTo>
                  <a:pt x="1019175" y="3943350"/>
                </a:lnTo>
                <a:close/>
                <a:moveTo>
                  <a:pt x="485775" y="3962400"/>
                </a:moveTo>
                <a:lnTo>
                  <a:pt x="495300" y="3962400"/>
                </a:lnTo>
                <a:lnTo>
                  <a:pt x="495300" y="3971925"/>
                </a:lnTo>
                <a:lnTo>
                  <a:pt x="485775" y="3971925"/>
                </a:lnTo>
                <a:close/>
                <a:moveTo>
                  <a:pt x="581025" y="3962400"/>
                </a:moveTo>
                <a:lnTo>
                  <a:pt x="600075" y="3962400"/>
                </a:lnTo>
                <a:lnTo>
                  <a:pt x="600075" y="3971925"/>
                </a:lnTo>
                <a:lnTo>
                  <a:pt x="581025" y="3971925"/>
                </a:lnTo>
                <a:close/>
              </a:path>
            </a:pathLst>
          </a:custGeom>
          <a:solidFill xmlns:a="http://schemas.openxmlformats.org/drawingml/2006/main">
            <a:srgbClr val="F2F8FC"/>
          </a:solidFill>
          <a:ln xmlns:a="http://schemas.openxmlformats.org/drawingml/2006/main" w="0">
            <a:noFill/>
          </a:ln>
        </p:spPr>
      </p:sp>
      <p:sp>
        <p:nvSpPr>
          <p:cNvPr id="18" name="phones vector #f4f6f8">
            <a:extLst xmlns:a="http://schemas.openxmlformats.org/drawingml/2006/main">
              <a:ext uri="{FF2B5EF4-FFF2-40B4-BE49-F238E27FC236}">
                <a16:creationId xmlns:a16="http://schemas.microsoft.com/office/drawing/2014/main" id="{28A6B630-100D-4590-BE22-43115ED635B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48500" y="190500"/>
            <a:ext cx="5905500" cy="6619875"/>
          </a:xfrm>
          <a:custGeom xmlns:a="http://schemas.openxmlformats.org/drawingml/2006/main">
            <a:pathLst>
              <a:path w="3838575" h="4295775">
                <a:moveTo>
                  <a:pt x="1381125" y="142875"/>
                </a:moveTo>
                <a:lnTo>
                  <a:pt x="1390650" y="142875"/>
                </a:lnTo>
                <a:lnTo>
                  <a:pt x="1390650" y="152400"/>
                </a:lnTo>
                <a:lnTo>
                  <a:pt x="1381125" y="152400"/>
                </a:lnTo>
                <a:close/>
                <a:moveTo>
                  <a:pt x="1419225" y="142875"/>
                </a:moveTo>
                <a:lnTo>
                  <a:pt x="1533525" y="142875"/>
                </a:lnTo>
                <a:lnTo>
                  <a:pt x="1533525" y="152400"/>
                </a:lnTo>
                <a:lnTo>
                  <a:pt x="1419225" y="152400"/>
                </a:lnTo>
                <a:close/>
                <a:moveTo>
                  <a:pt x="1304925" y="152400"/>
                </a:moveTo>
                <a:lnTo>
                  <a:pt x="1314450" y="152400"/>
                </a:lnTo>
                <a:lnTo>
                  <a:pt x="1314450" y="161925"/>
                </a:lnTo>
                <a:lnTo>
                  <a:pt x="1304925" y="161925"/>
                </a:lnTo>
                <a:close/>
                <a:moveTo>
                  <a:pt x="1552575" y="152400"/>
                </a:moveTo>
                <a:lnTo>
                  <a:pt x="1562100" y="152400"/>
                </a:lnTo>
                <a:lnTo>
                  <a:pt x="1562100" y="161925"/>
                </a:lnTo>
                <a:lnTo>
                  <a:pt x="1552575" y="161925"/>
                </a:lnTo>
                <a:close/>
                <a:moveTo>
                  <a:pt x="1200150" y="161925"/>
                </a:moveTo>
                <a:lnTo>
                  <a:pt x="1209675" y="161925"/>
                </a:lnTo>
                <a:lnTo>
                  <a:pt x="1209675" y="171450"/>
                </a:lnTo>
                <a:lnTo>
                  <a:pt x="1200150" y="171450"/>
                </a:lnTo>
                <a:close/>
                <a:moveTo>
                  <a:pt x="1562100" y="161925"/>
                </a:moveTo>
                <a:lnTo>
                  <a:pt x="1581150" y="161925"/>
                </a:lnTo>
                <a:lnTo>
                  <a:pt x="1581150" y="171450"/>
                </a:lnTo>
                <a:lnTo>
                  <a:pt x="1562100" y="171450"/>
                </a:lnTo>
                <a:close/>
                <a:moveTo>
                  <a:pt x="1028700" y="180975"/>
                </a:moveTo>
                <a:lnTo>
                  <a:pt x="1076325" y="180975"/>
                </a:lnTo>
                <a:lnTo>
                  <a:pt x="1076325" y="190500"/>
                </a:lnTo>
                <a:lnTo>
                  <a:pt x="1057275" y="190500"/>
                </a:lnTo>
                <a:lnTo>
                  <a:pt x="1057275" y="200025"/>
                </a:lnTo>
                <a:lnTo>
                  <a:pt x="1076325" y="200025"/>
                </a:lnTo>
                <a:lnTo>
                  <a:pt x="1076325" y="209550"/>
                </a:lnTo>
                <a:lnTo>
                  <a:pt x="1019175" y="209550"/>
                </a:lnTo>
                <a:lnTo>
                  <a:pt x="1019175" y="200025"/>
                </a:lnTo>
                <a:lnTo>
                  <a:pt x="1028700" y="200025"/>
                </a:lnTo>
                <a:close/>
                <a:moveTo>
                  <a:pt x="847725" y="200025"/>
                </a:moveTo>
                <a:lnTo>
                  <a:pt x="866775" y="200025"/>
                </a:lnTo>
                <a:lnTo>
                  <a:pt x="866775" y="209550"/>
                </a:lnTo>
                <a:lnTo>
                  <a:pt x="876300" y="209550"/>
                </a:lnTo>
                <a:lnTo>
                  <a:pt x="876300" y="238125"/>
                </a:lnTo>
                <a:lnTo>
                  <a:pt x="819150" y="238125"/>
                </a:lnTo>
                <a:lnTo>
                  <a:pt x="819150" y="228600"/>
                </a:lnTo>
                <a:lnTo>
                  <a:pt x="847725" y="228600"/>
                </a:lnTo>
                <a:lnTo>
                  <a:pt x="847725" y="219075"/>
                </a:lnTo>
                <a:lnTo>
                  <a:pt x="819150" y="219075"/>
                </a:lnTo>
                <a:lnTo>
                  <a:pt x="819150" y="209550"/>
                </a:lnTo>
                <a:lnTo>
                  <a:pt x="847725" y="209550"/>
                </a:lnTo>
                <a:close/>
                <a:moveTo>
                  <a:pt x="990600" y="200025"/>
                </a:moveTo>
                <a:lnTo>
                  <a:pt x="1000125" y="200025"/>
                </a:lnTo>
                <a:lnTo>
                  <a:pt x="1000125" y="209550"/>
                </a:lnTo>
                <a:lnTo>
                  <a:pt x="990600" y="209550"/>
                </a:lnTo>
                <a:close/>
                <a:moveTo>
                  <a:pt x="762000" y="209550"/>
                </a:moveTo>
                <a:lnTo>
                  <a:pt x="771525" y="209550"/>
                </a:lnTo>
                <a:lnTo>
                  <a:pt x="771525" y="219075"/>
                </a:lnTo>
                <a:lnTo>
                  <a:pt x="762000" y="219075"/>
                </a:lnTo>
                <a:close/>
                <a:moveTo>
                  <a:pt x="666750" y="219075"/>
                </a:moveTo>
                <a:lnTo>
                  <a:pt x="676275" y="219075"/>
                </a:lnTo>
                <a:lnTo>
                  <a:pt x="676275" y="228600"/>
                </a:lnTo>
                <a:lnTo>
                  <a:pt x="666750" y="228600"/>
                </a:lnTo>
                <a:close/>
                <a:moveTo>
                  <a:pt x="704850" y="219075"/>
                </a:moveTo>
                <a:lnTo>
                  <a:pt x="752475" y="219075"/>
                </a:lnTo>
                <a:lnTo>
                  <a:pt x="752475" y="228600"/>
                </a:lnTo>
                <a:lnTo>
                  <a:pt x="704850" y="228600"/>
                </a:lnTo>
                <a:close/>
                <a:moveTo>
                  <a:pt x="1628775" y="219075"/>
                </a:moveTo>
                <a:lnTo>
                  <a:pt x="1638300" y="219075"/>
                </a:lnTo>
                <a:lnTo>
                  <a:pt x="1638300" y="228600"/>
                </a:lnTo>
                <a:lnTo>
                  <a:pt x="1628775" y="228600"/>
                </a:lnTo>
                <a:close/>
                <a:moveTo>
                  <a:pt x="581025" y="228600"/>
                </a:moveTo>
                <a:lnTo>
                  <a:pt x="590550" y="228600"/>
                </a:lnTo>
                <a:lnTo>
                  <a:pt x="590550" y="238125"/>
                </a:lnTo>
                <a:lnTo>
                  <a:pt x="581025" y="238125"/>
                </a:lnTo>
                <a:close/>
                <a:moveTo>
                  <a:pt x="1352550" y="228600"/>
                </a:moveTo>
                <a:lnTo>
                  <a:pt x="1362075" y="228600"/>
                </a:lnTo>
                <a:lnTo>
                  <a:pt x="1362075" y="238125"/>
                </a:lnTo>
                <a:lnTo>
                  <a:pt x="1352550" y="238125"/>
                </a:lnTo>
                <a:close/>
                <a:moveTo>
                  <a:pt x="695325" y="238125"/>
                </a:moveTo>
                <a:lnTo>
                  <a:pt x="752475" y="238125"/>
                </a:lnTo>
                <a:lnTo>
                  <a:pt x="752475" y="247650"/>
                </a:lnTo>
                <a:lnTo>
                  <a:pt x="704850" y="247650"/>
                </a:lnTo>
                <a:lnTo>
                  <a:pt x="704850" y="257175"/>
                </a:lnTo>
                <a:lnTo>
                  <a:pt x="695325" y="257175"/>
                </a:lnTo>
                <a:close/>
                <a:moveTo>
                  <a:pt x="771525" y="238125"/>
                </a:moveTo>
                <a:lnTo>
                  <a:pt x="790575" y="238125"/>
                </a:lnTo>
                <a:lnTo>
                  <a:pt x="790575" y="247650"/>
                </a:lnTo>
                <a:lnTo>
                  <a:pt x="771525" y="247650"/>
                </a:lnTo>
                <a:close/>
                <a:moveTo>
                  <a:pt x="1381125" y="238125"/>
                </a:moveTo>
                <a:lnTo>
                  <a:pt x="1390650" y="238125"/>
                </a:lnTo>
                <a:lnTo>
                  <a:pt x="1390650" y="247650"/>
                </a:lnTo>
                <a:lnTo>
                  <a:pt x="1381125" y="247650"/>
                </a:lnTo>
                <a:close/>
                <a:moveTo>
                  <a:pt x="1638300" y="238125"/>
                </a:moveTo>
                <a:lnTo>
                  <a:pt x="1647825" y="238125"/>
                </a:lnTo>
                <a:lnTo>
                  <a:pt x="1647825" y="247650"/>
                </a:lnTo>
                <a:lnTo>
                  <a:pt x="1638300" y="247650"/>
                </a:lnTo>
                <a:close/>
                <a:moveTo>
                  <a:pt x="400050" y="247650"/>
                </a:moveTo>
                <a:lnTo>
                  <a:pt x="409575" y="247650"/>
                </a:lnTo>
                <a:lnTo>
                  <a:pt x="409575" y="257175"/>
                </a:lnTo>
                <a:lnTo>
                  <a:pt x="400050" y="257175"/>
                </a:lnTo>
                <a:close/>
                <a:moveTo>
                  <a:pt x="1571625" y="247650"/>
                </a:moveTo>
                <a:lnTo>
                  <a:pt x="1581150" y="247650"/>
                </a:lnTo>
                <a:lnTo>
                  <a:pt x="1581150" y="257175"/>
                </a:lnTo>
                <a:lnTo>
                  <a:pt x="1571625" y="257175"/>
                </a:lnTo>
                <a:close/>
                <a:moveTo>
                  <a:pt x="333375" y="257175"/>
                </a:moveTo>
                <a:lnTo>
                  <a:pt x="342900" y="257175"/>
                </a:lnTo>
                <a:lnTo>
                  <a:pt x="342900" y="266700"/>
                </a:lnTo>
                <a:lnTo>
                  <a:pt x="333375" y="266700"/>
                </a:lnTo>
                <a:close/>
                <a:moveTo>
                  <a:pt x="1562100" y="257175"/>
                </a:moveTo>
                <a:lnTo>
                  <a:pt x="1571625" y="257175"/>
                </a:lnTo>
                <a:lnTo>
                  <a:pt x="1571625" y="266700"/>
                </a:lnTo>
                <a:lnTo>
                  <a:pt x="1562100" y="266700"/>
                </a:lnTo>
                <a:close/>
                <a:moveTo>
                  <a:pt x="276225" y="276225"/>
                </a:moveTo>
                <a:lnTo>
                  <a:pt x="285750" y="276225"/>
                </a:lnTo>
                <a:lnTo>
                  <a:pt x="285750" y="285750"/>
                </a:lnTo>
                <a:lnTo>
                  <a:pt x="276225" y="285750"/>
                </a:lnTo>
                <a:close/>
                <a:moveTo>
                  <a:pt x="1419225" y="276225"/>
                </a:moveTo>
                <a:lnTo>
                  <a:pt x="1428750" y="276225"/>
                </a:lnTo>
                <a:lnTo>
                  <a:pt x="1428750" y="285750"/>
                </a:lnTo>
                <a:lnTo>
                  <a:pt x="1419225" y="285750"/>
                </a:lnTo>
                <a:close/>
                <a:moveTo>
                  <a:pt x="1123950" y="295275"/>
                </a:moveTo>
                <a:lnTo>
                  <a:pt x="1133475" y="295275"/>
                </a:lnTo>
                <a:lnTo>
                  <a:pt x="1133475" y="304800"/>
                </a:lnTo>
                <a:lnTo>
                  <a:pt x="1123950" y="304800"/>
                </a:lnTo>
                <a:close/>
                <a:moveTo>
                  <a:pt x="228600" y="304800"/>
                </a:moveTo>
                <a:lnTo>
                  <a:pt x="238125" y="304800"/>
                </a:lnTo>
                <a:lnTo>
                  <a:pt x="238125" y="314325"/>
                </a:lnTo>
                <a:lnTo>
                  <a:pt x="228600" y="314325"/>
                </a:lnTo>
                <a:close/>
                <a:moveTo>
                  <a:pt x="657225" y="333375"/>
                </a:moveTo>
                <a:lnTo>
                  <a:pt x="666750" y="333375"/>
                </a:lnTo>
                <a:lnTo>
                  <a:pt x="666750" y="342900"/>
                </a:lnTo>
                <a:lnTo>
                  <a:pt x="657225" y="342900"/>
                </a:lnTo>
                <a:close/>
                <a:moveTo>
                  <a:pt x="1657350" y="333375"/>
                </a:moveTo>
                <a:lnTo>
                  <a:pt x="1666875" y="333375"/>
                </a:lnTo>
                <a:lnTo>
                  <a:pt x="1666875" y="352425"/>
                </a:lnTo>
                <a:lnTo>
                  <a:pt x="1657350" y="352425"/>
                </a:lnTo>
                <a:close/>
                <a:moveTo>
                  <a:pt x="1066800" y="342900"/>
                </a:moveTo>
                <a:lnTo>
                  <a:pt x="1076325" y="342900"/>
                </a:lnTo>
                <a:lnTo>
                  <a:pt x="1076325" y="352425"/>
                </a:lnTo>
                <a:lnTo>
                  <a:pt x="1066800" y="352425"/>
                </a:lnTo>
                <a:close/>
                <a:moveTo>
                  <a:pt x="666750" y="352425"/>
                </a:moveTo>
                <a:lnTo>
                  <a:pt x="676275" y="352425"/>
                </a:lnTo>
                <a:lnTo>
                  <a:pt x="676275" y="361950"/>
                </a:lnTo>
                <a:lnTo>
                  <a:pt x="666750" y="361950"/>
                </a:lnTo>
                <a:close/>
                <a:moveTo>
                  <a:pt x="971550" y="352425"/>
                </a:moveTo>
                <a:lnTo>
                  <a:pt x="981075" y="352425"/>
                </a:lnTo>
                <a:lnTo>
                  <a:pt x="981075" y="361950"/>
                </a:lnTo>
                <a:lnTo>
                  <a:pt x="971550" y="361950"/>
                </a:lnTo>
                <a:close/>
                <a:moveTo>
                  <a:pt x="381000" y="361950"/>
                </a:moveTo>
                <a:lnTo>
                  <a:pt x="409575" y="361950"/>
                </a:lnTo>
                <a:lnTo>
                  <a:pt x="409575" y="371475"/>
                </a:lnTo>
                <a:lnTo>
                  <a:pt x="381000" y="371475"/>
                </a:lnTo>
                <a:close/>
                <a:moveTo>
                  <a:pt x="676275" y="361950"/>
                </a:moveTo>
                <a:lnTo>
                  <a:pt x="685800" y="361950"/>
                </a:lnTo>
                <a:lnTo>
                  <a:pt x="685800" y="371475"/>
                </a:lnTo>
                <a:lnTo>
                  <a:pt x="676275" y="371475"/>
                </a:lnTo>
                <a:close/>
                <a:moveTo>
                  <a:pt x="895350" y="361950"/>
                </a:moveTo>
                <a:lnTo>
                  <a:pt x="904875" y="361950"/>
                </a:lnTo>
                <a:lnTo>
                  <a:pt x="904875" y="371475"/>
                </a:lnTo>
                <a:lnTo>
                  <a:pt x="895350" y="371475"/>
                </a:lnTo>
                <a:close/>
                <a:moveTo>
                  <a:pt x="800100" y="371475"/>
                </a:moveTo>
                <a:lnTo>
                  <a:pt x="819150" y="371475"/>
                </a:lnTo>
                <a:lnTo>
                  <a:pt x="819150" y="381000"/>
                </a:lnTo>
                <a:lnTo>
                  <a:pt x="800100" y="381000"/>
                </a:lnTo>
                <a:close/>
                <a:moveTo>
                  <a:pt x="1504950" y="400050"/>
                </a:moveTo>
                <a:lnTo>
                  <a:pt x="1514475" y="400050"/>
                </a:lnTo>
                <a:lnTo>
                  <a:pt x="1514475" y="409575"/>
                </a:lnTo>
                <a:lnTo>
                  <a:pt x="1504950" y="409575"/>
                </a:lnTo>
                <a:close/>
                <a:moveTo>
                  <a:pt x="161925" y="419100"/>
                </a:moveTo>
                <a:lnTo>
                  <a:pt x="171450" y="419100"/>
                </a:lnTo>
                <a:lnTo>
                  <a:pt x="171450" y="428625"/>
                </a:lnTo>
                <a:lnTo>
                  <a:pt x="161925" y="428625"/>
                </a:lnTo>
                <a:close/>
                <a:moveTo>
                  <a:pt x="1552575" y="438150"/>
                </a:moveTo>
                <a:lnTo>
                  <a:pt x="1562100" y="438150"/>
                </a:lnTo>
                <a:lnTo>
                  <a:pt x="1562100" y="447675"/>
                </a:lnTo>
                <a:lnTo>
                  <a:pt x="1552575" y="447675"/>
                </a:lnTo>
                <a:close/>
                <a:moveTo>
                  <a:pt x="1524000" y="466725"/>
                </a:moveTo>
                <a:lnTo>
                  <a:pt x="1533525" y="466725"/>
                </a:lnTo>
                <a:lnTo>
                  <a:pt x="1533525" y="476250"/>
                </a:lnTo>
                <a:lnTo>
                  <a:pt x="1524000" y="476250"/>
                </a:lnTo>
                <a:close/>
                <a:moveTo>
                  <a:pt x="1466850" y="476250"/>
                </a:moveTo>
                <a:lnTo>
                  <a:pt x="1476375" y="476250"/>
                </a:lnTo>
                <a:lnTo>
                  <a:pt x="1476375" y="485775"/>
                </a:lnTo>
                <a:lnTo>
                  <a:pt x="1466850" y="485775"/>
                </a:lnTo>
                <a:close/>
                <a:moveTo>
                  <a:pt x="1504950" y="476250"/>
                </a:moveTo>
                <a:lnTo>
                  <a:pt x="1524000" y="476250"/>
                </a:lnTo>
                <a:lnTo>
                  <a:pt x="1524000" y="485775"/>
                </a:lnTo>
                <a:lnTo>
                  <a:pt x="1504950" y="485775"/>
                </a:lnTo>
                <a:close/>
                <a:moveTo>
                  <a:pt x="1466850" y="495300"/>
                </a:moveTo>
                <a:lnTo>
                  <a:pt x="1476375" y="495300"/>
                </a:lnTo>
                <a:lnTo>
                  <a:pt x="1476375" y="504825"/>
                </a:lnTo>
                <a:lnTo>
                  <a:pt x="1466850" y="504825"/>
                </a:lnTo>
                <a:close/>
                <a:moveTo>
                  <a:pt x="542925" y="504825"/>
                </a:moveTo>
                <a:lnTo>
                  <a:pt x="552450" y="504825"/>
                </a:lnTo>
                <a:lnTo>
                  <a:pt x="552450" y="514350"/>
                </a:lnTo>
                <a:lnTo>
                  <a:pt x="542925" y="514350"/>
                </a:lnTo>
                <a:close/>
                <a:moveTo>
                  <a:pt x="1485900" y="504825"/>
                </a:moveTo>
                <a:lnTo>
                  <a:pt x="1495425" y="504825"/>
                </a:lnTo>
                <a:lnTo>
                  <a:pt x="1495425" y="514350"/>
                </a:lnTo>
                <a:lnTo>
                  <a:pt x="1485900" y="514350"/>
                </a:lnTo>
                <a:close/>
                <a:moveTo>
                  <a:pt x="581025" y="542925"/>
                </a:moveTo>
                <a:lnTo>
                  <a:pt x="590550" y="542925"/>
                </a:lnTo>
                <a:lnTo>
                  <a:pt x="590550" y="552450"/>
                </a:lnTo>
                <a:lnTo>
                  <a:pt x="581025" y="552450"/>
                </a:lnTo>
                <a:close/>
                <a:moveTo>
                  <a:pt x="485775" y="571500"/>
                </a:moveTo>
                <a:lnTo>
                  <a:pt x="495300" y="571500"/>
                </a:lnTo>
                <a:lnTo>
                  <a:pt x="495300" y="581025"/>
                </a:lnTo>
                <a:lnTo>
                  <a:pt x="485775" y="581025"/>
                </a:lnTo>
                <a:close/>
                <a:moveTo>
                  <a:pt x="533400" y="571500"/>
                </a:moveTo>
                <a:lnTo>
                  <a:pt x="552450" y="571500"/>
                </a:lnTo>
                <a:lnTo>
                  <a:pt x="552450" y="581025"/>
                </a:lnTo>
                <a:lnTo>
                  <a:pt x="533400" y="581025"/>
                </a:lnTo>
                <a:close/>
                <a:moveTo>
                  <a:pt x="1676400" y="581025"/>
                </a:moveTo>
                <a:lnTo>
                  <a:pt x="1685925" y="581025"/>
                </a:lnTo>
                <a:lnTo>
                  <a:pt x="1685925" y="590550"/>
                </a:lnTo>
                <a:lnTo>
                  <a:pt x="1676400" y="590550"/>
                </a:lnTo>
                <a:close/>
                <a:moveTo>
                  <a:pt x="1676400" y="609600"/>
                </a:moveTo>
                <a:lnTo>
                  <a:pt x="1685925" y="609600"/>
                </a:lnTo>
                <a:lnTo>
                  <a:pt x="1685925" y="628650"/>
                </a:lnTo>
                <a:lnTo>
                  <a:pt x="1676400" y="628650"/>
                </a:lnTo>
                <a:close/>
                <a:moveTo>
                  <a:pt x="161925" y="619125"/>
                </a:moveTo>
                <a:lnTo>
                  <a:pt x="171450" y="619125"/>
                </a:lnTo>
                <a:lnTo>
                  <a:pt x="171450" y="628650"/>
                </a:lnTo>
                <a:lnTo>
                  <a:pt x="161925" y="628650"/>
                </a:lnTo>
                <a:close/>
                <a:moveTo>
                  <a:pt x="1685925" y="704850"/>
                </a:moveTo>
                <a:lnTo>
                  <a:pt x="1695450" y="704850"/>
                </a:lnTo>
                <a:lnTo>
                  <a:pt x="1695450" y="752475"/>
                </a:lnTo>
                <a:lnTo>
                  <a:pt x="1685925" y="752475"/>
                </a:lnTo>
                <a:close/>
                <a:moveTo>
                  <a:pt x="285750" y="723900"/>
                </a:moveTo>
                <a:lnTo>
                  <a:pt x="295275" y="723900"/>
                </a:lnTo>
                <a:lnTo>
                  <a:pt x="295275" y="733425"/>
                </a:lnTo>
                <a:lnTo>
                  <a:pt x="285750" y="733425"/>
                </a:lnTo>
                <a:close/>
                <a:moveTo>
                  <a:pt x="304800" y="723900"/>
                </a:moveTo>
                <a:lnTo>
                  <a:pt x="314325" y="723900"/>
                </a:lnTo>
                <a:lnTo>
                  <a:pt x="314325" y="733425"/>
                </a:lnTo>
                <a:lnTo>
                  <a:pt x="304800" y="733425"/>
                </a:lnTo>
                <a:close/>
                <a:moveTo>
                  <a:pt x="333375" y="723900"/>
                </a:moveTo>
                <a:lnTo>
                  <a:pt x="342900" y="723900"/>
                </a:lnTo>
                <a:lnTo>
                  <a:pt x="342900" y="742950"/>
                </a:lnTo>
                <a:lnTo>
                  <a:pt x="333375" y="742950"/>
                </a:lnTo>
                <a:close/>
                <a:moveTo>
                  <a:pt x="371475" y="733425"/>
                </a:moveTo>
                <a:lnTo>
                  <a:pt x="381000" y="733425"/>
                </a:lnTo>
                <a:lnTo>
                  <a:pt x="381000" y="742950"/>
                </a:lnTo>
                <a:lnTo>
                  <a:pt x="371475" y="742950"/>
                </a:lnTo>
                <a:close/>
                <a:moveTo>
                  <a:pt x="314325" y="790575"/>
                </a:moveTo>
                <a:lnTo>
                  <a:pt x="323850" y="790575"/>
                </a:lnTo>
                <a:lnTo>
                  <a:pt x="323850" y="809625"/>
                </a:lnTo>
                <a:lnTo>
                  <a:pt x="314325" y="809625"/>
                </a:lnTo>
                <a:close/>
                <a:moveTo>
                  <a:pt x="171450" y="800100"/>
                </a:moveTo>
                <a:lnTo>
                  <a:pt x="180975" y="800100"/>
                </a:lnTo>
                <a:lnTo>
                  <a:pt x="180975" y="809625"/>
                </a:lnTo>
                <a:lnTo>
                  <a:pt x="171450" y="809625"/>
                </a:lnTo>
                <a:close/>
                <a:moveTo>
                  <a:pt x="419100" y="800100"/>
                </a:moveTo>
                <a:lnTo>
                  <a:pt x="428625" y="800100"/>
                </a:lnTo>
                <a:lnTo>
                  <a:pt x="428625" y="809625"/>
                </a:lnTo>
                <a:lnTo>
                  <a:pt x="419100" y="809625"/>
                </a:lnTo>
                <a:close/>
                <a:moveTo>
                  <a:pt x="304800" y="809625"/>
                </a:moveTo>
                <a:lnTo>
                  <a:pt x="314325" y="809625"/>
                </a:lnTo>
                <a:lnTo>
                  <a:pt x="314325" y="819150"/>
                </a:lnTo>
                <a:lnTo>
                  <a:pt x="304800" y="819150"/>
                </a:lnTo>
                <a:close/>
                <a:moveTo>
                  <a:pt x="1695450" y="838200"/>
                </a:moveTo>
                <a:lnTo>
                  <a:pt x="1704975" y="838200"/>
                </a:lnTo>
                <a:lnTo>
                  <a:pt x="1704975" y="857250"/>
                </a:lnTo>
                <a:lnTo>
                  <a:pt x="1695450" y="857250"/>
                </a:lnTo>
                <a:close/>
                <a:moveTo>
                  <a:pt x="1695450" y="914400"/>
                </a:moveTo>
                <a:lnTo>
                  <a:pt x="1704975" y="914400"/>
                </a:lnTo>
                <a:lnTo>
                  <a:pt x="1704975" y="952500"/>
                </a:lnTo>
                <a:lnTo>
                  <a:pt x="1714500" y="952500"/>
                </a:lnTo>
                <a:lnTo>
                  <a:pt x="1714500" y="1085850"/>
                </a:lnTo>
                <a:lnTo>
                  <a:pt x="1724025" y="1085850"/>
                </a:lnTo>
                <a:lnTo>
                  <a:pt x="1724025" y="1133475"/>
                </a:lnTo>
                <a:lnTo>
                  <a:pt x="1714500" y="1133475"/>
                </a:lnTo>
                <a:lnTo>
                  <a:pt x="1714500" y="1104900"/>
                </a:lnTo>
                <a:lnTo>
                  <a:pt x="1704975" y="1104900"/>
                </a:lnTo>
                <a:lnTo>
                  <a:pt x="1704975" y="1114425"/>
                </a:lnTo>
                <a:lnTo>
                  <a:pt x="1695450" y="1114425"/>
                </a:lnTo>
                <a:lnTo>
                  <a:pt x="1695450" y="1095375"/>
                </a:lnTo>
                <a:lnTo>
                  <a:pt x="1704975" y="1095375"/>
                </a:lnTo>
                <a:lnTo>
                  <a:pt x="1704975" y="1085850"/>
                </a:lnTo>
                <a:lnTo>
                  <a:pt x="1695450" y="1085850"/>
                </a:lnTo>
                <a:lnTo>
                  <a:pt x="1695450" y="1076325"/>
                </a:lnTo>
                <a:lnTo>
                  <a:pt x="1704975" y="1076325"/>
                </a:lnTo>
                <a:lnTo>
                  <a:pt x="1704975" y="1009650"/>
                </a:lnTo>
                <a:lnTo>
                  <a:pt x="1685925" y="1009650"/>
                </a:lnTo>
                <a:lnTo>
                  <a:pt x="1685925" y="981075"/>
                </a:lnTo>
                <a:lnTo>
                  <a:pt x="1695450" y="981075"/>
                </a:lnTo>
                <a:lnTo>
                  <a:pt x="1695450" y="990600"/>
                </a:lnTo>
                <a:lnTo>
                  <a:pt x="1704975" y="990600"/>
                </a:lnTo>
                <a:lnTo>
                  <a:pt x="1704975" y="971550"/>
                </a:lnTo>
                <a:lnTo>
                  <a:pt x="1695450" y="971550"/>
                </a:lnTo>
                <a:close/>
                <a:moveTo>
                  <a:pt x="1628775" y="962025"/>
                </a:moveTo>
                <a:lnTo>
                  <a:pt x="1638300" y="962025"/>
                </a:lnTo>
                <a:lnTo>
                  <a:pt x="1638300" y="971550"/>
                </a:lnTo>
                <a:lnTo>
                  <a:pt x="1628775" y="971550"/>
                </a:lnTo>
                <a:close/>
                <a:moveTo>
                  <a:pt x="180975" y="971550"/>
                </a:moveTo>
                <a:lnTo>
                  <a:pt x="190500" y="971550"/>
                </a:lnTo>
                <a:lnTo>
                  <a:pt x="190500" y="981075"/>
                </a:lnTo>
                <a:lnTo>
                  <a:pt x="180975" y="981075"/>
                </a:lnTo>
                <a:close/>
                <a:moveTo>
                  <a:pt x="419100" y="981075"/>
                </a:moveTo>
                <a:lnTo>
                  <a:pt x="428625" y="981075"/>
                </a:lnTo>
                <a:lnTo>
                  <a:pt x="428625" y="1000125"/>
                </a:lnTo>
                <a:lnTo>
                  <a:pt x="419100" y="1000125"/>
                </a:lnTo>
                <a:close/>
                <a:moveTo>
                  <a:pt x="533400" y="981075"/>
                </a:moveTo>
                <a:lnTo>
                  <a:pt x="542925" y="981075"/>
                </a:lnTo>
                <a:lnTo>
                  <a:pt x="542925" y="990600"/>
                </a:lnTo>
                <a:lnTo>
                  <a:pt x="533400" y="990600"/>
                </a:lnTo>
                <a:close/>
                <a:moveTo>
                  <a:pt x="295275" y="990600"/>
                </a:moveTo>
                <a:lnTo>
                  <a:pt x="314325" y="990600"/>
                </a:lnTo>
                <a:lnTo>
                  <a:pt x="314325" y="1009650"/>
                </a:lnTo>
                <a:lnTo>
                  <a:pt x="295275" y="1009650"/>
                </a:lnTo>
                <a:close/>
                <a:moveTo>
                  <a:pt x="1190625" y="1000125"/>
                </a:moveTo>
                <a:lnTo>
                  <a:pt x="1200150" y="1000125"/>
                </a:lnTo>
                <a:lnTo>
                  <a:pt x="1200150" y="1009650"/>
                </a:lnTo>
                <a:lnTo>
                  <a:pt x="1190625" y="1009650"/>
                </a:lnTo>
                <a:close/>
                <a:moveTo>
                  <a:pt x="962025" y="1066800"/>
                </a:moveTo>
                <a:lnTo>
                  <a:pt x="981075" y="1066800"/>
                </a:lnTo>
                <a:lnTo>
                  <a:pt x="981075" y="1076325"/>
                </a:lnTo>
                <a:lnTo>
                  <a:pt x="962025" y="1076325"/>
                </a:lnTo>
                <a:close/>
                <a:moveTo>
                  <a:pt x="1638300" y="1066800"/>
                </a:moveTo>
                <a:lnTo>
                  <a:pt x="1647825" y="1066800"/>
                </a:lnTo>
                <a:lnTo>
                  <a:pt x="1647825" y="1085850"/>
                </a:lnTo>
                <a:lnTo>
                  <a:pt x="1638300" y="1085850"/>
                </a:lnTo>
                <a:close/>
                <a:moveTo>
                  <a:pt x="914400" y="1076325"/>
                </a:moveTo>
                <a:lnTo>
                  <a:pt x="923925" y="1076325"/>
                </a:lnTo>
                <a:lnTo>
                  <a:pt x="923925" y="1085850"/>
                </a:lnTo>
                <a:lnTo>
                  <a:pt x="914400" y="1085850"/>
                </a:lnTo>
                <a:close/>
                <a:moveTo>
                  <a:pt x="257175" y="1095375"/>
                </a:moveTo>
                <a:lnTo>
                  <a:pt x="266700" y="1095375"/>
                </a:lnTo>
                <a:lnTo>
                  <a:pt x="266700" y="1133475"/>
                </a:lnTo>
                <a:lnTo>
                  <a:pt x="257175" y="1133475"/>
                </a:lnTo>
                <a:close/>
                <a:moveTo>
                  <a:pt x="190500" y="1171575"/>
                </a:moveTo>
                <a:lnTo>
                  <a:pt x="200025" y="1171575"/>
                </a:lnTo>
                <a:lnTo>
                  <a:pt x="200025" y="1190625"/>
                </a:lnTo>
                <a:lnTo>
                  <a:pt x="190500" y="1190625"/>
                </a:lnTo>
                <a:close/>
                <a:moveTo>
                  <a:pt x="1647825" y="1181100"/>
                </a:moveTo>
                <a:lnTo>
                  <a:pt x="1657350" y="1181100"/>
                </a:lnTo>
                <a:lnTo>
                  <a:pt x="1657350" y="1209675"/>
                </a:lnTo>
                <a:lnTo>
                  <a:pt x="1647825" y="1209675"/>
                </a:lnTo>
                <a:close/>
                <a:moveTo>
                  <a:pt x="923925" y="1190625"/>
                </a:moveTo>
                <a:lnTo>
                  <a:pt x="933450" y="1190625"/>
                </a:lnTo>
                <a:lnTo>
                  <a:pt x="933450" y="1228725"/>
                </a:lnTo>
                <a:lnTo>
                  <a:pt x="923925" y="1228725"/>
                </a:lnTo>
                <a:close/>
                <a:moveTo>
                  <a:pt x="1095375" y="1200150"/>
                </a:moveTo>
                <a:lnTo>
                  <a:pt x="1114425" y="1200150"/>
                </a:lnTo>
                <a:lnTo>
                  <a:pt x="1114425" y="1209675"/>
                </a:lnTo>
                <a:lnTo>
                  <a:pt x="1095375" y="1209675"/>
                </a:lnTo>
                <a:close/>
                <a:moveTo>
                  <a:pt x="1266825" y="1200150"/>
                </a:moveTo>
                <a:lnTo>
                  <a:pt x="1276350" y="1200150"/>
                </a:lnTo>
                <a:lnTo>
                  <a:pt x="1276350" y="1209675"/>
                </a:lnTo>
                <a:lnTo>
                  <a:pt x="1266825" y="1209675"/>
                </a:lnTo>
                <a:close/>
                <a:moveTo>
                  <a:pt x="1724025" y="1200150"/>
                </a:moveTo>
                <a:lnTo>
                  <a:pt x="1733550" y="1200150"/>
                </a:lnTo>
                <a:lnTo>
                  <a:pt x="1733550" y="1238250"/>
                </a:lnTo>
                <a:lnTo>
                  <a:pt x="1724025" y="1238250"/>
                </a:lnTo>
                <a:close/>
                <a:moveTo>
                  <a:pt x="1076325" y="1209675"/>
                </a:moveTo>
                <a:lnTo>
                  <a:pt x="1085850" y="1209675"/>
                </a:lnTo>
                <a:lnTo>
                  <a:pt x="1085850" y="1219200"/>
                </a:lnTo>
                <a:lnTo>
                  <a:pt x="1076325" y="1219200"/>
                </a:lnTo>
                <a:close/>
                <a:moveTo>
                  <a:pt x="1276350" y="1209675"/>
                </a:moveTo>
                <a:lnTo>
                  <a:pt x="1285875" y="1209675"/>
                </a:lnTo>
                <a:lnTo>
                  <a:pt x="1285875" y="1219200"/>
                </a:lnTo>
                <a:lnTo>
                  <a:pt x="1276350" y="1219200"/>
                </a:lnTo>
                <a:close/>
                <a:moveTo>
                  <a:pt x="266700" y="1257300"/>
                </a:moveTo>
                <a:lnTo>
                  <a:pt x="276225" y="1257300"/>
                </a:lnTo>
                <a:lnTo>
                  <a:pt x="276225" y="1295400"/>
                </a:lnTo>
                <a:lnTo>
                  <a:pt x="266700" y="1295400"/>
                </a:lnTo>
                <a:lnTo>
                  <a:pt x="266700" y="1285875"/>
                </a:lnTo>
                <a:lnTo>
                  <a:pt x="257175" y="1285875"/>
                </a:lnTo>
                <a:lnTo>
                  <a:pt x="257175" y="1276350"/>
                </a:lnTo>
                <a:lnTo>
                  <a:pt x="266700" y="1276350"/>
                </a:lnTo>
                <a:close/>
                <a:moveTo>
                  <a:pt x="476250" y="1257300"/>
                </a:moveTo>
                <a:lnTo>
                  <a:pt x="485775" y="1257300"/>
                </a:lnTo>
                <a:lnTo>
                  <a:pt x="485775" y="1266825"/>
                </a:lnTo>
                <a:lnTo>
                  <a:pt x="476250" y="1266825"/>
                </a:lnTo>
                <a:close/>
                <a:moveTo>
                  <a:pt x="600075" y="1257300"/>
                </a:moveTo>
                <a:lnTo>
                  <a:pt x="628650" y="1257300"/>
                </a:lnTo>
                <a:lnTo>
                  <a:pt x="628650" y="1266825"/>
                </a:lnTo>
                <a:lnTo>
                  <a:pt x="600075" y="1266825"/>
                </a:lnTo>
                <a:close/>
                <a:moveTo>
                  <a:pt x="1085850" y="1257300"/>
                </a:moveTo>
                <a:lnTo>
                  <a:pt x="1095375" y="1257300"/>
                </a:lnTo>
                <a:lnTo>
                  <a:pt x="1095375" y="1266825"/>
                </a:lnTo>
                <a:lnTo>
                  <a:pt x="1085850" y="1266825"/>
                </a:lnTo>
                <a:close/>
                <a:moveTo>
                  <a:pt x="495300" y="1266825"/>
                </a:moveTo>
                <a:lnTo>
                  <a:pt x="523875" y="1266825"/>
                </a:lnTo>
                <a:lnTo>
                  <a:pt x="523875" y="1276350"/>
                </a:lnTo>
                <a:lnTo>
                  <a:pt x="495300" y="1276350"/>
                </a:lnTo>
                <a:close/>
                <a:moveTo>
                  <a:pt x="1657350" y="1295400"/>
                </a:moveTo>
                <a:lnTo>
                  <a:pt x="1666875" y="1295400"/>
                </a:lnTo>
                <a:lnTo>
                  <a:pt x="1666875" y="1314450"/>
                </a:lnTo>
                <a:lnTo>
                  <a:pt x="1657350" y="1314450"/>
                </a:lnTo>
                <a:close/>
                <a:moveTo>
                  <a:pt x="1724025" y="1295400"/>
                </a:moveTo>
                <a:lnTo>
                  <a:pt x="1733550" y="1295400"/>
                </a:lnTo>
                <a:lnTo>
                  <a:pt x="1733550" y="1314450"/>
                </a:lnTo>
                <a:lnTo>
                  <a:pt x="1724025" y="1314450"/>
                </a:lnTo>
                <a:close/>
                <a:moveTo>
                  <a:pt x="571500" y="1304925"/>
                </a:moveTo>
                <a:lnTo>
                  <a:pt x="590550" y="1304925"/>
                </a:lnTo>
                <a:lnTo>
                  <a:pt x="590550" y="1314450"/>
                </a:lnTo>
                <a:lnTo>
                  <a:pt x="571500" y="1314450"/>
                </a:lnTo>
                <a:close/>
                <a:moveTo>
                  <a:pt x="1724025" y="1323975"/>
                </a:moveTo>
                <a:lnTo>
                  <a:pt x="1733550" y="1323975"/>
                </a:lnTo>
                <a:lnTo>
                  <a:pt x="1733550" y="1333500"/>
                </a:lnTo>
                <a:lnTo>
                  <a:pt x="1743075" y="1333500"/>
                </a:lnTo>
                <a:lnTo>
                  <a:pt x="1743075" y="1390650"/>
                </a:lnTo>
                <a:lnTo>
                  <a:pt x="1733550" y="1390650"/>
                </a:lnTo>
                <a:lnTo>
                  <a:pt x="1733550" y="1343025"/>
                </a:lnTo>
                <a:lnTo>
                  <a:pt x="1724025" y="1343025"/>
                </a:lnTo>
                <a:close/>
                <a:moveTo>
                  <a:pt x="1076325" y="1333500"/>
                </a:moveTo>
                <a:lnTo>
                  <a:pt x="1085850" y="1333500"/>
                </a:lnTo>
                <a:lnTo>
                  <a:pt x="1085850" y="1343025"/>
                </a:lnTo>
                <a:lnTo>
                  <a:pt x="1076325" y="1343025"/>
                </a:lnTo>
                <a:close/>
                <a:moveTo>
                  <a:pt x="933450" y="1343025"/>
                </a:moveTo>
                <a:lnTo>
                  <a:pt x="942975" y="1343025"/>
                </a:lnTo>
                <a:lnTo>
                  <a:pt x="942975" y="1352550"/>
                </a:lnTo>
                <a:lnTo>
                  <a:pt x="933450" y="1352550"/>
                </a:lnTo>
                <a:close/>
                <a:moveTo>
                  <a:pt x="200025" y="1371600"/>
                </a:moveTo>
                <a:lnTo>
                  <a:pt x="209550" y="1371600"/>
                </a:lnTo>
                <a:lnTo>
                  <a:pt x="209550" y="1390650"/>
                </a:lnTo>
                <a:lnTo>
                  <a:pt x="200025" y="1390650"/>
                </a:lnTo>
                <a:close/>
                <a:moveTo>
                  <a:pt x="361950" y="1371600"/>
                </a:moveTo>
                <a:lnTo>
                  <a:pt x="371475" y="1371600"/>
                </a:lnTo>
                <a:lnTo>
                  <a:pt x="371475" y="1381125"/>
                </a:lnTo>
                <a:lnTo>
                  <a:pt x="361950" y="1381125"/>
                </a:lnTo>
                <a:close/>
                <a:moveTo>
                  <a:pt x="1162050" y="1390650"/>
                </a:moveTo>
                <a:lnTo>
                  <a:pt x="1181100" y="1390650"/>
                </a:lnTo>
                <a:lnTo>
                  <a:pt x="1181100" y="1400175"/>
                </a:lnTo>
                <a:lnTo>
                  <a:pt x="1162050" y="1400175"/>
                </a:lnTo>
                <a:close/>
                <a:moveTo>
                  <a:pt x="390525" y="1400175"/>
                </a:moveTo>
                <a:lnTo>
                  <a:pt x="400050" y="1400175"/>
                </a:lnTo>
                <a:lnTo>
                  <a:pt x="400050" y="1409700"/>
                </a:lnTo>
                <a:lnTo>
                  <a:pt x="390525" y="1409700"/>
                </a:lnTo>
                <a:close/>
                <a:moveTo>
                  <a:pt x="1647825" y="1409700"/>
                </a:moveTo>
                <a:lnTo>
                  <a:pt x="1657350" y="1409700"/>
                </a:lnTo>
                <a:lnTo>
                  <a:pt x="1657350" y="1419225"/>
                </a:lnTo>
                <a:lnTo>
                  <a:pt x="1647825" y="1419225"/>
                </a:lnTo>
                <a:close/>
                <a:moveTo>
                  <a:pt x="1619250" y="1428750"/>
                </a:moveTo>
                <a:lnTo>
                  <a:pt x="1628775" y="1428750"/>
                </a:lnTo>
                <a:lnTo>
                  <a:pt x="1628775" y="1438275"/>
                </a:lnTo>
                <a:lnTo>
                  <a:pt x="1619250" y="1438275"/>
                </a:lnTo>
                <a:close/>
                <a:moveTo>
                  <a:pt x="1543050" y="1438275"/>
                </a:moveTo>
                <a:lnTo>
                  <a:pt x="1562100" y="1438275"/>
                </a:lnTo>
                <a:lnTo>
                  <a:pt x="1562100" y="1447800"/>
                </a:lnTo>
                <a:lnTo>
                  <a:pt x="1552575" y="1447800"/>
                </a:lnTo>
                <a:lnTo>
                  <a:pt x="1552575" y="1457325"/>
                </a:lnTo>
                <a:lnTo>
                  <a:pt x="1543050" y="1457325"/>
                </a:lnTo>
                <a:close/>
                <a:moveTo>
                  <a:pt x="1428750" y="1447800"/>
                </a:moveTo>
                <a:lnTo>
                  <a:pt x="1447800" y="1447800"/>
                </a:lnTo>
                <a:lnTo>
                  <a:pt x="1447800" y="1466850"/>
                </a:lnTo>
                <a:lnTo>
                  <a:pt x="1428750" y="1466850"/>
                </a:lnTo>
                <a:close/>
                <a:moveTo>
                  <a:pt x="1743075" y="1447800"/>
                </a:moveTo>
                <a:lnTo>
                  <a:pt x="1752600" y="1447800"/>
                </a:lnTo>
                <a:lnTo>
                  <a:pt x="1752600" y="1524000"/>
                </a:lnTo>
                <a:lnTo>
                  <a:pt x="1743075" y="1524000"/>
                </a:lnTo>
                <a:close/>
                <a:moveTo>
                  <a:pt x="933450" y="1457325"/>
                </a:moveTo>
                <a:lnTo>
                  <a:pt x="942975" y="1457325"/>
                </a:lnTo>
                <a:lnTo>
                  <a:pt x="942975" y="1466850"/>
                </a:lnTo>
                <a:lnTo>
                  <a:pt x="933450" y="1466850"/>
                </a:lnTo>
                <a:close/>
                <a:moveTo>
                  <a:pt x="1304925" y="1457325"/>
                </a:moveTo>
                <a:lnTo>
                  <a:pt x="1314450" y="1457325"/>
                </a:lnTo>
                <a:lnTo>
                  <a:pt x="1314450" y="1466850"/>
                </a:lnTo>
                <a:lnTo>
                  <a:pt x="1304925" y="1466850"/>
                </a:lnTo>
                <a:close/>
                <a:moveTo>
                  <a:pt x="1638300" y="1476375"/>
                </a:moveTo>
                <a:lnTo>
                  <a:pt x="1657350" y="1476375"/>
                </a:lnTo>
                <a:lnTo>
                  <a:pt x="1657350" y="1495425"/>
                </a:lnTo>
                <a:lnTo>
                  <a:pt x="1647825" y="1495425"/>
                </a:lnTo>
                <a:lnTo>
                  <a:pt x="1647825" y="1485900"/>
                </a:lnTo>
                <a:lnTo>
                  <a:pt x="1638300" y="1485900"/>
                </a:lnTo>
                <a:close/>
                <a:moveTo>
                  <a:pt x="1409700" y="1485900"/>
                </a:moveTo>
                <a:lnTo>
                  <a:pt x="1438275" y="1485900"/>
                </a:lnTo>
                <a:lnTo>
                  <a:pt x="1438275" y="1504950"/>
                </a:lnTo>
                <a:lnTo>
                  <a:pt x="1409700" y="1504950"/>
                </a:lnTo>
                <a:close/>
                <a:moveTo>
                  <a:pt x="762000" y="1504950"/>
                </a:moveTo>
                <a:lnTo>
                  <a:pt x="781050" y="1504950"/>
                </a:lnTo>
                <a:lnTo>
                  <a:pt x="781050" y="1524000"/>
                </a:lnTo>
                <a:lnTo>
                  <a:pt x="762000" y="1524000"/>
                </a:lnTo>
                <a:close/>
                <a:moveTo>
                  <a:pt x="285750" y="1514475"/>
                </a:moveTo>
                <a:lnTo>
                  <a:pt x="295275" y="1514475"/>
                </a:lnTo>
                <a:lnTo>
                  <a:pt x="295275" y="1524000"/>
                </a:lnTo>
                <a:lnTo>
                  <a:pt x="285750" y="1524000"/>
                </a:lnTo>
                <a:close/>
                <a:moveTo>
                  <a:pt x="666750" y="1514475"/>
                </a:moveTo>
                <a:lnTo>
                  <a:pt x="676275" y="1514475"/>
                </a:lnTo>
                <a:lnTo>
                  <a:pt x="676275" y="1524000"/>
                </a:lnTo>
                <a:lnTo>
                  <a:pt x="666750" y="1524000"/>
                </a:lnTo>
                <a:close/>
                <a:moveTo>
                  <a:pt x="1085850" y="1514475"/>
                </a:moveTo>
                <a:lnTo>
                  <a:pt x="1104900" y="1514475"/>
                </a:lnTo>
                <a:lnTo>
                  <a:pt x="1104900" y="1533525"/>
                </a:lnTo>
                <a:lnTo>
                  <a:pt x="1085850" y="1533525"/>
                </a:lnTo>
                <a:close/>
                <a:moveTo>
                  <a:pt x="552450" y="1524000"/>
                </a:moveTo>
                <a:lnTo>
                  <a:pt x="571500" y="1524000"/>
                </a:lnTo>
                <a:lnTo>
                  <a:pt x="571500" y="1543050"/>
                </a:lnTo>
                <a:lnTo>
                  <a:pt x="552450" y="1543050"/>
                </a:lnTo>
                <a:close/>
                <a:moveTo>
                  <a:pt x="438150" y="1533525"/>
                </a:moveTo>
                <a:lnTo>
                  <a:pt x="447675" y="1533525"/>
                </a:lnTo>
                <a:lnTo>
                  <a:pt x="447675" y="1552575"/>
                </a:lnTo>
                <a:lnTo>
                  <a:pt x="438150" y="1552575"/>
                </a:lnTo>
                <a:close/>
                <a:moveTo>
                  <a:pt x="323850" y="1543050"/>
                </a:moveTo>
                <a:lnTo>
                  <a:pt x="381000" y="1543050"/>
                </a:lnTo>
                <a:lnTo>
                  <a:pt x="381000" y="1562100"/>
                </a:lnTo>
                <a:lnTo>
                  <a:pt x="333375" y="1562100"/>
                </a:lnTo>
                <a:lnTo>
                  <a:pt x="333375" y="1552575"/>
                </a:lnTo>
                <a:lnTo>
                  <a:pt x="323850" y="1552575"/>
                </a:lnTo>
                <a:close/>
                <a:moveTo>
                  <a:pt x="923925" y="1543050"/>
                </a:moveTo>
                <a:lnTo>
                  <a:pt x="942975" y="1543050"/>
                </a:lnTo>
                <a:lnTo>
                  <a:pt x="942975" y="1552575"/>
                </a:lnTo>
                <a:lnTo>
                  <a:pt x="923925" y="1552575"/>
                </a:lnTo>
                <a:close/>
                <a:moveTo>
                  <a:pt x="657225" y="1552575"/>
                </a:moveTo>
                <a:lnTo>
                  <a:pt x="685800" y="1552575"/>
                </a:lnTo>
                <a:lnTo>
                  <a:pt x="685800" y="1571625"/>
                </a:lnTo>
                <a:lnTo>
                  <a:pt x="676275" y="1571625"/>
                </a:lnTo>
                <a:lnTo>
                  <a:pt x="676275" y="1562100"/>
                </a:lnTo>
                <a:lnTo>
                  <a:pt x="666750" y="1562100"/>
                </a:lnTo>
                <a:lnTo>
                  <a:pt x="666750" y="1571625"/>
                </a:lnTo>
                <a:lnTo>
                  <a:pt x="647700" y="1571625"/>
                </a:lnTo>
                <a:lnTo>
                  <a:pt x="647700" y="1562100"/>
                </a:lnTo>
                <a:lnTo>
                  <a:pt x="657225" y="1562100"/>
                </a:lnTo>
                <a:close/>
                <a:moveTo>
                  <a:pt x="209550" y="1562100"/>
                </a:moveTo>
                <a:lnTo>
                  <a:pt x="219075" y="1562100"/>
                </a:lnTo>
                <a:lnTo>
                  <a:pt x="219075" y="1571625"/>
                </a:lnTo>
                <a:lnTo>
                  <a:pt x="209550" y="1571625"/>
                </a:lnTo>
                <a:close/>
                <a:moveTo>
                  <a:pt x="942975" y="1571625"/>
                </a:moveTo>
                <a:lnTo>
                  <a:pt x="952500" y="1571625"/>
                </a:lnTo>
                <a:lnTo>
                  <a:pt x="952500" y="1581150"/>
                </a:lnTo>
                <a:lnTo>
                  <a:pt x="942975" y="1581150"/>
                </a:lnTo>
                <a:close/>
                <a:moveTo>
                  <a:pt x="1676400" y="1571625"/>
                </a:moveTo>
                <a:lnTo>
                  <a:pt x="1685925" y="1571625"/>
                </a:lnTo>
                <a:lnTo>
                  <a:pt x="1685925" y="1581150"/>
                </a:lnTo>
                <a:lnTo>
                  <a:pt x="1676400" y="1581150"/>
                </a:lnTo>
                <a:close/>
                <a:moveTo>
                  <a:pt x="1752600" y="1571625"/>
                </a:moveTo>
                <a:lnTo>
                  <a:pt x="1762125" y="1571625"/>
                </a:lnTo>
                <a:lnTo>
                  <a:pt x="1762125" y="1581150"/>
                </a:lnTo>
                <a:lnTo>
                  <a:pt x="1752600" y="1581150"/>
                </a:lnTo>
                <a:close/>
                <a:moveTo>
                  <a:pt x="419100" y="1581150"/>
                </a:moveTo>
                <a:lnTo>
                  <a:pt x="428625" y="1581150"/>
                </a:lnTo>
                <a:lnTo>
                  <a:pt x="428625" y="1590675"/>
                </a:lnTo>
                <a:lnTo>
                  <a:pt x="419100" y="1590675"/>
                </a:lnTo>
                <a:close/>
                <a:moveTo>
                  <a:pt x="2085975" y="1619250"/>
                </a:moveTo>
                <a:lnTo>
                  <a:pt x="2105025" y="1619250"/>
                </a:lnTo>
                <a:lnTo>
                  <a:pt x="2105025" y="1628775"/>
                </a:lnTo>
                <a:lnTo>
                  <a:pt x="2114550" y="1628775"/>
                </a:lnTo>
                <a:lnTo>
                  <a:pt x="2114550" y="1619250"/>
                </a:lnTo>
                <a:lnTo>
                  <a:pt x="2162175" y="1619250"/>
                </a:lnTo>
                <a:lnTo>
                  <a:pt x="2162175" y="1628775"/>
                </a:lnTo>
                <a:lnTo>
                  <a:pt x="2238375" y="1628775"/>
                </a:lnTo>
                <a:lnTo>
                  <a:pt x="2238375" y="1638300"/>
                </a:lnTo>
                <a:lnTo>
                  <a:pt x="2247900" y="1638300"/>
                </a:lnTo>
                <a:lnTo>
                  <a:pt x="2247900" y="1647825"/>
                </a:lnTo>
                <a:lnTo>
                  <a:pt x="2257425" y="1647825"/>
                </a:lnTo>
                <a:lnTo>
                  <a:pt x="2257425" y="1657350"/>
                </a:lnTo>
                <a:lnTo>
                  <a:pt x="2247900" y="1657350"/>
                </a:lnTo>
                <a:lnTo>
                  <a:pt x="2247900" y="1704975"/>
                </a:lnTo>
                <a:lnTo>
                  <a:pt x="2257425" y="1704975"/>
                </a:lnTo>
                <a:lnTo>
                  <a:pt x="2257425" y="1714500"/>
                </a:lnTo>
                <a:lnTo>
                  <a:pt x="2247900" y="1714500"/>
                </a:lnTo>
                <a:lnTo>
                  <a:pt x="2247900" y="1809750"/>
                </a:lnTo>
                <a:lnTo>
                  <a:pt x="2238375" y="1809750"/>
                </a:lnTo>
                <a:lnTo>
                  <a:pt x="2238375" y="1876425"/>
                </a:lnTo>
                <a:lnTo>
                  <a:pt x="2219325" y="1876425"/>
                </a:lnTo>
                <a:lnTo>
                  <a:pt x="2219325" y="1866900"/>
                </a:lnTo>
                <a:lnTo>
                  <a:pt x="2209800" y="1866900"/>
                </a:lnTo>
                <a:lnTo>
                  <a:pt x="2209800" y="1857375"/>
                </a:lnTo>
                <a:lnTo>
                  <a:pt x="2200275" y="1857375"/>
                </a:lnTo>
                <a:lnTo>
                  <a:pt x="2200275" y="1847850"/>
                </a:lnTo>
                <a:lnTo>
                  <a:pt x="2171700" y="1847850"/>
                </a:lnTo>
                <a:lnTo>
                  <a:pt x="2171700" y="1838325"/>
                </a:lnTo>
                <a:lnTo>
                  <a:pt x="2162175" y="1838325"/>
                </a:lnTo>
                <a:lnTo>
                  <a:pt x="2162175" y="1828800"/>
                </a:lnTo>
                <a:lnTo>
                  <a:pt x="2152650" y="1828800"/>
                </a:lnTo>
                <a:lnTo>
                  <a:pt x="2152650" y="1800225"/>
                </a:lnTo>
                <a:lnTo>
                  <a:pt x="2162175" y="1800225"/>
                </a:lnTo>
                <a:lnTo>
                  <a:pt x="2162175" y="1790700"/>
                </a:lnTo>
                <a:lnTo>
                  <a:pt x="2181225" y="1790700"/>
                </a:lnTo>
                <a:lnTo>
                  <a:pt x="2181225" y="1781175"/>
                </a:lnTo>
                <a:lnTo>
                  <a:pt x="2190750" y="1781175"/>
                </a:lnTo>
                <a:lnTo>
                  <a:pt x="2190750" y="1771650"/>
                </a:lnTo>
                <a:lnTo>
                  <a:pt x="2181225" y="1771650"/>
                </a:lnTo>
                <a:lnTo>
                  <a:pt x="2181225" y="1714500"/>
                </a:lnTo>
                <a:lnTo>
                  <a:pt x="2171700" y="1714500"/>
                </a:lnTo>
                <a:lnTo>
                  <a:pt x="2171700" y="1704975"/>
                </a:lnTo>
                <a:lnTo>
                  <a:pt x="2162175" y="1704975"/>
                </a:lnTo>
                <a:lnTo>
                  <a:pt x="2162175" y="1657350"/>
                </a:lnTo>
                <a:lnTo>
                  <a:pt x="2181225" y="1657350"/>
                </a:lnTo>
                <a:lnTo>
                  <a:pt x="2181225" y="1647825"/>
                </a:lnTo>
                <a:lnTo>
                  <a:pt x="2162175" y="1647825"/>
                </a:lnTo>
                <a:lnTo>
                  <a:pt x="2162175" y="1638300"/>
                </a:lnTo>
                <a:lnTo>
                  <a:pt x="2114550" y="1638300"/>
                </a:lnTo>
                <a:lnTo>
                  <a:pt x="2114550" y="1666875"/>
                </a:lnTo>
                <a:lnTo>
                  <a:pt x="2105025" y="1666875"/>
                </a:lnTo>
                <a:lnTo>
                  <a:pt x="2105025" y="1676400"/>
                </a:lnTo>
                <a:lnTo>
                  <a:pt x="2085975" y="1676400"/>
                </a:lnTo>
                <a:lnTo>
                  <a:pt x="2085975" y="1657350"/>
                </a:lnTo>
                <a:lnTo>
                  <a:pt x="2076450" y="1657350"/>
                </a:lnTo>
                <a:lnTo>
                  <a:pt x="2076450" y="1647825"/>
                </a:lnTo>
                <a:lnTo>
                  <a:pt x="2085975" y="1647825"/>
                </a:lnTo>
                <a:lnTo>
                  <a:pt x="2085975" y="1638300"/>
                </a:lnTo>
                <a:lnTo>
                  <a:pt x="2076450" y="1638300"/>
                </a:lnTo>
                <a:lnTo>
                  <a:pt x="2076450" y="1628775"/>
                </a:lnTo>
                <a:lnTo>
                  <a:pt x="2085975" y="1628775"/>
                </a:lnTo>
                <a:close/>
                <a:moveTo>
                  <a:pt x="438150" y="1638300"/>
                </a:moveTo>
                <a:lnTo>
                  <a:pt x="476250" y="1638300"/>
                </a:lnTo>
                <a:lnTo>
                  <a:pt x="476250" y="1647825"/>
                </a:lnTo>
                <a:lnTo>
                  <a:pt x="438150" y="1647825"/>
                </a:lnTo>
                <a:close/>
                <a:moveTo>
                  <a:pt x="276225" y="1647825"/>
                </a:moveTo>
                <a:lnTo>
                  <a:pt x="295275" y="1647825"/>
                </a:lnTo>
                <a:lnTo>
                  <a:pt x="295275" y="1676400"/>
                </a:lnTo>
                <a:lnTo>
                  <a:pt x="285750" y="1676400"/>
                </a:lnTo>
                <a:lnTo>
                  <a:pt x="285750" y="1666875"/>
                </a:lnTo>
                <a:lnTo>
                  <a:pt x="276225" y="1666875"/>
                </a:lnTo>
                <a:close/>
                <a:moveTo>
                  <a:pt x="419100" y="1647825"/>
                </a:moveTo>
                <a:lnTo>
                  <a:pt x="428625" y="1647825"/>
                </a:lnTo>
                <a:lnTo>
                  <a:pt x="428625" y="1657350"/>
                </a:lnTo>
                <a:lnTo>
                  <a:pt x="419100" y="1657350"/>
                </a:lnTo>
                <a:close/>
                <a:moveTo>
                  <a:pt x="495300" y="1647825"/>
                </a:moveTo>
                <a:lnTo>
                  <a:pt x="504825" y="1647825"/>
                </a:lnTo>
                <a:lnTo>
                  <a:pt x="504825" y="1657350"/>
                </a:lnTo>
                <a:lnTo>
                  <a:pt x="495300" y="1657350"/>
                </a:lnTo>
                <a:close/>
                <a:moveTo>
                  <a:pt x="400050" y="1657350"/>
                </a:moveTo>
                <a:lnTo>
                  <a:pt x="409575" y="1657350"/>
                </a:lnTo>
                <a:lnTo>
                  <a:pt x="409575" y="1666875"/>
                </a:lnTo>
                <a:lnTo>
                  <a:pt x="400050" y="1666875"/>
                </a:lnTo>
                <a:close/>
                <a:moveTo>
                  <a:pt x="952500" y="1657350"/>
                </a:moveTo>
                <a:lnTo>
                  <a:pt x="962025" y="1657350"/>
                </a:lnTo>
                <a:lnTo>
                  <a:pt x="962025" y="1666875"/>
                </a:lnTo>
                <a:lnTo>
                  <a:pt x="952500" y="1666875"/>
                </a:lnTo>
                <a:close/>
                <a:moveTo>
                  <a:pt x="390525" y="1666875"/>
                </a:moveTo>
                <a:lnTo>
                  <a:pt x="400050" y="1666875"/>
                </a:lnTo>
                <a:lnTo>
                  <a:pt x="400050" y="1676400"/>
                </a:lnTo>
                <a:lnTo>
                  <a:pt x="390525" y="1676400"/>
                </a:lnTo>
                <a:close/>
                <a:moveTo>
                  <a:pt x="381000" y="1676400"/>
                </a:moveTo>
                <a:lnTo>
                  <a:pt x="390525" y="1676400"/>
                </a:lnTo>
                <a:lnTo>
                  <a:pt x="390525" y="1685925"/>
                </a:lnTo>
                <a:lnTo>
                  <a:pt x="381000" y="1685925"/>
                </a:lnTo>
                <a:close/>
                <a:moveTo>
                  <a:pt x="1685925" y="1676400"/>
                </a:moveTo>
                <a:lnTo>
                  <a:pt x="1704975" y="1676400"/>
                </a:lnTo>
                <a:lnTo>
                  <a:pt x="1704975" y="1695450"/>
                </a:lnTo>
                <a:lnTo>
                  <a:pt x="1695450" y="1695450"/>
                </a:lnTo>
                <a:lnTo>
                  <a:pt x="1695450" y="1704975"/>
                </a:lnTo>
                <a:lnTo>
                  <a:pt x="1685925" y="1704975"/>
                </a:lnTo>
                <a:close/>
                <a:moveTo>
                  <a:pt x="371475" y="1685925"/>
                </a:moveTo>
                <a:lnTo>
                  <a:pt x="381000" y="1685925"/>
                </a:lnTo>
                <a:lnTo>
                  <a:pt x="381000" y="1695450"/>
                </a:lnTo>
                <a:lnTo>
                  <a:pt x="371475" y="1695450"/>
                </a:lnTo>
                <a:close/>
                <a:moveTo>
                  <a:pt x="1762125" y="1695450"/>
                </a:moveTo>
                <a:lnTo>
                  <a:pt x="1771650" y="1695450"/>
                </a:lnTo>
                <a:lnTo>
                  <a:pt x="1771650" y="1714500"/>
                </a:lnTo>
                <a:lnTo>
                  <a:pt x="1762125" y="1714500"/>
                </a:lnTo>
                <a:close/>
                <a:moveTo>
                  <a:pt x="361950" y="1704975"/>
                </a:moveTo>
                <a:lnTo>
                  <a:pt x="371475" y="1704975"/>
                </a:lnTo>
                <a:lnTo>
                  <a:pt x="371475" y="1714500"/>
                </a:lnTo>
                <a:lnTo>
                  <a:pt x="361950" y="1714500"/>
                </a:lnTo>
                <a:close/>
                <a:moveTo>
                  <a:pt x="542925" y="1704975"/>
                </a:moveTo>
                <a:lnTo>
                  <a:pt x="552450" y="1704975"/>
                </a:lnTo>
                <a:lnTo>
                  <a:pt x="552450" y="1752600"/>
                </a:lnTo>
                <a:lnTo>
                  <a:pt x="542925" y="1752600"/>
                </a:lnTo>
                <a:close/>
                <a:moveTo>
                  <a:pt x="219075" y="1733550"/>
                </a:moveTo>
                <a:lnTo>
                  <a:pt x="228600" y="1733550"/>
                </a:lnTo>
                <a:lnTo>
                  <a:pt x="228600" y="1752600"/>
                </a:lnTo>
                <a:lnTo>
                  <a:pt x="219075" y="1752600"/>
                </a:lnTo>
                <a:close/>
                <a:moveTo>
                  <a:pt x="361950" y="1743075"/>
                </a:moveTo>
                <a:lnTo>
                  <a:pt x="371475" y="1743075"/>
                </a:lnTo>
                <a:lnTo>
                  <a:pt x="371475" y="1752600"/>
                </a:lnTo>
                <a:lnTo>
                  <a:pt x="361950" y="1752600"/>
                </a:lnTo>
                <a:close/>
                <a:moveTo>
                  <a:pt x="371475" y="1771650"/>
                </a:moveTo>
                <a:lnTo>
                  <a:pt x="381000" y="1771650"/>
                </a:lnTo>
                <a:lnTo>
                  <a:pt x="381000" y="1781175"/>
                </a:lnTo>
                <a:lnTo>
                  <a:pt x="371475" y="1781175"/>
                </a:lnTo>
                <a:close/>
                <a:moveTo>
                  <a:pt x="533400" y="1771650"/>
                </a:moveTo>
                <a:lnTo>
                  <a:pt x="542925" y="1771650"/>
                </a:lnTo>
                <a:lnTo>
                  <a:pt x="542925" y="1781175"/>
                </a:lnTo>
                <a:lnTo>
                  <a:pt x="533400" y="1781175"/>
                </a:lnTo>
                <a:close/>
                <a:moveTo>
                  <a:pt x="523875" y="1781175"/>
                </a:moveTo>
                <a:lnTo>
                  <a:pt x="533400" y="1781175"/>
                </a:lnTo>
                <a:lnTo>
                  <a:pt x="533400" y="1790700"/>
                </a:lnTo>
                <a:lnTo>
                  <a:pt x="523875" y="1790700"/>
                </a:lnTo>
                <a:close/>
                <a:moveTo>
                  <a:pt x="1352550" y="1781175"/>
                </a:moveTo>
                <a:lnTo>
                  <a:pt x="1362075" y="1781175"/>
                </a:lnTo>
                <a:lnTo>
                  <a:pt x="1362075" y="1790700"/>
                </a:lnTo>
                <a:lnTo>
                  <a:pt x="1352550" y="1790700"/>
                </a:lnTo>
                <a:close/>
                <a:moveTo>
                  <a:pt x="514350" y="1790700"/>
                </a:moveTo>
                <a:lnTo>
                  <a:pt x="523875" y="1790700"/>
                </a:lnTo>
                <a:lnTo>
                  <a:pt x="523875" y="1800225"/>
                </a:lnTo>
                <a:lnTo>
                  <a:pt x="514350" y="1800225"/>
                </a:lnTo>
                <a:close/>
                <a:moveTo>
                  <a:pt x="1333500" y="1790700"/>
                </a:moveTo>
                <a:lnTo>
                  <a:pt x="1343025" y="1790700"/>
                </a:lnTo>
                <a:lnTo>
                  <a:pt x="1343025" y="1800225"/>
                </a:lnTo>
                <a:lnTo>
                  <a:pt x="1333500" y="1800225"/>
                </a:lnTo>
                <a:close/>
                <a:moveTo>
                  <a:pt x="1390650" y="1790700"/>
                </a:moveTo>
                <a:lnTo>
                  <a:pt x="1409700" y="1790700"/>
                </a:lnTo>
                <a:lnTo>
                  <a:pt x="1409700" y="1800225"/>
                </a:lnTo>
                <a:lnTo>
                  <a:pt x="1390650" y="1800225"/>
                </a:lnTo>
                <a:close/>
                <a:moveTo>
                  <a:pt x="400050" y="1800225"/>
                </a:moveTo>
                <a:lnTo>
                  <a:pt x="409575" y="1800225"/>
                </a:lnTo>
                <a:lnTo>
                  <a:pt x="409575" y="1809750"/>
                </a:lnTo>
                <a:lnTo>
                  <a:pt x="400050" y="1809750"/>
                </a:lnTo>
                <a:close/>
                <a:moveTo>
                  <a:pt x="495300" y="1800225"/>
                </a:moveTo>
                <a:lnTo>
                  <a:pt x="504825" y="1800225"/>
                </a:lnTo>
                <a:lnTo>
                  <a:pt x="504825" y="1809750"/>
                </a:lnTo>
                <a:lnTo>
                  <a:pt x="495300" y="1809750"/>
                </a:lnTo>
                <a:close/>
                <a:moveTo>
                  <a:pt x="962025" y="1800225"/>
                </a:moveTo>
                <a:lnTo>
                  <a:pt x="971550" y="1800225"/>
                </a:lnTo>
                <a:lnTo>
                  <a:pt x="971550" y="1819275"/>
                </a:lnTo>
                <a:lnTo>
                  <a:pt x="962025" y="1819275"/>
                </a:lnTo>
                <a:close/>
                <a:moveTo>
                  <a:pt x="1276350" y="1800225"/>
                </a:moveTo>
                <a:lnTo>
                  <a:pt x="1295400" y="1800225"/>
                </a:lnTo>
                <a:lnTo>
                  <a:pt x="1295400" y="1809750"/>
                </a:lnTo>
                <a:lnTo>
                  <a:pt x="1276350" y="1809750"/>
                </a:lnTo>
                <a:close/>
                <a:moveTo>
                  <a:pt x="485775" y="1809750"/>
                </a:moveTo>
                <a:lnTo>
                  <a:pt x="495300" y="1809750"/>
                </a:lnTo>
                <a:lnTo>
                  <a:pt x="495300" y="1819275"/>
                </a:lnTo>
                <a:lnTo>
                  <a:pt x="485775" y="1819275"/>
                </a:lnTo>
                <a:close/>
                <a:moveTo>
                  <a:pt x="438150" y="1819275"/>
                </a:moveTo>
                <a:lnTo>
                  <a:pt x="476250" y="1819275"/>
                </a:lnTo>
                <a:lnTo>
                  <a:pt x="476250" y="1828800"/>
                </a:lnTo>
                <a:lnTo>
                  <a:pt x="438150" y="1828800"/>
                </a:lnTo>
                <a:close/>
                <a:moveTo>
                  <a:pt x="1695450" y="1819275"/>
                </a:moveTo>
                <a:lnTo>
                  <a:pt x="1704975" y="1819275"/>
                </a:lnTo>
                <a:lnTo>
                  <a:pt x="1704975" y="1828800"/>
                </a:lnTo>
                <a:lnTo>
                  <a:pt x="1695450" y="1828800"/>
                </a:lnTo>
                <a:close/>
                <a:moveTo>
                  <a:pt x="1771650" y="1819275"/>
                </a:moveTo>
                <a:lnTo>
                  <a:pt x="1781175" y="1819275"/>
                </a:lnTo>
                <a:lnTo>
                  <a:pt x="1781175" y="1838325"/>
                </a:lnTo>
                <a:lnTo>
                  <a:pt x="1771650" y="1838325"/>
                </a:lnTo>
                <a:close/>
                <a:moveTo>
                  <a:pt x="647700" y="1838325"/>
                </a:moveTo>
                <a:lnTo>
                  <a:pt x="657225" y="1838325"/>
                </a:lnTo>
                <a:lnTo>
                  <a:pt x="657225" y="1847850"/>
                </a:lnTo>
                <a:lnTo>
                  <a:pt x="647700" y="1847850"/>
                </a:lnTo>
                <a:close/>
                <a:moveTo>
                  <a:pt x="1362075" y="1838325"/>
                </a:moveTo>
                <a:lnTo>
                  <a:pt x="1390650" y="1838325"/>
                </a:lnTo>
                <a:lnTo>
                  <a:pt x="1390650" y="1847850"/>
                </a:lnTo>
                <a:lnTo>
                  <a:pt x="1362075" y="1847850"/>
                </a:lnTo>
                <a:close/>
                <a:moveTo>
                  <a:pt x="295275" y="1847850"/>
                </a:moveTo>
                <a:lnTo>
                  <a:pt x="304800" y="1847850"/>
                </a:lnTo>
                <a:lnTo>
                  <a:pt x="304800" y="1857375"/>
                </a:lnTo>
                <a:lnTo>
                  <a:pt x="295275" y="1857375"/>
                </a:lnTo>
                <a:close/>
                <a:moveTo>
                  <a:pt x="628650" y="1847850"/>
                </a:moveTo>
                <a:lnTo>
                  <a:pt x="638175" y="1847850"/>
                </a:lnTo>
                <a:lnTo>
                  <a:pt x="638175" y="1857375"/>
                </a:lnTo>
                <a:lnTo>
                  <a:pt x="628650" y="1857375"/>
                </a:lnTo>
                <a:close/>
                <a:moveTo>
                  <a:pt x="666750" y="1847850"/>
                </a:moveTo>
                <a:lnTo>
                  <a:pt x="676275" y="1847850"/>
                </a:lnTo>
                <a:lnTo>
                  <a:pt x="676275" y="1857375"/>
                </a:lnTo>
                <a:lnTo>
                  <a:pt x="666750" y="1857375"/>
                </a:lnTo>
                <a:close/>
                <a:moveTo>
                  <a:pt x="1200150" y="1847850"/>
                </a:moveTo>
                <a:lnTo>
                  <a:pt x="1228725" y="1847850"/>
                </a:lnTo>
                <a:lnTo>
                  <a:pt x="1228725" y="1857375"/>
                </a:lnTo>
                <a:lnTo>
                  <a:pt x="1200150" y="1857375"/>
                </a:lnTo>
                <a:close/>
                <a:moveTo>
                  <a:pt x="1257300" y="1847850"/>
                </a:moveTo>
                <a:lnTo>
                  <a:pt x="1276350" y="1847850"/>
                </a:lnTo>
                <a:lnTo>
                  <a:pt x="1276350" y="1857375"/>
                </a:lnTo>
                <a:lnTo>
                  <a:pt x="1257300" y="1857375"/>
                </a:lnTo>
                <a:close/>
                <a:moveTo>
                  <a:pt x="552450" y="1857375"/>
                </a:moveTo>
                <a:lnTo>
                  <a:pt x="561975" y="1857375"/>
                </a:lnTo>
                <a:lnTo>
                  <a:pt x="561975" y="1866900"/>
                </a:lnTo>
                <a:lnTo>
                  <a:pt x="552450" y="1866900"/>
                </a:lnTo>
                <a:close/>
                <a:moveTo>
                  <a:pt x="1771650" y="1857375"/>
                </a:moveTo>
                <a:lnTo>
                  <a:pt x="1781175" y="1857375"/>
                </a:lnTo>
                <a:lnTo>
                  <a:pt x="1781175" y="1866900"/>
                </a:lnTo>
                <a:lnTo>
                  <a:pt x="1771650" y="1866900"/>
                </a:lnTo>
                <a:close/>
                <a:moveTo>
                  <a:pt x="466725" y="1866900"/>
                </a:moveTo>
                <a:lnTo>
                  <a:pt x="485775" y="1866900"/>
                </a:lnTo>
                <a:lnTo>
                  <a:pt x="485775" y="1876425"/>
                </a:lnTo>
                <a:lnTo>
                  <a:pt x="466725" y="1876425"/>
                </a:lnTo>
                <a:close/>
                <a:moveTo>
                  <a:pt x="542925" y="1866900"/>
                </a:moveTo>
                <a:lnTo>
                  <a:pt x="552450" y="1866900"/>
                </a:lnTo>
                <a:lnTo>
                  <a:pt x="552450" y="1876425"/>
                </a:lnTo>
                <a:lnTo>
                  <a:pt x="542925" y="1876425"/>
                </a:lnTo>
                <a:close/>
                <a:moveTo>
                  <a:pt x="2200275" y="1866900"/>
                </a:moveTo>
                <a:lnTo>
                  <a:pt x="2209800" y="1866900"/>
                </a:lnTo>
                <a:lnTo>
                  <a:pt x="2209800" y="1876425"/>
                </a:lnTo>
                <a:lnTo>
                  <a:pt x="2200275" y="1876425"/>
                </a:lnTo>
                <a:close/>
                <a:moveTo>
                  <a:pt x="561975" y="1895475"/>
                </a:moveTo>
                <a:lnTo>
                  <a:pt x="571500" y="1895475"/>
                </a:lnTo>
                <a:lnTo>
                  <a:pt x="571500" y="1905000"/>
                </a:lnTo>
                <a:lnTo>
                  <a:pt x="561975" y="1905000"/>
                </a:lnTo>
                <a:close/>
                <a:moveTo>
                  <a:pt x="228600" y="1905000"/>
                </a:moveTo>
                <a:lnTo>
                  <a:pt x="238125" y="1905000"/>
                </a:lnTo>
                <a:lnTo>
                  <a:pt x="238125" y="1933575"/>
                </a:lnTo>
                <a:lnTo>
                  <a:pt x="228600" y="1933575"/>
                </a:lnTo>
                <a:close/>
                <a:moveTo>
                  <a:pt x="371475" y="1905000"/>
                </a:moveTo>
                <a:lnTo>
                  <a:pt x="381000" y="1905000"/>
                </a:lnTo>
                <a:lnTo>
                  <a:pt x="381000" y="1914525"/>
                </a:lnTo>
                <a:lnTo>
                  <a:pt x="371475" y="1914525"/>
                </a:lnTo>
                <a:close/>
                <a:moveTo>
                  <a:pt x="542925" y="1905000"/>
                </a:moveTo>
                <a:lnTo>
                  <a:pt x="561975" y="1905000"/>
                </a:lnTo>
                <a:lnTo>
                  <a:pt x="561975" y="1914525"/>
                </a:lnTo>
                <a:lnTo>
                  <a:pt x="542925" y="1914525"/>
                </a:lnTo>
                <a:close/>
                <a:moveTo>
                  <a:pt x="1019175" y="1905000"/>
                </a:moveTo>
                <a:lnTo>
                  <a:pt x="1038225" y="1905000"/>
                </a:lnTo>
                <a:lnTo>
                  <a:pt x="1038225" y="1924050"/>
                </a:lnTo>
                <a:lnTo>
                  <a:pt x="1028700" y="1924050"/>
                </a:lnTo>
                <a:lnTo>
                  <a:pt x="1028700" y="1914525"/>
                </a:lnTo>
                <a:lnTo>
                  <a:pt x="1019175" y="1914525"/>
                </a:lnTo>
                <a:close/>
                <a:moveTo>
                  <a:pt x="971550" y="1924050"/>
                </a:moveTo>
                <a:lnTo>
                  <a:pt x="981075" y="1924050"/>
                </a:lnTo>
                <a:lnTo>
                  <a:pt x="981075" y="1943100"/>
                </a:lnTo>
                <a:lnTo>
                  <a:pt x="971550" y="1943100"/>
                </a:lnTo>
                <a:close/>
                <a:moveTo>
                  <a:pt x="1228725" y="1924050"/>
                </a:moveTo>
                <a:lnTo>
                  <a:pt x="1238250" y="1924050"/>
                </a:lnTo>
                <a:lnTo>
                  <a:pt x="1238250" y="1943100"/>
                </a:lnTo>
                <a:lnTo>
                  <a:pt x="1228725" y="1943100"/>
                </a:lnTo>
                <a:close/>
                <a:moveTo>
                  <a:pt x="1190625" y="1943100"/>
                </a:moveTo>
                <a:lnTo>
                  <a:pt x="1200150" y="1943100"/>
                </a:lnTo>
                <a:lnTo>
                  <a:pt x="1200150" y="1952625"/>
                </a:lnTo>
                <a:lnTo>
                  <a:pt x="1190625" y="1952625"/>
                </a:lnTo>
                <a:close/>
                <a:moveTo>
                  <a:pt x="1123950" y="1952625"/>
                </a:moveTo>
                <a:lnTo>
                  <a:pt x="1133475" y="1952625"/>
                </a:lnTo>
                <a:lnTo>
                  <a:pt x="1133475" y="1962150"/>
                </a:lnTo>
                <a:lnTo>
                  <a:pt x="1123950" y="1962150"/>
                </a:lnTo>
                <a:close/>
                <a:moveTo>
                  <a:pt x="1704975" y="1952625"/>
                </a:moveTo>
                <a:lnTo>
                  <a:pt x="1714500" y="1952625"/>
                </a:lnTo>
                <a:lnTo>
                  <a:pt x="1714500" y="1962150"/>
                </a:lnTo>
                <a:lnTo>
                  <a:pt x="1704975" y="1962150"/>
                </a:lnTo>
                <a:close/>
                <a:moveTo>
                  <a:pt x="1771650" y="1962150"/>
                </a:moveTo>
                <a:lnTo>
                  <a:pt x="1781175" y="1962150"/>
                </a:lnTo>
                <a:lnTo>
                  <a:pt x="1781175" y="1971675"/>
                </a:lnTo>
                <a:lnTo>
                  <a:pt x="1771650" y="1971675"/>
                </a:lnTo>
                <a:close/>
                <a:moveTo>
                  <a:pt x="381000" y="1971675"/>
                </a:moveTo>
                <a:lnTo>
                  <a:pt x="390525" y="1971675"/>
                </a:lnTo>
                <a:lnTo>
                  <a:pt x="390525" y="1981200"/>
                </a:lnTo>
                <a:lnTo>
                  <a:pt x="381000" y="1981200"/>
                </a:lnTo>
                <a:close/>
                <a:moveTo>
                  <a:pt x="1781175" y="1971675"/>
                </a:moveTo>
                <a:lnTo>
                  <a:pt x="1790700" y="1971675"/>
                </a:lnTo>
                <a:lnTo>
                  <a:pt x="1790700" y="1990725"/>
                </a:lnTo>
                <a:lnTo>
                  <a:pt x="1781175" y="1990725"/>
                </a:lnTo>
                <a:close/>
                <a:moveTo>
                  <a:pt x="438150" y="1981200"/>
                </a:moveTo>
                <a:lnTo>
                  <a:pt x="447675" y="1981200"/>
                </a:lnTo>
                <a:lnTo>
                  <a:pt x="447675" y="2009775"/>
                </a:lnTo>
                <a:lnTo>
                  <a:pt x="438150" y="2009775"/>
                </a:lnTo>
                <a:close/>
                <a:moveTo>
                  <a:pt x="2143125" y="1981200"/>
                </a:moveTo>
                <a:lnTo>
                  <a:pt x="2190750" y="1981200"/>
                </a:lnTo>
                <a:lnTo>
                  <a:pt x="2190750" y="2000250"/>
                </a:lnTo>
                <a:lnTo>
                  <a:pt x="2162175" y="2000250"/>
                </a:lnTo>
                <a:lnTo>
                  <a:pt x="2162175" y="1990725"/>
                </a:lnTo>
                <a:lnTo>
                  <a:pt x="2143125" y="1990725"/>
                </a:lnTo>
                <a:close/>
                <a:moveTo>
                  <a:pt x="304800" y="1990725"/>
                </a:moveTo>
                <a:lnTo>
                  <a:pt x="314325" y="1990725"/>
                </a:lnTo>
                <a:lnTo>
                  <a:pt x="314325" y="2009775"/>
                </a:lnTo>
                <a:lnTo>
                  <a:pt x="304800" y="2009775"/>
                </a:lnTo>
                <a:close/>
                <a:moveTo>
                  <a:pt x="2143125" y="2000250"/>
                </a:moveTo>
                <a:lnTo>
                  <a:pt x="2152650" y="2000250"/>
                </a:lnTo>
                <a:lnTo>
                  <a:pt x="2152650" y="2009775"/>
                </a:lnTo>
                <a:lnTo>
                  <a:pt x="2162175" y="2009775"/>
                </a:lnTo>
                <a:lnTo>
                  <a:pt x="2162175" y="2028825"/>
                </a:lnTo>
                <a:lnTo>
                  <a:pt x="2152650" y="2028825"/>
                </a:lnTo>
                <a:lnTo>
                  <a:pt x="2152650" y="2019300"/>
                </a:lnTo>
                <a:lnTo>
                  <a:pt x="2143125" y="2019300"/>
                </a:lnTo>
                <a:close/>
                <a:moveTo>
                  <a:pt x="1781175" y="2009775"/>
                </a:moveTo>
                <a:lnTo>
                  <a:pt x="1790700" y="2009775"/>
                </a:lnTo>
                <a:lnTo>
                  <a:pt x="1790700" y="2057400"/>
                </a:lnTo>
                <a:lnTo>
                  <a:pt x="1781175" y="2057400"/>
                </a:lnTo>
                <a:close/>
                <a:moveTo>
                  <a:pt x="1038225" y="2028825"/>
                </a:moveTo>
                <a:lnTo>
                  <a:pt x="1047750" y="2028825"/>
                </a:lnTo>
                <a:lnTo>
                  <a:pt x="1047750" y="2038350"/>
                </a:lnTo>
                <a:lnTo>
                  <a:pt x="1038225" y="2038350"/>
                </a:lnTo>
                <a:close/>
                <a:moveTo>
                  <a:pt x="381000" y="2038350"/>
                </a:moveTo>
                <a:lnTo>
                  <a:pt x="390525" y="2038350"/>
                </a:lnTo>
                <a:lnTo>
                  <a:pt x="390525" y="2047875"/>
                </a:lnTo>
                <a:lnTo>
                  <a:pt x="381000" y="2047875"/>
                </a:lnTo>
                <a:close/>
                <a:moveTo>
                  <a:pt x="1562100" y="2047875"/>
                </a:moveTo>
                <a:lnTo>
                  <a:pt x="1590675" y="2047875"/>
                </a:lnTo>
                <a:lnTo>
                  <a:pt x="1590675" y="2066925"/>
                </a:lnTo>
                <a:lnTo>
                  <a:pt x="1562100" y="2066925"/>
                </a:lnTo>
                <a:close/>
                <a:moveTo>
                  <a:pt x="2190750" y="2047875"/>
                </a:moveTo>
                <a:lnTo>
                  <a:pt x="2200275" y="2047875"/>
                </a:lnTo>
                <a:lnTo>
                  <a:pt x="2200275" y="2057400"/>
                </a:lnTo>
                <a:lnTo>
                  <a:pt x="2209800" y="2057400"/>
                </a:lnTo>
                <a:lnTo>
                  <a:pt x="2209800" y="2076450"/>
                </a:lnTo>
                <a:lnTo>
                  <a:pt x="2200275" y="2076450"/>
                </a:lnTo>
                <a:lnTo>
                  <a:pt x="2200275" y="2085975"/>
                </a:lnTo>
                <a:lnTo>
                  <a:pt x="2190750" y="2085975"/>
                </a:lnTo>
                <a:lnTo>
                  <a:pt x="2190750" y="2066925"/>
                </a:lnTo>
                <a:lnTo>
                  <a:pt x="2181225" y="2066925"/>
                </a:lnTo>
                <a:lnTo>
                  <a:pt x="2181225" y="2057400"/>
                </a:lnTo>
                <a:lnTo>
                  <a:pt x="2190750" y="2057400"/>
                </a:lnTo>
                <a:close/>
                <a:moveTo>
                  <a:pt x="1047750" y="2057400"/>
                </a:moveTo>
                <a:lnTo>
                  <a:pt x="1057275" y="2057400"/>
                </a:lnTo>
                <a:lnTo>
                  <a:pt x="1057275" y="2066925"/>
                </a:lnTo>
                <a:lnTo>
                  <a:pt x="1047750" y="2066925"/>
                </a:lnTo>
                <a:close/>
                <a:moveTo>
                  <a:pt x="1428750" y="2057400"/>
                </a:moveTo>
                <a:lnTo>
                  <a:pt x="1447800" y="2057400"/>
                </a:lnTo>
                <a:lnTo>
                  <a:pt x="1447800" y="2076450"/>
                </a:lnTo>
                <a:lnTo>
                  <a:pt x="1438275" y="2076450"/>
                </a:lnTo>
                <a:lnTo>
                  <a:pt x="1438275" y="2066925"/>
                </a:lnTo>
                <a:lnTo>
                  <a:pt x="1428750" y="2066925"/>
                </a:lnTo>
                <a:close/>
                <a:moveTo>
                  <a:pt x="1323975" y="2066925"/>
                </a:moveTo>
                <a:lnTo>
                  <a:pt x="1352550" y="2066925"/>
                </a:lnTo>
                <a:lnTo>
                  <a:pt x="1352550" y="2085975"/>
                </a:lnTo>
                <a:lnTo>
                  <a:pt x="1333500" y="2085975"/>
                </a:lnTo>
                <a:lnTo>
                  <a:pt x="1333500" y="2076450"/>
                </a:lnTo>
                <a:lnTo>
                  <a:pt x="1323975" y="2076450"/>
                </a:lnTo>
                <a:close/>
                <a:moveTo>
                  <a:pt x="1771650" y="2066925"/>
                </a:moveTo>
                <a:lnTo>
                  <a:pt x="1790700" y="2066925"/>
                </a:lnTo>
                <a:lnTo>
                  <a:pt x="1790700" y="2076450"/>
                </a:lnTo>
                <a:lnTo>
                  <a:pt x="1800225" y="2076450"/>
                </a:lnTo>
                <a:lnTo>
                  <a:pt x="1800225" y="2095500"/>
                </a:lnTo>
                <a:lnTo>
                  <a:pt x="1790700" y="2095500"/>
                </a:lnTo>
                <a:lnTo>
                  <a:pt x="1790700" y="2105025"/>
                </a:lnTo>
                <a:lnTo>
                  <a:pt x="1771650" y="2105025"/>
                </a:lnTo>
                <a:lnTo>
                  <a:pt x="1771650" y="2085975"/>
                </a:lnTo>
                <a:lnTo>
                  <a:pt x="1781175" y="2085975"/>
                </a:lnTo>
                <a:lnTo>
                  <a:pt x="1781175" y="2076450"/>
                </a:lnTo>
                <a:lnTo>
                  <a:pt x="1771650" y="2076450"/>
                </a:lnTo>
                <a:close/>
                <a:moveTo>
                  <a:pt x="962025" y="2076450"/>
                </a:moveTo>
                <a:lnTo>
                  <a:pt x="971550" y="2076450"/>
                </a:lnTo>
                <a:lnTo>
                  <a:pt x="971550" y="2085975"/>
                </a:lnTo>
                <a:lnTo>
                  <a:pt x="962025" y="2085975"/>
                </a:lnTo>
                <a:close/>
                <a:moveTo>
                  <a:pt x="1200150" y="2076450"/>
                </a:moveTo>
                <a:lnTo>
                  <a:pt x="1209675" y="2076450"/>
                </a:lnTo>
                <a:lnTo>
                  <a:pt x="1209675" y="2095500"/>
                </a:lnTo>
                <a:lnTo>
                  <a:pt x="1200150" y="2095500"/>
                </a:lnTo>
                <a:close/>
                <a:moveTo>
                  <a:pt x="952500" y="2085975"/>
                </a:moveTo>
                <a:lnTo>
                  <a:pt x="962025" y="2085975"/>
                </a:lnTo>
                <a:lnTo>
                  <a:pt x="962025" y="2095500"/>
                </a:lnTo>
                <a:lnTo>
                  <a:pt x="952500" y="2095500"/>
                </a:lnTo>
                <a:close/>
                <a:moveTo>
                  <a:pt x="828675" y="2105025"/>
                </a:moveTo>
                <a:lnTo>
                  <a:pt x="885825" y="2105025"/>
                </a:lnTo>
                <a:lnTo>
                  <a:pt x="885825" y="2124075"/>
                </a:lnTo>
                <a:lnTo>
                  <a:pt x="838200" y="2124075"/>
                </a:lnTo>
                <a:lnTo>
                  <a:pt x="838200" y="2114550"/>
                </a:lnTo>
                <a:lnTo>
                  <a:pt x="828675" y="2114550"/>
                </a:lnTo>
                <a:close/>
                <a:moveTo>
                  <a:pt x="714375" y="2114550"/>
                </a:moveTo>
                <a:lnTo>
                  <a:pt x="723900" y="2114550"/>
                </a:lnTo>
                <a:lnTo>
                  <a:pt x="723900" y="2124075"/>
                </a:lnTo>
                <a:lnTo>
                  <a:pt x="714375" y="2124075"/>
                </a:lnTo>
                <a:close/>
                <a:moveTo>
                  <a:pt x="238125" y="2124075"/>
                </a:moveTo>
                <a:lnTo>
                  <a:pt x="247650" y="2124075"/>
                </a:lnTo>
                <a:lnTo>
                  <a:pt x="247650" y="2133600"/>
                </a:lnTo>
                <a:lnTo>
                  <a:pt x="238125" y="2133600"/>
                </a:lnTo>
                <a:close/>
                <a:moveTo>
                  <a:pt x="581025" y="2124075"/>
                </a:moveTo>
                <a:lnTo>
                  <a:pt x="609600" y="2124075"/>
                </a:lnTo>
                <a:lnTo>
                  <a:pt x="609600" y="2143125"/>
                </a:lnTo>
                <a:lnTo>
                  <a:pt x="590550" y="2143125"/>
                </a:lnTo>
                <a:lnTo>
                  <a:pt x="590550" y="2133600"/>
                </a:lnTo>
                <a:lnTo>
                  <a:pt x="581025" y="2133600"/>
                </a:lnTo>
                <a:close/>
                <a:moveTo>
                  <a:pt x="466725" y="2133600"/>
                </a:moveTo>
                <a:lnTo>
                  <a:pt x="476250" y="2133600"/>
                </a:lnTo>
                <a:lnTo>
                  <a:pt x="476250" y="2143125"/>
                </a:lnTo>
                <a:lnTo>
                  <a:pt x="466725" y="2143125"/>
                </a:lnTo>
                <a:close/>
                <a:moveTo>
                  <a:pt x="1781175" y="2133600"/>
                </a:moveTo>
                <a:lnTo>
                  <a:pt x="1800225" y="2133600"/>
                </a:lnTo>
                <a:lnTo>
                  <a:pt x="1800225" y="2152650"/>
                </a:lnTo>
                <a:lnTo>
                  <a:pt x="1781175" y="2152650"/>
                </a:lnTo>
                <a:close/>
                <a:moveTo>
                  <a:pt x="352425" y="2143125"/>
                </a:moveTo>
                <a:lnTo>
                  <a:pt x="390525" y="2143125"/>
                </a:lnTo>
                <a:lnTo>
                  <a:pt x="390525" y="2162175"/>
                </a:lnTo>
                <a:lnTo>
                  <a:pt x="381000" y="2162175"/>
                </a:lnTo>
                <a:lnTo>
                  <a:pt x="381000" y="2152650"/>
                </a:lnTo>
                <a:lnTo>
                  <a:pt x="361950" y="2152650"/>
                </a:lnTo>
                <a:lnTo>
                  <a:pt x="361950" y="2162175"/>
                </a:lnTo>
                <a:lnTo>
                  <a:pt x="352425" y="2162175"/>
                </a:lnTo>
                <a:close/>
                <a:moveTo>
                  <a:pt x="419100" y="2143125"/>
                </a:moveTo>
                <a:lnTo>
                  <a:pt x="438150" y="2143125"/>
                </a:lnTo>
                <a:lnTo>
                  <a:pt x="438150" y="2162175"/>
                </a:lnTo>
                <a:lnTo>
                  <a:pt x="419100" y="2162175"/>
                </a:lnTo>
                <a:close/>
                <a:moveTo>
                  <a:pt x="1781175" y="2162175"/>
                </a:moveTo>
                <a:lnTo>
                  <a:pt x="1800225" y="2162175"/>
                </a:lnTo>
                <a:lnTo>
                  <a:pt x="1800225" y="2190750"/>
                </a:lnTo>
                <a:lnTo>
                  <a:pt x="1790700" y="2190750"/>
                </a:lnTo>
                <a:lnTo>
                  <a:pt x="1790700" y="2181225"/>
                </a:lnTo>
                <a:lnTo>
                  <a:pt x="1781175" y="2181225"/>
                </a:lnTo>
                <a:close/>
                <a:moveTo>
                  <a:pt x="1666875" y="2200275"/>
                </a:moveTo>
                <a:lnTo>
                  <a:pt x="1676400" y="2200275"/>
                </a:lnTo>
                <a:lnTo>
                  <a:pt x="1676400" y="2219325"/>
                </a:lnTo>
                <a:lnTo>
                  <a:pt x="1666875" y="2219325"/>
                </a:lnTo>
                <a:close/>
                <a:moveTo>
                  <a:pt x="1695450" y="2200275"/>
                </a:moveTo>
                <a:lnTo>
                  <a:pt x="1704975" y="2200275"/>
                </a:lnTo>
                <a:lnTo>
                  <a:pt x="1704975" y="2209800"/>
                </a:lnTo>
                <a:lnTo>
                  <a:pt x="1695450" y="2209800"/>
                </a:lnTo>
                <a:close/>
                <a:moveTo>
                  <a:pt x="1790700" y="2209800"/>
                </a:moveTo>
                <a:lnTo>
                  <a:pt x="1809750" y="2209800"/>
                </a:lnTo>
                <a:lnTo>
                  <a:pt x="1809750" y="2266950"/>
                </a:lnTo>
                <a:lnTo>
                  <a:pt x="1790700" y="2266950"/>
                </a:lnTo>
                <a:lnTo>
                  <a:pt x="1790700" y="2257425"/>
                </a:lnTo>
                <a:lnTo>
                  <a:pt x="1800225" y="2257425"/>
                </a:lnTo>
                <a:lnTo>
                  <a:pt x="1800225" y="2247900"/>
                </a:lnTo>
                <a:lnTo>
                  <a:pt x="1790700" y="2247900"/>
                </a:lnTo>
                <a:lnTo>
                  <a:pt x="1790700" y="2238375"/>
                </a:lnTo>
                <a:lnTo>
                  <a:pt x="1800225" y="2238375"/>
                </a:lnTo>
                <a:lnTo>
                  <a:pt x="1800225" y="2219325"/>
                </a:lnTo>
                <a:lnTo>
                  <a:pt x="1790700" y="2219325"/>
                </a:lnTo>
                <a:close/>
                <a:moveTo>
                  <a:pt x="1657350" y="2219325"/>
                </a:moveTo>
                <a:lnTo>
                  <a:pt x="1666875" y="2219325"/>
                </a:lnTo>
                <a:lnTo>
                  <a:pt x="1666875" y="2228850"/>
                </a:lnTo>
                <a:lnTo>
                  <a:pt x="1657350" y="2228850"/>
                </a:lnTo>
                <a:close/>
                <a:moveTo>
                  <a:pt x="581025" y="2276475"/>
                </a:moveTo>
                <a:lnTo>
                  <a:pt x="590550" y="2276475"/>
                </a:lnTo>
                <a:lnTo>
                  <a:pt x="590550" y="2286000"/>
                </a:lnTo>
                <a:lnTo>
                  <a:pt x="581025" y="2286000"/>
                </a:lnTo>
                <a:close/>
                <a:moveTo>
                  <a:pt x="247650" y="2286000"/>
                </a:moveTo>
                <a:lnTo>
                  <a:pt x="257175" y="2286000"/>
                </a:lnTo>
                <a:lnTo>
                  <a:pt x="257175" y="2324100"/>
                </a:lnTo>
                <a:lnTo>
                  <a:pt x="247650" y="2324100"/>
                </a:lnTo>
                <a:close/>
                <a:moveTo>
                  <a:pt x="590550" y="2286000"/>
                </a:moveTo>
                <a:lnTo>
                  <a:pt x="609600" y="2286000"/>
                </a:lnTo>
                <a:lnTo>
                  <a:pt x="609600" y="2305050"/>
                </a:lnTo>
                <a:lnTo>
                  <a:pt x="619125" y="2305050"/>
                </a:lnTo>
                <a:lnTo>
                  <a:pt x="619125" y="2314575"/>
                </a:lnTo>
                <a:lnTo>
                  <a:pt x="600075" y="2314575"/>
                </a:lnTo>
                <a:lnTo>
                  <a:pt x="600075" y="2295525"/>
                </a:lnTo>
                <a:lnTo>
                  <a:pt x="590550" y="2295525"/>
                </a:lnTo>
                <a:close/>
                <a:moveTo>
                  <a:pt x="1619250" y="2295525"/>
                </a:moveTo>
                <a:lnTo>
                  <a:pt x="1638300" y="2295525"/>
                </a:lnTo>
                <a:lnTo>
                  <a:pt x="1638300" y="2314575"/>
                </a:lnTo>
                <a:lnTo>
                  <a:pt x="1609725" y="2314575"/>
                </a:lnTo>
                <a:lnTo>
                  <a:pt x="1609725" y="2305050"/>
                </a:lnTo>
                <a:lnTo>
                  <a:pt x="1619250" y="2305050"/>
                </a:lnTo>
                <a:close/>
                <a:moveTo>
                  <a:pt x="695325" y="2305050"/>
                </a:moveTo>
                <a:lnTo>
                  <a:pt x="704850" y="2305050"/>
                </a:lnTo>
                <a:lnTo>
                  <a:pt x="704850" y="2314575"/>
                </a:lnTo>
                <a:lnTo>
                  <a:pt x="695325" y="2314575"/>
                </a:lnTo>
                <a:close/>
                <a:moveTo>
                  <a:pt x="619125" y="2314575"/>
                </a:moveTo>
                <a:lnTo>
                  <a:pt x="628650" y="2314575"/>
                </a:lnTo>
                <a:lnTo>
                  <a:pt x="628650" y="2324100"/>
                </a:lnTo>
                <a:lnTo>
                  <a:pt x="619125" y="2324100"/>
                </a:lnTo>
                <a:close/>
                <a:moveTo>
                  <a:pt x="657225" y="2314575"/>
                </a:moveTo>
                <a:lnTo>
                  <a:pt x="695325" y="2314575"/>
                </a:lnTo>
                <a:lnTo>
                  <a:pt x="695325" y="2324100"/>
                </a:lnTo>
                <a:lnTo>
                  <a:pt x="657225" y="2324100"/>
                </a:lnTo>
                <a:close/>
                <a:moveTo>
                  <a:pt x="1800225" y="2333625"/>
                </a:moveTo>
                <a:lnTo>
                  <a:pt x="1819275" y="2333625"/>
                </a:lnTo>
                <a:lnTo>
                  <a:pt x="1819275" y="2390775"/>
                </a:lnTo>
                <a:lnTo>
                  <a:pt x="1809750" y="2390775"/>
                </a:lnTo>
                <a:lnTo>
                  <a:pt x="1809750" y="2362200"/>
                </a:lnTo>
                <a:lnTo>
                  <a:pt x="1790700" y="2362200"/>
                </a:lnTo>
                <a:lnTo>
                  <a:pt x="1790700" y="2343150"/>
                </a:lnTo>
                <a:lnTo>
                  <a:pt x="1800225" y="2343150"/>
                </a:lnTo>
                <a:close/>
                <a:moveTo>
                  <a:pt x="2143125" y="2343150"/>
                </a:moveTo>
                <a:lnTo>
                  <a:pt x="2162175" y="2343150"/>
                </a:lnTo>
                <a:lnTo>
                  <a:pt x="2162175" y="2362200"/>
                </a:lnTo>
                <a:lnTo>
                  <a:pt x="2171700" y="2362200"/>
                </a:lnTo>
                <a:lnTo>
                  <a:pt x="2171700" y="2371725"/>
                </a:lnTo>
                <a:lnTo>
                  <a:pt x="2152650" y="2371725"/>
                </a:lnTo>
                <a:lnTo>
                  <a:pt x="2152650" y="2390775"/>
                </a:lnTo>
                <a:lnTo>
                  <a:pt x="2143125" y="2390775"/>
                </a:lnTo>
                <a:close/>
                <a:moveTo>
                  <a:pt x="257175" y="2371725"/>
                </a:moveTo>
                <a:lnTo>
                  <a:pt x="266700" y="2371725"/>
                </a:lnTo>
                <a:lnTo>
                  <a:pt x="266700" y="2390775"/>
                </a:lnTo>
                <a:lnTo>
                  <a:pt x="257175" y="2390775"/>
                </a:lnTo>
                <a:close/>
                <a:moveTo>
                  <a:pt x="1571625" y="2400300"/>
                </a:moveTo>
                <a:lnTo>
                  <a:pt x="1581150" y="2400300"/>
                </a:lnTo>
                <a:lnTo>
                  <a:pt x="1581150" y="2409825"/>
                </a:lnTo>
                <a:lnTo>
                  <a:pt x="1571625" y="2409825"/>
                </a:lnTo>
                <a:close/>
                <a:moveTo>
                  <a:pt x="257175" y="2409825"/>
                </a:moveTo>
                <a:lnTo>
                  <a:pt x="266700" y="2409825"/>
                </a:lnTo>
                <a:lnTo>
                  <a:pt x="266700" y="2476500"/>
                </a:lnTo>
                <a:lnTo>
                  <a:pt x="276225" y="2476500"/>
                </a:lnTo>
                <a:lnTo>
                  <a:pt x="276225" y="2524125"/>
                </a:lnTo>
                <a:lnTo>
                  <a:pt x="266700" y="2524125"/>
                </a:lnTo>
                <a:lnTo>
                  <a:pt x="266700" y="2505075"/>
                </a:lnTo>
                <a:lnTo>
                  <a:pt x="257175" y="2505075"/>
                </a:lnTo>
                <a:close/>
                <a:moveTo>
                  <a:pt x="1447800" y="2409825"/>
                </a:moveTo>
                <a:lnTo>
                  <a:pt x="1457325" y="2409825"/>
                </a:lnTo>
                <a:lnTo>
                  <a:pt x="1457325" y="2419350"/>
                </a:lnTo>
                <a:lnTo>
                  <a:pt x="1447800" y="2419350"/>
                </a:lnTo>
                <a:close/>
                <a:moveTo>
                  <a:pt x="1400175" y="2419350"/>
                </a:moveTo>
                <a:lnTo>
                  <a:pt x="1409700" y="2419350"/>
                </a:lnTo>
                <a:lnTo>
                  <a:pt x="1409700" y="2428875"/>
                </a:lnTo>
                <a:lnTo>
                  <a:pt x="1400175" y="2428875"/>
                </a:lnTo>
                <a:close/>
                <a:moveTo>
                  <a:pt x="1409700" y="2428875"/>
                </a:moveTo>
                <a:lnTo>
                  <a:pt x="1419225" y="2428875"/>
                </a:lnTo>
                <a:lnTo>
                  <a:pt x="1419225" y="2438400"/>
                </a:lnTo>
                <a:lnTo>
                  <a:pt x="1409700" y="2438400"/>
                </a:lnTo>
                <a:close/>
                <a:moveTo>
                  <a:pt x="1743075" y="2428875"/>
                </a:moveTo>
                <a:lnTo>
                  <a:pt x="1762125" y="2428875"/>
                </a:lnTo>
                <a:lnTo>
                  <a:pt x="1762125" y="2476500"/>
                </a:lnTo>
                <a:lnTo>
                  <a:pt x="1752600" y="2476500"/>
                </a:lnTo>
                <a:lnTo>
                  <a:pt x="1752600" y="2486025"/>
                </a:lnTo>
                <a:lnTo>
                  <a:pt x="1743075" y="2486025"/>
                </a:lnTo>
                <a:close/>
                <a:moveTo>
                  <a:pt x="1819275" y="2457450"/>
                </a:moveTo>
                <a:lnTo>
                  <a:pt x="1828800" y="2457450"/>
                </a:lnTo>
                <a:lnTo>
                  <a:pt x="1828800" y="2466975"/>
                </a:lnTo>
                <a:lnTo>
                  <a:pt x="1819275" y="2466975"/>
                </a:lnTo>
                <a:close/>
                <a:moveTo>
                  <a:pt x="1190625" y="2476500"/>
                </a:moveTo>
                <a:lnTo>
                  <a:pt x="1209675" y="2476500"/>
                </a:lnTo>
                <a:lnTo>
                  <a:pt x="1209675" y="2486025"/>
                </a:lnTo>
                <a:lnTo>
                  <a:pt x="1190625" y="2486025"/>
                </a:lnTo>
                <a:close/>
                <a:moveTo>
                  <a:pt x="1628775" y="2476500"/>
                </a:moveTo>
                <a:lnTo>
                  <a:pt x="1647825" y="2476500"/>
                </a:lnTo>
                <a:lnTo>
                  <a:pt x="1647825" y="2486025"/>
                </a:lnTo>
                <a:lnTo>
                  <a:pt x="1628775" y="2486025"/>
                </a:lnTo>
                <a:close/>
                <a:moveTo>
                  <a:pt x="1447800" y="2486025"/>
                </a:moveTo>
                <a:lnTo>
                  <a:pt x="1457325" y="2486025"/>
                </a:lnTo>
                <a:lnTo>
                  <a:pt x="1457325" y="2495550"/>
                </a:lnTo>
                <a:lnTo>
                  <a:pt x="1447800" y="2495550"/>
                </a:lnTo>
                <a:close/>
                <a:moveTo>
                  <a:pt x="1485900" y="2486025"/>
                </a:moveTo>
                <a:lnTo>
                  <a:pt x="1495425" y="2486025"/>
                </a:lnTo>
                <a:lnTo>
                  <a:pt x="1495425" y="2495550"/>
                </a:lnTo>
                <a:lnTo>
                  <a:pt x="1485900" y="2495550"/>
                </a:lnTo>
                <a:close/>
                <a:moveTo>
                  <a:pt x="1371600" y="2495550"/>
                </a:moveTo>
                <a:lnTo>
                  <a:pt x="1400175" y="2495550"/>
                </a:lnTo>
                <a:lnTo>
                  <a:pt x="1400175" y="2505075"/>
                </a:lnTo>
                <a:lnTo>
                  <a:pt x="1371600" y="2505075"/>
                </a:lnTo>
                <a:close/>
                <a:moveTo>
                  <a:pt x="1619250" y="2524125"/>
                </a:moveTo>
                <a:lnTo>
                  <a:pt x="1628775" y="2524125"/>
                </a:lnTo>
                <a:lnTo>
                  <a:pt x="1628775" y="2533650"/>
                </a:lnTo>
                <a:lnTo>
                  <a:pt x="1619250" y="2533650"/>
                </a:lnTo>
                <a:close/>
                <a:moveTo>
                  <a:pt x="1600200" y="2533650"/>
                </a:moveTo>
                <a:lnTo>
                  <a:pt x="1609725" y="2533650"/>
                </a:lnTo>
                <a:lnTo>
                  <a:pt x="1609725" y="2543175"/>
                </a:lnTo>
                <a:lnTo>
                  <a:pt x="1600200" y="2543175"/>
                </a:lnTo>
                <a:close/>
                <a:moveTo>
                  <a:pt x="1504950" y="2543175"/>
                </a:moveTo>
                <a:lnTo>
                  <a:pt x="1514475" y="2543175"/>
                </a:lnTo>
                <a:lnTo>
                  <a:pt x="1514475" y="2552700"/>
                </a:lnTo>
                <a:lnTo>
                  <a:pt x="1504950" y="2552700"/>
                </a:lnTo>
                <a:close/>
                <a:moveTo>
                  <a:pt x="1676400" y="2552700"/>
                </a:moveTo>
                <a:lnTo>
                  <a:pt x="1685925" y="2552700"/>
                </a:lnTo>
                <a:lnTo>
                  <a:pt x="1685925" y="2571750"/>
                </a:lnTo>
                <a:lnTo>
                  <a:pt x="1676400" y="2571750"/>
                </a:lnTo>
                <a:close/>
                <a:moveTo>
                  <a:pt x="1562100" y="2571750"/>
                </a:moveTo>
                <a:lnTo>
                  <a:pt x="1571625" y="2571750"/>
                </a:lnTo>
                <a:lnTo>
                  <a:pt x="1571625" y="2581275"/>
                </a:lnTo>
                <a:lnTo>
                  <a:pt x="1562100" y="2581275"/>
                </a:lnTo>
                <a:close/>
                <a:moveTo>
                  <a:pt x="1752600" y="2571750"/>
                </a:moveTo>
                <a:lnTo>
                  <a:pt x="1771650" y="2571750"/>
                </a:lnTo>
                <a:lnTo>
                  <a:pt x="1771650" y="2590800"/>
                </a:lnTo>
                <a:lnTo>
                  <a:pt x="1762125" y="2590800"/>
                </a:lnTo>
                <a:lnTo>
                  <a:pt x="1762125" y="2600325"/>
                </a:lnTo>
                <a:lnTo>
                  <a:pt x="1752600" y="2600325"/>
                </a:lnTo>
                <a:close/>
                <a:moveTo>
                  <a:pt x="1819275" y="2571750"/>
                </a:moveTo>
                <a:lnTo>
                  <a:pt x="1828800" y="2571750"/>
                </a:lnTo>
                <a:lnTo>
                  <a:pt x="1828800" y="2581275"/>
                </a:lnTo>
                <a:lnTo>
                  <a:pt x="1838325" y="2581275"/>
                </a:lnTo>
                <a:lnTo>
                  <a:pt x="1838325" y="2600325"/>
                </a:lnTo>
                <a:lnTo>
                  <a:pt x="1828800" y="2600325"/>
                </a:lnTo>
                <a:lnTo>
                  <a:pt x="1828800" y="2590800"/>
                </a:lnTo>
                <a:lnTo>
                  <a:pt x="1819275" y="2590800"/>
                </a:lnTo>
                <a:close/>
                <a:moveTo>
                  <a:pt x="266700" y="2581275"/>
                </a:moveTo>
                <a:lnTo>
                  <a:pt x="276225" y="2581275"/>
                </a:lnTo>
                <a:lnTo>
                  <a:pt x="276225" y="2619375"/>
                </a:lnTo>
                <a:lnTo>
                  <a:pt x="285750" y="2619375"/>
                </a:lnTo>
                <a:lnTo>
                  <a:pt x="285750" y="2638425"/>
                </a:lnTo>
                <a:lnTo>
                  <a:pt x="276225" y="2638425"/>
                </a:lnTo>
                <a:lnTo>
                  <a:pt x="276225" y="2667000"/>
                </a:lnTo>
                <a:lnTo>
                  <a:pt x="266700" y="2667000"/>
                </a:lnTo>
                <a:close/>
                <a:moveTo>
                  <a:pt x="1552575" y="2581275"/>
                </a:moveTo>
                <a:lnTo>
                  <a:pt x="1562100" y="2581275"/>
                </a:lnTo>
                <a:lnTo>
                  <a:pt x="1562100" y="2590800"/>
                </a:lnTo>
                <a:lnTo>
                  <a:pt x="1552575" y="2590800"/>
                </a:lnTo>
                <a:close/>
                <a:moveTo>
                  <a:pt x="1381125" y="2600325"/>
                </a:moveTo>
                <a:lnTo>
                  <a:pt x="1419225" y="2600325"/>
                </a:lnTo>
                <a:lnTo>
                  <a:pt x="1419225" y="2609850"/>
                </a:lnTo>
                <a:lnTo>
                  <a:pt x="1381125" y="2609850"/>
                </a:lnTo>
                <a:close/>
                <a:moveTo>
                  <a:pt x="1733550" y="2657475"/>
                </a:moveTo>
                <a:lnTo>
                  <a:pt x="1743075" y="2657475"/>
                </a:lnTo>
                <a:lnTo>
                  <a:pt x="1743075" y="2667000"/>
                </a:lnTo>
                <a:lnTo>
                  <a:pt x="1733550" y="2667000"/>
                </a:lnTo>
                <a:close/>
                <a:moveTo>
                  <a:pt x="1676400" y="2676525"/>
                </a:moveTo>
                <a:lnTo>
                  <a:pt x="1685925" y="2676525"/>
                </a:lnTo>
                <a:lnTo>
                  <a:pt x="1685925" y="2686050"/>
                </a:lnTo>
                <a:lnTo>
                  <a:pt x="1676400" y="2686050"/>
                </a:lnTo>
                <a:close/>
                <a:moveTo>
                  <a:pt x="1533525" y="2686050"/>
                </a:moveTo>
                <a:lnTo>
                  <a:pt x="1552575" y="2686050"/>
                </a:lnTo>
                <a:lnTo>
                  <a:pt x="1552575" y="2695575"/>
                </a:lnTo>
                <a:lnTo>
                  <a:pt x="1543050" y="2695575"/>
                </a:lnTo>
                <a:lnTo>
                  <a:pt x="1543050" y="2705100"/>
                </a:lnTo>
                <a:lnTo>
                  <a:pt x="1533525" y="2705100"/>
                </a:lnTo>
                <a:close/>
                <a:moveTo>
                  <a:pt x="1409700" y="2695575"/>
                </a:moveTo>
                <a:lnTo>
                  <a:pt x="1419225" y="2695575"/>
                </a:lnTo>
                <a:lnTo>
                  <a:pt x="1419225" y="2714625"/>
                </a:lnTo>
                <a:lnTo>
                  <a:pt x="1409700" y="2714625"/>
                </a:lnTo>
                <a:close/>
                <a:moveTo>
                  <a:pt x="1428750" y="2695575"/>
                </a:moveTo>
                <a:lnTo>
                  <a:pt x="1438275" y="2695575"/>
                </a:lnTo>
                <a:lnTo>
                  <a:pt x="1438275" y="2714625"/>
                </a:lnTo>
                <a:lnTo>
                  <a:pt x="1428750" y="2714625"/>
                </a:lnTo>
                <a:close/>
                <a:moveTo>
                  <a:pt x="1266825" y="2705100"/>
                </a:moveTo>
                <a:lnTo>
                  <a:pt x="1304925" y="2705100"/>
                </a:lnTo>
                <a:lnTo>
                  <a:pt x="1304925" y="2724150"/>
                </a:lnTo>
                <a:lnTo>
                  <a:pt x="1266825" y="2724150"/>
                </a:lnTo>
                <a:close/>
                <a:moveTo>
                  <a:pt x="1838325" y="2705100"/>
                </a:moveTo>
                <a:lnTo>
                  <a:pt x="1847850" y="2705100"/>
                </a:lnTo>
                <a:lnTo>
                  <a:pt x="1847850" y="2724150"/>
                </a:lnTo>
                <a:lnTo>
                  <a:pt x="1838325" y="2724150"/>
                </a:lnTo>
                <a:close/>
                <a:moveTo>
                  <a:pt x="533400" y="2752725"/>
                </a:moveTo>
                <a:lnTo>
                  <a:pt x="552450" y="2752725"/>
                </a:lnTo>
                <a:lnTo>
                  <a:pt x="552450" y="2762250"/>
                </a:lnTo>
                <a:lnTo>
                  <a:pt x="533400" y="2762250"/>
                </a:lnTo>
                <a:close/>
                <a:moveTo>
                  <a:pt x="1847850" y="2819400"/>
                </a:moveTo>
                <a:lnTo>
                  <a:pt x="1857375" y="2819400"/>
                </a:lnTo>
                <a:lnTo>
                  <a:pt x="1857375" y="2828925"/>
                </a:lnTo>
                <a:lnTo>
                  <a:pt x="1847850" y="2828925"/>
                </a:lnTo>
                <a:close/>
                <a:moveTo>
                  <a:pt x="276225" y="2838450"/>
                </a:moveTo>
                <a:lnTo>
                  <a:pt x="285750" y="2838450"/>
                </a:lnTo>
                <a:lnTo>
                  <a:pt x="285750" y="2867025"/>
                </a:lnTo>
                <a:lnTo>
                  <a:pt x="276225" y="2867025"/>
                </a:lnTo>
                <a:close/>
                <a:moveTo>
                  <a:pt x="638175" y="2867025"/>
                </a:moveTo>
                <a:lnTo>
                  <a:pt x="647700" y="2867025"/>
                </a:lnTo>
                <a:lnTo>
                  <a:pt x="647700" y="2876550"/>
                </a:lnTo>
                <a:lnTo>
                  <a:pt x="638175" y="2876550"/>
                </a:lnTo>
                <a:close/>
                <a:moveTo>
                  <a:pt x="590550" y="2876550"/>
                </a:moveTo>
                <a:lnTo>
                  <a:pt x="609600" y="2876550"/>
                </a:lnTo>
                <a:lnTo>
                  <a:pt x="609600" y="2886075"/>
                </a:lnTo>
                <a:lnTo>
                  <a:pt x="590550" y="2886075"/>
                </a:lnTo>
                <a:close/>
                <a:moveTo>
                  <a:pt x="1190625" y="2886075"/>
                </a:moveTo>
                <a:lnTo>
                  <a:pt x="1219200" y="2886075"/>
                </a:lnTo>
                <a:lnTo>
                  <a:pt x="1219200" y="2895600"/>
                </a:lnTo>
                <a:lnTo>
                  <a:pt x="1190625" y="2895600"/>
                </a:lnTo>
                <a:close/>
                <a:moveTo>
                  <a:pt x="409575" y="2924175"/>
                </a:moveTo>
                <a:lnTo>
                  <a:pt x="419100" y="2924175"/>
                </a:lnTo>
                <a:lnTo>
                  <a:pt x="419100" y="2933700"/>
                </a:lnTo>
                <a:lnTo>
                  <a:pt x="409575" y="2933700"/>
                </a:lnTo>
                <a:close/>
                <a:moveTo>
                  <a:pt x="371475" y="2933700"/>
                </a:moveTo>
                <a:lnTo>
                  <a:pt x="381000" y="2933700"/>
                </a:lnTo>
                <a:lnTo>
                  <a:pt x="381000" y="2943225"/>
                </a:lnTo>
                <a:lnTo>
                  <a:pt x="371475" y="2943225"/>
                </a:lnTo>
                <a:close/>
                <a:moveTo>
                  <a:pt x="390525" y="2933700"/>
                </a:moveTo>
                <a:lnTo>
                  <a:pt x="400050" y="2933700"/>
                </a:lnTo>
                <a:lnTo>
                  <a:pt x="400050" y="2943225"/>
                </a:lnTo>
                <a:lnTo>
                  <a:pt x="390525" y="2943225"/>
                </a:lnTo>
                <a:close/>
                <a:moveTo>
                  <a:pt x="1857375" y="2943225"/>
                </a:moveTo>
                <a:lnTo>
                  <a:pt x="1866900" y="2943225"/>
                </a:lnTo>
                <a:lnTo>
                  <a:pt x="1866900" y="2962275"/>
                </a:lnTo>
                <a:lnTo>
                  <a:pt x="1857375" y="2962275"/>
                </a:lnTo>
                <a:close/>
                <a:moveTo>
                  <a:pt x="285750" y="3028950"/>
                </a:moveTo>
                <a:lnTo>
                  <a:pt x="295275" y="3028950"/>
                </a:lnTo>
                <a:lnTo>
                  <a:pt x="295275" y="3038475"/>
                </a:lnTo>
                <a:lnTo>
                  <a:pt x="304800" y="3038475"/>
                </a:lnTo>
                <a:lnTo>
                  <a:pt x="304800" y="3057525"/>
                </a:lnTo>
                <a:lnTo>
                  <a:pt x="295275" y="3057525"/>
                </a:lnTo>
                <a:lnTo>
                  <a:pt x="295275" y="3048000"/>
                </a:lnTo>
                <a:lnTo>
                  <a:pt x="285750" y="3048000"/>
                </a:lnTo>
                <a:close/>
                <a:moveTo>
                  <a:pt x="523875" y="3028950"/>
                </a:moveTo>
                <a:lnTo>
                  <a:pt x="533400" y="3028950"/>
                </a:lnTo>
                <a:lnTo>
                  <a:pt x="533400" y="3038475"/>
                </a:lnTo>
                <a:lnTo>
                  <a:pt x="523875" y="3038475"/>
                </a:lnTo>
                <a:close/>
                <a:moveTo>
                  <a:pt x="847725" y="3038475"/>
                </a:moveTo>
                <a:lnTo>
                  <a:pt x="857250" y="3038475"/>
                </a:lnTo>
                <a:lnTo>
                  <a:pt x="857250" y="3048000"/>
                </a:lnTo>
                <a:lnTo>
                  <a:pt x="847725" y="3048000"/>
                </a:lnTo>
                <a:close/>
                <a:moveTo>
                  <a:pt x="1866900" y="3057525"/>
                </a:moveTo>
                <a:lnTo>
                  <a:pt x="1876425" y="3057525"/>
                </a:lnTo>
                <a:lnTo>
                  <a:pt x="1876425" y="3076575"/>
                </a:lnTo>
                <a:lnTo>
                  <a:pt x="1866900" y="3076575"/>
                </a:lnTo>
                <a:close/>
                <a:moveTo>
                  <a:pt x="295275" y="3105150"/>
                </a:moveTo>
                <a:lnTo>
                  <a:pt x="304800" y="3105150"/>
                </a:lnTo>
                <a:lnTo>
                  <a:pt x="304800" y="3143250"/>
                </a:lnTo>
                <a:lnTo>
                  <a:pt x="295275" y="3143250"/>
                </a:lnTo>
                <a:close/>
                <a:moveTo>
                  <a:pt x="295275" y="3162300"/>
                </a:moveTo>
                <a:lnTo>
                  <a:pt x="304800" y="3162300"/>
                </a:lnTo>
                <a:lnTo>
                  <a:pt x="304800" y="3238500"/>
                </a:lnTo>
                <a:lnTo>
                  <a:pt x="295275" y="3238500"/>
                </a:lnTo>
                <a:close/>
                <a:moveTo>
                  <a:pt x="1876425" y="3190875"/>
                </a:moveTo>
                <a:lnTo>
                  <a:pt x="1885950" y="3190875"/>
                </a:lnTo>
                <a:lnTo>
                  <a:pt x="1885950" y="3209925"/>
                </a:lnTo>
                <a:lnTo>
                  <a:pt x="1876425" y="3209925"/>
                </a:lnTo>
                <a:close/>
                <a:moveTo>
                  <a:pt x="781050" y="3267075"/>
                </a:moveTo>
                <a:lnTo>
                  <a:pt x="790575" y="3267075"/>
                </a:lnTo>
                <a:lnTo>
                  <a:pt x="790575" y="3276600"/>
                </a:lnTo>
                <a:lnTo>
                  <a:pt x="781050" y="3276600"/>
                </a:lnTo>
                <a:close/>
                <a:moveTo>
                  <a:pt x="857250" y="3267075"/>
                </a:moveTo>
                <a:lnTo>
                  <a:pt x="866775" y="3267075"/>
                </a:lnTo>
                <a:lnTo>
                  <a:pt x="866775" y="3276600"/>
                </a:lnTo>
                <a:lnTo>
                  <a:pt x="857250" y="3276600"/>
                </a:lnTo>
                <a:close/>
                <a:moveTo>
                  <a:pt x="304800" y="3295650"/>
                </a:moveTo>
                <a:lnTo>
                  <a:pt x="314325" y="3295650"/>
                </a:lnTo>
                <a:lnTo>
                  <a:pt x="314325" y="3324225"/>
                </a:lnTo>
                <a:lnTo>
                  <a:pt x="304800" y="3324225"/>
                </a:lnTo>
                <a:close/>
                <a:moveTo>
                  <a:pt x="942975" y="3314700"/>
                </a:moveTo>
                <a:lnTo>
                  <a:pt x="962025" y="3314700"/>
                </a:lnTo>
                <a:lnTo>
                  <a:pt x="962025" y="3324225"/>
                </a:lnTo>
                <a:lnTo>
                  <a:pt x="942975" y="3324225"/>
                </a:lnTo>
                <a:close/>
                <a:moveTo>
                  <a:pt x="1885950" y="3324225"/>
                </a:moveTo>
                <a:lnTo>
                  <a:pt x="1895475" y="3324225"/>
                </a:lnTo>
                <a:lnTo>
                  <a:pt x="1895475" y="3343275"/>
                </a:lnTo>
                <a:lnTo>
                  <a:pt x="1885950" y="3343275"/>
                </a:lnTo>
                <a:close/>
                <a:moveTo>
                  <a:pt x="895350" y="3362325"/>
                </a:moveTo>
                <a:lnTo>
                  <a:pt x="904875" y="3362325"/>
                </a:lnTo>
                <a:lnTo>
                  <a:pt x="904875" y="3371850"/>
                </a:lnTo>
                <a:lnTo>
                  <a:pt x="895350" y="3371850"/>
                </a:lnTo>
                <a:close/>
                <a:moveTo>
                  <a:pt x="304800" y="3390900"/>
                </a:moveTo>
                <a:lnTo>
                  <a:pt x="314325" y="3390900"/>
                </a:lnTo>
                <a:lnTo>
                  <a:pt x="314325" y="3429000"/>
                </a:lnTo>
                <a:lnTo>
                  <a:pt x="304800" y="3429000"/>
                </a:lnTo>
                <a:close/>
                <a:moveTo>
                  <a:pt x="609600" y="3390900"/>
                </a:moveTo>
                <a:lnTo>
                  <a:pt x="619125" y="3390900"/>
                </a:lnTo>
                <a:lnTo>
                  <a:pt x="619125" y="3400425"/>
                </a:lnTo>
                <a:lnTo>
                  <a:pt x="609600" y="3400425"/>
                </a:lnTo>
                <a:close/>
                <a:moveTo>
                  <a:pt x="762000" y="3400425"/>
                </a:moveTo>
                <a:lnTo>
                  <a:pt x="771525" y="3400425"/>
                </a:lnTo>
                <a:lnTo>
                  <a:pt x="771525" y="3409950"/>
                </a:lnTo>
                <a:lnTo>
                  <a:pt x="762000" y="3409950"/>
                </a:lnTo>
                <a:close/>
                <a:moveTo>
                  <a:pt x="457200" y="3429000"/>
                </a:moveTo>
                <a:lnTo>
                  <a:pt x="466725" y="3429000"/>
                </a:lnTo>
                <a:lnTo>
                  <a:pt x="466725" y="3438525"/>
                </a:lnTo>
                <a:lnTo>
                  <a:pt x="457200" y="3438525"/>
                </a:lnTo>
                <a:close/>
                <a:moveTo>
                  <a:pt x="600075" y="3429000"/>
                </a:moveTo>
                <a:lnTo>
                  <a:pt x="609600" y="3429000"/>
                </a:lnTo>
                <a:lnTo>
                  <a:pt x="609600" y="3438525"/>
                </a:lnTo>
                <a:lnTo>
                  <a:pt x="600075" y="3438525"/>
                </a:lnTo>
                <a:close/>
                <a:moveTo>
                  <a:pt x="514350" y="3438525"/>
                </a:moveTo>
                <a:lnTo>
                  <a:pt x="523875" y="3438525"/>
                </a:lnTo>
                <a:lnTo>
                  <a:pt x="523875" y="3448050"/>
                </a:lnTo>
                <a:lnTo>
                  <a:pt x="514350" y="3448050"/>
                </a:lnTo>
                <a:close/>
                <a:moveTo>
                  <a:pt x="552450" y="3438525"/>
                </a:moveTo>
                <a:lnTo>
                  <a:pt x="561975" y="3438525"/>
                </a:lnTo>
                <a:lnTo>
                  <a:pt x="561975" y="3448050"/>
                </a:lnTo>
                <a:lnTo>
                  <a:pt x="552450" y="3448050"/>
                </a:lnTo>
                <a:close/>
                <a:moveTo>
                  <a:pt x="1895475" y="3438525"/>
                </a:moveTo>
                <a:lnTo>
                  <a:pt x="1905000" y="3438525"/>
                </a:lnTo>
                <a:lnTo>
                  <a:pt x="1905000" y="3495675"/>
                </a:lnTo>
                <a:lnTo>
                  <a:pt x="1895475" y="3495675"/>
                </a:lnTo>
                <a:lnTo>
                  <a:pt x="1895475" y="3476625"/>
                </a:lnTo>
                <a:lnTo>
                  <a:pt x="1885950" y="3476625"/>
                </a:lnTo>
                <a:lnTo>
                  <a:pt x="1885950" y="3467100"/>
                </a:lnTo>
                <a:lnTo>
                  <a:pt x="1895475" y="3467100"/>
                </a:lnTo>
                <a:close/>
                <a:moveTo>
                  <a:pt x="314325" y="3467100"/>
                </a:moveTo>
                <a:lnTo>
                  <a:pt x="323850" y="3467100"/>
                </a:lnTo>
                <a:lnTo>
                  <a:pt x="323850" y="3543300"/>
                </a:lnTo>
                <a:lnTo>
                  <a:pt x="314325" y="3543300"/>
                </a:lnTo>
                <a:close/>
                <a:moveTo>
                  <a:pt x="1009650" y="3505200"/>
                </a:moveTo>
                <a:lnTo>
                  <a:pt x="1019175" y="3505200"/>
                </a:lnTo>
                <a:lnTo>
                  <a:pt x="1019175" y="3514725"/>
                </a:lnTo>
                <a:lnTo>
                  <a:pt x="1009650" y="3514725"/>
                </a:lnTo>
                <a:close/>
                <a:moveTo>
                  <a:pt x="1019175" y="3514725"/>
                </a:moveTo>
                <a:lnTo>
                  <a:pt x="1028700" y="3514725"/>
                </a:lnTo>
                <a:lnTo>
                  <a:pt x="1028700" y="3533775"/>
                </a:lnTo>
                <a:lnTo>
                  <a:pt x="1019175" y="3533775"/>
                </a:lnTo>
                <a:close/>
                <a:moveTo>
                  <a:pt x="1038225" y="3514725"/>
                </a:moveTo>
                <a:lnTo>
                  <a:pt x="1047750" y="3514725"/>
                </a:lnTo>
                <a:lnTo>
                  <a:pt x="1047750" y="3524250"/>
                </a:lnTo>
                <a:lnTo>
                  <a:pt x="1038225" y="3524250"/>
                </a:lnTo>
                <a:close/>
                <a:moveTo>
                  <a:pt x="1895475" y="3514725"/>
                </a:moveTo>
                <a:lnTo>
                  <a:pt x="1905000" y="3514725"/>
                </a:lnTo>
                <a:lnTo>
                  <a:pt x="1905000" y="3562350"/>
                </a:lnTo>
                <a:lnTo>
                  <a:pt x="1895475" y="3562350"/>
                </a:lnTo>
                <a:lnTo>
                  <a:pt x="1895475" y="3543300"/>
                </a:lnTo>
                <a:lnTo>
                  <a:pt x="1885950" y="3543300"/>
                </a:lnTo>
                <a:lnTo>
                  <a:pt x="1885950" y="3533775"/>
                </a:lnTo>
                <a:lnTo>
                  <a:pt x="1895475" y="3533775"/>
                </a:lnTo>
                <a:close/>
                <a:moveTo>
                  <a:pt x="514350" y="3524250"/>
                </a:moveTo>
                <a:lnTo>
                  <a:pt x="523875" y="3524250"/>
                </a:lnTo>
                <a:lnTo>
                  <a:pt x="523875" y="3533775"/>
                </a:lnTo>
                <a:lnTo>
                  <a:pt x="514350" y="3533775"/>
                </a:lnTo>
                <a:close/>
                <a:moveTo>
                  <a:pt x="504825" y="3533775"/>
                </a:moveTo>
                <a:lnTo>
                  <a:pt x="514350" y="3533775"/>
                </a:lnTo>
                <a:lnTo>
                  <a:pt x="514350" y="3552825"/>
                </a:lnTo>
                <a:lnTo>
                  <a:pt x="504825" y="3552825"/>
                </a:lnTo>
                <a:close/>
                <a:moveTo>
                  <a:pt x="1038225" y="3533775"/>
                </a:moveTo>
                <a:lnTo>
                  <a:pt x="1047750" y="3533775"/>
                </a:lnTo>
                <a:lnTo>
                  <a:pt x="1047750" y="3543300"/>
                </a:lnTo>
                <a:lnTo>
                  <a:pt x="1038225" y="3543300"/>
                </a:lnTo>
                <a:close/>
                <a:moveTo>
                  <a:pt x="495300" y="3552825"/>
                </a:moveTo>
                <a:lnTo>
                  <a:pt x="504825" y="3552825"/>
                </a:lnTo>
                <a:lnTo>
                  <a:pt x="504825" y="3590925"/>
                </a:lnTo>
                <a:lnTo>
                  <a:pt x="495300" y="3590925"/>
                </a:lnTo>
                <a:close/>
                <a:moveTo>
                  <a:pt x="314325" y="3581400"/>
                </a:moveTo>
                <a:lnTo>
                  <a:pt x="323850" y="3581400"/>
                </a:lnTo>
                <a:lnTo>
                  <a:pt x="323850" y="3609975"/>
                </a:lnTo>
                <a:lnTo>
                  <a:pt x="314325" y="3609975"/>
                </a:lnTo>
                <a:close/>
                <a:moveTo>
                  <a:pt x="581025" y="3629025"/>
                </a:moveTo>
                <a:lnTo>
                  <a:pt x="590550" y="3629025"/>
                </a:lnTo>
                <a:lnTo>
                  <a:pt x="590550" y="3667125"/>
                </a:lnTo>
                <a:lnTo>
                  <a:pt x="600075" y="3667125"/>
                </a:lnTo>
                <a:lnTo>
                  <a:pt x="600075" y="3676650"/>
                </a:lnTo>
                <a:lnTo>
                  <a:pt x="619125" y="3676650"/>
                </a:lnTo>
                <a:lnTo>
                  <a:pt x="619125" y="3705225"/>
                </a:lnTo>
                <a:lnTo>
                  <a:pt x="609600" y="3705225"/>
                </a:lnTo>
                <a:lnTo>
                  <a:pt x="609600" y="3686175"/>
                </a:lnTo>
                <a:lnTo>
                  <a:pt x="600075" y="3686175"/>
                </a:lnTo>
                <a:lnTo>
                  <a:pt x="600075" y="3695700"/>
                </a:lnTo>
                <a:lnTo>
                  <a:pt x="590550" y="3695700"/>
                </a:lnTo>
                <a:lnTo>
                  <a:pt x="590550" y="3676650"/>
                </a:lnTo>
                <a:lnTo>
                  <a:pt x="581025" y="3676650"/>
                </a:lnTo>
                <a:close/>
                <a:moveTo>
                  <a:pt x="504825" y="3676650"/>
                </a:moveTo>
                <a:lnTo>
                  <a:pt x="514350" y="3676650"/>
                </a:lnTo>
                <a:lnTo>
                  <a:pt x="514350" y="3686175"/>
                </a:lnTo>
                <a:lnTo>
                  <a:pt x="504825" y="3686175"/>
                </a:lnTo>
                <a:close/>
                <a:moveTo>
                  <a:pt x="476250" y="3686175"/>
                </a:moveTo>
                <a:lnTo>
                  <a:pt x="504825" y="3686175"/>
                </a:lnTo>
                <a:lnTo>
                  <a:pt x="504825" y="3695700"/>
                </a:lnTo>
                <a:lnTo>
                  <a:pt x="514350" y="3695700"/>
                </a:lnTo>
                <a:lnTo>
                  <a:pt x="514350" y="3705225"/>
                </a:lnTo>
                <a:lnTo>
                  <a:pt x="485775" y="3705225"/>
                </a:lnTo>
                <a:lnTo>
                  <a:pt x="485775" y="3695700"/>
                </a:lnTo>
                <a:lnTo>
                  <a:pt x="476250" y="3695700"/>
                </a:lnTo>
                <a:close/>
                <a:moveTo>
                  <a:pt x="542925" y="3695700"/>
                </a:moveTo>
                <a:lnTo>
                  <a:pt x="590550" y="3695700"/>
                </a:lnTo>
                <a:lnTo>
                  <a:pt x="590550" y="3705225"/>
                </a:lnTo>
                <a:lnTo>
                  <a:pt x="542925" y="3705225"/>
                </a:lnTo>
                <a:close/>
                <a:moveTo>
                  <a:pt x="323850" y="3714750"/>
                </a:moveTo>
                <a:lnTo>
                  <a:pt x="333375" y="3714750"/>
                </a:lnTo>
                <a:lnTo>
                  <a:pt x="333375" y="3724275"/>
                </a:lnTo>
                <a:lnTo>
                  <a:pt x="323850" y="3724275"/>
                </a:lnTo>
                <a:close/>
                <a:moveTo>
                  <a:pt x="323850" y="3781425"/>
                </a:moveTo>
                <a:lnTo>
                  <a:pt x="333375" y="3781425"/>
                </a:lnTo>
                <a:lnTo>
                  <a:pt x="333375" y="3790950"/>
                </a:lnTo>
                <a:lnTo>
                  <a:pt x="323850" y="3790950"/>
                </a:lnTo>
                <a:close/>
                <a:moveTo>
                  <a:pt x="333375" y="3790950"/>
                </a:moveTo>
                <a:lnTo>
                  <a:pt x="342900" y="3790950"/>
                </a:lnTo>
                <a:lnTo>
                  <a:pt x="342900" y="3810000"/>
                </a:lnTo>
                <a:lnTo>
                  <a:pt x="333375" y="3810000"/>
                </a:lnTo>
                <a:close/>
                <a:moveTo>
                  <a:pt x="333375" y="3829050"/>
                </a:moveTo>
                <a:lnTo>
                  <a:pt x="342900" y="3829050"/>
                </a:lnTo>
                <a:lnTo>
                  <a:pt x="342900" y="3838575"/>
                </a:lnTo>
                <a:lnTo>
                  <a:pt x="333375" y="3838575"/>
                </a:lnTo>
                <a:close/>
                <a:moveTo>
                  <a:pt x="1838325" y="3848100"/>
                </a:moveTo>
                <a:lnTo>
                  <a:pt x="1847850" y="3848100"/>
                </a:lnTo>
                <a:lnTo>
                  <a:pt x="1847850" y="3857625"/>
                </a:lnTo>
                <a:lnTo>
                  <a:pt x="1838325" y="3857625"/>
                </a:lnTo>
                <a:close/>
                <a:moveTo>
                  <a:pt x="342900" y="3857625"/>
                </a:moveTo>
                <a:lnTo>
                  <a:pt x="352425" y="3857625"/>
                </a:lnTo>
                <a:lnTo>
                  <a:pt x="352425" y="3867150"/>
                </a:lnTo>
                <a:lnTo>
                  <a:pt x="342900" y="3867150"/>
                </a:lnTo>
                <a:close/>
                <a:moveTo>
                  <a:pt x="1819275" y="3857625"/>
                </a:moveTo>
                <a:lnTo>
                  <a:pt x="1838325" y="3857625"/>
                </a:lnTo>
                <a:lnTo>
                  <a:pt x="1838325" y="3867150"/>
                </a:lnTo>
                <a:lnTo>
                  <a:pt x="1819275" y="3867150"/>
                </a:lnTo>
                <a:close/>
                <a:moveTo>
                  <a:pt x="352425" y="3867150"/>
                </a:moveTo>
                <a:lnTo>
                  <a:pt x="371475" y="3867150"/>
                </a:lnTo>
                <a:lnTo>
                  <a:pt x="371475" y="3876675"/>
                </a:lnTo>
                <a:lnTo>
                  <a:pt x="381000" y="3876675"/>
                </a:lnTo>
                <a:lnTo>
                  <a:pt x="381000" y="3895725"/>
                </a:lnTo>
                <a:lnTo>
                  <a:pt x="361950" y="3895725"/>
                </a:lnTo>
                <a:lnTo>
                  <a:pt x="361950" y="3876675"/>
                </a:lnTo>
                <a:lnTo>
                  <a:pt x="352425" y="3876675"/>
                </a:lnTo>
                <a:close/>
                <a:moveTo>
                  <a:pt x="1704975" y="3886200"/>
                </a:moveTo>
                <a:lnTo>
                  <a:pt x="1743075" y="3886200"/>
                </a:lnTo>
                <a:lnTo>
                  <a:pt x="1743075" y="3895725"/>
                </a:lnTo>
                <a:lnTo>
                  <a:pt x="1733550" y="3895725"/>
                </a:lnTo>
                <a:lnTo>
                  <a:pt x="1733550" y="3905250"/>
                </a:lnTo>
                <a:lnTo>
                  <a:pt x="1666875" y="3905250"/>
                </a:lnTo>
                <a:lnTo>
                  <a:pt x="1666875" y="3895725"/>
                </a:lnTo>
                <a:lnTo>
                  <a:pt x="1704975" y="3895725"/>
                </a:lnTo>
                <a:close/>
                <a:moveTo>
                  <a:pt x="371475" y="3905250"/>
                </a:moveTo>
                <a:lnTo>
                  <a:pt x="381000" y="3905250"/>
                </a:lnTo>
                <a:lnTo>
                  <a:pt x="381000" y="3914775"/>
                </a:lnTo>
                <a:lnTo>
                  <a:pt x="371475" y="3914775"/>
                </a:lnTo>
                <a:close/>
                <a:moveTo>
                  <a:pt x="1543050" y="3905250"/>
                </a:moveTo>
                <a:lnTo>
                  <a:pt x="1552575" y="3905250"/>
                </a:lnTo>
                <a:lnTo>
                  <a:pt x="1552575" y="3914775"/>
                </a:lnTo>
                <a:lnTo>
                  <a:pt x="1543050" y="3914775"/>
                </a:lnTo>
                <a:close/>
                <a:moveTo>
                  <a:pt x="1428750" y="3914775"/>
                </a:moveTo>
                <a:lnTo>
                  <a:pt x="1438275" y="3914775"/>
                </a:lnTo>
                <a:lnTo>
                  <a:pt x="1438275" y="3924300"/>
                </a:lnTo>
                <a:lnTo>
                  <a:pt x="1428750" y="3924300"/>
                </a:lnTo>
                <a:close/>
                <a:moveTo>
                  <a:pt x="1257300" y="3924300"/>
                </a:moveTo>
                <a:lnTo>
                  <a:pt x="1285875" y="3924300"/>
                </a:lnTo>
                <a:lnTo>
                  <a:pt x="1285875" y="3933825"/>
                </a:lnTo>
                <a:lnTo>
                  <a:pt x="1257300" y="3933825"/>
                </a:lnTo>
                <a:close/>
                <a:moveTo>
                  <a:pt x="400050" y="3933825"/>
                </a:moveTo>
                <a:lnTo>
                  <a:pt x="409575" y="3933825"/>
                </a:lnTo>
                <a:lnTo>
                  <a:pt x="409575" y="3943350"/>
                </a:lnTo>
                <a:lnTo>
                  <a:pt x="400050" y="3943350"/>
                </a:lnTo>
                <a:close/>
                <a:moveTo>
                  <a:pt x="1104900" y="3933825"/>
                </a:moveTo>
                <a:lnTo>
                  <a:pt x="1123950" y="3933825"/>
                </a:lnTo>
                <a:lnTo>
                  <a:pt x="1123950" y="3943350"/>
                </a:lnTo>
                <a:lnTo>
                  <a:pt x="1104900" y="3943350"/>
                </a:lnTo>
                <a:close/>
                <a:moveTo>
                  <a:pt x="923925" y="3943350"/>
                </a:moveTo>
                <a:lnTo>
                  <a:pt x="962025" y="3943350"/>
                </a:lnTo>
                <a:lnTo>
                  <a:pt x="962025" y="3952875"/>
                </a:lnTo>
                <a:lnTo>
                  <a:pt x="923925" y="3952875"/>
                </a:lnTo>
                <a:close/>
                <a:moveTo>
                  <a:pt x="781050" y="3952875"/>
                </a:moveTo>
                <a:lnTo>
                  <a:pt x="819150" y="3952875"/>
                </a:lnTo>
                <a:lnTo>
                  <a:pt x="819150" y="3962400"/>
                </a:lnTo>
                <a:lnTo>
                  <a:pt x="781050" y="3962400"/>
                </a:lnTo>
                <a:close/>
                <a:moveTo>
                  <a:pt x="466725" y="3962400"/>
                </a:moveTo>
                <a:lnTo>
                  <a:pt x="476250" y="3962400"/>
                </a:lnTo>
                <a:lnTo>
                  <a:pt x="476250" y="3971925"/>
                </a:lnTo>
                <a:lnTo>
                  <a:pt x="466725" y="3971925"/>
                </a:lnTo>
                <a:close/>
                <a:moveTo>
                  <a:pt x="495300" y="3962400"/>
                </a:moveTo>
                <a:lnTo>
                  <a:pt x="514350" y="3962400"/>
                </a:lnTo>
                <a:lnTo>
                  <a:pt x="514350" y="3971925"/>
                </a:lnTo>
                <a:lnTo>
                  <a:pt x="495300" y="3971925"/>
                </a:lnTo>
                <a:close/>
                <a:moveTo>
                  <a:pt x="628650" y="3962400"/>
                </a:moveTo>
                <a:lnTo>
                  <a:pt x="657225" y="3962400"/>
                </a:lnTo>
                <a:lnTo>
                  <a:pt x="657225" y="3971925"/>
                </a:lnTo>
                <a:lnTo>
                  <a:pt x="628650" y="3971925"/>
                </a:lnTo>
                <a:close/>
                <a:moveTo>
                  <a:pt x="1000125" y="4257675"/>
                </a:moveTo>
                <a:lnTo>
                  <a:pt x="1009650" y="4257675"/>
                </a:lnTo>
                <a:lnTo>
                  <a:pt x="1009650" y="4267200"/>
                </a:lnTo>
                <a:lnTo>
                  <a:pt x="1000125" y="4267200"/>
                </a:lnTo>
                <a:close/>
                <a:moveTo>
                  <a:pt x="990600" y="4267200"/>
                </a:moveTo>
                <a:lnTo>
                  <a:pt x="1000125" y="4267200"/>
                </a:lnTo>
                <a:lnTo>
                  <a:pt x="1000125" y="4276725"/>
                </a:lnTo>
                <a:lnTo>
                  <a:pt x="990600" y="4276725"/>
                </a:lnTo>
                <a:close/>
              </a:path>
            </a:pathLst>
          </a:custGeom>
          <a:solidFill xmlns:a="http://schemas.openxmlformats.org/drawingml/2006/main">
            <a:srgbClr val="F4F6F8"/>
          </a:solidFill>
          <a:ln xmlns:a="http://schemas.openxmlformats.org/drawingml/2006/main" w="0">
            <a:noFill/>
          </a:ln>
        </p:spPr>
      </p:sp>
      <p:sp>
        <p:nvSpPr>
          <p:cNvPr id="19" name="phones vector #f0f6fb">
            <a:extLst xmlns:a="http://schemas.openxmlformats.org/drawingml/2006/main">
              <a:ext uri="{FF2B5EF4-FFF2-40B4-BE49-F238E27FC236}">
                <a16:creationId xmlns:a16="http://schemas.microsoft.com/office/drawing/2014/main" id="{E180F8C8-259C-4E46-B10F-6589425D170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48500" y="190500"/>
            <a:ext cx="5905500" cy="6619875"/>
          </a:xfrm>
          <a:custGeom xmlns:a="http://schemas.openxmlformats.org/drawingml/2006/main">
            <a:pathLst>
              <a:path w="3838575" h="4295775">
                <a:moveTo>
                  <a:pt x="1390650" y="142875"/>
                </a:moveTo>
                <a:lnTo>
                  <a:pt x="1419225" y="142875"/>
                </a:lnTo>
                <a:lnTo>
                  <a:pt x="1419225" y="152400"/>
                </a:lnTo>
                <a:lnTo>
                  <a:pt x="1390650" y="152400"/>
                </a:lnTo>
                <a:close/>
                <a:moveTo>
                  <a:pt x="1362075" y="152400"/>
                </a:moveTo>
                <a:lnTo>
                  <a:pt x="1390650" y="152400"/>
                </a:lnTo>
                <a:lnTo>
                  <a:pt x="1390650" y="161925"/>
                </a:lnTo>
                <a:lnTo>
                  <a:pt x="1362075" y="161925"/>
                </a:lnTo>
                <a:close/>
                <a:moveTo>
                  <a:pt x="1571625" y="171450"/>
                </a:moveTo>
                <a:lnTo>
                  <a:pt x="1590675" y="171450"/>
                </a:lnTo>
                <a:lnTo>
                  <a:pt x="1590675" y="180975"/>
                </a:lnTo>
                <a:lnTo>
                  <a:pt x="1600200" y="180975"/>
                </a:lnTo>
                <a:lnTo>
                  <a:pt x="1600200" y="190500"/>
                </a:lnTo>
                <a:lnTo>
                  <a:pt x="1609725" y="190500"/>
                </a:lnTo>
                <a:lnTo>
                  <a:pt x="1609725" y="209550"/>
                </a:lnTo>
                <a:lnTo>
                  <a:pt x="1600200" y="209550"/>
                </a:lnTo>
                <a:lnTo>
                  <a:pt x="1600200" y="219075"/>
                </a:lnTo>
                <a:lnTo>
                  <a:pt x="1581150" y="219075"/>
                </a:lnTo>
                <a:lnTo>
                  <a:pt x="1581150" y="228600"/>
                </a:lnTo>
                <a:lnTo>
                  <a:pt x="1571625" y="228600"/>
                </a:lnTo>
                <a:lnTo>
                  <a:pt x="1571625" y="219075"/>
                </a:lnTo>
                <a:lnTo>
                  <a:pt x="1533525" y="219075"/>
                </a:lnTo>
                <a:lnTo>
                  <a:pt x="1533525" y="209550"/>
                </a:lnTo>
                <a:lnTo>
                  <a:pt x="1552575" y="209550"/>
                </a:lnTo>
                <a:lnTo>
                  <a:pt x="1552575" y="200025"/>
                </a:lnTo>
                <a:lnTo>
                  <a:pt x="1562100" y="200025"/>
                </a:lnTo>
                <a:lnTo>
                  <a:pt x="1562100" y="180975"/>
                </a:lnTo>
                <a:lnTo>
                  <a:pt x="1571625" y="180975"/>
                </a:lnTo>
                <a:close/>
                <a:moveTo>
                  <a:pt x="942975" y="190500"/>
                </a:moveTo>
                <a:lnTo>
                  <a:pt x="981075" y="190500"/>
                </a:lnTo>
                <a:lnTo>
                  <a:pt x="981075" y="200025"/>
                </a:lnTo>
                <a:lnTo>
                  <a:pt x="990600" y="200025"/>
                </a:lnTo>
                <a:lnTo>
                  <a:pt x="990600" y="209550"/>
                </a:lnTo>
                <a:lnTo>
                  <a:pt x="981075" y="209550"/>
                </a:lnTo>
                <a:lnTo>
                  <a:pt x="981075" y="219075"/>
                </a:lnTo>
                <a:lnTo>
                  <a:pt x="962025" y="219075"/>
                </a:lnTo>
                <a:lnTo>
                  <a:pt x="962025" y="228600"/>
                </a:lnTo>
                <a:lnTo>
                  <a:pt x="876300" y="228600"/>
                </a:lnTo>
                <a:lnTo>
                  <a:pt x="876300" y="219075"/>
                </a:lnTo>
                <a:lnTo>
                  <a:pt x="923925" y="219075"/>
                </a:lnTo>
                <a:lnTo>
                  <a:pt x="923925" y="209550"/>
                </a:lnTo>
                <a:lnTo>
                  <a:pt x="866775" y="209550"/>
                </a:lnTo>
                <a:lnTo>
                  <a:pt x="866775" y="200025"/>
                </a:lnTo>
                <a:lnTo>
                  <a:pt x="942975" y="200025"/>
                </a:lnTo>
                <a:close/>
                <a:moveTo>
                  <a:pt x="1019175" y="190500"/>
                </a:moveTo>
                <a:lnTo>
                  <a:pt x="1028700" y="190500"/>
                </a:lnTo>
                <a:lnTo>
                  <a:pt x="1028700" y="200025"/>
                </a:lnTo>
                <a:lnTo>
                  <a:pt x="1019175" y="200025"/>
                </a:lnTo>
                <a:close/>
                <a:moveTo>
                  <a:pt x="1457325" y="200025"/>
                </a:moveTo>
                <a:lnTo>
                  <a:pt x="1476375" y="200025"/>
                </a:lnTo>
                <a:lnTo>
                  <a:pt x="1476375" y="209550"/>
                </a:lnTo>
                <a:lnTo>
                  <a:pt x="1485900" y="209550"/>
                </a:lnTo>
                <a:lnTo>
                  <a:pt x="1485900" y="228600"/>
                </a:lnTo>
                <a:lnTo>
                  <a:pt x="1476375" y="228600"/>
                </a:lnTo>
                <a:lnTo>
                  <a:pt x="1476375" y="238125"/>
                </a:lnTo>
                <a:lnTo>
                  <a:pt x="1466850" y="238125"/>
                </a:lnTo>
                <a:lnTo>
                  <a:pt x="1466850" y="228600"/>
                </a:lnTo>
                <a:lnTo>
                  <a:pt x="1457325" y="228600"/>
                </a:lnTo>
                <a:lnTo>
                  <a:pt x="1457325" y="238125"/>
                </a:lnTo>
                <a:lnTo>
                  <a:pt x="1447800" y="238125"/>
                </a:lnTo>
                <a:lnTo>
                  <a:pt x="1447800" y="228600"/>
                </a:lnTo>
                <a:lnTo>
                  <a:pt x="1409700" y="228600"/>
                </a:lnTo>
                <a:lnTo>
                  <a:pt x="1409700" y="219075"/>
                </a:lnTo>
                <a:lnTo>
                  <a:pt x="1419225" y="219075"/>
                </a:lnTo>
                <a:lnTo>
                  <a:pt x="1419225" y="209550"/>
                </a:lnTo>
                <a:lnTo>
                  <a:pt x="1457325" y="209550"/>
                </a:lnTo>
                <a:close/>
                <a:moveTo>
                  <a:pt x="1076325" y="209550"/>
                </a:moveTo>
                <a:lnTo>
                  <a:pt x="1085850" y="209550"/>
                </a:lnTo>
                <a:lnTo>
                  <a:pt x="1085850" y="219075"/>
                </a:lnTo>
                <a:lnTo>
                  <a:pt x="1076325" y="219075"/>
                </a:lnTo>
                <a:close/>
                <a:moveTo>
                  <a:pt x="619125" y="228600"/>
                </a:moveTo>
                <a:lnTo>
                  <a:pt x="647700" y="228600"/>
                </a:lnTo>
                <a:lnTo>
                  <a:pt x="647700" y="238125"/>
                </a:lnTo>
                <a:lnTo>
                  <a:pt x="619125" y="238125"/>
                </a:lnTo>
                <a:close/>
                <a:moveTo>
                  <a:pt x="1114425" y="228600"/>
                </a:moveTo>
                <a:lnTo>
                  <a:pt x="1152525" y="228600"/>
                </a:lnTo>
                <a:lnTo>
                  <a:pt x="1152525" y="257175"/>
                </a:lnTo>
                <a:lnTo>
                  <a:pt x="1143000" y="257175"/>
                </a:lnTo>
                <a:lnTo>
                  <a:pt x="1143000" y="285750"/>
                </a:lnTo>
                <a:lnTo>
                  <a:pt x="1152525" y="285750"/>
                </a:lnTo>
                <a:lnTo>
                  <a:pt x="1152525" y="314325"/>
                </a:lnTo>
                <a:lnTo>
                  <a:pt x="1143000" y="314325"/>
                </a:lnTo>
                <a:lnTo>
                  <a:pt x="1143000" y="323850"/>
                </a:lnTo>
                <a:lnTo>
                  <a:pt x="1133475" y="323850"/>
                </a:lnTo>
                <a:lnTo>
                  <a:pt x="1133475" y="333375"/>
                </a:lnTo>
                <a:lnTo>
                  <a:pt x="1104900" y="333375"/>
                </a:lnTo>
                <a:lnTo>
                  <a:pt x="1104900" y="323850"/>
                </a:lnTo>
                <a:lnTo>
                  <a:pt x="1114425" y="323850"/>
                </a:lnTo>
                <a:lnTo>
                  <a:pt x="1114425" y="314325"/>
                </a:lnTo>
                <a:lnTo>
                  <a:pt x="1123950" y="314325"/>
                </a:lnTo>
                <a:lnTo>
                  <a:pt x="1123950" y="304800"/>
                </a:lnTo>
                <a:lnTo>
                  <a:pt x="1133475" y="304800"/>
                </a:lnTo>
                <a:lnTo>
                  <a:pt x="1133475" y="257175"/>
                </a:lnTo>
                <a:lnTo>
                  <a:pt x="1123950" y="257175"/>
                </a:lnTo>
                <a:lnTo>
                  <a:pt x="1123950" y="238125"/>
                </a:lnTo>
                <a:lnTo>
                  <a:pt x="1114425" y="238125"/>
                </a:lnTo>
                <a:close/>
                <a:moveTo>
                  <a:pt x="504825" y="238125"/>
                </a:moveTo>
                <a:lnTo>
                  <a:pt x="581025" y="238125"/>
                </a:lnTo>
                <a:lnTo>
                  <a:pt x="581025" y="247650"/>
                </a:lnTo>
                <a:lnTo>
                  <a:pt x="542925" y="247650"/>
                </a:lnTo>
                <a:lnTo>
                  <a:pt x="542925" y="257175"/>
                </a:lnTo>
                <a:lnTo>
                  <a:pt x="552450" y="257175"/>
                </a:lnTo>
                <a:lnTo>
                  <a:pt x="552450" y="266700"/>
                </a:lnTo>
                <a:lnTo>
                  <a:pt x="533400" y="266700"/>
                </a:lnTo>
                <a:lnTo>
                  <a:pt x="533400" y="247650"/>
                </a:lnTo>
                <a:lnTo>
                  <a:pt x="523875" y="247650"/>
                </a:lnTo>
                <a:lnTo>
                  <a:pt x="523875" y="257175"/>
                </a:lnTo>
                <a:lnTo>
                  <a:pt x="476250" y="257175"/>
                </a:lnTo>
                <a:lnTo>
                  <a:pt x="476250" y="247650"/>
                </a:lnTo>
                <a:lnTo>
                  <a:pt x="504825" y="247650"/>
                </a:lnTo>
                <a:close/>
                <a:moveTo>
                  <a:pt x="647700" y="247650"/>
                </a:moveTo>
                <a:lnTo>
                  <a:pt x="695325" y="247650"/>
                </a:lnTo>
                <a:lnTo>
                  <a:pt x="695325" y="257175"/>
                </a:lnTo>
                <a:lnTo>
                  <a:pt x="685800" y="257175"/>
                </a:lnTo>
                <a:lnTo>
                  <a:pt x="685800" y="266700"/>
                </a:lnTo>
                <a:lnTo>
                  <a:pt x="676275" y="266700"/>
                </a:lnTo>
                <a:lnTo>
                  <a:pt x="676275" y="276225"/>
                </a:lnTo>
                <a:lnTo>
                  <a:pt x="666750" y="276225"/>
                </a:lnTo>
                <a:lnTo>
                  <a:pt x="666750" y="304800"/>
                </a:lnTo>
                <a:lnTo>
                  <a:pt x="657225" y="304800"/>
                </a:lnTo>
                <a:lnTo>
                  <a:pt x="657225" y="285750"/>
                </a:lnTo>
                <a:lnTo>
                  <a:pt x="647700" y="285750"/>
                </a:lnTo>
                <a:close/>
                <a:moveTo>
                  <a:pt x="1447800" y="247650"/>
                </a:moveTo>
                <a:lnTo>
                  <a:pt x="1476375" y="247650"/>
                </a:lnTo>
                <a:lnTo>
                  <a:pt x="1476375" y="266700"/>
                </a:lnTo>
                <a:lnTo>
                  <a:pt x="1485900" y="266700"/>
                </a:lnTo>
                <a:lnTo>
                  <a:pt x="1485900" y="276225"/>
                </a:lnTo>
                <a:lnTo>
                  <a:pt x="1476375" y="276225"/>
                </a:lnTo>
                <a:lnTo>
                  <a:pt x="1476375" y="285750"/>
                </a:lnTo>
                <a:lnTo>
                  <a:pt x="1457325" y="285750"/>
                </a:lnTo>
                <a:lnTo>
                  <a:pt x="1457325" y="276225"/>
                </a:lnTo>
                <a:lnTo>
                  <a:pt x="1438275" y="276225"/>
                </a:lnTo>
                <a:lnTo>
                  <a:pt x="1438275" y="266700"/>
                </a:lnTo>
                <a:lnTo>
                  <a:pt x="1447800" y="266700"/>
                </a:lnTo>
                <a:close/>
                <a:moveTo>
                  <a:pt x="561975" y="257175"/>
                </a:moveTo>
                <a:lnTo>
                  <a:pt x="571500" y="257175"/>
                </a:lnTo>
                <a:lnTo>
                  <a:pt x="571500" y="266700"/>
                </a:lnTo>
                <a:lnTo>
                  <a:pt x="561975" y="266700"/>
                </a:lnTo>
                <a:close/>
                <a:moveTo>
                  <a:pt x="1524000" y="266700"/>
                </a:moveTo>
                <a:lnTo>
                  <a:pt x="1552575" y="266700"/>
                </a:lnTo>
                <a:lnTo>
                  <a:pt x="1552575" y="276225"/>
                </a:lnTo>
                <a:lnTo>
                  <a:pt x="1524000" y="276225"/>
                </a:lnTo>
                <a:close/>
                <a:moveTo>
                  <a:pt x="1647825" y="266700"/>
                </a:moveTo>
                <a:lnTo>
                  <a:pt x="1657350" y="266700"/>
                </a:lnTo>
                <a:lnTo>
                  <a:pt x="1657350" y="314325"/>
                </a:lnTo>
                <a:lnTo>
                  <a:pt x="1647825" y="314325"/>
                </a:lnTo>
                <a:lnTo>
                  <a:pt x="1647825" y="304800"/>
                </a:lnTo>
                <a:lnTo>
                  <a:pt x="1628775" y="304800"/>
                </a:lnTo>
                <a:lnTo>
                  <a:pt x="1628775" y="285750"/>
                </a:lnTo>
                <a:lnTo>
                  <a:pt x="1647825" y="285750"/>
                </a:lnTo>
                <a:close/>
                <a:moveTo>
                  <a:pt x="1514475" y="276225"/>
                </a:moveTo>
                <a:lnTo>
                  <a:pt x="1524000" y="276225"/>
                </a:lnTo>
                <a:lnTo>
                  <a:pt x="1524000" y="285750"/>
                </a:lnTo>
                <a:lnTo>
                  <a:pt x="1514475" y="285750"/>
                </a:lnTo>
                <a:close/>
                <a:moveTo>
                  <a:pt x="257175" y="285750"/>
                </a:moveTo>
                <a:lnTo>
                  <a:pt x="266700" y="285750"/>
                </a:lnTo>
                <a:lnTo>
                  <a:pt x="266700" y="295275"/>
                </a:lnTo>
                <a:lnTo>
                  <a:pt x="257175" y="295275"/>
                </a:lnTo>
                <a:close/>
                <a:moveTo>
                  <a:pt x="247650" y="295275"/>
                </a:moveTo>
                <a:lnTo>
                  <a:pt x="257175" y="295275"/>
                </a:lnTo>
                <a:lnTo>
                  <a:pt x="257175" y="304800"/>
                </a:lnTo>
                <a:lnTo>
                  <a:pt x="285750" y="304800"/>
                </a:lnTo>
                <a:lnTo>
                  <a:pt x="285750" y="323850"/>
                </a:lnTo>
                <a:lnTo>
                  <a:pt x="295275" y="323850"/>
                </a:lnTo>
                <a:lnTo>
                  <a:pt x="295275" y="333375"/>
                </a:lnTo>
                <a:lnTo>
                  <a:pt x="285750" y="333375"/>
                </a:lnTo>
                <a:lnTo>
                  <a:pt x="285750" y="361950"/>
                </a:lnTo>
                <a:lnTo>
                  <a:pt x="266700" y="361950"/>
                </a:lnTo>
                <a:lnTo>
                  <a:pt x="266700" y="371475"/>
                </a:lnTo>
                <a:lnTo>
                  <a:pt x="209550" y="371475"/>
                </a:lnTo>
                <a:lnTo>
                  <a:pt x="209550" y="361950"/>
                </a:lnTo>
                <a:lnTo>
                  <a:pt x="200025" y="361950"/>
                </a:lnTo>
                <a:lnTo>
                  <a:pt x="200025" y="381000"/>
                </a:lnTo>
                <a:lnTo>
                  <a:pt x="209550" y="381000"/>
                </a:lnTo>
                <a:lnTo>
                  <a:pt x="209550" y="390525"/>
                </a:lnTo>
                <a:lnTo>
                  <a:pt x="200025" y="390525"/>
                </a:lnTo>
                <a:lnTo>
                  <a:pt x="200025" y="400050"/>
                </a:lnTo>
                <a:lnTo>
                  <a:pt x="180975" y="400050"/>
                </a:lnTo>
                <a:lnTo>
                  <a:pt x="180975" y="409575"/>
                </a:lnTo>
                <a:lnTo>
                  <a:pt x="171450" y="409575"/>
                </a:lnTo>
                <a:lnTo>
                  <a:pt x="171450" y="390525"/>
                </a:lnTo>
                <a:lnTo>
                  <a:pt x="180975" y="390525"/>
                </a:lnTo>
                <a:lnTo>
                  <a:pt x="180975" y="371475"/>
                </a:lnTo>
                <a:lnTo>
                  <a:pt x="190500" y="371475"/>
                </a:lnTo>
                <a:lnTo>
                  <a:pt x="190500" y="352425"/>
                </a:lnTo>
                <a:lnTo>
                  <a:pt x="200025" y="352425"/>
                </a:lnTo>
                <a:lnTo>
                  <a:pt x="200025" y="342900"/>
                </a:lnTo>
                <a:lnTo>
                  <a:pt x="209550" y="342900"/>
                </a:lnTo>
                <a:lnTo>
                  <a:pt x="209550" y="323850"/>
                </a:lnTo>
                <a:lnTo>
                  <a:pt x="219075" y="323850"/>
                </a:lnTo>
                <a:lnTo>
                  <a:pt x="219075" y="314325"/>
                </a:lnTo>
                <a:lnTo>
                  <a:pt x="238125" y="314325"/>
                </a:lnTo>
                <a:lnTo>
                  <a:pt x="238125" y="304800"/>
                </a:lnTo>
                <a:lnTo>
                  <a:pt x="247650" y="304800"/>
                </a:lnTo>
                <a:close/>
                <a:moveTo>
                  <a:pt x="323850" y="323850"/>
                </a:moveTo>
                <a:lnTo>
                  <a:pt x="333375" y="323850"/>
                </a:lnTo>
                <a:lnTo>
                  <a:pt x="333375" y="333375"/>
                </a:lnTo>
                <a:lnTo>
                  <a:pt x="323850" y="333375"/>
                </a:lnTo>
                <a:close/>
                <a:moveTo>
                  <a:pt x="304800" y="381000"/>
                </a:moveTo>
                <a:lnTo>
                  <a:pt x="314325" y="381000"/>
                </a:lnTo>
                <a:lnTo>
                  <a:pt x="314325" y="390525"/>
                </a:lnTo>
                <a:lnTo>
                  <a:pt x="304800" y="390525"/>
                </a:lnTo>
                <a:close/>
                <a:moveTo>
                  <a:pt x="333375" y="438150"/>
                </a:moveTo>
                <a:lnTo>
                  <a:pt x="342900" y="438150"/>
                </a:lnTo>
                <a:lnTo>
                  <a:pt x="342900" y="447675"/>
                </a:lnTo>
                <a:lnTo>
                  <a:pt x="333375" y="447675"/>
                </a:lnTo>
                <a:close/>
                <a:moveTo>
                  <a:pt x="1657350" y="438150"/>
                </a:moveTo>
                <a:lnTo>
                  <a:pt x="1666875" y="438150"/>
                </a:lnTo>
                <a:lnTo>
                  <a:pt x="1666875" y="447675"/>
                </a:lnTo>
                <a:lnTo>
                  <a:pt x="1657350" y="447675"/>
                </a:lnTo>
                <a:close/>
                <a:moveTo>
                  <a:pt x="1666875" y="457200"/>
                </a:moveTo>
                <a:lnTo>
                  <a:pt x="1676400" y="457200"/>
                </a:lnTo>
                <a:lnTo>
                  <a:pt x="1676400" y="466725"/>
                </a:lnTo>
                <a:lnTo>
                  <a:pt x="1666875" y="466725"/>
                </a:lnTo>
                <a:close/>
                <a:moveTo>
                  <a:pt x="361950" y="466725"/>
                </a:moveTo>
                <a:lnTo>
                  <a:pt x="390525" y="466725"/>
                </a:lnTo>
                <a:lnTo>
                  <a:pt x="390525" y="476250"/>
                </a:lnTo>
                <a:lnTo>
                  <a:pt x="419100" y="476250"/>
                </a:lnTo>
                <a:lnTo>
                  <a:pt x="419100" y="485775"/>
                </a:lnTo>
                <a:lnTo>
                  <a:pt x="371475" y="485775"/>
                </a:lnTo>
                <a:lnTo>
                  <a:pt x="371475" y="495300"/>
                </a:lnTo>
                <a:lnTo>
                  <a:pt x="361950" y="495300"/>
                </a:lnTo>
                <a:lnTo>
                  <a:pt x="361950" y="504825"/>
                </a:lnTo>
                <a:lnTo>
                  <a:pt x="352425" y="504825"/>
                </a:lnTo>
                <a:lnTo>
                  <a:pt x="352425" y="476250"/>
                </a:lnTo>
                <a:lnTo>
                  <a:pt x="361950" y="476250"/>
                </a:lnTo>
                <a:close/>
                <a:moveTo>
                  <a:pt x="161925" y="485775"/>
                </a:moveTo>
                <a:lnTo>
                  <a:pt x="171450" y="485775"/>
                </a:lnTo>
                <a:lnTo>
                  <a:pt x="171450" y="504825"/>
                </a:lnTo>
                <a:lnTo>
                  <a:pt x="180975" y="504825"/>
                </a:lnTo>
                <a:lnTo>
                  <a:pt x="180975" y="495300"/>
                </a:lnTo>
                <a:lnTo>
                  <a:pt x="190500" y="495300"/>
                </a:lnTo>
                <a:lnTo>
                  <a:pt x="190500" y="504825"/>
                </a:lnTo>
                <a:lnTo>
                  <a:pt x="200025" y="504825"/>
                </a:lnTo>
                <a:lnTo>
                  <a:pt x="200025" y="514350"/>
                </a:lnTo>
                <a:lnTo>
                  <a:pt x="209550" y="514350"/>
                </a:lnTo>
                <a:lnTo>
                  <a:pt x="209550" y="542925"/>
                </a:lnTo>
                <a:lnTo>
                  <a:pt x="190500" y="542925"/>
                </a:lnTo>
                <a:lnTo>
                  <a:pt x="190500" y="533400"/>
                </a:lnTo>
                <a:lnTo>
                  <a:pt x="171450" y="533400"/>
                </a:lnTo>
                <a:lnTo>
                  <a:pt x="171450" y="542925"/>
                </a:lnTo>
                <a:lnTo>
                  <a:pt x="161925" y="542925"/>
                </a:lnTo>
                <a:close/>
                <a:moveTo>
                  <a:pt x="285750" y="485775"/>
                </a:moveTo>
                <a:lnTo>
                  <a:pt x="314325" y="485775"/>
                </a:lnTo>
                <a:lnTo>
                  <a:pt x="314325" y="495300"/>
                </a:lnTo>
                <a:lnTo>
                  <a:pt x="285750" y="495300"/>
                </a:lnTo>
                <a:close/>
                <a:moveTo>
                  <a:pt x="485775" y="485775"/>
                </a:moveTo>
                <a:lnTo>
                  <a:pt x="495300" y="485775"/>
                </a:lnTo>
                <a:lnTo>
                  <a:pt x="495300" y="495300"/>
                </a:lnTo>
                <a:lnTo>
                  <a:pt x="485775" y="495300"/>
                </a:lnTo>
                <a:close/>
                <a:moveTo>
                  <a:pt x="571500" y="504825"/>
                </a:moveTo>
                <a:lnTo>
                  <a:pt x="581025" y="504825"/>
                </a:lnTo>
                <a:lnTo>
                  <a:pt x="581025" y="514350"/>
                </a:lnTo>
                <a:lnTo>
                  <a:pt x="571500" y="514350"/>
                </a:lnTo>
                <a:close/>
                <a:moveTo>
                  <a:pt x="219075" y="523875"/>
                </a:moveTo>
                <a:lnTo>
                  <a:pt x="228600" y="523875"/>
                </a:lnTo>
                <a:lnTo>
                  <a:pt x="228600" y="571500"/>
                </a:lnTo>
                <a:lnTo>
                  <a:pt x="219075" y="571500"/>
                </a:lnTo>
                <a:close/>
                <a:moveTo>
                  <a:pt x="333375" y="533400"/>
                </a:moveTo>
                <a:lnTo>
                  <a:pt x="342900" y="533400"/>
                </a:lnTo>
                <a:lnTo>
                  <a:pt x="342900" y="561975"/>
                </a:lnTo>
                <a:lnTo>
                  <a:pt x="361950" y="561975"/>
                </a:lnTo>
                <a:lnTo>
                  <a:pt x="361950" y="571500"/>
                </a:lnTo>
                <a:lnTo>
                  <a:pt x="381000" y="571500"/>
                </a:lnTo>
                <a:lnTo>
                  <a:pt x="381000" y="581025"/>
                </a:lnTo>
                <a:lnTo>
                  <a:pt x="390525" y="581025"/>
                </a:lnTo>
                <a:lnTo>
                  <a:pt x="390525" y="590550"/>
                </a:lnTo>
                <a:lnTo>
                  <a:pt x="400050" y="590550"/>
                </a:lnTo>
                <a:lnTo>
                  <a:pt x="400050" y="600075"/>
                </a:lnTo>
                <a:lnTo>
                  <a:pt x="390525" y="600075"/>
                </a:lnTo>
                <a:lnTo>
                  <a:pt x="390525" y="609600"/>
                </a:lnTo>
                <a:lnTo>
                  <a:pt x="381000" y="609600"/>
                </a:lnTo>
                <a:lnTo>
                  <a:pt x="381000" y="619125"/>
                </a:lnTo>
                <a:lnTo>
                  <a:pt x="371475" y="619125"/>
                </a:lnTo>
                <a:lnTo>
                  <a:pt x="371475" y="628650"/>
                </a:lnTo>
                <a:lnTo>
                  <a:pt x="361950" y="628650"/>
                </a:lnTo>
                <a:lnTo>
                  <a:pt x="361950" y="619125"/>
                </a:lnTo>
                <a:lnTo>
                  <a:pt x="352425" y="619125"/>
                </a:lnTo>
                <a:lnTo>
                  <a:pt x="352425" y="609600"/>
                </a:lnTo>
                <a:lnTo>
                  <a:pt x="342900" y="609600"/>
                </a:lnTo>
                <a:lnTo>
                  <a:pt x="342900" y="600075"/>
                </a:lnTo>
                <a:lnTo>
                  <a:pt x="323850" y="600075"/>
                </a:lnTo>
                <a:lnTo>
                  <a:pt x="323850" y="590550"/>
                </a:lnTo>
                <a:lnTo>
                  <a:pt x="333375" y="590550"/>
                </a:lnTo>
                <a:close/>
                <a:moveTo>
                  <a:pt x="3467100" y="561975"/>
                </a:moveTo>
                <a:lnTo>
                  <a:pt x="3514725" y="561975"/>
                </a:lnTo>
                <a:lnTo>
                  <a:pt x="3514725" y="581025"/>
                </a:lnTo>
                <a:lnTo>
                  <a:pt x="3467100" y="581025"/>
                </a:lnTo>
                <a:close/>
                <a:moveTo>
                  <a:pt x="228600" y="571500"/>
                </a:moveTo>
                <a:lnTo>
                  <a:pt x="238125" y="571500"/>
                </a:lnTo>
                <a:lnTo>
                  <a:pt x="238125" y="581025"/>
                </a:lnTo>
                <a:lnTo>
                  <a:pt x="228600" y="581025"/>
                </a:lnTo>
                <a:close/>
                <a:moveTo>
                  <a:pt x="190500" y="581025"/>
                </a:moveTo>
                <a:lnTo>
                  <a:pt x="200025" y="581025"/>
                </a:lnTo>
                <a:lnTo>
                  <a:pt x="200025" y="590550"/>
                </a:lnTo>
                <a:lnTo>
                  <a:pt x="209550" y="590550"/>
                </a:lnTo>
                <a:lnTo>
                  <a:pt x="209550" y="609600"/>
                </a:lnTo>
                <a:lnTo>
                  <a:pt x="200025" y="609600"/>
                </a:lnTo>
                <a:lnTo>
                  <a:pt x="200025" y="628650"/>
                </a:lnTo>
                <a:lnTo>
                  <a:pt x="180975" y="628650"/>
                </a:lnTo>
                <a:lnTo>
                  <a:pt x="180975" y="647700"/>
                </a:lnTo>
                <a:lnTo>
                  <a:pt x="171450" y="647700"/>
                </a:lnTo>
                <a:lnTo>
                  <a:pt x="171450" y="619125"/>
                </a:lnTo>
                <a:lnTo>
                  <a:pt x="161925" y="619125"/>
                </a:lnTo>
                <a:lnTo>
                  <a:pt x="161925" y="590550"/>
                </a:lnTo>
                <a:lnTo>
                  <a:pt x="171450" y="590550"/>
                </a:lnTo>
                <a:lnTo>
                  <a:pt x="171450" y="600075"/>
                </a:lnTo>
                <a:lnTo>
                  <a:pt x="180975" y="600075"/>
                </a:lnTo>
                <a:lnTo>
                  <a:pt x="180975" y="590550"/>
                </a:lnTo>
                <a:lnTo>
                  <a:pt x="190500" y="590550"/>
                </a:lnTo>
                <a:close/>
                <a:moveTo>
                  <a:pt x="238125" y="590550"/>
                </a:moveTo>
                <a:lnTo>
                  <a:pt x="247650" y="590550"/>
                </a:lnTo>
                <a:lnTo>
                  <a:pt x="247650" y="600075"/>
                </a:lnTo>
                <a:lnTo>
                  <a:pt x="238125" y="600075"/>
                </a:lnTo>
                <a:close/>
                <a:moveTo>
                  <a:pt x="247650" y="600075"/>
                </a:moveTo>
                <a:lnTo>
                  <a:pt x="304800" y="600075"/>
                </a:lnTo>
                <a:lnTo>
                  <a:pt x="304800" y="609600"/>
                </a:lnTo>
                <a:lnTo>
                  <a:pt x="247650" y="609600"/>
                </a:lnTo>
                <a:close/>
                <a:moveTo>
                  <a:pt x="2247900" y="619125"/>
                </a:moveTo>
                <a:lnTo>
                  <a:pt x="2276475" y="619125"/>
                </a:lnTo>
                <a:lnTo>
                  <a:pt x="2276475" y="628650"/>
                </a:lnTo>
                <a:lnTo>
                  <a:pt x="2247900" y="628650"/>
                </a:lnTo>
                <a:close/>
                <a:moveTo>
                  <a:pt x="285750" y="676275"/>
                </a:moveTo>
                <a:lnTo>
                  <a:pt x="295275" y="676275"/>
                </a:lnTo>
                <a:lnTo>
                  <a:pt x="295275" y="685800"/>
                </a:lnTo>
                <a:lnTo>
                  <a:pt x="285750" y="685800"/>
                </a:lnTo>
                <a:close/>
                <a:moveTo>
                  <a:pt x="428625" y="695325"/>
                </a:moveTo>
                <a:lnTo>
                  <a:pt x="438150" y="695325"/>
                </a:lnTo>
                <a:lnTo>
                  <a:pt x="438150" y="704850"/>
                </a:lnTo>
                <a:lnTo>
                  <a:pt x="457200" y="704850"/>
                </a:lnTo>
                <a:lnTo>
                  <a:pt x="457200" y="714375"/>
                </a:lnTo>
                <a:lnTo>
                  <a:pt x="447675" y="714375"/>
                </a:lnTo>
                <a:lnTo>
                  <a:pt x="447675" y="733425"/>
                </a:lnTo>
                <a:lnTo>
                  <a:pt x="438150" y="733425"/>
                </a:lnTo>
                <a:lnTo>
                  <a:pt x="438150" y="742950"/>
                </a:lnTo>
                <a:lnTo>
                  <a:pt x="428625" y="742950"/>
                </a:lnTo>
                <a:lnTo>
                  <a:pt x="428625" y="714375"/>
                </a:lnTo>
                <a:lnTo>
                  <a:pt x="419100" y="714375"/>
                </a:lnTo>
                <a:lnTo>
                  <a:pt x="419100" y="704850"/>
                </a:lnTo>
                <a:lnTo>
                  <a:pt x="428625" y="704850"/>
                </a:lnTo>
                <a:close/>
                <a:moveTo>
                  <a:pt x="466725" y="695325"/>
                </a:moveTo>
                <a:lnTo>
                  <a:pt x="504825" y="695325"/>
                </a:lnTo>
                <a:lnTo>
                  <a:pt x="504825" y="714375"/>
                </a:lnTo>
                <a:lnTo>
                  <a:pt x="514350" y="714375"/>
                </a:lnTo>
                <a:lnTo>
                  <a:pt x="514350" y="723900"/>
                </a:lnTo>
                <a:lnTo>
                  <a:pt x="476250" y="723900"/>
                </a:lnTo>
                <a:lnTo>
                  <a:pt x="476250" y="714375"/>
                </a:lnTo>
                <a:lnTo>
                  <a:pt x="466725" y="714375"/>
                </a:lnTo>
                <a:close/>
                <a:moveTo>
                  <a:pt x="171450" y="733425"/>
                </a:moveTo>
                <a:lnTo>
                  <a:pt x="180975" y="733425"/>
                </a:lnTo>
                <a:lnTo>
                  <a:pt x="180975" y="742950"/>
                </a:lnTo>
                <a:lnTo>
                  <a:pt x="200025" y="742950"/>
                </a:lnTo>
                <a:lnTo>
                  <a:pt x="200025" y="752475"/>
                </a:lnTo>
                <a:lnTo>
                  <a:pt x="219075" y="752475"/>
                </a:lnTo>
                <a:lnTo>
                  <a:pt x="219075" y="762000"/>
                </a:lnTo>
                <a:lnTo>
                  <a:pt x="228600" y="762000"/>
                </a:lnTo>
                <a:lnTo>
                  <a:pt x="228600" y="771525"/>
                </a:lnTo>
                <a:lnTo>
                  <a:pt x="238125" y="771525"/>
                </a:lnTo>
                <a:lnTo>
                  <a:pt x="238125" y="762000"/>
                </a:lnTo>
                <a:lnTo>
                  <a:pt x="247650" y="762000"/>
                </a:lnTo>
                <a:lnTo>
                  <a:pt x="247650" y="771525"/>
                </a:lnTo>
                <a:lnTo>
                  <a:pt x="257175" y="771525"/>
                </a:lnTo>
                <a:lnTo>
                  <a:pt x="257175" y="790575"/>
                </a:lnTo>
                <a:lnTo>
                  <a:pt x="238125" y="790575"/>
                </a:lnTo>
                <a:lnTo>
                  <a:pt x="238125" y="819150"/>
                </a:lnTo>
                <a:lnTo>
                  <a:pt x="257175" y="819150"/>
                </a:lnTo>
                <a:lnTo>
                  <a:pt x="257175" y="828675"/>
                </a:lnTo>
                <a:lnTo>
                  <a:pt x="266700" y="828675"/>
                </a:lnTo>
                <a:lnTo>
                  <a:pt x="266700" y="838200"/>
                </a:lnTo>
                <a:lnTo>
                  <a:pt x="276225" y="838200"/>
                </a:lnTo>
                <a:lnTo>
                  <a:pt x="276225" y="828675"/>
                </a:lnTo>
                <a:lnTo>
                  <a:pt x="285750" y="828675"/>
                </a:lnTo>
                <a:lnTo>
                  <a:pt x="285750" y="819150"/>
                </a:lnTo>
                <a:lnTo>
                  <a:pt x="295275" y="819150"/>
                </a:lnTo>
                <a:lnTo>
                  <a:pt x="295275" y="838200"/>
                </a:lnTo>
                <a:lnTo>
                  <a:pt x="314325" y="838200"/>
                </a:lnTo>
                <a:lnTo>
                  <a:pt x="314325" y="857250"/>
                </a:lnTo>
                <a:lnTo>
                  <a:pt x="371475" y="857250"/>
                </a:lnTo>
                <a:lnTo>
                  <a:pt x="371475" y="866775"/>
                </a:lnTo>
                <a:lnTo>
                  <a:pt x="361950" y="866775"/>
                </a:lnTo>
                <a:lnTo>
                  <a:pt x="361950" y="904875"/>
                </a:lnTo>
                <a:lnTo>
                  <a:pt x="371475" y="904875"/>
                </a:lnTo>
                <a:lnTo>
                  <a:pt x="371475" y="914400"/>
                </a:lnTo>
                <a:lnTo>
                  <a:pt x="400050" y="914400"/>
                </a:lnTo>
                <a:lnTo>
                  <a:pt x="400050" y="904875"/>
                </a:lnTo>
                <a:lnTo>
                  <a:pt x="419100" y="904875"/>
                </a:lnTo>
                <a:lnTo>
                  <a:pt x="419100" y="914400"/>
                </a:lnTo>
                <a:lnTo>
                  <a:pt x="409575" y="914400"/>
                </a:lnTo>
                <a:lnTo>
                  <a:pt x="409575" y="923925"/>
                </a:lnTo>
                <a:lnTo>
                  <a:pt x="400050" y="923925"/>
                </a:lnTo>
                <a:lnTo>
                  <a:pt x="400050" y="933450"/>
                </a:lnTo>
                <a:lnTo>
                  <a:pt x="390525" y="933450"/>
                </a:lnTo>
                <a:lnTo>
                  <a:pt x="390525" y="923925"/>
                </a:lnTo>
                <a:lnTo>
                  <a:pt x="361950" y="923925"/>
                </a:lnTo>
                <a:lnTo>
                  <a:pt x="361950" y="933450"/>
                </a:lnTo>
                <a:lnTo>
                  <a:pt x="352425" y="933450"/>
                </a:lnTo>
                <a:lnTo>
                  <a:pt x="352425" y="923925"/>
                </a:lnTo>
                <a:lnTo>
                  <a:pt x="304800" y="923925"/>
                </a:lnTo>
                <a:lnTo>
                  <a:pt x="304800" y="914400"/>
                </a:lnTo>
                <a:lnTo>
                  <a:pt x="295275" y="914400"/>
                </a:lnTo>
                <a:lnTo>
                  <a:pt x="295275" y="923925"/>
                </a:lnTo>
                <a:lnTo>
                  <a:pt x="276225" y="923925"/>
                </a:lnTo>
                <a:lnTo>
                  <a:pt x="276225" y="914400"/>
                </a:lnTo>
                <a:lnTo>
                  <a:pt x="285750" y="914400"/>
                </a:lnTo>
                <a:lnTo>
                  <a:pt x="285750" y="904875"/>
                </a:lnTo>
                <a:lnTo>
                  <a:pt x="304800" y="904875"/>
                </a:lnTo>
                <a:lnTo>
                  <a:pt x="304800" y="914400"/>
                </a:lnTo>
                <a:lnTo>
                  <a:pt x="333375" y="914400"/>
                </a:lnTo>
                <a:lnTo>
                  <a:pt x="333375" y="904875"/>
                </a:lnTo>
                <a:lnTo>
                  <a:pt x="342900" y="904875"/>
                </a:lnTo>
                <a:lnTo>
                  <a:pt x="342900" y="876300"/>
                </a:lnTo>
                <a:lnTo>
                  <a:pt x="304800" y="876300"/>
                </a:lnTo>
                <a:lnTo>
                  <a:pt x="304800" y="866775"/>
                </a:lnTo>
                <a:lnTo>
                  <a:pt x="295275" y="866775"/>
                </a:lnTo>
                <a:lnTo>
                  <a:pt x="295275" y="857250"/>
                </a:lnTo>
                <a:lnTo>
                  <a:pt x="266700" y="857250"/>
                </a:lnTo>
                <a:lnTo>
                  <a:pt x="266700" y="866775"/>
                </a:lnTo>
                <a:lnTo>
                  <a:pt x="247650" y="866775"/>
                </a:lnTo>
                <a:lnTo>
                  <a:pt x="247650" y="838200"/>
                </a:lnTo>
                <a:lnTo>
                  <a:pt x="228600" y="838200"/>
                </a:lnTo>
                <a:lnTo>
                  <a:pt x="228600" y="828675"/>
                </a:lnTo>
                <a:lnTo>
                  <a:pt x="219075" y="828675"/>
                </a:lnTo>
                <a:lnTo>
                  <a:pt x="219075" y="819150"/>
                </a:lnTo>
                <a:lnTo>
                  <a:pt x="209550" y="819150"/>
                </a:lnTo>
                <a:lnTo>
                  <a:pt x="209550" y="790575"/>
                </a:lnTo>
                <a:lnTo>
                  <a:pt x="200025" y="790575"/>
                </a:lnTo>
                <a:lnTo>
                  <a:pt x="200025" y="781050"/>
                </a:lnTo>
                <a:lnTo>
                  <a:pt x="190500" y="781050"/>
                </a:lnTo>
                <a:lnTo>
                  <a:pt x="190500" y="771525"/>
                </a:lnTo>
                <a:lnTo>
                  <a:pt x="180975" y="771525"/>
                </a:lnTo>
                <a:lnTo>
                  <a:pt x="180975" y="800100"/>
                </a:lnTo>
                <a:lnTo>
                  <a:pt x="171450" y="800100"/>
                </a:lnTo>
                <a:close/>
                <a:moveTo>
                  <a:pt x="571500" y="752475"/>
                </a:moveTo>
                <a:lnTo>
                  <a:pt x="590550" y="752475"/>
                </a:lnTo>
                <a:lnTo>
                  <a:pt x="590550" y="781050"/>
                </a:lnTo>
                <a:lnTo>
                  <a:pt x="600075" y="781050"/>
                </a:lnTo>
                <a:lnTo>
                  <a:pt x="600075" y="790575"/>
                </a:lnTo>
                <a:lnTo>
                  <a:pt x="590550" y="790575"/>
                </a:lnTo>
                <a:lnTo>
                  <a:pt x="590550" y="800100"/>
                </a:lnTo>
                <a:lnTo>
                  <a:pt x="581025" y="800100"/>
                </a:lnTo>
                <a:lnTo>
                  <a:pt x="581025" y="790575"/>
                </a:lnTo>
                <a:lnTo>
                  <a:pt x="571500" y="790575"/>
                </a:lnTo>
                <a:lnTo>
                  <a:pt x="571500" y="781050"/>
                </a:lnTo>
                <a:lnTo>
                  <a:pt x="581025" y="781050"/>
                </a:lnTo>
                <a:lnTo>
                  <a:pt x="581025" y="771525"/>
                </a:lnTo>
                <a:lnTo>
                  <a:pt x="571500" y="771525"/>
                </a:lnTo>
                <a:close/>
                <a:moveTo>
                  <a:pt x="1685925" y="752475"/>
                </a:moveTo>
                <a:lnTo>
                  <a:pt x="1695450" y="752475"/>
                </a:lnTo>
                <a:lnTo>
                  <a:pt x="1695450" y="771525"/>
                </a:lnTo>
                <a:lnTo>
                  <a:pt x="1685925" y="771525"/>
                </a:lnTo>
                <a:close/>
                <a:moveTo>
                  <a:pt x="190500" y="790575"/>
                </a:moveTo>
                <a:lnTo>
                  <a:pt x="200025" y="790575"/>
                </a:lnTo>
                <a:lnTo>
                  <a:pt x="200025" y="800100"/>
                </a:lnTo>
                <a:lnTo>
                  <a:pt x="190500" y="800100"/>
                </a:lnTo>
                <a:close/>
                <a:moveTo>
                  <a:pt x="523875" y="790575"/>
                </a:moveTo>
                <a:lnTo>
                  <a:pt x="542925" y="790575"/>
                </a:lnTo>
                <a:lnTo>
                  <a:pt x="542925" y="800100"/>
                </a:lnTo>
                <a:lnTo>
                  <a:pt x="523875" y="800100"/>
                </a:lnTo>
                <a:close/>
                <a:moveTo>
                  <a:pt x="1085850" y="790575"/>
                </a:moveTo>
                <a:lnTo>
                  <a:pt x="1123950" y="790575"/>
                </a:lnTo>
                <a:lnTo>
                  <a:pt x="1123950" y="800100"/>
                </a:lnTo>
                <a:lnTo>
                  <a:pt x="1085850" y="800100"/>
                </a:lnTo>
                <a:close/>
                <a:moveTo>
                  <a:pt x="180975" y="800100"/>
                </a:moveTo>
                <a:lnTo>
                  <a:pt x="190500" y="800100"/>
                </a:lnTo>
                <a:lnTo>
                  <a:pt x="190500" y="809625"/>
                </a:lnTo>
                <a:lnTo>
                  <a:pt x="200025" y="809625"/>
                </a:lnTo>
                <a:lnTo>
                  <a:pt x="200025" y="819150"/>
                </a:lnTo>
                <a:lnTo>
                  <a:pt x="190500" y="819150"/>
                </a:lnTo>
                <a:lnTo>
                  <a:pt x="190500" y="828675"/>
                </a:lnTo>
                <a:lnTo>
                  <a:pt x="180975" y="828675"/>
                </a:lnTo>
                <a:close/>
                <a:moveTo>
                  <a:pt x="990600" y="800100"/>
                </a:moveTo>
                <a:lnTo>
                  <a:pt x="1000125" y="800100"/>
                </a:lnTo>
                <a:lnTo>
                  <a:pt x="1000125" y="809625"/>
                </a:lnTo>
                <a:lnTo>
                  <a:pt x="990600" y="809625"/>
                </a:lnTo>
                <a:close/>
                <a:moveTo>
                  <a:pt x="866775" y="809625"/>
                </a:moveTo>
                <a:lnTo>
                  <a:pt x="904875" y="809625"/>
                </a:lnTo>
                <a:lnTo>
                  <a:pt x="904875" y="819150"/>
                </a:lnTo>
                <a:lnTo>
                  <a:pt x="866775" y="819150"/>
                </a:lnTo>
                <a:close/>
                <a:moveTo>
                  <a:pt x="981075" y="809625"/>
                </a:moveTo>
                <a:lnTo>
                  <a:pt x="990600" y="809625"/>
                </a:lnTo>
                <a:lnTo>
                  <a:pt x="990600" y="847725"/>
                </a:lnTo>
                <a:lnTo>
                  <a:pt x="971550" y="847725"/>
                </a:lnTo>
                <a:lnTo>
                  <a:pt x="971550" y="819150"/>
                </a:lnTo>
                <a:lnTo>
                  <a:pt x="981075" y="819150"/>
                </a:lnTo>
                <a:close/>
                <a:moveTo>
                  <a:pt x="1247775" y="809625"/>
                </a:moveTo>
                <a:lnTo>
                  <a:pt x="1257300" y="809625"/>
                </a:lnTo>
                <a:lnTo>
                  <a:pt x="1257300" y="828675"/>
                </a:lnTo>
                <a:lnTo>
                  <a:pt x="1247775" y="828675"/>
                </a:lnTo>
                <a:close/>
                <a:moveTo>
                  <a:pt x="714375" y="819150"/>
                </a:moveTo>
                <a:lnTo>
                  <a:pt x="742950" y="819150"/>
                </a:lnTo>
                <a:lnTo>
                  <a:pt x="742950" y="828675"/>
                </a:lnTo>
                <a:lnTo>
                  <a:pt x="714375" y="828675"/>
                </a:lnTo>
                <a:close/>
                <a:moveTo>
                  <a:pt x="790575" y="819150"/>
                </a:moveTo>
                <a:lnTo>
                  <a:pt x="800100" y="819150"/>
                </a:lnTo>
                <a:lnTo>
                  <a:pt x="800100" y="828675"/>
                </a:lnTo>
                <a:lnTo>
                  <a:pt x="790575" y="828675"/>
                </a:lnTo>
                <a:close/>
                <a:moveTo>
                  <a:pt x="1162050" y="828675"/>
                </a:moveTo>
                <a:lnTo>
                  <a:pt x="1190625" y="828675"/>
                </a:lnTo>
                <a:lnTo>
                  <a:pt x="1190625" y="838200"/>
                </a:lnTo>
                <a:lnTo>
                  <a:pt x="1162050" y="838200"/>
                </a:lnTo>
                <a:close/>
                <a:moveTo>
                  <a:pt x="609600" y="838200"/>
                </a:moveTo>
                <a:lnTo>
                  <a:pt x="619125" y="838200"/>
                </a:lnTo>
                <a:lnTo>
                  <a:pt x="619125" y="847725"/>
                </a:lnTo>
                <a:lnTo>
                  <a:pt x="609600" y="847725"/>
                </a:lnTo>
                <a:close/>
                <a:moveTo>
                  <a:pt x="638175" y="838200"/>
                </a:moveTo>
                <a:lnTo>
                  <a:pt x="666750" y="838200"/>
                </a:lnTo>
                <a:lnTo>
                  <a:pt x="666750" y="857250"/>
                </a:lnTo>
                <a:lnTo>
                  <a:pt x="647700" y="857250"/>
                </a:lnTo>
                <a:lnTo>
                  <a:pt x="647700" y="847725"/>
                </a:lnTo>
                <a:lnTo>
                  <a:pt x="638175" y="847725"/>
                </a:lnTo>
                <a:close/>
                <a:moveTo>
                  <a:pt x="676275" y="838200"/>
                </a:moveTo>
                <a:lnTo>
                  <a:pt x="685800" y="838200"/>
                </a:lnTo>
                <a:lnTo>
                  <a:pt x="685800" y="847725"/>
                </a:lnTo>
                <a:lnTo>
                  <a:pt x="676275" y="847725"/>
                </a:lnTo>
                <a:close/>
                <a:moveTo>
                  <a:pt x="1019175" y="838200"/>
                </a:moveTo>
                <a:lnTo>
                  <a:pt x="1028700" y="838200"/>
                </a:lnTo>
                <a:lnTo>
                  <a:pt x="1028700" y="847725"/>
                </a:lnTo>
                <a:lnTo>
                  <a:pt x="1019175" y="847725"/>
                </a:lnTo>
                <a:close/>
                <a:moveTo>
                  <a:pt x="1057275" y="838200"/>
                </a:moveTo>
                <a:lnTo>
                  <a:pt x="1143000" y="838200"/>
                </a:lnTo>
                <a:lnTo>
                  <a:pt x="1143000" y="847725"/>
                </a:lnTo>
                <a:lnTo>
                  <a:pt x="1057275" y="847725"/>
                </a:lnTo>
                <a:close/>
                <a:moveTo>
                  <a:pt x="904875" y="847725"/>
                </a:moveTo>
                <a:lnTo>
                  <a:pt x="923925" y="847725"/>
                </a:lnTo>
                <a:lnTo>
                  <a:pt x="923925" y="857250"/>
                </a:lnTo>
                <a:lnTo>
                  <a:pt x="904875" y="857250"/>
                </a:lnTo>
                <a:close/>
                <a:moveTo>
                  <a:pt x="990600" y="847725"/>
                </a:moveTo>
                <a:lnTo>
                  <a:pt x="1019175" y="847725"/>
                </a:lnTo>
                <a:lnTo>
                  <a:pt x="1019175" y="857250"/>
                </a:lnTo>
                <a:lnTo>
                  <a:pt x="990600" y="857250"/>
                </a:lnTo>
                <a:close/>
                <a:moveTo>
                  <a:pt x="819150" y="857250"/>
                </a:moveTo>
                <a:lnTo>
                  <a:pt x="847725" y="857250"/>
                </a:lnTo>
                <a:lnTo>
                  <a:pt x="847725" y="866775"/>
                </a:lnTo>
                <a:lnTo>
                  <a:pt x="819150" y="866775"/>
                </a:lnTo>
                <a:close/>
                <a:moveTo>
                  <a:pt x="942975" y="857250"/>
                </a:moveTo>
                <a:lnTo>
                  <a:pt x="962025" y="857250"/>
                </a:lnTo>
                <a:lnTo>
                  <a:pt x="962025" y="866775"/>
                </a:lnTo>
                <a:lnTo>
                  <a:pt x="942975" y="866775"/>
                </a:lnTo>
                <a:close/>
                <a:moveTo>
                  <a:pt x="790575" y="866775"/>
                </a:moveTo>
                <a:lnTo>
                  <a:pt x="819150" y="866775"/>
                </a:lnTo>
                <a:lnTo>
                  <a:pt x="819150" y="876300"/>
                </a:lnTo>
                <a:lnTo>
                  <a:pt x="790575" y="876300"/>
                </a:lnTo>
                <a:close/>
                <a:moveTo>
                  <a:pt x="847725" y="866775"/>
                </a:moveTo>
                <a:lnTo>
                  <a:pt x="857250" y="866775"/>
                </a:lnTo>
                <a:lnTo>
                  <a:pt x="857250" y="876300"/>
                </a:lnTo>
                <a:lnTo>
                  <a:pt x="847725" y="876300"/>
                </a:lnTo>
                <a:close/>
                <a:moveTo>
                  <a:pt x="257175" y="876300"/>
                </a:moveTo>
                <a:lnTo>
                  <a:pt x="266700" y="876300"/>
                </a:lnTo>
                <a:lnTo>
                  <a:pt x="266700" y="885825"/>
                </a:lnTo>
                <a:lnTo>
                  <a:pt x="257175" y="885825"/>
                </a:lnTo>
                <a:close/>
                <a:moveTo>
                  <a:pt x="619125" y="876300"/>
                </a:moveTo>
                <a:lnTo>
                  <a:pt x="638175" y="876300"/>
                </a:lnTo>
                <a:lnTo>
                  <a:pt x="638175" y="885825"/>
                </a:lnTo>
                <a:lnTo>
                  <a:pt x="628650" y="885825"/>
                </a:lnTo>
                <a:lnTo>
                  <a:pt x="628650" y="895350"/>
                </a:lnTo>
                <a:lnTo>
                  <a:pt x="600075" y="895350"/>
                </a:lnTo>
                <a:lnTo>
                  <a:pt x="600075" y="885825"/>
                </a:lnTo>
                <a:lnTo>
                  <a:pt x="619125" y="885825"/>
                </a:lnTo>
                <a:close/>
                <a:moveTo>
                  <a:pt x="714375" y="876300"/>
                </a:moveTo>
                <a:lnTo>
                  <a:pt x="723900" y="876300"/>
                </a:lnTo>
                <a:lnTo>
                  <a:pt x="723900" y="885825"/>
                </a:lnTo>
                <a:lnTo>
                  <a:pt x="714375" y="885825"/>
                </a:lnTo>
                <a:close/>
                <a:moveTo>
                  <a:pt x="1485900" y="876300"/>
                </a:moveTo>
                <a:lnTo>
                  <a:pt x="1533525" y="876300"/>
                </a:lnTo>
                <a:lnTo>
                  <a:pt x="1533525" y="895350"/>
                </a:lnTo>
                <a:lnTo>
                  <a:pt x="1485900" y="895350"/>
                </a:lnTo>
                <a:close/>
                <a:moveTo>
                  <a:pt x="1590675" y="876300"/>
                </a:moveTo>
                <a:lnTo>
                  <a:pt x="1609725" y="876300"/>
                </a:lnTo>
                <a:lnTo>
                  <a:pt x="1609725" y="885825"/>
                </a:lnTo>
                <a:lnTo>
                  <a:pt x="1619250" y="885825"/>
                </a:lnTo>
                <a:lnTo>
                  <a:pt x="1619250" y="895350"/>
                </a:lnTo>
                <a:lnTo>
                  <a:pt x="1638300" y="895350"/>
                </a:lnTo>
                <a:lnTo>
                  <a:pt x="1638300" y="904875"/>
                </a:lnTo>
                <a:lnTo>
                  <a:pt x="1647825" y="904875"/>
                </a:lnTo>
                <a:lnTo>
                  <a:pt x="1647825" y="914400"/>
                </a:lnTo>
                <a:lnTo>
                  <a:pt x="1657350" y="914400"/>
                </a:lnTo>
                <a:lnTo>
                  <a:pt x="1657350" y="962025"/>
                </a:lnTo>
                <a:lnTo>
                  <a:pt x="1666875" y="962025"/>
                </a:lnTo>
                <a:lnTo>
                  <a:pt x="1666875" y="1066800"/>
                </a:lnTo>
                <a:lnTo>
                  <a:pt x="1676400" y="1066800"/>
                </a:lnTo>
                <a:lnTo>
                  <a:pt x="1676400" y="1238250"/>
                </a:lnTo>
                <a:lnTo>
                  <a:pt x="1657350" y="1238250"/>
                </a:lnTo>
                <a:lnTo>
                  <a:pt x="1657350" y="1181100"/>
                </a:lnTo>
                <a:lnTo>
                  <a:pt x="1647825" y="1181100"/>
                </a:lnTo>
                <a:lnTo>
                  <a:pt x="1647825" y="1152525"/>
                </a:lnTo>
                <a:lnTo>
                  <a:pt x="1666875" y="1152525"/>
                </a:lnTo>
                <a:lnTo>
                  <a:pt x="1666875" y="1114425"/>
                </a:lnTo>
                <a:lnTo>
                  <a:pt x="1647825" y="1114425"/>
                </a:lnTo>
                <a:lnTo>
                  <a:pt x="1647825" y="1066800"/>
                </a:lnTo>
                <a:lnTo>
                  <a:pt x="1638300" y="1066800"/>
                </a:lnTo>
                <a:lnTo>
                  <a:pt x="1638300" y="1028700"/>
                </a:lnTo>
                <a:lnTo>
                  <a:pt x="1657350" y="1028700"/>
                </a:lnTo>
                <a:lnTo>
                  <a:pt x="1657350" y="1009650"/>
                </a:lnTo>
                <a:lnTo>
                  <a:pt x="1638300" y="1009650"/>
                </a:lnTo>
                <a:lnTo>
                  <a:pt x="1638300" y="962025"/>
                </a:lnTo>
                <a:lnTo>
                  <a:pt x="1628775" y="962025"/>
                </a:lnTo>
                <a:lnTo>
                  <a:pt x="1628775" y="914400"/>
                </a:lnTo>
                <a:lnTo>
                  <a:pt x="1619250" y="914400"/>
                </a:lnTo>
                <a:lnTo>
                  <a:pt x="1619250" y="904875"/>
                </a:lnTo>
                <a:lnTo>
                  <a:pt x="1609725" y="904875"/>
                </a:lnTo>
                <a:lnTo>
                  <a:pt x="1609725" y="895350"/>
                </a:lnTo>
                <a:lnTo>
                  <a:pt x="1590675" y="895350"/>
                </a:lnTo>
                <a:close/>
                <a:moveTo>
                  <a:pt x="447675" y="885825"/>
                </a:moveTo>
                <a:lnTo>
                  <a:pt x="457200" y="885825"/>
                </a:lnTo>
                <a:lnTo>
                  <a:pt x="457200" y="895350"/>
                </a:lnTo>
                <a:lnTo>
                  <a:pt x="476250" y="895350"/>
                </a:lnTo>
                <a:lnTo>
                  <a:pt x="476250" y="904875"/>
                </a:lnTo>
                <a:lnTo>
                  <a:pt x="428625" y="904875"/>
                </a:lnTo>
                <a:lnTo>
                  <a:pt x="428625" y="895350"/>
                </a:lnTo>
                <a:lnTo>
                  <a:pt x="447675" y="895350"/>
                </a:lnTo>
                <a:close/>
                <a:moveTo>
                  <a:pt x="657225" y="885825"/>
                </a:moveTo>
                <a:lnTo>
                  <a:pt x="666750" y="885825"/>
                </a:lnTo>
                <a:lnTo>
                  <a:pt x="666750" y="895350"/>
                </a:lnTo>
                <a:lnTo>
                  <a:pt x="657225" y="895350"/>
                </a:lnTo>
                <a:close/>
                <a:moveTo>
                  <a:pt x="1352550" y="885825"/>
                </a:moveTo>
                <a:lnTo>
                  <a:pt x="1438275" y="885825"/>
                </a:lnTo>
                <a:lnTo>
                  <a:pt x="1438275" y="904875"/>
                </a:lnTo>
                <a:lnTo>
                  <a:pt x="1352550" y="904875"/>
                </a:lnTo>
                <a:close/>
                <a:moveTo>
                  <a:pt x="495300" y="895350"/>
                </a:moveTo>
                <a:lnTo>
                  <a:pt x="514350" y="895350"/>
                </a:lnTo>
                <a:lnTo>
                  <a:pt x="514350" y="904875"/>
                </a:lnTo>
                <a:lnTo>
                  <a:pt x="495300" y="904875"/>
                </a:lnTo>
                <a:close/>
                <a:moveTo>
                  <a:pt x="1266825" y="895350"/>
                </a:moveTo>
                <a:lnTo>
                  <a:pt x="1333500" y="895350"/>
                </a:lnTo>
                <a:lnTo>
                  <a:pt x="1333500" y="914400"/>
                </a:lnTo>
                <a:lnTo>
                  <a:pt x="1266825" y="914400"/>
                </a:lnTo>
                <a:close/>
                <a:moveTo>
                  <a:pt x="1181100" y="904875"/>
                </a:moveTo>
                <a:lnTo>
                  <a:pt x="1257300" y="904875"/>
                </a:lnTo>
                <a:lnTo>
                  <a:pt x="1257300" y="914400"/>
                </a:lnTo>
                <a:lnTo>
                  <a:pt x="1228725" y="914400"/>
                </a:lnTo>
                <a:lnTo>
                  <a:pt x="1228725" y="923925"/>
                </a:lnTo>
                <a:lnTo>
                  <a:pt x="1181100" y="923925"/>
                </a:lnTo>
                <a:close/>
                <a:moveTo>
                  <a:pt x="1066800" y="914400"/>
                </a:moveTo>
                <a:lnTo>
                  <a:pt x="1143000" y="914400"/>
                </a:lnTo>
                <a:lnTo>
                  <a:pt x="1143000" y="933450"/>
                </a:lnTo>
                <a:lnTo>
                  <a:pt x="1066800" y="933450"/>
                </a:lnTo>
                <a:close/>
                <a:moveTo>
                  <a:pt x="1019175" y="923925"/>
                </a:moveTo>
                <a:lnTo>
                  <a:pt x="1028700" y="923925"/>
                </a:lnTo>
                <a:lnTo>
                  <a:pt x="1028700" y="942975"/>
                </a:lnTo>
                <a:lnTo>
                  <a:pt x="1019175" y="942975"/>
                </a:lnTo>
                <a:close/>
                <a:moveTo>
                  <a:pt x="1000125" y="933450"/>
                </a:moveTo>
                <a:lnTo>
                  <a:pt x="1009650" y="933450"/>
                </a:lnTo>
                <a:lnTo>
                  <a:pt x="1009650" y="942975"/>
                </a:lnTo>
                <a:lnTo>
                  <a:pt x="1000125" y="942975"/>
                </a:lnTo>
                <a:close/>
                <a:moveTo>
                  <a:pt x="762000" y="942975"/>
                </a:moveTo>
                <a:lnTo>
                  <a:pt x="819150" y="942975"/>
                </a:lnTo>
                <a:lnTo>
                  <a:pt x="819150" y="962025"/>
                </a:lnTo>
                <a:lnTo>
                  <a:pt x="762000" y="962025"/>
                </a:lnTo>
                <a:close/>
                <a:moveTo>
                  <a:pt x="866775" y="942975"/>
                </a:moveTo>
                <a:lnTo>
                  <a:pt x="885825" y="942975"/>
                </a:lnTo>
                <a:lnTo>
                  <a:pt x="885825" y="952500"/>
                </a:lnTo>
                <a:lnTo>
                  <a:pt x="904875" y="952500"/>
                </a:lnTo>
                <a:lnTo>
                  <a:pt x="904875" y="962025"/>
                </a:lnTo>
                <a:lnTo>
                  <a:pt x="914400" y="962025"/>
                </a:lnTo>
                <a:lnTo>
                  <a:pt x="914400" y="971550"/>
                </a:lnTo>
                <a:lnTo>
                  <a:pt x="923925" y="971550"/>
                </a:lnTo>
                <a:lnTo>
                  <a:pt x="923925" y="981075"/>
                </a:lnTo>
                <a:lnTo>
                  <a:pt x="933450" y="981075"/>
                </a:lnTo>
                <a:lnTo>
                  <a:pt x="933450" y="990600"/>
                </a:lnTo>
                <a:lnTo>
                  <a:pt x="942975" y="990600"/>
                </a:lnTo>
                <a:lnTo>
                  <a:pt x="942975" y="1095375"/>
                </a:lnTo>
                <a:lnTo>
                  <a:pt x="962025" y="1095375"/>
                </a:lnTo>
                <a:lnTo>
                  <a:pt x="962025" y="1104900"/>
                </a:lnTo>
                <a:lnTo>
                  <a:pt x="981075" y="1104900"/>
                </a:lnTo>
                <a:lnTo>
                  <a:pt x="981075" y="1114425"/>
                </a:lnTo>
                <a:lnTo>
                  <a:pt x="952500" y="1114425"/>
                </a:lnTo>
                <a:lnTo>
                  <a:pt x="952500" y="1333500"/>
                </a:lnTo>
                <a:lnTo>
                  <a:pt x="962025" y="1333500"/>
                </a:lnTo>
                <a:lnTo>
                  <a:pt x="962025" y="1400175"/>
                </a:lnTo>
                <a:lnTo>
                  <a:pt x="981075" y="1400175"/>
                </a:lnTo>
                <a:lnTo>
                  <a:pt x="981075" y="1352550"/>
                </a:lnTo>
                <a:lnTo>
                  <a:pt x="1000125" y="1352550"/>
                </a:lnTo>
                <a:lnTo>
                  <a:pt x="1000125" y="1409700"/>
                </a:lnTo>
                <a:lnTo>
                  <a:pt x="990600" y="1409700"/>
                </a:lnTo>
                <a:lnTo>
                  <a:pt x="990600" y="1419225"/>
                </a:lnTo>
                <a:lnTo>
                  <a:pt x="981075" y="1419225"/>
                </a:lnTo>
                <a:lnTo>
                  <a:pt x="981075" y="1409700"/>
                </a:lnTo>
                <a:lnTo>
                  <a:pt x="971550" y="1409700"/>
                </a:lnTo>
                <a:lnTo>
                  <a:pt x="971550" y="1447800"/>
                </a:lnTo>
                <a:lnTo>
                  <a:pt x="962025" y="1447800"/>
                </a:lnTo>
                <a:lnTo>
                  <a:pt x="962025" y="1476375"/>
                </a:lnTo>
                <a:lnTo>
                  <a:pt x="952500" y="1476375"/>
                </a:lnTo>
                <a:lnTo>
                  <a:pt x="952500" y="1485900"/>
                </a:lnTo>
                <a:lnTo>
                  <a:pt x="942975" y="1485900"/>
                </a:lnTo>
                <a:lnTo>
                  <a:pt x="942975" y="1495425"/>
                </a:lnTo>
                <a:lnTo>
                  <a:pt x="923925" y="1495425"/>
                </a:lnTo>
                <a:lnTo>
                  <a:pt x="923925" y="1504950"/>
                </a:lnTo>
                <a:lnTo>
                  <a:pt x="914400" y="1504950"/>
                </a:lnTo>
                <a:lnTo>
                  <a:pt x="914400" y="1514475"/>
                </a:lnTo>
                <a:lnTo>
                  <a:pt x="885825" y="1514475"/>
                </a:lnTo>
                <a:lnTo>
                  <a:pt x="885825" y="1495425"/>
                </a:lnTo>
                <a:lnTo>
                  <a:pt x="914400" y="1495425"/>
                </a:lnTo>
                <a:lnTo>
                  <a:pt x="914400" y="1485900"/>
                </a:lnTo>
                <a:lnTo>
                  <a:pt x="923925" y="1485900"/>
                </a:lnTo>
                <a:lnTo>
                  <a:pt x="923925" y="1476375"/>
                </a:lnTo>
                <a:lnTo>
                  <a:pt x="933450" y="1476375"/>
                </a:lnTo>
                <a:lnTo>
                  <a:pt x="933450" y="1466850"/>
                </a:lnTo>
                <a:lnTo>
                  <a:pt x="942975" y="1466850"/>
                </a:lnTo>
                <a:lnTo>
                  <a:pt x="942975" y="1343025"/>
                </a:lnTo>
                <a:lnTo>
                  <a:pt x="933450" y="1343025"/>
                </a:lnTo>
                <a:lnTo>
                  <a:pt x="933450" y="1190625"/>
                </a:lnTo>
                <a:lnTo>
                  <a:pt x="923925" y="1190625"/>
                </a:lnTo>
                <a:lnTo>
                  <a:pt x="923925" y="1076325"/>
                </a:lnTo>
                <a:lnTo>
                  <a:pt x="914400" y="1076325"/>
                </a:lnTo>
                <a:lnTo>
                  <a:pt x="914400" y="990600"/>
                </a:lnTo>
                <a:lnTo>
                  <a:pt x="904875" y="990600"/>
                </a:lnTo>
                <a:lnTo>
                  <a:pt x="904875" y="981075"/>
                </a:lnTo>
                <a:lnTo>
                  <a:pt x="895350" y="981075"/>
                </a:lnTo>
                <a:lnTo>
                  <a:pt x="895350" y="971550"/>
                </a:lnTo>
                <a:lnTo>
                  <a:pt x="885825" y="971550"/>
                </a:lnTo>
                <a:lnTo>
                  <a:pt x="885825" y="962025"/>
                </a:lnTo>
                <a:lnTo>
                  <a:pt x="866775" y="962025"/>
                </a:lnTo>
                <a:close/>
                <a:moveTo>
                  <a:pt x="981075" y="942975"/>
                </a:moveTo>
                <a:lnTo>
                  <a:pt x="1000125" y="942975"/>
                </a:lnTo>
                <a:lnTo>
                  <a:pt x="1000125" y="952500"/>
                </a:lnTo>
                <a:lnTo>
                  <a:pt x="990600" y="952500"/>
                </a:lnTo>
                <a:lnTo>
                  <a:pt x="990600" y="962025"/>
                </a:lnTo>
                <a:lnTo>
                  <a:pt x="981075" y="962025"/>
                </a:lnTo>
                <a:lnTo>
                  <a:pt x="981075" y="981075"/>
                </a:lnTo>
                <a:lnTo>
                  <a:pt x="962025" y="981075"/>
                </a:lnTo>
                <a:lnTo>
                  <a:pt x="962025" y="962025"/>
                </a:lnTo>
                <a:lnTo>
                  <a:pt x="971550" y="962025"/>
                </a:lnTo>
                <a:lnTo>
                  <a:pt x="971550" y="952500"/>
                </a:lnTo>
                <a:lnTo>
                  <a:pt x="981075" y="952500"/>
                </a:lnTo>
                <a:close/>
                <a:moveTo>
                  <a:pt x="647700" y="952500"/>
                </a:moveTo>
                <a:lnTo>
                  <a:pt x="733425" y="952500"/>
                </a:lnTo>
                <a:lnTo>
                  <a:pt x="733425" y="971550"/>
                </a:lnTo>
                <a:lnTo>
                  <a:pt x="647700" y="971550"/>
                </a:lnTo>
                <a:close/>
                <a:moveTo>
                  <a:pt x="571500" y="962025"/>
                </a:moveTo>
                <a:lnTo>
                  <a:pt x="619125" y="962025"/>
                </a:lnTo>
                <a:lnTo>
                  <a:pt x="619125" y="981075"/>
                </a:lnTo>
                <a:lnTo>
                  <a:pt x="571500" y="981075"/>
                </a:lnTo>
                <a:close/>
                <a:moveTo>
                  <a:pt x="438150" y="971550"/>
                </a:moveTo>
                <a:lnTo>
                  <a:pt x="542925" y="971550"/>
                </a:lnTo>
                <a:lnTo>
                  <a:pt x="542925" y="981075"/>
                </a:lnTo>
                <a:lnTo>
                  <a:pt x="533400" y="981075"/>
                </a:lnTo>
                <a:lnTo>
                  <a:pt x="533400" y="990600"/>
                </a:lnTo>
                <a:lnTo>
                  <a:pt x="428625" y="990600"/>
                </a:lnTo>
                <a:lnTo>
                  <a:pt x="428625" y="981075"/>
                </a:lnTo>
                <a:lnTo>
                  <a:pt x="438150" y="981075"/>
                </a:lnTo>
                <a:close/>
                <a:moveTo>
                  <a:pt x="180975" y="981075"/>
                </a:moveTo>
                <a:lnTo>
                  <a:pt x="190500" y="981075"/>
                </a:lnTo>
                <a:lnTo>
                  <a:pt x="190500" y="990600"/>
                </a:lnTo>
                <a:lnTo>
                  <a:pt x="209550" y="990600"/>
                </a:lnTo>
                <a:lnTo>
                  <a:pt x="209550" y="1019175"/>
                </a:lnTo>
                <a:lnTo>
                  <a:pt x="200025" y="1019175"/>
                </a:lnTo>
                <a:lnTo>
                  <a:pt x="200025" y="1028700"/>
                </a:lnTo>
                <a:lnTo>
                  <a:pt x="190500" y="1028700"/>
                </a:lnTo>
                <a:lnTo>
                  <a:pt x="190500" y="1019175"/>
                </a:lnTo>
                <a:lnTo>
                  <a:pt x="180975" y="1019175"/>
                </a:lnTo>
                <a:close/>
                <a:moveTo>
                  <a:pt x="381000" y="981075"/>
                </a:moveTo>
                <a:lnTo>
                  <a:pt x="409575" y="981075"/>
                </a:lnTo>
                <a:lnTo>
                  <a:pt x="409575" y="1000125"/>
                </a:lnTo>
                <a:lnTo>
                  <a:pt x="381000" y="1000125"/>
                </a:lnTo>
                <a:close/>
                <a:moveTo>
                  <a:pt x="1104900" y="990600"/>
                </a:moveTo>
                <a:lnTo>
                  <a:pt x="1114425" y="990600"/>
                </a:lnTo>
                <a:lnTo>
                  <a:pt x="1114425" y="1000125"/>
                </a:lnTo>
                <a:lnTo>
                  <a:pt x="1104900" y="1000125"/>
                </a:lnTo>
                <a:close/>
                <a:moveTo>
                  <a:pt x="1171575" y="990600"/>
                </a:moveTo>
                <a:lnTo>
                  <a:pt x="1181100" y="990600"/>
                </a:lnTo>
                <a:lnTo>
                  <a:pt x="1181100" y="1000125"/>
                </a:lnTo>
                <a:lnTo>
                  <a:pt x="1171575" y="1000125"/>
                </a:lnTo>
                <a:close/>
                <a:moveTo>
                  <a:pt x="285750" y="1000125"/>
                </a:moveTo>
                <a:lnTo>
                  <a:pt x="295275" y="1000125"/>
                </a:lnTo>
                <a:lnTo>
                  <a:pt x="295275" y="1009650"/>
                </a:lnTo>
                <a:lnTo>
                  <a:pt x="285750" y="1009650"/>
                </a:lnTo>
                <a:close/>
                <a:moveTo>
                  <a:pt x="1085850" y="1000125"/>
                </a:moveTo>
                <a:lnTo>
                  <a:pt x="1104900" y="1000125"/>
                </a:lnTo>
                <a:lnTo>
                  <a:pt x="1104900" y="1009650"/>
                </a:lnTo>
                <a:lnTo>
                  <a:pt x="1085850" y="1009650"/>
                </a:lnTo>
                <a:close/>
                <a:moveTo>
                  <a:pt x="266700" y="1009650"/>
                </a:moveTo>
                <a:lnTo>
                  <a:pt x="285750" y="1009650"/>
                </a:lnTo>
                <a:lnTo>
                  <a:pt x="285750" y="1019175"/>
                </a:lnTo>
                <a:lnTo>
                  <a:pt x="276225" y="1019175"/>
                </a:lnTo>
                <a:lnTo>
                  <a:pt x="276225" y="1028700"/>
                </a:lnTo>
                <a:lnTo>
                  <a:pt x="266700" y="1028700"/>
                </a:lnTo>
                <a:lnTo>
                  <a:pt x="266700" y="1057275"/>
                </a:lnTo>
                <a:lnTo>
                  <a:pt x="257175" y="1057275"/>
                </a:lnTo>
                <a:lnTo>
                  <a:pt x="257175" y="1133475"/>
                </a:lnTo>
                <a:lnTo>
                  <a:pt x="266700" y="1133475"/>
                </a:lnTo>
                <a:lnTo>
                  <a:pt x="266700" y="1276350"/>
                </a:lnTo>
                <a:lnTo>
                  <a:pt x="257175" y="1276350"/>
                </a:lnTo>
                <a:lnTo>
                  <a:pt x="257175" y="1285875"/>
                </a:lnTo>
                <a:lnTo>
                  <a:pt x="266700" y="1285875"/>
                </a:lnTo>
                <a:lnTo>
                  <a:pt x="266700" y="1295400"/>
                </a:lnTo>
                <a:lnTo>
                  <a:pt x="276225" y="1295400"/>
                </a:lnTo>
                <a:lnTo>
                  <a:pt x="276225" y="1447800"/>
                </a:lnTo>
                <a:lnTo>
                  <a:pt x="285750" y="1447800"/>
                </a:lnTo>
                <a:lnTo>
                  <a:pt x="285750" y="1524000"/>
                </a:lnTo>
                <a:lnTo>
                  <a:pt x="295275" y="1524000"/>
                </a:lnTo>
                <a:lnTo>
                  <a:pt x="295275" y="1533525"/>
                </a:lnTo>
                <a:lnTo>
                  <a:pt x="304800" y="1533525"/>
                </a:lnTo>
                <a:lnTo>
                  <a:pt x="304800" y="1543050"/>
                </a:lnTo>
                <a:lnTo>
                  <a:pt x="323850" y="1543050"/>
                </a:lnTo>
                <a:lnTo>
                  <a:pt x="323850" y="1562100"/>
                </a:lnTo>
                <a:lnTo>
                  <a:pt x="304800" y="1562100"/>
                </a:lnTo>
                <a:lnTo>
                  <a:pt x="304800" y="1552575"/>
                </a:lnTo>
                <a:lnTo>
                  <a:pt x="285750" y="1552575"/>
                </a:lnTo>
                <a:lnTo>
                  <a:pt x="285750" y="1543050"/>
                </a:lnTo>
                <a:lnTo>
                  <a:pt x="276225" y="1543050"/>
                </a:lnTo>
                <a:lnTo>
                  <a:pt x="276225" y="1524000"/>
                </a:lnTo>
                <a:lnTo>
                  <a:pt x="266700" y="1524000"/>
                </a:lnTo>
                <a:lnTo>
                  <a:pt x="266700" y="1438275"/>
                </a:lnTo>
                <a:lnTo>
                  <a:pt x="257175" y="1438275"/>
                </a:lnTo>
                <a:lnTo>
                  <a:pt x="257175" y="1428750"/>
                </a:lnTo>
                <a:lnTo>
                  <a:pt x="247650" y="1428750"/>
                </a:lnTo>
                <a:lnTo>
                  <a:pt x="247650" y="1409700"/>
                </a:lnTo>
                <a:lnTo>
                  <a:pt x="238125" y="1409700"/>
                </a:lnTo>
                <a:lnTo>
                  <a:pt x="238125" y="1400175"/>
                </a:lnTo>
                <a:lnTo>
                  <a:pt x="247650" y="1400175"/>
                </a:lnTo>
                <a:lnTo>
                  <a:pt x="247650" y="1362075"/>
                </a:lnTo>
                <a:lnTo>
                  <a:pt x="257175" y="1362075"/>
                </a:lnTo>
                <a:lnTo>
                  <a:pt x="257175" y="1333500"/>
                </a:lnTo>
                <a:lnTo>
                  <a:pt x="247650" y="1333500"/>
                </a:lnTo>
                <a:lnTo>
                  <a:pt x="247650" y="1095375"/>
                </a:lnTo>
                <a:lnTo>
                  <a:pt x="238125" y="1095375"/>
                </a:lnTo>
                <a:lnTo>
                  <a:pt x="238125" y="1047750"/>
                </a:lnTo>
                <a:lnTo>
                  <a:pt x="247650" y="1047750"/>
                </a:lnTo>
                <a:lnTo>
                  <a:pt x="247650" y="1028700"/>
                </a:lnTo>
                <a:lnTo>
                  <a:pt x="257175" y="1028700"/>
                </a:lnTo>
                <a:lnTo>
                  <a:pt x="257175" y="1019175"/>
                </a:lnTo>
                <a:lnTo>
                  <a:pt x="266700" y="1019175"/>
                </a:lnTo>
                <a:close/>
                <a:moveTo>
                  <a:pt x="1076325" y="1009650"/>
                </a:moveTo>
                <a:lnTo>
                  <a:pt x="1085850" y="1009650"/>
                </a:lnTo>
                <a:lnTo>
                  <a:pt x="1085850" y="1019175"/>
                </a:lnTo>
                <a:lnTo>
                  <a:pt x="1076325" y="1019175"/>
                </a:lnTo>
                <a:close/>
                <a:moveTo>
                  <a:pt x="1200150" y="1009650"/>
                </a:moveTo>
                <a:lnTo>
                  <a:pt x="1209675" y="1009650"/>
                </a:lnTo>
                <a:lnTo>
                  <a:pt x="1209675" y="1019175"/>
                </a:lnTo>
                <a:lnTo>
                  <a:pt x="1200150" y="1019175"/>
                </a:lnTo>
                <a:close/>
                <a:moveTo>
                  <a:pt x="1066800" y="1019175"/>
                </a:moveTo>
                <a:lnTo>
                  <a:pt x="1076325" y="1019175"/>
                </a:lnTo>
                <a:lnTo>
                  <a:pt x="1076325" y="1028700"/>
                </a:lnTo>
                <a:lnTo>
                  <a:pt x="1066800" y="1028700"/>
                </a:lnTo>
                <a:close/>
                <a:moveTo>
                  <a:pt x="1209675" y="1019175"/>
                </a:moveTo>
                <a:lnTo>
                  <a:pt x="1219200" y="1019175"/>
                </a:lnTo>
                <a:lnTo>
                  <a:pt x="1219200" y="1028700"/>
                </a:lnTo>
                <a:lnTo>
                  <a:pt x="1209675" y="1028700"/>
                </a:lnTo>
                <a:close/>
                <a:moveTo>
                  <a:pt x="1057275" y="1028700"/>
                </a:moveTo>
                <a:lnTo>
                  <a:pt x="1066800" y="1028700"/>
                </a:lnTo>
                <a:lnTo>
                  <a:pt x="1066800" y="1047750"/>
                </a:lnTo>
                <a:lnTo>
                  <a:pt x="1057275" y="1047750"/>
                </a:lnTo>
                <a:close/>
                <a:moveTo>
                  <a:pt x="1219200" y="1038225"/>
                </a:moveTo>
                <a:lnTo>
                  <a:pt x="1228725" y="1038225"/>
                </a:lnTo>
                <a:lnTo>
                  <a:pt x="1228725" y="1057275"/>
                </a:lnTo>
                <a:lnTo>
                  <a:pt x="1219200" y="1057275"/>
                </a:lnTo>
                <a:close/>
                <a:moveTo>
                  <a:pt x="409575" y="1047750"/>
                </a:moveTo>
                <a:lnTo>
                  <a:pt x="438150" y="1047750"/>
                </a:lnTo>
                <a:lnTo>
                  <a:pt x="438150" y="1057275"/>
                </a:lnTo>
                <a:lnTo>
                  <a:pt x="409575" y="1057275"/>
                </a:lnTo>
                <a:close/>
                <a:moveTo>
                  <a:pt x="390525" y="1057275"/>
                </a:moveTo>
                <a:lnTo>
                  <a:pt x="400050" y="1057275"/>
                </a:lnTo>
                <a:lnTo>
                  <a:pt x="400050" y="1066800"/>
                </a:lnTo>
                <a:lnTo>
                  <a:pt x="390525" y="1066800"/>
                </a:lnTo>
                <a:close/>
                <a:moveTo>
                  <a:pt x="457200" y="1057275"/>
                </a:moveTo>
                <a:lnTo>
                  <a:pt x="476250" y="1057275"/>
                </a:lnTo>
                <a:lnTo>
                  <a:pt x="476250" y="1066800"/>
                </a:lnTo>
                <a:lnTo>
                  <a:pt x="457200" y="1066800"/>
                </a:lnTo>
                <a:close/>
                <a:moveTo>
                  <a:pt x="1047750" y="1057275"/>
                </a:moveTo>
                <a:lnTo>
                  <a:pt x="1057275" y="1057275"/>
                </a:lnTo>
                <a:lnTo>
                  <a:pt x="1057275" y="1095375"/>
                </a:lnTo>
                <a:lnTo>
                  <a:pt x="1047750" y="1095375"/>
                </a:lnTo>
                <a:close/>
                <a:moveTo>
                  <a:pt x="371475" y="1066800"/>
                </a:moveTo>
                <a:lnTo>
                  <a:pt x="381000" y="1066800"/>
                </a:lnTo>
                <a:lnTo>
                  <a:pt x="381000" y="1076325"/>
                </a:lnTo>
                <a:lnTo>
                  <a:pt x="371475" y="1076325"/>
                </a:lnTo>
                <a:close/>
                <a:moveTo>
                  <a:pt x="476250" y="1066800"/>
                </a:moveTo>
                <a:lnTo>
                  <a:pt x="485775" y="1066800"/>
                </a:lnTo>
                <a:lnTo>
                  <a:pt x="485775" y="1076325"/>
                </a:lnTo>
                <a:lnTo>
                  <a:pt x="476250" y="1076325"/>
                </a:lnTo>
                <a:close/>
                <a:moveTo>
                  <a:pt x="485775" y="1076325"/>
                </a:moveTo>
                <a:lnTo>
                  <a:pt x="495300" y="1076325"/>
                </a:lnTo>
                <a:lnTo>
                  <a:pt x="495300" y="1085850"/>
                </a:lnTo>
                <a:lnTo>
                  <a:pt x="485775" y="1085850"/>
                </a:lnTo>
                <a:close/>
                <a:moveTo>
                  <a:pt x="962025" y="1076325"/>
                </a:moveTo>
                <a:lnTo>
                  <a:pt x="971550" y="1076325"/>
                </a:lnTo>
                <a:lnTo>
                  <a:pt x="971550" y="1085850"/>
                </a:lnTo>
                <a:lnTo>
                  <a:pt x="962025" y="1085850"/>
                </a:lnTo>
                <a:close/>
                <a:moveTo>
                  <a:pt x="495300" y="1085850"/>
                </a:moveTo>
                <a:lnTo>
                  <a:pt x="504825" y="1085850"/>
                </a:lnTo>
                <a:lnTo>
                  <a:pt x="504825" y="1095375"/>
                </a:lnTo>
                <a:lnTo>
                  <a:pt x="495300" y="1095375"/>
                </a:lnTo>
                <a:close/>
                <a:moveTo>
                  <a:pt x="342900" y="1095375"/>
                </a:moveTo>
                <a:lnTo>
                  <a:pt x="352425" y="1095375"/>
                </a:lnTo>
                <a:lnTo>
                  <a:pt x="352425" y="1104900"/>
                </a:lnTo>
                <a:lnTo>
                  <a:pt x="342900" y="1104900"/>
                </a:lnTo>
                <a:close/>
                <a:moveTo>
                  <a:pt x="1219200" y="1095375"/>
                </a:moveTo>
                <a:lnTo>
                  <a:pt x="1228725" y="1095375"/>
                </a:lnTo>
                <a:lnTo>
                  <a:pt x="1228725" y="1104900"/>
                </a:lnTo>
                <a:lnTo>
                  <a:pt x="1219200" y="1104900"/>
                </a:lnTo>
                <a:close/>
                <a:moveTo>
                  <a:pt x="504825" y="1104900"/>
                </a:moveTo>
                <a:lnTo>
                  <a:pt x="514350" y="1104900"/>
                </a:lnTo>
                <a:lnTo>
                  <a:pt x="514350" y="1114425"/>
                </a:lnTo>
                <a:lnTo>
                  <a:pt x="504825" y="1114425"/>
                </a:lnTo>
                <a:close/>
                <a:moveTo>
                  <a:pt x="1057275" y="1104900"/>
                </a:moveTo>
                <a:lnTo>
                  <a:pt x="1066800" y="1104900"/>
                </a:lnTo>
                <a:lnTo>
                  <a:pt x="1066800" y="1114425"/>
                </a:lnTo>
                <a:lnTo>
                  <a:pt x="1057275" y="1114425"/>
                </a:lnTo>
                <a:close/>
                <a:moveTo>
                  <a:pt x="333375" y="1114425"/>
                </a:moveTo>
                <a:lnTo>
                  <a:pt x="342900" y="1114425"/>
                </a:lnTo>
                <a:lnTo>
                  <a:pt x="342900" y="1133475"/>
                </a:lnTo>
                <a:lnTo>
                  <a:pt x="333375" y="1133475"/>
                </a:lnTo>
                <a:close/>
                <a:moveTo>
                  <a:pt x="1209675" y="1114425"/>
                </a:moveTo>
                <a:lnTo>
                  <a:pt x="1219200" y="1114425"/>
                </a:lnTo>
                <a:lnTo>
                  <a:pt x="1219200" y="1123950"/>
                </a:lnTo>
                <a:lnTo>
                  <a:pt x="1209675" y="1123950"/>
                </a:lnTo>
                <a:close/>
                <a:moveTo>
                  <a:pt x="1066800" y="1123950"/>
                </a:moveTo>
                <a:lnTo>
                  <a:pt x="1076325" y="1123950"/>
                </a:lnTo>
                <a:lnTo>
                  <a:pt x="1076325" y="1133475"/>
                </a:lnTo>
                <a:lnTo>
                  <a:pt x="1066800" y="1133475"/>
                </a:lnTo>
                <a:close/>
                <a:moveTo>
                  <a:pt x="1200150" y="1123950"/>
                </a:moveTo>
                <a:lnTo>
                  <a:pt x="1209675" y="1123950"/>
                </a:lnTo>
                <a:lnTo>
                  <a:pt x="1209675" y="1133475"/>
                </a:lnTo>
                <a:lnTo>
                  <a:pt x="1200150" y="1133475"/>
                </a:lnTo>
                <a:close/>
                <a:moveTo>
                  <a:pt x="1076325" y="1133475"/>
                </a:moveTo>
                <a:lnTo>
                  <a:pt x="1085850" y="1133475"/>
                </a:lnTo>
                <a:lnTo>
                  <a:pt x="1085850" y="1143000"/>
                </a:lnTo>
                <a:lnTo>
                  <a:pt x="1076325" y="1143000"/>
                </a:lnTo>
                <a:close/>
                <a:moveTo>
                  <a:pt x="1190625" y="1133475"/>
                </a:moveTo>
                <a:lnTo>
                  <a:pt x="1200150" y="1133475"/>
                </a:lnTo>
                <a:lnTo>
                  <a:pt x="1200150" y="1143000"/>
                </a:lnTo>
                <a:lnTo>
                  <a:pt x="1190625" y="1143000"/>
                </a:lnTo>
                <a:close/>
                <a:moveTo>
                  <a:pt x="438150" y="1143000"/>
                </a:moveTo>
                <a:lnTo>
                  <a:pt x="457200" y="1143000"/>
                </a:lnTo>
                <a:lnTo>
                  <a:pt x="457200" y="1162050"/>
                </a:lnTo>
                <a:lnTo>
                  <a:pt x="438150" y="1162050"/>
                </a:lnTo>
                <a:close/>
                <a:moveTo>
                  <a:pt x="1095375" y="1143000"/>
                </a:moveTo>
                <a:lnTo>
                  <a:pt x="1104900" y="1143000"/>
                </a:lnTo>
                <a:lnTo>
                  <a:pt x="1104900" y="1152525"/>
                </a:lnTo>
                <a:lnTo>
                  <a:pt x="1095375" y="1152525"/>
                </a:lnTo>
                <a:close/>
                <a:moveTo>
                  <a:pt x="1181100" y="1143000"/>
                </a:moveTo>
                <a:lnTo>
                  <a:pt x="1190625" y="1143000"/>
                </a:lnTo>
                <a:lnTo>
                  <a:pt x="1190625" y="1152525"/>
                </a:lnTo>
                <a:lnTo>
                  <a:pt x="1181100" y="1152525"/>
                </a:lnTo>
                <a:close/>
                <a:moveTo>
                  <a:pt x="333375" y="1152525"/>
                </a:moveTo>
                <a:lnTo>
                  <a:pt x="342900" y="1152525"/>
                </a:lnTo>
                <a:lnTo>
                  <a:pt x="342900" y="1162050"/>
                </a:lnTo>
                <a:lnTo>
                  <a:pt x="352425" y="1162050"/>
                </a:lnTo>
                <a:lnTo>
                  <a:pt x="352425" y="1171575"/>
                </a:lnTo>
                <a:lnTo>
                  <a:pt x="361950" y="1171575"/>
                </a:lnTo>
                <a:lnTo>
                  <a:pt x="361950" y="1200150"/>
                </a:lnTo>
                <a:lnTo>
                  <a:pt x="352425" y="1200150"/>
                </a:lnTo>
                <a:lnTo>
                  <a:pt x="352425" y="1190625"/>
                </a:lnTo>
                <a:lnTo>
                  <a:pt x="342900" y="1190625"/>
                </a:lnTo>
                <a:lnTo>
                  <a:pt x="342900" y="1171575"/>
                </a:lnTo>
                <a:lnTo>
                  <a:pt x="333375" y="1171575"/>
                </a:lnTo>
                <a:close/>
                <a:moveTo>
                  <a:pt x="400050" y="1152525"/>
                </a:moveTo>
                <a:lnTo>
                  <a:pt x="409575" y="1152525"/>
                </a:lnTo>
                <a:lnTo>
                  <a:pt x="409575" y="1162050"/>
                </a:lnTo>
                <a:lnTo>
                  <a:pt x="400050" y="1162050"/>
                </a:lnTo>
                <a:close/>
                <a:moveTo>
                  <a:pt x="1114425" y="1152525"/>
                </a:moveTo>
                <a:lnTo>
                  <a:pt x="1171575" y="1152525"/>
                </a:lnTo>
                <a:lnTo>
                  <a:pt x="1171575" y="1162050"/>
                </a:lnTo>
                <a:lnTo>
                  <a:pt x="1114425" y="1162050"/>
                </a:lnTo>
                <a:close/>
                <a:moveTo>
                  <a:pt x="504825" y="1162050"/>
                </a:moveTo>
                <a:lnTo>
                  <a:pt x="514350" y="1162050"/>
                </a:lnTo>
                <a:lnTo>
                  <a:pt x="514350" y="1171575"/>
                </a:lnTo>
                <a:lnTo>
                  <a:pt x="504825" y="1171575"/>
                </a:lnTo>
                <a:close/>
                <a:moveTo>
                  <a:pt x="495300" y="1181100"/>
                </a:moveTo>
                <a:lnTo>
                  <a:pt x="504825" y="1181100"/>
                </a:lnTo>
                <a:lnTo>
                  <a:pt x="504825" y="1190625"/>
                </a:lnTo>
                <a:lnTo>
                  <a:pt x="495300" y="1190625"/>
                </a:lnTo>
                <a:close/>
                <a:moveTo>
                  <a:pt x="361950" y="1200150"/>
                </a:moveTo>
                <a:lnTo>
                  <a:pt x="381000" y="1200150"/>
                </a:lnTo>
                <a:lnTo>
                  <a:pt x="381000" y="1209675"/>
                </a:lnTo>
                <a:lnTo>
                  <a:pt x="390525" y="1209675"/>
                </a:lnTo>
                <a:lnTo>
                  <a:pt x="390525" y="1219200"/>
                </a:lnTo>
                <a:lnTo>
                  <a:pt x="371475" y="1219200"/>
                </a:lnTo>
                <a:lnTo>
                  <a:pt x="371475" y="1209675"/>
                </a:lnTo>
                <a:lnTo>
                  <a:pt x="361950" y="1209675"/>
                </a:lnTo>
                <a:close/>
                <a:moveTo>
                  <a:pt x="466725" y="1209675"/>
                </a:moveTo>
                <a:lnTo>
                  <a:pt x="476250" y="1209675"/>
                </a:lnTo>
                <a:lnTo>
                  <a:pt x="476250" y="1219200"/>
                </a:lnTo>
                <a:lnTo>
                  <a:pt x="466725" y="1219200"/>
                </a:lnTo>
                <a:close/>
                <a:moveTo>
                  <a:pt x="390525" y="1219200"/>
                </a:moveTo>
                <a:lnTo>
                  <a:pt x="400050" y="1219200"/>
                </a:lnTo>
                <a:lnTo>
                  <a:pt x="400050" y="1228725"/>
                </a:lnTo>
                <a:lnTo>
                  <a:pt x="390525" y="1228725"/>
                </a:lnTo>
                <a:close/>
                <a:moveTo>
                  <a:pt x="447675" y="1219200"/>
                </a:moveTo>
                <a:lnTo>
                  <a:pt x="457200" y="1219200"/>
                </a:lnTo>
                <a:lnTo>
                  <a:pt x="457200" y="1228725"/>
                </a:lnTo>
                <a:lnTo>
                  <a:pt x="447675" y="1228725"/>
                </a:lnTo>
                <a:close/>
                <a:moveTo>
                  <a:pt x="971550" y="1238250"/>
                </a:moveTo>
                <a:lnTo>
                  <a:pt x="990600" y="1238250"/>
                </a:lnTo>
                <a:lnTo>
                  <a:pt x="990600" y="1247775"/>
                </a:lnTo>
                <a:lnTo>
                  <a:pt x="971550" y="1247775"/>
                </a:lnTo>
                <a:close/>
                <a:moveTo>
                  <a:pt x="1676400" y="1238250"/>
                </a:moveTo>
                <a:lnTo>
                  <a:pt x="1685925" y="1238250"/>
                </a:lnTo>
                <a:lnTo>
                  <a:pt x="1685925" y="1352550"/>
                </a:lnTo>
                <a:lnTo>
                  <a:pt x="1695450" y="1352550"/>
                </a:lnTo>
                <a:lnTo>
                  <a:pt x="1695450" y="1381125"/>
                </a:lnTo>
                <a:lnTo>
                  <a:pt x="1685925" y="1381125"/>
                </a:lnTo>
                <a:lnTo>
                  <a:pt x="1685925" y="1419225"/>
                </a:lnTo>
                <a:lnTo>
                  <a:pt x="1676400" y="1419225"/>
                </a:lnTo>
                <a:lnTo>
                  <a:pt x="1676400" y="1428750"/>
                </a:lnTo>
                <a:lnTo>
                  <a:pt x="1657350" y="1428750"/>
                </a:lnTo>
                <a:lnTo>
                  <a:pt x="1657350" y="1438275"/>
                </a:lnTo>
                <a:lnTo>
                  <a:pt x="1647825" y="1438275"/>
                </a:lnTo>
                <a:lnTo>
                  <a:pt x="1647825" y="1447800"/>
                </a:lnTo>
                <a:lnTo>
                  <a:pt x="1619250" y="1447800"/>
                </a:lnTo>
                <a:lnTo>
                  <a:pt x="1619250" y="1457325"/>
                </a:lnTo>
                <a:lnTo>
                  <a:pt x="1609725" y="1457325"/>
                </a:lnTo>
                <a:lnTo>
                  <a:pt x="1609725" y="1476375"/>
                </a:lnTo>
                <a:lnTo>
                  <a:pt x="1552575" y="1476375"/>
                </a:lnTo>
                <a:lnTo>
                  <a:pt x="1552575" y="1447800"/>
                </a:lnTo>
                <a:lnTo>
                  <a:pt x="1562100" y="1447800"/>
                </a:lnTo>
                <a:lnTo>
                  <a:pt x="1562100" y="1438275"/>
                </a:lnTo>
                <a:lnTo>
                  <a:pt x="1628775" y="1438275"/>
                </a:lnTo>
                <a:lnTo>
                  <a:pt x="1628775" y="1428750"/>
                </a:lnTo>
                <a:lnTo>
                  <a:pt x="1638300" y="1428750"/>
                </a:lnTo>
                <a:lnTo>
                  <a:pt x="1638300" y="1419225"/>
                </a:lnTo>
                <a:lnTo>
                  <a:pt x="1657350" y="1419225"/>
                </a:lnTo>
                <a:lnTo>
                  <a:pt x="1657350" y="1400175"/>
                </a:lnTo>
                <a:lnTo>
                  <a:pt x="1666875" y="1400175"/>
                </a:lnTo>
                <a:lnTo>
                  <a:pt x="1666875" y="1295400"/>
                </a:lnTo>
                <a:lnTo>
                  <a:pt x="1657350" y="1295400"/>
                </a:lnTo>
                <a:lnTo>
                  <a:pt x="1657350" y="1276350"/>
                </a:lnTo>
                <a:lnTo>
                  <a:pt x="1676400" y="1276350"/>
                </a:lnTo>
                <a:close/>
                <a:moveTo>
                  <a:pt x="1152525" y="1247775"/>
                </a:moveTo>
                <a:lnTo>
                  <a:pt x="1181100" y="1247775"/>
                </a:lnTo>
                <a:lnTo>
                  <a:pt x="1181100" y="1257300"/>
                </a:lnTo>
                <a:lnTo>
                  <a:pt x="1152525" y="1257300"/>
                </a:lnTo>
                <a:close/>
                <a:moveTo>
                  <a:pt x="438150" y="1314450"/>
                </a:moveTo>
                <a:lnTo>
                  <a:pt x="457200" y="1314450"/>
                </a:lnTo>
                <a:lnTo>
                  <a:pt x="457200" y="1323975"/>
                </a:lnTo>
                <a:lnTo>
                  <a:pt x="438150" y="1323975"/>
                </a:lnTo>
                <a:close/>
                <a:moveTo>
                  <a:pt x="1447800" y="1447800"/>
                </a:moveTo>
                <a:lnTo>
                  <a:pt x="1524000" y="1447800"/>
                </a:lnTo>
                <a:lnTo>
                  <a:pt x="1524000" y="1466850"/>
                </a:lnTo>
                <a:lnTo>
                  <a:pt x="1447800" y="1466850"/>
                </a:lnTo>
                <a:close/>
                <a:moveTo>
                  <a:pt x="1533525" y="1447800"/>
                </a:moveTo>
                <a:lnTo>
                  <a:pt x="1543050" y="1447800"/>
                </a:lnTo>
                <a:lnTo>
                  <a:pt x="1543050" y="1466850"/>
                </a:lnTo>
                <a:lnTo>
                  <a:pt x="1533525" y="1466850"/>
                </a:lnTo>
                <a:close/>
                <a:moveTo>
                  <a:pt x="1314450" y="1457325"/>
                </a:moveTo>
                <a:lnTo>
                  <a:pt x="1400175" y="1457325"/>
                </a:lnTo>
                <a:lnTo>
                  <a:pt x="1400175" y="1485900"/>
                </a:lnTo>
                <a:lnTo>
                  <a:pt x="1409700" y="1485900"/>
                </a:lnTo>
                <a:lnTo>
                  <a:pt x="1409700" y="1504950"/>
                </a:lnTo>
                <a:lnTo>
                  <a:pt x="1352550" y="1504950"/>
                </a:lnTo>
                <a:lnTo>
                  <a:pt x="1352550" y="1476375"/>
                </a:lnTo>
                <a:lnTo>
                  <a:pt x="1343025" y="1476375"/>
                </a:lnTo>
                <a:lnTo>
                  <a:pt x="1343025" y="1495425"/>
                </a:lnTo>
                <a:lnTo>
                  <a:pt x="1333500" y="1495425"/>
                </a:lnTo>
                <a:lnTo>
                  <a:pt x="1333500" y="1476375"/>
                </a:lnTo>
                <a:lnTo>
                  <a:pt x="1314450" y="1476375"/>
                </a:lnTo>
                <a:close/>
                <a:moveTo>
                  <a:pt x="1200150" y="1466850"/>
                </a:moveTo>
                <a:lnTo>
                  <a:pt x="1276350" y="1466850"/>
                </a:lnTo>
                <a:lnTo>
                  <a:pt x="1276350" y="1485900"/>
                </a:lnTo>
                <a:lnTo>
                  <a:pt x="1200150" y="1485900"/>
                </a:lnTo>
                <a:close/>
                <a:moveTo>
                  <a:pt x="1019175" y="1476375"/>
                </a:moveTo>
                <a:lnTo>
                  <a:pt x="1038225" y="1476375"/>
                </a:lnTo>
                <a:lnTo>
                  <a:pt x="1038225" y="1485900"/>
                </a:lnTo>
                <a:lnTo>
                  <a:pt x="1019175" y="1485900"/>
                </a:lnTo>
                <a:close/>
                <a:moveTo>
                  <a:pt x="1114425" y="1476375"/>
                </a:moveTo>
                <a:lnTo>
                  <a:pt x="1152525" y="1476375"/>
                </a:lnTo>
                <a:lnTo>
                  <a:pt x="1152525" y="1495425"/>
                </a:lnTo>
                <a:lnTo>
                  <a:pt x="1114425" y="1495425"/>
                </a:lnTo>
                <a:close/>
                <a:moveTo>
                  <a:pt x="1162050" y="1476375"/>
                </a:moveTo>
                <a:lnTo>
                  <a:pt x="1181100" y="1476375"/>
                </a:lnTo>
                <a:lnTo>
                  <a:pt x="1181100" y="1495425"/>
                </a:lnTo>
                <a:lnTo>
                  <a:pt x="1162050" y="1495425"/>
                </a:lnTo>
                <a:close/>
                <a:moveTo>
                  <a:pt x="1504950" y="1476375"/>
                </a:moveTo>
                <a:lnTo>
                  <a:pt x="1514475" y="1476375"/>
                </a:lnTo>
                <a:lnTo>
                  <a:pt x="1514475" y="1495425"/>
                </a:lnTo>
                <a:lnTo>
                  <a:pt x="1504950" y="1495425"/>
                </a:lnTo>
                <a:close/>
                <a:moveTo>
                  <a:pt x="1657350" y="1485900"/>
                </a:moveTo>
                <a:lnTo>
                  <a:pt x="1676400" y="1485900"/>
                </a:lnTo>
                <a:lnTo>
                  <a:pt x="1676400" y="1495425"/>
                </a:lnTo>
                <a:lnTo>
                  <a:pt x="1685925" y="1495425"/>
                </a:lnTo>
                <a:lnTo>
                  <a:pt x="1685925" y="1504950"/>
                </a:lnTo>
                <a:lnTo>
                  <a:pt x="1695450" y="1504950"/>
                </a:lnTo>
                <a:lnTo>
                  <a:pt x="1695450" y="1552575"/>
                </a:lnTo>
                <a:lnTo>
                  <a:pt x="1704975" y="1552575"/>
                </a:lnTo>
                <a:lnTo>
                  <a:pt x="1704975" y="1676400"/>
                </a:lnTo>
                <a:lnTo>
                  <a:pt x="1685925" y="1676400"/>
                </a:lnTo>
                <a:lnTo>
                  <a:pt x="1685925" y="1571625"/>
                </a:lnTo>
                <a:lnTo>
                  <a:pt x="1676400" y="1571625"/>
                </a:lnTo>
                <a:lnTo>
                  <a:pt x="1676400" y="1514475"/>
                </a:lnTo>
                <a:lnTo>
                  <a:pt x="1666875" y="1514475"/>
                </a:lnTo>
                <a:lnTo>
                  <a:pt x="1666875" y="1504950"/>
                </a:lnTo>
                <a:lnTo>
                  <a:pt x="1657350" y="1504950"/>
                </a:lnTo>
                <a:close/>
                <a:moveTo>
                  <a:pt x="1276350" y="1495425"/>
                </a:moveTo>
                <a:lnTo>
                  <a:pt x="1323975" y="1495425"/>
                </a:lnTo>
                <a:lnTo>
                  <a:pt x="1323975" y="1504950"/>
                </a:lnTo>
                <a:lnTo>
                  <a:pt x="1314450" y="1504950"/>
                </a:lnTo>
                <a:lnTo>
                  <a:pt x="1314450" y="1514475"/>
                </a:lnTo>
                <a:lnTo>
                  <a:pt x="1276350" y="1514475"/>
                </a:lnTo>
                <a:close/>
                <a:moveTo>
                  <a:pt x="781050" y="1504950"/>
                </a:moveTo>
                <a:lnTo>
                  <a:pt x="847725" y="1504950"/>
                </a:lnTo>
                <a:lnTo>
                  <a:pt x="847725" y="1524000"/>
                </a:lnTo>
                <a:lnTo>
                  <a:pt x="781050" y="1524000"/>
                </a:lnTo>
                <a:close/>
                <a:moveTo>
                  <a:pt x="1171575" y="1504950"/>
                </a:moveTo>
                <a:lnTo>
                  <a:pt x="1219200" y="1504950"/>
                </a:lnTo>
                <a:lnTo>
                  <a:pt x="1219200" y="1524000"/>
                </a:lnTo>
                <a:lnTo>
                  <a:pt x="1171575" y="1524000"/>
                </a:lnTo>
                <a:close/>
                <a:moveTo>
                  <a:pt x="685800" y="1514475"/>
                </a:moveTo>
                <a:lnTo>
                  <a:pt x="742950" y="1514475"/>
                </a:lnTo>
                <a:lnTo>
                  <a:pt x="742950" y="1524000"/>
                </a:lnTo>
                <a:lnTo>
                  <a:pt x="752475" y="1524000"/>
                </a:lnTo>
                <a:lnTo>
                  <a:pt x="752475" y="1533525"/>
                </a:lnTo>
                <a:lnTo>
                  <a:pt x="742950" y="1533525"/>
                </a:lnTo>
                <a:lnTo>
                  <a:pt x="742950" y="1543050"/>
                </a:lnTo>
                <a:lnTo>
                  <a:pt x="762000" y="1543050"/>
                </a:lnTo>
                <a:lnTo>
                  <a:pt x="762000" y="1562100"/>
                </a:lnTo>
                <a:lnTo>
                  <a:pt x="742950" y="1562100"/>
                </a:lnTo>
                <a:lnTo>
                  <a:pt x="742950" y="1552575"/>
                </a:lnTo>
                <a:lnTo>
                  <a:pt x="714375" y="1552575"/>
                </a:lnTo>
                <a:lnTo>
                  <a:pt x="714375" y="1533525"/>
                </a:lnTo>
                <a:lnTo>
                  <a:pt x="685800" y="1533525"/>
                </a:lnTo>
                <a:close/>
                <a:moveTo>
                  <a:pt x="1066800" y="1514475"/>
                </a:moveTo>
                <a:lnTo>
                  <a:pt x="1085850" y="1514475"/>
                </a:lnTo>
                <a:lnTo>
                  <a:pt x="1085850" y="1533525"/>
                </a:lnTo>
                <a:lnTo>
                  <a:pt x="1066800" y="1533525"/>
                </a:lnTo>
                <a:close/>
                <a:moveTo>
                  <a:pt x="571500" y="1524000"/>
                </a:moveTo>
                <a:lnTo>
                  <a:pt x="666750" y="1524000"/>
                </a:lnTo>
                <a:lnTo>
                  <a:pt x="666750" y="1552575"/>
                </a:lnTo>
                <a:lnTo>
                  <a:pt x="657225" y="1552575"/>
                </a:lnTo>
                <a:lnTo>
                  <a:pt x="657225" y="1562100"/>
                </a:lnTo>
                <a:lnTo>
                  <a:pt x="647700" y="1562100"/>
                </a:lnTo>
                <a:lnTo>
                  <a:pt x="647700" y="1571625"/>
                </a:lnTo>
                <a:lnTo>
                  <a:pt x="600075" y="1571625"/>
                </a:lnTo>
                <a:lnTo>
                  <a:pt x="600075" y="1543050"/>
                </a:lnTo>
                <a:lnTo>
                  <a:pt x="571500" y="1543050"/>
                </a:lnTo>
                <a:close/>
                <a:moveTo>
                  <a:pt x="447675" y="1533525"/>
                </a:moveTo>
                <a:lnTo>
                  <a:pt x="504825" y="1533525"/>
                </a:lnTo>
                <a:lnTo>
                  <a:pt x="504825" y="1552575"/>
                </a:lnTo>
                <a:lnTo>
                  <a:pt x="447675" y="1552575"/>
                </a:lnTo>
                <a:close/>
                <a:moveTo>
                  <a:pt x="828675" y="1533525"/>
                </a:moveTo>
                <a:lnTo>
                  <a:pt x="876300" y="1533525"/>
                </a:lnTo>
                <a:lnTo>
                  <a:pt x="876300" y="1543050"/>
                </a:lnTo>
                <a:lnTo>
                  <a:pt x="866775" y="1543050"/>
                </a:lnTo>
                <a:lnTo>
                  <a:pt x="866775" y="1552575"/>
                </a:lnTo>
                <a:lnTo>
                  <a:pt x="828675" y="1552575"/>
                </a:lnTo>
                <a:close/>
                <a:moveTo>
                  <a:pt x="1028700" y="1533525"/>
                </a:moveTo>
                <a:lnTo>
                  <a:pt x="1038225" y="1533525"/>
                </a:lnTo>
                <a:lnTo>
                  <a:pt x="1038225" y="1543050"/>
                </a:lnTo>
                <a:lnTo>
                  <a:pt x="1028700" y="1543050"/>
                </a:lnTo>
                <a:close/>
                <a:moveTo>
                  <a:pt x="381000" y="1543050"/>
                </a:moveTo>
                <a:lnTo>
                  <a:pt x="428625" y="1543050"/>
                </a:lnTo>
                <a:lnTo>
                  <a:pt x="428625" y="1552575"/>
                </a:lnTo>
                <a:lnTo>
                  <a:pt x="419100" y="1552575"/>
                </a:lnTo>
                <a:lnTo>
                  <a:pt x="419100" y="1590675"/>
                </a:lnTo>
                <a:lnTo>
                  <a:pt x="400050" y="1590675"/>
                </a:lnTo>
                <a:lnTo>
                  <a:pt x="400050" y="1562100"/>
                </a:lnTo>
                <a:lnTo>
                  <a:pt x="381000" y="1562100"/>
                </a:lnTo>
                <a:close/>
                <a:moveTo>
                  <a:pt x="1019175" y="1543050"/>
                </a:moveTo>
                <a:lnTo>
                  <a:pt x="1028700" y="1543050"/>
                </a:lnTo>
                <a:lnTo>
                  <a:pt x="1028700" y="1552575"/>
                </a:lnTo>
                <a:lnTo>
                  <a:pt x="1019175" y="1552575"/>
                </a:lnTo>
                <a:close/>
                <a:moveTo>
                  <a:pt x="933450" y="1552575"/>
                </a:moveTo>
                <a:lnTo>
                  <a:pt x="952500" y="1552575"/>
                </a:lnTo>
                <a:lnTo>
                  <a:pt x="952500" y="1562100"/>
                </a:lnTo>
                <a:lnTo>
                  <a:pt x="962025" y="1562100"/>
                </a:lnTo>
                <a:lnTo>
                  <a:pt x="962025" y="1571625"/>
                </a:lnTo>
                <a:lnTo>
                  <a:pt x="971550" y="1571625"/>
                </a:lnTo>
                <a:lnTo>
                  <a:pt x="971550" y="1581150"/>
                </a:lnTo>
                <a:lnTo>
                  <a:pt x="981075" y="1581150"/>
                </a:lnTo>
                <a:lnTo>
                  <a:pt x="981075" y="1638300"/>
                </a:lnTo>
                <a:lnTo>
                  <a:pt x="1000125" y="1638300"/>
                </a:lnTo>
                <a:lnTo>
                  <a:pt x="1000125" y="1619250"/>
                </a:lnTo>
                <a:lnTo>
                  <a:pt x="1009650" y="1619250"/>
                </a:lnTo>
                <a:lnTo>
                  <a:pt x="1009650" y="1628775"/>
                </a:lnTo>
                <a:lnTo>
                  <a:pt x="1019175" y="1628775"/>
                </a:lnTo>
                <a:lnTo>
                  <a:pt x="1019175" y="1771650"/>
                </a:lnTo>
                <a:lnTo>
                  <a:pt x="1028700" y="1771650"/>
                </a:lnTo>
                <a:lnTo>
                  <a:pt x="1028700" y="1838325"/>
                </a:lnTo>
                <a:lnTo>
                  <a:pt x="1009650" y="1838325"/>
                </a:lnTo>
                <a:lnTo>
                  <a:pt x="1009650" y="1752600"/>
                </a:lnTo>
                <a:lnTo>
                  <a:pt x="1000125" y="1752600"/>
                </a:lnTo>
                <a:lnTo>
                  <a:pt x="1000125" y="1657350"/>
                </a:lnTo>
                <a:lnTo>
                  <a:pt x="990600" y="1657350"/>
                </a:lnTo>
                <a:lnTo>
                  <a:pt x="990600" y="1666875"/>
                </a:lnTo>
                <a:lnTo>
                  <a:pt x="981075" y="1666875"/>
                </a:lnTo>
                <a:lnTo>
                  <a:pt x="981075" y="1724025"/>
                </a:lnTo>
                <a:lnTo>
                  <a:pt x="990600" y="1724025"/>
                </a:lnTo>
                <a:lnTo>
                  <a:pt x="990600" y="1838325"/>
                </a:lnTo>
                <a:lnTo>
                  <a:pt x="1000125" y="1838325"/>
                </a:lnTo>
                <a:lnTo>
                  <a:pt x="1000125" y="1981200"/>
                </a:lnTo>
                <a:lnTo>
                  <a:pt x="1019175" y="1981200"/>
                </a:lnTo>
                <a:lnTo>
                  <a:pt x="1019175" y="1924050"/>
                </a:lnTo>
                <a:lnTo>
                  <a:pt x="1038225" y="1924050"/>
                </a:lnTo>
                <a:lnTo>
                  <a:pt x="1038225" y="2000250"/>
                </a:lnTo>
                <a:lnTo>
                  <a:pt x="1019175" y="2000250"/>
                </a:lnTo>
                <a:lnTo>
                  <a:pt x="1019175" y="1990725"/>
                </a:lnTo>
                <a:lnTo>
                  <a:pt x="1009650" y="1990725"/>
                </a:lnTo>
                <a:lnTo>
                  <a:pt x="1009650" y="2009775"/>
                </a:lnTo>
                <a:lnTo>
                  <a:pt x="1000125" y="2009775"/>
                </a:lnTo>
                <a:lnTo>
                  <a:pt x="1000125" y="2019300"/>
                </a:lnTo>
                <a:lnTo>
                  <a:pt x="981075" y="2019300"/>
                </a:lnTo>
                <a:lnTo>
                  <a:pt x="981075" y="1952625"/>
                </a:lnTo>
                <a:lnTo>
                  <a:pt x="971550" y="1952625"/>
                </a:lnTo>
                <a:lnTo>
                  <a:pt x="971550" y="1943100"/>
                </a:lnTo>
                <a:lnTo>
                  <a:pt x="981075" y="1943100"/>
                </a:lnTo>
                <a:lnTo>
                  <a:pt x="981075" y="1924050"/>
                </a:lnTo>
                <a:lnTo>
                  <a:pt x="971550" y="1924050"/>
                </a:lnTo>
                <a:lnTo>
                  <a:pt x="971550" y="1800225"/>
                </a:lnTo>
                <a:lnTo>
                  <a:pt x="962025" y="1800225"/>
                </a:lnTo>
                <a:lnTo>
                  <a:pt x="962025" y="1657350"/>
                </a:lnTo>
                <a:lnTo>
                  <a:pt x="952500" y="1657350"/>
                </a:lnTo>
                <a:lnTo>
                  <a:pt x="952500" y="1571625"/>
                </a:lnTo>
                <a:lnTo>
                  <a:pt x="942975" y="1571625"/>
                </a:lnTo>
                <a:lnTo>
                  <a:pt x="942975" y="1562100"/>
                </a:lnTo>
                <a:lnTo>
                  <a:pt x="933450" y="1562100"/>
                </a:lnTo>
                <a:close/>
                <a:moveTo>
                  <a:pt x="504825" y="1562100"/>
                </a:moveTo>
                <a:lnTo>
                  <a:pt x="552450" y="1562100"/>
                </a:lnTo>
                <a:lnTo>
                  <a:pt x="552450" y="1581150"/>
                </a:lnTo>
                <a:lnTo>
                  <a:pt x="504825" y="1581150"/>
                </a:lnTo>
                <a:close/>
                <a:moveTo>
                  <a:pt x="1171575" y="1581150"/>
                </a:moveTo>
                <a:lnTo>
                  <a:pt x="1200150" y="1581150"/>
                </a:lnTo>
                <a:lnTo>
                  <a:pt x="1200150" y="1590675"/>
                </a:lnTo>
                <a:lnTo>
                  <a:pt x="1228725" y="1590675"/>
                </a:lnTo>
                <a:lnTo>
                  <a:pt x="1228725" y="1600200"/>
                </a:lnTo>
                <a:lnTo>
                  <a:pt x="1247775" y="1600200"/>
                </a:lnTo>
                <a:lnTo>
                  <a:pt x="1247775" y="1609725"/>
                </a:lnTo>
                <a:lnTo>
                  <a:pt x="1257300" y="1609725"/>
                </a:lnTo>
                <a:lnTo>
                  <a:pt x="1257300" y="1628775"/>
                </a:lnTo>
                <a:lnTo>
                  <a:pt x="1266825" y="1628775"/>
                </a:lnTo>
                <a:lnTo>
                  <a:pt x="1266825" y="1657350"/>
                </a:lnTo>
                <a:lnTo>
                  <a:pt x="1276350" y="1657350"/>
                </a:lnTo>
                <a:lnTo>
                  <a:pt x="1276350" y="1685925"/>
                </a:lnTo>
                <a:lnTo>
                  <a:pt x="1266825" y="1685925"/>
                </a:lnTo>
                <a:lnTo>
                  <a:pt x="1266825" y="1714500"/>
                </a:lnTo>
                <a:lnTo>
                  <a:pt x="1257300" y="1714500"/>
                </a:lnTo>
                <a:lnTo>
                  <a:pt x="1257300" y="1724025"/>
                </a:lnTo>
                <a:lnTo>
                  <a:pt x="1247775" y="1724025"/>
                </a:lnTo>
                <a:lnTo>
                  <a:pt x="1247775" y="1733550"/>
                </a:lnTo>
                <a:lnTo>
                  <a:pt x="1238250" y="1733550"/>
                </a:lnTo>
                <a:lnTo>
                  <a:pt x="1238250" y="1743075"/>
                </a:lnTo>
                <a:lnTo>
                  <a:pt x="1228725" y="1743075"/>
                </a:lnTo>
                <a:lnTo>
                  <a:pt x="1228725" y="1752600"/>
                </a:lnTo>
                <a:lnTo>
                  <a:pt x="1200150" y="1752600"/>
                </a:lnTo>
                <a:lnTo>
                  <a:pt x="1200150" y="1762125"/>
                </a:lnTo>
                <a:lnTo>
                  <a:pt x="1162050" y="1762125"/>
                </a:lnTo>
                <a:lnTo>
                  <a:pt x="1162050" y="1752600"/>
                </a:lnTo>
                <a:lnTo>
                  <a:pt x="1133475" y="1752600"/>
                </a:lnTo>
                <a:lnTo>
                  <a:pt x="1133475" y="1743075"/>
                </a:lnTo>
                <a:lnTo>
                  <a:pt x="1123950" y="1743075"/>
                </a:lnTo>
                <a:lnTo>
                  <a:pt x="1123950" y="1733550"/>
                </a:lnTo>
                <a:lnTo>
                  <a:pt x="1114425" y="1733550"/>
                </a:lnTo>
                <a:lnTo>
                  <a:pt x="1114425" y="1724025"/>
                </a:lnTo>
                <a:lnTo>
                  <a:pt x="1104900" y="1724025"/>
                </a:lnTo>
                <a:lnTo>
                  <a:pt x="1104900" y="1714500"/>
                </a:lnTo>
                <a:lnTo>
                  <a:pt x="1095375" y="1714500"/>
                </a:lnTo>
                <a:lnTo>
                  <a:pt x="1095375" y="1638300"/>
                </a:lnTo>
                <a:lnTo>
                  <a:pt x="1104900" y="1638300"/>
                </a:lnTo>
                <a:lnTo>
                  <a:pt x="1104900" y="1619250"/>
                </a:lnTo>
                <a:lnTo>
                  <a:pt x="1114425" y="1619250"/>
                </a:lnTo>
                <a:lnTo>
                  <a:pt x="1114425" y="1609725"/>
                </a:lnTo>
                <a:lnTo>
                  <a:pt x="1123950" y="1609725"/>
                </a:lnTo>
                <a:lnTo>
                  <a:pt x="1123950" y="1600200"/>
                </a:lnTo>
                <a:lnTo>
                  <a:pt x="1143000" y="1600200"/>
                </a:lnTo>
                <a:lnTo>
                  <a:pt x="1143000" y="1590675"/>
                </a:lnTo>
                <a:lnTo>
                  <a:pt x="1171575" y="1590675"/>
                </a:lnTo>
                <a:close/>
                <a:moveTo>
                  <a:pt x="285750" y="1609725"/>
                </a:moveTo>
                <a:lnTo>
                  <a:pt x="304800" y="1609725"/>
                </a:lnTo>
                <a:lnTo>
                  <a:pt x="304800" y="1619250"/>
                </a:lnTo>
                <a:lnTo>
                  <a:pt x="295275" y="1619250"/>
                </a:lnTo>
                <a:lnTo>
                  <a:pt x="295275" y="1647825"/>
                </a:lnTo>
                <a:lnTo>
                  <a:pt x="276225" y="1647825"/>
                </a:lnTo>
                <a:lnTo>
                  <a:pt x="276225" y="1619250"/>
                </a:lnTo>
                <a:lnTo>
                  <a:pt x="285750" y="1619250"/>
                </a:lnTo>
                <a:close/>
                <a:moveTo>
                  <a:pt x="2247900" y="1657350"/>
                </a:moveTo>
                <a:lnTo>
                  <a:pt x="2257425" y="1657350"/>
                </a:lnTo>
                <a:lnTo>
                  <a:pt x="2257425" y="1685925"/>
                </a:lnTo>
                <a:lnTo>
                  <a:pt x="2247900" y="1685925"/>
                </a:lnTo>
                <a:close/>
                <a:moveTo>
                  <a:pt x="276225" y="1666875"/>
                </a:moveTo>
                <a:lnTo>
                  <a:pt x="285750" y="1666875"/>
                </a:lnTo>
                <a:lnTo>
                  <a:pt x="285750" y="1676400"/>
                </a:lnTo>
                <a:lnTo>
                  <a:pt x="295275" y="1676400"/>
                </a:lnTo>
                <a:lnTo>
                  <a:pt x="295275" y="1838325"/>
                </a:lnTo>
                <a:lnTo>
                  <a:pt x="304800" y="1838325"/>
                </a:lnTo>
                <a:lnTo>
                  <a:pt x="304800" y="1847850"/>
                </a:lnTo>
                <a:lnTo>
                  <a:pt x="295275" y="1847850"/>
                </a:lnTo>
                <a:lnTo>
                  <a:pt x="295275" y="1857375"/>
                </a:lnTo>
                <a:lnTo>
                  <a:pt x="304800" y="1857375"/>
                </a:lnTo>
                <a:lnTo>
                  <a:pt x="304800" y="2009775"/>
                </a:lnTo>
                <a:lnTo>
                  <a:pt x="314325" y="2009775"/>
                </a:lnTo>
                <a:lnTo>
                  <a:pt x="314325" y="2114550"/>
                </a:lnTo>
                <a:lnTo>
                  <a:pt x="323850" y="2114550"/>
                </a:lnTo>
                <a:lnTo>
                  <a:pt x="323850" y="2124075"/>
                </a:lnTo>
                <a:lnTo>
                  <a:pt x="333375" y="2124075"/>
                </a:lnTo>
                <a:lnTo>
                  <a:pt x="333375" y="2133600"/>
                </a:lnTo>
                <a:lnTo>
                  <a:pt x="342900" y="2133600"/>
                </a:lnTo>
                <a:lnTo>
                  <a:pt x="342900" y="2143125"/>
                </a:lnTo>
                <a:lnTo>
                  <a:pt x="352425" y="2143125"/>
                </a:lnTo>
                <a:lnTo>
                  <a:pt x="352425" y="2162175"/>
                </a:lnTo>
                <a:lnTo>
                  <a:pt x="342900" y="2162175"/>
                </a:lnTo>
                <a:lnTo>
                  <a:pt x="342900" y="2152650"/>
                </a:lnTo>
                <a:lnTo>
                  <a:pt x="323850" y="2152650"/>
                </a:lnTo>
                <a:lnTo>
                  <a:pt x="323850" y="2143125"/>
                </a:lnTo>
                <a:lnTo>
                  <a:pt x="314325" y="2143125"/>
                </a:lnTo>
                <a:lnTo>
                  <a:pt x="314325" y="2124075"/>
                </a:lnTo>
                <a:lnTo>
                  <a:pt x="304800" y="2124075"/>
                </a:lnTo>
                <a:lnTo>
                  <a:pt x="304800" y="2105025"/>
                </a:lnTo>
                <a:lnTo>
                  <a:pt x="295275" y="2105025"/>
                </a:lnTo>
                <a:lnTo>
                  <a:pt x="295275" y="2076450"/>
                </a:lnTo>
                <a:lnTo>
                  <a:pt x="285750" y="2076450"/>
                </a:lnTo>
                <a:lnTo>
                  <a:pt x="285750" y="1895475"/>
                </a:lnTo>
                <a:lnTo>
                  <a:pt x="276225" y="1895475"/>
                </a:lnTo>
                <a:close/>
                <a:moveTo>
                  <a:pt x="1704975" y="1676400"/>
                </a:moveTo>
                <a:lnTo>
                  <a:pt x="1714500" y="1676400"/>
                </a:lnTo>
                <a:lnTo>
                  <a:pt x="1714500" y="1762125"/>
                </a:lnTo>
                <a:lnTo>
                  <a:pt x="1724025" y="1762125"/>
                </a:lnTo>
                <a:lnTo>
                  <a:pt x="1724025" y="1885950"/>
                </a:lnTo>
                <a:lnTo>
                  <a:pt x="1733550" y="1885950"/>
                </a:lnTo>
                <a:lnTo>
                  <a:pt x="1733550" y="2009775"/>
                </a:lnTo>
                <a:lnTo>
                  <a:pt x="1724025" y="2009775"/>
                </a:lnTo>
                <a:lnTo>
                  <a:pt x="1724025" y="2028825"/>
                </a:lnTo>
                <a:lnTo>
                  <a:pt x="1714500" y="2028825"/>
                </a:lnTo>
                <a:lnTo>
                  <a:pt x="1714500" y="2038350"/>
                </a:lnTo>
                <a:lnTo>
                  <a:pt x="1704975" y="2038350"/>
                </a:lnTo>
                <a:lnTo>
                  <a:pt x="1704975" y="2047875"/>
                </a:lnTo>
                <a:lnTo>
                  <a:pt x="1695450" y="2047875"/>
                </a:lnTo>
                <a:lnTo>
                  <a:pt x="1695450" y="2057400"/>
                </a:lnTo>
                <a:lnTo>
                  <a:pt x="1657350" y="2057400"/>
                </a:lnTo>
                <a:lnTo>
                  <a:pt x="1657350" y="2066925"/>
                </a:lnTo>
                <a:lnTo>
                  <a:pt x="1590675" y="2066925"/>
                </a:lnTo>
                <a:lnTo>
                  <a:pt x="1590675" y="2047875"/>
                </a:lnTo>
                <a:lnTo>
                  <a:pt x="1666875" y="2047875"/>
                </a:lnTo>
                <a:lnTo>
                  <a:pt x="1666875" y="2038350"/>
                </a:lnTo>
                <a:lnTo>
                  <a:pt x="1685925" y="2038350"/>
                </a:lnTo>
                <a:lnTo>
                  <a:pt x="1685925" y="2028825"/>
                </a:lnTo>
                <a:lnTo>
                  <a:pt x="1695450" y="2028825"/>
                </a:lnTo>
                <a:lnTo>
                  <a:pt x="1695450" y="2019300"/>
                </a:lnTo>
                <a:lnTo>
                  <a:pt x="1704975" y="2019300"/>
                </a:lnTo>
                <a:lnTo>
                  <a:pt x="1704975" y="2000250"/>
                </a:lnTo>
                <a:lnTo>
                  <a:pt x="1714500" y="2000250"/>
                </a:lnTo>
                <a:lnTo>
                  <a:pt x="1714500" y="1943100"/>
                </a:lnTo>
                <a:lnTo>
                  <a:pt x="1704975" y="1943100"/>
                </a:lnTo>
                <a:lnTo>
                  <a:pt x="1704975" y="1819275"/>
                </a:lnTo>
                <a:lnTo>
                  <a:pt x="1695450" y="1819275"/>
                </a:lnTo>
                <a:lnTo>
                  <a:pt x="1695450" y="1695450"/>
                </a:lnTo>
                <a:lnTo>
                  <a:pt x="1704975" y="1695450"/>
                </a:lnTo>
                <a:close/>
                <a:moveTo>
                  <a:pt x="1238250" y="1704975"/>
                </a:moveTo>
                <a:lnTo>
                  <a:pt x="1247775" y="1704975"/>
                </a:lnTo>
                <a:lnTo>
                  <a:pt x="1247775" y="1676400"/>
                </a:lnTo>
                <a:lnTo>
                  <a:pt x="1238250" y="1676400"/>
                </a:lnTo>
                <a:lnTo>
                  <a:pt x="1238250" y="1666875"/>
                </a:lnTo>
                <a:lnTo>
                  <a:pt x="1228725" y="1666875"/>
                </a:lnTo>
                <a:lnTo>
                  <a:pt x="1228725" y="1628775"/>
                </a:lnTo>
                <a:lnTo>
                  <a:pt x="1219200" y="1628775"/>
                </a:lnTo>
                <a:lnTo>
                  <a:pt x="1219200" y="1619250"/>
                </a:lnTo>
                <a:lnTo>
                  <a:pt x="1152525" y="1619250"/>
                </a:lnTo>
                <a:lnTo>
                  <a:pt x="1152525" y="1628775"/>
                </a:lnTo>
                <a:lnTo>
                  <a:pt x="1143000" y="1628775"/>
                </a:lnTo>
                <a:lnTo>
                  <a:pt x="1143000" y="1685925"/>
                </a:lnTo>
                <a:lnTo>
                  <a:pt x="1133475" y="1685925"/>
                </a:lnTo>
                <a:lnTo>
                  <a:pt x="1133475" y="1695450"/>
                </a:lnTo>
                <a:lnTo>
                  <a:pt x="1123950" y="1695450"/>
                </a:lnTo>
                <a:lnTo>
                  <a:pt x="1123950" y="1714500"/>
                </a:lnTo>
                <a:lnTo>
                  <a:pt x="1133475" y="1714500"/>
                </a:lnTo>
                <a:lnTo>
                  <a:pt x="1133475" y="1724025"/>
                </a:lnTo>
                <a:lnTo>
                  <a:pt x="1228725" y="1724025"/>
                </a:lnTo>
                <a:lnTo>
                  <a:pt x="1228725" y="1714500"/>
                </a:lnTo>
                <a:lnTo>
                  <a:pt x="1238250" y="1714500"/>
                </a:lnTo>
                <a:close/>
                <a:moveTo>
                  <a:pt x="1771650" y="1838325"/>
                </a:moveTo>
                <a:lnTo>
                  <a:pt x="1781175" y="1838325"/>
                </a:lnTo>
                <a:lnTo>
                  <a:pt x="1781175" y="1857375"/>
                </a:lnTo>
                <a:lnTo>
                  <a:pt x="1771650" y="1857375"/>
                </a:lnTo>
                <a:close/>
                <a:moveTo>
                  <a:pt x="1228725" y="1847850"/>
                </a:moveTo>
                <a:lnTo>
                  <a:pt x="1238250" y="1847850"/>
                </a:lnTo>
                <a:lnTo>
                  <a:pt x="1238250" y="1857375"/>
                </a:lnTo>
                <a:lnTo>
                  <a:pt x="1228725" y="1857375"/>
                </a:lnTo>
                <a:close/>
                <a:moveTo>
                  <a:pt x="2190750" y="1847850"/>
                </a:moveTo>
                <a:lnTo>
                  <a:pt x="2200275" y="1847850"/>
                </a:lnTo>
                <a:lnTo>
                  <a:pt x="2200275" y="1857375"/>
                </a:lnTo>
                <a:lnTo>
                  <a:pt x="2190750" y="1857375"/>
                </a:lnTo>
                <a:close/>
                <a:moveTo>
                  <a:pt x="2200275" y="1857375"/>
                </a:moveTo>
                <a:lnTo>
                  <a:pt x="2209800" y="1857375"/>
                </a:lnTo>
                <a:lnTo>
                  <a:pt x="2209800" y="1866900"/>
                </a:lnTo>
                <a:lnTo>
                  <a:pt x="2200275" y="1866900"/>
                </a:lnTo>
                <a:close/>
                <a:moveTo>
                  <a:pt x="1771650" y="1866900"/>
                </a:moveTo>
                <a:lnTo>
                  <a:pt x="1781175" y="1866900"/>
                </a:lnTo>
                <a:lnTo>
                  <a:pt x="1781175" y="1905000"/>
                </a:lnTo>
                <a:lnTo>
                  <a:pt x="1771650" y="1905000"/>
                </a:lnTo>
                <a:close/>
                <a:moveTo>
                  <a:pt x="2190750" y="1866900"/>
                </a:moveTo>
                <a:lnTo>
                  <a:pt x="2200275" y="1866900"/>
                </a:lnTo>
                <a:lnTo>
                  <a:pt x="2200275" y="1876425"/>
                </a:lnTo>
                <a:lnTo>
                  <a:pt x="2209800" y="1876425"/>
                </a:lnTo>
                <a:lnTo>
                  <a:pt x="2209800" y="1866900"/>
                </a:lnTo>
                <a:lnTo>
                  <a:pt x="2219325" y="1866900"/>
                </a:lnTo>
                <a:lnTo>
                  <a:pt x="2219325" y="1876425"/>
                </a:lnTo>
                <a:lnTo>
                  <a:pt x="2228850" y="1876425"/>
                </a:lnTo>
                <a:lnTo>
                  <a:pt x="2228850" y="1885950"/>
                </a:lnTo>
                <a:lnTo>
                  <a:pt x="2219325" y="1885950"/>
                </a:lnTo>
                <a:lnTo>
                  <a:pt x="2219325" y="1895475"/>
                </a:lnTo>
                <a:lnTo>
                  <a:pt x="2190750" y="1895475"/>
                </a:lnTo>
                <a:close/>
                <a:moveTo>
                  <a:pt x="523875" y="1905000"/>
                </a:moveTo>
                <a:lnTo>
                  <a:pt x="533400" y="1905000"/>
                </a:lnTo>
                <a:lnTo>
                  <a:pt x="533400" y="1914525"/>
                </a:lnTo>
                <a:lnTo>
                  <a:pt x="523875" y="1914525"/>
                </a:lnTo>
                <a:close/>
                <a:moveTo>
                  <a:pt x="1771650" y="1971675"/>
                </a:moveTo>
                <a:lnTo>
                  <a:pt x="1781175" y="1971675"/>
                </a:lnTo>
                <a:lnTo>
                  <a:pt x="1781175" y="1981200"/>
                </a:lnTo>
                <a:lnTo>
                  <a:pt x="1771650" y="1981200"/>
                </a:lnTo>
                <a:close/>
                <a:moveTo>
                  <a:pt x="2143125" y="1971675"/>
                </a:moveTo>
                <a:lnTo>
                  <a:pt x="2171700" y="1971675"/>
                </a:lnTo>
                <a:lnTo>
                  <a:pt x="2171700" y="1981200"/>
                </a:lnTo>
                <a:lnTo>
                  <a:pt x="2143125" y="1981200"/>
                </a:lnTo>
                <a:close/>
                <a:moveTo>
                  <a:pt x="2133600" y="1981200"/>
                </a:moveTo>
                <a:lnTo>
                  <a:pt x="2143125" y="1981200"/>
                </a:lnTo>
                <a:lnTo>
                  <a:pt x="2143125" y="1990725"/>
                </a:lnTo>
                <a:lnTo>
                  <a:pt x="2133600" y="1990725"/>
                </a:lnTo>
                <a:close/>
                <a:moveTo>
                  <a:pt x="2190750" y="1981200"/>
                </a:moveTo>
                <a:lnTo>
                  <a:pt x="2200275" y="1981200"/>
                </a:lnTo>
                <a:lnTo>
                  <a:pt x="2200275" y="1990725"/>
                </a:lnTo>
                <a:lnTo>
                  <a:pt x="2209800" y="1990725"/>
                </a:lnTo>
                <a:lnTo>
                  <a:pt x="2209800" y="2057400"/>
                </a:lnTo>
                <a:lnTo>
                  <a:pt x="2200275" y="2057400"/>
                </a:lnTo>
                <a:lnTo>
                  <a:pt x="2200275" y="2047875"/>
                </a:lnTo>
                <a:lnTo>
                  <a:pt x="2190750" y="2047875"/>
                </a:lnTo>
                <a:lnTo>
                  <a:pt x="2190750" y="2057400"/>
                </a:lnTo>
                <a:lnTo>
                  <a:pt x="2181225" y="2057400"/>
                </a:lnTo>
                <a:lnTo>
                  <a:pt x="2181225" y="2066925"/>
                </a:lnTo>
                <a:lnTo>
                  <a:pt x="2190750" y="2066925"/>
                </a:lnTo>
                <a:lnTo>
                  <a:pt x="2190750" y="2085975"/>
                </a:lnTo>
                <a:lnTo>
                  <a:pt x="2200275" y="2085975"/>
                </a:lnTo>
                <a:lnTo>
                  <a:pt x="2200275" y="2076450"/>
                </a:lnTo>
                <a:lnTo>
                  <a:pt x="2209800" y="2076450"/>
                </a:lnTo>
                <a:lnTo>
                  <a:pt x="2209800" y="2085975"/>
                </a:lnTo>
                <a:lnTo>
                  <a:pt x="2200275" y="2085975"/>
                </a:lnTo>
                <a:lnTo>
                  <a:pt x="2200275" y="2114550"/>
                </a:lnTo>
                <a:lnTo>
                  <a:pt x="2190750" y="2114550"/>
                </a:lnTo>
                <a:lnTo>
                  <a:pt x="2190750" y="2105025"/>
                </a:lnTo>
                <a:lnTo>
                  <a:pt x="2181225" y="2105025"/>
                </a:lnTo>
                <a:lnTo>
                  <a:pt x="2181225" y="2114550"/>
                </a:lnTo>
                <a:lnTo>
                  <a:pt x="2171700" y="2114550"/>
                </a:lnTo>
                <a:lnTo>
                  <a:pt x="2171700" y="2095500"/>
                </a:lnTo>
                <a:lnTo>
                  <a:pt x="2162175" y="2095500"/>
                </a:lnTo>
                <a:lnTo>
                  <a:pt x="2162175" y="2038350"/>
                </a:lnTo>
                <a:lnTo>
                  <a:pt x="2152650" y="2038350"/>
                </a:lnTo>
                <a:lnTo>
                  <a:pt x="2152650" y="2028825"/>
                </a:lnTo>
                <a:lnTo>
                  <a:pt x="2143125" y="2028825"/>
                </a:lnTo>
                <a:lnTo>
                  <a:pt x="2143125" y="2019300"/>
                </a:lnTo>
                <a:lnTo>
                  <a:pt x="2152650" y="2019300"/>
                </a:lnTo>
                <a:lnTo>
                  <a:pt x="2152650" y="2028825"/>
                </a:lnTo>
                <a:lnTo>
                  <a:pt x="2162175" y="2028825"/>
                </a:lnTo>
                <a:lnTo>
                  <a:pt x="2162175" y="2009775"/>
                </a:lnTo>
                <a:lnTo>
                  <a:pt x="2152650" y="2009775"/>
                </a:lnTo>
                <a:lnTo>
                  <a:pt x="2152650" y="2000250"/>
                </a:lnTo>
                <a:lnTo>
                  <a:pt x="2143125" y="2000250"/>
                </a:lnTo>
                <a:lnTo>
                  <a:pt x="2143125" y="1990725"/>
                </a:lnTo>
                <a:lnTo>
                  <a:pt x="2162175" y="1990725"/>
                </a:lnTo>
                <a:lnTo>
                  <a:pt x="2162175" y="2000250"/>
                </a:lnTo>
                <a:lnTo>
                  <a:pt x="2190750" y="2000250"/>
                </a:lnTo>
                <a:close/>
                <a:moveTo>
                  <a:pt x="1781175" y="1990725"/>
                </a:moveTo>
                <a:lnTo>
                  <a:pt x="1790700" y="1990725"/>
                </a:lnTo>
                <a:lnTo>
                  <a:pt x="1790700" y="2009775"/>
                </a:lnTo>
                <a:lnTo>
                  <a:pt x="1781175" y="2009775"/>
                </a:lnTo>
                <a:close/>
                <a:moveTo>
                  <a:pt x="1028700" y="2019300"/>
                </a:moveTo>
                <a:lnTo>
                  <a:pt x="1038225" y="2019300"/>
                </a:lnTo>
                <a:lnTo>
                  <a:pt x="1038225" y="2038350"/>
                </a:lnTo>
                <a:lnTo>
                  <a:pt x="1047750" y="2038350"/>
                </a:lnTo>
                <a:lnTo>
                  <a:pt x="1047750" y="2066925"/>
                </a:lnTo>
                <a:lnTo>
                  <a:pt x="1057275" y="2066925"/>
                </a:lnTo>
                <a:lnTo>
                  <a:pt x="1057275" y="2076450"/>
                </a:lnTo>
                <a:lnTo>
                  <a:pt x="1076325" y="2076450"/>
                </a:lnTo>
                <a:lnTo>
                  <a:pt x="1076325" y="2085975"/>
                </a:lnTo>
                <a:lnTo>
                  <a:pt x="1181100" y="2085975"/>
                </a:lnTo>
                <a:lnTo>
                  <a:pt x="1181100" y="2105025"/>
                </a:lnTo>
                <a:lnTo>
                  <a:pt x="1076325" y="2105025"/>
                </a:lnTo>
                <a:lnTo>
                  <a:pt x="1076325" y="2095500"/>
                </a:lnTo>
                <a:lnTo>
                  <a:pt x="1057275" y="2095500"/>
                </a:lnTo>
                <a:lnTo>
                  <a:pt x="1057275" y="2085975"/>
                </a:lnTo>
                <a:lnTo>
                  <a:pt x="1047750" y="2085975"/>
                </a:lnTo>
                <a:lnTo>
                  <a:pt x="1047750" y="2076450"/>
                </a:lnTo>
                <a:lnTo>
                  <a:pt x="1038225" y="2076450"/>
                </a:lnTo>
                <a:lnTo>
                  <a:pt x="1038225" y="2066925"/>
                </a:lnTo>
                <a:lnTo>
                  <a:pt x="1028700" y="2066925"/>
                </a:lnTo>
                <a:lnTo>
                  <a:pt x="1028700" y="2038350"/>
                </a:lnTo>
                <a:lnTo>
                  <a:pt x="1019175" y="2038350"/>
                </a:lnTo>
                <a:lnTo>
                  <a:pt x="1019175" y="2028825"/>
                </a:lnTo>
                <a:lnTo>
                  <a:pt x="1028700" y="2028825"/>
                </a:lnTo>
                <a:close/>
                <a:moveTo>
                  <a:pt x="981075" y="2028825"/>
                </a:moveTo>
                <a:lnTo>
                  <a:pt x="1009650" y="2028825"/>
                </a:lnTo>
                <a:lnTo>
                  <a:pt x="1009650" y="2047875"/>
                </a:lnTo>
                <a:lnTo>
                  <a:pt x="1000125" y="2047875"/>
                </a:lnTo>
                <a:lnTo>
                  <a:pt x="1000125" y="2076450"/>
                </a:lnTo>
                <a:lnTo>
                  <a:pt x="990600" y="2076450"/>
                </a:lnTo>
                <a:lnTo>
                  <a:pt x="990600" y="2085975"/>
                </a:lnTo>
                <a:lnTo>
                  <a:pt x="981075" y="2085975"/>
                </a:lnTo>
                <a:lnTo>
                  <a:pt x="981075" y="2095500"/>
                </a:lnTo>
                <a:lnTo>
                  <a:pt x="971550" y="2095500"/>
                </a:lnTo>
                <a:lnTo>
                  <a:pt x="971550" y="2105025"/>
                </a:lnTo>
                <a:lnTo>
                  <a:pt x="962025" y="2105025"/>
                </a:lnTo>
                <a:lnTo>
                  <a:pt x="962025" y="2114550"/>
                </a:lnTo>
                <a:lnTo>
                  <a:pt x="942975" y="2114550"/>
                </a:lnTo>
                <a:lnTo>
                  <a:pt x="942975" y="2124075"/>
                </a:lnTo>
                <a:lnTo>
                  <a:pt x="885825" y="2124075"/>
                </a:lnTo>
                <a:lnTo>
                  <a:pt x="885825" y="2105025"/>
                </a:lnTo>
                <a:lnTo>
                  <a:pt x="942975" y="2105025"/>
                </a:lnTo>
                <a:lnTo>
                  <a:pt x="942975" y="2095500"/>
                </a:lnTo>
                <a:lnTo>
                  <a:pt x="962025" y="2095500"/>
                </a:lnTo>
                <a:lnTo>
                  <a:pt x="962025" y="2085975"/>
                </a:lnTo>
                <a:lnTo>
                  <a:pt x="971550" y="2085975"/>
                </a:lnTo>
                <a:lnTo>
                  <a:pt x="971550" y="2066925"/>
                </a:lnTo>
                <a:lnTo>
                  <a:pt x="981075" y="2066925"/>
                </a:lnTo>
                <a:close/>
                <a:moveTo>
                  <a:pt x="1447800" y="2057400"/>
                </a:moveTo>
                <a:lnTo>
                  <a:pt x="1543050" y="2057400"/>
                </a:lnTo>
                <a:lnTo>
                  <a:pt x="1543050" y="2076450"/>
                </a:lnTo>
                <a:lnTo>
                  <a:pt x="1447800" y="2076450"/>
                </a:lnTo>
                <a:close/>
                <a:moveTo>
                  <a:pt x="1781175" y="2057400"/>
                </a:moveTo>
                <a:lnTo>
                  <a:pt x="1790700" y="2057400"/>
                </a:lnTo>
                <a:lnTo>
                  <a:pt x="1790700" y="2066925"/>
                </a:lnTo>
                <a:lnTo>
                  <a:pt x="1781175" y="2066925"/>
                </a:lnTo>
                <a:close/>
                <a:moveTo>
                  <a:pt x="1352550" y="2066925"/>
                </a:moveTo>
                <a:lnTo>
                  <a:pt x="1409700" y="2066925"/>
                </a:lnTo>
                <a:lnTo>
                  <a:pt x="1409700" y="2085975"/>
                </a:lnTo>
                <a:lnTo>
                  <a:pt x="1352550" y="2085975"/>
                </a:lnTo>
                <a:close/>
                <a:moveTo>
                  <a:pt x="1209675" y="2076450"/>
                </a:moveTo>
                <a:lnTo>
                  <a:pt x="1276350" y="2076450"/>
                </a:lnTo>
                <a:lnTo>
                  <a:pt x="1276350" y="2095500"/>
                </a:lnTo>
                <a:lnTo>
                  <a:pt x="1209675" y="2095500"/>
                </a:lnTo>
                <a:close/>
                <a:moveTo>
                  <a:pt x="1790700" y="2095500"/>
                </a:moveTo>
                <a:lnTo>
                  <a:pt x="1800225" y="2095500"/>
                </a:lnTo>
                <a:lnTo>
                  <a:pt x="1800225" y="2133600"/>
                </a:lnTo>
                <a:lnTo>
                  <a:pt x="1781175" y="2133600"/>
                </a:lnTo>
                <a:lnTo>
                  <a:pt x="1781175" y="2143125"/>
                </a:lnTo>
                <a:lnTo>
                  <a:pt x="1771650" y="2143125"/>
                </a:lnTo>
                <a:lnTo>
                  <a:pt x="1771650" y="2105025"/>
                </a:lnTo>
                <a:lnTo>
                  <a:pt x="1790700" y="2105025"/>
                </a:lnTo>
                <a:close/>
                <a:moveTo>
                  <a:pt x="723900" y="2114550"/>
                </a:moveTo>
                <a:lnTo>
                  <a:pt x="838200" y="2114550"/>
                </a:lnTo>
                <a:lnTo>
                  <a:pt x="838200" y="2133600"/>
                </a:lnTo>
                <a:lnTo>
                  <a:pt x="733425" y="2133600"/>
                </a:lnTo>
                <a:lnTo>
                  <a:pt x="733425" y="2143125"/>
                </a:lnTo>
                <a:lnTo>
                  <a:pt x="609600" y="2143125"/>
                </a:lnTo>
                <a:lnTo>
                  <a:pt x="609600" y="2124075"/>
                </a:lnTo>
                <a:lnTo>
                  <a:pt x="723900" y="2124075"/>
                </a:lnTo>
                <a:close/>
                <a:moveTo>
                  <a:pt x="476250" y="2133600"/>
                </a:moveTo>
                <a:lnTo>
                  <a:pt x="590550" y="2133600"/>
                </a:lnTo>
                <a:lnTo>
                  <a:pt x="590550" y="2143125"/>
                </a:lnTo>
                <a:lnTo>
                  <a:pt x="600075" y="2143125"/>
                </a:lnTo>
                <a:lnTo>
                  <a:pt x="600075" y="2152650"/>
                </a:lnTo>
                <a:lnTo>
                  <a:pt x="495300" y="2152650"/>
                </a:lnTo>
                <a:lnTo>
                  <a:pt x="495300" y="2162175"/>
                </a:lnTo>
                <a:lnTo>
                  <a:pt x="438150" y="2162175"/>
                </a:lnTo>
                <a:lnTo>
                  <a:pt x="438150" y="2143125"/>
                </a:lnTo>
                <a:lnTo>
                  <a:pt x="476250" y="2143125"/>
                </a:lnTo>
                <a:close/>
                <a:moveTo>
                  <a:pt x="390525" y="2143125"/>
                </a:moveTo>
                <a:lnTo>
                  <a:pt x="419100" y="2143125"/>
                </a:lnTo>
                <a:lnTo>
                  <a:pt x="419100" y="2162175"/>
                </a:lnTo>
                <a:lnTo>
                  <a:pt x="390525" y="2162175"/>
                </a:lnTo>
                <a:close/>
                <a:moveTo>
                  <a:pt x="2181225" y="2143125"/>
                </a:moveTo>
                <a:lnTo>
                  <a:pt x="2190750" y="2143125"/>
                </a:lnTo>
                <a:lnTo>
                  <a:pt x="2190750" y="2162175"/>
                </a:lnTo>
                <a:lnTo>
                  <a:pt x="2181225" y="2162175"/>
                </a:lnTo>
                <a:close/>
                <a:moveTo>
                  <a:pt x="361950" y="2152650"/>
                </a:moveTo>
                <a:lnTo>
                  <a:pt x="381000" y="2152650"/>
                </a:lnTo>
                <a:lnTo>
                  <a:pt x="381000" y="2162175"/>
                </a:lnTo>
                <a:lnTo>
                  <a:pt x="361950" y="2162175"/>
                </a:lnTo>
                <a:close/>
                <a:moveTo>
                  <a:pt x="1771650" y="2152650"/>
                </a:moveTo>
                <a:lnTo>
                  <a:pt x="1781175" y="2152650"/>
                </a:lnTo>
                <a:lnTo>
                  <a:pt x="1781175" y="2190750"/>
                </a:lnTo>
                <a:lnTo>
                  <a:pt x="1762125" y="2190750"/>
                </a:lnTo>
                <a:lnTo>
                  <a:pt x="1762125" y="2162175"/>
                </a:lnTo>
                <a:lnTo>
                  <a:pt x="1771650" y="2162175"/>
                </a:lnTo>
                <a:close/>
                <a:moveTo>
                  <a:pt x="1790700" y="2152650"/>
                </a:moveTo>
                <a:lnTo>
                  <a:pt x="1800225" y="2152650"/>
                </a:lnTo>
                <a:lnTo>
                  <a:pt x="1800225" y="2162175"/>
                </a:lnTo>
                <a:lnTo>
                  <a:pt x="1790700" y="2162175"/>
                </a:lnTo>
                <a:close/>
                <a:moveTo>
                  <a:pt x="1657350" y="2190750"/>
                </a:moveTo>
                <a:lnTo>
                  <a:pt x="1666875" y="2190750"/>
                </a:lnTo>
                <a:lnTo>
                  <a:pt x="1666875" y="2200275"/>
                </a:lnTo>
                <a:lnTo>
                  <a:pt x="1657350" y="2200275"/>
                </a:lnTo>
                <a:close/>
                <a:moveTo>
                  <a:pt x="2181225" y="2190750"/>
                </a:moveTo>
                <a:lnTo>
                  <a:pt x="2190750" y="2190750"/>
                </a:lnTo>
                <a:lnTo>
                  <a:pt x="2190750" y="2219325"/>
                </a:lnTo>
                <a:lnTo>
                  <a:pt x="2181225" y="2219325"/>
                </a:lnTo>
                <a:close/>
                <a:moveTo>
                  <a:pt x="247650" y="2200275"/>
                </a:moveTo>
                <a:lnTo>
                  <a:pt x="257175" y="2200275"/>
                </a:lnTo>
                <a:lnTo>
                  <a:pt x="257175" y="2247900"/>
                </a:lnTo>
                <a:lnTo>
                  <a:pt x="247650" y="2247900"/>
                </a:lnTo>
                <a:close/>
                <a:moveTo>
                  <a:pt x="2171700" y="2219325"/>
                </a:moveTo>
                <a:lnTo>
                  <a:pt x="2181225" y="2219325"/>
                </a:lnTo>
                <a:lnTo>
                  <a:pt x="2181225" y="2247900"/>
                </a:lnTo>
                <a:lnTo>
                  <a:pt x="2162175" y="2247900"/>
                </a:lnTo>
                <a:lnTo>
                  <a:pt x="2162175" y="2228850"/>
                </a:lnTo>
                <a:lnTo>
                  <a:pt x="2171700" y="2228850"/>
                </a:lnTo>
                <a:close/>
                <a:moveTo>
                  <a:pt x="1771650" y="2238375"/>
                </a:moveTo>
                <a:lnTo>
                  <a:pt x="1790700" y="2238375"/>
                </a:lnTo>
                <a:lnTo>
                  <a:pt x="1790700" y="2276475"/>
                </a:lnTo>
                <a:lnTo>
                  <a:pt x="1781175" y="2276475"/>
                </a:lnTo>
                <a:lnTo>
                  <a:pt x="1781175" y="2286000"/>
                </a:lnTo>
                <a:lnTo>
                  <a:pt x="1771650" y="2286000"/>
                </a:lnTo>
                <a:lnTo>
                  <a:pt x="1771650" y="2276475"/>
                </a:lnTo>
                <a:lnTo>
                  <a:pt x="1762125" y="2276475"/>
                </a:lnTo>
                <a:lnTo>
                  <a:pt x="1762125" y="2247900"/>
                </a:lnTo>
                <a:lnTo>
                  <a:pt x="1771650" y="2247900"/>
                </a:lnTo>
                <a:close/>
                <a:moveTo>
                  <a:pt x="657225" y="2257425"/>
                </a:moveTo>
                <a:lnTo>
                  <a:pt x="666750" y="2257425"/>
                </a:lnTo>
                <a:lnTo>
                  <a:pt x="666750" y="2266950"/>
                </a:lnTo>
                <a:lnTo>
                  <a:pt x="657225" y="2266950"/>
                </a:lnTo>
                <a:close/>
                <a:moveTo>
                  <a:pt x="847725" y="2257425"/>
                </a:moveTo>
                <a:lnTo>
                  <a:pt x="857250" y="2257425"/>
                </a:lnTo>
                <a:lnTo>
                  <a:pt x="857250" y="2266950"/>
                </a:lnTo>
                <a:lnTo>
                  <a:pt x="847725" y="2266950"/>
                </a:lnTo>
                <a:close/>
                <a:moveTo>
                  <a:pt x="390525" y="2266950"/>
                </a:moveTo>
                <a:lnTo>
                  <a:pt x="409575" y="2266950"/>
                </a:lnTo>
                <a:lnTo>
                  <a:pt x="409575" y="2276475"/>
                </a:lnTo>
                <a:lnTo>
                  <a:pt x="438150" y="2276475"/>
                </a:lnTo>
                <a:lnTo>
                  <a:pt x="438150" y="2286000"/>
                </a:lnTo>
                <a:lnTo>
                  <a:pt x="400050" y="2286000"/>
                </a:lnTo>
                <a:lnTo>
                  <a:pt x="400050" y="2276475"/>
                </a:lnTo>
                <a:lnTo>
                  <a:pt x="390525" y="2276475"/>
                </a:lnTo>
                <a:close/>
                <a:moveTo>
                  <a:pt x="352425" y="2314575"/>
                </a:moveTo>
                <a:lnTo>
                  <a:pt x="361950" y="2314575"/>
                </a:lnTo>
                <a:lnTo>
                  <a:pt x="361950" y="2324100"/>
                </a:lnTo>
                <a:lnTo>
                  <a:pt x="352425" y="2324100"/>
                </a:lnTo>
                <a:close/>
                <a:moveTo>
                  <a:pt x="390525" y="2324100"/>
                </a:moveTo>
                <a:lnTo>
                  <a:pt x="400050" y="2324100"/>
                </a:lnTo>
                <a:lnTo>
                  <a:pt x="400050" y="2333625"/>
                </a:lnTo>
                <a:lnTo>
                  <a:pt x="390525" y="2333625"/>
                </a:lnTo>
                <a:close/>
                <a:moveTo>
                  <a:pt x="542925" y="2324100"/>
                </a:moveTo>
                <a:lnTo>
                  <a:pt x="552450" y="2324100"/>
                </a:lnTo>
                <a:lnTo>
                  <a:pt x="552450" y="2333625"/>
                </a:lnTo>
                <a:lnTo>
                  <a:pt x="542925" y="2333625"/>
                </a:lnTo>
                <a:close/>
                <a:moveTo>
                  <a:pt x="371475" y="2333625"/>
                </a:moveTo>
                <a:lnTo>
                  <a:pt x="381000" y="2333625"/>
                </a:lnTo>
                <a:lnTo>
                  <a:pt x="381000" y="2343150"/>
                </a:lnTo>
                <a:lnTo>
                  <a:pt x="371475" y="2343150"/>
                </a:lnTo>
                <a:close/>
                <a:moveTo>
                  <a:pt x="428625" y="2333625"/>
                </a:moveTo>
                <a:lnTo>
                  <a:pt x="476250" y="2333625"/>
                </a:lnTo>
                <a:lnTo>
                  <a:pt x="476250" y="2343150"/>
                </a:lnTo>
                <a:lnTo>
                  <a:pt x="457200" y="2343150"/>
                </a:lnTo>
                <a:lnTo>
                  <a:pt x="457200" y="2352675"/>
                </a:lnTo>
                <a:lnTo>
                  <a:pt x="438150" y="2352675"/>
                </a:lnTo>
                <a:lnTo>
                  <a:pt x="438150" y="2343150"/>
                </a:lnTo>
                <a:lnTo>
                  <a:pt x="428625" y="2343150"/>
                </a:lnTo>
                <a:close/>
                <a:moveTo>
                  <a:pt x="990600" y="2343150"/>
                </a:moveTo>
                <a:lnTo>
                  <a:pt x="1076325" y="2343150"/>
                </a:lnTo>
                <a:lnTo>
                  <a:pt x="1076325" y="2362200"/>
                </a:lnTo>
                <a:lnTo>
                  <a:pt x="981075" y="2362200"/>
                </a:lnTo>
                <a:lnTo>
                  <a:pt x="981075" y="2371725"/>
                </a:lnTo>
                <a:lnTo>
                  <a:pt x="876300" y="2371725"/>
                </a:lnTo>
                <a:lnTo>
                  <a:pt x="876300" y="2352675"/>
                </a:lnTo>
                <a:lnTo>
                  <a:pt x="990600" y="2352675"/>
                </a:lnTo>
                <a:close/>
                <a:moveTo>
                  <a:pt x="1743075" y="2343150"/>
                </a:moveTo>
                <a:lnTo>
                  <a:pt x="1752600" y="2343150"/>
                </a:lnTo>
                <a:lnTo>
                  <a:pt x="1752600" y="2362200"/>
                </a:lnTo>
                <a:lnTo>
                  <a:pt x="1762125" y="2362200"/>
                </a:lnTo>
                <a:lnTo>
                  <a:pt x="1762125" y="2428875"/>
                </a:lnTo>
                <a:lnTo>
                  <a:pt x="1743075" y="2428875"/>
                </a:lnTo>
                <a:close/>
                <a:moveTo>
                  <a:pt x="2162175" y="2343150"/>
                </a:moveTo>
                <a:lnTo>
                  <a:pt x="2171700" y="2343150"/>
                </a:lnTo>
                <a:lnTo>
                  <a:pt x="2171700" y="2352675"/>
                </a:lnTo>
                <a:lnTo>
                  <a:pt x="2181225" y="2352675"/>
                </a:lnTo>
                <a:lnTo>
                  <a:pt x="2181225" y="2381250"/>
                </a:lnTo>
                <a:lnTo>
                  <a:pt x="2171700" y="2381250"/>
                </a:lnTo>
                <a:lnTo>
                  <a:pt x="2171700" y="2409825"/>
                </a:lnTo>
                <a:lnTo>
                  <a:pt x="2162175" y="2409825"/>
                </a:lnTo>
                <a:lnTo>
                  <a:pt x="2162175" y="2428875"/>
                </a:lnTo>
                <a:lnTo>
                  <a:pt x="2152650" y="2428875"/>
                </a:lnTo>
                <a:lnTo>
                  <a:pt x="2152650" y="2419350"/>
                </a:lnTo>
                <a:lnTo>
                  <a:pt x="2143125" y="2419350"/>
                </a:lnTo>
                <a:lnTo>
                  <a:pt x="2143125" y="2390775"/>
                </a:lnTo>
                <a:lnTo>
                  <a:pt x="2152650" y="2390775"/>
                </a:lnTo>
                <a:lnTo>
                  <a:pt x="2152650" y="2371725"/>
                </a:lnTo>
                <a:lnTo>
                  <a:pt x="2171700" y="2371725"/>
                </a:lnTo>
                <a:lnTo>
                  <a:pt x="2171700" y="2362200"/>
                </a:lnTo>
                <a:lnTo>
                  <a:pt x="2162175" y="2362200"/>
                </a:lnTo>
                <a:close/>
                <a:moveTo>
                  <a:pt x="752475" y="2362200"/>
                </a:moveTo>
                <a:lnTo>
                  <a:pt x="809625" y="2362200"/>
                </a:lnTo>
                <a:lnTo>
                  <a:pt x="809625" y="2381250"/>
                </a:lnTo>
                <a:lnTo>
                  <a:pt x="752475" y="2381250"/>
                </a:lnTo>
                <a:close/>
                <a:moveTo>
                  <a:pt x="828675" y="2362200"/>
                </a:moveTo>
                <a:lnTo>
                  <a:pt x="857250" y="2362200"/>
                </a:lnTo>
                <a:lnTo>
                  <a:pt x="857250" y="2371725"/>
                </a:lnTo>
                <a:lnTo>
                  <a:pt x="847725" y="2371725"/>
                </a:lnTo>
                <a:lnTo>
                  <a:pt x="847725" y="2381250"/>
                </a:lnTo>
                <a:lnTo>
                  <a:pt x="828675" y="2381250"/>
                </a:lnTo>
                <a:close/>
                <a:moveTo>
                  <a:pt x="638175" y="2371725"/>
                </a:moveTo>
                <a:lnTo>
                  <a:pt x="704850" y="2371725"/>
                </a:lnTo>
                <a:lnTo>
                  <a:pt x="704850" y="2390775"/>
                </a:lnTo>
                <a:lnTo>
                  <a:pt x="638175" y="2390775"/>
                </a:lnTo>
                <a:close/>
                <a:moveTo>
                  <a:pt x="514350" y="2381250"/>
                </a:moveTo>
                <a:lnTo>
                  <a:pt x="590550" y="2381250"/>
                </a:lnTo>
                <a:lnTo>
                  <a:pt x="590550" y="2400300"/>
                </a:lnTo>
                <a:lnTo>
                  <a:pt x="514350" y="2400300"/>
                </a:lnTo>
                <a:close/>
                <a:moveTo>
                  <a:pt x="419100" y="2390775"/>
                </a:moveTo>
                <a:lnTo>
                  <a:pt x="457200" y="2390775"/>
                </a:lnTo>
                <a:lnTo>
                  <a:pt x="457200" y="2409825"/>
                </a:lnTo>
                <a:lnTo>
                  <a:pt x="419100" y="2409825"/>
                </a:lnTo>
                <a:close/>
                <a:moveTo>
                  <a:pt x="933450" y="2457450"/>
                </a:moveTo>
                <a:lnTo>
                  <a:pt x="971550" y="2457450"/>
                </a:lnTo>
                <a:lnTo>
                  <a:pt x="971550" y="2476500"/>
                </a:lnTo>
                <a:lnTo>
                  <a:pt x="962025" y="2476500"/>
                </a:lnTo>
                <a:lnTo>
                  <a:pt x="962025" y="2486025"/>
                </a:lnTo>
                <a:lnTo>
                  <a:pt x="942975" y="2486025"/>
                </a:lnTo>
                <a:lnTo>
                  <a:pt x="942975" y="2495550"/>
                </a:lnTo>
                <a:lnTo>
                  <a:pt x="933450" y="2495550"/>
                </a:lnTo>
                <a:lnTo>
                  <a:pt x="933450" y="2486025"/>
                </a:lnTo>
                <a:lnTo>
                  <a:pt x="923925" y="2486025"/>
                </a:lnTo>
                <a:lnTo>
                  <a:pt x="923925" y="2476500"/>
                </a:lnTo>
                <a:lnTo>
                  <a:pt x="895350" y="2476500"/>
                </a:lnTo>
                <a:lnTo>
                  <a:pt x="895350" y="2466975"/>
                </a:lnTo>
                <a:lnTo>
                  <a:pt x="933450" y="2466975"/>
                </a:lnTo>
                <a:close/>
                <a:moveTo>
                  <a:pt x="390525" y="2466975"/>
                </a:moveTo>
                <a:lnTo>
                  <a:pt x="409575" y="2466975"/>
                </a:lnTo>
                <a:lnTo>
                  <a:pt x="409575" y="2476500"/>
                </a:lnTo>
                <a:lnTo>
                  <a:pt x="390525" y="2476500"/>
                </a:lnTo>
                <a:close/>
                <a:moveTo>
                  <a:pt x="1752600" y="2476500"/>
                </a:moveTo>
                <a:lnTo>
                  <a:pt x="1762125" y="2476500"/>
                </a:lnTo>
                <a:lnTo>
                  <a:pt x="1762125" y="2495550"/>
                </a:lnTo>
                <a:lnTo>
                  <a:pt x="1752600" y="2495550"/>
                </a:lnTo>
                <a:close/>
                <a:moveTo>
                  <a:pt x="323850" y="2486025"/>
                </a:moveTo>
                <a:lnTo>
                  <a:pt x="342900" y="2486025"/>
                </a:lnTo>
                <a:lnTo>
                  <a:pt x="342900" y="2505075"/>
                </a:lnTo>
                <a:lnTo>
                  <a:pt x="323850" y="2505075"/>
                </a:lnTo>
                <a:close/>
                <a:moveTo>
                  <a:pt x="1190625" y="2495550"/>
                </a:moveTo>
                <a:lnTo>
                  <a:pt x="1209675" y="2495550"/>
                </a:lnTo>
                <a:lnTo>
                  <a:pt x="1209675" y="2514600"/>
                </a:lnTo>
                <a:lnTo>
                  <a:pt x="1190625" y="2514600"/>
                </a:lnTo>
                <a:close/>
                <a:moveTo>
                  <a:pt x="866775" y="2505075"/>
                </a:moveTo>
                <a:lnTo>
                  <a:pt x="876300" y="2505075"/>
                </a:lnTo>
                <a:lnTo>
                  <a:pt x="876300" y="2514600"/>
                </a:lnTo>
                <a:lnTo>
                  <a:pt x="885825" y="2514600"/>
                </a:lnTo>
                <a:lnTo>
                  <a:pt x="885825" y="2667000"/>
                </a:lnTo>
                <a:lnTo>
                  <a:pt x="876300" y="2667000"/>
                </a:lnTo>
                <a:lnTo>
                  <a:pt x="876300" y="2657475"/>
                </a:lnTo>
                <a:lnTo>
                  <a:pt x="866775" y="2657475"/>
                </a:lnTo>
                <a:lnTo>
                  <a:pt x="866775" y="2667000"/>
                </a:lnTo>
                <a:lnTo>
                  <a:pt x="838200" y="2667000"/>
                </a:lnTo>
                <a:lnTo>
                  <a:pt x="838200" y="2686050"/>
                </a:lnTo>
                <a:lnTo>
                  <a:pt x="828675" y="2686050"/>
                </a:lnTo>
                <a:lnTo>
                  <a:pt x="828675" y="2609850"/>
                </a:lnTo>
                <a:lnTo>
                  <a:pt x="847725" y="2609850"/>
                </a:lnTo>
                <a:lnTo>
                  <a:pt x="847725" y="2600325"/>
                </a:lnTo>
                <a:lnTo>
                  <a:pt x="866775" y="2600325"/>
                </a:lnTo>
                <a:lnTo>
                  <a:pt x="866775" y="2590800"/>
                </a:lnTo>
                <a:lnTo>
                  <a:pt x="876300" y="2590800"/>
                </a:lnTo>
                <a:lnTo>
                  <a:pt x="876300" y="2562225"/>
                </a:lnTo>
                <a:lnTo>
                  <a:pt x="866775" y="2562225"/>
                </a:lnTo>
                <a:lnTo>
                  <a:pt x="866775" y="2543175"/>
                </a:lnTo>
                <a:lnTo>
                  <a:pt x="857250" y="2543175"/>
                </a:lnTo>
                <a:lnTo>
                  <a:pt x="857250" y="2533650"/>
                </a:lnTo>
                <a:lnTo>
                  <a:pt x="847725" y="2533650"/>
                </a:lnTo>
                <a:lnTo>
                  <a:pt x="847725" y="2514600"/>
                </a:lnTo>
                <a:lnTo>
                  <a:pt x="866775" y="2514600"/>
                </a:lnTo>
                <a:close/>
                <a:moveTo>
                  <a:pt x="1752600" y="2505075"/>
                </a:moveTo>
                <a:lnTo>
                  <a:pt x="1771650" y="2505075"/>
                </a:lnTo>
                <a:lnTo>
                  <a:pt x="1771650" y="2571750"/>
                </a:lnTo>
                <a:lnTo>
                  <a:pt x="1752600" y="2571750"/>
                </a:lnTo>
                <a:close/>
                <a:moveTo>
                  <a:pt x="1104900" y="2524125"/>
                </a:moveTo>
                <a:lnTo>
                  <a:pt x="1114425" y="2524125"/>
                </a:lnTo>
                <a:lnTo>
                  <a:pt x="1114425" y="2543175"/>
                </a:lnTo>
                <a:lnTo>
                  <a:pt x="1104900" y="2543175"/>
                </a:lnTo>
                <a:close/>
                <a:moveTo>
                  <a:pt x="933450" y="2543175"/>
                </a:moveTo>
                <a:lnTo>
                  <a:pt x="942975" y="2543175"/>
                </a:lnTo>
                <a:lnTo>
                  <a:pt x="942975" y="2562225"/>
                </a:lnTo>
                <a:lnTo>
                  <a:pt x="962025" y="2562225"/>
                </a:lnTo>
                <a:lnTo>
                  <a:pt x="962025" y="2571750"/>
                </a:lnTo>
                <a:lnTo>
                  <a:pt x="942975" y="2571750"/>
                </a:lnTo>
                <a:lnTo>
                  <a:pt x="942975" y="2619375"/>
                </a:lnTo>
                <a:lnTo>
                  <a:pt x="933450" y="2619375"/>
                </a:lnTo>
                <a:close/>
                <a:moveTo>
                  <a:pt x="1428750" y="2543175"/>
                </a:moveTo>
                <a:lnTo>
                  <a:pt x="1438275" y="2543175"/>
                </a:lnTo>
                <a:lnTo>
                  <a:pt x="1438275" y="2552700"/>
                </a:lnTo>
                <a:lnTo>
                  <a:pt x="1428750" y="2552700"/>
                </a:lnTo>
                <a:close/>
                <a:moveTo>
                  <a:pt x="1047750" y="2552700"/>
                </a:moveTo>
                <a:lnTo>
                  <a:pt x="1057275" y="2552700"/>
                </a:lnTo>
                <a:lnTo>
                  <a:pt x="1057275" y="2609850"/>
                </a:lnTo>
                <a:lnTo>
                  <a:pt x="1066800" y="2609850"/>
                </a:lnTo>
                <a:lnTo>
                  <a:pt x="1066800" y="2667000"/>
                </a:lnTo>
                <a:lnTo>
                  <a:pt x="1057275" y="2667000"/>
                </a:lnTo>
                <a:lnTo>
                  <a:pt x="1057275" y="2695575"/>
                </a:lnTo>
                <a:lnTo>
                  <a:pt x="990600" y="2695575"/>
                </a:lnTo>
                <a:lnTo>
                  <a:pt x="990600" y="2676525"/>
                </a:lnTo>
                <a:lnTo>
                  <a:pt x="1000125" y="2676525"/>
                </a:lnTo>
                <a:lnTo>
                  <a:pt x="1000125" y="2686050"/>
                </a:lnTo>
                <a:lnTo>
                  <a:pt x="1028700" y="2686050"/>
                </a:lnTo>
                <a:lnTo>
                  <a:pt x="1028700" y="2676525"/>
                </a:lnTo>
                <a:lnTo>
                  <a:pt x="1038225" y="2676525"/>
                </a:lnTo>
                <a:lnTo>
                  <a:pt x="1038225" y="2667000"/>
                </a:lnTo>
                <a:lnTo>
                  <a:pt x="1047750" y="2667000"/>
                </a:lnTo>
                <a:lnTo>
                  <a:pt x="1047750" y="2628900"/>
                </a:lnTo>
                <a:lnTo>
                  <a:pt x="1038225" y="2628900"/>
                </a:lnTo>
                <a:lnTo>
                  <a:pt x="1038225" y="2619375"/>
                </a:lnTo>
                <a:lnTo>
                  <a:pt x="1047750" y="2619375"/>
                </a:lnTo>
                <a:lnTo>
                  <a:pt x="1047750" y="2590800"/>
                </a:lnTo>
                <a:lnTo>
                  <a:pt x="1028700" y="2590800"/>
                </a:lnTo>
                <a:lnTo>
                  <a:pt x="1028700" y="2581275"/>
                </a:lnTo>
                <a:lnTo>
                  <a:pt x="1000125" y="2581275"/>
                </a:lnTo>
                <a:lnTo>
                  <a:pt x="1000125" y="2571750"/>
                </a:lnTo>
                <a:lnTo>
                  <a:pt x="1028700" y="2571750"/>
                </a:lnTo>
                <a:lnTo>
                  <a:pt x="1028700" y="2562225"/>
                </a:lnTo>
                <a:lnTo>
                  <a:pt x="1047750" y="2562225"/>
                </a:lnTo>
                <a:close/>
                <a:moveTo>
                  <a:pt x="542925" y="2571750"/>
                </a:moveTo>
                <a:lnTo>
                  <a:pt x="552450" y="2571750"/>
                </a:lnTo>
                <a:lnTo>
                  <a:pt x="552450" y="2581275"/>
                </a:lnTo>
                <a:lnTo>
                  <a:pt x="542925" y="2581275"/>
                </a:lnTo>
                <a:close/>
                <a:moveTo>
                  <a:pt x="1447800" y="2571750"/>
                </a:moveTo>
                <a:lnTo>
                  <a:pt x="1466850" y="2571750"/>
                </a:lnTo>
                <a:lnTo>
                  <a:pt x="1466850" y="2590800"/>
                </a:lnTo>
                <a:lnTo>
                  <a:pt x="1447800" y="2590800"/>
                </a:lnTo>
                <a:close/>
                <a:moveTo>
                  <a:pt x="514350" y="2581275"/>
                </a:moveTo>
                <a:lnTo>
                  <a:pt x="523875" y="2581275"/>
                </a:lnTo>
                <a:lnTo>
                  <a:pt x="523875" y="2590800"/>
                </a:lnTo>
                <a:lnTo>
                  <a:pt x="514350" y="2590800"/>
                </a:lnTo>
                <a:close/>
                <a:moveTo>
                  <a:pt x="666750" y="2581275"/>
                </a:moveTo>
                <a:lnTo>
                  <a:pt x="676275" y="2581275"/>
                </a:lnTo>
                <a:lnTo>
                  <a:pt x="676275" y="2590800"/>
                </a:lnTo>
                <a:lnTo>
                  <a:pt x="666750" y="2590800"/>
                </a:lnTo>
                <a:close/>
                <a:moveTo>
                  <a:pt x="819150" y="2581275"/>
                </a:moveTo>
                <a:lnTo>
                  <a:pt x="828675" y="2581275"/>
                </a:lnTo>
                <a:lnTo>
                  <a:pt x="828675" y="2600325"/>
                </a:lnTo>
                <a:lnTo>
                  <a:pt x="819150" y="2600325"/>
                </a:lnTo>
                <a:close/>
                <a:moveTo>
                  <a:pt x="990600" y="2581275"/>
                </a:moveTo>
                <a:lnTo>
                  <a:pt x="1000125" y="2581275"/>
                </a:lnTo>
                <a:lnTo>
                  <a:pt x="1000125" y="2590800"/>
                </a:lnTo>
                <a:lnTo>
                  <a:pt x="990600" y="2590800"/>
                </a:lnTo>
                <a:close/>
                <a:moveTo>
                  <a:pt x="504825" y="2590800"/>
                </a:moveTo>
                <a:lnTo>
                  <a:pt x="514350" y="2590800"/>
                </a:lnTo>
                <a:lnTo>
                  <a:pt x="514350" y="2667000"/>
                </a:lnTo>
                <a:lnTo>
                  <a:pt x="495300" y="2667000"/>
                </a:lnTo>
                <a:lnTo>
                  <a:pt x="495300" y="2657475"/>
                </a:lnTo>
                <a:lnTo>
                  <a:pt x="485775" y="2657475"/>
                </a:lnTo>
                <a:lnTo>
                  <a:pt x="485775" y="2647950"/>
                </a:lnTo>
                <a:lnTo>
                  <a:pt x="476250" y="2647950"/>
                </a:lnTo>
                <a:lnTo>
                  <a:pt x="476250" y="2638425"/>
                </a:lnTo>
                <a:lnTo>
                  <a:pt x="457200" y="2638425"/>
                </a:lnTo>
                <a:lnTo>
                  <a:pt x="457200" y="2628900"/>
                </a:lnTo>
                <a:lnTo>
                  <a:pt x="466725" y="2628900"/>
                </a:lnTo>
                <a:lnTo>
                  <a:pt x="466725" y="2619375"/>
                </a:lnTo>
                <a:lnTo>
                  <a:pt x="476250" y="2619375"/>
                </a:lnTo>
                <a:lnTo>
                  <a:pt x="476250" y="2600325"/>
                </a:lnTo>
                <a:lnTo>
                  <a:pt x="485775" y="2600325"/>
                </a:lnTo>
                <a:lnTo>
                  <a:pt x="485775" y="2609850"/>
                </a:lnTo>
                <a:lnTo>
                  <a:pt x="504825" y="2609850"/>
                </a:lnTo>
                <a:close/>
                <a:moveTo>
                  <a:pt x="676275" y="2590800"/>
                </a:moveTo>
                <a:lnTo>
                  <a:pt x="685800" y="2590800"/>
                </a:lnTo>
                <a:lnTo>
                  <a:pt x="685800" y="2657475"/>
                </a:lnTo>
                <a:lnTo>
                  <a:pt x="676275" y="2657475"/>
                </a:lnTo>
                <a:close/>
                <a:moveTo>
                  <a:pt x="1438275" y="2590800"/>
                </a:moveTo>
                <a:lnTo>
                  <a:pt x="1447800" y="2590800"/>
                </a:lnTo>
                <a:lnTo>
                  <a:pt x="1447800" y="2600325"/>
                </a:lnTo>
                <a:lnTo>
                  <a:pt x="1438275" y="2600325"/>
                </a:lnTo>
                <a:close/>
                <a:moveTo>
                  <a:pt x="1504950" y="2590800"/>
                </a:moveTo>
                <a:lnTo>
                  <a:pt x="1543050" y="2590800"/>
                </a:lnTo>
                <a:lnTo>
                  <a:pt x="1543050" y="2600325"/>
                </a:lnTo>
                <a:lnTo>
                  <a:pt x="1504950" y="2600325"/>
                </a:lnTo>
                <a:close/>
                <a:moveTo>
                  <a:pt x="1314450" y="2600325"/>
                </a:moveTo>
                <a:lnTo>
                  <a:pt x="1343025" y="2600325"/>
                </a:lnTo>
                <a:lnTo>
                  <a:pt x="1343025" y="2609850"/>
                </a:lnTo>
                <a:lnTo>
                  <a:pt x="1314450" y="2609850"/>
                </a:lnTo>
                <a:close/>
                <a:moveTo>
                  <a:pt x="561975" y="2609850"/>
                </a:moveTo>
                <a:lnTo>
                  <a:pt x="571500" y="2609850"/>
                </a:lnTo>
                <a:lnTo>
                  <a:pt x="571500" y="2657475"/>
                </a:lnTo>
                <a:lnTo>
                  <a:pt x="561975" y="2657475"/>
                </a:lnTo>
                <a:close/>
                <a:moveTo>
                  <a:pt x="1114425" y="2609850"/>
                </a:moveTo>
                <a:lnTo>
                  <a:pt x="1123950" y="2609850"/>
                </a:lnTo>
                <a:lnTo>
                  <a:pt x="1123950" y="2667000"/>
                </a:lnTo>
                <a:lnTo>
                  <a:pt x="1114425" y="2667000"/>
                </a:lnTo>
                <a:close/>
                <a:moveTo>
                  <a:pt x="942975" y="2628900"/>
                </a:moveTo>
                <a:lnTo>
                  <a:pt x="952500" y="2628900"/>
                </a:lnTo>
                <a:lnTo>
                  <a:pt x="952500" y="2657475"/>
                </a:lnTo>
                <a:lnTo>
                  <a:pt x="942975" y="2657475"/>
                </a:lnTo>
                <a:close/>
                <a:moveTo>
                  <a:pt x="1200150" y="2628900"/>
                </a:moveTo>
                <a:lnTo>
                  <a:pt x="1219200" y="2628900"/>
                </a:lnTo>
                <a:lnTo>
                  <a:pt x="1219200" y="2657475"/>
                </a:lnTo>
                <a:lnTo>
                  <a:pt x="1200150" y="2657475"/>
                </a:lnTo>
                <a:close/>
                <a:moveTo>
                  <a:pt x="1752600" y="2628900"/>
                </a:moveTo>
                <a:lnTo>
                  <a:pt x="1771650" y="2628900"/>
                </a:lnTo>
                <a:lnTo>
                  <a:pt x="1771650" y="2647950"/>
                </a:lnTo>
                <a:lnTo>
                  <a:pt x="1762125" y="2647950"/>
                </a:lnTo>
                <a:lnTo>
                  <a:pt x="1762125" y="2667000"/>
                </a:lnTo>
                <a:lnTo>
                  <a:pt x="1752600" y="2667000"/>
                </a:lnTo>
                <a:lnTo>
                  <a:pt x="1752600" y="2676525"/>
                </a:lnTo>
                <a:lnTo>
                  <a:pt x="1724025" y="2676525"/>
                </a:lnTo>
                <a:lnTo>
                  <a:pt x="1724025" y="2667000"/>
                </a:lnTo>
                <a:lnTo>
                  <a:pt x="1743075" y="2667000"/>
                </a:lnTo>
                <a:lnTo>
                  <a:pt x="1743075" y="2647950"/>
                </a:lnTo>
                <a:lnTo>
                  <a:pt x="1752600" y="2647950"/>
                </a:lnTo>
                <a:close/>
                <a:moveTo>
                  <a:pt x="333375" y="2657475"/>
                </a:moveTo>
                <a:lnTo>
                  <a:pt x="352425" y="2657475"/>
                </a:lnTo>
                <a:lnTo>
                  <a:pt x="352425" y="2705100"/>
                </a:lnTo>
                <a:lnTo>
                  <a:pt x="333375" y="2705100"/>
                </a:lnTo>
                <a:close/>
                <a:moveTo>
                  <a:pt x="571500" y="2657475"/>
                </a:moveTo>
                <a:lnTo>
                  <a:pt x="581025" y="2657475"/>
                </a:lnTo>
                <a:lnTo>
                  <a:pt x="581025" y="2667000"/>
                </a:lnTo>
                <a:lnTo>
                  <a:pt x="590550" y="2667000"/>
                </a:lnTo>
                <a:lnTo>
                  <a:pt x="590550" y="2686050"/>
                </a:lnTo>
                <a:lnTo>
                  <a:pt x="581025" y="2686050"/>
                </a:lnTo>
                <a:lnTo>
                  <a:pt x="581025" y="2705100"/>
                </a:lnTo>
                <a:lnTo>
                  <a:pt x="571500" y="2705100"/>
                </a:lnTo>
                <a:close/>
                <a:moveTo>
                  <a:pt x="619125" y="2657475"/>
                </a:moveTo>
                <a:lnTo>
                  <a:pt x="628650" y="2657475"/>
                </a:lnTo>
                <a:lnTo>
                  <a:pt x="628650" y="2686050"/>
                </a:lnTo>
                <a:lnTo>
                  <a:pt x="619125" y="2686050"/>
                </a:lnTo>
                <a:close/>
                <a:moveTo>
                  <a:pt x="1066800" y="2667000"/>
                </a:moveTo>
                <a:lnTo>
                  <a:pt x="1076325" y="2667000"/>
                </a:lnTo>
                <a:lnTo>
                  <a:pt x="1076325" y="2676525"/>
                </a:lnTo>
                <a:lnTo>
                  <a:pt x="1066800" y="2676525"/>
                </a:lnTo>
                <a:close/>
                <a:moveTo>
                  <a:pt x="1104900" y="2667000"/>
                </a:moveTo>
                <a:lnTo>
                  <a:pt x="1114425" y="2667000"/>
                </a:lnTo>
                <a:lnTo>
                  <a:pt x="1114425" y="2676525"/>
                </a:lnTo>
                <a:lnTo>
                  <a:pt x="1104900" y="2676525"/>
                </a:lnTo>
                <a:close/>
                <a:moveTo>
                  <a:pt x="885825" y="2676525"/>
                </a:moveTo>
                <a:lnTo>
                  <a:pt x="895350" y="2676525"/>
                </a:lnTo>
                <a:lnTo>
                  <a:pt x="895350" y="2686050"/>
                </a:lnTo>
                <a:lnTo>
                  <a:pt x="885825" y="2686050"/>
                </a:lnTo>
                <a:close/>
                <a:moveTo>
                  <a:pt x="933450" y="2676525"/>
                </a:moveTo>
                <a:lnTo>
                  <a:pt x="942975" y="2676525"/>
                </a:lnTo>
                <a:lnTo>
                  <a:pt x="942975" y="2686050"/>
                </a:lnTo>
                <a:lnTo>
                  <a:pt x="933450" y="2686050"/>
                </a:lnTo>
                <a:close/>
                <a:moveTo>
                  <a:pt x="1085850" y="2676525"/>
                </a:moveTo>
                <a:lnTo>
                  <a:pt x="1104900" y="2676525"/>
                </a:lnTo>
                <a:lnTo>
                  <a:pt x="1104900" y="2686050"/>
                </a:lnTo>
                <a:lnTo>
                  <a:pt x="1085850" y="2686050"/>
                </a:lnTo>
                <a:close/>
                <a:moveTo>
                  <a:pt x="1685925" y="2676525"/>
                </a:moveTo>
                <a:lnTo>
                  <a:pt x="1724025" y="2676525"/>
                </a:lnTo>
                <a:lnTo>
                  <a:pt x="1724025" y="2686050"/>
                </a:lnTo>
                <a:lnTo>
                  <a:pt x="1714500" y="2686050"/>
                </a:lnTo>
                <a:lnTo>
                  <a:pt x="1714500" y="2695575"/>
                </a:lnTo>
                <a:lnTo>
                  <a:pt x="1676400" y="2695575"/>
                </a:lnTo>
                <a:lnTo>
                  <a:pt x="1676400" y="2686050"/>
                </a:lnTo>
                <a:lnTo>
                  <a:pt x="1685925" y="2686050"/>
                </a:lnTo>
                <a:close/>
                <a:moveTo>
                  <a:pt x="428625" y="2686050"/>
                </a:moveTo>
                <a:lnTo>
                  <a:pt x="447675" y="2686050"/>
                </a:lnTo>
                <a:lnTo>
                  <a:pt x="447675" y="2714625"/>
                </a:lnTo>
                <a:lnTo>
                  <a:pt x="457200" y="2714625"/>
                </a:lnTo>
                <a:lnTo>
                  <a:pt x="457200" y="2724150"/>
                </a:lnTo>
                <a:lnTo>
                  <a:pt x="438150" y="2724150"/>
                </a:lnTo>
                <a:lnTo>
                  <a:pt x="438150" y="2705100"/>
                </a:lnTo>
                <a:lnTo>
                  <a:pt x="428625" y="2705100"/>
                </a:lnTo>
                <a:close/>
                <a:moveTo>
                  <a:pt x="742950" y="2686050"/>
                </a:moveTo>
                <a:lnTo>
                  <a:pt x="752475" y="2686050"/>
                </a:lnTo>
                <a:lnTo>
                  <a:pt x="752475" y="2695575"/>
                </a:lnTo>
                <a:lnTo>
                  <a:pt x="742950" y="2695575"/>
                </a:lnTo>
                <a:close/>
                <a:moveTo>
                  <a:pt x="819150" y="2686050"/>
                </a:moveTo>
                <a:lnTo>
                  <a:pt x="828675" y="2686050"/>
                </a:lnTo>
                <a:lnTo>
                  <a:pt x="828675" y="2695575"/>
                </a:lnTo>
                <a:lnTo>
                  <a:pt x="819150" y="2695575"/>
                </a:lnTo>
                <a:close/>
                <a:moveTo>
                  <a:pt x="895350" y="2686050"/>
                </a:moveTo>
                <a:lnTo>
                  <a:pt x="923925" y="2686050"/>
                </a:lnTo>
                <a:lnTo>
                  <a:pt x="923925" y="2695575"/>
                </a:lnTo>
                <a:lnTo>
                  <a:pt x="895350" y="2695575"/>
                </a:lnTo>
                <a:close/>
                <a:moveTo>
                  <a:pt x="1219200" y="2686050"/>
                </a:moveTo>
                <a:lnTo>
                  <a:pt x="1228725" y="2686050"/>
                </a:lnTo>
                <a:lnTo>
                  <a:pt x="1228725" y="2695575"/>
                </a:lnTo>
                <a:lnTo>
                  <a:pt x="1238250" y="2695575"/>
                </a:lnTo>
                <a:lnTo>
                  <a:pt x="1238250" y="2705100"/>
                </a:lnTo>
                <a:lnTo>
                  <a:pt x="1219200" y="2705100"/>
                </a:lnTo>
                <a:close/>
                <a:moveTo>
                  <a:pt x="1552575" y="2686050"/>
                </a:moveTo>
                <a:lnTo>
                  <a:pt x="1600200" y="2686050"/>
                </a:lnTo>
                <a:lnTo>
                  <a:pt x="1600200" y="2705100"/>
                </a:lnTo>
                <a:lnTo>
                  <a:pt x="1552575" y="2705100"/>
                </a:lnTo>
                <a:close/>
                <a:moveTo>
                  <a:pt x="628650" y="2695575"/>
                </a:moveTo>
                <a:lnTo>
                  <a:pt x="638175" y="2695575"/>
                </a:lnTo>
                <a:lnTo>
                  <a:pt x="638175" y="2705100"/>
                </a:lnTo>
                <a:lnTo>
                  <a:pt x="628650" y="2705100"/>
                </a:lnTo>
                <a:close/>
                <a:moveTo>
                  <a:pt x="752475" y="2695575"/>
                </a:moveTo>
                <a:lnTo>
                  <a:pt x="809625" y="2695575"/>
                </a:lnTo>
                <a:lnTo>
                  <a:pt x="809625" y="2705100"/>
                </a:lnTo>
                <a:lnTo>
                  <a:pt x="752475" y="2705100"/>
                </a:lnTo>
                <a:close/>
                <a:moveTo>
                  <a:pt x="1419225" y="2695575"/>
                </a:moveTo>
                <a:lnTo>
                  <a:pt x="1428750" y="2695575"/>
                </a:lnTo>
                <a:lnTo>
                  <a:pt x="1428750" y="2714625"/>
                </a:lnTo>
                <a:lnTo>
                  <a:pt x="1419225" y="2714625"/>
                </a:lnTo>
                <a:close/>
                <a:moveTo>
                  <a:pt x="1438275" y="2695575"/>
                </a:moveTo>
                <a:lnTo>
                  <a:pt x="1485900" y="2695575"/>
                </a:lnTo>
                <a:lnTo>
                  <a:pt x="1485900" y="2714625"/>
                </a:lnTo>
                <a:lnTo>
                  <a:pt x="1438275" y="2714625"/>
                </a:lnTo>
                <a:close/>
                <a:moveTo>
                  <a:pt x="638175" y="2705100"/>
                </a:moveTo>
                <a:lnTo>
                  <a:pt x="666750" y="2705100"/>
                </a:lnTo>
                <a:lnTo>
                  <a:pt x="666750" y="2714625"/>
                </a:lnTo>
                <a:lnTo>
                  <a:pt x="638175" y="2714625"/>
                </a:lnTo>
                <a:close/>
                <a:moveTo>
                  <a:pt x="1238250" y="2705100"/>
                </a:moveTo>
                <a:lnTo>
                  <a:pt x="1266825" y="2705100"/>
                </a:lnTo>
                <a:lnTo>
                  <a:pt x="1266825" y="2724150"/>
                </a:lnTo>
                <a:lnTo>
                  <a:pt x="1238250" y="2724150"/>
                </a:lnTo>
                <a:close/>
                <a:moveTo>
                  <a:pt x="1304925" y="2705100"/>
                </a:moveTo>
                <a:lnTo>
                  <a:pt x="1333500" y="2705100"/>
                </a:lnTo>
                <a:lnTo>
                  <a:pt x="1333500" y="2724150"/>
                </a:lnTo>
                <a:lnTo>
                  <a:pt x="1304925" y="2724150"/>
                </a:lnTo>
                <a:close/>
                <a:moveTo>
                  <a:pt x="1343025" y="2705100"/>
                </a:moveTo>
                <a:lnTo>
                  <a:pt x="1352550" y="2705100"/>
                </a:lnTo>
                <a:lnTo>
                  <a:pt x="1352550" y="2724150"/>
                </a:lnTo>
                <a:lnTo>
                  <a:pt x="1343025" y="2724150"/>
                </a:lnTo>
                <a:close/>
                <a:moveTo>
                  <a:pt x="542925" y="2714625"/>
                </a:moveTo>
                <a:lnTo>
                  <a:pt x="552450" y="2714625"/>
                </a:lnTo>
                <a:lnTo>
                  <a:pt x="552450" y="2724150"/>
                </a:lnTo>
                <a:lnTo>
                  <a:pt x="542925" y="2724150"/>
                </a:lnTo>
                <a:close/>
                <a:moveTo>
                  <a:pt x="1076325" y="2714625"/>
                </a:moveTo>
                <a:lnTo>
                  <a:pt x="1162050" y="2714625"/>
                </a:lnTo>
                <a:lnTo>
                  <a:pt x="1162050" y="2724150"/>
                </a:lnTo>
                <a:lnTo>
                  <a:pt x="1152525" y="2724150"/>
                </a:lnTo>
                <a:lnTo>
                  <a:pt x="1152525" y="2733675"/>
                </a:lnTo>
                <a:lnTo>
                  <a:pt x="1076325" y="2733675"/>
                </a:lnTo>
                <a:lnTo>
                  <a:pt x="1076325" y="2743200"/>
                </a:lnTo>
                <a:lnTo>
                  <a:pt x="981075" y="2743200"/>
                </a:lnTo>
                <a:lnTo>
                  <a:pt x="981075" y="2752725"/>
                </a:lnTo>
                <a:lnTo>
                  <a:pt x="819150" y="2752725"/>
                </a:lnTo>
                <a:lnTo>
                  <a:pt x="819150" y="2762250"/>
                </a:lnTo>
                <a:lnTo>
                  <a:pt x="704850" y="2762250"/>
                </a:lnTo>
                <a:lnTo>
                  <a:pt x="704850" y="2771775"/>
                </a:lnTo>
                <a:lnTo>
                  <a:pt x="600075" y="2771775"/>
                </a:lnTo>
                <a:lnTo>
                  <a:pt x="600075" y="2781300"/>
                </a:lnTo>
                <a:lnTo>
                  <a:pt x="400050" y="2781300"/>
                </a:lnTo>
                <a:lnTo>
                  <a:pt x="400050" y="2762250"/>
                </a:lnTo>
                <a:lnTo>
                  <a:pt x="552450" y="2762250"/>
                </a:lnTo>
                <a:lnTo>
                  <a:pt x="552450" y="2752725"/>
                </a:lnTo>
                <a:lnTo>
                  <a:pt x="695325" y="2752725"/>
                </a:lnTo>
                <a:lnTo>
                  <a:pt x="695325" y="2743200"/>
                </a:lnTo>
                <a:lnTo>
                  <a:pt x="809625" y="2743200"/>
                </a:lnTo>
                <a:lnTo>
                  <a:pt x="809625" y="2733675"/>
                </a:lnTo>
                <a:lnTo>
                  <a:pt x="942975" y="2733675"/>
                </a:lnTo>
                <a:lnTo>
                  <a:pt x="942975" y="2724150"/>
                </a:lnTo>
                <a:lnTo>
                  <a:pt x="1076325" y="2724150"/>
                </a:lnTo>
                <a:close/>
                <a:moveTo>
                  <a:pt x="457200" y="2724150"/>
                </a:moveTo>
                <a:lnTo>
                  <a:pt x="476250" y="2724150"/>
                </a:lnTo>
                <a:lnTo>
                  <a:pt x="476250" y="2733675"/>
                </a:lnTo>
                <a:lnTo>
                  <a:pt x="457200" y="2733675"/>
                </a:lnTo>
                <a:close/>
                <a:moveTo>
                  <a:pt x="371475" y="2762250"/>
                </a:moveTo>
                <a:lnTo>
                  <a:pt x="381000" y="2762250"/>
                </a:lnTo>
                <a:lnTo>
                  <a:pt x="381000" y="2771775"/>
                </a:lnTo>
                <a:lnTo>
                  <a:pt x="371475" y="2771775"/>
                </a:lnTo>
                <a:close/>
                <a:moveTo>
                  <a:pt x="1095375" y="2828925"/>
                </a:moveTo>
                <a:lnTo>
                  <a:pt x="1104900" y="2828925"/>
                </a:lnTo>
                <a:lnTo>
                  <a:pt x="1104900" y="2838450"/>
                </a:lnTo>
                <a:lnTo>
                  <a:pt x="1095375" y="2838450"/>
                </a:lnTo>
                <a:close/>
                <a:moveTo>
                  <a:pt x="1038225" y="2838450"/>
                </a:moveTo>
                <a:lnTo>
                  <a:pt x="1095375" y="2838450"/>
                </a:lnTo>
                <a:lnTo>
                  <a:pt x="1095375" y="2847975"/>
                </a:lnTo>
                <a:lnTo>
                  <a:pt x="1038225" y="2847975"/>
                </a:lnTo>
                <a:close/>
                <a:moveTo>
                  <a:pt x="838200" y="2857500"/>
                </a:moveTo>
                <a:lnTo>
                  <a:pt x="847725" y="2857500"/>
                </a:lnTo>
                <a:lnTo>
                  <a:pt x="847725" y="2867025"/>
                </a:lnTo>
                <a:lnTo>
                  <a:pt x="838200" y="2867025"/>
                </a:lnTo>
                <a:close/>
                <a:moveTo>
                  <a:pt x="742950" y="2867025"/>
                </a:moveTo>
                <a:lnTo>
                  <a:pt x="752475" y="2867025"/>
                </a:lnTo>
                <a:lnTo>
                  <a:pt x="752475" y="2876550"/>
                </a:lnTo>
                <a:lnTo>
                  <a:pt x="742950" y="2876550"/>
                </a:lnTo>
                <a:close/>
                <a:moveTo>
                  <a:pt x="923925" y="2867025"/>
                </a:moveTo>
                <a:lnTo>
                  <a:pt x="942975" y="2867025"/>
                </a:lnTo>
                <a:lnTo>
                  <a:pt x="942975" y="2876550"/>
                </a:lnTo>
                <a:lnTo>
                  <a:pt x="923925" y="2876550"/>
                </a:lnTo>
                <a:close/>
                <a:moveTo>
                  <a:pt x="485775" y="2876550"/>
                </a:moveTo>
                <a:lnTo>
                  <a:pt x="504825" y="2876550"/>
                </a:lnTo>
                <a:lnTo>
                  <a:pt x="504825" y="2886075"/>
                </a:lnTo>
                <a:lnTo>
                  <a:pt x="485775" y="2886075"/>
                </a:lnTo>
                <a:close/>
                <a:moveTo>
                  <a:pt x="552450" y="2876550"/>
                </a:moveTo>
                <a:lnTo>
                  <a:pt x="561975" y="2876550"/>
                </a:lnTo>
                <a:lnTo>
                  <a:pt x="561975" y="2886075"/>
                </a:lnTo>
                <a:lnTo>
                  <a:pt x="552450" y="2886075"/>
                </a:lnTo>
                <a:close/>
                <a:moveTo>
                  <a:pt x="571500" y="2876550"/>
                </a:moveTo>
                <a:lnTo>
                  <a:pt x="590550" y="2876550"/>
                </a:lnTo>
                <a:lnTo>
                  <a:pt x="590550" y="2886075"/>
                </a:lnTo>
                <a:lnTo>
                  <a:pt x="571500" y="2886075"/>
                </a:lnTo>
                <a:close/>
                <a:moveTo>
                  <a:pt x="942975" y="2886075"/>
                </a:moveTo>
                <a:lnTo>
                  <a:pt x="952500" y="2886075"/>
                </a:lnTo>
                <a:lnTo>
                  <a:pt x="952500" y="2895600"/>
                </a:lnTo>
                <a:lnTo>
                  <a:pt x="942975" y="2895600"/>
                </a:lnTo>
                <a:close/>
                <a:moveTo>
                  <a:pt x="1057275" y="2886075"/>
                </a:moveTo>
                <a:lnTo>
                  <a:pt x="1066800" y="2886075"/>
                </a:lnTo>
                <a:lnTo>
                  <a:pt x="1066800" y="2895600"/>
                </a:lnTo>
                <a:lnTo>
                  <a:pt x="1057275" y="2895600"/>
                </a:lnTo>
                <a:close/>
                <a:moveTo>
                  <a:pt x="952500" y="2895600"/>
                </a:moveTo>
                <a:lnTo>
                  <a:pt x="962025" y="2895600"/>
                </a:lnTo>
                <a:lnTo>
                  <a:pt x="962025" y="2905125"/>
                </a:lnTo>
                <a:lnTo>
                  <a:pt x="952500" y="2905125"/>
                </a:lnTo>
                <a:close/>
                <a:moveTo>
                  <a:pt x="971550" y="2895600"/>
                </a:moveTo>
                <a:lnTo>
                  <a:pt x="990600" y="2895600"/>
                </a:lnTo>
                <a:lnTo>
                  <a:pt x="990600" y="2905125"/>
                </a:lnTo>
                <a:lnTo>
                  <a:pt x="971550" y="2905125"/>
                </a:lnTo>
                <a:close/>
                <a:moveTo>
                  <a:pt x="1066800" y="2895600"/>
                </a:moveTo>
                <a:lnTo>
                  <a:pt x="1076325" y="2895600"/>
                </a:lnTo>
                <a:lnTo>
                  <a:pt x="1076325" y="2905125"/>
                </a:lnTo>
                <a:lnTo>
                  <a:pt x="1066800" y="2905125"/>
                </a:lnTo>
                <a:close/>
                <a:moveTo>
                  <a:pt x="781050" y="2914650"/>
                </a:moveTo>
                <a:lnTo>
                  <a:pt x="819150" y="2914650"/>
                </a:lnTo>
                <a:lnTo>
                  <a:pt x="819150" y="2924175"/>
                </a:lnTo>
                <a:lnTo>
                  <a:pt x="781050" y="2924175"/>
                </a:lnTo>
                <a:close/>
                <a:moveTo>
                  <a:pt x="438150" y="2933700"/>
                </a:moveTo>
                <a:lnTo>
                  <a:pt x="466725" y="2933700"/>
                </a:lnTo>
                <a:lnTo>
                  <a:pt x="466725" y="2943225"/>
                </a:lnTo>
                <a:lnTo>
                  <a:pt x="485775" y="2943225"/>
                </a:lnTo>
                <a:lnTo>
                  <a:pt x="485775" y="2933700"/>
                </a:lnTo>
                <a:lnTo>
                  <a:pt x="514350" y="2933700"/>
                </a:lnTo>
                <a:lnTo>
                  <a:pt x="514350" y="2943225"/>
                </a:lnTo>
                <a:lnTo>
                  <a:pt x="533400" y="2943225"/>
                </a:lnTo>
                <a:lnTo>
                  <a:pt x="533400" y="2933700"/>
                </a:lnTo>
                <a:lnTo>
                  <a:pt x="609600" y="2933700"/>
                </a:lnTo>
                <a:lnTo>
                  <a:pt x="609600" y="2943225"/>
                </a:lnTo>
                <a:lnTo>
                  <a:pt x="571500" y="2943225"/>
                </a:lnTo>
                <a:lnTo>
                  <a:pt x="571500" y="2962275"/>
                </a:lnTo>
                <a:lnTo>
                  <a:pt x="552450" y="2962275"/>
                </a:lnTo>
                <a:lnTo>
                  <a:pt x="552450" y="2952750"/>
                </a:lnTo>
                <a:lnTo>
                  <a:pt x="523875" y="2952750"/>
                </a:lnTo>
                <a:lnTo>
                  <a:pt x="523875" y="2962275"/>
                </a:lnTo>
                <a:lnTo>
                  <a:pt x="485775" y="2962275"/>
                </a:lnTo>
                <a:lnTo>
                  <a:pt x="485775" y="2952750"/>
                </a:lnTo>
                <a:lnTo>
                  <a:pt x="466725" y="2952750"/>
                </a:lnTo>
                <a:lnTo>
                  <a:pt x="466725" y="2962275"/>
                </a:lnTo>
                <a:lnTo>
                  <a:pt x="447675" y="2962275"/>
                </a:lnTo>
                <a:lnTo>
                  <a:pt x="447675" y="2952750"/>
                </a:lnTo>
                <a:lnTo>
                  <a:pt x="438150" y="2952750"/>
                </a:lnTo>
                <a:close/>
                <a:moveTo>
                  <a:pt x="676275" y="3019425"/>
                </a:moveTo>
                <a:lnTo>
                  <a:pt x="695325" y="3019425"/>
                </a:lnTo>
                <a:lnTo>
                  <a:pt x="695325" y="3028950"/>
                </a:lnTo>
                <a:lnTo>
                  <a:pt x="742950" y="3028950"/>
                </a:lnTo>
                <a:lnTo>
                  <a:pt x="742950" y="3048000"/>
                </a:lnTo>
                <a:lnTo>
                  <a:pt x="723900" y="3048000"/>
                </a:lnTo>
                <a:lnTo>
                  <a:pt x="723900" y="3038475"/>
                </a:lnTo>
                <a:lnTo>
                  <a:pt x="695325" y="3038475"/>
                </a:lnTo>
                <a:lnTo>
                  <a:pt x="695325" y="3057525"/>
                </a:lnTo>
                <a:lnTo>
                  <a:pt x="676275" y="3057525"/>
                </a:lnTo>
                <a:lnTo>
                  <a:pt x="676275" y="3048000"/>
                </a:lnTo>
                <a:lnTo>
                  <a:pt x="657225" y="3048000"/>
                </a:lnTo>
                <a:lnTo>
                  <a:pt x="657225" y="3028950"/>
                </a:lnTo>
                <a:lnTo>
                  <a:pt x="676275" y="3028950"/>
                </a:lnTo>
                <a:close/>
                <a:moveTo>
                  <a:pt x="885825" y="3028950"/>
                </a:moveTo>
                <a:lnTo>
                  <a:pt x="895350" y="3028950"/>
                </a:lnTo>
                <a:lnTo>
                  <a:pt x="895350" y="3038475"/>
                </a:lnTo>
                <a:lnTo>
                  <a:pt x="885825" y="3038475"/>
                </a:lnTo>
                <a:close/>
                <a:moveTo>
                  <a:pt x="857250" y="3057525"/>
                </a:moveTo>
                <a:lnTo>
                  <a:pt x="866775" y="3057525"/>
                </a:lnTo>
                <a:lnTo>
                  <a:pt x="866775" y="3067050"/>
                </a:lnTo>
                <a:lnTo>
                  <a:pt x="857250" y="3067050"/>
                </a:lnTo>
                <a:close/>
                <a:moveTo>
                  <a:pt x="476250" y="3067050"/>
                </a:moveTo>
                <a:lnTo>
                  <a:pt x="485775" y="3067050"/>
                </a:lnTo>
                <a:lnTo>
                  <a:pt x="485775" y="3076575"/>
                </a:lnTo>
                <a:lnTo>
                  <a:pt x="476250" y="3076575"/>
                </a:lnTo>
                <a:close/>
                <a:moveTo>
                  <a:pt x="676275" y="3076575"/>
                </a:moveTo>
                <a:lnTo>
                  <a:pt x="685800" y="3076575"/>
                </a:lnTo>
                <a:lnTo>
                  <a:pt x="685800" y="3086100"/>
                </a:lnTo>
                <a:lnTo>
                  <a:pt x="695325" y="3086100"/>
                </a:lnTo>
                <a:lnTo>
                  <a:pt x="695325" y="3095625"/>
                </a:lnTo>
                <a:lnTo>
                  <a:pt x="685800" y="3095625"/>
                </a:lnTo>
                <a:lnTo>
                  <a:pt x="685800" y="3114675"/>
                </a:lnTo>
                <a:lnTo>
                  <a:pt x="695325" y="3114675"/>
                </a:lnTo>
                <a:lnTo>
                  <a:pt x="695325" y="3171825"/>
                </a:lnTo>
                <a:lnTo>
                  <a:pt x="647700" y="3171825"/>
                </a:lnTo>
                <a:lnTo>
                  <a:pt x="647700" y="3162300"/>
                </a:lnTo>
                <a:lnTo>
                  <a:pt x="657225" y="3162300"/>
                </a:lnTo>
                <a:lnTo>
                  <a:pt x="657225" y="3152775"/>
                </a:lnTo>
                <a:lnTo>
                  <a:pt x="647700" y="3152775"/>
                </a:lnTo>
                <a:lnTo>
                  <a:pt x="647700" y="3124200"/>
                </a:lnTo>
                <a:lnTo>
                  <a:pt x="638175" y="3124200"/>
                </a:lnTo>
                <a:lnTo>
                  <a:pt x="638175" y="3114675"/>
                </a:lnTo>
                <a:lnTo>
                  <a:pt x="628650" y="3114675"/>
                </a:lnTo>
                <a:lnTo>
                  <a:pt x="628650" y="3095625"/>
                </a:lnTo>
                <a:lnTo>
                  <a:pt x="638175" y="3095625"/>
                </a:lnTo>
                <a:lnTo>
                  <a:pt x="638175" y="3086100"/>
                </a:lnTo>
                <a:lnTo>
                  <a:pt x="676275" y="3086100"/>
                </a:lnTo>
                <a:close/>
                <a:moveTo>
                  <a:pt x="828675" y="3076575"/>
                </a:moveTo>
                <a:lnTo>
                  <a:pt x="838200" y="3076575"/>
                </a:lnTo>
                <a:lnTo>
                  <a:pt x="838200" y="3086100"/>
                </a:lnTo>
                <a:lnTo>
                  <a:pt x="828675" y="3086100"/>
                </a:lnTo>
                <a:close/>
                <a:moveTo>
                  <a:pt x="895350" y="3076575"/>
                </a:moveTo>
                <a:lnTo>
                  <a:pt x="904875" y="3076575"/>
                </a:lnTo>
                <a:lnTo>
                  <a:pt x="904875" y="3086100"/>
                </a:lnTo>
                <a:lnTo>
                  <a:pt x="895350" y="3086100"/>
                </a:lnTo>
                <a:close/>
                <a:moveTo>
                  <a:pt x="476250" y="3095625"/>
                </a:moveTo>
                <a:lnTo>
                  <a:pt x="485775" y="3095625"/>
                </a:lnTo>
                <a:lnTo>
                  <a:pt x="485775" y="3114675"/>
                </a:lnTo>
                <a:lnTo>
                  <a:pt x="476250" y="3114675"/>
                </a:lnTo>
                <a:close/>
                <a:moveTo>
                  <a:pt x="828675" y="3114675"/>
                </a:moveTo>
                <a:lnTo>
                  <a:pt x="857250" y="3114675"/>
                </a:lnTo>
                <a:lnTo>
                  <a:pt x="857250" y="3124200"/>
                </a:lnTo>
                <a:lnTo>
                  <a:pt x="828675" y="3124200"/>
                </a:lnTo>
                <a:close/>
                <a:moveTo>
                  <a:pt x="942975" y="3114675"/>
                </a:moveTo>
                <a:lnTo>
                  <a:pt x="971550" y="3114675"/>
                </a:lnTo>
                <a:lnTo>
                  <a:pt x="971550" y="3124200"/>
                </a:lnTo>
                <a:lnTo>
                  <a:pt x="942975" y="3124200"/>
                </a:lnTo>
                <a:close/>
                <a:moveTo>
                  <a:pt x="800100" y="3124200"/>
                </a:moveTo>
                <a:lnTo>
                  <a:pt x="819150" y="3124200"/>
                </a:lnTo>
                <a:lnTo>
                  <a:pt x="819150" y="3133725"/>
                </a:lnTo>
                <a:lnTo>
                  <a:pt x="800100" y="3133725"/>
                </a:lnTo>
                <a:close/>
                <a:moveTo>
                  <a:pt x="981075" y="3143250"/>
                </a:moveTo>
                <a:lnTo>
                  <a:pt x="990600" y="3143250"/>
                </a:lnTo>
                <a:lnTo>
                  <a:pt x="990600" y="3152775"/>
                </a:lnTo>
                <a:lnTo>
                  <a:pt x="981075" y="3152775"/>
                </a:lnTo>
                <a:close/>
                <a:moveTo>
                  <a:pt x="552450" y="3152775"/>
                </a:moveTo>
                <a:lnTo>
                  <a:pt x="561975" y="3152775"/>
                </a:lnTo>
                <a:lnTo>
                  <a:pt x="561975" y="3162300"/>
                </a:lnTo>
                <a:lnTo>
                  <a:pt x="552450" y="3162300"/>
                </a:lnTo>
                <a:close/>
                <a:moveTo>
                  <a:pt x="942975" y="3152775"/>
                </a:moveTo>
                <a:lnTo>
                  <a:pt x="971550" y="3152775"/>
                </a:lnTo>
                <a:lnTo>
                  <a:pt x="971550" y="3162300"/>
                </a:lnTo>
                <a:lnTo>
                  <a:pt x="942975" y="3162300"/>
                </a:lnTo>
                <a:close/>
                <a:moveTo>
                  <a:pt x="742950" y="3162300"/>
                </a:moveTo>
                <a:lnTo>
                  <a:pt x="752475" y="3162300"/>
                </a:lnTo>
                <a:lnTo>
                  <a:pt x="752475" y="3171825"/>
                </a:lnTo>
                <a:lnTo>
                  <a:pt x="742950" y="3171825"/>
                </a:lnTo>
                <a:close/>
                <a:moveTo>
                  <a:pt x="809625" y="3162300"/>
                </a:moveTo>
                <a:lnTo>
                  <a:pt x="828675" y="3162300"/>
                </a:lnTo>
                <a:lnTo>
                  <a:pt x="828675" y="3171825"/>
                </a:lnTo>
                <a:lnTo>
                  <a:pt x="809625" y="3171825"/>
                </a:lnTo>
                <a:close/>
                <a:moveTo>
                  <a:pt x="542925" y="3200400"/>
                </a:moveTo>
                <a:lnTo>
                  <a:pt x="552450" y="3200400"/>
                </a:lnTo>
                <a:lnTo>
                  <a:pt x="552450" y="3209925"/>
                </a:lnTo>
                <a:lnTo>
                  <a:pt x="542925" y="3209925"/>
                </a:lnTo>
                <a:close/>
                <a:moveTo>
                  <a:pt x="504825" y="3209925"/>
                </a:moveTo>
                <a:lnTo>
                  <a:pt x="542925" y="3209925"/>
                </a:lnTo>
                <a:lnTo>
                  <a:pt x="542925" y="3219450"/>
                </a:lnTo>
                <a:lnTo>
                  <a:pt x="504825" y="3219450"/>
                </a:lnTo>
                <a:close/>
                <a:moveTo>
                  <a:pt x="447675" y="3238500"/>
                </a:moveTo>
                <a:lnTo>
                  <a:pt x="466725" y="3238500"/>
                </a:lnTo>
                <a:lnTo>
                  <a:pt x="466725" y="3248025"/>
                </a:lnTo>
                <a:lnTo>
                  <a:pt x="457200" y="3248025"/>
                </a:lnTo>
                <a:lnTo>
                  <a:pt x="457200" y="3257550"/>
                </a:lnTo>
                <a:lnTo>
                  <a:pt x="447675" y="3257550"/>
                </a:lnTo>
                <a:close/>
                <a:moveTo>
                  <a:pt x="800100" y="3267075"/>
                </a:moveTo>
                <a:lnTo>
                  <a:pt x="809625" y="3267075"/>
                </a:lnTo>
                <a:lnTo>
                  <a:pt x="809625" y="3276600"/>
                </a:lnTo>
                <a:lnTo>
                  <a:pt x="800100" y="3276600"/>
                </a:lnTo>
                <a:close/>
                <a:moveTo>
                  <a:pt x="952500" y="3267075"/>
                </a:moveTo>
                <a:lnTo>
                  <a:pt x="971550" y="3267075"/>
                </a:lnTo>
                <a:lnTo>
                  <a:pt x="971550" y="3276600"/>
                </a:lnTo>
                <a:lnTo>
                  <a:pt x="952500" y="3276600"/>
                </a:lnTo>
                <a:close/>
                <a:moveTo>
                  <a:pt x="657225" y="3276600"/>
                </a:moveTo>
                <a:lnTo>
                  <a:pt x="676275" y="3276600"/>
                </a:lnTo>
                <a:lnTo>
                  <a:pt x="676275" y="3286125"/>
                </a:lnTo>
                <a:lnTo>
                  <a:pt x="695325" y="3286125"/>
                </a:lnTo>
                <a:lnTo>
                  <a:pt x="695325" y="3324225"/>
                </a:lnTo>
                <a:lnTo>
                  <a:pt x="704850" y="3324225"/>
                </a:lnTo>
                <a:lnTo>
                  <a:pt x="704850" y="3333750"/>
                </a:lnTo>
                <a:lnTo>
                  <a:pt x="695325" y="3333750"/>
                </a:lnTo>
                <a:lnTo>
                  <a:pt x="695325" y="3343275"/>
                </a:lnTo>
                <a:lnTo>
                  <a:pt x="685800" y="3343275"/>
                </a:lnTo>
                <a:lnTo>
                  <a:pt x="685800" y="3333750"/>
                </a:lnTo>
                <a:lnTo>
                  <a:pt x="666750" y="3333750"/>
                </a:lnTo>
                <a:lnTo>
                  <a:pt x="666750" y="3305175"/>
                </a:lnTo>
                <a:lnTo>
                  <a:pt x="657225" y="3305175"/>
                </a:lnTo>
                <a:lnTo>
                  <a:pt x="657225" y="3295650"/>
                </a:lnTo>
                <a:lnTo>
                  <a:pt x="647700" y="3295650"/>
                </a:lnTo>
                <a:lnTo>
                  <a:pt x="647700" y="3286125"/>
                </a:lnTo>
                <a:lnTo>
                  <a:pt x="657225" y="3286125"/>
                </a:lnTo>
                <a:close/>
                <a:moveTo>
                  <a:pt x="733425" y="3276600"/>
                </a:moveTo>
                <a:lnTo>
                  <a:pt x="742950" y="3276600"/>
                </a:lnTo>
                <a:lnTo>
                  <a:pt x="742950" y="3286125"/>
                </a:lnTo>
                <a:lnTo>
                  <a:pt x="733425" y="3286125"/>
                </a:lnTo>
                <a:close/>
                <a:moveTo>
                  <a:pt x="809625" y="3324225"/>
                </a:moveTo>
                <a:lnTo>
                  <a:pt x="838200" y="3324225"/>
                </a:lnTo>
                <a:lnTo>
                  <a:pt x="838200" y="3333750"/>
                </a:lnTo>
                <a:lnTo>
                  <a:pt x="809625" y="3333750"/>
                </a:lnTo>
                <a:close/>
                <a:moveTo>
                  <a:pt x="1885950" y="3343275"/>
                </a:moveTo>
                <a:lnTo>
                  <a:pt x="1895475" y="3343275"/>
                </a:lnTo>
                <a:lnTo>
                  <a:pt x="1895475" y="3467100"/>
                </a:lnTo>
                <a:lnTo>
                  <a:pt x="1885950" y="3467100"/>
                </a:lnTo>
                <a:lnTo>
                  <a:pt x="1885950" y="3476625"/>
                </a:lnTo>
                <a:lnTo>
                  <a:pt x="1876425" y="3476625"/>
                </a:lnTo>
                <a:lnTo>
                  <a:pt x="1876425" y="3429000"/>
                </a:lnTo>
                <a:lnTo>
                  <a:pt x="1885950" y="3429000"/>
                </a:lnTo>
                <a:close/>
                <a:moveTo>
                  <a:pt x="876300" y="3352800"/>
                </a:moveTo>
                <a:lnTo>
                  <a:pt x="885825" y="3352800"/>
                </a:lnTo>
                <a:lnTo>
                  <a:pt x="885825" y="3362325"/>
                </a:lnTo>
                <a:lnTo>
                  <a:pt x="876300" y="3362325"/>
                </a:lnTo>
                <a:close/>
                <a:moveTo>
                  <a:pt x="828675" y="3362325"/>
                </a:moveTo>
                <a:lnTo>
                  <a:pt x="866775" y="3362325"/>
                </a:lnTo>
                <a:lnTo>
                  <a:pt x="866775" y="3371850"/>
                </a:lnTo>
                <a:lnTo>
                  <a:pt x="828675" y="3371850"/>
                </a:lnTo>
                <a:close/>
                <a:moveTo>
                  <a:pt x="704850" y="3371850"/>
                </a:moveTo>
                <a:lnTo>
                  <a:pt x="714375" y="3371850"/>
                </a:lnTo>
                <a:lnTo>
                  <a:pt x="714375" y="3381375"/>
                </a:lnTo>
                <a:lnTo>
                  <a:pt x="704850" y="3381375"/>
                </a:lnTo>
                <a:close/>
                <a:moveTo>
                  <a:pt x="762000" y="3371850"/>
                </a:moveTo>
                <a:lnTo>
                  <a:pt x="809625" y="3371850"/>
                </a:lnTo>
                <a:lnTo>
                  <a:pt x="809625" y="3381375"/>
                </a:lnTo>
                <a:lnTo>
                  <a:pt x="781050" y="3381375"/>
                </a:lnTo>
                <a:lnTo>
                  <a:pt x="781050" y="3390900"/>
                </a:lnTo>
                <a:lnTo>
                  <a:pt x="771525" y="3390900"/>
                </a:lnTo>
                <a:lnTo>
                  <a:pt x="771525" y="3381375"/>
                </a:lnTo>
                <a:lnTo>
                  <a:pt x="762000" y="3381375"/>
                </a:lnTo>
                <a:close/>
                <a:moveTo>
                  <a:pt x="704850" y="3390900"/>
                </a:moveTo>
                <a:lnTo>
                  <a:pt x="714375" y="3390900"/>
                </a:lnTo>
                <a:lnTo>
                  <a:pt x="714375" y="3400425"/>
                </a:lnTo>
                <a:lnTo>
                  <a:pt x="704850" y="3400425"/>
                </a:lnTo>
                <a:close/>
                <a:moveTo>
                  <a:pt x="990600" y="3390900"/>
                </a:moveTo>
                <a:lnTo>
                  <a:pt x="1000125" y="3390900"/>
                </a:lnTo>
                <a:lnTo>
                  <a:pt x="1000125" y="3400425"/>
                </a:lnTo>
                <a:lnTo>
                  <a:pt x="990600" y="3400425"/>
                </a:lnTo>
                <a:close/>
                <a:moveTo>
                  <a:pt x="933450" y="3400425"/>
                </a:moveTo>
                <a:lnTo>
                  <a:pt x="952500" y="3400425"/>
                </a:lnTo>
                <a:lnTo>
                  <a:pt x="952500" y="3409950"/>
                </a:lnTo>
                <a:lnTo>
                  <a:pt x="933450" y="3409950"/>
                </a:lnTo>
                <a:close/>
                <a:moveTo>
                  <a:pt x="504825" y="3476625"/>
                </a:moveTo>
                <a:lnTo>
                  <a:pt x="542925" y="3476625"/>
                </a:lnTo>
                <a:lnTo>
                  <a:pt x="542925" y="3486150"/>
                </a:lnTo>
                <a:lnTo>
                  <a:pt x="504825" y="3486150"/>
                </a:lnTo>
                <a:close/>
                <a:moveTo>
                  <a:pt x="552450" y="3476625"/>
                </a:moveTo>
                <a:lnTo>
                  <a:pt x="571500" y="3476625"/>
                </a:lnTo>
                <a:lnTo>
                  <a:pt x="571500" y="3486150"/>
                </a:lnTo>
                <a:lnTo>
                  <a:pt x="552450" y="3486150"/>
                </a:lnTo>
                <a:close/>
                <a:moveTo>
                  <a:pt x="752475" y="3524250"/>
                </a:moveTo>
                <a:lnTo>
                  <a:pt x="771525" y="3524250"/>
                </a:lnTo>
                <a:lnTo>
                  <a:pt x="771525" y="3533775"/>
                </a:lnTo>
                <a:lnTo>
                  <a:pt x="752475" y="3533775"/>
                </a:lnTo>
                <a:close/>
                <a:moveTo>
                  <a:pt x="800100" y="3524250"/>
                </a:moveTo>
                <a:lnTo>
                  <a:pt x="838200" y="3524250"/>
                </a:lnTo>
                <a:lnTo>
                  <a:pt x="838200" y="3533775"/>
                </a:lnTo>
                <a:lnTo>
                  <a:pt x="800100" y="3533775"/>
                </a:lnTo>
                <a:close/>
                <a:moveTo>
                  <a:pt x="790575" y="3571875"/>
                </a:moveTo>
                <a:lnTo>
                  <a:pt x="819150" y="3571875"/>
                </a:lnTo>
                <a:lnTo>
                  <a:pt x="819150" y="3581400"/>
                </a:lnTo>
                <a:lnTo>
                  <a:pt x="809625" y="3581400"/>
                </a:lnTo>
                <a:lnTo>
                  <a:pt x="809625" y="3590925"/>
                </a:lnTo>
                <a:lnTo>
                  <a:pt x="790575" y="3590925"/>
                </a:lnTo>
                <a:close/>
                <a:moveTo>
                  <a:pt x="885825" y="3571875"/>
                </a:moveTo>
                <a:lnTo>
                  <a:pt x="895350" y="3571875"/>
                </a:lnTo>
                <a:lnTo>
                  <a:pt x="895350" y="3581400"/>
                </a:lnTo>
                <a:lnTo>
                  <a:pt x="885825" y="3581400"/>
                </a:lnTo>
                <a:close/>
                <a:moveTo>
                  <a:pt x="1905000" y="3571875"/>
                </a:moveTo>
                <a:lnTo>
                  <a:pt x="1914525" y="3571875"/>
                </a:lnTo>
                <a:lnTo>
                  <a:pt x="1914525" y="3600450"/>
                </a:lnTo>
                <a:lnTo>
                  <a:pt x="1905000" y="3600450"/>
                </a:lnTo>
                <a:lnTo>
                  <a:pt x="1905000" y="3619500"/>
                </a:lnTo>
                <a:lnTo>
                  <a:pt x="1914525" y="3619500"/>
                </a:lnTo>
                <a:lnTo>
                  <a:pt x="1914525" y="3676650"/>
                </a:lnTo>
                <a:lnTo>
                  <a:pt x="1924050" y="3676650"/>
                </a:lnTo>
                <a:lnTo>
                  <a:pt x="1924050" y="3714750"/>
                </a:lnTo>
                <a:lnTo>
                  <a:pt x="1914525" y="3714750"/>
                </a:lnTo>
                <a:lnTo>
                  <a:pt x="1914525" y="3752850"/>
                </a:lnTo>
                <a:lnTo>
                  <a:pt x="1905000" y="3752850"/>
                </a:lnTo>
                <a:lnTo>
                  <a:pt x="1905000" y="3781425"/>
                </a:lnTo>
                <a:lnTo>
                  <a:pt x="1895475" y="3781425"/>
                </a:lnTo>
                <a:lnTo>
                  <a:pt x="1895475" y="3800475"/>
                </a:lnTo>
                <a:lnTo>
                  <a:pt x="1885950" y="3800475"/>
                </a:lnTo>
                <a:lnTo>
                  <a:pt x="1885950" y="3781425"/>
                </a:lnTo>
                <a:lnTo>
                  <a:pt x="1876425" y="3781425"/>
                </a:lnTo>
                <a:lnTo>
                  <a:pt x="1876425" y="3752850"/>
                </a:lnTo>
                <a:lnTo>
                  <a:pt x="1885950" y="3752850"/>
                </a:lnTo>
                <a:lnTo>
                  <a:pt x="1885950" y="3733800"/>
                </a:lnTo>
                <a:lnTo>
                  <a:pt x="1895475" y="3733800"/>
                </a:lnTo>
                <a:lnTo>
                  <a:pt x="1895475" y="3724275"/>
                </a:lnTo>
                <a:lnTo>
                  <a:pt x="1905000" y="3724275"/>
                </a:lnTo>
                <a:lnTo>
                  <a:pt x="1905000" y="3667125"/>
                </a:lnTo>
                <a:lnTo>
                  <a:pt x="1895475" y="3667125"/>
                </a:lnTo>
                <a:lnTo>
                  <a:pt x="1895475" y="3648075"/>
                </a:lnTo>
                <a:lnTo>
                  <a:pt x="1885950" y="3648075"/>
                </a:lnTo>
                <a:lnTo>
                  <a:pt x="1885950" y="3619500"/>
                </a:lnTo>
                <a:lnTo>
                  <a:pt x="1895475" y="3619500"/>
                </a:lnTo>
                <a:lnTo>
                  <a:pt x="1895475" y="3600450"/>
                </a:lnTo>
                <a:lnTo>
                  <a:pt x="1876425" y="3600450"/>
                </a:lnTo>
                <a:lnTo>
                  <a:pt x="1876425" y="3619500"/>
                </a:lnTo>
                <a:lnTo>
                  <a:pt x="1781175" y="3619500"/>
                </a:lnTo>
                <a:lnTo>
                  <a:pt x="1781175" y="3629025"/>
                </a:lnTo>
                <a:lnTo>
                  <a:pt x="1628775" y="3629025"/>
                </a:lnTo>
                <a:lnTo>
                  <a:pt x="1628775" y="3638550"/>
                </a:lnTo>
                <a:lnTo>
                  <a:pt x="1495425" y="3638550"/>
                </a:lnTo>
                <a:lnTo>
                  <a:pt x="1495425" y="3648075"/>
                </a:lnTo>
                <a:lnTo>
                  <a:pt x="1362075" y="3648075"/>
                </a:lnTo>
                <a:lnTo>
                  <a:pt x="1362075" y="3657600"/>
                </a:lnTo>
                <a:lnTo>
                  <a:pt x="1219200" y="3657600"/>
                </a:lnTo>
                <a:lnTo>
                  <a:pt x="1219200" y="3667125"/>
                </a:lnTo>
                <a:lnTo>
                  <a:pt x="1104900" y="3667125"/>
                </a:lnTo>
                <a:lnTo>
                  <a:pt x="1104900" y="3676650"/>
                </a:lnTo>
                <a:lnTo>
                  <a:pt x="942975" y="3676650"/>
                </a:lnTo>
                <a:lnTo>
                  <a:pt x="942975" y="3686175"/>
                </a:lnTo>
                <a:lnTo>
                  <a:pt x="800100" y="3686175"/>
                </a:lnTo>
                <a:lnTo>
                  <a:pt x="800100" y="3695700"/>
                </a:lnTo>
                <a:lnTo>
                  <a:pt x="619125" y="3695700"/>
                </a:lnTo>
                <a:lnTo>
                  <a:pt x="619125" y="3676650"/>
                </a:lnTo>
                <a:lnTo>
                  <a:pt x="647700" y="3676650"/>
                </a:lnTo>
                <a:lnTo>
                  <a:pt x="647700" y="3667125"/>
                </a:lnTo>
                <a:lnTo>
                  <a:pt x="666750" y="3667125"/>
                </a:lnTo>
                <a:lnTo>
                  <a:pt x="666750" y="3657600"/>
                </a:lnTo>
                <a:lnTo>
                  <a:pt x="676275" y="3657600"/>
                </a:lnTo>
                <a:lnTo>
                  <a:pt x="676275" y="3648075"/>
                </a:lnTo>
                <a:lnTo>
                  <a:pt x="695325" y="3648075"/>
                </a:lnTo>
                <a:lnTo>
                  <a:pt x="695325" y="3638550"/>
                </a:lnTo>
                <a:lnTo>
                  <a:pt x="714375" y="3638550"/>
                </a:lnTo>
                <a:lnTo>
                  <a:pt x="714375" y="3619500"/>
                </a:lnTo>
                <a:lnTo>
                  <a:pt x="723900" y="3619500"/>
                </a:lnTo>
                <a:lnTo>
                  <a:pt x="723900" y="3609975"/>
                </a:lnTo>
                <a:lnTo>
                  <a:pt x="752475" y="3609975"/>
                </a:lnTo>
                <a:lnTo>
                  <a:pt x="752475" y="3619500"/>
                </a:lnTo>
                <a:lnTo>
                  <a:pt x="723900" y="3619500"/>
                </a:lnTo>
                <a:lnTo>
                  <a:pt x="723900" y="3657600"/>
                </a:lnTo>
                <a:lnTo>
                  <a:pt x="742950" y="3657600"/>
                </a:lnTo>
                <a:lnTo>
                  <a:pt x="742950" y="3667125"/>
                </a:lnTo>
                <a:lnTo>
                  <a:pt x="771525" y="3667125"/>
                </a:lnTo>
                <a:lnTo>
                  <a:pt x="771525" y="3648075"/>
                </a:lnTo>
                <a:lnTo>
                  <a:pt x="781050" y="3648075"/>
                </a:lnTo>
                <a:lnTo>
                  <a:pt x="781050" y="3657600"/>
                </a:lnTo>
                <a:lnTo>
                  <a:pt x="790575" y="3657600"/>
                </a:lnTo>
                <a:lnTo>
                  <a:pt x="790575" y="3648075"/>
                </a:lnTo>
                <a:lnTo>
                  <a:pt x="800100" y="3648075"/>
                </a:lnTo>
                <a:lnTo>
                  <a:pt x="800100" y="3657600"/>
                </a:lnTo>
                <a:lnTo>
                  <a:pt x="876300" y="3657600"/>
                </a:lnTo>
                <a:lnTo>
                  <a:pt x="876300" y="3667125"/>
                </a:lnTo>
                <a:lnTo>
                  <a:pt x="885825" y="3667125"/>
                </a:lnTo>
                <a:lnTo>
                  <a:pt x="885825" y="3657600"/>
                </a:lnTo>
                <a:lnTo>
                  <a:pt x="895350" y="3657600"/>
                </a:lnTo>
                <a:lnTo>
                  <a:pt x="895350" y="3667125"/>
                </a:lnTo>
                <a:lnTo>
                  <a:pt x="952500" y="3667125"/>
                </a:lnTo>
                <a:lnTo>
                  <a:pt x="952500" y="3648075"/>
                </a:lnTo>
                <a:lnTo>
                  <a:pt x="1009650" y="3648075"/>
                </a:lnTo>
                <a:lnTo>
                  <a:pt x="1009650" y="3638550"/>
                </a:lnTo>
                <a:lnTo>
                  <a:pt x="1019175" y="3638550"/>
                </a:lnTo>
                <a:lnTo>
                  <a:pt x="1019175" y="3619500"/>
                </a:lnTo>
                <a:lnTo>
                  <a:pt x="1009650" y="3619500"/>
                </a:lnTo>
                <a:lnTo>
                  <a:pt x="1009650" y="3609975"/>
                </a:lnTo>
                <a:lnTo>
                  <a:pt x="1019175" y="3609975"/>
                </a:lnTo>
                <a:lnTo>
                  <a:pt x="1019175" y="3619500"/>
                </a:lnTo>
                <a:lnTo>
                  <a:pt x="1028700" y="3619500"/>
                </a:lnTo>
                <a:lnTo>
                  <a:pt x="1028700" y="3629025"/>
                </a:lnTo>
                <a:lnTo>
                  <a:pt x="1066800" y="3629025"/>
                </a:lnTo>
                <a:lnTo>
                  <a:pt x="1066800" y="3638550"/>
                </a:lnTo>
                <a:lnTo>
                  <a:pt x="1076325" y="3638550"/>
                </a:lnTo>
                <a:lnTo>
                  <a:pt x="1076325" y="3629025"/>
                </a:lnTo>
                <a:lnTo>
                  <a:pt x="1095375" y="3629025"/>
                </a:lnTo>
                <a:lnTo>
                  <a:pt x="1095375" y="3638550"/>
                </a:lnTo>
                <a:lnTo>
                  <a:pt x="1162050" y="3638550"/>
                </a:lnTo>
                <a:lnTo>
                  <a:pt x="1162050" y="3629025"/>
                </a:lnTo>
                <a:lnTo>
                  <a:pt x="1314450" y="3629025"/>
                </a:lnTo>
                <a:lnTo>
                  <a:pt x="1314450" y="3619500"/>
                </a:lnTo>
                <a:lnTo>
                  <a:pt x="1504950" y="3619500"/>
                </a:lnTo>
                <a:lnTo>
                  <a:pt x="1504950" y="3609975"/>
                </a:lnTo>
                <a:lnTo>
                  <a:pt x="1590675" y="3609975"/>
                </a:lnTo>
                <a:lnTo>
                  <a:pt x="1590675" y="3600450"/>
                </a:lnTo>
                <a:lnTo>
                  <a:pt x="1600200" y="3600450"/>
                </a:lnTo>
                <a:lnTo>
                  <a:pt x="1600200" y="3609975"/>
                </a:lnTo>
                <a:lnTo>
                  <a:pt x="1609725" y="3609975"/>
                </a:lnTo>
                <a:lnTo>
                  <a:pt x="1609725" y="3600450"/>
                </a:lnTo>
                <a:lnTo>
                  <a:pt x="1762125" y="3600450"/>
                </a:lnTo>
                <a:lnTo>
                  <a:pt x="1762125" y="3590925"/>
                </a:lnTo>
                <a:lnTo>
                  <a:pt x="1847850" y="3590925"/>
                </a:lnTo>
                <a:lnTo>
                  <a:pt x="1847850" y="3581400"/>
                </a:lnTo>
                <a:lnTo>
                  <a:pt x="1857375" y="3581400"/>
                </a:lnTo>
                <a:lnTo>
                  <a:pt x="1857375" y="3590925"/>
                </a:lnTo>
                <a:lnTo>
                  <a:pt x="1895475" y="3590925"/>
                </a:lnTo>
                <a:lnTo>
                  <a:pt x="1895475" y="3581400"/>
                </a:lnTo>
                <a:lnTo>
                  <a:pt x="1905000" y="3581400"/>
                </a:lnTo>
                <a:close/>
                <a:moveTo>
                  <a:pt x="914400" y="3590925"/>
                </a:moveTo>
                <a:lnTo>
                  <a:pt x="923925" y="3590925"/>
                </a:lnTo>
                <a:lnTo>
                  <a:pt x="923925" y="3600450"/>
                </a:lnTo>
                <a:lnTo>
                  <a:pt x="942975" y="3600450"/>
                </a:lnTo>
                <a:lnTo>
                  <a:pt x="942975" y="3609975"/>
                </a:lnTo>
                <a:lnTo>
                  <a:pt x="933450" y="3609975"/>
                </a:lnTo>
                <a:lnTo>
                  <a:pt x="933450" y="3619500"/>
                </a:lnTo>
                <a:lnTo>
                  <a:pt x="904875" y="3619500"/>
                </a:lnTo>
                <a:lnTo>
                  <a:pt x="904875" y="3609975"/>
                </a:lnTo>
                <a:lnTo>
                  <a:pt x="885825" y="3609975"/>
                </a:lnTo>
                <a:lnTo>
                  <a:pt x="885825" y="3600450"/>
                </a:lnTo>
                <a:lnTo>
                  <a:pt x="914400" y="3600450"/>
                </a:lnTo>
                <a:close/>
                <a:moveTo>
                  <a:pt x="962025" y="3600450"/>
                </a:moveTo>
                <a:lnTo>
                  <a:pt x="1000125" y="3600450"/>
                </a:lnTo>
                <a:lnTo>
                  <a:pt x="1000125" y="3609975"/>
                </a:lnTo>
                <a:lnTo>
                  <a:pt x="962025" y="3609975"/>
                </a:lnTo>
                <a:close/>
                <a:moveTo>
                  <a:pt x="323850" y="3667125"/>
                </a:moveTo>
                <a:lnTo>
                  <a:pt x="333375" y="3667125"/>
                </a:lnTo>
                <a:lnTo>
                  <a:pt x="333375" y="3676650"/>
                </a:lnTo>
                <a:lnTo>
                  <a:pt x="371475" y="3676650"/>
                </a:lnTo>
                <a:lnTo>
                  <a:pt x="371475" y="3686175"/>
                </a:lnTo>
                <a:lnTo>
                  <a:pt x="390525" y="3686175"/>
                </a:lnTo>
                <a:lnTo>
                  <a:pt x="390525" y="3676650"/>
                </a:lnTo>
                <a:lnTo>
                  <a:pt x="447675" y="3676650"/>
                </a:lnTo>
                <a:lnTo>
                  <a:pt x="447675" y="3686175"/>
                </a:lnTo>
                <a:lnTo>
                  <a:pt x="476250" y="3686175"/>
                </a:lnTo>
                <a:lnTo>
                  <a:pt x="476250" y="3695700"/>
                </a:lnTo>
                <a:lnTo>
                  <a:pt x="485775" y="3695700"/>
                </a:lnTo>
                <a:lnTo>
                  <a:pt x="485775" y="3714750"/>
                </a:lnTo>
                <a:lnTo>
                  <a:pt x="342900" y="3714750"/>
                </a:lnTo>
                <a:lnTo>
                  <a:pt x="342900" y="3705225"/>
                </a:lnTo>
                <a:lnTo>
                  <a:pt x="333375" y="3705225"/>
                </a:lnTo>
                <a:lnTo>
                  <a:pt x="333375" y="3714750"/>
                </a:lnTo>
                <a:lnTo>
                  <a:pt x="323850" y="3714750"/>
                </a:lnTo>
                <a:close/>
                <a:moveTo>
                  <a:pt x="600075" y="3686175"/>
                </a:moveTo>
                <a:lnTo>
                  <a:pt x="609600" y="3686175"/>
                </a:lnTo>
                <a:lnTo>
                  <a:pt x="609600" y="3705225"/>
                </a:lnTo>
                <a:lnTo>
                  <a:pt x="590550" y="3705225"/>
                </a:lnTo>
                <a:lnTo>
                  <a:pt x="590550" y="3695700"/>
                </a:lnTo>
                <a:lnTo>
                  <a:pt x="600075" y="3695700"/>
                </a:lnTo>
                <a:close/>
                <a:moveTo>
                  <a:pt x="1685925" y="3714750"/>
                </a:moveTo>
                <a:lnTo>
                  <a:pt x="1714500" y="3714750"/>
                </a:lnTo>
                <a:lnTo>
                  <a:pt x="1714500" y="3733800"/>
                </a:lnTo>
                <a:lnTo>
                  <a:pt x="1724025" y="3733800"/>
                </a:lnTo>
                <a:lnTo>
                  <a:pt x="1724025" y="3714750"/>
                </a:lnTo>
                <a:lnTo>
                  <a:pt x="1733550" y="3714750"/>
                </a:lnTo>
                <a:lnTo>
                  <a:pt x="1733550" y="3733800"/>
                </a:lnTo>
                <a:lnTo>
                  <a:pt x="1724025" y="3733800"/>
                </a:lnTo>
                <a:lnTo>
                  <a:pt x="1724025" y="3743325"/>
                </a:lnTo>
                <a:lnTo>
                  <a:pt x="1685925" y="3743325"/>
                </a:lnTo>
                <a:lnTo>
                  <a:pt x="1685925" y="3733800"/>
                </a:lnTo>
                <a:lnTo>
                  <a:pt x="1704975" y="3733800"/>
                </a:lnTo>
                <a:lnTo>
                  <a:pt x="1704975" y="3724275"/>
                </a:lnTo>
                <a:lnTo>
                  <a:pt x="1685925" y="3724275"/>
                </a:lnTo>
                <a:close/>
                <a:moveTo>
                  <a:pt x="1352550" y="3724275"/>
                </a:moveTo>
                <a:lnTo>
                  <a:pt x="1362075" y="3724275"/>
                </a:lnTo>
                <a:lnTo>
                  <a:pt x="1362075" y="3781425"/>
                </a:lnTo>
                <a:lnTo>
                  <a:pt x="1352550" y="3781425"/>
                </a:lnTo>
                <a:close/>
                <a:moveTo>
                  <a:pt x="1323975" y="3733800"/>
                </a:moveTo>
                <a:lnTo>
                  <a:pt x="1333500" y="3733800"/>
                </a:lnTo>
                <a:lnTo>
                  <a:pt x="1333500" y="3752850"/>
                </a:lnTo>
                <a:lnTo>
                  <a:pt x="1323975" y="3752850"/>
                </a:lnTo>
                <a:close/>
                <a:moveTo>
                  <a:pt x="1647825" y="3733800"/>
                </a:moveTo>
                <a:lnTo>
                  <a:pt x="1657350" y="3733800"/>
                </a:lnTo>
                <a:lnTo>
                  <a:pt x="1657350" y="3743325"/>
                </a:lnTo>
                <a:lnTo>
                  <a:pt x="1647825" y="3743325"/>
                </a:lnTo>
                <a:close/>
                <a:moveTo>
                  <a:pt x="542925" y="3743325"/>
                </a:moveTo>
                <a:lnTo>
                  <a:pt x="561975" y="3743325"/>
                </a:lnTo>
                <a:lnTo>
                  <a:pt x="561975" y="3752850"/>
                </a:lnTo>
                <a:lnTo>
                  <a:pt x="542925" y="3752850"/>
                </a:lnTo>
                <a:close/>
                <a:moveTo>
                  <a:pt x="523875" y="3752850"/>
                </a:moveTo>
                <a:lnTo>
                  <a:pt x="533400" y="3752850"/>
                </a:lnTo>
                <a:lnTo>
                  <a:pt x="533400" y="3762375"/>
                </a:lnTo>
                <a:lnTo>
                  <a:pt x="523875" y="3762375"/>
                </a:lnTo>
                <a:close/>
                <a:moveTo>
                  <a:pt x="866775" y="3752850"/>
                </a:moveTo>
                <a:lnTo>
                  <a:pt x="876300" y="3752850"/>
                </a:lnTo>
                <a:lnTo>
                  <a:pt x="876300" y="3810000"/>
                </a:lnTo>
                <a:lnTo>
                  <a:pt x="866775" y="3810000"/>
                </a:lnTo>
                <a:lnTo>
                  <a:pt x="866775" y="3800475"/>
                </a:lnTo>
                <a:lnTo>
                  <a:pt x="847725" y="3800475"/>
                </a:lnTo>
                <a:lnTo>
                  <a:pt x="847725" y="3762375"/>
                </a:lnTo>
                <a:lnTo>
                  <a:pt x="866775" y="3762375"/>
                </a:lnTo>
                <a:close/>
                <a:moveTo>
                  <a:pt x="1257300" y="3752850"/>
                </a:moveTo>
                <a:lnTo>
                  <a:pt x="1276350" y="3752850"/>
                </a:lnTo>
                <a:lnTo>
                  <a:pt x="1276350" y="3781425"/>
                </a:lnTo>
                <a:lnTo>
                  <a:pt x="1285875" y="3781425"/>
                </a:lnTo>
                <a:lnTo>
                  <a:pt x="1285875" y="3800475"/>
                </a:lnTo>
                <a:lnTo>
                  <a:pt x="1238250" y="3800475"/>
                </a:lnTo>
                <a:lnTo>
                  <a:pt x="1238250" y="3781425"/>
                </a:lnTo>
                <a:lnTo>
                  <a:pt x="1247775" y="3781425"/>
                </a:lnTo>
                <a:lnTo>
                  <a:pt x="1247775" y="3771900"/>
                </a:lnTo>
                <a:lnTo>
                  <a:pt x="1257300" y="3771900"/>
                </a:lnTo>
                <a:close/>
                <a:moveTo>
                  <a:pt x="514350" y="3762375"/>
                </a:moveTo>
                <a:lnTo>
                  <a:pt x="523875" y="3762375"/>
                </a:lnTo>
                <a:lnTo>
                  <a:pt x="523875" y="3771900"/>
                </a:lnTo>
                <a:lnTo>
                  <a:pt x="514350" y="3771900"/>
                </a:lnTo>
                <a:close/>
                <a:moveTo>
                  <a:pt x="504825" y="3771900"/>
                </a:moveTo>
                <a:lnTo>
                  <a:pt x="514350" y="3771900"/>
                </a:lnTo>
                <a:lnTo>
                  <a:pt x="514350" y="3781425"/>
                </a:lnTo>
                <a:lnTo>
                  <a:pt x="504825" y="3781425"/>
                </a:lnTo>
                <a:close/>
                <a:moveTo>
                  <a:pt x="495300" y="3781425"/>
                </a:moveTo>
                <a:lnTo>
                  <a:pt x="504825" y="3781425"/>
                </a:lnTo>
                <a:lnTo>
                  <a:pt x="504825" y="3819525"/>
                </a:lnTo>
                <a:lnTo>
                  <a:pt x="495300" y="3819525"/>
                </a:lnTo>
                <a:close/>
                <a:moveTo>
                  <a:pt x="981075" y="3790950"/>
                </a:moveTo>
                <a:lnTo>
                  <a:pt x="990600" y="3790950"/>
                </a:lnTo>
                <a:lnTo>
                  <a:pt x="990600" y="3819525"/>
                </a:lnTo>
                <a:lnTo>
                  <a:pt x="981075" y="3819525"/>
                </a:lnTo>
                <a:close/>
                <a:moveTo>
                  <a:pt x="1304925" y="3790950"/>
                </a:moveTo>
                <a:lnTo>
                  <a:pt x="1314450" y="3790950"/>
                </a:lnTo>
                <a:lnTo>
                  <a:pt x="1314450" y="3800475"/>
                </a:lnTo>
                <a:lnTo>
                  <a:pt x="1304925" y="3800475"/>
                </a:lnTo>
                <a:close/>
                <a:moveTo>
                  <a:pt x="1343025" y="3790950"/>
                </a:moveTo>
                <a:lnTo>
                  <a:pt x="1352550" y="3790950"/>
                </a:lnTo>
                <a:lnTo>
                  <a:pt x="1352550" y="3800475"/>
                </a:lnTo>
                <a:lnTo>
                  <a:pt x="1343025" y="3800475"/>
                </a:lnTo>
                <a:close/>
                <a:moveTo>
                  <a:pt x="895350" y="3800475"/>
                </a:moveTo>
                <a:lnTo>
                  <a:pt x="904875" y="3800475"/>
                </a:lnTo>
                <a:lnTo>
                  <a:pt x="904875" y="3810000"/>
                </a:lnTo>
                <a:lnTo>
                  <a:pt x="895350" y="3810000"/>
                </a:lnTo>
                <a:close/>
                <a:moveTo>
                  <a:pt x="914400" y="3800475"/>
                </a:moveTo>
                <a:lnTo>
                  <a:pt x="923925" y="3800475"/>
                </a:lnTo>
                <a:lnTo>
                  <a:pt x="923925" y="3810000"/>
                </a:lnTo>
                <a:lnTo>
                  <a:pt x="914400" y="3810000"/>
                </a:lnTo>
                <a:close/>
                <a:moveTo>
                  <a:pt x="1285875" y="3800475"/>
                </a:moveTo>
                <a:lnTo>
                  <a:pt x="1295400" y="3800475"/>
                </a:lnTo>
                <a:lnTo>
                  <a:pt x="1295400" y="3810000"/>
                </a:lnTo>
                <a:lnTo>
                  <a:pt x="1285875" y="3810000"/>
                </a:lnTo>
                <a:close/>
                <a:moveTo>
                  <a:pt x="1724025" y="3810000"/>
                </a:moveTo>
                <a:lnTo>
                  <a:pt x="1733550" y="3810000"/>
                </a:lnTo>
                <a:lnTo>
                  <a:pt x="1733550" y="3819525"/>
                </a:lnTo>
                <a:lnTo>
                  <a:pt x="1724025" y="3819525"/>
                </a:lnTo>
                <a:close/>
                <a:moveTo>
                  <a:pt x="971550" y="3819525"/>
                </a:moveTo>
                <a:lnTo>
                  <a:pt x="981075" y="3819525"/>
                </a:lnTo>
                <a:lnTo>
                  <a:pt x="981075" y="3829050"/>
                </a:lnTo>
                <a:lnTo>
                  <a:pt x="971550" y="3829050"/>
                </a:lnTo>
                <a:close/>
                <a:moveTo>
                  <a:pt x="904875" y="3829050"/>
                </a:moveTo>
                <a:lnTo>
                  <a:pt x="942975" y="3829050"/>
                </a:lnTo>
                <a:lnTo>
                  <a:pt x="942975" y="3838575"/>
                </a:lnTo>
                <a:lnTo>
                  <a:pt x="904875" y="3838575"/>
                </a:lnTo>
                <a:close/>
                <a:moveTo>
                  <a:pt x="552450" y="3838575"/>
                </a:moveTo>
                <a:lnTo>
                  <a:pt x="561975" y="3838575"/>
                </a:lnTo>
                <a:lnTo>
                  <a:pt x="561975" y="3848100"/>
                </a:lnTo>
                <a:lnTo>
                  <a:pt x="552450" y="3848100"/>
                </a:lnTo>
                <a:close/>
                <a:moveTo>
                  <a:pt x="590550" y="3838575"/>
                </a:moveTo>
                <a:lnTo>
                  <a:pt x="600075" y="3838575"/>
                </a:lnTo>
                <a:lnTo>
                  <a:pt x="600075" y="3848100"/>
                </a:lnTo>
                <a:lnTo>
                  <a:pt x="590550" y="3848100"/>
                </a:lnTo>
                <a:close/>
                <a:moveTo>
                  <a:pt x="1257300" y="3838575"/>
                </a:moveTo>
                <a:lnTo>
                  <a:pt x="1276350" y="3838575"/>
                </a:lnTo>
                <a:lnTo>
                  <a:pt x="1276350" y="3848100"/>
                </a:lnTo>
                <a:lnTo>
                  <a:pt x="1257300" y="3848100"/>
                </a:lnTo>
                <a:close/>
                <a:moveTo>
                  <a:pt x="1285875" y="3838575"/>
                </a:moveTo>
                <a:lnTo>
                  <a:pt x="1304925" y="3838575"/>
                </a:lnTo>
                <a:lnTo>
                  <a:pt x="1304925" y="3848100"/>
                </a:lnTo>
                <a:lnTo>
                  <a:pt x="1285875" y="3848100"/>
                </a:lnTo>
                <a:close/>
                <a:moveTo>
                  <a:pt x="571500" y="3848100"/>
                </a:moveTo>
                <a:lnTo>
                  <a:pt x="590550" y="3848100"/>
                </a:lnTo>
                <a:lnTo>
                  <a:pt x="590550" y="3857625"/>
                </a:lnTo>
                <a:lnTo>
                  <a:pt x="571500" y="3857625"/>
                </a:lnTo>
                <a:close/>
                <a:moveTo>
                  <a:pt x="1676400" y="3848100"/>
                </a:moveTo>
                <a:lnTo>
                  <a:pt x="1695450" y="3848100"/>
                </a:lnTo>
                <a:lnTo>
                  <a:pt x="1695450" y="3857625"/>
                </a:lnTo>
                <a:lnTo>
                  <a:pt x="1676400" y="3857625"/>
                </a:lnTo>
                <a:close/>
                <a:moveTo>
                  <a:pt x="1724025" y="3848100"/>
                </a:moveTo>
                <a:lnTo>
                  <a:pt x="1733550" y="3848100"/>
                </a:lnTo>
                <a:lnTo>
                  <a:pt x="1733550" y="3857625"/>
                </a:lnTo>
                <a:lnTo>
                  <a:pt x="1724025" y="3857625"/>
                </a:lnTo>
                <a:close/>
                <a:moveTo>
                  <a:pt x="914400" y="3857625"/>
                </a:moveTo>
                <a:lnTo>
                  <a:pt x="933450" y="3857625"/>
                </a:lnTo>
                <a:lnTo>
                  <a:pt x="933450" y="3867150"/>
                </a:lnTo>
                <a:lnTo>
                  <a:pt x="914400" y="3867150"/>
                </a:lnTo>
                <a:close/>
                <a:moveTo>
                  <a:pt x="1019175" y="3857625"/>
                </a:moveTo>
                <a:lnTo>
                  <a:pt x="1047750" y="3857625"/>
                </a:lnTo>
                <a:lnTo>
                  <a:pt x="1047750" y="3867150"/>
                </a:lnTo>
                <a:lnTo>
                  <a:pt x="1019175" y="3867150"/>
                </a:lnTo>
                <a:close/>
                <a:moveTo>
                  <a:pt x="1390650" y="3857625"/>
                </a:moveTo>
                <a:lnTo>
                  <a:pt x="1400175" y="3857625"/>
                </a:lnTo>
                <a:lnTo>
                  <a:pt x="1400175" y="3867150"/>
                </a:lnTo>
                <a:lnTo>
                  <a:pt x="1390650" y="3867150"/>
                </a:lnTo>
                <a:close/>
                <a:moveTo>
                  <a:pt x="847725" y="3867150"/>
                </a:moveTo>
                <a:lnTo>
                  <a:pt x="904875" y="3867150"/>
                </a:lnTo>
                <a:lnTo>
                  <a:pt x="904875" y="3876675"/>
                </a:lnTo>
                <a:lnTo>
                  <a:pt x="847725" y="3876675"/>
                </a:lnTo>
                <a:close/>
                <a:moveTo>
                  <a:pt x="571500" y="3876675"/>
                </a:moveTo>
                <a:lnTo>
                  <a:pt x="590550" y="3876675"/>
                </a:lnTo>
                <a:lnTo>
                  <a:pt x="590550" y="3886200"/>
                </a:lnTo>
                <a:lnTo>
                  <a:pt x="571500" y="3886200"/>
                </a:lnTo>
                <a:close/>
                <a:moveTo>
                  <a:pt x="1247775" y="3876675"/>
                </a:moveTo>
                <a:lnTo>
                  <a:pt x="1304925" y="3876675"/>
                </a:lnTo>
                <a:lnTo>
                  <a:pt x="1304925" y="3886200"/>
                </a:lnTo>
                <a:lnTo>
                  <a:pt x="1247775" y="3886200"/>
                </a:lnTo>
                <a:close/>
                <a:moveTo>
                  <a:pt x="1790700" y="3876675"/>
                </a:moveTo>
                <a:lnTo>
                  <a:pt x="1800225" y="3876675"/>
                </a:lnTo>
                <a:lnTo>
                  <a:pt x="1800225" y="3886200"/>
                </a:lnTo>
                <a:lnTo>
                  <a:pt x="1790700" y="3886200"/>
                </a:lnTo>
                <a:close/>
                <a:moveTo>
                  <a:pt x="495300" y="3886200"/>
                </a:moveTo>
                <a:lnTo>
                  <a:pt x="504825" y="3886200"/>
                </a:lnTo>
                <a:lnTo>
                  <a:pt x="504825" y="3895725"/>
                </a:lnTo>
                <a:lnTo>
                  <a:pt x="495300" y="3895725"/>
                </a:lnTo>
                <a:close/>
                <a:moveTo>
                  <a:pt x="600075" y="3886200"/>
                </a:moveTo>
                <a:lnTo>
                  <a:pt x="609600" y="3886200"/>
                </a:lnTo>
                <a:lnTo>
                  <a:pt x="609600" y="3895725"/>
                </a:lnTo>
                <a:lnTo>
                  <a:pt x="600075" y="3895725"/>
                </a:lnTo>
                <a:close/>
                <a:moveTo>
                  <a:pt x="1743075" y="3886200"/>
                </a:moveTo>
                <a:lnTo>
                  <a:pt x="1771650" y="3886200"/>
                </a:lnTo>
                <a:lnTo>
                  <a:pt x="1771650" y="3895725"/>
                </a:lnTo>
                <a:lnTo>
                  <a:pt x="1743075" y="3895725"/>
                </a:lnTo>
                <a:close/>
                <a:moveTo>
                  <a:pt x="485775" y="3895725"/>
                </a:moveTo>
                <a:lnTo>
                  <a:pt x="495300" y="3895725"/>
                </a:lnTo>
                <a:lnTo>
                  <a:pt x="495300" y="3924300"/>
                </a:lnTo>
                <a:lnTo>
                  <a:pt x="485775" y="3924300"/>
                </a:lnTo>
                <a:close/>
                <a:moveTo>
                  <a:pt x="990600" y="3895725"/>
                </a:moveTo>
                <a:lnTo>
                  <a:pt x="1000125" y="3895725"/>
                </a:lnTo>
                <a:lnTo>
                  <a:pt x="1000125" y="3905250"/>
                </a:lnTo>
                <a:lnTo>
                  <a:pt x="990600" y="3905250"/>
                </a:lnTo>
                <a:close/>
                <a:moveTo>
                  <a:pt x="1009650" y="3895725"/>
                </a:moveTo>
                <a:lnTo>
                  <a:pt x="1019175" y="3895725"/>
                </a:lnTo>
                <a:lnTo>
                  <a:pt x="1019175" y="3905250"/>
                </a:lnTo>
                <a:lnTo>
                  <a:pt x="1009650" y="3905250"/>
                </a:lnTo>
                <a:close/>
                <a:moveTo>
                  <a:pt x="1562100" y="3895725"/>
                </a:moveTo>
                <a:lnTo>
                  <a:pt x="1581150" y="3895725"/>
                </a:lnTo>
                <a:lnTo>
                  <a:pt x="1581150" y="3905250"/>
                </a:lnTo>
                <a:lnTo>
                  <a:pt x="1562100" y="3905250"/>
                </a:lnTo>
                <a:close/>
                <a:moveTo>
                  <a:pt x="609600" y="3914775"/>
                </a:moveTo>
                <a:lnTo>
                  <a:pt x="619125" y="3914775"/>
                </a:lnTo>
                <a:lnTo>
                  <a:pt x="619125" y="3924300"/>
                </a:lnTo>
                <a:lnTo>
                  <a:pt x="609600" y="3924300"/>
                </a:lnTo>
                <a:close/>
                <a:moveTo>
                  <a:pt x="1285875" y="3914775"/>
                </a:moveTo>
                <a:lnTo>
                  <a:pt x="1304925" y="3914775"/>
                </a:lnTo>
                <a:lnTo>
                  <a:pt x="1304925" y="3924300"/>
                </a:lnTo>
                <a:lnTo>
                  <a:pt x="1285875" y="3924300"/>
                </a:lnTo>
                <a:close/>
                <a:moveTo>
                  <a:pt x="1323975" y="3914775"/>
                </a:moveTo>
                <a:lnTo>
                  <a:pt x="1352550" y="3914775"/>
                </a:lnTo>
                <a:lnTo>
                  <a:pt x="1352550" y="3924300"/>
                </a:lnTo>
                <a:lnTo>
                  <a:pt x="1323975" y="3924300"/>
                </a:lnTo>
                <a:close/>
                <a:moveTo>
                  <a:pt x="495300" y="3924300"/>
                </a:moveTo>
                <a:lnTo>
                  <a:pt x="504825" y="3924300"/>
                </a:lnTo>
                <a:lnTo>
                  <a:pt x="504825" y="3933825"/>
                </a:lnTo>
                <a:lnTo>
                  <a:pt x="495300" y="3933825"/>
                </a:lnTo>
                <a:close/>
                <a:moveTo>
                  <a:pt x="561975" y="3924300"/>
                </a:moveTo>
                <a:lnTo>
                  <a:pt x="581025" y="3924300"/>
                </a:lnTo>
                <a:lnTo>
                  <a:pt x="581025" y="3933825"/>
                </a:lnTo>
                <a:lnTo>
                  <a:pt x="561975" y="3933825"/>
                </a:lnTo>
                <a:close/>
                <a:moveTo>
                  <a:pt x="819150" y="3943350"/>
                </a:moveTo>
                <a:lnTo>
                  <a:pt x="857250" y="3943350"/>
                </a:lnTo>
                <a:lnTo>
                  <a:pt x="857250" y="3952875"/>
                </a:lnTo>
                <a:lnTo>
                  <a:pt x="819150" y="3952875"/>
                </a:lnTo>
                <a:close/>
              </a:path>
            </a:pathLst>
          </a:custGeom>
          <a:solidFill xmlns:a="http://schemas.openxmlformats.org/drawingml/2006/main">
            <a:srgbClr val="F0F6FB"/>
          </a:solidFill>
          <a:ln xmlns:a="http://schemas.openxmlformats.org/drawingml/2006/main" w="0">
            <a:noFill/>
          </a:ln>
        </p:spPr>
      </p:sp>
      <p:sp>
        <p:nvSpPr>
          <p:cNvPr id="20" name="phones vector #f3f0ec">
            <a:extLst xmlns:a="http://schemas.openxmlformats.org/drawingml/2006/main">
              <a:ext uri="{FF2B5EF4-FFF2-40B4-BE49-F238E27FC236}">
                <a16:creationId xmlns:a16="http://schemas.microsoft.com/office/drawing/2014/main" id="{0EBA82F4-9C88-448B-AB2F-8848161F791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48500" y="190500"/>
            <a:ext cx="5905500" cy="6619875"/>
          </a:xfrm>
          <a:custGeom xmlns:a="http://schemas.openxmlformats.org/drawingml/2006/main">
            <a:pathLst>
              <a:path w="3838575" h="4295775">
                <a:moveTo>
                  <a:pt x="0" y="0"/>
                </a:moveTo>
                <a:lnTo>
                  <a:pt x="590550" y="0"/>
                </a:lnTo>
                <a:lnTo>
                  <a:pt x="590550" y="9525"/>
                </a:lnTo>
                <a:lnTo>
                  <a:pt x="581025" y="9525"/>
                </a:lnTo>
                <a:lnTo>
                  <a:pt x="581025" y="19050"/>
                </a:lnTo>
                <a:lnTo>
                  <a:pt x="571500" y="19050"/>
                </a:lnTo>
                <a:lnTo>
                  <a:pt x="571500" y="28575"/>
                </a:lnTo>
                <a:lnTo>
                  <a:pt x="552450" y="28575"/>
                </a:lnTo>
                <a:lnTo>
                  <a:pt x="552450" y="38100"/>
                </a:lnTo>
                <a:lnTo>
                  <a:pt x="542925" y="38100"/>
                </a:lnTo>
                <a:lnTo>
                  <a:pt x="542925" y="47625"/>
                </a:lnTo>
                <a:lnTo>
                  <a:pt x="533400" y="47625"/>
                </a:lnTo>
                <a:lnTo>
                  <a:pt x="533400" y="57150"/>
                </a:lnTo>
                <a:lnTo>
                  <a:pt x="523875" y="57150"/>
                </a:lnTo>
                <a:lnTo>
                  <a:pt x="523875" y="66675"/>
                </a:lnTo>
                <a:lnTo>
                  <a:pt x="514350" y="66675"/>
                </a:lnTo>
                <a:lnTo>
                  <a:pt x="514350" y="76200"/>
                </a:lnTo>
                <a:lnTo>
                  <a:pt x="495300" y="76200"/>
                </a:lnTo>
                <a:lnTo>
                  <a:pt x="495300" y="85725"/>
                </a:lnTo>
                <a:lnTo>
                  <a:pt x="485775" y="85725"/>
                </a:lnTo>
                <a:lnTo>
                  <a:pt x="485775" y="95250"/>
                </a:lnTo>
                <a:lnTo>
                  <a:pt x="476250" y="95250"/>
                </a:lnTo>
                <a:lnTo>
                  <a:pt x="476250" y="104775"/>
                </a:lnTo>
                <a:lnTo>
                  <a:pt x="466725" y="104775"/>
                </a:lnTo>
                <a:lnTo>
                  <a:pt x="466725" y="114300"/>
                </a:lnTo>
                <a:lnTo>
                  <a:pt x="457200" y="114300"/>
                </a:lnTo>
                <a:lnTo>
                  <a:pt x="457200" y="123825"/>
                </a:lnTo>
                <a:lnTo>
                  <a:pt x="438150" y="123825"/>
                </a:lnTo>
                <a:lnTo>
                  <a:pt x="438150" y="133350"/>
                </a:lnTo>
                <a:lnTo>
                  <a:pt x="428625" y="133350"/>
                </a:lnTo>
                <a:lnTo>
                  <a:pt x="428625" y="142875"/>
                </a:lnTo>
                <a:lnTo>
                  <a:pt x="419100" y="142875"/>
                </a:lnTo>
                <a:lnTo>
                  <a:pt x="419100" y="152400"/>
                </a:lnTo>
                <a:lnTo>
                  <a:pt x="409575" y="152400"/>
                </a:lnTo>
                <a:lnTo>
                  <a:pt x="409575" y="161925"/>
                </a:lnTo>
                <a:lnTo>
                  <a:pt x="400050" y="161925"/>
                </a:lnTo>
                <a:lnTo>
                  <a:pt x="400050" y="171450"/>
                </a:lnTo>
                <a:lnTo>
                  <a:pt x="381000" y="171450"/>
                </a:lnTo>
                <a:lnTo>
                  <a:pt x="381000" y="180975"/>
                </a:lnTo>
                <a:lnTo>
                  <a:pt x="323850" y="180975"/>
                </a:lnTo>
                <a:lnTo>
                  <a:pt x="323850" y="190500"/>
                </a:lnTo>
                <a:lnTo>
                  <a:pt x="285750" y="190500"/>
                </a:lnTo>
                <a:lnTo>
                  <a:pt x="285750" y="200025"/>
                </a:lnTo>
                <a:lnTo>
                  <a:pt x="257175" y="200025"/>
                </a:lnTo>
                <a:lnTo>
                  <a:pt x="257175" y="209550"/>
                </a:lnTo>
                <a:lnTo>
                  <a:pt x="238125" y="209550"/>
                </a:lnTo>
                <a:lnTo>
                  <a:pt x="238125" y="219075"/>
                </a:lnTo>
                <a:lnTo>
                  <a:pt x="228600" y="219075"/>
                </a:lnTo>
                <a:lnTo>
                  <a:pt x="228600" y="228600"/>
                </a:lnTo>
                <a:lnTo>
                  <a:pt x="209550" y="228600"/>
                </a:lnTo>
                <a:lnTo>
                  <a:pt x="209550" y="238125"/>
                </a:lnTo>
                <a:lnTo>
                  <a:pt x="200025" y="238125"/>
                </a:lnTo>
                <a:lnTo>
                  <a:pt x="200025" y="247650"/>
                </a:lnTo>
                <a:lnTo>
                  <a:pt x="190500" y="247650"/>
                </a:lnTo>
                <a:lnTo>
                  <a:pt x="190500" y="257175"/>
                </a:lnTo>
                <a:lnTo>
                  <a:pt x="171450" y="257175"/>
                </a:lnTo>
                <a:lnTo>
                  <a:pt x="171450" y="266700"/>
                </a:lnTo>
                <a:lnTo>
                  <a:pt x="161925" y="266700"/>
                </a:lnTo>
                <a:lnTo>
                  <a:pt x="161925" y="276225"/>
                </a:lnTo>
                <a:lnTo>
                  <a:pt x="152400" y="276225"/>
                </a:lnTo>
                <a:lnTo>
                  <a:pt x="152400" y="295275"/>
                </a:lnTo>
                <a:lnTo>
                  <a:pt x="142875" y="295275"/>
                </a:lnTo>
                <a:lnTo>
                  <a:pt x="142875" y="304800"/>
                </a:lnTo>
                <a:lnTo>
                  <a:pt x="133350" y="304800"/>
                </a:lnTo>
                <a:lnTo>
                  <a:pt x="133350" y="314325"/>
                </a:lnTo>
                <a:lnTo>
                  <a:pt x="123825" y="314325"/>
                </a:lnTo>
                <a:lnTo>
                  <a:pt x="123825" y="333375"/>
                </a:lnTo>
                <a:lnTo>
                  <a:pt x="114300" y="333375"/>
                </a:lnTo>
                <a:lnTo>
                  <a:pt x="114300" y="352425"/>
                </a:lnTo>
                <a:lnTo>
                  <a:pt x="104775" y="352425"/>
                </a:lnTo>
                <a:lnTo>
                  <a:pt x="104775" y="381000"/>
                </a:lnTo>
                <a:lnTo>
                  <a:pt x="95250" y="381000"/>
                </a:lnTo>
                <a:lnTo>
                  <a:pt x="95250" y="409575"/>
                </a:lnTo>
                <a:lnTo>
                  <a:pt x="85725" y="409575"/>
                </a:lnTo>
                <a:lnTo>
                  <a:pt x="85725" y="457200"/>
                </a:lnTo>
                <a:lnTo>
                  <a:pt x="76200" y="457200"/>
                </a:lnTo>
                <a:lnTo>
                  <a:pt x="76200" y="485775"/>
                </a:lnTo>
                <a:lnTo>
                  <a:pt x="66675" y="485775"/>
                </a:lnTo>
                <a:lnTo>
                  <a:pt x="66675" y="495300"/>
                </a:lnTo>
                <a:lnTo>
                  <a:pt x="57150" y="495300"/>
                </a:lnTo>
                <a:lnTo>
                  <a:pt x="57150" y="504825"/>
                </a:lnTo>
                <a:lnTo>
                  <a:pt x="47625" y="504825"/>
                </a:lnTo>
                <a:lnTo>
                  <a:pt x="47625" y="514350"/>
                </a:lnTo>
                <a:lnTo>
                  <a:pt x="38100" y="514350"/>
                </a:lnTo>
                <a:lnTo>
                  <a:pt x="38100" y="533400"/>
                </a:lnTo>
                <a:lnTo>
                  <a:pt x="28575" y="533400"/>
                </a:lnTo>
                <a:lnTo>
                  <a:pt x="28575" y="542925"/>
                </a:lnTo>
                <a:lnTo>
                  <a:pt x="19050" y="542925"/>
                </a:lnTo>
                <a:lnTo>
                  <a:pt x="19050" y="561975"/>
                </a:lnTo>
                <a:lnTo>
                  <a:pt x="9525" y="561975"/>
                </a:lnTo>
                <a:lnTo>
                  <a:pt x="9525" y="571500"/>
                </a:lnTo>
                <a:lnTo>
                  <a:pt x="0" y="571500"/>
                </a:lnTo>
                <a:close/>
                <a:moveTo>
                  <a:pt x="1295400" y="152400"/>
                </a:moveTo>
                <a:lnTo>
                  <a:pt x="1304925" y="152400"/>
                </a:lnTo>
                <a:lnTo>
                  <a:pt x="1304925" y="161925"/>
                </a:lnTo>
                <a:lnTo>
                  <a:pt x="1295400" y="161925"/>
                </a:lnTo>
                <a:close/>
                <a:moveTo>
                  <a:pt x="1190625" y="161925"/>
                </a:moveTo>
                <a:lnTo>
                  <a:pt x="1200150" y="161925"/>
                </a:lnTo>
                <a:lnTo>
                  <a:pt x="1200150" y="171450"/>
                </a:lnTo>
                <a:lnTo>
                  <a:pt x="1190625" y="171450"/>
                </a:lnTo>
                <a:close/>
                <a:moveTo>
                  <a:pt x="1114425" y="171450"/>
                </a:moveTo>
                <a:lnTo>
                  <a:pt x="1123950" y="171450"/>
                </a:lnTo>
                <a:lnTo>
                  <a:pt x="1123950" y="180975"/>
                </a:lnTo>
                <a:lnTo>
                  <a:pt x="1114425" y="180975"/>
                </a:lnTo>
                <a:close/>
                <a:moveTo>
                  <a:pt x="981075" y="190500"/>
                </a:moveTo>
                <a:lnTo>
                  <a:pt x="1019175" y="190500"/>
                </a:lnTo>
                <a:lnTo>
                  <a:pt x="1019175" y="200025"/>
                </a:lnTo>
                <a:lnTo>
                  <a:pt x="981075" y="200025"/>
                </a:lnTo>
                <a:close/>
                <a:moveTo>
                  <a:pt x="838200" y="200025"/>
                </a:moveTo>
                <a:lnTo>
                  <a:pt x="847725" y="200025"/>
                </a:lnTo>
                <a:lnTo>
                  <a:pt x="847725" y="209550"/>
                </a:lnTo>
                <a:lnTo>
                  <a:pt x="838200" y="209550"/>
                </a:lnTo>
                <a:close/>
                <a:moveTo>
                  <a:pt x="752475" y="209550"/>
                </a:moveTo>
                <a:lnTo>
                  <a:pt x="762000" y="209550"/>
                </a:lnTo>
                <a:lnTo>
                  <a:pt x="762000" y="219075"/>
                </a:lnTo>
                <a:lnTo>
                  <a:pt x="752475" y="219075"/>
                </a:lnTo>
                <a:close/>
                <a:moveTo>
                  <a:pt x="981075" y="209550"/>
                </a:moveTo>
                <a:lnTo>
                  <a:pt x="1047750" y="209550"/>
                </a:lnTo>
                <a:lnTo>
                  <a:pt x="1047750" y="219075"/>
                </a:lnTo>
                <a:lnTo>
                  <a:pt x="981075" y="219075"/>
                </a:lnTo>
                <a:close/>
                <a:moveTo>
                  <a:pt x="962025" y="219075"/>
                </a:moveTo>
                <a:lnTo>
                  <a:pt x="971550" y="219075"/>
                </a:lnTo>
                <a:lnTo>
                  <a:pt x="971550" y="228600"/>
                </a:lnTo>
                <a:lnTo>
                  <a:pt x="962025" y="228600"/>
                </a:lnTo>
                <a:close/>
                <a:moveTo>
                  <a:pt x="1362075" y="228600"/>
                </a:moveTo>
                <a:lnTo>
                  <a:pt x="1371600" y="228600"/>
                </a:lnTo>
                <a:lnTo>
                  <a:pt x="1371600" y="238125"/>
                </a:lnTo>
                <a:lnTo>
                  <a:pt x="1362075" y="238125"/>
                </a:lnTo>
                <a:close/>
                <a:moveTo>
                  <a:pt x="495300" y="238125"/>
                </a:moveTo>
                <a:lnTo>
                  <a:pt x="504825" y="238125"/>
                </a:lnTo>
                <a:lnTo>
                  <a:pt x="504825" y="247650"/>
                </a:lnTo>
                <a:lnTo>
                  <a:pt x="495300" y="247650"/>
                </a:lnTo>
                <a:close/>
                <a:moveTo>
                  <a:pt x="1371600" y="238125"/>
                </a:moveTo>
                <a:lnTo>
                  <a:pt x="1381125" y="238125"/>
                </a:lnTo>
                <a:lnTo>
                  <a:pt x="1381125" y="247650"/>
                </a:lnTo>
                <a:lnTo>
                  <a:pt x="1371600" y="247650"/>
                </a:lnTo>
                <a:close/>
                <a:moveTo>
                  <a:pt x="1381125" y="247650"/>
                </a:moveTo>
                <a:lnTo>
                  <a:pt x="1390650" y="247650"/>
                </a:lnTo>
                <a:lnTo>
                  <a:pt x="1390650" y="257175"/>
                </a:lnTo>
                <a:lnTo>
                  <a:pt x="1381125" y="257175"/>
                </a:lnTo>
                <a:close/>
                <a:moveTo>
                  <a:pt x="295275" y="266700"/>
                </a:moveTo>
                <a:lnTo>
                  <a:pt x="304800" y="266700"/>
                </a:lnTo>
                <a:lnTo>
                  <a:pt x="304800" y="276225"/>
                </a:lnTo>
                <a:lnTo>
                  <a:pt x="295275" y="276225"/>
                </a:lnTo>
                <a:close/>
                <a:moveTo>
                  <a:pt x="666750" y="276225"/>
                </a:moveTo>
                <a:lnTo>
                  <a:pt x="676275" y="276225"/>
                </a:lnTo>
                <a:lnTo>
                  <a:pt x="676275" y="285750"/>
                </a:lnTo>
                <a:lnTo>
                  <a:pt x="666750" y="285750"/>
                </a:lnTo>
                <a:close/>
                <a:moveTo>
                  <a:pt x="1343025" y="285750"/>
                </a:moveTo>
                <a:lnTo>
                  <a:pt x="1352550" y="285750"/>
                </a:lnTo>
                <a:lnTo>
                  <a:pt x="1352550" y="295275"/>
                </a:lnTo>
                <a:lnTo>
                  <a:pt x="1343025" y="295275"/>
                </a:lnTo>
                <a:close/>
                <a:moveTo>
                  <a:pt x="390525" y="314325"/>
                </a:moveTo>
                <a:lnTo>
                  <a:pt x="400050" y="314325"/>
                </a:lnTo>
                <a:lnTo>
                  <a:pt x="400050" y="323850"/>
                </a:lnTo>
                <a:lnTo>
                  <a:pt x="390525" y="323850"/>
                </a:lnTo>
                <a:close/>
                <a:moveTo>
                  <a:pt x="885825" y="361950"/>
                </a:moveTo>
                <a:lnTo>
                  <a:pt x="895350" y="361950"/>
                </a:lnTo>
                <a:lnTo>
                  <a:pt x="895350" y="371475"/>
                </a:lnTo>
                <a:lnTo>
                  <a:pt x="885825" y="371475"/>
                </a:lnTo>
                <a:close/>
                <a:moveTo>
                  <a:pt x="1666875" y="447675"/>
                </a:moveTo>
                <a:lnTo>
                  <a:pt x="1676400" y="447675"/>
                </a:lnTo>
                <a:lnTo>
                  <a:pt x="1676400" y="457200"/>
                </a:lnTo>
                <a:lnTo>
                  <a:pt x="1666875" y="457200"/>
                </a:lnTo>
                <a:close/>
                <a:moveTo>
                  <a:pt x="1685925" y="695325"/>
                </a:moveTo>
                <a:lnTo>
                  <a:pt x="1695450" y="695325"/>
                </a:lnTo>
                <a:lnTo>
                  <a:pt x="1695450" y="704850"/>
                </a:lnTo>
                <a:lnTo>
                  <a:pt x="1685925" y="704850"/>
                </a:lnTo>
                <a:close/>
                <a:moveTo>
                  <a:pt x="342900" y="714375"/>
                </a:moveTo>
                <a:lnTo>
                  <a:pt x="352425" y="714375"/>
                </a:lnTo>
                <a:lnTo>
                  <a:pt x="352425" y="723900"/>
                </a:lnTo>
                <a:lnTo>
                  <a:pt x="342900" y="723900"/>
                </a:lnTo>
                <a:close/>
                <a:moveTo>
                  <a:pt x="438150" y="733425"/>
                </a:moveTo>
                <a:lnTo>
                  <a:pt x="447675" y="733425"/>
                </a:lnTo>
                <a:lnTo>
                  <a:pt x="447675" y="742950"/>
                </a:lnTo>
                <a:lnTo>
                  <a:pt x="438150" y="742950"/>
                </a:lnTo>
                <a:close/>
                <a:moveTo>
                  <a:pt x="171450" y="809625"/>
                </a:moveTo>
                <a:lnTo>
                  <a:pt x="180975" y="809625"/>
                </a:lnTo>
                <a:lnTo>
                  <a:pt x="180975" y="828675"/>
                </a:lnTo>
                <a:lnTo>
                  <a:pt x="171450" y="828675"/>
                </a:lnTo>
                <a:close/>
                <a:moveTo>
                  <a:pt x="1695450" y="828675"/>
                </a:moveTo>
                <a:lnTo>
                  <a:pt x="1704975" y="828675"/>
                </a:lnTo>
                <a:lnTo>
                  <a:pt x="1704975" y="838200"/>
                </a:lnTo>
                <a:lnTo>
                  <a:pt x="1695450" y="838200"/>
                </a:lnTo>
                <a:close/>
                <a:moveTo>
                  <a:pt x="1704975" y="942975"/>
                </a:moveTo>
                <a:lnTo>
                  <a:pt x="1714500" y="942975"/>
                </a:lnTo>
                <a:lnTo>
                  <a:pt x="1714500" y="952500"/>
                </a:lnTo>
                <a:lnTo>
                  <a:pt x="1704975" y="952500"/>
                </a:lnTo>
                <a:close/>
                <a:moveTo>
                  <a:pt x="180975" y="1019175"/>
                </a:moveTo>
                <a:lnTo>
                  <a:pt x="190500" y="1019175"/>
                </a:lnTo>
                <a:lnTo>
                  <a:pt x="190500" y="1028700"/>
                </a:lnTo>
                <a:lnTo>
                  <a:pt x="180975" y="1028700"/>
                </a:lnTo>
                <a:close/>
                <a:moveTo>
                  <a:pt x="1714500" y="1076325"/>
                </a:moveTo>
                <a:lnTo>
                  <a:pt x="1724025" y="1076325"/>
                </a:lnTo>
                <a:lnTo>
                  <a:pt x="1724025" y="1085850"/>
                </a:lnTo>
                <a:lnTo>
                  <a:pt x="1714500" y="1085850"/>
                </a:lnTo>
                <a:close/>
                <a:moveTo>
                  <a:pt x="190500" y="1190625"/>
                </a:moveTo>
                <a:lnTo>
                  <a:pt x="200025" y="1190625"/>
                </a:lnTo>
                <a:lnTo>
                  <a:pt x="200025" y="1209675"/>
                </a:lnTo>
                <a:lnTo>
                  <a:pt x="190500" y="1209675"/>
                </a:lnTo>
                <a:close/>
                <a:moveTo>
                  <a:pt x="1724025" y="1190625"/>
                </a:moveTo>
                <a:lnTo>
                  <a:pt x="1733550" y="1190625"/>
                </a:lnTo>
                <a:lnTo>
                  <a:pt x="1733550" y="1200150"/>
                </a:lnTo>
                <a:lnTo>
                  <a:pt x="1724025" y="1200150"/>
                </a:lnTo>
                <a:close/>
                <a:moveTo>
                  <a:pt x="1219200" y="1247775"/>
                </a:moveTo>
                <a:lnTo>
                  <a:pt x="1238250" y="1247775"/>
                </a:lnTo>
                <a:lnTo>
                  <a:pt x="1238250" y="1257300"/>
                </a:lnTo>
                <a:lnTo>
                  <a:pt x="1219200" y="1257300"/>
                </a:lnTo>
                <a:close/>
                <a:moveTo>
                  <a:pt x="561975" y="1304925"/>
                </a:moveTo>
                <a:lnTo>
                  <a:pt x="571500" y="1304925"/>
                </a:lnTo>
                <a:lnTo>
                  <a:pt x="571500" y="1314450"/>
                </a:lnTo>
                <a:lnTo>
                  <a:pt x="561975" y="1314450"/>
                </a:lnTo>
                <a:close/>
                <a:moveTo>
                  <a:pt x="476250" y="1314450"/>
                </a:moveTo>
                <a:lnTo>
                  <a:pt x="485775" y="1314450"/>
                </a:lnTo>
                <a:lnTo>
                  <a:pt x="485775" y="1323975"/>
                </a:lnTo>
                <a:lnTo>
                  <a:pt x="476250" y="1323975"/>
                </a:lnTo>
                <a:close/>
                <a:moveTo>
                  <a:pt x="1123950" y="1314450"/>
                </a:moveTo>
                <a:lnTo>
                  <a:pt x="1143000" y="1314450"/>
                </a:lnTo>
                <a:lnTo>
                  <a:pt x="1143000" y="1323975"/>
                </a:lnTo>
                <a:lnTo>
                  <a:pt x="1123950" y="1323975"/>
                </a:lnTo>
                <a:close/>
                <a:moveTo>
                  <a:pt x="1733550" y="1323975"/>
                </a:moveTo>
                <a:lnTo>
                  <a:pt x="1743075" y="1323975"/>
                </a:lnTo>
                <a:lnTo>
                  <a:pt x="1743075" y="1333500"/>
                </a:lnTo>
                <a:lnTo>
                  <a:pt x="1733550" y="1333500"/>
                </a:lnTo>
                <a:close/>
                <a:moveTo>
                  <a:pt x="457200" y="1371600"/>
                </a:moveTo>
                <a:lnTo>
                  <a:pt x="466725" y="1371600"/>
                </a:lnTo>
                <a:lnTo>
                  <a:pt x="466725" y="1381125"/>
                </a:lnTo>
                <a:lnTo>
                  <a:pt x="457200" y="1381125"/>
                </a:lnTo>
                <a:close/>
                <a:moveTo>
                  <a:pt x="200025" y="1390650"/>
                </a:moveTo>
                <a:lnTo>
                  <a:pt x="209550" y="1390650"/>
                </a:lnTo>
                <a:lnTo>
                  <a:pt x="209550" y="1400175"/>
                </a:lnTo>
                <a:lnTo>
                  <a:pt x="200025" y="1400175"/>
                </a:lnTo>
                <a:close/>
                <a:moveTo>
                  <a:pt x="342900" y="1390650"/>
                </a:moveTo>
                <a:lnTo>
                  <a:pt x="352425" y="1390650"/>
                </a:lnTo>
                <a:lnTo>
                  <a:pt x="352425" y="1400175"/>
                </a:lnTo>
                <a:lnTo>
                  <a:pt x="342900" y="1400175"/>
                </a:lnTo>
                <a:close/>
                <a:moveTo>
                  <a:pt x="1743075" y="1438275"/>
                </a:moveTo>
                <a:lnTo>
                  <a:pt x="1752600" y="1438275"/>
                </a:lnTo>
                <a:lnTo>
                  <a:pt x="1752600" y="1447800"/>
                </a:lnTo>
                <a:lnTo>
                  <a:pt x="1743075" y="1447800"/>
                </a:lnTo>
                <a:close/>
                <a:moveTo>
                  <a:pt x="400050" y="1447800"/>
                </a:moveTo>
                <a:lnTo>
                  <a:pt x="409575" y="1447800"/>
                </a:lnTo>
                <a:lnTo>
                  <a:pt x="409575" y="1457325"/>
                </a:lnTo>
                <a:lnTo>
                  <a:pt x="400050" y="1457325"/>
                </a:lnTo>
                <a:close/>
                <a:moveTo>
                  <a:pt x="504825" y="1447800"/>
                </a:moveTo>
                <a:lnTo>
                  <a:pt x="514350" y="1447800"/>
                </a:lnTo>
                <a:lnTo>
                  <a:pt x="514350" y="1457325"/>
                </a:lnTo>
                <a:lnTo>
                  <a:pt x="504825" y="1457325"/>
                </a:lnTo>
                <a:close/>
                <a:moveTo>
                  <a:pt x="1752600" y="1562100"/>
                </a:moveTo>
                <a:lnTo>
                  <a:pt x="1762125" y="1562100"/>
                </a:lnTo>
                <a:lnTo>
                  <a:pt x="1762125" y="1571625"/>
                </a:lnTo>
                <a:lnTo>
                  <a:pt x="1752600" y="1571625"/>
                </a:lnTo>
                <a:close/>
                <a:moveTo>
                  <a:pt x="209550" y="1571625"/>
                </a:moveTo>
                <a:lnTo>
                  <a:pt x="219075" y="1571625"/>
                </a:lnTo>
                <a:lnTo>
                  <a:pt x="219075" y="1590675"/>
                </a:lnTo>
                <a:lnTo>
                  <a:pt x="209550" y="1590675"/>
                </a:lnTo>
                <a:close/>
                <a:moveTo>
                  <a:pt x="2047875" y="1609725"/>
                </a:moveTo>
                <a:lnTo>
                  <a:pt x="2076450" y="1609725"/>
                </a:lnTo>
                <a:lnTo>
                  <a:pt x="2076450" y="1619250"/>
                </a:lnTo>
                <a:lnTo>
                  <a:pt x="2085975" y="1619250"/>
                </a:lnTo>
                <a:lnTo>
                  <a:pt x="2085975" y="1628775"/>
                </a:lnTo>
                <a:lnTo>
                  <a:pt x="2076450" y="1628775"/>
                </a:lnTo>
                <a:lnTo>
                  <a:pt x="2076450" y="1638300"/>
                </a:lnTo>
                <a:lnTo>
                  <a:pt x="2085975" y="1638300"/>
                </a:lnTo>
                <a:lnTo>
                  <a:pt x="2085975" y="1647825"/>
                </a:lnTo>
                <a:lnTo>
                  <a:pt x="2076450" y="1647825"/>
                </a:lnTo>
                <a:lnTo>
                  <a:pt x="2076450" y="1657350"/>
                </a:lnTo>
                <a:lnTo>
                  <a:pt x="2085975" y="1657350"/>
                </a:lnTo>
                <a:lnTo>
                  <a:pt x="2085975" y="1676400"/>
                </a:lnTo>
                <a:lnTo>
                  <a:pt x="2095500" y="1676400"/>
                </a:lnTo>
                <a:lnTo>
                  <a:pt x="2095500" y="1685925"/>
                </a:lnTo>
                <a:lnTo>
                  <a:pt x="2085975" y="1685925"/>
                </a:lnTo>
                <a:lnTo>
                  <a:pt x="2085975" y="1714500"/>
                </a:lnTo>
                <a:lnTo>
                  <a:pt x="2076450" y="1714500"/>
                </a:lnTo>
                <a:lnTo>
                  <a:pt x="2076450" y="1724025"/>
                </a:lnTo>
                <a:lnTo>
                  <a:pt x="2066925" y="1724025"/>
                </a:lnTo>
                <a:lnTo>
                  <a:pt x="2066925" y="1695450"/>
                </a:lnTo>
                <a:lnTo>
                  <a:pt x="2076450" y="1695450"/>
                </a:lnTo>
                <a:lnTo>
                  <a:pt x="2076450" y="1685925"/>
                </a:lnTo>
                <a:lnTo>
                  <a:pt x="2066925" y="1685925"/>
                </a:lnTo>
                <a:lnTo>
                  <a:pt x="2066925" y="1666875"/>
                </a:lnTo>
                <a:lnTo>
                  <a:pt x="2057400" y="1666875"/>
                </a:lnTo>
                <a:lnTo>
                  <a:pt x="2057400" y="1657350"/>
                </a:lnTo>
                <a:lnTo>
                  <a:pt x="2066925" y="1657350"/>
                </a:lnTo>
                <a:lnTo>
                  <a:pt x="2066925" y="1638300"/>
                </a:lnTo>
                <a:lnTo>
                  <a:pt x="2057400" y="1638300"/>
                </a:lnTo>
                <a:lnTo>
                  <a:pt x="2057400" y="1628775"/>
                </a:lnTo>
                <a:lnTo>
                  <a:pt x="2047875" y="1628775"/>
                </a:lnTo>
                <a:close/>
                <a:moveTo>
                  <a:pt x="2105025" y="1619250"/>
                </a:moveTo>
                <a:lnTo>
                  <a:pt x="2114550" y="1619250"/>
                </a:lnTo>
                <a:lnTo>
                  <a:pt x="2114550" y="1628775"/>
                </a:lnTo>
                <a:lnTo>
                  <a:pt x="2105025" y="1628775"/>
                </a:lnTo>
                <a:close/>
                <a:moveTo>
                  <a:pt x="2114550" y="1638300"/>
                </a:moveTo>
                <a:lnTo>
                  <a:pt x="2124075" y="1638300"/>
                </a:lnTo>
                <a:lnTo>
                  <a:pt x="2124075" y="1647825"/>
                </a:lnTo>
                <a:lnTo>
                  <a:pt x="2114550" y="1647825"/>
                </a:lnTo>
                <a:close/>
                <a:moveTo>
                  <a:pt x="2143125" y="1638300"/>
                </a:moveTo>
                <a:lnTo>
                  <a:pt x="2162175" y="1638300"/>
                </a:lnTo>
                <a:lnTo>
                  <a:pt x="2162175" y="1647825"/>
                </a:lnTo>
                <a:lnTo>
                  <a:pt x="2181225" y="1647825"/>
                </a:lnTo>
                <a:lnTo>
                  <a:pt x="2181225" y="1657350"/>
                </a:lnTo>
                <a:lnTo>
                  <a:pt x="2162175" y="1657350"/>
                </a:lnTo>
                <a:lnTo>
                  <a:pt x="2162175" y="1695450"/>
                </a:lnTo>
                <a:lnTo>
                  <a:pt x="2152650" y="1695450"/>
                </a:lnTo>
                <a:lnTo>
                  <a:pt x="2152650" y="1647825"/>
                </a:lnTo>
                <a:lnTo>
                  <a:pt x="2143125" y="1647825"/>
                </a:lnTo>
                <a:close/>
                <a:moveTo>
                  <a:pt x="428625" y="1647825"/>
                </a:moveTo>
                <a:lnTo>
                  <a:pt x="495300" y="1647825"/>
                </a:lnTo>
                <a:lnTo>
                  <a:pt x="495300" y="1657350"/>
                </a:lnTo>
                <a:lnTo>
                  <a:pt x="514350" y="1657350"/>
                </a:lnTo>
                <a:lnTo>
                  <a:pt x="514350" y="1666875"/>
                </a:lnTo>
                <a:lnTo>
                  <a:pt x="523875" y="1666875"/>
                </a:lnTo>
                <a:lnTo>
                  <a:pt x="523875" y="1676400"/>
                </a:lnTo>
                <a:lnTo>
                  <a:pt x="533400" y="1676400"/>
                </a:lnTo>
                <a:lnTo>
                  <a:pt x="533400" y="1685925"/>
                </a:lnTo>
                <a:lnTo>
                  <a:pt x="542925" y="1685925"/>
                </a:lnTo>
                <a:lnTo>
                  <a:pt x="542925" y="1771650"/>
                </a:lnTo>
                <a:lnTo>
                  <a:pt x="533400" y="1771650"/>
                </a:lnTo>
                <a:lnTo>
                  <a:pt x="533400" y="1781175"/>
                </a:lnTo>
                <a:lnTo>
                  <a:pt x="523875" y="1781175"/>
                </a:lnTo>
                <a:lnTo>
                  <a:pt x="523875" y="1790700"/>
                </a:lnTo>
                <a:lnTo>
                  <a:pt x="514350" y="1790700"/>
                </a:lnTo>
                <a:lnTo>
                  <a:pt x="514350" y="1800225"/>
                </a:lnTo>
                <a:lnTo>
                  <a:pt x="495300" y="1800225"/>
                </a:lnTo>
                <a:lnTo>
                  <a:pt x="495300" y="1809750"/>
                </a:lnTo>
                <a:lnTo>
                  <a:pt x="485775" y="1809750"/>
                </a:lnTo>
                <a:lnTo>
                  <a:pt x="485775" y="1819275"/>
                </a:lnTo>
                <a:lnTo>
                  <a:pt x="419100" y="1819275"/>
                </a:lnTo>
                <a:lnTo>
                  <a:pt x="419100" y="1809750"/>
                </a:lnTo>
                <a:lnTo>
                  <a:pt x="409575" y="1809750"/>
                </a:lnTo>
                <a:lnTo>
                  <a:pt x="409575" y="1800225"/>
                </a:lnTo>
                <a:lnTo>
                  <a:pt x="390525" y="1800225"/>
                </a:lnTo>
                <a:lnTo>
                  <a:pt x="390525" y="1790700"/>
                </a:lnTo>
                <a:lnTo>
                  <a:pt x="381000" y="1790700"/>
                </a:lnTo>
                <a:lnTo>
                  <a:pt x="381000" y="1771650"/>
                </a:lnTo>
                <a:lnTo>
                  <a:pt x="371475" y="1771650"/>
                </a:lnTo>
                <a:lnTo>
                  <a:pt x="371475" y="1743075"/>
                </a:lnTo>
                <a:lnTo>
                  <a:pt x="361950" y="1743075"/>
                </a:lnTo>
                <a:lnTo>
                  <a:pt x="361950" y="1714500"/>
                </a:lnTo>
                <a:lnTo>
                  <a:pt x="371475" y="1714500"/>
                </a:lnTo>
                <a:lnTo>
                  <a:pt x="371475" y="1695450"/>
                </a:lnTo>
                <a:lnTo>
                  <a:pt x="381000" y="1695450"/>
                </a:lnTo>
                <a:lnTo>
                  <a:pt x="381000" y="1685925"/>
                </a:lnTo>
                <a:lnTo>
                  <a:pt x="390525" y="1685925"/>
                </a:lnTo>
                <a:lnTo>
                  <a:pt x="390525" y="1676400"/>
                </a:lnTo>
                <a:lnTo>
                  <a:pt x="400050" y="1676400"/>
                </a:lnTo>
                <a:lnTo>
                  <a:pt x="400050" y="1666875"/>
                </a:lnTo>
                <a:lnTo>
                  <a:pt x="409575" y="1666875"/>
                </a:lnTo>
                <a:lnTo>
                  <a:pt x="409575" y="1657350"/>
                </a:lnTo>
                <a:lnTo>
                  <a:pt x="428625" y="1657350"/>
                </a:lnTo>
                <a:close/>
                <a:moveTo>
                  <a:pt x="1762125" y="1685925"/>
                </a:moveTo>
                <a:lnTo>
                  <a:pt x="1771650" y="1685925"/>
                </a:lnTo>
                <a:lnTo>
                  <a:pt x="1771650" y="1695450"/>
                </a:lnTo>
                <a:lnTo>
                  <a:pt x="1762125" y="1695450"/>
                </a:lnTo>
                <a:close/>
                <a:moveTo>
                  <a:pt x="2247900" y="1685925"/>
                </a:moveTo>
                <a:lnTo>
                  <a:pt x="2257425" y="1685925"/>
                </a:lnTo>
                <a:lnTo>
                  <a:pt x="2257425" y="1704975"/>
                </a:lnTo>
                <a:lnTo>
                  <a:pt x="2247900" y="1704975"/>
                </a:lnTo>
                <a:close/>
                <a:moveTo>
                  <a:pt x="2162175" y="1704975"/>
                </a:moveTo>
                <a:lnTo>
                  <a:pt x="2171700" y="1704975"/>
                </a:lnTo>
                <a:lnTo>
                  <a:pt x="2171700" y="1714500"/>
                </a:lnTo>
                <a:lnTo>
                  <a:pt x="2181225" y="1714500"/>
                </a:lnTo>
                <a:lnTo>
                  <a:pt x="2181225" y="1771650"/>
                </a:lnTo>
                <a:lnTo>
                  <a:pt x="2190750" y="1771650"/>
                </a:lnTo>
                <a:lnTo>
                  <a:pt x="2190750" y="1781175"/>
                </a:lnTo>
                <a:lnTo>
                  <a:pt x="2181225" y="1781175"/>
                </a:lnTo>
                <a:lnTo>
                  <a:pt x="2181225" y="1790700"/>
                </a:lnTo>
                <a:lnTo>
                  <a:pt x="2162175" y="1790700"/>
                </a:lnTo>
                <a:lnTo>
                  <a:pt x="2162175" y="1800225"/>
                </a:lnTo>
                <a:lnTo>
                  <a:pt x="2152650" y="1800225"/>
                </a:lnTo>
                <a:lnTo>
                  <a:pt x="2152650" y="1781175"/>
                </a:lnTo>
                <a:lnTo>
                  <a:pt x="2162175" y="1781175"/>
                </a:lnTo>
                <a:close/>
                <a:moveTo>
                  <a:pt x="428625" y="1724025"/>
                </a:moveTo>
                <a:lnTo>
                  <a:pt x="438150" y="1724025"/>
                </a:lnTo>
                <a:lnTo>
                  <a:pt x="438150" y="1733550"/>
                </a:lnTo>
                <a:lnTo>
                  <a:pt x="447675" y="1733550"/>
                </a:lnTo>
                <a:lnTo>
                  <a:pt x="447675" y="1752600"/>
                </a:lnTo>
                <a:lnTo>
                  <a:pt x="438150" y="1752600"/>
                </a:lnTo>
                <a:lnTo>
                  <a:pt x="438150" y="1762125"/>
                </a:lnTo>
                <a:lnTo>
                  <a:pt x="428625" y="1762125"/>
                </a:lnTo>
                <a:lnTo>
                  <a:pt x="428625" y="1752600"/>
                </a:lnTo>
                <a:lnTo>
                  <a:pt x="419100" y="1752600"/>
                </a:lnTo>
                <a:lnTo>
                  <a:pt x="419100" y="1733550"/>
                </a:lnTo>
                <a:lnTo>
                  <a:pt x="428625" y="1733550"/>
                </a:lnTo>
                <a:close/>
                <a:moveTo>
                  <a:pt x="476250" y="1733550"/>
                </a:moveTo>
                <a:lnTo>
                  <a:pt x="485775" y="1733550"/>
                </a:lnTo>
                <a:lnTo>
                  <a:pt x="485775" y="1762125"/>
                </a:lnTo>
                <a:lnTo>
                  <a:pt x="476250" y="1762125"/>
                </a:lnTo>
                <a:close/>
                <a:moveTo>
                  <a:pt x="219075" y="1752600"/>
                </a:moveTo>
                <a:lnTo>
                  <a:pt x="228600" y="1752600"/>
                </a:lnTo>
                <a:lnTo>
                  <a:pt x="228600" y="1762125"/>
                </a:lnTo>
                <a:lnTo>
                  <a:pt x="219075" y="1762125"/>
                </a:lnTo>
                <a:close/>
                <a:moveTo>
                  <a:pt x="504825" y="1762125"/>
                </a:moveTo>
                <a:lnTo>
                  <a:pt x="514350" y="1762125"/>
                </a:lnTo>
                <a:lnTo>
                  <a:pt x="514350" y="1695450"/>
                </a:lnTo>
                <a:lnTo>
                  <a:pt x="504825" y="1695450"/>
                </a:lnTo>
                <a:lnTo>
                  <a:pt x="504825" y="1685925"/>
                </a:lnTo>
                <a:lnTo>
                  <a:pt x="476250" y="1685925"/>
                </a:lnTo>
                <a:lnTo>
                  <a:pt x="476250" y="1676400"/>
                </a:lnTo>
                <a:lnTo>
                  <a:pt x="428625" y="1676400"/>
                </a:lnTo>
                <a:lnTo>
                  <a:pt x="428625" y="1685925"/>
                </a:lnTo>
                <a:lnTo>
                  <a:pt x="419100" y="1685925"/>
                </a:lnTo>
                <a:lnTo>
                  <a:pt x="419100" y="1695450"/>
                </a:lnTo>
                <a:lnTo>
                  <a:pt x="409575" y="1695450"/>
                </a:lnTo>
                <a:lnTo>
                  <a:pt x="409575" y="1704975"/>
                </a:lnTo>
                <a:lnTo>
                  <a:pt x="400050" y="1704975"/>
                </a:lnTo>
                <a:lnTo>
                  <a:pt x="400050" y="1771650"/>
                </a:lnTo>
                <a:lnTo>
                  <a:pt x="409575" y="1771650"/>
                </a:lnTo>
                <a:lnTo>
                  <a:pt x="409575" y="1781175"/>
                </a:lnTo>
                <a:lnTo>
                  <a:pt x="438150" y="1781175"/>
                </a:lnTo>
                <a:lnTo>
                  <a:pt x="438150" y="1790700"/>
                </a:lnTo>
                <a:lnTo>
                  <a:pt x="476250" y="1790700"/>
                </a:lnTo>
                <a:lnTo>
                  <a:pt x="476250" y="1781175"/>
                </a:lnTo>
                <a:lnTo>
                  <a:pt x="495300" y="1781175"/>
                </a:lnTo>
                <a:lnTo>
                  <a:pt x="495300" y="1771650"/>
                </a:lnTo>
                <a:lnTo>
                  <a:pt x="504825" y="1771650"/>
                </a:lnTo>
                <a:close/>
                <a:moveTo>
                  <a:pt x="1771650" y="1809750"/>
                </a:moveTo>
                <a:lnTo>
                  <a:pt x="1781175" y="1809750"/>
                </a:lnTo>
                <a:lnTo>
                  <a:pt x="1781175" y="1819275"/>
                </a:lnTo>
                <a:lnTo>
                  <a:pt x="1771650" y="1819275"/>
                </a:lnTo>
                <a:close/>
                <a:moveTo>
                  <a:pt x="2047875" y="1828800"/>
                </a:moveTo>
                <a:lnTo>
                  <a:pt x="2066925" y="1828800"/>
                </a:lnTo>
                <a:lnTo>
                  <a:pt x="2066925" y="1857375"/>
                </a:lnTo>
                <a:lnTo>
                  <a:pt x="2047875" y="1857375"/>
                </a:lnTo>
                <a:close/>
                <a:moveTo>
                  <a:pt x="2152650" y="1828800"/>
                </a:moveTo>
                <a:lnTo>
                  <a:pt x="2162175" y="1828800"/>
                </a:lnTo>
                <a:lnTo>
                  <a:pt x="2162175" y="1838325"/>
                </a:lnTo>
                <a:lnTo>
                  <a:pt x="2152650" y="1838325"/>
                </a:lnTo>
                <a:close/>
                <a:moveTo>
                  <a:pt x="571500" y="1847850"/>
                </a:moveTo>
                <a:lnTo>
                  <a:pt x="581025" y="1847850"/>
                </a:lnTo>
                <a:lnTo>
                  <a:pt x="581025" y="1857375"/>
                </a:lnTo>
                <a:lnTo>
                  <a:pt x="571500" y="1857375"/>
                </a:lnTo>
                <a:close/>
                <a:moveTo>
                  <a:pt x="2181225" y="1847850"/>
                </a:moveTo>
                <a:lnTo>
                  <a:pt x="2190750" y="1847850"/>
                </a:lnTo>
                <a:lnTo>
                  <a:pt x="2190750" y="1857375"/>
                </a:lnTo>
                <a:lnTo>
                  <a:pt x="2181225" y="1857375"/>
                </a:lnTo>
                <a:close/>
                <a:moveTo>
                  <a:pt x="533400" y="1857375"/>
                </a:moveTo>
                <a:lnTo>
                  <a:pt x="542925" y="1857375"/>
                </a:lnTo>
                <a:lnTo>
                  <a:pt x="542925" y="1866900"/>
                </a:lnTo>
                <a:lnTo>
                  <a:pt x="533400" y="1866900"/>
                </a:lnTo>
                <a:close/>
                <a:moveTo>
                  <a:pt x="2190750" y="1857375"/>
                </a:moveTo>
                <a:lnTo>
                  <a:pt x="2200275" y="1857375"/>
                </a:lnTo>
                <a:lnTo>
                  <a:pt x="2200275" y="1866900"/>
                </a:lnTo>
                <a:lnTo>
                  <a:pt x="2190750" y="1866900"/>
                </a:lnTo>
                <a:close/>
                <a:moveTo>
                  <a:pt x="2181225" y="1876425"/>
                </a:moveTo>
                <a:lnTo>
                  <a:pt x="2190750" y="1876425"/>
                </a:lnTo>
                <a:lnTo>
                  <a:pt x="2190750" y="1885950"/>
                </a:lnTo>
                <a:lnTo>
                  <a:pt x="2181225" y="1885950"/>
                </a:lnTo>
                <a:close/>
                <a:moveTo>
                  <a:pt x="552450" y="1885950"/>
                </a:moveTo>
                <a:lnTo>
                  <a:pt x="571500" y="1885950"/>
                </a:lnTo>
                <a:lnTo>
                  <a:pt x="571500" y="1895475"/>
                </a:lnTo>
                <a:lnTo>
                  <a:pt x="561975" y="1895475"/>
                </a:lnTo>
                <a:lnTo>
                  <a:pt x="561975" y="1905000"/>
                </a:lnTo>
                <a:lnTo>
                  <a:pt x="552450" y="1905000"/>
                </a:lnTo>
                <a:close/>
                <a:moveTo>
                  <a:pt x="695325" y="1885950"/>
                </a:moveTo>
                <a:lnTo>
                  <a:pt x="704850" y="1885950"/>
                </a:lnTo>
                <a:lnTo>
                  <a:pt x="704850" y="1895475"/>
                </a:lnTo>
                <a:lnTo>
                  <a:pt x="695325" y="1895475"/>
                </a:lnTo>
                <a:close/>
                <a:moveTo>
                  <a:pt x="571500" y="1895475"/>
                </a:moveTo>
                <a:lnTo>
                  <a:pt x="581025" y="1895475"/>
                </a:lnTo>
                <a:lnTo>
                  <a:pt x="581025" y="1905000"/>
                </a:lnTo>
                <a:lnTo>
                  <a:pt x="571500" y="1905000"/>
                </a:lnTo>
                <a:close/>
                <a:moveTo>
                  <a:pt x="676275" y="1895475"/>
                </a:moveTo>
                <a:lnTo>
                  <a:pt x="695325" y="1895475"/>
                </a:lnTo>
                <a:lnTo>
                  <a:pt x="695325" y="1905000"/>
                </a:lnTo>
                <a:lnTo>
                  <a:pt x="676275" y="1905000"/>
                </a:lnTo>
                <a:close/>
                <a:moveTo>
                  <a:pt x="228600" y="1933575"/>
                </a:moveTo>
                <a:lnTo>
                  <a:pt x="238125" y="1933575"/>
                </a:lnTo>
                <a:lnTo>
                  <a:pt x="238125" y="1952625"/>
                </a:lnTo>
                <a:lnTo>
                  <a:pt x="228600" y="1952625"/>
                </a:lnTo>
                <a:close/>
                <a:moveTo>
                  <a:pt x="1781175" y="1952625"/>
                </a:moveTo>
                <a:lnTo>
                  <a:pt x="1790700" y="1952625"/>
                </a:lnTo>
                <a:lnTo>
                  <a:pt x="1790700" y="1971675"/>
                </a:lnTo>
                <a:lnTo>
                  <a:pt x="1781175" y="1971675"/>
                </a:lnTo>
                <a:close/>
                <a:moveTo>
                  <a:pt x="400050" y="1962150"/>
                </a:moveTo>
                <a:lnTo>
                  <a:pt x="438150" y="1962150"/>
                </a:lnTo>
                <a:lnTo>
                  <a:pt x="438150" y="1971675"/>
                </a:lnTo>
                <a:lnTo>
                  <a:pt x="400050" y="1971675"/>
                </a:lnTo>
                <a:close/>
                <a:moveTo>
                  <a:pt x="390525" y="1971675"/>
                </a:moveTo>
                <a:lnTo>
                  <a:pt x="400050" y="1971675"/>
                </a:lnTo>
                <a:lnTo>
                  <a:pt x="400050" y="1981200"/>
                </a:lnTo>
                <a:lnTo>
                  <a:pt x="390525" y="1981200"/>
                </a:lnTo>
                <a:close/>
                <a:moveTo>
                  <a:pt x="438150" y="1971675"/>
                </a:moveTo>
                <a:lnTo>
                  <a:pt x="447675" y="1971675"/>
                </a:lnTo>
                <a:lnTo>
                  <a:pt x="447675" y="1981200"/>
                </a:lnTo>
                <a:lnTo>
                  <a:pt x="438150" y="1981200"/>
                </a:lnTo>
                <a:close/>
                <a:moveTo>
                  <a:pt x="381000" y="1981200"/>
                </a:moveTo>
                <a:lnTo>
                  <a:pt x="390525" y="1981200"/>
                </a:lnTo>
                <a:lnTo>
                  <a:pt x="390525" y="2038350"/>
                </a:lnTo>
                <a:lnTo>
                  <a:pt x="381000" y="2038350"/>
                </a:lnTo>
                <a:close/>
                <a:moveTo>
                  <a:pt x="1162050" y="1990725"/>
                </a:moveTo>
                <a:lnTo>
                  <a:pt x="1171575" y="1990725"/>
                </a:lnTo>
                <a:lnTo>
                  <a:pt x="1171575" y="2000250"/>
                </a:lnTo>
                <a:lnTo>
                  <a:pt x="1162050" y="2000250"/>
                </a:lnTo>
                <a:close/>
                <a:moveTo>
                  <a:pt x="2133600" y="1990725"/>
                </a:moveTo>
                <a:lnTo>
                  <a:pt x="2143125" y="1990725"/>
                </a:lnTo>
                <a:lnTo>
                  <a:pt x="2143125" y="2009775"/>
                </a:lnTo>
                <a:lnTo>
                  <a:pt x="2133600" y="2009775"/>
                </a:lnTo>
                <a:close/>
                <a:moveTo>
                  <a:pt x="1143000" y="2000250"/>
                </a:moveTo>
                <a:lnTo>
                  <a:pt x="1152525" y="2000250"/>
                </a:lnTo>
                <a:lnTo>
                  <a:pt x="1152525" y="2009775"/>
                </a:lnTo>
                <a:lnTo>
                  <a:pt x="1143000" y="2009775"/>
                </a:lnTo>
                <a:close/>
                <a:moveTo>
                  <a:pt x="447675" y="2019300"/>
                </a:moveTo>
                <a:lnTo>
                  <a:pt x="457200" y="2019300"/>
                </a:lnTo>
                <a:lnTo>
                  <a:pt x="457200" y="2038350"/>
                </a:lnTo>
                <a:lnTo>
                  <a:pt x="447675" y="2038350"/>
                </a:lnTo>
                <a:close/>
                <a:moveTo>
                  <a:pt x="2143125" y="2028825"/>
                </a:moveTo>
                <a:lnTo>
                  <a:pt x="2152650" y="2028825"/>
                </a:lnTo>
                <a:lnTo>
                  <a:pt x="2152650" y="2038350"/>
                </a:lnTo>
                <a:lnTo>
                  <a:pt x="2143125" y="2038350"/>
                </a:lnTo>
                <a:close/>
                <a:moveTo>
                  <a:pt x="2152650" y="2038350"/>
                </a:moveTo>
                <a:lnTo>
                  <a:pt x="2162175" y="2038350"/>
                </a:lnTo>
                <a:lnTo>
                  <a:pt x="2162175" y="2085975"/>
                </a:lnTo>
                <a:lnTo>
                  <a:pt x="2152650" y="2085975"/>
                </a:lnTo>
                <a:close/>
                <a:moveTo>
                  <a:pt x="390525" y="2047875"/>
                </a:moveTo>
                <a:lnTo>
                  <a:pt x="400050" y="2047875"/>
                </a:lnTo>
                <a:lnTo>
                  <a:pt x="400050" y="2057400"/>
                </a:lnTo>
                <a:lnTo>
                  <a:pt x="390525" y="2057400"/>
                </a:lnTo>
                <a:close/>
                <a:moveTo>
                  <a:pt x="400050" y="2057400"/>
                </a:moveTo>
                <a:lnTo>
                  <a:pt x="428625" y="2057400"/>
                </a:lnTo>
                <a:lnTo>
                  <a:pt x="428625" y="2066925"/>
                </a:lnTo>
                <a:lnTo>
                  <a:pt x="400050" y="2066925"/>
                </a:lnTo>
                <a:close/>
                <a:moveTo>
                  <a:pt x="1790700" y="2066925"/>
                </a:moveTo>
                <a:lnTo>
                  <a:pt x="1800225" y="2066925"/>
                </a:lnTo>
                <a:lnTo>
                  <a:pt x="1800225" y="2076450"/>
                </a:lnTo>
                <a:lnTo>
                  <a:pt x="1790700" y="2076450"/>
                </a:lnTo>
                <a:close/>
                <a:moveTo>
                  <a:pt x="2200275" y="2085975"/>
                </a:moveTo>
                <a:lnTo>
                  <a:pt x="2209800" y="2085975"/>
                </a:lnTo>
                <a:lnTo>
                  <a:pt x="2209800" y="2095500"/>
                </a:lnTo>
                <a:lnTo>
                  <a:pt x="2200275" y="2095500"/>
                </a:lnTo>
                <a:close/>
                <a:moveTo>
                  <a:pt x="2162175" y="2095500"/>
                </a:moveTo>
                <a:lnTo>
                  <a:pt x="2171700" y="2095500"/>
                </a:lnTo>
                <a:lnTo>
                  <a:pt x="2171700" y="2114550"/>
                </a:lnTo>
                <a:lnTo>
                  <a:pt x="2162175" y="2114550"/>
                </a:lnTo>
                <a:close/>
                <a:moveTo>
                  <a:pt x="1800225" y="2190750"/>
                </a:moveTo>
                <a:lnTo>
                  <a:pt x="1809750" y="2190750"/>
                </a:lnTo>
                <a:lnTo>
                  <a:pt x="1809750" y="2209800"/>
                </a:lnTo>
                <a:lnTo>
                  <a:pt x="1800225" y="2209800"/>
                </a:lnTo>
                <a:close/>
                <a:moveTo>
                  <a:pt x="647700" y="2257425"/>
                </a:moveTo>
                <a:lnTo>
                  <a:pt x="657225" y="2257425"/>
                </a:lnTo>
                <a:lnTo>
                  <a:pt x="657225" y="2266950"/>
                </a:lnTo>
                <a:lnTo>
                  <a:pt x="647700" y="2266950"/>
                </a:lnTo>
                <a:close/>
                <a:moveTo>
                  <a:pt x="495300" y="2266950"/>
                </a:moveTo>
                <a:lnTo>
                  <a:pt x="504825" y="2266950"/>
                </a:lnTo>
                <a:lnTo>
                  <a:pt x="504825" y="2276475"/>
                </a:lnTo>
                <a:lnTo>
                  <a:pt x="495300" y="2276475"/>
                </a:lnTo>
                <a:close/>
                <a:moveTo>
                  <a:pt x="619125" y="2266950"/>
                </a:moveTo>
                <a:lnTo>
                  <a:pt x="628650" y="2266950"/>
                </a:lnTo>
                <a:lnTo>
                  <a:pt x="628650" y="2276475"/>
                </a:lnTo>
                <a:lnTo>
                  <a:pt x="619125" y="2276475"/>
                </a:lnTo>
                <a:close/>
                <a:moveTo>
                  <a:pt x="390525" y="2276475"/>
                </a:moveTo>
                <a:lnTo>
                  <a:pt x="400050" y="2276475"/>
                </a:lnTo>
                <a:lnTo>
                  <a:pt x="400050" y="2286000"/>
                </a:lnTo>
                <a:lnTo>
                  <a:pt x="390525" y="2286000"/>
                </a:lnTo>
                <a:close/>
                <a:moveTo>
                  <a:pt x="476250" y="2276475"/>
                </a:moveTo>
                <a:lnTo>
                  <a:pt x="485775" y="2276475"/>
                </a:lnTo>
                <a:lnTo>
                  <a:pt x="485775" y="2286000"/>
                </a:lnTo>
                <a:lnTo>
                  <a:pt x="476250" y="2286000"/>
                </a:lnTo>
                <a:close/>
                <a:moveTo>
                  <a:pt x="609600" y="2276475"/>
                </a:moveTo>
                <a:lnTo>
                  <a:pt x="619125" y="2276475"/>
                </a:lnTo>
                <a:lnTo>
                  <a:pt x="619125" y="2286000"/>
                </a:lnTo>
                <a:lnTo>
                  <a:pt x="609600" y="2286000"/>
                </a:lnTo>
                <a:close/>
                <a:moveTo>
                  <a:pt x="838200" y="2305050"/>
                </a:moveTo>
                <a:lnTo>
                  <a:pt x="847725" y="2305050"/>
                </a:lnTo>
                <a:lnTo>
                  <a:pt x="847725" y="2314575"/>
                </a:lnTo>
                <a:lnTo>
                  <a:pt x="838200" y="2314575"/>
                </a:lnTo>
                <a:close/>
                <a:moveTo>
                  <a:pt x="828675" y="2314575"/>
                </a:moveTo>
                <a:lnTo>
                  <a:pt x="838200" y="2314575"/>
                </a:lnTo>
                <a:lnTo>
                  <a:pt x="838200" y="2324100"/>
                </a:lnTo>
                <a:lnTo>
                  <a:pt x="828675" y="2324100"/>
                </a:lnTo>
                <a:close/>
                <a:moveTo>
                  <a:pt x="247650" y="2324100"/>
                </a:moveTo>
                <a:lnTo>
                  <a:pt x="257175" y="2324100"/>
                </a:lnTo>
                <a:lnTo>
                  <a:pt x="257175" y="2333625"/>
                </a:lnTo>
                <a:lnTo>
                  <a:pt x="247650" y="2333625"/>
                </a:lnTo>
                <a:close/>
                <a:moveTo>
                  <a:pt x="1809750" y="2324100"/>
                </a:moveTo>
                <a:lnTo>
                  <a:pt x="1819275" y="2324100"/>
                </a:lnTo>
                <a:lnTo>
                  <a:pt x="1819275" y="2333625"/>
                </a:lnTo>
                <a:lnTo>
                  <a:pt x="1809750" y="2333625"/>
                </a:lnTo>
                <a:close/>
                <a:moveTo>
                  <a:pt x="2105025" y="2324100"/>
                </a:moveTo>
                <a:lnTo>
                  <a:pt x="2133600" y="2324100"/>
                </a:lnTo>
                <a:lnTo>
                  <a:pt x="2133600" y="2333625"/>
                </a:lnTo>
                <a:lnTo>
                  <a:pt x="2152650" y="2333625"/>
                </a:lnTo>
                <a:lnTo>
                  <a:pt x="2152650" y="2343150"/>
                </a:lnTo>
                <a:lnTo>
                  <a:pt x="2143125" y="2343150"/>
                </a:lnTo>
                <a:lnTo>
                  <a:pt x="2143125" y="2419350"/>
                </a:lnTo>
                <a:lnTo>
                  <a:pt x="2133600" y="2419350"/>
                </a:lnTo>
                <a:lnTo>
                  <a:pt x="2133600" y="2409825"/>
                </a:lnTo>
                <a:lnTo>
                  <a:pt x="2124075" y="2409825"/>
                </a:lnTo>
                <a:lnTo>
                  <a:pt x="2124075" y="2400300"/>
                </a:lnTo>
                <a:lnTo>
                  <a:pt x="2133600" y="2400300"/>
                </a:lnTo>
                <a:lnTo>
                  <a:pt x="2133600" y="2371725"/>
                </a:lnTo>
                <a:lnTo>
                  <a:pt x="2124075" y="2371725"/>
                </a:lnTo>
                <a:lnTo>
                  <a:pt x="2124075" y="2362200"/>
                </a:lnTo>
                <a:lnTo>
                  <a:pt x="2095500" y="2362200"/>
                </a:lnTo>
                <a:lnTo>
                  <a:pt x="2095500" y="2352675"/>
                </a:lnTo>
                <a:lnTo>
                  <a:pt x="2085975" y="2352675"/>
                </a:lnTo>
                <a:lnTo>
                  <a:pt x="2085975" y="2343150"/>
                </a:lnTo>
                <a:lnTo>
                  <a:pt x="2095500" y="2343150"/>
                </a:lnTo>
                <a:lnTo>
                  <a:pt x="2095500" y="2333625"/>
                </a:lnTo>
                <a:lnTo>
                  <a:pt x="2105025" y="2333625"/>
                </a:lnTo>
                <a:close/>
                <a:moveTo>
                  <a:pt x="1504950" y="2409825"/>
                </a:moveTo>
                <a:lnTo>
                  <a:pt x="1514475" y="2409825"/>
                </a:lnTo>
                <a:lnTo>
                  <a:pt x="1514475" y="2419350"/>
                </a:lnTo>
                <a:lnTo>
                  <a:pt x="1504950" y="2419350"/>
                </a:lnTo>
                <a:close/>
                <a:moveTo>
                  <a:pt x="1543050" y="2409825"/>
                </a:moveTo>
                <a:lnTo>
                  <a:pt x="1562100" y="2409825"/>
                </a:lnTo>
                <a:lnTo>
                  <a:pt x="1562100" y="2419350"/>
                </a:lnTo>
                <a:lnTo>
                  <a:pt x="1543050" y="2419350"/>
                </a:lnTo>
                <a:close/>
                <a:moveTo>
                  <a:pt x="1495425" y="2419350"/>
                </a:moveTo>
                <a:lnTo>
                  <a:pt x="1504950" y="2419350"/>
                </a:lnTo>
                <a:lnTo>
                  <a:pt x="1504950" y="2428875"/>
                </a:lnTo>
                <a:lnTo>
                  <a:pt x="1495425" y="2428875"/>
                </a:lnTo>
                <a:close/>
                <a:moveTo>
                  <a:pt x="1666875" y="2447925"/>
                </a:moveTo>
                <a:lnTo>
                  <a:pt x="1676400" y="2447925"/>
                </a:lnTo>
                <a:lnTo>
                  <a:pt x="1676400" y="2457450"/>
                </a:lnTo>
                <a:lnTo>
                  <a:pt x="1666875" y="2457450"/>
                </a:lnTo>
                <a:close/>
                <a:moveTo>
                  <a:pt x="1819275" y="2447925"/>
                </a:moveTo>
                <a:lnTo>
                  <a:pt x="1828800" y="2447925"/>
                </a:lnTo>
                <a:lnTo>
                  <a:pt x="1828800" y="2457450"/>
                </a:lnTo>
                <a:lnTo>
                  <a:pt x="1819275" y="2457450"/>
                </a:lnTo>
                <a:close/>
                <a:moveTo>
                  <a:pt x="1428750" y="2476500"/>
                </a:moveTo>
                <a:lnTo>
                  <a:pt x="1447800" y="2476500"/>
                </a:lnTo>
                <a:lnTo>
                  <a:pt x="1447800" y="2486025"/>
                </a:lnTo>
                <a:lnTo>
                  <a:pt x="1428750" y="2486025"/>
                </a:lnTo>
                <a:close/>
                <a:moveTo>
                  <a:pt x="1362075" y="2486025"/>
                </a:moveTo>
                <a:lnTo>
                  <a:pt x="1371600" y="2486025"/>
                </a:lnTo>
                <a:lnTo>
                  <a:pt x="1371600" y="2495550"/>
                </a:lnTo>
                <a:lnTo>
                  <a:pt x="1362075" y="2495550"/>
                </a:lnTo>
                <a:close/>
                <a:moveTo>
                  <a:pt x="1828800" y="2571750"/>
                </a:moveTo>
                <a:lnTo>
                  <a:pt x="1838325" y="2571750"/>
                </a:lnTo>
                <a:lnTo>
                  <a:pt x="1838325" y="2581275"/>
                </a:lnTo>
                <a:lnTo>
                  <a:pt x="1828800" y="2581275"/>
                </a:lnTo>
                <a:close/>
                <a:moveTo>
                  <a:pt x="1638300" y="2581275"/>
                </a:moveTo>
                <a:lnTo>
                  <a:pt x="1666875" y="2581275"/>
                </a:lnTo>
                <a:lnTo>
                  <a:pt x="1666875" y="2590800"/>
                </a:lnTo>
                <a:lnTo>
                  <a:pt x="1638300" y="2590800"/>
                </a:lnTo>
                <a:close/>
                <a:moveTo>
                  <a:pt x="266700" y="2667000"/>
                </a:moveTo>
                <a:lnTo>
                  <a:pt x="276225" y="2667000"/>
                </a:lnTo>
                <a:lnTo>
                  <a:pt x="276225" y="2686050"/>
                </a:lnTo>
                <a:lnTo>
                  <a:pt x="266700" y="2686050"/>
                </a:lnTo>
                <a:close/>
                <a:moveTo>
                  <a:pt x="1838325" y="2695575"/>
                </a:moveTo>
                <a:lnTo>
                  <a:pt x="1847850" y="2695575"/>
                </a:lnTo>
                <a:lnTo>
                  <a:pt x="1847850" y="2705100"/>
                </a:lnTo>
                <a:lnTo>
                  <a:pt x="1838325" y="2705100"/>
                </a:lnTo>
                <a:close/>
                <a:moveTo>
                  <a:pt x="1847850" y="2809875"/>
                </a:moveTo>
                <a:lnTo>
                  <a:pt x="1857375" y="2809875"/>
                </a:lnTo>
                <a:lnTo>
                  <a:pt x="1857375" y="2819400"/>
                </a:lnTo>
                <a:lnTo>
                  <a:pt x="1847850" y="2819400"/>
                </a:lnTo>
                <a:close/>
                <a:moveTo>
                  <a:pt x="276225" y="2867025"/>
                </a:moveTo>
                <a:lnTo>
                  <a:pt x="285750" y="2867025"/>
                </a:lnTo>
                <a:lnTo>
                  <a:pt x="285750" y="2876550"/>
                </a:lnTo>
                <a:lnTo>
                  <a:pt x="276225" y="2876550"/>
                </a:lnTo>
                <a:close/>
                <a:moveTo>
                  <a:pt x="285750" y="3048000"/>
                </a:moveTo>
                <a:lnTo>
                  <a:pt x="295275" y="3048000"/>
                </a:lnTo>
                <a:lnTo>
                  <a:pt x="295275" y="3067050"/>
                </a:lnTo>
                <a:lnTo>
                  <a:pt x="285750" y="3067050"/>
                </a:lnTo>
                <a:close/>
                <a:moveTo>
                  <a:pt x="295275" y="3238500"/>
                </a:moveTo>
                <a:lnTo>
                  <a:pt x="304800" y="3238500"/>
                </a:lnTo>
                <a:lnTo>
                  <a:pt x="304800" y="3248025"/>
                </a:lnTo>
                <a:lnTo>
                  <a:pt x="295275" y="3248025"/>
                </a:lnTo>
                <a:close/>
                <a:moveTo>
                  <a:pt x="504825" y="3276600"/>
                </a:moveTo>
                <a:lnTo>
                  <a:pt x="581025" y="3276600"/>
                </a:lnTo>
                <a:lnTo>
                  <a:pt x="581025" y="3286125"/>
                </a:lnTo>
                <a:lnTo>
                  <a:pt x="504825" y="3286125"/>
                </a:lnTo>
                <a:close/>
                <a:moveTo>
                  <a:pt x="466725" y="3286125"/>
                </a:moveTo>
                <a:lnTo>
                  <a:pt x="476250" y="3286125"/>
                </a:lnTo>
                <a:lnTo>
                  <a:pt x="476250" y="3295650"/>
                </a:lnTo>
                <a:lnTo>
                  <a:pt x="466725" y="3295650"/>
                </a:lnTo>
                <a:close/>
                <a:moveTo>
                  <a:pt x="581025" y="3286125"/>
                </a:moveTo>
                <a:lnTo>
                  <a:pt x="590550" y="3286125"/>
                </a:lnTo>
                <a:lnTo>
                  <a:pt x="590550" y="3352800"/>
                </a:lnTo>
                <a:lnTo>
                  <a:pt x="581025" y="3352800"/>
                </a:lnTo>
                <a:close/>
                <a:moveTo>
                  <a:pt x="457200" y="3295650"/>
                </a:moveTo>
                <a:lnTo>
                  <a:pt x="466725" y="3295650"/>
                </a:lnTo>
                <a:lnTo>
                  <a:pt x="466725" y="3324225"/>
                </a:lnTo>
                <a:lnTo>
                  <a:pt x="457200" y="3324225"/>
                </a:lnTo>
                <a:close/>
                <a:moveTo>
                  <a:pt x="971550" y="3305175"/>
                </a:moveTo>
                <a:lnTo>
                  <a:pt x="981075" y="3305175"/>
                </a:lnTo>
                <a:lnTo>
                  <a:pt x="981075" y="3314700"/>
                </a:lnTo>
                <a:lnTo>
                  <a:pt x="971550" y="3314700"/>
                </a:lnTo>
                <a:close/>
                <a:moveTo>
                  <a:pt x="1885950" y="3314700"/>
                </a:moveTo>
                <a:lnTo>
                  <a:pt x="1895475" y="3314700"/>
                </a:lnTo>
                <a:lnTo>
                  <a:pt x="1895475" y="3324225"/>
                </a:lnTo>
                <a:lnTo>
                  <a:pt x="1885950" y="3324225"/>
                </a:lnTo>
                <a:close/>
                <a:moveTo>
                  <a:pt x="466725" y="3352800"/>
                </a:moveTo>
                <a:lnTo>
                  <a:pt x="476250" y="3352800"/>
                </a:lnTo>
                <a:lnTo>
                  <a:pt x="476250" y="3419475"/>
                </a:lnTo>
                <a:lnTo>
                  <a:pt x="466725" y="3419475"/>
                </a:lnTo>
                <a:close/>
                <a:moveTo>
                  <a:pt x="590550" y="3352800"/>
                </a:moveTo>
                <a:lnTo>
                  <a:pt x="600075" y="3352800"/>
                </a:lnTo>
                <a:lnTo>
                  <a:pt x="600075" y="3371850"/>
                </a:lnTo>
                <a:lnTo>
                  <a:pt x="590550" y="3371850"/>
                </a:lnTo>
                <a:close/>
                <a:moveTo>
                  <a:pt x="600075" y="3371850"/>
                </a:moveTo>
                <a:lnTo>
                  <a:pt x="609600" y="3371850"/>
                </a:lnTo>
                <a:lnTo>
                  <a:pt x="609600" y="3400425"/>
                </a:lnTo>
                <a:lnTo>
                  <a:pt x="600075" y="3400425"/>
                </a:lnTo>
                <a:close/>
                <a:moveTo>
                  <a:pt x="609600" y="3400425"/>
                </a:moveTo>
                <a:lnTo>
                  <a:pt x="619125" y="3400425"/>
                </a:lnTo>
                <a:lnTo>
                  <a:pt x="619125" y="3419475"/>
                </a:lnTo>
                <a:lnTo>
                  <a:pt x="609600" y="3419475"/>
                </a:lnTo>
                <a:close/>
                <a:moveTo>
                  <a:pt x="457200" y="3419475"/>
                </a:moveTo>
                <a:lnTo>
                  <a:pt x="466725" y="3419475"/>
                </a:lnTo>
                <a:lnTo>
                  <a:pt x="466725" y="3429000"/>
                </a:lnTo>
                <a:lnTo>
                  <a:pt x="457200" y="3429000"/>
                </a:lnTo>
                <a:close/>
                <a:moveTo>
                  <a:pt x="304800" y="3429000"/>
                </a:moveTo>
                <a:lnTo>
                  <a:pt x="314325" y="3429000"/>
                </a:lnTo>
                <a:lnTo>
                  <a:pt x="314325" y="3448050"/>
                </a:lnTo>
                <a:lnTo>
                  <a:pt x="304800" y="3448050"/>
                </a:lnTo>
                <a:close/>
                <a:moveTo>
                  <a:pt x="466725" y="3429000"/>
                </a:moveTo>
                <a:lnTo>
                  <a:pt x="476250" y="3429000"/>
                </a:lnTo>
                <a:lnTo>
                  <a:pt x="476250" y="3438525"/>
                </a:lnTo>
                <a:lnTo>
                  <a:pt x="466725" y="3438525"/>
                </a:lnTo>
                <a:close/>
                <a:moveTo>
                  <a:pt x="571500" y="3429000"/>
                </a:moveTo>
                <a:lnTo>
                  <a:pt x="600075" y="3429000"/>
                </a:lnTo>
                <a:lnTo>
                  <a:pt x="600075" y="3438525"/>
                </a:lnTo>
                <a:lnTo>
                  <a:pt x="571500" y="3438525"/>
                </a:lnTo>
                <a:close/>
                <a:moveTo>
                  <a:pt x="1895475" y="3429000"/>
                </a:moveTo>
                <a:lnTo>
                  <a:pt x="1905000" y="3429000"/>
                </a:lnTo>
                <a:lnTo>
                  <a:pt x="1905000" y="3438525"/>
                </a:lnTo>
                <a:lnTo>
                  <a:pt x="1895475" y="3438525"/>
                </a:lnTo>
                <a:close/>
                <a:moveTo>
                  <a:pt x="476250" y="3438525"/>
                </a:moveTo>
                <a:lnTo>
                  <a:pt x="514350" y="3438525"/>
                </a:lnTo>
                <a:lnTo>
                  <a:pt x="514350" y="3448050"/>
                </a:lnTo>
                <a:lnTo>
                  <a:pt x="476250" y="3448050"/>
                </a:lnTo>
                <a:close/>
                <a:moveTo>
                  <a:pt x="542925" y="3514725"/>
                </a:moveTo>
                <a:lnTo>
                  <a:pt x="552450" y="3514725"/>
                </a:lnTo>
                <a:lnTo>
                  <a:pt x="552450" y="3524250"/>
                </a:lnTo>
                <a:lnTo>
                  <a:pt x="542925" y="3524250"/>
                </a:lnTo>
                <a:close/>
                <a:moveTo>
                  <a:pt x="552450" y="3524250"/>
                </a:moveTo>
                <a:lnTo>
                  <a:pt x="561975" y="3524250"/>
                </a:lnTo>
                <a:lnTo>
                  <a:pt x="561975" y="3543300"/>
                </a:lnTo>
                <a:lnTo>
                  <a:pt x="552450" y="3543300"/>
                </a:lnTo>
                <a:close/>
                <a:moveTo>
                  <a:pt x="514350" y="3533775"/>
                </a:moveTo>
                <a:lnTo>
                  <a:pt x="533400" y="3533775"/>
                </a:lnTo>
                <a:lnTo>
                  <a:pt x="533400" y="3543300"/>
                </a:lnTo>
                <a:lnTo>
                  <a:pt x="523875" y="3543300"/>
                </a:lnTo>
                <a:lnTo>
                  <a:pt x="523875" y="3552825"/>
                </a:lnTo>
                <a:lnTo>
                  <a:pt x="514350" y="3552825"/>
                </a:lnTo>
                <a:close/>
                <a:moveTo>
                  <a:pt x="561975" y="3543300"/>
                </a:moveTo>
                <a:lnTo>
                  <a:pt x="571500" y="3543300"/>
                </a:lnTo>
                <a:lnTo>
                  <a:pt x="571500" y="3552825"/>
                </a:lnTo>
                <a:lnTo>
                  <a:pt x="561975" y="3552825"/>
                </a:lnTo>
                <a:close/>
                <a:moveTo>
                  <a:pt x="504825" y="3552825"/>
                </a:moveTo>
                <a:lnTo>
                  <a:pt x="514350" y="3552825"/>
                </a:lnTo>
                <a:lnTo>
                  <a:pt x="514350" y="3562350"/>
                </a:lnTo>
                <a:lnTo>
                  <a:pt x="504825" y="3562350"/>
                </a:lnTo>
                <a:close/>
                <a:moveTo>
                  <a:pt x="923925" y="3562350"/>
                </a:moveTo>
                <a:lnTo>
                  <a:pt x="942975" y="3562350"/>
                </a:lnTo>
                <a:lnTo>
                  <a:pt x="942975" y="3571875"/>
                </a:lnTo>
                <a:lnTo>
                  <a:pt x="923925" y="3571875"/>
                </a:lnTo>
                <a:close/>
                <a:moveTo>
                  <a:pt x="1905000" y="3562350"/>
                </a:moveTo>
                <a:lnTo>
                  <a:pt x="1914525" y="3562350"/>
                </a:lnTo>
                <a:lnTo>
                  <a:pt x="1914525" y="3571875"/>
                </a:lnTo>
                <a:lnTo>
                  <a:pt x="1905000" y="3571875"/>
                </a:lnTo>
                <a:close/>
                <a:moveTo>
                  <a:pt x="314325" y="3609975"/>
                </a:moveTo>
                <a:lnTo>
                  <a:pt x="323850" y="3609975"/>
                </a:lnTo>
                <a:lnTo>
                  <a:pt x="323850" y="3629025"/>
                </a:lnTo>
                <a:lnTo>
                  <a:pt x="314325" y="3629025"/>
                </a:lnTo>
                <a:close/>
                <a:moveTo>
                  <a:pt x="504825" y="3619500"/>
                </a:moveTo>
                <a:lnTo>
                  <a:pt x="514350" y="3619500"/>
                </a:lnTo>
                <a:lnTo>
                  <a:pt x="514350" y="3638550"/>
                </a:lnTo>
                <a:lnTo>
                  <a:pt x="504825" y="3638550"/>
                </a:lnTo>
                <a:close/>
                <a:moveTo>
                  <a:pt x="504825" y="3686175"/>
                </a:moveTo>
                <a:lnTo>
                  <a:pt x="514350" y="3686175"/>
                </a:lnTo>
                <a:lnTo>
                  <a:pt x="514350" y="3695700"/>
                </a:lnTo>
                <a:lnTo>
                  <a:pt x="504825" y="3695700"/>
                </a:lnTo>
                <a:close/>
                <a:moveTo>
                  <a:pt x="581025" y="3686175"/>
                </a:moveTo>
                <a:lnTo>
                  <a:pt x="590550" y="3686175"/>
                </a:lnTo>
                <a:lnTo>
                  <a:pt x="590550" y="3695700"/>
                </a:lnTo>
                <a:lnTo>
                  <a:pt x="581025" y="3695700"/>
                </a:lnTo>
                <a:close/>
                <a:moveTo>
                  <a:pt x="514350" y="3695700"/>
                </a:moveTo>
                <a:lnTo>
                  <a:pt x="542925" y="3695700"/>
                </a:lnTo>
                <a:lnTo>
                  <a:pt x="542925" y="3705225"/>
                </a:lnTo>
                <a:lnTo>
                  <a:pt x="514350" y="3705225"/>
                </a:lnTo>
                <a:close/>
                <a:moveTo>
                  <a:pt x="323850" y="3790950"/>
                </a:moveTo>
                <a:lnTo>
                  <a:pt x="333375" y="3790950"/>
                </a:lnTo>
                <a:lnTo>
                  <a:pt x="333375" y="3800475"/>
                </a:lnTo>
                <a:lnTo>
                  <a:pt x="323850" y="3800475"/>
                </a:lnTo>
                <a:close/>
                <a:moveTo>
                  <a:pt x="352425" y="3876675"/>
                </a:moveTo>
                <a:lnTo>
                  <a:pt x="361950" y="3876675"/>
                </a:lnTo>
                <a:lnTo>
                  <a:pt x="361950" y="3886200"/>
                </a:lnTo>
                <a:lnTo>
                  <a:pt x="352425" y="3886200"/>
                </a:lnTo>
                <a:close/>
                <a:moveTo>
                  <a:pt x="1733550" y="3895725"/>
                </a:moveTo>
                <a:lnTo>
                  <a:pt x="1743075" y="3895725"/>
                </a:lnTo>
                <a:lnTo>
                  <a:pt x="1743075" y="3905250"/>
                </a:lnTo>
                <a:lnTo>
                  <a:pt x="1733550" y="3905250"/>
                </a:lnTo>
                <a:close/>
                <a:moveTo>
                  <a:pt x="1552575" y="3905250"/>
                </a:moveTo>
                <a:lnTo>
                  <a:pt x="1562100" y="3905250"/>
                </a:lnTo>
                <a:lnTo>
                  <a:pt x="1562100" y="3914775"/>
                </a:lnTo>
                <a:lnTo>
                  <a:pt x="1552575" y="3914775"/>
                </a:lnTo>
                <a:close/>
                <a:moveTo>
                  <a:pt x="962025" y="3943350"/>
                </a:moveTo>
                <a:lnTo>
                  <a:pt x="971550" y="3943350"/>
                </a:lnTo>
                <a:lnTo>
                  <a:pt x="971550" y="3952875"/>
                </a:lnTo>
                <a:lnTo>
                  <a:pt x="962025" y="3952875"/>
                </a:lnTo>
                <a:close/>
                <a:moveTo>
                  <a:pt x="657225" y="3962400"/>
                </a:moveTo>
                <a:lnTo>
                  <a:pt x="666750" y="3962400"/>
                </a:lnTo>
                <a:lnTo>
                  <a:pt x="666750" y="3971925"/>
                </a:lnTo>
                <a:lnTo>
                  <a:pt x="657225" y="3971925"/>
                </a:lnTo>
                <a:close/>
                <a:moveTo>
                  <a:pt x="3829050" y="3990975"/>
                </a:moveTo>
                <a:lnTo>
                  <a:pt x="3838575" y="3990975"/>
                </a:lnTo>
                <a:lnTo>
                  <a:pt x="3838575" y="4295775"/>
                </a:lnTo>
                <a:lnTo>
                  <a:pt x="3267075" y="4295775"/>
                </a:lnTo>
                <a:lnTo>
                  <a:pt x="3267075" y="4286250"/>
                </a:lnTo>
                <a:lnTo>
                  <a:pt x="3276600" y="4286250"/>
                </a:lnTo>
                <a:lnTo>
                  <a:pt x="3276600" y="4276725"/>
                </a:lnTo>
                <a:lnTo>
                  <a:pt x="3295650" y="4276725"/>
                </a:lnTo>
                <a:lnTo>
                  <a:pt x="3295650" y="4267200"/>
                </a:lnTo>
                <a:lnTo>
                  <a:pt x="3305175" y="4267200"/>
                </a:lnTo>
                <a:lnTo>
                  <a:pt x="3305175" y="4257675"/>
                </a:lnTo>
                <a:lnTo>
                  <a:pt x="3324225" y="4257675"/>
                </a:lnTo>
                <a:lnTo>
                  <a:pt x="3324225" y="4248150"/>
                </a:lnTo>
                <a:lnTo>
                  <a:pt x="3333750" y="4248150"/>
                </a:lnTo>
                <a:lnTo>
                  <a:pt x="3333750" y="4238625"/>
                </a:lnTo>
                <a:lnTo>
                  <a:pt x="3352800" y="4238625"/>
                </a:lnTo>
                <a:lnTo>
                  <a:pt x="3352800" y="4229100"/>
                </a:lnTo>
                <a:lnTo>
                  <a:pt x="3362325" y="4229100"/>
                </a:lnTo>
                <a:lnTo>
                  <a:pt x="3362325" y="4219575"/>
                </a:lnTo>
                <a:lnTo>
                  <a:pt x="3371850" y="4219575"/>
                </a:lnTo>
                <a:lnTo>
                  <a:pt x="3371850" y="4210050"/>
                </a:lnTo>
                <a:lnTo>
                  <a:pt x="3390900" y="4210050"/>
                </a:lnTo>
                <a:lnTo>
                  <a:pt x="3390900" y="4200525"/>
                </a:lnTo>
                <a:lnTo>
                  <a:pt x="3400425" y="4200525"/>
                </a:lnTo>
                <a:lnTo>
                  <a:pt x="3400425" y="4191000"/>
                </a:lnTo>
                <a:lnTo>
                  <a:pt x="3419475" y="4191000"/>
                </a:lnTo>
                <a:lnTo>
                  <a:pt x="3419475" y="4181475"/>
                </a:lnTo>
                <a:lnTo>
                  <a:pt x="3429000" y="4181475"/>
                </a:lnTo>
                <a:lnTo>
                  <a:pt x="3429000" y="4171950"/>
                </a:lnTo>
                <a:lnTo>
                  <a:pt x="3448050" y="4171950"/>
                </a:lnTo>
                <a:lnTo>
                  <a:pt x="3448050" y="4162425"/>
                </a:lnTo>
                <a:lnTo>
                  <a:pt x="3457575" y="4162425"/>
                </a:lnTo>
                <a:lnTo>
                  <a:pt x="3457575" y="4152900"/>
                </a:lnTo>
                <a:lnTo>
                  <a:pt x="3467100" y="4152900"/>
                </a:lnTo>
                <a:lnTo>
                  <a:pt x="3467100" y="4143375"/>
                </a:lnTo>
                <a:lnTo>
                  <a:pt x="3486150" y="4143375"/>
                </a:lnTo>
                <a:lnTo>
                  <a:pt x="3486150" y="4133850"/>
                </a:lnTo>
                <a:lnTo>
                  <a:pt x="3495675" y="4133850"/>
                </a:lnTo>
                <a:lnTo>
                  <a:pt x="3495675" y="4124325"/>
                </a:lnTo>
                <a:lnTo>
                  <a:pt x="3514725" y="4124325"/>
                </a:lnTo>
                <a:lnTo>
                  <a:pt x="3514725" y="4114800"/>
                </a:lnTo>
                <a:lnTo>
                  <a:pt x="3524250" y="4114800"/>
                </a:lnTo>
                <a:lnTo>
                  <a:pt x="3524250" y="4105275"/>
                </a:lnTo>
                <a:lnTo>
                  <a:pt x="3543300" y="4105275"/>
                </a:lnTo>
                <a:lnTo>
                  <a:pt x="3543300" y="4095750"/>
                </a:lnTo>
                <a:lnTo>
                  <a:pt x="3571875" y="4095750"/>
                </a:lnTo>
                <a:lnTo>
                  <a:pt x="3571875" y="4086225"/>
                </a:lnTo>
                <a:lnTo>
                  <a:pt x="3581400" y="4086225"/>
                </a:lnTo>
                <a:lnTo>
                  <a:pt x="3581400" y="4076700"/>
                </a:lnTo>
                <a:lnTo>
                  <a:pt x="3619500" y="4076700"/>
                </a:lnTo>
                <a:lnTo>
                  <a:pt x="3619500" y="4067175"/>
                </a:lnTo>
                <a:lnTo>
                  <a:pt x="3657600" y="4067175"/>
                </a:lnTo>
                <a:lnTo>
                  <a:pt x="3657600" y="4057650"/>
                </a:lnTo>
                <a:lnTo>
                  <a:pt x="3686175" y="4057650"/>
                </a:lnTo>
                <a:lnTo>
                  <a:pt x="3686175" y="4048125"/>
                </a:lnTo>
                <a:lnTo>
                  <a:pt x="3714750" y="4048125"/>
                </a:lnTo>
                <a:lnTo>
                  <a:pt x="3714750" y="4038600"/>
                </a:lnTo>
                <a:lnTo>
                  <a:pt x="3752850" y="4038600"/>
                </a:lnTo>
                <a:lnTo>
                  <a:pt x="3752850" y="4029075"/>
                </a:lnTo>
                <a:lnTo>
                  <a:pt x="3790950" y="4029075"/>
                </a:lnTo>
                <a:lnTo>
                  <a:pt x="3790950" y="4019550"/>
                </a:lnTo>
                <a:lnTo>
                  <a:pt x="3800475" y="4019550"/>
                </a:lnTo>
                <a:lnTo>
                  <a:pt x="3800475" y="4010025"/>
                </a:lnTo>
                <a:lnTo>
                  <a:pt x="3810000" y="4010025"/>
                </a:lnTo>
                <a:lnTo>
                  <a:pt x="3810000" y="4000500"/>
                </a:lnTo>
                <a:lnTo>
                  <a:pt x="3829050" y="4000500"/>
                </a:lnTo>
                <a:close/>
                <a:moveTo>
                  <a:pt x="1009650" y="4257675"/>
                </a:moveTo>
                <a:lnTo>
                  <a:pt x="1038225" y="4257675"/>
                </a:lnTo>
                <a:lnTo>
                  <a:pt x="1038225" y="4267200"/>
                </a:lnTo>
                <a:lnTo>
                  <a:pt x="1047750" y="4267200"/>
                </a:lnTo>
                <a:lnTo>
                  <a:pt x="1047750" y="4276725"/>
                </a:lnTo>
                <a:lnTo>
                  <a:pt x="1066800" y="4276725"/>
                </a:lnTo>
                <a:lnTo>
                  <a:pt x="1066800" y="4286250"/>
                </a:lnTo>
                <a:lnTo>
                  <a:pt x="1076325" y="4286250"/>
                </a:lnTo>
                <a:lnTo>
                  <a:pt x="1076325" y="4295775"/>
                </a:lnTo>
                <a:lnTo>
                  <a:pt x="971550" y="4295775"/>
                </a:lnTo>
                <a:lnTo>
                  <a:pt x="971550" y="4286250"/>
                </a:lnTo>
                <a:lnTo>
                  <a:pt x="981075" y="4286250"/>
                </a:lnTo>
                <a:lnTo>
                  <a:pt x="981075" y="4276725"/>
                </a:lnTo>
                <a:lnTo>
                  <a:pt x="1000125" y="4276725"/>
                </a:lnTo>
                <a:lnTo>
                  <a:pt x="1000125" y="4267200"/>
                </a:lnTo>
                <a:lnTo>
                  <a:pt x="1009650" y="4267200"/>
                </a:lnTo>
                <a:close/>
              </a:path>
            </a:pathLst>
          </a:custGeom>
          <a:solidFill xmlns:a="http://schemas.openxmlformats.org/drawingml/2006/main">
            <a:srgbClr val="F3F0EC"/>
          </a:solidFill>
          <a:ln xmlns:a="http://schemas.openxmlformats.org/drawingml/2006/main" w="0">
            <a:noFill/>
          </a:ln>
        </p:spPr>
      </p:sp>
      <p:sp>
        <p:nvSpPr>
          <p:cNvPr id="21" name="phones vector #e5e9ed">
            <a:extLst xmlns:a="http://schemas.openxmlformats.org/drawingml/2006/main">
              <a:ext uri="{FF2B5EF4-FFF2-40B4-BE49-F238E27FC236}">
                <a16:creationId xmlns:a16="http://schemas.microsoft.com/office/drawing/2014/main" id="{1D00DC60-436E-4B5C-905D-6ECB1A9F47D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48500" y="190500"/>
            <a:ext cx="5905500" cy="6619875"/>
          </a:xfrm>
          <a:custGeom xmlns:a="http://schemas.openxmlformats.org/drawingml/2006/main">
            <a:pathLst>
              <a:path w="3838575" h="4295775">
                <a:moveTo>
                  <a:pt x="590550" y="0"/>
                </a:moveTo>
                <a:lnTo>
                  <a:pt x="1676400" y="0"/>
                </a:lnTo>
                <a:lnTo>
                  <a:pt x="1676400" y="9525"/>
                </a:lnTo>
                <a:lnTo>
                  <a:pt x="1666875" y="9525"/>
                </a:lnTo>
                <a:lnTo>
                  <a:pt x="1666875" y="19050"/>
                </a:lnTo>
                <a:lnTo>
                  <a:pt x="1647825" y="19050"/>
                </a:lnTo>
                <a:lnTo>
                  <a:pt x="1647825" y="28575"/>
                </a:lnTo>
                <a:lnTo>
                  <a:pt x="1638300" y="28575"/>
                </a:lnTo>
                <a:lnTo>
                  <a:pt x="1638300" y="38100"/>
                </a:lnTo>
                <a:lnTo>
                  <a:pt x="1619250" y="38100"/>
                </a:lnTo>
                <a:lnTo>
                  <a:pt x="1619250" y="47625"/>
                </a:lnTo>
                <a:lnTo>
                  <a:pt x="1600200" y="47625"/>
                </a:lnTo>
                <a:lnTo>
                  <a:pt x="1600200" y="57150"/>
                </a:lnTo>
                <a:lnTo>
                  <a:pt x="1590675" y="57150"/>
                </a:lnTo>
                <a:lnTo>
                  <a:pt x="1590675" y="66675"/>
                </a:lnTo>
                <a:lnTo>
                  <a:pt x="1533525" y="66675"/>
                </a:lnTo>
                <a:lnTo>
                  <a:pt x="1533525" y="57150"/>
                </a:lnTo>
                <a:lnTo>
                  <a:pt x="1428750" y="57150"/>
                </a:lnTo>
                <a:lnTo>
                  <a:pt x="1428750" y="66675"/>
                </a:lnTo>
                <a:lnTo>
                  <a:pt x="1343025" y="66675"/>
                </a:lnTo>
                <a:lnTo>
                  <a:pt x="1343025" y="76200"/>
                </a:lnTo>
                <a:lnTo>
                  <a:pt x="1276350" y="76200"/>
                </a:lnTo>
                <a:lnTo>
                  <a:pt x="1276350" y="85725"/>
                </a:lnTo>
                <a:lnTo>
                  <a:pt x="1181100" y="85725"/>
                </a:lnTo>
                <a:lnTo>
                  <a:pt x="1181100" y="95250"/>
                </a:lnTo>
                <a:lnTo>
                  <a:pt x="1095375" y="95250"/>
                </a:lnTo>
                <a:lnTo>
                  <a:pt x="1095375" y="104775"/>
                </a:lnTo>
                <a:lnTo>
                  <a:pt x="1000125" y="104775"/>
                </a:lnTo>
                <a:lnTo>
                  <a:pt x="1000125" y="114300"/>
                </a:lnTo>
                <a:lnTo>
                  <a:pt x="914400" y="114300"/>
                </a:lnTo>
                <a:lnTo>
                  <a:pt x="914400" y="123825"/>
                </a:lnTo>
                <a:lnTo>
                  <a:pt x="819150" y="123825"/>
                </a:lnTo>
                <a:lnTo>
                  <a:pt x="819150" y="133350"/>
                </a:lnTo>
                <a:lnTo>
                  <a:pt x="733425" y="133350"/>
                </a:lnTo>
                <a:lnTo>
                  <a:pt x="733425" y="142875"/>
                </a:lnTo>
                <a:lnTo>
                  <a:pt x="657225" y="142875"/>
                </a:lnTo>
                <a:lnTo>
                  <a:pt x="657225" y="152400"/>
                </a:lnTo>
                <a:lnTo>
                  <a:pt x="552450" y="152400"/>
                </a:lnTo>
                <a:lnTo>
                  <a:pt x="552450" y="161925"/>
                </a:lnTo>
                <a:lnTo>
                  <a:pt x="466725" y="161925"/>
                </a:lnTo>
                <a:lnTo>
                  <a:pt x="466725" y="171450"/>
                </a:lnTo>
                <a:lnTo>
                  <a:pt x="400050" y="171450"/>
                </a:lnTo>
                <a:lnTo>
                  <a:pt x="400050" y="161925"/>
                </a:lnTo>
                <a:lnTo>
                  <a:pt x="409575" y="161925"/>
                </a:lnTo>
                <a:lnTo>
                  <a:pt x="409575" y="152400"/>
                </a:lnTo>
                <a:lnTo>
                  <a:pt x="419100" y="152400"/>
                </a:lnTo>
                <a:lnTo>
                  <a:pt x="419100" y="142875"/>
                </a:lnTo>
                <a:lnTo>
                  <a:pt x="428625" y="142875"/>
                </a:lnTo>
                <a:lnTo>
                  <a:pt x="428625" y="133350"/>
                </a:lnTo>
                <a:lnTo>
                  <a:pt x="438150" y="133350"/>
                </a:lnTo>
                <a:lnTo>
                  <a:pt x="438150" y="123825"/>
                </a:lnTo>
                <a:lnTo>
                  <a:pt x="457200" y="123825"/>
                </a:lnTo>
                <a:lnTo>
                  <a:pt x="457200" y="114300"/>
                </a:lnTo>
                <a:lnTo>
                  <a:pt x="466725" y="114300"/>
                </a:lnTo>
                <a:lnTo>
                  <a:pt x="466725" y="104775"/>
                </a:lnTo>
                <a:lnTo>
                  <a:pt x="476250" y="104775"/>
                </a:lnTo>
                <a:lnTo>
                  <a:pt x="476250" y="95250"/>
                </a:lnTo>
                <a:lnTo>
                  <a:pt x="485775" y="95250"/>
                </a:lnTo>
                <a:lnTo>
                  <a:pt x="485775" y="85725"/>
                </a:lnTo>
                <a:lnTo>
                  <a:pt x="495300" y="85725"/>
                </a:lnTo>
                <a:lnTo>
                  <a:pt x="495300" y="76200"/>
                </a:lnTo>
                <a:lnTo>
                  <a:pt x="514350" y="76200"/>
                </a:lnTo>
                <a:lnTo>
                  <a:pt x="514350" y="66675"/>
                </a:lnTo>
                <a:lnTo>
                  <a:pt x="523875" y="66675"/>
                </a:lnTo>
                <a:lnTo>
                  <a:pt x="523875" y="57150"/>
                </a:lnTo>
                <a:lnTo>
                  <a:pt x="533400" y="57150"/>
                </a:lnTo>
                <a:lnTo>
                  <a:pt x="533400" y="47625"/>
                </a:lnTo>
                <a:lnTo>
                  <a:pt x="542925" y="47625"/>
                </a:lnTo>
                <a:lnTo>
                  <a:pt x="542925" y="38100"/>
                </a:lnTo>
                <a:lnTo>
                  <a:pt x="552450" y="38100"/>
                </a:lnTo>
                <a:lnTo>
                  <a:pt x="552450" y="28575"/>
                </a:lnTo>
                <a:lnTo>
                  <a:pt x="571500" y="28575"/>
                </a:lnTo>
                <a:lnTo>
                  <a:pt x="571500" y="19050"/>
                </a:lnTo>
                <a:lnTo>
                  <a:pt x="581025" y="19050"/>
                </a:lnTo>
                <a:lnTo>
                  <a:pt x="581025" y="9525"/>
                </a:lnTo>
                <a:lnTo>
                  <a:pt x="590550" y="9525"/>
                </a:lnTo>
                <a:close/>
                <a:moveTo>
                  <a:pt x="1371600" y="142875"/>
                </a:moveTo>
                <a:lnTo>
                  <a:pt x="1381125" y="142875"/>
                </a:lnTo>
                <a:lnTo>
                  <a:pt x="1381125" y="152400"/>
                </a:lnTo>
                <a:lnTo>
                  <a:pt x="1371600" y="152400"/>
                </a:lnTo>
                <a:close/>
                <a:moveTo>
                  <a:pt x="1285875" y="152400"/>
                </a:moveTo>
                <a:lnTo>
                  <a:pt x="1295400" y="152400"/>
                </a:lnTo>
                <a:lnTo>
                  <a:pt x="1295400" y="161925"/>
                </a:lnTo>
                <a:lnTo>
                  <a:pt x="1285875" y="161925"/>
                </a:lnTo>
                <a:close/>
                <a:moveTo>
                  <a:pt x="1104900" y="171450"/>
                </a:moveTo>
                <a:lnTo>
                  <a:pt x="1114425" y="171450"/>
                </a:lnTo>
                <a:lnTo>
                  <a:pt x="1114425" y="180975"/>
                </a:lnTo>
                <a:lnTo>
                  <a:pt x="1104900" y="180975"/>
                </a:lnTo>
                <a:close/>
                <a:moveTo>
                  <a:pt x="933450" y="190500"/>
                </a:moveTo>
                <a:lnTo>
                  <a:pt x="942975" y="190500"/>
                </a:lnTo>
                <a:lnTo>
                  <a:pt x="942975" y="200025"/>
                </a:lnTo>
                <a:lnTo>
                  <a:pt x="933450" y="200025"/>
                </a:lnTo>
                <a:close/>
                <a:moveTo>
                  <a:pt x="257175" y="200025"/>
                </a:moveTo>
                <a:lnTo>
                  <a:pt x="266700" y="200025"/>
                </a:lnTo>
                <a:lnTo>
                  <a:pt x="266700" y="209550"/>
                </a:lnTo>
                <a:lnTo>
                  <a:pt x="257175" y="209550"/>
                </a:lnTo>
                <a:close/>
                <a:moveTo>
                  <a:pt x="238125" y="209550"/>
                </a:moveTo>
                <a:lnTo>
                  <a:pt x="247650" y="209550"/>
                </a:lnTo>
                <a:lnTo>
                  <a:pt x="247650" y="219075"/>
                </a:lnTo>
                <a:lnTo>
                  <a:pt x="238125" y="219075"/>
                </a:lnTo>
                <a:close/>
                <a:moveTo>
                  <a:pt x="742950" y="209550"/>
                </a:moveTo>
                <a:lnTo>
                  <a:pt x="752475" y="209550"/>
                </a:lnTo>
                <a:lnTo>
                  <a:pt x="752475" y="219075"/>
                </a:lnTo>
                <a:lnTo>
                  <a:pt x="742950" y="219075"/>
                </a:lnTo>
                <a:close/>
                <a:moveTo>
                  <a:pt x="1047750" y="209550"/>
                </a:moveTo>
                <a:lnTo>
                  <a:pt x="1076325" y="209550"/>
                </a:lnTo>
                <a:lnTo>
                  <a:pt x="1076325" y="219075"/>
                </a:lnTo>
                <a:lnTo>
                  <a:pt x="1047750" y="219075"/>
                </a:lnTo>
                <a:close/>
                <a:moveTo>
                  <a:pt x="657225" y="219075"/>
                </a:moveTo>
                <a:lnTo>
                  <a:pt x="666750" y="219075"/>
                </a:lnTo>
                <a:lnTo>
                  <a:pt x="666750" y="228600"/>
                </a:lnTo>
                <a:lnTo>
                  <a:pt x="657225" y="228600"/>
                </a:lnTo>
                <a:close/>
                <a:moveTo>
                  <a:pt x="971550" y="219075"/>
                </a:moveTo>
                <a:lnTo>
                  <a:pt x="981075" y="219075"/>
                </a:lnTo>
                <a:lnTo>
                  <a:pt x="981075" y="228600"/>
                </a:lnTo>
                <a:lnTo>
                  <a:pt x="971550" y="228600"/>
                </a:lnTo>
                <a:close/>
                <a:moveTo>
                  <a:pt x="571500" y="228600"/>
                </a:moveTo>
                <a:lnTo>
                  <a:pt x="581025" y="228600"/>
                </a:lnTo>
                <a:lnTo>
                  <a:pt x="581025" y="238125"/>
                </a:lnTo>
                <a:lnTo>
                  <a:pt x="571500" y="238125"/>
                </a:lnTo>
                <a:close/>
                <a:moveTo>
                  <a:pt x="876300" y="228600"/>
                </a:moveTo>
                <a:lnTo>
                  <a:pt x="885825" y="228600"/>
                </a:lnTo>
                <a:lnTo>
                  <a:pt x="885825" y="238125"/>
                </a:lnTo>
                <a:lnTo>
                  <a:pt x="876300" y="238125"/>
                </a:lnTo>
                <a:close/>
                <a:moveTo>
                  <a:pt x="790575" y="238125"/>
                </a:moveTo>
                <a:lnTo>
                  <a:pt x="800100" y="238125"/>
                </a:lnTo>
                <a:lnTo>
                  <a:pt x="800100" y="247650"/>
                </a:lnTo>
                <a:lnTo>
                  <a:pt x="790575" y="247650"/>
                </a:lnTo>
                <a:close/>
                <a:moveTo>
                  <a:pt x="390525" y="247650"/>
                </a:moveTo>
                <a:lnTo>
                  <a:pt x="400050" y="247650"/>
                </a:lnTo>
                <a:lnTo>
                  <a:pt x="400050" y="257175"/>
                </a:lnTo>
                <a:lnTo>
                  <a:pt x="390525" y="257175"/>
                </a:lnTo>
                <a:close/>
                <a:moveTo>
                  <a:pt x="704850" y="247650"/>
                </a:moveTo>
                <a:lnTo>
                  <a:pt x="714375" y="247650"/>
                </a:lnTo>
                <a:lnTo>
                  <a:pt x="714375" y="257175"/>
                </a:lnTo>
                <a:lnTo>
                  <a:pt x="704850" y="257175"/>
                </a:lnTo>
                <a:close/>
                <a:moveTo>
                  <a:pt x="1371600" y="247650"/>
                </a:moveTo>
                <a:lnTo>
                  <a:pt x="1381125" y="247650"/>
                </a:lnTo>
                <a:lnTo>
                  <a:pt x="1381125" y="266700"/>
                </a:lnTo>
                <a:lnTo>
                  <a:pt x="1371600" y="266700"/>
                </a:lnTo>
                <a:close/>
                <a:moveTo>
                  <a:pt x="171450" y="257175"/>
                </a:moveTo>
                <a:lnTo>
                  <a:pt x="180975" y="257175"/>
                </a:lnTo>
                <a:lnTo>
                  <a:pt x="180975" y="266700"/>
                </a:lnTo>
                <a:lnTo>
                  <a:pt x="171450" y="266700"/>
                </a:lnTo>
                <a:close/>
                <a:moveTo>
                  <a:pt x="685800" y="257175"/>
                </a:moveTo>
                <a:lnTo>
                  <a:pt x="695325" y="257175"/>
                </a:lnTo>
                <a:lnTo>
                  <a:pt x="695325" y="266700"/>
                </a:lnTo>
                <a:lnTo>
                  <a:pt x="685800" y="266700"/>
                </a:lnTo>
                <a:close/>
                <a:moveTo>
                  <a:pt x="1476375" y="257175"/>
                </a:moveTo>
                <a:lnTo>
                  <a:pt x="1485900" y="257175"/>
                </a:lnTo>
                <a:lnTo>
                  <a:pt x="1485900" y="266700"/>
                </a:lnTo>
                <a:lnTo>
                  <a:pt x="1476375" y="266700"/>
                </a:lnTo>
                <a:close/>
                <a:moveTo>
                  <a:pt x="676275" y="266700"/>
                </a:moveTo>
                <a:lnTo>
                  <a:pt x="685800" y="266700"/>
                </a:lnTo>
                <a:lnTo>
                  <a:pt x="685800" y="276225"/>
                </a:lnTo>
                <a:lnTo>
                  <a:pt x="676275" y="276225"/>
                </a:lnTo>
                <a:close/>
                <a:moveTo>
                  <a:pt x="1485900" y="266700"/>
                </a:moveTo>
                <a:lnTo>
                  <a:pt x="1524000" y="266700"/>
                </a:lnTo>
                <a:lnTo>
                  <a:pt x="1524000" y="276225"/>
                </a:lnTo>
                <a:lnTo>
                  <a:pt x="1485900" y="276225"/>
                </a:lnTo>
                <a:close/>
                <a:moveTo>
                  <a:pt x="1333500" y="285750"/>
                </a:moveTo>
                <a:lnTo>
                  <a:pt x="1343025" y="285750"/>
                </a:lnTo>
                <a:lnTo>
                  <a:pt x="1343025" y="295275"/>
                </a:lnTo>
                <a:lnTo>
                  <a:pt x="1333500" y="295275"/>
                </a:lnTo>
                <a:close/>
                <a:moveTo>
                  <a:pt x="400050" y="314325"/>
                </a:moveTo>
                <a:lnTo>
                  <a:pt x="409575" y="314325"/>
                </a:lnTo>
                <a:lnTo>
                  <a:pt x="409575" y="323850"/>
                </a:lnTo>
                <a:lnTo>
                  <a:pt x="400050" y="323850"/>
                </a:lnTo>
                <a:close/>
                <a:moveTo>
                  <a:pt x="371475" y="323850"/>
                </a:moveTo>
                <a:lnTo>
                  <a:pt x="381000" y="323850"/>
                </a:lnTo>
                <a:lnTo>
                  <a:pt x="381000" y="333375"/>
                </a:lnTo>
                <a:lnTo>
                  <a:pt x="371475" y="333375"/>
                </a:lnTo>
                <a:close/>
                <a:moveTo>
                  <a:pt x="409575" y="323850"/>
                </a:moveTo>
                <a:lnTo>
                  <a:pt x="419100" y="323850"/>
                </a:lnTo>
                <a:lnTo>
                  <a:pt x="419100" y="333375"/>
                </a:lnTo>
                <a:lnTo>
                  <a:pt x="409575" y="333375"/>
                </a:lnTo>
                <a:close/>
                <a:moveTo>
                  <a:pt x="1657350" y="323850"/>
                </a:moveTo>
                <a:lnTo>
                  <a:pt x="1666875" y="323850"/>
                </a:lnTo>
                <a:lnTo>
                  <a:pt x="1666875" y="333375"/>
                </a:lnTo>
                <a:lnTo>
                  <a:pt x="1657350" y="333375"/>
                </a:lnTo>
                <a:close/>
                <a:moveTo>
                  <a:pt x="200025" y="333375"/>
                </a:moveTo>
                <a:lnTo>
                  <a:pt x="209550" y="333375"/>
                </a:lnTo>
                <a:lnTo>
                  <a:pt x="209550" y="342900"/>
                </a:lnTo>
                <a:lnTo>
                  <a:pt x="200025" y="342900"/>
                </a:lnTo>
                <a:close/>
                <a:moveTo>
                  <a:pt x="1057275" y="342900"/>
                </a:moveTo>
                <a:lnTo>
                  <a:pt x="1066800" y="342900"/>
                </a:lnTo>
                <a:lnTo>
                  <a:pt x="1066800" y="352425"/>
                </a:lnTo>
                <a:lnTo>
                  <a:pt x="1057275" y="352425"/>
                </a:lnTo>
                <a:close/>
                <a:moveTo>
                  <a:pt x="285750" y="352425"/>
                </a:moveTo>
                <a:lnTo>
                  <a:pt x="295275" y="352425"/>
                </a:lnTo>
                <a:lnTo>
                  <a:pt x="295275" y="361950"/>
                </a:lnTo>
                <a:lnTo>
                  <a:pt x="285750" y="361950"/>
                </a:lnTo>
                <a:close/>
                <a:moveTo>
                  <a:pt x="381000" y="352425"/>
                </a:moveTo>
                <a:lnTo>
                  <a:pt x="400050" y="352425"/>
                </a:lnTo>
                <a:lnTo>
                  <a:pt x="400050" y="361950"/>
                </a:lnTo>
                <a:lnTo>
                  <a:pt x="381000" y="361950"/>
                </a:lnTo>
                <a:close/>
                <a:moveTo>
                  <a:pt x="962025" y="352425"/>
                </a:moveTo>
                <a:lnTo>
                  <a:pt x="971550" y="352425"/>
                </a:lnTo>
                <a:lnTo>
                  <a:pt x="971550" y="361950"/>
                </a:lnTo>
                <a:lnTo>
                  <a:pt x="962025" y="361950"/>
                </a:lnTo>
                <a:close/>
                <a:moveTo>
                  <a:pt x="180975" y="361950"/>
                </a:moveTo>
                <a:lnTo>
                  <a:pt x="190500" y="361950"/>
                </a:lnTo>
                <a:lnTo>
                  <a:pt x="190500" y="371475"/>
                </a:lnTo>
                <a:lnTo>
                  <a:pt x="180975" y="371475"/>
                </a:lnTo>
                <a:close/>
                <a:moveTo>
                  <a:pt x="790575" y="371475"/>
                </a:moveTo>
                <a:lnTo>
                  <a:pt x="800100" y="371475"/>
                </a:lnTo>
                <a:lnTo>
                  <a:pt x="800100" y="381000"/>
                </a:lnTo>
                <a:lnTo>
                  <a:pt x="790575" y="381000"/>
                </a:lnTo>
                <a:close/>
                <a:moveTo>
                  <a:pt x="1514475" y="400050"/>
                </a:moveTo>
                <a:lnTo>
                  <a:pt x="1524000" y="400050"/>
                </a:lnTo>
                <a:lnTo>
                  <a:pt x="1524000" y="409575"/>
                </a:lnTo>
                <a:lnTo>
                  <a:pt x="1514475" y="409575"/>
                </a:lnTo>
                <a:close/>
                <a:moveTo>
                  <a:pt x="1495425" y="409575"/>
                </a:moveTo>
                <a:lnTo>
                  <a:pt x="1504950" y="409575"/>
                </a:lnTo>
                <a:lnTo>
                  <a:pt x="1504950" y="419100"/>
                </a:lnTo>
                <a:lnTo>
                  <a:pt x="1495425" y="419100"/>
                </a:lnTo>
                <a:close/>
                <a:moveTo>
                  <a:pt x="1524000" y="409575"/>
                </a:moveTo>
                <a:lnTo>
                  <a:pt x="1533525" y="409575"/>
                </a:lnTo>
                <a:lnTo>
                  <a:pt x="1533525" y="419100"/>
                </a:lnTo>
                <a:lnTo>
                  <a:pt x="1524000" y="419100"/>
                </a:lnTo>
                <a:close/>
                <a:moveTo>
                  <a:pt x="1485900" y="419100"/>
                </a:moveTo>
                <a:lnTo>
                  <a:pt x="1495425" y="419100"/>
                </a:lnTo>
                <a:lnTo>
                  <a:pt x="1495425" y="428625"/>
                </a:lnTo>
                <a:lnTo>
                  <a:pt x="1485900" y="428625"/>
                </a:lnTo>
                <a:close/>
                <a:moveTo>
                  <a:pt x="1476375" y="428625"/>
                </a:moveTo>
                <a:lnTo>
                  <a:pt x="1485900" y="428625"/>
                </a:lnTo>
                <a:lnTo>
                  <a:pt x="1485900" y="438150"/>
                </a:lnTo>
                <a:lnTo>
                  <a:pt x="1476375" y="438150"/>
                </a:lnTo>
                <a:close/>
                <a:moveTo>
                  <a:pt x="1666875" y="438150"/>
                </a:moveTo>
                <a:lnTo>
                  <a:pt x="1676400" y="438150"/>
                </a:lnTo>
                <a:lnTo>
                  <a:pt x="1676400" y="447675"/>
                </a:lnTo>
                <a:lnTo>
                  <a:pt x="1666875" y="447675"/>
                </a:lnTo>
                <a:close/>
                <a:moveTo>
                  <a:pt x="1552575" y="447675"/>
                </a:moveTo>
                <a:lnTo>
                  <a:pt x="1562100" y="447675"/>
                </a:lnTo>
                <a:lnTo>
                  <a:pt x="1562100" y="457200"/>
                </a:lnTo>
                <a:lnTo>
                  <a:pt x="1552575" y="457200"/>
                </a:lnTo>
                <a:close/>
                <a:moveTo>
                  <a:pt x="76200" y="457200"/>
                </a:moveTo>
                <a:lnTo>
                  <a:pt x="85725" y="457200"/>
                </a:lnTo>
                <a:lnTo>
                  <a:pt x="85725" y="466725"/>
                </a:lnTo>
                <a:lnTo>
                  <a:pt x="76200" y="466725"/>
                </a:lnTo>
                <a:close/>
                <a:moveTo>
                  <a:pt x="1533525" y="466725"/>
                </a:moveTo>
                <a:lnTo>
                  <a:pt x="1543050" y="466725"/>
                </a:lnTo>
                <a:lnTo>
                  <a:pt x="1543050" y="476250"/>
                </a:lnTo>
                <a:lnTo>
                  <a:pt x="1533525" y="476250"/>
                </a:lnTo>
                <a:close/>
                <a:moveTo>
                  <a:pt x="1524000" y="476250"/>
                </a:moveTo>
                <a:lnTo>
                  <a:pt x="1533525" y="476250"/>
                </a:lnTo>
                <a:lnTo>
                  <a:pt x="1533525" y="485775"/>
                </a:lnTo>
                <a:lnTo>
                  <a:pt x="1524000" y="485775"/>
                </a:lnTo>
                <a:close/>
                <a:moveTo>
                  <a:pt x="66675" y="485775"/>
                </a:moveTo>
                <a:lnTo>
                  <a:pt x="76200" y="485775"/>
                </a:lnTo>
                <a:lnTo>
                  <a:pt x="76200" y="561975"/>
                </a:lnTo>
                <a:lnTo>
                  <a:pt x="85725" y="561975"/>
                </a:lnTo>
                <a:lnTo>
                  <a:pt x="85725" y="790575"/>
                </a:lnTo>
                <a:lnTo>
                  <a:pt x="95250" y="790575"/>
                </a:lnTo>
                <a:lnTo>
                  <a:pt x="95250" y="904875"/>
                </a:lnTo>
                <a:lnTo>
                  <a:pt x="85725" y="904875"/>
                </a:lnTo>
                <a:lnTo>
                  <a:pt x="85725" y="933450"/>
                </a:lnTo>
                <a:lnTo>
                  <a:pt x="95250" y="933450"/>
                </a:lnTo>
                <a:lnTo>
                  <a:pt x="95250" y="1057275"/>
                </a:lnTo>
                <a:lnTo>
                  <a:pt x="104775" y="1057275"/>
                </a:lnTo>
                <a:lnTo>
                  <a:pt x="104775" y="1352550"/>
                </a:lnTo>
                <a:lnTo>
                  <a:pt x="114300" y="1352550"/>
                </a:lnTo>
                <a:lnTo>
                  <a:pt x="114300" y="1390650"/>
                </a:lnTo>
                <a:lnTo>
                  <a:pt x="123825" y="1390650"/>
                </a:lnTo>
                <a:lnTo>
                  <a:pt x="123825" y="1447800"/>
                </a:lnTo>
                <a:lnTo>
                  <a:pt x="114300" y="1447800"/>
                </a:lnTo>
                <a:lnTo>
                  <a:pt x="114300" y="1524000"/>
                </a:lnTo>
                <a:lnTo>
                  <a:pt x="123825" y="1524000"/>
                </a:lnTo>
                <a:lnTo>
                  <a:pt x="123825" y="1714500"/>
                </a:lnTo>
                <a:lnTo>
                  <a:pt x="133350" y="1714500"/>
                </a:lnTo>
                <a:lnTo>
                  <a:pt x="133350" y="1771650"/>
                </a:lnTo>
                <a:lnTo>
                  <a:pt x="142875" y="1771650"/>
                </a:lnTo>
                <a:lnTo>
                  <a:pt x="142875" y="1981200"/>
                </a:lnTo>
                <a:lnTo>
                  <a:pt x="152400" y="1981200"/>
                </a:lnTo>
                <a:lnTo>
                  <a:pt x="152400" y="2181225"/>
                </a:lnTo>
                <a:lnTo>
                  <a:pt x="161925" y="2181225"/>
                </a:lnTo>
                <a:lnTo>
                  <a:pt x="161925" y="2247900"/>
                </a:lnTo>
                <a:lnTo>
                  <a:pt x="152400" y="2247900"/>
                </a:lnTo>
                <a:lnTo>
                  <a:pt x="152400" y="2257425"/>
                </a:lnTo>
                <a:lnTo>
                  <a:pt x="133350" y="2257425"/>
                </a:lnTo>
                <a:lnTo>
                  <a:pt x="133350" y="2266950"/>
                </a:lnTo>
                <a:lnTo>
                  <a:pt x="114300" y="2266950"/>
                </a:lnTo>
                <a:lnTo>
                  <a:pt x="114300" y="2276475"/>
                </a:lnTo>
                <a:lnTo>
                  <a:pt x="95250" y="2276475"/>
                </a:lnTo>
                <a:lnTo>
                  <a:pt x="95250" y="2286000"/>
                </a:lnTo>
                <a:lnTo>
                  <a:pt x="76200" y="2286000"/>
                </a:lnTo>
                <a:lnTo>
                  <a:pt x="76200" y="2295525"/>
                </a:lnTo>
                <a:lnTo>
                  <a:pt x="66675" y="2295525"/>
                </a:lnTo>
                <a:lnTo>
                  <a:pt x="66675" y="2305050"/>
                </a:lnTo>
                <a:lnTo>
                  <a:pt x="57150" y="2305050"/>
                </a:lnTo>
                <a:lnTo>
                  <a:pt x="57150" y="2314575"/>
                </a:lnTo>
                <a:lnTo>
                  <a:pt x="47625" y="2314575"/>
                </a:lnTo>
                <a:lnTo>
                  <a:pt x="47625" y="2324100"/>
                </a:lnTo>
                <a:lnTo>
                  <a:pt x="38100" y="2324100"/>
                </a:lnTo>
                <a:lnTo>
                  <a:pt x="38100" y="2333625"/>
                </a:lnTo>
                <a:lnTo>
                  <a:pt x="19050" y="2333625"/>
                </a:lnTo>
                <a:lnTo>
                  <a:pt x="19050" y="2343150"/>
                </a:lnTo>
                <a:lnTo>
                  <a:pt x="9525" y="2343150"/>
                </a:lnTo>
                <a:lnTo>
                  <a:pt x="9525" y="2352675"/>
                </a:lnTo>
                <a:lnTo>
                  <a:pt x="0" y="2352675"/>
                </a:lnTo>
                <a:lnTo>
                  <a:pt x="0" y="571500"/>
                </a:lnTo>
                <a:lnTo>
                  <a:pt x="9525" y="571500"/>
                </a:lnTo>
                <a:lnTo>
                  <a:pt x="9525" y="561975"/>
                </a:lnTo>
                <a:lnTo>
                  <a:pt x="19050" y="561975"/>
                </a:lnTo>
                <a:lnTo>
                  <a:pt x="19050" y="542925"/>
                </a:lnTo>
                <a:lnTo>
                  <a:pt x="28575" y="542925"/>
                </a:lnTo>
                <a:lnTo>
                  <a:pt x="28575" y="533400"/>
                </a:lnTo>
                <a:lnTo>
                  <a:pt x="38100" y="533400"/>
                </a:lnTo>
                <a:lnTo>
                  <a:pt x="38100" y="514350"/>
                </a:lnTo>
                <a:lnTo>
                  <a:pt x="47625" y="514350"/>
                </a:lnTo>
                <a:lnTo>
                  <a:pt x="47625" y="504825"/>
                </a:lnTo>
                <a:lnTo>
                  <a:pt x="57150" y="504825"/>
                </a:lnTo>
                <a:lnTo>
                  <a:pt x="57150" y="495300"/>
                </a:lnTo>
                <a:lnTo>
                  <a:pt x="66675" y="495300"/>
                </a:lnTo>
                <a:close/>
                <a:moveTo>
                  <a:pt x="371475" y="485775"/>
                </a:moveTo>
                <a:lnTo>
                  <a:pt x="390525" y="485775"/>
                </a:lnTo>
                <a:lnTo>
                  <a:pt x="390525" y="495300"/>
                </a:lnTo>
                <a:lnTo>
                  <a:pt x="371475" y="495300"/>
                </a:lnTo>
                <a:close/>
                <a:moveTo>
                  <a:pt x="1562100" y="485775"/>
                </a:moveTo>
                <a:lnTo>
                  <a:pt x="1571625" y="485775"/>
                </a:lnTo>
                <a:lnTo>
                  <a:pt x="1571625" y="495300"/>
                </a:lnTo>
                <a:lnTo>
                  <a:pt x="1562100" y="495300"/>
                </a:lnTo>
                <a:close/>
                <a:moveTo>
                  <a:pt x="1543050" y="495300"/>
                </a:moveTo>
                <a:lnTo>
                  <a:pt x="1562100" y="495300"/>
                </a:lnTo>
                <a:lnTo>
                  <a:pt x="1562100" y="504825"/>
                </a:lnTo>
                <a:lnTo>
                  <a:pt x="1543050" y="504825"/>
                </a:lnTo>
                <a:close/>
                <a:moveTo>
                  <a:pt x="1533525" y="504825"/>
                </a:moveTo>
                <a:lnTo>
                  <a:pt x="1543050" y="504825"/>
                </a:lnTo>
                <a:lnTo>
                  <a:pt x="1543050" y="514350"/>
                </a:lnTo>
                <a:lnTo>
                  <a:pt x="1533525" y="514350"/>
                </a:lnTo>
                <a:close/>
                <a:moveTo>
                  <a:pt x="228600" y="514350"/>
                </a:moveTo>
                <a:lnTo>
                  <a:pt x="238125" y="514350"/>
                </a:lnTo>
                <a:lnTo>
                  <a:pt x="238125" y="523875"/>
                </a:lnTo>
                <a:lnTo>
                  <a:pt x="228600" y="523875"/>
                </a:lnTo>
                <a:close/>
                <a:moveTo>
                  <a:pt x="1504950" y="514350"/>
                </a:moveTo>
                <a:lnTo>
                  <a:pt x="1514475" y="514350"/>
                </a:lnTo>
                <a:lnTo>
                  <a:pt x="1514475" y="523875"/>
                </a:lnTo>
                <a:lnTo>
                  <a:pt x="1504950" y="523875"/>
                </a:lnTo>
                <a:close/>
                <a:moveTo>
                  <a:pt x="1524000" y="514350"/>
                </a:moveTo>
                <a:lnTo>
                  <a:pt x="1533525" y="514350"/>
                </a:lnTo>
                <a:lnTo>
                  <a:pt x="1533525" y="523875"/>
                </a:lnTo>
                <a:lnTo>
                  <a:pt x="1524000" y="523875"/>
                </a:lnTo>
                <a:close/>
                <a:moveTo>
                  <a:pt x="571500" y="533400"/>
                </a:moveTo>
                <a:lnTo>
                  <a:pt x="581025" y="533400"/>
                </a:lnTo>
                <a:lnTo>
                  <a:pt x="581025" y="542925"/>
                </a:lnTo>
                <a:lnTo>
                  <a:pt x="571500" y="542925"/>
                </a:lnTo>
                <a:close/>
                <a:moveTo>
                  <a:pt x="228600" y="561975"/>
                </a:moveTo>
                <a:lnTo>
                  <a:pt x="238125" y="561975"/>
                </a:lnTo>
                <a:lnTo>
                  <a:pt x="238125" y="571500"/>
                </a:lnTo>
                <a:lnTo>
                  <a:pt x="228600" y="571500"/>
                </a:lnTo>
                <a:close/>
                <a:moveTo>
                  <a:pt x="495300" y="561975"/>
                </a:moveTo>
                <a:lnTo>
                  <a:pt x="514350" y="561975"/>
                </a:lnTo>
                <a:lnTo>
                  <a:pt x="514350" y="571500"/>
                </a:lnTo>
                <a:lnTo>
                  <a:pt x="495300" y="571500"/>
                </a:lnTo>
                <a:close/>
                <a:moveTo>
                  <a:pt x="1676400" y="571500"/>
                </a:moveTo>
                <a:lnTo>
                  <a:pt x="1685925" y="571500"/>
                </a:lnTo>
                <a:lnTo>
                  <a:pt x="1685925" y="581025"/>
                </a:lnTo>
                <a:lnTo>
                  <a:pt x="1676400" y="581025"/>
                </a:lnTo>
                <a:close/>
                <a:moveTo>
                  <a:pt x="161925" y="628650"/>
                </a:moveTo>
                <a:lnTo>
                  <a:pt x="171450" y="628650"/>
                </a:lnTo>
                <a:lnTo>
                  <a:pt x="171450" y="647700"/>
                </a:lnTo>
                <a:lnTo>
                  <a:pt x="161925" y="647700"/>
                </a:lnTo>
                <a:close/>
                <a:moveTo>
                  <a:pt x="2343150" y="628650"/>
                </a:moveTo>
                <a:lnTo>
                  <a:pt x="2352675" y="628650"/>
                </a:lnTo>
                <a:lnTo>
                  <a:pt x="2352675" y="638175"/>
                </a:lnTo>
                <a:lnTo>
                  <a:pt x="2343150" y="638175"/>
                </a:lnTo>
                <a:close/>
                <a:moveTo>
                  <a:pt x="1685925" y="685800"/>
                </a:moveTo>
                <a:lnTo>
                  <a:pt x="1695450" y="685800"/>
                </a:lnTo>
                <a:lnTo>
                  <a:pt x="1695450" y="695325"/>
                </a:lnTo>
                <a:lnTo>
                  <a:pt x="1685925" y="695325"/>
                </a:lnTo>
                <a:close/>
                <a:moveTo>
                  <a:pt x="2390775" y="685800"/>
                </a:moveTo>
                <a:lnTo>
                  <a:pt x="2400300" y="685800"/>
                </a:lnTo>
                <a:lnTo>
                  <a:pt x="2400300" y="695325"/>
                </a:lnTo>
                <a:lnTo>
                  <a:pt x="2390775" y="695325"/>
                </a:lnTo>
                <a:close/>
                <a:moveTo>
                  <a:pt x="485775" y="723900"/>
                </a:moveTo>
                <a:lnTo>
                  <a:pt x="495300" y="723900"/>
                </a:lnTo>
                <a:lnTo>
                  <a:pt x="495300" y="733425"/>
                </a:lnTo>
                <a:lnTo>
                  <a:pt x="485775" y="733425"/>
                </a:lnTo>
                <a:close/>
                <a:moveTo>
                  <a:pt x="333375" y="781050"/>
                </a:moveTo>
                <a:lnTo>
                  <a:pt x="342900" y="781050"/>
                </a:lnTo>
                <a:lnTo>
                  <a:pt x="342900" y="790575"/>
                </a:lnTo>
                <a:lnTo>
                  <a:pt x="333375" y="790575"/>
                </a:lnTo>
                <a:close/>
                <a:moveTo>
                  <a:pt x="533400" y="781050"/>
                </a:moveTo>
                <a:lnTo>
                  <a:pt x="561975" y="781050"/>
                </a:lnTo>
                <a:lnTo>
                  <a:pt x="561975" y="790575"/>
                </a:lnTo>
                <a:lnTo>
                  <a:pt x="533400" y="790575"/>
                </a:lnTo>
                <a:close/>
                <a:moveTo>
                  <a:pt x="1209675" y="781050"/>
                </a:moveTo>
                <a:lnTo>
                  <a:pt x="1228725" y="781050"/>
                </a:lnTo>
                <a:lnTo>
                  <a:pt x="1228725" y="790575"/>
                </a:lnTo>
                <a:lnTo>
                  <a:pt x="1209675" y="790575"/>
                </a:lnTo>
                <a:close/>
                <a:moveTo>
                  <a:pt x="428625" y="790575"/>
                </a:moveTo>
                <a:lnTo>
                  <a:pt x="457200" y="790575"/>
                </a:lnTo>
                <a:lnTo>
                  <a:pt x="457200" y="800100"/>
                </a:lnTo>
                <a:lnTo>
                  <a:pt x="428625" y="800100"/>
                </a:lnTo>
                <a:close/>
                <a:moveTo>
                  <a:pt x="514350" y="790575"/>
                </a:moveTo>
                <a:lnTo>
                  <a:pt x="523875" y="790575"/>
                </a:lnTo>
                <a:lnTo>
                  <a:pt x="523875" y="800100"/>
                </a:lnTo>
                <a:lnTo>
                  <a:pt x="514350" y="800100"/>
                </a:lnTo>
                <a:close/>
                <a:moveTo>
                  <a:pt x="1228725" y="790575"/>
                </a:moveTo>
                <a:lnTo>
                  <a:pt x="1238250" y="790575"/>
                </a:lnTo>
                <a:lnTo>
                  <a:pt x="1238250" y="800100"/>
                </a:lnTo>
                <a:lnTo>
                  <a:pt x="1228725" y="800100"/>
                </a:lnTo>
                <a:close/>
                <a:moveTo>
                  <a:pt x="390525" y="800100"/>
                </a:moveTo>
                <a:lnTo>
                  <a:pt x="400050" y="800100"/>
                </a:lnTo>
                <a:lnTo>
                  <a:pt x="400050" y="809625"/>
                </a:lnTo>
                <a:lnTo>
                  <a:pt x="390525" y="809625"/>
                </a:lnTo>
                <a:close/>
                <a:moveTo>
                  <a:pt x="1000125" y="800100"/>
                </a:moveTo>
                <a:lnTo>
                  <a:pt x="1019175" y="800100"/>
                </a:lnTo>
                <a:lnTo>
                  <a:pt x="1019175" y="809625"/>
                </a:lnTo>
                <a:lnTo>
                  <a:pt x="1000125" y="809625"/>
                </a:lnTo>
                <a:close/>
                <a:moveTo>
                  <a:pt x="1095375" y="800100"/>
                </a:moveTo>
                <a:lnTo>
                  <a:pt x="1114425" y="800100"/>
                </a:lnTo>
                <a:lnTo>
                  <a:pt x="1114425" y="809625"/>
                </a:lnTo>
                <a:lnTo>
                  <a:pt x="1095375" y="809625"/>
                </a:lnTo>
                <a:close/>
                <a:moveTo>
                  <a:pt x="295275" y="809625"/>
                </a:moveTo>
                <a:lnTo>
                  <a:pt x="304800" y="809625"/>
                </a:lnTo>
                <a:lnTo>
                  <a:pt x="304800" y="819150"/>
                </a:lnTo>
                <a:lnTo>
                  <a:pt x="295275" y="819150"/>
                </a:lnTo>
                <a:close/>
                <a:moveTo>
                  <a:pt x="904875" y="809625"/>
                </a:moveTo>
                <a:lnTo>
                  <a:pt x="923925" y="809625"/>
                </a:lnTo>
                <a:lnTo>
                  <a:pt x="923925" y="819150"/>
                </a:lnTo>
                <a:lnTo>
                  <a:pt x="904875" y="819150"/>
                </a:lnTo>
                <a:close/>
                <a:moveTo>
                  <a:pt x="1019175" y="809625"/>
                </a:moveTo>
                <a:lnTo>
                  <a:pt x="1028700" y="809625"/>
                </a:lnTo>
                <a:lnTo>
                  <a:pt x="1028700" y="819150"/>
                </a:lnTo>
                <a:lnTo>
                  <a:pt x="1019175" y="819150"/>
                </a:lnTo>
                <a:close/>
                <a:moveTo>
                  <a:pt x="800100" y="819150"/>
                </a:moveTo>
                <a:lnTo>
                  <a:pt x="857250" y="819150"/>
                </a:lnTo>
                <a:lnTo>
                  <a:pt x="857250" y="828675"/>
                </a:lnTo>
                <a:lnTo>
                  <a:pt x="800100" y="828675"/>
                </a:lnTo>
                <a:close/>
                <a:moveTo>
                  <a:pt x="1076325" y="819150"/>
                </a:moveTo>
                <a:lnTo>
                  <a:pt x="1085850" y="819150"/>
                </a:lnTo>
                <a:lnTo>
                  <a:pt x="1085850" y="838200"/>
                </a:lnTo>
                <a:lnTo>
                  <a:pt x="1076325" y="838200"/>
                </a:lnTo>
                <a:close/>
                <a:moveTo>
                  <a:pt x="1695450" y="819150"/>
                </a:moveTo>
                <a:lnTo>
                  <a:pt x="1704975" y="819150"/>
                </a:lnTo>
                <a:lnTo>
                  <a:pt x="1704975" y="828675"/>
                </a:lnTo>
                <a:lnTo>
                  <a:pt x="1695450" y="828675"/>
                </a:lnTo>
                <a:close/>
                <a:moveTo>
                  <a:pt x="171450" y="828675"/>
                </a:moveTo>
                <a:lnTo>
                  <a:pt x="180975" y="828675"/>
                </a:lnTo>
                <a:lnTo>
                  <a:pt x="180975" y="838200"/>
                </a:lnTo>
                <a:lnTo>
                  <a:pt x="171450" y="838200"/>
                </a:lnTo>
                <a:close/>
                <a:moveTo>
                  <a:pt x="695325" y="828675"/>
                </a:moveTo>
                <a:lnTo>
                  <a:pt x="714375" y="828675"/>
                </a:lnTo>
                <a:lnTo>
                  <a:pt x="714375" y="838200"/>
                </a:lnTo>
                <a:lnTo>
                  <a:pt x="695325" y="838200"/>
                </a:lnTo>
                <a:close/>
                <a:moveTo>
                  <a:pt x="1095375" y="828675"/>
                </a:moveTo>
                <a:lnTo>
                  <a:pt x="1104900" y="828675"/>
                </a:lnTo>
                <a:lnTo>
                  <a:pt x="1104900" y="838200"/>
                </a:lnTo>
                <a:lnTo>
                  <a:pt x="1095375" y="838200"/>
                </a:lnTo>
                <a:close/>
                <a:moveTo>
                  <a:pt x="1190625" y="828675"/>
                </a:moveTo>
                <a:lnTo>
                  <a:pt x="1228725" y="828675"/>
                </a:lnTo>
                <a:lnTo>
                  <a:pt x="1228725" y="838200"/>
                </a:lnTo>
                <a:lnTo>
                  <a:pt x="1190625" y="838200"/>
                </a:lnTo>
                <a:close/>
                <a:moveTo>
                  <a:pt x="600075" y="838200"/>
                </a:moveTo>
                <a:lnTo>
                  <a:pt x="609600" y="838200"/>
                </a:lnTo>
                <a:lnTo>
                  <a:pt x="609600" y="847725"/>
                </a:lnTo>
                <a:lnTo>
                  <a:pt x="600075" y="847725"/>
                </a:lnTo>
                <a:close/>
                <a:moveTo>
                  <a:pt x="685800" y="838200"/>
                </a:moveTo>
                <a:lnTo>
                  <a:pt x="695325" y="838200"/>
                </a:lnTo>
                <a:lnTo>
                  <a:pt x="695325" y="847725"/>
                </a:lnTo>
                <a:lnTo>
                  <a:pt x="685800" y="847725"/>
                </a:lnTo>
                <a:close/>
                <a:moveTo>
                  <a:pt x="409575" y="847725"/>
                </a:moveTo>
                <a:lnTo>
                  <a:pt x="419100" y="847725"/>
                </a:lnTo>
                <a:lnTo>
                  <a:pt x="419100" y="857250"/>
                </a:lnTo>
                <a:lnTo>
                  <a:pt x="409575" y="857250"/>
                </a:lnTo>
                <a:close/>
                <a:moveTo>
                  <a:pt x="495300" y="847725"/>
                </a:moveTo>
                <a:lnTo>
                  <a:pt x="514350" y="847725"/>
                </a:lnTo>
                <a:lnTo>
                  <a:pt x="514350" y="857250"/>
                </a:lnTo>
                <a:lnTo>
                  <a:pt x="495300" y="857250"/>
                </a:lnTo>
                <a:close/>
                <a:moveTo>
                  <a:pt x="552450" y="847725"/>
                </a:moveTo>
                <a:lnTo>
                  <a:pt x="571500" y="847725"/>
                </a:lnTo>
                <a:lnTo>
                  <a:pt x="571500" y="857250"/>
                </a:lnTo>
                <a:lnTo>
                  <a:pt x="552450" y="857250"/>
                </a:lnTo>
                <a:close/>
                <a:moveTo>
                  <a:pt x="638175" y="847725"/>
                </a:moveTo>
                <a:lnTo>
                  <a:pt x="647700" y="847725"/>
                </a:lnTo>
                <a:lnTo>
                  <a:pt x="647700" y="857250"/>
                </a:lnTo>
                <a:lnTo>
                  <a:pt x="638175" y="857250"/>
                </a:lnTo>
                <a:close/>
                <a:moveTo>
                  <a:pt x="285750" y="857250"/>
                </a:moveTo>
                <a:lnTo>
                  <a:pt x="295275" y="857250"/>
                </a:lnTo>
                <a:lnTo>
                  <a:pt x="295275" y="866775"/>
                </a:lnTo>
                <a:lnTo>
                  <a:pt x="285750" y="866775"/>
                </a:lnTo>
                <a:close/>
                <a:moveTo>
                  <a:pt x="371475" y="857250"/>
                </a:moveTo>
                <a:lnTo>
                  <a:pt x="390525" y="857250"/>
                </a:lnTo>
                <a:lnTo>
                  <a:pt x="390525" y="866775"/>
                </a:lnTo>
                <a:lnTo>
                  <a:pt x="371475" y="866775"/>
                </a:lnTo>
                <a:close/>
                <a:moveTo>
                  <a:pt x="685800" y="857250"/>
                </a:moveTo>
                <a:lnTo>
                  <a:pt x="695325" y="857250"/>
                </a:lnTo>
                <a:lnTo>
                  <a:pt x="695325" y="876300"/>
                </a:lnTo>
                <a:lnTo>
                  <a:pt x="685800" y="876300"/>
                </a:lnTo>
                <a:close/>
                <a:moveTo>
                  <a:pt x="295275" y="866775"/>
                </a:moveTo>
                <a:lnTo>
                  <a:pt x="304800" y="866775"/>
                </a:lnTo>
                <a:lnTo>
                  <a:pt x="304800" y="876300"/>
                </a:lnTo>
                <a:lnTo>
                  <a:pt x="295275" y="876300"/>
                </a:lnTo>
                <a:close/>
                <a:moveTo>
                  <a:pt x="361950" y="866775"/>
                </a:moveTo>
                <a:lnTo>
                  <a:pt x="371475" y="866775"/>
                </a:lnTo>
                <a:lnTo>
                  <a:pt x="371475" y="876300"/>
                </a:lnTo>
                <a:lnTo>
                  <a:pt x="361950" y="876300"/>
                </a:lnTo>
                <a:close/>
                <a:moveTo>
                  <a:pt x="657225" y="866775"/>
                </a:moveTo>
                <a:lnTo>
                  <a:pt x="666750" y="866775"/>
                </a:lnTo>
                <a:lnTo>
                  <a:pt x="666750" y="876300"/>
                </a:lnTo>
                <a:lnTo>
                  <a:pt x="657225" y="876300"/>
                </a:lnTo>
                <a:close/>
                <a:moveTo>
                  <a:pt x="781050" y="866775"/>
                </a:moveTo>
                <a:lnTo>
                  <a:pt x="790575" y="866775"/>
                </a:lnTo>
                <a:lnTo>
                  <a:pt x="790575" y="876300"/>
                </a:lnTo>
                <a:lnTo>
                  <a:pt x="781050" y="876300"/>
                </a:lnTo>
                <a:close/>
                <a:moveTo>
                  <a:pt x="857250" y="866775"/>
                </a:moveTo>
                <a:lnTo>
                  <a:pt x="876300" y="866775"/>
                </a:lnTo>
                <a:lnTo>
                  <a:pt x="876300" y="876300"/>
                </a:lnTo>
                <a:lnTo>
                  <a:pt x="857250" y="876300"/>
                </a:lnTo>
                <a:close/>
                <a:moveTo>
                  <a:pt x="304800" y="876300"/>
                </a:moveTo>
                <a:lnTo>
                  <a:pt x="314325" y="876300"/>
                </a:lnTo>
                <a:lnTo>
                  <a:pt x="314325" y="885825"/>
                </a:lnTo>
                <a:lnTo>
                  <a:pt x="304800" y="885825"/>
                </a:lnTo>
                <a:close/>
                <a:moveTo>
                  <a:pt x="638175" y="876300"/>
                </a:moveTo>
                <a:lnTo>
                  <a:pt x="647700" y="876300"/>
                </a:lnTo>
                <a:lnTo>
                  <a:pt x="647700" y="885825"/>
                </a:lnTo>
                <a:lnTo>
                  <a:pt x="638175" y="885825"/>
                </a:lnTo>
                <a:close/>
                <a:moveTo>
                  <a:pt x="695325" y="876300"/>
                </a:moveTo>
                <a:lnTo>
                  <a:pt x="714375" y="876300"/>
                </a:lnTo>
                <a:lnTo>
                  <a:pt x="714375" y="885825"/>
                </a:lnTo>
                <a:lnTo>
                  <a:pt x="695325" y="885825"/>
                </a:lnTo>
                <a:close/>
                <a:moveTo>
                  <a:pt x="466725" y="885825"/>
                </a:moveTo>
                <a:lnTo>
                  <a:pt x="476250" y="885825"/>
                </a:lnTo>
                <a:lnTo>
                  <a:pt x="476250" y="895350"/>
                </a:lnTo>
                <a:lnTo>
                  <a:pt x="466725" y="895350"/>
                </a:lnTo>
                <a:close/>
                <a:moveTo>
                  <a:pt x="561975" y="885825"/>
                </a:moveTo>
                <a:lnTo>
                  <a:pt x="581025" y="885825"/>
                </a:lnTo>
                <a:lnTo>
                  <a:pt x="581025" y="895350"/>
                </a:lnTo>
                <a:lnTo>
                  <a:pt x="561975" y="895350"/>
                </a:lnTo>
                <a:close/>
                <a:moveTo>
                  <a:pt x="647700" y="885825"/>
                </a:moveTo>
                <a:lnTo>
                  <a:pt x="657225" y="885825"/>
                </a:lnTo>
                <a:lnTo>
                  <a:pt x="657225" y="895350"/>
                </a:lnTo>
                <a:lnTo>
                  <a:pt x="647700" y="895350"/>
                </a:lnTo>
                <a:close/>
                <a:moveTo>
                  <a:pt x="476250" y="895350"/>
                </a:moveTo>
                <a:lnTo>
                  <a:pt x="495300" y="895350"/>
                </a:lnTo>
                <a:lnTo>
                  <a:pt x="495300" y="904875"/>
                </a:lnTo>
                <a:lnTo>
                  <a:pt x="476250" y="904875"/>
                </a:lnTo>
                <a:close/>
                <a:moveTo>
                  <a:pt x="266700" y="904875"/>
                </a:moveTo>
                <a:lnTo>
                  <a:pt x="285750" y="904875"/>
                </a:lnTo>
                <a:lnTo>
                  <a:pt x="285750" y="914400"/>
                </a:lnTo>
                <a:lnTo>
                  <a:pt x="266700" y="914400"/>
                </a:lnTo>
                <a:close/>
                <a:moveTo>
                  <a:pt x="304800" y="904875"/>
                </a:moveTo>
                <a:lnTo>
                  <a:pt x="314325" y="904875"/>
                </a:lnTo>
                <a:lnTo>
                  <a:pt x="314325" y="914400"/>
                </a:lnTo>
                <a:lnTo>
                  <a:pt x="304800" y="914400"/>
                </a:lnTo>
                <a:close/>
                <a:moveTo>
                  <a:pt x="371475" y="904875"/>
                </a:moveTo>
                <a:lnTo>
                  <a:pt x="400050" y="904875"/>
                </a:lnTo>
                <a:lnTo>
                  <a:pt x="400050" y="914400"/>
                </a:lnTo>
                <a:lnTo>
                  <a:pt x="371475" y="914400"/>
                </a:lnTo>
                <a:close/>
                <a:moveTo>
                  <a:pt x="1704975" y="933450"/>
                </a:moveTo>
                <a:lnTo>
                  <a:pt x="1714500" y="933450"/>
                </a:lnTo>
                <a:lnTo>
                  <a:pt x="1714500" y="942975"/>
                </a:lnTo>
                <a:lnTo>
                  <a:pt x="1704975" y="942975"/>
                </a:lnTo>
                <a:close/>
                <a:moveTo>
                  <a:pt x="1114425" y="990600"/>
                </a:moveTo>
                <a:lnTo>
                  <a:pt x="1171575" y="990600"/>
                </a:lnTo>
                <a:lnTo>
                  <a:pt x="1171575" y="1000125"/>
                </a:lnTo>
                <a:lnTo>
                  <a:pt x="1190625" y="1000125"/>
                </a:lnTo>
                <a:lnTo>
                  <a:pt x="1190625" y="1009650"/>
                </a:lnTo>
                <a:lnTo>
                  <a:pt x="1200150" y="1009650"/>
                </a:lnTo>
                <a:lnTo>
                  <a:pt x="1200150" y="1019175"/>
                </a:lnTo>
                <a:lnTo>
                  <a:pt x="1209675" y="1019175"/>
                </a:lnTo>
                <a:lnTo>
                  <a:pt x="1209675" y="1028700"/>
                </a:lnTo>
                <a:lnTo>
                  <a:pt x="1219200" y="1028700"/>
                </a:lnTo>
                <a:lnTo>
                  <a:pt x="1219200" y="1057275"/>
                </a:lnTo>
                <a:lnTo>
                  <a:pt x="1228725" y="1057275"/>
                </a:lnTo>
                <a:lnTo>
                  <a:pt x="1228725" y="1095375"/>
                </a:lnTo>
                <a:lnTo>
                  <a:pt x="1219200" y="1095375"/>
                </a:lnTo>
                <a:lnTo>
                  <a:pt x="1219200" y="1114425"/>
                </a:lnTo>
                <a:lnTo>
                  <a:pt x="1209675" y="1114425"/>
                </a:lnTo>
                <a:lnTo>
                  <a:pt x="1209675" y="1123950"/>
                </a:lnTo>
                <a:lnTo>
                  <a:pt x="1200150" y="1123950"/>
                </a:lnTo>
                <a:lnTo>
                  <a:pt x="1200150" y="1133475"/>
                </a:lnTo>
                <a:lnTo>
                  <a:pt x="1190625" y="1133475"/>
                </a:lnTo>
                <a:lnTo>
                  <a:pt x="1190625" y="1143000"/>
                </a:lnTo>
                <a:lnTo>
                  <a:pt x="1181100" y="1143000"/>
                </a:lnTo>
                <a:lnTo>
                  <a:pt x="1181100" y="1152525"/>
                </a:lnTo>
                <a:lnTo>
                  <a:pt x="1104900" y="1152525"/>
                </a:lnTo>
                <a:lnTo>
                  <a:pt x="1104900" y="1143000"/>
                </a:lnTo>
                <a:lnTo>
                  <a:pt x="1085850" y="1143000"/>
                </a:lnTo>
                <a:lnTo>
                  <a:pt x="1085850" y="1133475"/>
                </a:lnTo>
                <a:lnTo>
                  <a:pt x="1076325" y="1133475"/>
                </a:lnTo>
                <a:lnTo>
                  <a:pt x="1076325" y="1123950"/>
                </a:lnTo>
                <a:lnTo>
                  <a:pt x="1066800" y="1123950"/>
                </a:lnTo>
                <a:lnTo>
                  <a:pt x="1066800" y="1104900"/>
                </a:lnTo>
                <a:lnTo>
                  <a:pt x="1057275" y="1104900"/>
                </a:lnTo>
                <a:lnTo>
                  <a:pt x="1057275" y="1047750"/>
                </a:lnTo>
                <a:lnTo>
                  <a:pt x="1066800" y="1047750"/>
                </a:lnTo>
                <a:lnTo>
                  <a:pt x="1066800" y="1028700"/>
                </a:lnTo>
                <a:lnTo>
                  <a:pt x="1076325" y="1028700"/>
                </a:lnTo>
                <a:lnTo>
                  <a:pt x="1076325" y="1019175"/>
                </a:lnTo>
                <a:lnTo>
                  <a:pt x="1085850" y="1019175"/>
                </a:lnTo>
                <a:lnTo>
                  <a:pt x="1085850" y="1009650"/>
                </a:lnTo>
                <a:lnTo>
                  <a:pt x="1104900" y="1009650"/>
                </a:lnTo>
                <a:lnTo>
                  <a:pt x="1104900" y="1000125"/>
                </a:lnTo>
                <a:lnTo>
                  <a:pt x="1114425" y="1000125"/>
                </a:lnTo>
                <a:close/>
                <a:moveTo>
                  <a:pt x="1638300" y="1009650"/>
                </a:moveTo>
                <a:lnTo>
                  <a:pt x="1657350" y="1009650"/>
                </a:lnTo>
                <a:lnTo>
                  <a:pt x="1657350" y="1028700"/>
                </a:lnTo>
                <a:lnTo>
                  <a:pt x="1638300" y="1028700"/>
                </a:lnTo>
                <a:close/>
                <a:moveTo>
                  <a:pt x="180975" y="1028700"/>
                </a:moveTo>
                <a:lnTo>
                  <a:pt x="190500" y="1028700"/>
                </a:lnTo>
                <a:lnTo>
                  <a:pt x="190500" y="1038225"/>
                </a:lnTo>
                <a:lnTo>
                  <a:pt x="180975" y="1038225"/>
                </a:lnTo>
                <a:close/>
                <a:moveTo>
                  <a:pt x="1076325" y="1038225"/>
                </a:moveTo>
                <a:lnTo>
                  <a:pt x="1085850" y="1038225"/>
                </a:lnTo>
                <a:lnTo>
                  <a:pt x="1085850" y="1047750"/>
                </a:lnTo>
                <a:lnTo>
                  <a:pt x="1095375" y="1047750"/>
                </a:lnTo>
                <a:lnTo>
                  <a:pt x="1095375" y="1076325"/>
                </a:lnTo>
                <a:lnTo>
                  <a:pt x="1104900" y="1076325"/>
                </a:lnTo>
                <a:lnTo>
                  <a:pt x="1104900" y="1104900"/>
                </a:lnTo>
                <a:lnTo>
                  <a:pt x="1114425" y="1104900"/>
                </a:lnTo>
                <a:lnTo>
                  <a:pt x="1114425" y="1123950"/>
                </a:lnTo>
                <a:lnTo>
                  <a:pt x="1123950" y="1123950"/>
                </a:lnTo>
                <a:lnTo>
                  <a:pt x="1123950" y="1133475"/>
                </a:lnTo>
                <a:lnTo>
                  <a:pt x="1133475" y="1133475"/>
                </a:lnTo>
                <a:lnTo>
                  <a:pt x="1133475" y="1123950"/>
                </a:lnTo>
                <a:lnTo>
                  <a:pt x="1171575" y="1123950"/>
                </a:lnTo>
                <a:lnTo>
                  <a:pt x="1171575" y="1133475"/>
                </a:lnTo>
                <a:lnTo>
                  <a:pt x="1181100" y="1133475"/>
                </a:lnTo>
                <a:lnTo>
                  <a:pt x="1181100" y="1123950"/>
                </a:lnTo>
                <a:lnTo>
                  <a:pt x="1190625" y="1123950"/>
                </a:lnTo>
                <a:lnTo>
                  <a:pt x="1190625" y="1066800"/>
                </a:lnTo>
                <a:lnTo>
                  <a:pt x="1200150" y="1066800"/>
                </a:lnTo>
                <a:lnTo>
                  <a:pt x="1200150" y="1038225"/>
                </a:lnTo>
                <a:lnTo>
                  <a:pt x="1190625" y="1038225"/>
                </a:lnTo>
                <a:lnTo>
                  <a:pt x="1190625" y="1028700"/>
                </a:lnTo>
                <a:lnTo>
                  <a:pt x="1133475" y="1028700"/>
                </a:lnTo>
                <a:lnTo>
                  <a:pt x="1133475" y="1038225"/>
                </a:lnTo>
                <a:lnTo>
                  <a:pt x="1123950" y="1038225"/>
                </a:lnTo>
                <a:lnTo>
                  <a:pt x="1123950" y="1028700"/>
                </a:lnTo>
                <a:lnTo>
                  <a:pt x="1104900" y="1028700"/>
                </a:lnTo>
                <a:lnTo>
                  <a:pt x="1104900" y="1019175"/>
                </a:lnTo>
                <a:lnTo>
                  <a:pt x="1085850" y="1019175"/>
                </a:lnTo>
                <a:lnTo>
                  <a:pt x="1085850" y="1028700"/>
                </a:lnTo>
                <a:lnTo>
                  <a:pt x="1076325" y="1028700"/>
                </a:lnTo>
                <a:close/>
                <a:moveTo>
                  <a:pt x="400050" y="1057275"/>
                </a:moveTo>
                <a:lnTo>
                  <a:pt x="457200" y="1057275"/>
                </a:lnTo>
                <a:lnTo>
                  <a:pt x="457200" y="1066800"/>
                </a:lnTo>
                <a:lnTo>
                  <a:pt x="476250" y="1066800"/>
                </a:lnTo>
                <a:lnTo>
                  <a:pt x="476250" y="1076325"/>
                </a:lnTo>
                <a:lnTo>
                  <a:pt x="485775" y="1076325"/>
                </a:lnTo>
                <a:lnTo>
                  <a:pt x="485775" y="1085850"/>
                </a:lnTo>
                <a:lnTo>
                  <a:pt x="495300" y="1085850"/>
                </a:lnTo>
                <a:lnTo>
                  <a:pt x="495300" y="1095375"/>
                </a:lnTo>
                <a:lnTo>
                  <a:pt x="504825" y="1095375"/>
                </a:lnTo>
                <a:lnTo>
                  <a:pt x="504825" y="1114425"/>
                </a:lnTo>
                <a:lnTo>
                  <a:pt x="514350" y="1114425"/>
                </a:lnTo>
                <a:lnTo>
                  <a:pt x="514350" y="1162050"/>
                </a:lnTo>
                <a:lnTo>
                  <a:pt x="504825" y="1162050"/>
                </a:lnTo>
                <a:lnTo>
                  <a:pt x="504825" y="1181100"/>
                </a:lnTo>
                <a:lnTo>
                  <a:pt x="495300" y="1181100"/>
                </a:lnTo>
                <a:lnTo>
                  <a:pt x="495300" y="1200150"/>
                </a:lnTo>
                <a:lnTo>
                  <a:pt x="485775" y="1200150"/>
                </a:lnTo>
                <a:lnTo>
                  <a:pt x="485775" y="1209675"/>
                </a:lnTo>
                <a:lnTo>
                  <a:pt x="466725" y="1209675"/>
                </a:lnTo>
                <a:lnTo>
                  <a:pt x="466725" y="1219200"/>
                </a:lnTo>
                <a:lnTo>
                  <a:pt x="447675" y="1219200"/>
                </a:lnTo>
                <a:lnTo>
                  <a:pt x="447675" y="1228725"/>
                </a:lnTo>
                <a:lnTo>
                  <a:pt x="400050" y="1228725"/>
                </a:lnTo>
                <a:lnTo>
                  <a:pt x="400050" y="1219200"/>
                </a:lnTo>
                <a:lnTo>
                  <a:pt x="390525" y="1219200"/>
                </a:lnTo>
                <a:lnTo>
                  <a:pt x="390525" y="1209675"/>
                </a:lnTo>
                <a:lnTo>
                  <a:pt x="381000" y="1209675"/>
                </a:lnTo>
                <a:lnTo>
                  <a:pt x="381000" y="1200150"/>
                </a:lnTo>
                <a:lnTo>
                  <a:pt x="361950" y="1200150"/>
                </a:lnTo>
                <a:lnTo>
                  <a:pt x="361950" y="1171575"/>
                </a:lnTo>
                <a:lnTo>
                  <a:pt x="352425" y="1171575"/>
                </a:lnTo>
                <a:lnTo>
                  <a:pt x="352425" y="1162050"/>
                </a:lnTo>
                <a:lnTo>
                  <a:pt x="342900" y="1162050"/>
                </a:lnTo>
                <a:lnTo>
                  <a:pt x="342900" y="1152525"/>
                </a:lnTo>
                <a:lnTo>
                  <a:pt x="333375" y="1152525"/>
                </a:lnTo>
                <a:lnTo>
                  <a:pt x="333375" y="1133475"/>
                </a:lnTo>
                <a:lnTo>
                  <a:pt x="342900" y="1133475"/>
                </a:lnTo>
                <a:lnTo>
                  <a:pt x="342900" y="1104900"/>
                </a:lnTo>
                <a:lnTo>
                  <a:pt x="352425" y="1104900"/>
                </a:lnTo>
                <a:lnTo>
                  <a:pt x="352425" y="1085850"/>
                </a:lnTo>
                <a:lnTo>
                  <a:pt x="361950" y="1085850"/>
                </a:lnTo>
                <a:lnTo>
                  <a:pt x="361950" y="1076325"/>
                </a:lnTo>
                <a:lnTo>
                  <a:pt x="381000" y="1076325"/>
                </a:lnTo>
                <a:lnTo>
                  <a:pt x="381000" y="1066800"/>
                </a:lnTo>
                <a:lnTo>
                  <a:pt x="400050" y="1066800"/>
                </a:lnTo>
                <a:close/>
                <a:moveTo>
                  <a:pt x="1714500" y="1066800"/>
                </a:moveTo>
                <a:lnTo>
                  <a:pt x="1724025" y="1066800"/>
                </a:lnTo>
                <a:lnTo>
                  <a:pt x="1724025" y="1076325"/>
                </a:lnTo>
                <a:lnTo>
                  <a:pt x="1714500" y="1076325"/>
                </a:lnTo>
                <a:close/>
                <a:moveTo>
                  <a:pt x="1647825" y="1114425"/>
                </a:moveTo>
                <a:lnTo>
                  <a:pt x="1666875" y="1114425"/>
                </a:lnTo>
                <a:lnTo>
                  <a:pt x="1666875" y="1152525"/>
                </a:lnTo>
                <a:lnTo>
                  <a:pt x="1647825" y="1152525"/>
                </a:lnTo>
                <a:close/>
                <a:moveTo>
                  <a:pt x="390525" y="1143000"/>
                </a:moveTo>
                <a:lnTo>
                  <a:pt x="409575" y="1143000"/>
                </a:lnTo>
                <a:lnTo>
                  <a:pt x="409575" y="1152525"/>
                </a:lnTo>
                <a:lnTo>
                  <a:pt x="400050" y="1152525"/>
                </a:lnTo>
                <a:lnTo>
                  <a:pt x="400050" y="1162050"/>
                </a:lnTo>
                <a:lnTo>
                  <a:pt x="390525" y="1162050"/>
                </a:lnTo>
                <a:close/>
                <a:moveTo>
                  <a:pt x="409575" y="1152525"/>
                </a:moveTo>
                <a:lnTo>
                  <a:pt x="419100" y="1152525"/>
                </a:lnTo>
                <a:lnTo>
                  <a:pt x="419100" y="1162050"/>
                </a:lnTo>
                <a:lnTo>
                  <a:pt x="409575" y="1162050"/>
                </a:lnTo>
                <a:close/>
                <a:moveTo>
                  <a:pt x="400050" y="1162050"/>
                </a:moveTo>
                <a:lnTo>
                  <a:pt x="409575" y="1162050"/>
                </a:lnTo>
                <a:lnTo>
                  <a:pt x="409575" y="1171575"/>
                </a:lnTo>
                <a:lnTo>
                  <a:pt x="400050" y="1171575"/>
                </a:lnTo>
                <a:close/>
                <a:moveTo>
                  <a:pt x="361950" y="1171575"/>
                </a:moveTo>
                <a:lnTo>
                  <a:pt x="371475" y="1171575"/>
                </a:lnTo>
                <a:lnTo>
                  <a:pt x="371475" y="1181100"/>
                </a:lnTo>
                <a:lnTo>
                  <a:pt x="381000" y="1181100"/>
                </a:lnTo>
                <a:lnTo>
                  <a:pt x="381000" y="1190625"/>
                </a:lnTo>
                <a:lnTo>
                  <a:pt x="390525" y="1190625"/>
                </a:lnTo>
                <a:lnTo>
                  <a:pt x="390525" y="1200150"/>
                </a:lnTo>
                <a:lnTo>
                  <a:pt x="457200" y="1200150"/>
                </a:lnTo>
                <a:lnTo>
                  <a:pt x="457200" y="1190625"/>
                </a:lnTo>
                <a:lnTo>
                  <a:pt x="476250" y="1190625"/>
                </a:lnTo>
                <a:lnTo>
                  <a:pt x="476250" y="1181100"/>
                </a:lnTo>
                <a:lnTo>
                  <a:pt x="485775" y="1181100"/>
                </a:lnTo>
                <a:lnTo>
                  <a:pt x="485775" y="1104900"/>
                </a:lnTo>
                <a:lnTo>
                  <a:pt x="476250" y="1104900"/>
                </a:lnTo>
                <a:lnTo>
                  <a:pt x="476250" y="1095375"/>
                </a:lnTo>
                <a:lnTo>
                  <a:pt x="466725" y="1095375"/>
                </a:lnTo>
                <a:lnTo>
                  <a:pt x="466725" y="1085850"/>
                </a:lnTo>
                <a:lnTo>
                  <a:pt x="447675" y="1085850"/>
                </a:lnTo>
                <a:lnTo>
                  <a:pt x="447675" y="1076325"/>
                </a:lnTo>
                <a:lnTo>
                  <a:pt x="409575" y="1076325"/>
                </a:lnTo>
                <a:lnTo>
                  <a:pt x="409575" y="1085850"/>
                </a:lnTo>
                <a:lnTo>
                  <a:pt x="390525" y="1085850"/>
                </a:lnTo>
                <a:lnTo>
                  <a:pt x="390525" y="1095375"/>
                </a:lnTo>
                <a:lnTo>
                  <a:pt x="371475" y="1095375"/>
                </a:lnTo>
                <a:lnTo>
                  <a:pt x="371475" y="1104900"/>
                </a:lnTo>
                <a:lnTo>
                  <a:pt x="361950" y="1104900"/>
                </a:lnTo>
                <a:close/>
                <a:moveTo>
                  <a:pt x="1181100" y="1200150"/>
                </a:moveTo>
                <a:lnTo>
                  <a:pt x="1190625" y="1200150"/>
                </a:lnTo>
                <a:lnTo>
                  <a:pt x="1190625" y="1209675"/>
                </a:lnTo>
                <a:lnTo>
                  <a:pt x="1181100" y="1209675"/>
                </a:lnTo>
                <a:close/>
                <a:moveTo>
                  <a:pt x="1219200" y="1200150"/>
                </a:moveTo>
                <a:lnTo>
                  <a:pt x="1247775" y="1200150"/>
                </a:lnTo>
                <a:lnTo>
                  <a:pt x="1247775" y="1209675"/>
                </a:lnTo>
                <a:lnTo>
                  <a:pt x="1219200" y="1209675"/>
                </a:lnTo>
                <a:close/>
                <a:moveTo>
                  <a:pt x="190500" y="1209675"/>
                </a:moveTo>
                <a:lnTo>
                  <a:pt x="200025" y="1209675"/>
                </a:lnTo>
                <a:lnTo>
                  <a:pt x="200025" y="1228725"/>
                </a:lnTo>
                <a:lnTo>
                  <a:pt x="190500" y="1228725"/>
                </a:lnTo>
                <a:close/>
                <a:moveTo>
                  <a:pt x="1085850" y="1209675"/>
                </a:moveTo>
                <a:lnTo>
                  <a:pt x="1095375" y="1209675"/>
                </a:lnTo>
                <a:lnTo>
                  <a:pt x="1095375" y="1219200"/>
                </a:lnTo>
                <a:lnTo>
                  <a:pt x="1085850" y="1219200"/>
                </a:lnTo>
                <a:close/>
                <a:moveTo>
                  <a:pt x="1123950" y="1209675"/>
                </a:moveTo>
                <a:lnTo>
                  <a:pt x="1133475" y="1209675"/>
                </a:lnTo>
                <a:lnTo>
                  <a:pt x="1133475" y="1219200"/>
                </a:lnTo>
                <a:lnTo>
                  <a:pt x="1123950" y="1219200"/>
                </a:lnTo>
                <a:close/>
                <a:moveTo>
                  <a:pt x="1276350" y="1219200"/>
                </a:moveTo>
                <a:lnTo>
                  <a:pt x="1285875" y="1219200"/>
                </a:lnTo>
                <a:lnTo>
                  <a:pt x="1285875" y="1238250"/>
                </a:lnTo>
                <a:lnTo>
                  <a:pt x="1276350" y="1238250"/>
                </a:lnTo>
                <a:close/>
                <a:moveTo>
                  <a:pt x="1657350" y="1238250"/>
                </a:moveTo>
                <a:lnTo>
                  <a:pt x="1676400" y="1238250"/>
                </a:lnTo>
                <a:lnTo>
                  <a:pt x="1676400" y="1276350"/>
                </a:lnTo>
                <a:lnTo>
                  <a:pt x="1657350" y="1276350"/>
                </a:lnTo>
                <a:close/>
                <a:moveTo>
                  <a:pt x="1104900" y="1247775"/>
                </a:moveTo>
                <a:lnTo>
                  <a:pt x="1114425" y="1247775"/>
                </a:lnTo>
                <a:lnTo>
                  <a:pt x="1114425" y="1257300"/>
                </a:lnTo>
                <a:lnTo>
                  <a:pt x="1104900" y="1257300"/>
                </a:lnTo>
                <a:close/>
                <a:moveTo>
                  <a:pt x="371475" y="1266825"/>
                </a:moveTo>
                <a:lnTo>
                  <a:pt x="381000" y="1266825"/>
                </a:lnTo>
                <a:lnTo>
                  <a:pt x="381000" y="1276350"/>
                </a:lnTo>
                <a:lnTo>
                  <a:pt x="371475" y="1276350"/>
                </a:lnTo>
                <a:close/>
                <a:moveTo>
                  <a:pt x="457200" y="1266825"/>
                </a:moveTo>
                <a:lnTo>
                  <a:pt x="466725" y="1266825"/>
                </a:lnTo>
                <a:lnTo>
                  <a:pt x="466725" y="1276350"/>
                </a:lnTo>
                <a:lnTo>
                  <a:pt x="457200" y="1276350"/>
                </a:lnTo>
                <a:close/>
                <a:moveTo>
                  <a:pt x="657225" y="1276350"/>
                </a:moveTo>
                <a:lnTo>
                  <a:pt x="666750" y="1276350"/>
                </a:lnTo>
                <a:lnTo>
                  <a:pt x="666750" y="1295400"/>
                </a:lnTo>
                <a:lnTo>
                  <a:pt x="657225" y="1295400"/>
                </a:lnTo>
                <a:close/>
                <a:moveTo>
                  <a:pt x="552450" y="1304925"/>
                </a:moveTo>
                <a:lnTo>
                  <a:pt x="561975" y="1304925"/>
                </a:lnTo>
                <a:lnTo>
                  <a:pt x="561975" y="1314450"/>
                </a:lnTo>
                <a:lnTo>
                  <a:pt x="552450" y="1314450"/>
                </a:lnTo>
                <a:close/>
                <a:moveTo>
                  <a:pt x="342900" y="1314450"/>
                </a:moveTo>
                <a:lnTo>
                  <a:pt x="352425" y="1314450"/>
                </a:lnTo>
                <a:lnTo>
                  <a:pt x="352425" y="1323975"/>
                </a:lnTo>
                <a:lnTo>
                  <a:pt x="342900" y="1323975"/>
                </a:lnTo>
                <a:close/>
                <a:moveTo>
                  <a:pt x="1095375" y="1343025"/>
                </a:moveTo>
                <a:lnTo>
                  <a:pt x="1104900" y="1343025"/>
                </a:lnTo>
                <a:lnTo>
                  <a:pt x="1104900" y="1352550"/>
                </a:lnTo>
                <a:lnTo>
                  <a:pt x="1095375" y="1352550"/>
                </a:lnTo>
                <a:close/>
                <a:moveTo>
                  <a:pt x="1123950" y="1352550"/>
                </a:moveTo>
                <a:lnTo>
                  <a:pt x="1143000" y="1352550"/>
                </a:lnTo>
                <a:lnTo>
                  <a:pt x="1143000" y="1362075"/>
                </a:lnTo>
                <a:lnTo>
                  <a:pt x="1123950" y="1362075"/>
                </a:lnTo>
                <a:close/>
                <a:moveTo>
                  <a:pt x="1200150" y="1352550"/>
                </a:moveTo>
                <a:lnTo>
                  <a:pt x="1209675" y="1352550"/>
                </a:lnTo>
                <a:lnTo>
                  <a:pt x="1209675" y="1381125"/>
                </a:lnTo>
                <a:lnTo>
                  <a:pt x="1200150" y="1381125"/>
                </a:lnTo>
                <a:close/>
                <a:moveTo>
                  <a:pt x="1085850" y="1362075"/>
                </a:moveTo>
                <a:lnTo>
                  <a:pt x="1095375" y="1362075"/>
                </a:lnTo>
                <a:lnTo>
                  <a:pt x="1095375" y="1371600"/>
                </a:lnTo>
                <a:lnTo>
                  <a:pt x="1085850" y="1371600"/>
                </a:lnTo>
                <a:close/>
                <a:moveTo>
                  <a:pt x="428625" y="1371600"/>
                </a:moveTo>
                <a:lnTo>
                  <a:pt x="438150" y="1371600"/>
                </a:lnTo>
                <a:lnTo>
                  <a:pt x="438150" y="1381125"/>
                </a:lnTo>
                <a:lnTo>
                  <a:pt x="428625" y="1381125"/>
                </a:lnTo>
                <a:close/>
                <a:moveTo>
                  <a:pt x="447675" y="1371600"/>
                </a:moveTo>
                <a:lnTo>
                  <a:pt x="457200" y="1371600"/>
                </a:lnTo>
                <a:lnTo>
                  <a:pt x="457200" y="1381125"/>
                </a:lnTo>
                <a:lnTo>
                  <a:pt x="447675" y="1381125"/>
                </a:lnTo>
                <a:close/>
                <a:moveTo>
                  <a:pt x="1076325" y="1371600"/>
                </a:moveTo>
                <a:lnTo>
                  <a:pt x="1085850" y="1371600"/>
                </a:lnTo>
                <a:lnTo>
                  <a:pt x="1085850" y="1381125"/>
                </a:lnTo>
                <a:lnTo>
                  <a:pt x="1076325" y="1381125"/>
                </a:lnTo>
                <a:close/>
                <a:moveTo>
                  <a:pt x="352425" y="1381125"/>
                </a:moveTo>
                <a:lnTo>
                  <a:pt x="361950" y="1381125"/>
                </a:lnTo>
                <a:lnTo>
                  <a:pt x="361950" y="1390650"/>
                </a:lnTo>
                <a:lnTo>
                  <a:pt x="352425" y="1390650"/>
                </a:lnTo>
                <a:close/>
                <a:moveTo>
                  <a:pt x="419100" y="1381125"/>
                </a:moveTo>
                <a:lnTo>
                  <a:pt x="428625" y="1381125"/>
                </a:lnTo>
                <a:lnTo>
                  <a:pt x="428625" y="1390650"/>
                </a:lnTo>
                <a:lnTo>
                  <a:pt x="419100" y="1390650"/>
                </a:lnTo>
                <a:close/>
                <a:moveTo>
                  <a:pt x="457200" y="1381125"/>
                </a:moveTo>
                <a:lnTo>
                  <a:pt x="476250" y="1381125"/>
                </a:lnTo>
                <a:lnTo>
                  <a:pt x="476250" y="1400175"/>
                </a:lnTo>
                <a:lnTo>
                  <a:pt x="466725" y="1400175"/>
                </a:lnTo>
                <a:lnTo>
                  <a:pt x="466725" y="1390650"/>
                </a:lnTo>
                <a:lnTo>
                  <a:pt x="457200" y="1390650"/>
                </a:lnTo>
                <a:close/>
                <a:moveTo>
                  <a:pt x="1190625" y="1381125"/>
                </a:moveTo>
                <a:lnTo>
                  <a:pt x="1200150" y="1381125"/>
                </a:lnTo>
                <a:lnTo>
                  <a:pt x="1200150" y="1390650"/>
                </a:lnTo>
                <a:lnTo>
                  <a:pt x="1190625" y="1390650"/>
                </a:lnTo>
                <a:close/>
                <a:moveTo>
                  <a:pt x="1133475" y="1390650"/>
                </a:moveTo>
                <a:lnTo>
                  <a:pt x="1143000" y="1390650"/>
                </a:lnTo>
                <a:lnTo>
                  <a:pt x="1143000" y="1400175"/>
                </a:lnTo>
                <a:lnTo>
                  <a:pt x="1133475" y="1400175"/>
                </a:lnTo>
                <a:close/>
                <a:moveTo>
                  <a:pt x="200025" y="1400175"/>
                </a:moveTo>
                <a:lnTo>
                  <a:pt x="209550" y="1400175"/>
                </a:lnTo>
                <a:lnTo>
                  <a:pt x="209550" y="1409700"/>
                </a:lnTo>
                <a:lnTo>
                  <a:pt x="200025" y="1409700"/>
                </a:lnTo>
                <a:close/>
                <a:moveTo>
                  <a:pt x="352425" y="1400175"/>
                </a:moveTo>
                <a:lnTo>
                  <a:pt x="361950" y="1400175"/>
                </a:lnTo>
                <a:lnTo>
                  <a:pt x="361950" y="1409700"/>
                </a:lnTo>
                <a:lnTo>
                  <a:pt x="352425" y="1409700"/>
                </a:lnTo>
                <a:close/>
                <a:moveTo>
                  <a:pt x="495300" y="1400175"/>
                </a:moveTo>
                <a:lnTo>
                  <a:pt x="504825" y="1400175"/>
                </a:lnTo>
                <a:lnTo>
                  <a:pt x="504825" y="1409700"/>
                </a:lnTo>
                <a:lnTo>
                  <a:pt x="495300" y="1409700"/>
                </a:lnTo>
                <a:close/>
                <a:moveTo>
                  <a:pt x="390525" y="1409700"/>
                </a:moveTo>
                <a:lnTo>
                  <a:pt x="409575" y="1409700"/>
                </a:lnTo>
                <a:lnTo>
                  <a:pt x="409575" y="1419225"/>
                </a:lnTo>
                <a:lnTo>
                  <a:pt x="390525" y="1419225"/>
                </a:lnTo>
                <a:close/>
                <a:moveTo>
                  <a:pt x="1743075" y="1428750"/>
                </a:moveTo>
                <a:lnTo>
                  <a:pt x="1752600" y="1428750"/>
                </a:lnTo>
                <a:lnTo>
                  <a:pt x="1752600" y="1438275"/>
                </a:lnTo>
                <a:lnTo>
                  <a:pt x="1743075" y="1438275"/>
                </a:lnTo>
                <a:close/>
                <a:moveTo>
                  <a:pt x="1752600" y="1552575"/>
                </a:moveTo>
                <a:lnTo>
                  <a:pt x="1762125" y="1552575"/>
                </a:lnTo>
                <a:lnTo>
                  <a:pt x="1762125" y="1562100"/>
                </a:lnTo>
                <a:lnTo>
                  <a:pt x="1752600" y="1562100"/>
                </a:lnTo>
                <a:close/>
                <a:moveTo>
                  <a:pt x="209550" y="1590675"/>
                </a:moveTo>
                <a:lnTo>
                  <a:pt x="219075" y="1590675"/>
                </a:lnTo>
                <a:lnTo>
                  <a:pt x="219075" y="1609725"/>
                </a:lnTo>
                <a:lnTo>
                  <a:pt x="209550" y="1609725"/>
                </a:lnTo>
                <a:close/>
                <a:moveTo>
                  <a:pt x="2019300" y="1609725"/>
                </a:moveTo>
                <a:lnTo>
                  <a:pt x="2047875" y="1609725"/>
                </a:lnTo>
                <a:lnTo>
                  <a:pt x="2047875" y="1628775"/>
                </a:lnTo>
                <a:lnTo>
                  <a:pt x="2057400" y="1628775"/>
                </a:lnTo>
                <a:lnTo>
                  <a:pt x="2057400" y="1638300"/>
                </a:lnTo>
                <a:lnTo>
                  <a:pt x="2066925" y="1638300"/>
                </a:lnTo>
                <a:lnTo>
                  <a:pt x="2066925" y="1657350"/>
                </a:lnTo>
                <a:lnTo>
                  <a:pt x="2057400" y="1657350"/>
                </a:lnTo>
                <a:lnTo>
                  <a:pt x="2057400" y="1666875"/>
                </a:lnTo>
                <a:lnTo>
                  <a:pt x="2066925" y="1666875"/>
                </a:lnTo>
                <a:lnTo>
                  <a:pt x="2066925" y="1685925"/>
                </a:lnTo>
                <a:lnTo>
                  <a:pt x="2076450" y="1685925"/>
                </a:lnTo>
                <a:lnTo>
                  <a:pt x="2076450" y="1695450"/>
                </a:lnTo>
                <a:lnTo>
                  <a:pt x="2066925" y="1695450"/>
                </a:lnTo>
                <a:lnTo>
                  <a:pt x="2066925" y="1724025"/>
                </a:lnTo>
                <a:lnTo>
                  <a:pt x="2076450" y="1724025"/>
                </a:lnTo>
                <a:lnTo>
                  <a:pt x="2076450" y="1714500"/>
                </a:lnTo>
                <a:lnTo>
                  <a:pt x="2085975" y="1714500"/>
                </a:lnTo>
                <a:lnTo>
                  <a:pt x="2085975" y="1724025"/>
                </a:lnTo>
                <a:lnTo>
                  <a:pt x="2076450" y="1724025"/>
                </a:lnTo>
                <a:lnTo>
                  <a:pt x="2076450" y="1819275"/>
                </a:lnTo>
                <a:lnTo>
                  <a:pt x="2066925" y="1819275"/>
                </a:lnTo>
                <a:lnTo>
                  <a:pt x="2066925" y="1828800"/>
                </a:lnTo>
                <a:lnTo>
                  <a:pt x="2047875" y="1828800"/>
                </a:lnTo>
                <a:lnTo>
                  <a:pt x="2047875" y="1857375"/>
                </a:lnTo>
                <a:lnTo>
                  <a:pt x="2066925" y="1857375"/>
                </a:lnTo>
                <a:lnTo>
                  <a:pt x="2066925" y="1866900"/>
                </a:lnTo>
                <a:lnTo>
                  <a:pt x="2076450" y="1866900"/>
                </a:lnTo>
                <a:lnTo>
                  <a:pt x="2076450" y="1885950"/>
                </a:lnTo>
                <a:lnTo>
                  <a:pt x="2047875" y="1885950"/>
                </a:lnTo>
                <a:lnTo>
                  <a:pt x="2047875" y="1876425"/>
                </a:lnTo>
                <a:lnTo>
                  <a:pt x="2038350" y="1876425"/>
                </a:lnTo>
                <a:lnTo>
                  <a:pt x="2038350" y="1857375"/>
                </a:lnTo>
                <a:lnTo>
                  <a:pt x="2028825" y="1857375"/>
                </a:lnTo>
                <a:lnTo>
                  <a:pt x="2028825" y="1809750"/>
                </a:lnTo>
                <a:lnTo>
                  <a:pt x="2038350" y="1809750"/>
                </a:lnTo>
                <a:lnTo>
                  <a:pt x="2038350" y="1762125"/>
                </a:lnTo>
                <a:lnTo>
                  <a:pt x="2028825" y="1762125"/>
                </a:lnTo>
                <a:lnTo>
                  <a:pt x="2028825" y="1743075"/>
                </a:lnTo>
                <a:lnTo>
                  <a:pt x="2038350" y="1743075"/>
                </a:lnTo>
                <a:lnTo>
                  <a:pt x="2038350" y="1685925"/>
                </a:lnTo>
                <a:lnTo>
                  <a:pt x="2028825" y="1685925"/>
                </a:lnTo>
                <a:lnTo>
                  <a:pt x="2028825" y="1647825"/>
                </a:lnTo>
                <a:lnTo>
                  <a:pt x="2019300" y="1647825"/>
                </a:lnTo>
                <a:close/>
                <a:moveTo>
                  <a:pt x="2162175" y="1619250"/>
                </a:moveTo>
                <a:lnTo>
                  <a:pt x="2171700" y="1619250"/>
                </a:lnTo>
                <a:lnTo>
                  <a:pt x="2171700" y="1628775"/>
                </a:lnTo>
                <a:lnTo>
                  <a:pt x="2162175" y="1628775"/>
                </a:lnTo>
                <a:close/>
                <a:moveTo>
                  <a:pt x="1228725" y="1666875"/>
                </a:moveTo>
                <a:lnTo>
                  <a:pt x="1238250" y="1666875"/>
                </a:lnTo>
                <a:lnTo>
                  <a:pt x="1238250" y="1676400"/>
                </a:lnTo>
                <a:lnTo>
                  <a:pt x="1228725" y="1676400"/>
                </a:lnTo>
                <a:close/>
                <a:moveTo>
                  <a:pt x="2105025" y="1666875"/>
                </a:moveTo>
                <a:lnTo>
                  <a:pt x="2114550" y="1666875"/>
                </a:lnTo>
                <a:lnTo>
                  <a:pt x="2114550" y="1676400"/>
                </a:lnTo>
                <a:lnTo>
                  <a:pt x="2105025" y="1676400"/>
                </a:lnTo>
                <a:close/>
                <a:moveTo>
                  <a:pt x="1238250" y="1676400"/>
                </a:moveTo>
                <a:lnTo>
                  <a:pt x="1247775" y="1676400"/>
                </a:lnTo>
                <a:lnTo>
                  <a:pt x="1247775" y="1685925"/>
                </a:lnTo>
                <a:lnTo>
                  <a:pt x="1238250" y="1685925"/>
                </a:lnTo>
                <a:close/>
                <a:moveTo>
                  <a:pt x="1762125" y="1676400"/>
                </a:moveTo>
                <a:lnTo>
                  <a:pt x="1771650" y="1676400"/>
                </a:lnTo>
                <a:lnTo>
                  <a:pt x="1771650" y="1685925"/>
                </a:lnTo>
                <a:lnTo>
                  <a:pt x="1762125" y="1685925"/>
                </a:lnTo>
                <a:close/>
                <a:moveTo>
                  <a:pt x="2095500" y="1676400"/>
                </a:moveTo>
                <a:lnTo>
                  <a:pt x="2105025" y="1676400"/>
                </a:lnTo>
                <a:lnTo>
                  <a:pt x="2105025" y="1685925"/>
                </a:lnTo>
                <a:lnTo>
                  <a:pt x="2095500" y="1685925"/>
                </a:lnTo>
                <a:close/>
                <a:moveTo>
                  <a:pt x="2085975" y="1685925"/>
                </a:moveTo>
                <a:lnTo>
                  <a:pt x="2095500" y="1685925"/>
                </a:lnTo>
                <a:lnTo>
                  <a:pt x="2095500" y="1695450"/>
                </a:lnTo>
                <a:lnTo>
                  <a:pt x="2085975" y="1695450"/>
                </a:lnTo>
                <a:close/>
                <a:moveTo>
                  <a:pt x="1219200" y="1714500"/>
                </a:moveTo>
                <a:lnTo>
                  <a:pt x="1228725" y="1714500"/>
                </a:lnTo>
                <a:lnTo>
                  <a:pt x="1228725" y="1724025"/>
                </a:lnTo>
                <a:lnTo>
                  <a:pt x="1219200" y="1724025"/>
                </a:lnTo>
                <a:close/>
                <a:moveTo>
                  <a:pt x="2247900" y="1714500"/>
                </a:moveTo>
                <a:lnTo>
                  <a:pt x="2257425" y="1714500"/>
                </a:lnTo>
                <a:lnTo>
                  <a:pt x="2257425" y="1724025"/>
                </a:lnTo>
                <a:lnTo>
                  <a:pt x="2247900" y="1724025"/>
                </a:lnTo>
                <a:close/>
                <a:moveTo>
                  <a:pt x="219075" y="1762125"/>
                </a:moveTo>
                <a:lnTo>
                  <a:pt x="228600" y="1762125"/>
                </a:lnTo>
                <a:lnTo>
                  <a:pt x="228600" y="1781175"/>
                </a:lnTo>
                <a:lnTo>
                  <a:pt x="219075" y="1781175"/>
                </a:lnTo>
                <a:close/>
                <a:moveTo>
                  <a:pt x="2152650" y="1771650"/>
                </a:moveTo>
                <a:lnTo>
                  <a:pt x="2162175" y="1771650"/>
                </a:lnTo>
                <a:lnTo>
                  <a:pt x="2162175" y="1781175"/>
                </a:lnTo>
                <a:lnTo>
                  <a:pt x="2152650" y="1781175"/>
                </a:lnTo>
                <a:close/>
                <a:moveTo>
                  <a:pt x="1476375" y="1781175"/>
                </a:moveTo>
                <a:lnTo>
                  <a:pt x="1495425" y="1781175"/>
                </a:lnTo>
                <a:lnTo>
                  <a:pt x="1495425" y="1790700"/>
                </a:lnTo>
                <a:lnTo>
                  <a:pt x="1476375" y="1790700"/>
                </a:lnTo>
                <a:close/>
                <a:moveTo>
                  <a:pt x="1371600" y="1790700"/>
                </a:moveTo>
                <a:lnTo>
                  <a:pt x="1390650" y="1790700"/>
                </a:lnTo>
                <a:lnTo>
                  <a:pt x="1390650" y="1800225"/>
                </a:lnTo>
                <a:lnTo>
                  <a:pt x="1371600" y="1800225"/>
                </a:lnTo>
                <a:close/>
                <a:moveTo>
                  <a:pt x="1495425" y="1790700"/>
                </a:moveTo>
                <a:lnTo>
                  <a:pt x="1504950" y="1790700"/>
                </a:lnTo>
                <a:lnTo>
                  <a:pt x="1504950" y="1800225"/>
                </a:lnTo>
                <a:lnTo>
                  <a:pt x="1495425" y="1800225"/>
                </a:lnTo>
                <a:close/>
                <a:moveTo>
                  <a:pt x="1771650" y="1800225"/>
                </a:moveTo>
                <a:lnTo>
                  <a:pt x="1781175" y="1800225"/>
                </a:lnTo>
                <a:lnTo>
                  <a:pt x="1781175" y="1809750"/>
                </a:lnTo>
                <a:lnTo>
                  <a:pt x="1771650" y="1809750"/>
                </a:lnTo>
                <a:close/>
                <a:moveTo>
                  <a:pt x="1162050" y="1809750"/>
                </a:moveTo>
                <a:lnTo>
                  <a:pt x="1171575" y="1809750"/>
                </a:lnTo>
                <a:lnTo>
                  <a:pt x="1171575" y="1819275"/>
                </a:lnTo>
                <a:lnTo>
                  <a:pt x="1162050" y="1819275"/>
                </a:lnTo>
                <a:close/>
                <a:moveTo>
                  <a:pt x="2238375" y="1809750"/>
                </a:moveTo>
                <a:lnTo>
                  <a:pt x="2247900" y="1809750"/>
                </a:lnTo>
                <a:lnTo>
                  <a:pt x="2247900" y="1819275"/>
                </a:lnTo>
                <a:lnTo>
                  <a:pt x="2238375" y="1819275"/>
                </a:lnTo>
                <a:close/>
                <a:moveTo>
                  <a:pt x="2143125" y="1819275"/>
                </a:moveTo>
                <a:lnTo>
                  <a:pt x="2152650" y="1819275"/>
                </a:lnTo>
                <a:lnTo>
                  <a:pt x="2152650" y="1828800"/>
                </a:lnTo>
                <a:lnTo>
                  <a:pt x="2143125" y="1828800"/>
                </a:lnTo>
                <a:close/>
                <a:moveTo>
                  <a:pt x="1314450" y="1838325"/>
                </a:moveTo>
                <a:lnTo>
                  <a:pt x="1333500" y="1838325"/>
                </a:lnTo>
                <a:lnTo>
                  <a:pt x="1333500" y="1847850"/>
                </a:lnTo>
                <a:lnTo>
                  <a:pt x="1314450" y="1847850"/>
                </a:lnTo>
                <a:close/>
                <a:moveTo>
                  <a:pt x="1352550" y="1838325"/>
                </a:moveTo>
                <a:lnTo>
                  <a:pt x="1362075" y="1838325"/>
                </a:lnTo>
                <a:lnTo>
                  <a:pt x="1362075" y="1847850"/>
                </a:lnTo>
                <a:lnTo>
                  <a:pt x="1352550" y="1847850"/>
                </a:lnTo>
                <a:close/>
                <a:moveTo>
                  <a:pt x="2162175" y="1838325"/>
                </a:moveTo>
                <a:lnTo>
                  <a:pt x="2171700" y="1838325"/>
                </a:lnTo>
                <a:lnTo>
                  <a:pt x="2171700" y="1847850"/>
                </a:lnTo>
                <a:lnTo>
                  <a:pt x="2162175" y="1847850"/>
                </a:lnTo>
                <a:close/>
                <a:moveTo>
                  <a:pt x="638175" y="1847850"/>
                </a:moveTo>
                <a:lnTo>
                  <a:pt x="657225" y="1847850"/>
                </a:lnTo>
                <a:lnTo>
                  <a:pt x="657225" y="1857375"/>
                </a:lnTo>
                <a:lnTo>
                  <a:pt x="638175" y="1857375"/>
                </a:lnTo>
                <a:close/>
                <a:moveTo>
                  <a:pt x="1143000" y="1847850"/>
                </a:moveTo>
                <a:lnTo>
                  <a:pt x="1181100" y="1847850"/>
                </a:lnTo>
                <a:lnTo>
                  <a:pt x="1181100" y="1857375"/>
                </a:lnTo>
                <a:lnTo>
                  <a:pt x="1143000" y="1857375"/>
                </a:lnTo>
                <a:close/>
                <a:moveTo>
                  <a:pt x="2171700" y="1847850"/>
                </a:moveTo>
                <a:lnTo>
                  <a:pt x="2181225" y="1847850"/>
                </a:lnTo>
                <a:lnTo>
                  <a:pt x="2181225" y="1857375"/>
                </a:lnTo>
                <a:lnTo>
                  <a:pt x="2190750" y="1857375"/>
                </a:lnTo>
                <a:lnTo>
                  <a:pt x="2190750" y="1876425"/>
                </a:lnTo>
                <a:lnTo>
                  <a:pt x="2181225" y="1876425"/>
                </a:lnTo>
                <a:lnTo>
                  <a:pt x="2181225" y="1885950"/>
                </a:lnTo>
                <a:lnTo>
                  <a:pt x="2190750" y="1885950"/>
                </a:lnTo>
                <a:lnTo>
                  <a:pt x="2190750" y="1895475"/>
                </a:lnTo>
                <a:lnTo>
                  <a:pt x="2152650" y="1895475"/>
                </a:lnTo>
                <a:lnTo>
                  <a:pt x="2152650" y="1876425"/>
                </a:lnTo>
                <a:lnTo>
                  <a:pt x="2171700" y="1876425"/>
                </a:lnTo>
                <a:close/>
                <a:moveTo>
                  <a:pt x="552450" y="1866900"/>
                </a:moveTo>
                <a:lnTo>
                  <a:pt x="561975" y="1866900"/>
                </a:lnTo>
                <a:lnTo>
                  <a:pt x="561975" y="1876425"/>
                </a:lnTo>
                <a:lnTo>
                  <a:pt x="571500" y="1876425"/>
                </a:lnTo>
                <a:lnTo>
                  <a:pt x="571500" y="1885950"/>
                </a:lnTo>
                <a:lnTo>
                  <a:pt x="552450" y="1885950"/>
                </a:lnTo>
                <a:close/>
                <a:moveTo>
                  <a:pt x="2190750" y="1895475"/>
                </a:moveTo>
                <a:lnTo>
                  <a:pt x="2209800" y="1895475"/>
                </a:lnTo>
                <a:lnTo>
                  <a:pt x="2209800" y="1905000"/>
                </a:lnTo>
                <a:lnTo>
                  <a:pt x="2190750" y="1905000"/>
                </a:lnTo>
                <a:close/>
                <a:moveTo>
                  <a:pt x="1181100" y="1905000"/>
                </a:moveTo>
                <a:lnTo>
                  <a:pt x="1190625" y="1905000"/>
                </a:lnTo>
                <a:lnTo>
                  <a:pt x="1190625" y="1914525"/>
                </a:lnTo>
                <a:lnTo>
                  <a:pt x="1181100" y="1914525"/>
                </a:lnTo>
                <a:close/>
                <a:moveTo>
                  <a:pt x="1171575" y="1914525"/>
                </a:moveTo>
                <a:lnTo>
                  <a:pt x="1181100" y="1914525"/>
                </a:lnTo>
                <a:lnTo>
                  <a:pt x="1181100" y="1924050"/>
                </a:lnTo>
                <a:lnTo>
                  <a:pt x="1171575" y="1924050"/>
                </a:lnTo>
                <a:close/>
                <a:moveTo>
                  <a:pt x="1114425" y="1933575"/>
                </a:moveTo>
                <a:lnTo>
                  <a:pt x="1123950" y="1933575"/>
                </a:lnTo>
                <a:lnTo>
                  <a:pt x="1123950" y="1943100"/>
                </a:lnTo>
                <a:lnTo>
                  <a:pt x="1114425" y="1943100"/>
                </a:lnTo>
                <a:close/>
                <a:moveTo>
                  <a:pt x="1781175" y="1933575"/>
                </a:moveTo>
                <a:lnTo>
                  <a:pt x="1790700" y="1933575"/>
                </a:lnTo>
                <a:lnTo>
                  <a:pt x="1790700" y="1952625"/>
                </a:lnTo>
                <a:lnTo>
                  <a:pt x="1781175" y="1952625"/>
                </a:lnTo>
                <a:close/>
                <a:moveTo>
                  <a:pt x="228600" y="1952625"/>
                </a:moveTo>
                <a:lnTo>
                  <a:pt x="238125" y="1952625"/>
                </a:lnTo>
                <a:lnTo>
                  <a:pt x="238125" y="1962150"/>
                </a:lnTo>
                <a:lnTo>
                  <a:pt x="228600" y="1962150"/>
                </a:lnTo>
                <a:close/>
                <a:moveTo>
                  <a:pt x="1219200" y="1952625"/>
                </a:moveTo>
                <a:lnTo>
                  <a:pt x="1228725" y="1952625"/>
                </a:lnTo>
                <a:lnTo>
                  <a:pt x="1228725" y="1962150"/>
                </a:lnTo>
                <a:lnTo>
                  <a:pt x="1219200" y="1962150"/>
                </a:lnTo>
                <a:close/>
                <a:moveTo>
                  <a:pt x="2038350" y="1962150"/>
                </a:moveTo>
                <a:lnTo>
                  <a:pt x="2076450" y="1962150"/>
                </a:lnTo>
                <a:lnTo>
                  <a:pt x="2076450" y="1990725"/>
                </a:lnTo>
                <a:lnTo>
                  <a:pt x="2066925" y="1990725"/>
                </a:lnTo>
                <a:lnTo>
                  <a:pt x="2066925" y="2019300"/>
                </a:lnTo>
                <a:lnTo>
                  <a:pt x="2057400" y="2019300"/>
                </a:lnTo>
                <a:lnTo>
                  <a:pt x="2057400" y="2028825"/>
                </a:lnTo>
                <a:lnTo>
                  <a:pt x="2047875" y="2028825"/>
                </a:lnTo>
                <a:lnTo>
                  <a:pt x="2047875" y="2019300"/>
                </a:lnTo>
                <a:lnTo>
                  <a:pt x="2038350" y="2019300"/>
                </a:lnTo>
                <a:close/>
                <a:moveTo>
                  <a:pt x="2114550" y="1971675"/>
                </a:moveTo>
                <a:lnTo>
                  <a:pt x="2143125" y="1971675"/>
                </a:lnTo>
                <a:lnTo>
                  <a:pt x="2143125" y="1981200"/>
                </a:lnTo>
                <a:lnTo>
                  <a:pt x="2133600" y="1981200"/>
                </a:lnTo>
                <a:lnTo>
                  <a:pt x="2133600" y="2009775"/>
                </a:lnTo>
                <a:lnTo>
                  <a:pt x="2143125" y="2009775"/>
                </a:lnTo>
                <a:lnTo>
                  <a:pt x="2143125" y="2038350"/>
                </a:lnTo>
                <a:lnTo>
                  <a:pt x="2152650" y="2038350"/>
                </a:lnTo>
                <a:lnTo>
                  <a:pt x="2152650" y="2085975"/>
                </a:lnTo>
                <a:lnTo>
                  <a:pt x="2162175" y="2085975"/>
                </a:lnTo>
                <a:lnTo>
                  <a:pt x="2162175" y="2114550"/>
                </a:lnTo>
                <a:lnTo>
                  <a:pt x="2181225" y="2114550"/>
                </a:lnTo>
                <a:lnTo>
                  <a:pt x="2181225" y="2105025"/>
                </a:lnTo>
                <a:lnTo>
                  <a:pt x="2190750" y="2105025"/>
                </a:lnTo>
                <a:lnTo>
                  <a:pt x="2190750" y="2114550"/>
                </a:lnTo>
                <a:lnTo>
                  <a:pt x="2200275" y="2114550"/>
                </a:lnTo>
                <a:lnTo>
                  <a:pt x="2200275" y="2095500"/>
                </a:lnTo>
                <a:lnTo>
                  <a:pt x="2209800" y="2095500"/>
                </a:lnTo>
                <a:lnTo>
                  <a:pt x="2209800" y="2133600"/>
                </a:lnTo>
                <a:lnTo>
                  <a:pt x="2200275" y="2133600"/>
                </a:lnTo>
                <a:lnTo>
                  <a:pt x="2200275" y="2219325"/>
                </a:lnTo>
                <a:lnTo>
                  <a:pt x="2190750" y="2219325"/>
                </a:lnTo>
                <a:lnTo>
                  <a:pt x="2190750" y="2190750"/>
                </a:lnTo>
                <a:lnTo>
                  <a:pt x="2181225" y="2190750"/>
                </a:lnTo>
                <a:lnTo>
                  <a:pt x="2181225" y="2219325"/>
                </a:lnTo>
                <a:lnTo>
                  <a:pt x="2171700" y="2219325"/>
                </a:lnTo>
                <a:lnTo>
                  <a:pt x="2171700" y="2228850"/>
                </a:lnTo>
                <a:lnTo>
                  <a:pt x="2162175" y="2228850"/>
                </a:lnTo>
                <a:lnTo>
                  <a:pt x="2162175" y="2247900"/>
                </a:lnTo>
                <a:lnTo>
                  <a:pt x="2105025" y="2247900"/>
                </a:lnTo>
                <a:lnTo>
                  <a:pt x="2105025" y="2228850"/>
                </a:lnTo>
                <a:lnTo>
                  <a:pt x="2133600" y="2228850"/>
                </a:lnTo>
                <a:lnTo>
                  <a:pt x="2133600" y="2219325"/>
                </a:lnTo>
                <a:lnTo>
                  <a:pt x="2143125" y="2219325"/>
                </a:lnTo>
                <a:lnTo>
                  <a:pt x="2143125" y="2209800"/>
                </a:lnTo>
                <a:lnTo>
                  <a:pt x="2133600" y="2209800"/>
                </a:lnTo>
                <a:lnTo>
                  <a:pt x="2133600" y="2190750"/>
                </a:lnTo>
                <a:lnTo>
                  <a:pt x="2143125" y="2190750"/>
                </a:lnTo>
                <a:lnTo>
                  <a:pt x="2143125" y="2124075"/>
                </a:lnTo>
                <a:lnTo>
                  <a:pt x="2133600" y="2124075"/>
                </a:lnTo>
                <a:lnTo>
                  <a:pt x="2133600" y="2047875"/>
                </a:lnTo>
                <a:lnTo>
                  <a:pt x="2124075" y="2047875"/>
                </a:lnTo>
                <a:lnTo>
                  <a:pt x="2124075" y="2028825"/>
                </a:lnTo>
                <a:lnTo>
                  <a:pt x="2114550" y="2028825"/>
                </a:lnTo>
                <a:lnTo>
                  <a:pt x="2114550" y="1990725"/>
                </a:lnTo>
                <a:lnTo>
                  <a:pt x="2105025" y="1990725"/>
                </a:lnTo>
                <a:lnTo>
                  <a:pt x="2105025" y="1981200"/>
                </a:lnTo>
                <a:lnTo>
                  <a:pt x="2114550" y="1981200"/>
                </a:lnTo>
                <a:close/>
                <a:moveTo>
                  <a:pt x="2171700" y="1971675"/>
                </a:moveTo>
                <a:lnTo>
                  <a:pt x="2181225" y="1971675"/>
                </a:lnTo>
                <a:lnTo>
                  <a:pt x="2181225" y="1981200"/>
                </a:lnTo>
                <a:lnTo>
                  <a:pt x="2171700" y="1981200"/>
                </a:lnTo>
                <a:close/>
                <a:moveTo>
                  <a:pt x="428625" y="1990725"/>
                </a:moveTo>
                <a:lnTo>
                  <a:pt x="438150" y="1990725"/>
                </a:lnTo>
                <a:lnTo>
                  <a:pt x="438150" y="2000250"/>
                </a:lnTo>
                <a:lnTo>
                  <a:pt x="428625" y="2000250"/>
                </a:lnTo>
                <a:close/>
                <a:moveTo>
                  <a:pt x="1133475" y="1990725"/>
                </a:moveTo>
                <a:lnTo>
                  <a:pt x="1143000" y="1990725"/>
                </a:lnTo>
                <a:lnTo>
                  <a:pt x="1143000" y="2000250"/>
                </a:lnTo>
                <a:lnTo>
                  <a:pt x="1133475" y="2000250"/>
                </a:lnTo>
                <a:close/>
                <a:moveTo>
                  <a:pt x="1152525" y="1990725"/>
                </a:moveTo>
                <a:lnTo>
                  <a:pt x="1162050" y="1990725"/>
                </a:lnTo>
                <a:lnTo>
                  <a:pt x="1162050" y="2000250"/>
                </a:lnTo>
                <a:lnTo>
                  <a:pt x="1152525" y="2000250"/>
                </a:lnTo>
                <a:close/>
                <a:moveTo>
                  <a:pt x="2209800" y="2000250"/>
                </a:moveTo>
                <a:lnTo>
                  <a:pt x="2219325" y="2000250"/>
                </a:lnTo>
                <a:lnTo>
                  <a:pt x="2219325" y="2047875"/>
                </a:lnTo>
                <a:lnTo>
                  <a:pt x="2209800" y="2047875"/>
                </a:lnTo>
                <a:close/>
                <a:moveTo>
                  <a:pt x="981075" y="2019300"/>
                </a:moveTo>
                <a:lnTo>
                  <a:pt x="1000125" y="2019300"/>
                </a:lnTo>
                <a:lnTo>
                  <a:pt x="1000125" y="2028825"/>
                </a:lnTo>
                <a:lnTo>
                  <a:pt x="981075" y="2028825"/>
                </a:lnTo>
                <a:close/>
                <a:moveTo>
                  <a:pt x="1790700" y="2057400"/>
                </a:moveTo>
                <a:lnTo>
                  <a:pt x="1800225" y="2057400"/>
                </a:lnTo>
                <a:lnTo>
                  <a:pt x="1800225" y="2066925"/>
                </a:lnTo>
                <a:lnTo>
                  <a:pt x="1790700" y="2066925"/>
                </a:lnTo>
                <a:close/>
                <a:moveTo>
                  <a:pt x="238125" y="2133600"/>
                </a:moveTo>
                <a:lnTo>
                  <a:pt x="247650" y="2133600"/>
                </a:lnTo>
                <a:lnTo>
                  <a:pt x="247650" y="2152650"/>
                </a:lnTo>
                <a:lnTo>
                  <a:pt x="238125" y="2152650"/>
                </a:lnTo>
                <a:close/>
                <a:moveTo>
                  <a:pt x="2181225" y="2162175"/>
                </a:moveTo>
                <a:lnTo>
                  <a:pt x="2190750" y="2162175"/>
                </a:lnTo>
                <a:lnTo>
                  <a:pt x="2190750" y="2143125"/>
                </a:lnTo>
                <a:lnTo>
                  <a:pt x="2181225" y="2143125"/>
                </a:lnTo>
                <a:close/>
                <a:moveTo>
                  <a:pt x="1800225" y="2181225"/>
                </a:moveTo>
                <a:lnTo>
                  <a:pt x="1809750" y="2181225"/>
                </a:lnTo>
                <a:lnTo>
                  <a:pt x="1809750" y="2190750"/>
                </a:lnTo>
                <a:lnTo>
                  <a:pt x="1800225" y="2190750"/>
                </a:lnTo>
                <a:close/>
                <a:moveTo>
                  <a:pt x="2181225" y="2219325"/>
                </a:moveTo>
                <a:lnTo>
                  <a:pt x="2190750" y="2219325"/>
                </a:lnTo>
                <a:lnTo>
                  <a:pt x="2190750" y="2238375"/>
                </a:lnTo>
                <a:lnTo>
                  <a:pt x="2181225" y="2238375"/>
                </a:lnTo>
                <a:close/>
                <a:moveTo>
                  <a:pt x="1666875" y="2228850"/>
                </a:moveTo>
                <a:lnTo>
                  <a:pt x="1676400" y="2228850"/>
                </a:lnTo>
                <a:lnTo>
                  <a:pt x="1676400" y="2238375"/>
                </a:lnTo>
                <a:lnTo>
                  <a:pt x="1666875" y="2238375"/>
                </a:lnTo>
                <a:close/>
                <a:moveTo>
                  <a:pt x="752475" y="2257425"/>
                </a:moveTo>
                <a:lnTo>
                  <a:pt x="781050" y="2257425"/>
                </a:lnTo>
                <a:lnTo>
                  <a:pt x="781050" y="2266950"/>
                </a:lnTo>
                <a:lnTo>
                  <a:pt x="752475" y="2266950"/>
                </a:lnTo>
                <a:close/>
                <a:moveTo>
                  <a:pt x="514350" y="2276475"/>
                </a:moveTo>
                <a:lnTo>
                  <a:pt x="523875" y="2276475"/>
                </a:lnTo>
                <a:lnTo>
                  <a:pt x="523875" y="2286000"/>
                </a:lnTo>
                <a:lnTo>
                  <a:pt x="514350" y="2286000"/>
                </a:lnTo>
                <a:close/>
                <a:moveTo>
                  <a:pt x="847725" y="2276475"/>
                </a:moveTo>
                <a:lnTo>
                  <a:pt x="857250" y="2276475"/>
                </a:lnTo>
                <a:lnTo>
                  <a:pt x="857250" y="2286000"/>
                </a:lnTo>
                <a:lnTo>
                  <a:pt x="847725" y="2286000"/>
                </a:lnTo>
                <a:close/>
                <a:moveTo>
                  <a:pt x="1809750" y="2314575"/>
                </a:moveTo>
                <a:lnTo>
                  <a:pt x="1819275" y="2314575"/>
                </a:lnTo>
                <a:lnTo>
                  <a:pt x="1819275" y="2324100"/>
                </a:lnTo>
                <a:lnTo>
                  <a:pt x="1809750" y="2324100"/>
                </a:lnTo>
                <a:close/>
                <a:moveTo>
                  <a:pt x="400050" y="2324100"/>
                </a:moveTo>
                <a:lnTo>
                  <a:pt x="409575" y="2324100"/>
                </a:lnTo>
                <a:lnTo>
                  <a:pt x="409575" y="2333625"/>
                </a:lnTo>
                <a:lnTo>
                  <a:pt x="400050" y="2333625"/>
                </a:lnTo>
                <a:close/>
                <a:moveTo>
                  <a:pt x="447675" y="2324100"/>
                </a:moveTo>
                <a:lnTo>
                  <a:pt x="476250" y="2324100"/>
                </a:lnTo>
                <a:lnTo>
                  <a:pt x="476250" y="2333625"/>
                </a:lnTo>
                <a:lnTo>
                  <a:pt x="447675" y="2333625"/>
                </a:lnTo>
                <a:close/>
                <a:moveTo>
                  <a:pt x="2066925" y="2324100"/>
                </a:moveTo>
                <a:lnTo>
                  <a:pt x="2105025" y="2324100"/>
                </a:lnTo>
                <a:lnTo>
                  <a:pt x="2105025" y="2333625"/>
                </a:lnTo>
                <a:lnTo>
                  <a:pt x="2095500" y="2333625"/>
                </a:lnTo>
                <a:lnTo>
                  <a:pt x="2095500" y="2343150"/>
                </a:lnTo>
                <a:lnTo>
                  <a:pt x="2085975" y="2343150"/>
                </a:lnTo>
                <a:lnTo>
                  <a:pt x="2085975" y="2352675"/>
                </a:lnTo>
                <a:lnTo>
                  <a:pt x="2066925" y="2352675"/>
                </a:lnTo>
                <a:close/>
                <a:moveTo>
                  <a:pt x="2133600" y="2324100"/>
                </a:moveTo>
                <a:lnTo>
                  <a:pt x="2152650" y="2324100"/>
                </a:lnTo>
                <a:lnTo>
                  <a:pt x="2152650" y="2333625"/>
                </a:lnTo>
                <a:lnTo>
                  <a:pt x="2133600" y="2333625"/>
                </a:lnTo>
                <a:close/>
                <a:moveTo>
                  <a:pt x="247650" y="2333625"/>
                </a:moveTo>
                <a:lnTo>
                  <a:pt x="257175" y="2333625"/>
                </a:lnTo>
                <a:lnTo>
                  <a:pt x="257175" y="2343150"/>
                </a:lnTo>
                <a:lnTo>
                  <a:pt x="247650" y="2343150"/>
                </a:lnTo>
                <a:close/>
                <a:moveTo>
                  <a:pt x="409575" y="2333625"/>
                </a:moveTo>
                <a:lnTo>
                  <a:pt x="428625" y="2333625"/>
                </a:lnTo>
                <a:lnTo>
                  <a:pt x="428625" y="2343150"/>
                </a:lnTo>
                <a:lnTo>
                  <a:pt x="409575" y="2343150"/>
                </a:lnTo>
                <a:close/>
                <a:moveTo>
                  <a:pt x="2152650" y="2333625"/>
                </a:moveTo>
                <a:lnTo>
                  <a:pt x="2171700" y="2333625"/>
                </a:lnTo>
                <a:lnTo>
                  <a:pt x="2171700" y="2343150"/>
                </a:lnTo>
                <a:lnTo>
                  <a:pt x="2152650" y="2343150"/>
                </a:lnTo>
                <a:close/>
                <a:moveTo>
                  <a:pt x="2171700" y="2343150"/>
                </a:moveTo>
                <a:lnTo>
                  <a:pt x="2181225" y="2343150"/>
                </a:lnTo>
                <a:lnTo>
                  <a:pt x="2181225" y="2352675"/>
                </a:lnTo>
                <a:lnTo>
                  <a:pt x="2171700" y="2352675"/>
                </a:lnTo>
                <a:close/>
                <a:moveTo>
                  <a:pt x="2171700" y="2381250"/>
                </a:moveTo>
                <a:lnTo>
                  <a:pt x="2181225" y="2381250"/>
                </a:lnTo>
                <a:lnTo>
                  <a:pt x="2181225" y="2390775"/>
                </a:lnTo>
                <a:lnTo>
                  <a:pt x="2171700" y="2390775"/>
                </a:lnTo>
                <a:close/>
                <a:moveTo>
                  <a:pt x="2124075" y="2390775"/>
                </a:moveTo>
                <a:lnTo>
                  <a:pt x="2133600" y="2390775"/>
                </a:lnTo>
                <a:lnTo>
                  <a:pt x="2133600" y="2400300"/>
                </a:lnTo>
                <a:lnTo>
                  <a:pt x="2124075" y="2400300"/>
                </a:lnTo>
                <a:close/>
                <a:moveTo>
                  <a:pt x="1581150" y="2400300"/>
                </a:moveTo>
                <a:lnTo>
                  <a:pt x="1600200" y="2400300"/>
                </a:lnTo>
                <a:lnTo>
                  <a:pt x="1600200" y="2409825"/>
                </a:lnTo>
                <a:lnTo>
                  <a:pt x="1619250" y="2409825"/>
                </a:lnTo>
                <a:lnTo>
                  <a:pt x="1619250" y="2400300"/>
                </a:lnTo>
                <a:lnTo>
                  <a:pt x="1628775" y="2400300"/>
                </a:lnTo>
                <a:lnTo>
                  <a:pt x="1628775" y="2409825"/>
                </a:lnTo>
                <a:lnTo>
                  <a:pt x="1619250" y="2409825"/>
                </a:lnTo>
                <a:lnTo>
                  <a:pt x="1619250" y="2419350"/>
                </a:lnTo>
                <a:lnTo>
                  <a:pt x="1590675" y="2419350"/>
                </a:lnTo>
                <a:lnTo>
                  <a:pt x="1590675" y="2409825"/>
                </a:lnTo>
                <a:lnTo>
                  <a:pt x="1581150" y="2409825"/>
                </a:lnTo>
                <a:close/>
                <a:moveTo>
                  <a:pt x="1562100" y="2409825"/>
                </a:moveTo>
                <a:lnTo>
                  <a:pt x="1571625" y="2409825"/>
                </a:lnTo>
                <a:lnTo>
                  <a:pt x="1571625" y="2419350"/>
                </a:lnTo>
                <a:lnTo>
                  <a:pt x="1562100" y="2419350"/>
                </a:lnTo>
                <a:close/>
                <a:moveTo>
                  <a:pt x="2124075" y="2409825"/>
                </a:moveTo>
                <a:lnTo>
                  <a:pt x="2133600" y="2409825"/>
                </a:lnTo>
                <a:lnTo>
                  <a:pt x="2133600" y="2419350"/>
                </a:lnTo>
                <a:lnTo>
                  <a:pt x="2152650" y="2419350"/>
                </a:lnTo>
                <a:lnTo>
                  <a:pt x="2152650" y="2428875"/>
                </a:lnTo>
                <a:lnTo>
                  <a:pt x="2162175" y="2428875"/>
                </a:lnTo>
                <a:lnTo>
                  <a:pt x="2162175" y="2409825"/>
                </a:lnTo>
                <a:lnTo>
                  <a:pt x="2171700" y="2409825"/>
                </a:lnTo>
                <a:lnTo>
                  <a:pt x="2171700" y="2466975"/>
                </a:lnTo>
                <a:lnTo>
                  <a:pt x="2162175" y="2466975"/>
                </a:lnTo>
                <a:lnTo>
                  <a:pt x="2162175" y="2533650"/>
                </a:lnTo>
                <a:lnTo>
                  <a:pt x="2152650" y="2533650"/>
                </a:lnTo>
                <a:lnTo>
                  <a:pt x="2152650" y="2543175"/>
                </a:lnTo>
                <a:lnTo>
                  <a:pt x="2143125" y="2543175"/>
                </a:lnTo>
                <a:lnTo>
                  <a:pt x="2143125" y="2533650"/>
                </a:lnTo>
                <a:lnTo>
                  <a:pt x="2133600" y="2533650"/>
                </a:lnTo>
                <a:lnTo>
                  <a:pt x="2133600" y="2495550"/>
                </a:lnTo>
                <a:lnTo>
                  <a:pt x="2124075" y="2495550"/>
                </a:lnTo>
                <a:close/>
                <a:moveTo>
                  <a:pt x="1457325" y="2419350"/>
                </a:moveTo>
                <a:lnTo>
                  <a:pt x="1466850" y="2419350"/>
                </a:lnTo>
                <a:lnTo>
                  <a:pt x="1466850" y="2428875"/>
                </a:lnTo>
                <a:lnTo>
                  <a:pt x="1457325" y="2428875"/>
                </a:lnTo>
                <a:close/>
                <a:moveTo>
                  <a:pt x="1504950" y="2419350"/>
                </a:moveTo>
                <a:lnTo>
                  <a:pt x="1514475" y="2419350"/>
                </a:lnTo>
                <a:lnTo>
                  <a:pt x="1514475" y="2447925"/>
                </a:lnTo>
                <a:lnTo>
                  <a:pt x="1504950" y="2447925"/>
                </a:lnTo>
                <a:close/>
                <a:moveTo>
                  <a:pt x="1628775" y="2428875"/>
                </a:moveTo>
                <a:lnTo>
                  <a:pt x="1647825" y="2428875"/>
                </a:lnTo>
                <a:lnTo>
                  <a:pt x="1647825" y="2447925"/>
                </a:lnTo>
                <a:lnTo>
                  <a:pt x="1628775" y="2447925"/>
                </a:lnTo>
                <a:close/>
                <a:moveTo>
                  <a:pt x="1666875" y="2428875"/>
                </a:moveTo>
                <a:lnTo>
                  <a:pt x="1676400" y="2428875"/>
                </a:lnTo>
                <a:lnTo>
                  <a:pt x="1676400" y="2447925"/>
                </a:lnTo>
                <a:lnTo>
                  <a:pt x="1666875" y="2447925"/>
                </a:lnTo>
                <a:close/>
                <a:moveTo>
                  <a:pt x="1276350" y="2438400"/>
                </a:moveTo>
                <a:lnTo>
                  <a:pt x="1285875" y="2438400"/>
                </a:lnTo>
                <a:lnTo>
                  <a:pt x="1285875" y="2457450"/>
                </a:lnTo>
                <a:lnTo>
                  <a:pt x="1276350" y="2457450"/>
                </a:lnTo>
                <a:close/>
                <a:moveTo>
                  <a:pt x="1562100" y="2438400"/>
                </a:moveTo>
                <a:lnTo>
                  <a:pt x="1571625" y="2438400"/>
                </a:lnTo>
                <a:lnTo>
                  <a:pt x="1571625" y="2447925"/>
                </a:lnTo>
                <a:lnTo>
                  <a:pt x="1562100" y="2447925"/>
                </a:lnTo>
                <a:close/>
                <a:moveTo>
                  <a:pt x="1819275" y="2438400"/>
                </a:moveTo>
                <a:lnTo>
                  <a:pt x="1828800" y="2438400"/>
                </a:lnTo>
                <a:lnTo>
                  <a:pt x="1828800" y="2447925"/>
                </a:lnTo>
                <a:lnTo>
                  <a:pt x="1819275" y="2447925"/>
                </a:lnTo>
                <a:close/>
                <a:moveTo>
                  <a:pt x="1333500" y="2447925"/>
                </a:moveTo>
                <a:lnTo>
                  <a:pt x="1343025" y="2447925"/>
                </a:lnTo>
                <a:lnTo>
                  <a:pt x="1343025" y="2466975"/>
                </a:lnTo>
                <a:lnTo>
                  <a:pt x="1333500" y="2466975"/>
                </a:lnTo>
                <a:close/>
                <a:moveTo>
                  <a:pt x="390525" y="2476500"/>
                </a:moveTo>
                <a:lnTo>
                  <a:pt x="409575" y="2476500"/>
                </a:lnTo>
                <a:lnTo>
                  <a:pt x="409575" y="2486025"/>
                </a:lnTo>
                <a:lnTo>
                  <a:pt x="390525" y="2486025"/>
                </a:lnTo>
                <a:close/>
                <a:moveTo>
                  <a:pt x="885825" y="2476500"/>
                </a:moveTo>
                <a:lnTo>
                  <a:pt x="895350" y="2476500"/>
                </a:lnTo>
                <a:lnTo>
                  <a:pt x="895350" y="2486025"/>
                </a:lnTo>
                <a:lnTo>
                  <a:pt x="885825" y="2486025"/>
                </a:lnTo>
                <a:close/>
                <a:moveTo>
                  <a:pt x="914400" y="2476500"/>
                </a:moveTo>
                <a:lnTo>
                  <a:pt x="923925" y="2476500"/>
                </a:lnTo>
                <a:lnTo>
                  <a:pt x="923925" y="2486025"/>
                </a:lnTo>
                <a:lnTo>
                  <a:pt x="914400" y="2486025"/>
                </a:lnTo>
                <a:close/>
                <a:moveTo>
                  <a:pt x="1543050" y="2476500"/>
                </a:moveTo>
                <a:lnTo>
                  <a:pt x="1571625" y="2476500"/>
                </a:lnTo>
                <a:lnTo>
                  <a:pt x="1571625" y="2486025"/>
                </a:lnTo>
                <a:lnTo>
                  <a:pt x="1543050" y="2486025"/>
                </a:lnTo>
                <a:close/>
                <a:moveTo>
                  <a:pt x="876300" y="2486025"/>
                </a:moveTo>
                <a:lnTo>
                  <a:pt x="885825" y="2486025"/>
                </a:lnTo>
                <a:lnTo>
                  <a:pt x="885825" y="2514600"/>
                </a:lnTo>
                <a:lnTo>
                  <a:pt x="876300" y="2514600"/>
                </a:lnTo>
                <a:close/>
                <a:moveTo>
                  <a:pt x="923925" y="2486025"/>
                </a:moveTo>
                <a:lnTo>
                  <a:pt x="933450" y="2486025"/>
                </a:lnTo>
                <a:lnTo>
                  <a:pt x="933450" y="2495550"/>
                </a:lnTo>
                <a:lnTo>
                  <a:pt x="923925" y="2495550"/>
                </a:lnTo>
                <a:close/>
                <a:moveTo>
                  <a:pt x="1409700" y="2486025"/>
                </a:moveTo>
                <a:lnTo>
                  <a:pt x="1419225" y="2486025"/>
                </a:lnTo>
                <a:lnTo>
                  <a:pt x="1419225" y="2495550"/>
                </a:lnTo>
                <a:lnTo>
                  <a:pt x="1409700" y="2495550"/>
                </a:lnTo>
                <a:close/>
                <a:moveTo>
                  <a:pt x="257175" y="2505075"/>
                </a:moveTo>
                <a:lnTo>
                  <a:pt x="266700" y="2505075"/>
                </a:lnTo>
                <a:lnTo>
                  <a:pt x="266700" y="2514600"/>
                </a:lnTo>
                <a:lnTo>
                  <a:pt x="257175" y="2514600"/>
                </a:lnTo>
                <a:close/>
                <a:moveTo>
                  <a:pt x="1066800" y="2505075"/>
                </a:moveTo>
                <a:lnTo>
                  <a:pt x="1076325" y="2505075"/>
                </a:lnTo>
                <a:lnTo>
                  <a:pt x="1076325" y="2514600"/>
                </a:lnTo>
                <a:lnTo>
                  <a:pt x="1066800" y="2514600"/>
                </a:lnTo>
                <a:close/>
                <a:moveTo>
                  <a:pt x="1057275" y="2514600"/>
                </a:moveTo>
                <a:lnTo>
                  <a:pt x="1066800" y="2514600"/>
                </a:lnTo>
                <a:lnTo>
                  <a:pt x="1066800" y="2524125"/>
                </a:lnTo>
                <a:lnTo>
                  <a:pt x="1057275" y="2524125"/>
                </a:lnTo>
                <a:close/>
                <a:moveTo>
                  <a:pt x="1628775" y="2533650"/>
                </a:moveTo>
                <a:lnTo>
                  <a:pt x="1666875" y="2533650"/>
                </a:lnTo>
                <a:lnTo>
                  <a:pt x="1666875" y="2543175"/>
                </a:lnTo>
                <a:lnTo>
                  <a:pt x="1657350" y="2543175"/>
                </a:lnTo>
                <a:lnTo>
                  <a:pt x="1657350" y="2552700"/>
                </a:lnTo>
                <a:lnTo>
                  <a:pt x="1647825" y="2552700"/>
                </a:lnTo>
                <a:lnTo>
                  <a:pt x="1647825" y="2543175"/>
                </a:lnTo>
                <a:lnTo>
                  <a:pt x="1628775" y="2543175"/>
                </a:lnTo>
                <a:close/>
                <a:moveTo>
                  <a:pt x="1104900" y="2543175"/>
                </a:moveTo>
                <a:lnTo>
                  <a:pt x="1114425" y="2543175"/>
                </a:lnTo>
                <a:lnTo>
                  <a:pt x="1114425" y="2552700"/>
                </a:lnTo>
                <a:lnTo>
                  <a:pt x="1104900" y="2552700"/>
                </a:lnTo>
                <a:close/>
                <a:moveTo>
                  <a:pt x="1485900" y="2543175"/>
                </a:moveTo>
                <a:lnTo>
                  <a:pt x="1504950" y="2543175"/>
                </a:lnTo>
                <a:lnTo>
                  <a:pt x="1504950" y="2552700"/>
                </a:lnTo>
                <a:lnTo>
                  <a:pt x="1485900" y="2552700"/>
                </a:lnTo>
                <a:close/>
                <a:moveTo>
                  <a:pt x="1533525" y="2543175"/>
                </a:moveTo>
                <a:lnTo>
                  <a:pt x="1543050" y="2543175"/>
                </a:lnTo>
                <a:lnTo>
                  <a:pt x="1543050" y="2552700"/>
                </a:lnTo>
                <a:lnTo>
                  <a:pt x="1533525" y="2552700"/>
                </a:lnTo>
                <a:close/>
                <a:moveTo>
                  <a:pt x="1666875" y="2543175"/>
                </a:moveTo>
                <a:lnTo>
                  <a:pt x="1676400" y="2543175"/>
                </a:lnTo>
                <a:lnTo>
                  <a:pt x="1676400" y="2552700"/>
                </a:lnTo>
                <a:lnTo>
                  <a:pt x="1666875" y="2552700"/>
                </a:lnTo>
                <a:close/>
                <a:moveTo>
                  <a:pt x="1828800" y="2543175"/>
                </a:moveTo>
                <a:lnTo>
                  <a:pt x="1838325" y="2543175"/>
                </a:lnTo>
                <a:lnTo>
                  <a:pt x="1838325" y="2571750"/>
                </a:lnTo>
                <a:lnTo>
                  <a:pt x="1828800" y="2571750"/>
                </a:lnTo>
                <a:close/>
                <a:moveTo>
                  <a:pt x="1057275" y="2552700"/>
                </a:moveTo>
                <a:lnTo>
                  <a:pt x="1066800" y="2552700"/>
                </a:lnTo>
                <a:lnTo>
                  <a:pt x="1066800" y="2609850"/>
                </a:lnTo>
                <a:lnTo>
                  <a:pt x="1057275" y="2609850"/>
                </a:lnTo>
                <a:close/>
                <a:moveTo>
                  <a:pt x="1323975" y="2552700"/>
                </a:moveTo>
                <a:lnTo>
                  <a:pt x="1333500" y="2552700"/>
                </a:lnTo>
                <a:lnTo>
                  <a:pt x="1333500" y="2562225"/>
                </a:lnTo>
                <a:lnTo>
                  <a:pt x="1323975" y="2562225"/>
                </a:lnTo>
                <a:close/>
                <a:moveTo>
                  <a:pt x="1390650" y="2552700"/>
                </a:moveTo>
                <a:lnTo>
                  <a:pt x="1419225" y="2552700"/>
                </a:lnTo>
                <a:lnTo>
                  <a:pt x="1419225" y="2562225"/>
                </a:lnTo>
                <a:lnTo>
                  <a:pt x="1390650" y="2562225"/>
                </a:lnTo>
                <a:close/>
                <a:moveTo>
                  <a:pt x="1295400" y="2571750"/>
                </a:moveTo>
                <a:lnTo>
                  <a:pt x="1304925" y="2571750"/>
                </a:lnTo>
                <a:lnTo>
                  <a:pt x="1304925" y="2581275"/>
                </a:lnTo>
                <a:lnTo>
                  <a:pt x="1295400" y="2581275"/>
                </a:lnTo>
                <a:close/>
                <a:moveTo>
                  <a:pt x="1666875" y="2571750"/>
                </a:moveTo>
                <a:lnTo>
                  <a:pt x="1676400" y="2571750"/>
                </a:lnTo>
                <a:lnTo>
                  <a:pt x="1676400" y="2581275"/>
                </a:lnTo>
                <a:lnTo>
                  <a:pt x="1666875" y="2581275"/>
                </a:lnTo>
                <a:close/>
                <a:moveTo>
                  <a:pt x="1619250" y="2581275"/>
                </a:moveTo>
                <a:lnTo>
                  <a:pt x="1628775" y="2581275"/>
                </a:lnTo>
                <a:lnTo>
                  <a:pt x="1628775" y="2590800"/>
                </a:lnTo>
                <a:lnTo>
                  <a:pt x="1619250" y="2590800"/>
                </a:lnTo>
                <a:close/>
                <a:moveTo>
                  <a:pt x="1038225" y="2590800"/>
                </a:moveTo>
                <a:lnTo>
                  <a:pt x="1047750" y="2590800"/>
                </a:lnTo>
                <a:lnTo>
                  <a:pt x="1047750" y="2619375"/>
                </a:lnTo>
                <a:lnTo>
                  <a:pt x="1038225" y="2619375"/>
                </a:lnTo>
                <a:close/>
                <a:moveTo>
                  <a:pt x="819150" y="2600325"/>
                </a:moveTo>
                <a:lnTo>
                  <a:pt x="828675" y="2600325"/>
                </a:lnTo>
                <a:lnTo>
                  <a:pt x="828675" y="2619375"/>
                </a:lnTo>
                <a:lnTo>
                  <a:pt x="819150" y="2619375"/>
                </a:lnTo>
                <a:close/>
                <a:moveTo>
                  <a:pt x="933450" y="2619375"/>
                </a:moveTo>
                <a:lnTo>
                  <a:pt x="942975" y="2619375"/>
                </a:lnTo>
                <a:lnTo>
                  <a:pt x="942975" y="2628900"/>
                </a:lnTo>
                <a:lnTo>
                  <a:pt x="933450" y="2628900"/>
                </a:lnTo>
                <a:close/>
                <a:moveTo>
                  <a:pt x="1038225" y="2628900"/>
                </a:moveTo>
                <a:lnTo>
                  <a:pt x="1047750" y="2628900"/>
                </a:lnTo>
                <a:lnTo>
                  <a:pt x="1047750" y="2638425"/>
                </a:lnTo>
                <a:lnTo>
                  <a:pt x="1038225" y="2638425"/>
                </a:lnTo>
                <a:close/>
                <a:moveTo>
                  <a:pt x="447675" y="2638425"/>
                </a:moveTo>
                <a:lnTo>
                  <a:pt x="457200" y="2638425"/>
                </a:lnTo>
                <a:lnTo>
                  <a:pt x="457200" y="2647950"/>
                </a:lnTo>
                <a:lnTo>
                  <a:pt x="447675" y="2647950"/>
                </a:lnTo>
                <a:close/>
                <a:moveTo>
                  <a:pt x="438150" y="2647950"/>
                </a:moveTo>
                <a:lnTo>
                  <a:pt x="447675" y="2647950"/>
                </a:lnTo>
                <a:lnTo>
                  <a:pt x="447675" y="2686050"/>
                </a:lnTo>
                <a:lnTo>
                  <a:pt x="438150" y="2686050"/>
                </a:lnTo>
                <a:close/>
                <a:moveTo>
                  <a:pt x="485775" y="2657475"/>
                </a:moveTo>
                <a:lnTo>
                  <a:pt x="495300" y="2657475"/>
                </a:lnTo>
                <a:lnTo>
                  <a:pt x="495300" y="2686050"/>
                </a:lnTo>
                <a:lnTo>
                  <a:pt x="485775" y="2686050"/>
                </a:lnTo>
                <a:close/>
                <a:moveTo>
                  <a:pt x="561975" y="2657475"/>
                </a:moveTo>
                <a:lnTo>
                  <a:pt x="571500" y="2657475"/>
                </a:lnTo>
                <a:lnTo>
                  <a:pt x="571500" y="2676525"/>
                </a:lnTo>
                <a:lnTo>
                  <a:pt x="561975" y="2676525"/>
                </a:lnTo>
                <a:close/>
                <a:moveTo>
                  <a:pt x="676275" y="2657475"/>
                </a:moveTo>
                <a:lnTo>
                  <a:pt x="685800" y="2657475"/>
                </a:lnTo>
                <a:lnTo>
                  <a:pt x="685800" y="2667000"/>
                </a:lnTo>
                <a:lnTo>
                  <a:pt x="676275" y="2667000"/>
                </a:lnTo>
                <a:close/>
                <a:moveTo>
                  <a:pt x="885825" y="2667000"/>
                </a:moveTo>
                <a:lnTo>
                  <a:pt x="895350" y="2667000"/>
                </a:lnTo>
                <a:lnTo>
                  <a:pt x="895350" y="2676525"/>
                </a:lnTo>
                <a:lnTo>
                  <a:pt x="885825" y="2676525"/>
                </a:lnTo>
                <a:close/>
                <a:moveTo>
                  <a:pt x="990600" y="2667000"/>
                </a:moveTo>
                <a:lnTo>
                  <a:pt x="1000125" y="2667000"/>
                </a:lnTo>
                <a:lnTo>
                  <a:pt x="1000125" y="2676525"/>
                </a:lnTo>
                <a:lnTo>
                  <a:pt x="990600" y="2676525"/>
                </a:lnTo>
                <a:close/>
                <a:moveTo>
                  <a:pt x="895350" y="2676525"/>
                </a:moveTo>
                <a:lnTo>
                  <a:pt x="904875" y="2676525"/>
                </a:lnTo>
                <a:lnTo>
                  <a:pt x="904875" y="2686050"/>
                </a:lnTo>
                <a:lnTo>
                  <a:pt x="895350" y="2686050"/>
                </a:lnTo>
                <a:close/>
                <a:moveTo>
                  <a:pt x="1000125" y="2676525"/>
                </a:moveTo>
                <a:lnTo>
                  <a:pt x="1028700" y="2676525"/>
                </a:lnTo>
                <a:lnTo>
                  <a:pt x="1028700" y="2686050"/>
                </a:lnTo>
                <a:lnTo>
                  <a:pt x="1000125" y="2686050"/>
                </a:lnTo>
                <a:close/>
                <a:moveTo>
                  <a:pt x="266700" y="2686050"/>
                </a:moveTo>
                <a:lnTo>
                  <a:pt x="276225" y="2686050"/>
                </a:lnTo>
                <a:lnTo>
                  <a:pt x="276225" y="2705100"/>
                </a:lnTo>
                <a:lnTo>
                  <a:pt x="266700" y="2705100"/>
                </a:lnTo>
                <a:close/>
                <a:moveTo>
                  <a:pt x="628650" y="2686050"/>
                </a:moveTo>
                <a:lnTo>
                  <a:pt x="638175" y="2686050"/>
                </a:lnTo>
                <a:lnTo>
                  <a:pt x="638175" y="2695575"/>
                </a:lnTo>
                <a:lnTo>
                  <a:pt x="628650" y="2695575"/>
                </a:lnTo>
                <a:close/>
                <a:moveTo>
                  <a:pt x="1838325" y="2686050"/>
                </a:moveTo>
                <a:lnTo>
                  <a:pt x="1847850" y="2686050"/>
                </a:lnTo>
                <a:lnTo>
                  <a:pt x="1847850" y="2695575"/>
                </a:lnTo>
                <a:lnTo>
                  <a:pt x="1838325" y="2695575"/>
                </a:lnTo>
                <a:close/>
                <a:moveTo>
                  <a:pt x="2114550" y="2686050"/>
                </a:moveTo>
                <a:lnTo>
                  <a:pt x="2124075" y="2686050"/>
                </a:lnTo>
                <a:lnTo>
                  <a:pt x="2124075" y="2695575"/>
                </a:lnTo>
                <a:lnTo>
                  <a:pt x="2114550" y="2695575"/>
                </a:lnTo>
                <a:close/>
                <a:moveTo>
                  <a:pt x="514350" y="2695575"/>
                </a:moveTo>
                <a:lnTo>
                  <a:pt x="523875" y="2695575"/>
                </a:lnTo>
                <a:lnTo>
                  <a:pt x="523875" y="2705100"/>
                </a:lnTo>
                <a:lnTo>
                  <a:pt x="514350" y="2705100"/>
                </a:lnTo>
                <a:close/>
                <a:moveTo>
                  <a:pt x="638175" y="2695575"/>
                </a:moveTo>
                <a:lnTo>
                  <a:pt x="647700" y="2695575"/>
                </a:lnTo>
                <a:lnTo>
                  <a:pt x="647700" y="2705100"/>
                </a:lnTo>
                <a:lnTo>
                  <a:pt x="638175" y="2705100"/>
                </a:lnTo>
                <a:close/>
                <a:moveTo>
                  <a:pt x="523875" y="2705100"/>
                </a:moveTo>
                <a:lnTo>
                  <a:pt x="533400" y="2705100"/>
                </a:lnTo>
                <a:lnTo>
                  <a:pt x="533400" y="2714625"/>
                </a:lnTo>
                <a:lnTo>
                  <a:pt x="523875" y="2714625"/>
                </a:lnTo>
                <a:close/>
                <a:moveTo>
                  <a:pt x="2105025" y="2724150"/>
                </a:moveTo>
                <a:lnTo>
                  <a:pt x="2133600" y="2724150"/>
                </a:lnTo>
                <a:lnTo>
                  <a:pt x="2133600" y="2790825"/>
                </a:lnTo>
                <a:lnTo>
                  <a:pt x="2124075" y="2790825"/>
                </a:lnTo>
                <a:lnTo>
                  <a:pt x="2124075" y="2819400"/>
                </a:lnTo>
                <a:lnTo>
                  <a:pt x="2114550" y="2819400"/>
                </a:lnTo>
                <a:lnTo>
                  <a:pt x="2114550" y="2828925"/>
                </a:lnTo>
                <a:lnTo>
                  <a:pt x="2105025" y="2828925"/>
                </a:lnTo>
                <a:lnTo>
                  <a:pt x="2105025" y="2819400"/>
                </a:lnTo>
                <a:lnTo>
                  <a:pt x="2095500" y="2819400"/>
                </a:lnTo>
                <a:lnTo>
                  <a:pt x="2095500" y="2809875"/>
                </a:lnTo>
                <a:lnTo>
                  <a:pt x="2085975" y="2809875"/>
                </a:lnTo>
                <a:lnTo>
                  <a:pt x="2085975" y="2781300"/>
                </a:lnTo>
                <a:lnTo>
                  <a:pt x="2095500" y="2781300"/>
                </a:lnTo>
                <a:lnTo>
                  <a:pt x="2095500" y="2733675"/>
                </a:lnTo>
                <a:lnTo>
                  <a:pt x="2105025" y="2733675"/>
                </a:lnTo>
                <a:close/>
                <a:moveTo>
                  <a:pt x="1847850" y="2800350"/>
                </a:moveTo>
                <a:lnTo>
                  <a:pt x="1857375" y="2800350"/>
                </a:lnTo>
                <a:lnTo>
                  <a:pt x="1857375" y="2809875"/>
                </a:lnTo>
                <a:lnTo>
                  <a:pt x="1847850" y="2809875"/>
                </a:lnTo>
                <a:close/>
                <a:moveTo>
                  <a:pt x="1104900" y="2828925"/>
                </a:moveTo>
                <a:lnTo>
                  <a:pt x="1114425" y="2828925"/>
                </a:lnTo>
                <a:lnTo>
                  <a:pt x="1114425" y="2838450"/>
                </a:lnTo>
                <a:lnTo>
                  <a:pt x="1104900" y="2838450"/>
                </a:lnTo>
                <a:close/>
                <a:moveTo>
                  <a:pt x="1247775" y="2828925"/>
                </a:moveTo>
                <a:lnTo>
                  <a:pt x="1266825" y="2828925"/>
                </a:lnTo>
                <a:lnTo>
                  <a:pt x="1266825" y="2838450"/>
                </a:lnTo>
                <a:lnTo>
                  <a:pt x="1247775" y="2838450"/>
                </a:lnTo>
                <a:close/>
                <a:moveTo>
                  <a:pt x="1266825" y="2838450"/>
                </a:moveTo>
                <a:lnTo>
                  <a:pt x="1276350" y="2838450"/>
                </a:lnTo>
                <a:lnTo>
                  <a:pt x="1276350" y="2847975"/>
                </a:lnTo>
                <a:lnTo>
                  <a:pt x="1266825" y="2847975"/>
                </a:lnTo>
                <a:close/>
                <a:moveTo>
                  <a:pt x="1000125" y="2847975"/>
                </a:moveTo>
                <a:lnTo>
                  <a:pt x="1028700" y="2847975"/>
                </a:lnTo>
                <a:lnTo>
                  <a:pt x="1028700" y="2857500"/>
                </a:lnTo>
                <a:lnTo>
                  <a:pt x="1000125" y="2857500"/>
                </a:lnTo>
                <a:close/>
                <a:moveTo>
                  <a:pt x="942975" y="2857500"/>
                </a:moveTo>
                <a:lnTo>
                  <a:pt x="971550" y="2857500"/>
                </a:lnTo>
                <a:lnTo>
                  <a:pt x="971550" y="2867025"/>
                </a:lnTo>
                <a:lnTo>
                  <a:pt x="942975" y="2867025"/>
                </a:lnTo>
                <a:close/>
                <a:moveTo>
                  <a:pt x="533400" y="2867025"/>
                </a:moveTo>
                <a:lnTo>
                  <a:pt x="542925" y="2867025"/>
                </a:lnTo>
                <a:lnTo>
                  <a:pt x="542925" y="2876550"/>
                </a:lnTo>
                <a:lnTo>
                  <a:pt x="533400" y="2876550"/>
                </a:lnTo>
                <a:close/>
                <a:moveTo>
                  <a:pt x="914400" y="2867025"/>
                </a:moveTo>
                <a:lnTo>
                  <a:pt x="923925" y="2867025"/>
                </a:lnTo>
                <a:lnTo>
                  <a:pt x="923925" y="2876550"/>
                </a:lnTo>
                <a:lnTo>
                  <a:pt x="914400" y="2876550"/>
                </a:lnTo>
                <a:close/>
                <a:moveTo>
                  <a:pt x="276225" y="2876550"/>
                </a:moveTo>
                <a:lnTo>
                  <a:pt x="285750" y="2876550"/>
                </a:lnTo>
                <a:lnTo>
                  <a:pt x="285750" y="2895600"/>
                </a:lnTo>
                <a:lnTo>
                  <a:pt x="276225" y="2895600"/>
                </a:lnTo>
                <a:close/>
                <a:moveTo>
                  <a:pt x="381000" y="2876550"/>
                </a:moveTo>
                <a:lnTo>
                  <a:pt x="390525" y="2876550"/>
                </a:lnTo>
                <a:lnTo>
                  <a:pt x="390525" y="2886075"/>
                </a:lnTo>
                <a:lnTo>
                  <a:pt x="381000" y="2886075"/>
                </a:lnTo>
                <a:close/>
                <a:moveTo>
                  <a:pt x="514350" y="2876550"/>
                </a:moveTo>
                <a:lnTo>
                  <a:pt x="523875" y="2876550"/>
                </a:lnTo>
                <a:lnTo>
                  <a:pt x="523875" y="2886075"/>
                </a:lnTo>
                <a:lnTo>
                  <a:pt x="514350" y="2886075"/>
                </a:lnTo>
                <a:close/>
                <a:moveTo>
                  <a:pt x="371475" y="2886075"/>
                </a:moveTo>
                <a:lnTo>
                  <a:pt x="381000" y="2886075"/>
                </a:lnTo>
                <a:lnTo>
                  <a:pt x="381000" y="2895600"/>
                </a:lnTo>
                <a:lnTo>
                  <a:pt x="371475" y="2895600"/>
                </a:lnTo>
                <a:close/>
                <a:moveTo>
                  <a:pt x="419100" y="2886075"/>
                </a:moveTo>
                <a:lnTo>
                  <a:pt x="457200" y="2886075"/>
                </a:lnTo>
                <a:lnTo>
                  <a:pt x="457200" y="2895600"/>
                </a:lnTo>
                <a:lnTo>
                  <a:pt x="419100" y="2895600"/>
                </a:lnTo>
                <a:close/>
                <a:moveTo>
                  <a:pt x="485775" y="2886075"/>
                </a:moveTo>
                <a:lnTo>
                  <a:pt x="504825" y="2886075"/>
                </a:lnTo>
                <a:lnTo>
                  <a:pt x="504825" y="2895600"/>
                </a:lnTo>
                <a:lnTo>
                  <a:pt x="485775" y="2895600"/>
                </a:lnTo>
                <a:close/>
                <a:moveTo>
                  <a:pt x="1181100" y="2886075"/>
                </a:moveTo>
                <a:lnTo>
                  <a:pt x="1190625" y="2886075"/>
                </a:lnTo>
                <a:lnTo>
                  <a:pt x="1190625" y="2895600"/>
                </a:lnTo>
                <a:lnTo>
                  <a:pt x="1181100" y="2895600"/>
                </a:lnTo>
                <a:close/>
                <a:moveTo>
                  <a:pt x="1019175" y="2895600"/>
                </a:moveTo>
                <a:lnTo>
                  <a:pt x="1038225" y="2895600"/>
                </a:lnTo>
                <a:lnTo>
                  <a:pt x="1038225" y="2905125"/>
                </a:lnTo>
                <a:lnTo>
                  <a:pt x="1019175" y="2905125"/>
                </a:lnTo>
                <a:close/>
                <a:moveTo>
                  <a:pt x="771525" y="2905125"/>
                </a:moveTo>
                <a:lnTo>
                  <a:pt x="809625" y="2905125"/>
                </a:lnTo>
                <a:lnTo>
                  <a:pt x="809625" y="2914650"/>
                </a:lnTo>
                <a:lnTo>
                  <a:pt x="771525" y="2914650"/>
                </a:lnTo>
                <a:close/>
                <a:moveTo>
                  <a:pt x="371475" y="2914650"/>
                </a:moveTo>
                <a:lnTo>
                  <a:pt x="381000" y="2914650"/>
                </a:lnTo>
                <a:lnTo>
                  <a:pt x="381000" y="2933700"/>
                </a:lnTo>
                <a:lnTo>
                  <a:pt x="371475" y="2933700"/>
                </a:lnTo>
                <a:close/>
                <a:moveTo>
                  <a:pt x="381000" y="2933700"/>
                </a:moveTo>
                <a:lnTo>
                  <a:pt x="390525" y="2933700"/>
                </a:lnTo>
                <a:lnTo>
                  <a:pt x="390525" y="2943225"/>
                </a:lnTo>
                <a:lnTo>
                  <a:pt x="381000" y="2943225"/>
                </a:lnTo>
                <a:close/>
                <a:moveTo>
                  <a:pt x="428625" y="2933700"/>
                </a:moveTo>
                <a:lnTo>
                  <a:pt x="438150" y="2933700"/>
                </a:lnTo>
                <a:lnTo>
                  <a:pt x="438150" y="2943225"/>
                </a:lnTo>
                <a:lnTo>
                  <a:pt x="428625" y="2943225"/>
                </a:lnTo>
                <a:close/>
                <a:moveTo>
                  <a:pt x="514350" y="2933700"/>
                </a:moveTo>
                <a:lnTo>
                  <a:pt x="533400" y="2933700"/>
                </a:lnTo>
                <a:lnTo>
                  <a:pt x="533400" y="2943225"/>
                </a:lnTo>
                <a:lnTo>
                  <a:pt x="514350" y="2943225"/>
                </a:lnTo>
                <a:close/>
                <a:moveTo>
                  <a:pt x="1857375" y="2933700"/>
                </a:moveTo>
                <a:lnTo>
                  <a:pt x="1866900" y="2933700"/>
                </a:lnTo>
                <a:lnTo>
                  <a:pt x="1866900" y="2943225"/>
                </a:lnTo>
                <a:lnTo>
                  <a:pt x="1857375" y="2943225"/>
                </a:lnTo>
                <a:close/>
                <a:moveTo>
                  <a:pt x="857250" y="3019425"/>
                </a:moveTo>
                <a:lnTo>
                  <a:pt x="876300" y="3019425"/>
                </a:lnTo>
                <a:lnTo>
                  <a:pt x="876300" y="3028950"/>
                </a:lnTo>
                <a:lnTo>
                  <a:pt x="857250" y="3028950"/>
                </a:lnTo>
                <a:close/>
                <a:moveTo>
                  <a:pt x="847725" y="3028950"/>
                </a:moveTo>
                <a:lnTo>
                  <a:pt x="857250" y="3028950"/>
                </a:lnTo>
                <a:lnTo>
                  <a:pt x="857250" y="3038475"/>
                </a:lnTo>
                <a:lnTo>
                  <a:pt x="847725" y="3038475"/>
                </a:lnTo>
                <a:close/>
                <a:moveTo>
                  <a:pt x="695325" y="3038475"/>
                </a:moveTo>
                <a:lnTo>
                  <a:pt x="704850" y="3038475"/>
                </a:lnTo>
                <a:lnTo>
                  <a:pt x="704850" y="3048000"/>
                </a:lnTo>
                <a:lnTo>
                  <a:pt x="695325" y="3048000"/>
                </a:lnTo>
                <a:close/>
                <a:moveTo>
                  <a:pt x="714375" y="3038475"/>
                </a:moveTo>
                <a:lnTo>
                  <a:pt x="723900" y="3038475"/>
                </a:lnTo>
                <a:lnTo>
                  <a:pt x="723900" y="3048000"/>
                </a:lnTo>
                <a:lnTo>
                  <a:pt x="714375" y="3048000"/>
                </a:lnTo>
                <a:close/>
                <a:moveTo>
                  <a:pt x="771525" y="3038475"/>
                </a:moveTo>
                <a:lnTo>
                  <a:pt x="800100" y="3038475"/>
                </a:lnTo>
                <a:lnTo>
                  <a:pt x="800100" y="3048000"/>
                </a:lnTo>
                <a:lnTo>
                  <a:pt x="771525" y="3048000"/>
                </a:lnTo>
                <a:close/>
                <a:moveTo>
                  <a:pt x="971550" y="3038475"/>
                </a:moveTo>
                <a:lnTo>
                  <a:pt x="981075" y="3038475"/>
                </a:lnTo>
                <a:lnTo>
                  <a:pt x="981075" y="3048000"/>
                </a:lnTo>
                <a:lnTo>
                  <a:pt x="971550" y="3048000"/>
                </a:lnTo>
                <a:close/>
                <a:moveTo>
                  <a:pt x="933450" y="3048000"/>
                </a:moveTo>
                <a:lnTo>
                  <a:pt x="952500" y="3048000"/>
                </a:lnTo>
                <a:lnTo>
                  <a:pt x="952500" y="3067050"/>
                </a:lnTo>
                <a:lnTo>
                  <a:pt x="933450" y="3067050"/>
                </a:lnTo>
                <a:close/>
                <a:moveTo>
                  <a:pt x="1866900" y="3048000"/>
                </a:moveTo>
                <a:lnTo>
                  <a:pt x="1876425" y="3048000"/>
                </a:lnTo>
                <a:lnTo>
                  <a:pt x="1876425" y="3057525"/>
                </a:lnTo>
                <a:lnTo>
                  <a:pt x="1866900" y="3057525"/>
                </a:lnTo>
                <a:close/>
                <a:moveTo>
                  <a:pt x="981075" y="3057525"/>
                </a:moveTo>
                <a:lnTo>
                  <a:pt x="990600" y="3057525"/>
                </a:lnTo>
                <a:lnTo>
                  <a:pt x="990600" y="3067050"/>
                </a:lnTo>
                <a:lnTo>
                  <a:pt x="981075" y="3067050"/>
                </a:lnTo>
                <a:close/>
                <a:moveTo>
                  <a:pt x="285750" y="3067050"/>
                </a:moveTo>
                <a:lnTo>
                  <a:pt x="295275" y="3067050"/>
                </a:lnTo>
                <a:lnTo>
                  <a:pt x="295275" y="3076575"/>
                </a:lnTo>
                <a:lnTo>
                  <a:pt x="285750" y="3076575"/>
                </a:lnTo>
                <a:close/>
                <a:moveTo>
                  <a:pt x="866775" y="3067050"/>
                </a:moveTo>
                <a:lnTo>
                  <a:pt x="876300" y="3067050"/>
                </a:lnTo>
                <a:lnTo>
                  <a:pt x="876300" y="3076575"/>
                </a:lnTo>
                <a:lnTo>
                  <a:pt x="866775" y="3076575"/>
                </a:lnTo>
                <a:close/>
                <a:moveTo>
                  <a:pt x="923925" y="3067050"/>
                </a:moveTo>
                <a:lnTo>
                  <a:pt x="933450" y="3067050"/>
                </a:lnTo>
                <a:lnTo>
                  <a:pt x="933450" y="3076575"/>
                </a:lnTo>
                <a:lnTo>
                  <a:pt x="923925" y="3076575"/>
                </a:lnTo>
                <a:close/>
                <a:moveTo>
                  <a:pt x="476250" y="3076575"/>
                </a:moveTo>
                <a:lnTo>
                  <a:pt x="485775" y="3076575"/>
                </a:lnTo>
                <a:lnTo>
                  <a:pt x="485775" y="3095625"/>
                </a:lnTo>
                <a:lnTo>
                  <a:pt x="476250" y="3095625"/>
                </a:lnTo>
                <a:close/>
                <a:moveTo>
                  <a:pt x="685800" y="3076575"/>
                </a:moveTo>
                <a:lnTo>
                  <a:pt x="695325" y="3076575"/>
                </a:lnTo>
                <a:lnTo>
                  <a:pt x="695325" y="3086100"/>
                </a:lnTo>
                <a:lnTo>
                  <a:pt x="685800" y="3086100"/>
                </a:lnTo>
                <a:close/>
                <a:moveTo>
                  <a:pt x="876300" y="3076575"/>
                </a:moveTo>
                <a:lnTo>
                  <a:pt x="895350" y="3076575"/>
                </a:lnTo>
                <a:lnTo>
                  <a:pt x="895350" y="3086100"/>
                </a:lnTo>
                <a:lnTo>
                  <a:pt x="876300" y="3086100"/>
                </a:lnTo>
                <a:close/>
                <a:moveTo>
                  <a:pt x="723900" y="3086100"/>
                </a:moveTo>
                <a:lnTo>
                  <a:pt x="733425" y="3086100"/>
                </a:lnTo>
                <a:lnTo>
                  <a:pt x="733425" y="3095625"/>
                </a:lnTo>
                <a:lnTo>
                  <a:pt x="723900" y="3095625"/>
                </a:lnTo>
                <a:close/>
                <a:moveTo>
                  <a:pt x="742950" y="3095625"/>
                </a:moveTo>
                <a:lnTo>
                  <a:pt x="762000" y="3095625"/>
                </a:lnTo>
                <a:lnTo>
                  <a:pt x="762000" y="3105150"/>
                </a:lnTo>
                <a:lnTo>
                  <a:pt x="742950" y="3105150"/>
                </a:lnTo>
                <a:close/>
                <a:moveTo>
                  <a:pt x="971550" y="3114675"/>
                </a:moveTo>
                <a:lnTo>
                  <a:pt x="981075" y="3114675"/>
                </a:lnTo>
                <a:lnTo>
                  <a:pt x="981075" y="3124200"/>
                </a:lnTo>
                <a:lnTo>
                  <a:pt x="971550" y="3124200"/>
                </a:lnTo>
                <a:close/>
                <a:moveTo>
                  <a:pt x="714375" y="3124200"/>
                </a:moveTo>
                <a:lnTo>
                  <a:pt x="733425" y="3124200"/>
                </a:lnTo>
                <a:lnTo>
                  <a:pt x="733425" y="3133725"/>
                </a:lnTo>
                <a:lnTo>
                  <a:pt x="714375" y="3133725"/>
                </a:lnTo>
                <a:close/>
                <a:moveTo>
                  <a:pt x="752475" y="3133725"/>
                </a:moveTo>
                <a:lnTo>
                  <a:pt x="762000" y="3133725"/>
                </a:lnTo>
                <a:lnTo>
                  <a:pt x="762000" y="3143250"/>
                </a:lnTo>
                <a:lnTo>
                  <a:pt x="752475" y="3143250"/>
                </a:lnTo>
                <a:close/>
                <a:moveTo>
                  <a:pt x="914400" y="3152775"/>
                </a:moveTo>
                <a:lnTo>
                  <a:pt x="942975" y="3152775"/>
                </a:lnTo>
                <a:lnTo>
                  <a:pt x="942975" y="3162300"/>
                </a:lnTo>
                <a:lnTo>
                  <a:pt x="914400" y="3162300"/>
                </a:lnTo>
                <a:close/>
                <a:moveTo>
                  <a:pt x="552450" y="3162300"/>
                </a:moveTo>
                <a:lnTo>
                  <a:pt x="561975" y="3162300"/>
                </a:lnTo>
                <a:lnTo>
                  <a:pt x="561975" y="3171825"/>
                </a:lnTo>
                <a:lnTo>
                  <a:pt x="552450" y="3171825"/>
                </a:lnTo>
                <a:close/>
                <a:moveTo>
                  <a:pt x="695325" y="3162300"/>
                </a:moveTo>
                <a:lnTo>
                  <a:pt x="704850" y="3162300"/>
                </a:lnTo>
                <a:lnTo>
                  <a:pt x="704850" y="3171825"/>
                </a:lnTo>
                <a:lnTo>
                  <a:pt x="695325" y="3171825"/>
                </a:lnTo>
                <a:close/>
                <a:moveTo>
                  <a:pt x="723900" y="3162300"/>
                </a:moveTo>
                <a:lnTo>
                  <a:pt x="742950" y="3162300"/>
                </a:lnTo>
                <a:lnTo>
                  <a:pt x="742950" y="3171825"/>
                </a:lnTo>
                <a:lnTo>
                  <a:pt x="723900" y="3171825"/>
                </a:lnTo>
                <a:close/>
                <a:moveTo>
                  <a:pt x="790575" y="3162300"/>
                </a:moveTo>
                <a:lnTo>
                  <a:pt x="809625" y="3162300"/>
                </a:lnTo>
                <a:lnTo>
                  <a:pt x="809625" y="3171825"/>
                </a:lnTo>
                <a:lnTo>
                  <a:pt x="790575" y="3171825"/>
                </a:lnTo>
                <a:close/>
                <a:moveTo>
                  <a:pt x="1876425" y="3181350"/>
                </a:moveTo>
                <a:lnTo>
                  <a:pt x="1885950" y="3181350"/>
                </a:lnTo>
                <a:lnTo>
                  <a:pt x="1885950" y="3190875"/>
                </a:lnTo>
                <a:lnTo>
                  <a:pt x="1876425" y="3190875"/>
                </a:lnTo>
                <a:close/>
                <a:moveTo>
                  <a:pt x="485775" y="3190875"/>
                </a:moveTo>
                <a:lnTo>
                  <a:pt x="495300" y="3190875"/>
                </a:lnTo>
                <a:lnTo>
                  <a:pt x="495300" y="3200400"/>
                </a:lnTo>
                <a:lnTo>
                  <a:pt x="485775" y="3200400"/>
                </a:lnTo>
                <a:close/>
                <a:moveTo>
                  <a:pt x="495300" y="3200400"/>
                </a:moveTo>
                <a:lnTo>
                  <a:pt x="504825" y="3200400"/>
                </a:lnTo>
                <a:lnTo>
                  <a:pt x="504825" y="3209925"/>
                </a:lnTo>
                <a:lnTo>
                  <a:pt x="495300" y="3209925"/>
                </a:lnTo>
                <a:close/>
                <a:moveTo>
                  <a:pt x="533400" y="3200400"/>
                </a:moveTo>
                <a:lnTo>
                  <a:pt x="542925" y="3200400"/>
                </a:lnTo>
                <a:lnTo>
                  <a:pt x="542925" y="3209925"/>
                </a:lnTo>
                <a:lnTo>
                  <a:pt x="533400" y="3209925"/>
                </a:lnTo>
                <a:close/>
                <a:moveTo>
                  <a:pt x="295275" y="3248025"/>
                </a:moveTo>
                <a:lnTo>
                  <a:pt x="304800" y="3248025"/>
                </a:lnTo>
                <a:lnTo>
                  <a:pt x="304800" y="3276600"/>
                </a:lnTo>
                <a:lnTo>
                  <a:pt x="295275" y="3276600"/>
                </a:lnTo>
                <a:close/>
                <a:moveTo>
                  <a:pt x="790575" y="3267075"/>
                </a:moveTo>
                <a:lnTo>
                  <a:pt x="800100" y="3267075"/>
                </a:lnTo>
                <a:lnTo>
                  <a:pt x="800100" y="3276600"/>
                </a:lnTo>
                <a:lnTo>
                  <a:pt x="790575" y="3276600"/>
                </a:lnTo>
                <a:close/>
                <a:moveTo>
                  <a:pt x="895350" y="3267075"/>
                </a:moveTo>
                <a:lnTo>
                  <a:pt x="904875" y="3267075"/>
                </a:lnTo>
                <a:lnTo>
                  <a:pt x="904875" y="3276600"/>
                </a:lnTo>
                <a:lnTo>
                  <a:pt x="895350" y="3276600"/>
                </a:lnTo>
                <a:close/>
                <a:moveTo>
                  <a:pt x="704850" y="3276600"/>
                </a:moveTo>
                <a:lnTo>
                  <a:pt x="714375" y="3276600"/>
                </a:lnTo>
                <a:lnTo>
                  <a:pt x="714375" y="3286125"/>
                </a:lnTo>
                <a:lnTo>
                  <a:pt x="704850" y="3286125"/>
                </a:lnTo>
                <a:close/>
                <a:moveTo>
                  <a:pt x="771525" y="3276600"/>
                </a:moveTo>
                <a:lnTo>
                  <a:pt x="781050" y="3276600"/>
                </a:lnTo>
                <a:lnTo>
                  <a:pt x="781050" y="3286125"/>
                </a:lnTo>
                <a:lnTo>
                  <a:pt x="771525" y="3286125"/>
                </a:lnTo>
                <a:close/>
                <a:moveTo>
                  <a:pt x="809625" y="3276600"/>
                </a:moveTo>
                <a:lnTo>
                  <a:pt x="828675" y="3276600"/>
                </a:lnTo>
                <a:lnTo>
                  <a:pt x="828675" y="3286125"/>
                </a:lnTo>
                <a:lnTo>
                  <a:pt x="809625" y="3286125"/>
                </a:lnTo>
                <a:close/>
                <a:moveTo>
                  <a:pt x="695325" y="3286125"/>
                </a:moveTo>
                <a:lnTo>
                  <a:pt x="704850" y="3286125"/>
                </a:lnTo>
                <a:lnTo>
                  <a:pt x="704850" y="3295650"/>
                </a:lnTo>
                <a:lnTo>
                  <a:pt x="695325" y="3295650"/>
                </a:lnTo>
                <a:close/>
                <a:moveTo>
                  <a:pt x="923925" y="3314700"/>
                </a:moveTo>
                <a:lnTo>
                  <a:pt x="942975" y="3314700"/>
                </a:lnTo>
                <a:lnTo>
                  <a:pt x="942975" y="3324225"/>
                </a:lnTo>
                <a:lnTo>
                  <a:pt x="923925" y="3324225"/>
                </a:lnTo>
                <a:close/>
                <a:moveTo>
                  <a:pt x="781050" y="3324225"/>
                </a:moveTo>
                <a:lnTo>
                  <a:pt x="809625" y="3324225"/>
                </a:lnTo>
                <a:lnTo>
                  <a:pt x="809625" y="3333750"/>
                </a:lnTo>
                <a:lnTo>
                  <a:pt x="781050" y="3333750"/>
                </a:lnTo>
                <a:close/>
                <a:moveTo>
                  <a:pt x="733425" y="3362325"/>
                </a:moveTo>
                <a:lnTo>
                  <a:pt x="752475" y="3362325"/>
                </a:lnTo>
                <a:lnTo>
                  <a:pt x="752475" y="3371850"/>
                </a:lnTo>
                <a:lnTo>
                  <a:pt x="733425" y="3371850"/>
                </a:lnTo>
                <a:close/>
                <a:moveTo>
                  <a:pt x="885825" y="3362325"/>
                </a:moveTo>
                <a:lnTo>
                  <a:pt x="895350" y="3362325"/>
                </a:lnTo>
                <a:lnTo>
                  <a:pt x="895350" y="3371850"/>
                </a:lnTo>
                <a:lnTo>
                  <a:pt x="885825" y="3371850"/>
                </a:lnTo>
                <a:close/>
                <a:moveTo>
                  <a:pt x="904875" y="3362325"/>
                </a:moveTo>
                <a:lnTo>
                  <a:pt x="923925" y="3362325"/>
                </a:lnTo>
                <a:lnTo>
                  <a:pt x="923925" y="3371850"/>
                </a:lnTo>
                <a:lnTo>
                  <a:pt x="904875" y="3371850"/>
                </a:lnTo>
                <a:close/>
                <a:moveTo>
                  <a:pt x="952500" y="3362325"/>
                </a:moveTo>
                <a:lnTo>
                  <a:pt x="962025" y="3362325"/>
                </a:lnTo>
                <a:lnTo>
                  <a:pt x="962025" y="3371850"/>
                </a:lnTo>
                <a:lnTo>
                  <a:pt x="952500" y="3371850"/>
                </a:lnTo>
                <a:close/>
                <a:moveTo>
                  <a:pt x="771525" y="3400425"/>
                </a:moveTo>
                <a:lnTo>
                  <a:pt x="781050" y="3400425"/>
                </a:lnTo>
                <a:lnTo>
                  <a:pt x="781050" y="3409950"/>
                </a:lnTo>
                <a:lnTo>
                  <a:pt x="771525" y="3409950"/>
                </a:lnTo>
                <a:close/>
                <a:moveTo>
                  <a:pt x="809625" y="3400425"/>
                </a:moveTo>
                <a:lnTo>
                  <a:pt x="838200" y="3400425"/>
                </a:lnTo>
                <a:lnTo>
                  <a:pt x="838200" y="3409950"/>
                </a:lnTo>
                <a:lnTo>
                  <a:pt x="809625" y="3409950"/>
                </a:lnTo>
                <a:close/>
                <a:moveTo>
                  <a:pt x="904875" y="3400425"/>
                </a:moveTo>
                <a:lnTo>
                  <a:pt x="933450" y="3400425"/>
                </a:lnTo>
                <a:lnTo>
                  <a:pt x="933450" y="3409950"/>
                </a:lnTo>
                <a:lnTo>
                  <a:pt x="904875" y="3409950"/>
                </a:lnTo>
                <a:close/>
                <a:moveTo>
                  <a:pt x="723900" y="3409950"/>
                </a:moveTo>
                <a:lnTo>
                  <a:pt x="752475" y="3409950"/>
                </a:lnTo>
                <a:lnTo>
                  <a:pt x="752475" y="3419475"/>
                </a:lnTo>
                <a:lnTo>
                  <a:pt x="723900" y="3419475"/>
                </a:lnTo>
                <a:close/>
                <a:moveTo>
                  <a:pt x="781050" y="3409950"/>
                </a:moveTo>
                <a:lnTo>
                  <a:pt x="800100" y="3409950"/>
                </a:lnTo>
                <a:lnTo>
                  <a:pt x="800100" y="3419475"/>
                </a:lnTo>
                <a:lnTo>
                  <a:pt x="781050" y="3419475"/>
                </a:lnTo>
                <a:close/>
                <a:moveTo>
                  <a:pt x="304800" y="3448050"/>
                </a:moveTo>
                <a:lnTo>
                  <a:pt x="314325" y="3448050"/>
                </a:lnTo>
                <a:lnTo>
                  <a:pt x="314325" y="3457575"/>
                </a:lnTo>
                <a:lnTo>
                  <a:pt x="304800" y="3457575"/>
                </a:lnTo>
                <a:close/>
                <a:moveTo>
                  <a:pt x="1076325" y="3495675"/>
                </a:moveTo>
                <a:lnTo>
                  <a:pt x="1085850" y="3495675"/>
                </a:lnTo>
                <a:lnTo>
                  <a:pt x="1085850" y="3505200"/>
                </a:lnTo>
                <a:lnTo>
                  <a:pt x="1076325" y="3505200"/>
                </a:lnTo>
                <a:close/>
                <a:moveTo>
                  <a:pt x="1133475" y="3495675"/>
                </a:moveTo>
                <a:lnTo>
                  <a:pt x="1143000" y="3495675"/>
                </a:lnTo>
                <a:lnTo>
                  <a:pt x="1143000" y="3505200"/>
                </a:lnTo>
                <a:lnTo>
                  <a:pt x="1133475" y="3505200"/>
                </a:lnTo>
                <a:close/>
                <a:moveTo>
                  <a:pt x="1104900" y="3505200"/>
                </a:moveTo>
                <a:lnTo>
                  <a:pt x="1123950" y="3505200"/>
                </a:lnTo>
                <a:lnTo>
                  <a:pt x="1123950" y="3514725"/>
                </a:lnTo>
                <a:lnTo>
                  <a:pt x="1104900" y="3514725"/>
                </a:lnTo>
                <a:close/>
                <a:moveTo>
                  <a:pt x="942975" y="3514725"/>
                </a:moveTo>
                <a:lnTo>
                  <a:pt x="962025" y="3514725"/>
                </a:lnTo>
                <a:lnTo>
                  <a:pt x="962025" y="3524250"/>
                </a:lnTo>
                <a:lnTo>
                  <a:pt x="942975" y="3524250"/>
                </a:lnTo>
                <a:close/>
                <a:moveTo>
                  <a:pt x="981075" y="3514725"/>
                </a:moveTo>
                <a:lnTo>
                  <a:pt x="990600" y="3514725"/>
                </a:lnTo>
                <a:lnTo>
                  <a:pt x="990600" y="3543300"/>
                </a:lnTo>
                <a:lnTo>
                  <a:pt x="981075" y="3543300"/>
                </a:lnTo>
                <a:close/>
                <a:moveTo>
                  <a:pt x="962025" y="3524250"/>
                </a:moveTo>
                <a:lnTo>
                  <a:pt x="971550" y="3524250"/>
                </a:lnTo>
                <a:lnTo>
                  <a:pt x="971550" y="3533775"/>
                </a:lnTo>
                <a:lnTo>
                  <a:pt x="962025" y="3533775"/>
                </a:lnTo>
                <a:close/>
                <a:moveTo>
                  <a:pt x="1114425" y="3524250"/>
                </a:moveTo>
                <a:lnTo>
                  <a:pt x="1123950" y="3524250"/>
                </a:lnTo>
                <a:lnTo>
                  <a:pt x="1123950" y="3533775"/>
                </a:lnTo>
                <a:lnTo>
                  <a:pt x="1133475" y="3533775"/>
                </a:lnTo>
                <a:lnTo>
                  <a:pt x="1133475" y="3543300"/>
                </a:lnTo>
                <a:lnTo>
                  <a:pt x="1114425" y="3543300"/>
                </a:lnTo>
                <a:close/>
                <a:moveTo>
                  <a:pt x="704850" y="3543300"/>
                </a:moveTo>
                <a:lnTo>
                  <a:pt x="714375" y="3543300"/>
                </a:lnTo>
                <a:lnTo>
                  <a:pt x="714375" y="3562350"/>
                </a:lnTo>
                <a:lnTo>
                  <a:pt x="704850" y="3562350"/>
                </a:lnTo>
                <a:close/>
                <a:moveTo>
                  <a:pt x="1133475" y="3543300"/>
                </a:moveTo>
                <a:lnTo>
                  <a:pt x="1143000" y="3543300"/>
                </a:lnTo>
                <a:lnTo>
                  <a:pt x="1143000" y="3552825"/>
                </a:lnTo>
                <a:lnTo>
                  <a:pt x="1133475" y="3552825"/>
                </a:lnTo>
                <a:close/>
                <a:moveTo>
                  <a:pt x="1905000" y="3552825"/>
                </a:moveTo>
                <a:lnTo>
                  <a:pt x="1914525" y="3552825"/>
                </a:lnTo>
                <a:lnTo>
                  <a:pt x="1914525" y="3562350"/>
                </a:lnTo>
                <a:lnTo>
                  <a:pt x="1905000" y="3562350"/>
                </a:lnTo>
                <a:close/>
                <a:moveTo>
                  <a:pt x="1019175" y="3562350"/>
                </a:moveTo>
                <a:lnTo>
                  <a:pt x="1038225" y="3562350"/>
                </a:lnTo>
                <a:lnTo>
                  <a:pt x="1038225" y="3571875"/>
                </a:lnTo>
                <a:lnTo>
                  <a:pt x="1019175" y="3571875"/>
                </a:lnTo>
                <a:close/>
                <a:moveTo>
                  <a:pt x="752475" y="3571875"/>
                </a:moveTo>
                <a:lnTo>
                  <a:pt x="790575" y="3571875"/>
                </a:lnTo>
                <a:lnTo>
                  <a:pt x="790575" y="3581400"/>
                </a:lnTo>
                <a:lnTo>
                  <a:pt x="752475" y="3581400"/>
                </a:lnTo>
                <a:close/>
                <a:moveTo>
                  <a:pt x="942975" y="3600450"/>
                </a:moveTo>
                <a:lnTo>
                  <a:pt x="962025" y="3600450"/>
                </a:lnTo>
                <a:lnTo>
                  <a:pt x="962025" y="3609975"/>
                </a:lnTo>
                <a:lnTo>
                  <a:pt x="942975" y="3609975"/>
                </a:lnTo>
                <a:close/>
                <a:moveTo>
                  <a:pt x="1876425" y="3600450"/>
                </a:moveTo>
                <a:lnTo>
                  <a:pt x="1895475" y="3600450"/>
                </a:lnTo>
                <a:lnTo>
                  <a:pt x="1895475" y="3619500"/>
                </a:lnTo>
                <a:lnTo>
                  <a:pt x="1876425" y="3619500"/>
                </a:lnTo>
                <a:close/>
                <a:moveTo>
                  <a:pt x="1905000" y="3600450"/>
                </a:moveTo>
                <a:lnTo>
                  <a:pt x="1914525" y="3600450"/>
                </a:lnTo>
                <a:lnTo>
                  <a:pt x="1914525" y="3619500"/>
                </a:lnTo>
                <a:lnTo>
                  <a:pt x="1905000" y="3619500"/>
                </a:lnTo>
                <a:close/>
                <a:moveTo>
                  <a:pt x="866775" y="3609975"/>
                </a:moveTo>
                <a:lnTo>
                  <a:pt x="895350" y="3609975"/>
                </a:lnTo>
                <a:lnTo>
                  <a:pt x="895350" y="3619500"/>
                </a:lnTo>
                <a:lnTo>
                  <a:pt x="866775" y="3619500"/>
                </a:lnTo>
                <a:close/>
                <a:moveTo>
                  <a:pt x="723900" y="3619500"/>
                </a:moveTo>
                <a:lnTo>
                  <a:pt x="733425" y="3619500"/>
                </a:lnTo>
                <a:lnTo>
                  <a:pt x="733425" y="3629025"/>
                </a:lnTo>
                <a:lnTo>
                  <a:pt x="723900" y="3629025"/>
                </a:lnTo>
                <a:close/>
                <a:moveTo>
                  <a:pt x="800100" y="3619500"/>
                </a:moveTo>
                <a:lnTo>
                  <a:pt x="819150" y="3619500"/>
                </a:lnTo>
                <a:lnTo>
                  <a:pt x="819150" y="3629025"/>
                </a:lnTo>
                <a:lnTo>
                  <a:pt x="800100" y="3629025"/>
                </a:lnTo>
                <a:close/>
                <a:moveTo>
                  <a:pt x="314325" y="3629025"/>
                </a:moveTo>
                <a:lnTo>
                  <a:pt x="323850" y="3629025"/>
                </a:lnTo>
                <a:lnTo>
                  <a:pt x="323850" y="3638550"/>
                </a:lnTo>
                <a:lnTo>
                  <a:pt x="314325" y="3638550"/>
                </a:lnTo>
                <a:close/>
                <a:moveTo>
                  <a:pt x="781050" y="3629025"/>
                </a:moveTo>
                <a:lnTo>
                  <a:pt x="800100" y="3629025"/>
                </a:lnTo>
                <a:lnTo>
                  <a:pt x="800100" y="3638550"/>
                </a:lnTo>
                <a:lnTo>
                  <a:pt x="781050" y="3638550"/>
                </a:lnTo>
                <a:close/>
                <a:moveTo>
                  <a:pt x="723900" y="3648075"/>
                </a:moveTo>
                <a:lnTo>
                  <a:pt x="733425" y="3648075"/>
                </a:lnTo>
                <a:lnTo>
                  <a:pt x="733425" y="3657600"/>
                </a:lnTo>
                <a:lnTo>
                  <a:pt x="723900" y="3657600"/>
                </a:lnTo>
                <a:close/>
                <a:moveTo>
                  <a:pt x="857250" y="3648075"/>
                </a:moveTo>
                <a:lnTo>
                  <a:pt x="876300" y="3648075"/>
                </a:lnTo>
                <a:lnTo>
                  <a:pt x="876300" y="3657600"/>
                </a:lnTo>
                <a:lnTo>
                  <a:pt x="857250" y="3657600"/>
                </a:lnTo>
                <a:close/>
                <a:moveTo>
                  <a:pt x="904875" y="3648075"/>
                </a:moveTo>
                <a:lnTo>
                  <a:pt x="952500" y="3648075"/>
                </a:lnTo>
                <a:lnTo>
                  <a:pt x="952500" y="3667125"/>
                </a:lnTo>
                <a:lnTo>
                  <a:pt x="895350" y="3667125"/>
                </a:lnTo>
                <a:lnTo>
                  <a:pt x="895350" y="3657600"/>
                </a:lnTo>
                <a:lnTo>
                  <a:pt x="904875" y="3657600"/>
                </a:lnTo>
                <a:close/>
                <a:moveTo>
                  <a:pt x="742950" y="3657600"/>
                </a:moveTo>
                <a:lnTo>
                  <a:pt x="771525" y="3657600"/>
                </a:lnTo>
                <a:lnTo>
                  <a:pt x="771525" y="3667125"/>
                </a:lnTo>
                <a:lnTo>
                  <a:pt x="742950" y="3667125"/>
                </a:lnTo>
                <a:close/>
                <a:moveTo>
                  <a:pt x="876300" y="3657600"/>
                </a:moveTo>
                <a:lnTo>
                  <a:pt x="885825" y="3657600"/>
                </a:lnTo>
                <a:lnTo>
                  <a:pt x="885825" y="3667125"/>
                </a:lnTo>
                <a:lnTo>
                  <a:pt x="876300" y="3667125"/>
                </a:lnTo>
                <a:close/>
                <a:moveTo>
                  <a:pt x="1914525" y="3657600"/>
                </a:moveTo>
                <a:lnTo>
                  <a:pt x="1924050" y="3657600"/>
                </a:lnTo>
                <a:lnTo>
                  <a:pt x="1924050" y="3676650"/>
                </a:lnTo>
                <a:lnTo>
                  <a:pt x="1914525" y="3676650"/>
                </a:lnTo>
                <a:close/>
                <a:moveTo>
                  <a:pt x="581025" y="3676650"/>
                </a:moveTo>
                <a:lnTo>
                  <a:pt x="590550" y="3676650"/>
                </a:lnTo>
                <a:lnTo>
                  <a:pt x="590550" y="3686175"/>
                </a:lnTo>
                <a:lnTo>
                  <a:pt x="581025" y="3686175"/>
                </a:lnTo>
                <a:close/>
                <a:moveTo>
                  <a:pt x="514350" y="3686175"/>
                </a:moveTo>
                <a:lnTo>
                  <a:pt x="523875" y="3686175"/>
                </a:lnTo>
                <a:lnTo>
                  <a:pt x="523875" y="3695700"/>
                </a:lnTo>
                <a:lnTo>
                  <a:pt x="514350" y="3695700"/>
                </a:lnTo>
                <a:close/>
                <a:moveTo>
                  <a:pt x="571500" y="3686175"/>
                </a:moveTo>
                <a:lnTo>
                  <a:pt x="581025" y="3686175"/>
                </a:lnTo>
                <a:lnTo>
                  <a:pt x="581025" y="3695700"/>
                </a:lnTo>
                <a:lnTo>
                  <a:pt x="571500" y="3695700"/>
                </a:lnTo>
                <a:close/>
                <a:moveTo>
                  <a:pt x="1257300" y="3705225"/>
                </a:moveTo>
                <a:lnTo>
                  <a:pt x="1276350" y="3705225"/>
                </a:lnTo>
                <a:lnTo>
                  <a:pt x="1276350" y="3714750"/>
                </a:lnTo>
                <a:lnTo>
                  <a:pt x="1257300" y="3714750"/>
                </a:lnTo>
                <a:close/>
                <a:moveTo>
                  <a:pt x="1343025" y="3714750"/>
                </a:moveTo>
                <a:lnTo>
                  <a:pt x="1352550" y="3714750"/>
                </a:lnTo>
                <a:lnTo>
                  <a:pt x="1352550" y="3724275"/>
                </a:lnTo>
                <a:lnTo>
                  <a:pt x="1343025" y="3724275"/>
                </a:lnTo>
                <a:close/>
                <a:moveTo>
                  <a:pt x="1714500" y="3714750"/>
                </a:moveTo>
                <a:lnTo>
                  <a:pt x="1724025" y="3714750"/>
                </a:lnTo>
                <a:lnTo>
                  <a:pt x="1724025" y="3733800"/>
                </a:lnTo>
                <a:lnTo>
                  <a:pt x="1714500" y="3733800"/>
                </a:lnTo>
                <a:close/>
                <a:moveTo>
                  <a:pt x="1914525" y="3714750"/>
                </a:moveTo>
                <a:lnTo>
                  <a:pt x="1924050" y="3714750"/>
                </a:lnTo>
                <a:lnTo>
                  <a:pt x="1924050" y="3724275"/>
                </a:lnTo>
                <a:lnTo>
                  <a:pt x="1914525" y="3724275"/>
                </a:lnTo>
                <a:close/>
                <a:moveTo>
                  <a:pt x="914400" y="3724275"/>
                </a:moveTo>
                <a:lnTo>
                  <a:pt x="923925" y="3724275"/>
                </a:lnTo>
                <a:lnTo>
                  <a:pt x="923925" y="3733800"/>
                </a:lnTo>
                <a:lnTo>
                  <a:pt x="914400" y="3733800"/>
                </a:lnTo>
                <a:close/>
                <a:moveTo>
                  <a:pt x="942975" y="3724275"/>
                </a:moveTo>
                <a:lnTo>
                  <a:pt x="952500" y="3724275"/>
                </a:lnTo>
                <a:lnTo>
                  <a:pt x="952500" y="3733800"/>
                </a:lnTo>
                <a:lnTo>
                  <a:pt x="942975" y="3733800"/>
                </a:lnTo>
                <a:close/>
                <a:moveTo>
                  <a:pt x="1638300" y="3724275"/>
                </a:moveTo>
                <a:lnTo>
                  <a:pt x="1647825" y="3724275"/>
                </a:lnTo>
                <a:lnTo>
                  <a:pt x="1647825" y="3733800"/>
                </a:lnTo>
                <a:lnTo>
                  <a:pt x="1638300" y="3733800"/>
                </a:lnTo>
                <a:close/>
                <a:moveTo>
                  <a:pt x="1666875" y="3724275"/>
                </a:moveTo>
                <a:lnTo>
                  <a:pt x="1704975" y="3724275"/>
                </a:lnTo>
                <a:lnTo>
                  <a:pt x="1704975" y="3733800"/>
                </a:lnTo>
                <a:lnTo>
                  <a:pt x="1666875" y="3733800"/>
                </a:lnTo>
                <a:close/>
                <a:moveTo>
                  <a:pt x="561975" y="3752850"/>
                </a:moveTo>
                <a:lnTo>
                  <a:pt x="571500" y="3752850"/>
                </a:lnTo>
                <a:lnTo>
                  <a:pt x="571500" y="3762375"/>
                </a:lnTo>
                <a:lnTo>
                  <a:pt x="561975" y="3762375"/>
                </a:lnTo>
                <a:close/>
                <a:moveTo>
                  <a:pt x="1905000" y="3752850"/>
                </a:moveTo>
                <a:lnTo>
                  <a:pt x="1914525" y="3752850"/>
                </a:lnTo>
                <a:lnTo>
                  <a:pt x="1914525" y="3762375"/>
                </a:lnTo>
                <a:lnTo>
                  <a:pt x="1905000" y="3762375"/>
                </a:lnTo>
                <a:close/>
                <a:moveTo>
                  <a:pt x="571500" y="3762375"/>
                </a:moveTo>
                <a:lnTo>
                  <a:pt x="581025" y="3762375"/>
                </a:lnTo>
                <a:lnTo>
                  <a:pt x="581025" y="3771900"/>
                </a:lnTo>
                <a:lnTo>
                  <a:pt x="571500" y="3771900"/>
                </a:lnTo>
                <a:close/>
                <a:moveTo>
                  <a:pt x="904875" y="3771900"/>
                </a:moveTo>
                <a:lnTo>
                  <a:pt x="914400" y="3771900"/>
                </a:lnTo>
                <a:lnTo>
                  <a:pt x="914400" y="3781425"/>
                </a:lnTo>
                <a:lnTo>
                  <a:pt x="904875" y="3781425"/>
                </a:lnTo>
                <a:close/>
                <a:moveTo>
                  <a:pt x="942975" y="3771900"/>
                </a:moveTo>
                <a:lnTo>
                  <a:pt x="962025" y="3771900"/>
                </a:lnTo>
                <a:lnTo>
                  <a:pt x="962025" y="3781425"/>
                </a:lnTo>
                <a:lnTo>
                  <a:pt x="942975" y="3781425"/>
                </a:lnTo>
                <a:close/>
                <a:moveTo>
                  <a:pt x="914400" y="3781425"/>
                </a:moveTo>
                <a:lnTo>
                  <a:pt x="923925" y="3781425"/>
                </a:lnTo>
                <a:lnTo>
                  <a:pt x="923925" y="3790950"/>
                </a:lnTo>
                <a:lnTo>
                  <a:pt x="914400" y="3790950"/>
                </a:lnTo>
                <a:close/>
                <a:moveTo>
                  <a:pt x="933450" y="3781425"/>
                </a:moveTo>
                <a:lnTo>
                  <a:pt x="942975" y="3781425"/>
                </a:lnTo>
                <a:lnTo>
                  <a:pt x="942975" y="3800475"/>
                </a:lnTo>
                <a:lnTo>
                  <a:pt x="962025" y="3800475"/>
                </a:lnTo>
                <a:lnTo>
                  <a:pt x="962025" y="3810000"/>
                </a:lnTo>
                <a:lnTo>
                  <a:pt x="923925" y="3810000"/>
                </a:lnTo>
                <a:lnTo>
                  <a:pt x="923925" y="3790950"/>
                </a:lnTo>
                <a:lnTo>
                  <a:pt x="933450" y="3790950"/>
                </a:lnTo>
                <a:close/>
                <a:moveTo>
                  <a:pt x="1314450" y="3781425"/>
                </a:moveTo>
                <a:lnTo>
                  <a:pt x="1323975" y="3781425"/>
                </a:lnTo>
                <a:lnTo>
                  <a:pt x="1323975" y="3790950"/>
                </a:lnTo>
                <a:lnTo>
                  <a:pt x="1314450" y="3790950"/>
                </a:lnTo>
                <a:close/>
                <a:moveTo>
                  <a:pt x="1895475" y="3781425"/>
                </a:moveTo>
                <a:lnTo>
                  <a:pt x="1905000" y="3781425"/>
                </a:lnTo>
                <a:lnTo>
                  <a:pt x="1905000" y="3790950"/>
                </a:lnTo>
                <a:lnTo>
                  <a:pt x="1895475" y="3790950"/>
                </a:lnTo>
                <a:close/>
                <a:moveTo>
                  <a:pt x="1323975" y="3790950"/>
                </a:moveTo>
                <a:lnTo>
                  <a:pt x="1343025" y="3790950"/>
                </a:lnTo>
                <a:lnTo>
                  <a:pt x="1343025" y="3800475"/>
                </a:lnTo>
                <a:lnTo>
                  <a:pt x="1323975" y="3800475"/>
                </a:lnTo>
                <a:close/>
                <a:moveTo>
                  <a:pt x="1885950" y="3800475"/>
                </a:moveTo>
                <a:lnTo>
                  <a:pt x="1895475" y="3800475"/>
                </a:lnTo>
                <a:lnTo>
                  <a:pt x="1895475" y="3810000"/>
                </a:lnTo>
                <a:lnTo>
                  <a:pt x="1885950" y="3810000"/>
                </a:lnTo>
                <a:close/>
                <a:moveTo>
                  <a:pt x="876300" y="3810000"/>
                </a:moveTo>
                <a:lnTo>
                  <a:pt x="885825" y="3810000"/>
                </a:lnTo>
                <a:lnTo>
                  <a:pt x="885825" y="3819525"/>
                </a:lnTo>
                <a:lnTo>
                  <a:pt x="876300" y="3819525"/>
                </a:lnTo>
                <a:close/>
                <a:moveTo>
                  <a:pt x="904875" y="3810000"/>
                </a:moveTo>
                <a:lnTo>
                  <a:pt x="914400" y="3810000"/>
                </a:lnTo>
                <a:lnTo>
                  <a:pt x="914400" y="3819525"/>
                </a:lnTo>
                <a:lnTo>
                  <a:pt x="923925" y="3819525"/>
                </a:lnTo>
                <a:lnTo>
                  <a:pt x="923925" y="3829050"/>
                </a:lnTo>
                <a:lnTo>
                  <a:pt x="904875" y="3829050"/>
                </a:lnTo>
                <a:close/>
                <a:moveTo>
                  <a:pt x="971550" y="3810000"/>
                </a:moveTo>
                <a:lnTo>
                  <a:pt x="981075" y="3810000"/>
                </a:lnTo>
                <a:lnTo>
                  <a:pt x="981075" y="3819525"/>
                </a:lnTo>
                <a:lnTo>
                  <a:pt x="971550" y="3819525"/>
                </a:lnTo>
                <a:close/>
                <a:moveTo>
                  <a:pt x="1647825" y="3810000"/>
                </a:moveTo>
                <a:lnTo>
                  <a:pt x="1685925" y="3810000"/>
                </a:lnTo>
                <a:lnTo>
                  <a:pt x="1685925" y="3819525"/>
                </a:lnTo>
                <a:lnTo>
                  <a:pt x="1647825" y="3819525"/>
                </a:lnTo>
                <a:close/>
                <a:moveTo>
                  <a:pt x="1714500" y="3810000"/>
                </a:moveTo>
                <a:lnTo>
                  <a:pt x="1724025" y="3810000"/>
                </a:lnTo>
                <a:lnTo>
                  <a:pt x="1724025" y="3819525"/>
                </a:lnTo>
                <a:lnTo>
                  <a:pt x="1714500" y="3819525"/>
                </a:lnTo>
                <a:close/>
                <a:moveTo>
                  <a:pt x="885825" y="3819525"/>
                </a:moveTo>
                <a:lnTo>
                  <a:pt x="895350" y="3819525"/>
                </a:lnTo>
                <a:lnTo>
                  <a:pt x="895350" y="3829050"/>
                </a:lnTo>
                <a:lnTo>
                  <a:pt x="885825" y="3829050"/>
                </a:lnTo>
                <a:close/>
                <a:moveTo>
                  <a:pt x="1638300" y="3819525"/>
                </a:moveTo>
                <a:lnTo>
                  <a:pt x="1647825" y="3819525"/>
                </a:lnTo>
                <a:lnTo>
                  <a:pt x="1647825" y="3848100"/>
                </a:lnTo>
                <a:lnTo>
                  <a:pt x="1638300" y="3848100"/>
                </a:lnTo>
                <a:close/>
                <a:moveTo>
                  <a:pt x="1733550" y="3819525"/>
                </a:moveTo>
                <a:lnTo>
                  <a:pt x="1743075" y="3819525"/>
                </a:lnTo>
                <a:lnTo>
                  <a:pt x="1743075" y="3829050"/>
                </a:lnTo>
                <a:lnTo>
                  <a:pt x="1733550" y="3829050"/>
                </a:lnTo>
                <a:close/>
                <a:moveTo>
                  <a:pt x="952500" y="3829050"/>
                </a:moveTo>
                <a:lnTo>
                  <a:pt x="962025" y="3829050"/>
                </a:lnTo>
                <a:lnTo>
                  <a:pt x="962025" y="3838575"/>
                </a:lnTo>
                <a:lnTo>
                  <a:pt x="952500" y="3838575"/>
                </a:lnTo>
                <a:close/>
                <a:moveTo>
                  <a:pt x="1866900" y="3829050"/>
                </a:moveTo>
                <a:lnTo>
                  <a:pt x="1876425" y="3829050"/>
                </a:lnTo>
                <a:lnTo>
                  <a:pt x="1876425" y="3838575"/>
                </a:lnTo>
                <a:lnTo>
                  <a:pt x="1866900" y="3838575"/>
                </a:lnTo>
                <a:close/>
                <a:moveTo>
                  <a:pt x="333375" y="3838575"/>
                </a:moveTo>
                <a:lnTo>
                  <a:pt x="342900" y="3838575"/>
                </a:lnTo>
                <a:lnTo>
                  <a:pt x="342900" y="3848100"/>
                </a:lnTo>
                <a:lnTo>
                  <a:pt x="333375" y="3848100"/>
                </a:lnTo>
                <a:close/>
                <a:moveTo>
                  <a:pt x="561975" y="3838575"/>
                </a:moveTo>
                <a:lnTo>
                  <a:pt x="571500" y="3838575"/>
                </a:lnTo>
                <a:lnTo>
                  <a:pt x="571500" y="3848100"/>
                </a:lnTo>
                <a:lnTo>
                  <a:pt x="561975" y="3848100"/>
                </a:lnTo>
                <a:close/>
                <a:moveTo>
                  <a:pt x="1238250" y="3838575"/>
                </a:moveTo>
                <a:lnTo>
                  <a:pt x="1257300" y="3838575"/>
                </a:lnTo>
                <a:lnTo>
                  <a:pt x="1257300" y="3848100"/>
                </a:lnTo>
                <a:lnTo>
                  <a:pt x="1238250" y="3848100"/>
                </a:lnTo>
                <a:close/>
                <a:moveTo>
                  <a:pt x="1304925" y="3838575"/>
                </a:moveTo>
                <a:lnTo>
                  <a:pt x="1323975" y="3838575"/>
                </a:lnTo>
                <a:lnTo>
                  <a:pt x="1323975" y="3848100"/>
                </a:lnTo>
                <a:lnTo>
                  <a:pt x="1304925" y="3848100"/>
                </a:lnTo>
                <a:close/>
                <a:moveTo>
                  <a:pt x="1352550" y="3838575"/>
                </a:moveTo>
                <a:lnTo>
                  <a:pt x="1362075" y="3838575"/>
                </a:lnTo>
                <a:lnTo>
                  <a:pt x="1362075" y="3848100"/>
                </a:lnTo>
                <a:lnTo>
                  <a:pt x="1352550" y="3848100"/>
                </a:lnTo>
                <a:close/>
                <a:moveTo>
                  <a:pt x="1733550" y="3838575"/>
                </a:moveTo>
                <a:lnTo>
                  <a:pt x="1743075" y="3838575"/>
                </a:lnTo>
                <a:lnTo>
                  <a:pt x="1743075" y="3848100"/>
                </a:lnTo>
                <a:lnTo>
                  <a:pt x="1733550" y="3848100"/>
                </a:lnTo>
                <a:close/>
                <a:moveTo>
                  <a:pt x="1857375" y="3838575"/>
                </a:moveTo>
                <a:lnTo>
                  <a:pt x="1866900" y="3838575"/>
                </a:lnTo>
                <a:lnTo>
                  <a:pt x="1866900" y="3848100"/>
                </a:lnTo>
                <a:lnTo>
                  <a:pt x="1857375" y="3848100"/>
                </a:lnTo>
                <a:close/>
                <a:moveTo>
                  <a:pt x="1228725" y="3848100"/>
                </a:moveTo>
                <a:lnTo>
                  <a:pt x="1238250" y="3848100"/>
                </a:lnTo>
                <a:lnTo>
                  <a:pt x="1238250" y="3857625"/>
                </a:lnTo>
                <a:lnTo>
                  <a:pt x="1228725" y="3857625"/>
                </a:lnTo>
                <a:close/>
                <a:moveTo>
                  <a:pt x="1647825" y="3848100"/>
                </a:moveTo>
                <a:lnTo>
                  <a:pt x="1676400" y="3848100"/>
                </a:lnTo>
                <a:lnTo>
                  <a:pt x="1676400" y="3857625"/>
                </a:lnTo>
                <a:lnTo>
                  <a:pt x="1647825" y="3857625"/>
                </a:lnTo>
                <a:close/>
                <a:moveTo>
                  <a:pt x="1695450" y="3848100"/>
                </a:moveTo>
                <a:lnTo>
                  <a:pt x="1724025" y="3848100"/>
                </a:lnTo>
                <a:lnTo>
                  <a:pt x="1724025" y="3857625"/>
                </a:lnTo>
                <a:lnTo>
                  <a:pt x="1695450" y="3857625"/>
                </a:lnTo>
                <a:close/>
                <a:moveTo>
                  <a:pt x="981075" y="3857625"/>
                </a:moveTo>
                <a:lnTo>
                  <a:pt x="1009650" y="3857625"/>
                </a:lnTo>
                <a:lnTo>
                  <a:pt x="1009650" y="3867150"/>
                </a:lnTo>
                <a:lnTo>
                  <a:pt x="981075" y="3867150"/>
                </a:lnTo>
                <a:close/>
                <a:moveTo>
                  <a:pt x="933450" y="3867150"/>
                </a:moveTo>
                <a:lnTo>
                  <a:pt x="971550" y="3867150"/>
                </a:lnTo>
                <a:lnTo>
                  <a:pt x="971550" y="3876675"/>
                </a:lnTo>
                <a:lnTo>
                  <a:pt x="933450" y="3876675"/>
                </a:lnTo>
                <a:close/>
                <a:moveTo>
                  <a:pt x="1381125" y="3867150"/>
                </a:moveTo>
                <a:lnTo>
                  <a:pt x="1390650" y="3867150"/>
                </a:lnTo>
                <a:lnTo>
                  <a:pt x="1390650" y="3876675"/>
                </a:lnTo>
                <a:lnTo>
                  <a:pt x="1381125" y="3876675"/>
                </a:lnTo>
                <a:close/>
                <a:moveTo>
                  <a:pt x="1809750" y="3867150"/>
                </a:moveTo>
                <a:lnTo>
                  <a:pt x="1819275" y="3867150"/>
                </a:lnTo>
                <a:lnTo>
                  <a:pt x="1819275" y="3876675"/>
                </a:lnTo>
                <a:lnTo>
                  <a:pt x="1809750" y="3876675"/>
                </a:lnTo>
                <a:close/>
                <a:moveTo>
                  <a:pt x="504825" y="3886200"/>
                </a:moveTo>
                <a:lnTo>
                  <a:pt x="523875" y="3886200"/>
                </a:lnTo>
                <a:lnTo>
                  <a:pt x="523875" y="3895725"/>
                </a:lnTo>
                <a:lnTo>
                  <a:pt x="504825" y="3895725"/>
                </a:lnTo>
                <a:close/>
                <a:moveTo>
                  <a:pt x="1771650" y="3886200"/>
                </a:moveTo>
                <a:lnTo>
                  <a:pt x="1781175" y="3886200"/>
                </a:lnTo>
                <a:lnTo>
                  <a:pt x="1781175" y="3895725"/>
                </a:lnTo>
                <a:lnTo>
                  <a:pt x="1771650" y="3895725"/>
                </a:lnTo>
                <a:close/>
                <a:moveTo>
                  <a:pt x="819150" y="3895725"/>
                </a:moveTo>
                <a:lnTo>
                  <a:pt x="847725" y="3895725"/>
                </a:lnTo>
                <a:lnTo>
                  <a:pt x="847725" y="3905250"/>
                </a:lnTo>
                <a:lnTo>
                  <a:pt x="819150" y="3905250"/>
                </a:lnTo>
                <a:close/>
                <a:moveTo>
                  <a:pt x="981075" y="3895725"/>
                </a:moveTo>
                <a:lnTo>
                  <a:pt x="990600" y="3895725"/>
                </a:lnTo>
                <a:lnTo>
                  <a:pt x="990600" y="3905250"/>
                </a:lnTo>
                <a:lnTo>
                  <a:pt x="981075" y="3905250"/>
                </a:lnTo>
                <a:close/>
                <a:moveTo>
                  <a:pt x="1000125" y="3895725"/>
                </a:moveTo>
                <a:lnTo>
                  <a:pt x="1009650" y="3895725"/>
                </a:lnTo>
                <a:lnTo>
                  <a:pt x="1009650" y="3905250"/>
                </a:lnTo>
                <a:lnTo>
                  <a:pt x="1000125" y="3905250"/>
                </a:lnTo>
                <a:close/>
                <a:moveTo>
                  <a:pt x="1562100" y="3905250"/>
                </a:moveTo>
                <a:lnTo>
                  <a:pt x="1590675" y="3905250"/>
                </a:lnTo>
                <a:lnTo>
                  <a:pt x="1590675" y="3914775"/>
                </a:lnTo>
                <a:lnTo>
                  <a:pt x="1562100" y="3914775"/>
                </a:lnTo>
                <a:close/>
                <a:moveTo>
                  <a:pt x="1438275" y="3914775"/>
                </a:moveTo>
                <a:lnTo>
                  <a:pt x="1457325" y="3914775"/>
                </a:lnTo>
                <a:lnTo>
                  <a:pt x="1457325" y="3924300"/>
                </a:lnTo>
                <a:lnTo>
                  <a:pt x="1438275" y="3924300"/>
                </a:lnTo>
                <a:close/>
                <a:moveTo>
                  <a:pt x="533400" y="3924300"/>
                </a:moveTo>
                <a:lnTo>
                  <a:pt x="561975" y="3924300"/>
                </a:lnTo>
                <a:lnTo>
                  <a:pt x="561975" y="3933825"/>
                </a:lnTo>
                <a:lnTo>
                  <a:pt x="533400" y="3933825"/>
                </a:lnTo>
                <a:close/>
                <a:moveTo>
                  <a:pt x="1285875" y="3924300"/>
                </a:moveTo>
                <a:lnTo>
                  <a:pt x="1304925" y="3924300"/>
                </a:lnTo>
                <a:lnTo>
                  <a:pt x="1304925" y="3933825"/>
                </a:lnTo>
                <a:lnTo>
                  <a:pt x="1285875" y="3933825"/>
                </a:lnTo>
                <a:close/>
                <a:moveTo>
                  <a:pt x="1123950" y="3933825"/>
                </a:moveTo>
                <a:lnTo>
                  <a:pt x="1143000" y="3933825"/>
                </a:lnTo>
                <a:lnTo>
                  <a:pt x="1143000" y="3943350"/>
                </a:lnTo>
                <a:lnTo>
                  <a:pt x="1123950" y="3943350"/>
                </a:lnTo>
                <a:close/>
                <a:moveTo>
                  <a:pt x="971550" y="3943350"/>
                </a:moveTo>
                <a:lnTo>
                  <a:pt x="981075" y="3943350"/>
                </a:lnTo>
                <a:lnTo>
                  <a:pt x="981075" y="3952875"/>
                </a:lnTo>
                <a:lnTo>
                  <a:pt x="971550" y="3952875"/>
                </a:lnTo>
                <a:close/>
                <a:moveTo>
                  <a:pt x="819150" y="3952875"/>
                </a:moveTo>
                <a:lnTo>
                  <a:pt x="838200" y="3952875"/>
                </a:lnTo>
                <a:lnTo>
                  <a:pt x="838200" y="3962400"/>
                </a:lnTo>
                <a:lnTo>
                  <a:pt x="819150" y="3962400"/>
                </a:lnTo>
                <a:close/>
                <a:moveTo>
                  <a:pt x="666750" y="3962400"/>
                </a:moveTo>
                <a:lnTo>
                  <a:pt x="685800" y="3962400"/>
                </a:lnTo>
                <a:lnTo>
                  <a:pt x="685800" y="3971925"/>
                </a:lnTo>
                <a:lnTo>
                  <a:pt x="666750" y="3971925"/>
                </a:lnTo>
                <a:close/>
                <a:moveTo>
                  <a:pt x="3829050" y="3962400"/>
                </a:moveTo>
                <a:lnTo>
                  <a:pt x="3838575" y="3962400"/>
                </a:lnTo>
                <a:lnTo>
                  <a:pt x="3838575" y="3990975"/>
                </a:lnTo>
                <a:lnTo>
                  <a:pt x="3829050" y="3990975"/>
                </a:lnTo>
                <a:lnTo>
                  <a:pt x="3829050" y="4000500"/>
                </a:lnTo>
                <a:lnTo>
                  <a:pt x="3810000" y="4000500"/>
                </a:lnTo>
                <a:lnTo>
                  <a:pt x="3810000" y="4010025"/>
                </a:lnTo>
                <a:lnTo>
                  <a:pt x="3800475" y="4010025"/>
                </a:lnTo>
                <a:lnTo>
                  <a:pt x="3800475" y="4019550"/>
                </a:lnTo>
                <a:lnTo>
                  <a:pt x="3790950" y="4019550"/>
                </a:lnTo>
                <a:lnTo>
                  <a:pt x="3790950" y="4029075"/>
                </a:lnTo>
                <a:lnTo>
                  <a:pt x="3752850" y="4029075"/>
                </a:lnTo>
                <a:lnTo>
                  <a:pt x="3752850" y="4038600"/>
                </a:lnTo>
                <a:lnTo>
                  <a:pt x="3714750" y="4038600"/>
                </a:lnTo>
                <a:lnTo>
                  <a:pt x="3714750" y="4048125"/>
                </a:lnTo>
                <a:lnTo>
                  <a:pt x="3686175" y="4048125"/>
                </a:lnTo>
                <a:lnTo>
                  <a:pt x="3686175" y="4057650"/>
                </a:lnTo>
                <a:lnTo>
                  <a:pt x="3657600" y="4057650"/>
                </a:lnTo>
                <a:lnTo>
                  <a:pt x="3657600" y="4067175"/>
                </a:lnTo>
                <a:lnTo>
                  <a:pt x="3619500" y="4067175"/>
                </a:lnTo>
                <a:lnTo>
                  <a:pt x="3619500" y="4076700"/>
                </a:lnTo>
                <a:lnTo>
                  <a:pt x="3581400" y="4076700"/>
                </a:lnTo>
                <a:lnTo>
                  <a:pt x="3581400" y="4086225"/>
                </a:lnTo>
                <a:lnTo>
                  <a:pt x="3571875" y="4086225"/>
                </a:lnTo>
                <a:lnTo>
                  <a:pt x="3571875" y="4095750"/>
                </a:lnTo>
                <a:lnTo>
                  <a:pt x="3543300" y="4095750"/>
                </a:lnTo>
                <a:lnTo>
                  <a:pt x="3543300" y="4086225"/>
                </a:lnTo>
                <a:lnTo>
                  <a:pt x="3562350" y="4086225"/>
                </a:lnTo>
                <a:lnTo>
                  <a:pt x="3562350" y="4076700"/>
                </a:lnTo>
                <a:lnTo>
                  <a:pt x="3571875" y="4076700"/>
                </a:lnTo>
                <a:lnTo>
                  <a:pt x="3571875" y="4067175"/>
                </a:lnTo>
                <a:lnTo>
                  <a:pt x="3590925" y="4067175"/>
                </a:lnTo>
                <a:lnTo>
                  <a:pt x="3590925" y="4057650"/>
                </a:lnTo>
                <a:lnTo>
                  <a:pt x="3619500" y="4057650"/>
                </a:lnTo>
                <a:lnTo>
                  <a:pt x="3619500" y="4048125"/>
                </a:lnTo>
                <a:lnTo>
                  <a:pt x="3657600" y="4048125"/>
                </a:lnTo>
                <a:lnTo>
                  <a:pt x="3657600" y="4038600"/>
                </a:lnTo>
                <a:lnTo>
                  <a:pt x="3686175" y="4038600"/>
                </a:lnTo>
                <a:lnTo>
                  <a:pt x="3686175" y="4029075"/>
                </a:lnTo>
                <a:lnTo>
                  <a:pt x="3705225" y="4029075"/>
                </a:lnTo>
                <a:lnTo>
                  <a:pt x="3705225" y="4019550"/>
                </a:lnTo>
                <a:lnTo>
                  <a:pt x="3743325" y="4019550"/>
                </a:lnTo>
                <a:lnTo>
                  <a:pt x="3743325" y="4010025"/>
                </a:lnTo>
                <a:lnTo>
                  <a:pt x="3762375" y="4010025"/>
                </a:lnTo>
                <a:lnTo>
                  <a:pt x="3762375" y="4000500"/>
                </a:lnTo>
                <a:lnTo>
                  <a:pt x="3781425" y="4000500"/>
                </a:lnTo>
                <a:lnTo>
                  <a:pt x="3781425" y="3990975"/>
                </a:lnTo>
                <a:lnTo>
                  <a:pt x="3790950" y="3990975"/>
                </a:lnTo>
                <a:lnTo>
                  <a:pt x="3790950" y="3981450"/>
                </a:lnTo>
                <a:lnTo>
                  <a:pt x="3819525" y="3981450"/>
                </a:lnTo>
                <a:lnTo>
                  <a:pt x="3819525" y="3971925"/>
                </a:lnTo>
                <a:lnTo>
                  <a:pt x="3829050" y="3971925"/>
                </a:lnTo>
                <a:close/>
                <a:moveTo>
                  <a:pt x="523875" y="3971925"/>
                </a:moveTo>
                <a:lnTo>
                  <a:pt x="542925" y="3971925"/>
                </a:lnTo>
                <a:lnTo>
                  <a:pt x="542925" y="3981450"/>
                </a:lnTo>
                <a:lnTo>
                  <a:pt x="523875" y="3981450"/>
                </a:lnTo>
                <a:close/>
                <a:moveTo>
                  <a:pt x="3533775" y="4095750"/>
                </a:moveTo>
                <a:lnTo>
                  <a:pt x="3543300" y="4095750"/>
                </a:lnTo>
                <a:lnTo>
                  <a:pt x="3543300" y="4105275"/>
                </a:lnTo>
                <a:lnTo>
                  <a:pt x="3533775" y="4105275"/>
                </a:lnTo>
                <a:close/>
                <a:moveTo>
                  <a:pt x="3048000" y="4105275"/>
                </a:moveTo>
                <a:lnTo>
                  <a:pt x="3076575" y="4105275"/>
                </a:lnTo>
                <a:lnTo>
                  <a:pt x="3076575" y="4114800"/>
                </a:lnTo>
                <a:lnTo>
                  <a:pt x="3105150" y="4114800"/>
                </a:lnTo>
                <a:lnTo>
                  <a:pt x="3105150" y="4105275"/>
                </a:lnTo>
                <a:lnTo>
                  <a:pt x="3114675" y="4105275"/>
                </a:lnTo>
                <a:lnTo>
                  <a:pt x="3114675" y="4114800"/>
                </a:lnTo>
                <a:lnTo>
                  <a:pt x="3124200" y="4114800"/>
                </a:lnTo>
                <a:lnTo>
                  <a:pt x="3124200" y="4105275"/>
                </a:lnTo>
                <a:lnTo>
                  <a:pt x="3133725" y="4105275"/>
                </a:lnTo>
                <a:lnTo>
                  <a:pt x="3133725" y="4114800"/>
                </a:lnTo>
                <a:lnTo>
                  <a:pt x="3152775" y="4114800"/>
                </a:lnTo>
                <a:lnTo>
                  <a:pt x="3152775" y="4124325"/>
                </a:lnTo>
                <a:lnTo>
                  <a:pt x="3267075" y="4124325"/>
                </a:lnTo>
                <a:lnTo>
                  <a:pt x="3267075" y="4133850"/>
                </a:lnTo>
                <a:lnTo>
                  <a:pt x="3295650" y="4133850"/>
                </a:lnTo>
                <a:lnTo>
                  <a:pt x="3295650" y="4143375"/>
                </a:lnTo>
                <a:lnTo>
                  <a:pt x="3362325" y="4143375"/>
                </a:lnTo>
                <a:lnTo>
                  <a:pt x="3362325" y="4133850"/>
                </a:lnTo>
                <a:lnTo>
                  <a:pt x="3390900" y="4133850"/>
                </a:lnTo>
                <a:lnTo>
                  <a:pt x="3390900" y="4143375"/>
                </a:lnTo>
                <a:lnTo>
                  <a:pt x="3429000" y="4143375"/>
                </a:lnTo>
                <a:lnTo>
                  <a:pt x="3429000" y="4152900"/>
                </a:lnTo>
                <a:lnTo>
                  <a:pt x="3457575" y="4152900"/>
                </a:lnTo>
                <a:lnTo>
                  <a:pt x="3457575" y="4143375"/>
                </a:lnTo>
                <a:lnTo>
                  <a:pt x="3467100" y="4143375"/>
                </a:lnTo>
                <a:lnTo>
                  <a:pt x="3467100" y="4152900"/>
                </a:lnTo>
                <a:lnTo>
                  <a:pt x="3457575" y="4152900"/>
                </a:lnTo>
                <a:lnTo>
                  <a:pt x="3457575" y="4162425"/>
                </a:lnTo>
                <a:lnTo>
                  <a:pt x="3448050" y="4162425"/>
                </a:lnTo>
                <a:lnTo>
                  <a:pt x="3448050" y="4171950"/>
                </a:lnTo>
                <a:lnTo>
                  <a:pt x="3429000" y="4171950"/>
                </a:lnTo>
                <a:lnTo>
                  <a:pt x="3429000" y="4181475"/>
                </a:lnTo>
                <a:lnTo>
                  <a:pt x="3419475" y="4181475"/>
                </a:lnTo>
                <a:lnTo>
                  <a:pt x="3419475" y="4191000"/>
                </a:lnTo>
                <a:lnTo>
                  <a:pt x="3400425" y="4191000"/>
                </a:lnTo>
                <a:lnTo>
                  <a:pt x="3400425" y="4200525"/>
                </a:lnTo>
                <a:lnTo>
                  <a:pt x="3390900" y="4200525"/>
                </a:lnTo>
                <a:lnTo>
                  <a:pt x="3390900" y="4210050"/>
                </a:lnTo>
                <a:lnTo>
                  <a:pt x="3371850" y="4210050"/>
                </a:lnTo>
                <a:lnTo>
                  <a:pt x="3371850" y="4219575"/>
                </a:lnTo>
                <a:lnTo>
                  <a:pt x="3362325" y="4219575"/>
                </a:lnTo>
                <a:lnTo>
                  <a:pt x="3362325" y="4229100"/>
                </a:lnTo>
                <a:lnTo>
                  <a:pt x="3352800" y="4229100"/>
                </a:lnTo>
                <a:lnTo>
                  <a:pt x="3352800" y="4238625"/>
                </a:lnTo>
                <a:lnTo>
                  <a:pt x="3333750" y="4238625"/>
                </a:lnTo>
                <a:lnTo>
                  <a:pt x="3333750" y="4248150"/>
                </a:lnTo>
                <a:lnTo>
                  <a:pt x="3324225" y="4248150"/>
                </a:lnTo>
                <a:lnTo>
                  <a:pt x="3324225" y="4257675"/>
                </a:lnTo>
                <a:lnTo>
                  <a:pt x="3305175" y="4257675"/>
                </a:lnTo>
                <a:lnTo>
                  <a:pt x="3305175" y="4267200"/>
                </a:lnTo>
                <a:lnTo>
                  <a:pt x="3295650" y="4267200"/>
                </a:lnTo>
                <a:lnTo>
                  <a:pt x="3295650" y="4276725"/>
                </a:lnTo>
                <a:lnTo>
                  <a:pt x="3276600" y="4276725"/>
                </a:lnTo>
                <a:lnTo>
                  <a:pt x="3276600" y="4286250"/>
                </a:lnTo>
                <a:lnTo>
                  <a:pt x="3267075" y="4286250"/>
                </a:lnTo>
                <a:lnTo>
                  <a:pt x="3267075" y="4295775"/>
                </a:lnTo>
                <a:lnTo>
                  <a:pt x="1076325" y="4295775"/>
                </a:lnTo>
                <a:lnTo>
                  <a:pt x="1076325" y="4286250"/>
                </a:lnTo>
                <a:lnTo>
                  <a:pt x="1066800" y="4286250"/>
                </a:lnTo>
                <a:lnTo>
                  <a:pt x="1066800" y="4276725"/>
                </a:lnTo>
                <a:lnTo>
                  <a:pt x="1047750" y="4276725"/>
                </a:lnTo>
                <a:lnTo>
                  <a:pt x="1047750" y="4267200"/>
                </a:lnTo>
                <a:lnTo>
                  <a:pt x="1038225" y="4267200"/>
                </a:lnTo>
                <a:lnTo>
                  <a:pt x="1038225" y="4257675"/>
                </a:lnTo>
                <a:lnTo>
                  <a:pt x="1009650" y="4257675"/>
                </a:lnTo>
                <a:lnTo>
                  <a:pt x="1009650" y="4248150"/>
                </a:lnTo>
                <a:lnTo>
                  <a:pt x="1019175" y="4248150"/>
                </a:lnTo>
                <a:lnTo>
                  <a:pt x="1019175" y="4238625"/>
                </a:lnTo>
                <a:lnTo>
                  <a:pt x="1047750" y="4238625"/>
                </a:lnTo>
                <a:lnTo>
                  <a:pt x="1047750" y="4229100"/>
                </a:lnTo>
                <a:lnTo>
                  <a:pt x="1057275" y="4229100"/>
                </a:lnTo>
                <a:lnTo>
                  <a:pt x="1057275" y="4238625"/>
                </a:lnTo>
                <a:lnTo>
                  <a:pt x="1066800" y="4238625"/>
                </a:lnTo>
                <a:lnTo>
                  <a:pt x="1066800" y="4229100"/>
                </a:lnTo>
                <a:lnTo>
                  <a:pt x="1123950" y="4229100"/>
                </a:lnTo>
                <a:lnTo>
                  <a:pt x="1123950" y="4238625"/>
                </a:lnTo>
                <a:lnTo>
                  <a:pt x="1143000" y="4238625"/>
                </a:lnTo>
                <a:lnTo>
                  <a:pt x="1143000" y="4229100"/>
                </a:lnTo>
                <a:lnTo>
                  <a:pt x="1247775" y="4229100"/>
                </a:lnTo>
                <a:lnTo>
                  <a:pt x="1247775" y="4219575"/>
                </a:lnTo>
                <a:lnTo>
                  <a:pt x="1266825" y="4219575"/>
                </a:lnTo>
                <a:lnTo>
                  <a:pt x="1266825" y="4210050"/>
                </a:lnTo>
                <a:lnTo>
                  <a:pt x="1276350" y="4210050"/>
                </a:lnTo>
                <a:lnTo>
                  <a:pt x="1276350" y="4219575"/>
                </a:lnTo>
                <a:lnTo>
                  <a:pt x="1295400" y="4219575"/>
                </a:lnTo>
                <a:lnTo>
                  <a:pt x="1295400" y="4229100"/>
                </a:lnTo>
                <a:lnTo>
                  <a:pt x="1381125" y="4229100"/>
                </a:lnTo>
                <a:lnTo>
                  <a:pt x="1381125" y="4219575"/>
                </a:lnTo>
                <a:lnTo>
                  <a:pt x="1466850" y="4219575"/>
                </a:lnTo>
                <a:lnTo>
                  <a:pt x="1466850" y="4229100"/>
                </a:lnTo>
                <a:lnTo>
                  <a:pt x="1514475" y="4229100"/>
                </a:lnTo>
                <a:lnTo>
                  <a:pt x="1514475" y="4219575"/>
                </a:lnTo>
                <a:lnTo>
                  <a:pt x="1552575" y="4219575"/>
                </a:lnTo>
                <a:lnTo>
                  <a:pt x="1552575" y="4229100"/>
                </a:lnTo>
                <a:lnTo>
                  <a:pt x="1581150" y="4229100"/>
                </a:lnTo>
                <a:lnTo>
                  <a:pt x="1581150" y="4219575"/>
                </a:lnTo>
                <a:lnTo>
                  <a:pt x="1609725" y="4219575"/>
                </a:lnTo>
                <a:lnTo>
                  <a:pt x="1609725" y="4229100"/>
                </a:lnTo>
                <a:lnTo>
                  <a:pt x="1647825" y="4229100"/>
                </a:lnTo>
                <a:lnTo>
                  <a:pt x="1647825" y="4219575"/>
                </a:lnTo>
                <a:lnTo>
                  <a:pt x="1657350" y="4219575"/>
                </a:lnTo>
                <a:lnTo>
                  <a:pt x="1657350" y="4229100"/>
                </a:lnTo>
                <a:lnTo>
                  <a:pt x="1771650" y="4229100"/>
                </a:lnTo>
                <a:lnTo>
                  <a:pt x="1771650" y="4219575"/>
                </a:lnTo>
                <a:lnTo>
                  <a:pt x="1838325" y="4219575"/>
                </a:lnTo>
                <a:lnTo>
                  <a:pt x="1838325" y="4229100"/>
                </a:lnTo>
                <a:lnTo>
                  <a:pt x="1895475" y="4229100"/>
                </a:lnTo>
                <a:lnTo>
                  <a:pt x="1895475" y="4219575"/>
                </a:lnTo>
                <a:lnTo>
                  <a:pt x="1943100" y="4219575"/>
                </a:lnTo>
                <a:lnTo>
                  <a:pt x="1943100" y="4229100"/>
                </a:lnTo>
                <a:lnTo>
                  <a:pt x="1990725" y="4229100"/>
                </a:lnTo>
                <a:lnTo>
                  <a:pt x="1990725" y="4219575"/>
                </a:lnTo>
                <a:lnTo>
                  <a:pt x="2019300" y="4219575"/>
                </a:lnTo>
                <a:lnTo>
                  <a:pt x="2019300" y="4210050"/>
                </a:lnTo>
                <a:lnTo>
                  <a:pt x="2028825" y="4210050"/>
                </a:lnTo>
                <a:lnTo>
                  <a:pt x="2028825" y="4219575"/>
                </a:lnTo>
                <a:lnTo>
                  <a:pt x="2057400" y="4219575"/>
                </a:lnTo>
                <a:lnTo>
                  <a:pt x="2057400" y="4229100"/>
                </a:lnTo>
                <a:lnTo>
                  <a:pt x="2076450" y="4229100"/>
                </a:lnTo>
                <a:lnTo>
                  <a:pt x="2076450" y="4219575"/>
                </a:lnTo>
                <a:lnTo>
                  <a:pt x="2105025" y="4219575"/>
                </a:lnTo>
                <a:lnTo>
                  <a:pt x="2105025" y="4229100"/>
                </a:lnTo>
                <a:lnTo>
                  <a:pt x="2114550" y="4229100"/>
                </a:lnTo>
                <a:lnTo>
                  <a:pt x="2114550" y="4210050"/>
                </a:lnTo>
                <a:lnTo>
                  <a:pt x="2133600" y="4210050"/>
                </a:lnTo>
                <a:lnTo>
                  <a:pt x="2133600" y="4200525"/>
                </a:lnTo>
                <a:lnTo>
                  <a:pt x="2152650" y="4200525"/>
                </a:lnTo>
                <a:lnTo>
                  <a:pt x="2152650" y="4210050"/>
                </a:lnTo>
                <a:lnTo>
                  <a:pt x="2181225" y="4210050"/>
                </a:lnTo>
                <a:lnTo>
                  <a:pt x="2181225" y="4200525"/>
                </a:lnTo>
                <a:lnTo>
                  <a:pt x="2190750" y="4200525"/>
                </a:lnTo>
                <a:lnTo>
                  <a:pt x="2190750" y="4191000"/>
                </a:lnTo>
                <a:lnTo>
                  <a:pt x="2209800" y="4191000"/>
                </a:lnTo>
                <a:lnTo>
                  <a:pt x="2209800" y="4210050"/>
                </a:lnTo>
                <a:lnTo>
                  <a:pt x="2228850" y="4210050"/>
                </a:lnTo>
                <a:lnTo>
                  <a:pt x="2228850" y="4200525"/>
                </a:lnTo>
                <a:lnTo>
                  <a:pt x="2247900" y="4200525"/>
                </a:lnTo>
                <a:lnTo>
                  <a:pt x="2247900" y="4210050"/>
                </a:lnTo>
                <a:lnTo>
                  <a:pt x="2257425" y="4210050"/>
                </a:lnTo>
                <a:lnTo>
                  <a:pt x="2257425" y="4200525"/>
                </a:lnTo>
                <a:lnTo>
                  <a:pt x="2276475" y="4200525"/>
                </a:lnTo>
                <a:lnTo>
                  <a:pt x="2276475" y="4191000"/>
                </a:lnTo>
                <a:lnTo>
                  <a:pt x="2286000" y="4191000"/>
                </a:lnTo>
                <a:lnTo>
                  <a:pt x="2286000" y="4181475"/>
                </a:lnTo>
                <a:lnTo>
                  <a:pt x="2295525" y="4181475"/>
                </a:lnTo>
                <a:lnTo>
                  <a:pt x="2295525" y="4191000"/>
                </a:lnTo>
                <a:lnTo>
                  <a:pt x="2333625" y="4191000"/>
                </a:lnTo>
                <a:lnTo>
                  <a:pt x="2333625" y="4200525"/>
                </a:lnTo>
                <a:lnTo>
                  <a:pt x="2352675" y="4200525"/>
                </a:lnTo>
                <a:lnTo>
                  <a:pt x="2352675" y="4191000"/>
                </a:lnTo>
                <a:lnTo>
                  <a:pt x="2362200" y="4191000"/>
                </a:lnTo>
                <a:lnTo>
                  <a:pt x="2362200" y="4200525"/>
                </a:lnTo>
                <a:lnTo>
                  <a:pt x="2371725" y="4200525"/>
                </a:lnTo>
                <a:lnTo>
                  <a:pt x="2371725" y="4191000"/>
                </a:lnTo>
                <a:lnTo>
                  <a:pt x="2400300" y="4191000"/>
                </a:lnTo>
                <a:lnTo>
                  <a:pt x="2400300" y="4200525"/>
                </a:lnTo>
                <a:lnTo>
                  <a:pt x="2409825" y="4200525"/>
                </a:lnTo>
                <a:lnTo>
                  <a:pt x="2409825" y="4191000"/>
                </a:lnTo>
                <a:lnTo>
                  <a:pt x="2438400" y="4191000"/>
                </a:lnTo>
                <a:lnTo>
                  <a:pt x="2438400" y="4200525"/>
                </a:lnTo>
                <a:lnTo>
                  <a:pt x="2447925" y="4200525"/>
                </a:lnTo>
                <a:lnTo>
                  <a:pt x="2447925" y="4191000"/>
                </a:lnTo>
                <a:lnTo>
                  <a:pt x="2457450" y="4191000"/>
                </a:lnTo>
                <a:lnTo>
                  <a:pt x="2457450" y="4181475"/>
                </a:lnTo>
                <a:lnTo>
                  <a:pt x="2476500" y="4181475"/>
                </a:lnTo>
                <a:lnTo>
                  <a:pt x="2476500" y="4191000"/>
                </a:lnTo>
                <a:lnTo>
                  <a:pt x="2524125" y="4191000"/>
                </a:lnTo>
                <a:lnTo>
                  <a:pt x="2524125" y="4181475"/>
                </a:lnTo>
                <a:lnTo>
                  <a:pt x="2533650" y="4181475"/>
                </a:lnTo>
                <a:lnTo>
                  <a:pt x="2533650" y="4171950"/>
                </a:lnTo>
                <a:lnTo>
                  <a:pt x="2552700" y="4171950"/>
                </a:lnTo>
                <a:lnTo>
                  <a:pt x="2552700" y="4181475"/>
                </a:lnTo>
                <a:lnTo>
                  <a:pt x="2571750" y="4181475"/>
                </a:lnTo>
                <a:lnTo>
                  <a:pt x="2571750" y="4171950"/>
                </a:lnTo>
                <a:lnTo>
                  <a:pt x="2581275" y="4171950"/>
                </a:lnTo>
                <a:lnTo>
                  <a:pt x="2581275" y="4162425"/>
                </a:lnTo>
                <a:lnTo>
                  <a:pt x="2590800" y="4162425"/>
                </a:lnTo>
                <a:lnTo>
                  <a:pt x="2590800" y="4171950"/>
                </a:lnTo>
                <a:lnTo>
                  <a:pt x="2600325" y="4171950"/>
                </a:lnTo>
                <a:lnTo>
                  <a:pt x="2600325" y="4162425"/>
                </a:lnTo>
                <a:lnTo>
                  <a:pt x="2609850" y="4162425"/>
                </a:lnTo>
                <a:lnTo>
                  <a:pt x="2609850" y="4171950"/>
                </a:lnTo>
                <a:lnTo>
                  <a:pt x="2600325" y="4171950"/>
                </a:lnTo>
                <a:lnTo>
                  <a:pt x="2600325" y="4181475"/>
                </a:lnTo>
                <a:lnTo>
                  <a:pt x="2619375" y="4181475"/>
                </a:lnTo>
                <a:lnTo>
                  <a:pt x="2619375" y="4162425"/>
                </a:lnTo>
                <a:lnTo>
                  <a:pt x="2647950" y="4162425"/>
                </a:lnTo>
                <a:lnTo>
                  <a:pt x="2647950" y="4152900"/>
                </a:lnTo>
                <a:lnTo>
                  <a:pt x="2657475" y="4152900"/>
                </a:lnTo>
                <a:lnTo>
                  <a:pt x="2657475" y="4162425"/>
                </a:lnTo>
                <a:lnTo>
                  <a:pt x="2695575" y="4162425"/>
                </a:lnTo>
                <a:lnTo>
                  <a:pt x="2695575" y="4171950"/>
                </a:lnTo>
                <a:lnTo>
                  <a:pt x="2705100" y="4171950"/>
                </a:lnTo>
                <a:lnTo>
                  <a:pt x="2705100" y="4162425"/>
                </a:lnTo>
                <a:lnTo>
                  <a:pt x="2714625" y="4162425"/>
                </a:lnTo>
                <a:lnTo>
                  <a:pt x="2714625" y="4152900"/>
                </a:lnTo>
                <a:lnTo>
                  <a:pt x="2743200" y="4152900"/>
                </a:lnTo>
                <a:lnTo>
                  <a:pt x="2743200" y="4143375"/>
                </a:lnTo>
                <a:lnTo>
                  <a:pt x="2762250" y="4143375"/>
                </a:lnTo>
                <a:lnTo>
                  <a:pt x="2762250" y="4152900"/>
                </a:lnTo>
                <a:lnTo>
                  <a:pt x="2800350" y="4152900"/>
                </a:lnTo>
                <a:lnTo>
                  <a:pt x="2800350" y="4143375"/>
                </a:lnTo>
                <a:lnTo>
                  <a:pt x="2857500" y="4143375"/>
                </a:lnTo>
                <a:lnTo>
                  <a:pt x="2857500" y="4133850"/>
                </a:lnTo>
                <a:lnTo>
                  <a:pt x="2886075" y="4133850"/>
                </a:lnTo>
                <a:lnTo>
                  <a:pt x="2886075" y="4143375"/>
                </a:lnTo>
                <a:lnTo>
                  <a:pt x="2895600" y="4143375"/>
                </a:lnTo>
                <a:lnTo>
                  <a:pt x="2895600" y="4133850"/>
                </a:lnTo>
                <a:lnTo>
                  <a:pt x="2905125" y="4133850"/>
                </a:lnTo>
                <a:lnTo>
                  <a:pt x="2905125" y="4124325"/>
                </a:lnTo>
                <a:lnTo>
                  <a:pt x="2924175" y="4124325"/>
                </a:lnTo>
                <a:lnTo>
                  <a:pt x="2924175" y="4133850"/>
                </a:lnTo>
                <a:lnTo>
                  <a:pt x="2952750" y="4133850"/>
                </a:lnTo>
                <a:lnTo>
                  <a:pt x="2952750" y="4124325"/>
                </a:lnTo>
                <a:lnTo>
                  <a:pt x="2971800" y="4124325"/>
                </a:lnTo>
                <a:lnTo>
                  <a:pt x="2971800" y="4133850"/>
                </a:lnTo>
                <a:lnTo>
                  <a:pt x="3009900" y="4133850"/>
                </a:lnTo>
                <a:lnTo>
                  <a:pt x="3009900" y="4124325"/>
                </a:lnTo>
                <a:lnTo>
                  <a:pt x="3038475" y="4124325"/>
                </a:lnTo>
                <a:lnTo>
                  <a:pt x="3038475" y="4114800"/>
                </a:lnTo>
                <a:lnTo>
                  <a:pt x="3048000" y="4114800"/>
                </a:lnTo>
                <a:close/>
                <a:moveTo>
                  <a:pt x="3505200" y="4114800"/>
                </a:moveTo>
                <a:lnTo>
                  <a:pt x="3514725" y="4114800"/>
                </a:lnTo>
                <a:lnTo>
                  <a:pt x="3514725" y="4124325"/>
                </a:lnTo>
                <a:lnTo>
                  <a:pt x="3505200" y="4124325"/>
                </a:lnTo>
                <a:close/>
                <a:moveTo>
                  <a:pt x="3476625" y="4133850"/>
                </a:moveTo>
                <a:lnTo>
                  <a:pt x="3486150" y="4133850"/>
                </a:lnTo>
                <a:lnTo>
                  <a:pt x="3486150" y="4143375"/>
                </a:lnTo>
                <a:lnTo>
                  <a:pt x="3476625" y="4143375"/>
                </a:lnTo>
                <a:close/>
              </a:path>
            </a:pathLst>
          </a:custGeom>
          <a:solidFill xmlns:a="http://schemas.openxmlformats.org/drawingml/2006/main">
            <a:srgbClr val="E5E9ED"/>
          </a:solidFill>
          <a:ln xmlns:a="http://schemas.openxmlformats.org/drawingml/2006/main" w="0">
            <a:noFill/>
          </a:ln>
        </p:spPr>
      </p:sp>
      <p:sp>
        <p:nvSpPr>
          <p:cNvPr id="22" name="phones vector #dce3e9">
            <a:extLst xmlns:a="http://schemas.openxmlformats.org/drawingml/2006/main">
              <a:ext uri="{FF2B5EF4-FFF2-40B4-BE49-F238E27FC236}">
                <a16:creationId xmlns:a16="http://schemas.microsoft.com/office/drawing/2014/main" id="{14673B33-4D1E-4675-BAC2-37927535BA8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48500" y="190500"/>
            <a:ext cx="5905500" cy="6619875"/>
          </a:xfrm>
          <a:custGeom xmlns:a="http://schemas.openxmlformats.org/drawingml/2006/main">
            <a:pathLst>
              <a:path w="3838575" h="4295775">
                <a:moveTo>
                  <a:pt x="1676400" y="0"/>
                </a:moveTo>
                <a:lnTo>
                  <a:pt x="1685925" y="0"/>
                </a:lnTo>
                <a:lnTo>
                  <a:pt x="1685925" y="9525"/>
                </a:lnTo>
                <a:lnTo>
                  <a:pt x="1676400" y="9525"/>
                </a:lnTo>
                <a:close/>
                <a:moveTo>
                  <a:pt x="1666875" y="9525"/>
                </a:moveTo>
                <a:lnTo>
                  <a:pt x="1676400" y="9525"/>
                </a:lnTo>
                <a:lnTo>
                  <a:pt x="1676400" y="19050"/>
                </a:lnTo>
                <a:lnTo>
                  <a:pt x="1666875" y="19050"/>
                </a:lnTo>
                <a:close/>
                <a:moveTo>
                  <a:pt x="1647825" y="19050"/>
                </a:moveTo>
                <a:lnTo>
                  <a:pt x="1657350" y="19050"/>
                </a:lnTo>
                <a:lnTo>
                  <a:pt x="1657350" y="28575"/>
                </a:lnTo>
                <a:lnTo>
                  <a:pt x="1647825" y="28575"/>
                </a:lnTo>
                <a:close/>
                <a:moveTo>
                  <a:pt x="1619250" y="38100"/>
                </a:moveTo>
                <a:lnTo>
                  <a:pt x="1628775" y="38100"/>
                </a:lnTo>
                <a:lnTo>
                  <a:pt x="1628775" y="47625"/>
                </a:lnTo>
                <a:lnTo>
                  <a:pt x="1619250" y="47625"/>
                </a:lnTo>
                <a:close/>
                <a:moveTo>
                  <a:pt x="1600200" y="47625"/>
                </a:moveTo>
                <a:lnTo>
                  <a:pt x="1609725" y="47625"/>
                </a:lnTo>
                <a:lnTo>
                  <a:pt x="1609725" y="57150"/>
                </a:lnTo>
                <a:lnTo>
                  <a:pt x="1600200" y="57150"/>
                </a:lnTo>
                <a:close/>
                <a:moveTo>
                  <a:pt x="1428750" y="57150"/>
                </a:moveTo>
                <a:lnTo>
                  <a:pt x="1457325" y="57150"/>
                </a:lnTo>
                <a:lnTo>
                  <a:pt x="1457325" y="66675"/>
                </a:lnTo>
                <a:lnTo>
                  <a:pt x="1428750" y="66675"/>
                </a:lnTo>
                <a:close/>
                <a:moveTo>
                  <a:pt x="1504950" y="57150"/>
                </a:moveTo>
                <a:lnTo>
                  <a:pt x="1533525" y="57150"/>
                </a:lnTo>
                <a:lnTo>
                  <a:pt x="1533525" y="66675"/>
                </a:lnTo>
                <a:lnTo>
                  <a:pt x="1504950" y="66675"/>
                </a:lnTo>
                <a:close/>
                <a:moveTo>
                  <a:pt x="1343025" y="66675"/>
                </a:moveTo>
                <a:lnTo>
                  <a:pt x="1400175" y="66675"/>
                </a:lnTo>
                <a:lnTo>
                  <a:pt x="1400175" y="76200"/>
                </a:lnTo>
                <a:lnTo>
                  <a:pt x="1343025" y="76200"/>
                </a:lnTo>
                <a:close/>
                <a:moveTo>
                  <a:pt x="1562100" y="66675"/>
                </a:moveTo>
                <a:lnTo>
                  <a:pt x="1581150" y="66675"/>
                </a:lnTo>
                <a:lnTo>
                  <a:pt x="1581150" y="76200"/>
                </a:lnTo>
                <a:lnTo>
                  <a:pt x="1562100" y="76200"/>
                </a:lnTo>
                <a:close/>
                <a:moveTo>
                  <a:pt x="1276350" y="76200"/>
                </a:moveTo>
                <a:lnTo>
                  <a:pt x="1304925" y="76200"/>
                </a:lnTo>
                <a:lnTo>
                  <a:pt x="1304925" y="85725"/>
                </a:lnTo>
                <a:lnTo>
                  <a:pt x="1276350" y="85725"/>
                </a:lnTo>
                <a:close/>
                <a:moveTo>
                  <a:pt x="1181100" y="85725"/>
                </a:moveTo>
                <a:lnTo>
                  <a:pt x="1209675" y="85725"/>
                </a:lnTo>
                <a:lnTo>
                  <a:pt x="1209675" y="95250"/>
                </a:lnTo>
                <a:lnTo>
                  <a:pt x="1181100" y="95250"/>
                </a:lnTo>
                <a:close/>
                <a:moveTo>
                  <a:pt x="1095375" y="95250"/>
                </a:moveTo>
                <a:lnTo>
                  <a:pt x="1123950" y="95250"/>
                </a:lnTo>
                <a:lnTo>
                  <a:pt x="1123950" y="104775"/>
                </a:lnTo>
                <a:lnTo>
                  <a:pt x="1095375" y="104775"/>
                </a:lnTo>
                <a:close/>
                <a:moveTo>
                  <a:pt x="1000125" y="104775"/>
                </a:moveTo>
                <a:lnTo>
                  <a:pt x="1028700" y="104775"/>
                </a:lnTo>
                <a:lnTo>
                  <a:pt x="1028700" y="114300"/>
                </a:lnTo>
                <a:lnTo>
                  <a:pt x="1000125" y="114300"/>
                </a:lnTo>
                <a:close/>
                <a:moveTo>
                  <a:pt x="914400" y="114300"/>
                </a:moveTo>
                <a:lnTo>
                  <a:pt x="942975" y="114300"/>
                </a:lnTo>
                <a:lnTo>
                  <a:pt x="942975" y="123825"/>
                </a:lnTo>
                <a:lnTo>
                  <a:pt x="914400" y="123825"/>
                </a:lnTo>
                <a:close/>
                <a:moveTo>
                  <a:pt x="819150" y="123825"/>
                </a:moveTo>
                <a:lnTo>
                  <a:pt x="857250" y="123825"/>
                </a:lnTo>
                <a:lnTo>
                  <a:pt x="857250" y="133350"/>
                </a:lnTo>
                <a:lnTo>
                  <a:pt x="819150" y="133350"/>
                </a:lnTo>
                <a:close/>
                <a:moveTo>
                  <a:pt x="733425" y="133350"/>
                </a:moveTo>
                <a:lnTo>
                  <a:pt x="762000" y="133350"/>
                </a:lnTo>
                <a:lnTo>
                  <a:pt x="762000" y="142875"/>
                </a:lnTo>
                <a:lnTo>
                  <a:pt x="733425" y="142875"/>
                </a:lnTo>
                <a:close/>
                <a:moveTo>
                  <a:pt x="657225" y="142875"/>
                </a:moveTo>
                <a:lnTo>
                  <a:pt x="685800" y="142875"/>
                </a:lnTo>
                <a:lnTo>
                  <a:pt x="685800" y="152400"/>
                </a:lnTo>
                <a:lnTo>
                  <a:pt x="657225" y="152400"/>
                </a:lnTo>
                <a:close/>
                <a:moveTo>
                  <a:pt x="1362075" y="142875"/>
                </a:moveTo>
                <a:lnTo>
                  <a:pt x="1371600" y="142875"/>
                </a:lnTo>
                <a:lnTo>
                  <a:pt x="1371600" y="152400"/>
                </a:lnTo>
                <a:lnTo>
                  <a:pt x="1362075" y="152400"/>
                </a:lnTo>
                <a:close/>
                <a:moveTo>
                  <a:pt x="1533525" y="142875"/>
                </a:moveTo>
                <a:lnTo>
                  <a:pt x="1543050" y="142875"/>
                </a:lnTo>
                <a:lnTo>
                  <a:pt x="1543050" y="152400"/>
                </a:lnTo>
                <a:lnTo>
                  <a:pt x="1533525" y="152400"/>
                </a:lnTo>
                <a:close/>
                <a:moveTo>
                  <a:pt x="552450" y="152400"/>
                </a:moveTo>
                <a:lnTo>
                  <a:pt x="581025" y="152400"/>
                </a:lnTo>
                <a:lnTo>
                  <a:pt x="581025" y="161925"/>
                </a:lnTo>
                <a:lnTo>
                  <a:pt x="552450" y="161925"/>
                </a:lnTo>
                <a:close/>
                <a:moveTo>
                  <a:pt x="1276350" y="152400"/>
                </a:moveTo>
                <a:lnTo>
                  <a:pt x="1285875" y="152400"/>
                </a:lnTo>
                <a:lnTo>
                  <a:pt x="1285875" y="161925"/>
                </a:lnTo>
                <a:lnTo>
                  <a:pt x="1276350" y="161925"/>
                </a:lnTo>
                <a:close/>
                <a:moveTo>
                  <a:pt x="466725" y="161925"/>
                </a:moveTo>
                <a:lnTo>
                  <a:pt x="495300" y="161925"/>
                </a:lnTo>
                <a:lnTo>
                  <a:pt x="495300" y="171450"/>
                </a:lnTo>
                <a:lnTo>
                  <a:pt x="466725" y="171450"/>
                </a:lnTo>
                <a:close/>
                <a:moveTo>
                  <a:pt x="1181100" y="161925"/>
                </a:moveTo>
                <a:lnTo>
                  <a:pt x="1190625" y="161925"/>
                </a:lnTo>
                <a:lnTo>
                  <a:pt x="1190625" y="171450"/>
                </a:lnTo>
                <a:lnTo>
                  <a:pt x="1181100" y="171450"/>
                </a:lnTo>
                <a:close/>
                <a:moveTo>
                  <a:pt x="381000" y="171450"/>
                </a:moveTo>
                <a:lnTo>
                  <a:pt x="409575" y="171450"/>
                </a:lnTo>
                <a:lnTo>
                  <a:pt x="409575" y="180975"/>
                </a:lnTo>
                <a:lnTo>
                  <a:pt x="381000" y="180975"/>
                </a:lnTo>
                <a:close/>
                <a:moveTo>
                  <a:pt x="1095375" y="171450"/>
                </a:moveTo>
                <a:lnTo>
                  <a:pt x="1104900" y="171450"/>
                </a:lnTo>
                <a:lnTo>
                  <a:pt x="1104900" y="180975"/>
                </a:lnTo>
                <a:lnTo>
                  <a:pt x="1095375" y="180975"/>
                </a:lnTo>
                <a:close/>
                <a:moveTo>
                  <a:pt x="323850" y="180975"/>
                </a:moveTo>
                <a:lnTo>
                  <a:pt x="342900" y="180975"/>
                </a:lnTo>
                <a:lnTo>
                  <a:pt x="342900" y="190500"/>
                </a:lnTo>
                <a:lnTo>
                  <a:pt x="323850" y="190500"/>
                </a:lnTo>
                <a:close/>
                <a:moveTo>
                  <a:pt x="1019175" y="180975"/>
                </a:moveTo>
                <a:lnTo>
                  <a:pt x="1028700" y="180975"/>
                </a:lnTo>
                <a:lnTo>
                  <a:pt x="1028700" y="190500"/>
                </a:lnTo>
                <a:lnTo>
                  <a:pt x="1019175" y="190500"/>
                </a:lnTo>
                <a:close/>
                <a:moveTo>
                  <a:pt x="285750" y="190500"/>
                </a:moveTo>
                <a:lnTo>
                  <a:pt x="295275" y="190500"/>
                </a:lnTo>
                <a:lnTo>
                  <a:pt x="295275" y="200025"/>
                </a:lnTo>
                <a:lnTo>
                  <a:pt x="285750" y="200025"/>
                </a:lnTo>
                <a:close/>
                <a:moveTo>
                  <a:pt x="914400" y="190500"/>
                </a:moveTo>
                <a:lnTo>
                  <a:pt x="933450" y="190500"/>
                </a:lnTo>
                <a:lnTo>
                  <a:pt x="933450" y="200025"/>
                </a:lnTo>
                <a:lnTo>
                  <a:pt x="914400" y="200025"/>
                </a:lnTo>
                <a:close/>
                <a:moveTo>
                  <a:pt x="828675" y="200025"/>
                </a:moveTo>
                <a:lnTo>
                  <a:pt x="838200" y="200025"/>
                </a:lnTo>
                <a:lnTo>
                  <a:pt x="838200" y="209550"/>
                </a:lnTo>
                <a:lnTo>
                  <a:pt x="828675" y="209550"/>
                </a:lnTo>
                <a:close/>
                <a:moveTo>
                  <a:pt x="647700" y="219075"/>
                </a:moveTo>
                <a:lnTo>
                  <a:pt x="657225" y="219075"/>
                </a:lnTo>
                <a:lnTo>
                  <a:pt x="657225" y="228600"/>
                </a:lnTo>
                <a:lnTo>
                  <a:pt x="647700" y="228600"/>
                </a:lnTo>
                <a:close/>
                <a:moveTo>
                  <a:pt x="981075" y="219075"/>
                </a:moveTo>
                <a:lnTo>
                  <a:pt x="990600" y="219075"/>
                </a:lnTo>
                <a:lnTo>
                  <a:pt x="990600" y="228600"/>
                </a:lnTo>
                <a:lnTo>
                  <a:pt x="981075" y="228600"/>
                </a:lnTo>
                <a:close/>
                <a:moveTo>
                  <a:pt x="1095375" y="219075"/>
                </a:moveTo>
                <a:lnTo>
                  <a:pt x="1104900" y="219075"/>
                </a:lnTo>
                <a:lnTo>
                  <a:pt x="1104900" y="228600"/>
                </a:lnTo>
                <a:lnTo>
                  <a:pt x="1095375" y="228600"/>
                </a:lnTo>
                <a:close/>
                <a:moveTo>
                  <a:pt x="1485900" y="219075"/>
                </a:moveTo>
                <a:lnTo>
                  <a:pt x="1495425" y="219075"/>
                </a:lnTo>
                <a:lnTo>
                  <a:pt x="1495425" y="228600"/>
                </a:lnTo>
                <a:lnTo>
                  <a:pt x="1485900" y="228600"/>
                </a:lnTo>
                <a:close/>
                <a:moveTo>
                  <a:pt x="1562100" y="219075"/>
                </a:moveTo>
                <a:lnTo>
                  <a:pt x="1571625" y="219075"/>
                </a:lnTo>
                <a:lnTo>
                  <a:pt x="1571625" y="228600"/>
                </a:lnTo>
                <a:lnTo>
                  <a:pt x="1562100" y="228600"/>
                </a:lnTo>
                <a:close/>
                <a:moveTo>
                  <a:pt x="209550" y="228600"/>
                </a:moveTo>
                <a:lnTo>
                  <a:pt x="219075" y="228600"/>
                </a:lnTo>
                <a:lnTo>
                  <a:pt x="219075" y="238125"/>
                </a:lnTo>
                <a:lnTo>
                  <a:pt x="209550" y="238125"/>
                </a:lnTo>
                <a:close/>
                <a:moveTo>
                  <a:pt x="561975" y="228600"/>
                </a:moveTo>
                <a:lnTo>
                  <a:pt x="571500" y="228600"/>
                </a:lnTo>
                <a:lnTo>
                  <a:pt x="571500" y="238125"/>
                </a:lnTo>
                <a:lnTo>
                  <a:pt x="561975" y="238125"/>
                </a:lnTo>
                <a:close/>
                <a:moveTo>
                  <a:pt x="885825" y="228600"/>
                </a:moveTo>
                <a:lnTo>
                  <a:pt x="895350" y="228600"/>
                </a:lnTo>
                <a:lnTo>
                  <a:pt x="895350" y="238125"/>
                </a:lnTo>
                <a:lnTo>
                  <a:pt x="885825" y="238125"/>
                </a:lnTo>
                <a:close/>
                <a:moveTo>
                  <a:pt x="1476375" y="228600"/>
                </a:moveTo>
                <a:lnTo>
                  <a:pt x="1485900" y="228600"/>
                </a:lnTo>
                <a:lnTo>
                  <a:pt x="1485900" y="257175"/>
                </a:lnTo>
                <a:lnTo>
                  <a:pt x="1476375" y="257175"/>
                </a:lnTo>
                <a:close/>
                <a:moveTo>
                  <a:pt x="1571625" y="228600"/>
                </a:moveTo>
                <a:lnTo>
                  <a:pt x="1581150" y="228600"/>
                </a:lnTo>
                <a:lnTo>
                  <a:pt x="1581150" y="247650"/>
                </a:lnTo>
                <a:lnTo>
                  <a:pt x="1571625" y="247650"/>
                </a:lnTo>
                <a:close/>
                <a:moveTo>
                  <a:pt x="485775" y="238125"/>
                </a:moveTo>
                <a:lnTo>
                  <a:pt x="495300" y="238125"/>
                </a:lnTo>
                <a:lnTo>
                  <a:pt x="495300" y="247650"/>
                </a:lnTo>
                <a:lnTo>
                  <a:pt x="485775" y="247650"/>
                </a:lnTo>
                <a:close/>
                <a:moveTo>
                  <a:pt x="800100" y="238125"/>
                </a:moveTo>
                <a:lnTo>
                  <a:pt x="809625" y="238125"/>
                </a:lnTo>
                <a:lnTo>
                  <a:pt x="809625" y="247650"/>
                </a:lnTo>
                <a:lnTo>
                  <a:pt x="800100" y="247650"/>
                </a:lnTo>
                <a:close/>
                <a:moveTo>
                  <a:pt x="1343025" y="238125"/>
                </a:moveTo>
                <a:lnTo>
                  <a:pt x="1352550" y="238125"/>
                </a:lnTo>
                <a:lnTo>
                  <a:pt x="1352550" y="247650"/>
                </a:lnTo>
                <a:lnTo>
                  <a:pt x="1343025" y="247650"/>
                </a:lnTo>
                <a:close/>
                <a:moveTo>
                  <a:pt x="1362075" y="238125"/>
                </a:moveTo>
                <a:lnTo>
                  <a:pt x="1371600" y="238125"/>
                </a:lnTo>
                <a:lnTo>
                  <a:pt x="1371600" y="247650"/>
                </a:lnTo>
                <a:lnTo>
                  <a:pt x="1362075" y="247650"/>
                </a:lnTo>
                <a:close/>
                <a:moveTo>
                  <a:pt x="1447800" y="238125"/>
                </a:moveTo>
                <a:lnTo>
                  <a:pt x="1457325" y="238125"/>
                </a:lnTo>
                <a:lnTo>
                  <a:pt x="1457325" y="247650"/>
                </a:lnTo>
                <a:lnTo>
                  <a:pt x="1447800" y="247650"/>
                </a:lnTo>
                <a:close/>
                <a:moveTo>
                  <a:pt x="323850" y="257175"/>
                </a:moveTo>
                <a:lnTo>
                  <a:pt x="333375" y="257175"/>
                </a:lnTo>
                <a:lnTo>
                  <a:pt x="333375" y="266700"/>
                </a:lnTo>
                <a:lnTo>
                  <a:pt x="323850" y="266700"/>
                </a:lnTo>
                <a:close/>
                <a:moveTo>
                  <a:pt x="1123950" y="257175"/>
                </a:moveTo>
                <a:lnTo>
                  <a:pt x="1133475" y="257175"/>
                </a:lnTo>
                <a:lnTo>
                  <a:pt x="1133475" y="266700"/>
                </a:lnTo>
                <a:lnTo>
                  <a:pt x="1123950" y="266700"/>
                </a:lnTo>
                <a:close/>
                <a:moveTo>
                  <a:pt x="1438275" y="257175"/>
                </a:moveTo>
                <a:lnTo>
                  <a:pt x="1447800" y="257175"/>
                </a:lnTo>
                <a:lnTo>
                  <a:pt x="1447800" y="266700"/>
                </a:lnTo>
                <a:lnTo>
                  <a:pt x="1438275" y="266700"/>
                </a:lnTo>
                <a:close/>
                <a:moveTo>
                  <a:pt x="1485900" y="257175"/>
                </a:moveTo>
                <a:lnTo>
                  <a:pt x="1495425" y="257175"/>
                </a:lnTo>
                <a:lnTo>
                  <a:pt x="1495425" y="266700"/>
                </a:lnTo>
                <a:lnTo>
                  <a:pt x="1485900" y="266700"/>
                </a:lnTo>
                <a:close/>
                <a:moveTo>
                  <a:pt x="161925" y="266700"/>
                </a:moveTo>
                <a:lnTo>
                  <a:pt x="171450" y="266700"/>
                </a:lnTo>
                <a:lnTo>
                  <a:pt x="171450" y="276225"/>
                </a:lnTo>
                <a:lnTo>
                  <a:pt x="161925" y="276225"/>
                </a:lnTo>
                <a:close/>
                <a:moveTo>
                  <a:pt x="1371600" y="266700"/>
                </a:moveTo>
                <a:lnTo>
                  <a:pt x="1381125" y="266700"/>
                </a:lnTo>
                <a:lnTo>
                  <a:pt x="1381125" y="276225"/>
                </a:lnTo>
                <a:lnTo>
                  <a:pt x="1371600" y="276225"/>
                </a:lnTo>
                <a:close/>
                <a:moveTo>
                  <a:pt x="1409700" y="266700"/>
                </a:moveTo>
                <a:lnTo>
                  <a:pt x="1419225" y="266700"/>
                </a:lnTo>
                <a:lnTo>
                  <a:pt x="1419225" y="276225"/>
                </a:lnTo>
                <a:lnTo>
                  <a:pt x="1409700" y="276225"/>
                </a:lnTo>
                <a:close/>
                <a:moveTo>
                  <a:pt x="1428750" y="266700"/>
                </a:moveTo>
                <a:lnTo>
                  <a:pt x="1438275" y="266700"/>
                </a:lnTo>
                <a:lnTo>
                  <a:pt x="1438275" y="276225"/>
                </a:lnTo>
                <a:lnTo>
                  <a:pt x="1428750" y="276225"/>
                </a:lnTo>
                <a:close/>
                <a:moveTo>
                  <a:pt x="152400" y="276225"/>
                </a:moveTo>
                <a:lnTo>
                  <a:pt x="161925" y="276225"/>
                </a:lnTo>
                <a:lnTo>
                  <a:pt x="161925" y="285750"/>
                </a:lnTo>
                <a:lnTo>
                  <a:pt x="152400" y="285750"/>
                </a:lnTo>
                <a:close/>
                <a:moveTo>
                  <a:pt x="1362075" y="276225"/>
                </a:moveTo>
                <a:lnTo>
                  <a:pt x="1371600" y="276225"/>
                </a:lnTo>
                <a:lnTo>
                  <a:pt x="1371600" y="285750"/>
                </a:lnTo>
                <a:lnTo>
                  <a:pt x="1362075" y="285750"/>
                </a:lnTo>
                <a:close/>
                <a:moveTo>
                  <a:pt x="238125" y="295275"/>
                </a:moveTo>
                <a:lnTo>
                  <a:pt x="247650" y="295275"/>
                </a:lnTo>
                <a:lnTo>
                  <a:pt x="247650" y="304800"/>
                </a:lnTo>
                <a:lnTo>
                  <a:pt x="238125" y="304800"/>
                </a:lnTo>
                <a:close/>
                <a:moveTo>
                  <a:pt x="657225" y="304800"/>
                </a:moveTo>
                <a:lnTo>
                  <a:pt x="666750" y="304800"/>
                </a:lnTo>
                <a:lnTo>
                  <a:pt x="666750" y="333375"/>
                </a:lnTo>
                <a:lnTo>
                  <a:pt x="657225" y="333375"/>
                </a:lnTo>
                <a:close/>
                <a:moveTo>
                  <a:pt x="123825" y="314325"/>
                </a:moveTo>
                <a:lnTo>
                  <a:pt x="133350" y="314325"/>
                </a:lnTo>
                <a:lnTo>
                  <a:pt x="133350" y="323850"/>
                </a:lnTo>
                <a:lnTo>
                  <a:pt x="123825" y="323850"/>
                </a:lnTo>
                <a:close/>
                <a:moveTo>
                  <a:pt x="1657350" y="314325"/>
                </a:moveTo>
                <a:lnTo>
                  <a:pt x="1666875" y="314325"/>
                </a:lnTo>
                <a:lnTo>
                  <a:pt x="1666875" y="323850"/>
                </a:lnTo>
                <a:lnTo>
                  <a:pt x="1657350" y="323850"/>
                </a:lnTo>
                <a:close/>
                <a:moveTo>
                  <a:pt x="295275" y="323850"/>
                </a:moveTo>
                <a:lnTo>
                  <a:pt x="304800" y="323850"/>
                </a:lnTo>
                <a:lnTo>
                  <a:pt x="304800" y="333375"/>
                </a:lnTo>
                <a:lnTo>
                  <a:pt x="295275" y="333375"/>
                </a:lnTo>
                <a:close/>
                <a:moveTo>
                  <a:pt x="381000" y="323850"/>
                </a:moveTo>
                <a:lnTo>
                  <a:pt x="390525" y="323850"/>
                </a:lnTo>
                <a:lnTo>
                  <a:pt x="390525" y="333375"/>
                </a:lnTo>
                <a:lnTo>
                  <a:pt x="381000" y="333375"/>
                </a:lnTo>
                <a:close/>
                <a:moveTo>
                  <a:pt x="114300" y="333375"/>
                </a:moveTo>
                <a:lnTo>
                  <a:pt x="123825" y="333375"/>
                </a:lnTo>
                <a:lnTo>
                  <a:pt x="123825" y="342900"/>
                </a:lnTo>
                <a:lnTo>
                  <a:pt x="114300" y="342900"/>
                </a:lnTo>
                <a:close/>
                <a:moveTo>
                  <a:pt x="285750" y="333375"/>
                </a:moveTo>
                <a:lnTo>
                  <a:pt x="295275" y="333375"/>
                </a:lnTo>
                <a:lnTo>
                  <a:pt x="295275" y="352425"/>
                </a:lnTo>
                <a:lnTo>
                  <a:pt x="285750" y="352425"/>
                </a:lnTo>
                <a:close/>
                <a:moveTo>
                  <a:pt x="1047750" y="342900"/>
                </a:moveTo>
                <a:lnTo>
                  <a:pt x="1057275" y="342900"/>
                </a:lnTo>
                <a:lnTo>
                  <a:pt x="1057275" y="352425"/>
                </a:lnTo>
                <a:lnTo>
                  <a:pt x="1047750" y="352425"/>
                </a:lnTo>
                <a:close/>
                <a:moveTo>
                  <a:pt x="104775" y="352425"/>
                </a:moveTo>
                <a:lnTo>
                  <a:pt x="114300" y="352425"/>
                </a:lnTo>
                <a:lnTo>
                  <a:pt x="114300" y="361950"/>
                </a:lnTo>
                <a:lnTo>
                  <a:pt x="104775" y="361950"/>
                </a:lnTo>
                <a:close/>
                <a:moveTo>
                  <a:pt x="952500" y="352425"/>
                </a:moveTo>
                <a:lnTo>
                  <a:pt x="962025" y="352425"/>
                </a:lnTo>
                <a:lnTo>
                  <a:pt x="962025" y="361950"/>
                </a:lnTo>
                <a:lnTo>
                  <a:pt x="952500" y="361950"/>
                </a:lnTo>
                <a:close/>
                <a:moveTo>
                  <a:pt x="333375" y="361950"/>
                </a:moveTo>
                <a:lnTo>
                  <a:pt x="361950" y="361950"/>
                </a:lnTo>
                <a:lnTo>
                  <a:pt x="361950" y="371475"/>
                </a:lnTo>
                <a:lnTo>
                  <a:pt x="333375" y="371475"/>
                </a:lnTo>
                <a:close/>
                <a:moveTo>
                  <a:pt x="876300" y="361950"/>
                </a:moveTo>
                <a:lnTo>
                  <a:pt x="885825" y="361950"/>
                </a:lnTo>
                <a:lnTo>
                  <a:pt x="885825" y="371475"/>
                </a:lnTo>
                <a:lnTo>
                  <a:pt x="876300" y="371475"/>
                </a:lnTo>
                <a:close/>
                <a:moveTo>
                  <a:pt x="781050" y="371475"/>
                </a:moveTo>
                <a:lnTo>
                  <a:pt x="790575" y="371475"/>
                </a:lnTo>
                <a:lnTo>
                  <a:pt x="790575" y="381000"/>
                </a:lnTo>
                <a:lnTo>
                  <a:pt x="781050" y="381000"/>
                </a:lnTo>
                <a:close/>
                <a:moveTo>
                  <a:pt x="171450" y="381000"/>
                </a:moveTo>
                <a:lnTo>
                  <a:pt x="180975" y="381000"/>
                </a:lnTo>
                <a:lnTo>
                  <a:pt x="180975" y="390525"/>
                </a:lnTo>
                <a:lnTo>
                  <a:pt x="171450" y="390525"/>
                </a:lnTo>
                <a:close/>
                <a:moveTo>
                  <a:pt x="85725" y="409575"/>
                </a:moveTo>
                <a:lnTo>
                  <a:pt x="95250" y="409575"/>
                </a:lnTo>
                <a:lnTo>
                  <a:pt x="95250" y="419100"/>
                </a:lnTo>
                <a:lnTo>
                  <a:pt x="85725" y="419100"/>
                </a:lnTo>
                <a:close/>
                <a:moveTo>
                  <a:pt x="161925" y="409575"/>
                </a:moveTo>
                <a:lnTo>
                  <a:pt x="171450" y="409575"/>
                </a:lnTo>
                <a:lnTo>
                  <a:pt x="171450" y="419100"/>
                </a:lnTo>
                <a:lnTo>
                  <a:pt x="161925" y="419100"/>
                </a:lnTo>
                <a:close/>
                <a:moveTo>
                  <a:pt x="1666875" y="428625"/>
                </a:moveTo>
                <a:lnTo>
                  <a:pt x="1676400" y="428625"/>
                </a:lnTo>
                <a:lnTo>
                  <a:pt x="1676400" y="438150"/>
                </a:lnTo>
                <a:lnTo>
                  <a:pt x="1666875" y="438150"/>
                </a:lnTo>
                <a:close/>
                <a:moveTo>
                  <a:pt x="1495425" y="438150"/>
                </a:moveTo>
                <a:lnTo>
                  <a:pt x="1504950" y="438150"/>
                </a:lnTo>
                <a:lnTo>
                  <a:pt x="1504950" y="447675"/>
                </a:lnTo>
                <a:lnTo>
                  <a:pt x="1495425" y="447675"/>
                </a:lnTo>
                <a:close/>
                <a:moveTo>
                  <a:pt x="1524000" y="438150"/>
                </a:moveTo>
                <a:lnTo>
                  <a:pt x="1533525" y="438150"/>
                </a:lnTo>
                <a:lnTo>
                  <a:pt x="1533525" y="447675"/>
                </a:lnTo>
                <a:lnTo>
                  <a:pt x="1524000" y="447675"/>
                </a:lnTo>
                <a:close/>
                <a:moveTo>
                  <a:pt x="1533525" y="447675"/>
                </a:moveTo>
                <a:lnTo>
                  <a:pt x="1552575" y="447675"/>
                </a:lnTo>
                <a:lnTo>
                  <a:pt x="1552575" y="457200"/>
                </a:lnTo>
                <a:lnTo>
                  <a:pt x="1562100" y="457200"/>
                </a:lnTo>
                <a:lnTo>
                  <a:pt x="1562100" y="466725"/>
                </a:lnTo>
                <a:lnTo>
                  <a:pt x="1533525" y="466725"/>
                </a:lnTo>
                <a:close/>
                <a:moveTo>
                  <a:pt x="76200" y="466725"/>
                </a:moveTo>
                <a:lnTo>
                  <a:pt x="85725" y="466725"/>
                </a:lnTo>
                <a:lnTo>
                  <a:pt x="85725" y="561975"/>
                </a:lnTo>
                <a:lnTo>
                  <a:pt x="76200" y="561975"/>
                </a:lnTo>
                <a:close/>
                <a:moveTo>
                  <a:pt x="561975" y="476250"/>
                </a:moveTo>
                <a:lnTo>
                  <a:pt x="571500" y="476250"/>
                </a:lnTo>
                <a:lnTo>
                  <a:pt x="571500" y="485775"/>
                </a:lnTo>
                <a:lnTo>
                  <a:pt x="561975" y="485775"/>
                </a:lnTo>
                <a:close/>
                <a:moveTo>
                  <a:pt x="1562100" y="476250"/>
                </a:moveTo>
                <a:lnTo>
                  <a:pt x="1571625" y="476250"/>
                </a:lnTo>
                <a:lnTo>
                  <a:pt x="1571625" y="485775"/>
                </a:lnTo>
                <a:lnTo>
                  <a:pt x="1562100" y="485775"/>
                </a:lnTo>
                <a:close/>
                <a:moveTo>
                  <a:pt x="390525" y="485775"/>
                </a:moveTo>
                <a:lnTo>
                  <a:pt x="419100" y="485775"/>
                </a:lnTo>
                <a:lnTo>
                  <a:pt x="419100" y="495300"/>
                </a:lnTo>
                <a:lnTo>
                  <a:pt x="390525" y="495300"/>
                </a:lnTo>
                <a:close/>
                <a:moveTo>
                  <a:pt x="571500" y="485775"/>
                </a:moveTo>
                <a:lnTo>
                  <a:pt x="581025" y="485775"/>
                </a:lnTo>
                <a:lnTo>
                  <a:pt x="581025" y="495300"/>
                </a:lnTo>
                <a:lnTo>
                  <a:pt x="571500" y="495300"/>
                </a:lnTo>
                <a:close/>
                <a:moveTo>
                  <a:pt x="247650" y="495300"/>
                </a:moveTo>
                <a:lnTo>
                  <a:pt x="257175" y="495300"/>
                </a:lnTo>
                <a:lnTo>
                  <a:pt x="257175" y="504825"/>
                </a:lnTo>
                <a:lnTo>
                  <a:pt x="247650" y="504825"/>
                </a:lnTo>
                <a:close/>
                <a:moveTo>
                  <a:pt x="314325" y="495300"/>
                </a:moveTo>
                <a:lnTo>
                  <a:pt x="323850" y="495300"/>
                </a:lnTo>
                <a:lnTo>
                  <a:pt x="323850" y="504825"/>
                </a:lnTo>
                <a:lnTo>
                  <a:pt x="314325" y="504825"/>
                </a:lnTo>
                <a:close/>
                <a:moveTo>
                  <a:pt x="495300" y="495300"/>
                </a:moveTo>
                <a:lnTo>
                  <a:pt x="504825" y="495300"/>
                </a:lnTo>
                <a:lnTo>
                  <a:pt x="504825" y="504825"/>
                </a:lnTo>
                <a:lnTo>
                  <a:pt x="495300" y="504825"/>
                </a:lnTo>
                <a:close/>
                <a:moveTo>
                  <a:pt x="238125" y="504825"/>
                </a:moveTo>
                <a:lnTo>
                  <a:pt x="247650" y="504825"/>
                </a:lnTo>
                <a:lnTo>
                  <a:pt x="247650" y="514350"/>
                </a:lnTo>
                <a:lnTo>
                  <a:pt x="238125" y="514350"/>
                </a:lnTo>
                <a:close/>
                <a:moveTo>
                  <a:pt x="323850" y="504825"/>
                </a:moveTo>
                <a:lnTo>
                  <a:pt x="333375" y="504825"/>
                </a:lnTo>
                <a:lnTo>
                  <a:pt x="333375" y="514350"/>
                </a:lnTo>
                <a:lnTo>
                  <a:pt x="323850" y="514350"/>
                </a:lnTo>
                <a:close/>
                <a:moveTo>
                  <a:pt x="1495425" y="504825"/>
                </a:moveTo>
                <a:lnTo>
                  <a:pt x="1504950" y="504825"/>
                </a:lnTo>
                <a:lnTo>
                  <a:pt x="1504950" y="514350"/>
                </a:lnTo>
                <a:lnTo>
                  <a:pt x="1495425" y="514350"/>
                </a:lnTo>
                <a:close/>
                <a:moveTo>
                  <a:pt x="1514475" y="514350"/>
                </a:moveTo>
                <a:lnTo>
                  <a:pt x="1524000" y="514350"/>
                </a:lnTo>
                <a:lnTo>
                  <a:pt x="1524000" y="523875"/>
                </a:lnTo>
                <a:lnTo>
                  <a:pt x="1514475" y="523875"/>
                </a:lnTo>
                <a:close/>
                <a:moveTo>
                  <a:pt x="228600" y="523875"/>
                </a:moveTo>
                <a:lnTo>
                  <a:pt x="238125" y="523875"/>
                </a:lnTo>
                <a:lnTo>
                  <a:pt x="238125" y="561975"/>
                </a:lnTo>
                <a:lnTo>
                  <a:pt x="228600" y="561975"/>
                </a:lnTo>
                <a:close/>
                <a:moveTo>
                  <a:pt x="1676400" y="542925"/>
                </a:moveTo>
                <a:lnTo>
                  <a:pt x="1685925" y="542925"/>
                </a:lnTo>
                <a:lnTo>
                  <a:pt x="1685925" y="571500"/>
                </a:lnTo>
                <a:lnTo>
                  <a:pt x="1676400" y="571500"/>
                </a:lnTo>
                <a:close/>
                <a:moveTo>
                  <a:pt x="514350" y="561975"/>
                </a:moveTo>
                <a:lnTo>
                  <a:pt x="523875" y="561975"/>
                </a:lnTo>
                <a:lnTo>
                  <a:pt x="523875" y="571500"/>
                </a:lnTo>
                <a:lnTo>
                  <a:pt x="514350" y="571500"/>
                </a:lnTo>
                <a:close/>
                <a:moveTo>
                  <a:pt x="3514725" y="561975"/>
                </a:moveTo>
                <a:lnTo>
                  <a:pt x="3524250" y="561975"/>
                </a:lnTo>
                <a:lnTo>
                  <a:pt x="3524250" y="581025"/>
                </a:lnTo>
                <a:lnTo>
                  <a:pt x="3514725" y="581025"/>
                </a:lnTo>
                <a:close/>
                <a:moveTo>
                  <a:pt x="381000" y="571500"/>
                </a:moveTo>
                <a:lnTo>
                  <a:pt x="390525" y="571500"/>
                </a:lnTo>
                <a:lnTo>
                  <a:pt x="390525" y="581025"/>
                </a:lnTo>
                <a:lnTo>
                  <a:pt x="381000" y="581025"/>
                </a:lnTo>
                <a:close/>
                <a:moveTo>
                  <a:pt x="400050" y="571500"/>
                </a:moveTo>
                <a:lnTo>
                  <a:pt x="409575" y="571500"/>
                </a:lnTo>
                <a:lnTo>
                  <a:pt x="409575" y="581025"/>
                </a:lnTo>
                <a:lnTo>
                  <a:pt x="400050" y="581025"/>
                </a:lnTo>
                <a:close/>
                <a:moveTo>
                  <a:pt x="390525" y="581025"/>
                </a:moveTo>
                <a:lnTo>
                  <a:pt x="400050" y="581025"/>
                </a:lnTo>
                <a:lnTo>
                  <a:pt x="400050" y="590550"/>
                </a:lnTo>
                <a:lnTo>
                  <a:pt x="390525" y="590550"/>
                </a:lnTo>
                <a:close/>
                <a:moveTo>
                  <a:pt x="2257425" y="609600"/>
                </a:moveTo>
                <a:lnTo>
                  <a:pt x="2286000" y="609600"/>
                </a:lnTo>
                <a:lnTo>
                  <a:pt x="2286000" y="628650"/>
                </a:lnTo>
                <a:lnTo>
                  <a:pt x="2276475" y="628650"/>
                </a:lnTo>
                <a:lnTo>
                  <a:pt x="2276475" y="619125"/>
                </a:lnTo>
                <a:lnTo>
                  <a:pt x="2257425" y="619125"/>
                </a:lnTo>
                <a:close/>
                <a:moveTo>
                  <a:pt x="161925" y="647700"/>
                </a:moveTo>
                <a:lnTo>
                  <a:pt x="171450" y="647700"/>
                </a:lnTo>
                <a:lnTo>
                  <a:pt x="171450" y="676275"/>
                </a:lnTo>
                <a:lnTo>
                  <a:pt x="161925" y="676275"/>
                </a:lnTo>
                <a:close/>
                <a:moveTo>
                  <a:pt x="2305050" y="647700"/>
                </a:moveTo>
                <a:lnTo>
                  <a:pt x="2324100" y="647700"/>
                </a:lnTo>
                <a:lnTo>
                  <a:pt x="2324100" y="666750"/>
                </a:lnTo>
                <a:lnTo>
                  <a:pt x="2305050" y="666750"/>
                </a:lnTo>
                <a:close/>
                <a:moveTo>
                  <a:pt x="1685925" y="676275"/>
                </a:moveTo>
                <a:lnTo>
                  <a:pt x="1695450" y="676275"/>
                </a:lnTo>
                <a:lnTo>
                  <a:pt x="1695450" y="685800"/>
                </a:lnTo>
                <a:lnTo>
                  <a:pt x="1685925" y="685800"/>
                </a:lnTo>
                <a:close/>
                <a:moveTo>
                  <a:pt x="457200" y="704850"/>
                </a:moveTo>
                <a:lnTo>
                  <a:pt x="466725" y="704850"/>
                </a:lnTo>
                <a:lnTo>
                  <a:pt x="466725" y="714375"/>
                </a:lnTo>
                <a:lnTo>
                  <a:pt x="457200" y="714375"/>
                </a:lnTo>
                <a:close/>
                <a:moveTo>
                  <a:pt x="85725" y="714375"/>
                </a:moveTo>
                <a:lnTo>
                  <a:pt x="95250" y="714375"/>
                </a:lnTo>
                <a:lnTo>
                  <a:pt x="95250" y="790575"/>
                </a:lnTo>
                <a:lnTo>
                  <a:pt x="85725" y="790575"/>
                </a:lnTo>
                <a:close/>
                <a:moveTo>
                  <a:pt x="466725" y="714375"/>
                </a:moveTo>
                <a:lnTo>
                  <a:pt x="476250" y="714375"/>
                </a:lnTo>
                <a:lnTo>
                  <a:pt x="476250" y="723900"/>
                </a:lnTo>
                <a:lnTo>
                  <a:pt x="485775" y="723900"/>
                </a:lnTo>
                <a:lnTo>
                  <a:pt x="485775" y="742950"/>
                </a:lnTo>
                <a:lnTo>
                  <a:pt x="476250" y="742950"/>
                </a:lnTo>
                <a:lnTo>
                  <a:pt x="476250" y="733425"/>
                </a:lnTo>
                <a:lnTo>
                  <a:pt x="466725" y="733425"/>
                </a:lnTo>
                <a:close/>
                <a:moveTo>
                  <a:pt x="523875" y="723900"/>
                </a:moveTo>
                <a:lnTo>
                  <a:pt x="552450" y="723900"/>
                </a:lnTo>
                <a:lnTo>
                  <a:pt x="552450" y="742950"/>
                </a:lnTo>
                <a:lnTo>
                  <a:pt x="533400" y="742950"/>
                </a:lnTo>
                <a:lnTo>
                  <a:pt x="533400" y="733425"/>
                </a:lnTo>
                <a:lnTo>
                  <a:pt x="523875" y="733425"/>
                </a:lnTo>
                <a:close/>
                <a:moveTo>
                  <a:pt x="257175" y="742950"/>
                </a:moveTo>
                <a:lnTo>
                  <a:pt x="266700" y="742950"/>
                </a:lnTo>
                <a:lnTo>
                  <a:pt x="266700" y="752475"/>
                </a:lnTo>
                <a:lnTo>
                  <a:pt x="257175" y="752475"/>
                </a:lnTo>
                <a:close/>
                <a:moveTo>
                  <a:pt x="247650" y="752475"/>
                </a:moveTo>
                <a:lnTo>
                  <a:pt x="257175" y="752475"/>
                </a:lnTo>
                <a:lnTo>
                  <a:pt x="257175" y="771525"/>
                </a:lnTo>
                <a:lnTo>
                  <a:pt x="247650" y="771525"/>
                </a:lnTo>
                <a:close/>
                <a:moveTo>
                  <a:pt x="400050" y="762000"/>
                </a:moveTo>
                <a:lnTo>
                  <a:pt x="419100" y="762000"/>
                </a:lnTo>
                <a:lnTo>
                  <a:pt x="419100" y="771525"/>
                </a:lnTo>
                <a:lnTo>
                  <a:pt x="400050" y="771525"/>
                </a:lnTo>
                <a:close/>
                <a:moveTo>
                  <a:pt x="323850" y="771525"/>
                </a:moveTo>
                <a:lnTo>
                  <a:pt x="333375" y="771525"/>
                </a:lnTo>
                <a:lnTo>
                  <a:pt x="333375" y="781050"/>
                </a:lnTo>
                <a:lnTo>
                  <a:pt x="323850" y="781050"/>
                </a:lnTo>
                <a:close/>
                <a:moveTo>
                  <a:pt x="571500" y="771525"/>
                </a:moveTo>
                <a:lnTo>
                  <a:pt x="581025" y="771525"/>
                </a:lnTo>
                <a:lnTo>
                  <a:pt x="581025" y="781050"/>
                </a:lnTo>
                <a:lnTo>
                  <a:pt x="571500" y="781050"/>
                </a:lnTo>
                <a:close/>
                <a:moveTo>
                  <a:pt x="314325" y="781050"/>
                </a:moveTo>
                <a:lnTo>
                  <a:pt x="323850" y="781050"/>
                </a:lnTo>
                <a:lnTo>
                  <a:pt x="323850" y="790575"/>
                </a:lnTo>
                <a:lnTo>
                  <a:pt x="314325" y="790575"/>
                </a:lnTo>
                <a:close/>
                <a:moveTo>
                  <a:pt x="381000" y="790575"/>
                </a:moveTo>
                <a:lnTo>
                  <a:pt x="390525" y="790575"/>
                </a:lnTo>
                <a:lnTo>
                  <a:pt x="390525" y="800100"/>
                </a:lnTo>
                <a:lnTo>
                  <a:pt x="381000" y="800100"/>
                </a:lnTo>
                <a:close/>
                <a:moveTo>
                  <a:pt x="476250" y="790575"/>
                </a:moveTo>
                <a:lnTo>
                  <a:pt x="495300" y="790575"/>
                </a:lnTo>
                <a:lnTo>
                  <a:pt x="495300" y="800100"/>
                </a:lnTo>
                <a:lnTo>
                  <a:pt x="476250" y="800100"/>
                </a:lnTo>
                <a:close/>
                <a:moveTo>
                  <a:pt x="1143000" y="790575"/>
                </a:moveTo>
                <a:lnTo>
                  <a:pt x="1171575" y="790575"/>
                </a:lnTo>
                <a:lnTo>
                  <a:pt x="1171575" y="800100"/>
                </a:lnTo>
                <a:lnTo>
                  <a:pt x="1143000" y="800100"/>
                </a:lnTo>
                <a:close/>
                <a:moveTo>
                  <a:pt x="1181100" y="790575"/>
                </a:moveTo>
                <a:lnTo>
                  <a:pt x="1190625" y="790575"/>
                </a:lnTo>
                <a:lnTo>
                  <a:pt x="1190625" y="800100"/>
                </a:lnTo>
                <a:lnTo>
                  <a:pt x="1181100" y="800100"/>
                </a:lnTo>
                <a:close/>
                <a:moveTo>
                  <a:pt x="1200150" y="790575"/>
                </a:moveTo>
                <a:lnTo>
                  <a:pt x="1228725" y="790575"/>
                </a:lnTo>
                <a:lnTo>
                  <a:pt x="1228725" y="800100"/>
                </a:lnTo>
                <a:lnTo>
                  <a:pt x="1200150" y="800100"/>
                </a:lnTo>
                <a:close/>
                <a:moveTo>
                  <a:pt x="285750" y="800100"/>
                </a:moveTo>
                <a:lnTo>
                  <a:pt x="295275" y="800100"/>
                </a:lnTo>
                <a:lnTo>
                  <a:pt x="295275" y="819150"/>
                </a:lnTo>
                <a:lnTo>
                  <a:pt x="285750" y="819150"/>
                </a:lnTo>
                <a:close/>
                <a:moveTo>
                  <a:pt x="304800" y="800100"/>
                </a:moveTo>
                <a:lnTo>
                  <a:pt x="314325" y="800100"/>
                </a:lnTo>
                <a:lnTo>
                  <a:pt x="314325" y="809625"/>
                </a:lnTo>
                <a:lnTo>
                  <a:pt x="304800" y="809625"/>
                </a:lnTo>
                <a:close/>
                <a:moveTo>
                  <a:pt x="1228725" y="800100"/>
                </a:moveTo>
                <a:lnTo>
                  <a:pt x="1247775" y="800100"/>
                </a:lnTo>
                <a:lnTo>
                  <a:pt x="1247775" y="809625"/>
                </a:lnTo>
                <a:lnTo>
                  <a:pt x="1238250" y="809625"/>
                </a:lnTo>
                <a:lnTo>
                  <a:pt x="1238250" y="819150"/>
                </a:lnTo>
                <a:lnTo>
                  <a:pt x="1247775" y="819150"/>
                </a:lnTo>
                <a:lnTo>
                  <a:pt x="1247775" y="828675"/>
                </a:lnTo>
                <a:lnTo>
                  <a:pt x="1209675" y="828675"/>
                </a:lnTo>
                <a:lnTo>
                  <a:pt x="1209675" y="819150"/>
                </a:lnTo>
                <a:lnTo>
                  <a:pt x="1228725" y="819150"/>
                </a:lnTo>
                <a:close/>
                <a:moveTo>
                  <a:pt x="1695450" y="800100"/>
                </a:moveTo>
                <a:lnTo>
                  <a:pt x="1704975" y="800100"/>
                </a:lnTo>
                <a:lnTo>
                  <a:pt x="1704975" y="819150"/>
                </a:lnTo>
                <a:lnTo>
                  <a:pt x="1695450" y="819150"/>
                </a:lnTo>
                <a:close/>
                <a:moveTo>
                  <a:pt x="923925" y="809625"/>
                </a:moveTo>
                <a:lnTo>
                  <a:pt x="933450" y="809625"/>
                </a:lnTo>
                <a:lnTo>
                  <a:pt x="933450" y="819150"/>
                </a:lnTo>
                <a:lnTo>
                  <a:pt x="923925" y="819150"/>
                </a:lnTo>
                <a:close/>
                <a:moveTo>
                  <a:pt x="952500" y="809625"/>
                </a:moveTo>
                <a:lnTo>
                  <a:pt x="962025" y="809625"/>
                </a:lnTo>
                <a:lnTo>
                  <a:pt x="962025" y="819150"/>
                </a:lnTo>
                <a:lnTo>
                  <a:pt x="952500" y="819150"/>
                </a:lnTo>
                <a:close/>
                <a:moveTo>
                  <a:pt x="990600" y="809625"/>
                </a:moveTo>
                <a:lnTo>
                  <a:pt x="1000125" y="809625"/>
                </a:lnTo>
                <a:lnTo>
                  <a:pt x="1000125" y="819150"/>
                </a:lnTo>
                <a:lnTo>
                  <a:pt x="990600" y="819150"/>
                </a:lnTo>
                <a:close/>
                <a:moveTo>
                  <a:pt x="276225" y="819150"/>
                </a:moveTo>
                <a:lnTo>
                  <a:pt x="285750" y="819150"/>
                </a:lnTo>
                <a:lnTo>
                  <a:pt x="285750" y="828675"/>
                </a:lnTo>
                <a:lnTo>
                  <a:pt x="276225" y="828675"/>
                </a:lnTo>
                <a:close/>
                <a:moveTo>
                  <a:pt x="857250" y="819150"/>
                </a:moveTo>
                <a:lnTo>
                  <a:pt x="914400" y="819150"/>
                </a:lnTo>
                <a:lnTo>
                  <a:pt x="914400" y="828675"/>
                </a:lnTo>
                <a:lnTo>
                  <a:pt x="885825" y="828675"/>
                </a:lnTo>
                <a:lnTo>
                  <a:pt x="885825" y="838200"/>
                </a:lnTo>
                <a:lnTo>
                  <a:pt x="876300" y="838200"/>
                </a:lnTo>
                <a:lnTo>
                  <a:pt x="876300" y="828675"/>
                </a:lnTo>
                <a:lnTo>
                  <a:pt x="866775" y="828675"/>
                </a:lnTo>
                <a:lnTo>
                  <a:pt x="866775" y="847725"/>
                </a:lnTo>
                <a:lnTo>
                  <a:pt x="857250" y="847725"/>
                </a:lnTo>
                <a:close/>
                <a:moveTo>
                  <a:pt x="962025" y="819150"/>
                </a:moveTo>
                <a:lnTo>
                  <a:pt x="971550" y="819150"/>
                </a:lnTo>
                <a:lnTo>
                  <a:pt x="971550" y="847725"/>
                </a:lnTo>
                <a:lnTo>
                  <a:pt x="962025" y="847725"/>
                </a:lnTo>
                <a:close/>
                <a:moveTo>
                  <a:pt x="1181100" y="819150"/>
                </a:moveTo>
                <a:lnTo>
                  <a:pt x="1190625" y="819150"/>
                </a:lnTo>
                <a:lnTo>
                  <a:pt x="1190625" y="828675"/>
                </a:lnTo>
                <a:lnTo>
                  <a:pt x="1181100" y="828675"/>
                </a:lnTo>
                <a:close/>
                <a:moveTo>
                  <a:pt x="714375" y="828675"/>
                </a:moveTo>
                <a:lnTo>
                  <a:pt x="742950" y="828675"/>
                </a:lnTo>
                <a:lnTo>
                  <a:pt x="742950" y="847725"/>
                </a:lnTo>
                <a:lnTo>
                  <a:pt x="723900" y="847725"/>
                </a:lnTo>
                <a:lnTo>
                  <a:pt x="723900" y="838200"/>
                </a:lnTo>
                <a:lnTo>
                  <a:pt x="714375" y="838200"/>
                </a:lnTo>
                <a:close/>
                <a:moveTo>
                  <a:pt x="790575" y="828675"/>
                </a:moveTo>
                <a:lnTo>
                  <a:pt x="800100" y="828675"/>
                </a:lnTo>
                <a:lnTo>
                  <a:pt x="800100" y="838200"/>
                </a:lnTo>
                <a:lnTo>
                  <a:pt x="790575" y="838200"/>
                </a:lnTo>
                <a:close/>
                <a:moveTo>
                  <a:pt x="838200" y="828675"/>
                </a:moveTo>
                <a:lnTo>
                  <a:pt x="847725" y="828675"/>
                </a:lnTo>
                <a:lnTo>
                  <a:pt x="847725" y="857250"/>
                </a:lnTo>
                <a:lnTo>
                  <a:pt x="838200" y="857250"/>
                </a:lnTo>
                <a:close/>
                <a:moveTo>
                  <a:pt x="1047750" y="828675"/>
                </a:moveTo>
                <a:lnTo>
                  <a:pt x="1076325" y="828675"/>
                </a:lnTo>
                <a:lnTo>
                  <a:pt x="1076325" y="838200"/>
                </a:lnTo>
                <a:lnTo>
                  <a:pt x="1047750" y="838200"/>
                </a:lnTo>
                <a:close/>
                <a:moveTo>
                  <a:pt x="1085850" y="828675"/>
                </a:moveTo>
                <a:lnTo>
                  <a:pt x="1095375" y="828675"/>
                </a:lnTo>
                <a:lnTo>
                  <a:pt x="1095375" y="838200"/>
                </a:lnTo>
                <a:lnTo>
                  <a:pt x="1085850" y="838200"/>
                </a:lnTo>
                <a:close/>
                <a:moveTo>
                  <a:pt x="171450" y="838200"/>
                </a:moveTo>
                <a:lnTo>
                  <a:pt x="180975" y="838200"/>
                </a:lnTo>
                <a:lnTo>
                  <a:pt x="180975" y="866775"/>
                </a:lnTo>
                <a:lnTo>
                  <a:pt x="171450" y="866775"/>
                </a:lnTo>
                <a:close/>
                <a:moveTo>
                  <a:pt x="581025" y="838200"/>
                </a:moveTo>
                <a:lnTo>
                  <a:pt x="600075" y="838200"/>
                </a:lnTo>
                <a:lnTo>
                  <a:pt x="600075" y="847725"/>
                </a:lnTo>
                <a:lnTo>
                  <a:pt x="581025" y="847725"/>
                </a:lnTo>
                <a:close/>
                <a:moveTo>
                  <a:pt x="990600" y="838200"/>
                </a:moveTo>
                <a:lnTo>
                  <a:pt x="1000125" y="838200"/>
                </a:lnTo>
                <a:lnTo>
                  <a:pt x="1000125" y="847725"/>
                </a:lnTo>
                <a:lnTo>
                  <a:pt x="990600" y="847725"/>
                </a:lnTo>
                <a:close/>
                <a:moveTo>
                  <a:pt x="533400" y="847725"/>
                </a:moveTo>
                <a:lnTo>
                  <a:pt x="552450" y="847725"/>
                </a:lnTo>
                <a:lnTo>
                  <a:pt x="552450" y="857250"/>
                </a:lnTo>
                <a:lnTo>
                  <a:pt x="533400" y="857250"/>
                </a:lnTo>
                <a:close/>
                <a:moveTo>
                  <a:pt x="571500" y="847725"/>
                </a:moveTo>
                <a:lnTo>
                  <a:pt x="581025" y="847725"/>
                </a:lnTo>
                <a:lnTo>
                  <a:pt x="581025" y="857250"/>
                </a:lnTo>
                <a:lnTo>
                  <a:pt x="571500" y="857250"/>
                </a:lnTo>
                <a:close/>
                <a:moveTo>
                  <a:pt x="685800" y="847725"/>
                </a:moveTo>
                <a:lnTo>
                  <a:pt x="695325" y="847725"/>
                </a:lnTo>
                <a:lnTo>
                  <a:pt x="695325" y="857250"/>
                </a:lnTo>
                <a:lnTo>
                  <a:pt x="685800" y="857250"/>
                </a:lnTo>
                <a:close/>
                <a:moveTo>
                  <a:pt x="790575" y="847725"/>
                </a:moveTo>
                <a:lnTo>
                  <a:pt x="800100" y="847725"/>
                </a:lnTo>
                <a:lnTo>
                  <a:pt x="800100" y="857250"/>
                </a:lnTo>
                <a:lnTo>
                  <a:pt x="819150" y="857250"/>
                </a:lnTo>
                <a:lnTo>
                  <a:pt x="819150" y="866775"/>
                </a:lnTo>
                <a:lnTo>
                  <a:pt x="790575" y="866775"/>
                </a:lnTo>
                <a:close/>
                <a:moveTo>
                  <a:pt x="885825" y="847725"/>
                </a:moveTo>
                <a:lnTo>
                  <a:pt x="895350" y="847725"/>
                </a:lnTo>
                <a:lnTo>
                  <a:pt x="895350" y="857250"/>
                </a:lnTo>
                <a:lnTo>
                  <a:pt x="885825" y="857250"/>
                </a:lnTo>
                <a:close/>
                <a:moveTo>
                  <a:pt x="933450" y="847725"/>
                </a:moveTo>
                <a:lnTo>
                  <a:pt x="942975" y="847725"/>
                </a:lnTo>
                <a:lnTo>
                  <a:pt x="942975" y="857250"/>
                </a:lnTo>
                <a:lnTo>
                  <a:pt x="933450" y="857250"/>
                </a:lnTo>
                <a:close/>
                <a:moveTo>
                  <a:pt x="952500" y="847725"/>
                </a:moveTo>
                <a:lnTo>
                  <a:pt x="962025" y="847725"/>
                </a:lnTo>
                <a:lnTo>
                  <a:pt x="962025" y="857250"/>
                </a:lnTo>
                <a:lnTo>
                  <a:pt x="952500" y="857250"/>
                </a:lnTo>
                <a:close/>
                <a:moveTo>
                  <a:pt x="390525" y="857250"/>
                </a:moveTo>
                <a:lnTo>
                  <a:pt x="409575" y="857250"/>
                </a:lnTo>
                <a:lnTo>
                  <a:pt x="409575" y="866775"/>
                </a:lnTo>
                <a:lnTo>
                  <a:pt x="390525" y="866775"/>
                </a:lnTo>
                <a:close/>
                <a:moveTo>
                  <a:pt x="447675" y="857250"/>
                </a:moveTo>
                <a:lnTo>
                  <a:pt x="495300" y="857250"/>
                </a:lnTo>
                <a:lnTo>
                  <a:pt x="495300" y="866775"/>
                </a:lnTo>
                <a:lnTo>
                  <a:pt x="447675" y="866775"/>
                </a:lnTo>
                <a:close/>
                <a:moveTo>
                  <a:pt x="552450" y="857250"/>
                </a:moveTo>
                <a:lnTo>
                  <a:pt x="561975" y="857250"/>
                </a:lnTo>
                <a:lnTo>
                  <a:pt x="561975" y="895350"/>
                </a:lnTo>
                <a:lnTo>
                  <a:pt x="552450" y="895350"/>
                </a:lnTo>
                <a:close/>
                <a:moveTo>
                  <a:pt x="638175" y="857250"/>
                </a:moveTo>
                <a:lnTo>
                  <a:pt x="657225" y="857250"/>
                </a:lnTo>
                <a:lnTo>
                  <a:pt x="657225" y="866775"/>
                </a:lnTo>
                <a:lnTo>
                  <a:pt x="647700" y="866775"/>
                </a:lnTo>
                <a:lnTo>
                  <a:pt x="647700" y="876300"/>
                </a:lnTo>
                <a:lnTo>
                  <a:pt x="619125" y="876300"/>
                </a:lnTo>
                <a:lnTo>
                  <a:pt x="619125" y="866775"/>
                </a:lnTo>
                <a:lnTo>
                  <a:pt x="638175" y="866775"/>
                </a:lnTo>
                <a:close/>
                <a:moveTo>
                  <a:pt x="876300" y="857250"/>
                </a:moveTo>
                <a:lnTo>
                  <a:pt x="885825" y="857250"/>
                </a:lnTo>
                <a:lnTo>
                  <a:pt x="885825" y="866775"/>
                </a:lnTo>
                <a:lnTo>
                  <a:pt x="876300" y="866775"/>
                </a:lnTo>
                <a:close/>
                <a:moveTo>
                  <a:pt x="695325" y="866775"/>
                </a:moveTo>
                <a:lnTo>
                  <a:pt x="704850" y="866775"/>
                </a:lnTo>
                <a:lnTo>
                  <a:pt x="704850" y="876300"/>
                </a:lnTo>
                <a:lnTo>
                  <a:pt x="695325" y="876300"/>
                </a:lnTo>
                <a:close/>
                <a:moveTo>
                  <a:pt x="733425" y="866775"/>
                </a:moveTo>
                <a:lnTo>
                  <a:pt x="762000" y="866775"/>
                </a:lnTo>
                <a:lnTo>
                  <a:pt x="762000" y="876300"/>
                </a:lnTo>
                <a:lnTo>
                  <a:pt x="733425" y="876300"/>
                </a:lnTo>
                <a:close/>
                <a:moveTo>
                  <a:pt x="771525" y="866775"/>
                </a:moveTo>
                <a:lnTo>
                  <a:pt x="781050" y="866775"/>
                </a:lnTo>
                <a:lnTo>
                  <a:pt x="781050" y="876300"/>
                </a:lnTo>
                <a:lnTo>
                  <a:pt x="771525" y="876300"/>
                </a:lnTo>
                <a:close/>
                <a:moveTo>
                  <a:pt x="314325" y="876300"/>
                </a:moveTo>
                <a:lnTo>
                  <a:pt x="342900" y="876300"/>
                </a:lnTo>
                <a:lnTo>
                  <a:pt x="342900" y="885825"/>
                </a:lnTo>
                <a:lnTo>
                  <a:pt x="314325" y="885825"/>
                </a:lnTo>
                <a:close/>
                <a:moveTo>
                  <a:pt x="447675" y="876300"/>
                </a:moveTo>
                <a:lnTo>
                  <a:pt x="457200" y="876300"/>
                </a:lnTo>
                <a:lnTo>
                  <a:pt x="457200" y="885825"/>
                </a:lnTo>
                <a:lnTo>
                  <a:pt x="447675" y="885825"/>
                </a:lnTo>
                <a:close/>
                <a:moveTo>
                  <a:pt x="600075" y="876300"/>
                </a:moveTo>
                <a:lnTo>
                  <a:pt x="619125" y="876300"/>
                </a:lnTo>
                <a:lnTo>
                  <a:pt x="619125" y="885825"/>
                </a:lnTo>
                <a:lnTo>
                  <a:pt x="600075" y="885825"/>
                </a:lnTo>
                <a:close/>
                <a:moveTo>
                  <a:pt x="647700" y="876300"/>
                </a:moveTo>
                <a:lnTo>
                  <a:pt x="666750" y="876300"/>
                </a:lnTo>
                <a:lnTo>
                  <a:pt x="666750" y="885825"/>
                </a:lnTo>
                <a:lnTo>
                  <a:pt x="647700" y="885825"/>
                </a:lnTo>
                <a:close/>
                <a:moveTo>
                  <a:pt x="266700" y="885825"/>
                </a:moveTo>
                <a:lnTo>
                  <a:pt x="285750" y="885825"/>
                </a:lnTo>
                <a:lnTo>
                  <a:pt x="285750" y="895350"/>
                </a:lnTo>
                <a:lnTo>
                  <a:pt x="304800" y="895350"/>
                </a:lnTo>
                <a:lnTo>
                  <a:pt x="304800" y="904875"/>
                </a:lnTo>
                <a:lnTo>
                  <a:pt x="266700" y="904875"/>
                </a:lnTo>
                <a:close/>
                <a:moveTo>
                  <a:pt x="428625" y="885825"/>
                </a:moveTo>
                <a:lnTo>
                  <a:pt x="438150" y="885825"/>
                </a:lnTo>
                <a:lnTo>
                  <a:pt x="438150" y="895350"/>
                </a:lnTo>
                <a:lnTo>
                  <a:pt x="428625" y="895350"/>
                </a:lnTo>
                <a:close/>
                <a:moveTo>
                  <a:pt x="533400" y="885825"/>
                </a:moveTo>
                <a:lnTo>
                  <a:pt x="542925" y="885825"/>
                </a:lnTo>
                <a:lnTo>
                  <a:pt x="542925" y="895350"/>
                </a:lnTo>
                <a:lnTo>
                  <a:pt x="533400" y="895350"/>
                </a:lnTo>
                <a:close/>
                <a:moveTo>
                  <a:pt x="581025" y="885825"/>
                </a:moveTo>
                <a:lnTo>
                  <a:pt x="600075" y="885825"/>
                </a:lnTo>
                <a:lnTo>
                  <a:pt x="600075" y="895350"/>
                </a:lnTo>
                <a:lnTo>
                  <a:pt x="581025" y="895350"/>
                </a:lnTo>
                <a:close/>
                <a:moveTo>
                  <a:pt x="409575" y="895350"/>
                </a:moveTo>
                <a:lnTo>
                  <a:pt x="428625" y="895350"/>
                </a:lnTo>
                <a:lnTo>
                  <a:pt x="428625" y="904875"/>
                </a:lnTo>
                <a:lnTo>
                  <a:pt x="409575" y="904875"/>
                </a:lnTo>
                <a:close/>
                <a:moveTo>
                  <a:pt x="2085975" y="895350"/>
                </a:moveTo>
                <a:lnTo>
                  <a:pt x="2095500" y="895350"/>
                </a:lnTo>
                <a:lnTo>
                  <a:pt x="2095500" y="904875"/>
                </a:lnTo>
                <a:lnTo>
                  <a:pt x="2085975" y="904875"/>
                </a:lnTo>
                <a:close/>
                <a:moveTo>
                  <a:pt x="85725" y="904875"/>
                </a:moveTo>
                <a:lnTo>
                  <a:pt x="95250" y="904875"/>
                </a:lnTo>
                <a:lnTo>
                  <a:pt x="95250" y="933450"/>
                </a:lnTo>
                <a:lnTo>
                  <a:pt x="85725" y="933450"/>
                </a:lnTo>
                <a:close/>
                <a:moveTo>
                  <a:pt x="323850" y="904875"/>
                </a:moveTo>
                <a:lnTo>
                  <a:pt x="333375" y="904875"/>
                </a:lnTo>
                <a:lnTo>
                  <a:pt x="333375" y="914400"/>
                </a:lnTo>
                <a:lnTo>
                  <a:pt x="323850" y="914400"/>
                </a:lnTo>
                <a:close/>
                <a:moveTo>
                  <a:pt x="1704975" y="923925"/>
                </a:moveTo>
                <a:lnTo>
                  <a:pt x="1714500" y="923925"/>
                </a:lnTo>
                <a:lnTo>
                  <a:pt x="1714500" y="933450"/>
                </a:lnTo>
                <a:lnTo>
                  <a:pt x="1704975" y="933450"/>
                </a:lnTo>
                <a:close/>
                <a:moveTo>
                  <a:pt x="1076325" y="1028700"/>
                </a:moveTo>
                <a:lnTo>
                  <a:pt x="1085850" y="1028700"/>
                </a:lnTo>
                <a:lnTo>
                  <a:pt x="1085850" y="1038225"/>
                </a:lnTo>
                <a:lnTo>
                  <a:pt x="1076325" y="1038225"/>
                </a:lnTo>
                <a:close/>
                <a:moveTo>
                  <a:pt x="1114425" y="1028700"/>
                </a:moveTo>
                <a:lnTo>
                  <a:pt x="1123950" y="1028700"/>
                </a:lnTo>
                <a:lnTo>
                  <a:pt x="1123950" y="1038225"/>
                </a:lnTo>
                <a:lnTo>
                  <a:pt x="1114425" y="1038225"/>
                </a:lnTo>
                <a:close/>
                <a:moveTo>
                  <a:pt x="1133475" y="1028700"/>
                </a:moveTo>
                <a:lnTo>
                  <a:pt x="1162050" y="1028700"/>
                </a:lnTo>
                <a:lnTo>
                  <a:pt x="1162050" y="1038225"/>
                </a:lnTo>
                <a:lnTo>
                  <a:pt x="1133475" y="1038225"/>
                </a:lnTo>
                <a:close/>
                <a:moveTo>
                  <a:pt x="180975" y="1038225"/>
                </a:moveTo>
                <a:lnTo>
                  <a:pt x="190500" y="1038225"/>
                </a:lnTo>
                <a:lnTo>
                  <a:pt x="190500" y="1057275"/>
                </a:lnTo>
                <a:lnTo>
                  <a:pt x="180975" y="1057275"/>
                </a:lnTo>
                <a:close/>
                <a:moveTo>
                  <a:pt x="1190625" y="1038225"/>
                </a:moveTo>
                <a:lnTo>
                  <a:pt x="1200150" y="1038225"/>
                </a:lnTo>
                <a:lnTo>
                  <a:pt x="1200150" y="1066800"/>
                </a:lnTo>
                <a:lnTo>
                  <a:pt x="1190625" y="1066800"/>
                </a:lnTo>
                <a:close/>
                <a:moveTo>
                  <a:pt x="95250" y="1047750"/>
                </a:moveTo>
                <a:lnTo>
                  <a:pt x="104775" y="1047750"/>
                </a:lnTo>
                <a:lnTo>
                  <a:pt x="104775" y="1057275"/>
                </a:lnTo>
                <a:lnTo>
                  <a:pt x="95250" y="1057275"/>
                </a:lnTo>
                <a:close/>
                <a:moveTo>
                  <a:pt x="1133475" y="1057275"/>
                </a:moveTo>
                <a:lnTo>
                  <a:pt x="1171575" y="1057275"/>
                </a:lnTo>
                <a:lnTo>
                  <a:pt x="1171575" y="1066800"/>
                </a:lnTo>
                <a:lnTo>
                  <a:pt x="1162050" y="1066800"/>
                </a:lnTo>
                <a:lnTo>
                  <a:pt x="1162050" y="1076325"/>
                </a:lnTo>
                <a:lnTo>
                  <a:pt x="1133475" y="1076325"/>
                </a:lnTo>
                <a:close/>
                <a:moveTo>
                  <a:pt x="1714500" y="1057275"/>
                </a:moveTo>
                <a:lnTo>
                  <a:pt x="1724025" y="1057275"/>
                </a:lnTo>
                <a:lnTo>
                  <a:pt x="1724025" y="1066800"/>
                </a:lnTo>
                <a:lnTo>
                  <a:pt x="1714500" y="1066800"/>
                </a:lnTo>
                <a:close/>
                <a:moveTo>
                  <a:pt x="1095375" y="1066800"/>
                </a:moveTo>
                <a:lnTo>
                  <a:pt x="1104900" y="1066800"/>
                </a:lnTo>
                <a:lnTo>
                  <a:pt x="1104900" y="1076325"/>
                </a:lnTo>
                <a:lnTo>
                  <a:pt x="1095375" y="1076325"/>
                </a:lnTo>
                <a:close/>
                <a:moveTo>
                  <a:pt x="409575" y="1076325"/>
                </a:moveTo>
                <a:lnTo>
                  <a:pt x="447675" y="1076325"/>
                </a:lnTo>
                <a:lnTo>
                  <a:pt x="447675" y="1085850"/>
                </a:lnTo>
                <a:lnTo>
                  <a:pt x="409575" y="1085850"/>
                </a:lnTo>
                <a:close/>
                <a:moveTo>
                  <a:pt x="390525" y="1085850"/>
                </a:moveTo>
                <a:lnTo>
                  <a:pt x="400050" y="1085850"/>
                </a:lnTo>
                <a:lnTo>
                  <a:pt x="400050" y="1095375"/>
                </a:lnTo>
                <a:lnTo>
                  <a:pt x="390525" y="1095375"/>
                </a:lnTo>
                <a:close/>
                <a:moveTo>
                  <a:pt x="457200" y="1085850"/>
                </a:moveTo>
                <a:lnTo>
                  <a:pt x="466725" y="1085850"/>
                </a:lnTo>
                <a:lnTo>
                  <a:pt x="466725" y="1095375"/>
                </a:lnTo>
                <a:lnTo>
                  <a:pt x="457200" y="1095375"/>
                </a:lnTo>
                <a:close/>
                <a:moveTo>
                  <a:pt x="371475" y="1095375"/>
                </a:moveTo>
                <a:lnTo>
                  <a:pt x="381000" y="1095375"/>
                </a:lnTo>
                <a:lnTo>
                  <a:pt x="381000" y="1104900"/>
                </a:lnTo>
                <a:lnTo>
                  <a:pt x="371475" y="1104900"/>
                </a:lnTo>
                <a:close/>
                <a:moveTo>
                  <a:pt x="1104900" y="1095375"/>
                </a:moveTo>
                <a:lnTo>
                  <a:pt x="1114425" y="1095375"/>
                </a:lnTo>
                <a:lnTo>
                  <a:pt x="1114425" y="1104900"/>
                </a:lnTo>
                <a:lnTo>
                  <a:pt x="1104900" y="1104900"/>
                </a:lnTo>
                <a:close/>
                <a:moveTo>
                  <a:pt x="361950" y="1104900"/>
                </a:moveTo>
                <a:lnTo>
                  <a:pt x="371475" y="1104900"/>
                </a:lnTo>
                <a:lnTo>
                  <a:pt x="371475" y="1114425"/>
                </a:lnTo>
                <a:lnTo>
                  <a:pt x="361950" y="1114425"/>
                </a:lnTo>
                <a:close/>
                <a:moveTo>
                  <a:pt x="1152525" y="1114425"/>
                </a:moveTo>
                <a:lnTo>
                  <a:pt x="1162050" y="1114425"/>
                </a:lnTo>
                <a:lnTo>
                  <a:pt x="1162050" y="1123950"/>
                </a:lnTo>
                <a:lnTo>
                  <a:pt x="1152525" y="1123950"/>
                </a:lnTo>
                <a:close/>
                <a:moveTo>
                  <a:pt x="447675" y="1123950"/>
                </a:moveTo>
                <a:lnTo>
                  <a:pt x="457200" y="1123950"/>
                </a:lnTo>
                <a:lnTo>
                  <a:pt x="457200" y="1133475"/>
                </a:lnTo>
                <a:lnTo>
                  <a:pt x="466725" y="1133475"/>
                </a:lnTo>
                <a:lnTo>
                  <a:pt x="466725" y="1162050"/>
                </a:lnTo>
                <a:lnTo>
                  <a:pt x="457200" y="1162050"/>
                </a:lnTo>
                <a:lnTo>
                  <a:pt x="457200" y="1143000"/>
                </a:lnTo>
                <a:lnTo>
                  <a:pt x="438150" y="1143000"/>
                </a:lnTo>
                <a:lnTo>
                  <a:pt x="438150" y="1133475"/>
                </a:lnTo>
                <a:lnTo>
                  <a:pt x="447675" y="1133475"/>
                </a:lnTo>
                <a:close/>
                <a:moveTo>
                  <a:pt x="1171575" y="1123950"/>
                </a:moveTo>
                <a:lnTo>
                  <a:pt x="1181100" y="1123950"/>
                </a:lnTo>
                <a:lnTo>
                  <a:pt x="1181100" y="1133475"/>
                </a:lnTo>
                <a:lnTo>
                  <a:pt x="1171575" y="1133475"/>
                </a:lnTo>
                <a:close/>
                <a:moveTo>
                  <a:pt x="390525" y="1133475"/>
                </a:moveTo>
                <a:lnTo>
                  <a:pt x="409575" y="1133475"/>
                </a:lnTo>
                <a:lnTo>
                  <a:pt x="409575" y="1143000"/>
                </a:lnTo>
                <a:lnTo>
                  <a:pt x="390525" y="1143000"/>
                </a:lnTo>
                <a:close/>
                <a:moveTo>
                  <a:pt x="361950" y="1143000"/>
                </a:moveTo>
                <a:lnTo>
                  <a:pt x="371475" y="1143000"/>
                </a:lnTo>
                <a:lnTo>
                  <a:pt x="371475" y="1171575"/>
                </a:lnTo>
                <a:lnTo>
                  <a:pt x="361950" y="1171575"/>
                </a:lnTo>
                <a:close/>
                <a:moveTo>
                  <a:pt x="381000" y="1143000"/>
                </a:moveTo>
                <a:lnTo>
                  <a:pt x="390525" y="1143000"/>
                </a:lnTo>
                <a:lnTo>
                  <a:pt x="390525" y="1152525"/>
                </a:lnTo>
                <a:lnTo>
                  <a:pt x="381000" y="1152525"/>
                </a:lnTo>
                <a:close/>
                <a:moveTo>
                  <a:pt x="409575" y="1143000"/>
                </a:moveTo>
                <a:lnTo>
                  <a:pt x="419100" y="1143000"/>
                </a:lnTo>
                <a:lnTo>
                  <a:pt x="419100" y="1152525"/>
                </a:lnTo>
                <a:lnTo>
                  <a:pt x="409575" y="1152525"/>
                </a:lnTo>
                <a:close/>
                <a:moveTo>
                  <a:pt x="409575" y="1162050"/>
                </a:moveTo>
                <a:lnTo>
                  <a:pt x="419100" y="1162050"/>
                </a:lnTo>
                <a:lnTo>
                  <a:pt x="419100" y="1171575"/>
                </a:lnTo>
                <a:lnTo>
                  <a:pt x="409575" y="1171575"/>
                </a:lnTo>
                <a:close/>
                <a:moveTo>
                  <a:pt x="447675" y="1162050"/>
                </a:moveTo>
                <a:lnTo>
                  <a:pt x="457200" y="1162050"/>
                </a:lnTo>
                <a:lnTo>
                  <a:pt x="457200" y="1171575"/>
                </a:lnTo>
                <a:lnTo>
                  <a:pt x="447675" y="1171575"/>
                </a:lnTo>
                <a:close/>
                <a:moveTo>
                  <a:pt x="476250" y="1171575"/>
                </a:moveTo>
                <a:lnTo>
                  <a:pt x="485775" y="1171575"/>
                </a:lnTo>
                <a:lnTo>
                  <a:pt x="485775" y="1181100"/>
                </a:lnTo>
                <a:lnTo>
                  <a:pt x="476250" y="1181100"/>
                </a:lnTo>
                <a:close/>
                <a:moveTo>
                  <a:pt x="1724025" y="1171575"/>
                </a:moveTo>
                <a:lnTo>
                  <a:pt x="1733550" y="1171575"/>
                </a:lnTo>
                <a:lnTo>
                  <a:pt x="1733550" y="1190625"/>
                </a:lnTo>
                <a:lnTo>
                  <a:pt x="1724025" y="1190625"/>
                </a:lnTo>
                <a:close/>
                <a:moveTo>
                  <a:pt x="466725" y="1181100"/>
                </a:moveTo>
                <a:lnTo>
                  <a:pt x="476250" y="1181100"/>
                </a:lnTo>
                <a:lnTo>
                  <a:pt x="476250" y="1190625"/>
                </a:lnTo>
                <a:lnTo>
                  <a:pt x="466725" y="1190625"/>
                </a:lnTo>
                <a:close/>
                <a:moveTo>
                  <a:pt x="390525" y="1190625"/>
                </a:moveTo>
                <a:lnTo>
                  <a:pt x="400050" y="1190625"/>
                </a:lnTo>
                <a:lnTo>
                  <a:pt x="400050" y="1200150"/>
                </a:lnTo>
                <a:lnTo>
                  <a:pt x="390525" y="1200150"/>
                </a:lnTo>
                <a:close/>
                <a:moveTo>
                  <a:pt x="447675" y="1190625"/>
                </a:moveTo>
                <a:lnTo>
                  <a:pt x="457200" y="1190625"/>
                </a:lnTo>
                <a:lnTo>
                  <a:pt x="457200" y="1200150"/>
                </a:lnTo>
                <a:lnTo>
                  <a:pt x="447675" y="1200150"/>
                </a:lnTo>
                <a:close/>
                <a:moveTo>
                  <a:pt x="1190625" y="1200150"/>
                </a:moveTo>
                <a:lnTo>
                  <a:pt x="1200150" y="1200150"/>
                </a:lnTo>
                <a:lnTo>
                  <a:pt x="1200150" y="1209675"/>
                </a:lnTo>
                <a:lnTo>
                  <a:pt x="1190625" y="1209675"/>
                </a:lnTo>
                <a:close/>
                <a:moveTo>
                  <a:pt x="1247775" y="1200150"/>
                </a:moveTo>
                <a:lnTo>
                  <a:pt x="1257300" y="1200150"/>
                </a:lnTo>
                <a:lnTo>
                  <a:pt x="1257300" y="1209675"/>
                </a:lnTo>
                <a:lnTo>
                  <a:pt x="1247775" y="1209675"/>
                </a:lnTo>
                <a:close/>
                <a:moveTo>
                  <a:pt x="1066800" y="1209675"/>
                </a:moveTo>
                <a:lnTo>
                  <a:pt x="1076325" y="1209675"/>
                </a:lnTo>
                <a:lnTo>
                  <a:pt x="1076325" y="1219200"/>
                </a:lnTo>
                <a:lnTo>
                  <a:pt x="1066800" y="1219200"/>
                </a:lnTo>
                <a:close/>
                <a:moveTo>
                  <a:pt x="1095375" y="1209675"/>
                </a:moveTo>
                <a:lnTo>
                  <a:pt x="1104900" y="1209675"/>
                </a:lnTo>
                <a:lnTo>
                  <a:pt x="1104900" y="1219200"/>
                </a:lnTo>
                <a:lnTo>
                  <a:pt x="1095375" y="1219200"/>
                </a:lnTo>
                <a:close/>
                <a:moveTo>
                  <a:pt x="1114425" y="1209675"/>
                </a:moveTo>
                <a:lnTo>
                  <a:pt x="1123950" y="1209675"/>
                </a:lnTo>
                <a:lnTo>
                  <a:pt x="1123950" y="1219200"/>
                </a:lnTo>
                <a:lnTo>
                  <a:pt x="1114425" y="1219200"/>
                </a:lnTo>
                <a:close/>
                <a:moveTo>
                  <a:pt x="1133475" y="1209675"/>
                </a:moveTo>
                <a:lnTo>
                  <a:pt x="1152525" y="1209675"/>
                </a:lnTo>
                <a:lnTo>
                  <a:pt x="1152525" y="1219200"/>
                </a:lnTo>
                <a:lnTo>
                  <a:pt x="1133475" y="1219200"/>
                </a:lnTo>
                <a:close/>
                <a:moveTo>
                  <a:pt x="190500" y="1228725"/>
                </a:moveTo>
                <a:lnTo>
                  <a:pt x="200025" y="1228725"/>
                </a:lnTo>
                <a:lnTo>
                  <a:pt x="200025" y="1247775"/>
                </a:lnTo>
                <a:lnTo>
                  <a:pt x="190500" y="1247775"/>
                </a:lnTo>
                <a:close/>
                <a:moveTo>
                  <a:pt x="1066800" y="1238250"/>
                </a:moveTo>
                <a:lnTo>
                  <a:pt x="1076325" y="1238250"/>
                </a:lnTo>
                <a:lnTo>
                  <a:pt x="1076325" y="1247775"/>
                </a:lnTo>
                <a:lnTo>
                  <a:pt x="1066800" y="1247775"/>
                </a:lnTo>
                <a:close/>
                <a:moveTo>
                  <a:pt x="1181100" y="1247775"/>
                </a:moveTo>
                <a:lnTo>
                  <a:pt x="1219200" y="1247775"/>
                </a:lnTo>
                <a:lnTo>
                  <a:pt x="1219200" y="1257300"/>
                </a:lnTo>
                <a:lnTo>
                  <a:pt x="1181100" y="1257300"/>
                </a:lnTo>
                <a:close/>
                <a:moveTo>
                  <a:pt x="628650" y="1257300"/>
                </a:moveTo>
                <a:lnTo>
                  <a:pt x="638175" y="1257300"/>
                </a:lnTo>
                <a:lnTo>
                  <a:pt x="638175" y="1266825"/>
                </a:lnTo>
                <a:lnTo>
                  <a:pt x="628650" y="1266825"/>
                </a:lnTo>
                <a:close/>
                <a:moveTo>
                  <a:pt x="523875" y="1266825"/>
                </a:moveTo>
                <a:lnTo>
                  <a:pt x="533400" y="1266825"/>
                </a:lnTo>
                <a:lnTo>
                  <a:pt x="533400" y="1276350"/>
                </a:lnTo>
                <a:lnTo>
                  <a:pt x="523875" y="1276350"/>
                </a:lnTo>
                <a:close/>
                <a:moveTo>
                  <a:pt x="381000" y="1276350"/>
                </a:moveTo>
                <a:lnTo>
                  <a:pt x="419100" y="1276350"/>
                </a:lnTo>
                <a:lnTo>
                  <a:pt x="419100" y="1285875"/>
                </a:lnTo>
                <a:lnTo>
                  <a:pt x="381000" y="1285875"/>
                </a:lnTo>
                <a:close/>
                <a:moveTo>
                  <a:pt x="495300" y="1276350"/>
                </a:moveTo>
                <a:lnTo>
                  <a:pt x="523875" y="1276350"/>
                </a:lnTo>
                <a:lnTo>
                  <a:pt x="523875" y="1285875"/>
                </a:lnTo>
                <a:lnTo>
                  <a:pt x="495300" y="1285875"/>
                </a:lnTo>
                <a:close/>
                <a:moveTo>
                  <a:pt x="552450" y="1295400"/>
                </a:moveTo>
                <a:lnTo>
                  <a:pt x="571500" y="1295400"/>
                </a:lnTo>
                <a:lnTo>
                  <a:pt x="571500" y="1304925"/>
                </a:lnTo>
                <a:lnTo>
                  <a:pt x="552450" y="1304925"/>
                </a:lnTo>
                <a:close/>
                <a:moveTo>
                  <a:pt x="647700" y="1295400"/>
                </a:moveTo>
                <a:lnTo>
                  <a:pt x="657225" y="1295400"/>
                </a:lnTo>
                <a:lnTo>
                  <a:pt x="657225" y="1304925"/>
                </a:lnTo>
                <a:lnTo>
                  <a:pt x="647700" y="1304925"/>
                </a:lnTo>
                <a:close/>
                <a:moveTo>
                  <a:pt x="1095375" y="1304925"/>
                </a:moveTo>
                <a:lnTo>
                  <a:pt x="1114425" y="1304925"/>
                </a:lnTo>
                <a:lnTo>
                  <a:pt x="1114425" y="1314450"/>
                </a:lnTo>
                <a:lnTo>
                  <a:pt x="1095375" y="1314450"/>
                </a:lnTo>
                <a:close/>
                <a:moveTo>
                  <a:pt x="104775" y="1314450"/>
                </a:moveTo>
                <a:lnTo>
                  <a:pt x="114300" y="1314450"/>
                </a:lnTo>
                <a:lnTo>
                  <a:pt x="114300" y="1352550"/>
                </a:lnTo>
                <a:lnTo>
                  <a:pt x="104775" y="1352550"/>
                </a:lnTo>
                <a:close/>
                <a:moveTo>
                  <a:pt x="352425" y="1314450"/>
                </a:moveTo>
                <a:lnTo>
                  <a:pt x="361950" y="1314450"/>
                </a:lnTo>
                <a:lnTo>
                  <a:pt x="361950" y="1323975"/>
                </a:lnTo>
                <a:lnTo>
                  <a:pt x="352425" y="1323975"/>
                </a:lnTo>
                <a:close/>
                <a:moveTo>
                  <a:pt x="457200" y="1314450"/>
                </a:moveTo>
                <a:lnTo>
                  <a:pt x="476250" y="1314450"/>
                </a:lnTo>
                <a:lnTo>
                  <a:pt x="476250" y="1323975"/>
                </a:lnTo>
                <a:lnTo>
                  <a:pt x="457200" y="1323975"/>
                </a:lnTo>
                <a:close/>
                <a:moveTo>
                  <a:pt x="1733550" y="1314450"/>
                </a:moveTo>
                <a:lnTo>
                  <a:pt x="1743075" y="1314450"/>
                </a:lnTo>
                <a:lnTo>
                  <a:pt x="1743075" y="1323975"/>
                </a:lnTo>
                <a:lnTo>
                  <a:pt x="1733550" y="1323975"/>
                </a:lnTo>
                <a:close/>
                <a:moveTo>
                  <a:pt x="1095375" y="1352550"/>
                </a:moveTo>
                <a:lnTo>
                  <a:pt x="1104900" y="1352550"/>
                </a:lnTo>
                <a:lnTo>
                  <a:pt x="1104900" y="1362075"/>
                </a:lnTo>
                <a:lnTo>
                  <a:pt x="1095375" y="1362075"/>
                </a:lnTo>
                <a:close/>
                <a:moveTo>
                  <a:pt x="1123950" y="1362075"/>
                </a:moveTo>
                <a:lnTo>
                  <a:pt x="1143000" y="1362075"/>
                </a:lnTo>
                <a:lnTo>
                  <a:pt x="1143000" y="1371600"/>
                </a:lnTo>
                <a:lnTo>
                  <a:pt x="1123950" y="1371600"/>
                </a:lnTo>
                <a:close/>
                <a:moveTo>
                  <a:pt x="1143000" y="1381125"/>
                </a:moveTo>
                <a:lnTo>
                  <a:pt x="1152525" y="1381125"/>
                </a:lnTo>
                <a:lnTo>
                  <a:pt x="1152525" y="1390650"/>
                </a:lnTo>
                <a:lnTo>
                  <a:pt x="1143000" y="1390650"/>
                </a:lnTo>
                <a:close/>
                <a:moveTo>
                  <a:pt x="352425" y="1390650"/>
                </a:moveTo>
                <a:lnTo>
                  <a:pt x="361950" y="1390650"/>
                </a:lnTo>
                <a:lnTo>
                  <a:pt x="361950" y="1400175"/>
                </a:lnTo>
                <a:lnTo>
                  <a:pt x="352425" y="1400175"/>
                </a:lnTo>
                <a:close/>
                <a:moveTo>
                  <a:pt x="457200" y="1390650"/>
                </a:moveTo>
                <a:lnTo>
                  <a:pt x="466725" y="1390650"/>
                </a:lnTo>
                <a:lnTo>
                  <a:pt x="466725" y="1409700"/>
                </a:lnTo>
                <a:lnTo>
                  <a:pt x="457200" y="1409700"/>
                </a:lnTo>
                <a:close/>
                <a:moveTo>
                  <a:pt x="485775" y="1390650"/>
                </a:moveTo>
                <a:lnTo>
                  <a:pt x="504825" y="1390650"/>
                </a:lnTo>
                <a:lnTo>
                  <a:pt x="504825" y="1400175"/>
                </a:lnTo>
                <a:lnTo>
                  <a:pt x="485775" y="1400175"/>
                </a:lnTo>
                <a:close/>
                <a:moveTo>
                  <a:pt x="409575" y="1400175"/>
                </a:moveTo>
                <a:lnTo>
                  <a:pt x="419100" y="1400175"/>
                </a:lnTo>
                <a:lnTo>
                  <a:pt x="419100" y="1409700"/>
                </a:lnTo>
                <a:lnTo>
                  <a:pt x="409575" y="1409700"/>
                </a:lnTo>
                <a:close/>
                <a:moveTo>
                  <a:pt x="200025" y="1409700"/>
                </a:moveTo>
                <a:lnTo>
                  <a:pt x="209550" y="1409700"/>
                </a:lnTo>
                <a:lnTo>
                  <a:pt x="209550" y="1428750"/>
                </a:lnTo>
                <a:lnTo>
                  <a:pt x="200025" y="1428750"/>
                </a:lnTo>
                <a:close/>
                <a:moveTo>
                  <a:pt x="361950" y="1409700"/>
                </a:moveTo>
                <a:lnTo>
                  <a:pt x="371475" y="1409700"/>
                </a:lnTo>
                <a:lnTo>
                  <a:pt x="371475" y="1419225"/>
                </a:lnTo>
                <a:lnTo>
                  <a:pt x="361950" y="1419225"/>
                </a:lnTo>
                <a:close/>
                <a:moveTo>
                  <a:pt x="1743075" y="1409700"/>
                </a:moveTo>
                <a:lnTo>
                  <a:pt x="1752600" y="1409700"/>
                </a:lnTo>
                <a:lnTo>
                  <a:pt x="1752600" y="1428750"/>
                </a:lnTo>
                <a:lnTo>
                  <a:pt x="1743075" y="1428750"/>
                </a:lnTo>
                <a:close/>
                <a:moveTo>
                  <a:pt x="523875" y="1428750"/>
                </a:moveTo>
                <a:lnTo>
                  <a:pt x="533400" y="1428750"/>
                </a:lnTo>
                <a:lnTo>
                  <a:pt x="533400" y="1447800"/>
                </a:lnTo>
                <a:lnTo>
                  <a:pt x="523875" y="1447800"/>
                </a:lnTo>
                <a:close/>
                <a:moveTo>
                  <a:pt x="114300" y="1447800"/>
                </a:moveTo>
                <a:lnTo>
                  <a:pt x="123825" y="1447800"/>
                </a:lnTo>
                <a:lnTo>
                  <a:pt x="123825" y="1457325"/>
                </a:lnTo>
                <a:lnTo>
                  <a:pt x="114300" y="1457325"/>
                </a:lnTo>
                <a:close/>
                <a:moveTo>
                  <a:pt x="438150" y="1447800"/>
                </a:moveTo>
                <a:lnTo>
                  <a:pt x="447675" y="1447800"/>
                </a:lnTo>
                <a:lnTo>
                  <a:pt x="447675" y="1457325"/>
                </a:lnTo>
                <a:lnTo>
                  <a:pt x="438150" y="1457325"/>
                </a:lnTo>
                <a:close/>
                <a:moveTo>
                  <a:pt x="495300" y="1447800"/>
                </a:moveTo>
                <a:lnTo>
                  <a:pt x="504825" y="1447800"/>
                </a:lnTo>
                <a:lnTo>
                  <a:pt x="504825" y="1457325"/>
                </a:lnTo>
                <a:lnTo>
                  <a:pt x="495300" y="1457325"/>
                </a:lnTo>
                <a:close/>
                <a:moveTo>
                  <a:pt x="381000" y="1457325"/>
                </a:moveTo>
                <a:lnTo>
                  <a:pt x="390525" y="1457325"/>
                </a:lnTo>
                <a:lnTo>
                  <a:pt x="390525" y="1466850"/>
                </a:lnTo>
                <a:lnTo>
                  <a:pt x="381000" y="1466850"/>
                </a:lnTo>
                <a:close/>
                <a:moveTo>
                  <a:pt x="114300" y="1495425"/>
                </a:moveTo>
                <a:lnTo>
                  <a:pt x="123825" y="1495425"/>
                </a:lnTo>
                <a:lnTo>
                  <a:pt x="123825" y="1524000"/>
                </a:lnTo>
                <a:lnTo>
                  <a:pt x="114300" y="1524000"/>
                </a:lnTo>
                <a:close/>
                <a:moveTo>
                  <a:pt x="1752600" y="1543050"/>
                </a:moveTo>
                <a:lnTo>
                  <a:pt x="1762125" y="1543050"/>
                </a:lnTo>
                <a:lnTo>
                  <a:pt x="1762125" y="1552575"/>
                </a:lnTo>
                <a:lnTo>
                  <a:pt x="1752600" y="1552575"/>
                </a:lnTo>
                <a:close/>
                <a:moveTo>
                  <a:pt x="209550" y="1609725"/>
                </a:moveTo>
                <a:lnTo>
                  <a:pt x="219075" y="1609725"/>
                </a:lnTo>
                <a:lnTo>
                  <a:pt x="219075" y="1628775"/>
                </a:lnTo>
                <a:lnTo>
                  <a:pt x="209550" y="1628775"/>
                </a:lnTo>
                <a:close/>
                <a:moveTo>
                  <a:pt x="2009775" y="1609725"/>
                </a:moveTo>
                <a:lnTo>
                  <a:pt x="2019300" y="1609725"/>
                </a:lnTo>
                <a:lnTo>
                  <a:pt x="2019300" y="1647825"/>
                </a:lnTo>
                <a:lnTo>
                  <a:pt x="2028825" y="1647825"/>
                </a:lnTo>
                <a:lnTo>
                  <a:pt x="2028825" y="1685925"/>
                </a:lnTo>
                <a:lnTo>
                  <a:pt x="2038350" y="1685925"/>
                </a:lnTo>
                <a:lnTo>
                  <a:pt x="2038350" y="1743075"/>
                </a:lnTo>
                <a:lnTo>
                  <a:pt x="2028825" y="1743075"/>
                </a:lnTo>
                <a:lnTo>
                  <a:pt x="2028825" y="1762125"/>
                </a:lnTo>
                <a:lnTo>
                  <a:pt x="2038350" y="1762125"/>
                </a:lnTo>
                <a:lnTo>
                  <a:pt x="2038350" y="1809750"/>
                </a:lnTo>
                <a:lnTo>
                  <a:pt x="2028825" y="1809750"/>
                </a:lnTo>
                <a:lnTo>
                  <a:pt x="2028825" y="1857375"/>
                </a:lnTo>
                <a:lnTo>
                  <a:pt x="2038350" y="1857375"/>
                </a:lnTo>
                <a:lnTo>
                  <a:pt x="2038350" y="1876425"/>
                </a:lnTo>
                <a:lnTo>
                  <a:pt x="2047875" y="1876425"/>
                </a:lnTo>
                <a:lnTo>
                  <a:pt x="2047875" y="1885950"/>
                </a:lnTo>
                <a:lnTo>
                  <a:pt x="2028825" y="1885950"/>
                </a:lnTo>
                <a:lnTo>
                  <a:pt x="2028825" y="1876425"/>
                </a:lnTo>
                <a:lnTo>
                  <a:pt x="2009775" y="1876425"/>
                </a:lnTo>
                <a:lnTo>
                  <a:pt x="2009775" y="1866900"/>
                </a:lnTo>
                <a:lnTo>
                  <a:pt x="2000250" y="1866900"/>
                </a:lnTo>
                <a:lnTo>
                  <a:pt x="2000250" y="1857375"/>
                </a:lnTo>
                <a:lnTo>
                  <a:pt x="2009775" y="1857375"/>
                </a:lnTo>
                <a:lnTo>
                  <a:pt x="2009775" y="1828800"/>
                </a:lnTo>
                <a:lnTo>
                  <a:pt x="2000250" y="1828800"/>
                </a:lnTo>
                <a:lnTo>
                  <a:pt x="2000250" y="1809750"/>
                </a:lnTo>
                <a:lnTo>
                  <a:pt x="1990725" y="1809750"/>
                </a:lnTo>
                <a:lnTo>
                  <a:pt x="1990725" y="1676400"/>
                </a:lnTo>
                <a:lnTo>
                  <a:pt x="2000250" y="1676400"/>
                </a:lnTo>
                <a:lnTo>
                  <a:pt x="2000250" y="1619250"/>
                </a:lnTo>
                <a:lnTo>
                  <a:pt x="2009775" y="1619250"/>
                </a:lnTo>
                <a:close/>
                <a:moveTo>
                  <a:pt x="2076450" y="1609725"/>
                </a:moveTo>
                <a:lnTo>
                  <a:pt x="2085975" y="1609725"/>
                </a:lnTo>
                <a:lnTo>
                  <a:pt x="2085975" y="1619250"/>
                </a:lnTo>
                <a:lnTo>
                  <a:pt x="2076450" y="1619250"/>
                </a:lnTo>
                <a:close/>
                <a:moveTo>
                  <a:pt x="2171700" y="1619250"/>
                </a:moveTo>
                <a:lnTo>
                  <a:pt x="2190750" y="1619250"/>
                </a:lnTo>
                <a:lnTo>
                  <a:pt x="2190750" y="1628775"/>
                </a:lnTo>
                <a:lnTo>
                  <a:pt x="2171700" y="1628775"/>
                </a:lnTo>
                <a:close/>
                <a:moveTo>
                  <a:pt x="2143125" y="1647825"/>
                </a:moveTo>
                <a:lnTo>
                  <a:pt x="2152650" y="1647825"/>
                </a:lnTo>
                <a:lnTo>
                  <a:pt x="2152650" y="1685925"/>
                </a:lnTo>
                <a:lnTo>
                  <a:pt x="2143125" y="1685925"/>
                </a:lnTo>
                <a:close/>
                <a:moveTo>
                  <a:pt x="1762125" y="1666875"/>
                </a:moveTo>
                <a:lnTo>
                  <a:pt x="1771650" y="1666875"/>
                </a:lnTo>
                <a:lnTo>
                  <a:pt x="1771650" y="1676400"/>
                </a:lnTo>
                <a:lnTo>
                  <a:pt x="1762125" y="1676400"/>
                </a:lnTo>
                <a:close/>
                <a:moveTo>
                  <a:pt x="428625" y="1676400"/>
                </a:moveTo>
                <a:lnTo>
                  <a:pt x="438150" y="1676400"/>
                </a:lnTo>
                <a:lnTo>
                  <a:pt x="438150" y="1685925"/>
                </a:lnTo>
                <a:lnTo>
                  <a:pt x="428625" y="1685925"/>
                </a:lnTo>
                <a:close/>
                <a:moveTo>
                  <a:pt x="1123950" y="1695450"/>
                </a:moveTo>
                <a:lnTo>
                  <a:pt x="1133475" y="1695450"/>
                </a:lnTo>
                <a:lnTo>
                  <a:pt x="1133475" y="1714500"/>
                </a:lnTo>
                <a:lnTo>
                  <a:pt x="1123950" y="1714500"/>
                </a:lnTo>
                <a:close/>
                <a:moveTo>
                  <a:pt x="123825" y="1704975"/>
                </a:moveTo>
                <a:lnTo>
                  <a:pt x="133350" y="1704975"/>
                </a:lnTo>
                <a:lnTo>
                  <a:pt x="133350" y="1714500"/>
                </a:lnTo>
                <a:lnTo>
                  <a:pt x="123825" y="1714500"/>
                </a:lnTo>
                <a:close/>
                <a:moveTo>
                  <a:pt x="1219200" y="1704975"/>
                </a:moveTo>
                <a:lnTo>
                  <a:pt x="1238250" y="1704975"/>
                </a:lnTo>
                <a:lnTo>
                  <a:pt x="1238250" y="1714500"/>
                </a:lnTo>
                <a:lnTo>
                  <a:pt x="1219200" y="1714500"/>
                </a:lnTo>
                <a:close/>
                <a:moveTo>
                  <a:pt x="1209675" y="1714500"/>
                </a:moveTo>
                <a:lnTo>
                  <a:pt x="1219200" y="1714500"/>
                </a:lnTo>
                <a:lnTo>
                  <a:pt x="1219200" y="1724025"/>
                </a:lnTo>
                <a:lnTo>
                  <a:pt x="1209675" y="1724025"/>
                </a:lnTo>
                <a:close/>
                <a:moveTo>
                  <a:pt x="133350" y="1724025"/>
                </a:moveTo>
                <a:lnTo>
                  <a:pt x="142875" y="1724025"/>
                </a:lnTo>
                <a:lnTo>
                  <a:pt x="142875" y="1771650"/>
                </a:lnTo>
                <a:lnTo>
                  <a:pt x="133350" y="1771650"/>
                </a:lnTo>
                <a:close/>
                <a:moveTo>
                  <a:pt x="2247900" y="1724025"/>
                </a:moveTo>
                <a:lnTo>
                  <a:pt x="2257425" y="1724025"/>
                </a:lnTo>
                <a:lnTo>
                  <a:pt x="2257425" y="1733550"/>
                </a:lnTo>
                <a:lnTo>
                  <a:pt x="2247900" y="1733550"/>
                </a:lnTo>
                <a:close/>
                <a:moveTo>
                  <a:pt x="438150" y="1752600"/>
                </a:moveTo>
                <a:lnTo>
                  <a:pt x="447675" y="1752600"/>
                </a:lnTo>
                <a:lnTo>
                  <a:pt x="447675" y="1762125"/>
                </a:lnTo>
                <a:lnTo>
                  <a:pt x="438150" y="1762125"/>
                </a:lnTo>
                <a:close/>
                <a:moveTo>
                  <a:pt x="2152650" y="1752600"/>
                </a:moveTo>
                <a:lnTo>
                  <a:pt x="2162175" y="1752600"/>
                </a:lnTo>
                <a:lnTo>
                  <a:pt x="2162175" y="1771650"/>
                </a:lnTo>
                <a:lnTo>
                  <a:pt x="2152650" y="1771650"/>
                </a:lnTo>
                <a:close/>
                <a:moveTo>
                  <a:pt x="400050" y="1762125"/>
                </a:moveTo>
                <a:lnTo>
                  <a:pt x="409575" y="1762125"/>
                </a:lnTo>
                <a:lnTo>
                  <a:pt x="409575" y="1771650"/>
                </a:lnTo>
                <a:lnTo>
                  <a:pt x="400050" y="1771650"/>
                </a:lnTo>
                <a:close/>
                <a:moveTo>
                  <a:pt x="409575" y="1771650"/>
                </a:moveTo>
                <a:lnTo>
                  <a:pt x="419100" y="1771650"/>
                </a:lnTo>
                <a:lnTo>
                  <a:pt x="419100" y="1781175"/>
                </a:lnTo>
                <a:lnTo>
                  <a:pt x="409575" y="1781175"/>
                </a:lnTo>
                <a:close/>
                <a:moveTo>
                  <a:pt x="219075" y="1781175"/>
                </a:moveTo>
                <a:lnTo>
                  <a:pt x="228600" y="1781175"/>
                </a:lnTo>
                <a:lnTo>
                  <a:pt x="228600" y="1800225"/>
                </a:lnTo>
                <a:lnTo>
                  <a:pt x="219075" y="1800225"/>
                </a:lnTo>
                <a:close/>
                <a:moveTo>
                  <a:pt x="1771650" y="1781175"/>
                </a:moveTo>
                <a:lnTo>
                  <a:pt x="1781175" y="1781175"/>
                </a:lnTo>
                <a:lnTo>
                  <a:pt x="1781175" y="1800225"/>
                </a:lnTo>
                <a:lnTo>
                  <a:pt x="1771650" y="1800225"/>
                </a:lnTo>
                <a:close/>
                <a:moveTo>
                  <a:pt x="1352550" y="1790700"/>
                </a:moveTo>
                <a:lnTo>
                  <a:pt x="1371600" y="1790700"/>
                </a:lnTo>
                <a:lnTo>
                  <a:pt x="1371600" y="1800225"/>
                </a:lnTo>
                <a:lnTo>
                  <a:pt x="1352550" y="1800225"/>
                </a:lnTo>
                <a:close/>
                <a:moveTo>
                  <a:pt x="1133475" y="1800225"/>
                </a:moveTo>
                <a:lnTo>
                  <a:pt x="1143000" y="1800225"/>
                </a:lnTo>
                <a:lnTo>
                  <a:pt x="1143000" y="1809750"/>
                </a:lnTo>
                <a:lnTo>
                  <a:pt x="1133475" y="1809750"/>
                </a:lnTo>
                <a:close/>
                <a:moveTo>
                  <a:pt x="1257300" y="1800225"/>
                </a:moveTo>
                <a:lnTo>
                  <a:pt x="1276350" y="1800225"/>
                </a:lnTo>
                <a:lnTo>
                  <a:pt x="1276350" y="1809750"/>
                </a:lnTo>
                <a:lnTo>
                  <a:pt x="1257300" y="1809750"/>
                </a:lnTo>
                <a:close/>
                <a:moveTo>
                  <a:pt x="1143000" y="1809750"/>
                </a:moveTo>
                <a:lnTo>
                  <a:pt x="1162050" y="1809750"/>
                </a:lnTo>
                <a:lnTo>
                  <a:pt x="1162050" y="1819275"/>
                </a:lnTo>
                <a:lnTo>
                  <a:pt x="1143000" y="1819275"/>
                </a:lnTo>
                <a:close/>
                <a:moveTo>
                  <a:pt x="1171575" y="1809750"/>
                </a:moveTo>
                <a:lnTo>
                  <a:pt x="1181100" y="1809750"/>
                </a:lnTo>
                <a:lnTo>
                  <a:pt x="1181100" y="1819275"/>
                </a:lnTo>
                <a:lnTo>
                  <a:pt x="1171575" y="1819275"/>
                </a:lnTo>
                <a:close/>
                <a:moveTo>
                  <a:pt x="1209675" y="1809750"/>
                </a:moveTo>
                <a:lnTo>
                  <a:pt x="1238250" y="1809750"/>
                </a:lnTo>
                <a:lnTo>
                  <a:pt x="1238250" y="1819275"/>
                </a:lnTo>
                <a:lnTo>
                  <a:pt x="1209675" y="1819275"/>
                </a:lnTo>
                <a:close/>
                <a:moveTo>
                  <a:pt x="2143125" y="1809750"/>
                </a:moveTo>
                <a:lnTo>
                  <a:pt x="2152650" y="1809750"/>
                </a:lnTo>
                <a:lnTo>
                  <a:pt x="2152650" y="1819275"/>
                </a:lnTo>
                <a:lnTo>
                  <a:pt x="2143125" y="1819275"/>
                </a:lnTo>
                <a:close/>
                <a:moveTo>
                  <a:pt x="1495425" y="1819275"/>
                </a:moveTo>
                <a:lnTo>
                  <a:pt x="1504950" y="1819275"/>
                </a:lnTo>
                <a:lnTo>
                  <a:pt x="1504950" y="1828800"/>
                </a:lnTo>
                <a:lnTo>
                  <a:pt x="1495425" y="1828800"/>
                </a:lnTo>
                <a:close/>
                <a:moveTo>
                  <a:pt x="1371600" y="1828800"/>
                </a:moveTo>
                <a:lnTo>
                  <a:pt x="1381125" y="1828800"/>
                </a:lnTo>
                <a:lnTo>
                  <a:pt x="1381125" y="1838325"/>
                </a:lnTo>
                <a:lnTo>
                  <a:pt x="1371600" y="1838325"/>
                </a:lnTo>
                <a:close/>
                <a:moveTo>
                  <a:pt x="1390650" y="1828800"/>
                </a:moveTo>
                <a:lnTo>
                  <a:pt x="1400175" y="1828800"/>
                </a:lnTo>
                <a:lnTo>
                  <a:pt x="1400175" y="1838325"/>
                </a:lnTo>
                <a:lnTo>
                  <a:pt x="1390650" y="1838325"/>
                </a:lnTo>
                <a:close/>
                <a:moveTo>
                  <a:pt x="1457325" y="1828800"/>
                </a:moveTo>
                <a:lnTo>
                  <a:pt x="1495425" y="1828800"/>
                </a:lnTo>
                <a:lnTo>
                  <a:pt x="1495425" y="1838325"/>
                </a:lnTo>
                <a:lnTo>
                  <a:pt x="1457325" y="1838325"/>
                </a:lnTo>
                <a:close/>
                <a:moveTo>
                  <a:pt x="2143125" y="1828800"/>
                </a:moveTo>
                <a:lnTo>
                  <a:pt x="2152650" y="1828800"/>
                </a:lnTo>
                <a:lnTo>
                  <a:pt x="2152650" y="1838325"/>
                </a:lnTo>
                <a:lnTo>
                  <a:pt x="2143125" y="1838325"/>
                </a:lnTo>
                <a:close/>
                <a:moveTo>
                  <a:pt x="1133475" y="1838325"/>
                </a:moveTo>
                <a:lnTo>
                  <a:pt x="1143000" y="1838325"/>
                </a:lnTo>
                <a:lnTo>
                  <a:pt x="1143000" y="1847850"/>
                </a:lnTo>
                <a:lnTo>
                  <a:pt x="1133475" y="1847850"/>
                </a:lnTo>
                <a:close/>
                <a:moveTo>
                  <a:pt x="1152525" y="1838325"/>
                </a:moveTo>
                <a:lnTo>
                  <a:pt x="1162050" y="1838325"/>
                </a:lnTo>
                <a:lnTo>
                  <a:pt x="1162050" y="1847850"/>
                </a:lnTo>
                <a:lnTo>
                  <a:pt x="1152525" y="1847850"/>
                </a:lnTo>
                <a:close/>
                <a:moveTo>
                  <a:pt x="2152650" y="1838325"/>
                </a:moveTo>
                <a:lnTo>
                  <a:pt x="2162175" y="1838325"/>
                </a:lnTo>
                <a:lnTo>
                  <a:pt x="2162175" y="1847850"/>
                </a:lnTo>
                <a:lnTo>
                  <a:pt x="2171700" y="1847850"/>
                </a:lnTo>
                <a:lnTo>
                  <a:pt x="2171700" y="1876425"/>
                </a:lnTo>
                <a:lnTo>
                  <a:pt x="2152650" y="1876425"/>
                </a:lnTo>
                <a:lnTo>
                  <a:pt x="2152650" y="1895475"/>
                </a:lnTo>
                <a:lnTo>
                  <a:pt x="2105025" y="1895475"/>
                </a:lnTo>
                <a:lnTo>
                  <a:pt x="2105025" y="1876425"/>
                </a:lnTo>
                <a:lnTo>
                  <a:pt x="2143125" y="1876425"/>
                </a:lnTo>
                <a:lnTo>
                  <a:pt x="2143125" y="1866900"/>
                </a:lnTo>
                <a:lnTo>
                  <a:pt x="2152650" y="1866900"/>
                </a:lnTo>
                <a:close/>
                <a:moveTo>
                  <a:pt x="657225" y="1847850"/>
                </a:moveTo>
                <a:lnTo>
                  <a:pt x="666750" y="1847850"/>
                </a:lnTo>
                <a:lnTo>
                  <a:pt x="666750" y="1857375"/>
                </a:lnTo>
                <a:lnTo>
                  <a:pt x="657225" y="1857375"/>
                </a:lnTo>
                <a:close/>
                <a:moveTo>
                  <a:pt x="1123950" y="1847850"/>
                </a:moveTo>
                <a:lnTo>
                  <a:pt x="1133475" y="1847850"/>
                </a:lnTo>
                <a:lnTo>
                  <a:pt x="1133475" y="1857375"/>
                </a:lnTo>
                <a:lnTo>
                  <a:pt x="1123950" y="1857375"/>
                </a:lnTo>
                <a:close/>
                <a:moveTo>
                  <a:pt x="504825" y="1857375"/>
                </a:moveTo>
                <a:lnTo>
                  <a:pt x="514350" y="1857375"/>
                </a:lnTo>
                <a:lnTo>
                  <a:pt x="514350" y="1866900"/>
                </a:lnTo>
                <a:lnTo>
                  <a:pt x="504825" y="1866900"/>
                </a:lnTo>
                <a:close/>
                <a:moveTo>
                  <a:pt x="561975" y="1857375"/>
                </a:moveTo>
                <a:lnTo>
                  <a:pt x="571500" y="1857375"/>
                </a:lnTo>
                <a:lnTo>
                  <a:pt x="571500" y="1876425"/>
                </a:lnTo>
                <a:lnTo>
                  <a:pt x="561975" y="1876425"/>
                </a:lnTo>
                <a:close/>
                <a:moveTo>
                  <a:pt x="666750" y="1857375"/>
                </a:moveTo>
                <a:lnTo>
                  <a:pt x="676275" y="1857375"/>
                </a:lnTo>
                <a:lnTo>
                  <a:pt x="676275" y="1866900"/>
                </a:lnTo>
                <a:lnTo>
                  <a:pt x="666750" y="1866900"/>
                </a:lnTo>
                <a:close/>
                <a:moveTo>
                  <a:pt x="685800" y="1857375"/>
                </a:moveTo>
                <a:lnTo>
                  <a:pt x="695325" y="1857375"/>
                </a:lnTo>
                <a:lnTo>
                  <a:pt x="695325" y="1866900"/>
                </a:lnTo>
                <a:lnTo>
                  <a:pt x="685800" y="1866900"/>
                </a:lnTo>
                <a:close/>
                <a:moveTo>
                  <a:pt x="2066925" y="1857375"/>
                </a:moveTo>
                <a:lnTo>
                  <a:pt x="2076450" y="1857375"/>
                </a:lnTo>
                <a:lnTo>
                  <a:pt x="2076450" y="1866900"/>
                </a:lnTo>
                <a:lnTo>
                  <a:pt x="2066925" y="1866900"/>
                </a:lnTo>
                <a:close/>
                <a:moveTo>
                  <a:pt x="419100" y="1866900"/>
                </a:moveTo>
                <a:lnTo>
                  <a:pt x="466725" y="1866900"/>
                </a:lnTo>
                <a:lnTo>
                  <a:pt x="466725" y="1876425"/>
                </a:lnTo>
                <a:lnTo>
                  <a:pt x="419100" y="1876425"/>
                </a:lnTo>
                <a:close/>
                <a:moveTo>
                  <a:pt x="2076450" y="1866900"/>
                </a:moveTo>
                <a:lnTo>
                  <a:pt x="2085975" y="1866900"/>
                </a:lnTo>
                <a:lnTo>
                  <a:pt x="2085975" y="1885950"/>
                </a:lnTo>
                <a:lnTo>
                  <a:pt x="2076450" y="1885950"/>
                </a:lnTo>
                <a:close/>
                <a:moveTo>
                  <a:pt x="371475" y="1876425"/>
                </a:moveTo>
                <a:lnTo>
                  <a:pt x="381000" y="1876425"/>
                </a:lnTo>
                <a:lnTo>
                  <a:pt x="381000" y="1905000"/>
                </a:lnTo>
                <a:lnTo>
                  <a:pt x="371475" y="1905000"/>
                </a:lnTo>
                <a:close/>
                <a:moveTo>
                  <a:pt x="2228850" y="1876425"/>
                </a:moveTo>
                <a:lnTo>
                  <a:pt x="2238375" y="1876425"/>
                </a:lnTo>
                <a:lnTo>
                  <a:pt x="2238375" y="1885950"/>
                </a:lnTo>
                <a:lnTo>
                  <a:pt x="2228850" y="1885950"/>
                </a:lnTo>
                <a:close/>
                <a:moveTo>
                  <a:pt x="685800" y="1885950"/>
                </a:moveTo>
                <a:lnTo>
                  <a:pt x="695325" y="1885950"/>
                </a:lnTo>
                <a:lnTo>
                  <a:pt x="695325" y="1895475"/>
                </a:lnTo>
                <a:lnTo>
                  <a:pt x="685800" y="1895475"/>
                </a:lnTo>
                <a:close/>
                <a:moveTo>
                  <a:pt x="2219325" y="1885950"/>
                </a:moveTo>
                <a:lnTo>
                  <a:pt x="2228850" y="1885950"/>
                </a:lnTo>
                <a:lnTo>
                  <a:pt x="2228850" y="1895475"/>
                </a:lnTo>
                <a:lnTo>
                  <a:pt x="2219325" y="1895475"/>
                </a:lnTo>
                <a:close/>
                <a:moveTo>
                  <a:pt x="542925" y="1895475"/>
                </a:moveTo>
                <a:lnTo>
                  <a:pt x="552450" y="1895475"/>
                </a:lnTo>
                <a:lnTo>
                  <a:pt x="552450" y="1905000"/>
                </a:lnTo>
                <a:lnTo>
                  <a:pt x="542925" y="1905000"/>
                </a:lnTo>
                <a:close/>
                <a:moveTo>
                  <a:pt x="600075" y="1895475"/>
                </a:moveTo>
                <a:lnTo>
                  <a:pt x="619125" y="1895475"/>
                </a:lnTo>
                <a:lnTo>
                  <a:pt x="619125" y="1905000"/>
                </a:lnTo>
                <a:lnTo>
                  <a:pt x="600075" y="1905000"/>
                </a:lnTo>
                <a:close/>
                <a:moveTo>
                  <a:pt x="666750" y="1895475"/>
                </a:moveTo>
                <a:lnTo>
                  <a:pt x="676275" y="1895475"/>
                </a:lnTo>
                <a:lnTo>
                  <a:pt x="676275" y="1905000"/>
                </a:lnTo>
                <a:lnTo>
                  <a:pt x="666750" y="1905000"/>
                </a:lnTo>
                <a:close/>
                <a:moveTo>
                  <a:pt x="2181225" y="1895475"/>
                </a:moveTo>
                <a:lnTo>
                  <a:pt x="2190750" y="1895475"/>
                </a:lnTo>
                <a:lnTo>
                  <a:pt x="2190750" y="1905000"/>
                </a:lnTo>
                <a:lnTo>
                  <a:pt x="2181225" y="1905000"/>
                </a:lnTo>
                <a:close/>
                <a:moveTo>
                  <a:pt x="514350" y="1905000"/>
                </a:moveTo>
                <a:lnTo>
                  <a:pt x="523875" y="1905000"/>
                </a:lnTo>
                <a:lnTo>
                  <a:pt x="523875" y="1914525"/>
                </a:lnTo>
                <a:lnTo>
                  <a:pt x="514350" y="1914525"/>
                </a:lnTo>
                <a:close/>
                <a:moveTo>
                  <a:pt x="533400" y="1905000"/>
                </a:moveTo>
                <a:lnTo>
                  <a:pt x="542925" y="1905000"/>
                </a:lnTo>
                <a:lnTo>
                  <a:pt x="542925" y="1914525"/>
                </a:lnTo>
                <a:lnTo>
                  <a:pt x="533400" y="1914525"/>
                </a:lnTo>
                <a:close/>
                <a:moveTo>
                  <a:pt x="381000" y="1914525"/>
                </a:moveTo>
                <a:lnTo>
                  <a:pt x="390525" y="1914525"/>
                </a:lnTo>
                <a:lnTo>
                  <a:pt x="390525" y="1924050"/>
                </a:lnTo>
                <a:lnTo>
                  <a:pt x="381000" y="1924050"/>
                </a:lnTo>
                <a:close/>
                <a:moveTo>
                  <a:pt x="1123950" y="1914525"/>
                </a:moveTo>
                <a:lnTo>
                  <a:pt x="1133475" y="1914525"/>
                </a:lnTo>
                <a:lnTo>
                  <a:pt x="1133475" y="1924050"/>
                </a:lnTo>
                <a:lnTo>
                  <a:pt x="1123950" y="1924050"/>
                </a:lnTo>
                <a:close/>
                <a:moveTo>
                  <a:pt x="142875" y="1924050"/>
                </a:moveTo>
                <a:lnTo>
                  <a:pt x="152400" y="1924050"/>
                </a:lnTo>
                <a:lnTo>
                  <a:pt x="152400" y="1981200"/>
                </a:lnTo>
                <a:lnTo>
                  <a:pt x="142875" y="1981200"/>
                </a:lnTo>
                <a:close/>
                <a:moveTo>
                  <a:pt x="1114425" y="1924050"/>
                </a:moveTo>
                <a:lnTo>
                  <a:pt x="1123950" y="1924050"/>
                </a:lnTo>
                <a:lnTo>
                  <a:pt x="1123950" y="1933575"/>
                </a:lnTo>
                <a:lnTo>
                  <a:pt x="1114425" y="1933575"/>
                </a:lnTo>
                <a:close/>
                <a:moveTo>
                  <a:pt x="1781175" y="1924050"/>
                </a:moveTo>
                <a:lnTo>
                  <a:pt x="1790700" y="1924050"/>
                </a:lnTo>
                <a:lnTo>
                  <a:pt x="1790700" y="1933575"/>
                </a:lnTo>
                <a:lnTo>
                  <a:pt x="1781175" y="1933575"/>
                </a:lnTo>
                <a:close/>
                <a:moveTo>
                  <a:pt x="228600" y="1962150"/>
                </a:moveTo>
                <a:lnTo>
                  <a:pt x="238125" y="1962150"/>
                </a:lnTo>
                <a:lnTo>
                  <a:pt x="238125" y="1981200"/>
                </a:lnTo>
                <a:lnTo>
                  <a:pt x="228600" y="1981200"/>
                </a:lnTo>
                <a:close/>
                <a:moveTo>
                  <a:pt x="1219200" y="1962150"/>
                </a:moveTo>
                <a:lnTo>
                  <a:pt x="1228725" y="1962150"/>
                </a:lnTo>
                <a:lnTo>
                  <a:pt x="1228725" y="1971675"/>
                </a:lnTo>
                <a:lnTo>
                  <a:pt x="1219200" y="1971675"/>
                </a:lnTo>
                <a:close/>
                <a:moveTo>
                  <a:pt x="2009775" y="1962150"/>
                </a:moveTo>
                <a:lnTo>
                  <a:pt x="2038350" y="1962150"/>
                </a:lnTo>
                <a:lnTo>
                  <a:pt x="2038350" y="2019300"/>
                </a:lnTo>
                <a:lnTo>
                  <a:pt x="2047875" y="2019300"/>
                </a:lnTo>
                <a:lnTo>
                  <a:pt x="2047875" y="2038350"/>
                </a:lnTo>
                <a:lnTo>
                  <a:pt x="2038350" y="2038350"/>
                </a:lnTo>
                <a:lnTo>
                  <a:pt x="2038350" y="2114550"/>
                </a:lnTo>
                <a:lnTo>
                  <a:pt x="2028825" y="2114550"/>
                </a:lnTo>
                <a:lnTo>
                  <a:pt x="2028825" y="2171700"/>
                </a:lnTo>
                <a:lnTo>
                  <a:pt x="2019300" y="2171700"/>
                </a:lnTo>
                <a:lnTo>
                  <a:pt x="2019300" y="2209800"/>
                </a:lnTo>
                <a:lnTo>
                  <a:pt x="2028825" y="2209800"/>
                </a:lnTo>
                <a:lnTo>
                  <a:pt x="2028825" y="2219325"/>
                </a:lnTo>
                <a:lnTo>
                  <a:pt x="2076450" y="2219325"/>
                </a:lnTo>
                <a:lnTo>
                  <a:pt x="2076450" y="2238375"/>
                </a:lnTo>
                <a:lnTo>
                  <a:pt x="2028825" y="2238375"/>
                </a:lnTo>
                <a:lnTo>
                  <a:pt x="2028825" y="2228850"/>
                </a:lnTo>
                <a:lnTo>
                  <a:pt x="2009775" y="2228850"/>
                </a:lnTo>
                <a:lnTo>
                  <a:pt x="2009775" y="2219325"/>
                </a:lnTo>
                <a:lnTo>
                  <a:pt x="2000250" y="2219325"/>
                </a:lnTo>
                <a:lnTo>
                  <a:pt x="2000250" y="2200275"/>
                </a:lnTo>
                <a:lnTo>
                  <a:pt x="1990725" y="2200275"/>
                </a:lnTo>
                <a:lnTo>
                  <a:pt x="1990725" y="2143125"/>
                </a:lnTo>
                <a:lnTo>
                  <a:pt x="2000250" y="2143125"/>
                </a:lnTo>
                <a:lnTo>
                  <a:pt x="2000250" y="2105025"/>
                </a:lnTo>
                <a:lnTo>
                  <a:pt x="1990725" y="2105025"/>
                </a:lnTo>
                <a:lnTo>
                  <a:pt x="1990725" y="2066925"/>
                </a:lnTo>
                <a:lnTo>
                  <a:pt x="2000250" y="2066925"/>
                </a:lnTo>
                <a:lnTo>
                  <a:pt x="2000250" y="2038350"/>
                </a:lnTo>
                <a:lnTo>
                  <a:pt x="1990725" y="2038350"/>
                </a:lnTo>
                <a:lnTo>
                  <a:pt x="1990725" y="2019300"/>
                </a:lnTo>
                <a:lnTo>
                  <a:pt x="2000250" y="2019300"/>
                </a:lnTo>
                <a:lnTo>
                  <a:pt x="2000250" y="1971675"/>
                </a:lnTo>
                <a:lnTo>
                  <a:pt x="2009775" y="1971675"/>
                </a:lnTo>
                <a:close/>
                <a:moveTo>
                  <a:pt x="2076450" y="1962150"/>
                </a:moveTo>
                <a:lnTo>
                  <a:pt x="2085975" y="1962150"/>
                </a:lnTo>
                <a:lnTo>
                  <a:pt x="2085975" y="1971675"/>
                </a:lnTo>
                <a:lnTo>
                  <a:pt x="2114550" y="1971675"/>
                </a:lnTo>
                <a:lnTo>
                  <a:pt x="2114550" y="1981200"/>
                </a:lnTo>
                <a:lnTo>
                  <a:pt x="2105025" y="1981200"/>
                </a:lnTo>
                <a:lnTo>
                  <a:pt x="2105025" y="1990725"/>
                </a:lnTo>
                <a:lnTo>
                  <a:pt x="2095500" y="1990725"/>
                </a:lnTo>
                <a:lnTo>
                  <a:pt x="2095500" y="1981200"/>
                </a:lnTo>
                <a:lnTo>
                  <a:pt x="2076450" y="1981200"/>
                </a:lnTo>
                <a:close/>
                <a:moveTo>
                  <a:pt x="1162050" y="1971675"/>
                </a:moveTo>
                <a:lnTo>
                  <a:pt x="1181100" y="1971675"/>
                </a:lnTo>
                <a:lnTo>
                  <a:pt x="1181100" y="1981200"/>
                </a:lnTo>
                <a:lnTo>
                  <a:pt x="1162050" y="1981200"/>
                </a:lnTo>
                <a:close/>
                <a:moveTo>
                  <a:pt x="2181225" y="1971675"/>
                </a:moveTo>
                <a:lnTo>
                  <a:pt x="2190750" y="1971675"/>
                </a:lnTo>
                <a:lnTo>
                  <a:pt x="2190750" y="1981200"/>
                </a:lnTo>
                <a:lnTo>
                  <a:pt x="2181225" y="1981200"/>
                </a:lnTo>
                <a:close/>
                <a:moveTo>
                  <a:pt x="1228725" y="1981200"/>
                </a:moveTo>
                <a:lnTo>
                  <a:pt x="1238250" y="1981200"/>
                </a:lnTo>
                <a:lnTo>
                  <a:pt x="1238250" y="1990725"/>
                </a:lnTo>
                <a:lnTo>
                  <a:pt x="1228725" y="1990725"/>
                </a:lnTo>
                <a:close/>
                <a:moveTo>
                  <a:pt x="2200275" y="1981200"/>
                </a:moveTo>
                <a:lnTo>
                  <a:pt x="2209800" y="1981200"/>
                </a:lnTo>
                <a:lnTo>
                  <a:pt x="2209800" y="1990725"/>
                </a:lnTo>
                <a:lnTo>
                  <a:pt x="2200275" y="1990725"/>
                </a:lnTo>
                <a:close/>
                <a:moveTo>
                  <a:pt x="2105025" y="1990725"/>
                </a:moveTo>
                <a:lnTo>
                  <a:pt x="2114550" y="1990725"/>
                </a:lnTo>
                <a:lnTo>
                  <a:pt x="2114550" y="2000250"/>
                </a:lnTo>
                <a:lnTo>
                  <a:pt x="2105025" y="2000250"/>
                </a:lnTo>
                <a:close/>
                <a:moveTo>
                  <a:pt x="2209800" y="1990725"/>
                </a:moveTo>
                <a:lnTo>
                  <a:pt x="2219325" y="1990725"/>
                </a:lnTo>
                <a:lnTo>
                  <a:pt x="2219325" y="2000250"/>
                </a:lnTo>
                <a:lnTo>
                  <a:pt x="2209800" y="2000250"/>
                </a:lnTo>
                <a:close/>
                <a:moveTo>
                  <a:pt x="409575" y="2019300"/>
                </a:moveTo>
                <a:lnTo>
                  <a:pt x="419100" y="2019300"/>
                </a:lnTo>
                <a:lnTo>
                  <a:pt x="419100" y="2038350"/>
                </a:lnTo>
                <a:lnTo>
                  <a:pt x="409575" y="2038350"/>
                </a:lnTo>
                <a:close/>
                <a:moveTo>
                  <a:pt x="2114550" y="2028825"/>
                </a:moveTo>
                <a:lnTo>
                  <a:pt x="2124075" y="2028825"/>
                </a:lnTo>
                <a:lnTo>
                  <a:pt x="2124075" y="2038350"/>
                </a:lnTo>
                <a:lnTo>
                  <a:pt x="2114550" y="2038350"/>
                </a:lnTo>
                <a:close/>
                <a:moveTo>
                  <a:pt x="1790700" y="2047875"/>
                </a:moveTo>
                <a:lnTo>
                  <a:pt x="1800225" y="2047875"/>
                </a:lnTo>
                <a:lnTo>
                  <a:pt x="1800225" y="2057400"/>
                </a:lnTo>
                <a:lnTo>
                  <a:pt x="1790700" y="2057400"/>
                </a:lnTo>
                <a:close/>
                <a:moveTo>
                  <a:pt x="2124075" y="2047875"/>
                </a:moveTo>
                <a:lnTo>
                  <a:pt x="2133600" y="2047875"/>
                </a:lnTo>
                <a:lnTo>
                  <a:pt x="2133600" y="2124075"/>
                </a:lnTo>
                <a:lnTo>
                  <a:pt x="2143125" y="2124075"/>
                </a:lnTo>
                <a:lnTo>
                  <a:pt x="2143125" y="2190750"/>
                </a:lnTo>
                <a:lnTo>
                  <a:pt x="2133600" y="2190750"/>
                </a:lnTo>
                <a:lnTo>
                  <a:pt x="2133600" y="2209800"/>
                </a:lnTo>
                <a:lnTo>
                  <a:pt x="2143125" y="2209800"/>
                </a:lnTo>
                <a:lnTo>
                  <a:pt x="2143125" y="2219325"/>
                </a:lnTo>
                <a:lnTo>
                  <a:pt x="2133600" y="2219325"/>
                </a:lnTo>
                <a:lnTo>
                  <a:pt x="2133600" y="2228850"/>
                </a:lnTo>
                <a:lnTo>
                  <a:pt x="2114550" y="2228850"/>
                </a:lnTo>
                <a:lnTo>
                  <a:pt x="2114550" y="2219325"/>
                </a:lnTo>
                <a:lnTo>
                  <a:pt x="2124075" y="2219325"/>
                </a:lnTo>
                <a:close/>
                <a:moveTo>
                  <a:pt x="2209800" y="2047875"/>
                </a:moveTo>
                <a:lnTo>
                  <a:pt x="2219325" y="2047875"/>
                </a:lnTo>
                <a:lnTo>
                  <a:pt x="2219325" y="2057400"/>
                </a:lnTo>
                <a:lnTo>
                  <a:pt x="2209800" y="2057400"/>
                </a:lnTo>
                <a:close/>
                <a:moveTo>
                  <a:pt x="152400" y="2124075"/>
                </a:moveTo>
                <a:lnTo>
                  <a:pt x="161925" y="2124075"/>
                </a:lnTo>
                <a:lnTo>
                  <a:pt x="161925" y="2181225"/>
                </a:lnTo>
                <a:lnTo>
                  <a:pt x="152400" y="2181225"/>
                </a:lnTo>
                <a:close/>
                <a:moveTo>
                  <a:pt x="2200275" y="2133600"/>
                </a:moveTo>
                <a:lnTo>
                  <a:pt x="2209800" y="2133600"/>
                </a:lnTo>
                <a:lnTo>
                  <a:pt x="2209800" y="2152650"/>
                </a:lnTo>
                <a:lnTo>
                  <a:pt x="2200275" y="2152650"/>
                </a:lnTo>
                <a:close/>
                <a:moveTo>
                  <a:pt x="238125" y="2152650"/>
                </a:moveTo>
                <a:lnTo>
                  <a:pt x="247650" y="2152650"/>
                </a:lnTo>
                <a:lnTo>
                  <a:pt x="247650" y="2162175"/>
                </a:lnTo>
                <a:lnTo>
                  <a:pt x="238125" y="2162175"/>
                </a:lnTo>
                <a:close/>
                <a:moveTo>
                  <a:pt x="1666875" y="2171700"/>
                </a:moveTo>
                <a:lnTo>
                  <a:pt x="1676400" y="2171700"/>
                </a:lnTo>
                <a:lnTo>
                  <a:pt x="1676400" y="2181225"/>
                </a:lnTo>
                <a:lnTo>
                  <a:pt x="1666875" y="2181225"/>
                </a:lnTo>
                <a:close/>
                <a:moveTo>
                  <a:pt x="1657350" y="2181225"/>
                </a:moveTo>
                <a:lnTo>
                  <a:pt x="1666875" y="2181225"/>
                </a:lnTo>
                <a:lnTo>
                  <a:pt x="1666875" y="2190750"/>
                </a:lnTo>
                <a:lnTo>
                  <a:pt x="1657350" y="2190750"/>
                </a:lnTo>
                <a:close/>
                <a:moveTo>
                  <a:pt x="1666875" y="2219325"/>
                </a:moveTo>
                <a:lnTo>
                  <a:pt x="1676400" y="2219325"/>
                </a:lnTo>
                <a:lnTo>
                  <a:pt x="1676400" y="2228850"/>
                </a:lnTo>
                <a:lnTo>
                  <a:pt x="1666875" y="2228850"/>
                </a:lnTo>
                <a:close/>
                <a:moveTo>
                  <a:pt x="2190750" y="2219325"/>
                </a:moveTo>
                <a:lnTo>
                  <a:pt x="2200275" y="2219325"/>
                </a:lnTo>
                <a:lnTo>
                  <a:pt x="2200275" y="2228850"/>
                </a:lnTo>
                <a:lnTo>
                  <a:pt x="2190750" y="2228850"/>
                </a:lnTo>
                <a:close/>
                <a:moveTo>
                  <a:pt x="2095500" y="2228850"/>
                </a:moveTo>
                <a:lnTo>
                  <a:pt x="2105025" y="2228850"/>
                </a:lnTo>
                <a:lnTo>
                  <a:pt x="2105025" y="2247900"/>
                </a:lnTo>
                <a:lnTo>
                  <a:pt x="2095500" y="2247900"/>
                </a:lnTo>
                <a:close/>
                <a:moveTo>
                  <a:pt x="133350" y="2257425"/>
                </a:moveTo>
                <a:lnTo>
                  <a:pt x="142875" y="2257425"/>
                </a:lnTo>
                <a:lnTo>
                  <a:pt x="142875" y="2266950"/>
                </a:lnTo>
                <a:lnTo>
                  <a:pt x="133350" y="2266950"/>
                </a:lnTo>
                <a:close/>
                <a:moveTo>
                  <a:pt x="819150" y="2257425"/>
                </a:moveTo>
                <a:lnTo>
                  <a:pt x="847725" y="2257425"/>
                </a:lnTo>
                <a:lnTo>
                  <a:pt x="847725" y="2266950"/>
                </a:lnTo>
                <a:lnTo>
                  <a:pt x="819150" y="2266950"/>
                </a:lnTo>
                <a:close/>
                <a:moveTo>
                  <a:pt x="114300" y="2266950"/>
                </a:moveTo>
                <a:lnTo>
                  <a:pt x="123825" y="2266950"/>
                </a:lnTo>
                <a:lnTo>
                  <a:pt x="123825" y="2276475"/>
                </a:lnTo>
                <a:lnTo>
                  <a:pt x="114300" y="2276475"/>
                </a:lnTo>
                <a:close/>
                <a:moveTo>
                  <a:pt x="95250" y="2276475"/>
                </a:moveTo>
                <a:lnTo>
                  <a:pt x="104775" y="2276475"/>
                </a:lnTo>
                <a:lnTo>
                  <a:pt x="104775" y="2286000"/>
                </a:lnTo>
                <a:lnTo>
                  <a:pt x="95250" y="2286000"/>
                </a:lnTo>
                <a:close/>
                <a:moveTo>
                  <a:pt x="352425" y="2276475"/>
                </a:moveTo>
                <a:lnTo>
                  <a:pt x="361950" y="2276475"/>
                </a:lnTo>
                <a:lnTo>
                  <a:pt x="361950" y="2286000"/>
                </a:lnTo>
                <a:lnTo>
                  <a:pt x="352425" y="2286000"/>
                </a:lnTo>
                <a:close/>
                <a:moveTo>
                  <a:pt x="504825" y="2276475"/>
                </a:moveTo>
                <a:lnTo>
                  <a:pt x="514350" y="2276475"/>
                </a:lnTo>
                <a:lnTo>
                  <a:pt x="514350" y="2286000"/>
                </a:lnTo>
                <a:lnTo>
                  <a:pt x="504825" y="2286000"/>
                </a:lnTo>
                <a:close/>
                <a:moveTo>
                  <a:pt x="542925" y="2276475"/>
                </a:moveTo>
                <a:lnTo>
                  <a:pt x="561975" y="2276475"/>
                </a:lnTo>
                <a:lnTo>
                  <a:pt x="561975" y="2286000"/>
                </a:lnTo>
                <a:lnTo>
                  <a:pt x="542925" y="2286000"/>
                </a:lnTo>
                <a:close/>
                <a:moveTo>
                  <a:pt x="76200" y="2286000"/>
                </a:moveTo>
                <a:lnTo>
                  <a:pt x="85725" y="2286000"/>
                </a:lnTo>
                <a:lnTo>
                  <a:pt x="85725" y="2295525"/>
                </a:lnTo>
                <a:lnTo>
                  <a:pt x="76200" y="2295525"/>
                </a:lnTo>
                <a:close/>
                <a:moveTo>
                  <a:pt x="361950" y="2286000"/>
                </a:moveTo>
                <a:lnTo>
                  <a:pt x="381000" y="2286000"/>
                </a:lnTo>
                <a:lnTo>
                  <a:pt x="381000" y="2295525"/>
                </a:lnTo>
                <a:lnTo>
                  <a:pt x="361950" y="2295525"/>
                </a:lnTo>
                <a:close/>
                <a:moveTo>
                  <a:pt x="66675" y="2295525"/>
                </a:moveTo>
                <a:lnTo>
                  <a:pt x="76200" y="2295525"/>
                </a:lnTo>
                <a:lnTo>
                  <a:pt x="76200" y="2305050"/>
                </a:lnTo>
                <a:lnTo>
                  <a:pt x="66675" y="2305050"/>
                </a:lnTo>
                <a:close/>
                <a:moveTo>
                  <a:pt x="590550" y="2295525"/>
                </a:moveTo>
                <a:lnTo>
                  <a:pt x="600075" y="2295525"/>
                </a:lnTo>
                <a:lnTo>
                  <a:pt x="600075" y="2314575"/>
                </a:lnTo>
                <a:lnTo>
                  <a:pt x="590550" y="2314575"/>
                </a:lnTo>
                <a:close/>
                <a:moveTo>
                  <a:pt x="800100" y="2295525"/>
                </a:moveTo>
                <a:lnTo>
                  <a:pt x="819150" y="2295525"/>
                </a:lnTo>
                <a:lnTo>
                  <a:pt x="819150" y="2305050"/>
                </a:lnTo>
                <a:lnTo>
                  <a:pt x="800100" y="2305050"/>
                </a:lnTo>
                <a:close/>
                <a:moveTo>
                  <a:pt x="1809750" y="2295525"/>
                </a:moveTo>
                <a:lnTo>
                  <a:pt x="1819275" y="2295525"/>
                </a:lnTo>
                <a:lnTo>
                  <a:pt x="1819275" y="2314575"/>
                </a:lnTo>
                <a:lnTo>
                  <a:pt x="1809750" y="2314575"/>
                </a:lnTo>
                <a:close/>
                <a:moveTo>
                  <a:pt x="57150" y="2305050"/>
                </a:moveTo>
                <a:lnTo>
                  <a:pt x="66675" y="2305050"/>
                </a:lnTo>
                <a:lnTo>
                  <a:pt x="66675" y="2314575"/>
                </a:lnTo>
                <a:lnTo>
                  <a:pt x="57150" y="2314575"/>
                </a:lnTo>
                <a:close/>
                <a:moveTo>
                  <a:pt x="762000" y="2305050"/>
                </a:moveTo>
                <a:lnTo>
                  <a:pt x="800100" y="2305050"/>
                </a:lnTo>
                <a:lnTo>
                  <a:pt x="800100" y="2314575"/>
                </a:lnTo>
                <a:lnTo>
                  <a:pt x="762000" y="2314575"/>
                </a:lnTo>
                <a:close/>
                <a:moveTo>
                  <a:pt x="647700" y="2314575"/>
                </a:moveTo>
                <a:lnTo>
                  <a:pt x="657225" y="2314575"/>
                </a:lnTo>
                <a:lnTo>
                  <a:pt x="657225" y="2324100"/>
                </a:lnTo>
                <a:lnTo>
                  <a:pt x="647700" y="2324100"/>
                </a:lnTo>
                <a:close/>
                <a:moveTo>
                  <a:pt x="2028825" y="2314575"/>
                </a:moveTo>
                <a:lnTo>
                  <a:pt x="2095500" y="2314575"/>
                </a:lnTo>
                <a:lnTo>
                  <a:pt x="2095500" y="2324100"/>
                </a:lnTo>
                <a:lnTo>
                  <a:pt x="2066925" y="2324100"/>
                </a:lnTo>
                <a:lnTo>
                  <a:pt x="2066925" y="2352675"/>
                </a:lnTo>
                <a:lnTo>
                  <a:pt x="2047875" y="2352675"/>
                </a:lnTo>
                <a:lnTo>
                  <a:pt x="2047875" y="2343150"/>
                </a:lnTo>
                <a:lnTo>
                  <a:pt x="2028825" y="2343150"/>
                </a:lnTo>
                <a:lnTo>
                  <a:pt x="2028825" y="2333625"/>
                </a:lnTo>
                <a:lnTo>
                  <a:pt x="2019300" y="2333625"/>
                </a:lnTo>
                <a:lnTo>
                  <a:pt x="2019300" y="2324100"/>
                </a:lnTo>
                <a:lnTo>
                  <a:pt x="2028825" y="2324100"/>
                </a:lnTo>
                <a:close/>
                <a:moveTo>
                  <a:pt x="476250" y="2324100"/>
                </a:moveTo>
                <a:lnTo>
                  <a:pt x="504825" y="2324100"/>
                </a:lnTo>
                <a:lnTo>
                  <a:pt x="504825" y="2333625"/>
                </a:lnTo>
                <a:lnTo>
                  <a:pt x="476250" y="2333625"/>
                </a:lnTo>
                <a:close/>
                <a:moveTo>
                  <a:pt x="523875" y="2324100"/>
                </a:moveTo>
                <a:lnTo>
                  <a:pt x="542925" y="2324100"/>
                </a:lnTo>
                <a:lnTo>
                  <a:pt x="542925" y="2333625"/>
                </a:lnTo>
                <a:lnTo>
                  <a:pt x="523875" y="2333625"/>
                </a:lnTo>
                <a:close/>
                <a:moveTo>
                  <a:pt x="19050" y="2333625"/>
                </a:moveTo>
                <a:lnTo>
                  <a:pt x="28575" y="2333625"/>
                </a:lnTo>
                <a:lnTo>
                  <a:pt x="28575" y="2343150"/>
                </a:lnTo>
                <a:lnTo>
                  <a:pt x="19050" y="2343150"/>
                </a:lnTo>
                <a:close/>
                <a:moveTo>
                  <a:pt x="9525" y="2343150"/>
                </a:moveTo>
                <a:lnTo>
                  <a:pt x="19050" y="2343150"/>
                </a:lnTo>
                <a:lnTo>
                  <a:pt x="19050" y="2352675"/>
                </a:lnTo>
                <a:lnTo>
                  <a:pt x="9525" y="2352675"/>
                </a:lnTo>
                <a:close/>
                <a:moveTo>
                  <a:pt x="247650" y="2343150"/>
                </a:moveTo>
                <a:lnTo>
                  <a:pt x="257175" y="2343150"/>
                </a:lnTo>
                <a:lnTo>
                  <a:pt x="257175" y="2371725"/>
                </a:lnTo>
                <a:lnTo>
                  <a:pt x="247650" y="2371725"/>
                </a:lnTo>
                <a:close/>
                <a:moveTo>
                  <a:pt x="0" y="2352675"/>
                </a:moveTo>
                <a:lnTo>
                  <a:pt x="9525" y="2352675"/>
                </a:lnTo>
                <a:lnTo>
                  <a:pt x="9525" y="2362200"/>
                </a:lnTo>
                <a:lnTo>
                  <a:pt x="0" y="2362200"/>
                </a:lnTo>
                <a:close/>
                <a:moveTo>
                  <a:pt x="2076450" y="2352675"/>
                </a:moveTo>
                <a:lnTo>
                  <a:pt x="2095500" y="2352675"/>
                </a:lnTo>
                <a:lnTo>
                  <a:pt x="2095500" y="2362200"/>
                </a:lnTo>
                <a:lnTo>
                  <a:pt x="2076450" y="2362200"/>
                </a:lnTo>
                <a:close/>
                <a:moveTo>
                  <a:pt x="2171700" y="2390775"/>
                </a:moveTo>
                <a:lnTo>
                  <a:pt x="2181225" y="2390775"/>
                </a:lnTo>
                <a:lnTo>
                  <a:pt x="2181225" y="2400300"/>
                </a:lnTo>
                <a:lnTo>
                  <a:pt x="2171700" y="2400300"/>
                </a:lnTo>
                <a:close/>
                <a:moveTo>
                  <a:pt x="1647825" y="2400300"/>
                </a:moveTo>
                <a:lnTo>
                  <a:pt x="1657350" y="2400300"/>
                </a:lnTo>
                <a:lnTo>
                  <a:pt x="1657350" y="2409825"/>
                </a:lnTo>
                <a:lnTo>
                  <a:pt x="1647825" y="2409825"/>
                </a:lnTo>
                <a:close/>
                <a:moveTo>
                  <a:pt x="1657350" y="2409825"/>
                </a:moveTo>
                <a:lnTo>
                  <a:pt x="1666875" y="2409825"/>
                </a:lnTo>
                <a:lnTo>
                  <a:pt x="1666875" y="2419350"/>
                </a:lnTo>
                <a:lnTo>
                  <a:pt x="1657350" y="2419350"/>
                </a:lnTo>
                <a:close/>
                <a:moveTo>
                  <a:pt x="2114550" y="2409825"/>
                </a:moveTo>
                <a:lnTo>
                  <a:pt x="2124075" y="2409825"/>
                </a:lnTo>
                <a:lnTo>
                  <a:pt x="2124075" y="2466975"/>
                </a:lnTo>
                <a:lnTo>
                  <a:pt x="2114550" y="2466975"/>
                </a:lnTo>
                <a:close/>
                <a:moveTo>
                  <a:pt x="1295400" y="2419350"/>
                </a:moveTo>
                <a:lnTo>
                  <a:pt x="1323975" y="2419350"/>
                </a:lnTo>
                <a:lnTo>
                  <a:pt x="1323975" y="2428875"/>
                </a:lnTo>
                <a:lnTo>
                  <a:pt x="1295400" y="2428875"/>
                </a:lnTo>
                <a:close/>
                <a:moveTo>
                  <a:pt x="1285875" y="2428875"/>
                </a:moveTo>
                <a:lnTo>
                  <a:pt x="1295400" y="2428875"/>
                </a:lnTo>
                <a:lnTo>
                  <a:pt x="1295400" y="2438400"/>
                </a:lnTo>
                <a:lnTo>
                  <a:pt x="1285875" y="2438400"/>
                </a:lnTo>
                <a:close/>
                <a:moveTo>
                  <a:pt x="1323975" y="2428875"/>
                </a:moveTo>
                <a:lnTo>
                  <a:pt x="1333500" y="2428875"/>
                </a:lnTo>
                <a:lnTo>
                  <a:pt x="1333500" y="2438400"/>
                </a:lnTo>
                <a:lnTo>
                  <a:pt x="1323975" y="2438400"/>
                </a:lnTo>
                <a:close/>
                <a:moveTo>
                  <a:pt x="1819275" y="2428875"/>
                </a:moveTo>
                <a:lnTo>
                  <a:pt x="1828800" y="2428875"/>
                </a:lnTo>
                <a:lnTo>
                  <a:pt x="1828800" y="2438400"/>
                </a:lnTo>
                <a:lnTo>
                  <a:pt x="1819275" y="2438400"/>
                </a:lnTo>
                <a:close/>
                <a:moveTo>
                  <a:pt x="1409700" y="2438400"/>
                </a:moveTo>
                <a:lnTo>
                  <a:pt x="1428750" y="2438400"/>
                </a:lnTo>
                <a:lnTo>
                  <a:pt x="1428750" y="2447925"/>
                </a:lnTo>
                <a:lnTo>
                  <a:pt x="1409700" y="2447925"/>
                </a:lnTo>
                <a:close/>
                <a:moveTo>
                  <a:pt x="1552575" y="2438400"/>
                </a:moveTo>
                <a:lnTo>
                  <a:pt x="1562100" y="2438400"/>
                </a:lnTo>
                <a:lnTo>
                  <a:pt x="1562100" y="2447925"/>
                </a:lnTo>
                <a:lnTo>
                  <a:pt x="1552575" y="2447925"/>
                </a:lnTo>
                <a:close/>
                <a:moveTo>
                  <a:pt x="1504950" y="2457450"/>
                </a:moveTo>
                <a:lnTo>
                  <a:pt x="1514475" y="2457450"/>
                </a:lnTo>
                <a:lnTo>
                  <a:pt x="1514475" y="2466975"/>
                </a:lnTo>
                <a:lnTo>
                  <a:pt x="1504950" y="2466975"/>
                </a:lnTo>
                <a:close/>
                <a:moveTo>
                  <a:pt x="1609725" y="2466975"/>
                </a:moveTo>
                <a:lnTo>
                  <a:pt x="1628775" y="2466975"/>
                </a:lnTo>
                <a:lnTo>
                  <a:pt x="1628775" y="2476500"/>
                </a:lnTo>
                <a:lnTo>
                  <a:pt x="1609725" y="2476500"/>
                </a:lnTo>
                <a:close/>
                <a:moveTo>
                  <a:pt x="2162175" y="2466975"/>
                </a:moveTo>
                <a:lnTo>
                  <a:pt x="2171700" y="2466975"/>
                </a:lnTo>
                <a:lnTo>
                  <a:pt x="2171700" y="2476500"/>
                </a:lnTo>
                <a:lnTo>
                  <a:pt x="2162175" y="2476500"/>
                </a:lnTo>
                <a:close/>
                <a:moveTo>
                  <a:pt x="1419225" y="2476500"/>
                </a:moveTo>
                <a:lnTo>
                  <a:pt x="1428750" y="2476500"/>
                </a:lnTo>
                <a:lnTo>
                  <a:pt x="1428750" y="2486025"/>
                </a:lnTo>
                <a:lnTo>
                  <a:pt x="1419225" y="2486025"/>
                </a:lnTo>
                <a:close/>
                <a:moveTo>
                  <a:pt x="1495425" y="2476500"/>
                </a:moveTo>
                <a:lnTo>
                  <a:pt x="1514475" y="2476500"/>
                </a:lnTo>
                <a:lnTo>
                  <a:pt x="1514475" y="2486025"/>
                </a:lnTo>
                <a:lnTo>
                  <a:pt x="1495425" y="2486025"/>
                </a:lnTo>
                <a:close/>
                <a:moveTo>
                  <a:pt x="1333500" y="2486025"/>
                </a:moveTo>
                <a:lnTo>
                  <a:pt x="1343025" y="2486025"/>
                </a:lnTo>
                <a:lnTo>
                  <a:pt x="1343025" y="2495550"/>
                </a:lnTo>
                <a:lnTo>
                  <a:pt x="1333500" y="2495550"/>
                </a:lnTo>
                <a:close/>
                <a:moveTo>
                  <a:pt x="923925" y="2495550"/>
                </a:moveTo>
                <a:lnTo>
                  <a:pt x="933450" y="2495550"/>
                </a:lnTo>
                <a:lnTo>
                  <a:pt x="933450" y="2533650"/>
                </a:lnTo>
                <a:lnTo>
                  <a:pt x="923925" y="2533650"/>
                </a:lnTo>
                <a:close/>
                <a:moveTo>
                  <a:pt x="2124075" y="2495550"/>
                </a:moveTo>
                <a:lnTo>
                  <a:pt x="2133600" y="2495550"/>
                </a:lnTo>
                <a:lnTo>
                  <a:pt x="2133600" y="2514600"/>
                </a:lnTo>
                <a:lnTo>
                  <a:pt x="2124075" y="2514600"/>
                </a:lnTo>
                <a:close/>
                <a:moveTo>
                  <a:pt x="1076325" y="2505075"/>
                </a:moveTo>
                <a:lnTo>
                  <a:pt x="1095375" y="2505075"/>
                </a:lnTo>
                <a:lnTo>
                  <a:pt x="1095375" y="2514600"/>
                </a:lnTo>
                <a:lnTo>
                  <a:pt x="1076325" y="2514600"/>
                </a:lnTo>
                <a:close/>
                <a:moveTo>
                  <a:pt x="1304925" y="2505075"/>
                </a:moveTo>
                <a:lnTo>
                  <a:pt x="1323975" y="2505075"/>
                </a:lnTo>
                <a:lnTo>
                  <a:pt x="1323975" y="2514600"/>
                </a:lnTo>
                <a:lnTo>
                  <a:pt x="1304925" y="2514600"/>
                </a:lnTo>
                <a:close/>
                <a:moveTo>
                  <a:pt x="257175" y="2514600"/>
                </a:moveTo>
                <a:lnTo>
                  <a:pt x="266700" y="2514600"/>
                </a:lnTo>
                <a:lnTo>
                  <a:pt x="266700" y="2543175"/>
                </a:lnTo>
                <a:lnTo>
                  <a:pt x="257175" y="2543175"/>
                </a:lnTo>
                <a:close/>
                <a:moveTo>
                  <a:pt x="1066800" y="2514600"/>
                </a:moveTo>
                <a:lnTo>
                  <a:pt x="1076325" y="2514600"/>
                </a:lnTo>
                <a:lnTo>
                  <a:pt x="1076325" y="2524125"/>
                </a:lnTo>
                <a:lnTo>
                  <a:pt x="1066800" y="2524125"/>
                </a:lnTo>
                <a:close/>
                <a:moveTo>
                  <a:pt x="1057275" y="2524125"/>
                </a:moveTo>
                <a:lnTo>
                  <a:pt x="1066800" y="2524125"/>
                </a:lnTo>
                <a:lnTo>
                  <a:pt x="1066800" y="2552700"/>
                </a:lnTo>
                <a:lnTo>
                  <a:pt x="1057275" y="2552700"/>
                </a:lnTo>
                <a:close/>
                <a:moveTo>
                  <a:pt x="1609725" y="2533650"/>
                </a:moveTo>
                <a:lnTo>
                  <a:pt x="1628775" y="2533650"/>
                </a:lnTo>
                <a:lnTo>
                  <a:pt x="1628775" y="2543175"/>
                </a:lnTo>
                <a:lnTo>
                  <a:pt x="1609725" y="2543175"/>
                </a:lnTo>
                <a:close/>
                <a:moveTo>
                  <a:pt x="1828800" y="2533650"/>
                </a:moveTo>
                <a:lnTo>
                  <a:pt x="1838325" y="2533650"/>
                </a:lnTo>
                <a:lnTo>
                  <a:pt x="1838325" y="2543175"/>
                </a:lnTo>
                <a:lnTo>
                  <a:pt x="1828800" y="2543175"/>
                </a:lnTo>
                <a:close/>
                <a:moveTo>
                  <a:pt x="2133600" y="2533650"/>
                </a:moveTo>
                <a:lnTo>
                  <a:pt x="2143125" y="2533650"/>
                </a:lnTo>
                <a:lnTo>
                  <a:pt x="2143125" y="2543175"/>
                </a:lnTo>
                <a:lnTo>
                  <a:pt x="2152650" y="2543175"/>
                </a:lnTo>
                <a:lnTo>
                  <a:pt x="2152650" y="2533650"/>
                </a:lnTo>
                <a:lnTo>
                  <a:pt x="2162175" y="2533650"/>
                </a:lnTo>
                <a:lnTo>
                  <a:pt x="2162175" y="2562225"/>
                </a:lnTo>
                <a:lnTo>
                  <a:pt x="2152650" y="2562225"/>
                </a:lnTo>
                <a:lnTo>
                  <a:pt x="2152650" y="2590800"/>
                </a:lnTo>
                <a:lnTo>
                  <a:pt x="2143125" y="2590800"/>
                </a:lnTo>
                <a:lnTo>
                  <a:pt x="2143125" y="2600325"/>
                </a:lnTo>
                <a:lnTo>
                  <a:pt x="2076450" y="2600325"/>
                </a:lnTo>
                <a:lnTo>
                  <a:pt x="2076450" y="2590800"/>
                </a:lnTo>
                <a:lnTo>
                  <a:pt x="2066925" y="2590800"/>
                </a:lnTo>
                <a:lnTo>
                  <a:pt x="2066925" y="2571750"/>
                </a:lnTo>
                <a:lnTo>
                  <a:pt x="2124075" y="2571750"/>
                </a:lnTo>
                <a:lnTo>
                  <a:pt x="2124075" y="2562225"/>
                </a:lnTo>
                <a:lnTo>
                  <a:pt x="2133600" y="2562225"/>
                </a:lnTo>
                <a:close/>
                <a:moveTo>
                  <a:pt x="1543050" y="2543175"/>
                </a:moveTo>
                <a:lnTo>
                  <a:pt x="1562100" y="2543175"/>
                </a:lnTo>
                <a:lnTo>
                  <a:pt x="1562100" y="2581275"/>
                </a:lnTo>
                <a:lnTo>
                  <a:pt x="1552575" y="2581275"/>
                </a:lnTo>
                <a:lnTo>
                  <a:pt x="1552575" y="2552700"/>
                </a:lnTo>
                <a:lnTo>
                  <a:pt x="1543050" y="2552700"/>
                </a:lnTo>
                <a:close/>
                <a:moveTo>
                  <a:pt x="1628775" y="2543175"/>
                </a:moveTo>
                <a:lnTo>
                  <a:pt x="1638300" y="2543175"/>
                </a:lnTo>
                <a:lnTo>
                  <a:pt x="1638300" y="2552700"/>
                </a:lnTo>
                <a:lnTo>
                  <a:pt x="1628775" y="2552700"/>
                </a:lnTo>
                <a:close/>
                <a:moveTo>
                  <a:pt x="781050" y="2552700"/>
                </a:moveTo>
                <a:lnTo>
                  <a:pt x="809625" y="2552700"/>
                </a:lnTo>
                <a:lnTo>
                  <a:pt x="809625" y="2562225"/>
                </a:lnTo>
                <a:lnTo>
                  <a:pt x="790575" y="2562225"/>
                </a:lnTo>
                <a:lnTo>
                  <a:pt x="790575" y="2571750"/>
                </a:lnTo>
                <a:lnTo>
                  <a:pt x="781050" y="2571750"/>
                </a:lnTo>
                <a:lnTo>
                  <a:pt x="781050" y="2619375"/>
                </a:lnTo>
                <a:lnTo>
                  <a:pt x="771525" y="2619375"/>
                </a:lnTo>
                <a:lnTo>
                  <a:pt x="771525" y="2628900"/>
                </a:lnTo>
                <a:lnTo>
                  <a:pt x="752475" y="2628900"/>
                </a:lnTo>
                <a:lnTo>
                  <a:pt x="752475" y="2619375"/>
                </a:lnTo>
                <a:lnTo>
                  <a:pt x="762000" y="2619375"/>
                </a:lnTo>
                <a:lnTo>
                  <a:pt x="762000" y="2609850"/>
                </a:lnTo>
                <a:lnTo>
                  <a:pt x="771525" y="2609850"/>
                </a:lnTo>
                <a:lnTo>
                  <a:pt x="771525" y="2562225"/>
                </a:lnTo>
                <a:lnTo>
                  <a:pt x="781050" y="2562225"/>
                </a:lnTo>
                <a:close/>
                <a:moveTo>
                  <a:pt x="1104900" y="2552700"/>
                </a:moveTo>
                <a:lnTo>
                  <a:pt x="1114425" y="2552700"/>
                </a:lnTo>
                <a:lnTo>
                  <a:pt x="1114425" y="2590800"/>
                </a:lnTo>
                <a:lnTo>
                  <a:pt x="1104900" y="2590800"/>
                </a:lnTo>
                <a:close/>
                <a:moveTo>
                  <a:pt x="1295400" y="2552700"/>
                </a:moveTo>
                <a:lnTo>
                  <a:pt x="1304925" y="2552700"/>
                </a:lnTo>
                <a:lnTo>
                  <a:pt x="1304925" y="2571750"/>
                </a:lnTo>
                <a:lnTo>
                  <a:pt x="1295400" y="2571750"/>
                </a:lnTo>
                <a:close/>
                <a:moveTo>
                  <a:pt x="1371600" y="2552700"/>
                </a:moveTo>
                <a:lnTo>
                  <a:pt x="1390650" y="2552700"/>
                </a:lnTo>
                <a:lnTo>
                  <a:pt x="1390650" y="2562225"/>
                </a:lnTo>
                <a:lnTo>
                  <a:pt x="1371600" y="2562225"/>
                </a:lnTo>
                <a:close/>
                <a:moveTo>
                  <a:pt x="1419225" y="2552700"/>
                </a:moveTo>
                <a:lnTo>
                  <a:pt x="1428750" y="2552700"/>
                </a:lnTo>
                <a:lnTo>
                  <a:pt x="1428750" y="2562225"/>
                </a:lnTo>
                <a:lnTo>
                  <a:pt x="1419225" y="2562225"/>
                </a:lnTo>
                <a:close/>
                <a:moveTo>
                  <a:pt x="1438275" y="2552700"/>
                </a:moveTo>
                <a:lnTo>
                  <a:pt x="1447800" y="2552700"/>
                </a:lnTo>
                <a:lnTo>
                  <a:pt x="1447800" y="2562225"/>
                </a:lnTo>
                <a:lnTo>
                  <a:pt x="1438275" y="2562225"/>
                </a:lnTo>
                <a:close/>
                <a:moveTo>
                  <a:pt x="1533525" y="2552700"/>
                </a:moveTo>
                <a:lnTo>
                  <a:pt x="1543050" y="2552700"/>
                </a:lnTo>
                <a:lnTo>
                  <a:pt x="1543050" y="2562225"/>
                </a:lnTo>
                <a:lnTo>
                  <a:pt x="1533525" y="2562225"/>
                </a:lnTo>
                <a:close/>
                <a:moveTo>
                  <a:pt x="1581150" y="2552700"/>
                </a:moveTo>
                <a:lnTo>
                  <a:pt x="1590675" y="2552700"/>
                </a:lnTo>
                <a:lnTo>
                  <a:pt x="1590675" y="2562225"/>
                </a:lnTo>
                <a:lnTo>
                  <a:pt x="1581150" y="2562225"/>
                </a:lnTo>
                <a:close/>
                <a:moveTo>
                  <a:pt x="809625" y="2562225"/>
                </a:moveTo>
                <a:lnTo>
                  <a:pt x="819150" y="2562225"/>
                </a:lnTo>
                <a:lnTo>
                  <a:pt x="819150" y="2571750"/>
                </a:lnTo>
                <a:lnTo>
                  <a:pt x="809625" y="2571750"/>
                </a:lnTo>
                <a:close/>
                <a:moveTo>
                  <a:pt x="1323975" y="2562225"/>
                </a:moveTo>
                <a:lnTo>
                  <a:pt x="1362075" y="2562225"/>
                </a:lnTo>
                <a:lnTo>
                  <a:pt x="1362075" y="2571750"/>
                </a:lnTo>
                <a:lnTo>
                  <a:pt x="1343025" y="2571750"/>
                </a:lnTo>
                <a:lnTo>
                  <a:pt x="1343025" y="2600325"/>
                </a:lnTo>
                <a:lnTo>
                  <a:pt x="1333500" y="2600325"/>
                </a:lnTo>
                <a:lnTo>
                  <a:pt x="1333500" y="2581275"/>
                </a:lnTo>
                <a:lnTo>
                  <a:pt x="1323975" y="2581275"/>
                </a:lnTo>
                <a:close/>
                <a:moveTo>
                  <a:pt x="1390650" y="2562225"/>
                </a:moveTo>
                <a:lnTo>
                  <a:pt x="1409700" y="2562225"/>
                </a:lnTo>
                <a:lnTo>
                  <a:pt x="1409700" y="2571750"/>
                </a:lnTo>
                <a:lnTo>
                  <a:pt x="1390650" y="2571750"/>
                </a:lnTo>
                <a:close/>
                <a:moveTo>
                  <a:pt x="1466850" y="2562225"/>
                </a:moveTo>
                <a:lnTo>
                  <a:pt x="1476375" y="2562225"/>
                </a:lnTo>
                <a:lnTo>
                  <a:pt x="1476375" y="2571750"/>
                </a:lnTo>
                <a:lnTo>
                  <a:pt x="1466850" y="2571750"/>
                </a:lnTo>
                <a:close/>
                <a:moveTo>
                  <a:pt x="1581150" y="2571750"/>
                </a:moveTo>
                <a:lnTo>
                  <a:pt x="1590675" y="2571750"/>
                </a:lnTo>
                <a:lnTo>
                  <a:pt x="1590675" y="2581275"/>
                </a:lnTo>
                <a:lnTo>
                  <a:pt x="1581150" y="2581275"/>
                </a:lnTo>
                <a:close/>
                <a:moveTo>
                  <a:pt x="1628775" y="2571750"/>
                </a:moveTo>
                <a:lnTo>
                  <a:pt x="1638300" y="2571750"/>
                </a:lnTo>
                <a:lnTo>
                  <a:pt x="1638300" y="2581275"/>
                </a:lnTo>
                <a:lnTo>
                  <a:pt x="1628775" y="2581275"/>
                </a:lnTo>
                <a:close/>
                <a:moveTo>
                  <a:pt x="1466850" y="2581275"/>
                </a:moveTo>
                <a:lnTo>
                  <a:pt x="1476375" y="2581275"/>
                </a:lnTo>
                <a:lnTo>
                  <a:pt x="1476375" y="2590800"/>
                </a:lnTo>
                <a:lnTo>
                  <a:pt x="1466850" y="2590800"/>
                </a:lnTo>
                <a:close/>
                <a:moveTo>
                  <a:pt x="1533525" y="2581275"/>
                </a:moveTo>
                <a:lnTo>
                  <a:pt x="1552575" y="2581275"/>
                </a:lnTo>
                <a:lnTo>
                  <a:pt x="1552575" y="2590800"/>
                </a:lnTo>
                <a:lnTo>
                  <a:pt x="1533525" y="2590800"/>
                </a:lnTo>
                <a:close/>
                <a:moveTo>
                  <a:pt x="1609725" y="2581275"/>
                </a:moveTo>
                <a:lnTo>
                  <a:pt x="1619250" y="2581275"/>
                </a:lnTo>
                <a:lnTo>
                  <a:pt x="1619250" y="2590800"/>
                </a:lnTo>
                <a:lnTo>
                  <a:pt x="1609725" y="2590800"/>
                </a:lnTo>
                <a:close/>
                <a:moveTo>
                  <a:pt x="1381125" y="2590800"/>
                </a:moveTo>
                <a:lnTo>
                  <a:pt x="1409700" y="2590800"/>
                </a:lnTo>
                <a:lnTo>
                  <a:pt x="1409700" y="2600325"/>
                </a:lnTo>
                <a:lnTo>
                  <a:pt x="1381125" y="2600325"/>
                </a:lnTo>
                <a:close/>
                <a:moveTo>
                  <a:pt x="1495425" y="2590800"/>
                </a:moveTo>
                <a:lnTo>
                  <a:pt x="1504950" y="2590800"/>
                </a:lnTo>
                <a:lnTo>
                  <a:pt x="1504950" y="2600325"/>
                </a:lnTo>
                <a:lnTo>
                  <a:pt x="1495425" y="2600325"/>
                </a:lnTo>
                <a:close/>
                <a:moveTo>
                  <a:pt x="1343025" y="2600325"/>
                </a:moveTo>
                <a:lnTo>
                  <a:pt x="1362075" y="2600325"/>
                </a:lnTo>
                <a:lnTo>
                  <a:pt x="1362075" y="2609850"/>
                </a:lnTo>
                <a:lnTo>
                  <a:pt x="1343025" y="2609850"/>
                </a:lnTo>
                <a:close/>
                <a:moveTo>
                  <a:pt x="819150" y="2619375"/>
                </a:moveTo>
                <a:lnTo>
                  <a:pt x="828675" y="2619375"/>
                </a:lnTo>
                <a:lnTo>
                  <a:pt x="828675" y="2638425"/>
                </a:lnTo>
                <a:lnTo>
                  <a:pt x="819150" y="2638425"/>
                </a:lnTo>
                <a:close/>
                <a:moveTo>
                  <a:pt x="885825" y="2619375"/>
                </a:moveTo>
                <a:lnTo>
                  <a:pt x="895350" y="2619375"/>
                </a:lnTo>
                <a:lnTo>
                  <a:pt x="895350" y="2667000"/>
                </a:lnTo>
                <a:lnTo>
                  <a:pt x="885825" y="2667000"/>
                </a:lnTo>
                <a:close/>
                <a:moveTo>
                  <a:pt x="990600" y="2619375"/>
                </a:moveTo>
                <a:lnTo>
                  <a:pt x="1000125" y="2619375"/>
                </a:lnTo>
                <a:lnTo>
                  <a:pt x="1000125" y="2667000"/>
                </a:lnTo>
                <a:lnTo>
                  <a:pt x="990600" y="2667000"/>
                </a:lnTo>
                <a:close/>
                <a:moveTo>
                  <a:pt x="742950" y="2628900"/>
                </a:moveTo>
                <a:lnTo>
                  <a:pt x="752475" y="2628900"/>
                </a:lnTo>
                <a:lnTo>
                  <a:pt x="752475" y="2638425"/>
                </a:lnTo>
                <a:lnTo>
                  <a:pt x="742950" y="2638425"/>
                </a:lnTo>
                <a:close/>
                <a:moveTo>
                  <a:pt x="933450" y="2628900"/>
                </a:moveTo>
                <a:lnTo>
                  <a:pt x="942975" y="2628900"/>
                </a:lnTo>
                <a:lnTo>
                  <a:pt x="942975" y="2676525"/>
                </a:lnTo>
                <a:lnTo>
                  <a:pt x="933450" y="2676525"/>
                </a:lnTo>
                <a:close/>
                <a:moveTo>
                  <a:pt x="1038225" y="2638425"/>
                </a:moveTo>
                <a:lnTo>
                  <a:pt x="1047750" y="2638425"/>
                </a:lnTo>
                <a:lnTo>
                  <a:pt x="1047750" y="2667000"/>
                </a:lnTo>
                <a:lnTo>
                  <a:pt x="1038225" y="2667000"/>
                </a:lnTo>
                <a:close/>
                <a:moveTo>
                  <a:pt x="628650" y="2647950"/>
                </a:moveTo>
                <a:lnTo>
                  <a:pt x="638175" y="2647950"/>
                </a:lnTo>
                <a:lnTo>
                  <a:pt x="638175" y="2686050"/>
                </a:lnTo>
                <a:lnTo>
                  <a:pt x="628650" y="2686050"/>
                </a:lnTo>
                <a:close/>
                <a:moveTo>
                  <a:pt x="1066800" y="2647950"/>
                </a:moveTo>
                <a:lnTo>
                  <a:pt x="1076325" y="2647950"/>
                </a:lnTo>
                <a:lnTo>
                  <a:pt x="1076325" y="2667000"/>
                </a:lnTo>
                <a:lnTo>
                  <a:pt x="1066800" y="2667000"/>
                </a:lnTo>
                <a:close/>
                <a:moveTo>
                  <a:pt x="514350" y="2667000"/>
                </a:moveTo>
                <a:lnTo>
                  <a:pt x="523875" y="2667000"/>
                </a:lnTo>
                <a:lnTo>
                  <a:pt x="523875" y="2695575"/>
                </a:lnTo>
                <a:lnTo>
                  <a:pt x="514350" y="2695575"/>
                </a:lnTo>
                <a:close/>
                <a:moveTo>
                  <a:pt x="676275" y="2667000"/>
                </a:moveTo>
                <a:lnTo>
                  <a:pt x="685800" y="2667000"/>
                </a:lnTo>
                <a:lnTo>
                  <a:pt x="685800" y="2695575"/>
                </a:lnTo>
                <a:lnTo>
                  <a:pt x="676275" y="2695575"/>
                </a:lnTo>
                <a:close/>
                <a:moveTo>
                  <a:pt x="1000125" y="2667000"/>
                </a:moveTo>
                <a:lnTo>
                  <a:pt x="1009650" y="2667000"/>
                </a:lnTo>
                <a:lnTo>
                  <a:pt x="1009650" y="2676525"/>
                </a:lnTo>
                <a:lnTo>
                  <a:pt x="1000125" y="2676525"/>
                </a:lnTo>
                <a:close/>
                <a:moveTo>
                  <a:pt x="1028700" y="2667000"/>
                </a:moveTo>
                <a:lnTo>
                  <a:pt x="1038225" y="2667000"/>
                </a:lnTo>
                <a:lnTo>
                  <a:pt x="1038225" y="2676525"/>
                </a:lnTo>
                <a:lnTo>
                  <a:pt x="1028700" y="2676525"/>
                </a:lnTo>
                <a:close/>
                <a:moveTo>
                  <a:pt x="1076325" y="2667000"/>
                </a:moveTo>
                <a:lnTo>
                  <a:pt x="1085850" y="2667000"/>
                </a:lnTo>
                <a:lnTo>
                  <a:pt x="1085850" y="2676525"/>
                </a:lnTo>
                <a:lnTo>
                  <a:pt x="1076325" y="2676525"/>
                </a:lnTo>
                <a:close/>
                <a:moveTo>
                  <a:pt x="561975" y="2676525"/>
                </a:moveTo>
                <a:lnTo>
                  <a:pt x="571500" y="2676525"/>
                </a:lnTo>
                <a:lnTo>
                  <a:pt x="571500" y="2705100"/>
                </a:lnTo>
                <a:lnTo>
                  <a:pt x="561975" y="2705100"/>
                </a:lnTo>
                <a:close/>
                <a:moveTo>
                  <a:pt x="923925" y="2676525"/>
                </a:moveTo>
                <a:lnTo>
                  <a:pt x="933450" y="2676525"/>
                </a:lnTo>
                <a:lnTo>
                  <a:pt x="933450" y="2686050"/>
                </a:lnTo>
                <a:lnTo>
                  <a:pt x="923925" y="2686050"/>
                </a:lnTo>
                <a:close/>
                <a:moveTo>
                  <a:pt x="1838325" y="2676525"/>
                </a:moveTo>
                <a:lnTo>
                  <a:pt x="1847850" y="2676525"/>
                </a:lnTo>
                <a:lnTo>
                  <a:pt x="1847850" y="2686050"/>
                </a:lnTo>
                <a:lnTo>
                  <a:pt x="1838325" y="2686050"/>
                </a:lnTo>
                <a:close/>
                <a:moveTo>
                  <a:pt x="2057400" y="2676525"/>
                </a:moveTo>
                <a:lnTo>
                  <a:pt x="2124075" y="2676525"/>
                </a:lnTo>
                <a:lnTo>
                  <a:pt x="2124075" y="2686050"/>
                </a:lnTo>
                <a:lnTo>
                  <a:pt x="2114550" y="2686050"/>
                </a:lnTo>
                <a:lnTo>
                  <a:pt x="2114550" y="2695575"/>
                </a:lnTo>
                <a:lnTo>
                  <a:pt x="2124075" y="2695575"/>
                </a:lnTo>
                <a:lnTo>
                  <a:pt x="2124075" y="2686050"/>
                </a:lnTo>
                <a:lnTo>
                  <a:pt x="2133600" y="2686050"/>
                </a:lnTo>
                <a:lnTo>
                  <a:pt x="2133600" y="2695575"/>
                </a:lnTo>
                <a:lnTo>
                  <a:pt x="2143125" y="2695575"/>
                </a:lnTo>
                <a:lnTo>
                  <a:pt x="2143125" y="2733675"/>
                </a:lnTo>
                <a:lnTo>
                  <a:pt x="2133600" y="2733675"/>
                </a:lnTo>
                <a:lnTo>
                  <a:pt x="2133600" y="2724150"/>
                </a:lnTo>
                <a:lnTo>
                  <a:pt x="2105025" y="2724150"/>
                </a:lnTo>
                <a:lnTo>
                  <a:pt x="2105025" y="2733675"/>
                </a:lnTo>
                <a:lnTo>
                  <a:pt x="2095500" y="2733675"/>
                </a:lnTo>
                <a:lnTo>
                  <a:pt x="2095500" y="2781300"/>
                </a:lnTo>
                <a:lnTo>
                  <a:pt x="2085975" y="2781300"/>
                </a:lnTo>
                <a:lnTo>
                  <a:pt x="2085975" y="2809875"/>
                </a:lnTo>
                <a:lnTo>
                  <a:pt x="2095500" y="2809875"/>
                </a:lnTo>
                <a:lnTo>
                  <a:pt x="2095500" y="2819400"/>
                </a:lnTo>
                <a:lnTo>
                  <a:pt x="2105025" y="2819400"/>
                </a:lnTo>
                <a:lnTo>
                  <a:pt x="2105025" y="2828925"/>
                </a:lnTo>
                <a:lnTo>
                  <a:pt x="2114550" y="2828925"/>
                </a:lnTo>
                <a:lnTo>
                  <a:pt x="2114550" y="2819400"/>
                </a:lnTo>
                <a:lnTo>
                  <a:pt x="2124075" y="2819400"/>
                </a:lnTo>
                <a:lnTo>
                  <a:pt x="2124075" y="2886075"/>
                </a:lnTo>
                <a:lnTo>
                  <a:pt x="2114550" y="2886075"/>
                </a:lnTo>
                <a:lnTo>
                  <a:pt x="2114550" y="2933700"/>
                </a:lnTo>
                <a:lnTo>
                  <a:pt x="2095500" y="2933700"/>
                </a:lnTo>
                <a:lnTo>
                  <a:pt x="2095500" y="2924175"/>
                </a:lnTo>
                <a:lnTo>
                  <a:pt x="2085975" y="2924175"/>
                </a:lnTo>
                <a:lnTo>
                  <a:pt x="2085975" y="2914650"/>
                </a:lnTo>
                <a:lnTo>
                  <a:pt x="2076450" y="2914650"/>
                </a:lnTo>
                <a:lnTo>
                  <a:pt x="2076450" y="2905125"/>
                </a:lnTo>
                <a:lnTo>
                  <a:pt x="2066925" y="2905125"/>
                </a:lnTo>
                <a:lnTo>
                  <a:pt x="2066925" y="2867025"/>
                </a:lnTo>
                <a:lnTo>
                  <a:pt x="2076450" y="2867025"/>
                </a:lnTo>
                <a:lnTo>
                  <a:pt x="2076450" y="2847975"/>
                </a:lnTo>
                <a:lnTo>
                  <a:pt x="2085975" y="2847975"/>
                </a:lnTo>
                <a:lnTo>
                  <a:pt x="2085975" y="2828925"/>
                </a:lnTo>
                <a:lnTo>
                  <a:pt x="2076450" y="2828925"/>
                </a:lnTo>
                <a:lnTo>
                  <a:pt x="2076450" y="2733675"/>
                </a:lnTo>
                <a:lnTo>
                  <a:pt x="2066925" y="2733675"/>
                </a:lnTo>
                <a:lnTo>
                  <a:pt x="2066925" y="2686050"/>
                </a:lnTo>
                <a:lnTo>
                  <a:pt x="2057400" y="2686050"/>
                </a:lnTo>
                <a:close/>
                <a:moveTo>
                  <a:pt x="485775" y="2686050"/>
                </a:moveTo>
                <a:lnTo>
                  <a:pt x="495300" y="2686050"/>
                </a:lnTo>
                <a:lnTo>
                  <a:pt x="495300" y="2714625"/>
                </a:lnTo>
                <a:lnTo>
                  <a:pt x="485775" y="2714625"/>
                </a:lnTo>
                <a:close/>
                <a:moveTo>
                  <a:pt x="666750" y="2695575"/>
                </a:moveTo>
                <a:lnTo>
                  <a:pt x="676275" y="2695575"/>
                </a:lnTo>
                <a:lnTo>
                  <a:pt x="676275" y="2705100"/>
                </a:lnTo>
                <a:lnTo>
                  <a:pt x="666750" y="2705100"/>
                </a:lnTo>
                <a:close/>
                <a:moveTo>
                  <a:pt x="266700" y="2705100"/>
                </a:moveTo>
                <a:lnTo>
                  <a:pt x="276225" y="2705100"/>
                </a:lnTo>
                <a:lnTo>
                  <a:pt x="276225" y="2724150"/>
                </a:lnTo>
                <a:lnTo>
                  <a:pt x="266700" y="2724150"/>
                </a:lnTo>
                <a:close/>
                <a:moveTo>
                  <a:pt x="552450" y="2705100"/>
                </a:moveTo>
                <a:lnTo>
                  <a:pt x="561975" y="2705100"/>
                </a:lnTo>
                <a:lnTo>
                  <a:pt x="561975" y="2714625"/>
                </a:lnTo>
                <a:lnTo>
                  <a:pt x="552450" y="2714625"/>
                </a:lnTo>
                <a:close/>
                <a:moveTo>
                  <a:pt x="476250" y="2714625"/>
                </a:moveTo>
                <a:lnTo>
                  <a:pt x="485775" y="2714625"/>
                </a:lnTo>
                <a:lnTo>
                  <a:pt x="485775" y="2724150"/>
                </a:lnTo>
                <a:lnTo>
                  <a:pt x="476250" y="2724150"/>
                </a:lnTo>
                <a:close/>
                <a:moveTo>
                  <a:pt x="1847850" y="2790825"/>
                </a:moveTo>
                <a:lnTo>
                  <a:pt x="1857375" y="2790825"/>
                </a:lnTo>
                <a:lnTo>
                  <a:pt x="1857375" y="2800350"/>
                </a:lnTo>
                <a:lnTo>
                  <a:pt x="1847850" y="2800350"/>
                </a:lnTo>
                <a:close/>
                <a:moveTo>
                  <a:pt x="2124075" y="2790825"/>
                </a:moveTo>
                <a:lnTo>
                  <a:pt x="2133600" y="2790825"/>
                </a:lnTo>
                <a:lnTo>
                  <a:pt x="2133600" y="2800350"/>
                </a:lnTo>
                <a:lnTo>
                  <a:pt x="2124075" y="2800350"/>
                </a:lnTo>
                <a:close/>
                <a:moveTo>
                  <a:pt x="1152525" y="2838450"/>
                </a:moveTo>
                <a:lnTo>
                  <a:pt x="1162050" y="2838450"/>
                </a:lnTo>
                <a:lnTo>
                  <a:pt x="1162050" y="2847975"/>
                </a:lnTo>
                <a:lnTo>
                  <a:pt x="1152525" y="2847975"/>
                </a:lnTo>
                <a:close/>
                <a:moveTo>
                  <a:pt x="857250" y="2847975"/>
                </a:moveTo>
                <a:lnTo>
                  <a:pt x="866775" y="2847975"/>
                </a:lnTo>
                <a:lnTo>
                  <a:pt x="866775" y="2857500"/>
                </a:lnTo>
                <a:lnTo>
                  <a:pt x="857250" y="2857500"/>
                </a:lnTo>
                <a:close/>
                <a:moveTo>
                  <a:pt x="1028700" y="2847975"/>
                </a:moveTo>
                <a:lnTo>
                  <a:pt x="1038225" y="2847975"/>
                </a:lnTo>
                <a:lnTo>
                  <a:pt x="1038225" y="2857500"/>
                </a:lnTo>
                <a:lnTo>
                  <a:pt x="1028700" y="2857500"/>
                </a:lnTo>
                <a:close/>
                <a:moveTo>
                  <a:pt x="1066800" y="2847975"/>
                </a:moveTo>
                <a:lnTo>
                  <a:pt x="1085850" y="2847975"/>
                </a:lnTo>
                <a:lnTo>
                  <a:pt x="1085850" y="2857500"/>
                </a:lnTo>
                <a:lnTo>
                  <a:pt x="1066800" y="2857500"/>
                </a:lnTo>
                <a:close/>
                <a:moveTo>
                  <a:pt x="847725" y="2857500"/>
                </a:moveTo>
                <a:lnTo>
                  <a:pt x="857250" y="2857500"/>
                </a:lnTo>
                <a:lnTo>
                  <a:pt x="857250" y="2867025"/>
                </a:lnTo>
                <a:lnTo>
                  <a:pt x="847725" y="2867025"/>
                </a:lnTo>
                <a:close/>
                <a:moveTo>
                  <a:pt x="876300" y="2857500"/>
                </a:moveTo>
                <a:lnTo>
                  <a:pt x="895350" y="2857500"/>
                </a:lnTo>
                <a:lnTo>
                  <a:pt x="895350" y="2867025"/>
                </a:lnTo>
                <a:lnTo>
                  <a:pt x="876300" y="2867025"/>
                </a:lnTo>
                <a:close/>
                <a:moveTo>
                  <a:pt x="647700" y="2867025"/>
                </a:moveTo>
                <a:lnTo>
                  <a:pt x="657225" y="2867025"/>
                </a:lnTo>
                <a:lnTo>
                  <a:pt x="657225" y="2876550"/>
                </a:lnTo>
                <a:lnTo>
                  <a:pt x="647700" y="2876550"/>
                </a:lnTo>
                <a:close/>
                <a:moveTo>
                  <a:pt x="828675" y="2867025"/>
                </a:moveTo>
                <a:lnTo>
                  <a:pt x="847725" y="2867025"/>
                </a:lnTo>
                <a:lnTo>
                  <a:pt x="847725" y="2876550"/>
                </a:lnTo>
                <a:lnTo>
                  <a:pt x="828675" y="2876550"/>
                </a:lnTo>
                <a:close/>
                <a:moveTo>
                  <a:pt x="390525" y="2876550"/>
                </a:moveTo>
                <a:lnTo>
                  <a:pt x="409575" y="2876550"/>
                </a:lnTo>
                <a:lnTo>
                  <a:pt x="409575" y="2886075"/>
                </a:lnTo>
                <a:lnTo>
                  <a:pt x="390525" y="2886075"/>
                </a:lnTo>
                <a:close/>
                <a:moveTo>
                  <a:pt x="742950" y="2876550"/>
                </a:moveTo>
                <a:lnTo>
                  <a:pt x="752475" y="2876550"/>
                </a:lnTo>
                <a:lnTo>
                  <a:pt x="752475" y="2886075"/>
                </a:lnTo>
                <a:lnTo>
                  <a:pt x="742950" y="2886075"/>
                </a:lnTo>
                <a:close/>
                <a:moveTo>
                  <a:pt x="409575" y="2886075"/>
                </a:moveTo>
                <a:lnTo>
                  <a:pt x="419100" y="2886075"/>
                </a:lnTo>
                <a:lnTo>
                  <a:pt x="419100" y="2895600"/>
                </a:lnTo>
                <a:lnTo>
                  <a:pt x="409575" y="2895600"/>
                </a:lnTo>
                <a:close/>
                <a:moveTo>
                  <a:pt x="457200" y="2886075"/>
                </a:moveTo>
                <a:lnTo>
                  <a:pt x="466725" y="2886075"/>
                </a:lnTo>
                <a:lnTo>
                  <a:pt x="466725" y="2895600"/>
                </a:lnTo>
                <a:lnTo>
                  <a:pt x="457200" y="2895600"/>
                </a:lnTo>
                <a:close/>
                <a:moveTo>
                  <a:pt x="504825" y="2886075"/>
                </a:moveTo>
                <a:lnTo>
                  <a:pt x="514350" y="2886075"/>
                </a:lnTo>
                <a:lnTo>
                  <a:pt x="514350" y="2895600"/>
                </a:lnTo>
                <a:lnTo>
                  <a:pt x="504825" y="2895600"/>
                </a:lnTo>
                <a:close/>
                <a:moveTo>
                  <a:pt x="561975" y="2886075"/>
                </a:moveTo>
                <a:lnTo>
                  <a:pt x="590550" y="2886075"/>
                </a:lnTo>
                <a:lnTo>
                  <a:pt x="590550" y="2895600"/>
                </a:lnTo>
                <a:lnTo>
                  <a:pt x="561975" y="2895600"/>
                </a:lnTo>
                <a:close/>
                <a:moveTo>
                  <a:pt x="1038225" y="2886075"/>
                </a:moveTo>
                <a:lnTo>
                  <a:pt x="1057275" y="2886075"/>
                </a:lnTo>
                <a:lnTo>
                  <a:pt x="1057275" y="2895600"/>
                </a:lnTo>
                <a:lnTo>
                  <a:pt x="1038225" y="2895600"/>
                </a:lnTo>
                <a:close/>
                <a:moveTo>
                  <a:pt x="1171575" y="2886075"/>
                </a:moveTo>
                <a:lnTo>
                  <a:pt x="1181100" y="2886075"/>
                </a:lnTo>
                <a:lnTo>
                  <a:pt x="1181100" y="2895600"/>
                </a:lnTo>
                <a:lnTo>
                  <a:pt x="1171575" y="2895600"/>
                </a:lnTo>
                <a:close/>
                <a:moveTo>
                  <a:pt x="276225" y="2895600"/>
                </a:moveTo>
                <a:lnTo>
                  <a:pt x="285750" y="2895600"/>
                </a:lnTo>
                <a:lnTo>
                  <a:pt x="285750" y="2924175"/>
                </a:lnTo>
                <a:lnTo>
                  <a:pt x="276225" y="2924175"/>
                </a:lnTo>
                <a:close/>
                <a:moveTo>
                  <a:pt x="371475" y="2895600"/>
                </a:moveTo>
                <a:lnTo>
                  <a:pt x="381000" y="2895600"/>
                </a:lnTo>
                <a:lnTo>
                  <a:pt x="381000" y="2914650"/>
                </a:lnTo>
                <a:lnTo>
                  <a:pt x="371475" y="2914650"/>
                </a:lnTo>
                <a:close/>
                <a:moveTo>
                  <a:pt x="619125" y="2895600"/>
                </a:moveTo>
                <a:lnTo>
                  <a:pt x="628650" y="2895600"/>
                </a:lnTo>
                <a:lnTo>
                  <a:pt x="628650" y="2914650"/>
                </a:lnTo>
                <a:lnTo>
                  <a:pt x="619125" y="2914650"/>
                </a:lnTo>
                <a:close/>
                <a:moveTo>
                  <a:pt x="990600" y="2895600"/>
                </a:moveTo>
                <a:lnTo>
                  <a:pt x="1000125" y="2895600"/>
                </a:lnTo>
                <a:lnTo>
                  <a:pt x="1000125" y="2905125"/>
                </a:lnTo>
                <a:lnTo>
                  <a:pt x="990600" y="2905125"/>
                </a:lnTo>
                <a:close/>
                <a:moveTo>
                  <a:pt x="828675" y="2905125"/>
                </a:moveTo>
                <a:lnTo>
                  <a:pt x="838200" y="2905125"/>
                </a:lnTo>
                <a:lnTo>
                  <a:pt x="838200" y="2914650"/>
                </a:lnTo>
                <a:lnTo>
                  <a:pt x="828675" y="2914650"/>
                </a:lnTo>
                <a:close/>
                <a:moveTo>
                  <a:pt x="876300" y="2905125"/>
                </a:moveTo>
                <a:lnTo>
                  <a:pt x="895350" y="2905125"/>
                </a:lnTo>
                <a:lnTo>
                  <a:pt x="895350" y="2914650"/>
                </a:lnTo>
                <a:lnTo>
                  <a:pt x="876300" y="2914650"/>
                </a:lnTo>
                <a:close/>
                <a:moveTo>
                  <a:pt x="704850" y="2914650"/>
                </a:moveTo>
                <a:lnTo>
                  <a:pt x="723900" y="2914650"/>
                </a:lnTo>
                <a:lnTo>
                  <a:pt x="723900" y="2924175"/>
                </a:lnTo>
                <a:lnTo>
                  <a:pt x="704850" y="2924175"/>
                </a:lnTo>
                <a:close/>
                <a:moveTo>
                  <a:pt x="1857375" y="2914650"/>
                </a:moveTo>
                <a:lnTo>
                  <a:pt x="1866900" y="2914650"/>
                </a:lnTo>
                <a:lnTo>
                  <a:pt x="1866900" y="2933700"/>
                </a:lnTo>
                <a:lnTo>
                  <a:pt x="1857375" y="2933700"/>
                </a:lnTo>
                <a:close/>
                <a:moveTo>
                  <a:pt x="419100" y="2924175"/>
                </a:moveTo>
                <a:lnTo>
                  <a:pt x="428625" y="2924175"/>
                </a:lnTo>
                <a:lnTo>
                  <a:pt x="428625" y="2933700"/>
                </a:lnTo>
                <a:lnTo>
                  <a:pt x="419100" y="2933700"/>
                </a:lnTo>
                <a:close/>
                <a:moveTo>
                  <a:pt x="447675" y="2924175"/>
                </a:moveTo>
                <a:lnTo>
                  <a:pt x="457200" y="2924175"/>
                </a:lnTo>
                <a:lnTo>
                  <a:pt x="457200" y="2933700"/>
                </a:lnTo>
                <a:lnTo>
                  <a:pt x="447675" y="2933700"/>
                </a:lnTo>
                <a:close/>
                <a:moveTo>
                  <a:pt x="590550" y="2924175"/>
                </a:moveTo>
                <a:lnTo>
                  <a:pt x="609600" y="2924175"/>
                </a:lnTo>
                <a:lnTo>
                  <a:pt x="609600" y="2933700"/>
                </a:lnTo>
                <a:lnTo>
                  <a:pt x="590550" y="2933700"/>
                </a:lnTo>
                <a:close/>
                <a:moveTo>
                  <a:pt x="876300" y="3028950"/>
                </a:moveTo>
                <a:lnTo>
                  <a:pt x="885825" y="3028950"/>
                </a:lnTo>
                <a:lnTo>
                  <a:pt x="885825" y="3038475"/>
                </a:lnTo>
                <a:lnTo>
                  <a:pt x="895350" y="3038475"/>
                </a:lnTo>
                <a:lnTo>
                  <a:pt x="895350" y="3048000"/>
                </a:lnTo>
                <a:lnTo>
                  <a:pt x="876300" y="3048000"/>
                </a:lnTo>
                <a:close/>
                <a:moveTo>
                  <a:pt x="742950" y="3038475"/>
                </a:moveTo>
                <a:lnTo>
                  <a:pt x="771525" y="3038475"/>
                </a:lnTo>
                <a:lnTo>
                  <a:pt x="771525" y="3048000"/>
                </a:lnTo>
                <a:lnTo>
                  <a:pt x="742950" y="3048000"/>
                </a:lnTo>
                <a:close/>
                <a:moveTo>
                  <a:pt x="2066925" y="3038475"/>
                </a:moveTo>
                <a:lnTo>
                  <a:pt x="2085975" y="3038475"/>
                </a:lnTo>
                <a:lnTo>
                  <a:pt x="2085975" y="3048000"/>
                </a:lnTo>
                <a:lnTo>
                  <a:pt x="2095500" y="3048000"/>
                </a:lnTo>
                <a:lnTo>
                  <a:pt x="2095500" y="3095625"/>
                </a:lnTo>
                <a:lnTo>
                  <a:pt x="2085975" y="3095625"/>
                </a:lnTo>
                <a:lnTo>
                  <a:pt x="2085975" y="3114675"/>
                </a:lnTo>
                <a:lnTo>
                  <a:pt x="2076450" y="3114675"/>
                </a:lnTo>
                <a:lnTo>
                  <a:pt x="2076450" y="3124200"/>
                </a:lnTo>
                <a:lnTo>
                  <a:pt x="2066925" y="3124200"/>
                </a:lnTo>
                <a:lnTo>
                  <a:pt x="2066925" y="3114675"/>
                </a:lnTo>
                <a:lnTo>
                  <a:pt x="2057400" y="3114675"/>
                </a:lnTo>
                <a:lnTo>
                  <a:pt x="2057400" y="3105150"/>
                </a:lnTo>
                <a:lnTo>
                  <a:pt x="2047875" y="3105150"/>
                </a:lnTo>
                <a:lnTo>
                  <a:pt x="2047875" y="3086100"/>
                </a:lnTo>
                <a:lnTo>
                  <a:pt x="2057400" y="3086100"/>
                </a:lnTo>
                <a:lnTo>
                  <a:pt x="2057400" y="3067050"/>
                </a:lnTo>
                <a:lnTo>
                  <a:pt x="2066925" y="3067050"/>
                </a:lnTo>
                <a:close/>
                <a:moveTo>
                  <a:pt x="733425" y="3048000"/>
                </a:moveTo>
                <a:lnTo>
                  <a:pt x="742950" y="3048000"/>
                </a:lnTo>
                <a:lnTo>
                  <a:pt x="742950" y="3057525"/>
                </a:lnTo>
                <a:lnTo>
                  <a:pt x="733425" y="3057525"/>
                </a:lnTo>
                <a:close/>
                <a:moveTo>
                  <a:pt x="771525" y="3048000"/>
                </a:moveTo>
                <a:lnTo>
                  <a:pt x="781050" y="3048000"/>
                </a:lnTo>
                <a:lnTo>
                  <a:pt x="781050" y="3057525"/>
                </a:lnTo>
                <a:lnTo>
                  <a:pt x="771525" y="3057525"/>
                </a:lnTo>
                <a:close/>
                <a:moveTo>
                  <a:pt x="857250" y="3048000"/>
                </a:moveTo>
                <a:lnTo>
                  <a:pt x="866775" y="3048000"/>
                </a:lnTo>
                <a:lnTo>
                  <a:pt x="866775" y="3057525"/>
                </a:lnTo>
                <a:lnTo>
                  <a:pt x="857250" y="3057525"/>
                </a:lnTo>
                <a:close/>
                <a:moveTo>
                  <a:pt x="685800" y="3057525"/>
                </a:moveTo>
                <a:lnTo>
                  <a:pt x="695325" y="3057525"/>
                </a:lnTo>
                <a:lnTo>
                  <a:pt x="695325" y="3067050"/>
                </a:lnTo>
                <a:lnTo>
                  <a:pt x="685800" y="3067050"/>
                </a:lnTo>
                <a:close/>
                <a:moveTo>
                  <a:pt x="962025" y="3067050"/>
                </a:moveTo>
                <a:lnTo>
                  <a:pt x="981075" y="3067050"/>
                </a:lnTo>
                <a:lnTo>
                  <a:pt x="981075" y="3076575"/>
                </a:lnTo>
                <a:lnTo>
                  <a:pt x="962025" y="3076575"/>
                </a:lnTo>
                <a:close/>
                <a:moveTo>
                  <a:pt x="285750" y="3076575"/>
                </a:moveTo>
                <a:lnTo>
                  <a:pt x="295275" y="3076575"/>
                </a:lnTo>
                <a:lnTo>
                  <a:pt x="295275" y="3095625"/>
                </a:lnTo>
                <a:lnTo>
                  <a:pt x="285750" y="3095625"/>
                </a:lnTo>
                <a:close/>
                <a:moveTo>
                  <a:pt x="762000" y="3086100"/>
                </a:moveTo>
                <a:lnTo>
                  <a:pt x="771525" y="3086100"/>
                </a:lnTo>
                <a:lnTo>
                  <a:pt x="771525" y="3095625"/>
                </a:lnTo>
                <a:lnTo>
                  <a:pt x="762000" y="3095625"/>
                </a:lnTo>
                <a:close/>
                <a:moveTo>
                  <a:pt x="857250" y="3114675"/>
                </a:moveTo>
                <a:lnTo>
                  <a:pt x="876300" y="3114675"/>
                </a:lnTo>
                <a:lnTo>
                  <a:pt x="876300" y="3124200"/>
                </a:lnTo>
                <a:lnTo>
                  <a:pt x="857250" y="3124200"/>
                </a:lnTo>
                <a:close/>
                <a:moveTo>
                  <a:pt x="914400" y="3114675"/>
                </a:moveTo>
                <a:lnTo>
                  <a:pt x="942975" y="3114675"/>
                </a:lnTo>
                <a:lnTo>
                  <a:pt x="942975" y="3124200"/>
                </a:lnTo>
                <a:lnTo>
                  <a:pt x="914400" y="3124200"/>
                </a:lnTo>
                <a:close/>
                <a:moveTo>
                  <a:pt x="695325" y="3124200"/>
                </a:moveTo>
                <a:lnTo>
                  <a:pt x="704850" y="3124200"/>
                </a:lnTo>
                <a:lnTo>
                  <a:pt x="704850" y="3133725"/>
                </a:lnTo>
                <a:lnTo>
                  <a:pt x="695325" y="3133725"/>
                </a:lnTo>
                <a:close/>
                <a:moveTo>
                  <a:pt x="733425" y="3124200"/>
                </a:moveTo>
                <a:lnTo>
                  <a:pt x="742950" y="3124200"/>
                </a:lnTo>
                <a:lnTo>
                  <a:pt x="742950" y="3133725"/>
                </a:lnTo>
                <a:lnTo>
                  <a:pt x="733425" y="3133725"/>
                </a:lnTo>
                <a:close/>
                <a:moveTo>
                  <a:pt x="819150" y="3124200"/>
                </a:moveTo>
                <a:lnTo>
                  <a:pt x="838200" y="3124200"/>
                </a:lnTo>
                <a:lnTo>
                  <a:pt x="838200" y="3133725"/>
                </a:lnTo>
                <a:lnTo>
                  <a:pt x="819150" y="3133725"/>
                </a:lnTo>
                <a:close/>
                <a:moveTo>
                  <a:pt x="904875" y="3124200"/>
                </a:moveTo>
                <a:lnTo>
                  <a:pt x="914400" y="3124200"/>
                </a:lnTo>
                <a:lnTo>
                  <a:pt x="914400" y="3133725"/>
                </a:lnTo>
                <a:lnTo>
                  <a:pt x="904875" y="3133725"/>
                </a:lnTo>
                <a:close/>
                <a:moveTo>
                  <a:pt x="981075" y="3124200"/>
                </a:moveTo>
                <a:lnTo>
                  <a:pt x="990600" y="3124200"/>
                </a:lnTo>
                <a:lnTo>
                  <a:pt x="990600" y="3133725"/>
                </a:lnTo>
                <a:lnTo>
                  <a:pt x="981075" y="3133725"/>
                </a:lnTo>
                <a:close/>
                <a:moveTo>
                  <a:pt x="771525" y="3133725"/>
                </a:moveTo>
                <a:lnTo>
                  <a:pt x="781050" y="3133725"/>
                </a:lnTo>
                <a:lnTo>
                  <a:pt x="781050" y="3143250"/>
                </a:lnTo>
                <a:lnTo>
                  <a:pt x="771525" y="3143250"/>
                </a:lnTo>
                <a:close/>
                <a:moveTo>
                  <a:pt x="752475" y="3143250"/>
                </a:moveTo>
                <a:lnTo>
                  <a:pt x="771525" y="3143250"/>
                </a:lnTo>
                <a:lnTo>
                  <a:pt x="771525" y="3152775"/>
                </a:lnTo>
                <a:lnTo>
                  <a:pt x="781050" y="3152775"/>
                </a:lnTo>
                <a:lnTo>
                  <a:pt x="781050" y="3162300"/>
                </a:lnTo>
                <a:lnTo>
                  <a:pt x="790575" y="3162300"/>
                </a:lnTo>
                <a:lnTo>
                  <a:pt x="790575" y="3171825"/>
                </a:lnTo>
                <a:lnTo>
                  <a:pt x="771525" y="3171825"/>
                </a:lnTo>
                <a:lnTo>
                  <a:pt x="771525" y="3162300"/>
                </a:lnTo>
                <a:lnTo>
                  <a:pt x="742950" y="3162300"/>
                </a:lnTo>
                <a:lnTo>
                  <a:pt x="742950" y="3152775"/>
                </a:lnTo>
                <a:lnTo>
                  <a:pt x="752475" y="3152775"/>
                </a:lnTo>
                <a:close/>
                <a:moveTo>
                  <a:pt x="952500" y="3143250"/>
                </a:moveTo>
                <a:lnTo>
                  <a:pt x="981075" y="3143250"/>
                </a:lnTo>
                <a:lnTo>
                  <a:pt x="981075" y="3152775"/>
                </a:lnTo>
                <a:lnTo>
                  <a:pt x="952500" y="3152775"/>
                </a:lnTo>
                <a:close/>
                <a:moveTo>
                  <a:pt x="800100" y="3152775"/>
                </a:moveTo>
                <a:lnTo>
                  <a:pt x="828675" y="3152775"/>
                </a:lnTo>
                <a:lnTo>
                  <a:pt x="828675" y="3162300"/>
                </a:lnTo>
                <a:lnTo>
                  <a:pt x="800100" y="3162300"/>
                </a:lnTo>
                <a:close/>
                <a:moveTo>
                  <a:pt x="895350" y="3152775"/>
                </a:moveTo>
                <a:lnTo>
                  <a:pt x="914400" y="3152775"/>
                </a:lnTo>
                <a:lnTo>
                  <a:pt x="914400" y="3162300"/>
                </a:lnTo>
                <a:lnTo>
                  <a:pt x="895350" y="3162300"/>
                </a:lnTo>
                <a:close/>
                <a:moveTo>
                  <a:pt x="2066925" y="3152775"/>
                </a:moveTo>
                <a:lnTo>
                  <a:pt x="2076450" y="3152775"/>
                </a:lnTo>
                <a:lnTo>
                  <a:pt x="2076450" y="3162300"/>
                </a:lnTo>
                <a:lnTo>
                  <a:pt x="2085975" y="3162300"/>
                </a:lnTo>
                <a:lnTo>
                  <a:pt x="2085975" y="3181350"/>
                </a:lnTo>
                <a:lnTo>
                  <a:pt x="2076450" y="3181350"/>
                </a:lnTo>
                <a:lnTo>
                  <a:pt x="2076450" y="3200400"/>
                </a:lnTo>
                <a:lnTo>
                  <a:pt x="2057400" y="3200400"/>
                </a:lnTo>
                <a:lnTo>
                  <a:pt x="2057400" y="3162300"/>
                </a:lnTo>
                <a:lnTo>
                  <a:pt x="2066925" y="3162300"/>
                </a:lnTo>
                <a:close/>
                <a:moveTo>
                  <a:pt x="714375" y="3162300"/>
                </a:moveTo>
                <a:lnTo>
                  <a:pt x="723900" y="3162300"/>
                </a:lnTo>
                <a:lnTo>
                  <a:pt x="723900" y="3171825"/>
                </a:lnTo>
                <a:lnTo>
                  <a:pt x="714375" y="3171825"/>
                </a:lnTo>
                <a:close/>
                <a:moveTo>
                  <a:pt x="552450" y="3171825"/>
                </a:moveTo>
                <a:lnTo>
                  <a:pt x="561975" y="3171825"/>
                </a:lnTo>
                <a:lnTo>
                  <a:pt x="561975" y="3190875"/>
                </a:lnTo>
                <a:lnTo>
                  <a:pt x="552450" y="3190875"/>
                </a:lnTo>
                <a:close/>
                <a:moveTo>
                  <a:pt x="1876425" y="3171825"/>
                </a:moveTo>
                <a:lnTo>
                  <a:pt x="1885950" y="3171825"/>
                </a:lnTo>
                <a:lnTo>
                  <a:pt x="1885950" y="3181350"/>
                </a:lnTo>
                <a:lnTo>
                  <a:pt x="1876425" y="3181350"/>
                </a:lnTo>
                <a:close/>
                <a:moveTo>
                  <a:pt x="504825" y="3200400"/>
                </a:moveTo>
                <a:lnTo>
                  <a:pt x="533400" y="3200400"/>
                </a:lnTo>
                <a:lnTo>
                  <a:pt x="533400" y="3209925"/>
                </a:lnTo>
                <a:lnTo>
                  <a:pt x="504825" y="3209925"/>
                </a:lnTo>
                <a:close/>
                <a:moveTo>
                  <a:pt x="866775" y="3267075"/>
                </a:moveTo>
                <a:lnTo>
                  <a:pt x="885825" y="3267075"/>
                </a:lnTo>
                <a:lnTo>
                  <a:pt x="885825" y="3276600"/>
                </a:lnTo>
                <a:lnTo>
                  <a:pt x="866775" y="3276600"/>
                </a:lnTo>
                <a:close/>
                <a:moveTo>
                  <a:pt x="295275" y="3276600"/>
                </a:moveTo>
                <a:lnTo>
                  <a:pt x="304800" y="3276600"/>
                </a:lnTo>
                <a:lnTo>
                  <a:pt x="304800" y="3305175"/>
                </a:lnTo>
                <a:lnTo>
                  <a:pt x="295275" y="3305175"/>
                </a:lnTo>
                <a:close/>
                <a:moveTo>
                  <a:pt x="781050" y="3276600"/>
                </a:moveTo>
                <a:lnTo>
                  <a:pt x="790575" y="3276600"/>
                </a:lnTo>
                <a:lnTo>
                  <a:pt x="790575" y="3286125"/>
                </a:lnTo>
                <a:lnTo>
                  <a:pt x="781050" y="3286125"/>
                </a:lnTo>
                <a:close/>
                <a:moveTo>
                  <a:pt x="838200" y="3276600"/>
                </a:moveTo>
                <a:lnTo>
                  <a:pt x="847725" y="3276600"/>
                </a:lnTo>
                <a:lnTo>
                  <a:pt x="847725" y="3286125"/>
                </a:lnTo>
                <a:lnTo>
                  <a:pt x="838200" y="3286125"/>
                </a:lnTo>
                <a:close/>
                <a:moveTo>
                  <a:pt x="971550" y="3276600"/>
                </a:moveTo>
                <a:lnTo>
                  <a:pt x="981075" y="3276600"/>
                </a:lnTo>
                <a:lnTo>
                  <a:pt x="981075" y="3286125"/>
                </a:lnTo>
                <a:lnTo>
                  <a:pt x="971550" y="3286125"/>
                </a:lnTo>
                <a:close/>
                <a:moveTo>
                  <a:pt x="476250" y="3286125"/>
                </a:moveTo>
                <a:lnTo>
                  <a:pt x="514350" y="3286125"/>
                </a:lnTo>
                <a:lnTo>
                  <a:pt x="514350" y="3295650"/>
                </a:lnTo>
                <a:lnTo>
                  <a:pt x="476250" y="3295650"/>
                </a:lnTo>
                <a:close/>
                <a:moveTo>
                  <a:pt x="1885950" y="3295650"/>
                </a:moveTo>
                <a:lnTo>
                  <a:pt x="1895475" y="3295650"/>
                </a:lnTo>
                <a:lnTo>
                  <a:pt x="1895475" y="3314700"/>
                </a:lnTo>
                <a:lnTo>
                  <a:pt x="1885950" y="3314700"/>
                </a:lnTo>
                <a:close/>
                <a:moveTo>
                  <a:pt x="695325" y="3314700"/>
                </a:moveTo>
                <a:lnTo>
                  <a:pt x="704850" y="3314700"/>
                </a:lnTo>
                <a:lnTo>
                  <a:pt x="704850" y="3324225"/>
                </a:lnTo>
                <a:lnTo>
                  <a:pt x="695325" y="3324225"/>
                </a:lnTo>
                <a:close/>
                <a:moveTo>
                  <a:pt x="876300" y="3314700"/>
                </a:moveTo>
                <a:lnTo>
                  <a:pt x="914400" y="3314700"/>
                </a:lnTo>
                <a:lnTo>
                  <a:pt x="914400" y="3324225"/>
                </a:lnTo>
                <a:lnTo>
                  <a:pt x="876300" y="3324225"/>
                </a:lnTo>
                <a:close/>
                <a:moveTo>
                  <a:pt x="704850" y="3324225"/>
                </a:moveTo>
                <a:lnTo>
                  <a:pt x="714375" y="3324225"/>
                </a:lnTo>
                <a:lnTo>
                  <a:pt x="714375" y="3333750"/>
                </a:lnTo>
                <a:lnTo>
                  <a:pt x="704850" y="3333750"/>
                </a:lnTo>
                <a:close/>
                <a:moveTo>
                  <a:pt x="771525" y="3324225"/>
                </a:moveTo>
                <a:lnTo>
                  <a:pt x="781050" y="3324225"/>
                </a:lnTo>
                <a:lnTo>
                  <a:pt x="781050" y="3333750"/>
                </a:lnTo>
                <a:lnTo>
                  <a:pt x="771525" y="3333750"/>
                </a:lnTo>
                <a:close/>
                <a:moveTo>
                  <a:pt x="466725" y="3343275"/>
                </a:moveTo>
                <a:lnTo>
                  <a:pt x="476250" y="3343275"/>
                </a:lnTo>
                <a:lnTo>
                  <a:pt x="476250" y="3352800"/>
                </a:lnTo>
                <a:lnTo>
                  <a:pt x="466725" y="3352800"/>
                </a:lnTo>
                <a:close/>
                <a:moveTo>
                  <a:pt x="866775" y="3362325"/>
                </a:moveTo>
                <a:lnTo>
                  <a:pt x="885825" y="3362325"/>
                </a:lnTo>
                <a:lnTo>
                  <a:pt x="885825" y="3371850"/>
                </a:lnTo>
                <a:lnTo>
                  <a:pt x="866775" y="3371850"/>
                </a:lnTo>
                <a:close/>
                <a:moveTo>
                  <a:pt x="942975" y="3362325"/>
                </a:moveTo>
                <a:lnTo>
                  <a:pt x="952500" y="3362325"/>
                </a:lnTo>
                <a:lnTo>
                  <a:pt x="952500" y="3371850"/>
                </a:lnTo>
                <a:lnTo>
                  <a:pt x="942975" y="3371850"/>
                </a:lnTo>
                <a:close/>
                <a:moveTo>
                  <a:pt x="962025" y="3362325"/>
                </a:moveTo>
                <a:lnTo>
                  <a:pt x="990600" y="3362325"/>
                </a:lnTo>
                <a:lnTo>
                  <a:pt x="990600" y="3371850"/>
                </a:lnTo>
                <a:lnTo>
                  <a:pt x="962025" y="3371850"/>
                </a:lnTo>
                <a:close/>
                <a:moveTo>
                  <a:pt x="714375" y="3371850"/>
                </a:moveTo>
                <a:lnTo>
                  <a:pt x="762000" y="3371850"/>
                </a:lnTo>
                <a:lnTo>
                  <a:pt x="762000" y="3381375"/>
                </a:lnTo>
                <a:lnTo>
                  <a:pt x="771525" y="3381375"/>
                </a:lnTo>
                <a:lnTo>
                  <a:pt x="771525" y="3390900"/>
                </a:lnTo>
                <a:lnTo>
                  <a:pt x="781050" y="3390900"/>
                </a:lnTo>
                <a:lnTo>
                  <a:pt x="781050" y="3400425"/>
                </a:lnTo>
                <a:lnTo>
                  <a:pt x="762000" y="3400425"/>
                </a:lnTo>
                <a:lnTo>
                  <a:pt x="762000" y="3390900"/>
                </a:lnTo>
                <a:lnTo>
                  <a:pt x="752475" y="3390900"/>
                </a:lnTo>
                <a:lnTo>
                  <a:pt x="752475" y="3381375"/>
                </a:lnTo>
                <a:lnTo>
                  <a:pt x="723900" y="3381375"/>
                </a:lnTo>
                <a:lnTo>
                  <a:pt x="723900" y="3400425"/>
                </a:lnTo>
                <a:lnTo>
                  <a:pt x="742950" y="3400425"/>
                </a:lnTo>
                <a:lnTo>
                  <a:pt x="742950" y="3409950"/>
                </a:lnTo>
                <a:lnTo>
                  <a:pt x="714375" y="3409950"/>
                </a:lnTo>
                <a:lnTo>
                  <a:pt x="714375" y="3390900"/>
                </a:lnTo>
                <a:lnTo>
                  <a:pt x="704850" y="3390900"/>
                </a:lnTo>
                <a:lnTo>
                  <a:pt x="704850" y="3381375"/>
                </a:lnTo>
                <a:lnTo>
                  <a:pt x="714375" y="3381375"/>
                </a:lnTo>
                <a:close/>
                <a:moveTo>
                  <a:pt x="809625" y="3371850"/>
                </a:moveTo>
                <a:lnTo>
                  <a:pt x="828675" y="3371850"/>
                </a:lnTo>
                <a:lnTo>
                  <a:pt x="828675" y="3381375"/>
                </a:lnTo>
                <a:lnTo>
                  <a:pt x="809625" y="3381375"/>
                </a:lnTo>
                <a:close/>
                <a:moveTo>
                  <a:pt x="962025" y="3390900"/>
                </a:moveTo>
                <a:lnTo>
                  <a:pt x="990600" y="3390900"/>
                </a:lnTo>
                <a:lnTo>
                  <a:pt x="990600" y="3400425"/>
                </a:lnTo>
                <a:lnTo>
                  <a:pt x="962025" y="3400425"/>
                </a:lnTo>
                <a:close/>
                <a:moveTo>
                  <a:pt x="752475" y="3400425"/>
                </a:moveTo>
                <a:lnTo>
                  <a:pt x="762000" y="3400425"/>
                </a:lnTo>
                <a:lnTo>
                  <a:pt x="762000" y="3409950"/>
                </a:lnTo>
                <a:lnTo>
                  <a:pt x="752475" y="3409950"/>
                </a:lnTo>
                <a:close/>
                <a:moveTo>
                  <a:pt x="876300" y="3400425"/>
                </a:moveTo>
                <a:lnTo>
                  <a:pt x="904875" y="3400425"/>
                </a:lnTo>
                <a:lnTo>
                  <a:pt x="904875" y="3409950"/>
                </a:lnTo>
                <a:lnTo>
                  <a:pt x="876300" y="3409950"/>
                </a:lnTo>
                <a:close/>
                <a:moveTo>
                  <a:pt x="1895475" y="3400425"/>
                </a:moveTo>
                <a:lnTo>
                  <a:pt x="1905000" y="3400425"/>
                </a:lnTo>
                <a:lnTo>
                  <a:pt x="1905000" y="3429000"/>
                </a:lnTo>
                <a:lnTo>
                  <a:pt x="1895475" y="3429000"/>
                </a:lnTo>
                <a:close/>
                <a:moveTo>
                  <a:pt x="561975" y="3429000"/>
                </a:moveTo>
                <a:lnTo>
                  <a:pt x="571500" y="3429000"/>
                </a:lnTo>
                <a:lnTo>
                  <a:pt x="571500" y="3438525"/>
                </a:lnTo>
                <a:lnTo>
                  <a:pt x="561975" y="3438525"/>
                </a:lnTo>
                <a:close/>
                <a:moveTo>
                  <a:pt x="304800" y="3457575"/>
                </a:moveTo>
                <a:lnTo>
                  <a:pt x="314325" y="3457575"/>
                </a:lnTo>
                <a:lnTo>
                  <a:pt x="314325" y="3486150"/>
                </a:lnTo>
                <a:lnTo>
                  <a:pt x="304800" y="3486150"/>
                </a:lnTo>
                <a:close/>
                <a:moveTo>
                  <a:pt x="1123950" y="3505200"/>
                </a:moveTo>
                <a:lnTo>
                  <a:pt x="1152525" y="3505200"/>
                </a:lnTo>
                <a:lnTo>
                  <a:pt x="1152525" y="3524250"/>
                </a:lnTo>
                <a:lnTo>
                  <a:pt x="1143000" y="3524250"/>
                </a:lnTo>
                <a:lnTo>
                  <a:pt x="1143000" y="3514725"/>
                </a:lnTo>
                <a:lnTo>
                  <a:pt x="1133475" y="3514725"/>
                </a:lnTo>
                <a:lnTo>
                  <a:pt x="1133475" y="3533775"/>
                </a:lnTo>
                <a:lnTo>
                  <a:pt x="1123950" y="3533775"/>
                </a:lnTo>
                <a:lnTo>
                  <a:pt x="1123950" y="3524250"/>
                </a:lnTo>
                <a:lnTo>
                  <a:pt x="1114425" y="3524250"/>
                </a:lnTo>
                <a:lnTo>
                  <a:pt x="1114425" y="3514725"/>
                </a:lnTo>
                <a:lnTo>
                  <a:pt x="1123950" y="3514725"/>
                </a:lnTo>
                <a:close/>
                <a:moveTo>
                  <a:pt x="857250" y="3524250"/>
                </a:moveTo>
                <a:lnTo>
                  <a:pt x="876300" y="3524250"/>
                </a:lnTo>
                <a:lnTo>
                  <a:pt x="876300" y="3533775"/>
                </a:lnTo>
                <a:lnTo>
                  <a:pt x="857250" y="3533775"/>
                </a:lnTo>
                <a:close/>
                <a:moveTo>
                  <a:pt x="1152525" y="3524250"/>
                </a:moveTo>
                <a:lnTo>
                  <a:pt x="1162050" y="3524250"/>
                </a:lnTo>
                <a:lnTo>
                  <a:pt x="1162050" y="3533775"/>
                </a:lnTo>
                <a:lnTo>
                  <a:pt x="1152525" y="3533775"/>
                </a:lnTo>
                <a:close/>
                <a:moveTo>
                  <a:pt x="714375" y="3533775"/>
                </a:moveTo>
                <a:lnTo>
                  <a:pt x="723900" y="3533775"/>
                </a:lnTo>
                <a:lnTo>
                  <a:pt x="723900" y="3543300"/>
                </a:lnTo>
                <a:lnTo>
                  <a:pt x="714375" y="3543300"/>
                </a:lnTo>
                <a:close/>
                <a:moveTo>
                  <a:pt x="971550" y="3533775"/>
                </a:moveTo>
                <a:lnTo>
                  <a:pt x="981075" y="3533775"/>
                </a:lnTo>
                <a:lnTo>
                  <a:pt x="981075" y="3543300"/>
                </a:lnTo>
                <a:lnTo>
                  <a:pt x="990600" y="3543300"/>
                </a:lnTo>
                <a:lnTo>
                  <a:pt x="990600" y="3533775"/>
                </a:lnTo>
                <a:lnTo>
                  <a:pt x="1000125" y="3533775"/>
                </a:lnTo>
                <a:lnTo>
                  <a:pt x="1000125" y="3543300"/>
                </a:lnTo>
                <a:lnTo>
                  <a:pt x="990600" y="3543300"/>
                </a:lnTo>
                <a:lnTo>
                  <a:pt x="990600" y="3552825"/>
                </a:lnTo>
                <a:lnTo>
                  <a:pt x="971550" y="3552825"/>
                </a:lnTo>
                <a:close/>
                <a:moveTo>
                  <a:pt x="1905000" y="3533775"/>
                </a:moveTo>
                <a:lnTo>
                  <a:pt x="1914525" y="3533775"/>
                </a:lnTo>
                <a:lnTo>
                  <a:pt x="1914525" y="3552825"/>
                </a:lnTo>
                <a:lnTo>
                  <a:pt x="1905000" y="3552825"/>
                </a:lnTo>
                <a:close/>
                <a:moveTo>
                  <a:pt x="1104900" y="3543300"/>
                </a:moveTo>
                <a:lnTo>
                  <a:pt x="1114425" y="3543300"/>
                </a:lnTo>
                <a:lnTo>
                  <a:pt x="1114425" y="3552825"/>
                </a:lnTo>
                <a:lnTo>
                  <a:pt x="1104900" y="3552825"/>
                </a:lnTo>
                <a:close/>
                <a:moveTo>
                  <a:pt x="1152525" y="3543300"/>
                </a:moveTo>
                <a:lnTo>
                  <a:pt x="1162050" y="3543300"/>
                </a:lnTo>
                <a:lnTo>
                  <a:pt x="1162050" y="3552825"/>
                </a:lnTo>
                <a:lnTo>
                  <a:pt x="1152525" y="3552825"/>
                </a:lnTo>
                <a:close/>
                <a:moveTo>
                  <a:pt x="514350" y="3552825"/>
                </a:moveTo>
                <a:lnTo>
                  <a:pt x="523875" y="3552825"/>
                </a:lnTo>
                <a:lnTo>
                  <a:pt x="523875" y="3562350"/>
                </a:lnTo>
                <a:lnTo>
                  <a:pt x="514350" y="3562350"/>
                </a:lnTo>
                <a:close/>
                <a:moveTo>
                  <a:pt x="990600" y="3552825"/>
                </a:moveTo>
                <a:lnTo>
                  <a:pt x="1000125" y="3552825"/>
                </a:lnTo>
                <a:lnTo>
                  <a:pt x="1000125" y="3562350"/>
                </a:lnTo>
                <a:lnTo>
                  <a:pt x="990600" y="3562350"/>
                </a:lnTo>
                <a:close/>
                <a:moveTo>
                  <a:pt x="1066800" y="3552825"/>
                </a:moveTo>
                <a:lnTo>
                  <a:pt x="1104900" y="3552825"/>
                </a:lnTo>
                <a:lnTo>
                  <a:pt x="1104900" y="3562350"/>
                </a:lnTo>
                <a:lnTo>
                  <a:pt x="1066800" y="3562350"/>
                </a:lnTo>
                <a:close/>
                <a:moveTo>
                  <a:pt x="504825" y="3562350"/>
                </a:moveTo>
                <a:lnTo>
                  <a:pt x="514350" y="3562350"/>
                </a:lnTo>
                <a:lnTo>
                  <a:pt x="514350" y="3571875"/>
                </a:lnTo>
                <a:lnTo>
                  <a:pt x="504825" y="3571875"/>
                </a:lnTo>
                <a:close/>
                <a:moveTo>
                  <a:pt x="571500" y="3562350"/>
                </a:moveTo>
                <a:lnTo>
                  <a:pt x="581025" y="3562350"/>
                </a:lnTo>
                <a:lnTo>
                  <a:pt x="581025" y="3571875"/>
                </a:lnTo>
                <a:lnTo>
                  <a:pt x="571500" y="3571875"/>
                </a:lnTo>
                <a:close/>
                <a:moveTo>
                  <a:pt x="857250" y="3562350"/>
                </a:moveTo>
                <a:lnTo>
                  <a:pt x="876300" y="3562350"/>
                </a:lnTo>
                <a:lnTo>
                  <a:pt x="876300" y="3571875"/>
                </a:lnTo>
                <a:lnTo>
                  <a:pt x="857250" y="3571875"/>
                </a:lnTo>
                <a:close/>
                <a:moveTo>
                  <a:pt x="895350" y="3562350"/>
                </a:moveTo>
                <a:lnTo>
                  <a:pt x="923925" y="3562350"/>
                </a:lnTo>
                <a:lnTo>
                  <a:pt x="923925" y="3571875"/>
                </a:lnTo>
                <a:lnTo>
                  <a:pt x="895350" y="3571875"/>
                </a:lnTo>
                <a:close/>
                <a:moveTo>
                  <a:pt x="742950" y="3571875"/>
                </a:moveTo>
                <a:lnTo>
                  <a:pt x="752475" y="3571875"/>
                </a:lnTo>
                <a:lnTo>
                  <a:pt x="752475" y="3581400"/>
                </a:lnTo>
                <a:lnTo>
                  <a:pt x="742950" y="3581400"/>
                </a:lnTo>
                <a:close/>
                <a:moveTo>
                  <a:pt x="504825" y="3600450"/>
                </a:moveTo>
                <a:lnTo>
                  <a:pt x="514350" y="3600450"/>
                </a:lnTo>
                <a:lnTo>
                  <a:pt x="514350" y="3619500"/>
                </a:lnTo>
                <a:lnTo>
                  <a:pt x="504825" y="3619500"/>
                </a:lnTo>
                <a:close/>
                <a:moveTo>
                  <a:pt x="752475" y="3609975"/>
                </a:moveTo>
                <a:lnTo>
                  <a:pt x="771525" y="3609975"/>
                </a:lnTo>
                <a:lnTo>
                  <a:pt x="771525" y="3619500"/>
                </a:lnTo>
                <a:lnTo>
                  <a:pt x="781050" y="3619500"/>
                </a:lnTo>
                <a:lnTo>
                  <a:pt x="781050" y="3638550"/>
                </a:lnTo>
                <a:lnTo>
                  <a:pt x="800100" y="3638550"/>
                </a:lnTo>
                <a:lnTo>
                  <a:pt x="800100" y="3629025"/>
                </a:lnTo>
                <a:lnTo>
                  <a:pt x="819150" y="3629025"/>
                </a:lnTo>
                <a:lnTo>
                  <a:pt x="819150" y="3619500"/>
                </a:lnTo>
                <a:lnTo>
                  <a:pt x="828675" y="3619500"/>
                </a:lnTo>
                <a:lnTo>
                  <a:pt x="828675" y="3629025"/>
                </a:lnTo>
                <a:lnTo>
                  <a:pt x="819150" y="3629025"/>
                </a:lnTo>
                <a:lnTo>
                  <a:pt x="819150" y="3638550"/>
                </a:lnTo>
                <a:lnTo>
                  <a:pt x="800100" y="3638550"/>
                </a:lnTo>
                <a:lnTo>
                  <a:pt x="800100" y="3648075"/>
                </a:lnTo>
                <a:lnTo>
                  <a:pt x="771525" y="3648075"/>
                </a:lnTo>
                <a:lnTo>
                  <a:pt x="771525" y="3629025"/>
                </a:lnTo>
                <a:lnTo>
                  <a:pt x="742950" y="3629025"/>
                </a:lnTo>
                <a:lnTo>
                  <a:pt x="742950" y="3619500"/>
                </a:lnTo>
                <a:lnTo>
                  <a:pt x="752475" y="3619500"/>
                </a:lnTo>
                <a:close/>
                <a:moveTo>
                  <a:pt x="847725" y="3609975"/>
                </a:moveTo>
                <a:lnTo>
                  <a:pt x="866775" y="3609975"/>
                </a:lnTo>
                <a:lnTo>
                  <a:pt x="866775" y="3619500"/>
                </a:lnTo>
                <a:lnTo>
                  <a:pt x="847725" y="3619500"/>
                </a:lnTo>
                <a:close/>
                <a:moveTo>
                  <a:pt x="895350" y="3609975"/>
                </a:moveTo>
                <a:lnTo>
                  <a:pt x="904875" y="3609975"/>
                </a:lnTo>
                <a:lnTo>
                  <a:pt x="904875" y="3619500"/>
                </a:lnTo>
                <a:lnTo>
                  <a:pt x="895350" y="3619500"/>
                </a:lnTo>
                <a:close/>
                <a:moveTo>
                  <a:pt x="933450" y="3609975"/>
                </a:moveTo>
                <a:lnTo>
                  <a:pt x="942975" y="3609975"/>
                </a:lnTo>
                <a:lnTo>
                  <a:pt x="942975" y="3619500"/>
                </a:lnTo>
                <a:lnTo>
                  <a:pt x="933450" y="3619500"/>
                </a:lnTo>
                <a:close/>
                <a:moveTo>
                  <a:pt x="971550" y="3609975"/>
                </a:moveTo>
                <a:lnTo>
                  <a:pt x="981075" y="3609975"/>
                </a:lnTo>
                <a:lnTo>
                  <a:pt x="981075" y="3619500"/>
                </a:lnTo>
                <a:lnTo>
                  <a:pt x="971550" y="3619500"/>
                </a:lnTo>
                <a:close/>
                <a:moveTo>
                  <a:pt x="1000125" y="3609975"/>
                </a:moveTo>
                <a:lnTo>
                  <a:pt x="1009650" y="3609975"/>
                </a:lnTo>
                <a:lnTo>
                  <a:pt x="1009650" y="3619500"/>
                </a:lnTo>
                <a:lnTo>
                  <a:pt x="1000125" y="3619500"/>
                </a:lnTo>
                <a:close/>
                <a:moveTo>
                  <a:pt x="1009650" y="3619500"/>
                </a:moveTo>
                <a:lnTo>
                  <a:pt x="1019175" y="3619500"/>
                </a:lnTo>
                <a:lnTo>
                  <a:pt x="1019175" y="3638550"/>
                </a:lnTo>
                <a:lnTo>
                  <a:pt x="1009650" y="3638550"/>
                </a:lnTo>
                <a:close/>
                <a:moveTo>
                  <a:pt x="314325" y="3638550"/>
                </a:moveTo>
                <a:lnTo>
                  <a:pt x="323850" y="3638550"/>
                </a:lnTo>
                <a:lnTo>
                  <a:pt x="323850" y="3667125"/>
                </a:lnTo>
                <a:lnTo>
                  <a:pt x="314325" y="3667125"/>
                </a:lnTo>
                <a:close/>
                <a:moveTo>
                  <a:pt x="723900" y="3638550"/>
                </a:moveTo>
                <a:lnTo>
                  <a:pt x="733425" y="3638550"/>
                </a:lnTo>
                <a:lnTo>
                  <a:pt x="733425" y="3648075"/>
                </a:lnTo>
                <a:lnTo>
                  <a:pt x="723900" y="3648075"/>
                </a:lnTo>
                <a:close/>
                <a:moveTo>
                  <a:pt x="733425" y="3648075"/>
                </a:moveTo>
                <a:lnTo>
                  <a:pt x="742950" y="3648075"/>
                </a:lnTo>
                <a:lnTo>
                  <a:pt x="742950" y="3657600"/>
                </a:lnTo>
                <a:lnTo>
                  <a:pt x="733425" y="3657600"/>
                </a:lnTo>
                <a:close/>
                <a:moveTo>
                  <a:pt x="762000" y="3648075"/>
                </a:moveTo>
                <a:lnTo>
                  <a:pt x="771525" y="3648075"/>
                </a:lnTo>
                <a:lnTo>
                  <a:pt x="771525" y="3657600"/>
                </a:lnTo>
                <a:lnTo>
                  <a:pt x="762000" y="3657600"/>
                </a:lnTo>
                <a:close/>
                <a:moveTo>
                  <a:pt x="819150" y="3648075"/>
                </a:moveTo>
                <a:lnTo>
                  <a:pt x="857250" y="3648075"/>
                </a:lnTo>
                <a:lnTo>
                  <a:pt x="857250" y="3657600"/>
                </a:lnTo>
                <a:lnTo>
                  <a:pt x="819150" y="3657600"/>
                </a:lnTo>
                <a:close/>
                <a:moveTo>
                  <a:pt x="876300" y="3648075"/>
                </a:moveTo>
                <a:lnTo>
                  <a:pt x="904875" y="3648075"/>
                </a:lnTo>
                <a:lnTo>
                  <a:pt x="904875" y="3657600"/>
                </a:lnTo>
                <a:lnTo>
                  <a:pt x="876300" y="3657600"/>
                </a:lnTo>
                <a:close/>
                <a:moveTo>
                  <a:pt x="1914525" y="3648075"/>
                </a:moveTo>
                <a:lnTo>
                  <a:pt x="1924050" y="3648075"/>
                </a:lnTo>
                <a:lnTo>
                  <a:pt x="1924050" y="3657600"/>
                </a:lnTo>
                <a:lnTo>
                  <a:pt x="1914525" y="3657600"/>
                </a:lnTo>
                <a:close/>
                <a:moveTo>
                  <a:pt x="1257300" y="3714750"/>
                </a:moveTo>
                <a:lnTo>
                  <a:pt x="1295400" y="3714750"/>
                </a:lnTo>
                <a:lnTo>
                  <a:pt x="1295400" y="3724275"/>
                </a:lnTo>
                <a:lnTo>
                  <a:pt x="1266825" y="3724275"/>
                </a:lnTo>
                <a:lnTo>
                  <a:pt x="1266825" y="3733800"/>
                </a:lnTo>
                <a:lnTo>
                  <a:pt x="1257300" y="3733800"/>
                </a:lnTo>
                <a:close/>
                <a:moveTo>
                  <a:pt x="1647825" y="3714750"/>
                </a:moveTo>
                <a:lnTo>
                  <a:pt x="1657350" y="3714750"/>
                </a:lnTo>
                <a:lnTo>
                  <a:pt x="1657350" y="3724275"/>
                </a:lnTo>
                <a:lnTo>
                  <a:pt x="1666875" y="3724275"/>
                </a:lnTo>
                <a:lnTo>
                  <a:pt x="1666875" y="3733800"/>
                </a:lnTo>
                <a:lnTo>
                  <a:pt x="1647825" y="3733800"/>
                </a:lnTo>
                <a:close/>
                <a:moveTo>
                  <a:pt x="923925" y="3724275"/>
                </a:moveTo>
                <a:lnTo>
                  <a:pt x="942975" y="3724275"/>
                </a:lnTo>
                <a:lnTo>
                  <a:pt x="942975" y="3733800"/>
                </a:lnTo>
                <a:lnTo>
                  <a:pt x="971550" y="3733800"/>
                </a:lnTo>
                <a:lnTo>
                  <a:pt x="971550" y="3743325"/>
                </a:lnTo>
                <a:lnTo>
                  <a:pt x="942975" y="3743325"/>
                </a:lnTo>
                <a:lnTo>
                  <a:pt x="942975" y="3762375"/>
                </a:lnTo>
                <a:lnTo>
                  <a:pt x="923925" y="3762375"/>
                </a:lnTo>
                <a:close/>
                <a:moveTo>
                  <a:pt x="1914525" y="3724275"/>
                </a:moveTo>
                <a:lnTo>
                  <a:pt x="1924050" y="3724275"/>
                </a:lnTo>
                <a:lnTo>
                  <a:pt x="1924050" y="3733800"/>
                </a:lnTo>
                <a:lnTo>
                  <a:pt x="1914525" y="3733800"/>
                </a:lnTo>
                <a:close/>
                <a:moveTo>
                  <a:pt x="885825" y="3733800"/>
                </a:moveTo>
                <a:lnTo>
                  <a:pt x="895350" y="3733800"/>
                </a:lnTo>
                <a:lnTo>
                  <a:pt x="895350" y="3743325"/>
                </a:lnTo>
                <a:lnTo>
                  <a:pt x="885825" y="3743325"/>
                </a:lnTo>
                <a:close/>
                <a:moveTo>
                  <a:pt x="876300" y="3743325"/>
                </a:moveTo>
                <a:lnTo>
                  <a:pt x="885825" y="3743325"/>
                </a:lnTo>
                <a:lnTo>
                  <a:pt x="885825" y="3752850"/>
                </a:lnTo>
                <a:lnTo>
                  <a:pt x="876300" y="3752850"/>
                </a:lnTo>
                <a:close/>
                <a:moveTo>
                  <a:pt x="971550" y="3743325"/>
                </a:moveTo>
                <a:lnTo>
                  <a:pt x="981075" y="3743325"/>
                </a:lnTo>
                <a:lnTo>
                  <a:pt x="981075" y="3752850"/>
                </a:lnTo>
                <a:lnTo>
                  <a:pt x="971550" y="3752850"/>
                </a:lnTo>
                <a:close/>
                <a:moveTo>
                  <a:pt x="1266825" y="3743325"/>
                </a:moveTo>
                <a:lnTo>
                  <a:pt x="1276350" y="3743325"/>
                </a:lnTo>
                <a:lnTo>
                  <a:pt x="1276350" y="3752850"/>
                </a:lnTo>
                <a:lnTo>
                  <a:pt x="1266825" y="3752850"/>
                </a:lnTo>
                <a:close/>
                <a:moveTo>
                  <a:pt x="533400" y="3752850"/>
                </a:moveTo>
                <a:lnTo>
                  <a:pt x="542925" y="3752850"/>
                </a:lnTo>
                <a:lnTo>
                  <a:pt x="542925" y="3762375"/>
                </a:lnTo>
                <a:lnTo>
                  <a:pt x="533400" y="3762375"/>
                </a:lnTo>
                <a:close/>
                <a:moveTo>
                  <a:pt x="1343025" y="3752850"/>
                </a:moveTo>
                <a:lnTo>
                  <a:pt x="1352550" y="3752850"/>
                </a:lnTo>
                <a:lnTo>
                  <a:pt x="1352550" y="3790950"/>
                </a:lnTo>
                <a:lnTo>
                  <a:pt x="1343025" y="3790950"/>
                </a:lnTo>
                <a:lnTo>
                  <a:pt x="1343025" y="3781425"/>
                </a:lnTo>
                <a:lnTo>
                  <a:pt x="1333500" y="3781425"/>
                </a:lnTo>
                <a:lnTo>
                  <a:pt x="1333500" y="3771900"/>
                </a:lnTo>
                <a:lnTo>
                  <a:pt x="1343025" y="3771900"/>
                </a:lnTo>
                <a:close/>
                <a:moveTo>
                  <a:pt x="904875" y="3762375"/>
                </a:moveTo>
                <a:lnTo>
                  <a:pt x="923925" y="3762375"/>
                </a:lnTo>
                <a:lnTo>
                  <a:pt x="923925" y="3771900"/>
                </a:lnTo>
                <a:lnTo>
                  <a:pt x="904875" y="3771900"/>
                </a:lnTo>
                <a:close/>
                <a:moveTo>
                  <a:pt x="1276350" y="3771900"/>
                </a:moveTo>
                <a:lnTo>
                  <a:pt x="1285875" y="3771900"/>
                </a:lnTo>
                <a:lnTo>
                  <a:pt x="1285875" y="3781425"/>
                </a:lnTo>
                <a:lnTo>
                  <a:pt x="1276350" y="3781425"/>
                </a:lnTo>
                <a:close/>
                <a:moveTo>
                  <a:pt x="923925" y="3781425"/>
                </a:moveTo>
                <a:lnTo>
                  <a:pt x="933450" y="3781425"/>
                </a:lnTo>
                <a:lnTo>
                  <a:pt x="933450" y="3790950"/>
                </a:lnTo>
                <a:lnTo>
                  <a:pt x="923925" y="3790950"/>
                </a:lnTo>
                <a:close/>
                <a:moveTo>
                  <a:pt x="1304925" y="3781425"/>
                </a:moveTo>
                <a:lnTo>
                  <a:pt x="1314450" y="3781425"/>
                </a:lnTo>
                <a:lnTo>
                  <a:pt x="1314450" y="3790950"/>
                </a:lnTo>
                <a:lnTo>
                  <a:pt x="1304925" y="3790950"/>
                </a:lnTo>
                <a:close/>
                <a:moveTo>
                  <a:pt x="1285875" y="3790950"/>
                </a:moveTo>
                <a:lnTo>
                  <a:pt x="1304925" y="3790950"/>
                </a:lnTo>
                <a:lnTo>
                  <a:pt x="1304925" y="3800475"/>
                </a:lnTo>
                <a:lnTo>
                  <a:pt x="1285875" y="3800475"/>
                </a:lnTo>
                <a:close/>
                <a:moveTo>
                  <a:pt x="323850" y="3800475"/>
                </a:moveTo>
                <a:lnTo>
                  <a:pt x="333375" y="3800475"/>
                </a:lnTo>
                <a:lnTo>
                  <a:pt x="333375" y="3810000"/>
                </a:lnTo>
                <a:lnTo>
                  <a:pt x="323850" y="3810000"/>
                </a:lnTo>
                <a:close/>
                <a:moveTo>
                  <a:pt x="3829050" y="3800475"/>
                </a:moveTo>
                <a:lnTo>
                  <a:pt x="3838575" y="3800475"/>
                </a:lnTo>
                <a:lnTo>
                  <a:pt x="3838575" y="3962400"/>
                </a:lnTo>
                <a:lnTo>
                  <a:pt x="3829050" y="3962400"/>
                </a:lnTo>
                <a:lnTo>
                  <a:pt x="3829050" y="3971925"/>
                </a:lnTo>
                <a:lnTo>
                  <a:pt x="3819525" y="3971925"/>
                </a:lnTo>
                <a:lnTo>
                  <a:pt x="3819525" y="3981450"/>
                </a:lnTo>
                <a:lnTo>
                  <a:pt x="3790950" y="3981450"/>
                </a:lnTo>
                <a:lnTo>
                  <a:pt x="3790950" y="3990975"/>
                </a:lnTo>
                <a:lnTo>
                  <a:pt x="3781425" y="3990975"/>
                </a:lnTo>
                <a:lnTo>
                  <a:pt x="3781425" y="4000500"/>
                </a:lnTo>
                <a:lnTo>
                  <a:pt x="3762375" y="4000500"/>
                </a:lnTo>
                <a:lnTo>
                  <a:pt x="3762375" y="4010025"/>
                </a:lnTo>
                <a:lnTo>
                  <a:pt x="3743325" y="4010025"/>
                </a:lnTo>
                <a:lnTo>
                  <a:pt x="3743325" y="4019550"/>
                </a:lnTo>
                <a:lnTo>
                  <a:pt x="3705225" y="4019550"/>
                </a:lnTo>
                <a:lnTo>
                  <a:pt x="3705225" y="4029075"/>
                </a:lnTo>
                <a:lnTo>
                  <a:pt x="3686175" y="4029075"/>
                </a:lnTo>
                <a:lnTo>
                  <a:pt x="3686175" y="4038600"/>
                </a:lnTo>
                <a:lnTo>
                  <a:pt x="3657600" y="4038600"/>
                </a:lnTo>
                <a:lnTo>
                  <a:pt x="3657600" y="4048125"/>
                </a:lnTo>
                <a:lnTo>
                  <a:pt x="3619500" y="4048125"/>
                </a:lnTo>
                <a:lnTo>
                  <a:pt x="3619500" y="4057650"/>
                </a:lnTo>
                <a:lnTo>
                  <a:pt x="3590925" y="4057650"/>
                </a:lnTo>
                <a:lnTo>
                  <a:pt x="3590925" y="4067175"/>
                </a:lnTo>
                <a:lnTo>
                  <a:pt x="3571875" y="4067175"/>
                </a:lnTo>
                <a:lnTo>
                  <a:pt x="3571875" y="4076700"/>
                </a:lnTo>
                <a:lnTo>
                  <a:pt x="3562350" y="4076700"/>
                </a:lnTo>
                <a:lnTo>
                  <a:pt x="3562350" y="4086225"/>
                </a:lnTo>
                <a:lnTo>
                  <a:pt x="3543300" y="4086225"/>
                </a:lnTo>
                <a:lnTo>
                  <a:pt x="3543300" y="4095750"/>
                </a:lnTo>
                <a:lnTo>
                  <a:pt x="3533775" y="4095750"/>
                </a:lnTo>
                <a:lnTo>
                  <a:pt x="3533775" y="4105275"/>
                </a:lnTo>
                <a:lnTo>
                  <a:pt x="3524250" y="4105275"/>
                </a:lnTo>
                <a:lnTo>
                  <a:pt x="3524250" y="4114800"/>
                </a:lnTo>
                <a:lnTo>
                  <a:pt x="3505200" y="4114800"/>
                </a:lnTo>
                <a:lnTo>
                  <a:pt x="3505200" y="4124325"/>
                </a:lnTo>
                <a:lnTo>
                  <a:pt x="3495675" y="4124325"/>
                </a:lnTo>
                <a:lnTo>
                  <a:pt x="3495675" y="4133850"/>
                </a:lnTo>
                <a:lnTo>
                  <a:pt x="3476625" y="4133850"/>
                </a:lnTo>
                <a:lnTo>
                  <a:pt x="3476625" y="4143375"/>
                </a:lnTo>
                <a:lnTo>
                  <a:pt x="3457575" y="4143375"/>
                </a:lnTo>
                <a:lnTo>
                  <a:pt x="3457575" y="4152900"/>
                </a:lnTo>
                <a:lnTo>
                  <a:pt x="3429000" y="4152900"/>
                </a:lnTo>
                <a:lnTo>
                  <a:pt x="3429000" y="4143375"/>
                </a:lnTo>
                <a:lnTo>
                  <a:pt x="3390900" y="4143375"/>
                </a:lnTo>
                <a:lnTo>
                  <a:pt x="3390900" y="4133850"/>
                </a:lnTo>
                <a:lnTo>
                  <a:pt x="3362325" y="4133850"/>
                </a:lnTo>
                <a:lnTo>
                  <a:pt x="3362325" y="4143375"/>
                </a:lnTo>
                <a:lnTo>
                  <a:pt x="3295650" y="4143375"/>
                </a:lnTo>
                <a:lnTo>
                  <a:pt x="3295650" y="4133850"/>
                </a:lnTo>
                <a:lnTo>
                  <a:pt x="3267075" y="4133850"/>
                </a:lnTo>
                <a:lnTo>
                  <a:pt x="3267075" y="4124325"/>
                </a:lnTo>
                <a:lnTo>
                  <a:pt x="3152775" y="4124325"/>
                </a:lnTo>
                <a:lnTo>
                  <a:pt x="3152775" y="4114800"/>
                </a:lnTo>
                <a:lnTo>
                  <a:pt x="3133725" y="4114800"/>
                </a:lnTo>
                <a:lnTo>
                  <a:pt x="3133725" y="4105275"/>
                </a:lnTo>
                <a:lnTo>
                  <a:pt x="3124200" y="4105275"/>
                </a:lnTo>
                <a:lnTo>
                  <a:pt x="3124200" y="4114800"/>
                </a:lnTo>
                <a:lnTo>
                  <a:pt x="3114675" y="4114800"/>
                </a:lnTo>
                <a:lnTo>
                  <a:pt x="3114675" y="4105275"/>
                </a:lnTo>
                <a:lnTo>
                  <a:pt x="3105150" y="4105275"/>
                </a:lnTo>
                <a:lnTo>
                  <a:pt x="3105150" y="4114800"/>
                </a:lnTo>
                <a:lnTo>
                  <a:pt x="3076575" y="4114800"/>
                </a:lnTo>
                <a:lnTo>
                  <a:pt x="3076575" y="4105275"/>
                </a:lnTo>
                <a:lnTo>
                  <a:pt x="3048000" y="4105275"/>
                </a:lnTo>
                <a:lnTo>
                  <a:pt x="3048000" y="4114800"/>
                </a:lnTo>
                <a:lnTo>
                  <a:pt x="3038475" y="4114800"/>
                </a:lnTo>
                <a:lnTo>
                  <a:pt x="3038475" y="4124325"/>
                </a:lnTo>
                <a:lnTo>
                  <a:pt x="3009900" y="4124325"/>
                </a:lnTo>
                <a:lnTo>
                  <a:pt x="3009900" y="4133850"/>
                </a:lnTo>
                <a:lnTo>
                  <a:pt x="2971800" y="4133850"/>
                </a:lnTo>
                <a:lnTo>
                  <a:pt x="2971800" y="4124325"/>
                </a:lnTo>
                <a:lnTo>
                  <a:pt x="2952750" y="4124325"/>
                </a:lnTo>
                <a:lnTo>
                  <a:pt x="2952750" y="4133850"/>
                </a:lnTo>
                <a:lnTo>
                  <a:pt x="2924175" y="4133850"/>
                </a:lnTo>
                <a:lnTo>
                  <a:pt x="2924175" y="4124325"/>
                </a:lnTo>
                <a:lnTo>
                  <a:pt x="2905125" y="4124325"/>
                </a:lnTo>
                <a:lnTo>
                  <a:pt x="2905125" y="4133850"/>
                </a:lnTo>
                <a:lnTo>
                  <a:pt x="2895600" y="4133850"/>
                </a:lnTo>
                <a:lnTo>
                  <a:pt x="2895600" y="4143375"/>
                </a:lnTo>
                <a:lnTo>
                  <a:pt x="2886075" y="4143375"/>
                </a:lnTo>
                <a:lnTo>
                  <a:pt x="2886075" y="4133850"/>
                </a:lnTo>
                <a:lnTo>
                  <a:pt x="2857500" y="4133850"/>
                </a:lnTo>
                <a:lnTo>
                  <a:pt x="2857500" y="4143375"/>
                </a:lnTo>
                <a:lnTo>
                  <a:pt x="2800350" y="4143375"/>
                </a:lnTo>
                <a:lnTo>
                  <a:pt x="2800350" y="4152900"/>
                </a:lnTo>
                <a:lnTo>
                  <a:pt x="2762250" y="4152900"/>
                </a:lnTo>
                <a:lnTo>
                  <a:pt x="2762250" y="4143375"/>
                </a:lnTo>
                <a:lnTo>
                  <a:pt x="2743200" y="4143375"/>
                </a:lnTo>
                <a:lnTo>
                  <a:pt x="2743200" y="4152900"/>
                </a:lnTo>
                <a:lnTo>
                  <a:pt x="2714625" y="4152900"/>
                </a:lnTo>
                <a:lnTo>
                  <a:pt x="2714625" y="4162425"/>
                </a:lnTo>
                <a:lnTo>
                  <a:pt x="2705100" y="4162425"/>
                </a:lnTo>
                <a:lnTo>
                  <a:pt x="2705100" y="4171950"/>
                </a:lnTo>
                <a:lnTo>
                  <a:pt x="2695575" y="4171950"/>
                </a:lnTo>
                <a:lnTo>
                  <a:pt x="2695575" y="4162425"/>
                </a:lnTo>
                <a:lnTo>
                  <a:pt x="2657475" y="4162425"/>
                </a:lnTo>
                <a:lnTo>
                  <a:pt x="2657475" y="4152900"/>
                </a:lnTo>
                <a:lnTo>
                  <a:pt x="2647950" y="4152900"/>
                </a:lnTo>
                <a:lnTo>
                  <a:pt x="2647950" y="4162425"/>
                </a:lnTo>
                <a:lnTo>
                  <a:pt x="2619375" y="4162425"/>
                </a:lnTo>
                <a:lnTo>
                  <a:pt x="2619375" y="4181475"/>
                </a:lnTo>
                <a:lnTo>
                  <a:pt x="2600325" y="4181475"/>
                </a:lnTo>
                <a:lnTo>
                  <a:pt x="2600325" y="4171950"/>
                </a:lnTo>
                <a:lnTo>
                  <a:pt x="2590800" y="4171950"/>
                </a:lnTo>
                <a:lnTo>
                  <a:pt x="2590800" y="4162425"/>
                </a:lnTo>
                <a:lnTo>
                  <a:pt x="2581275" y="4162425"/>
                </a:lnTo>
                <a:lnTo>
                  <a:pt x="2581275" y="4171950"/>
                </a:lnTo>
                <a:lnTo>
                  <a:pt x="2571750" y="4171950"/>
                </a:lnTo>
                <a:lnTo>
                  <a:pt x="2571750" y="4181475"/>
                </a:lnTo>
                <a:lnTo>
                  <a:pt x="2552700" y="4181475"/>
                </a:lnTo>
                <a:lnTo>
                  <a:pt x="2552700" y="4171950"/>
                </a:lnTo>
                <a:lnTo>
                  <a:pt x="2533650" y="4171950"/>
                </a:lnTo>
                <a:lnTo>
                  <a:pt x="2533650" y="4181475"/>
                </a:lnTo>
                <a:lnTo>
                  <a:pt x="2524125" y="4181475"/>
                </a:lnTo>
                <a:lnTo>
                  <a:pt x="2524125" y="4191000"/>
                </a:lnTo>
                <a:lnTo>
                  <a:pt x="2476500" y="4191000"/>
                </a:lnTo>
                <a:lnTo>
                  <a:pt x="2476500" y="4181475"/>
                </a:lnTo>
                <a:lnTo>
                  <a:pt x="2457450" y="4181475"/>
                </a:lnTo>
                <a:lnTo>
                  <a:pt x="2457450" y="4191000"/>
                </a:lnTo>
                <a:lnTo>
                  <a:pt x="2447925" y="4191000"/>
                </a:lnTo>
                <a:lnTo>
                  <a:pt x="2447925" y="4200525"/>
                </a:lnTo>
                <a:lnTo>
                  <a:pt x="2438400" y="4200525"/>
                </a:lnTo>
                <a:lnTo>
                  <a:pt x="2438400" y="4191000"/>
                </a:lnTo>
                <a:lnTo>
                  <a:pt x="2409825" y="4191000"/>
                </a:lnTo>
                <a:lnTo>
                  <a:pt x="2409825" y="4200525"/>
                </a:lnTo>
                <a:lnTo>
                  <a:pt x="2400300" y="4200525"/>
                </a:lnTo>
                <a:lnTo>
                  <a:pt x="2400300" y="4191000"/>
                </a:lnTo>
                <a:lnTo>
                  <a:pt x="2371725" y="4191000"/>
                </a:lnTo>
                <a:lnTo>
                  <a:pt x="2371725" y="4200525"/>
                </a:lnTo>
                <a:lnTo>
                  <a:pt x="2362200" y="4200525"/>
                </a:lnTo>
                <a:lnTo>
                  <a:pt x="2362200" y="4191000"/>
                </a:lnTo>
                <a:lnTo>
                  <a:pt x="2352675" y="4191000"/>
                </a:lnTo>
                <a:lnTo>
                  <a:pt x="2352675" y="4200525"/>
                </a:lnTo>
                <a:lnTo>
                  <a:pt x="2333625" y="4200525"/>
                </a:lnTo>
                <a:lnTo>
                  <a:pt x="2333625" y="4191000"/>
                </a:lnTo>
                <a:lnTo>
                  <a:pt x="2295525" y="4191000"/>
                </a:lnTo>
                <a:lnTo>
                  <a:pt x="2295525" y="4181475"/>
                </a:lnTo>
                <a:lnTo>
                  <a:pt x="2286000" y="4181475"/>
                </a:lnTo>
                <a:lnTo>
                  <a:pt x="2286000" y="4191000"/>
                </a:lnTo>
                <a:lnTo>
                  <a:pt x="2276475" y="4191000"/>
                </a:lnTo>
                <a:lnTo>
                  <a:pt x="2276475" y="4200525"/>
                </a:lnTo>
                <a:lnTo>
                  <a:pt x="2257425" y="4200525"/>
                </a:lnTo>
                <a:lnTo>
                  <a:pt x="2257425" y="4210050"/>
                </a:lnTo>
                <a:lnTo>
                  <a:pt x="2247900" y="4210050"/>
                </a:lnTo>
                <a:lnTo>
                  <a:pt x="2247900" y="4200525"/>
                </a:lnTo>
                <a:lnTo>
                  <a:pt x="2228850" y="4200525"/>
                </a:lnTo>
                <a:lnTo>
                  <a:pt x="2228850" y="4210050"/>
                </a:lnTo>
                <a:lnTo>
                  <a:pt x="2209800" y="4210050"/>
                </a:lnTo>
                <a:lnTo>
                  <a:pt x="2209800" y="4191000"/>
                </a:lnTo>
                <a:lnTo>
                  <a:pt x="2190750" y="4191000"/>
                </a:lnTo>
                <a:lnTo>
                  <a:pt x="2190750" y="4200525"/>
                </a:lnTo>
                <a:lnTo>
                  <a:pt x="2181225" y="4200525"/>
                </a:lnTo>
                <a:lnTo>
                  <a:pt x="2181225" y="4210050"/>
                </a:lnTo>
                <a:lnTo>
                  <a:pt x="2152650" y="4210050"/>
                </a:lnTo>
                <a:lnTo>
                  <a:pt x="2152650" y="4200525"/>
                </a:lnTo>
                <a:lnTo>
                  <a:pt x="2133600" y="4200525"/>
                </a:lnTo>
                <a:lnTo>
                  <a:pt x="2133600" y="4210050"/>
                </a:lnTo>
                <a:lnTo>
                  <a:pt x="2114550" y="4210050"/>
                </a:lnTo>
                <a:lnTo>
                  <a:pt x="2114550" y="4229100"/>
                </a:lnTo>
                <a:lnTo>
                  <a:pt x="2105025" y="4229100"/>
                </a:lnTo>
                <a:lnTo>
                  <a:pt x="2105025" y="4219575"/>
                </a:lnTo>
                <a:lnTo>
                  <a:pt x="2076450" y="4219575"/>
                </a:lnTo>
                <a:lnTo>
                  <a:pt x="2076450" y="4229100"/>
                </a:lnTo>
                <a:lnTo>
                  <a:pt x="2057400" y="4229100"/>
                </a:lnTo>
                <a:lnTo>
                  <a:pt x="2057400" y="4219575"/>
                </a:lnTo>
                <a:lnTo>
                  <a:pt x="2028825" y="4219575"/>
                </a:lnTo>
                <a:lnTo>
                  <a:pt x="2028825" y="4210050"/>
                </a:lnTo>
                <a:lnTo>
                  <a:pt x="2019300" y="4210050"/>
                </a:lnTo>
                <a:lnTo>
                  <a:pt x="2019300" y="4219575"/>
                </a:lnTo>
                <a:lnTo>
                  <a:pt x="1990725" y="4219575"/>
                </a:lnTo>
                <a:lnTo>
                  <a:pt x="1990725" y="4229100"/>
                </a:lnTo>
                <a:lnTo>
                  <a:pt x="1943100" y="4229100"/>
                </a:lnTo>
                <a:lnTo>
                  <a:pt x="1943100" y="4219575"/>
                </a:lnTo>
                <a:lnTo>
                  <a:pt x="1895475" y="4219575"/>
                </a:lnTo>
                <a:lnTo>
                  <a:pt x="1895475" y="4229100"/>
                </a:lnTo>
                <a:lnTo>
                  <a:pt x="1838325" y="4229100"/>
                </a:lnTo>
                <a:lnTo>
                  <a:pt x="1838325" y="4219575"/>
                </a:lnTo>
                <a:lnTo>
                  <a:pt x="1771650" y="4219575"/>
                </a:lnTo>
                <a:lnTo>
                  <a:pt x="1771650" y="4229100"/>
                </a:lnTo>
                <a:lnTo>
                  <a:pt x="1657350" y="4229100"/>
                </a:lnTo>
                <a:lnTo>
                  <a:pt x="1657350" y="4219575"/>
                </a:lnTo>
                <a:lnTo>
                  <a:pt x="1647825" y="4219575"/>
                </a:lnTo>
                <a:lnTo>
                  <a:pt x="1647825" y="4229100"/>
                </a:lnTo>
                <a:lnTo>
                  <a:pt x="1609725" y="4229100"/>
                </a:lnTo>
                <a:lnTo>
                  <a:pt x="1609725" y="4219575"/>
                </a:lnTo>
                <a:lnTo>
                  <a:pt x="1581150" y="4219575"/>
                </a:lnTo>
                <a:lnTo>
                  <a:pt x="1581150" y="4229100"/>
                </a:lnTo>
                <a:lnTo>
                  <a:pt x="1552575" y="4229100"/>
                </a:lnTo>
                <a:lnTo>
                  <a:pt x="1552575" y="4219575"/>
                </a:lnTo>
                <a:lnTo>
                  <a:pt x="1514475" y="4219575"/>
                </a:lnTo>
                <a:lnTo>
                  <a:pt x="1514475" y="4229100"/>
                </a:lnTo>
                <a:lnTo>
                  <a:pt x="1466850" y="4229100"/>
                </a:lnTo>
                <a:lnTo>
                  <a:pt x="1466850" y="4219575"/>
                </a:lnTo>
                <a:lnTo>
                  <a:pt x="1381125" y="4219575"/>
                </a:lnTo>
                <a:lnTo>
                  <a:pt x="1381125" y="4229100"/>
                </a:lnTo>
                <a:lnTo>
                  <a:pt x="1295400" y="4229100"/>
                </a:lnTo>
                <a:lnTo>
                  <a:pt x="1295400" y="4219575"/>
                </a:lnTo>
                <a:lnTo>
                  <a:pt x="1276350" y="4219575"/>
                </a:lnTo>
                <a:lnTo>
                  <a:pt x="1276350" y="4210050"/>
                </a:lnTo>
                <a:lnTo>
                  <a:pt x="1266825" y="4210050"/>
                </a:lnTo>
                <a:lnTo>
                  <a:pt x="1266825" y="4219575"/>
                </a:lnTo>
                <a:lnTo>
                  <a:pt x="1247775" y="4219575"/>
                </a:lnTo>
                <a:lnTo>
                  <a:pt x="1247775" y="4229100"/>
                </a:lnTo>
                <a:lnTo>
                  <a:pt x="1143000" y="4229100"/>
                </a:lnTo>
                <a:lnTo>
                  <a:pt x="1143000" y="4238625"/>
                </a:lnTo>
                <a:lnTo>
                  <a:pt x="1123950" y="4238625"/>
                </a:lnTo>
                <a:lnTo>
                  <a:pt x="1123950" y="4229100"/>
                </a:lnTo>
                <a:lnTo>
                  <a:pt x="1066800" y="4229100"/>
                </a:lnTo>
                <a:lnTo>
                  <a:pt x="1066800" y="4238625"/>
                </a:lnTo>
                <a:lnTo>
                  <a:pt x="1057275" y="4238625"/>
                </a:lnTo>
                <a:lnTo>
                  <a:pt x="1057275" y="4229100"/>
                </a:lnTo>
                <a:lnTo>
                  <a:pt x="1047750" y="4229100"/>
                </a:lnTo>
                <a:lnTo>
                  <a:pt x="1047750" y="4238625"/>
                </a:lnTo>
                <a:lnTo>
                  <a:pt x="1028700" y="4238625"/>
                </a:lnTo>
                <a:lnTo>
                  <a:pt x="1028700" y="4229100"/>
                </a:lnTo>
                <a:lnTo>
                  <a:pt x="1038225" y="4229100"/>
                </a:lnTo>
                <a:lnTo>
                  <a:pt x="1038225" y="4219575"/>
                </a:lnTo>
                <a:lnTo>
                  <a:pt x="1047750" y="4219575"/>
                </a:lnTo>
                <a:lnTo>
                  <a:pt x="1047750" y="4210050"/>
                </a:lnTo>
                <a:lnTo>
                  <a:pt x="1057275" y="4210050"/>
                </a:lnTo>
                <a:lnTo>
                  <a:pt x="1057275" y="4200525"/>
                </a:lnTo>
                <a:lnTo>
                  <a:pt x="1066800" y="4200525"/>
                </a:lnTo>
                <a:lnTo>
                  <a:pt x="1066800" y="4191000"/>
                </a:lnTo>
                <a:lnTo>
                  <a:pt x="1076325" y="4191000"/>
                </a:lnTo>
                <a:lnTo>
                  <a:pt x="1076325" y="4181475"/>
                </a:lnTo>
                <a:lnTo>
                  <a:pt x="1085850" y="4181475"/>
                </a:lnTo>
                <a:lnTo>
                  <a:pt x="1085850" y="4171950"/>
                </a:lnTo>
                <a:lnTo>
                  <a:pt x="1095375" y="4171950"/>
                </a:lnTo>
                <a:lnTo>
                  <a:pt x="1095375" y="4162425"/>
                </a:lnTo>
                <a:lnTo>
                  <a:pt x="1104900" y="4162425"/>
                </a:lnTo>
                <a:lnTo>
                  <a:pt x="1104900" y="4152900"/>
                </a:lnTo>
                <a:lnTo>
                  <a:pt x="1114425" y="4152900"/>
                </a:lnTo>
                <a:lnTo>
                  <a:pt x="1114425" y="4143375"/>
                </a:lnTo>
                <a:lnTo>
                  <a:pt x="1123950" y="4143375"/>
                </a:lnTo>
                <a:lnTo>
                  <a:pt x="1123950" y="4133850"/>
                </a:lnTo>
                <a:lnTo>
                  <a:pt x="1133475" y="4133850"/>
                </a:lnTo>
                <a:lnTo>
                  <a:pt x="1133475" y="4124325"/>
                </a:lnTo>
                <a:lnTo>
                  <a:pt x="1590675" y="4124325"/>
                </a:lnTo>
                <a:lnTo>
                  <a:pt x="1590675" y="4133850"/>
                </a:lnTo>
                <a:lnTo>
                  <a:pt x="1819275" y="4133850"/>
                </a:lnTo>
                <a:lnTo>
                  <a:pt x="1819275" y="4124325"/>
                </a:lnTo>
                <a:lnTo>
                  <a:pt x="1838325" y="4124325"/>
                </a:lnTo>
                <a:lnTo>
                  <a:pt x="1838325" y="4133850"/>
                </a:lnTo>
                <a:lnTo>
                  <a:pt x="1857375" y="4133850"/>
                </a:lnTo>
                <a:lnTo>
                  <a:pt x="1857375" y="4124325"/>
                </a:lnTo>
                <a:lnTo>
                  <a:pt x="1962150" y="4124325"/>
                </a:lnTo>
                <a:lnTo>
                  <a:pt x="1962150" y="4114800"/>
                </a:lnTo>
                <a:lnTo>
                  <a:pt x="2028825" y="4114800"/>
                </a:lnTo>
                <a:lnTo>
                  <a:pt x="2028825" y="4105275"/>
                </a:lnTo>
                <a:lnTo>
                  <a:pt x="2066925" y="4105275"/>
                </a:lnTo>
                <a:lnTo>
                  <a:pt x="2066925" y="4095750"/>
                </a:lnTo>
                <a:lnTo>
                  <a:pt x="2095500" y="4095750"/>
                </a:lnTo>
                <a:lnTo>
                  <a:pt x="2095500" y="4086225"/>
                </a:lnTo>
                <a:lnTo>
                  <a:pt x="2133600" y="4086225"/>
                </a:lnTo>
                <a:lnTo>
                  <a:pt x="2133600" y="4076700"/>
                </a:lnTo>
                <a:lnTo>
                  <a:pt x="2143125" y="4076700"/>
                </a:lnTo>
                <a:lnTo>
                  <a:pt x="2143125" y="4067175"/>
                </a:lnTo>
                <a:lnTo>
                  <a:pt x="2171700" y="4067175"/>
                </a:lnTo>
                <a:lnTo>
                  <a:pt x="2171700" y="4057650"/>
                </a:lnTo>
                <a:lnTo>
                  <a:pt x="2190750" y="4057650"/>
                </a:lnTo>
                <a:lnTo>
                  <a:pt x="2190750" y="4048125"/>
                </a:lnTo>
                <a:lnTo>
                  <a:pt x="2209800" y="4048125"/>
                </a:lnTo>
                <a:lnTo>
                  <a:pt x="2209800" y="4038600"/>
                </a:lnTo>
                <a:lnTo>
                  <a:pt x="2286000" y="4038600"/>
                </a:lnTo>
                <a:lnTo>
                  <a:pt x="2286000" y="4029075"/>
                </a:lnTo>
                <a:lnTo>
                  <a:pt x="2390775" y="4029075"/>
                </a:lnTo>
                <a:lnTo>
                  <a:pt x="2390775" y="4019550"/>
                </a:lnTo>
                <a:lnTo>
                  <a:pt x="2447925" y="4019550"/>
                </a:lnTo>
                <a:lnTo>
                  <a:pt x="2447925" y="4010025"/>
                </a:lnTo>
                <a:lnTo>
                  <a:pt x="2533650" y="4010025"/>
                </a:lnTo>
                <a:lnTo>
                  <a:pt x="2533650" y="4019550"/>
                </a:lnTo>
                <a:lnTo>
                  <a:pt x="2628900" y="4019550"/>
                </a:lnTo>
                <a:lnTo>
                  <a:pt x="2628900" y="4029075"/>
                </a:lnTo>
                <a:lnTo>
                  <a:pt x="2714625" y="4029075"/>
                </a:lnTo>
                <a:lnTo>
                  <a:pt x="2714625" y="4038600"/>
                </a:lnTo>
                <a:lnTo>
                  <a:pt x="2790825" y="4038600"/>
                </a:lnTo>
                <a:lnTo>
                  <a:pt x="2790825" y="4048125"/>
                </a:lnTo>
                <a:lnTo>
                  <a:pt x="2867025" y="4048125"/>
                </a:lnTo>
                <a:lnTo>
                  <a:pt x="2867025" y="4057650"/>
                </a:lnTo>
                <a:lnTo>
                  <a:pt x="2943225" y="4057650"/>
                </a:lnTo>
                <a:lnTo>
                  <a:pt x="2943225" y="4067175"/>
                </a:lnTo>
                <a:lnTo>
                  <a:pt x="2990850" y="4067175"/>
                </a:lnTo>
                <a:lnTo>
                  <a:pt x="2990850" y="4076700"/>
                </a:lnTo>
                <a:lnTo>
                  <a:pt x="3095625" y="4076700"/>
                </a:lnTo>
                <a:lnTo>
                  <a:pt x="3095625" y="4086225"/>
                </a:lnTo>
                <a:lnTo>
                  <a:pt x="3400425" y="4086225"/>
                </a:lnTo>
                <a:lnTo>
                  <a:pt x="3400425" y="4076700"/>
                </a:lnTo>
                <a:lnTo>
                  <a:pt x="3419475" y="4076700"/>
                </a:lnTo>
                <a:lnTo>
                  <a:pt x="3419475" y="4086225"/>
                </a:lnTo>
                <a:lnTo>
                  <a:pt x="3429000" y="4086225"/>
                </a:lnTo>
                <a:lnTo>
                  <a:pt x="3429000" y="4076700"/>
                </a:lnTo>
                <a:lnTo>
                  <a:pt x="3505200" y="4076700"/>
                </a:lnTo>
                <a:lnTo>
                  <a:pt x="3505200" y="4067175"/>
                </a:lnTo>
                <a:lnTo>
                  <a:pt x="3543300" y="4067175"/>
                </a:lnTo>
                <a:lnTo>
                  <a:pt x="3543300" y="4057650"/>
                </a:lnTo>
                <a:lnTo>
                  <a:pt x="3571875" y="4057650"/>
                </a:lnTo>
                <a:lnTo>
                  <a:pt x="3571875" y="4048125"/>
                </a:lnTo>
                <a:lnTo>
                  <a:pt x="3590925" y="4048125"/>
                </a:lnTo>
                <a:lnTo>
                  <a:pt x="3590925" y="4038600"/>
                </a:lnTo>
                <a:lnTo>
                  <a:pt x="3600450" y="4038600"/>
                </a:lnTo>
                <a:lnTo>
                  <a:pt x="3600450" y="4029075"/>
                </a:lnTo>
                <a:lnTo>
                  <a:pt x="3619500" y="4029075"/>
                </a:lnTo>
                <a:lnTo>
                  <a:pt x="3619500" y="4019550"/>
                </a:lnTo>
                <a:lnTo>
                  <a:pt x="3629025" y="4019550"/>
                </a:lnTo>
                <a:lnTo>
                  <a:pt x="3629025" y="4010025"/>
                </a:lnTo>
                <a:lnTo>
                  <a:pt x="3638550" y="4010025"/>
                </a:lnTo>
                <a:lnTo>
                  <a:pt x="3638550" y="4000500"/>
                </a:lnTo>
                <a:lnTo>
                  <a:pt x="3648075" y="4000500"/>
                </a:lnTo>
                <a:lnTo>
                  <a:pt x="3648075" y="3990975"/>
                </a:lnTo>
                <a:lnTo>
                  <a:pt x="3657600" y="3990975"/>
                </a:lnTo>
                <a:lnTo>
                  <a:pt x="3657600" y="3981450"/>
                </a:lnTo>
                <a:lnTo>
                  <a:pt x="3667125" y="3981450"/>
                </a:lnTo>
                <a:lnTo>
                  <a:pt x="3667125" y="3971925"/>
                </a:lnTo>
                <a:lnTo>
                  <a:pt x="3676650" y="3971925"/>
                </a:lnTo>
                <a:lnTo>
                  <a:pt x="3676650" y="3962400"/>
                </a:lnTo>
                <a:lnTo>
                  <a:pt x="3686175" y="3962400"/>
                </a:lnTo>
                <a:lnTo>
                  <a:pt x="3686175" y="3952875"/>
                </a:lnTo>
                <a:lnTo>
                  <a:pt x="3695700" y="3952875"/>
                </a:lnTo>
                <a:lnTo>
                  <a:pt x="3695700" y="3943350"/>
                </a:lnTo>
                <a:lnTo>
                  <a:pt x="3705225" y="3943350"/>
                </a:lnTo>
                <a:lnTo>
                  <a:pt x="3705225" y="3933825"/>
                </a:lnTo>
                <a:lnTo>
                  <a:pt x="3714750" y="3933825"/>
                </a:lnTo>
                <a:lnTo>
                  <a:pt x="3714750" y="3924300"/>
                </a:lnTo>
                <a:lnTo>
                  <a:pt x="3724275" y="3924300"/>
                </a:lnTo>
                <a:lnTo>
                  <a:pt x="3724275" y="3914775"/>
                </a:lnTo>
                <a:lnTo>
                  <a:pt x="3733800" y="3914775"/>
                </a:lnTo>
                <a:lnTo>
                  <a:pt x="3733800" y="3905250"/>
                </a:lnTo>
                <a:lnTo>
                  <a:pt x="3743325" y="3905250"/>
                </a:lnTo>
                <a:lnTo>
                  <a:pt x="3743325" y="3895725"/>
                </a:lnTo>
                <a:lnTo>
                  <a:pt x="3752850" y="3895725"/>
                </a:lnTo>
                <a:lnTo>
                  <a:pt x="3752850" y="3886200"/>
                </a:lnTo>
                <a:lnTo>
                  <a:pt x="3762375" y="3886200"/>
                </a:lnTo>
                <a:lnTo>
                  <a:pt x="3762375" y="3876675"/>
                </a:lnTo>
                <a:lnTo>
                  <a:pt x="3771900" y="3876675"/>
                </a:lnTo>
                <a:lnTo>
                  <a:pt x="3771900" y="3867150"/>
                </a:lnTo>
                <a:lnTo>
                  <a:pt x="3781425" y="3867150"/>
                </a:lnTo>
                <a:lnTo>
                  <a:pt x="3781425" y="3848100"/>
                </a:lnTo>
                <a:lnTo>
                  <a:pt x="3790950" y="3848100"/>
                </a:lnTo>
                <a:lnTo>
                  <a:pt x="3790950" y="3838575"/>
                </a:lnTo>
                <a:lnTo>
                  <a:pt x="3800475" y="3838575"/>
                </a:lnTo>
                <a:lnTo>
                  <a:pt x="3800475" y="3829050"/>
                </a:lnTo>
                <a:lnTo>
                  <a:pt x="3810000" y="3829050"/>
                </a:lnTo>
                <a:lnTo>
                  <a:pt x="3810000" y="3819525"/>
                </a:lnTo>
                <a:lnTo>
                  <a:pt x="3819525" y="3819525"/>
                </a:lnTo>
                <a:lnTo>
                  <a:pt x="3819525" y="3810000"/>
                </a:lnTo>
                <a:lnTo>
                  <a:pt x="3829050" y="3810000"/>
                </a:lnTo>
                <a:close/>
                <a:moveTo>
                  <a:pt x="885825" y="3810000"/>
                </a:moveTo>
                <a:lnTo>
                  <a:pt x="904875" y="3810000"/>
                </a:lnTo>
                <a:lnTo>
                  <a:pt x="904875" y="3829050"/>
                </a:lnTo>
                <a:lnTo>
                  <a:pt x="895350" y="3829050"/>
                </a:lnTo>
                <a:lnTo>
                  <a:pt x="895350" y="3819525"/>
                </a:lnTo>
                <a:lnTo>
                  <a:pt x="885825" y="3819525"/>
                </a:lnTo>
                <a:close/>
                <a:moveTo>
                  <a:pt x="1685925" y="3810000"/>
                </a:moveTo>
                <a:lnTo>
                  <a:pt x="1714500" y="3810000"/>
                </a:lnTo>
                <a:lnTo>
                  <a:pt x="1714500" y="3819525"/>
                </a:lnTo>
                <a:lnTo>
                  <a:pt x="1685925" y="3819525"/>
                </a:lnTo>
                <a:close/>
                <a:moveTo>
                  <a:pt x="952500" y="3819525"/>
                </a:moveTo>
                <a:lnTo>
                  <a:pt x="971550" y="3819525"/>
                </a:lnTo>
                <a:lnTo>
                  <a:pt x="971550" y="3829050"/>
                </a:lnTo>
                <a:lnTo>
                  <a:pt x="952500" y="3829050"/>
                </a:lnTo>
                <a:close/>
                <a:moveTo>
                  <a:pt x="542925" y="3829050"/>
                </a:moveTo>
                <a:lnTo>
                  <a:pt x="561975" y="3829050"/>
                </a:lnTo>
                <a:lnTo>
                  <a:pt x="561975" y="3838575"/>
                </a:lnTo>
                <a:lnTo>
                  <a:pt x="552450" y="3838575"/>
                </a:lnTo>
                <a:lnTo>
                  <a:pt x="552450" y="3848100"/>
                </a:lnTo>
                <a:lnTo>
                  <a:pt x="542925" y="3848100"/>
                </a:lnTo>
                <a:lnTo>
                  <a:pt x="542925" y="3857625"/>
                </a:lnTo>
                <a:lnTo>
                  <a:pt x="514350" y="3857625"/>
                </a:lnTo>
                <a:lnTo>
                  <a:pt x="514350" y="3848100"/>
                </a:lnTo>
                <a:lnTo>
                  <a:pt x="504825" y="3848100"/>
                </a:lnTo>
                <a:lnTo>
                  <a:pt x="504825" y="3838575"/>
                </a:lnTo>
                <a:lnTo>
                  <a:pt x="514350" y="3838575"/>
                </a:lnTo>
                <a:lnTo>
                  <a:pt x="514350" y="3848100"/>
                </a:lnTo>
                <a:lnTo>
                  <a:pt x="533400" y="3848100"/>
                </a:lnTo>
                <a:lnTo>
                  <a:pt x="533400" y="3838575"/>
                </a:lnTo>
                <a:lnTo>
                  <a:pt x="542925" y="3838575"/>
                </a:lnTo>
                <a:close/>
                <a:moveTo>
                  <a:pt x="942975" y="3829050"/>
                </a:moveTo>
                <a:lnTo>
                  <a:pt x="952500" y="3829050"/>
                </a:lnTo>
                <a:lnTo>
                  <a:pt x="952500" y="3838575"/>
                </a:lnTo>
                <a:lnTo>
                  <a:pt x="942975" y="3838575"/>
                </a:lnTo>
                <a:close/>
                <a:moveTo>
                  <a:pt x="1323975" y="3838575"/>
                </a:moveTo>
                <a:lnTo>
                  <a:pt x="1352550" y="3838575"/>
                </a:lnTo>
                <a:lnTo>
                  <a:pt x="1352550" y="3848100"/>
                </a:lnTo>
                <a:lnTo>
                  <a:pt x="1323975" y="3848100"/>
                </a:lnTo>
                <a:close/>
                <a:moveTo>
                  <a:pt x="1362075" y="3838575"/>
                </a:moveTo>
                <a:lnTo>
                  <a:pt x="1381125" y="3838575"/>
                </a:lnTo>
                <a:lnTo>
                  <a:pt x="1381125" y="3848100"/>
                </a:lnTo>
                <a:lnTo>
                  <a:pt x="1362075" y="3848100"/>
                </a:lnTo>
                <a:close/>
                <a:moveTo>
                  <a:pt x="1647825" y="3838575"/>
                </a:moveTo>
                <a:lnTo>
                  <a:pt x="1657350" y="3838575"/>
                </a:lnTo>
                <a:lnTo>
                  <a:pt x="1657350" y="3848100"/>
                </a:lnTo>
                <a:lnTo>
                  <a:pt x="1647825" y="3848100"/>
                </a:lnTo>
                <a:close/>
                <a:moveTo>
                  <a:pt x="1238250" y="3848100"/>
                </a:moveTo>
                <a:lnTo>
                  <a:pt x="1247775" y="3848100"/>
                </a:lnTo>
                <a:lnTo>
                  <a:pt x="1247775" y="3867150"/>
                </a:lnTo>
                <a:lnTo>
                  <a:pt x="1257300" y="3867150"/>
                </a:lnTo>
                <a:lnTo>
                  <a:pt x="1257300" y="3876675"/>
                </a:lnTo>
                <a:lnTo>
                  <a:pt x="1238250" y="3876675"/>
                </a:lnTo>
                <a:close/>
                <a:moveTo>
                  <a:pt x="1381125" y="3848100"/>
                </a:moveTo>
                <a:lnTo>
                  <a:pt x="1390650" y="3848100"/>
                </a:lnTo>
                <a:lnTo>
                  <a:pt x="1390650" y="3857625"/>
                </a:lnTo>
                <a:lnTo>
                  <a:pt x="1381125" y="3857625"/>
                </a:lnTo>
                <a:close/>
                <a:moveTo>
                  <a:pt x="1847850" y="3848100"/>
                </a:moveTo>
                <a:lnTo>
                  <a:pt x="1857375" y="3848100"/>
                </a:lnTo>
                <a:lnTo>
                  <a:pt x="1857375" y="3857625"/>
                </a:lnTo>
                <a:lnTo>
                  <a:pt x="1847850" y="3857625"/>
                </a:lnTo>
                <a:close/>
                <a:moveTo>
                  <a:pt x="838200" y="3867150"/>
                </a:moveTo>
                <a:lnTo>
                  <a:pt x="847725" y="3867150"/>
                </a:lnTo>
                <a:lnTo>
                  <a:pt x="847725" y="3876675"/>
                </a:lnTo>
                <a:lnTo>
                  <a:pt x="838200" y="3876675"/>
                </a:lnTo>
                <a:close/>
                <a:moveTo>
                  <a:pt x="904875" y="3867150"/>
                </a:moveTo>
                <a:lnTo>
                  <a:pt x="933450" y="3867150"/>
                </a:lnTo>
                <a:lnTo>
                  <a:pt x="933450" y="3876675"/>
                </a:lnTo>
                <a:lnTo>
                  <a:pt x="904875" y="3876675"/>
                </a:lnTo>
                <a:close/>
                <a:moveTo>
                  <a:pt x="971550" y="3867150"/>
                </a:moveTo>
                <a:lnTo>
                  <a:pt x="981075" y="3867150"/>
                </a:lnTo>
                <a:lnTo>
                  <a:pt x="981075" y="3876675"/>
                </a:lnTo>
                <a:lnTo>
                  <a:pt x="971550" y="3876675"/>
                </a:lnTo>
                <a:close/>
                <a:moveTo>
                  <a:pt x="1047750" y="3867150"/>
                </a:moveTo>
                <a:lnTo>
                  <a:pt x="1057275" y="3867150"/>
                </a:lnTo>
                <a:lnTo>
                  <a:pt x="1057275" y="3886200"/>
                </a:lnTo>
                <a:lnTo>
                  <a:pt x="1047750" y="3886200"/>
                </a:lnTo>
                <a:close/>
                <a:moveTo>
                  <a:pt x="1295400" y="3867150"/>
                </a:moveTo>
                <a:lnTo>
                  <a:pt x="1323975" y="3867150"/>
                </a:lnTo>
                <a:lnTo>
                  <a:pt x="1323975" y="3876675"/>
                </a:lnTo>
                <a:lnTo>
                  <a:pt x="1295400" y="3876675"/>
                </a:lnTo>
                <a:close/>
                <a:moveTo>
                  <a:pt x="1352550" y="3867150"/>
                </a:moveTo>
                <a:lnTo>
                  <a:pt x="1362075" y="3867150"/>
                </a:lnTo>
                <a:lnTo>
                  <a:pt x="1362075" y="3876675"/>
                </a:lnTo>
                <a:lnTo>
                  <a:pt x="1352550" y="3876675"/>
                </a:lnTo>
                <a:close/>
                <a:moveTo>
                  <a:pt x="1371600" y="3867150"/>
                </a:moveTo>
                <a:lnTo>
                  <a:pt x="1381125" y="3867150"/>
                </a:lnTo>
                <a:lnTo>
                  <a:pt x="1381125" y="3876675"/>
                </a:lnTo>
                <a:lnTo>
                  <a:pt x="1371600" y="3876675"/>
                </a:lnTo>
                <a:close/>
                <a:moveTo>
                  <a:pt x="523875" y="3886200"/>
                </a:moveTo>
                <a:lnTo>
                  <a:pt x="600075" y="3886200"/>
                </a:lnTo>
                <a:lnTo>
                  <a:pt x="600075" y="3895725"/>
                </a:lnTo>
                <a:lnTo>
                  <a:pt x="523875" y="3895725"/>
                </a:lnTo>
                <a:close/>
                <a:moveTo>
                  <a:pt x="819150" y="3886200"/>
                </a:moveTo>
                <a:lnTo>
                  <a:pt x="828675" y="3886200"/>
                </a:lnTo>
                <a:lnTo>
                  <a:pt x="828675" y="3895725"/>
                </a:lnTo>
                <a:lnTo>
                  <a:pt x="819150" y="3895725"/>
                </a:lnTo>
                <a:close/>
                <a:moveTo>
                  <a:pt x="838200" y="3886200"/>
                </a:moveTo>
                <a:lnTo>
                  <a:pt x="847725" y="3886200"/>
                </a:lnTo>
                <a:lnTo>
                  <a:pt x="847725" y="3895725"/>
                </a:lnTo>
                <a:lnTo>
                  <a:pt x="838200" y="3895725"/>
                </a:lnTo>
                <a:close/>
                <a:moveTo>
                  <a:pt x="962025" y="3886200"/>
                </a:moveTo>
                <a:lnTo>
                  <a:pt x="981075" y="3886200"/>
                </a:lnTo>
                <a:lnTo>
                  <a:pt x="981075" y="3905250"/>
                </a:lnTo>
                <a:lnTo>
                  <a:pt x="933450" y="3905250"/>
                </a:lnTo>
                <a:lnTo>
                  <a:pt x="933450" y="3895725"/>
                </a:lnTo>
                <a:lnTo>
                  <a:pt x="962025" y="3895725"/>
                </a:lnTo>
                <a:close/>
                <a:moveTo>
                  <a:pt x="361950" y="3895725"/>
                </a:moveTo>
                <a:lnTo>
                  <a:pt x="371475" y="3895725"/>
                </a:lnTo>
                <a:lnTo>
                  <a:pt x="371475" y="3905250"/>
                </a:lnTo>
                <a:lnTo>
                  <a:pt x="361950" y="3905250"/>
                </a:lnTo>
                <a:close/>
                <a:moveTo>
                  <a:pt x="609600" y="3895725"/>
                </a:moveTo>
                <a:lnTo>
                  <a:pt x="619125" y="3895725"/>
                </a:lnTo>
                <a:lnTo>
                  <a:pt x="619125" y="3905250"/>
                </a:lnTo>
                <a:lnTo>
                  <a:pt x="609600" y="3905250"/>
                </a:lnTo>
                <a:close/>
                <a:moveTo>
                  <a:pt x="847725" y="3895725"/>
                </a:moveTo>
                <a:lnTo>
                  <a:pt x="923925" y="3895725"/>
                </a:lnTo>
                <a:lnTo>
                  <a:pt x="923925" y="3905250"/>
                </a:lnTo>
                <a:lnTo>
                  <a:pt x="847725" y="3905250"/>
                </a:lnTo>
                <a:close/>
                <a:moveTo>
                  <a:pt x="1743075" y="3895725"/>
                </a:moveTo>
                <a:lnTo>
                  <a:pt x="1752600" y="3895725"/>
                </a:lnTo>
                <a:lnTo>
                  <a:pt x="1752600" y="3905250"/>
                </a:lnTo>
                <a:lnTo>
                  <a:pt x="1743075" y="3905250"/>
                </a:lnTo>
                <a:close/>
                <a:moveTo>
                  <a:pt x="1590675" y="3905250"/>
                </a:moveTo>
                <a:lnTo>
                  <a:pt x="1600200" y="3905250"/>
                </a:lnTo>
                <a:lnTo>
                  <a:pt x="1600200" y="3914775"/>
                </a:lnTo>
                <a:lnTo>
                  <a:pt x="1590675" y="3914775"/>
                </a:lnTo>
                <a:close/>
                <a:moveTo>
                  <a:pt x="495300" y="3914775"/>
                </a:moveTo>
                <a:lnTo>
                  <a:pt x="504825" y="3914775"/>
                </a:lnTo>
                <a:lnTo>
                  <a:pt x="504825" y="3924300"/>
                </a:lnTo>
                <a:lnTo>
                  <a:pt x="495300" y="3924300"/>
                </a:lnTo>
                <a:close/>
                <a:moveTo>
                  <a:pt x="1457325" y="3914775"/>
                </a:moveTo>
                <a:lnTo>
                  <a:pt x="1466850" y="3914775"/>
                </a:lnTo>
                <a:lnTo>
                  <a:pt x="1466850" y="3924300"/>
                </a:lnTo>
                <a:lnTo>
                  <a:pt x="1457325" y="3924300"/>
                </a:lnTo>
                <a:close/>
                <a:moveTo>
                  <a:pt x="504825" y="3924300"/>
                </a:moveTo>
                <a:lnTo>
                  <a:pt x="533400" y="3924300"/>
                </a:lnTo>
                <a:lnTo>
                  <a:pt x="533400" y="3933825"/>
                </a:lnTo>
                <a:lnTo>
                  <a:pt x="504825" y="3933825"/>
                </a:lnTo>
                <a:close/>
                <a:moveTo>
                  <a:pt x="1304925" y="3924300"/>
                </a:moveTo>
                <a:lnTo>
                  <a:pt x="1314450" y="3924300"/>
                </a:lnTo>
                <a:lnTo>
                  <a:pt x="1314450" y="3933825"/>
                </a:lnTo>
                <a:lnTo>
                  <a:pt x="1304925" y="3933825"/>
                </a:lnTo>
                <a:close/>
                <a:moveTo>
                  <a:pt x="1143000" y="3933825"/>
                </a:moveTo>
                <a:lnTo>
                  <a:pt x="1162050" y="3933825"/>
                </a:lnTo>
                <a:lnTo>
                  <a:pt x="1162050" y="3943350"/>
                </a:lnTo>
                <a:lnTo>
                  <a:pt x="1143000" y="3943350"/>
                </a:lnTo>
                <a:close/>
                <a:moveTo>
                  <a:pt x="981075" y="3943350"/>
                </a:moveTo>
                <a:lnTo>
                  <a:pt x="1000125" y="3943350"/>
                </a:lnTo>
                <a:lnTo>
                  <a:pt x="1000125" y="3952875"/>
                </a:lnTo>
                <a:lnTo>
                  <a:pt x="981075" y="3952875"/>
                </a:lnTo>
                <a:close/>
                <a:moveTo>
                  <a:pt x="838200" y="3952875"/>
                </a:moveTo>
                <a:lnTo>
                  <a:pt x="866775" y="3952875"/>
                </a:lnTo>
                <a:lnTo>
                  <a:pt x="866775" y="3962400"/>
                </a:lnTo>
                <a:lnTo>
                  <a:pt x="838200" y="3962400"/>
                </a:lnTo>
                <a:close/>
                <a:moveTo>
                  <a:pt x="457200" y="3962400"/>
                </a:moveTo>
                <a:lnTo>
                  <a:pt x="466725" y="3962400"/>
                </a:lnTo>
                <a:lnTo>
                  <a:pt x="466725" y="3971925"/>
                </a:lnTo>
                <a:lnTo>
                  <a:pt x="457200" y="3971925"/>
                </a:lnTo>
                <a:close/>
                <a:moveTo>
                  <a:pt x="514350" y="3971925"/>
                </a:moveTo>
                <a:lnTo>
                  <a:pt x="523875" y="3971925"/>
                </a:lnTo>
                <a:lnTo>
                  <a:pt x="523875" y="3981450"/>
                </a:lnTo>
                <a:lnTo>
                  <a:pt x="514350" y="3981450"/>
                </a:lnTo>
                <a:close/>
                <a:moveTo>
                  <a:pt x="542925" y="3971925"/>
                </a:moveTo>
                <a:lnTo>
                  <a:pt x="571500" y="3971925"/>
                </a:lnTo>
                <a:lnTo>
                  <a:pt x="571500" y="3981450"/>
                </a:lnTo>
                <a:lnTo>
                  <a:pt x="542925" y="3981450"/>
                </a:lnTo>
                <a:close/>
                <a:moveTo>
                  <a:pt x="2600325" y="4171950"/>
                </a:moveTo>
                <a:lnTo>
                  <a:pt x="2609850" y="4171950"/>
                </a:lnTo>
                <a:lnTo>
                  <a:pt x="2609850" y="4162425"/>
                </a:lnTo>
                <a:lnTo>
                  <a:pt x="2600325" y="4162425"/>
                </a:lnTo>
                <a:close/>
              </a:path>
            </a:pathLst>
          </a:custGeom>
          <a:solidFill xmlns:a="http://schemas.openxmlformats.org/drawingml/2006/main">
            <a:srgbClr val="DCE3E9"/>
          </a:solidFill>
          <a:ln xmlns:a="http://schemas.openxmlformats.org/drawingml/2006/main" w="0">
            <a:noFill/>
          </a:ln>
        </p:spPr>
      </p:sp>
      <p:sp>
        <p:nvSpPr>
          <p:cNvPr id="23" name="phones vector #c0c9d2">
            <a:extLst xmlns:a="http://schemas.openxmlformats.org/drawingml/2006/main">
              <a:ext uri="{FF2B5EF4-FFF2-40B4-BE49-F238E27FC236}">
                <a16:creationId xmlns:a16="http://schemas.microsoft.com/office/drawing/2014/main" id="{DED1E5FE-5AE7-4C49-BE47-988E0C84B99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48500" y="190500"/>
            <a:ext cx="5905500" cy="6619875"/>
          </a:xfrm>
          <a:custGeom xmlns:a="http://schemas.openxmlformats.org/drawingml/2006/main">
            <a:pathLst>
              <a:path w="3838575" h="4295775">
                <a:moveTo>
                  <a:pt x="1657350" y="19050"/>
                </a:moveTo>
                <a:lnTo>
                  <a:pt x="1666875" y="19050"/>
                </a:lnTo>
                <a:lnTo>
                  <a:pt x="1666875" y="28575"/>
                </a:lnTo>
                <a:lnTo>
                  <a:pt x="1657350" y="28575"/>
                </a:lnTo>
                <a:close/>
                <a:moveTo>
                  <a:pt x="1638300" y="28575"/>
                </a:moveTo>
                <a:lnTo>
                  <a:pt x="1647825" y="28575"/>
                </a:lnTo>
                <a:lnTo>
                  <a:pt x="1647825" y="38100"/>
                </a:lnTo>
                <a:lnTo>
                  <a:pt x="1638300" y="38100"/>
                </a:lnTo>
                <a:close/>
                <a:moveTo>
                  <a:pt x="1609725" y="47625"/>
                </a:moveTo>
                <a:lnTo>
                  <a:pt x="1619250" y="47625"/>
                </a:lnTo>
                <a:lnTo>
                  <a:pt x="1619250" y="57150"/>
                </a:lnTo>
                <a:lnTo>
                  <a:pt x="1609725" y="57150"/>
                </a:lnTo>
                <a:close/>
                <a:moveTo>
                  <a:pt x="1457325" y="57150"/>
                </a:moveTo>
                <a:lnTo>
                  <a:pt x="1504950" y="57150"/>
                </a:lnTo>
                <a:lnTo>
                  <a:pt x="1504950" y="66675"/>
                </a:lnTo>
                <a:lnTo>
                  <a:pt x="1457325" y="66675"/>
                </a:lnTo>
                <a:close/>
                <a:moveTo>
                  <a:pt x="1590675" y="57150"/>
                </a:moveTo>
                <a:lnTo>
                  <a:pt x="1600200" y="57150"/>
                </a:lnTo>
                <a:lnTo>
                  <a:pt x="1600200" y="66675"/>
                </a:lnTo>
                <a:lnTo>
                  <a:pt x="1590675" y="66675"/>
                </a:lnTo>
                <a:close/>
                <a:moveTo>
                  <a:pt x="1400175" y="66675"/>
                </a:moveTo>
                <a:lnTo>
                  <a:pt x="1438275" y="66675"/>
                </a:lnTo>
                <a:lnTo>
                  <a:pt x="1438275" y="76200"/>
                </a:lnTo>
                <a:lnTo>
                  <a:pt x="1400175" y="76200"/>
                </a:lnTo>
                <a:close/>
                <a:moveTo>
                  <a:pt x="1552575" y="66675"/>
                </a:moveTo>
                <a:lnTo>
                  <a:pt x="1562100" y="66675"/>
                </a:lnTo>
                <a:lnTo>
                  <a:pt x="1562100" y="76200"/>
                </a:lnTo>
                <a:lnTo>
                  <a:pt x="1552575" y="76200"/>
                </a:lnTo>
                <a:close/>
                <a:moveTo>
                  <a:pt x="1304925" y="76200"/>
                </a:moveTo>
                <a:lnTo>
                  <a:pt x="1343025" y="76200"/>
                </a:lnTo>
                <a:lnTo>
                  <a:pt x="1343025" y="85725"/>
                </a:lnTo>
                <a:lnTo>
                  <a:pt x="1304925" y="85725"/>
                </a:lnTo>
                <a:close/>
                <a:moveTo>
                  <a:pt x="1209675" y="85725"/>
                </a:moveTo>
                <a:lnTo>
                  <a:pt x="1257300" y="85725"/>
                </a:lnTo>
                <a:lnTo>
                  <a:pt x="1257300" y="95250"/>
                </a:lnTo>
                <a:lnTo>
                  <a:pt x="1209675" y="95250"/>
                </a:lnTo>
                <a:close/>
                <a:moveTo>
                  <a:pt x="1123950" y="95250"/>
                </a:moveTo>
                <a:lnTo>
                  <a:pt x="1171575" y="95250"/>
                </a:lnTo>
                <a:lnTo>
                  <a:pt x="1171575" y="104775"/>
                </a:lnTo>
                <a:lnTo>
                  <a:pt x="1123950" y="104775"/>
                </a:lnTo>
                <a:close/>
                <a:moveTo>
                  <a:pt x="1028700" y="104775"/>
                </a:moveTo>
                <a:lnTo>
                  <a:pt x="1076325" y="104775"/>
                </a:lnTo>
                <a:lnTo>
                  <a:pt x="1076325" y="114300"/>
                </a:lnTo>
                <a:lnTo>
                  <a:pt x="1028700" y="114300"/>
                </a:lnTo>
                <a:close/>
                <a:moveTo>
                  <a:pt x="942975" y="114300"/>
                </a:moveTo>
                <a:lnTo>
                  <a:pt x="990600" y="114300"/>
                </a:lnTo>
                <a:lnTo>
                  <a:pt x="990600" y="123825"/>
                </a:lnTo>
                <a:lnTo>
                  <a:pt x="942975" y="123825"/>
                </a:lnTo>
                <a:close/>
                <a:moveTo>
                  <a:pt x="857250" y="123825"/>
                </a:moveTo>
                <a:lnTo>
                  <a:pt x="895350" y="123825"/>
                </a:lnTo>
                <a:lnTo>
                  <a:pt x="895350" y="133350"/>
                </a:lnTo>
                <a:lnTo>
                  <a:pt x="857250" y="133350"/>
                </a:lnTo>
                <a:close/>
                <a:moveTo>
                  <a:pt x="762000" y="133350"/>
                </a:moveTo>
                <a:lnTo>
                  <a:pt x="800100" y="133350"/>
                </a:lnTo>
                <a:lnTo>
                  <a:pt x="800100" y="142875"/>
                </a:lnTo>
                <a:lnTo>
                  <a:pt x="762000" y="142875"/>
                </a:lnTo>
                <a:close/>
                <a:moveTo>
                  <a:pt x="1447800" y="133350"/>
                </a:moveTo>
                <a:lnTo>
                  <a:pt x="1495425" y="133350"/>
                </a:lnTo>
                <a:lnTo>
                  <a:pt x="1495425" y="142875"/>
                </a:lnTo>
                <a:lnTo>
                  <a:pt x="1447800" y="142875"/>
                </a:lnTo>
                <a:close/>
                <a:moveTo>
                  <a:pt x="685800" y="142875"/>
                </a:moveTo>
                <a:lnTo>
                  <a:pt x="723900" y="142875"/>
                </a:lnTo>
                <a:lnTo>
                  <a:pt x="723900" y="152400"/>
                </a:lnTo>
                <a:lnTo>
                  <a:pt x="685800" y="152400"/>
                </a:lnTo>
                <a:close/>
                <a:moveTo>
                  <a:pt x="1352550" y="142875"/>
                </a:moveTo>
                <a:lnTo>
                  <a:pt x="1362075" y="142875"/>
                </a:lnTo>
                <a:lnTo>
                  <a:pt x="1362075" y="152400"/>
                </a:lnTo>
                <a:lnTo>
                  <a:pt x="1352550" y="152400"/>
                </a:lnTo>
                <a:close/>
                <a:moveTo>
                  <a:pt x="581025" y="152400"/>
                </a:moveTo>
                <a:lnTo>
                  <a:pt x="628650" y="152400"/>
                </a:lnTo>
                <a:lnTo>
                  <a:pt x="628650" y="161925"/>
                </a:lnTo>
                <a:lnTo>
                  <a:pt x="581025" y="161925"/>
                </a:lnTo>
                <a:close/>
                <a:moveTo>
                  <a:pt x="1257300" y="152400"/>
                </a:moveTo>
                <a:lnTo>
                  <a:pt x="1276350" y="152400"/>
                </a:lnTo>
                <a:lnTo>
                  <a:pt x="1276350" y="161925"/>
                </a:lnTo>
                <a:lnTo>
                  <a:pt x="1257300" y="161925"/>
                </a:lnTo>
                <a:close/>
                <a:moveTo>
                  <a:pt x="1562100" y="152400"/>
                </a:moveTo>
                <a:lnTo>
                  <a:pt x="1571625" y="152400"/>
                </a:lnTo>
                <a:lnTo>
                  <a:pt x="1571625" y="161925"/>
                </a:lnTo>
                <a:lnTo>
                  <a:pt x="1562100" y="161925"/>
                </a:lnTo>
                <a:close/>
                <a:moveTo>
                  <a:pt x="495300" y="161925"/>
                </a:moveTo>
                <a:lnTo>
                  <a:pt x="542925" y="161925"/>
                </a:lnTo>
                <a:lnTo>
                  <a:pt x="542925" y="171450"/>
                </a:lnTo>
                <a:lnTo>
                  <a:pt x="495300" y="171450"/>
                </a:lnTo>
                <a:close/>
                <a:moveTo>
                  <a:pt x="1162050" y="161925"/>
                </a:moveTo>
                <a:lnTo>
                  <a:pt x="1181100" y="161925"/>
                </a:lnTo>
                <a:lnTo>
                  <a:pt x="1181100" y="171450"/>
                </a:lnTo>
                <a:lnTo>
                  <a:pt x="1162050" y="171450"/>
                </a:lnTo>
                <a:close/>
                <a:moveTo>
                  <a:pt x="409575" y="171450"/>
                </a:moveTo>
                <a:lnTo>
                  <a:pt x="419100" y="171450"/>
                </a:lnTo>
                <a:lnTo>
                  <a:pt x="419100" y="180975"/>
                </a:lnTo>
                <a:lnTo>
                  <a:pt x="409575" y="180975"/>
                </a:lnTo>
                <a:close/>
                <a:moveTo>
                  <a:pt x="1076325" y="171450"/>
                </a:moveTo>
                <a:lnTo>
                  <a:pt x="1095375" y="171450"/>
                </a:lnTo>
                <a:lnTo>
                  <a:pt x="1095375" y="180975"/>
                </a:lnTo>
                <a:lnTo>
                  <a:pt x="1076325" y="180975"/>
                </a:lnTo>
                <a:close/>
                <a:moveTo>
                  <a:pt x="1590675" y="171450"/>
                </a:moveTo>
                <a:lnTo>
                  <a:pt x="1600200" y="171450"/>
                </a:lnTo>
                <a:lnTo>
                  <a:pt x="1600200" y="180975"/>
                </a:lnTo>
                <a:lnTo>
                  <a:pt x="1590675" y="180975"/>
                </a:lnTo>
                <a:close/>
                <a:moveTo>
                  <a:pt x="342900" y="180975"/>
                </a:moveTo>
                <a:lnTo>
                  <a:pt x="361950" y="180975"/>
                </a:lnTo>
                <a:lnTo>
                  <a:pt x="361950" y="190500"/>
                </a:lnTo>
                <a:lnTo>
                  <a:pt x="342900" y="190500"/>
                </a:lnTo>
                <a:close/>
                <a:moveTo>
                  <a:pt x="1000125" y="180975"/>
                </a:moveTo>
                <a:lnTo>
                  <a:pt x="1019175" y="180975"/>
                </a:lnTo>
                <a:lnTo>
                  <a:pt x="1019175" y="190500"/>
                </a:lnTo>
                <a:lnTo>
                  <a:pt x="1000125" y="190500"/>
                </a:lnTo>
                <a:close/>
                <a:moveTo>
                  <a:pt x="1600200" y="180975"/>
                </a:moveTo>
                <a:lnTo>
                  <a:pt x="1609725" y="180975"/>
                </a:lnTo>
                <a:lnTo>
                  <a:pt x="1609725" y="190500"/>
                </a:lnTo>
                <a:lnTo>
                  <a:pt x="1600200" y="190500"/>
                </a:lnTo>
                <a:close/>
                <a:moveTo>
                  <a:pt x="295275" y="190500"/>
                </a:moveTo>
                <a:lnTo>
                  <a:pt x="304800" y="190500"/>
                </a:lnTo>
                <a:lnTo>
                  <a:pt x="304800" y="200025"/>
                </a:lnTo>
                <a:lnTo>
                  <a:pt x="295275" y="200025"/>
                </a:lnTo>
                <a:close/>
                <a:moveTo>
                  <a:pt x="895350" y="190500"/>
                </a:moveTo>
                <a:lnTo>
                  <a:pt x="914400" y="190500"/>
                </a:lnTo>
                <a:lnTo>
                  <a:pt x="914400" y="200025"/>
                </a:lnTo>
                <a:lnTo>
                  <a:pt x="895350" y="200025"/>
                </a:lnTo>
                <a:close/>
                <a:moveTo>
                  <a:pt x="1609725" y="190500"/>
                </a:moveTo>
                <a:lnTo>
                  <a:pt x="1619250" y="190500"/>
                </a:lnTo>
                <a:lnTo>
                  <a:pt x="1619250" y="200025"/>
                </a:lnTo>
                <a:lnTo>
                  <a:pt x="1609725" y="200025"/>
                </a:lnTo>
                <a:close/>
                <a:moveTo>
                  <a:pt x="266700" y="200025"/>
                </a:moveTo>
                <a:lnTo>
                  <a:pt x="276225" y="200025"/>
                </a:lnTo>
                <a:lnTo>
                  <a:pt x="276225" y="209550"/>
                </a:lnTo>
                <a:lnTo>
                  <a:pt x="266700" y="209550"/>
                </a:lnTo>
                <a:close/>
                <a:moveTo>
                  <a:pt x="809625" y="200025"/>
                </a:moveTo>
                <a:lnTo>
                  <a:pt x="828675" y="200025"/>
                </a:lnTo>
                <a:lnTo>
                  <a:pt x="828675" y="209550"/>
                </a:lnTo>
                <a:lnTo>
                  <a:pt x="809625" y="209550"/>
                </a:lnTo>
                <a:close/>
                <a:moveTo>
                  <a:pt x="1619250" y="200025"/>
                </a:moveTo>
                <a:lnTo>
                  <a:pt x="1628775" y="200025"/>
                </a:lnTo>
                <a:lnTo>
                  <a:pt x="1628775" y="209550"/>
                </a:lnTo>
                <a:lnTo>
                  <a:pt x="1619250" y="209550"/>
                </a:lnTo>
                <a:close/>
                <a:moveTo>
                  <a:pt x="247650" y="209550"/>
                </a:moveTo>
                <a:lnTo>
                  <a:pt x="257175" y="209550"/>
                </a:lnTo>
                <a:lnTo>
                  <a:pt x="257175" y="219075"/>
                </a:lnTo>
                <a:lnTo>
                  <a:pt x="247650" y="219075"/>
                </a:lnTo>
                <a:close/>
                <a:moveTo>
                  <a:pt x="714375" y="209550"/>
                </a:moveTo>
                <a:lnTo>
                  <a:pt x="742950" y="209550"/>
                </a:lnTo>
                <a:lnTo>
                  <a:pt x="742950" y="219075"/>
                </a:lnTo>
                <a:lnTo>
                  <a:pt x="714375" y="219075"/>
                </a:lnTo>
                <a:close/>
                <a:moveTo>
                  <a:pt x="228600" y="219075"/>
                </a:moveTo>
                <a:lnTo>
                  <a:pt x="238125" y="219075"/>
                </a:lnTo>
                <a:lnTo>
                  <a:pt x="238125" y="228600"/>
                </a:lnTo>
                <a:lnTo>
                  <a:pt x="228600" y="228600"/>
                </a:lnTo>
                <a:close/>
                <a:moveTo>
                  <a:pt x="628650" y="219075"/>
                </a:moveTo>
                <a:lnTo>
                  <a:pt x="647700" y="219075"/>
                </a:lnTo>
                <a:lnTo>
                  <a:pt x="647700" y="228600"/>
                </a:lnTo>
                <a:lnTo>
                  <a:pt x="628650" y="228600"/>
                </a:lnTo>
                <a:close/>
                <a:moveTo>
                  <a:pt x="990600" y="219075"/>
                </a:moveTo>
                <a:lnTo>
                  <a:pt x="1000125" y="219075"/>
                </a:lnTo>
                <a:lnTo>
                  <a:pt x="1000125" y="228600"/>
                </a:lnTo>
                <a:lnTo>
                  <a:pt x="990600" y="228600"/>
                </a:lnTo>
                <a:close/>
                <a:moveTo>
                  <a:pt x="1495425" y="219075"/>
                </a:moveTo>
                <a:lnTo>
                  <a:pt x="1524000" y="219075"/>
                </a:lnTo>
                <a:lnTo>
                  <a:pt x="1524000" y="228600"/>
                </a:lnTo>
                <a:lnTo>
                  <a:pt x="1495425" y="228600"/>
                </a:lnTo>
                <a:close/>
                <a:moveTo>
                  <a:pt x="542925" y="228600"/>
                </a:moveTo>
                <a:lnTo>
                  <a:pt x="561975" y="228600"/>
                </a:lnTo>
                <a:lnTo>
                  <a:pt x="561975" y="238125"/>
                </a:lnTo>
                <a:lnTo>
                  <a:pt x="542925" y="238125"/>
                </a:lnTo>
                <a:close/>
                <a:moveTo>
                  <a:pt x="895350" y="228600"/>
                </a:moveTo>
                <a:lnTo>
                  <a:pt x="914400" y="228600"/>
                </a:lnTo>
                <a:lnTo>
                  <a:pt x="914400" y="238125"/>
                </a:lnTo>
                <a:lnTo>
                  <a:pt x="895350" y="238125"/>
                </a:lnTo>
                <a:close/>
                <a:moveTo>
                  <a:pt x="1104900" y="228600"/>
                </a:moveTo>
                <a:lnTo>
                  <a:pt x="1114425" y="228600"/>
                </a:lnTo>
                <a:lnTo>
                  <a:pt x="1114425" y="238125"/>
                </a:lnTo>
                <a:lnTo>
                  <a:pt x="1104900" y="238125"/>
                </a:lnTo>
                <a:close/>
                <a:moveTo>
                  <a:pt x="1485900" y="228600"/>
                </a:moveTo>
                <a:lnTo>
                  <a:pt x="1495425" y="228600"/>
                </a:lnTo>
                <a:lnTo>
                  <a:pt x="1495425" y="238125"/>
                </a:lnTo>
                <a:lnTo>
                  <a:pt x="1485900" y="238125"/>
                </a:lnTo>
                <a:close/>
                <a:moveTo>
                  <a:pt x="1638300" y="228600"/>
                </a:moveTo>
                <a:lnTo>
                  <a:pt x="1647825" y="228600"/>
                </a:lnTo>
                <a:lnTo>
                  <a:pt x="1647825" y="238125"/>
                </a:lnTo>
                <a:lnTo>
                  <a:pt x="1638300" y="238125"/>
                </a:lnTo>
                <a:close/>
                <a:moveTo>
                  <a:pt x="200025" y="238125"/>
                </a:moveTo>
                <a:lnTo>
                  <a:pt x="209550" y="238125"/>
                </a:lnTo>
                <a:lnTo>
                  <a:pt x="209550" y="247650"/>
                </a:lnTo>
                <a:lnTo>
                  <a:pt x="200025" y="247650"/>
                </a:lnTo>
                <a:close/>
                <a:moveTo>
                  <a:pt x="457200" y="238125"/>
                </a:moveTo>
                <a:lnTo>
                  <a:pt x="485775" y="238125"/>
                </a:lnTo>
                <a:lnTo>
                  <a:pt x="485775" y="247650"/>
                </a:lnTo>
                <a:lnTo>
                  <a:pt x="457200" y="247650"/>
                </a:lnTo>
                <a:close/>
                <a:moveTo>
                  <a:pt x="809625" y="238125"/>
                </a:moveTo>
                <a:lnTo>
                  <a:pt x="819150" y="238125"/>
                </a:lnTo>
                <a:lnTo>
                  <a:pt x="819150" y="247650"/>
                </a:lnTo>
                <a:lnTo>
                  <a:pt x="809625" y="247650"/>
                </a:lnTo>
                <a:close/>
                <a:moveTo>
                  <a:pt x="1114425" y="238125"/>
                </a:moveTo>
                <a:lnTo>
                  <a:pt x="1123950" y="238125"/>
                </a:lnTo>
                <a:lnTo>
                  <a:pt x="1123950" y="247650"/>
                </a:lnTo>
                <a:lnTo>
                  <a:pt x="1114425" y="247650"/>
                </a:lnTo>
                <a:close/>
                <a:moveTo>
                  <a:pt x="1390650" y="238125"/>
                </a:moveTo>
                <a:lnTo>
                  <a:pt x="1400175" y="238125"/>
                </a:lnTo>
                <a:lnTo>
                  <a:pt x="1400175" y="257175"/>
                </a:lnTo>
                <a:lnTo>
                  <a:pt x="1390650" y="257175"/>
                </a:lnTo>
                <a:close/>
                <a:moveTo>
                  <a:pt x="371475" y="247650"/>
                </a:moveTo>
                <a:lnTo>
                  <a:pt x="390525" y="247650"/>
                </a:lnTo>
                <a:lnTo>
                  <a:pt x="390525" y="257175"/>
                </a:lnTo>
                <a:lnTo>
                  <a:pt x="371475" y="257175"/>
                </a:lnTo>
                <a:close/>
                <a:moveTo>
                  <a:pt x="714375" y="247650"/>
                </a:moveTo>
                <a:lnTo>
                  <a:pt x="733425" y="247650"/>
                </a:lnTo>
                <a:lnTo>
                  <a:pt x="733425" y="257175"/>
                </a:lnTo>
                <a:lnTo>
                  <a:pt x="714375" y="257175"/>
                </a:lnTo>
                <a:close/>
                <a:moveTo>
                  <a:pt x="1333500" y="247650"/>
                </a:moveTo>
                <a:lnTo>
                  <a:pt x="1343025" y="247650"/>
                </a:lnTo>
                <a:lnTo>
                  <a:pt x="1343025" y="257175"/>
                </a:lnTo>
                <a:lnTo>
                  <a:pt x="1333500" y="257175"/>
                </a:lnTo>
                <a:close/>
                <a:moveTo>
                  <a:pt x="1562100" y="247650"/>
                </a:moveTo>
                <a:lnTo>
                  <a:pt x="1571625" y="247650"/>
                </a:lnTo>
                <a:lnTo>
                  <a:pt x="1571625" y="257175"/>
                </a:lnTo>
                <a:lnTo>
                  <a:pt x="1562100" y="257175"/>
                </a:lnTo>
                <a:close/>
                <a:moveTo>
                  <a:pt x="314325" y="257175"/>
                </a:moveTo>
                <a:lnTo>
                  <a:pt x="323850" y="257175"/>
                </a:lnTo>
                <a:lnTo>
                  <a:pt x="323850" y="266700"/>
                </a:lnTo>
                <a:lnTo>
                  <a:pt x="314325" y="266700"/>
                </a:lnTo>
                <a:close/>
                <a:moveTo>
                  <a:pt x="1314450" y="257175"/>
                </a:moveTo>
                <a:lnTo>
                  <a:pt x="1323975" y="257175"/>
                </a:lnTo>
                <a:lnTo>
                  <a:pt x="1323975" y="266700"/>
                </a:lnTo>
                <a:lnTo>
                  <a:pt x="1314450" y="266700"/>
                </a:lnTo>
                <a:close/>
                <a:moveTo>
                  <a:pt x="1400175" y="257175"/>
                </a:moveTo>
                <a:lnTo>
                  <a:pt x="1409700" y="257175"/>
                </a:lnTo>
                <a:lnTo>
                  <a:pt x="1409700" y="266700"/>
                </a:lnTo>
                <a:lnTo>
                  <a:pt x="1400175" y="266700"/>
                </a:lnTo>
                <a:close/>
                <a:moveTo>
                  <a:pt x="1552575" y="257175"/>
                </a:moveTo>
                <a:lnTo>
                  <a:pt x="1562100" y="257175"/>
                </a:lnTo>
                <a:lnTo>
                  <a:pt x="1562100" y="266700"/>
                </a:lnTo>
                <a:lnTo>
                  <a:pt x="1552575" y="266700"/>
                </a:lnTo>
                <a:close/>
                <a:moveTo>
                  <a:pt x="1647825" y="257175"/>
                </a:moveTo>
                <a:lnTo>
                  <a:pt x="1657350" y="257175"/>
                </a:lnTo>
                <a:lnTo>
                  <a:pt x="1657350" y="266700"/>
                </a:lnTo>
                <a:lnTo>
                  <a:pt x="1647825" y="266700"/>
                </a:lnTo>
                <a:close/>
                <a:moveTo>
                  <a:pt x="285750" y="266700"/>
                </a:moveTo>
                <a:lnTo>
                  <a:pt x="295275" y="266700"/>
                </a:lnTo>
                <a:lnTo>
                  <a:pt x="295275" y="276225"/>
                </a:lnTo>
                <a:lnTo>
                  <a:pt x="285750" y="276225"/>
                </a:lnTo>
                <a:close/>
                <a:moveTo>
                  <a:pt x="1123950" y="266700"/>
                </a:moveTo>
                <a:lnTo>
                  <a:pt x="1133475" y="266700"/>
                </a:lnTo>
                <a:lnTo>
                  <a:pt x="1133475" y="295275"/>
                </a:lnTo>
                <a:lnTo>
                  <a:pt x="1123950" y="295275"/>
                </a:lnTo>
                <a:close/>
                <a:moveTo>
                  <a:pt x="1419225" y="266700"/>
                </a:moveTo>
                <a:lnTo>
                  <a:pt x="1428750" y="266700"/>
                </a:lnTo>
                <a:lnTo>
                  <a:pt x="1428750" y="276225"/>
                </a:lnTo>
                <a:lnTo>
                  <a:pt x="1419225" y="276225"/>
                </a:lnTo>
                <a:close/>
                <a:moveTo>
                  <a:pt x="266700" y="276225"/>
                </a:moveTo>
                <a:lnTo>
                  <a:pt x="276225" y="276225"/>
                </a:lnTo>
                <a:lnTo>
                  <a:pt x="276225" y="285750"/>
                </a:lnTo>
                <a:lnTo>
                  <a:pt x="266700" y="285750"/>
                </a:lnTo>
                <a:close/>
                <a:moveTo>
                  <a:pt x="1295400" y="276225"/>
                </a:moveTo>
                <a:lnTo>
                  <a:pt x="1304925" y="276225"/>
                </a:lnTo>
                <a:lnTo>
                  <a:pt x="1304925" y="285750"/>
                </a:lnTo>
                <a:lnTo>
                  <a:pt x="1295400" y="285750"/>
                </a:lnTo>
                <a:close/>
                <a:moveTo>
                  <a:pt x="247650" y="285750"/>
                </a:moveTo>
                <a:lnTo>
                  <a:pt x="257175" y="285750"/>
                </a:lnTo>
                <a:lnTo>
                  <a:pt x="257175" y="295275"/>
                </a:lnTo>
                <a:lnTo>
                  <a:pt x="247650" y="295275"/>
                </a:lnTo>
                <a:close/>
                <a:moveTo>
                  <a:pt x="1304925" y="285750"/>
                </a:moveTo>
                <a:lnTo>
                  <a:pt x="1333500" y="285750"/>
                </a:lnTo>
                <a:lnTo>
                  <a:pt x="1333500" y="295275"/>
                </a:lnTo>
                <a:lnTo>
                  <a:pt x="1304925" y="295275"/>
                </a:lnTo>
                <a:close/>
                <a:moveTo>
                  <a:pt x="1657350" y="295275"/>
                </a:moveTo>
                <a:lnTo>
                  <a:pt x="1666875" y="295275"/>
                </a:lnTo>
                <a:lnTo>
                  <a:pt x="1666875" y="314325"/>
                </a:lnTo>
                <a:lnTo>
                  <a:pt x="1657350" y="314325"/>
                </a:lnTo>
                <a:close/>
                <a:moveTo>
                  <a:pt x="133350" y="304800"/>
                </a:moveTo>
                <a:lnTo>
                  <a:pt x="142875" y="304800"/>
                </a:lnTo>
                <a:lnTo>
                  <a:pt x="142875" y="314325"/>
                </a:lnTo>
                <a:lnTo>
                  <a:pt x="133350" y="314325"/>
                </a:lnTo>
                <a:close/>
                <a:moveTo>
                  <a:pt x="123825" y="323850"/>
                </a:moveTo>
                <a:lnTo>
                  <a:pt x="133350" y="323850"/>
                </a:lnTo>
                <a:lnTo>
                  <a:pt x="133350" y="333375"/>
                </a:lnTo>
                <a:lnTo>
                  <a:pt x="123825" y="333375"/>
                </a:lnTo>
                <a:close/>
                <a:moveTo>
                  <a:pt x="304800" y="323850"/>
                </a:moveTo>
                <a:lnTo>
                  <a:pt x="323850" y="323850"/>
                </a:lnTo>
                <a:lnTo>
                  <a:pt x="323850" y="333375"/>
                </a:lnTo>
                <a:lnTo>
                  <a:pt x="361950" y="333375"/>
                </a:lnTo>
                <a:lnTo>
                  <a:pt x="361950" y="323850"/>
                </a:lnTo>
                <a:lnTo>
                  <a:pt x="371475" y="323850"/>
                </a:lnTo>
                <a:lnTo>
                  <a:pt x="371475" y="333375"/>
                </a:lnTo>
                <a:lnTo>
                  <a:pt x="361950" y="333375"/>
                </a:lnTo>
                <a:lnTo>
                  <a:pt x="361950" y="342900"/>
                </a:lnTo>
                <a:lnTo>
                  <a:pt x="352425" y="342900"/>
                </a:lnTo>
                <a:lnTo>
                  <a:pt x="352425" y="352425"/>
                </a:lnTo>
                <a:lnTo>
                  <a:pt x="361950" y="352425"/>
                </a:lnTo>
                <a:lnTo>
                  <a:pt x="361950" y="361950"/>
                </a:lnTo>
                <a:lnTo>
                  <a:pt x="333375" y="361950"/>
                </a:lnTo>
                <a:lnTo>
                  <a:pt x="333375" y="342900"/>
                </a:lnTo>
                <a:lnTo>
                  <a:pt x="314325" y="342900"/>
                </a:lnTo>
                <a:lnTo>
                  <a:pt x="314325" y="333375"/>
                </a:lnTo>
                <a:lnTo>
                  <a:pt x="304800" y="333375"/>
                </a:lnTo>
                <a:close/>
                <a:moveTo>
                  <a:pt x="390525" y="323850"/>
                </a:moveTo>
                <a:lnTo>
                  <a:pt x="409575" y="323850"/>
                </a:lnTo>
                <a:lnTo>
                  <a:pt x="409575" y="333375"/>
                </a:lnTo>
                <a:lnTo>
                  <a:pt x="390525" y="333375"/>
                </a:lnTo>
                <a:close/>
                <a:moveTo>
                  <a:pt x="295275" y="333375"/>
                </a:moveTo>
                <a:lnTo>
                  <a:pt x="304800" y="333375"/>
                </a:lnTo>
                <a:lnTo>
                  <a:pt x="304800" y="342900"/>
                </a:lnTo>
                <a:lnTo>
                  <a:pt x="295275" y="342900"/>
                </a:lnTo>
                <a:close/>
                <a:moveTo>
                  <a:pt x="409575" y="333375"/>
                </a:moveTo>
                <a:lnTo>
                  <a:pt x="419100" y="333375"/>
                </a:lnTo>
                <a:lnTo>
                  <a:pt x="419100" y="361950"/>
                </a:lnTo>
                <a:lnTo>
                  <a:pt x="400050" y="361950"/>
                </a:lnTo>
                <a:lnTo>
                  <a:pt x="400050" y="352425"/>
                </a:lnTo>
                <a:lnTo>
                  <a:pt x="381000" y="352425"/>
                </a:lnTo>
                <a:lnTo>
                  <a:pt x="381000" y="342900"/>
                </a:lnTo>
                <a:lnTo>
                  <a:pt x="409575" y="342900"/>
                </a:lnTo>
                <a:close/>
                <a:moveTo>
                  <a:pt x="1085850" y="333375"/>
                </a:moveTo>
                <a:lnTo>
                  <a:pt x="1095375" y="333375"/>
                </a:lnTo>
                <a:lnTo>
                  <a:pt x="1095375" y="342900"/>
                </a:lnTo>
                <a:lnTo>
                  <a:pt x="1085850" y="342900"/>
                </a:lnTo>
                <a:close/>
                <a:moveTo>
                  <a:pt x="190500" y="342900"/>
                </a:moveTo>
                <a:lnTo>
                  <a:pt x="200025" y="342900"/>
                </a:lnTo>
                <a:lnTo>
                  <a:pt x="200025" y="352425"/>
                </a:lnTo>
                <a:lnTo>
                  <a:pt x="190500" y="352425"/>
                </a:lnTo>
                <a:close/>
                <a:moveTo>
                  <a:pt x="1028700" y="342900"/>
                </a:moveTo>
                <a:lnTo>
                  <a:pt x="1047750" y="342900"/>
                </a:lnTo>
                <a:lnTo>
                  <a:pt x="1047750" y="352425"/>
                </a:lnTo>
                <a:lnTo>
                  <a:pt x="1028700" y="352425"/>
                </a:lnTo>
                <a:close/>
                <a:moveTo>
                  <a:pt x="942975" y="352425"/>
                </a:moveTo>
                <a:lnTo>
                  <a:pt x="952500" y="352425"/>
                </a:lnTo>
                <a:lnTo>
                  <a:pt x="952500" y="361950"/>
                </a:lnTo>
                <a:lnTo>
                  <a:pt x="942975" y="361950"/>
                </a:lnTo>
                <a:close/>
                <a:moveTo>
                  <a:pt x="104775" y="361950"/>
                </a:moveTo>
                <a:lnTo>
                  <a:pt x="114300" y="361950"/>
                </a:lnTo>
                <a:lnTo>
                  <a:pt x="114300" y="371475"/>
                </a:lnTo>
                <a:lnTo>
                  <a:pt x="104775" y="371475"/>
                </a:lnTo>
                <a:close/>
                <a:moveTo>
                  <a:pt x="323850" y="361950"/>
                </a:moveTo>
                <a:lnTo>
                  <a:pt x="333375" y="361950"/>
                </a:lnTo>
                <a:lnTo>
                  <a:pt x="333375" y="371475"/>
                </a:lnTo>
                <a:lnTo>
                  <a:pt x="323850" y="371475"/>
                </a:lnTo>
                <a:close/>
                <a:moveTo>
                  <a:pt x="361950" y="361950"/>
                </a:moveTo>
                <a:lnTo>
                  <a:pt x="381000" y="361950"/>
                </a:lnTo>
                <a:lnTo>
                  <a:pt x="381000" y="371475"/>
                </a:lnTo>
                <a:lnTo>
                  <a:pt x="361950" y="371475"/>
                </a:lnTo>
                <a:close/>
                <a:moveTo>
                  <a:pt x="847725" y="361950"/>
                </a:moveTo>
                <a:lnTo>
                  <a:pt x="876300" y="361950"/>
                </a:lnTo>
                <a:lnTo>
                  <a:pt x="876300" y="371475"/>
                </a:lnTo>
                <a:lnTo>
                  <a:pt x="847725" y="371475"/>
                </a:lnTo>
                <a:close/>
                <a:moveTo>
                  <a:pt x="314325" y="371475"/>
                </a:moveTo>
                <a:lnTo>
                  <a:pt x="323850" y="371475"/>
                </a:lnTo>
                <a:lnTo>
                  <a:pt x="323850" y="381000"/>
                </a:lnTo>
                <a:lnTo>
                  <a:pt x="314325" y="381000"/>
                </a:lnTo>
                <a:close/>
                <a:moveTo>
                  <a:pt x="695325" y="371475"/>
                </a:moveTo>
                <a:lnTo>
                  <a:pt x="704850" y="371475"/>
                </a:lnTo>
                <a:lnTo>
                  <a:pt x="704850" y="381000"/>
                </a:lnTo>
                <a:lnTo>
                  <a:pt x="695325" y="381000"/>
                </a:lnTo>
                <a:close/>
                <a:moveTo>
                  <a:pt x="762000" y="371475"/>
                </a:moveTo>
                <a:lnTo>
                  <a:pt x="781050" y="371475"/>
                </a:lnTo>
                <a:lnTo>
                  <a:pt x="781050" y="381000"/>
                </a:lnTo>
                <a:lnTo>
                  <a:pt x="762000" y="381000"/>
                </a:lnTo>
                <a:close/>
                <a:moveTo>
                  <a:pt x="95250" y="381000"/>
                </a:moveTo>
                <a:lnTo>
                  <a:pt x="104775" y="381000"/>
                </a:lnTo>
                <a:lnTo>
                  <a:pt x="104775" y="390525"/>
                </a:lnTo>
                <a:lnTo>
                  <a:pt x="95250" y="390525"/>
                </a:lnTo>
                <a:close/>
                <a:moveTo>
                  <a:pt x="161925" y="400050"/>
                </a:moveTo>
                <a:lnTo>
                  <a:pt x="171450" y="400050"/>
                </a:lnTo>
                <a:lnTo>
                  <a:pt x="171450" y="409575"/>
                </a:lnTo>
                <a:lnTo>
                  <a:pt x="161925" y="409575"/>
                </a:lnTo>
                <a:close/>
                <a:moveTo>
                  <a:pt x="1666875" y="400050"/>
                </a:moveTo>
                <a:lnTo>
                  <a:pt x="1676400" y="400050"/>
                </a:lnTo>
                <a:lnTo>
                  <a:pt x="1676400" y="428625"/>
                </a:lnTo>
                <a:lnTo>
                  <a:pt x="1666875" y="428625"/>
                </a:lnTo>
                <a:close/>
                <a:moveTo>
                  <a:pt x="85725" y="419100"/>
                </a:moveTo>
                <a:lnTo>
                  <a:pt x="95250" y="419100"/>
                </a:lnTo>
                <a:lnTo>
                  <a:pt x="95250" y="438150"/>
                </a:lnTo>
                <a:lnTo>
                  <a:pt x="85725" y="438150"/>
                </a:lnTo>
                <a:close/>
                <a:moveTo>
                  <a:pt x="1504950" y="428625"/>
                </a:moveTo>
                <a:lnTo>
                  <a:pt x="1524000" y="428625"/>
                </a:lnTo>
                <a:lnTo>
                  <a:pt x="1524000" y="438150"/>
                </a:lnTo>
                <a:lnTo>
                  <a:pt x="1504950" y="438150"/>
                </a:lnTo>
                <a:close/>
                <a:moveTo>
                  <a:pt x="1543050" y="466725"/>
                </a:moveTo>
                <a:lnTo>
                  <a:pt x="1562100" y="466725"/>
                </a:lnTo>
                <a:lnTo>
                  <a:pt x="1562100" y="476250"/>
                </a:lnTo>
                <a:lnTo>
                  <a:pt x="1543050" y="476250"/>
                </a:lnTo>
                <a:close/>
                <a:moveTo>
                  <a:pt x="523875" y="476250"/>
                </a:moveTo>
                <a:lnTo>
                  <a:pt x="533400" y="476250"/>
                </a:lnTo>
                <a:lnTo>
                  <a:pt x="533400" y="485775"/>
                </a:lnTo>
                <a:lnTo>
                  <a:pt x="523875" y="485775"/>
                </a:lnTo>
                <a:close/>
                <a:moveTo>
                  <a:pt x="419100" y="485775"/>
                </a:moveTo>
                <a:lnTo>
                  <a:pt x="438150" y="485775"/>
                </a:lnTo>
                <a:lnTo>
                  <a:pt x="438150" y="495300"/>
                </a:lnTo>
                <a:lnTo>
                  <a:pt x="419100" y="495300"/>
                </a:lnTo>
                <a:close/>
                <a:moveTo>
                  <a:pt x="1466850" y="485775"/>
                </a:moveTo>
                <a:lnTo>
                  <a:pt x="1476375" y="485775"/>
                </a:lnTo>
                <a:lnTo>
                  <a:pt x="1476375" y="495300"/>
                </a:lnTo>
                <a:lnTo>
                  <a:pt x="1466850" y="495300"/>
                </a:lnTo>
                <a:close/>
                <a:moveTo>
                  <a:pt x="1552575" y="485775"/>
                </a:moveTo>
                <a:lnTo>
                  <a:pt x="1562100" y="485775"/>
                </a:lnTo>
                <a:lnTo>
                  <a:pt x="1562100" y="495300"/>
                </a:lnTo>
                <a:lnTo>
                  <a:pt x="1552575" y="495300"/>
                </a:lnTo>
                <a:close/>
                <a:moveTo>
                  <a:pt x="257175" y="495300"/>
                </a:moveTo>
                <a:lnTo>
                  <a:pt x="285750" y="495300"/>
                </a:lnTo>
                <a:lnTo>
                  <a:pt x="285750" y="504825"/>
                </a:lnTo>
                <a:lnTo>
                  <a:pt x="257175" y="504825"/>
                </a:lnTo>
                <a:close/>
                <a:moveTo>
                  <a:pt x="571500" y="495300"/>
                </a:moveTo>
                <a:lnTo>
                  <a:pt x="581025" y="495300"/>
                </a:lnTo>
                <a:lnTo>
                  <a:pt x="581025" y="504825"/>
                </a:lnTo>
                <a:lnTo>
                  <a:pt x="571500" y="504825"/>
                </a:lnTo>
                <a:close/>
                <a:moveTo>
                  <a:pt x="352425" y="504825"/>
                </a:moveTo>
                <a:lnTo>
                  <a:pt x="361950" y="504825"/>
                </a:lnTo>
                <a:lnTo>
                  <a:pt x="361950" y="514350"/>
                </a:lnTo>
                <a:lnTo>
                  <a:pt x="352425" y="514350"/>
                </a:lnTo>
                <a:close/>
                <a:moveTo>
                  <a:pt x="533400" y="504825"/>
                </a:moveTo>
                <a:lnTo>
                  <a:pt x="542925" y="504825"/>
                </a:lnTo>
                <a:lnTo>
                  <a:pt x="542925" y="514350"/>
                </a:lnTo>
                <a:lnTo>
                  <a:pt x="533400" y="514350"/>
                </a:lnTo>
                <a:close/>
                <a:moveTo>
                  <a:pt x="552450" y="504825"/>
                </a:moveTo>
                <a:lnTo>
                  <a:pt x="571500" y="504825"/>
                </a:lnTo>
                <a:lnTo>
                  <a:pt x="571500" y="514350"/>
                </a:lnTo>
                <a:lnTo>
                  <a:pt x="552450" y="514350"/>
                </a:lnTo>
                <a:close/>
                <a:moveTo>
                  <a:pt x="1524000" y="504825"/>
                </a:moveTo>
                <a:lnTo>
                  <a:pt x="1533525" y="504825"/>
                </a:lnTo>
                <a:lnTo>
                  <a:pt x="1533525" y="514350"/>
                </a:lnTo>
                <a:lnTo>
                  <a:pt x="1524000" y="514350"/>
                </a:lnTo>
                <a:close/>
                <a:moveTo>
                  <a:pt x="323850" y="514350"/>
                </a:moveTo>
                <a:lnTo>
                  <a:pt x="333375" y="514350"/>
                </a:lnTo>
                <a:lnTo>
                  <a:pt x="333375" y="523875"/>
                </a:lnTo>
                <a:lnTo>
                  <a:pt x="323850" y="523875"/>
                </a:lnTo>
                <a:close/>
                <a:moveTo>
                  <a:pt x="361950" y="514350"/>
                </a:moveTo>
                <a:lnTo>
                  <a:pt x="371475" y="514350"/>
                </a:lnTo>
                <a:lnTo>
                  <a:pt x="371475" y="523875"/>
                </a:lnTo>
                <a:lnTo>
                  <a:pt x="361950" y="523875"/>
                </a:lnTo>
                <a:close/>
                <a:moveTo>
                  <a:pt x="409575" y="514350"/>
                </a:moveTo>
                <a:lnTo>
                  <a:pt x="419100" y="514350"/>
                </a:lnTo>
                <a:lnTo>
                  <a:pt x="419100" y="523875"/>
                </a:lnTo>
                <a:lnTo>
                  <a:pt x="409575" y="523875"/>
                </a:lnTo>
                <a:close/>
                <a:moveTo>
                  <a:pt x="523875" y="514350"/>
                </a:moveTo>
                <a:lnTo>
                  <a:pt x="533400" y="514350"/>
                </a:lnTo>
                <a:lnTo>
                  <a:pt x="533400" y="533400"/>
                </a:lnTo>
                <a:lnTo>
                  <a:pt x="523875" y="533400"/>
                </a:lnTo>
                <a:close/>
                <a:moveTo>
                  <a:pt x="371475" y="523875"/>
                </a:moveTo>
                <a:lnTo>
                  <a:pt x="381000" y="523875"/>
                </a:lnTo>
                <a:lnTo>
                  <a:pt x="381000" y="533400"/>
                </a:lnTo>
                <a:lnTo>
                  <a:pt x="371475" y="533400"/>
                </a:lnTo>
                <a:close/>
                <a:moveTo>
                  <a:pt x="400050" y="523875"/>
                </a:moveTo>
                <a:lnTo>
                  <a:pt x="409575" y="523875"/>
                </a:lnTo>
                <a:lnTo>
                  <a:pt x="409575" y="542925"/>
                </a:lnTo>
                <a:lnTo>
                  <a:pt x="400050" y="542925"/>
                </a:lnTo>
                <a:close/>
                <a:moveTo>
                  <a:pt x="1676400" y="523875"/>
                </a:moveTo>
                <a:lnTo>
                  <a:pt x="1685925" y="523875"/>
                </a:lnTo>
                <a:lnTo>
                  <a:pt x="1685925" y="542925"/>
                </a:lnTo>
                <a:lnTo>
                  <a:pt x="1676400" y="542925"/>
                </a:lnTo>
                <a:close/>
                <a:moveTo>
                  <a:pt x="533400" y="533400"/>
                </a:moveTo>
                <a:lnTo>
                  <a:pt x="542925" y="533400"/>
                </a:lnTo>
                <a:lnTo>
                  <a:pt x="542925" y="542925"/>
                </a:lnTo>
                <a:lnTo>
                  <a:pt x="533400" y="542925"/>
                </a:lnTo>
                <a:close/>
                <a:moveTo>
                  <a:pt x="561975" y="533400"/>
                </a:moveTo>
                <a:lnTo>
                  <a:pt x="571500" y="533400"/>
                </a:lnTo>
                <a:lnTo>
                  <a:pt x="571500" y="542925"/>
                </a:lnTo>
                <a:lnTo>
                  <a:pt x="561975" y="542925"/>
                </a:lnTo>
                <a:close/>
                <a:moveTo>
                  <a:pt x="542925" y="542925"/>
                </a:moveTo>
                <a:lnTo>
                  <a:pt x="552450" y="542925"/>
                </a:lnTo>
                <a:lnTo>
                  <a:pt x="552450" y="552450"/>
                </a:lnTo>
                <a:lnTo>
                  <a:pt x="542925" y="552450"/>
                </a:lnTo>
                <a:close/>
                <a:moveTo>
                  <a:pt x="571500" y="542925"/>
                </a:moveTo>
                <a:lnTo>
                  <a:pt x="581025" y="542925"/>
                </a:lnTo>
                <a:lnTo>
                  <a:pt x="581025" y="561975"/>
                </a:lnTo>
                <a:lnTo>
                  <a:pt x="571500" y="561975"/>
                </a:lnTo>
                <a:close/>
                <a:moveTo>
                  <a:pt x="3467100" y="552450"/>
                </a:moveTo>
                <a:lnTo>
                  <a:pt x="3505200" y="552450"/>
                </a:lnTo>
                <a:lnTo>
                  <a:pt x="3505200" y="561975"/>
                </a:lnTo>
                <a:lnTo>
                  <a:pt x="3467100" y="561975"/>
                </a:lnTo>
                <a:close/>
                <a:moveTo>
                  <a:pt x="561975" y="561975"/>
                </a:moveTo>
                <a:lnTo>
                  <a:pt x="571500" y="561975"/>
                </a:lnTo>
                <a:lnTo>
                  <a:pt x="571500" y="571500"/>
                </a:lnTo>
                <a:lnTo>
                  <a:pt x="561975" y="571500"/>
                </a:lnTo>
                <a:close/>
                <a:moveTo>
                  <a:pt x="3457575" y="561975"/>
                </a:moveTo>
                <a:lnTo>
                  <a:pt x="3467100" y="561975"/>
                </a:lnTo>
                <a:lnTo>
                  <a:pt x="3467100" y="571500"/>
                </a:lnTo>
                <a:lnTo>
                  <a:pt x="3457575" y="571500"/>
                </a:lnTo>
                <a:close/>
                <a:moveTo>
                  <a:pt x="476250" y="571500"/>
                </a:moveTo>
                <a:lnTo>
                  <a:pt x="485775" y="571500"/>
                </a:lnTo>
                <a:lnTo>
                  <a:pt x="485775" y="581025"/>
                </a:lnTo>
                <a:lnTo>
                  <a:pt x="476250" y="581025"/>
                </a:lnTo>
                <a:close/>
                <a:moveTo>
                  <a:pt x="3524250" y="571500"/>
                </a:moveTo>
                <a:lnTo>
                  <a:pt x="3533775" y="571500"/>
                </a:lnTo>
                <a:lnTo>
                  <a:pt x="3533775" y="581025"/>
                </a:lnTo>
                <a:lnTo>
                  <a:pt x="3524250" y="581025"/>
                </a:lnTo>
                <a:close/>
                <a:moveTo>
                  <a:pt x="238125" y="581025"/>
                </a:moveTo>
                <a:lnTo>
                  <a:pt x="247650" y="581025"/>
                </a:lnTo>
                <a:lnTo>
                  <a:pt x="247650" y="590550"/>
                </a:lnTo>
                <a:lnTo>
                  <a:pt x="238125" y="590550"/>
                </a:lnTo>
                <a:close/>
                <a:moveTo>
                  <a:pt x="323850" y="581025"/>
                </a:moveTo>
                <a:lnTo>
                  <a:pt x="333375" y="581025"/>
                </a:lnTo>
                <a:lnTo>
                  <a:pt x="333375" y="590550"/>
                </a:lnTo>
                <a:lnTo>
                  <a:pt x="323850" y="590550"/>
                </a:lnTo>
                <a:close/>
                <a:moveTo>
                  <a:pt x="3486150" y="581025"/>
                </a:moveTo>
                <a:lnTo>
                  <a:pt x="3524250" y="581025"/>
                </a:lnTo>
                <a:lnTo>
                  <a:pt x="3524250" y="590550"/>
                </a:lnTo>
                <a:lnTo>
                  <a:pt x="3486150" y="590550"/>
                </a:lnTo>
                <a:close/>
                <a:moveTo>
                  <a:pt x="247650" y="590550"/>
                </a:moveTo>
                <a:lnTo>
                  <a:pt x="257175" y="590550"/>
                </a:lnTo>
                <a:lnTo>
                  <a:pt x="257175" y="600075"/>
                </a:lnTo>
                <a:lnTo>
                  <a:pt x="247650" y="600075"/>
                </a:lnTo>
                <a:close/>
                <a:moveTo>
                  <a:pt x="314325" y="590550"/>
                </a:moveTo>
                <a:lnTo>
                  <a:pt x="323850" y="590550"/>
                </a:lnTo>
                <a:lnTo>
                  <a:pt x="323850" y="600075"/>
                </a:lnTo>
                <a:lnTo>
                  <a:pt x="314325" y="600075"/>
                </a:lnTo>
                <a:close/>
                <a:moveTo>
                  <a:pt x="2247900" y="609600"/>
                </a:moveTo>
                <a:lnTo>
                  <a:pt x="2257425" y="609600"/>
                </a:lnTo>
                <a:lnTo>
                  <a:pt x="2257425" y="619125"/>
                </a:lnTo>
                <a:lnTo>
                  <a:pt x="2247900" y="619125"/>
                </a:lnTo>
                <a:close/>
                <a:moveTo>
                  <a:pt x="85725" y="619125"/>
                </a:moveTo>
                <a:lnTo>
                  <a:pt x="95250" y="619125"/>
                </a:lnTo>
                <a:lnTo>
                  <a:pt x="95250" y="714375"/>
                </a:lnTo>
                <a:lnTo>
                  <a:pt x="85725" y="714375"/>
                </a:lnTo>
                <a:close/>
                <a:moveTo>
                  <a:pt x="2305050" y="619125"/>
                </a:moveTo>
                <a:lnTo>
                  <a:pt x="2333625" y="619125"/>
                </a:lnTo>
                <a:lnTo>
                  <a:pt x="2333625" y="647700"/>
                </a:lnTo>
                <a:lnTo>
                  <a:pt x="2343150" y="647700"/>
                </a:lnTo>
                <a:lnTo>
                  <a:pt x="2343150" y="638175"/>
                </a:lnTo>
                <a:lnTo>
                  <a:pt x="2352675" y="638175"/>
                </a:lnTo>
                <a:lnTo>
                  <a:pt x="2352675" y="628650"/>
                </a:lnTo>
                <a:lnTo>
                  <a:pt x="2371725" y="628650"/>
                </a:lnTo>
                <a:lnTo>
                  <a:pt x="2371725" y="647700"/>
                </a:lnTo>
                <a:lnTo>
                  <a:pt x="2362200" y="647700"/>
                </a:lnTo>
                <a:lnTo>
                  <a:pt x="2362200" y="685800"/>
                </a:lnTo>
                <a:lnTo>
                  <a:pt x="2352675" y="685800"/>
                </a:lnTo>
                <a:lnTo>
                  <a:pt x="2352675" y="704850"/>
                </a:lnTo>
                <a:lnTo>
                  <a:pt x="2324100" y="704850"/>
                </a:lnTo>
                <a:lnTo>
                  <a:pt x="2324100" y="695325"/>
                </a:lnTo>
                <a:lnTo>
                  <a:pt x="2305050" y="695325"/>
                </a:lnTo>
                <a:lnTo>
                  <a:pt x="2305050" y="685800"/>
                </a:lnTo>
                <a:lnTo>
                  <a:pt x="2295525" y="685800"/>
                </a:lnTo>
                <a:lnTo>
                  <a:pt x="2295525" y="676275"/>
                </a:lnTo>
                <a:lnTo>
                  <a:pt x="2305050" y="676275"/>
                </a:lnTo>
                <a:lnTo>
                  <a:pt x="2305050" y="666750"/>
                </a:lnTo>
                <a:lnTo>
                  <a:pt x="2324100" y="666750"/>
                </a:lnTo>
                <a:lnTo>
                  <a:pt x="2324100" y="647700"/>
                </a:lnTo>
                <a:lnTo>
                  <a:pt x="2305050" y="647700"/>
                </a:lnTo>
                <a:close/>
                <a:moveTo>
                  <a:pt x="2409825" y="619125"/>
                </a:moveTo>
                <a:lnTo>
                  <a:pt x="2428875" y="619125"/>
                </a:lnTo>
                <a:lnTo>
                  <a:pt x="2428875" y="628650"/>
                </a:lnTo>
                <a:lnTo>
                  <a:pt x="2438400" y="628650"/>
                </a:lnTo>
                <a:lnTo>
                  <a:pt x="2438400" y="638175"/>
                </a:lnTo>
                <a:lnTo>
                  <a:pt x="2409825" y="638175"/>
                </a:lnTo>
                <a:lnTo>
                  <a:pt x="2409825" y="647700"/>
                </a:lnTo>
                <a:lnTo>
                  <a:pt x="2400300" y="647700"/>
                </a:lnTo>
                <a:lnTo>
                  <a:pt x="2400300" y="657225"/>
                </a:lnTo>
                <a:lnTo>
                  <a:pt x="2381250" y="657225"/>
                </a:lnTo>
                <a:lnTo>
                  <a:pt x="2381250" y="638175"/>
                </a:lnTo>
                <a:lnTo>
                  <a:pt x="2400300" y="638175"/>
                </a:lnTo>
                <a:lnTo>
                  <a:pt x="2400300" y="628650"/>
                </a:lnTo>
                <a:lnTo>
                  <a:pt x="2409825" y="628650"/>
                </a:lnTo>
                <a:close/>
                <a:moveTo>
                  <a:pt x="2247900" y="628650"/>
                </a:moveTo>
                <a:lnTo>
                  <a:pt x="2276475" y="628650"/>
                </a:lnTo>
                <a:lnTo>
                  <a:pt x="2276475" y="638175"/>
                </a:lnTo>
                <a:lnTo>
                  <a:pt x="2266950" y="638175"/>
                </a:lnTo>
                <a:lnTo>
                  <a:pt x="2266950" y="685800"/>
                </a:lnTo>
                <a:lnTo>
                  <a:pt x="2247900" y="685800"/>
                </a:lnTo>
                <a:close/>
                <a:moveTo>
                  <a:pt x="1685925" y="657225"/>
                </a:moveTo>
                <a:lnTo>
                  <a:pt x="1695450" y="657225"/>
                </a:lnTo>
                <a:lnTo>
                  <a:pt x="1695450" y="676275"/>
                </a:lnTo>
                <a:lnTo>
                  <a:pt x="1685925" y="676275"/>
                </a:lnTo>
                <a:close/>
                <a:moveTo>
                  <a:pt x="161925" y="676275"/>
                </a:moveTo>
                <a:lnTo>
                  <a:pt x="171450" y="676275"/>
                </a:lnTo>
                <a:lnTo>
                  <a:pt x="171450" y="714375"/>
                </a:lnTo>
                <a:lnTo>
                  <a:pt x="161925" y="714375"/>
                </a:lnTo>
                <a:close/>
                <a:moveTo>
                  <a:pt x="2381250" y="676275"/>
                </a:moveTo>
                <a:lnTo>
                  <a:pt x="2400300" y="676275"/>
                </a:lnTo>
                <a:lnTo>
                  <a:pt x="2400300" y="685800"/>
                </a:lnTo>
                <a:lnTo>
                  <a:pt x="2390775" y="685800"/>
                </a:lnTo>
                <a:lnTo>
                  <a:pt x="2390775" y="695325"/>
                </a:lnTo>
                <a:lnTo>
                  <a:pt x="2381250" y="695325"/>
                </a:lnTo>
                <a:close/>
                <a:moveTo>
                  <a:pt x="2324100" y="685800"/>
                </a:moveTo>
                <a:lnTo>
                  <a:pt x="2343150" y="685800"/>
                </a:lnTo>
                <a:lnTo>
                  <a:pt x="2343150" y="666750"/>
                </a:lnTo>
                <a:lnTo>
                  <a:pt x="2324100" y="666750"/>
                </a:lnTo>
                <a:close/>
                <a:moveTo>
                  <a:pt x="2400300" y="685800"/>
                </a:moveTo>
                <a:lnTo>
                  <a:pt x="2409825" y="685800"/>
                </a:lnTo>
                <a:lnTo>
                  <a:pt x="2409825" y="695325"/>
                </a:lnTo>
                <a:lnTo>
                  <a:pt x="2428875" y="695325"/>
                </a:lnTo>
                <a:lnTo>
                  <a:pt x="2428875" y="685800"/>
                </a:lnTo>
                <a:lnTo>
                  <a:pt x="2438400" y="685800"/>
                </a:lnTo>
                <a:lnTo>
                  <a:pt x="2438400" y="704850"/>
                </a:lnTo>
                <a:lnTo>
                  <a:pt x="2428875" y="704850"/>
                </a:lnTo>
                <a:lnTo>
                  <a:pt x="2428875" y="714375"/>
                </a:lnTo>
                <a:lnTo>
                  <a:pt x="2400300" y="714375"/>
                </a:lnTo>
                <a:lnTo>
                  <a:pt x="2400300" y="704850"/>
                </a:lnTo>
                <a:lnTo>
                  <a:pt x="2390775" y="704850"/>
                </a:lnTo>
                <a:lnTo>
                  <a:pt x="2390775" y="695325"/>
                </a:lnTo>
                <a:lnTo>
                  <a:pt x="2400300" y="695325"/>
                </a:lnTo>
                <a:close/>
                <a:moveTo>
                  <a:pt x="552450" y="695325"/>
                </a:moveTo>
                <a:lnTo>
                  <a:pt x="561975" y="695325"/>
                </a:lnTo>
                <a:lnTo>
                  <a:pt x="561975" y="704850"/>
                </a:lnTo>
                <a:lnTo>
                  <a:pt x="571500" y="704850"/>
                </a:lnTo>
                <a:lnTo>
                  <a:pt x="571500" y="714375"/>
                </a:lnTo>
                <a:lnTo>
                  <a:pt x="552450" y="714375"/>
                </a:lnTo>
                <a:lnTo>
                  <a:pt x="552450" y="723900"/>
                </a:lnTo>
                <a:lnTo>
                  <a:pt x="542925" y="723900"/>
                </a:lnTo>
                <a:lnTo>
                  <a:pt x="542925" y="704850"/>
                </a:lnTo>
                <a:lnTo>
                  <a:pt x="552450" y="704850"/>
                </a:lnTo>
                <a:close/>
                <a:moveTo>
                  <a:pt x="352425" y="714375"/>
                </a:moveTo>
                <a:lnTo>
                  <a:pt x="361950" y="714375"/>
                </a:lnTo>
                <a:lnTo>
                  <a:pt x="361950" y="723900"/>
                </a:lnTo>
                <a:lnTo>
                  <a:pt x="352425" y="723900"/>
                </a:lnTo>
                <a:close/>
                <a:moveTo>
                  <a:pt x="361950" y="723900"/>
                </a:moveTo>
                <a:lnTo>
                  <a:pt x="371475" y="723900"/>
                </a:lnTo>
                <a:lnTo>
                  <a:pt x="371475" y="742950"/>
                </a:lnTo>
                <a:lnTo>
                  <a:pt x="381000" y="742950"/>
                </a:lnTo>
                <a:lnTo>
                  <a:pt x="381000" y="762000"/>
                </a:lnTo>
                <a:lnTo>
                  <a:pt x="361950" y="762000"/>
                </a:lnTo>
                <a:close/>
                <a:moveTo>
                  <a:pt x="466725" y="733425"/>
                </a:moveTo>
                <a:lnTo>
                  <a:pt x="476250" y="733425"/>
                </a:lnTo>
                <a:lnTo>
                  <a:pt x="476250" y="742950"/>
                </a:lnTo>
                <a:lnTo>
                  <a:pt x="485775" y="742950"/>
                </a:lnTo>
                <a:lnTo>
                  <a:pt x="485775" y="771525"/>
                </a:lnTo>
                <a:lnTo>
                  <a:pt x="466725" y="771525"/>
                </a:lnTo>
                <a:close/>
                <a:moveTo>
                  <a:pt x="276225" y="742950"/>
                </a:moveTo>
                <a:lnTo>
                  <a:pt x="285750" y="742950"/>
                </a:lnTo>
                <a:lnTo>
                  <a:pt x="285750" y="752475"/>
                </a:lnTo>
                <a:lnTo>
                  <a:pt x="276225" y="752475"/>
                </a:lnTo>
                <a:close/>
                <a:moveTo>
                  <a:pt x="257175" y="752475"/>
                </a:moveTo>
                <a:lnTo>
                  <a:pt x="276225" y="752475"/>
                </a:lnTo>
                <a:lnTo>
                  <a:pt x="276225" y="762000"/>
                </a:lnTo>
                <a:lnTo>
                  <a:pt x="285750" y="762000"/>
                </a:lnTo>
                <a:lnTo>
                  <a:pt x="285750" y="771525"/>
                </a:lnTo>
                <a:lnTo>
                  <a:pt x="295275" y="771525"/>
                </a:lnTo>
                <a:lnTo>
                  <a:pt x="295275" y="800100"/>
                </a:lnTo>
                <a:lnTo>
                  <a:pt x="285750" y="800100"/>
                </a:lnTo>
                <a:lnTo>
                  <a:pt x="285750" y="819150"/>
                </a:lnTo>
                <a:lnTo>
                  <a:pt x="276225" y="819150"/>
                </a:lnTo>
                <a:lnTo>
                  <a:pt x="276225" y="790575"/>
                </a:lnTo>
                <a:lnTo>
                  <a:pt x="257175" y="790575"/>
                </a:lnTo>
                <a:close/>
                <a:moveTo>
                  <a:pt x="552450" y="752475"/>
                </a:moveTo>
                <a:lnTo>
                  <a:pt x="571500" y="752475"/>
                </a:lnTo>
                <a:lnTo>
                  <a:pt x="571500" y="790575"/>
                </a:lnTo>
                <a:lnTo>
                  <a:pt x="561975" y="790575"/>
                </a:lnTo>
                <a:lnTo>
                  <a:pt x="561975" y="781050"/>
                </a:lnTo>
                <a:lnTo>
                  <a:pt x="552450" y="781050"/>
                </a:lnTo>
                <a:close/>
                <a:moveTo>
                  <a:pt x="371475" y="781050"/>
                </a:moveTo>
                <a:lnTo>
                  <a:pt x="381000" y="781050"/>
                </a:lnTo>
                <a:lnTo>
                  <a:pt x="381000" y="800100"/>
                </a:lnTo>
                <a:lnTo>
                  <a:pt x="361950" y="800100"/>
                </a:lnTo>
                <a:lnTo>
                  <a:pt x="361950" y="790575"/>
                </a:lnTo>
                <a:lnTo>
                  <a:pt x="371475" y="790575"/>
                </a:lnTo>
                <a:close/>
                <a:moveTo>
                  <a:pt x="476250" y="781050"/>
                </a:moveTo>
                <a:lnTo>
                  <a:pt x="485775" y="781050"/>
                </a:lnTo>
                <a:lnTo>
                  <a:pt x="485775" y="790575"/>
                </a:lnTo>
                <a:lnTo>
                  <a:pt x="476250" y="790575"/>
                </a:lnTo>
                <a:close/>
                <a:moveTo>
                  <a:pt x="1695450" y="781050"/>
                </a:moveTo>
                <a:lnTo>
                  <a:pt x="1704975" y="781050"/>
                </a:lnTo>
                <a:lnTo>
                  <a:pt x="1704975" y="800100"/>
                </a:lnTo>
                <a:lnTo>
                  <a:pt x="1695450" y="800100"/>
                </a:lnTo>
                <a:close/>
                <a:moveTo>
                  <a:pt x="457200" y="790575"/>
                </a:moveTo>
                <a:lnTo>
                  <a:pt x="476250" y="790575"/>
                </a:lnTo>
                <a:lnTo>
                  <a:pt x="476250" y="800100"/>
                </a:lnTo>
                <a:lnTo>
                  <a:pt x="457200" y="800100"/>
                </a:lnTo>
                <a:close/>
                <a:moveTo>
                  <a:pt x="495300" y="790575"/>
                </a:moveTo>
                <a:lnTo>
                  <a:pt x="514350" y="790575"/>
                </a:lnTo>
                <a:lnTo>
                  <a:pt x="514350" y="800100"/>
                </a:lnTo>
                <a:lnTo>
                  <a:pt x="495300" y="800100"/>
                </a:lnTo>
                <a:close/>
                <a:moveTo>
                  <a:pt x="1123950" y="790575"/>
                </a:moveTo>
                <a:lnTo>
                  <a:pt x="1143000" y="790575"/>
                </a:lnTo>
                <a:lnTo>
                  <a:pt x="1143000" y="800100"/>
                </a:lnTo>
                <a:lnTo>
                  <a:pt x="1171575" y="800100"/>
                </a:lnTo>
                <a:lnTo>
                  <a:pt x="1171575" y="790575"/>
                </a:lnTo>
                <a:lnTo>
                  <a:pt x="1181100" y="790575"/>
                </a:lnTo>
                <a:lnTo>
                  <a:pt x="1181100" y="800100"/>
                </a:lnTo>
                <a:lnTo>
                  <a:pt x="1190625" y="800100"/>
                </a:lnTo>
                <a:lnTo>
                  <a:pt x="1190625" y="790575"/>
                </a:lnTo>
                <a:lnTo>
                  <a:pt x="1200150" y="790575"/>
                </a:lnTo>
                <a:lnTo>
                  <a:pt x="1200150" y="800100"/>
                </a:lnTo>
                <a:lnTo>
                  <a:pt x="1228725" y="800100"/>
                </a:lnTo>
                <a:lnTo>
                  <a:pt x="1228725" y="819150"/>
                </a:lnTo>
                <a:lnTo>
                  <a:pt x="1209675" y="819150"/>
                </a:lnTo>
                <a:lnTo>
                  <a:pt x="1209675" y="828675"/>
                </a:lnTo>
                <a:lnTo>
                  <a:pt x="1190625" y="828675"/>
                </a:lnTo>
                <a:lnTo>
                  <a:pt x="1190625" y="819150"/>
                </a:lnTo>
                <a:lnTo>
                  <a:pt x="1181100" y="819150"/>
                </a:lnTo>
                <a:lnTo>
                  <a:pt x="1181100" y="828675"/>
                </a:lnTo>
                <a:lnTo>
                  <a:pt x="1162050" y="828675"/>
                </a:lnTo>
                <a:lnTo>
                  <a:pt x="1162050" y="838200"/>
                </a:lnTo>
                <a:lnTo>
                  <a:pt x="1104900" y="838200"/>
                </a:lnTo>
                <a:lnTo>
                  <a:pt x="1104900" y="828675"/>
                </a:lnTo>
                <a:lnTo>
                  <a:pt x="1085850" y="828675"/>
                </a:lnTo>
                <a:lnTo>
                  <a:pt x="1085850" y="819150"/>
                </a:lnTo>
                <a:lnTo>
                  <a:pt x="1076325" y="819150"/>
                </a:lnTo>
                <a:lnTo>
                  <a:pt x="1076325" y="828675"/>
                </a:lnTo>
                <a:lnTo>
                  <a:pt x="1047750" y="828675"/>
                </a:lnTo>
                <a:lnTo>
                  <a:pt x="1047750" y="809625"/>
                </a:lnTo>
                <a:lnTo>
                  <a:pt x="1057275" y="809625"/>
                </a:lnTo>
                <a:lnTo>
                  <a:pt x="1057275" y="800100"/>
                </a:lnTo>
                <a:lnTo>
                  <a:pt x="1095375" y="800100"/>
                </a:lnTo>
                <a:lnTo>
                  <a:pt x="1095375" y="809625"/>
                </a:lnTo>
                <a:lnTo>
                  <a:pt x="1114425" y="809625"/>
                </a:lnTo>
                <a:lnTo>
                  <a:pt x="1114425" y="800100"/>
                </a:lnTo>
                <a:lnTo>
                  <a:pt x="1123950" y="800100"/>
                </a:lnTo>
                <a:close/>
                <a:moveTo>
                  <a:pt x="295275" y="800100"/>
                </a:moveTo>
                <a:lnTo>
                  <a:pt x="304800" y="800100"/>
                </a:lnTo>
                <a:lnTo>
                  <a:pt x="304800" y="809625"/>
                </a:lnTo>
                <a:lnTo>
                  <a:pt x="295275" y="809625"/>
                </a:lnTo>
                <a:close/>
                <a:moveTo>
                  <a:pt x="352425" y="800100"/>
                </a:moveTo>
                <a:lnTo>
                  <a:pt x="361950" y="800100"/>
                </a:lnTo>
                <a:lnTo>
                  <a:pt x="361950" y="809625"/>
                </a:lnTo>
                <a:lnTo>
                  <a:pt x="352425" y="809625"/>
                </a:lnTo>
                <a:close/>
                <a:moveTo>
                  <a:pt x="400050" y="800100"/>
                </a:moveTo>
                <a:lnTo>
                  <a:pt x="419100" y="800100"/>
                </a:lnTo>
                <a:lnTo>
                  <a:pt x="419100" y="809625"/>
                </a:lnTo>
                <a:lnTo>
                  <a:pt x="400050" y="809625"/>
                </a:lnTo>
                <a:close/>
                <a:moveTo>
                  <a:pt x="933450" y="809625"/>
                </a:moveTo>
                <a:lnTo>
                  <a:pt x="952500" y="809625"/>
                </a:lnTo>
                <a:lnTo>
                  <a:pt x="952500" y="819150"/>
                </a:lnTo>
                <a:lnTo>
                  <a:pt x="962025" y="819150"/>
                </a:lnTo>
                <a:lnTo>
                  <a:pt x="962025" y="847725"/>
                </a:lnTo>
                <a:lnTo>
                  <a:pt x="952500" y="847725"/>
                </a:lnTo>
                <a:lnTo>
                  <a:pt x="952500" y="857250"/>
                </a:lnTo>
                <a:lnTo>
                  <a:pt x="942975" y="857250"/>
                </a:lnTo>
                <a:lnTo>
                  <a:pt x="942975" y="847725"/>
                </a:lnTo>
                <a:lnTo>
                  <a:pt x="904875" y="847725"/>
                </a:lnTo>
                <a:lnTo>
                  <a:pt x="904875" y="857250"/>
                </a:lnTo>
                <a:lnTo>
                  <a:pt x="895350" y="857250"/>
                </a:lnTo>
                <a:lnTo>
                  <a:pt x="895350" y="847725"/>
                </a:lnTo>
                <a:lnTo>
                  <a:pt x="885825" y="847725"/>
                </a:lnTo>
                <a:lnTo>
                  <a:pt x="885825" y="857250"/>
                </a:lnTo>
                <a:lnTo>
                  <a:pt x="876300" y="857250"/>
                </a:lnTo>
                <a:lnTo>
                  <a:pt x="876300" y="866775"/>
                </a:lnTo>
                <a:lnTo>
                  <a:pt x="847725" y="866775"/>
                </a:lnTo>
                <a:lnTo>
                  <a:pt x="847725" y="847725"/>
                </a:lnTo>
                <a:lnTo>
                  <a:pt x="866775" y="847725"/>
                </a:lnTo>
                <a:lnTo>
                  <a:pt x="866775" y="828675"/>
                </a:lnTo>
                <a:lnTo>
                  <a:pt x="876300" y="828675"/>
                </a:lnTo>
                <a:lnTo>
                  <a:pt x="876300" y="838200"/>
                </a:lnTo>
                <a:lnTo>
                  <a:pt x="885825" y="838200"/>
                </a:lnTo>
                <a:lnTo>
                  <a:pt x="885825" y="828675"/>
                </a:lnTo>
                <a:lnTo>
                  <a:pt x="895350" y="828675"/>
                </a:lnTo>
                <a:lnTo>
                  <a:pt x="895350" y="838200"/>
                </a:lnTo>
                <a:lnTo>
                  <a:pt x="904875" y="838200"/>
                </a:lnTo>
                <a:lnTo>
                  <a:pt x="904875" y="828675"/>
                </a:lnTo>
                <a:lnTo>
                  <a:pt x="914400" y="828675"/>
                </a:lnTo>
                <a:lnTo>
                  <a:pt x="914400" y="819150"/>
                </a:lnTo>
                <a:lnTo>
                  <a:pt x="933450" y="819150"/>
                </a:lnTo>
                <a:close/>
                <a:moveTo>
                  <a:pt x="1000125" y="809625"/>
                </a:moveTo>
                <a:lnTo>
                  <a:pt x="1019175" y="809625"/>
                </a:lnTo>
                <a:lnTo>
                  <a:pt x="1019175" y="819150"/>
                </a:lnTo>
                <a:lnTo>
                  <a:pt x="1028700" y="819150"/>
                </a:lnTo>
                <a:lnTo>
                  <a:pt x="1028700" y="838200"/>
                </a:lnTo>
                <a:lnTo>
                  <a:pt x="1019175" y="838200"/>
                </a:lnTo>
                <a:lnTo>
                  <a:pt x="1019175" y="847725"/>
                </a:lnTo>
                <a:lnTo>
                  <a:pt x="1000125" y="847725"/>
                </a:lnTo>
                <a:lnTo>
                  <a:pt x="1000125" y="838200"/>
                </a:lnTo>
                <a:lnTo>
                  <a:pt x="990600" y="838200"/>
                </a:lnTo>
                <a:lnTo>
                  <a:pt x="990600" y="819150"/>
                </a:lnTo>
                <a:lnTo>
                  <a:pt x="1000125" y="819150"/>
                </a:lnTo>
                <a:close/>
                <a:moveTo>
                  <a:pt x="1238250" y="809625"/>
                </a:moveTo>
                <a:lnTo>
                  <a:pt x="1247775" y="809625"/>
                </a:lnTo>
                <a:lnTo>
                  <a:pt x="1247775" y="819150"/>
                </a:lnTo>
                <a:lnTo>
                  <a:pt x="1238250" y="819150"/>
                </a:lnTo>
                <a:close/>
                <a:moveTo>
                  <a:pt x="1190625" y="819150"/>
                </a:moveTo>
                <a:lnTo>
                  <a:pt x="1200150" y="819150"/>
                </a:lnTo>
                <a:lnTo>
                  <a:pt x="1200150" y="809625"/>
                </a:lnTo>
                <a:lnTo>
                  <a:pt x="1190625" y="809625"/>
                </a:lnTo>
                <a:close/>
                <a:moveTo>
                  <a:pt x="95250" y="828675"/>
                </a:moveTo>
                <a:lnTo>
                  <a:pt x="104775" y="828675"/>
                </a:lnTo>
                <a:lnTo>
                  <a:pt x="104775" y="904875"/>
                </a:lnTo>
                <a:lnTo>
                  <a:pt x="95250" y="904875"/>
                </a:lnTo>
                <a:close/>
                <a:moveTo>
                  <a:pt x="266700" y="828675"/>
                </a:moveTo>
                <a:lnTo>
                  <a:pt x="276225" y="828675"/>
                </a:lnTo>
                <a:lnTo>
                  <a:pt x="276225" y="838200"/>
                </a:lnTo>
                <a:lnTo>
                  <a:pt x="266700" y="838200"/>
                </a:lnTo>
                <a:close/>
                <a:moveTo>
                  <a:pt x="742950" y="828675"/>
                </a:moveTo>
                <a:lnTo>
                  <a:pt x="790575" y="828675"/>
                </a:lnTo>
                <a:lnTo>
                  <a:pt x="790575" y="838200"/>
                </a:lnTo>
                <a:lnTo>
                  <a:pt x="800100" y="838200"/>
                </a:lnTo>
                <a:lnTo>
                  <a:pt x="800100" y="828675"/>
                </a:lnTo>
                <a:lnTo>
                  <a:pt x="838200" y="828675"/>
                </a:lnTo>
                <a:lnTo>
                  <a:pt x="838200" y="857250"/>
                </a:lnTo>
                <a:lnTo>
                  <a:pt x="800100" y="857250"/>
                </a:lnTo>
                <a:lnTo>
                  <a:pt x="800100" y="847725"/>
                </a:lnTo>
                <a:lnTo>
                  <a:pt x="790575" y="847725"/>
                </a:lnTo>
                <a:lnTo>
                  <a:pt x="790575" y="866775"/>
                </a:lnTo>
                <a:lnTo>
                  <a:pt x="771525" y="866775"/>
                </a:lnTo>
                <a:lnTo>
                  <a:pt x="771525" y="876300"/>
                </a:lnTo>
                <a:lnTo>
                  <a:pt x="762000" y="876300"/>
                </a:lnTo>
                <a:lnTo>
                  <a:pt x="762000" y="866775"/>
                </a:lnTo>
                <a:lnTo>
                  <a:pt x="733425" y="866775"/>
                </a:lnTo>
                <a:lnTo>
                  <a:pt x="733425" y="876300"/>
                </a:lnTo>
                <a:lnTo>
                  <a:pt x="704850" y="876300"/>
                </a:lnTo>
                <a:lnTo>
                  <a:pt x="704850" y="866775"/>
                </a:lnTo>
                <a:lnTo>
                  <a:pt x="695325" y="866775"/>
                </a:lnTo>
                <a:lnTo>
                  <a:pt x="695325" y="838200"/>
                </a:lnTo>
                <a:lnTo>
                  <a:pt x="723900" y="838200"/>
                </a:lnTo>
                <a:lnTo>
                  <a:pt x="723900" y="847725"/>
                </a:lnTo>
                <a:lnTo>
                  <a:pt x="742950" y="847725"/>
                </a:lnTo>
                <a:close/>
                <a:moveTo>
                  <a:pt x="847725" y="828675"/>
                </a:moveTo>
                <a:lnTo>
                  <a:pt x="857250" y="828675"/>
                </a:lnTo>
                <a:lnTo>
                  <a:pt x="857250" y="838200"/>
                </a:lnTo>
                <a:lnTo>
                  <a:pt x="847725" y="838200"/>
                </a:lnTo>
                <a:close/>
                <a:moveTo>
                  <a:pt x="3429000" y="828675"/>
                </a:moveTo>
                <a:lnTo>
                  <a:pt x="3438525" y="828675"/>
                </a:lnTo>
                <a:lnTo>
                  <a:pt x="3438525" y="838200"/>
                </a:lnTo>
                <a:lnTo>
                  <a:pt x="3429000" y="838200"/>
                </a:lnTo>
                <a:close/>
                <a:moveTo>
                  <a:pt x="619125" y="838200"/>
                </a:moveTo>
                <a:lnTo>
                  <a:pt x="638175" y="838200"/>
                </a:lnTo>
                <a:lnTo>
                  <a:pt x="638175" y="866775"/>
                </a:lnTo>
                <a:lnTo>
                  <a:pt x="619125" y="866775"/>
                </a:lnTo>
                <a:lnTo>
                  <a:pt x="619125" y="876300"/>
                </a:lnTo>
                <a:lnTo>
                  <a:pt x="600075" y="876300"/>
                </a:lnTo>
                <a:lnTo>
                  <a:pt x="600075" y="885825"/>
                </a:lnTo>
                <a:lnTo>
                  <a:pt x="561975" y="885825"/>
                </a:lnTo>
                <a:lnTo>
                  <a:pt x="561975" y="857250"/>
                </a:lnTo>
                <a:lnTo>
                  <a:pt x="581025" y="857250"/>
                </a:lnTo>
                <a:lnTo>
                  <a:pt x="581025" y="847725"/>
                </a:lnTo>
                <a:lnTo>
                  <a:pt x="619125" y="847725"/>
                </a:lnTo>
                <a:close/>
                <a:moveTo>
                  <a:pt x="942975" y="838200"/>
                </a:moveTo>
                <a:lnTo>
                  <a:pt x="952500" y="838200"/>
                </a:lnTo>
                <a:lnTo>
                  <a:pt x="952500" y="828675"/>
                </a:lnTo>
                <a:lnTo>
                  <a:pt x="942975" y="828675"/>
                </a:lnTo>
                <a:close/>
                <a:moveTo>
                  <a:pt x="1000125" y="838200"/>
                </a:moveTo>
                <a:lnTo>
                  <a:pt x="1009650" y="838200"/>
                </a:lnTo>
                <a:lnTo>
                  <a:pt x="1009650" y="828675"/>
                </a:lnTo>
                <a:lnTo>
                  <a:pt x="1000125" y="828675"/>
                </a:lnTo>
                <a:close/>
                <a:moveTo>
                  <a:pt x="800100" y="847725"/>
                </a:moveTo>
                <a:lnTo>
                  <a:pt x="809625" y="847725"/>
                </a:lnTo>
                <a:lnTo>
                  <a:pt x="809625" y="838200"/>
                </a:lnTo>
                <a:lnTo>
                  <a:pt x="800100" y="838200"/>
                </a:lnTo>
                <a:close/>
                <a:moveTo>
                  <a:pt x="266700" y="857250"/>
                </a:moveTo>
                <a:lnTo>
                  <a:pt x="285750" y="857250"/>
                </a:lnTo>
                <a:lnTo>
                  <a:pt x="285750" y="866775"/>
                </a:lnTo>
                <a:lnTo>
                  <a:pt x="295275" y="866775"/>
                </a:lnTo>
                <a:lnTo>
                  <a:pt x="295275" y="876300"/>
                </a:lnTo>
                <a:lnTo>
                  <a:pt x="304800" y="876300"/>
                </a:lnTo>
                <a:lnTo>
                  <a:pt x="304800" y="885825"/>
                </a:lnTo>
                <a:lnTo>
                  <a:pt x="342900" y="885825"/>
                </a:lnTo>
                <a:lnTo>
                  <a:pt x="342900" y="904875"/>
                </a:lnTo>
                <a:lnTo>
                  <a:pt x="323850" y="904875"/>
                </a:lnTo>
                <a:lnTo>
                  <a:pt x="323850" y="914400"/>
                </a:lnTo>
                <a:lnTo>
                  <a:pt x="314325" y="914400"/>
                </a:lnTo>
                <a:lnTo>
                  <a:pt x="314325" y="904875"/>
                </a:lnTo>
                <a:lnTo>
                  <a:pt x="304800" y="904875"/>
                </a:lnTo>
                <a:lnTo>
                  <a:pt x="304800" y="895350"/>
                </a:lnTo>
                <a:lnTo>
                  <a:pt x="285750" y="895350"/>
                </a:lnTo>
                <a:lnTo>
                  <a:pt x="285750" y="885825"/>
                </a:lnTo>
                <a:lnTo>
                  <a:pt x="266700" y="885825"/>
                </a:lnTo>
                <a:lnTo>
                  <a:pt x="266700" y="876300"/>
                </a:lnTo>
                <a:lnTo>
                  <a:pt x="257175" y="876300"/>
                </a:lnTo>
                <a:lnTo>
                  <a:pt x="257175" y="866775"/>
                </a:lnTo>
                <a:lnTo>
                  <a:pt x="266700" y="866775"/>
                </a:lnTo>
                <a:close/>
                <a:moveTo>
                  <a:pt x="409575" y="857250"/>
                </a:moveTo>
                <a:lnTo>
                  <a:pt x="447675" y="857250"/>
                </a:lnTo>
                <a:lnTo>
                  <a:pt x="447675" y="866775"/>
                </a:lnTo>
                <a:lnTo>
                  <a:pt x="495300" y="866775"/>
                </a:lnTo>
                <a:lnTo>
                  <a:pt x="495300" y="857250"/>
                </a:lnTo>
                <a:lnTo>
                  <a:pt x="552450" y="857250"/>
                </a:lnTo>
                <a:lnTo>
                  <a:pt x="552450" y="895350"/>
                </a:lnTo>
                <a:lnTo>
                  <a:pt x="542925" y="895350"/>
                </a:lnTo>
                <a:lnTo>
                  <a:pt x="542925" y="885825"/>
                </a:lnTo>
                <a:lnTo>
                  <a:pt x="533400" y="885825"/>
                </a:lnTo>
                <a:lnTo>
                  <a:pt x="533400" y="895350"/>
                </a:lnTo>
                <a:lnTo>
                  <a:pt x="476250" y="895350"/>
                </a:lnTo>
                <a:lnTo>
                  <a:pt x="476250" y="885825"/>
                </a:lnTo>
                <a:lnTo>
                  <a:pt x="466725" y="885825"/>
                </a:lnTo>
                <a:lnTo>
                  <a:pt x="466725" y="895350"/>
                </a:lnTo>
                <a:lnTo>
                  <a:pt x="457200" y="895350"/>
                </a:lnTo>
                <a:lnTo>
                  <a:pt x="457200" y="876300"/>
                </a:lnTo>
                <a:lnTo>
                  <a:pt x="447675" y="876300"/>
                </a:lnTo>
                <a:lnTo>
                  <a:pt x="447675" y="895350"/>
                </a:lnTo>
                <a:lnTo>
                  <a:pt x="438150" y="895350"/>
                </a:lnTo>
                <a:lnTo>
                  <a:pt x="438150" y="885825"/>
                </a:lnTo>
                <a:lnTo>
                  <a:pt x="428625" y="885825"/>
                </a:lnTo>
                <a:lnTo>
                  <a:pt x="428625" y="895350"/>
                </a:lnTo>
                <a:lnTo>
                  <a:pt x="409575" y="895350"/>
                </a:lnTo>
                <a:lnTo>
                  <a:pt x="409575" y="904875"/>
                </a:lnTo>
                <a:lnTo>
                  <a:pt x="361950" y="904875"/>
                </a:lnTo>
                <a:lnTo>
                  <a:pt x="361950" y="876300"/>
                </a:lnTo>
                <a:lnTo>
                  <a:pt x="371475" y="876300"/>
                </a:lnTo>
                <a:lnTo>
                  <a:pt x="371475" y="866775"/>
                </a:lnTo>
                <a:lnTo>
                  <a:pt x="409575" y="866775"/>
                </a:lnTo>
                <a:close/>
                <a:moveTo>
                  <a:pt x="171450" y="866775"/>
                </a:moveTo>
                <a:lnTo>
                  <a:pt x="180975" y="866775"/>
                </a:lnTo>
                <a:lnTo>
                  <a:pt x="180975" y="904875"/>
                </a:lnTo>
                <a:lnTo>
                  <a:pt x="171450" y="904875"/>
                </a:lnTo>
                <a:close/>
                <a:moveTo>
                  <a:pt x="647700" y="866775"/>
                </a:moveTo>
                <a:lnTo>
                  <a:pt x="657225" y="866775"/>
                </a:lnTo>
                <a:lnTo>
                  <a:pt x="657225" y="876300"/>
                </a:lnTo>
                <a:lnTo>
                  <a:pt x="647700" y="876300"/>
                </a:lnTo>
                <a:close/>
                <a:moveTo>
                  <a:pt x="581025" y="876300"/>
                </a:moveTo>
                <a:lnTo>
                  <a:pt x="590550" y="876300"/>
                </a:lnTo>
                <a:lnTo>
                  <a:pt x="590550" y="866775"/>
                </a:lnTo>
                <a:lnTo>
                  <a:pt x="581025" y="866775"/>
                </a:lnTo>
                <a:close/>
                <a:moveTo>
                  <a:pt x="2076450" y="876300"/>
                </a:moveTo>
                <a:lnTo>
                  <a:pt x="2095500" y="876300"/>
                </a:lnTo>
                <a:lnTo>
                  <a:pt x="2095500" y="895350"/>
                </a:lnTo>
                <a:lnTo>
                  <a:pt x="2076450" y="895350"/>
                </a:lnTo>
                <a:close/>
                <a:moveTo>
                  <a:pt x="2114550" y="876300"/>
                </a:moveTo>
                <a:lnTo>
                  <a:pt x="2124075" y="876300"/>
                </a:lnTo>
                <a:lnTo>
                  <a:pt x="2124075" y="885825"/>
                </a:lnTo>
                <a:lnTo>
                  <a:pt x="2114550" y="885825"/>
                </a:lnTo>
                <a:close/>
                <a:moveTo>
                  <a:pt x="2152650" y="885825"/>
                </a:moveTo>
                <a:lnTo>
                  <a:pt x="2162175" y="885825"/>
                </a:lnTo>
                <a:lnTo>
                  <a:pt x="2162175" y="895350"/>
                </a:lnTo>
                <a:lnTo>
                  <a:pt x="2152650" y="895350"/>
                </a:lnTo>
                <a:close/>
                <a:moveTo>
                  <a:pt x="2190750" y="885825"/>
                </a:moveTo>
                <a:lnTo>
                  <a:pt x="2200275" y="885825"/>
                </a:lnTo>
                <a:lnTo>
                  <a:pt x="2200275" y="895350"/>
                </a:lnTo>
                <a:lnTo>
                  <a:pt x="2190750" y="895350"/>
                </a:lnTo>
                <a:close/>
                <a:moveTo>
                  <a:pt x="2266950" y="885825"/>
                </a:moveTo>
                <a:lnTo>
                  <a:pt x="2276475" y="885825"/>
                </a:lnTo>
                <a:lnTo>
                  <a:pt x="2276475" y="904875"/>
                </a:lnTo>
                <a:lnTo>
                  <a:pt x="2266950" y="904875"/>
                </a:lnTo>
                <a:close/>
                <a:moveTo>
                  <a:pt x="371475" y="895350"/>
                </a:moveTo>
                <a:lnTo>
                  <a:pt x="381000" y="895350"/>
                </a:lnTo>
                <a:lnTo>
                  <a:pt x="381000" y="876300"/>
                </a:lnTo>
                <a:lnTo>
                  <a:pt x="371475" y="876300"/>
                </a:lnTo>
                <a:close/>
                <a:moveTo>
                  <a:pt x="2428875" y="895350"/>
                </a:moveTo>
                <a:lnTo>
                  <a:pt x="2438400" y="895350"/>
                </a:lnTo>
                <a:lnTo>
                  <a:pt x="2438400" y="923925"/>
                </a:lnTo>
                <a:lnTo>
                  <a:pt x="2419350" y="923925"/>
                </a:lnTo>
                <a:lnTo>
                  <a:pt x="2419350" y="904875"/>
                </a:lnTo>
                <a:lnTo>
                  <a:pt x="2428875" y="904875"/>
                </a:lnTo>
                <a:close/>
                <a:moveTo>
                  <a:pt x="1704975" y="904875"/>
                </a:moveTo>
                <a:lnTo>
                  <a:pt x="1714500" y="904875"/>
                </a:lnTo>
                <a:lnTo>
                  <a:pt x="1714500" y="923925"/>
                </a:lnTo>
                <a:lnTo>
                  <a:pt x="1704975" y="923925"/>
                </a:lnTo>
                <a:close/>
                <a:moveTo>
                  <a:pt x="2228850" y="904875"/>
                </a:moveTo>
                <a:lnTo>
                  <a:pt x="2238375" y="904875"/>
                </a:lnTo>
                <a:lnTo>
                  <a:pt x="2238375" y="914400"/>
                </a:lnTo>
                <a:lnTo>
                  <a:pt x="2228850" y="914400"/>
                </a:lnTo>
                <a:close/>
                <a:moveTo>
                  <a:pt x="2476500" y="904875"/>
                </a:moveTo>
                <a:lnTo>
                  <a:pt x="2486025" y="904875"/>
                </a:lnTo>
                <a:lnTo>
                  <a:pt x="2486025" y="914400"/>
                </a:lnTo>
                <a:lnTo>
                  <a:pt x="2495550" y="914400"/>
                </a:lnTo>
                <a:lnTo>
                  <a:pt x="2495550" y="923925"/>
                </a:lnTo>
                <a:lnTo>
                  <a:pt x="2466975" y="923925"/>
                </a:lnTo>
                <a:lnTo>
                  <a:pt x="2466975" y="914400"/>
                </a:lnTo>
                <a:lnTo>
                  <a:pt x="2476500" y="914400"/>
                </a:lnTo>
                <a:close/>
                <a:moveTo>
                  <a:pt x="2247900" y="914400"/>
                </a:moveTo>
                <a:lnTo>
                  <a:pt x="2257425" y="914400"/>
                </a:lnTo>
                <a:lnTo>
                  <a:pt x="2257425" y="923925"/>
                </a:lnTo>
                <a:lnTo>
                  <a:pt x="2247900" y="923925"/>
                </a:lnTo>
                <a:close/>
                <a:moveTo>
                  <a:pt x="2266950" y="914400"/>
                </a:moveTo>
                <a:lnTo>
                  <a:pt x="2276475" y="914400"/>
                </a:lnTo>
                <a:lnTo>
                  <a:pt x="2276475" y="923925"/>
                </a:lnTo>
                <a:lnTo>
                  <a:pt x="2266950" y="923925"/>
                </a:lnTo>
                <a:close/>
                <a:moveTo>
                  <a:pt x="2314575" y="923925"/>
                </a:moveTo>
                <a:lnTo>
                  <a:pt x="2333625" y="923925"/>
                </a:lnTo>
                <a:lnTo>
                  <a:pt x="2333625" y="933450"/>
                </a:lnTo>
                <a:lnTo>
                  <a:pt x="2314575" y="933450"/>
                </a:lnTo>
                <a:close/>
                <a:moveTo>
                  <a:pt x="2524125" y="923925"/>
                </a:moveTo>
                <a:lnTo>
                  <a:pt x="2543175" y="923925"/>
                </a:lnTo>
                <a:lnTo>
                  <a:pt x="2543175" y="933450"/>
                </a:lnTo>
                <a:lnTo>
                  <a:pt x="2524125" y="933450"/>
                </a:lnTo>
                <a:close/>
                <a:moveTo>
                  <a:pt x="2486025" y="942975"/>
                </a:moveTo>
                <a:lnTo>
                  <a:pt x="2495550" y="942975"/>
                </a:lnTo>
                <a:lnTo>
                  <a:pt x="2495550" y="952500"/>
                </a:lnTo>
                <a:lnTo>
                  <a:pt x="2486025" y="952500"/>
                </a:lnTo>
                <a:close/>
                <a:moveTo>
                  <a:pt x="2533650" y="942975"/>
                </a:moveTo>
                <a:lnTo>
                  <a:pt x="2543175" y="942975"/>
                </a:lnTo>
                <a:lnTo>
                  <a:pt x="2543175" y="952500"/>
                </a:lnTo>
                <a:lnTo>
                  <a:pt x="2533650" y="952500"/>
                </a:lnTo>
                <a:close/>
                <a:moveTo>
                  <a:pt x="95250" y="1009650"/>
                </a:moveTo>
                <a:lnTo>
                  <a:pt x="104775" y="1009650"/>
                </a:lnTo>
                <a:lnTo>
                  <a:pt x="104775" y="1047750"/>
                </a:lnTo>
                <a:lnTo>
                  <a:pt x="95250" y="1047750"/>
                </a:lnTo>
                <a:close/>
                <a:moveTo>
                  <a:pt x="1085850" y="1019175"/>
                </a:moveTo>
                <a:lnTo>
                  <a:pt x="1104900" y="1019175"/>
                </a:lnTo>
                <a:lnTo>
                  <a:pt x="1104900" y="1028700"/>
                </a:lnTo>
                <a:lnTo>
                  <a:pt x="1095375" y="1028700"/>
                </a:lnTo>
                <a:lnTo>
                  <a:pt x="1095375" y="1047750"/>
                </a:lnTo>
                <a:lnTo>
                  <a:pt x="1085850" y="1047750"/>
                </a:lnTo>
                <a:close/>
                <a:moveTo>
                  <a:pt x="1162050" y="1028700"/>
                </a:moveTo>
                <a:lnTo>
                  <a:pt x="1190625" y="1028700"/>
                </a:lnTo>
                <a:lnTo>
                  <a:pt x="1190625" y="1047750"/>
                </a:lnTo>
                <a:lnTo>
                  <a:pt x="1181100" y="1047750"/>
                </a:lnTo>
                <a:lnTo>
                  <a:pt x="1181100" y="1038225"/>
                </a:lnTo>
                <a:lnTo>
                  <a:pt x="1171575" y="1038225"/>
                </a:lnTo>
                <a:lnTo>
                  <a:pt x="1171575" y="1047750"/>
                </a:lnTo>
                <a:lnTo>
                  <a:pt x="1162050" y="1047750"/>
                </a:lnTo>
                <a:lnTo>
                  <a:pt x="1162050" y="1057275"/>
                </a:lnTo>
                <a:lnTo>
                  <a:pt x="1133475" y="1057275"/>
                </a:lnTo>
                <a:lnTo>
                  <a:pt x="1133475" y="1038225"/>
                </a:lnTo>
                <a:lnTo>
                  <a:pt x="1162050" y="1038225"/>
                </a:lnTo>
                <a:close/>
                <a:moveTo>
                  <a:pt x="1714500" y="1038225"/>
                </a:moveTo>
                <a:lnTo>
                  <a:pt x="1724025" y="1038225"/>
                </a:lnTo>
                <a:lnTo>
                  <a:pt x="1724025" y="1057275"/>
                </a:lnTo>
                <a:lnTo>
                  <a:pt x="1714500" y="1057275"/>
                </a:lnTo>
                <a:close/>
                <a:moveTo>
                  <a:pt x="1095375" y="1047750"/>
                </a:moveTo>
                <a:lnTo>
                  <a:pt x="1104900" y="1047750"/>
                </a:lnTo>
                <a:lnTo>
                  <a:pt x="1104900" y="1066800"/>
                </a:lnTo>
                <a:lnTo>
                  <a:pt x="1095375" y="1066800"/>
                </a:lnTo>
                <a:close/>
                <a:moveTo>
                  <a:pt x="180975" y="1057275"/>
                </a:moveTo>
                <a:lnTo>
                  <a:pt x="190500" y="1057275"/>
                </a:lnTo>
                <a:lnTo>
                  <a:pt x="190500" y="1095375"/>
                </a:lnTo>
                <a:lnTo>
                  <a:pt x="180975" y="1095375"/>
                </a:lnTo>
                <a:close/>
                <a:moveTo>
                  <a:pt x="1123950" y="1057275"/>
                </a:moveTo>
                <a:lnTo>
                  <a:pt x="1133475" y="1057275"/>
                </a:lnTo>
                <a:lnTo>
                  <a:pt x="1133475" y="1076325"/>
                </a:lnTo>
                <a:lnTo>
                  <a:pt x="1123950" y="1076325"/>
                </a:lnTo>
                <a:close/>
                <a:moveTo>
                  <a:pt x="104775" y="1076325"/>
                </a:moveTo>
                <a:lnTo>
                  <a:pt x="114300" y="1076325"/>
                </a:lnTo>
                <a:lnTo>
                  <a:pt x="114300" y="1143000"/>
                </a:lnTo>
                <a:lnTo>
                  <a:pt x="104775" y="1143000"/>
                </a:lnTo>
                <a:close/>
                <a:moveTo>
                  <a:pt x="400050" y="1085850"/>
                </a:moveTo>
                <a:lnTo>
                  <a:pt x="457200" y="1085850"/>
                </a:lnTo>
                <a:lnTo>
                  <a:pt x="457200" y="1095375"/>
                </a:lnTo>
                <a:lnTo>
                  <a:pt x="400050" y="1095375"/>
                </a:lnTo>
                <a:close/>
                <a:moveTo>
                  <a:pt x="1104900" y="1085850"/>
                </a:moveTo>
                <a:lnTo>
                  <a:pt x="1114425" y="1085850"/>
                </a:lnTo>
                <a:lnTo>
                  <a:pt x="1114425" y="1095375"/>
                </a:lnTo>
                <a:lnTo>
                  <a:pt x="1104900" y="1095375"/>
                </a:lnTo>
                <a:close/>
                <a:moveTo>
                  <a:pt x="381000" y="1095375"/>
                </a:moveTo>
                <a:lnTo>
                  <a:pt x="390525" y="1095375"/>
                </a:lnTo>
                <a:lnTo>
                  <a:pt x="390525" y="1104900"/>
                </a:lnTo>
                <a:lnTo>
                  <a:pt x="381000" y="1104900"/>
                </a:lnTo>
                <a:close/>
                <a:moveTo>
                  <a:pt x="466725" y="1095375"/>
                </a:moveTo>
                <a:lnTo>
                  <a:pt x="476250" y="1095375"/>
                </a:lnTo>
                <a:lnTo>
                  <a:pt x="476250" y="1104900"/>
                </a:lnTo>
                <a:lnTo>
                  <a:pt x="466725" y="1104900"/>
                </a:lnTo>
                <a:close/>
                <a:moveTo>
                  <a:pt x="371475" y="1104900"/>
                </a:moveTo>
                <a:lnTo>
                  <a:pt x="381000" y="1104900"/>
                </a:lnTo>
                <a:lnTo>
                  <a:pt x="381000" y="1114425"/>
                </a:lnTo>
                <a:lnTo>
                  <a:pt x="371475" y="1114425"/>
                </a:lnTo>
                <a:close/>
                <a:moveTo>
                  <a:pt x="476250" y="1104900"/>
                </a:moveTo>
                <a:lnTo>
                  <a:pt x="485775" y="1104900"/>
                </a:lnTo>
                <a:lnTo>
                  <a:pt x="485775" y="1171575"/>
                </a:lnTo>
                <a:lnTo>
                  <a:pt x="476250" y="1171575"/>
                </a:lnTo>
                <a:lnTo>
                  <a:pt x="476250" y="1181100"/>
                </a:lnTo>
                <a:lnTo>
                  <a:pt x="466725" y="1181100"/>
                </a:lnTo>
                <a:lnTo>
                  <a:pt x="466725" y="1123950"/>
                </a:lnTo>
                <a:lnTo>
                  <a:pt x="476250" y="1123950"/>
                </a:lnTo>
                <a:close/>
                <a:moveTo>
                  <a:pt x="1152525" y="1104900"/>
                </a:moveTo>
                <a:lnTo>
                  <a:pt x="1162050" y="1104900"/>
                </a:lnTo>
                <a:lnTo>
                  <a:pt x="1162050" y="1114425"/>
                </a:lnTo>
                <a:lnTo>
                  <a:pt x="1152525" y="1114425"/>
                </a:lnTo>
                <a:close/>
                <a:moveTo>
                  <a:pt x="361950" y="1114425"/>
                </a:moveTo>
                <a:lnTo>
                  <a:pt x="371475" y="1114425"/>
                </a:lnTo>
                <a:lnTo>
                  <a:pt x="371475" y="1123950"/>
                </a:lnTo>
                <a:lnTo>
                  <a:pt x="381000" y="1123950"/>
                </a:lnTo>
                <a:lnTo>
                  <a:pt x="381000" y="1133475"/>
                </a:lnTo>
                <a:lnTo>
                  <a:pt x="390525" y="1133475"/>
                </a:lnTo>
                <a:lnTo>
                  <a:pt x="390525" y="1123950"/>
                </a:lnTo>
                <a:lnTo>
                  <a:pt x="409575" y="1123950"/>
                </a:lnTo>
                <a:lnTo>
                  <a:pt x="409575" y="1133475"/>
                </a:lnTo>
                <a:lnTo>
                  <a:pt x="390525" y="1133475"/>
                </a:lnTo>
                <a:lnTo>
                  <a:pt x="390525" y="1143000"/>
                </a:lnTo>
                <a:lnTo>
                  <a:pt x="381000" y="1143000"/>
                </a:lnTo>
                <a:lnTo>
                  <a:pt x="381000" y="1152525"/>
                </a:lnTo>
                <a:lnTo>
                  <a:pt x="390525" y="1152525"/>
                </a:lnTo>
                <a:lnTo>
                  <a:pt x="390525" y="1162050"/>
                </a:lnTo>
                <a:lnTo>
                  <a:pt x="381000" y="1162050"/>
                </a:lnTo>
                <a:lnTo>
                  <a:pt x="381000" y="1181100"/>
                </a:lnTo>
                <a:lnTo>
                  <a:pt x="371475" y="1181100"/>
                </a:lnTo>
                <a:lnTo>
                  <a:pt x="371475" y="1143000"/>
                </a:lnTo>
                <a:lnTo>
                  <a:pt x="361950" y="1143000"/>
                </a:lnTo>
                <a:close/>
                <a:moveTo>
                  <a:pt x="1143000" y="1114425"/>
                </a:moveTo>
                <a:lnTo>
                  <a:pt x="1152525" y="1114425"/>
                </a:lnTo>
                <a:lnTo>
                  <a:pt x="1152525" y="1123950"/>
                </a:lnTo>
                <a:lnTo>
                  <a:pt x="1143000" y="1123950"/>
                </a:lnTo>
                <a:close/>
                <a:moveTo>
                  <a:pt x="1162050" y="1114425"/>
                </a:moveTo>
                <a:lnTo>
                  <a:pt x="1190625" y="1114425"/>
                </a:lnTo>
                <a:lnTo>
                  <a:pt x="1190625" y="1123950"/>
                </a:lnTo>
                <a:lnTo>
                  <a:pt x="1162050" y="1123950"/>
                </a:lnTo>
                <a:close/>
                <a:moveTo>
                  <a:pt x="1123950" y="1123950"/>
                </a:moveTo>
                <a:lnTo>
                  <a:pt x="1133475" y="1123950"/>
                </a:lnTo>
                <a:lnTo>
                  <a:pt x="1133475" y="1133475"/>
                </a:lnTo>
                <a:lnTo>
                  <a:pt x="1123950" y="1133475"/>
                </a:lnTo>
                <a:close/>
                <a:moveTo>
                  <a:pt x="1724025" y="1143000"/>
                </a:moveTo>
                <a:lnTo>
                  <a:pt x="1733550" y="1143000"/>
                </a:lnTo>
                <a:lnTo>
                  <a:pt x="1733550" y="1171575"/>
                </a:lnTo>
                <a:lnTo>
                  <a:pt x="1724025" y="1171575"/>
                </a:lnTo>
                <a:close/>
                <a:moveTo>
                  <a:pt x="390525" y="1162050"/>
                </a:moveTo>
                <a:lnTo>
                  <a:pt x="400050" y="1162050"/>
                </a:lnTo>
                <a:lnTo>
                  <a:pt x="400050" y="1171575"/>
                </a:lnTo>
                <a:lnTo>
                  <a:pt x="390525" y="1171575"/>
                </a:lnTo>
                <a:close/>
                <a:moveTo>
                  <a:pt x="438150" y="1162050"/>
                </a:moveTo>
                <a:lnTo>
                  <a:pt x="447675" y="1162050"/>
                </a:lnTo>
                <a:lnTo>
                  <a:pt x="447675" y="1171575"/>
                </a:lnTo>
                <a:lnTo>
                  <a:pt x="438150" y="1171575"/>
                </a:lnTo>
                <a:close/>
                <a:moveTo>
                  <a:pt x="400050" y="1171575"/>
                </a:moveTo>
                <a:lnTo>
                  <a:pt x="409575" y="1171575"/>
                </a:lnTo>
                <a:lnTo>
                  <a:pt x="409575" y="1181100"/>
                </a:lnTo>
                <a:lnTo>
                  <a:pt x="400050" y="1181100"/>
                </a:lnTo>
                <a:close/>
                <a:moveTo>
                  <a:pt x="447675" y="1171575"/>
                </a:moveTo>
                <a:lnTo>
                  <a:pt x="457200" y="1171575"/>
                </a:lnTo>
                <a:lnTo>
                  <a:pt x="457200" y="1181100"/>
                </a:lnTo>
                <a:lnTo>
                  <a:pt x="466725" y="1181100"/>
                </a:lnTo>
                <a:lnTo>
                  <a:pt x="466725" y="1190625"/>
                </a:lnTo>
                <a:lnTo>
                  <a:pt x="447675" y="1190625"/>
                </a:lnTo>
                <a:close/>
                <a:moveTo>
                  <a:pt x="400050" y="1190625"/>
                </a:moveTo>
                <a:lnTo>
                  <a:pt x="409575" y="1190625"/>
                </a:lnTo>
                <a:lnTo>
                  <a:pt x="409575" y="1200150"/>
                </a:lnTo>
                <a:lnTo>
                  <a:pt x="400050" y="1200150"/>
                </a:lnTo>
                <a:close/>
                <a:moveTo>
                  <a:pt x="438150" y="1190625"/>
                </a:moveTo>
                <a:lnTo>
                  <a:pt x="447675" y="1190625"/>
                </a:lnTo>
                <a:lnTo>
                  <a:pt x="447675" y="1200150"/>
                </a:lnTo>
                <a:lnTo>
                  <a:pt x="438150" y="1200150"/>
                </a:lnTo>
                <a:close/>
                <a:moveTo>
                  <a:pt x="1257300" y="1200150"/>
                </a:moveTo>
                <a:lnTo>
                  <a:pt x="1266825" y="1200150"/>
                </a:lnTo>
                <a:lnTo>
                  <a:pt x="1266825" y="1209675"/>
                </a:lnTo>
                <a:lnTo>
                  <a:pt x="1257300" y="1209675"/>
                </a:lnTo>
                <a:close/>
                <a:moveTo>
                  <a:pt x="1104900" y="1209675"/>
                </a:moveTo>
                <a:lnTo>
                  <a:pt x="1114425" y="1209675"/>
                </a:lnTo>
                <a:lnTo>
                  <a:pt x="1114425" y="1219200"/>
                </a:lnTo>
                <a:lnTo>
                  <a:pt x="1104900" y="1219200"/>
                </a:lnTo>
                <a:close/>
                <a:moveTo>
                  <a:pt x="1152525" y="1209675"/>
                </a:moveTo>
                <a:lnTo>
                  <a:pt x="1228725" y="1209675"/>
                </a:lnTo>
                <a:lnTo>
                  <a:pt x="1228725" y="1219200"/>
                </a:lnTo>
                <a:lnTo>
                  <a:pt x="1219200" y="1219200"/>
                </a:lnTo>
                <a:lnTo>
                  <a:pt x="1219200" y="1228725"/>
                </a:lnTo>
                <a:lnTo>
                  <a:pt x="1209675" y="1228725"/>
                </a:lnTo>
                <a:lnTo>
                  <a:pt x="1209675" y="1219200"/>
                </a:lnTo>
                <a:lnTo>
                  <a:pt x="1200150" y="1219200"/>
                </a:lnTo>
                <a:lnTo>
                  <a:pt x="1200150" y="1247775"/>
                </a:lnTo>
                <a:lnTo>
                  <a:pt x="1152525" y="1247775"/>
                </a:lnTo>
                <a:lnTo>
                  <a:pt x="1152525" y="1238250"/>
                </a:lnTo>
                <a:lnTo>
                  <a:pt x="1171575" y="1238250"/>
                </a:lnTo>
                <a:lnTo>
                  <a:pt x="1171575" y="1228725"/>
                </a:lnTo>
                <a:lnTo>
                  <a:pt x="1181100" y="1228725"/>
                </a:lnTo>
                <a:lnTo>
                  <a:pt x="1181100" y="1238250"/>
                </a:lnTo>
                <a:lnTo>
                  <a:pt x="1190625" y="1238250"/>
                </a:lnTo>
                <a:lnTo>
                  <a:pt x="1190625" y="1219200"/>
                </a:lnTo>
                <a:lnTo>
                  <a:pt x="1152525" y="1219200"/>
                </a:lnTo>
                <a:close/>
                <a:moveTo>
                  <a:pt x="1057275" y="1219200"/>
                </a:moveTo>
                <a:lnTo>
                  <a:pt x="1076325" y="1219200"/>
                </a:lnTo>
                <a:lnTo>
                  <a:pt x="1076325" y="1238250"/>
                </a:lnTo>
                <a:lnTo>
                  <a:pt x="1066800" y="1238250"/>
                </a:lnTo>
                <a:lnTo>
                  <a:pt x="1066800" y="1228725"/>
                </a:lnTo>
                <a:lnTo>
                  <a:pt x="1057275" y="1228725"/>
                </a:lnTo>
                <a:close/>
                <a:moveTo>
                  <a:pt x="1238250" y="1238250"/>
                </a:moveTo>
                <a:lnTo>
                  <a:pt x="1276350" y="1238250"/>
                </a:lnTo>
                <a:lnTo>
                  <a:pt x="1276350" y="1247775"/>
                </a:lnTo>
                <a:lnTo>
                  <a:pt x="1238250" y="1247775"/>
                </a:lnTo>
                <a:close/>
                <a:moveTo>
                  <a:pt x="104775" y="1247775"/>
                </a:moveTo>
                <a:lnTo>
                  <a:pt x="114300" y="1247775"/>
                </a:lnTo>
                <a:lnTo>
                  <a:pt x="114300" y="1314450"/>
                </a:lnTo>
                <a:lnTo>
                  <a:pt x="104775" y="1314450"/>
                </a:lnTo>
                <a:close/>
                <a:moveTo>
                  <a:pt x="190500" y="1247775"/>
                </a:moveTo>
                <a:lnTo>
                  <a:pt x="200025" y="1247775"/>
                </a:lnTo>
                <a:lnTo>
                  <a:pt x="200025" y="1285875"/>
                </a:lnTo>
                <a:lnTo>
                  <a:pt x="190500" y="1285875"/>
                </a:lnTo>
                <a:close/>
                <a:moveTo>
                  <a:pt x="1076325" y="1247775"/>
                </a:moveTo>
                <a:lnTo>
                  <a:pt x="1104900" y="1247775"/>
                </a:lnTo>
                <a:lnTo>
                  <a:pt x="1104900" y="1257300"/>
                </a:lnTo>
                <a:lnTo>
                  <a:pt x="1076325" y="1257300"/>
                </a:lnTo>
                <a:close/>
                <a:moveTo>
                  <a:pt x="1133475" y="1247775"/>
                </a:moveTo>
                <a:lnTo>
                  <a:pt x="1152525" y="1247775"/>
                </a:lnTo>
                <a:lnTo>
                  <a:pt x="1152525" y="1257300"/>
                </a:lnTo>
                <a:lnTo>
                  <a:pt x="1133475" y="1257300"/>
                </a:lnTo>
                <a:close/>
                <a:moveTo>
                  <a:pt x="561975" y="1257300"/>
                </a:moveTo>
                <a:lnTo>
                  <a:pt x="581025" y="1257300"/>
                </a:lnTo>
                <a:lnTo>
                  <a:pt x="581025" y="1266825"/>
                </a:lnTo>
                <a:lnTo>
                  <a:pt x="561975" y="1266825"/>
                </a:lnTo>
                <a:close/>
                <a:moveTo>
                  <a:pt x="638175" y="1257300"/>
                </a:moveTo>
                <a:lnTo>
                  <a:pt x="647700" y="1257300"/>
                </a:lnTo>
                <a:lnTo>
                  <a:pt x="647700" y="1266825"/>
                </a:lnTo>
                <a:lnTo>
                  <a:pt x="638175" y="1266825"/>
                </a:lnTo>
                <a:close/>
                <a:moveTo>
                  <a:pt x="352425" y="1266825"/>
                </a:moveTo>
                <a:lnTo>
                  <a:pt x="371475" y="1266825"/>
                </a:lnTo>
                <a:lnTo>
                  <a:pt x="371475" y="1276350"/>
                </a:lnTo>
                <a:lnTo>
                  <a:pt x="352425" y="1276350"/>
                </a:lnTo>
                <a:close/>
                <a:moveTo>
                  <a:pt x="466725" y="1266825"/>
                </a:moveTo>
                <a:lnTo>
                  <a:pt x="495300" y="1266825"/>
                </a:lnTo>
                <a:lnTo>
                  <a:pt x="495300" y="1276350"/>
                </a:lnTo>
                <a:lnTo>
                  <a:pt x="466725" y="1276350"/>
                </a:lnTo>
                <a:close/>
                <a:moveTo>
                  <a:pt x="533400" y="1266825"/>
                </a:moveTo>
                <a:lnTo>
                  <a:pt x="552450" y="1266825"/>
                </a:lnTo>
                <a:lnTo>
                  <a:pt x="552450" y="1276350"/>
                </a:lnTo>
                <a:lnTo>
                  <a:pt x="533400" y="1276350"/>
                </a:lnTo>
                <a:close/>
                <a:moveTo>
                  <a:pt x="590550" y="1266825"/>
                </a:moveTo>
                <a:lnTo>
                  <a:pt x="600075" y="1266825"/>
                </a:lnTo>
                <a:lnTo>
                  <a:pt x="600075" y="1276350"/>
                </a:lnTo>
                <a:lnTo>
                  <a:pt x="590550" y="1276350"/>
                </a:lnTo>
                <a:close/>
                <a:moveTo>
                  <a:pt x="342900" y="1276350"/>
                </a:moveTo>
                <a:lnTo>
                  <a:pt x="352425" y="1276350"/>
                </a:lnTo>
                <a:lnTo>
                  <a:pt x="352425" y="1285875"/>
                </a:lnTo>
                <a:lnTo>
                  <a:pt x="342900" y="1285875"/>
                </a:lnTo>
                <a:close/>
                <a:moveTo>
                  <a:pt x="371475" y="1276350"/>
                </a:moveTo>
                <a:lnTo>
                  <a:pt x="381000" y="1276350"/>
                </a:lnTo>
                <a:lnTo>
                  <a:pt x="381000" y="1285875"/>
                </a:lnTo>
                <a:lnTo>
                  <a:pt x="371475" y="1285875"/>
                </a:lnTo>
                <a:close/>
                <a:moveTo>
                  <a:pt x="419100" y="1276350"/>
                </a:moveTo>
                <a:lnTo>
                  <a:pt x="457200" y="1276350"/>
                </a:lnTo>
                <a:lnTo>
                  <a:pt x="457200" y="1285875"/>
                </a:lnTo>
                <a:lnTo>
                  <a:pt x="419100" y="1285875"/>
                </a:lnTo>
                <a:close/>
                <a:moveTo>
                  <a:pt x="1733550" y="1276350"/>
                </a:moveTo>
                <a:lnTo>
                  <a:pt x="1743075" y="1276350"/>
                </a:lnTo>
                <a:lnTo>
                  <a:pt x="1743075" y="1314450"/>
                </a:lnTo>
                <a:lnTo>
                  <a:pt x="1733550" y="1314450"/>
                </a:lnTo>
                <a:close/>
                <a:moveTo>
                  <a:pt x="409575" y="1285875"/>
                </a:moveTo>
                <a:lnTo>
                  <a:pt x="419100" y="1285875"/>
                </a:lnTo>
                <a:lnTo>
                  <a:pt x="419100" y="1295400"/>
                </a:lnTo>
                <a:lnTo>
                  <a:pt x="409575" y="1295400"/>
                </a:lnTo>
                <a:close/>
                <a:moveTo>
                  <a:pt x="571500" y="1285875"/>
                </a:moveTo>
                <a:lnTo>
                  <a:pt x="581025" y="1285875"/>
                </a:lnTo>
                <a:lnTo>
                  <a:pt x="581025" y="1295400"/>
                </a:lnTo>
                <a:lnTo>
                  <a:pt x="600075" y="1295400"/>
                </a:lnTo>
                <a:lnTo>
                  <a:pt x="600075" y="1304925"/>
                </a:lnTo>
                <a:lnTo>
                  <a:pt x="571500" y="1304925"/>
                </a:lnTo>
                <a:close/>
                <a:moveTo>
                  <a:pt x="609600" y="1295400"/>
                </a:moveTo>
                <a:lnTo>
                  <a:pt x="647700" y="1295400"/>
                </a:lnTo>
                <a:lnTo>
                  <a:pt x="647700" y="1304925"/>
                </a:lnTo>
                <a:lnTo>
                  <a:pt x="609600" y="1304925"/>
                </a:lnTo>
                <a:close/>
                <a:moveTo>
                  <a:pt x="371475" y="1304925"/>
                </a:moveTo>
                <a:lnTo>
                  <a:pt x="381000" y="1304925"/>
                </a:lnTo>
                <a:lnTo>
                  <a:pt x="381000" y="1314450"/>
                </a:lnTo>
                <a:lnTo>
                  <a:pt x="371475" y="1314450"/>
                </a:lnTo>
                <a:close/>
                <a:moveTo>
                  <a:pt x="409575" y="1304925"/>
                </a:moveTo>
                <a:lnTo>
                  <a:pt x="419100" y="1304925"/>
                </a:lnTo>
                <a:lnTo>
                  <a:pt x="419100" y="1314450"/>
                </a:lnTo>
                <a:lnTo>
                  <a:pt x="409575" y="1314450"/>
                </a:lnTo>
                <a:close/>
                <a:moveTo>
                  <a:pt x="438150" y="1304925"/>
                </a:moveTo>
                <a:lnTo>
                  <a:pt x="447675" y="1304925"/>
                </a:lnTo>
                <a:lnTo>
                  <a:pt x="447675" y="1314450"/>
                </a:lnTo>
                <a:lnTo>
                  <a:pt x="438150" y="1314450"/>
                </a:lnTo>
                <a:close/>
                <a:moveTo>
                  <a:pt x="457200" y="1304925"/>
                </a:moveTo>
                <a:lnTo>
                  <a:pt x="466725" y="1304925"/>
                </a:lnTo>
                <a:lnTo>
                  <a:pt x="466725" y="1314450"/>
                </a:lnTo>
                <a:lnTo>
                  <a:pt x="457200" y="1314450"/>
                </a:lnTo>
                <a:close/>
                <a:moveTo>
                  <a:pt x="476250" y="1304925"/>
                </a:moveTo>
                <a:lnTo>
                  <a:pt x="485775" y="1304925"/>
                </a:lnTo>
                <a:lnTo>
                  <a:pt x="485775" y="1314450"/>
                </a:lnTo>
                <a:lnTo>
                  <a:pt x="476250" y="1314450"/>
                </a:lnTo>
                <a:close/>
                <a:moveTo>
                  <a:pt x="495300" y="1304925"/>
                </a:moveTo>
                <a:lnTo>
                  <a:pt x="504825" y="1304925"/>
                </a:lnTo>
                <a:lnTo>
                  <a:pt x="504825" y="1314450"/>
                </a:lnTo>
                <a:lnTo>
                  <a:pt x="495300" y="1314450"/>
                </a:lnTo>
                <a:close/>
                <a:moveTo>
                  <a:pt x="514350" y="1304925"/>
                </a:moveTo>
                <a:lnTo>
                  <a:pt x="552450" y="1304925"/>
                </a:lnTo>
                <a:lnTo>
                  <a:pt x="552450" y="1314450"/>
                </a:lnTo>
                <a:lnTo>
                  <a:pt x="514350" y="1314450"/>
                </a:lnTo>
                <a:close/>
                <a:moveTo>
                  <a:pt x="1181100" y="1304925"/>
                </a:moveTo>
                <a:lnTo>
                  <a:pt x="1190625" y="1304925"/>
                </a:lnTo>
                <a:lnTo>
                  <a:pt x="1190625" y="1314450"/>
                </a:lnTo>
                <a:lnTo>
                  <a:pt x="1181100" y="1314450"/>
                </a:lnTo>
                <a:close/>
                <a:moveTo>
                  <a:pt x="419100" y="1314450"/>
                </a:moveTo>
                <a:lnTo>
                  <a:pt x="438150" y="1314450"/>
                </a:lnTo>
                <a:lnTo>
                  <a:pt x="438150" y="1323975"/>
                </a:lnTo>
                <a:lnTo>
                  <a:pt x="419100" y="1323975"/>
                </a:lnTo>
                <a:close/>
                <a:moveTo>
                  <a:pt x="1190625" y="1314450"/>
                </a:moveTo>
                <a:lnTo>
                  <a:pt x="1200150" y="1314450"/>
                </a:lnTo>
                <a:lnTo>
                  <a:pt x="1200150" y="1323975"/>
                </a:lnTo>
                <a:lnTo>
                  <a:pt x="1190625" y="1323975"/>
                </a:lnTo>
                <a:close/>
                <a:moveTo>
                  <a:pt x="1133475" y="1343025"/>
                </a:moveTo>
                <a:lnTo>
                  <a:pt x="1143000" y="1343025"/>
                </a:lnTo>
                <a:lnTo>
                  <a:pt x="1143000" y="1352550"/>
                </a:lnTo>
                <a:lnTo>
                  <a:pt x="1133475" y="1352550"/>
                </a:lnTo>
                <a:close/>
                <a:moveTo>
                  <a:pt x="485775" y="1362075"/>
                </a:moveTo>
                <a:lnTo>
                  <a:pt x="495300" y="1362075"/>
                </a:lnTo>
                <a:lnTo>
                  <a:pt x="495300" y="1371600"/>
                </a:lnTo>
                <a:lnTo>
                  <a:pt x="485775" y="1371600"/>
                </a:lnTo>
                <a:close/>
                <a:moveTo>
                  <a:pt x="514350" y="1362075"/>
                </a:moveTo>
                <a:lnTo>
                  <a:pt x="523875" y="1362075"/>
                </a:lnTo>
                <a:lnTo>
                  <a:pt x="523875" y="1371600"/>
                </a:lnTo>
                <a:lnTo>
                  <a:pt x="514350" y="1371600"/>
                </a:lnTo>
                <a:close/>
                <a:moveTo>
                  <a:pt x="1114425" y="1362075"/>
                </a:moveTo>
                <a:lnTo>
                  <a:pt x="1123950" y="1362075"/>
                </a:lnTo>
                <a:lnTo>
                  <a:pt x="1123950" y="1371600"/>
                </a:lnTo>
                <a:lnTo>
                  <a:pt x="1114425" y="1371600"/>
                </a:lnTo>
                <a:close/>
                <a:moveTo>
                  <a:pt x="371475" y="1371600"/>
                </a:moveTo>
                <a:lnTo>
                  <a:pt x="381000" y="1371600"/>
                </a:lnTo>
                <a:lnTo>
                  <a:pt x="381000" y="1381125"/>
                </a:lnTo>
                <a:lnTo>
                  <a:pt x="371475" y="1381125"/>
                </a:lnTo>
                <a:close/>
                <a:moveTo>
                  <a:pt x="476250" y="1371600"/>
                </a:moveTo>
                <a:lnTo>
                  <a:pt x="485775" y="1371600"/>
                </a:lnTo>
                <a:lnTo>
                  <a:pt x="485775" y="1390650"/>
                </a:lnTo>
                <a:lnTo>
                  <a:pt x="476250" y="1390650"/>
                </a:lnTo>
                <a:close/>
                <a:moveTo>
                  <a:pt x="523875" y="1371600"/>
                </a:moveTo>
                <a:lnTo>
                  <a:pt x="533400" y="1371600"/>
                </a:lnTo>
                <a:lnTo>
                  <a:pt x="533400" y="1381125"/>
                </a:lnTo>
                <a:lnTo>
                  <a:pt x="523875" y="1381125"/>
                </a:lnTo>
                <a:close/>
                <a:moveTo>
                  <a:pt x="1123950" y="1371600"/>
                </a:moveTo>
                <a:lnTo>
                  <a:pt x="1143000" y="1371600"/>
                </a:lnTo>
                <a:lnTo>
                  <a:pt x="1143000" y="1390650"/>
                </a:lnTo>
                <a:lnTo>
                  <a:pt x="1133475" y="1390650"/>
                </a:lnTo>
                <a:lnTo>
                  <a:pt x="1133475" y="1400175"/>
                </a:lnTo>
                <a:lnTo>
                  <a:pt x="1123950" y="1400175"/>
                </a:lnTo>
                <a:close/>
                <a:moveTo>
                  <a:pt x="114300" y="1381125"/>
                </a:moveTo>
                <a:lnTo>
                  <a:pt x="123825" y="1381125"/>
                </a:lnTo>
                <a:lnTo>
                  <a:pt x="123825" y="1390650"/>
                </a:lnTo>
                <a:lnTo>
                  <a:pt x="114300" y="1390650"/>
                </a:lnTo>
                <a:close/>
                <a:moveTo>
                  <a:pt x="381000" y="1381125"/>
                </a:moveTo>
                <a:lnTo>
                  <a:pt x="390525" y="1381125"/>
                </a:lnTo>
                <a:lnTo>
                  <a:pt x="390525" y="1390650"/>
                </a:lnTo>
                <a:lnTo>
                  <a:pt x="381000" y="1390650"/>
                </a:lnTo>
                <a:close/>
                <a:moveTo>
                  <a:pt x="495300" y="1381125"/>
                </a:moveTo>
                <a:lnTo>
                  <a:pt x="504825" y="1381125"/>
                </a:lnTo>
                <a:lnTo>
                  <a:pt x="504825" y="1390650"/>
                </a:lnTo>
                <a:lnTo>
                  <a:pt x="495300" y="1390650"/>
                </a:lnTo>
                <a:close/>
                <a:moveTo>
                  <a:pt x="504825" y="1390650"/>
                </a:moveTo>
                <a:lnTo>
                  <a:pt x="514350" y="1390650"/>
                </a:lnTo>
                <a:lnTo>
                  <a:pt x="514350" y="1400175"/>
                </a:lnTo>
                <a:lnTo>
                  <a:pt x="504825" y="1400175"/>
                </a:lnTo>
                <a:close/>
                <a:moveTo>
                  <a:pt x="1743075" y="1390650"/>
                </a:moveTo>
                <a:lnTo>
                  <a:pt x="1752600" y="1390650"/>
                </a:lnTo>
                <a:lnTo>
                  <a:pt x="1752600" y="1409700"/>
                </a:lnTo>
                <a:lnTo>
                  <a:pt x="1743075" y="1409700"/>
                </a:lnTo>
                <a:close/>
                <a:moveTo>
                  <a:pt x="523875" y="1400175"/>
                </a:moveTo>
                <a:lnTo>
                  <a:pt x="533400" y="1400175"/>
                </a:lnTo>
                <a:lnTo>
                  <a:pt x="533400" y="1409700"/>
                </a:lnTo>
                <a:lnTo>
                  <a:pt x="523875" y="1409700"/>
                </a:lnTo>
                <a:close/>
                <a:moveTo>
                  <a:pt x="457200" y="1409700"/>
                </a:moveTo>
                <a:lnTo>
                  <a:pt x="466725" y="1409700"/>
                </a:lnTo>
                <a:lnTo>
                  <a:pt x="466725" y="1419225"/>
                </a:lnTo>
                <a:lnTo>
                  <a:pt x="457200" y="1419225"/>
                </a:lnTo>
                <a:close/>
                <a:moveTo>
                  <a:pt x="2124075" y="1409700"/>
                </a:moveTo>
                <a:lnTo>
                  <a:pt x="2152650" y="1409700"/>
                </a:lnTo>
                <a:lnTo>
                  <a:pt x="2152650" y="1428750"/>
                </a:lnTo>
                <a:lnTo>
                  <a:pt x="2143125" y="1428750"/>
                </a:lnTo>
                <a:lnTo>
                  <a:pt x="2143125" y="1419225"/>
                </a:lnTo>
                <a:lnTo>
                  <a:pt x="2124075" y="1419225"/>
                </a:lnTo>
                <a:close/>
                <a:moveTo>
                  <a:pt x="2162175" y="1409700"/>
                </a:moveTo>
                <a:lnTo>
                  <a:pt x="2200275" y="1409700"/>
                </a:lnTo>
                <a:lnTo>
                  <a:pt x="2200275" y="1419225"/>
                </a:lnTo>
                <a:lnTo>
                  <a:pt x="2209800" y="1419225"/>
                </a:lnTo>
                <a:lnTo>
                  <a:pt x="2209800" y="1409700"/>
                </a:lnTo>
                <a:lnTo>
                  <a:pt x="2228850" y="1409700"/>
                </a:lnTo>
                <a:lnTo>
                  <a:pt x="2228850" y="1419225"/>
                </a:lnTo>
                <a:lnTo>
                  <a:pt x="2238375" y="1419225"/>
                </a:lnTo>
                <a:lnTo>
                  <a:pt x="2238375" y="1438275"/>
                </a:lnTo>
                <a:lnTo>
                  <a:pt x="2209800" y="1438275"/>
                </a:lnTo>
                <a:lnTo>
                  <a:pt x="2209800" y="1428750"/>
                </a:lnTo>
                <a:lnTo>
                  <a:pt x="2200275" y="1428750"/>
                </a:lnTo>
                <a:lnTo>
                  <a:pt x="2200275" y="1438275"/>
                </a:lnTo>
                <a:lnTo>
                  <a:pt x="2190750" y="1438275"/>
                </a:lnTo>
                <a:lnTo>
                  <a:pt x="2190750" y="1428750"/>
                </a:lnTo>
                <a:lnTo>
                  <a:pt x="2171700" y="1428750"/>
                </a:lnTo>
                <a:lnTo>
                  <a:pt x="2171700" y="1419225"/>
                </a:lnTo>
                <a:lnTo>
                  <a:pt x="2162175" y="1419225"/>
                </a:lnTo>
                <a:close/>
                <a:moveTo>
                  <a:pt x="390525" y="1419225"/>
                </a:moveTo>
                <a:lnTo>
                  <a:pt x="409575" y="1419225"/>
                </a:lnTo>
                <a:lnTo>
                  <a:pt x="409575" y="1438275"/>
                </a:lnTo>
                <a:lnTo>
                  <a:pt x="438150" y="1438275"/>
                </a:lnTo>
                <a:lnTo>
                  <a:pt x="438150" y="1447800"/>
                </a:lnTo>
                <a:lnTo>
                  <a:pt x="400050" y="1447800"/>
                </a:lnTo>
                <a:lnTo>
                  <a:pt x="400050" y="1457325"/>
                </a:lnTo>
                <a:lnTo>
                  <a:pt x="371475" y="1457325"/>
                </a:lnTo>
                <a:lnTo>
                  <a:pt x="371475" y="1447800"/>
                </a:lnTo>
                <a:lnTo>
                  <a:pt x="390525" y="1447800"/>
                </a:lnTo>
                <a:close/>
                <a:moveTo>
                  <a:pt x="466725" y="1419225"/>
                </a:moveTo>
                <a:lnTo>
                  <a:pt x="495300" y="1419225"/>
                </a:lnTo>
                <a:lnTo>
                  <a:pt x="495300" y="1428750"/>
                </a:lnTo>
                <a:lnTo>
                  <a:pt x="485775" y="1428750"/>
                </a:lnTo>
                <a:lnTo>
                  <a:pt x="485775" y="1447800"/>
                </a:lnTo>
                <a:lnTo>
                  <a:pt x="466725" y="1447800"/>
                </a:lnTo>
                <a:close/>
                <a:moveTo>
                  <a:pt x="200025" y="1428750"/>
                </a:moveTo>
                <a:lnTo>
                  <a:pt x="209550" y="1428750"/>
                </a:lnTo>
                <a:lnTo>
                  <a:pt x="209550" y="1476375"/>
                </a:lnTo>
                <a:lnTo>
                  <a:pt x="200025" y="1476375"/>
                </a:lnTo>
                <a:close/>
                <a:moveTo>
                  <a:pt x="447675" y="1447800"/>
                </a:moveTo>
                <a:lnTo>
                  <a:pt x="457200" y="1447800"/>
                </a:lnTo>
                <a:lnTo>
                  <a:pt x="457200" y="1457325"/>
                </a:lnTo>
                <a:lnTo>
                  <a:pt x="447675" y="1457325"/>
                </a:lnTo>
                <a:close/>
                <a:moveTo>
                  <a:pt x="485775" y="1447800"/>
                </a:moveTo>
                <a:lnTo>
                  <a:pt x="495300" y="1447800"/>
                </a:lnTo>
                <a:lnTo>
                  <a:pt x="495300" y="1457325"/>
                </a:lnTo>
                <a:lnTo>
                  <a:pt x="485775" y="1457325"/>
                </a:lnTo>
                <a:close/>
                <a:moveTo>
                  <a:pt x="114300" y="1457325"/>
                </a:moveTo>
                <a:lnTo>
                  <a:pt x="123825" y="1457325"/>
                </a:lnTo>
                <a:lnTo>
                  <a:pt x="123825" y="1495425"/>
                </a:lnTo>
                <a:lnTo>
                  <a:pt x="114300" y="1495425"/>
                </a:lnTo>
                <a:close/>
                <a:moveTo>
                  <a:pt x="1752600" y="1514475"/>
                </a:moveTo>
                <a:lnTo>
                  <a:pt x="1762125" y="1514475"/>
                </a:lnTo>
                <a:lnTo>
                  <a:pt x="1762125" y="1543050"/>
                </a:lnTo>
                <a:lnTo>
                  <a:pt x="1752600" y="1543050"/>
                </a:lnTo>
                <a:close/>
                <a:moveTo>
                  <a:pt x="2085975" y="1609725"/>
                </a:moveTo>
                <a:lnTo>
                  <a:pt x="2105025" y="1609725"/>
                </a:lnTo>
                <a:lnTo>
                  <a:pt x="2105025" y="1619250"/>
                </a:lnTo>
                <a:lnTo>
                  <a:pt x="2085975" y="1619250"/>
                </a:lnTo>
                <a:close/>
                <a:moveTo>
                  <a:pt x="1152525" y="1619250"/>
                </a:moveTo>
                <a:lnTo>
                  <a:pt x="1219200" y="1619250"/>
                </a:lnTo>
                <a:lnTo>
                  <a:pt x="1219200" y="1628775"/>
                </a:lnTo>
                <a:lnTo>
                  <a:pt x="1190625" y="1628775"/>
                </a:lnTo>
                <a:lnTo>
                  <a:pt x="1190625" y="1638300"/>
                </a:lnTo>
                <a:lnTo>
                  <a:pt x="1181100" y="1638300"/>
                </a:lnTo>
                <a:lnTo>
                  <a:pt x="1181100" y="1628775"/>
                </a:lnTo>
                <a:lnTo>
                  <a:pt x="1152525" y="1628775"/>
                </a:lnTo>
                <a:close/>
                <a:moveTo>
                  <a:pt x="2190750" y="1619250"/>
                </a:moveTo>
                <a:lnTo>
                  <a:pt x="2200275" y="1619250"/>
                </a:lnTo>
                <a:lnTo>
                  <a:pt x="2200275" y="1628775"/>
                </a:lnTo>
                <a:lnTo>
                  <a:pt x="2190750" y="1628775"/>
                </a:lnTo>
                <a:close/>
                <a:moveTo>
                  <a:pt x="123825" y="1628775"/>
                </a:moveTo>
                <a:lnTo>
                  <a:pt x="133350" y="1628775"/>
                </a:lnTo>
                <a:lnTo>
                  <a:pt x="133350" y="1704975"/>
                </a:lnTo>
                <a:lnTo>
                  <a:pt x="123825" y="1704975"/>
                </a:lnTo>
                <a:close/>
                <a:moveTo>
                  <a:pt x="209550" y="1628775"/>
                </a:moveTo>
                <a:lnTo>
                  <a:pt x="219075" y="1628775"/>
                </a:lnTo>
                <a:lnTo>
                  <a:pt x="219075" y="1666875"/>
                </a:lnTo>
                <a:lnTo>
                  <a:pt x="209550" y="1666875"/>
                </a:lnTo>
                <a:close/>
                <a:moveTo>
                  <a:pt x="1143000" y="1628775"/>
                </a:moveTo>
                <a:lnTo>
                  <a:pt x="1152525" y="1628775"/>
                </a:lnTo>
                <a:lnTo>
                  <a:pt x="1152525" y="1638300"/>
                </a:lnTo>
                <a:lnTo>
                  <a:pt x="1143000" y="1638300"/>
                </a:lnTo>
                <a:close/>
                <a:moveTo>
                  <a:pt x="1219200" y="1628775"/>
                </a:moveTo>
                <a:lnTo>
                  <a:pt x="1228725" y="1628775"/>
                </a:lnTo>
                <a:lnTo>
                  <a:pt x="1228725" y="1638300"/>
                </a:lnTo>
                <a:lnTo>
                  <a:pt x="1219200" y="1638300"/>
                </a:lnTo>
                <a:close/>
                <a:moveTo>
                  <a:pt x="2238375" y="1628775"/>
                </a:moveTo>
                <a:lnTo>
                  <a:pt x="2247900" y="1628775"/>
                </a:lnTo>
                <a:lnTo>
                  <a:pt x="2247900" y="1638300"/>
                </a:lnTo>
                <a:lnTo>
                  <a:pt x="2238375" y="1638300"/>
                </a:lnTo>
                <a:close/>
                <a:moveTo>
                  <a:pt x="1762125" y="1638300"/>
                </a:moveTo>
                <a:lnTo>
                  <a:pt x="1771650" y="1638300"/>
                </a:lnTo>
                <a:lnTo>
                  <a:pt x="1771650" y="1666875"/>
                </a:lnTo>
                <a:lnTo>
                  <a:pt x="1762125" y="1666875"/>
                </a:lnTo>
                <a:close/>
                <a:moveTo>
                  <a:pt x="2133600" y="1638300"/>
                </a:moveTo>
                <a:lnTo>
                  <a:pt x="2143125" y="1638300"/>
                </a:lnTo>
                <a:lnTo>
                  <a:pt x="2143125" y="1647825"/>
                </a:lnTo>
                <a:lnTo>
                  <a:pt x="2133600" y="1647825"/>
                </a:lnTo>
                <a:close/>
                <a:moveTo>
                  <a:pt x="2247900" y="1638300"/>
                </a:moveTo>
                <a:lnTo>
                  <a:pt x="2257425" y="1638300"/>
                </a:lnTo>
                <a:lnTo>
                  <a:pt x="2257425" y="1647825"/>
                </a:lnTo>
                <a:lnTo>
                  <a:pt x="2247900" y="1647825"/>
                </a:lnTo>
                <a:close/>
                <a:moveTo>
                  <a:pt x="1990725" y="1647825"/>
                </a:moveTo>
                <a:lnTo>
                  <a:pt x="2000250" y="1647825"/>
                </a:lnTo>
                <a:lnTo>
                  <a:pt x="2000250" y="1676400"/>
                </a:lnTo>
                <a:lnTo>
                  <a:pt x="1990725" y="1676400"/>
                </a:lnTo>
                <a:close/>
                <a:moveTo>
                  <a:pt x="2114550" y="1647825"/>
                </a:moveTo>
                <a:lnTo>
                  <a:pt x="2124075" y="1647825"/>
                </a:lnTo>
                <a:lnTo>
                  <a:pt x="2124075" y="1676400"/>
                </a:lnTo>
                <a:lnTo>
                  <a:pt x="2114550" y="1676400"/>
                </a:lnTo>
                <a:close/>
                <a:moveTo>
                  <a:pt x="1143000" y="1657350"/>
                </a:moveTo>
                <a:lnTo>
                  <a:pt x="1152525" y="1657350"/>
                </a:lnTo>
                <a:lnTo>
                  <a:pt x="1152525" y="1685925"/>
                </a:lnTo>
                <a:lnTo>
                  <a:pt x="1190625" y="1685925"/>
                </a:lnTo>
                <a:lnTo>
                  <a:pt x="1190625" y="1657350"/>
                </a:lnTo>
                <a:lnTo>
                  <a:pt x="1228725" y="1657350"/>
                </a:lnTo>
                <a:lnTo>
                  <a:pt x="1228725" y="1676400"/>
                </a:lnTo>
                <a:lnTo>
                  <a:pt x="1238250" y="1676400"/>
                </a:lnTo>
                <a:lnTo>
                  <a:pt x="1238250" y="1685925"/>
                </a:lnTo>
                <a:lnTo>
                  <a:pt x="1219200" y="1685925"/>
                </a:lnTo>
                <a:lnTo>
                  <a:pt x="1219200" y="1695450"/>
                </a:lnTo>
                <a:lnTo>
                  <a:pt x="1209675" y="1695450"/>
                </a:lnTo>
                <a:lnTo>
                  <a:pt x="1209675" y="1685925"/>
                </a:lnTo>
                <a:lnTo>
                  <a:pt x="1190625" y="1685925"/>
                </a:lnTo>
                <a:lnTo>
                  <a:pt x="1190625" y="1704975"/>
                </a:lnTo>
                <a:lnTo>
                  <a:pt x="1200150" y="1704975"/>
                </a:lnTo>
                <a:lnTo>
                  <a:pt x="1200150" y="1714500"/>
                </a:lnTo>
                <a:lnTo>
                  <a:pt x="1209675" y="1714500"/>
                </a:lnTo>
                <a:lnTo>
                  <a:pt x="1209675" y="1704975"/>
                </a:lnTo>
                <a:lnTo>
                  <a:pt x="1219200" y="1704975"/>
                </a:lnTo>
                <a:lnTo>
                  <a:pt x="1219200" y="1695450"/>
                </a:lnTo>
                <a:lnTo>
                  <a:pt x="1238250" y="1695450"/>
                </a:lnTo>
                <a:lnTo>
                  <a:pt x="1238250" y="1685925"/>
                </a:lnTo>
                <a:lnTo>
                  <a:pt x="1247775" y="1685925"/>
                </a:lnTo>
                <a:lnTo>
                  <a:pt x="1247775" y="1704975"/>
                </a:lnTo>
                <a:lnTo>
                  <a:pt x="1219200" y="1704975"/>
                </a:lnTo>
                <a:lnTo>
                  <a:pt x="1219200" y="1714500"/>
                </a:lnTo>
                <a:lnTo>
                  <a:pt x="1209675" y="1714500"/>
                </a:lnTo>
                <a:lnTo>
                  <a:pt x="1209675" y="1724025"/>
                </a:lnTo>
                <a:lnTo>
                  <a:pt x="1162050" y="1724025"/>
                </a:lnTo>
                <a:lnTo>
                  <a:pt x="1162050" y="1704975"/>
                </a:lnTo>
                <a:lnTo>
                  <a:pt x="1152525" y="1704975"/>
                </a:lnTo>
                <a:lnTo>
                  <a:pt x="1152525" y="1695450"/>
                </a:lnTo>
                <a:lnTo>
                  <a:pt x="1143000" y="1695450"/>
                </a:lnTo>
                <a:lnTo>
                  <a:pt x="1143000" y="1704975"/>
                </a:lnTo>
                <a:lnTo>
                  <a:pt x="1133475" y="1704975"/>
                </a:lnTo>
                <a:lnTo>
                  <a:pt x="1133475" y="1685925"/>
                </a:lnTo>
                <a:lnTo>
                  <a:pt x="1143000" y="1685925"/>
                </a:lnTo>
                <a:close/>
                <a:moveTo>
                  <a:pt x="2133600" y="1657350"/>
                </a:moveTo>
                <a:lnTo>
                  <a:pt x="2143125" y="1657350"/>
                </a:lnTo>
                <a:lnTo>
                  <a:pt x="2143125" y="1676400"/>
                </a:lnTo>
                <a:lnTo>
                  <a:pt x="2133600" y="1676400"/>
                </a:lnTo>
                <a:close/>
                <a:moveTo>
                  <a:pt x="419100" y="1685925"/>
                </a:moveTo>
                <a:lnTo>
                  <a:pt x="428625" y="1685925"/>
                </a:lnTo>
                <a:lnTo>
                  <a:pt x="428625" y="1695450"/>
                </a:lnTo>
                <a:lnTo>
                  <a:pt x="419100" y="1695450"/>
                </a:lnTo>
                <a:close/>
                <a:moveTo>
                  <a:pt x="495300" y="1685925"/>
                </a:moveTo>
                <a:lnTo>
                  <a:pt x="504825" y="1685925"/>
                </a:lnTo>
                <a:lnTo>
                  <a:pt x="504825" y="1695450"/>
                </a:lnTo>
                <a:lnTo>
                  <a:pt x="495300" y="1695450"/>
                </a:lnTo>
                <a:close/>
                <a:moveTo>
                  <a:pt x="504825" y="1695450"/>
                </a:moveTo>
                <a:lnTo>
                  <a:pt x="514350" y="1695450"/>
                </a:lnTo>
                <a:lnTo>
                  <a:pt x="514350" y="1704975"/>
                </a:lnTo>
                <a:lnTo>
                  <a:pt x="504825" y="1704975"/>
                </a:lnTo>
                <a:close/>
                <a:moveTo>
                  <a:pt x="2152650" y="1695450"/>
                </a:moveTo>
                <a:lnTo>
                  <a:pt x="2162175" y="1695450"/>
                </a:lnTo>
                <a:lnTo>
                  <a:pt x="2162175" y="1704975"/>
                </a:lnTo>
                <a:lnTo>
                  <a:pt x="2152650" y="1704975"/>
                </a:lnTo>
                <a:close/>
                <a:moveTo>
                  <a:pt x="133350" y="1714500"/>
                </a:moveTo>
                <a:lnTo>
                  <a:pt x="142875" y="1714500"/>
                </a:lnTo>
                <a:lnTo>
                  <a:pt x="142875" y="1724025"/>
                </a:lnTo>
                <a:lnTo>
                  <a:pt x="133350" y="1724025"/>
                </a:lnTo>
                <a:close/>
                <a:moveTo>
                  <a:pt x="428625" y="1714500"/>
                </a:moveTo>
                <a:lnTo>
                  <a:pt x="438150" y="1714500"/>
                </a:lnTo>
                <a:lnTo>
                  <a:pt x="438150" y="1724025"/>
                </a:lnTo>
                <a:lnTo>
                  <a:pt x="428625" y="1724025"/>
                </a:lnTo>
                <a:close/>
                <a:moveTo>
                  <a:pt x="1133475" y="1714500"/>
                </a:moveTo>
                <a:lnTo>
                  <a:pt x="1143000" y="1714500"/>
                </a:lnTo>
                <a:lnTo>
                  <a:pt x="1143000" y="1724025"/>
                </a:lnTo>
                <a:lnTo>
                  <a:pt x="1133475" y="1724025"/>
                </a:lnTo>
                <a:close/>
                <a:moveTo>
                  <a:pt x="419100" y="1724025"/>
                </a:moveTo>
                <a:lnTo>
                  <a:pt x="428625" y="1724025"/>
                </a:lnTo>
                <a:lnTo>
                  <a:pt x="428625" y="1733550"/>
                </a:lnTo>
                <a:lnTo>
                  <a:pt x="419100" y="1733550"/>
                </a:lnTo>
                <a:close/>
                <a:moveTo>
                  <a:pt x="438150" y="1724025"/>
                </a:moveTo>
                <a:lnTo>
                  <a:pt x="447675" y="1724025"/>
                </a:lnTo>
                <a:lnTo>
                  <a:pt x="447675" y="1733550"/>
                </a:lnTo>
                <a:lnTo>
                  <a:pt x="438150" y="1733550"/>
                </a:lnTo>
                <a:close/>
                <a:moveTo>
                  <a:pt x="1981200" y="1724025"/>
                </a:moveTo>
                <a:lnTo>
                  <a:pt x="1990725" y="1724025"/>
                </a:lnTo>
                <a:lnTo>
                  <a:pt x="1990725" y="1809750"/>
                </a:lnTo>
                <a:lnTo>
                  <a:pt x="2000250" y="1809750"/>
                </a:lnTo>
                <a:lnTo>
                  <a:pt x="2000250" y="1828800"/>
                </a:lnTo>
                <a:lnTo>
                  <a:pt x="2009775" y="1828800"/>
                </a:lnTo>
                <a:lnTo>
                  <a:pt x="2009775" y="1857375"/>
                </a:lnTo>
                <a:lnTo>
                  <a:pt x="2000250" y="1857375"/>
                </a:lnTo>
                <a:lnTo>
                  <a:pt x="2000250" y="1866900"/>
                </a:lnTo>
                <a:lnTo>
                  <a:pt x="2009775" y="1866900"/>
                </a:lnTo>
                <a:lnTo>
                  <a:pt x="2009775" y="1876425"/>
                </a:lnTo>
                <a:lnTo>
                  <a:pt x="1981200" y="1876425"/>
                </a:lnTo>
                <a:lnTo>
                  <a:pt x="1981200" y="1866900"/>
                </a:lnTo>
                <a:lnTo>
                  <a:pt x="1971675" y="1866900"/>
                </a:lnTo>
                <a:lnTo>
                  <a:pt x="1971675" y="1809750"/>
                </a:lnTo>
                <a:lnTo>
                  <a:pt x="1981200" y="1809750"/>
                </a:lnTo>
                <a:close/>
                <a:moveTo>
                  <a:pt x="2076450" y="1724025"/>
                </a:moveTo>
                <a:lnTo>
                  <a:pt x="2085975" y="1724025"/>
                </a:lnTo>
                <a:lnTo>
                  <a:pt x="2085975" y="1752600"/>
                </a:lnTo>
                <a:lnTo>
                  <a:pt x="2076450" y="1752600"/>
                </a:lnTo>
                <a:close/>
                <a:moveTo>
                  <a:pt x="2247900" y="1733550"/>
                </a:moveTo>
                <a:lnTo>
                  <a:pt x="2257425" y="1733550"/>
                </a:lnTo>
                <a:lnTo>
                  <a:pt x="2257425" y="1752600"/>
                </a:lnTo>
                <a:lnTo>
                  <a:pt x="2247900" y="1752600"/>
                </a:lnTo>
                <a:close/>
                <a:moveTo>
                  <a:pt x="447675" y="1743075"/>
                </a:moveTo>
                <a:lnTo>
                  <a:pt x="476250" y="1743075"/>
                </a:lnTo>
                <a:lnTo>
                  <a:pt x="476250" y="1762125"/>
                </a:lnTo>
                <a:lnTo>
                  <a:pt x="447675" y="1762125"/>
                </a:lnTo>
                <a:close/>
                <a:moveTo>
                  <a:pt x="485775" y="1743075"/>
                </a:moveTo>
                <a:lnTo>
                  <a:pt x="495300" y="1743075"/>
                </a:lnTo>
                <a:lnTo>
                  <a:pt x="495300" y="1752600"/>
                </a:lnTo>
                <a:lnTo>
                  <a:pt x="485775" y="1752600"/>
                </a:lnTo>
                <a:close/>
                <a:moveTo>
                  <a:pt x="2152650" y="1743075"/>
                </a:moveTo>
                <a:lnTo>
                  <a:pt x="2162175" y="1743075"/>
                </a:lnTo>
                <a:lnTo>
                  <a:pt x="2162175" y="1752600"/>
                </a:lnTo>
                <a:lnTo>
                  <a:pt x="2152650" y="1752600"/>
                </a:lnTo>
                <a:close/>
                <a:moveTo>
                  <a:pt x="400050" y="1752600"/>
                </a:moveTo>
                <a:lnTo>
                  <a:pt x="409575" y="1752600"/>
                </a:lnTo>
                <a:lnTo>
                  <a:pt x="409575" y="1762125"/>
                </a:lnTo>
                <a:lnTo>
                  <a:pt x="400050" y="1762125"/>
                </a:lnTo>
                <a:close/>
                <a:moveTo>
                  <a:pt x="409575" y="1762125"/>
                </a:moveTo>
                <a:lnTo>
                  <a:pt x="419100" y="1762125"/>
                </a:lnTo>
                <a:lnTo>
                  <a:pt x="419100" y="1771650"/>
                </a:lnTo>
                <a:lnTo>
                  <a:pt x="409575" y="1771650"/>
                </a:lnTo>
                <a:close/>
                <a:moveTo>
                  <a:pt x="438150" y="1762125"/>
                </a:moveTo>
                <a:lnTo>
                  <a:pt x="447675" y="1762125"/>
                </a:lnTo>
                <a:lnTo>
                  <a:pt x="447675" y="1771650"/>
                </a:lnTo>
                <a:lnTo>
                  <a:pt x="438150" y="1771650"/>
                </a:lnTo>
                <a:close/>
                <a:moveTo>
                  <a:pt x="476250" y="1762125"/>
                </a:moveTo>
                <a:lnTo>
                  <a:pt x="485775" y="1762125"/>
                </a:lnTo>
                <a:lnTo>
                  <a:pt x="485775" y="1771650"/>
                </a:lnTo>
                <a:lnTo>
                  <a:pt x="495300" y="1771650"/>
                </a:lnTo>
                <a:lnTo>
                  <a:pt x="495300" y="1762125"/>
                </a:lnTo>
                <a:lnTo>
                  <a:pt x="504825" y="1762125"/>
                </a:lnTo>
                <a:lnTo>
                  <a:pt x="504825" y="1771650"/>
                </a:lnTo>
                <a:lnTo>
                  <a:pt x="495300" y="1771650"/>
                </a:lnTo>
                <a:lnTo>
                  <a:pt x="495300" y="1781175"/>
                </a:lnTo>
                <a:lnTo>
                  <a:pt x="476250" y="1781175"/>
                </a:lnTo>
                <a:close/>
                <a:moveTo>
                  <a:pt x="1771650" y="1762125"/>
                </a:moveTo>
                <a:lnTo>
                  <a:pt x="1781175" y="1762125"/>
                </a:lnTo>
                <a:lnTo>
                  <a:pt x="1781175" y="1781175"/>
                </a:lnTo>
                <a:lnTo>
                  <a:pt x="1771650" y="1781175"/>
                </a:lnTo>
                <a:close/>
                <a:moveTo>
                  <a:pt x="466725" y="1781175"/>
                </a:moveTo>
                <a:lnTo>
                  <a:pt x="476250" y="1781175"/>
                </a:lnTo>
                <a:lnTo>
                  <a:pt x="476250" y="1790700"/>
                </a:lnTo>
                <a:lnTo>
                  <a:pt x="466725" y="1790700"/>
                </a:lnTo>
                <a:close/>
                <a:moveTo>
                  <a:pt x="2762250" y="1781175"/>
                </a:moveTo>
                <a:lnTo>
                  <a:pt x="2771775" y="1781175"/>
                </a:lnTo>
                <a:lnTo>
                  <a:pt x="2771775" y="1790700"/>
                </a:lnTo>
                <a:lnTo>
                  <a:pt x="2762250" y="1790700"/>
                </a:lnTo>
                <a:close/>
                <a:moveTo>
                  <a:pt x="1343025" y="1790700"/>
                </a:moveTo>
                <a:lnTo>
                  <a:pt x="1352550" y="1790700"/>
                </a:lnTo>
                <a:lnTo>
                  <a:pt x="1352550" y="1800225"/>
                </a:lnTo>
                <a:lnTo>
                  <a:pt x="1343025" y="1800225"/>
                </a:lnTo>
                <a:close/>
                <a:moveTo>
                  <a:pt x="1409700" y="1790700"/>
                </a:moveTo>
                <a:lnTo>
                  <a:pt x="1438275" y="1790700"/>
                </a:lnTo>
                <a:lnTo>
                  <a:pt x="1438275" y="1800225"/>
                </a:lnTo>
                <a:lnTo>
                  <a:pt x="1419225" y="1800225"/>
                </a:lnTo>
                <a:lnTo>
                  <a:pt x="1419225" y="1809750"/>
                </a:lnTo>
                <a:lnTo>
                  <a:pt x="1409700" y="1809750"/>
                </a:lnTo>
                <a:close/>
                <a:moveTo>
                  <a:pt x="1457325" y="1790700"/>
                </a:moveTo>
                <a:lnTo>
                  <a:pt x="1476375" y="1790700"/>
                </a:lnTo>
                <a:lnTo>
                  <a:pt x="1476375" y="1800225"/>
                </a:lnTo>
                <a:lnTo>
                  <a:pt x="1457325" y="1800225"/>
                </a:lnTo>
                <a:close/>
                <a:moveTo>
                  <a:pt x="1485900" y="1790700"/>
                </a:moveTo>
                <a:lnTo>
                  <a:pt x="1495425" y="1790700"/>
                </a:lnTo>
                <a:lnTo>
                  <a:pt x="1495425" y="1800225"/>
                </a:lnTo>
                <a:lnTo>
                  <a:pt x="1485900" y="1800225"/>
                </a:lnTo>
                <a:close/>
                <a:moveTo>
                  <a:pt x="219075" y="1800225"/>
                </a:moveTo>
                <a:lnTo>
                  <a:pt x="228600" y="1800225"/>
                </a:lnTo>
                <a:lnTo>
                  <a:pt x="228600" y="1838325"/>
                </a:lnTo>
                <a:lnTo>
                  <a:pt x="219075" y="1838325"/>
                </a:lnTo>
                <a:close/>
                <a:moveTo>
                  <a:pt x="1114425" y="1800225"/>
                </a:moveTo>
                <a:lnTo>
                  <a:pt x="1133475" y="1800225"/>
                </a:lnTo>
                <a:lnTo>
                  <a:pt x="1133475" y="1809750"/>
                </a:lnTo>
                <a:lnTo>
                  <a:pt x="1114425" y="1809750"/>
                </a:lnTo>
                <a:close/>
                <a:moveTo>
                  <a:pt x="1295400" y="1800225"/>
                </a:moveTo>
                <a:lnTo>
                  <a:pt x="1333500" y="1800225"/>
                </a:lnTo>
                <a:lnTo>
                  <a:pt x="1333500" y="1809750"/>
                </a:lnTo>
                <a:lnTo>
                  <a:pt x="1295400" y="1809750"/>
                </a:lnTo>
                <a:close/>
                <a:moveTo>
                  <a:pt x="1371600" y="1800225"/>
                </a:moveTo>
                <a:lnTo>
                  <a:pt x="1381125" y="1800225"/>
                </a:lnTo>
                <a:lnTo>
                  <a:pt x="1381125" y="1809750"/>
                </a:lnTo>
                <a:lnTo>
                  <a:pt x="1371600" y="1809750"/>
                </a:lnTo>
                <a:close/>
                <a:moveTo>
                  <a:pt x="1390650" y="1800225"/>
                </a:moveTo>
                <a:lnTo>
                  <a:pt x="1400175" y="1800225"/>
                </a:lnTo>
                <a:lnTo>
                  <a:pt x="1400175" y="1809750"/>
                </a:lnTo>
                <a:lnTo>
                  <a:pt x="1390650" y="1809750"/>
                </a:lnTo>
                <a:close/>
                <a:moveTo>
                  <a:pt x="1495425" y="1800225"/>
                </a:moveTo>
                <a:lnTo>
                  <a:pt x="1504950" y="1800225"/>
                </a:lnTo>
                <a:lnTo>
                  <a:pt x="1504950" y="1809750"/>
                </a:lnTo>
                <a:lnTo>
                  <a:pt x="1495425" y="1809750"/>
                </a:lnTo>
                <a:close/>
                <a:moveTo>
                  <a:pt x="2143125" y="1800225"/>
                </a:moveTo>
                <a:lnTo>
                  <a:pt x="2152650" y="1800225"/>
                </a:lnTo>
                <a:lnTo>
                  <a:pt x="2152650" y="1809750"/>
                </a:lnTo>
                <a:lnTo>
                  <a:pt x="2143125" y="1809750"/>
                </a:lnTo>
                <a:close/>
                <a:moveTo>
                  <a:pt x="1104900" y="1809750"/>
                </a:moveTo>
                <a:lnTo>
                  <a:pt x="1114425" y="1809750"/>
                </a:lnTo>
                <a:lnTo>
                  <a:pt x="1114425" y="1819275"/>
                </a:lnTo>
                <a:lnTo>
                  <a:pt x="1104900" y="1819275"/>
                </a:lnTo>
                <a:close/>
                <a:moveTo>
                  <a:pt x="1181100" y="1809750"/>
                </a:moveTo>
                <a:lnTo>
                  <a:pt x="1209675" y="1809750"/>
                </a:lnTo>
                <a:lnTo>
                  <a:pt x="1209675" y="1819275"/>
                </a:lnTo>
                <a:lnTo>
                  <a:pt x="1181100" y="1819275"/>
                </a:lnTo>
                <a:close/>
                <a:moveTo>
                  <a:pt x="1152525" y="1819275"/>
                </a:moveTo>
                <a:lnTo>
                  <a:pt x="1162050" y="1819275"/>
                </a:lnTo>
                <a:lnTo>
                  <a:pt x="1162050" y="1828800"/>
                </a:lnTo>
                <a:lnTo>
                  <a:pt x="1152525" y="1828800"/>
                </a:lnTo>
                <a:close/>
                <a:moveTo>
                  <a:pt x="1428750" y="1819275"/>
                </a:moveTo>
                <a:lnTo>
                  <a:pt x="1438275" y="1819275"/>
                </a:lnTo>
                <a:lnTo>
                  <a:pt x="1438275" y="1828800"/>
                </a:lnTo>
                <a:lnTo>
                  <a:pt x="1428750" y="1828800"/>
                </a:lnTo>
                <a:close/>
                <a:moveTo>
                  <a:pt x="1466850" y="1819275"/>
                </a:moveTo>
                <a:lnTo>
                  <a:pt x="1485900" y="1819275"/>
                </a:lnTo>
                <a:lnTo>
                  <a:pt x="1485900" y="1828800"/>
                </a:lnTo>
                <a:lnTo>
                  <a:pt x="1466850" y="1828800"/>
                </a:lnTo>
                <a:close/>
                <a:moveTo>
                  <a:pt x="2066925" y="1819275"/>
                </a:moveTo>
                <a:lnTo>
                  <a:pt x="2076450" y="1819275"/>
                </a:lnTo>
                <a:lnTo>
                  <a:pt x="2076450" y="1828800"/>
                </a:lnTo>
                <a:lnTo>
                  <a:pt x="2066925" y="1828800"/>
                </a:lnTo>
                <a:close/>
                <a:moveTo>
                  <a:pt x="2238375" y="1819275"/>
                </a:moveTo>
                <a:lnTo>
                  <a:pt x="2247900" y="1819275"/>
                </a:lnTo>
                <a:lnTo>
                  <a:pt x="2247900" y="1838325"/>
                </a:lnTo>
                <a:lnTo>
                  <a:pt x="2238375" y="1838325"/>
                </a:lnTo>
                <a:close/>
                <a:moveTo>
                  <a:pt x="142875" y="1828800"/>
                </a:moveTo>
                <a:lnTo>
                  <a:pt x="152400" y="1828800"/>
                </a:lnTo>
                <a:lnTo>
                  <a:pt x="152400" y="1924050"/>
                </a:lnTo>
                <a:lnTo>
                  <a:pt x="142875" y="1924050"/>
                </a:lnTo>
                <a:close/>
                <a:moveTo>
                  <a:pt x="1323975" y="1828800"/>
                </a:moveTo>
                <a:lnTo>
                  <a:pt x="1362075" y="1828800"/>
                </a:lnTo>
                <a:lnTo>
                  <a:pt x="1362075" y="1838325"/>
                </a:lnTo>
                <a:lnTo>
                  <a:pt x="1352550" y="1838325"/>
                </a:lnTo>
                <a:lnTo>
                  <a:pt x="1352550" y="1847850"/>
                </a:lnTo>
                <a:lnTo>
                  <a:pt x="1333500" y="1847850"/>
                </a:lnTo>
                <a:lnTo>
                  <a:pt x="1333500" y="1838325"/>
                </a:lnTo>
                <a:lnTo>
                  <a:pt x="1323975" y="1838325"/>
                </a:lnTo>
                <a:close/>
                <a:moveTo>
                  <a:pt x="1438275" y="1828800"/>
                </a:moveTo>
                <a:lnTo>
                  <a:pt x="1457325" y="1828800"/>
                </a:lnTo>
                <a:lnTo>
                  <a:pt x="1457325" y="1838325"/>
                </a:lnTo>
                <a:lnTo>
                  <a:pt x="1438275" y="1838325"/>
                </a:lnTo>
                <a:close/>
                <a:moveTo>
                  <a:pt x="1143000" y="1838325"/>
                </a:moveTo>
                <a:lnTo>
                  <a:pt x="1152525" y="1838325"/>
                </a:lnTo>
                <a:lnTo>
                  <a:pt x="1152525" y="1847850"/>
                </a:lnTo>
                <a:lnTo>
                  <a:pt x="1143000" y="1847850"/>
                </a:lnTo>
                <a:close/>
                <a:moveTo>
                  <a:pt x="1200150" y="1838325"/>
                </a:moveTo>
                <a:lnTo>
                  <a:pt x="1257300" y="1838325"/>
                </a:lnTo>
                <a:lnTo>
                  <a:pt x="1257300" y="1847850"/>
                </a:lnTo>
                <a:lnTo>
                  <a:pt x="1200150" y="1847850"/>
                </a:lnTo>
                <a:close/>
                <a:moveTo>
                  <a:pt x="1266825" y="1838325"/>
                </a:moveTo>
                <a:lnTo>
                  <a:pt x="1295400" y="1838325"/>
                </a:lnTo>
                <a:lnTo>
                  <a:pt x="1295400" y="1847850"/>
                </a:lnTo>
                <a:lnTo>
                  <a:pt x="1266825" y="1847850"/>
                </a:lnTo>
                <a:close/>
                <a:moveTo>
                  <a:pt x="1304925" y="1838325"/>
                </a:moveTo>
                <a:lnTo>
                  <a:pt x="1314450" y="1838325"/>
                </a:lnTo>
                <a:lnTo>
                  <a:pt x="1314450" y="1847850"/>
                </a:lnTo>
                <a:lnTo>
                  <a:pt x="1304925" y="1847850"/>
                </a:lnTo>
                <a:close/>
                <a:moveTo>
                  <a:pt x="2143125" y="1838325"/>
                </a:moveTo>
                <a:lnTo>
                  <a:pt x="2152650" y="1838325"/>
                </a:lnTo>
                <a:lnTo>
                  <a:pt x="2152650" y="1866900"/>
                </a:lnTo>
                <a:lnTo>
                  <a:pt x="2143125" y="1866900"/>
                </a:lnTo>
                <a:close/>
                <a:moveTo>
                  <a:pt x="1104900" y="1847850"/>
                </a:moveTo>
                <a:lnTo>
                  <a:pt x="1114425" y="1847850"/>
                </a:lnTo>
                <a:lnTo>
                  <a:pt x="1114425" y="1857375"/>
                </a:lnTo>
                <a:lnTo>
                  <a:pt x="1104900" y="1857375"/>
                </a:lnTo>
                <a:close/>
                <a:moveTo>
                  <a:pt x="514350" y="1857375"/>
                </a:moveTo>
                <a:lnTo>
                  <a:pt x="533400" y="1857375"/>
                </a:lnTo>
                <a:lnTo>
                  <a:pt x="533400" y="1866900"/>
                </a:lnTo>
                <a:lnTo>
                  <a:pt x="514350" y="1866900"/>
                </a:lnTo>
                <a:close/>
                <a:moveTo>
                  <a:pt x="571500" y="1857375"/>
                </a:moveTo>
                <a:lnTo>
                  <a:pt x="638175" y="1857375"/>
                </a:lnTo>
                <a:lnTo>
                  <a:pt x="638175" y="1866900"/>
                </a:lnTo>
                <a:lnTo>
                  <a:pt x="619125" y="1866900"/>
                </a:lnTo>
                <a:lnTo>
                  <a:pt x="619125" y="1876425"/>
                </a:lnTo>
                <a:lnTo>
                  <a:pt x="590550" y="1876425"/>
                </a:lnTo>
                <a:lnTo>
                  <a:pt x="590550" y="1866900"/>
                </a:lnTo>
                <a:lnTo>
                  <a:pt x="581025" y="1866900"/>
                </a:lnTo>
                <a:lnTo>
                  <a:pt x="581025" y="1876425"/>
                </a:lnTo>
                <a:lnTo>
                  <a:pt x="571500" y="1876425"/>
                </a:lnTo>
                <a:close/>
                <a:moveTo>
                  <a:pt x="647700" y="1857375"/>
                </a:moveTo>
                <a:lnTo>
                  <a:pt x="657225" y="1857375"/>
                </a:lnTo>
                <a:lnTo>
                  <a:pt x="657225" y="1866900"/>
                </a:lnTo>
                <a:lnTo>
                  <a:pt x="647700" y="1866900"/>
                </a:lnTo>
                <a:close/>
                <a:moveTo>
                  <a:pt x="381000" y="1866900"/>
                </a:moveTo>
                <a:lnTo>
                  <a:pt x="390525" y="1866900"/>
                </a:lnTo>
                <a:lnTo>
                  <a:pt x="390525" y="1876425"/>
                </a:lnTo>
                <a:lnTo>
                  <a:pt x="381000" y="1876425"/>
                </a:lnTo>
                <a:close/>
                <a:moveTo>
                  <a:pt x="400050" y="1866900"/>
                </a:moveTo>
                <a:lnTo>
                  <a:pt x="409575" y="1866900"/>
                </a:lnTo>
                <a:lnTo>
                  <a:pt x="409575" y="1876425"/>
                </a:lnTo>
                <a:lnTo>
                  <a:pt x="400050" y="1876425"/>
                </a:lnTo>
                <a:close/>
                <a:moveTo>
                  <a:pt x="485775" y="1866900"/>
                </a:moveTo>
                <a:lnTo>
                  <a:pt x="504825" y="1866900"/>
                </a:lnTo>
                <a:lnTo>
                  <a:pt x="504825" y="1876425"/>
                </a:lnTo>
                <a:lnTo>
                  <a:pt x="485775" y="1876425"/>
                </a:lnTo>
                <a:close/>
                <a:moveTo>
                  <a:pt x="2085975" y="1866900"/>
                </a:moveTo>
                <a:lnTo>
                  <a:pt x="2105025" y="1866900"/>
                </a:lnTo>
                <a:lnTo>
                  <a:pt x="2105025" y="1895475"/>
                </a:lnTo>
                <a:lnTo>
                  <a:pt x="2076450" y="1895475"/>
                </a:lnTo>
                <a:lnTo>
                  <a:pt x="2076450" y="1885950"/>
                </a:lnTo>
                <a:lnTo>
                  <a:pt x="2085975" y="1885950"/>
                </a:lnTo>
                <a:close/>
                <a:moveTo>
                  <a:pt x="2133600" y="1866900"/>
                </a:moveTo>
                <a:lnTo>
                  <a:pt x="2143125" y="1866900"/>
                </a:lnTo>
                <a:lnTo>
                  <a:pt x="2143125" y="1876425"/>
                </a:lnTo>
                <a:lnTo>
                  <a:pt x="2133600" y="1876425"/>
                </a:lnTo>
                <a:close/>
                <a:moveTo>
                  <a:pt x="438150" y="1876425"/>
                </a:moveTo>
                <a:lnTo>
                  <a:pt x="476250" y="1876425"/>
                </a:lnTo>
                <a:lnTo>
                  <a:pt x="476250" y="1885950"/>
                </a:lnTo>
                <a:lnTo>
                  <a:pt x="438150" y="1885950"/>
                </a:lnTo>
                <a:close/>
                <a:moveTo>
                  <a:pt x="542925" y="1876425"/>
                </a:moveTo>
                <a:lnTo>
                  <a:pt x="552450" y="1876425"/>
                </a:lnTo>
                <a:lnTo>
                  <a:pt x="552450" y="1895475"/>
                </a:lnTo>
                <a:lnTo>
                  <a:pt x="542925" y="1895475"/>
                </a:lnTo>
                <a:close/>
                <a:moveTo>
                  <a:pt x="2009775" y="1876425"/>
                </a:moveTo>
                <a:lnTo>
                  <a:pt x="2028825" y="1876425"/>
                </a:lnTo>
                <a:lnTo>
                  <a:pt x="2028825" y="1885950"/>
                </a:lnTo>
                <a:lnTo>
                  <a:pt x="2009775" y="1885950"/>
                </a:lnTo>
                <a:close/>
                <a:moveTo>
                  <a:pt x="381000" y="1885950"/>
                </a:moveTo>
                <a:lnTo>
                  <a:pt x="390525" y="1885950"/>
                </a:lnTo>
                <a:lnTo>
                  <a:pt x="390525" y="1914525"/>
                </a:lnTo>
                <a:lnTo>
                  <a:pt x="381000" y="1914525"/>
                </a:lnTo>
                <a:close/>
                <a:moveTo>
                  <a:pt x="666750" y="1885950"/>
                </a:moveTo>
                <a:lnTo>
                  <a:pt x="676275" y="1885950"/>
                </a:lnTo>
                <a:lnTo>
                  <a:pt x="676275" y="1895475"/>
                </a:lnTo>
                <a:lnTo>
                  <a:pt x="666750" y="1895475"/>
                </a:lnTo>
                <a:close/>
                <a:moveTo>
                  <a:pt x="504825" y="1895475"/>
                </a:moveTo>
                <a:lnTo>
                  <a:pt x="542925" y="1895475"/>
                </a:lnTo>
                <a:lnTo>
                  <a:pt x="542925" y="1905000"/>
                </a:lnTo>
                <a:lnTo>
                  <a:pt x="514350" y="1905000"/>
                </a:lnTo>
                <a:lnTo>
                  <a:pt x="514350" y="1914525"/>
                </a:lnTo>
                <a:lnTo>
                  <a:pt x="466725" y="1914525"/>
                </a:lnTo>
                <a:lnTo>
                  <a:pt x="466725" y="1905000"/>
                </a:lnTo>
                <a:lnTo>
                  <a:pt x="504825" y="1905000"/>
                </a:lnTo>
                <a:close/>
                <a:moveTo>
                  <a:pt x="619125" y="1895475"/>
                </a:moveTo>
                <a:lnTo>
                  <a:pt x="638175" y="1895475"/>
                </a:lnTo>
                <a:lnTo>
                  <a:pt x="638175" y="1905000"/>
                </a:lnTo>
                <a:lnTo>
                  <a:pt x="619125" y="1905000"/>
                </a:lnTo>
                <a:close/>
                <a:moveTo>
                  <a:pt x="647700" y="1895475"/>
                </a:moveTo>
                <a:lnTo>
                  <a:pt x="666750" y="1895475"/>
                </a:lnTo>
                <a:lnTo>
                  <a:pt x="666750" y="1905000"/>
                </a:lnTo>
                <a:lnTo>
                  <a:pt x="657225" y="1905000"/>
                </a:lnTo>
                <a:lnTo>
                  <a:pt x="657225" y="1914525"/>
                </a:lnTo>
                <a:lnTo>
                  <a:pt x="638175" y="1914525"/>
                </a:lnTo>
                <a:lnTo>
                  <a:pt x="638175" y="1905000"/>
                </a:lnTo>
                <a:lnTo>
                  <a:pt x="647700" y="1905000"/>
                </a:lnTo>
                <a:close/>
                <a:moveTo>
                  <a:pt x="1781175" y="1895475"/>
                </a:moveTo>
                <a:lnTo>
                  <a:pt x="1790700" y="1895475"/>
                </a:lnTo>
                <a:lnTo>
                  <a:pt x="1790700" y="1924050"/>
                </a:lnTo>
                <a:lnTo>
                  <a:pt x="1781175" y="1924050"/>
                </a:lnTo>
                <a:close/>
                <a:moveTo>
                  <a:pt x="2162175" y="1895475"/>
                </a:moveTo>
                <a:lnTo>
                  <a:pt x="2181225" y="1895475"/>
                </a:lnTo>
                <a:lnTo>
                  <a:pt x="2181225" y="1905000"/>
                </a:lnTo>
                <a:lnTo>
                  <a:pt x="2162175" y="1905000"/>
                </a:lnTo>
                <a:close/>
                <a:moveTo>
                  <a:pt x="2209800" y="1895475"/>
                </a:moveTo>
                <a:lnTo>
                  <a:pt x="2219325" y="1895475"/>
                </a:lnTo>
                <a:lnTo>
                  <a:pt x="2219325" y="1905000"/>
                </a:lnTo>
                <a:lnTo>
                  <a:pt x="2209800" y="1905000"/>
                </a:lnTo>
                <a:close/>
                <a:moveTo>
                  <a:pt x="447675" y="1905000"/>
                </a:moveTo>
                <a:lnTo>
                  <a:pt x="457200" y="1905000"/>
                </a:lnTo>
                <a:lnTo>
                  <a:pt x="457200" y="1914525"/>
                </a:lnTo>
                <a:lnTo>
                  <a:pt x="447675" y="1914525"/>
                </a:lnTo>
                <a:close/>
                <a:moveTo>
                  <a:pt x="1209675" y="1905000"/>
                </a:moveTo>
                <a:lnTo>
                  <a:pt x="1219200" y="1905000"/>
                </a:lnTo>
                <a:lnTo>
                  <a:pt x="1219200" y="1914525"/>
                </a:lnTo>
                <a:lnTo>
                  <a:pt x="1209675" y="1914525"/>
                </a:lnTo>
                <a:close/>
                <a:moveTo>
                  <a:pt x="390525" y="1914525"/>
                </a:moveTo>
                <a:lnTo>
                  <a:pt x="409575" y="1914525"/>
                </a:lnTo>
                <a:lnTo>
                  <a:pt x="409575" y="1924050"/>
                </a:lnTo>
                <a:lnTo>
                  <a:pt x="390525" y="1924050"/>
                </a:lnTo>
                <a:close/>
                <a:moveTo>
                  <a:pt x="1219200" y="1914525"/>
                </a:moveTo>
                <a:lnTo>
                  <a:pt x="1228725" y="1914525"/>
                </a:lnTo>
                <a:lnTo>
                  <a:pt x="1228725" y="1924050"/>
                </a:lnTo>
                <a:lnTo>
                  <a:pt x="1219200" y="1924050"/>
                </a:lnTo>
                <a:close/>
                <a:moveTo>
                  <a:pt x="1162050" y="1924050"/>
                </a:moveTo>
                <a:lnTo>
                  <a:pt x="1171575" y="1924050"/>
                </a:lnTo>
                <a:lnTo>
                  <a:pt x="1171575" y="1933575"/>
                </a:lnTo>
                <a:lnTo>
                  <a:pt x="1162050" y="1933575"/>
                </a:lnTo>
                <a:close/>
                <a:moveTo>
                  <a:pt x="1181100" y="1933575"/>
                </a:moveTo>
                <a:lnTo>
                  <a:pt x="1209675" y="1933575"/>
                </a:lnTo>
                <a:lnTo>
                  <a:pt x="1209675" y="1952625"/>
                </a:lnTo>
                <a:lnTo>
                  <a:pt x="1200150" y="1952625"/>
                </a:lnTo>
                <a:lnTo>
                  <a:pt x="1200150" y="1943100"/>
                </a:lnTo>
                <a:lnTo>
                  <a:pt x="1181100" y="1943100"/>
                </a:lnTo>
                <a:close/>
                <a:moveTo>
                  <a:pt x="1190625" y="1952625"/>
                </a:moveTo>
                <a:lnTo>
                  <a:pt x="1200150" y="1952625"/>
                </a:lnTo>
                <a:lnTo>
                  <a:pt x="1200150" y="1962150"/>
                </a:lnTo>
                <a:lnTo>
                  <a:pt x="1190625" y="1962150"/>
                </a:lnTo>
                <a:close/>
                <a:moveTo>
                  <a:pt x="1971675" y="1952625"/>
                </a:moveTo>
                <a:lnTo>
                  <a:pt x="2038350" y="1952625"/>
                </a:lnTo>
                <a:lnTo>
                  <a:pt x="2038350" y="1962150"/>
                </a:lnTo>
                <a:lnTo>
                  <a:pt x="2009775" y="1962150"/>
                </a:lnTo>
                <a:lnTo>
                  <a:pt x="2009775" y="1971675"/>
                </a:lnTo>
                <a:lnTo>
                  <a:pt x="2000250" y="1971675"/>
                </a:lnTo>
                <a:lnTo>
                  <a:pt x="2000250" y="2019300"/>
                </a:lnTo>
                <a:lnTo>
                  <a:pt x="1990725" y="2019300"/>
                </a:lnTo>
                <a:lnTo>
                  <a:pt x="1990725" y="2038350"/>
                </a:lnTo>
                <a:lnTo>
                  <a:pt x="2000250" y="2038350"/>
                </a:lnTo>
                <a:lnTo>
                  <a:pt x="2000250" y="2066925"/>
                </a:lnTo>
                <a:lnTo>
                  <a:pt x="1990725" y="2066925"/>
                </a:lnTo>
                <a:lnTo>
                  <a:pt x="1990725" y="2105025"/>
                </a:lnTo>
                <a:lnTo>
                  <a:pt x="2000250" y="2105025"/>
                </a:lnTo>
                <a:lnTo>
                  <a:pt x="2000250" y="2143125"/>
                </a:lnTo>
                <a:lnTo>
                  <a:pt x="1990725" y="2143125"/>
                </a:lnTo>
                <a:lnTo>
                  <a:pt x="1990725" y="2200275"/>
                </a:lnTo>
                <a:lnTo>
                  <a:pt x="2000250" y="2200275"/>
                </a:lnTo>
                <a:lnTo>
                  <a:pt x="2000250" y="2219325"/>
                </a:lnTo>
                <a:lnTo>
                  <a:pt x="2009775" y="2219325"/>
                </a:lnTo>
                <a:lnTo>
                  <a:pt x="2009775" y="2228850"/>
                </a:lnTo>
                <a:lnTo>
                  <a:pt x="1952625" y="2228850"/>
                </a:lnTo>
                <a:lnTo>
                  <a:pt x="1952625" y="2219325"/>
                </a:lnTo>
                <a:lnTo>
                  <a:pt x="1943100" y="2219325"/>
                </a:lnTo>
                <a:lnTo>
                  <a:pt x="1943100" y="2209800"/>
                </a:lnTo>
                <a:lnTo>
                  <a:pt x="1933575" y="2209800"/>
                </a:lnTo>
                <a:lnTo>
                  <a:pt x="1933575" y="2114550"/>
                </a:lnTo>
                <a:lnTo>
                  <a:pt x="1943100" y="2114550"/>
                </a:lnTo>
                <a:lnTo>
                  <a:pt x="1943100" y="2038350"/>
                </a:lnTo>
                <a:lnTo>
                  <a:pt x="1952625" y="2038350"/>
                </a:lnTo>
                <a:lnTo>
                  <a:pt x="1952625" y="1971675"/>
                </a:lnTo>
                <a:lnTo>
                  <a:pt x="1962150" y="1971675"/>
                </a:lnTo>
                <a:lnTo>
                  <a:pt x="1962150" y="1962150"/>
                </a:lnTo>
                <a:lnTo>
                  <a:pt x="1971675" y="1962150"/>
                </a:lnTo>
                <a:close/>
                <a:moveTo>
                  <a:pt x="1133475" y="1962150"/>
                </a:moveTo>
                <a:lnTo>
                  <a:pt x="1143000" y="1962150"/>
                </a:lnTo>
                <a:lnTo>
                  <a:pt x="1143000" y="1990725"/>
                </a:lnTo>
                <a:lnTo>
                  <a:pt x="1133475" y="1990725"/>
                </a:lnTo>
                <a:close/>
                <a:moveTo>
                  <a:pt x="1181100" y="1962150"/>
                </a:moveTo>
                <a:lnTo>
                  <a:pt x="1190625" y="1962150"/>
                </a:lnTo>
                <a:lnTo>
                  <a:pt x="1190625" y="1971675"/>
                </a:lnTo>
                <a:lnTo>
                  <a:pt x="1181100" y="1971675"/>
                </a:lnTo>
                <a:close/>
                <a:moveTo>
                  <a:pt x="2085975" y="1962150"/>
                </a:moveTo>
                <a:lnTo>
                  <a:pt x="2114550" y="1962150"/>
                </a:lnTo>
                <a:lnTo>
                  <a:pt x="2114550" y="1971675"/>
                </a:lnTo>
                <a:lnTo>
                  <a:pt x="2085975" y="1971675"/>
                </a:lnTo>
                <a:close/>
                <a:moveTo>
                  <a:pt x="428625" y="1971675"/>
                </a:moveTo>
                <a:lnTo>
                  <a:pt x="438150" y="1971675"/>
                </a:lnTo>
                <a:lnTo>
                  <a:pt x="438150" y="1990725"/>
                </a:lnTo>
                <a:lnTo>
                  <a:pt x="428625" y="1990725"/>
                </a:lnTo>
                <a:close/>
                <a:moveTo>
                  <a:pt x="1219200" y="1971675"/>
                </a:moveTo>
                <a:lnTo>
                  <a:pt x="1228725" y="1971675"/>
                </a:lnTo>
                <a:lnTo>
                  <a:pt x="1228725" y="2000250"/>
                </a:lnTo>
                <a:lnTo>
                  <a:pt x="1209675" y="2000250"/>
                </a:lnTo>
                <a:lnTo>
                  <a:pt x="1209675" y="1990725"/>
                </a:lnTo>
                <a:lnTo>
                  <a:pt x="1219200" y="1990725"/>
                </a:lnTo>
                <a:close/>
                <a:moveTo>
                  <a:pt x="2190750" y="1971675"/>
                </a:moveTo>
                <a:lnTo>
                  <a:pt x="2200275" y="1971675"/>
                </a:lnTo>
                <a:lnTo>
                  <a:pt x="2200275" y="1981200"/>
                </a:lnTo>
                <a:lnTo>
                  <a:pt x="2190750" y="1981200"/>
                </a:lnTo>
                <a:close/>
                <a:moveTo>
                  <a:pt x="228600" y="1981200"/>
                </a:moveTo>
                <a:lnTo>
                  <a:pt x="238125" y="1981200"/>
                </a:lnTo>
                <a:lnTo>
                  <a:pt x="238125" y="2028825"/>
                </a:lnTo>
                <a:lnTo>
                  <a:pt x="228600" y="2028825"/>
                </a:lnTo>
                <a:close/>
                <a:moveTo>
                  <a:pt x="1162050" y="1981200"/>
                </a:moveTo>
                <a:lnTo>
                  <a:pt x="1181100" y="1981200"/>
                </a:lnTo>
                <a:lnTo>
                  <a:pt x="1181100" y="1990725"/>
                </a:lnTo>
                <a:lnTo>
                  <a:pt x="1162050" y="1990725"/>
                </a:lnTo>
                <a:close/>
                <a:moveTo>
                  <a:pt x="2076450" y="1981200"/>
                </a:moveTo>
                <a:lnTo>
                  <a:pt x="2095500" y="1981200"/>
                </a:lnTo>
                <a:lnTo>
                  <a:pt x="2095500" y="1990725"/>
                </a:lnTo>
                <a:lnTo>
                  <a:pt x="2076450" y="1990725"/>
                </a:lnTo>
                <a:close/>
                <a:moveTo>
                  <a:pt x="1143000" y="1990725"/>
                </a:moveTo>
                <a:lnTo>
                  <a:pt x="1152525" y="1990725"/>
                </a:lnTo>
                <a:lnTo>
                  <a:pt x="1152525" y="2000250"/>
                </a:lnTo>
                <a:lnTo>
                  <a:pt x="1143000" y="2000250"/>
                </a:lnTo>
                <a:close/>
                <a:moveTo>
                  <a:pt x="2066925" y="1990725"/>
                </a:moveTo>
                <a:lnTo>
                  <a:pt x="2076450" y="1990725"/>
                </a:lnTo>
                <a:lnTo>
                  <a:pt x="2076450" y="2000250"/>
                </a:lnTo>
                <a:lnTo>
                  <a:pt x="2066925" y="2000250"/>
                </a:lnTo>
                <a:close/>
                <a:moveTo>
                  <a:pt x="2095500" y="1990725"/>
                </a:moveTo>
                <a:lnTo>
                  <a:pt x="2105025" y="1990725"/>
                </a:lnTo>
                <a:lnTo>
                  <a:pt x="2105025" y="2000250"/>
                </a:lnTo>
                <a:lnTo>
                  <a:pt x="2095500" y="2000250"/>
                </a:lnTo>
                <a:close/>
                <a:moveTo>
                  <a:pt x="2105025" y="2000250"/>
                </a:moveTo>
                <a:lnTo>
                  <a:pt x="2114550" y="2000250"/>
                </a:lnTo>
                <a:lnTo>
                  <a:pt x="2114550" y="2038350"/>
                </a:lnTo>
                <a:lnTo>
                  <a:pt x="2124075" y="2038350"/>
                </a:lnTo>
                <a:lnTo>
                  <a:pt x="2124075" y="2076450"/>
                </a:lnTo>
                <a:lnTo>
                  <a:pt x="2114550" y="2076450"/>
                </a:lnTo>
                <a:lnTo>
                  <a:pt x="2114550" y="2066925"/>
                </a:lnTo>
                <a:lnTo>
                  <a:pt x="2105025" y="2066925"/>
                </a:lnTo>
                <a:lnTo>
                  <a:pt x="2105025" y="2076450"/>
                </a:lnTo>
                <a:lnTo>
                  <a:pt x="2047875" y="2076450"/>
                </a:lnTo>
                <a:lnTo>
                  <a:pt x="2047875" y="2085975"/>
                </a:lnTo>
                <a:lnTo>
                  <a:pt x="2038350" y="2085975"/>
                </a:lnTo>
                <a:lnTo>
                  <a:pt x="2038350" y="2038350"/>
                </a:lnTo>
                <a:lnTo>
                  <a:pt x="2047875" y="2038350"/>
                </a:lnTo>
                <a:lnTo>
                  <a:pt x="2047875" y="2028825"/>
                </a:lnTo>
                <a:lnTo>
                  <a:pt x="2057400" y="2028825"/>
                </a:lnTo>
                <a:lnTo>
                  <a:pt x="2057400" y="2019300"/>
                </a:lnTo>
                <a:lnTo>
                  <a:pt x="2066925" y="2019300"/>
                </a:lnTo>
                <a:lnTo>
                  <a:pt x="2066925" y="2009775"/>
                </a:lnTo>
                <a:lnTo>
                  <a:pt x="2076450" y="2009775"/>
                </a:lnTo>
                <a:lnTo>
                  <a:pt x="2076450" y="2019300"/>
                </a:lnTo>
                <a:lnTo>
                  <a:pt x="2105025" y="2019300"/>
                </a:lnTo>
                <a:close/>
                <a:moveTo>
                  <a:pt x="390525" y="2009775"/>
                </a:moveTo>
                <a:lnTo>
                  <a:pt x="400050" y="2009775"/>
                </a:lnTo>
                <a:lnTo>
                  <a:pt x="400050" y="2019300"/>
                </a:lnTo>
                <a:lnTo>
                  <a:pt x="409575" y="2019300"/>
                </a:lnTo>
                <a:lnTo>
                  <a:pt x="409575" y="2038350"/>
                </a:lnTo>
                <a:lnTo>
                  <a:pt x="400050" y="2038350"/>
                </a:lnTo>
                <a:lnTo>
                  <a:pt x="400050" y="2047875"/>
                </a:lnTo>
                <a:lnTo>
                  <a:pt x="390525" y="2047875"/>
                </a:lnTo>
                <a:close/>
                <a:moveTo>
                  <a:pt x="1790700" y="2019300"/>
                </a:moveTo>
                <a:lnTo>
                  <a:pt x="1800225" y="2019300"/>
                </a:lnTo>
                <a:lnTo>
                  <a:pt x="1800225" y="2047875"/>
                </a:lnTo>
                <a:lnTo>
                  <a:pt x="1790700" y="2047875"/>
                </a:lnTo>
                <a:close/>
                <a:moveTo>
                  <a:pt x="152400" y="2028825"/>
                </a:moveTo>
                <a:lnTo>
                  <a:pt x="161925" y="2028825"/>
                </a:lnTo>
                <a:lnTo>
                  <a:pt x="161925" y="2124075"/>
                </a:lnTo>
                <a:lnTo>
                  <a:pt x="152400" y="2124075"/>
                </a:lnTo>
                <a:close/>
                <a:moveTo>
                  <a:pt x="2209800" y="2057400"/>
                </a:moveTo>
                <a:lnTo>
                  <a:pt x="2219325" y="2057400"/>
                </a:lnTo>
                <a:lnTo>
                  <a:pt x="2219325" y="2085975"/>
                </a:lnTo>
                <a:lnTo>
                  <a:pt x="2209800" y="2085975"/>
                </a:lnTo>
                <a:close/>
                <a:moveTo>
                  <a:pt x="2114550" y="2095500"/>
                </a:moveTo>
                <a:lnTo>
                  <a:pt x="2124075" y="2095500"/>
                </a:lnTo>
                <a:lnTo>
                  <a:pt x="2124075" y="2219325"/>
                </a:lnTo>
                <a:lnTo>
                  <a:pt x="2114550" y="2219325"/>
                </a:lnTo>
                <a:lnTo>
                  <a:pt x="2114550" y="2228850"/>
                </a:lnTo>
                <a:lnTo>
                  <a:pt x="2095500" y="2228850"/>
                </a:lnTo>
                <a:lnTo>
                  <a:pt x="2095500" y="2247900"/>
                </a:lnTo>
                <a:lnTo>
                  <a:pt x="2076450" y="2247900"/>
                </a:lnTo>
                <a:lnTo>
                  <a:pt x="2076450" y="2219325"/>
                </a:lnTo>
                <a:lnTo>
                  <a:pt x="2085975" y="2219325"/>
                </a:lnTo>
                <a:lnTo>
                  <a:pt x="2085975" y="2209800"/>
                </a:lnTo>
                <a:lnTo>
                  <a:pt x="2105025" y="2209800"/>
                </a:lnTo>
                <a:lnTo>
                  <a:pt x="2105025" y="2171700"/>
                </a:lnTo>
                <a:lnTo>
                  <a:pt x="2114550" y="2171700"/>
                </a:lnTo>
                <a:lnTo>
                  <a:pt x="2114550" y="2143125"/>
                </a:lnTo>
                <a:lnTo>
                  <a:pt x="2095500" y="2143125"/>
                </a:lnTo>
                <a:lnTo>
                  <a:pt x="2095500" y="2190750"/>
                </a:lnTo>
                <a:lnTo>
                  <a:pt x="2085975" y="2190750"/>
                </a:lnTo>
                <a:lnTo>
                  <a:pt x="2085975" y="2200275"/>
                </a:lnTo>
                <a:lnTo>
                  <a:pt x="2047875" y="2200275"/>
                </a:lnTo>
                <a:lnTo>
                  <a:pt x="2047875" y="2190750"/>
                </a:lnTo>
                <a:lnTo>
                  <a:pt x="2038350" y="2190750"/>
                </a:lnTo>
                <a:lnTo>
                  <a:pt x="2038350" y="2219325"/>
                </a:lnTo>
                <a:lnTo>
                  <a:pt x="2028825" y="2219325"/>
                </a:lnTo>
                <a:lnTo>
                  <a:pt x="2028825" y="2209800"/>
                </a:lnTo>
                <a:lnTo>
                  <a:pt x="2019300" y="2209800"/>
                </a:lnTo>
                <a:lnTo>
                  <a:pt x="2019300" y="2171700"/>
                </a:lnTo>
                <a:lnTo>
                  <a:pt x="2028825" y="2171700"/>
                </a:lnTo>
                <a:lnTo>
                  <a:pt x="2028825" y="2114550"/>
                </a:lnTo>
                <a:lnTo>
                  <a:pt x="2047875" y="2114550"/>
                </a:lnTo>
                <a:lnTo>
                  <a:pt x="2047875" y="2124075"/>
                </a:lnTo>
                <a:lnTo>
                  <a:pt x="2095500" y="2124075"/>
                </a:lnTo>
                <a:lnTo>
                  <a:pt x="2095500" y="2133600"/>
                </a:lnTo>
                <a:lnTo>
                  <a:pt x="2105025" y="2133600"/>
                </a:lnTo>
                <a:lnTo>
                  <a:pt x="2105025" y="2124075"/>
                </a:lnTo>
                <a:lnTo>
                  <a:pt x="2114550" y="2124075"/>
                </a:lnTo>
                <a:close/>
                <a:moveTo>
                  <a:pt x="1800225" y="2152650"/>
                </a:moveTo>
                <a:lnTo>
                  <a:pt x="1809750" y="2152650"/>
                </a:lnTo>
                <a:lnTo>
                  <a:pt x="1809750" y="2181225"/>
                </a:lnTo>
                <a:lnTo>
                  <a:pt x="1800225" y="2181225"/>
                </a:lnTo>
                <a:close/>
                <a:moveTo>
                  <a:pt x="2200275" y="2152650"/>
                </a:moveTo>
                <a:lnTo>
                  <a:pt x="2209800" y="2152650"/>
                </a:lnTo>
                <a:lnTo>
                  <a:pt x="2209800" y="2171700"/>
                </a:lnTo>
                <a:lnTo>
                  <a:pt x="2200275" y="2171700"/>
                </a:lnTo>
                <a:close/>
                <a:moveTo>
                  <a:pt x="238125" y="2162175"/>
                </a:moveTo>
                <a:lnTo>
                  <a:pt x="247650" y="2162175"/>
                </a:lnTo>
                <a:lnTo>
                  <a:pt x="247650" y="2209800"/>
                </a:lnTo>
                <a:lnTo>
                  <a:pt x="238125" y="2209800"/>
                </a:lnTo>
                <a:close/>
                <a:moveTo>
                  <a:pt x="1666875" y="2181225"/>
                </a:moveTo>
                <a:lnTo>
                  <a:pt x="1685925" y="2181225"/>
                </a:lnTo>
                <a:lnTo>
                  <a:pt x="1685925" y="2190750"/>
                </a:lnTo>
                <a:lnTo>
                  <a:pt x="1676400" y="2190750"/>
                </a:lnTo>
                <a:lnTo>
                  <a:pt x="1676400" y="2200275"/>
                </a:lnTo>
                <a:lnTo>
                  <a:pt x="1666875" y="2200275"/>
                </a:lnTo>
                <a:close/>
                <a:moveTo>
                  <a:pt x="1685925" y="2190750"/>
                </a:moveTo>
                <a:lnTo>
                  <a:pt x="1695450" y="2190750"/>
                </a:lnTo>
                <a:lnTo>
                  <a:pt x="1695450" y="2200275"/>
                </a:lnTo>
                <a:lnTo>
                  <a:pt x="1685925" y="2200275"/>
                </a:lnTo>
                <a:close/>
                <a:moveTo>
                  <a:pt x="1685925" y="2209800"/>
                </a:moveTo>
                <a:lnTo>
                  <a:pt x="1695450" y="2209800"/>
                </a:lnTo>
                <a:lnTo>
                  <a:pt x="1695450" y="2219325"/>
                </a:lnTo>
                <a:lnTo>
                  <a:pt x="1685925" y="2219325"/>
                </a:lnTo>
                <a:close/>
                <a:moveTo>
                  <a:pt x="161925" y="2228850"/>
                </a:moveTo>
                <a:lnTo>
                  <a:pt x="171450" y="2228850"/>
                </a:lnTo>
                <a:lnTo>
                  <a:pt x="171450" y="2247900"/>
                </a:lnTo>
                <a:lnTo>
                  <a:pt x="161925" y="2247900"/>
                </a:lnTo>
                <a:close/>
                <a:moveTo>
                  <a:pt x="2009775" y="2228850"/>
                </a:moveTo>
                <a:lnTo>
                  <a:pt x="2028825" y="2228850"/>
                </a:lnTo>
                <a:lnTo>
                  <a:pt x="2028825" y="2238375"/>
                </a:lnTo>
                <a:lnTo>
                  <a:pt x="2009775" y="2238375"/>
                </a:lnTo>
                <a:close/>
                <a:moveTo>
                  <a:pt x="152400" y="2247900"/>
                </a:moveTo>
                <a:lnTo>
                  <a:pt x="161925" y="2247900"/>
                </a:lnTo>
                <a:lnTo>
                  <a:pt x="161925" y="2257425"/>
                </a:lnTo>
                <a:lnTo>
                  <a:pt x="152400" y="2257425"/>
                </a:lnTo>
                <a:close/>
                <a:moveTo>
                  <a:pt x="733425" y="2247900"/>
                </a:moveTo>
                <a:lnTo>
                  <a:pt x="742950" y="2247900"/>
                </a:lnTo>
                <a:lnTo>
                  <a:pt x="742950" y="2257425"/>
                </a:lnTo>
                <a:lnTo>
                  <a:pt x="733425" y="2257425"/>
                </a:lnTo>
                <a:close/>
                <a:moveTo>
                  <a:pt x="2152650" y="2247900"/>
                </a:moveTo>
                <a:lnTo>
                  <a:pt x="2171700" y="2247900"/>
                </a:lnTo>
                <a:lnTo>
                  <a:pt x="2171700" y="2257425"/>
                </a:lnTo>
                <a:lnTo>
                  <a:pt x="2152650" y="2257425"/>
                </a:lnTo>
                <a:close/>
                <a:moveTo>
                  <a:pt x="142875" y="2257425"/>
                </a:moveTo>
                <a:lnTo>
                  <a:pt x="152400" y="2257425"/>
                </a:lnTo>
                <a:lnTo>
                  <a:pt x="152400" y="2266950"/>
                </a:lnTo>
                <a:lnTo>
                  <a:pt x="142875" y="2266950"/>
                </a:lnTo>
                <a:close/>
                <a:moveTo>
                  <a:pt x="638175" y="2257425"/>
                </a:moveTo>
                <a:lnTo>
                  <a:pt x="647700" y="2257425"/>
                </a:lnTo>
                <a:lnTo>
                  <a:pt x="647700" y="2266950"/>
                </a:lnTo>
                <a:lnTo>
                  <a:pt x="638175" y="2266950"/>
                </a:lnTo>
                <a:close/>
                <a:moveTo>
                  <a:pt x="723900" y="2257425"/>
                </a:moveTo>
                <a:lnTo>
                  <a:pt x="733425" y="2257425"/>
                </a:lnTo>
                <a:lnTo>
                  <a:pt x="733425" y="2266950"/>
                </a:lnTo>
                <a:lnTo>
                  <a:pt x="723900" y="2266950"/>
                </a:lnTo>
                <a:close/>
                <a:moveTo>
                  <a:pt x="742950" y="2257425"/>
                </a:moveTo>
                <a:lnTo>
                  <a:pt x="752475" y="2257425"/>
                </a:lnTo>
                <a:lnTo>
                  <a:pt x="752475" y="2266950"/>
                </a:lnTo>
                <a:lnTo>
                  <a:pt x="742950" y="2266950"/>
                </a:lnTo>
                <a:close/>
                <a:moveTo>
                  <a:pt x="123825" y="2266950"/>
                </a:moveTo>
                <a:lnTo>
                  <a:pt x="133350" y="2266950"/>
                </a:lnTo>
                <a:lnTo>
                  <a:pt x="133350" y="2276475"/>
                </a:lnTo>
                <a:lnTo>
                  <a:pt x="123825" y="2276475"/>
                </a:lnTo>
                <a:close/>
                <a:moveTo>
                  <a:pt x="628650" y="2266950"/>
                </a:moveTo>
                <a:lnTo>
                  <a:pt x="638175" y="2266950"/>
                </a:lnTo>
                <a:lnTo>
                  <a:pt x="638175" y="2276475"/>
                </a:lnTo>
                <a:lnTo>
                  <a:pt x="628650" y="2276475"/>
                </a:lnTo>
                <a:close/>
                <a:moveTo>
                  <a:pt x="657225" y="2266950"/>
                </a:moveTo>
                <a:lnTo>
                  <a:pt x="676275" y="2266950"/>
                </a:lnTo>
                <a:lnTo>
                  <a:pt x="676275" y="2276475"/>
                </a:lnTo>
                <a:lnTo>
                  <a:pt x="657225" y="2276475"/>
                </a:lnTo>
                <a:close/>
                <a:moveTo>
                  <a:pt x="752475" y="2266950"/>
                </a:moveTo>
                <a:lnTo>
                  <a:pt x="762000" y="2266950"/>
                </a:lnTo>
                <a:lnTo>
                  <a:pt x="762000" y="2276475"/>
                </a:lnTo>
                <a:lnTo>
                  <a:pt x="752475" y="2276475"/>
                </a:lnTo>
                <a:close/>
                <a:moveTo>
                  <a:pt x="847725" y="2266950"/>
                </a:moveTo>
                <a:lnTo>
                  <a:pt x="857250" y="2266950"/>
                </a:lnTo>
                <a:lnTo>
                  <a:pt x="857250" y="2276475"/>
                </a:lnTo>
                <a:lnTo>
                  <a:pt x="847725" y="2276475"/>
                </a:lnTo>
                <a:close/>
                <a:moveTo>
                  <a:pt x="1809750" y="2266950"/>
                </a:moveTo>
                <a:lnTo>
                  <a:pt x="1819275" y="2266950"/>
                </a:lnTo>
                <a:lnTo>
                  <a:pt x="1819275" y="2295525"/>
                </a:lnTo>
                <a:lnTo>
                  <a:pt x="1809750" y="2295525"/>
                </a:lnTo>
                <a:close/>
                <a:moveTo>
                  <a:pt x="104775" y="2276475"/>
                </a:moveTo>
                <a:lnTo>
                  <a:pt x="114300" y="2276475"/>
                </a:lnTo>
                <a:lnTo>
                  <a:pt x="114300" y="2286000"/>
                </a:lnTo>
                <a:lnTo>
                  <a:pt x="104775" y="2286000"/>
                </a:lnTo>
                <a:close/>
                <a:moveTo>
                  <a:pt x="485775" y="2276475"/>
                </a:moveTo>
                <a:lnTo>
                  <a:pt x="495300" y="2276475"/>
                </a:lnTo>
                <a:lnTo>
                  <a:pt x="495300" y="2286000"/>
                </a:lnTo>
                <a:lnTo>
                  <a:pt x="485775" y="2286000"/>
                </a:lnTo>
                <a:close/>
                <a:moveTo>
                  <a:pt x="523875" y="2276475"/>
                </a:moveTo>
                <a:lnTo>
                  <a:pt x="542925" y="2276475"/>
                </a:lnTo>
                <a:lnTo>
                  <a:pt x="542925" y="2286000"/>
                </a:lnTo>
                <a:lnTo>
                  <a:pt x="523875" y="2286000"/>
                </a:lnTo>
                <a:close/>
                <a:moveTo>
                  <a:pt x="561975" y="2276475"/>
                </a:moveTo>
                <a:lnTo>
                  <a:pt x="571500" y="2276475"/>
                </a:lnTo>
                <a:lnTo>
                  <a:pt x="571500" y="2286000"/>
                </a:lnTo>
                <a:lnTo>
                  <a:pt x="561975" y="2286000"/>
                </a:lnTo>
                <a:close/>
                <a:moveTo>
                  <a:pt x="619125" y="2276475"/>
                </a:moveTo>
                <a:lnTo>
                  <a:pt x="628650" y="2276475"/>
                </a:lnTo>
                <a:lnTo>
                  <a:pt x="628650" y="2314575"/>
                </a:lnTo>
                <a:lnTo>
                  <a:pt x="619125" y="2314575"/>
                </a:lnTo>
                <a:lnTo>
                  <a:pt x="619125" y="2305050"/>
                </a:lnTo>
                <a:lnTo>
                  <a:pt x="609600" y="2305050"/>
                </a:lnTo>
                <a:lnTo>
                  <a:pt x="609600" y="2286000"/>
                </a:lnTo>
                <a:lnTo>
                  <a:pt x="619125" y="2286000"/>
                </a:lnTo>
                <a:close/>
                <a:moveTo>
                  <a:pt x="85725" y="2286000"/>
                </a:moveTo>
                <a:lnTo>
                  <a:pt x="95250" y="2286000"/>
                </a:lnTo>
                <a:lnTo>
                  <a:pt x="95250" y="2295525"/>
                </a:lnTo>
                <a:lnTo>
                  <a:pt x="85725" y="2295525"/>
                </a:lnTo>
                <a:close/>
                <a:moveTo>
                  <a:pt x="342900" y="2286000"/>
                </a:moveTo>
                <a:lnTo>
                  <a:pt x="361950" y="2286000"/>
                </a:lnTo>
                <a:lnTo>
                  <a:pt x="361950" y="2295525"/>
                </a:lnTo>
                <a:lnTo>
                  <a:pt x="342900" y="2295525"/>
                </a:lnTo>
                <a:close/>
                <a:moveTo>
                  <a:pt x="381000" y="2286000"/>
                </a:moveTo>
                <a:lnTo>
                  <a:pt x="390525" y="2286000"/>
                </a:lnTo>
                <a:lnTo>
                  <a:pt x="390525" y="2314575"/>
                </a:lnTo>
                <a:lnTo>
                  <a:pt x="400050" y="2314575"/>
                </a:lnTo>
                <a:lnTo>
                  <a:pt x="400050" y="2324100"/>
                </a:lnTo>
                <a:lnTo>
                  <a:pt x="390525" y="2324100"/>
                </a:lnTo>
                <a:lnTo>
                  <a:pt x="390525" y="2333625"/>
                </a:lnTo>
                <a:lnTo>
                  <a:pt x="381000" y="2333625"/>
                </a:lnTo>
                <a:close/>
                <a:moveTo>
                  <a:pt x="428625" y="2286000"/>
                </a:moveTo>
                <a:lnTo>
                  <a:pt x="457200" y="2286000"/>
                </a:lnTo>
                <a:lnTo>
                  <a:pt x="457200" y="2324100"/>
                </a:lnTo>
                <a:lnTo>
                  <a:pt x="447675" y="2324100"/>
                </a:lnTo>
                <a:lnTo>
                  <a:pt x="447675" y="2295525"/>
                </a:lnTo>
                <a:lnTo>
                  <a:pt x="428625" y="2295525"/>
                </a:lnTo>
                <a:close/>
                <a:moveTo>
                  <a:pt x="466725" y="2286000"/>
                </a:moveTo>
                <a:lnTo>
                  <a:pt x="476250" y="2286000"/>
                </a:lnTo>
                <a:lnTo>
                  <a:pt x="476250" y="2295525"/>
                </a:lnTo>
                <a:lnTo>
                  <a:pt x="466725" y="2295525"/>
                </a:lnTo>
                <a:close/>
                <a:moveTo>
                  <a:pt x="514350" y="2286000"/>
                </a:moveTo>
                <a:lnTo>
                  <a:pt x="523875" y="2286000"/>
                </a:lnTo>
                <a:lnTo>
                  <a:pt x="523875" y="2295525"/>
                </a:lnTo>
                <a:lnTo>
                  <a:pt x="514350" y="2295525"/>
                </a:lnTo>
                <a:close/>
                <a:moveTo>
                  <a:pt x="800100" y="2286000"/>
                </a:moveTo>
                <a:lnTo>
                  <a:pt x="809625" y="2286000"/>
                </a:lnTo>
                <a:lnTo>
                  <a:pt x="809625" y="2295525"/>
                </a:lnTo>
                <a:lnTo>
                  <a:pt x="800100" y="2295525"/>
                </a:lnTo>
                <a:close/>
                <a:moveTo>
                  <a:pt x="76200" y="2295525"/>
                </a:moveTo>
                <a:lnTo>
                  <a:pt x="85725" y="2295525"/>
                </a:lnTo>
                <a:lnTo>
                  <a:pt x="85725" y="2305050"/>
                </a:lnTo>
                <a:lnTo>
                  <a:pt x="76200" y="2305050"/>
                </a:lnTo>
                <a:close/>
                <a:moveTo>
                  <a:pt x="695325" y="2295525"/>
                </a:moveTo>
                <a:lnTo>
                  <a:pt x="704850" y="2295525"/>
                </a:lnTo>
                <a:lnTo>
                  <a:pt x="704850" y="2305050"/>
                </a:lnTo>
                <a:lnTo>
                  <a:pt x="695325" y="2305050"/>
                </a:lnTo>
                <a:close/>
                <a:moveTo>
                  <a:pt x="723900" y="2295525"/>
                </a:moveTo>
                <a:lnTo>
                  <a:pt x="762000" y="2295525"/>
                </a:lnTo>
                <a:lnTo>
                  <a:pt x="762000" y="2305050"/>
                </a:lnTo>
                <a:lnTo>
                  <a:pt x="723900" y="2305050"/>
                </a:lnTo>
                <a:close/>
                <a:moveTo>
                  <a:pt x="781050" y="2295525"/>
                </a:moveTo>
                <a:lnTo>
                  <a:pt x="790575" y="2295525"/>
                </a:lnTo>
                <a:lnTo>
                  <a:pt x="790575" y="2305050"/>
                </a:lnTo>
                <a:lnTo>
                  <a:pt x="781050" y="2305050"/>
                </a:lnTo>
                <a:close/>
                <a:moveTo>
                  <a:pt x="819150" y="2295525"/>
                </a:moveTo>
                <a:lnTo>
                  <a:pt x="828675" y="2295525"/>
                </a:lnTo>
                <a:lnTo>
                  <a:pt x="828675" y="2305050"/>
                </a:lnTo>
                <a:lnTo>
                  <a:pt x="838200" y="2305050"/>
                </a:lnTo>
                <a:lnTo>
                  <a:pt x="838200" y="2295525"/>
                </a:lnTo>
                <a:lnTo>
                  <a:pt x="847725" y="2295525"/>
                </a:lnTo>
                <a:lnTo>
                  <a:pt x="847725" y="2305050"/>
                </a:lnTo>
                <a:lnTo>
                  <a:pt x="838200" y="2305050"/>
                </a:lnTo>
                <a:lnTo>
                  <a:pt x="838200" y="2314575"/>
                </a:lnTo>
                <a:lnTo>
                  <a:pt x="819150" y="2314575"/>
                </a:lnTo>
                <a:close/>
                <a:moveTo>
                  <a:pt x="495300" y="2305050"/>
                </a:moveTo>
                <a:lnTo>
                  <a:pt x="504825" y="2305050"/>
                </a:lnTo>
                <a:lnTo>
                  <a:pt x="504825" y="2324100"/>
                </a:lnTo>
                <a:lnTo>
                  <a:pt x="466725" y="2324100"/>
                </a:lnTo>
                <a:lnTo>
                  <a:pt x="466725" y="2314575"/>
                </a:lnTo>
                <a:lnTo>
                  <a:pt x="495300" y="2314575"/>
                </a:lnTo>
                <a:close/>
                <a:moveTo>
                  <a:pt x="647700" y="2305050"/>
                </a:moveTo>
                <a:lnTo>
                  <a:pt x="657225" y="2305050"/>
                </a:lnTo>
                <a:lnTo>
                  <a:pt x="657225" y="2314575"/>
                </a:lnTo>
                <a:lnTo>
                  <a:pt x="647700" y="2314575"/>
                </a:lnTo>
                <a:close/>
                <a:moveTo>
                  <a:pt x="666750" y="2305050"/>
                </a:moveTo>
                <a:lnTo>
                  <a:pt x="676275" y="2305050"/>
                </a:lnTo>
                <a:lnTo>
                  <a:pt x="676275" y="2314575"/>
                </a:lnTo>
                <a:lnTo>
                  <a:pt x="666750" y="2314575"/>
                </a:lnTo>
                <a:close/>
                <a:moveTo>
                  <a:pt x="685800" y="2305050"/>
                </a:moveTo>
                <a:lnTo>
                  <a:pt x="695325" y="2305050"/>
                </a:lnTo>
                <a:lnTo>
                  <a:pt x="695325" y="2314575"/>
                </a:lnTo>
                <a:lnTo>
                  <a:pt x="685800" y="2314575"/>
                </a:lnTo>
                <a:close/>
                <a:moveTo>
                  <a:pt x="1962150" y="2305050"/>
                </a:moveTo>
                <a:lnTo>
                  <a:pt x="2028825" y="2305050"/>
                </a:lnTo>
                <a:lnTo>
                  <a:pt x="2028825" y="2324100"/>
                </a:lnTo>
                <a:lnTo>
                  <a:pt x="2019300" y="2324100"/>
                </a:lnTo>
                <a:lnTo>
                  <a:pt x="2019300" y="2333625"/>
                </a:lnTo>
                <a:lnTo>
                  <a:pt x="2028825" y="2333625"/>
                </a:lnTo>
                <a:lnTo>
                  <a:pt x="2028825" y="2343150"/>
                </a:lnTo>
                <a:lnTo>
                  <a:pt x="2047875" y="2343150"/>
                </a:lnTo>
                <a:lnTo>
                  <a:pt x="2047875" y="2352675"/>
                </a:lnTo>
                <a:lnTo>
                  <a:pt x="2000250" y="2352675"/>
                </a:lnTo>
                <a:lnTo>
                  <a:pt x="2000250" y="2343150"/>
                </a:lnTo>
                <a:lnTo>
                  <a:pt x="1971675" y="2343150"/>
                </a:lnTo>
                <a:lnTo>
                  <a:pt x="1971675" y="2333625"/>
                </a:lnTo>
                <a:lnTo>
                  <a:pt x="1962150" y="2333625"/>
                </a:lnTo>
                <a:close/>
                <a:moveTo>
                  <a:pt x="47625" y="2314575"/>
                </a:moveTo>
                <a:lnTo>
                  <a:pt x="57150" y="2314575"/>
                </a:lnTo>
                <a:lnTo>
                  <a:pt x="57150" y="2324100"/>
                </a:lnTo>
                <a:lnTo>
                  <a:pt x="47625" y="2324100"/>
                </a:lnTo>
                <a:close/>
                <a:moveTo>
                  <a:pt x="542925" y="2314575"/>
                </a:moveTo>
                <a:lnTo>
                  <a:pt x="571500" y="2314575"/>
                </a:lnTo>
                <a:lnTo>
                  <a:pt x="571500" y="2324100"/>
                </a:lnTo>
                <a:lnTo>
                  <a:pt x="542925" y="2324100"/>
                </a:lnTo>
                <a:close/>
                <a:moveTo>
                  <a:pt x="581025" y="2314575"/>
                </a:moveTo>
                <a:lnTo>
                  <a:pt x="590550" y="2314575"/>
                </a:lnTo>
                <a:lnTo>
                  <a:pt x="590550" y="2324100"/>
                </a:lnTo>
                <a:lnTo>
                  <a:pt x="581025" y="2324100"/>
                </a:lnTo>
                <a:close/>
                <a:moveTo>
                  <a:pt x="628650" y="2314575"/>
                </a:moveTo>
                <a:lnTo>
                  <a:pt x="647700" y="2314575"/>
                </a:lnTo>
                <a:lnTo>
                  <a:pt x="647700" y="2324100"/>
                </a:lnTo>
                <a:lnTo>
                  <a:pt x="628650" y="2324100"/>
                </a:lnTo>
                <a:close/>
                <a:moveTo>
                  <a:pt x="2095500" y="2314575"/>
                </a:moveTo>
                <a:lnTo>
                  <a:pt x="2114550" y="2314575"/>
                </a:lnTo>
                <a:lnTo>
                  <a:pt x="2114550" y="2324100"/>
                </a:lnTo>
                <a:lnTo>
                  <a:pt x="2095500" y="2324100"/>
                </a:lnTo>
                <a:close/>
                <a:moveTo>
                  <a:pt x="38100" y="2324100"/>
                </a:moveTo>
                <a:lnTo>
                  <a:pt x="47625" y="2324100"/>
                </a:lnTo>
                <a:lnTo>
                  <a:pt x="47625" y="2333625"/>
                </a:lnTo>
                <a:lnTo>
                  <a:pt x="38100" y="2333625"/>
                </a:lnTo>
                <a:close/>
                <a:moveTo>
                  <a:pt x="361950" y="2324100"/>
                </a:moveTo>
                <a:lnTo>
                  <a:pt x="371475" y="2324100"/>
                </a:lnTo>
                <a:lnTo>
                  <a:pt x="371475" y="2333625"/>
                </a:lnTo>
                <a:lnTo>
                  <a:pt x="361950" y="2333625"/>
                </a:lnTo>
                <a:close/>
                <a:moveTo>
                  <a:pt x="409575" y="2324100"/>
                </a:moveTo>
                <a:lnTo>
                  <a:pt x="419100" y="2324100"/>
                </a:lnTo>
                <a:lnTo>
                  <a:pt x="419100" y="2333625"/>
                </a:lnTo>
                <a:lnTo>
                  <a:pt x="409575" y="2333625"/>
                </a:lnTo>
                <a:close/>
                <a:moveTo>
                  <a:pt x="428625" y="2324100"/>
                </a:moveTo>
                <a:lnTo>
                  <a:pt x="447675" y="2324100"/>
                </a:lnTo>
                <a:lnTo>
                  <a:pt x="447675" y="2333625"/>
                </a:lnTo>
                <a:lnTo>
                  <a:pt x="428625" y="2333625"/>
                </a:lnTo>
                <a:close/>
                <a:moveTo>
                  <a:pt x="504825" y="2324100"/>
                </a:moveTo>
                <a:lnTo>
                  <a:pt x="523875" y="2324100"/>
                </a:lnTo>
                <a:lnTo>
                  <a:pt x="523875" y="2333625"/>
                </a:lnTo>
                <a:lnTo>
                  <a:pt x="504825" y="2333625"/>
                </a:lnTo>
                <a:close/>
                <a:moveTo>
                  <a:pt x="2152650" y="2324100"/>
                </a:moveTo>
                <a:lnTo>
                  <a:pt x="2162175" y="2324100"/>
                </a:lnTo>
                <a:lnTo>
                  <a:pt x="2162175" y="2333625"/>
                </a:lnTo>
                <a:lnTo>
                  <a:pt x="2152650" y="2333625"/>
                </a:lnTo>
                <a:close/>
                <a:moveTo>
                  <a:pt x="28575" y="2333625"/>
                </a:moveTo>
                <a:lnTo>
                  <a:pt x="38100" y="2333625"/>
                </a:lnTo>
                <a:lnTo>
                  <a:pt x="38100" y="2343150"/>
                </a:lnTo>
                <a:lnTo>
                  <a:pt x="28575" y="2343150"/>
                </a:lnTo>
                <a:close/>
                <a:moveTo>
                  <a:pt x="19050" y="2343150"/>
                </a:moveTo>
                <a:lnTo>
                  <a:pt x="28575" y="2343150"/>
                </a:lnTo>
                <a:lnTo>
                  <a:pt x="28575" y="2352675"/>
                </a:lnTo>
                <a:lnTo>
                  <a:pt x="19050" y="2352675"/>
                </a:lnTo>
                <a:close/>
                <a:moveTo>
                  <a:pt x="2057400" y="2352675"/>
                </a:moveTo>
                <a:lnTo>
                  <a:pt x="2076450" y="2352675"/>
                </a:lnTo>
                <a:lnTo>
                  <a:pt x="2076450" y="2362200"/>
                </a:lnTo>
                <a:lnTo>
                  <a:pt x="2057400" y="2362200"/>
                </a:lnTo>
                <a:close/>
                <a:moveTo>
                  <a:pt x="2114550" y="2362200"/>
                </a:moveTo>
                <a:lnTo>
                  <a:pt x="2124075" y="2362200"/>
                </a:lnTo>
                <a:lnTo>
                  <a:pt x="2124075" y="2371725"/>
                </a:lnTo>
                <a:lnTo>
                  <a:pt x="2114550" y="2371725"/>
                </a:lnTo>
                <a:close/>
                <a:moveTo>
                  <a:pt x="247650" y="2371725"/>
                </a:moveTo>
                <a:lnTo>
                  <a:pt x="257175" y="2371725"/>
                </a:lnTo>
                <a:lnTo>
                  <a:pt x="257175" y="2400300"/>
                </a:lnTo>
                <a:lnTo>
                  <a:pt x="247650" y="2400300"/>
                </a:lnTo>
                <a:close/>
                <a:moveTo>
                  <a:pt x="2124075" y="2371725"/>
                </a:moveTo>
                <a:lnTo>
                  <a:pt x="2133600" y="2371725"/>
                </a:lnTo>
                <a:lnTo>
                  <a:pt x="2133600" y="2390775"/>
                </a:lnTo>
                <a:lnTo>
                  <a:pt x="2124075" y="2390775"/>
                </a:lnTo>
                <a:close/>
                <a:moveTo>
                  <a:pt x="1819275" y="2400300"/>
                </a:moveTo>
                <a:lnTo>
                  <a:pt x="1828800" y="2400300"/>
                </a:lnTo>
                <a:lnTo>
                  <a:pt x="1828800" y="2428875"/>
                </a:lnTo>
                <a:lnTo>
                  <a:pt x="1819275" y="2428875"/>
                </a:lnTo>
                <a:close/>
                <a:moveTo>
                  <a:pt x="2114550" y="2400300"/>
                </a:moveTo>
                <a:lnTo>
                  <a:pt x="2124075" y="2400300"/>
                </a:lnTo>
                <a:lnTo>
                  <a:pt x="2124075" y="2409825"/>
                </a:lnTo>
                <a:lnTo>
                  <a:pt x="2114550" y="2409825"/>
                </a:lnTo>
                <a:close/>
                <a:moveTo>
                  <a:pt x="2171700" y="2400300"/>
                </a:moveTo>
                <a:lnTo>
                  <a:pt x="2181225" y="2400300"/>
                </a:lnTo>
                <a:lnTo>
                  <a:pt x="2181225" y="2419350"/>
                </a:lnTo>
                <a:lnTo>
                  <a:pt x="2171700" y="2419350"/>
                </a:lnTo>
                <a:close/>
                <a:moveTo>
                  <a:pt x="1581150" y="2409825"/>
                </a:moveTo>
                <a:lnTo>
                  <a:pt x="1590675" y="2409825"/>
                </a:lnTo>
                <a:lnTo>
                  <a:pt x="1590675" y="2419350"/>
                </a:lnTo>
                <a:lnTo>
                  <a:pt x="1581150" y="2419350"/>
                </a:lnTo>
                <a:close/>
                <a:moveTo>
                  <a:pt x="1371600" y="2419350"/>
                </a:moveTo>
                <a:lnTo>
                  <a:pt x="1381125" y="2419350"/>
                </a:lnTo>
                <a:lnTo>
                  <a:pt x="1381125" y="2428875"/>
                </a:lnTo>
                <a:lnTo>
                  <a:pt x="1371600" y="2428875"/>
                </a:lnTo>
                <a:close/>
                <a:moveTo>
                  <a:pt x="1438275" y="2419350"/>
                </a:moveTo>
                <a:lnTo>
                  <a:pt x="1447800" y="2419350"/>
                </a:lnTo>
                <a:lnTo>
                  <a:pt x="1447800" y="2428875"/>
                </a:lnTo>
                <a:lnTo>
                  <a:pt x="1438275" y="2428875"/>
                </a:lnTo>
                <a:close/>
                <a:moveTo>
                  <a:pt x="1590675" y="2419350"/>
                </a:moveTo>
                <a:lnTo>
                  <a:pt x="1609725" y="2419350"/>
                </a:lnTo>
                <a:lnTo>
                  <a:pt x="1609725" y="2428875"/>
                </a:lnTo>
                <a:lnTo>
                  <a:pt x="1600200" y="2428875"/>
                </a:lnTo>
                <a:lnTo>
                  <a:pt x="1600200" y="2438400"/>
                </a:lnTo>
                <a:lnTo>
                  <a:pt x="1590675" y="2438400"/>
                </a:lnTo>
                <a:close/>
                <a:moveTo>
                  <a:pt x="1362075" y="2428875"/>
                </a:moveTo>
                <a:lnTo>
                  <a:pt x="1371600" y="2428875"/>
                </a:lnTo>
                <a:lnTo>
                  <a:pt x="1371600" y="2438400"/>
                </a:lnTo>
                <a:lnTo>
                  <a:pt x="1362075" y="2438400"/>
                </a:lnTo>
                <a:close/>
                <a:moveTo>
                  <a:pt x="1428750" y="2428875"/>
                </a:moveTo>
                <a:lnTo>
                  <a:pt x="1438275" y="2428875"/>
                </a:lnTo>
                <a:lnTo>
                  <a:pt x="1438275" y="2447925"/>
                </a:lnTo>
                <a:lnTo>
                  <a:pt x="1428750" y="2447925"/>
                </a:lnTo>
                <a:close/>
                <a:moveTo>
                  <a:pt x="1323975" y="2438400"/>
                </a:moveTo>
                <a:lnTo>
                  <a:pt x="1333500" y="2438400"/>
                </a:lnTo>
                <a:lnTo>
                  <a:pt x="1333500" y="2457450"/>
                </a:lnTo>
                <a:lnTo>
                  <a:pt x="1323975" y="2457450"/>
                </a:lnTo>
                <a:close/>
                <a:moveTo>
                  <a:pt x="1371600" y="2438400"/>
                </a:moveTo>
                <a:lnTo>
                  <a:pt x="1381125" y="2438400"/>
                </a:lnTo>
                <a:lnTo>
                  <a:pt x="1381125" y="2447925"/>
                </a:lnTo>
                <a:lnTo>
                  <a:pt x="1371600" y="2447925"/>
                </a:lnTo>
                <a:close/>
                <a:moveTo>
                  <a:pt x="1514475" y="2438400"/>
                </a:moveTo>
                <a:lnTo>
                  <a:pt x="1524000" y="2438400"/>
                </a:lnTo>
                <a:lnTo>
                  <a:pt x="1524000" y="2466975"/>
                </a:lnTo>
                <a:lnTo>
                  <a:pt x="1514475" y="2466975"/>
                </a:lnTo>
                <a:close/>
                <a:moveTo>
                  <a:pt x="1381125" y="2447925"/>
                </a:moveTo>
                <a:lnTo>
                  <a:pt x="1390650" y="2447925"/>
                </a:lnTo>
                <a:lnTo>
                  <a:pt x="1390650" y="2466975"/>
                </a:lnTo>
                <a:lnTo>
                  <a:pt x="1381125" y="2466975"/>
                </a:lnTo>
                <a:close/>
                <a:moveTo>
                  <a:pt x="1409700" y="2447925"/>
                </a:moveTo>
                <a:lnTo>
                  <a:pt x="1428750" y="2447925"/>
                </a:lnTo>
                <a:lnTo>
                  <a:pt x="1428750" y="2457450"/>
                </a:lnTo>
                <a:lnTo>
                  <a:pt x="1419225" y="2457450"/>
                </a:lnTo>
                <a:lnTo>
                  <a:pt x="1419225" y="2466975"/>
                </a:lnTo>
                <a:lnTo>
                  <a:pt x="1409700" y="2466975"/>
                </a:lnTo>
                <a:close/>
                <a:moveTo>
                  <a:pt x="1552575" y="2447925"/>
                </a:moveTo>
                <a:lnTo>
                  <a:pt x="1581150" y="2447925"/>
                </a:lnTo>
                <a:lnTo>
                  <a:pt x="1581150" y="2466975"/>
                </a:lnTo>
                <a:lnTo>
                  <a:pt x="1571625" y="2466975"/>
                </a:lnTo>
                <a:lnTo>
                  <a:pt x="1571625" y="2476500"/>
                </a:lnTo>
                <a:lnTo>
                  <a:pt x="1552575" y="2476500"/>
                </a:lnTo>
                <a:lnTo>
                  <a:pt x="1552575" y="2466975"/>
                </a:lnTo>
                <a:lnTo>
                  <a:pt x="1562100" y="2466975"/>
                </a:lnTo>
                <a:lnTo>
                  <a:pt x="1562100" y="2457450"/>
                </a:lnTo>
                <a:lnTo>
                  <a:pt x="1552575" y="2457450"/>
                </a:lnTo>
                <a:close/>
                <a:moveTo>
                  <a:pt x="1285875" y="2457450"/>
                </a:moveTo>
                <a:lnTo>
                  <a:pt x="1295400" y="2457450"/>
                </a:lnTo>
                <a:lnTo>
                  <a:pt x="1295400" y="2495550"/>
                </a:lnTo>
                <a:lnTo>
                  <a:pt x="1285875" y="2495550"/>
                </a:lnTo>
                <a:close/>
                <a:moveTo>
                  <a:pt x="1371600" y="2466975"/>
                </a:moveTo>
                <a:lnTo>
                  <a:pt x="1381125" y="2466975"/>
                </a:lnTo>
                <a:lnTo>
                  <a:pt x="1381125" y="2476500"/>
                </a:lnTo>
                <a:lnTo>
                  <a:pt x="1371600" y="2476500"/>
                </a:lnTo>
                <a:close/>
                <a:moveTo>
                  <a:pt x="1485900" y="2466975"/>
                </a:moveTo>
                <a:lnTo>
                  <a:pt x="1514475" y="2466975"/>
                </a:lnTo>
                <a:lnTo>
                  <a:pt x="1514475" y="2476500"/>
                </a:lnTo>
                <a:lnTo>
                  <a:pt x="1495425" y="2476500"/>
                </a:lnTo>
                <a:lnTo>
                  <a:pt x="1495425" y="2486025"/>
                </a:lnTo>
                <a:lnTo>
                  <a:pt x="1485900" y="2486025"/>
                </a:lnTo>
                <a:close/>
                <a:moveTo>
                  <a:pt x="1600200" y="2466975"/>
                </a:moveTo>
                <a:lnTo>
                  <a:pt x="1609725" y="2466975"/>
                </a:lnTo>
                <a:lnTo>
                  <a:pt x="1609725" y="2476500"/>
                </a:lnTo>
                <a:lnTo>
                  <a:pt x="1600200" y="2476500"/>
                </a:lnTo>
                <a:close/>
                <a:moveTo>
                  <a:pt x="2114550" y="2466975"/>
                </a:moveTo>
                <a:lnTo>
                  <a:pt x="2124075" y="2466975"/>
                </a:lnTo>
                <a:lnTo>
                  <a:pt x="2124075" y="2486025"/>
                </a:lnTo>
                <a:lnTo>
                  <a:pt x="2114550" y="2486025"/>
                </a:lnTo>
                <a:close/>
                <a:moveTo>
                  <a:pt x="895350" y="2476500"/>
                </a:moveTo>
                <a:lnTo>
                  <a:pt x="914400" y="2476500"/>
                </a:lnTo>
                <a:lnTo>
                  <a:pt x="914400" y="2486025"/>
                </a:lnTo>
                <a:lnTo>
                  <a:pt x="895350" y="2486025"/>
                </a:lnTo>
                <a:close/>
                <a:moveTo>
                  <a:pt x="1362075" y="2476500"/>
                </a:moveTo>
                <a:lnTo>
                  <a:pt x="1371600" y="2476500"/>
                </a:lnTo>
                <a:lnTo>
                  <a:pt x="1371600" y="2486025"/>
                </a:lnTo>
                <a:lnTo>
                  <a:pt x="1362075" y="2486025"/>
                </a:lnTo>
                <a:close/>
                <a:moveTo>
                  <a:pt x="1590675" y="2476500"/>
                </a:moveTo>
                <a:lnTo>
                  <a:pt x="1600200" y="2476500"/>
                </a:lnTo>
                <a:lnTo>
                  <a:pt x="1600200" y="2486025"/>
                </a:lnTo>
                <a:lnTo>
                  <a:pt x="1590675" y="2486025"/>
                </a:lnTo>
                <a:close/>
                <a:moveTo>
                  <a:pt x="2162175" y="2476500"/>
                </a:moveTo>
                <a:lnTo>
                  <a:pt x="2171700" y="2476500"/>
                </a:lnTo>
                <a:lnTo>
                  <a:pt x="2171700" y="2505075"/>
                </a:lnTo>
                <a:lnTo>
                  <a:pt x="2162175" y="2505075"/>
                </a:lnTo>
                <a:close/>
                <a:moveTo>
                  <a:pt x="885825" y="2486025"/>
                </a:moveTo>
                <a:lnTo>
                  <a:pt x="895350" y="2486025"/>
                </a:lnTo>
                <a:lnTo>
                  <a:pt x="895350" y="2495550"/>
                </a:lnTo>
                <a:lnTo>
                  <a:pt x="885825" y="2495550"/>
                </a:lnTo>
                <a:close/>
                <a:moveTo>
                  <a:pt x="1295400" y="2495550"/>
                </a:moveTo>
                <a:lnTo>
                  <a:pt x="1304925" y="2495550"/>
                </a:lnTo>
                <a:lnTo>
                  <a:pt x="1304925" y="2505075"/>
                </a:lnTo>
                <a:lnTo>
                  <a:pt x="1295400" y="2505075"/>
                </a:lnTo>
                <a:close/>
                <a:moveTo>
                  <a:pt x="1323975" y="2495550"/>
                </a:moveTo>
                <a:lnTo>
                  <a:pt x="1333500" y="2495550"/>
                </a:lnTo>
                <a:lnTo>
                  <a:pt x="1333500" y="2505075"/>
                </a:lnTo>
                <a:lnTo>
                  <a:pt x="1323975" y="2505075"/>
                </a:lnTo>
                <a:close/>
                <a:moveTo>
                  <a:pt x="1095375" y="2514600"/>
                </a:moveTo>
                <a:lnTo>
                  <a:pt x="1104900" y="2514600"/>
                </a:lnTo>
                <a:lnTo>
                  <a:pt x="1104900" y="2524125"/>
                </a:lnTo>
                <a:lnTo>
                  <a:pt x="1095375" y="2524125"/>
                </a:lnTo>
                <a:close/>
                <a:moveTo>
                  <a:pt x="1828800" y="2514600"/>
                </a:moveTo>
                <a:lnTo>
                  <a:pt x="1838325" y="2514600"/>
                </a:lnTo>
                <a:lnTo>
                  <a:pt x="1838325" y="2533650"/>
                </a:lnTo>
                <a:lnTo>
                  <a:pt x="1828800" y="2533650"/>
                </a:lnTo>
                <a:close/>
                <a:moveTo>
                  <a:pt x="2124075" y="2514600"/>
                </a:moveTo>
                <a:lnTo>
                  <a:pt x="2133600" y="2514600"/>
                </a:lnTo>
                <a:lnTo>
                  <a:pt x="2133600" y="2524125"/>
                </a:lnTo>
                <a:lnTo>
                  <a:pt x="2124075" y="2524125"/>
                </a:lnTo>
                <a:close/>
                <a:moveTo>
                  <a:pt x="885825" y="2533650"/>
                </a:moveTo>
                <a:lnTo>
                  <a:pt x="895350" y="2533650"/>
                </a:lnTo>
                <a:lnTo>
                  <a:pt x="895350" y="2619375"/>
                </a:lnTo>
                <a:lnTo>
                  <a:pt x="885825" y="2619375"/>
                </a:lnTo>
                <a:close/>
                <a:moveTo>
                  <a:pt x="923925" y="2533650"/>
                </a:moveTo>
                <a:lnTo>
                  <a:pt x="933450" y="2533650"/>
                </a:lnTo>
                <a:lnTo>
                  <a:pt x="933450" y="2609850"/>
                </a:lnTo>
                <a:lnTo>
                  <a:pt x="923925" y="2609850"/>
                </a:lnTo>
                <a:close/>
                <a:moveTo>
                  <a:pt x="257175" y="2543175"/>
                </a:moveTo>
                <a:lnTo>
                  <a:pt x="266700" y="2543175"/>
                </a:lnTo>
                <a:lnTo>
                  <a:pt x="266700" y="2571750"/>
                </a:lnTo>
                <a:lnTo>
                  <a:pt x="257175" y="2571750"/>
                </a:lnTo>
                <a:close/>
                <a:moveTo>
                  <a:pt x="1590675" y="2543175"/>
                </a:moveTo>
                <a:lnTo>
                  <a:pt x="1628775" y="2543175"/>
                </a:lnTo>
                <a:lnTo>
                  <a:pt x="1628775" y="2552700"/>
                </a:lnTo>
                <a:lnTo>
                  <a:pt x="1638300" y="2552700"/>
                </a:lnTo>
                <a:lnTo>
                  <a:pt x="1638300" y="2543175"/>
                </a:lnTo>
                <a:lnTo>
                  <a:pt x="1647825" y="2543175"/>
                </a:lnTo>
                <a:lnTo>
                  <a:pt x="1647825" y="2552700"/>
                </a:lnTo>
                <a:lnTo>
                  <a:pt x="1657350" y="2552700"/>
                </a:lnTo>
                <a:lnTo>
                  <a:pt x="1657350" y="2543175"/>
                </a:lnTo>
                <a:lnTo>
                  <a:pt x="1666875" y="2543175"/>
                </a:lnTo>
                <a:lnTo>
                  <a:pt x="1666875" y="2552700"/>
                </a:lnTo>
                <a:lnTo>
                  <a:pt x="1657350" y="2552700"/>
                </a:lnTo>
                <a:lnTo>
                  <a:pt x="1657350" y="2571750"/>
                </a:lnTo>
                <a:lnTo>
                  <a:pt x="1666875" y="2571750"/>
                </a:lnTo>
                <a:lnTo>
                  <a:pt x="1666875" y="2552700"/>
                </a:lnTo>
                <a:lnTo>
                  <a:pt x="1676400" y="2552700"/>
                </a:lnTo>
                <a:lnTo>
                  <a:pt x="1676400" y="2571750"/>
                </a:lnTo>
                <a:lnTo>
                  <a:pt x="1666875" y="2571750"/>
                </a:lnTo>
                <a:lnTo>
                  <a:pt x="1666875" y="2581275"/>
                </a:lnTo>
                <a:lnTo>
                  <a:pt x="1638300" y="2581275"/>
                </a:lnTo>
                <a:lnTo>
                  <a:pt x="1638300" y="2571750"/>
                </a:lnTo>
                <a:lnTo>
                  <a:pt x="1628775" y="2571750"/>
                </a:lnTo>
                <a:lnTo>
                  <a:pt x="1628775" y="2581275"/>
                </a:lnTo>
                <a:lnTo>
                  <a:pt x="1609725" y="2581275"/>
                </a:lnTo>
                <a:lnTo>
                  <a:pt x="1609725" y="2590800"/>
                </a:lnTo>
                <a:lnTo>
                  <a:pt x="1590675" y="2590800"/>
                </a:lnTo>
                <a:lnTo>
                  <a:pt x="1590675" y="2571750"/>
                </a:lnTo>
                <a:lnTo>
                  <a:pt x="1581150" y="2571750"/>
                </a:lnTo>
                <a:lnTo>
                  <a:pt x="1581150" y="2562225"/>
                </a:lnTo>
                <a:lnTo>
                  <a:pt x="1590675" y="2562225"/>
                </a:lnTo>
                <a:close/>
                <a:moveTo>
                  <a:pt x="1304925" y="2552700"/>
                </a:moveTo>
                <a:lnTo>
                  <a:pt x="1323975" y="2552700"/>
                </a:lnTo>
                <a:lnTo>
                  <a:pt x="1323975" y="2581275"/>
                </a:lnTo>
                <a:lnTo>
                  <a:pt x="1333500" y="2581275"/>
                </a:lnTo>
                <a:lnTo>
                  <a:pt x="1333500" y="2600325"/>
                </a:lnTo>
                <a:lnTo>
                  <a:pt x="1304925" y="2600325"/>
                </a:lnTo>
                <a:close/>
                <a:moveTo>
                  <a:pt x="1428750" y="2552700"/>
                </a:moveTo>
                <a:lnTo>
                  <a:pt x="1438275" y="2552700"/>
                </a:lnTo>
                <a:lnTo>
                  <a:pt x="1438275" y="2562225"/>
                </a:lnTo>
                <a:lnTo>
                  <a:pt x="1447800" y="2562225"/>
                </a:lnTo>
                <a:lnTo>
                  <a:pt x="1447800" y="2590800"/>
                </a:lnTo>
                <a:lnTo>
                  <a:pt x="1438275" y="2590800"/>
                </a:lnTo>
                <a:lnTo>
                  <a:pt x="1438275" y="2600325"/>
                </a:lnTo>
                <a:lnTo>
                  <a:pt x="1409700" y="2600325"/>
                </a:lnTo>
                <a:lnTo>
                  <a:pt x="1409700" y="2590800"/>
                </a:lnTo>
                <a:lnTo>
                  <a:pt x="1381125" y="2590800"/>
                </a:lnTo>
                <a:lnTo>
                  <a:pt x="1381125" y="2600325"/>
                </a:lnTo>
                <a:lnTo>
                  <a:pt x="1343025" y="2600325"/>
                </a:lnTo>
                <a:lnTo>
                  <a:pt x="1343025" y="2571750"/>
                </a:lnTo>
                <a:lnTo>
                  <a:pt x="1362075" y="2571750"/>
                </a:lnTo>
                <a:lnTo>
                  <a:pt x="1362075" y="2562225"/>
                </a:lnTo>
                <a:lnTo>
                  <a:pt x="1390650" y="2562225"/>
                </a:lnTo>
                <a:lnTo>
                  <a:pt x="1390650" y="2571750"/>
                </a:lnTo>
                <a:lnTo>
                  <a:pt x="1409700" y="2571750"/>
                </a:lnTo>
                <a:lnTo>
                  <a:pt x="1409700" y="2562225"/>
                </a:lnTo>
                <a:lnTo>
                  <a:pt x="1428750" y="2562225"/>
                </a:lnTo>
                <a:close/>
                <a:moveTo>
                  <a:pt x="1476375" y="2552700"/>
                </a:moveTo>
                <a:lnTo>
                  <a:pt x="1533525" y="2552700"/>
                </a:lnTo>
                <a:lnTo>
                  <a:pt x="1533525" y="2562225"/>
                </a:lnTo>
                <a:lnTo>
                  <a:pt x="1543050" y="2562225"/>
                </a:lnTo>
                <a:lnTo>
                  <a:pt x="1543050" y="2552700"/>
                </a:lnTo>
                <a:lnTo>
                  <a:pt x="1552575" y="2552700"/>
                </a:lnTo>
                <a:lnTo>
                  <a:pt x="1552575" y="2581275"/>
                </a:lnTo>
                <a:lnTo>
                  <a:pt x="1533525" y="2581275"/>
                </a:lnTo>
                <a:lnTo>
                  <a:pt x="1533525" y="2590800"/>
                </a:lnTo>
                <a:lnTo>
                  <a:pt x="1495425" y="2590800"/>
                </a:lnTo>
                <a:lnTo>
                  <a:pt x="1495425" y="2600325"/>
                </a:lnTo>
                <a:lnTo>
                  <a:pt x="1476375" y="2600325"/>
                </a:lnTo>
                <a:lnTo>
                  <a:pt x="1476375" y="2581275"/>
                </a:lnTo>
                <a:lnTo>
                  <a:pt x="1466850" y="2581275"/>
                </a:lnTo>
                <a:lnTo>
                  <a:pt x="1466850" y="2571750"/>
                </a:lnTo>
                <a:lnTo>
                  <a:pt x="1476375" y="2571750"/>
                </a:lnTo>
                <a:close/>
                <a:moveTo>
                  <a:pt x="2019300" y="2552700"/>
                </a:moveTo>
                <a:lnTo>
                  <a:pt x="2038350" y="2552700"/>
                </a:lnTo>
                <a:lnTo>
                  <a:pt x="2038350" y="2562225"/>
                </a:lnTo>
                <a:lnTo>
                  <a:pt x="2124075" y="2562225"/>
                </a:lnTo>
                <a:lnTo>
                  <a:pt x="2124075" y="2552700"/>
                </a:lnTo>
                <a:lnTo>
                  <a:pt x="2133600" y="2552700"/>
                </a:lnTo>
                <a:lnTo>
                  <a:pt x="2133600" y="2562225"/>
                </a:lnTo>
                <a:lnTo>
                  <a:pt x="2124075" y="2562225"/>
                </a:lnTo>
                <a:lnTo>
                  <a:pt x="2124075" y="2571750"/>
                </a:lnTo>
                <a:lnTo>
                  <a:pt x="2066925" y="2571750"/>
                </a:lnTo>
                <a:lnTo>
                  <a:pt x="2066925" y="2590800"/>
                </a:lnTo>
                <a:lnTo>
                  <a:pt x="2076450" y="2590800"/>
                </a:lnTo>
                <a:lnTo>
                  <a:pt x="2076450" y="2600325"/>
                </a:lnTo>
                <a:lnTo>
                  <a:pt x="2057400" y="2600325"/>
                </a:lnTo>
                <a:lnTo>
                  <a:pt x="2057400" y="2590800"/>
                </a:lnTo>
                <a:lnTo>
                  <a:pt x="2000250" y="2590800"/>
                </a:lnTo>
                <a:lnTo>
                  <a:pt x="2000250" y="2581275"/>
                </a:lnTo>
                <a:lnTo>
                  <a:pt x="1990725" y="2581275"/>
                </a:lnTo>
                <a:lnTo>
                  <a:pt x="1990725" y="2562225"/>
                </a:lnTo>
                <a:lnTo>
                  <a:pt x="2019300" y="2562225"/>
                </a:lnTo>
                <a:close/>
                <a:moveTo>
                  <a:pt x="800100" y="2562225"/>
                </a:moveTo>
                <a:lnTo>
                  <a:pt x="809625" y="2562225"/>
                </a:lnTo>
                <a:lnTo>
                  <a:pt x="809625" y="2571750"/>
                </a:lnTo>
                <a:lnTo>
                  <a:pt x="800100" y="2571750"/>
                </a:lnTo>
                <a:close/>
                <a:moveTo>
                  <a:pt x="2152650" y="2562225"/>
                </a:moveTo>
                <a:lnTo>
                  <a:pt x="2162175" y="2562225"/>
                </a:lnTo>
                <a:lnTo>
                  <a:pt x="2162175" y="2581275"/>
                </a:lnTo>
                <a:lnTo>
                  <a:pt x="2152650" y="2581275"/>
                </a:lnTo>
                <a:close/>
                <a:moveTo>
                  <a:pt x="809625" y="2571750"/>
                </a:moveTo>
                <a:lnTo>
                  <a:pt x="819150" y="2571750"/>
                </a:lnTo>
                <a:lnTo>
                  <a:pt x="819150" y="2628900"/>
                </a:lnTo>
                <a:lnTo>
                  <a:pt x="809625" y="2628900"/>
                </a:lnTo>
                <a:close/>
                <a:moveTo>
                  <a:pt x="523875" y="2581275"/>
                </a:moveTo>
                <a:lnTo>
                  <a:pt x="552450" y="2581275"/>
                </a:lnTo>
                <a:lnTo>
                  <a:pt x="552450" y="2590800"/>
                </a:lnTo>
                <a:lnTo>
                  <a:pt x="561975" y="2590800"/>
                </a:lnTo>
                <a:lnTo>
                  <a:pt x="561975" y="2657475"/>
                </a:lnTo>
                <a:lnTo>
                  <a:pt x="552450" y="2657475"/>
                </a:lnTo>
                <a:lnTo>
                  <a:pt x="552450" y="2600325"/>
                </a:lnTo>
                <a:lnTo>
                  <a:pt x="542925" y="2600325"/>
                </a:lnTo>
                <a:lnTo>
                  <a:pt x="542925" y="2590800"/>
                </a:lnTo>
                <a:lnTo>
                  <a:pt x="533400" y="2590800"/>
                </a:lnTo>
                <a:lnTo>
                  <a:pt x="533400" y="2600325"/>
                </a:lnTo>
                <a:lnTo>
                  <a:pt x="523875" y="2600325"/>
                </a:lnTo>
                <a:lnTo>
                  <a:pt x="523875" y="2667000"/>
                </a:lnTo>
                <a:lnTo>
                  <a:pt x="514350" y="2667000"/>
                </a:lnTo>
                <a:lnTo>
                  <a:pt x="514350" y="2590800"/>
                </a:lnTo>
                <a:lnTo>
                  <a:pt x="523875" y="2590800"/>
                </a:lnTo>
                <a:close/>
                <a:moveTo>
                  <a:pt x="638175" y="2581275"/>
                </a:moveTo>
                <a:lnTo>
                  <a:pt x="666750" y="2581275"/>
                </a:lnTo>
                <a:lnTo>
                  <a:pt x="666750" y="2590800"/>
                </a:lnTo>
                <a:lnTo>
                  <a:pt x="676275" y="2590800"/>
                </a:lnTo>
                <a:lnTo>
                  <a:pt x="676275" y="2628900"/>
                </a:lnTo>
                <a:lnTo>
                  <a:pt x="666750" y="2628900"/>
                </a:lnTo>
                <a:lnTo>
                  <a:pt x="666750" y="2600325"/>
                </a:lnTo>
                <a:lnTo>
                  <a:pt x="657225" y="2600325"/>
                </a:lnTo>
                <a:lnTo>
                  <a:pt x="657225" y="2590800"/>
                </a:lnTo>
                <a:lnTo>
                  <a:pt x="647700" y="2590800"/>
                </a:lnTo>
                <a:lnTo>
                  <a:pt x="647700" y="2600325"/>
                </a:lnTo>
                <a:lnTo>
                  <a:pt x="638175" y="2600325"/>
                </a:lnTo>
                <a:lnTo>
                  <a:pt x="638175" y="2647950"/>
                </a:lnTo>
                <a:lnTo>
                  <a:pt x="628650" y="2647950"/>
                </a:lnTo>
                <a:lnTo>
                  <a:pt x="628650" y="2590800"/>
                </a:lnTo>
                <a:lnTo>
                  <a:pt x="638175" y="2590800"/>
                </a:lnTo>
                <a:close/>
                <a:moveTo>
                  <a:pt x="1000125" y="2581275"/>
                </a:moveTo>
                <a:lnTo>
                  <a:pt x="1009650" y="2581275"/>
                </a:lnTo>
                <a:lnTo>
                  <a:pt x="1009650" y="2590800"/>
                </a:lnTo>
                <a:lnTo>
                  <a:pt x="1000125" y="2590800"/>
                </a:lnTo>
                <a:close/>
                <a:moveTo>
                  <a:pt x="1019175" y="2581275"/>
                </a:moveTo>
                <a:lnTo>
                  <a:pt x="1028700" y="2581275"/>
                </a:lnTo>
                <a:lnTo>
                  <a:pt x="1028700" y="2590800"/>
                </a:lnTo>
                <a:lnTo>
                  <a:pt x="1019175" y="2590800"/>
                </a:lnTo>
                <a:close/>
                <a:moveTo>
                  <a:pt x="1066800" y="2581275"/>
                </a:moveTo>
                <a:lnTo>
                  <a:pt x="1076325" y="2581275"/>
                </a:lnTo>
                <a:lnTo>
                  <a:pt x="1076325" y="2647950"/>
                </a:lnTo>
                <a:lnTo>
                  <a:pt x="1066800" y="2647950"/>
                </a:lnTo>
                <a:close/>
                <a:moveTo>
                  <a:pt x="1504950" y="2581275"/>
                </a:moveTo>
                <a:lnTo>
                  <a:pt x="1514475" y="2581275"/>
                </a:lnTo>
                <a:lnTo>
                  <a:pt x="1514475" y="2562225"/>
                </a:lnTo>
                <a:lnTo>
                  <a:pt x="1504950" y="2562225"/>
                </a:lnTo>
                <a:close/>
                <a:moveTo>
                  <a:pt x="990600" y="2590800"/>
                </a:moveTo>
                <a:lnTo>
                  <a:pt x="1000125" y="2590800"/>
                </a:lnTo>
                <a:lnTo>
                  <a:pt x="1000125" y="2619375"/>
                </a:lnTo>
                <a:lnTo>
                  <a:pt x="990600" y="2619375"/>
                </a:lnTo>
                <a:close/>
                <a:moveTo>
                  <a:pt x="1028700" y="2590800"/>
                </a:moveTo>
                <a:lnTo>
                  <a:pt x="1038225" y="2590800"/>
                </a:lnTo>
                <a:lnTo>
                  <a:pt x="1038225" y="2638425"/>
                </a:lnTo>
                <a:lnTo>
                  <a:pt x="1028700" y="2638425"/>
                </a:lnTo>
                <a:close/>
                <a:moveTo>
                  <a:pt x="1104900" y="2590800"/>
                </a:moveTo>
                <a:lnTo>
                  <a:pt x="1114425" y="2590800"/>
                </a:lnTo>
                <a:lnTo>
                  <a:pt x="1114425" y="2667000"/>
                </a:lnTo>
                <a:lnTo>
                  <a:pt x="1104900" y="2667000"/>
                </a:lnTo>
                <a:lnTo>
                  <a:pt x="1104900" y="2676525"/>
                </a:lnTo>
                <a:lnTo>
                  <a:pt x="1085850" y="2676525"/>
                </a:lnTo>
                <a:lnTo>
                  <a:pt x="1085850" y="2667000"/>
                </a:lnTo>
                <a:lnTo>
                  <a:pt x="1076325" y="2667000"/>
                </a:lnTo>
                <a:lnTo>
                  <a:pt x="1076325" y="2657475"/>
                </a:lnTo>
                <a:lnTo>
                  <a:pt x="1085850" y="2657475"/>
                </a:lnTo>
                <a:lnTo>
                  <a:pt x="1085850" y="2667000"/>
                </a:lnTo>
                <a:lnTo>
                  <a:pt x="1095375" y="2667000"/>
                </a:lnTo>
                <a:lnTo>
                  <a:pt x="1095375" y="2657475"/>
                </a:lnTo>
                <a:lnTo>
                  <a:pt x="1104900" y="2657475"/>
                </a:lnTo>
                <a:close/>
                <a:moveTo>
                  <a:pt x="752475" y="2628900"/>
                </a:moveTo>
                <a:lnTo>
                  <a:pt x="771525" y="2628900"/>
                </a:lnTo>
                <a:lnTo>
                  <a:pt x="771525" y="2686050"/>
                </a:lnTo>
                <a:lnTo>
                  <a:pt x="809625" y="2686050"/>
                </a:lnTo>
                <a:lnTo>
                  <a:pt x="809625" y="2676525"/>
                </a:lnTo>
                <a:lnTo>
                  <a:pt x="819150" y="2676525"/>
                </a:lnTo>
                <a:lnTo>
                  <a:pt x="819150" y="2638425"/>
                </a:lnTo>
                <a:lnTo>
                  <a:pt x="828675" y="2638425"/>
                </a:lnTo>
                <a:lnTo>
                  <a:pt x="828675" y="2686050"/>
                </a:lnTo>
                <a:lnTo>
                  <a:pt x="819150" y="2686050"/>
                </a:lnTo>
                <a:lnTo>
                  <a:pt x="819150" y="2695575"/>
                </a:lnTo>
                <a:lnTo>
                  <a:pt x="752475" y="2695575"/>
                </a:lnTo>
                <a:lnTo>
                  <a:pt x="752475" y="2686050"/>
                </a:lnTo>
                <a:lnTo>
                  <a:pt x="742950" y="2686050"/>
                </a:lnTo>
                <a:lnTo>
                  <a:pt x="742950" y="2638425"/>
                </a:lnTo>
                <a:lnTo>
                  <a:pt x="752475" y="2638425"/>
                </a:lnTo>
                <a:close/>
                <a:moveTo>
                  <a:pt x="457200" y="2638425"/>
                </a:moveTo>
                <a:lnTo>
                  <a:pt x="476250" y="2638425"/>
                </a:lnTo>
                <a:lnTo>
                  <a:pt x="476250" y="2647950"/>
                </a:lnTo>
                <a:lnTo>
                  <a:pt x="457200" y="2647950"/>
                </a:lnTo>
                <a:close/>
                <a:moveTo>
                  <a:pt x="1838325" y="2638425"/>
                </a:moveTo>
                <a:lnTo>
                  <a:pt x="1847850" y="2638425"/>
                </a:lnTo>
                <a:lnTo>
                  <a:pt x="1847850" y="2676525"/>
                </a:lnTo>
                <a:lnTo>
                  <a:pt x="1838325" y="2676525"/>
                </a:lnTo>
                <a:close/>
                <a:moveTo>
                  <a:pt x="447675" y="2647950"/>
                </a:moveTo>
                <a:lnTo>
                  <a:pt x="457200" y="2647950"/>
                </a:lnTo>
                <a:lnTo>
                  <a:pt x="457200" y="2705100"/>
                </a:lnTo>
                <a:lnTo>
                  <a:pt x="466725" y="2705100"/>
                </a:lnTo>
                <a:lnTo>
                  <a:pt x="466725" y="2714625"/>
                </a:lnTo>
                <a:lnTo>
                  <a:pt x="476250" y="2714625"/>
                </a:lnTo>
                <a:lnTo>
                  <a:pt x="476250" y="2705100"/>
                </a:lnTo>
                <a:lnTo>
                  <a:pt x="485775" y="2705100"/>
                </a:lnTo>
                <a:lnTo>
                  <a:pt x="485775" y="2714625"/>
                </a:lnTo>
                <a:lnTo>
                  <a:pt x="476250" y="2714625"/>
                </a:lnTo>
                <a:lnTo>
                  <a:pt x="476250" y="2724150"/>
                </a:lnTo>
                <a:lnTo>
                  <a:pt x="457200" y="2724150"/>
                </a:lnTo>
                <a:lnTo>
                  <a:pt x="457200" y="2714625"/>
                </a:lnTo>
                <a:lnTo>
                  <a:pt x="447675" y="2714625"/>
                </a:lnTo>
                <a:close/>
                <a:moveTo>
                  <a:pt x="476250" y="2647950"/>
                </a:moveTo>
                <a:lnTo>
                  <a:pt x="485775" y="2647950"/>
                </a:lnTo>
                <a:lnTo>
                  <a:pt x="485775" y="2695575"/>
                </a:lnTo>
                <a:lnTo>
                  <a:pt x="476250" y="2695575"/>
                </a:lnTo>
                <a:close/>
                <a:moveTo>
                  <a:pt x="1990725" y="2657475"/>
                </a:moveTo>
                <a:lnTo>
                  <a:pt x="2019300" y="2657475"/>
                </a:lnTo>
                <a:lnTo>
                  <a:pt x="2019300" y="2667000"/>
                </a:lnTo>
                <a:lnTo>
                  <a:pt x="2105025" y="2667000"/>
                </a:lnTo>
                <a:lnTo>
                  <a:pt x="2105025" y="2676525"/>
                </a:lnTo>
                <a:lnTo>
                  <a:pt x="2057400" y="2676525"/>
                </a:lnTo>
                <a:lnTo>
                  <a:pt x="2057400" y="2686050"/>
                </a:lnTo>
                <a:lnTo>
                  <a:pt x="2000250" y="2686050"/>
                </a:lnTo>
                <a:lnTo>
                  <a:pt x="2000250" y="2676525"/>
                </a:lnTo>
                <a:lnTo>
                  <a:pt x="1981200" y="2676525"/>
                </a:lnTo>
                <a:lnTo>
                  <a:pt x="1981200" y="2667000"/>
                </a:lnTo>
                <a:lnTo>
                  <a:pt x="1990725" y="2667000"/>
                </a:lnTo>
                <a:close/>
                <a:moveTo>
                  <a:pt x="923925" y="2667000"/>
                </a:moveTo>
                <a:lnTo>
                  <a:pt x="933450" y="2667000"/>
                </a:lnTo>
                <a:lnTo>
                  <a:pt x="933450" y="2676525"/>
                </a:lnTo>
                <a:lnTo>
                  <a:pt x="923925" y="2676525"/>
                </a:lnTo>
                <a:close/>
                <a:moveTo>
                  <a:pt x="904875" y="2676525"/>
                </a:moveTo>
                <a:lnTo>
                  <a:pt x="923925" y="2676525"/>
                </a:lnTo>
                <a:lnTo>
                  <a:pt x="923925" y="2686050"/>
                </a:lnTo>
                <a:lnTo>
                  <a:pt x="904875" y="2686050"/>
                </a:lnTo>
                <a:close/>
                <a:moveTo>
                  <a:pt x="666750" y="2686050"/>
                </a:moveTo>
                <a:lnTo>
                  <a:pt x="676275" y="2686050"/>
                </a:lnTo>
                <a:lnTo>
                  <a:pt x="676275" y="2695575"/>
                </a:lnTo>
                <a:lnTo>
                  <a:pt x="666750" y="2695575"/>
                </a:lnTo>
                <a:close/>
                <a:moveTo>
                  <a:pt x="2057400" y="2686050"/>
                </a:moveTo>
                <a:lnTo>
                  <a:pt x="2066925" y="2686050"/>
                </a:lnTo>
                <a:lnTo>
                  <a:pt x="2066925" y="2695575"/>
                </a:lnTo>
                <a:lnTo>
                  <a:pt x="2057400" y="2695575"/>
                </a:lnTo>
                <a:close/>
                <a:moveTo>
                  <a:pt x="523875" y="2695575"/>
                </a:moveTo>
                <a:lnTo>
                  <a:pt x="533400" y="2695575"/>
                </a:lnTo>
                <a:lnTo>
                  <a:pt x="533400" y="2705100"/>
                </a:lnTo>
                <a:lnTo>
                  <a:pt x="523875" y="2705100"/>
                </a:lnTo>
                <a:close/>
                <a:moveTo>
                  <a:pt x="552450" y="2695575"/>
                </a:moveTo>
                <a:lnTo>
                  <a:pt x="561975" y="2695575"/>
                </a:lnTo>
                <a:lnTo>
                  <a:pt x="561975" y="2705100"/>
                </a:lnTo>
                <a:lnTo>
                  <a:pt x="552450" y="2705100"/>
                </a:lnTo>
                <a:close/>
                <a:moveTo>
                  <a:pt x="647700" y="2695575"/>
                </a:moveTo>
                <a:lnTo>
                  <a:pt x="666750" y="2695575"/>
                </a:lnTo>
                <a:lnTo>
                  <a:pt x="666750" y="2705100"/>
                </a:lnTo>
                <a:lnTo>
                  <a:pt x="647700" y="2705100"/>
                </a:lnTo>
                <a:close/>
                <a:moveTo>
                  <a:pt x="533400" y="2705100"/>
                </a:moveTo>
                <a:lnTo>
                  <a:pt x="552450" y="2705100"/>
                </a:lnTo>
                <a:lnTo>
                  <a:pt x="552450" y="2714625"/>
                </a:lnTo>
                <a:lnTo>
                  <a:pt x="533400" y="2714625"/>
                </a:lnTo>
                <a:close/>
                <a:moveTo>
                  <a:pt x="266700" y="2724150"/>
                </a:moveTo>
                <a:lnTo>
                  <a:pt x="276225" y="2724150"/>
                </a:lnTo>
                <a:lnTo>
                  <a:pt x="276225" y="2771775"/>
                </a:lnTo>
                <a:lnTo>
                  <a:pt x="266700" y="2771775"/>
                </a:lnTo>
                <a:close/>
                <a:moveTo>
                  <a:pt x="2066925" y="2733675"/>
                </a:moveTo>
                <a:lnTo>
                  <a:pt x="2076450" y="2733675"/>
                </a:lnTo>
                <a:lnTo>
                  <a:pt x="2076450" y="2828925"/>
                </a:lnTo>
                <a:lnTo>
                  <a:pt x="2085975" y="2828925"/>
                </a:lnTo>
                <a:lnTo>
                  <a:pt x="2085975" y="2847975"/>
                </a:lnTo>
                <a:lnTo>
                  <a:pt x="2076450" y="2847975"/>
                </a:lnTo>
                <a:lnTo>
                  <a:pt x="2076450" y="2867025"/>
                </a:lnTo>
                <a:lnTo>
                  <a:pt x="2066925" y="2867025"/>
                </a:lnTo>
                <a:lnTo>
                  <a:pt x="2066925" y="2905125"/>
                </a:lnTo>
                <a:lnTo>
                  <a:pt x="2076450" y="2905125"/>
                </a:lnTo>
                <a:lnTo>
                  <a:pt x="2076450" y="2914650"/>
                </a:lnTo>
                <a:lnTo>
                  <a:pt x="2085975" y="2914650"/>
                </a:lnTo>
                <a:lnTo>
                  <a:pt x="2085975" y="2924175"/>
                </a:lnTo>
                <a:lnTo>
                  <a:pt x="2095500" y="2924175"/>
                </a:lnTo>
                <a:lnTo>
                  <a:pt x="2095500" y="2933700"/>
                </a:lnTo>
                <a:lnTo>
                  <a:pt x="2114550" y="2933700"/>
                </a:lnTo>
                <a:lnTo>
                  <a:pt x="2114550" y="2943225"/>
                </a:lnTo>
                <a:lnTo>
                  <a:pt x="2105025" y="2943225"/>
                </a:lnTo>
                <a:lnTo>
                  <a:pt x="2105025" y="2952750"/>
                </a:lnTo>
                <a:lnTo>
                  <a:pt x="2047875" y="2952750"/>
                </a:lnTo>
                <a:lnTo>
                  <a:pt x="2047875" y="2943225"/>
                </a:lnTo>
                <a:lnTo>
                  <a:pt x="2038350" y="2943225"/>
                </a:lnTo>
                <a:lnTo>
                  <a:pt x="2038350" y="2933700"/>
                </a:lnTo>
                <a:lnTo>
                  <a:pt x="2047875" y="2933700"/>
                </a:lnTo>
                <a:lnTo>
                  <a:pt x="2047875" y="2924175"/>
                </a:lnTo>
                <a:lnTo>
                  <a:pt x="2057400" y="2924175"/>
                </a:lnTo>
                <a:lnTo>
                  <a:pt x="2057400" y="2905125"/>
                </a:lnTo>
                <a:lnTo>
                  <a:pt x="2047875" y="2905125"/>
                </a:lnTo>
                <a:lnTo>
                  <a:pt x="2047875" y="2857500"/>
                </a:lnTo>
                <a:lnTo>
                  <a:pt x="2057400" y="2857500"/>
                </a:lnTo>
                <a:lnTo>
                  <a:pt x="2057400" y="2771775"/>
                </a:lnTo>
                <a:lnTo>
                  <a:pt x="2066925" y="2771775"/>
                </a:lnTo>
                <a:close/>
                <a:moveTo>
                  <a:pt x="2133600" y="2733675"/>
                </a:moveTo>
                <a:lnTo>
                  <a:pt x="2143125" y="2733675"/>
                </a:lnTo>
                <a:lnTo>
                  <a:pt x="2143125" y="2752725"/>
                </a:lnTo>
                <a:lnTo>
                  <a:pt x="2133600" y="2752725"/>
                </a:lnTo>
                <a:close/>
                <a:moveTo>
                  <a:pt x="1847850" y="2762250"/>
                </a:moveTo>
                <a:lnTo>
                  <a:pt x="1857375" y="2762250"/>
                </a:lnTo>
                <a:lnTo>
                  <a:pt x="1857375" y="2790825"/>
                </a:lnTo>
                <a:lnTo>
                  <a:pt x="1847850" y="2790825"/>
                </a:lnTo>
                <a:close/>
                <a:moveTo>
                  <a:pt x="2124075" y="2800350"/>
                </a:moveTo>
                <a:lnTo>
                  <a:pt x="2133600" y="2800350"/>
                </a:lnTo>
                <a:lnTo>
                  <a:pt x="2133600" y="2819400"/>
                </a:lnTo>
                <a:lnTo>
                  <a:pt x="2124075" y="2819400"/>
                </a:lnTo>
                <a:close/>
                <a:moveTo>
                  <a:pt x="1114425" y="2828925"/>
                </a:moveTo>
                <a:lnTo>
                  <a:pt x="1133475" y="2828925"/>
                </a:lnTo>
                <a:lnTo>
                  <a:pt x="1133475" y="2838450"/>
                </a:lnTo>
                <a:lnTo>
                  <a:pt x="1152525" y="2838450"/>
                </a:lnTo>
                <a:lnTo>
                  <a:pt x="1152525" y="2847975"/>
                </a:lnTo>
                <a:lnTo>
                  <a:pt x="1095375" y="2847975"/>
                </a:lnTo>
                <a:lnTo>
                  <a:pt x="1095375" y="2838450"/>
                </a:lnTo>
                <a:lnTo>
                  <a:pt x="1114425" y="2838450"/>
                </a:lnTo>
                <a:close/>
                <a:moveTo>
                  <a:pt x="1171575" y="2828925"/>
                </a:moveTo>
                <a:lnTo>
                  <a:pt x="1181100" y="2828925"/>
                </a:lnTo>
                <a:lnTo>
                  <a:pt x="1181100" y="2838450"/>
                </a:lnTo>
                <a:lnTo>
                  <a:pt x="1171575" y="2838450"/>
                </a:lnTo>
                <a:close/>
                <a:moveTo>
                  <a:pt x="1219200" y="2838450"/>
                </a:moveTo>
                <a:lnTo>
                  <a:pt x="1247775" y="2838450"/>
                </a:lnTo>
                <a:lnTo>
                  <a:pt x="1247775" y="2847975"/>
                </a:lnTo>
                <a:lnTo>
                  <a:pt x="1219200" y="2847975"/>
                </a:lnTo>
                <a:close/>
                <a:moveTo>
                  <a:pt x="1257300" y="2838450"/>
                </a:moveTo>
                <a:lnTo>
                  <a:pt x="1266825" y="2838450"/>
                </a:lnTo>
                <a:lnTo>
                  <a:pt x="1266825" y="2847975"/>
                </a:lnTo>
                <a:lnTo>
                  <a:pt x="1257300" y="2847975"/>
                </a:lnTo>
                <a:close/>
                <a:moveTo>
                  <a:pt x="1038225" y="2847975"/>
                </a:moveTo>
                <a:lnTo>
                  <a:pt x="1066800" y="2847975"/>
                </a:lnTo>
                <a:lnTo>
                  <a:pt x="1066800" y="2857500"/>
                </a:lnTo>
                <a:lnTo>
                  <a:pt x="1038225" y="2857500"/>
                </a:lnTo>
                <a:close/>
                <a:moveTo>
                  <a:pt x="1085850" y="2847975"/>
                </a:moveTo>
                <a:lnTo>
                  <a:pt x="1095375" y="2847975"/>
                </a:lnTo>
                <a:lnTo>
                  <a:pt x="1095375" y="2857500"/>
                </a:lnTo>
                <a:lnTo>
                  <a:pt x="1085850" y="2857500"/>
                </a:lnTo>
                <a:close/>
                <a:moveTo>
                  <a:pt x="1152525" y="2847975"/>
                </a:moveTo>
                <a:lnTo>
                  <a:pt x="1162050" y="2847975"/>
                </a:lnTo>
                <a:lnTo>
                  <a:pt x="1162050" y="2857500"/>
                </a:lnTo>
                <a:lnTo>
                  <a:pt x="1152525" y="2857500"/>
                </a:lnTo>
                <a:close/>
                <a:moveTo>
                  <a:pt x="1266825" y="2847975"/>
                </a:moveTo>
                <a:lnTo>
                  <a:pt x="1276350" y="2847975"/>
                </a:lnTo>
                <a:lnTo>
                  <a:pt x="1276350" y="2857500"/>
                </a:lnTo>
                <a:lnTo>
                  <a:pt x="1266825" y="2857500"/>
                </a:lnTo>
                <a:close/>
                <a:moveTo>
                  <a:pt x="866775" y="2857500"/>
                </a:moveTo>
                <a:lnTo>
                  <a:pt x="876300" y="2857500"/>
                </a:lnTo>
                <a:lnTo>
                  <a:pt x="876300" y="2867025"/>
                </a:lnTo>
                <a:lnTo>
                  <a:pt x="866775" y="2867025"/>
                </a:lnTo>
                <a:close/>
                <a:moveTo>
                  <a:pt x="904875" y="2857500"/>
                </a:moveTo>
                <a:lnTo>
                  <a:pt x="914400" y="2857500"/>
                </a:lnTo>
                <a:lnTo>
                  <a:pt x="914400" y="2867025"/>
                </a:lnTo>
                <a:lnTo>
                  <a:pt x="904875" y="2867025"/>
                </a:lnTo>
                <a:close/>
                <a:moveTo>
                  <a:pt x="971550" y="2857500"/>
                </a:moveTo>
                <a:lnTo>
                  <a:pt x="981075" y="2857500"/>
                </a:lnTo>
                <a:lnTo>
                  <a:pt x="981075" y="2867025"/>
                </a:lnTo>
                <a:lnTo>
                  <a:pt x="971550" y="2867025"/>
                </a:lnTo>
                <a:close/>
                <a:moveTo>
                  <a:pt x="723900" y="2867025"/>
                </a:moveTo>
                <a:lnTo>
                  <a:pt x="742950" y="2867025"/>
                </a:lnTo>
                <a:lnTo>
                  <a:pt x="742950" y="2886075"/>
                </a:lnTo>
                <a:lnTo>
                  <a:pt x="733425" y="2886075"/>
                </a:lnTo>
                <a:lnTo>
                  <a:pt x="733425" y="2876550"/>
                </a:lnTo>
                <a:lnTo>
                  <a:pt x="723900" y="2876550"/>
                </a:lnTo>
                <a:close/>
                <a:moveTo>
                  <a:pt x="876300" y="2867025"/>
                </a:moveTo>
                <a:lnTo>
                  <a:pt x="885825" y="2867025"/>
                </a:lnTo>
                <a:lnTo>
                  <a:pt x="885825" y="2876550"/>
                </a:lnTo>
                <a:lnTo>
                  <a:pt x="876300" y="2876550"/>
                </a:lnTo>
                <a:close/>
                <a:moveTo>
                  <a:pt x="523875" y="2876550"/>
                </a:moveTo>
                <a:lnTo>
                  <a:pt x="552450" y="2876550"/>
                </a:lnTo>
                <a:lnTo>
                  <a:pt x="552450" y="2886075"/>
                </a:lnTo>
                <a:lnTo>
                  <a:pt x="523875" y="2886075"/>
                </a:lnTo>
                <a:close/>
                <a:moveTo>
                  <a:pt x="609600" y="2876550"/>
                </a:moveTo>
                <a:lnTo>
                  <a:pt x="638175" y="2876550"/>
                </a:lnTo>
                <a:lnTo>
                  <a:pt x="638175" y="2905125"/>
                </a:lnTo>
                <a:lnTo>
                  <a:pt x="647700" y="2905125"/>
                </a:lnTo>
                <a:lnTo>
                  <a:pt x="647700" y="2895600"/>
                </a:lnTo>
                <a:lnTo>
                  <a:pt x="657225" y="2895600"/>
                </a:lnTo>
                <a:lnTo>
                  <a:pt x="657225" y="2914650"/>
                </a:lnTo>
                <a:lnTo>
                  <a:pt x="685800" y="2914650"/>
                </a:lnTo>
                <a:lnTo>
                  <a:pt x="685800" y="2924175"/>
                </a:lnTo>
                <a:lnTo>
                  <a:pt x="628650" y="2924175"/>
                </a:lnTo>
                <a:lnTo>
                  <a:pt x="628650" y="2933700"/>
                </a:lnTo>
                <a:lnTo>
                  <a:pt x="609600" y="2933700"/>
                </a:lnTo>
                <a:lnTo>
                  <a:pt x="609600" y="2924175"/>
                </a:lnTo>
                <a:lnTo>
                  <a:pt x="600075" y="2924175"/>
                </a:lnTo>
                <a:lnTo>
                  <a:pt x="600075" y="2914650"/>
                </a:lnTo>
                <a:lnTo>
                  <a:pt x="628650" y="2914650"/>
                </a:lnTo>
                <a:lnTo>
                  <a:pt x="628650" y="2895600"/>
                </a:lnTo>
                <a:lnTo>
                  <a:pt x="600075" y="2895600"/>
                </a:lnTo>
                <a:lnTo>
                  <a:pt x="600075" y="2886075"/>
                </a:lnTo>
                <a:lnTo>
                  <a:pt x="609600" y="2886075"/>
                </a:lnTo>
                <a:close/>
                <a:moveTo>
                  <a:pt x="666750" y="2876550"/>
                </a:moveTo>
                <a:lnTo>
                  <a:pt x="685800" y="2876550"/>
                </a:lnTo>
                <a:lnTo>
                  <a:pt x="685800" y="2886075"/>
                </a:lnTo>
                <a:lnTo>
                  <a:pt x="666750" y="2886075"/>
                </a:lnTo>
                <a:close/>
                <a:moveTo>
                  <a:pt x="695325" y="2876550"/>
                </a:moveTo>
                <a:lnTo>
                  <a:pt x="704850" y="2876550"/>
                </a:lnTo>
                <a:lnTo>
                  <a:pt x="704850" y="2886075"/>
                </a:lnTo>
                <a:lnTo>
                  <a:pt x="695325" y="2886075"/>
                </a:lnTo>
                <a:close/>
                <a:moveTo>
                  <a:pt x="828675" y="2876550"/>
                </a:moveTo>
                <a:lnTo>
                  <a:pt x="838200" y="2876550"/>
                </a:lnTo>
                <a:lnTo>
                  <a:pt x="838200" y="2886075"/>
                </a:lnTo>
                <a:lnTo>
                  <a:pt x="828675" y="2886075"/>
                </a:lnTo>
                <a:close/>
                <a:moveTo>
                  <a:pt x="914400" y="2876550"/>
                </a:moveTo>
                <a:lnTo>
                  <a:pt x="923925" y="2876550"/>
                </a:lnTo>
                <a:lnTo>
                  <a:pt x="923925" y="2886075"/>
                </a:lnTo>
                <a:lnTo>
                  <a:pt x="914400" y="2886075"/>
                </a:lnTo>
                <a:close/>
                <a:moveTo>
                  <a:pt x="1152525" y="2876550"/>
                </a:moveTo>
                <a:lnTo>
                  <a:pt x="1162050" y="2876550"/>
                </a:lnTo>
                <a:lnTo>
                  <a:pt x="1162050" y="2886075"/>
                </a:lnTo>
                <a:lnTo>
                  <a:pt x="1171575" y="2886075"/>
                </a:lnTo>
                <a:lnTo>
                  <a:pt x="1171575" y="2895600"/>
                </a:lnTo>
                <a:lnTo>
                  <a:pt x="1114425" y="2895600"/>
                </a:lnTo>
                <a:lnTo>
                  <a:pt x="1114425" y="2886075"/>
                </a:lnTo>
                <a:lnTo>
                  <a:pt x="1152525" y="2886075"/>
                </a:lnTo>
                <a:close/>
                <a:moveTo>
                  <a:pt x="1200150" y="2876550"/>
                </a:moveTo>
                <a:lnTo>
                  <a:pt x="1209675" y="2876550"/>
                </a:lnTo>
                <a:lnTo>
                  <a:pt x="1209675" y="2886075"/>
                </a:lnTo>
                <a:lnTo>
                  <a:pt x="1200150" y="2886075"/>
                </a:lnTo>
                <a:close/>
                <a:moveTo>
                  <a:pt x="1219200" y="2876550"/>
                </a:moveTo>
                <a:lnTo>
                  <a:pt x="1247775" y="2876550"/>
                </a:lnTo>
                <a:lnTo>
                  <a:pt x="1247775" y="2886075"/>
                </a:lnTo>
                <a:lnTo>
                  <a:pt x="1219200" y="2886075"/>
                </a:lnTo>
                <a:close/>
                <a:moveTo>
                  <a:pt x="1857375" y="2876550"/>
                </a:moveTo>
                <a:lnTo>
                  <a:pt x="1866900" y="2876550"/>
                </a:lnTo>
                <a:lnTo>
                  <a:pt x="1866900" y="2914650"/>
                </a:lnTo>
                <a:lnTo>
                  <a:pt x="1857375" y="2914650"/>
                </a:lnTo>
                <a:close/>
                <a:moveTo>
                  <a:pt x="381000" y="2886075"/>
                </a:moveTo>
                <a:lnTo>
                  <a:pt x="409575" y="2886075"/>
                </a:lnTo>
                <a:lnTo>
                  <a:pt x="409575" y="2895600"/>
                </a:lnTo>
                <a:lnTo>
                  <a:pt x="381000" y="2895600"/>
                </a:lnTo>
                <a:close/>
                <a:moveTo>
                  <a:pt x="466725" y="2886075"/>
                </a:moveTo>
                <a:lnTo>
                  <a:pt x="485775" y="2886075"/>
                </a:lnTo>
                <a:lnTo>
                  <a:pt x="485775" y="2895600"/>
                </a:lnTo>
                <a:lnTo>
                  <a:pt x="495300" y="2895600"/>
                </a:lnTo>
                <a:lnTo>
                  <a:pt x="495300" y="2905125"/>
                </a:lnTo>
                <a:lnTo>
                  <a:pt x="457200" y="2905125"/>
                </a:lnTo>
                <a:lnTo>
                  <a:pt x="457200" y="2895600"/>
                </a:lnTo>
                <a:lnTo>
                  <a:pt x="466725" y="2895600"/>
                </a:lnTo>
                <a:close/>
                <a:moveTo>
                  <a:pt x="552450" y="2886075"/>
                </a:moveTo>
                <a:lnTo>
                  <a:pt x="561975" y="2886075"/>
                </a:lnTo>
                <a:lnTo>
                  <a:pt x="561975" y="2895600"/>
                </a:lnTo>
                <a:lnTo>
                  <a:pt x="581025" y="2895600"/>
                </a:lnTo>
                <a:lnTo>
                  <a:pt x="581025" y="2905125"/>
                </a:lnTo>
                <a:lnTo>
                  <a:pt x="561975" y="2905125"/>
                </a:lnTo>
                <a:lnTo>
                  <a:pt x="561975" y="2933700"/>
                </a:lnTo>
                <a:lnTo>
                  <a:pt x="533400" y="2933700"/>
                </a:lnTo>
                <a:lnTo>
                  <a:pt x="533400" y="2924175"/>
                </a:lnTo>
                <a:lnTo>
                  <a:pt x="552450" y="2924175"/>
                </a:lnTo>
                <a:close/>
                <a:moveTo>
                  <a:pt x="742950" y="2886075"/>
                </a:moveTo>
                <a:lnTo>
                  <a:pt x="752475" y="2886075"/>
                </a:lnTo>
                <a:lnTo>
                  <a:pt x="752475" y="2905125"/>
                </a:lnTo>
                <a:lnTo>
                  <a:pt x="742950" y="2905125"/>
                </a:lnTo>
                <a:close/>
                <a:moveTo>
                  <a:pt x="981075" y="2886075"/>
                </a:moveTo>
                <a:lnTo>
                  <a:pt x="990600" y="2886075"/>
                </a:lnTo>
                <a:lnTo>
                  <a:pt x="990600" y="2895600"/>
                </a:lnTo>
                <a:lnTo>
                  <a:pt x="981075" y="2895600"/>
                </a:lnTo>
                <a:close/>
                <a:moveTo>
                  <a:pt x="1028700" y="2886075"/>
                </a:moveTo>
                <a:lnTo>
                  <a:pt x="1038225" y="2886075"/>
                </a:lnTo>
                <a:lnTo>
                  <a:pt x="1038225" y="2895600"/>
                </a:lnTo>
                <a:lnTo>
                  <a:pt x="1028700" y="2895600"/>
                </a:lnTo>
                <a:close/>
                <a:moveTo>
                  <a:pt x="2114550" y="2886075"/>
                </a:moveTo>
                <a:lnTo>
                  <a:pt x="2124075" y="2886075"/>
                </a:lnTo>
                <a:lnTo>
                  <a:pt x="2124075" y="2905125"/>
                </a:lnTo>
                <a:lnTo>
                  <a:pt x="2114550" y="2905125"/>
                </a:lnTo>
                <a:close/>
                <a:moveTo>
                  <a:pt x="800100" y="2895600"/>
                </a:moveTo>
                <a:lnTo>
                  <a:pt x="838200" y="2895600"/>
                </a:lnTo>
                <a:lnTo>
                  <a:pt x="838200" y="2905125"/>
                </a:lnTo>
                <a:lnTo>
                  <a:pt x="828675" y="2905125"/>
                </a:lnTo>
                <a:lnTo>
                  <a:pt x="828675" y="2914650"/>
                </a:lnTo>
                <a:lnTo>
                  <a:pt x="809625" y="2914650"/>
                </a:lnTo>
                <a:lnTo>
                  <a:pt x="809625" y="2905125"/>
                </a:lnTo>
                <a:lnTo>
                  <a:pt x="800100" y="2905125"/>
                </a:lnTo>
                <a:close/>
                <a:moveTo>
                  <a:pt x="876300" y="2895600"/>
                </a:moveTo>
                <a:lnTo>
                  <a:pt x="895350" y="2895600"/>
                </a:lnTo>
                <a:lnTo>
                  <a:pt x="895350" y="2905125"/>
                </a:lnTo>
                <a:lnTo>
                  <a:pt x="876300" y="2905125"/>
                </a:lnTo>
                <a:close/>
                <a:moveTo>
                  <a:pt x="914400" y="2895600"/>
                </a:moveTo>
                <a:lnTo>
                  <a:pt x="923925" y="2895600"/>
                </a:lnTo>
                <a:lnTo>
                  <a:pt x="923925" y="2905125"/>
                </a:lnTo>
                <a:lnTo>
                  <a:pt x="914400" y="2905125"/>
                </a:lnTo>
                <a:close/>
                <a:moveTo>
                  <a:pt x="962025" y="2895600"/>
                </a:moveTo>
                <a:lnTo>
                  <a:pt x="971550" y="2895600"/>
                </a:lnTo>
                <a:lnTo>
                  <a:pt x="971550" y="2905125"/>
                </a:lnTo>
                <a:lnTo>
                  <a:pt x="962025" y="2905125"/>
                </a:lnTo>
                <a:close/>
                <a:moveTo>
                  <a:pt x="1009650" y="2895600"/>
                </a:moveTo>
                <a:lnTo>
                  <a:pt x="1019175" y="2895600"/>
                </a:lnTo>
                <a:lnTo>
                  <a:pt x="1019175" y="2905125"/>
                </a:lnTo>
                <a:lnTo>
                  <a:pt x="1009650" y="2905125"/>
                </a:lnTo>
                <a:close/>
                <a:moveTo>
                  <a:pt x="866775" y="2905125"/>
                </a:moveTo>
                <a:lnTo>
                  <a:pt x="876300" y="2905125"/>
                </a:lnTo>
                <a:lnTo>
                  <a:pt x="876300" y="2914650"/>
                </a:lnTo>
                <a:lnTo>
                  <a:pt x="866775" y="2914650"/>
                </a:lnTo>
                <a:close/>
                <a:moveTo>
                  <a:pt x="895350" y="2905125"/>
                </a:moveTo>
                <a:lnTo>
                  <a:pt x="914400" y="2905125"/>
                </a:lnTo>
                <a:lnTo>
                  <a:pt x="914400" y="2914650"/>
                </a:lnTo>
                <a:lnTo>
                  <a:pt x="895350" y="2914650"/>
                </a:lnTo>
                <a:close/>
                <a:moveTo>
                  <a:pt x="409575" y="2914650"/>
                </a:moveTo>
                <a:lnTo>
                  <a:pt x="419100" y="2914650"/>
                </a:lnTo>
                <a:lnTo>
                  <a:pt x="419100" y="2924175"/>
                </a:lnTo>
                <a:lnTo>
                  <a:pt x="409575" y="2924175"/>
                </a:lnTo>
                <a:close/>
                <a:moveTo>
                  <a:pt x="428625" y="2914650"/>
                </a:moveTo>
                <a:lnTo>
                  <a:pt x="466725" y="2914650"/>
                </a:lnTo>
                <a:lnTo>
                  <a:pt x="466725" y="2924175"/>
                </a:lnTo>
                <a:lnTo>
                  <a:pt x="495300" y="2924175"/>
                </a:lnTo>
                <a:lnTo>
                  <a:pt x="495300" y="2933700"/>
                </a:lnTo>
                <a:lnTo>
                  <a:pt x="485775" y="2933700"/>
                </a:lnTo>
                <a:lnTo>
                  <a:pt x="485775" y="2943225"/>
                </a:lnTo>
                <a:lnTo>
                  <a:pt x="466725" y="2943225"/>
                </a:lnTo>
                <a:lnTo>
                  <a:pt x="466725" y="2933700"/>
                </a:lnTo>
                <a:lnTo>
                  <a:pt x="457200" y="2933700"/>
                </a:lnTo>
                <a:lnTo>
                  <a:pt x="457200" y="2924175"/>
                </a:lnTo>
                <a:lnTo>
                  <a:pt x="447675" y="2924175"/>
                </a:lnTo>
                <a:lnTo>
                  <a:pt x="447675" y="2933700"/>
                </a:lnTo>
                <a:lnTo>
                  <a:pt x="428625" y="2933700"/>
                </a:lnTo>
                <a:close/>
                <a:moveTo>
                  <a:pt x="695325" y="2914650"/>
                </a:moveTo>
                <a:lnTo>
                  <a:pt x="704850" y="2914650"/>
                </a:lnTo>
                <a:lnTo>
                  <a:pt x="704850" y="2924175"/>
                </a:lnTo>
                <a:lnTo>
                  <a:pt x="695325" y="2924175"/>
                </a:lnTo>
                <a:close/>
                <a:moveTo>
                  <a:pt x="276225" y="2924175"/>
                </a:moveTo>
                <a:lnTo>
                  <a:pt x="285750" y="2924175"/>
                </a:lnTo>
                <a:lnTo>
                  <a:pt x="285750" y="2962275"/>
                </a:lnTo>
                <a:lnTo>
                  <a:pt x="276225" y="2962275"/>
                </a:lnTo>
                <a:close/>
                <a:moveTo>
                  <a:pt x="400050" y="2924175"/>
                </a:moveTo>
                <a:lnTo>
                  <a:pt x="409575" y="2924175"/>
                </a:lnTo>
                <a:lnTo>
                  <a:pt x="409575" y="2933700"/>
                </a:lnTo>
                <a:lnTo>
                  <a:pt x="400050" y="2933700"/>
                </a:lnTo>
                <a:close/>
                <a:moveTo>
                  <a:pt x="504825" y="2924175"/>
                </a:moveTo>
                <a:lnTo>
                  <a:pt x="514350" y="2924175"/>
                </a:lnTo>
                <a:lnTo>
                  <a:pt x="514350" y="2933700"/>
                </a:lnTo>
                <a:lnTo>
                  <a:pt x="504825" y="2933700"/>
                </a:lnTo>
                <a:close/>
                <a:moveTo>
                  <a:pt x="581025" y="2924175"/>
                </a:moveTo>
                <a:lnTo>
                  <a:pt x="590550" y="2924175"/>
                </a:lnTo>
                <a:lnTo>
                  <a:pt x="590550" y="2933700"/>
                </a:lnTo>
                <a:lnTo>
                  <a:pt x="581025" y="2933700"/>
                </a:lnTo>
                <a:close/>
                <a:moveTo>
                  <a:pt x="1866900" y="3009900"/>
                </a:moveTo>
                <a:lnTo>
                  <a:pt x="1876425" y="3009900"/>
                </a:lnTo>
                <a:lnTo>
                  <a:pt x="1876425" y="3048000"/>
                </a:lnTo>
                <a:lnTo>
                  <a:pt x="1866900" y="3048000"/>
                </a:lnTo>
                <a:close/>
                <a:moveTo>
                  <a:pt x="904875" y="3019425"/>
                </a:moveTo>
                <a:lnTo>
                  <a:pt x="914400" y="3019425"/>
                </a:lnTo>
                <a:lnTo>
                  <a:pt x="914400" y="3028950"/>
                </a:lnTo>
                <a:lnTo>
                  <a:pt x="904875" y="3028950"/>
                </a:lnTo>
                <a:close/>
                <a:moveTo>
                  <a:pt x="2009775" y="3019425"/>
                </a:moveTo>
                <a:lnTo>
                  <a:pt x="2057400" y="3019425"/>
                </a:lnTo>
                <a:lnTo>
                  <a:pt x="2057400" y="3028950"/>
                </a:lnTo>
                <a:lnTo>
                  <a:pt x="2085975" y="3028950"/>
                </a:lnTo>
                <a:lnTo>
                  <a:pt x="2085975" y="3038475"/>
                </a:lnTo>
                <a:lnTo>
                  <a:pt x="2066925" y="3038475"/>
                </a:lnTo>
                <a:lnTo>
                  <a:pt x="2066925" y="3067050"/>
                </a:lnTo>
                <a:lnTo>
                  <a:pt x="2057400" y="3067050"/>
                </a:lnTo>
                <a:lnTo>
                  <a:pt x="2057400" y="3086100"/>
                </a:lnTo>
                <a:lnTo>
                  <a:pt x="2047875" y="3086100"/>
                </a:lnTo>
                <a:lnTo>
                  <a:pt x="2047875" y="3105150"/>
                </a:lnTo>
                <a:lnTo>
                  <a:pt x="2057400" y="3105150"/>
                </a:lnTo>
                <a:lnTo>
                  <a:pt x="2057400" y="3114675"/>
                </a:lnTo>
                <a:lnTo>
                  <a:pt x="2066925" y="3114675"/>
                </a:lnTo>
                <a:lnTo>
                  <a:pt x="2066925" y="3124200"/>
                </a:lnTo>
                <a:lnTo>
                  <a:pt x="2076450" y="3124200"/>
                </a:lnTo>
                <a:lnTo>
                  <a:pt x="2076450" y="3114675"/>
                </a:lnTo>
                <a:lnTo>
                  <a:pt x="2085975" y="3114675"/>
                </a:lnTo>
                <a:lnTo>
                  <a:pt x="2085975" y="3095625"/>
                </a:lnTo>
                <a:lnTo>
                  <a:pt x="2095500" y="3095625"/>
                </a:lnTo>
                <a:lnTo>
                  <a:pt x="2095500" y="3114675"/>
                </a:lnTo>
                <a:lnTo>
                  <a:pt x="2085975" y="3114675"/>
                </a:lnTo>
                <a:lnTo>
                  <a:pt x="2085975" y="3162300"/>
                </a:lnTo>
                <a:lnTo>
                  <a:pt x="2076450" y="3162300"/>
                </a:lnTo>
                <a:lnTo>
                  <a:pt x="2076450" y="3152775"/>
                </a:lnTo>
                <a:lnTo>
                  <a:pt x="2066925" y="3152775"/>
                </a:lnTo>
                <a:lnTo>
                  <a:pt x="2066925" y="3162300"/>
                </a:lnTo>
                <a:lnTo>
                  <a:pt x="2057400" y="3162300"/>
                </a:lnTo>
                <a:lnTo>
                  <a:pt x="2057400" y="3200400"/>
                </a:lnTo>
                <a:lnTo>
                  <a:pt x="2076450" y="3200400"/>
                </a:lnTo>
                <a:lnTo>
                  <a:pt x="2076450" y="3181350"/>
                </a:lnTo>
                <a:lnTo>
                  <a:pt x="2085975" y="3181350"/>
                </a:lnTo>
                <a:lnTo>
                  <a:pt x="2085975" y="3200400"/>
                </a:lnTo>
                <a:lnTo>
                  <a:pt x="2076450" y="3200400"/>
                </a:lnTo>
                <a:lnTo>
                  <a:pt x="2076450" y="3276600"/>
                </a:lnTo>
                <a:lnTo>
                  <a:pt x="2066925" y="3276600"/>
                </a:lnTo>
                <a:lnTo>
                  <a:pt x="2066925" y="3295650"/>
                </a:lnTo>
                <a:lnTo>
                  <a:pt x="2057400" y="3295650"/>
                </a:lnTo>
                <a:lnTo>
                  <a:pt x="2057400" y="3305175"/>
                </a:lnTo>
                <a:lnTo>
                  <a:pt x="2038350" y="3305175"/>
                </a:lnTo>
                <a:lnTo>
                  <a:pt x="2038350" y="3295650"/>
                </a:lnTo>
                <a:lnTo>
                  <a:pt x="2028825" y="3295650"/>
                </a:lnTo>
                <a:lnTo>
                  <a:pt x="2028825" y="3219450"/>
                </a:lnTo>
                <a:lnTo>
                  <a:pt x="2019300" y="3219450"/>
                </a:lnTo>
                <a:lnTo>
                  <a:pt x="2019300" y="3124200"/>
                </a:lnTo>
                <a:lnTo>
                  <a:pt x="2009775" y="3124200"/>
                </a:lnTo>
                <a:lnTo>
                  <a:pt x="2009775" y="3105150"/>
                </a:lnTo>
                <a:lnTo>
                  <a:pt x="2000250" y="3105150"/>
                </a:lnTo>
                <a:lnTo>
                  <a:pt x="2000250" y="3086100"/>
                </a:lnTo>
                <a:lnTo>
                  <a:pt x="2009775" y="3086100"/>
                </a:lnTo>
                <a:lnTo>
                  <a:pt x="2009775" y="3038475"/>
                </a:lnTo>
                <a:lnTo>
                  <a:pt x="2000250" y="3038475"/>
                </a:lnTo>
                <a:lnTo>
                  <a:pt x="2000250" y="3028950"/>
                </a:lnTo>
                <a:lnTo>
                  <a:pt x="2009775" y="3028950"/>
                </a:lnTo>
                <a:close/>
                <a:moveTo>
                  <a:pt x="514350" y="3028950"/>
                </a:moveTo>
                <a:lnTo>
                  <a:pt x="523875" y="3028950"/>
                </a:lnTo>
                <a:lnTo>
                  <a:pt x="523875" y="3038475"/>
                </a:lnTo>
                <a:lnTo>
                  <a:pt x="514350" y="3038475"/>
                </a:lnTo>
                <a:close/>
                <a:moveTo>
                  <a:pt x="857250" y="3028950"/>
                </a:moveTo>
                <a:lnTo>
                  <a:pt x="876300" y="3028950"/>
                </a:lnTo>
                <a:lnTo>
                  <a:pt x="876300" y="3038475"/>
                </a:lnTo>
                <a:lnTo>
                  <a:pt x="857250" y="3038475"/>
                </a:lnTo>
                <a:close/>
                <a:moveTo>
                  <a:pt x="895350" y="3028950"/>
                </a:moveTo>
                <a:lnTo>
                  <a:pt x="904875" y="3028950"/>
                </a:lnTo>
                <a:lnTo>
                  <a:pt x="904875" y="3038475"/>
                </a:lnTo>
                <a:lnTo>
                  <a:pt x="914400" y="3038475"/>
                </a:lnTo>
                <a:lnTo>
                  <a:pt x="914400" y="3076575"/>
                </a:lnTo>
                <a:lnTo>
                  <a:pt x="876300" y="3076575"/>
                </a:lnTo>
                <a:lnTo>
                  <a:pt x="876300" y="3067050"/>
                </a:lnTo>
                <a:lnTo>
                  <a:pt x="866775" y="3067050"/>
                </a:lnTo>
                <a:lnTo>
                  <a:pt x="866775" y="3048000"/>
                </a:lnTo>
                <a:lnTo>
                  <a:pt x="895350" y="3048000"/>
                </a:lnTo>
                <a:close/>
                <a:moveTo>
                  <a:pt x="952500" y="3028950"/>
                </a:moveTo>
                <a:lnTo>
                  <a:pt x="971550" y="3028950"/>
                </a:lnTo>
                <a:lnTo>
                  <a:pt x="971550" y="3038475"/>
                </a:lnTo>
                <a:lnTo>
                  <a:pt x="952500" y="3038475"/>
                </a:lnTo>
                <a:close/>
                <a:moveTo>
                  <a:pt x="495300" y="3038475"/>
                </a:moveTo>
                <a:lnTo>
                  <a:pt x="504825" y="3038475"/>
                </a:lnTo>
                <a:lnTo>
                  <a:pt x="504825" y="3057525"/>
                </a:lnTo>
                <a:lnTo>
                  <a:pt x="523875" y="3057525"/>
                </a:lnTo>
                <a:lnTo>
                  <a:pt x="523875" y="3038475"/>
                </a:lnTo>
                <a:lnTo>
                  <a:pt x="533400" y="3038475"/>
                </a:lnTo>
                <a:lnTo>
                  <a:pt x="533400" y="3057525"/>
                </a:lnTo>
                <a:lnTo>
                  <a:pt x="542925" y="3057525"/>
                </a:lnTo>
                <a:lnTo>
                  <a:pt x="542925" y="3067050"/>
                </a:lnTo>
                <a:lnTo>
                  <a:pt x="552450" y="3067050"/>
                </a:lnTo>
                <a:lnTo>
                  <a:pt x="552450" y="3086100"/>
                </a:lnTo>
                <a:lnTo>
                  <a:pt x="542925" y="3086100"/>
                </a:lnTo>
                <a:lnTo>
                  <a:pt x="542925" y="3076575"/>
                </a:lnTo>
                <a:lnTo>
                  <a:pt x="523875" y="3076575"/>
                </a:lnTo>
                <a:lnTo>
                  <a:pt x="523875" y="3086100"/>
                </a:lnTo>
                <a:lnTo>
                  <a:pt x="514350" y="3086100"/>
                </a:lnTo>
                <a:lnTo>
                  <a:pt x="514350" y="3095625"/>
                </a:lnTo>
                <a:lnTo>
                  <a:pt x="504825" y="3095625"/>
                </a:lnTo>
                <a:lnTo>
                  <a:pt x="504825" y="3086100"/>
                </a:lnTo>
                <a:lnTo>
                  <a:pt x="495300" y="3086100"/>
                </a:lnTo>
                <a:lnTo>
                  <a:pt x="495300" y="3095625"/>
                </a:lnTo>
                <a:lnTo>
                  <a:pt x="485775" y="3095625"/>
                </a:lnTo>
                <a:lnTo>
                  <a:pt x="485775" y="3057525"/>
                </a:lnTo>
                <a:lnTo>
                  <a:pt x="495300" y="3057525"/>
                </a:lnTo>
                <a:close/>
                <a:moveTo>
                  <a:pt x="800100" y="3038475"/>
                </a:moveTo>
                <a:lnTo>
                  <a:pt x="819150" y="3038475"/>
                </a:lnTo>
                <a:lnTo>
                  <a:pt x="819150" y="3048000"/>
                </a:lnTo>
                <a:lnTo>
                  <a:pt x="800100" y="3048000"/>
                </a:lnTo>
                <a:close/>
                <a:moveTo>
                  <a:pt x="923925" y="3038475"/>
                </a:moveTo>
                <a:lnTo>
                  <a:pt x="933450" y="3038475"/>
                </a:lnTo>
                <a:lnTo>
                  <a:pt x="933450" y="3048000"/>
                </a:lnTo>
                <a:lnTo>
                  <a:pt x="923925" y="3048000"/>
                </a:lnTo>
                <a:close/>
                <a:moveTo>
                  <a:pt x="2085975" y="3038475"/>
                </a:moveTo>
                <a:lnTo>
                  <a:pt x="2095500" y="3038475"/>
                </a:lnTo>
                <a:lnTo>
                  <a:pt x="2095500" y="3048000"/>
                </a:lnTo>
                <a:lnTo>
                  <a:pt x="2085975" y="3048000"/>
                </a:lnTo>
                <a:close/>
                <a:moveTo>
                  <a:pt x="723900" y="3048000"/>
                </a:moveTo>
                <a:lnTo>
                  <a:pt x="733425" y="3048000"/>
                </a:lnTo>
                <a:lnTo>
                  <a:pt x="733425" y="3057525"/>
                </a:lnTo>
                <a:lnTo>
                  <a:pt x="723900" y="3057525"/>
                </a:lnTo>
                <a:close/>
                <a:moveTo>
                  <a:pt x="781050" y="3048000"/>
                </a:moveTo>
                <a:lnTo>
                  <a:pt x="800100" y="3048000"/>
                </a:lnTo>
                <a:lnTo>
                  <a:pt x="800100" y="3057525"/>
                </a:lnTo>
                <a:lnTo>
                  <a:pt x="781050" y="3057525"/>
                </a:lnTo>
                <a:close/>
                <a:moveTo>
                  <a:pt x="923925" y="3057525"/>
                </a:moveTo>
                <a:lnTo>
                  <a:pt x="933450" y="3057525"/>
                </a:lnTo>
                <a:lnTo>
                  <a:pt x="933450" y="3067050"/>
                </a:lnTo>
                <a:lnTo>
                  <a:pt x="923925" y="3067050"/>
                </a:lnTo>
                <a:close/>
                <a:moveTo>
                  <a:pt x="952500" y="3057525"/>
                </a:moveTo>
                <a:lnTo>
                  <a:pt x="962025" y="3057525"/>
                </a:lnTo>
                <a:lnTo>
                  <a:pt x="962025" y="3067050"/>
                </a:lnTo>
                <a:lnTo>
                  <a:pt x="952500" y="3067050"/>
                </a:lnTo>
                <a:close/>
                <a:moveTo>
                  <a:pt x="971550" y="3057525"/>
                </a:moveTo>
                <a:lnTo>
                  <a:pt x="981075" y="3057525"/>
                </a:lnTo>
                <a:lnTo>
                  <a:pt x="981075" y="3067050"/>
                </a:lnTo>
                <a:lnTo>
                  <a:pt x="971550" y="3067050"/>
                </a:lnTo>
                <a:close/>
                <a:moveTo>
                  <a:pt x="685800" y="3067050"/>
                </a:moveTo>
                <a:lnTo>
                  <a:pt x="695325" y="3067050"/>
                </a:lnTo>
                <a:lnTo>
                  <a:pt x="695325" y="3076575"/>
                </a:lnTo>
                <a:lnTo>
                  <a:pt x="685800" y="3076575"/>
                </a:lnTo>
                <a:close/>
                <a:moveTo>
                  <a:pt x="828675" y="3067050"/>
                </a:moveTo>
                <a:lnTo>
                  <a:pt x="838200" y="3067050"/>
                </a:lnTo>
                <a:lnTo>
                  <a:pt x="838200" y="3076575"/>
                </a:lnTo>
                <a:lnTo>
                  <a:pt x="828675" y="3076575"/>
                </a:lnTo>
                <a:close/>
                <a:moveTo>
                  <a:pt x="695325" y="3076575"/>
                </a:moveTo>
                <a:lnTo>
                  <a:pt x="723900" y="3076575"/>
                </a:lnTo>
                <a:lnTo>
                  <a:pt x="723900" y="3086100"/>
                </a:lnTo>
                <a:lnTo>
                  <a:pt x="695325" y="3086100"/>
                </a:lnTo>
                <a:close/>
                <a:moveTo>
                  <a:pt x="771525" y="3076575"/>
                </a:moveTo>
                <a:lnTo>
                  <a:pt x="828675" y="3076575"/>
                </a:lnTo>
                <a:lnTo>
                  <a:pt x="828675" y="3086100"/>
                </a:lnTo>
                <a:lnTo>
                  <a:pt x="771525" y="3086100"/>
                </a:lnTo>
                <a:close/>
                <a:moveTo>
                  <a:pt x="752475" y="3086100"/>
                </a:moveTo>
                <a:lnTo>
                  <a:pt x="762000" y="3086100"/>
                </a:lnTo>
                <a:lnTo>
                  <a:pt x="762000" y="3095625"/>
                </a:lnTo>
                <a:lnTo>
                  <a:pt x="752475" y="3095625"/>
                </a:lnTo>
                <a:close/>
                <a:moveTo>
                  <a:pt x="285750" y="3095625"/>
                </a:moveTo>
                <a:lnTo>
                  <a:pt x="295275" y="3095625"/>
                </a:lnTo>
                <a:lnTo>
                  <a:pt x="295275" y="3162300"/>
                </a:lnTo>
                <a:lnTo>
                  <a:pt x="285750" y="3162300"/>
                </a:lnTo>
                <a:close/>
                <a:moveTo>
                  <a:pt x="485775" y="3124200"/>
                </a:moveTo>
                <a:lnTo>
                  <a:pt x="495300" y="3124200"/>
                </a:lnTo>
                <a:lnTo>
                  <a:pt x="495300" y="3133725"/>
                </a:lnTo>
                <a:lnTo>
                  <a:pt x="523875" y="3133725"/>
                </a:lnTo>
                <a:lnTo>
                  <a:pt x="523875" y="3162300"/>
                </a:lnTo>
                <a:lnTo>
                  <a:pt x="533400" y="3162300"/>
                </a:lnTo>
                <a:lnTo>
                  <a:pt x="533400" y="3171825"/>
                </a:lnTo>
                <a:lnTo>
                  <a:pt x="523875" y="3171825"/>
                </a:lnTo>
                <a:lnTo>
                  <a:pt x="523875" y="3181350"/>
                </a:lnTo>
                <a:lnTo>
                  <a:pt x="504825" y="3181350"/>
                </a:lnTo>
                <a:lnTo>
                  <a:pt x="504825" y="3200400"/>
                </a:lnTo>
                <a:lnTo>
                  <a:pt x="495300" y="3200400"/>
                </a:lnTo>
                <a:lnTo>
                  <a:pt x="495300" y="3190875"/>
                </a:lnTo>
                <a:lnTo>
                  <a:pt x="485775" y="3190875"/>
                </a:lnTo>
                <a:close/>
                <a:moveTo>
                  <a:pt x="704850" y="3124200"/>
                </a:moveTo>
                <a:lnTo>
                  <a:pt x="714375" y="3124200"/>
                </a:lnTo>
                <a:lnTo>
                  <a:pt x="714375" y="3133725"/>
                </a:lnTo>
                <a:lnTo>
                  <a:pt x="752475" y="3133725"/>
                </a:lnTo>
                <a:lnTo>
                  <a:pt x="752475" y="3152775"/>
                </a:lnTo>
                <a:lnTo>
                  <a:pt x="742950" y="3152775"/>
                </a:lnTo>
                <a:lnTo>
                  <a:pt x="742950" y="3162300"/>
                </a:lnTo>
                <a:lnTo>
                  <a:pt x="714375" y="3162300"/>
                </a:lnTo>
                <a:lnTo>
                  <a:pt x="714375" y="3171825"/>
                </a:lnTo>
                <a:lnTo>
                  <a:pt x="704850" y="3171825"/>
                </a:lnTo>
                <a:lnTo>
                  <a:pt x="704850" y="3162300"/>
                </a:lnTo>
                <a:lnTo>
                  <a:pt x="695325" y="3162300"/>
                </a:lnTo>
                <a:lnTo>
                  <a:pt x="695325" y="3133725"/>
                </a:lnTo>
                <a:lnTo>
                  <a:pt x="704850" y="3133725"/>
                </a:lnTo>
                <a:close/>
                <a:moveTo>
                  <a:pt x="838200" y="3124200"/>
                </a:moveTo>
                <a:lnTo>
                  <a:pt x="904875" y="3124200"/>
                </a:lnTo>
                <a:lnTo>
                  <a:pt x="904875" y="3133725"/>
                </a:lnTo>
                <a:lnTo>
                  <a:pt x="914400" y="3133725"/>
                </a:lnTo>
                <a:lnTo>
                  <a:pt x="914400" y="3124200"/>
                </a:lnTo>
                <a:lnTo>
                  <a:pt x="981075" y="3124200"/>
                </a:lnTo>
                <a:lnTo>
                  <a:pt x="981075" y="3133725"/>
                </a:lnTo>
                <a:lnTo>
                  <a:pt x="990600" y="3133725"/>
                </a:lnTo>
                <a:lnTo>
                  <a:pt x="990600" y="3143250"/>
                </a:lnTo>
                <a:lnTo>
                  <a:pt x="952500" y="3143250"/>
                </a:lnTo>
                <a:lnTo>
                  <a:pt x="952500" y="3152775"/>
                </a:lnTo>
                <a:lnTo>
                  <a:pt x="895350" y="3152775"/>
                </a:lnTo>
                <a:lnTo>
                  <a:pt x="895350" y="3162300"/>
                </a:lnTo>
                <a:lnTo>
                  <a:pt x="828675" y="3162300"/>
                </a:lnTo>
                <a:lnTo>
                  <a:pt x="828675" y="3152775"/>
                </a:lnTo>
                <a:lnTo>
                  <a:pt x="800100" y="3152775"/>
                </a:lnTo>
                <a:lnTo>
                  <a:pt x="800100" y="3162300"/>
                </a:lnTo>
                <a:lnTo>
                  <a:pt x="781050" y="3162300"/>
                </a:lnTo>
                <a:lnTo>
                  <a:pt x="781050" y="3152775"/>
                </a:lnTo>
                <a:lnTo>
                  <a:pt x="771525" y="3152775"/>
                </a:lnTo>
                <a:lnTo>
                  <a:pt x="771525" y="3143250"/>
                </a:lnTo>
                <a:lnTo>
                  <a:pt x="781050" y="3143250"/>
                </a:lnTo>
                <a:lnTo>
                  <a:pt x="781050" y="3133725"/>
                </a:lnTo>
                <a:lnTo>
                  <a:pt x="838200" y="3133725"/>
                </a:lnTo>
                <a:close/>
                <a:moveTo>
                  <a:pt x="1876425" y="3133725"/>
                </a:moveTo>
                <a:lnTo>
                  <a:pt x="1885950" y="3133725"/>
                </a:lnTo>
                <a:lnTo>
                  <a:pt x="1885950" y="3171825"/>
                </a:lnTo>
                <a:lnTo>
                  <a:pt x="1876425" y="3171825"/>
                </a:lnTo>
                <a:close/>
                <a:moveTo>
                  <a:pt x="542925" y="3190875"/>
                </a:moveTo>
                <a:lnTo>
                  <a:pt x="552450" y="3190875"/>
                </a:lnTo>
                <a:lnTo>
                  <a:pt x="552450" y="3200400"/>
                </a:lnTo>
                <a:lnTo>
                  <a:pt x="542925" y="3200400"/>
                </a:lnTo>
                <a:close/>
                <a:moveTo>
                  <a:pt x="1885950" y="3257550"/>
                </a:moveTo>
                <a:lnTo>
                  <a:pt x="1895475" y="3257550"/>
                </a:lnTo>
                <a:lnTo>
                  <a:pt x="1895475" y="3295650"/>
                </a:lnTo>
                <a:lnTo>
                  <a:pt x="1885950" y="3295650"/>
                </a:lnTo>
                <a:close/>
                <a:moveTo>
                  <a:pt x="885825" y="3267075"/>
                </a:moveTo>
                <a:lnTo>
                  <a:pt x="895350" y="3267075"/>
                </a:lnTo>
                <a:lnTo>
                  <a:pt x="895350" y="3276600"/>
                </a:lnTo>
                <a:lnTo>
                  <a:pt x="885825" y="3276600"/>
                </a:lnTo>
                <a:close/>
                <a:moveTo>
                  <a:pt x="790575" y="3276600"/>
                </a:moveTo>
                <a:lnTo>
                  <a:pt x="809625" y="3276600"/>
                </a:lnTo>
                <a:lnTo>
                  <a:pt x="809625" y="3295650"/>
                </a:lnTo>
                <a:lnTo>
                  <a:pt x="800100" y="3295650"/>
                </a:lnTo>
                <a:lnTo>
                  <a:pt x="800100" y="3286125"/>
                </a:lnTo>
                <a:lnTo>
                  <a:pt x="790575" y="3286125"/>
                </a:lnTo>
                <a:close/>
                <a:moveTo>
                  <a:pt x="895350" y="3276600"/>
                </a:moveTo>
                <a:lnTo>
                  <a:pt x="923925" y="3276600"/>
                </a:lnTo>
                <a:lnTo>
                  <a:pt x="923925" y="3286125"/>
                </a:lnTo>
                <a:lnTo>
                  <a:pt x="895350" y="3286125"/>
                </a:lnTo>
                <a:close/>
                <a:moveTo>
                  <a:pt x="933450" y="3276600"/>
                </a:moveTo>
                <a:lnTo>
                  <a:pt x="971550" y="3276600"/>
                </a:lnTo>
                <a:lnTo>
                  <a:pt x="971550" y="3286125"/>
                </a:lnTo>
                <a:lnTo>
                  <a:pt x="933450" y="3286125"/>
                </a:lnTo>
                <a:close/>
                <a:moveTo>
                  <a:pt x="514350" y="3286125"/>
                </a:moveTo>
                <a:lnTo>
                  <a:pt x="542925" y="3286125"/>
                </a:lnTo>
                <a:lnTo>
                  <a:pt x="542925" y="3295650"/>
                </a:lnTo>
                <a:lnTo>
                  <a:pt x="514350" y="3295650"/>
                </a:lnTo>
                <a:close/>
                <a:moveTo>
                  <a:pt x="571500" y="3286125"/>
                </a:moveTo>
                <a:lnTo>
                  <a:pt x="581025" y="3286125"/>
                </a:lnTo>
                <a:lnTo>
                  <a:pt x="581025" y="3295650"/>
                </a:lnTo>
                <a:lnTo>
                  <a:pt x="571500" y="3295650"/>
                </a:lnTo>
                <a:close/>
                <a:moveTo>
                  <a:pt x="733425" y="3286125"/>
                </a:moveTo>
                <a:lnTo>
                  <a:pt x="762000" y="3286125"/>
                </a:lnTo>
                <a:lnTo>
                  <a:pt x="762000" y="3295650"/>
                </a:lnTo>
                <a:lnTo>
                  <a:pt x="733425" y="3295650"/>
                </a:lnTo>
                <a:close/>
                <a:moveTo>
                  <a:pt x="781050" y="3286125"/>
                </a:moveTo>
                <a:lnTo>
                  <a:pt x="790575" y="3286125"/>
                </a:lnTo>
                <a:lnTo>
                  <a:pt x="790575" y="3295650"/>
                </a:lnTo>
                <a:lnTo>
                  <a:pt x="781050" y="3295650"/>
                </a:lnTo>
                <a:close/>
                <a:moveTo>
                  <a:pt x="971550" y="3286125"/>
                </a:moveTo>
                <a:lnTo>
                  <a:pt x="981075" y="3286125"/>
                </a:lnTo>
                <a:lnTo>
                  <a:pt x="981075" y="3295650"/>
                </a:lnTo>
                <a:lnTo>
                  <a:pt x="971550" y="3295650"/>
                </a:lnTo>
                <a:close/>
                <a:moveTo>
                  <a:pt x="466725" y="3295650"/>
                </a:moveTo>
                <a:lnTo>
                  <a:pt x="476250" y="3295650"/>
                </a:lnTo>
                <a:lnTo>
                  <a:pt x="476250" y="3305175"/>
                </a:lnTo>
                <a:lnTo>
                  <a:pt x="466725" y="3305175"/>
                </a:lnTo>
                <a:close/>
                <a:moveTo>
                  <a:pt x="295275" y="3305175"/>
                </a:moveTo>
                <a:lnTo>
                  <a:pt x="304800" y="3305175"/>
                </a:lnTo>
                <a:lnTo>
                  <a:pt x="304800" y="3333750"/>
                </a:lnTo>
                <a:lnTo>
                  <a:pt x="295275" y="3333750"/>
                </a:lnTo>
                <a:close/>
                <a:moveTo>
                  <a:pt x="857250" y="3305175"/>
                </a:moveTo>
                <a:lnTo>
                  <a:pt x="866775" y="3305175"/>
                </a:lnTo>
                <a:lnTo>
                  <a:pt x="866775" y="3314700"/>
                </a:lnTo>
                <a:lnTo>
                  <a:pt x="876300" y="3314700"/>
                </a:lnTo>
                <a:lnTo>
                  <a:pt x="876300" y="3305175"/>
                </a:lnTo>
                <a:lnTo>
                  <a:pt x="904875" y="3305175"/>
                </a:lnTo>
                <a:lnTo>
                  <a:pt x="904875" y="3314700"/>
                </a:lnTo>
                <a:lnTo>
                  <a:pt x="876300" y="3314700"/>
                </a:lnTo>
                <a:lnTo>
                  <a:pt x="876300" y="3324225"/>
                </a:lnTo>
                <a:lnTo>
                  <a:pt x="838200" y="3324225"/>
                </a:lnTo>
                <a:lnTo>
                  <a:pt x="838200" y="3314700"/>
                </a:lnTo>
                <a:lnTo>
                  <a:pt x="857250" y="3314700"/>
                </a:lnTo>
                <a:close/>
                <a:moveTo>
                  <a:pt x="914400" y="3314700"/>
                </a:moveTo>
                <a:lnTo>
                  <a:pt x="923925" y="3314700"/>
                </a:lnTo>
                <a:lnTo>
                  <a:pt x="923925" y="3324225"/>
                </a:lnTo>
                <a:lnTo>
                  <a:pt x="914400" y="3324225"/>
                </a:lnTo>
                <a:close/>
                <a:moveTo>
                  <a:pt x="466725" y="3324225"/>
                </a:moveTo>
                <a:lnTo>
                  <a:pt x="476250" y="3324225"/>
                </a:lnTo>
                <a:lnTo>
                  <a:pt x="476250" y="3343275"/>
                </a:lnTo>
                <a:lnTo>
                  <a:pt x="466725" y="3343275"/>
                </a:lnTo>
                <a:close/>
                <a:moveTo>
                  <a:pt x="733425" y="3324225"/>
                </a:moveTo>
                <a:lnTo>
                  <a:pt x="771525" y="3324225"/>
                </a:lnTo>
                <a:lnTo>
                  <a:pt x="771525" y="3333750"/>
                </a:lnTo>
                <a:lnTo>
                  <a:pt x="733425" y="3333750"/>
                </a:lnTo>
                <a:close/>
                <a:moveTo>
                  <a:pt x="581025" y="3352800"/>
                </a:moveTo>
                <a:lnTo>
                  <a:pt x="590550" y="3352800"/>
                </a:lnTo>
                <a:lnTo>
                  <a:pt x="590550" y="3362325"/>
                </a:lnTo>
                <a:lnTo>
                  <a:pt x="581025" y="3362325"/>
                </a:lnTo>
                <a:close/>
                <a:moveTo>
                  <a:pt x="923925" y="3362325"/>
                </a:moveTo>
                <a:lnTo>
                  <a:pt x="942975" y="3362325"/>
                </a:lnTo>
                <a:lnTo>
                  <a:pt x="942975" y="3371850"/>
                </a:lnTo>
                <a:lnTo>
                  <a:pt x="1000125" y="3371850"/>
                </a:lnTo>
                <a:lnTo>
                  <a:pt x="1000125" y="3390900"/>
                </a:lnTo>
                <a:lnTo>
                  <a:pt x="962025" y="3390900"/>
                </a:lnTo>
                <a:lnTo>
                  <a:pt x="962025" y="3400425"/>
                </a:lnTo>
                <a:lnTo>
                  <a:pt x="876300" y="3400425"/>
                </a:lnTo>
                <a:lnTo>
                  <a:pt x="876300" y="3409950"/>
                </a:lnTo>
                <a:lnTo>
                  <a:pt x="838200" y="3409950"/>
                </a:lnTo>
                <a:lnTo>
                  <a:pt x="838200" y="3400425"/>
                </a:lnTo>
                <a:lnTo>
                  <a:pt x="809625" y="3400425"/>
                </a:lnTo>
                <a:lnTo>
                  <a:pt x="809625" y="3409950"/>
                </a:lnTo>
                <a:lnTo>
                  <a:pt x="781050" y="3409950"/>
                </a:lnTo>
                <a:lnTo>
                  <a:pt x="781050" y="3381375"/>
                </a:lnTo>
                <a:lnTo>
                  <a:pt x="828675" y="3381375"/>
                </a:lnTo>
                <a:lnTo>
                  <a:pt x="828675" y="3371850"/>
                </a:lnTo>
                <a:lnTo>
                  <a:pt x="923925" y="3371850"/>
                </a:lnTo>
                <a:close/>
                <a:moveTo>
                  <a:pt x="590550" y="3371850"/>
                </a:moveTo>
                <a:lnTo>
                  <a:pt x="600075" y="3371850"/>
                </a:lnTo>
                <a:lnTo>
                  <a:pt x="600075" y="3381375"/>
                </a:lnTo>
                <a:lnTo>
                  <a:pt x="590550" y="3381375"/>
                </a:lnTo>
                <a:close/>
                <a:moveTo>
                  <a:pt x="723900" y="3381375"/>
                </a:moveTo>
                <a:lnTo>
                  <a:pt x="752475" y="3381375"/>
                </a:lnTo>
                <a:lnTo>
                  <a:pt x="752475" y="3390900"/>
                </a:lnTo>
                <a:lnTo>
                  <a:pt x="762000" y="3390900"/>
                </a:lnTo>
                <a:lnTo>
                  <a:pt x="762000" y="3400425"/>
                </a:lnTo>
                <a:lnTo>
                  <a:pt x="752475" y="3400425"/>
                </a:lnTo>
                <a:lnTo>
                  <a:pt x="752475" y="3409950"/>
                </a:lnTo>
                <a:lnTo>
                  <a:pt x="742950" y="3409950"/>
                </a:lnTo>
                <a:lnTo>
                  <a:pt x="742950" y="3400425"/>
                </a:lnTo>
                <a:lnTo>
                  <a:pt x="723900" y="3400425"/>
                </a:lnTo>
                <a:close/>
                <a:moveTo>
                  <a:pt x="1895475" y="3381375"/>
                </a:moveTo>
                <a:lnTo>
                  <a:pt x="1905000" y="3381375"/>
                </a:lnTo>
                <a:lnTo>
                  <a:pt x="1905000" y="3400425"/>
                </a:lnTo>
                <a:lnTo>
                  <a:pt x="1895475" y="3400425"/>
                </a:lnTo>
                <a:close/>
                <a:moveTo>
                  <a:pt x="600075" y="3400425"/>
                </a:moveTo>
                <a:lnTo>
                  <a:pt x="609600" y="3400425"/>
                </a:lnTo>
                <a:lnTo>
                  <a:pt x="609600" y="3409950"/>
                </a:lnTo>
                <a:lnTo>
                  <a:pt x="600075" y="3409950"/>
                </a:lnTo>
                <a:close/>
                <a:moveTo>
                  <a:pt x="466725" y="3419475"/>
                </a:moveTo>
                <a:lnTo>
                  <a:pt x="476250" y="3419475"/>
                </a:lnTo>
                <a:lnTo>
                  <a:pt x="476250" y="3429000"/>
                </a:lnTo>
                <a:lnTo>
                  <a:pt x="466725" y="3429000"/>
                </a:lnTo>
                <a:close/>
                <a:moveTo>
                  <a:pt x="600075" y="3419475"/>
                </a:moveTo>
                <a:lnTo>
                  <a:pt x="609600" y="3419475"/>
                </a:lnTo>
                <a:lnTo>
                  <a:pt x="609600" y="3429000"/>
                </a:lnTo>
                <a:lnTo>
                  <a:pt x="600075" y="3429000"/>
                </a:lnTo>
                <a:close/>
                <a:moveTo>
                  <a:pt x="533400" y="3429000"/>
                </a:moveTo>
                <a:lnTo>
                  <a:pt x="561975" y="3429000"/>
                </a:lnTo>
                <a:lnTo>
                  <a:pt x="561975" y="3438525"/>
                </a:lnTo>
                <a:lnTo>
                  <a:pt x="533400" y="3438525"/>
                </a:lnTo>
                <a:close/>
                <a:moveTo>
                  <a:pt x="304800" y="3486150"/>
                </a:moveTo>
                <a:lnTo>
                  <a:pt x="314325" y="3486150"/>
                </a:lnTo>
                <a:lnTo>
                  <a:pt x="314325" y="3524250"/>
                </a:lnTo>
                <a:lnTo>
                  <a:pt x="304800" y="3524250"/>
                </a:lnTo>
                <a:close/>
                <a:moveTo>
                  <a:pt x="1085850" y="3495675"/>
                </a:moveTo>
                <a:lnTo>
                  <a:pt x="1104900" y="3495675"/>
                </a:lnTo>
                <a:lnTo>
                  <a:pt x="1104900" y="3514725"/>
                </a:lnTo>
                <a:lnTo>
                  <a:pt x="1095375" y="3514725"/>
                </a:lnTo>
                <a:lnTo>
                  <a:pt x="1095375" y="3505200"/>
                </a:lnTo>
                <a:lnTo>
                  <a:pt x="1085850" y="3505200"/>
                </a:lnTo>
                <a:close/>
                <a:moveTo>
                  <a:pt x="1905000" y="3505200"/>
                </a:moveTo>
                <a:lnTo>
                  <a:pt x="1914525" y="3505200"/>
                </a:lnTo>
                <a:lnTo>
                  <a:pt x="1914525" y="3533775"/>
                </a:lnTo>
                <a:lnTo>
                  <a:pt x="1905000" y="3533775"/>
                </a:lnTo>
                <a:close/>
                <a:moveTo>
                  <a:pt x="533400" y="3514725"/>
                </a:moveTo>
                <a:lnTo>
                  <a:pt x="542925" y="3514725"/>
                </a:lnTo>
                <a:lnTo>
                  <a:pt x="542925" y="3524250"/>
                </a:lnTo>
                <a:lnTo>
                  <a:pt x="533400" y="3524250"/>
                </a:lnTo>
                <a:close/>
                <a:moveTo>
                  <a:pt x="1009650" y="3514725"/>
                </a:moveTo>
                <a:lnTo>
                  <a:pt x="1019175" y="3514725"/>
                </a:lnTo>
                <a:lnTo>
                  <a:pt x="1019175" y="3533775"/>
                </a:lnTo>
                <a:lnTo>
                  <a:pt x="1028700" y="3533775"/>
                </a:lnTo>
                <a:lnTo>
                  <a:pt x="1028700" y="3543300"/>
                </a:lnTo>
                <a:lnTo>
                  <a:pt x="1047750" y="3543300"/>
                </a:lnTo>
                <a:lnTo>
                  <a:pt x="1047750" y="3552825"/>
                </a:lnTo>
                <a:lnTo>
                  <a:pt x="1066800" y="3552825"/>
                </a:lnTo>
                <a:lnTo>
                  <a:pt x="1066800" y="3562350"/>
                </a:lnTo>
                <a:lnTo>
                  <a:pt x="1019175" y="3562350"/>
                </a:lnTo>
                <a:lnTo>
                  <a:pt x="1019175" y="3543300"/>
                </a:lnTo>
                <a:lnTo>
                  <a:pt x="1009650" y="3543300"/>
                </a:lnTo>
                <a:close/>
                <a:moveTo>
                  <a:pt x="1104900" y="3514725"/>
                </a:moveTo>
                <a:lnTo>
                  <a:pt x="1114425" y="3514725"/>
                </a:lnTo>
                <a:lnTo>
                  <a:pt x="1114425" y="3524250"/>
                </a:lnTo>
                <a:lnTo>
                  <a:pt x="1104900" y="3524250"/>
                </a:lnTo>
                <a:close/>
                <a:moveTo>
                  <a:pt x="1133475" y="3514725"/>
                </a:moveTo>
                <a:lnTo>
                  <a:pt x="1143000" y="3514725"/>
                </a:lnTo>
                <a:lnTo>
                  <a:pt x="1143000" y="3524250"/>
                </a:lnTo>
                <a:lnTo>
                  <a:pt x="1152525" y="3524250"/>
                </a:lnTo>
                <a:lnTo>
                  <a:pt x="1152525" y="3533775"/>
                </a:lnTo>
                <a:lnTo>
                  <a:pt x="1133475" y="3533775"/>
                </a:lnTo>
                <a:close/>
                <a:moveTo>
                  <a:pt x="523875" y="3524250"/>
                </a:moveTo>
                <a:lnTo>
                  <a:pt x="533400" y="3524250"/>
                </a:lnTo>
                <a:lnTo>
                  <a:pt x="533400" y="3533775"/>
                </a:lnTo>
                <a:lnTo>
                  <a:pt x="523875" y="3533775"/>
                </a:lnTo>
                <a:close/>
                <a:moveTo>
                  <a:pt x="723900" y="3524250"/>
                </a:moveTo>
                <a:lnTo>
                  <a:pt x="733425" y="3524250"/>
                </a:lnTo>
                <a:lnTo>
                  <a:pt x="733425" y="3533775"/>
                </a:lnTo>
                <a:lnTo>
                  <a:pt x="723900" y="3533775"/>
                </a:lnTo>
                <a:close/>
                <a:moveTo>
                  <a:pt x="742950" y="3524250"/>
                </a:moveTo>
                <a:lnTo>
                  <a:pt x="752475" y="3524250"/>
                </a:lnTo>
                <a:lnTo>
                  <a:pt x="752475" y="3552825"/>
                </a:lnTo>
                <a:lnTo>
                  <a:pt x="723900" y="3552825"/>
                </a:lnTo>
                <a:lnTo>
                  <a:pt x="723900" y="3562350"/>
                </a:lnTo>
                <a:lnTo>
                  <a:pt x="752475" y="3562350"/>
                </a:lnTo>
                <a:lnTo>
                  <a:pt x="752475" y="3571875"/>
                </a:lnTo>
                <a:lnTo>
                  <a:pt x="742950" y="3571875"/>
                </a:lnTo>
                <a:lnTo>
                  <a:pt x="742950" y="3581400"/>
                </a:lnTo>
                <a:lnTo>
                  <a:pt x="723900" y="3581400"/>
                </a:lnTo>
                <a:lnTo>
                  <a:pt x="723900" y="3571875"/>
                </a:lnTo>
                <a:lnTo>
                  <a:pt x="714375" y="3571875"/>
                </a:lnTo>
                <a:lnTo>
                  <a:pt x="714375" y="3543300"/>
                </a:lnTo>
                <a:lnTo>
                  <a:pt x="742950" y="3543300"/>
                </a:lnTo>
                <a:close/>
                <a:moveTo>
                  <a:pt x="838200" y="3524250"/>
                </a:moveTo>
                <a:lnTo>
                  <a:pt x="857250" y="3524250"/>
                </a:lnTo>
                <a:lnTo>
                  <a:pt x="857250" y="3533775"/>
                </a:lnTo>
                <a:lnTo>
                  <a:pt x="838200" y="3533775"/>
                </a:lnTo>
                <a:close/>
                <a:moveTo>
                  <a:pt x="914400" y="3524250"/>
                </a:moveTo>
                <a:lnTo>
                  <a:pt x="952500" y="3524250"/>
                </a:lnTo>
                <a:lnTo>
                  <a:pt x="952500" y="3533775"/>
                </a:lnTo>
                <a:lnTo>
                  <a:pt x="914400" y="3533775"/>
                </a:lnTo>
                <a:close/>
                <a:moveTo>
                  <a:pt x="990600" y="3524250"/>
                </a:moveTo>
                <a:lnTo>
                  <a:pt x="1000125" y="3524250"/>
                </a:lnTo>
                <a:lnTo>
                  <a:pt x="1000125" y="3533775"/>
                </a:lnTo>
                <a:lnTo>
                  <a:pt x="990600" y="3533775"/>
                </a:lnTo>
                <a:close/>
                <a:moveTo>
                  <a:pt x="762000" y="3533775"/>
                </a:moveTo>
                <a:lnTo>
                  <a:pt x="771525" y="3533775"/>
                </a:lnTo>
                <a:lnTo>
                  <a:pt x="771525" y="3543300"/>
                </a:lnTo>
                <a:lnTo>
                  <a:pt x="762000" y="3543300"/>
                </a:lnTo>
                <a:close/>
                <a:moveTo>
                  <a:pt x="781050" y="3533775"/>
                </a:moveTo>
                <a:lnTo>
                  <a:pt x="838200" y="3533775"/>
                </a:lnTo>
                <a:lnTo>
                  <a:pt x="838200" y="3543300"/>
                </a:lnTo>
                <a:lnTo>
                  <a:pt x="781050" y="3543300"/>
                </a:lnTo>
                <a:close/>
                <a:moveTo>
                  <a:pt x="1152525" y="3533775"/>
                </a:moveTo>
                <a:lnTo>
                  <a:pt x="1162050" y="3533775"/>
                </a:lnTo>
                <a:lnTo>
                  <a:pt x="1162050" y="3543300"/>
                </a:lnTo>
                <a:lnTo>
                  <a:pt x="1152525" y="3543300"/>
                </a:lnTo>
                <a:close/>
                <a:moveTo>
                  <a:pt x="1076325" y="3543300"/>
                </a:moveTo>
                <a:lnTo>
                  <a:pt x="1085850" y="3543300"/>
                </a:lnTo>
                <a:lnTo>
                  <a:pt x="1085850" y="3552825"/>
                </a:lnTo>
                <a:lnTo>
                  <a:pt x="1076325" y="3552825"/>
                </a:lnTo>
                <a:close/>
                <a:moveTo>
                  <a:pt x="561975" y="3552825"/>
                </a:moveTo>
                <a:lnTo>
                  <a:pt x="571500" y="3552825"/>
                </a:lnTo>
                <a:lnTo>
                  <a:pt x="571500" y="3562350"/>
                </a:lnTo>
                <a:lnTo>
                  <a:pt x="561975" y="3562350"/>
                </a:lnTo>
                <a:close/>
                <a:moveTo>
                  <a:pt x="781050" y="3562350"/>
                </a:moveTo>
                <a:lnTo>
                  <a:pt x="809625" y="3562350"/>
                </a:lnTo>
                <a:lnTo>
                  <a:pt x="809625" y="3571875"/>
                </a:lnTo>
                <a:lnTo>
                  <a:pt x="781050" y="3571875"/>
                </a:lnTo>
                <a:close/>
                <a:moveTo>
                  <a:pt x="847725" y="3562350"/>
                </a:moveTo>
                <a:lnTo>
                  <a:pt x="857250" y="3562350"/>
                </a:lnTo>
                <a:lnTo>
                  <a:pt x="857250" y="3571875"/>
                </a:lnTo>
                <a:lnTo>
                  <a:pt x="847725" y="3571875"/>
                </a:lnTo>
                <a:close/>
                <a:moveTo>
                  <a:pt x="876300" y="3562350"/>
                </a:moveTo>
                <a:lnTo>
                  <a:pt x="895350" y="3562350"/>
                </a:lnTo>
                <a:lnTo>
                  <a:pt x="895350" y="3571875"/>
                </a:lnTo>
                <a:lnTo>
                  <a:pt x="876300" y="3571875"/>
                </a:lnTo>
                <a:close/>
                <a:moveTo>
                  <a:pt x="504825" y="3571875"/>
                </a:moveTo>
                <a:lnTo>
                  <a:pt x="514350" y="3571875"/>
                </a:lnTo>
                <a:lnTo>
                  <a:pt x="514350" y="3600450"/>
                </a:lnTo>
                <a:lnTo>
                  <a:pt x="504825" y="3600450"/>
                </a:lnTo>
                <a:close/>
                <a:moveTo>
                  <a:pt x="571500" y="3571875"/>
                </a:moveTo>
                <a:lnTo>
                  <a:pt x="581025" y="3571875"/>
                </a:lnTo>
                <a:lnTo>
                  <a:pt x="581025" y="3581400"/>
                </a:lnTo>
                <a:lnTo>
                  <a:pt x="571500" y="3581400"/>
                </a:lnTo>
                <a:close/>
                <a:moveTo>
                  <a:pt x="942975" y="3609975"/>
                </a:moveTo>
                <a:lnTo>
                  <a:pt x="971550" y="3609975"/>
                </a:lnTo>
                <a:lnTo>
                  <a:pt x="971550" y="3619500"/>
                </a:lnTo>
                <a:lnTo>
                  <a:pt x="981075" y="3619500"/>
                </a:lnTo>
                <a:lnTo>
                  <a:pt x="981075" y="3609975"/>
                </a:lnTo>
                <a:lnTo>
                  <a:pt x="1000125" y="3609975"/>
                </a:lnTo>
                <a:lnTo>
                  <a:pt x="1000125" y="3619500"/>
                </a:lnTo>
                <a:lnTo>
                  <a:pt x="1009650" y="3619500"/>
                </a:lnTo>
                <a:lnTo>
                  <a:pt x="1009650" y="3648075"/>
                </a:lnTo>
                <a:lnTo>
                  <a:pt x="819150" y="3648075"/>
                </a:lnTo>
                <a:lnTo>
                  <a:pt x="819150" y="3657600"/>
                </a:lnTo>
                <a:lnTo>
                  <a:pt x="800100" y="3657600"/>
                </a:lnTo>
                <a:lnTo>
                  <a:pt x="800100" y="3638550"/>
                </a:lnTo>
                <a:lnTo>
                  <a:pt x="819150" y="3638550"/>
                </a:lnTo>
                <a:lnTo>
                  <a:pt x="819150" y="3629025"/>
                </a:lnTo>
                <a:lnTo>
                  <a:pt x="828675" y="3629025"/>
                </a:lnTo>
                <a:lnTo>
                  <a:pt x="828675" y="3619500"/>
                </a:lnTo>
                <a:lnTo>
                  <a:pt x="942975" y="3619500"/>
                </a:lnTo>
                <a:close/>
                <a:moveTo>
                  <a:pt x="733425" y="3619500"/>
                </a:moveTo>
                <a:lnTo>
                  <a:pt x="742950" y="3619500"/>
                </a:lnTo>
                <a:lnTo>
                  <a:pt x="742950" y="3629025"/>
                </a:lnTo>
                <a:lnTo>
                  <a:pt x="771525" y="3629025"/>
                </a:lnTo>
                <a:lnTo>
                  <a:pt x="771525" y="3648075"/>
                </a:lnTo>
                <a:lnTo>
                  <a:pt x="762000" y="3648075"/>
                </a:lnTo>
                <a:lnTo>
                  <a:pt x="762000" y="3657600"/>
                </a:lnTo>
                <a:lnTo>
                  <a:pt x="742950" y="3657600"/>
                </a:lnTo>
                <a:lnTo>
                  <a:pt x="742950" y="3648075"/>
                </a:lnTo>
                <a:lnTo>
                  <a:pt x="733425" y="3648075"/>
                </a:lnTo>
                <a:lnTo>
                  <a:pt x="733425" y="3638550"/>
                </a:lnTo>
                <a:lnTo>
                  <a:pt x="723900" y="3638550"/>
                </a:lnTo>
                <a:lnTo>
                  <a:pt x="723900" y="3629025"/>
                </a:lnTo>
                <a:lnTo>
                  <a:pt x="733425" y="3629025"/>
                </a:lnTo>
                <a:close/>
                <a:moveTo>
                  <a:pt x="1914525" y="3619500"/>
                </a:moveTo>
                <a:lnTo>
                  <a:pt x="1924050" y="3619500"/>
                </a:lnTo>
                <a:lnTo>
                  <a:pt x="1924050" y="3648075"/>
                </a:lnTo>
                <a:lnTo>
                  <a:pt x="1914525" y="3648075"/>
                </a:lnTo>
                <a:close/>
                <a:moveTo>
                  <a:pt x="314325" y="3667125"/>
                </a:moveTo>
                <a:lnTo>
                  <a:pt x="323850" y="3667125"/>
                </a:lnTo>
                <a:lnTo>
                  <a:pt x="323850" y="3705225"/>
                </a:lnTo>
                <a:lnTo>
                  <a:pt x="314325" y="3705225"/>
                </a:lnTo>
                <a:close/>
                <a:moveTo>
                  <a:pt x="1295400" y="3714750"/>
                </a:moveTo>
                <a:lnTo>
                  <a:pt x="1343025" y="3714750"/>
                </a:lnTo>
                <a:lnTo>
                  <a:pt x="1343025" y="3724275"/>
                </a:lnTo>
                <a:lnTo>
                  <a:pt x="1352550" y="3724275"/>
                </a:lnTo>
                <a:lnTo>
                  <a:pt x="1352550" y="3752850"/>
                </a:lnTo>
                <a:lnTo>
                  <a:pt x="1343025" y="3752850"/>
                </a:lnTo>
                <a:lnTo>
                  <a:pt x="1343025" y="3771900"/>
                </a:lnTo>
                <a:lnTo>
                  <a:pt x="1333500" y="3771900"/>
                </a:lnTo>
                <a:lnTo>
                  <a:pt x="1333500" y="3781425"/>
                </a:lnTo>
                <a:lnTo>
                  <a:pt x="1343025" y="3781425"/>
                </a:lnTo>
                <a:lnTo>
                  <a:pt x="1343025" y="3790950"/>
                </a:lnTo>
                <a:lnTo>
                  <a:pt x="1323975" y="3790950"/>
                </a:lnTo>
                <a:lnTo>
                  <a:pt x="1323975" y="3781425"/>
                </a:lnTo>
                <a:lnTo>
                  <a:pt x="1304925" y="3781425"/>
                </a:lnTo>
                <a:lnTo>
                  <a:pt x="1304925" y="3790950"/>
                </a:lnTo>
                <a:lnTo>
                  <a:pt x="1285875" y="3790950"/>
                </a:lnTo>
                <a:lnTo>
                  <a:pt x="1285875" y="3771900"/>
                </a:lnTo>
                <a:lnTo>
                  <a:pt x="1276350" y="3771900"/>
                </a:lnTo>
                <a:lnTo>
                  <a:pt x="1276350" y="3743325"/>
                </a:lnTo>
                <a:lnTo>
                  <a:pt x="1266825" y="3743325"/>
                </a:lnTo>
                <a:lnTo>
                  <a:pt x="1266825" y="3724275"/>
                </a:lnTo>
                <a:lnTo>
                  <a:pt x="1295400" y="3724275"/>
                </a:lnTo>
                <a:close/>
                <a:moveTo>
                  <a:pt x="895350" y="3733800"/>
                </a:moveTo>
                <a:lnTo>
                  <a:pt x="923925" y="3733800"/>
                </a:lnTo>
                <a:lnTo>
                  <a:pt x="923925" y="3762375"/>
                </a:lnTo>
                <a:lnTo>
                  <a:pt x="904875" y="3762375"/>
                </a:lnTo>
                <a:lnTo>
                  <a:pt x="904875" y="3781425"/>
                </a:lnTo>
                <a:lnTo>
                  <a:pt x="895350" y="3781425"/>
                </a:lnTo>
                <a:lnTo>
                  <a:pt x="895350" y="3810000"/>
                </a:lnTo>
                <a:lnTo>
                  <a:pt x="876300" y="3810000"/>
                </a:lnTo>
                <a:lnTo>
                  <a:pt x="876300" y="3752850"/>
                </a:lnTo>
                <a:lnTo>
                  <a:pt x="885825" y="3752850"/>
                </a:lnTo>
                <a:lnTo>
                  <a:pt x="885825" y="3743325"/>
                </a:lnTo>
                <a:lnTo>
                  <a:pt x="895350" y="3743325"/>
                </a:lnTo>
                <a:close/>
                <a:moveTo>
                  <a:pt x="1914525" y="3733800"/>
                </a:moveTo>
                <a:lnTo>
                  <a:pt x="1924050" y="3733800"/>
                </a:lnTo>
                <a:lnTo>
                  <a:pt x="1924050" y="3743325"/>
                </a:lnTo>
                <a:lnTo>
                  <a:pt x="1914525" y="3743325"/>
                </a:lnTo>
                <a:close/>
                <a:moveTo>
                  <a:pt x="942975" y="3743325"/>
                </a:moveTo>
                <a:lnTo>
                  <a:pt x="971550" y="3743325"/>
                </a:lnTo>
                <a:lnTo>
                  <a:pt x="971550" y="3752850"/>
                </a:lnTo>
                <a:lnTo>
                  <a:pt x="981075" y="3752850"/>
                </a:lnTo>
                <a:lnTo>
                  <a:pt x="981075" y="3810000"/>
                </a:lnTo>
                <a:lnTo>
                  <a:pt x="971550" y="3810000"/>
                </a:lnTo>
                <a:lnTo>
                  <a:pt x="971550" y="3819525"/>
                </a:lnTo>
                <a:lnTo>
                  <a:pt x="952500" y="3819525"/>
                </a:lnTo>
                <a:lnTo>
                  <a:pt x="952500" y="3829050"/>
                </a:lnTo>
                <a:lnTo>
                  <a:pt x="923925" y="3829050"/>
                </a:lnTo>
                <a:lnTo>
                  <a:pt x="923925" y="3819525"/>
                </a:lnTo>
                <a:lnTo>
                  <a:pt x="914400" y="3819525"/>
                </a:lnTo>
                <a:lnTo>
                  <a:pt x="914400" y="3810000"/>
                </a:lnTo>
                <a:lnTo>
                  <a:pt x="962025" y="3810000"/>
                </a:lnTo>
                <a:lnTo>
                  <a:pt x="962025" y="3771900"/>
                </a:lnTo>
                <a:lnTo>
                  <a:pt x="942975" y="3771900"/>
                </a:lnTo>
                <a:lnTo>
                  <a:pt x="942975" y="3781425"/>
                </a:lnTo>
                <a:lnTo>
                  <a:pt x="914400" y="3781425"/>
                </a:lnTo>
                <a:lnTo>
                  <a:pt x="914400" y="3771900"/>
                </a:lnTo>
                <a:lnTo>
                  <a:pt x="923925" y="3771900"/>
                </a:lnTo>
                <a:lnTo>
                  <a:pt x="923925" y="3762375"/>
                </a:lnTo>
                <a:lnTo>
                  <a:pt x="942975" y="3762375"/>
                </a:lnTo>
                <a:close/>
                <a:moveTo>
                  <a:pt x="1295400" y="3752850"/>
                </a:moveTo>
                <a:lnTo>
                  <a:pt x="1333500" y="3752850"/>
                </a:lnTo>
                <a:lnTo>
                  <a:pt x="1333500" y="3733800"/>
                </a:lnTo>
                <a:lnTo>
                  <a:pt x="1295400" y="3733800"/>
                </a:lnTo>
                <a:close/>
                <a:moveTo>
                  <a:pt x="3829050" y="3752850"/>
                </a:moveTo>
                <a:lnTo>
                  <a:pt x="3838575" y="3752850"/>
                </a:lnTo>
                <a:lnTo>
                  <a:pt x="3838575" y="3800475"/>
                </a:lnTo>
                <a:lnTo>
                  <a:pt x="3829050" y="3800475"/>
                </a:lnTo>
                <a:lnTo>
                  <a:pt x="3829050" y="3810000"/>
                </a:lnTo>
                <a:lnTo>
                  <a:pt x="3819525" y="3810000"/>
                </a:lnTo>
                <a:lnTo>
                  <a:pt x="3819525" y="3819525"/>
                </a:lnTo>
                <a:lnTo>
                  <a:pt x="3810000" y="3819525"/>
                </a:lnTo>
                <a:lnTo>
                  <a:pt x="3810000" y="3829050"/>
                </a:lnTo>
                <a:lnTo>
                  <a:pt x="3800475" y="3829050"/>
                </a:lnTo>
                <a:lnTo>
                  <a:pt x="3800475" y="3838575"/>
                </a:lnTo>
                <a:lnTo>
                  <a:pt x="3790950" y="3838575"/>
                </a:lnTo>
                <a:lnTo>
                  <a:pt x="3790950" y="3848100"/>
                </a:lnTo>
                <a:lnTo>
                  <a:pt x="3781425" y="3848100"/>
                </a:lnTo>
                <a:lnTo>
                  <a:pt x="3781425" y="3867150"/>
                </a:lnTo>
                <a:lnTo>
                  <a:pt x="3771900" y="3867150"/>
                </a:lnTo>
                <a:lnTo>
                  <a:pt x="3771900" y="3876675"/>
                </a:lnTo>
                <a:lnTo>
                  <a:pt x="3762375" y="3876675"/>
                </a:lnTo>
                <a:lnTo>
                  <a:pt x="3762375" y="3886200"/>
                </a:lnTo>
                <a:lnTo>
                  <a:pt x="3752850" y="3886200"/>
                </a:lnTo>
                <a:lnTo>
                  <a:pt x="3752850" y="3895725"/>
                </a:lnTo>
                <a:lnTo>
                  <a:pt x="3743325" y="3895725"/>
                </a:lnTo>
                <a:lnTo>
                  <a:pt x="3743325" y="3905250"/>
                </a:lnTo>
                <a:lnTo>
                  <a:pt x="3733800" y="3905250"/>
                </a:lnTo>
                <a:lnTo>
                  <a:pt x="3733800" y="3914775"/>
                </a:lnTo>
                <a:lnTo>
                  <a:pt x="3724275" y="3914775"/>
                </a:lnTo>
                <a:lnTo>
                  <a:pt x="3724275" y="3924300"/>
                </a:lnTo>
                <a:lnTo>
                  <a:pt x="3714750" y="3924300"/>
                </a:lnTo>
                <a:lnTo>
                  <a:pt x="3714750" y="3933825"/>
                </a:lnTo>
                <a:lnTo>
                  <a:pt x="3705225" y="3933825"/>
                </a:lnTo>
                <a:lnTo>
                  <a:pt x="3705225" y="3943350"/>
                </a:lnTo>
                <a:lnTo>
                  <a:pt x="3695700" y="3943350"/>
                </a:lnTo>
                <a:lnTo>
                  <a:pt x="3695700" y="3952875"/>
                </a:lnTo>
                <a:lnTo>
                  <a:pt x="3686175" y="3952875"/>
                </a:lnTo>
                <a:lnTo>
                  <a:pt x="3686175" y="3962400"/>
                </a:lnTo>
                <a:lnTo>
                  <a:pt x="3676650" y="3962400"/>
                </a:lnTo>
                <a:lnTo>
                  <a:pt x="3676650" y="3971925"/>
                </a:lnTo>
                <a:lnTo>
                  <a:pt x="3667125" y="3971925"/>
                </a:lnTo>
                <a:lnTo>
                  <a:pt x="3667125" y="3981450"/>
                </a:lnTo>
                <a:lnTo>
                  <a:pt x="3657600" y="3981450"/>
                </a:lnTo>
                <a:lnTo>
                  <a:pt x="3657600" y="3990975"/>
                </a:lnTo>
                <a:lnTo>
                  <a:pt x="3648075" y="3990975"/>
                </a:lnTo>
                <a:lnTo>
                  <a:pt x="3648075" y="4000500"/>
                </a:lnTo>
                <a:lnTo>
                  <a:pt x="3638550" y="4000500"/>
                </a:lnTo>
                <a:lnTo>
                  <a:pt x="3638550" y="4010025"/>
                </a:lnTo>
                <a:lnTo>
                  <a:pt x="3629025" y="4010025"/>
                </a:lnTo>
                <a:lnTo>
                  <a:pt x="3629025" y="4019550"/>
                </a:lnTo>
                <a:lnTo>
                  <a:pt x="3619500" y="4019550"/>
                </a:lnTo>
                <a:lnTo>
                  <a:pt x="3619500" y="4029075"/>
                </a:lnTo>
                <a:lnTo>
                  <a:pt x="3600450" y="4029075"/>
                </a:lnTo>
                <a:lnTo>
                  <a:pt x="3600450" y="4038600"/>
                </a:lnTo>
                <a:lnTo>
                  <a:pt x="3590925" y="4038600"/>
                </a:lnTo>
                <a:lnTo>
                  <a:pt x="3590925" y="4048125"/>
                </a:lnTo>
                <a:lnTo>
                  <a:pt x="3571875" y="4048125"/>
                </a:lnTo>
                <a:lnTo>
                  <a:pt x="3571875" y="4057650"/>
                </a:lnTo>
                <a:lnTo>
                  <a:pt x="3543300" y="4057650"/>
                </a:lnTo>
                <a:lnTo>
                  <a:pt x="3543300" y="4067175"/>
                </a:lnTo>
                <a:lnTo>
                  <a:pt x="3505200" y="4067175"/>
                </a:lnTo>
                <a:lnTo>
                  <a:pt x="3505200" y="4076700"/>
                </a:lnTo>
                <a:lnTo>
                  <a:pt x="3429000" y="4076700"/>
                </a:lnTo>
                <a:lnTo>
                  <a:pt x="3429000" y="4086225"/>
                </a:lnTo>
                <a:lnTo>
                  <a:pt x="3419475" y="4086225"/>
                </a:lnTo>
                <a:lnTo>
                  <a:pt x="3419475" y="4076700"/>
                </a:lnTo>
                <a:lnTo>
                  <a:pt x="3400425" y="4076700"/>
                </a:lnTo>
                <a:lnTo>
                  <a:pt x="3400425" y="4086225"/>
                </a:lnTo>
                <a:lnTo>
                  <a:pt x="3095625" y="4086225"/>
                </a:lnTo>
                <a:lnTo>
                  <a:pt x="3095625" y="4076700"/>
                </a:lnTo>
                <a:lnTo>
                  <a:pt x="2990850" y="4076700"/>
                </a:lnTo>
                <a:lnTo>
                  <a:pt x="2990850" y="4067175"/>
                </a:lnTo>
                <a:lnTo>
                  <a:pt x="2943225" y="4067175"/>
                </a:lnTo>
                <a:lnTo>
                  <a:pt x="2943225" y="4057650"/>
                </a:lnTo>
                <a:lnTo>
                  <a:pt x="3009900" y="4057650"/>
                </a:lnTo>
                <a:lnTo>
                  <a:pt x="3009900" y="4067175"/>
                </a:lnTo>
                <a:lnTo>
                  <a:pt x="3152775" y="4067175"/>
                </a:lnTo>
                <a:lnTo>
                  <a:pt x="3152775" y="4057650"/>
                </a:lnTo>
                <a:lnTo>
                  <a:pt x="3181350" y="4057650"/>
                </a:lnTo>
                <a:lnTo>
                  <a:pt x="3181350" y="4048125"/>
                </a:lnTo>
                <a:lnTo>
                  <a:pt x="3190875" y="4048125"/>
                </a:lnTo>
                <a:lnTo>
                  <a:pt x="3190875" y="4029075"/>
                </a:lnTo>
                <a:lnTo>
                  <a:pt x="3181350" y="4029075"/>
                </a:lnTo>
                <a:lnTo>
                  <a:pt x="3181350" y="4019550"/>
                </a:lnTo>
                <a:lnTo>
                  <a:pt x="3171825" y="4019550"/>
                </a:lnTo>
                <a:lnTo>
                  <a:pt x="3171825" y="4000500"/>
                </a:lnTo>
                <a:lnTo>
                  <a:pt x="3190875" y="4000500"/>
                </a:lnTo>
                <a:lnTo>
                  <a:pt x="3190875" y="3990975"/>
                </a:lnTo>
                <a:lnTo>
                  <a:pt x="3200400" y="3990975"/>
                </a:lnTo>
                <a:lnTo>
                  <a:pt x="3200400" y="3981450"/>
                </a:lnTo>
                <a:lnTo>
                  <a:pt x="3209925" y="3981450"/>
                </a:lnTo>
                <a:lnTo>
                  <a:pt x="3209925" y="3971925"/>
                </a:lnTo>
                <a:lnTo>
                  <a:pt x="3219450" y="3971925"/>
                </a:lnTo>
                <a:lnTo>
                  <a:pt x="3219450" y="3962400"/>
                </a:lnTo>
                <a:lnTo>
                  <a:pt x="3257550" y="3962400"/>
                </a:lnTo>
                <a:lnTo>
                  <a:pt x="3257550" y="3952875"/>
                </a:lnTo>
                <a:lnTo>
                  <a:pt x="3305175" y="3952875"/>
                </a:lnTo>
                <a:lnTo>
                  <a:pt x="3305175" y="3943350"/>
                </a:lnTo>
                <a:lnTo>
                  <a:pt x="3352800" y="3943350"/>
                </a:lnTo>
                <a:lnTo>
                  <a:pt x="3352800" y="3933825"/>
                </a:lnTo>
                <a:lnTo>
                  <a:pt x="3390900" y="3933825"/>
                </a:lnTo>
                <a:lnTo>
                  <a:pt x="3390900" y="3924300"/>
                </a:lnTo>
                <a:lnTo>
                  <a:pt x="3429000" y="3924300"/>
                </a:lnTo>
                <a:lnTo>
                  <a:pt x="3429000" y="3914775"/>
                </a:lnTo>
                <a:lnTo>
                  <a:pt x="3457575" y="3914775"/>
                </a:lnTo>
                <a:lnTo>
                  <a:pt x="3457575" y="3905250"/>
                </a:lnTo>
                <a:lnTo>
                  <a:pt x="3486150" y="3905250"/>
                </a:lnTo>
                <a:lnTo>
                  <a:pt x="3486150" y="3895725"/>
                </a:lnTo>
                <a:lnTo>
                  <a:pt x="3514725" y="3895725"/>
                </a:lnTo>
                <a:lnTo>
                  <a:pt x="3514725" y="3886200"/>
                </a:lnTo>
                <a:lnTo>
                  <a:pt x="3543300" y="3886200"/>
                </a:lnTo>
                <a:lnTo>
                  <a:pt x="3543300" y="3876675"/>
                </a:lnTo>
                <a:lnTo>
                  <a:pt x="3571875" y="3876675"/>
                </a:lnTo>
                <a:lnTo>
                  <a:pt x="3571875" y="3867150"/>
                </a:lnTo>
                <a:lnTo>
                  <a:pt x="3600450" y="3867150"/>
                </a:lnTo>
                <a:lnTo>
                  <a:pt x="3600450" y="3857625"/>
                </a:lnTo>
                <a:lnTo>
                  <a:pt x="3619500" y="3857625"/>
                </a:lnTo>
                <a:lnTo>
                  <a:pt x="3619500" y="3848100"/>
                </a:lnTo>
                <a:lnTo>
                  <a:pt x="3648075" y="3848100"/>
                </a:lnTo>
                <a:lnTo>
                  <a:pt x="3648075" y="3838575"/>
                </a:lnTo>
                <a:lnTo>
                  <a:pt x="3667125" y="3838575"/>
                </a:lnTo>
                <a:lnTo>
                  <a:pt x="3667125" y="3829050"/>
                </a:lnTo>
                <a:lnTo>
                  <a:pt x="3686175" y="3829050"/>
                </a:lnTo>
                <a:lnTo>
                  <a:pt x="3686175" y="3819525"/>
                </a:lnTo>
                <a:lnTo>
                  <a:pt x="3714750" y="3819525"/>
                </a:lnTo>
                <a:lnTo>
                  <a:pt x="3714750" y="3810000"/>
                </a:lnTo>
                <a:lnTo>
                  <a:pt x="3733800" y="3810000"/>
                </a:lnTo>
                <a:lnTo>
                  <a:pt x="3733800" y="3800475"/>
                </a:lnTo>
                <a:lnTo>
                  <a:pt x="3752850" y="3800475"/>
                </a:lnTo>
                <a:lnTo>
                  <a:pt x="3752850" y="3790950"/>
                </a:lnTo>
                <a:lnTo>
                  <a:pt x="3771900" y="3790950"/>
                </a:lnTo>
                <a:lnTo>
                  <a:pt x="3771900" y="3781425"/>
                </a:lnTo>
                <a:lnTo>
                  <a:pt x="3790950" y="3781425"/>
                </a:lnTo>
                <a:lnTo>
                  <a:pt x="3790950" y="3771900"/>
                </a:lnTo>
                <a:lnTo>
                  <a:pt x="3810000" y="3771900"/>
                </a:lnTo>
                <a:lnTo>
                  <a:pt x="3810000" y="3762375"/>
                </a:lnTo>
                <a:lnTo>
                  <a:pt x="3829050" y="3762375"/>
                </a:lnTo>
                <a:close/>
                <a:moveTo>
                  <a:pt x="523875" y="3762375"/>
                </a:moveTo>
                <a:lnTo>
                  <a:pt x="533400" y="3762375"/>
                </a:lnTo>
                <a:lnTo>
                  <a:pt x="533400" y="3771900"/>
                </a:lnTo>
                <a:lnTo>
                  <a:pt x="523875" y="3771900"/>
                </a:lnTo>
                <a:close/>
                <a:moveTo>
                  <a:pt x="1905000" y="3762375"/>
                </a:moveTo>
                <a:lnTo>
                  <a:pt x="1914525" y="3762375"/>
                </a:lnTo>
                <a:lnTo>
                  <a:pt x="1914525" y="3771900"/>
                </a:lnTo>
                <a:lnTo>
                  <a:pt x="1905000" y="3771900"/>
                </a:lnTo>
                <a:close/>
                <a:moveTo>
                  <a:pt x="514350" y="3771900"/>
                </a:moveTo>
                <a:lnTo>
                  <a:pt x="523875" y="3771900"/>
                </a:lnTo>
                <a:lnTo>
                  <a:pt x="523875" y="3781425"/>
                </a:lnTo>
                <a:lnTo>
                  <a:pt x="514350" y="3781425"/>
                </a:lnTo>
                <a:close/>
                <a:moveTo>
                  <a:pt x="581025" y="3771900"/>
                </a:moveTo>
                <a:lnTo>
                  <a:pt x="590550" y="3771900"/>
                </a:lnTo>
                <a:lnTo>
                  <a:pt x="590550" y="3781425"/>
                </a:lnTo>
                <a:lnTo>
                  <a:pt x="581025" y="3781425"/>
                </a:lnTo>
                <a:close/>
                <a:moveTo>
                  <a:pt x="504825" y="3781425"/>
                </a:moveTo>
                <a:lnTo>
                  <a:pt x="514350" y="3781425"/>
                </a:lnTo>
                <a:lnTo>
                  <a:pt x="514350" y="3790950"/>
                </a:lnTo>
                <a:lnTo>
                  <a:pt x="504825" y="3790950"/>
                </a:lnTo>
                <a:close/>
                <a:moveTo>
                  <a:pt x="590550" y="3781425"/>
                </a:moveTo>
                <a:lnTo>
                  <a:pt x="600075" y="3781425"/>
                </a:lnTo>
                <a:lnTo>
                  <a:pt x="600075" y="3838575"/>
                </a:lnTo>
                <a:lnTo>
                  <a:pt x="590550" y="3838575"/>
                </a:lnTo>
                <a:close/>
                <a:moveTo>
                  <a:pt x="323850" y="3810000"/>
                </a:moveTo>
                <a:lnTo>
                  <a:pt x="333375" y="3810000"/>
                </a:lnTo>
                <a:lnTo>
                  <a:pt x="333375" y="3819525"/>
                </a:lnTo>
                <a:lnTo>
                  <a:pt x="323850" y="3819525"/>
                </a:lnTo>
                <a:close/>
                <a:moveTo>
                  <a:pt x="504825" y="3819525"/>
                </a:moveTo>
                <a:lnTo>
                  <a:pt x="514350" y="3819525"/>
                </a:lnTo>
                <a:lnTo>
                  <a:pt x="514350" y="3838575"/>
                </a:lnTo>
                <a:lnTo>
                  <a:pt x="504825" y="3838575"/>
                </a:lnTo>
                <a:close/>
                <a:moveTo>
                  <a:pt x="1647825" y="3819525"/>
                </a:moveTo>
                <a:lnTo>
                  <a:pt x="1733550" y="3819525"/>
                </a:lnTo>
                <a:lnTo>
                  <a:pt x="1733550" y="3829050"/>
                </a:lnTo>
                <a:lnTo>
                  <a:pt x="1743075" y="3829050"/>
                </a:lnTo>
                <a:lnTo>
                  <a:pt x="1743075" y="3838575"/>
                </a:lnTo>
                <a:lnTo>
                  <a:pt x="1733550" y="3838575"/>
                </a:lnTo>
                <a:lnTo>
                  <a:pt x="1733550" y="3848100"/>
                </a:lnTo>
                <a:lnTo>
                  <a:pt x="1657350" y="3848100"/>
                </a:lnTo>
                <a:lnTo>
                  <a:pt x="1657350" y="3838575"/>
                </a:lnTo>
                <a:lnTo>
                  <a:pt x="1647825" y="3838575"/>
                </a:lnTo>
                <a:close/>
                <a:moveTo>
                  <a:pt x="1876425" y="3819525"/>
                </a:moveTo>
                <a:lnTo>
                  <a:pt x="1885950" y="3819525"/>
                </a:lnTo>
                <a:lnTo>
                  <a:pt x="1885950" y="3829050"/>
                </a:lnTo>
                <a:lnTo>
                  <a:pt x="1876425" y="3829050"/>
                </a:lnTo>
                <a:close/>
                <a:moveTo>
                  <a:pt x="514350" y="3838575"/>
                </a:moveTo>
                <a:lnTo>
                  <a:pt x="523875" y="3838575"/>
                </a:lnTo>
                <a:lnTo>
                  <a:pt x="523875" y="3848100"/>
                </a:lnTo>
                <a:lnTo>
                  <a:pt x="514350" y="3848100"/>
                </a:lnTo>
                <a:close/>
                <a:moveTo>
                  <a:pt x="581025" y="3838575"/>
                </a:moveTo>
                <a:lnTo>
                  <a:pt x="590550" y="3838575"/>
                </a:lnTo>
                <a:lnTo>
                  <a:pt x="590550" y="3848100"/>
                </a:lnTo>
                <a:lnTo>
                  <a:pt x="581025" y="3848100"/>
                </a:lnTo>
                <a:close/>
                <a:moveTo>
                  <a:pt x="333375" y="3848100"/>
                </a:moveTo>
                <a:lnTo>
                  <a:pt x="342900" y="3848100"/>
                </a:lnTo>
                <a:lnTo>
                  <a:pt x="342900" y="3857625"/>
                </a:lnTo>
                <a:lnTo>
                  <a:pt x="333375" y="3857625"/>
                </a:lnTo>
                <a:close/>
                <a:moveTo>
                  <a:pt x="1247775" y="3848100"/>
                </a:moveTo>
                <a:lnTo>
                  <a:pt x="1381125" y="3848100"/>
                </a:lnTo>
                <a:lnTo>
                  <a:pt x="1381125" y="3857625"/>
                </a:lnTo>
                <a:lnTo>
                  <a:pt x="1390650" y="3857625"/>
                </a:lnTo>
                <a:lnTo>
                  <a:pt x="1390650" y="3867150"/>
                </a:lnTo>
                <a:lnTo>
                  <a:pt x="1371600" y="3867150"/>
                </a:lnTo>
                <a:lnTo>
                  <a:pt x="1371600" y="3876675"/>
                </a:lnTo>
                <a:lnTo>
                  <a:pt x="1362075" y="3876675"/>
                </a:lnTo>
                <a:lnTo>
                  <a:pt x="1362075" y="3867150"/>
                </a:lnTo>
                <a:lnTo>
                  <a:pt x="1352550" y="3867150"/>
                </a:lnTo>
                <a:lnTo>
                  <a:pt x="1352550" y="3876675"/>
                </a:lnTo>
                <a:lnTo>
                  <a:pt x="1323975" y="3876675"/>
                </a:lnTo>
                <a:lnTo>
                  <a:pt x="1323975" y="3867150"/>
                </a:lnTo>
                <a:lnTo>
                  <a:pt x="1295400" y="3867150"/>
                </a:lnTo>
                <a:lnTo>
                  <a:pt x="1295400" y="3876675"/>
                </a:lnTo>
                <a:lnTo>
                  <a:pt x="1257300" y="3876675"/>
                </a:lnTo>
                <a:lnTo>
                  <a:pt x="1257300" y="3867150"/>
                </a:lnTo>
                <a:lnTo>
                  <a:pt x="1247775" y="3867150"/>
                </a:lnTo>
                <a:close/>
                <a:moveTo>
                  <a:pt x="1838325" y="3857625"/>
                </a:moveTo>
                <a:lnTo>
                  <a:pt x="1847850" y="3857625"/>
                </a:lnTo>
                <a:lnTo>
                  <a:pt x="1847850" y="3867150"/>
                </a:lnTo>
                <a:lnTo>
                  <a:pt x="1838325" y="3867150"/>
                </a:lnTo>
                <a:close/>
                <a:moveTo>
                  <a:pt x="342900" y="3867150"/>
                </a:moveTo>
                <a:lnTo>
                  <a:pt x="352425" y="3867150"/>
                </a:lnTo>
                <a:lnTo>
                  <a:pt x="352425" y="3876675"/>
                </a:lnTo>
                <a:lnTo>
                  <a:pt x="342900" y="3876675"/>
                </a:lnTo>
                <a:close/>
                <a:moveTo>
                  <a:pt x="828675" y="3867150"/>
                </a:moveTo>
                <a:lnTo>
                  <a:pt x="838200" y="3867150"/>
                </a:lnTo>
                <a:lnTo>
                  <a:pt x="838200" y="3876675"/>
                </a:lnTo>
                <a:lnTo>
                  <a:pt x="981075" y="3876675"/>
                </a:lnTo>
                <a:lnTo>
                  <a:pt x="981075" y="3867150"/>
                </a:lnTo>
                <a:lnTo>
                  <a:pt x="1047750" y="3867150"/>
                </a:lnTo>
                <a:lnTo>
                  <a:pt x="1047750" y="3895725"/>
                </a:lnTo>
                <a:lnTo>
                  <a:pt x="981075" y="3895725"/>
                </a:lnTo>
                <a:lnTo>
                  <a:pt x="981075" y="3886200"/>
                </a:lnTo>
                <a:lnTo>
                  <a:pt x="962025" y="3886200"/>
                </a:lnTo>
                <a:lnTo>
                  <a:pt x="962025" y="3895725"/>
                </a:lnTo>
                <a:lnTo>
                  <a:pt x="933450" y="3895725"/>
                </a:lnTo>
                <a:lnTo>
                  <a:pt x="933450" y="3905250"/>
                </a:lnTo>
                <a:lnTo>
                  <a:pt x="923925" y="3905250"/>
                </a:lnTo>
                <a:lnTo>
                  <a:pt x="923925" y="3895725"/>
                </a:lnTo>
                <a:lnTo>
                  <a:pt x="847725" y="3895725"/>
                </a:lnTo>
                <a:lnTo>
                  <a:pt x="847725" y="3886200"/>
                </a:lnTo>
                <a:lnTo>
                  <a:pt x="838200" y="3886200"/>
                </a:lnTo>
                <a:lnTo>
                  <a:pt x="838200" y="3895725"/>
                </a:lnTo>
                <a:lnTo>
                  <a:pt x="828675" y="3895725"/>
                </a:lnTo>
                <a:lnTo>
                  <a:pt x="828675" y="3886200"/>
                </a:lnTo>
                <a:lnTo>
                  <a:pt x="819150" y="3886200"/>
                </a:lnTo>
                <a:lnTo>
                  <a:pt x="819150" y="3876675"/>
                </a:lnTo>
                <a:lnTo>
                  <a:pt x="828675" y="3876675"/>
                </a:lnTo>
                <a:close/>
                <a:moveTo>
                  <a:pt x="1819275" y="3867150"/>
                </a:moveTo>
                <a:lnTo>
                  <a:pt x="1828800" y="3867150"/>
                </a:lnTo>
                <a:lnTo>
                  <a:pt x="1828800" y="3876675"/>
                </a:lnTo>
                <a:lnTo>
                  <a:pt x="1819275" y="3876675"/>
                </a:lnTo>
                <a:close/>
                <a:moveTo>
                  <a:pt x="1800225" y="3876675"/>
                </a:moveTo>
                <a:lnTo>
                  <a:pt x="1809750" y="3876675"/>
                </a:lnTo>
                <a:lnTo>
                  <a:pt x="1809750" y="3886200"/>
                </a:lnTo>
                <a:lnTo>
                  <a:pt x="1800225" y="3886200"/>
                </a:lnTo>
                <a:close/>
                <a:moveTo>
                  <a:pt x="352425" y="3886200"/>
                </a:moveTo>
                <a:lnTo>
                  <a:pt x="361950" y="3886200"/>
                </a:lnTo>
                <a:lnTo>
                  <a:pt x="361950" y="3895725"/>
                </a:lnTo>
                <a:lnTo>
                  <a:pt x="352425" y="3895725"/>
                </a:lnTo>
                <a:close/>
                <a:moveTo>
                  <a:pt x="1781175" y="3886200"/>
                </a:moveTo>
                <a:lnTo>
                  <a:pt x="1790700" y="3886200"/>
                </a:lnTo>
                <a:lnTo>
                  <a:pt x="1790700" y="3895725"/>
                </a:lnTo>
                <a:lnTo>
                  <a:pt x="1781175" y="3895725"/>
                </a:lnTo>
                <a:close/>
                <a:moveTo>
                  <a:pt x="495300" y="3895725"/>
                </a:moveTo>
                <a:lnTo>
                  <a:pt x="609600" y="3895725"/>
                </a:lnTo>
                <a:lnTo>
                  <a:pt x="609600" y="3905250"/>
                </a:lnTo>
                <a:lnTo>
                  <a:pt x="619125" y="3905250"/>
                </a:lnTo>
                <a:lnTo>
                  <a:pt x="619125" y="3914775"/>
                </a:lnTo>
                <a:lnTo>
                  <a:pt x="609600" y="3914775"/>
                </a:lnTo>
                <a:lnTo>
                  <a:pt x="609600" y="3924300"/>
                </a:lnTo>
                <a:lnTo>
                  <a:pt x="504825" y="3924300"/>
                </a:lnTo>
                <a:lnTo>
                  <a:pt x="504825" y="3914775"/>
                </a:lnTo>
                <a:lnTo>
                  <a:pt x="495300" y="3914775"/>
                </a:lnTo>
                <a:close/>
                <a:moveTo>
                  <a:pt x="1752600" y="3895725"/>
                </a:moveTo>
                <a:lnTo>
                  <a:pt x="1762125" y="3895725"/>
                </a:lnTo>
                <a:lnTo>
                  <a:pt x="1762125" y="3905250"/>
                </a:lnTo>
                <a:lnTo>
                  <a:pt x="1752600" y="3905250"/>
                </a:lnTo>
                <a:close/>
                <a:moveTo>
                  <a:pt x="1600200" y="3905250"/>
                </a:moveTo>
                <a:lnTo>
                  <a:pt x="1638300" y="3905250"/>
                </a:lnTo>
                <a:lnTo>
                  <a:pt x="1638300" y="3914775"/>
                </a:lnTo>
                <a:lnTo>
                  <a:pt x="1600200" y="3914775"/>
                </a:lnTo>
                <a:close/>
                <a:moveTo>
                  <a:pt x="1466850" y="3914775"/>
                </a:moveTo>
                <a:lnTo>
                  <a:pt x="1485900" y="3914775"/>
                </a:lnTo>
                <a:lnTo>
                  <a:pt x="1485900" y="3924300"/>
                </a:lnTo>
                <a:lnTo>
                  <a:pt x="1466850" y="3924300"/>
                </a:lnTo>
                <a:close/>
                <a:moveTo>
                  <a:pt x="1314450" y="3924300"/>
                </a:moveTo>
                <a:lnTo>
                  <a:pt x="1362075" y="3924300"/>
                </a:lnTo>
                <a:lnTo>
                  <a:pt x="1362075" y="3933825"/>
                </a:lnTo>
                <a:lnTo>
                  <a:pt x="1314450" y="3933825"/>
                </a:lnTo>
                <a:close/>
                <a:moveTo>
                  <a:pt x="1162050" y="3933825"/>
                </a:moveTo>
                <a:lnTo>
                  <a:pt x="1190625" y="3933825"/>
                </a:lnTo>
                <a:lnTo>
                  <a:pt x="1190625" y="3943350"/>
                </a:lnTo>
                <a:lnTo>
                  <a:pt x="1162050" y="3943350"/>
                </a:lnTo>
                <a:close/>
                <a:moveTo>
                  <a:pt x="1971675" y="3933825"/>
                </a:moveTo>
                <a:lnTo>
                  <a:pt x="2009775" y="3933825"/>
                </a:lnTo>
                <a:lnTo>
                  <a:pt x="2009775" y="3943350"/>
                </a:lnTo>
                <a:lnTo>
                  <a:pt x="2095500" y="3943350"/>
                </a:lnTo>
                <a:lnTo>
                  <a:pt x="2095500" y="3952875"/>
                </a:lnTo>
                <a:lnTo>
                  <a:pt x="2181225" y="3952875"/>
                </a:lnTo>
                <a:lnTo>
                  <a:pt x="2181225" y="3962400"/>
                </a:lnTo>
                <a:lnTo>
                  <a:pt x="2266950" y="3962400"/>
                </a:lnTo>
                <a:lnTo>
                  <a:pt x="2266950" y="3971925"/>
                </a:lnTo>
                <a:lnTo>
                  <a:pt x="2343150" y="3971925"/>
                </a:lnTo>
                <a:lnTo>
                  <a:pt x="2343150" y="3981450"/>
                </a:lnTo>
                <a:lnTo>
                  <a:pt x="2409825" y="3981450"/>
                </a:lnTo>
                <a:lnTo>
                  <a:pt x="2409825" y="3990975"/>
                </a:lnTo>
                <a:lnTo>
                  <a:pt x="2495550" y="3990975"/>
                </a:lnTo>
                <a:lnTo>
                  <a:pt x="2495550" y="4000500"/>
                </a:lnTo>
                <a:lnTo>
                  <a:pt x="2562225" y="4000500"/>
                </a:lnTo>
                <a:lnTo>
                  <a:pt x="2562225" y="4010025"/>
                </a:lnTo>
                <a:lnTo>
                  <a:pt x="2628900" y="4010025"/>
                </a:lnTo>
                <a:lnTo>
                  <a:pt x="2628900" y="4019550"/>
                </a:lnTo>
                <a:lnTo>
                  <a:pt x="2533650" y="4019550"/>
                </a:lnTo>
                <a:lnTo>
                  <a:pt x="2533650" y="4010025"/>
                </a:lnTo>
                <a:lnTo>
                  <a:pt x="2447925" y="4010025"/>
                </a:lnTo>
                <a:lnTo>
                  <a:pt x="2447925" y="4019550"/>
                </a:lnTo>
                <a:lnTo>
                  <a:pt x="2390775" y="4019550"/>
                </a:lnTo>
                <a:lnTo>
                  <a:pt x="2390775" y="4029075"/>
                </a:lnTo>
                <a:lnTo>
                  <a:pt x="2286000" y="4029075"/>
                </a:lnTo>
                <a:lnTo>
                  <a:pt x="2286000" y="4038600"/>
                </a:lnTo>
                <a:lnTo>
                  <a:pt x="2209800" y="4038600"/>
                </a:lnTo>
                <a:lnTo>
                  <a:pt x="2209800" y="4048125"/>
                </a:lnTo>
                <a:lnTo>
                  <a:pt x="2190750" y="4048125"/>
                </a:lnTo>
                <a:lnTo>
                  <a:pt x="2190750" y="4057650"/>
                </a:lnTo>
                <a:lnTo>
                  <a:pt x="2171700" y="4057650"/>
                </a:lnTo>
                <a:lnTo>
                  <a:pt x="2171700" y="4067175"/>
                </a:lnTo>
                <a:lnTo>
                  <a:pt x="2143125" y="4067175"/>
                </a:lnTo>
                <a:lnTo>
                  <a:pt x="2143125" y="4076700"/>
                </a:lnTo>
                <a:lnTo>
                  <a:pt x="2133600" y="4076700"/>
                </a:lnTo>
                <a:lnTo>
                  <a:pt x="2133600" y="4086225"/>
                </a:lnTo>
                <a:lnTo>
                  <a:pt x="2095500" y="4086225"/>
                </a:lnTo>
                <a:lnTo>
                  <a:pt x="2095500" y="4095750"/>
                </a:lnTo>
                <a:lnTo>
                  <a:pt x="2066925" y="4095750"/>
                </a:lnTo>
                <a:lnTo>
                  <a:pt x="2066925" y="4105275"/>
                </a:lnTo>
                <a:lnTo>
                  <a:pt x="2028825" y="4105275"/>
                </a:lnTo>
                <a:lnTo>
                  <a:pt x="2028825" y="4114800"/>
                </a:lnTo>
                <a:lnTo>
                  <a:pt x="1962150" y="4114800"/>
                </a:lnTo>
                <a:lnTo>
                  <a:pt x="1962150" y="4124325"/>
                </a:lnTo>
                <a:lnTo>
                  <a:pt x="1857375" y="4124325"/>
                </a:lnTo>
                <a:lnTo>
                  <a:pt x="1857375" y="4133850"/>
                </a:lnTo>
                <a:lnTo>
                  <a:pt x="1838325" y="4133850"/>
                </a:lnTo>
                <a:lnTo>
                  <a:pt x="1838325" y="4124325"/>
                </a:lnTo>
                <a:lnTo>
                  <a:pt x="1819275" y="4124325"/>
                </a:lnTo>
                <a:lnTo>
                  <a:pt x="1819275" y="4133850"/>
                </a:lnTo>
                <a:lnTo>
                  <a:pt x="1590675" y="4133850"/>
                </a:lnTo>
                <a:lnTo>
                  <a:pt x="1590675" y="4124325"/>
                </a:lnTo>
                <a:lnTo>
                  <a:pt x="1133475" y="4124325"/>
                </a:lnTo>
                <a:lnTo>
                  <a:pt x="1133475" y="4114800"/>
                </a:lnTo>
                <a:lnTo>
                  <a:pt x="1143000" y="4114800"/>
                </a:lnTo>
                <a:lnTo>
                  <a:pt x="1143000" y="4105275"/>
                </a:lnTo>
                <a:lnTo>
                  <a:pt x="1162050" y="4105275"/>
                </a:lnTo>
                <a:lnTo>
                  <a:pt x="1162050" y="4095750"/>
                </a:lnTo>
                <a:lnTo>
                  <a:pt x="1181100" y="4095750"/>
                </a:lnTo>
                <a:lnTo>
                  <a:pt x="1181100" y="4105275"/>
                </a:lnTo>
                <a:lnTo>
                  <a:pt x="1704975" y="4105275"/>
                </a:lnTo>
                <a:lnTo>
                  <a:pt x="1704975" y="4095750"/>
                </a:lnTo>
                <a:lnTo>
                  <a:pt x="1838325" y="4095750"/>
                </a:lnTo>
                <a:lnTo>
                  <a:pt x="1838325" y="4086225"/>
                </a:lnTo>
                <a:lnTo>
                  <a:pt x="1876425" y="4086225"/>
                </a:lnTo>
                <a:lnTo>
                  <a:pt x="1876425" y="4076700"/>
                </a:lnTo>
                <a:lnTo>
                  <a:pt x="1895475" y="4076700"/>
                </a:lnTo>
                <a:lnTo>
                  <a:pt x="1895475" y="4067175"/>
                </a:lnTo>
                <a:lnTo>
                  <a:pt x="1905000" y="4067175"/>
                </a:lnTo>
                <a:lnTo>
                  <a:pt x="1905000" y="4048125"/>
                </a:lnTo>
                <a:lnTo>
                  <a:pt x="1895475" y="4048125"/>
                </a:lnTo>
                <a:lnTo>
                  <a:pt x="1895475" y="3990975"/>
                </a:lnTo>
                <a:lnTo>
                  <a:pt x="1914525" y="3990975"/>
                </a:lnTo>
                <a:lnTo>
                  <a:pt x="1914525" y="3981450"/>
                </a:lnTo>
                <a:lnTo>
                  <a:pt x="1943100" y="3981450"/>
                </a:lnTo>
                <a:lnTo>
                  <a:pt x="1943100" y="3962400"/>
                </a:lnTo>
                <a:lnTo>
                  <a:pt x="1952625" y="3962400"/>
                </a:lnTo>
                <a:lnTo>
                  <a:pt x="1952625" y="3952875"/>
                </a:lnTo>
                <a:lnTo>
                  <a:pt x="1962150" y="3952875"/>
                </a:lnTo>
                <a:lnTo>
                  <a:pt x="1962150" y="3943350"/>
                </a:lnTo>
                <a:lnTo>
                  <a:pt x="1971675" y="3943350"/>
                </a:lnTo>
                <a:close/>
                <a:moveTo>
                  <a:pt x="409575" y="3943350"/>
                </a:moveTo>
                <a:lnTo>
                  <a:pt x="419100" y="3943350"/>
                </a:lnTo>
                <a:lnTo>
                  <a:pt x="419100" y="3952875"/>
                </a:lnTo>
                <a:lnTo>
                  <a:pt x="409575" y="3952875"/>
                </a:lnTo>
                <a:close/>
                <a:moveTo>
                  <a:pt x="1000125" y="3943350"/>
                </a:moveTo>
                <a:lnTo>
                  <a:pt x="1038225" y="3943350"/>
                </a:lnTo>
                <a:lnTo>
                  <a:pt x="1038225" y="3952875"/>
                </a:lnTo>
                <a:lnTo>
                  <a:pt x="1000125" y="3952875"/>
                </a:lnTo>
                <a:close/>
                <a:moveTo>
                  <a:pt x="428625" y="3952875"/>
                </a:moveTo>
                <a:lnTo>
                  <a:pt x="438150" y="3952875"/>
                </a:lnTo>
                <a:lnTo>
                  <a:pt x="438150" y="3962400"/>
                </a:lnTo>
                <a:lnTo>
                  <a:pt x="428625" y="3962400"/>
                </a:lnTo>
                <a:close/>
                <a:moveTo>
                  <a:pt x="866775" y="3952875"/>
                </a:moveTo>
                <a:lnTo>
                  <a:pt x="885825" y="3952875"/>
                </a:lnTo>
                <a:lnTo>
                  <a:pt x="885825" y="3962400"/>
                </a:lnTo>
                <a:lnTo>
                  <a:pt x="866775" y="3962400"/>
                </a:lnTo>
                <a:close/>
                <a:moveTo>
                  <a:pt x="447675" y="3962400"/>
                </a:moveTo>
                <a:lnTo>
                  <a:pt x="457200" y="3962400"/>
                </a:lnTo>
                <a:lnTo>
                  <a:pt x="457200" y="3971925"/>
                </a:lnTo>
                <a:lnTo>
                  <a:pt x="447675" y="3971925"/>
                </a:lnTo>
                <a:close/>
                <a:moveTo>
                  <a:pt x="685800" y="3962400"/>
                </a:moveTo>
                <a:lnTo>
                  <a:pt x="742950" y="3962400"/>
                </a:lnTo>
                <a:lnTo>
                  <a:pt x="742950" y="3971925"/>
                </a:lnTo>
                <a:lnTo>
                  <a:pt x="685800" y="3971925"/>
                </a:lnTo>
                <a:close/>
                <a:moveTo>
                  <a:pt x="495300" y="3971925"/>
                </a:moveTo>
                <a:lnTo>
                  <a:pt x="514350" y="3971925"/>
                </a:lnTo>
                <a:lnTo>
                  <a:pt x="514350" y="3981450"/>
                </a:lnTo>
                <a:lnTo>
                  <a:pt x="495300" y="3981450"/>
                </a:lnTo>
                <a:close/>
                <a:moveTo>
                  <a:pt x="571500" y="3971925"/>
                </a:moveTo>
                <a:lnTo>
                  <a:pt x="590550" y="3971925"/>
                </a:lnTo>
                <a:lnTo>
                  <a:pt x="590550" y="3981450"/>
                </a:lnTo>
                <a:lnTo>
                  <a:pt x="571500" y="3981450"/>
                </a:lnTo>
                <a:close/>
                <a:moveTo>
                  <a:pt x="2628900" y="4019550"/>
                </a:moveTo>
                <a:lnTo>
                  <a:pt x="2705100" y="4019550"/>
                </a:lnTo>
                <a:lnTo>
                  <a:pt x="2705100" y="4029075"/>
                </a:lnTo>
                <a:lnTo>
                  <a:pt x="2628900" y="4029075"/>
                </a:lnTo>
                <a:close/>
                <a:moveTo>
                  <a:pt x="2714625" y="4029075"/>
                </a:moveTo>
                <a:lnTo>
                  <a:pt x="2781300" y="4029075"/>
                </a:lnTo>
                <a:lnTo>
                  <a:pt x="2781300" y="4038600"/>
                </a:lnTo>
                <a:lnTo>
                  <a:pt x="2714625" y="4038600"/>
                </a:lnTo>
                <a:close/>
                <a:moveTo>
                  <a:pt x="2790825" y="4038600"/>
                </a:moveTo>
                <a:lnTo>
                  <a:pt x="2857500" y="4038600"/>
                </a:lnTo>
                <a:lnTo>
                  <a:pt x="2857500" y="4048125"/>
                </a:lnTo>
                <a:lnTo>
                  <a:pt x="2790825" y="4048125"/>
                </a:lnTo>
                <a:close/>
                <a:moveTo>
                  <a:pt x="2867025" y="4048125"/>
                </a:moveTo>
                <a:lnTo>
                  <a:pt x="2933700" y="4048125"/>
                </a:lnTo>
                <a:lnTo>
                  <a:pt x="2933700" y="4057650"/>
                </a:lnTo>
                <a:lnTo>
                  <a:pt x="2867025" y="4057650"/>
                </a:lnTo>
                <a:close/>
                <a:moveTo>
                  <a:pt x="1123950" y="4124325"/>
                </a:moveTo>
                <a:lnTo>
                  <a:pt x="1133475" y="4124325"/>
                </a:lnTo>
                <a:lnTo>
                  <a:pt x="1133475" y="4133850"/>
                </a:lnTo>
                <a:lnTo>
                  <a:pt x="1123950" y="4133850"/>
                </a:lnTo>
                <a:close/>
                <a:moveTo>
                  <a:pt x="1114425" y="4133850"/>
                </a:moveTo>
                <a:lnTo>
                  <a:pt x="1123950" y="4133850"/>
                </a:lnTo>
                <a:lnTo>
                  <a:pt x="1123950" y="4143375"/>
                </a:lnTo>
                <a:lnTo>
                  <a:pt x="1114425" y="4143375"/>
                </a:lnTo>
                <a:close/>
                <a:moveTo>
                  <a:pt x="1104900" y="4143375"/>
                </a:moveTo>
                <a:lnTo>
                  <a:pt x="1114425" y="4143375"/>
                </a:lnTo>
                <a:lnTo>
                  <a:pt x="1114425" y="4152900"/>
                </a:lnTo>
                <a:lnTo>
                  <a:pt x="1104900" y="4152900"/>
                </a:lnTo>
                <a:close/>
                <a:moveTo>
                  <a:pt x="1095375" y="4152900"/>
                </a:moveTo>
                <a:lnTo>
                  <a:pt x="1104900" y="4152900"/>
                </a:lnTo>
                <a:lnTo>
                  <a:pt x="1104900" y="4162425"/>
                </a:lnTo>
                <a:lnTo>
                  <a:pt x="1095375" y="4162425"/>
                </a:lnTo>
                <a:close/>
                <a:moveTo>
                  <a:pt x="1085850" y="4162425"/>
                </a:moveTo>
                <a:lnTo>
                  <a:pt x="1095375" y="4162425"/>
                </a:lnTo>
                <a:lnTo>
                  <a:pt x="1095375" y="4171950"/>
                </a:lnTo>
                <a:lnTo>
                  <a:pt x="1085850" y="4171950"/>
                </a:lnTo>
                <a:close/>
                <a:moveTo>
                  <a:pt x="1076325" y="4171950"/>
                </a:moveTo>
                <a:lnTo>
                  <a:pt x="1085850" y="4171950"/>
                </a:lnTo>
                <a:lnTo>
                  <a:pt x="1085850" y="4181475"/>
                </a:lnTo>
                <a:lnTo>
                  <a:pt x="1076325" y="4181475"/>
                </a:lnTo>
                <a:close/>
                <a:moveTo>
                  <a:pt x="1066800" y="4181475"/>
                </a:moveTo>
                <a:lnTo>
                  <a:pt x="1076325" y="4181475"/>
                </a:lnTo>
                <a:lnTo>
                  <a:pt x="1076325" y="4191000"/>
                </a:lnTo>
                <a:lnTo>
                  <a:pt x="1066800" y="4191000"/>
                </a:lnTo>
                <a:close/>
                <a:moveTo>
                  <a:pt x="1057275" y="4191000"/>
                </a:moveTo>
                <a:lnTo>
                  <a:pt x="1066800" y="4191000"/>
                </a:lnTo>
                <a:lnTo>
                  <a:pt x="1066800" y="4200525"/>
                </a:lnTo>
                <a:lnTo>
                  <a:pt x="1057275" y="4200525"/>
                </a:lnTo>
                <a:close/>
                <a:moveTo>
                  <a:pt x="1047750" y="4200525"/>
                </a:moveTo>
                <a:lnTo>
                  <a:pt x="1057275" y="4200525"/>
                </a:lnTo>
                <a:lnTo>
                  <a:pt x="1057275" y="4210050"/>
                </a:lnTo>
                <a:lnTo>
                  <a:pt x="1047750" y="4210050"/>
                </a:lnTo>
                <a:close/>
                <a:moveTo>
                  <a:pt x="1038225" y="4210050"/>
                </a:moveTo>
                <a:lnTo>
                  <a:pt x="1047750" y="4210050"/>
                </a:lnTo>
                <a:lnTo>
                  <a:pt x="1047750" y="4219575"/>
                </a:lnTo>
                <a:lnTo>
                  <a:pt x="1038225" y="4219575"/>
                </a:lnTo>
                <a:close/>
                <a:moveTo>
                  <a:pt x="1028700" y="4219575"/>
                </a:moveTo>
                <a:lnTo>
                  <a:pt x="1038225" y="4219575"/>
                </a:lnTo>
                <a:lnTo>
                  <a:pt x="1038225" y="4229100"/>
                </a:lnTo>
                <a:lnTo>
                  <a:pt x="1028700" y="4229100"/>
                </a:lnTo>
                <a:close/>
                <a:moveTo>
                  <a:pt x="1019175" y="4229100"/>
                </a:moveTo>
                <a:lnTo>
                  <a:pt x="1028700" y="4229100"/>
                </a:lnTo>
                <a:lnTo>
                  <a:pt x="1028700" y="4238625"/>
                </a:lnTo>
                <a:lnTo>
                  <a:pt x="1019175" y="4238625"/>
                </a:lnTo>
                <a:close/>
                <a:moveTo>
                  <a:pt x="1009650" y="4238625"/>
                </a:moveTo>
                <a:lnTo>
                  <a:pt x="1019175" y="4238625"/>
                </a:lnTo>
                <a:lnTo>
                  <a:pt x="1019175" y="4248150"/>
                </a:lnTo>
                <a:lnTo>
                  <a:pt x="1009650" y="4248150"/>
                </a:lnTo>
                <a:close/>
                <a:moveTo>
                  <a:pt x="1000125" y="4248150"/>
                </a:moveTo>
                <a:lnTo>
                  <a:pt x="1009650" y="4248150"/>
                </a:lnTo>
                <a:lnTo>
                  <a:pt x="1009650" y="4257675"/>
                </a:lnTo>
                <a:lnTo>
                  <a:pt x="1000125" y="4257675"/>
                </a:lnTo>
                <a:close/>
                <a:moveTo>
                  <a:pt x="990600" y="4257675"/>
                </a:moveTo>
                <a:lnTo>
                  <a:pt x="1000125" y="4257675"/>
                </a:lnTo>
                <a:lnTo>
                  <a:pt x="1000125" y="4267200"/>
                </a:lnTo>
                <a:lnTo>
                  <a:pt x="990600" y="4267200"/>
                </a:lnTo>
                <a:close/>
                <a:moveTo>
                  <a:pt x="981075" y="4267200"/>
                </a:moveTo>
                <a:lnTo>
                  <a:pt x="990600" y="4267200"/>
                </a:lnTo>
                <a:lnTo>
                  <a:pt x="990600" y="4276725"/>
                </a:lnTo>
                <a:lnTo>
                  <a:pt x="981075" y="4276725"/>
                </a:lnTo>
                <a:close/>
                <a:moveTo>
                  <a:pt x="971550" y="4276725"/>
                </a:moveTo>
                <a:lnTo>
                  <a:pt x="981075" y="4276725"/>
                </a:lnTo>
                <a:lnTo>
                  <a:pt x="981075" y="4286250"/>
                </a:lnTo>
                <a:lnTo>
                  <a:pt x="971550" y="4286250"/>
                </a:lnTo>
                <a:close/>
                <a:moveTo>
                  <a:pt x="962025" y="4286250"/>
                </a:moveTo>
                <a:lnTo>
                  <a:pt x="971550" y="4286250"/>
                </a:lnTo>
                <a:lnTo>
                  <a:pt x="971550" y="4295775"/>
                </a:lnTo>
                <a:lnTo>
                  <a:pt x="962025" y="4295775"/>
                </a:lnTo>
                <a:close/>
              </a:path>
            </a:pathLst>
          </a:custGeom>
          <a:solidFill xmlns:a="http://schemas.openxmlformats.org/drawingml/2006/main">
            <a:srgbClr val="C0C9D2"/>
          </a:solidFill>
          <a:ln xmlns:a="http://schemas.openxmlformats.org/drawingml/2006/main" w="0">
            <a:noFill/>
          </a:ln>
        </p:spPr>
      </p:sp>
      <p:sp>
        <p:nvSpPr>
          <p:cNvPr id="24" name="phones vector #969497">
            <a:extLst xmlns:a="http://schemas.openxmlformats.org/drawingml/2006/main">
              <a:ext uri="{FF2B5EF4-FFF2-40B4-BE49-F238E27FC236}">
                <a16:creationId xmlns:a16="http://schemas.microsoft.com/office/drawing/2014/main" id="{DCAF9703-AE25-4BF6-AF6E-F9E244B5032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48500" y="190500"/>
            <a:ext cx="5905500" cy="6619875"/>
          </a:xfrm>
          <a:custGeom xmlns:a="http://schemas.openxmlformats.org/drawingml/2006/main">
            <a:pathLst>
              <a:path w="3838575" h="4295775">
                <a:moveTo>
                  <a:pt x="1438275" y="66675"/>
                </a:moveTo>
                <a:lnTo>
                  <a:pt x="1552575" y="66675"/>
                </a:lnTo>
                <a:lnTo>
                  <a:pt x="1552575" y="76200"/>
                </a:lnTo>
                <a:lnTo>
                  <a:pt x="1581150" y="76200"/>
                </a:lnTo>
                <a:lnTo>
                  <a:pt x="1581150" y="66675"/>
                </a:lnTo>
                <a:lnTo>
                  <a:pt x="1590675" y="66675"/>
                </a:lnTo>
                <a:lnTo>
                  <a:pt x="1590675" y="76200"/>
                </a:lnTo>
                <a:lnTo>
                  <a:pt x="1581150" y="76200"/>
                </a:lnTo>
                <a:lnTo>
                  <a:pt x="1581150" y="85725"/>
                </a:lnTo>
                <a:lnTo>
                  <a:pt x="1533525" y="85725"/>
                </a:lnTo>
                <a:lnTo>
                  <a:pt x="1533525" y="76200"/>
                </a:lnTo>
                <a:lnTo>
                  <a:pt x="1438275" y="76200"/>
                </a:lnTo>
                <a:close/>
                <a:moveTo>
                  <a:pt x="1343025" y="76200"/>
                </a:moveTo>
                <a:lnTo>
                  <a:pt x="1400175" y="76200"/>
                </a:lnTo>
                <a:lnTo>
                  <a:pt x="1400175" y="85725"/>
                </a:lnTo>
                <a:lnTo>
                  <a:pt x="1343025" y="85725"/>
                </a:lnTo>
                <a:close/>
                <a:moveTo>
                  <a:pt x="1257300" y="85725"/>
                </a:moveTo>
                <a:lnTo>
                  <a:pt x="1304925" y="85725"/>
                </a:lnTo>
                <a:lnTo>
                  <a:pt x="1304925" y="95250"/>
                </a:lnTo>
                <a:lnTo>
                  <a:pt x="1257300" y="95250"/>
                </a:lnTo>
                <a:close/>
                <a:moveTo>
                  <a:pt x="1171575" y="95250"/>
                </a:moveTo>
                <a:lnTo>
                  <a:pt x="1209675" y="95250"/>
                </a:lnTo>
                <a:lnTo>
                  <a:pt x="1209675" y="104775"/>
                </a:lnTo>
                <a:lnTo>
                  <a:pt x="1171575" y="104775"/>
                </a:lnTo>
                <a:close/>
                <a:moveTo>
                  <a:pt x="1076325" y="104775"/>
                </a:moveTo>
                <a:lnTo>
                  <a:pt x="1123950" y="104775"/>
                </a:lnTo>
                <a:lnTo>
                  <a:pt x="1123950" y="114300"/>
                </a:lnTo>
                <a:lnTo>
                  <a:pt x="1076325" y="114300"/>
                </a:lnTo>
                <a:close/>
                <a:moveTo>
                  <a:pt x="990600" y="114300"/>
                </a:moveTo>
                <a:lnTo>
                  <a:pt x="1038225" y="114300"/>
                </a:lnTo>
                <a:lnTo>
                  <a:pt x="1038225" y="123825"/>
                </a:lnTo>
                <a:lnTo>
                  <a:pt x="990600" y="123825"/>
                </a:lnTo>
                <a:close/>
                <a:moveTo>
                  <a:pt x="895350" y="123825"/>
                </a:moveTo>
                <a:lnTo>
                  <a:pt x="942975" y="123825"/>
                </a:lnTo>
                <a:lnTo>
                  <a:pt x="942975" y="133350"/>
                </a:lnTo>
                <a:lnTo>
                  <a:pt x="895350" y="133350"/>
                </a:lnTo>
                <a:close/>
                <a:moveTo>
                  <a:pt x="800100" y="133350"/>
                </a:moveTo>
                <a:lnTo>
                  <a:pt x="857250" y="133350"/>
                </a:lnTo>
                <a:lnTo>
                  <a:pt x="857250" y="142875"/>
                </a:lnTo>
                <a:lnTo>
                  <a:pt x="800100" y="142875"/>
                </a:lnTo>
                <a:close/>
                <a:moveTo>
                  <a:pt x="1419225" y="133350"/>
                </a:moveTo>
                <a:lnTo>
                  <a:pt x="1447800" y="133350"/>
                </a:lnTo>
                <a:lnTo>
                  <a:pt x="1447800" y="142875"/>
                </a:lnTo>
                <a:lnTo>
                  <a:pt x="1419225" y="142875"/>
                </a:lnTo>
                <a:close/>
                <a:moveTo>
                  <a:pt x="1495425" y="133350"/>
                </a:moveTo>
                <a:lnTo>
                  <a:pt x="1524000" y="133350"/>
                </a:lnTo>
                <a:lnTo>
                  <a:pt x="1524000" y="142875"/>
                </a:lnTo>
                <a:lnTo>
                  <a:pt x="1495425" y="142875"/>
                </a:lnTo>
                <a:close/>
                <a:moveTo>
                  <a:pt x="723900" y="142875"/>
                </a:moveTo>
                <a:lnTo>
                  <a:pt x="762000" y="142875"/>
                </a:lnTo>
                <a:lnTo>
                  <a:pt x="762000" y="152400"/>
                </a:lnTo>
                <a:lnTo>
                  <a:pt x="723900" y="152400"/>
                </a:lnTo>
                <a:close/>
                <a:moveTo>
                  <a:pt x="1314450" y="142875"/>
                </a:moveTo>
                <a:lnTo>
                  <a:pt x="1352550" y="142875"/>
                </a:lnTo>
                <a:lnTo>
                  <a:pt x="1352550" y="152400"/>
                </a:lnTo>
                <a:lnTo>
                  <a:pt x="1314450" y="152400"/>
                </a:lnTo>
                <a:close/>
                <a:moveTo>
                  <a:pt x="1543050" y="142875"/>
                </a:moveTo>
                <a:lnTo>
                  <a:pt x="1552575" y="142875"/>
                </a:lnTo>
                <a:lnTo>
                  <a:pt x="1552575" y="152400"/>
                </a:lnTo>
                <a:lnTo>
                  <a:pt x="1543050" y="152400"/>
                </a:lnTo>
                <a:close/>
                <a:moveTo>
                  <a:pt x="628650" y="152400"/>
                </a:moveTo>
                <a:lnTo>
                  <a:pt x="685800" y="152400"/>
                </a:lnTo>
                <a:lnTo>
                  <a:pt x="685800" y="161925"/>
                </a:lnTo>
                <a:lnTo>
                  <a:pt x="628650" y="161925"/>
                </a:lnTo>
                <a:close/>
                <a:moveTo>
                  <a:pt x="1228725" y="152400"/>
                </a:moveTo>
                <a:lnTo>
                  <a:pt x="1257300" y="152400"/>
                </a:lnTo>
                <a:lnTo>
                  <a:pt x="1257300" y="161925"/>
                </a:lnTo>
                <a:lnTo>
                  <a:pt x="1228725" y="161925"/>
                </a:lnTo>
                <a:close/>
                <a:moveTo>
                  <a:pt x="542925" y="161925"/>
                </a:moveTo>
                <a:lnTo>
                  <a:pt x="590550" y="161925"/>
                </a:lnTo>
                <a:lnTo>
                  <a:pt x="590550" y="171450"/>
                </a:lnTo>
                <a:lnTo>
                  <a:pt x="542925" y="171450"/>
                </a:lnTo>
                <a:close/>
                <a:moveTo>
                  <a:pt x="1133475" y="161925"/>
                </a:moveTo>
                <a:lnTo>
                  <a:pt x="1162050" y="161925"/>
                </a:lnTo>
                <a:lnTo>
                  <a:pt x="1162050" y="171450"/>
                </a:lnTo>
                <a:lnTo>
                  <a:pt x="1133475" y="171450"/>
                </a:lnTo>
                <a:close/>
                <a:moveTo>
                  <a:pt x="1581150" y="161925"/>
                </a:moveTo>
                <a:lnTo>
                  <a:pt x="1590675" y="161925"/>
                </a:lnTo>
                <a:lnTo>
                  <a:pt x="1590675" y="171450"/>
                </a:lnTo>
                <a:lnTo>
                  <a:pt x="1581150" y="171450"/>
                </a:lnTo>
                <a:close/>
                <a:moveTo>
                  <a:pt x="419100" y="171450"/>
                </a:moveTo>
                <a:lnTo>
                  <a:pt x="495300" y="171450"/>
                </a:lnTo>
                <a:lnTo>
                  <a:pt x="495300" y="180975"/>
                </a:lnTo>
                <a:lnTo>
                  <a:pt x="419100" y="180975"/>
                </a:lnTo>
                <a:close/>
                <a:moveTo>
                  <a:pt x="1057275" y="171450"/>
                </a:moveTo>
                <a:lnTo>
                  <a:pt x="1076325" y="171450"/>
                </a:lnTo>
                <a:lnTo>
                  <a:pt x="1076325" y="180975"/>
                </a:lnTo>
                <a:lnTo>
                  <a:pt x="1057275" y="180975"/>
                </a:lnTo>
                <a:close/>
                <a:moveTo>
                  <a:pt x="361950" y="180975"/>
                </a:moveTo>
                <a:lnTo>
                  <a:pt x="409575" y="180975"/>
                </a:lnTo>
                <a:lnTo>
                  <a:pt x="409575" y="190500"/>
                </a:lnTo>
                <a:lnTo>
                  <a:pt x="361950" y="190500"/>
                </a:lnTo>
                <a:close/>
                <a:moveTo>
                  <a:pt x="962025" y="180975"/>
                </a:moveTo>
                <a:lnTo>
                  <a:pt x="1000125" y="180975"/>
                </a:lnTo>
                <a:lnTo>
                  <a:pt x="1000125" y="190500"/>
                </a:lnTo>
                <a:lnTo>
                  <a:pt x="962025" y="190500"/>
                </a:lnTo>
                <a:close/>
                <a:moveTo>
                  <a:pt x="304800" y="190500"/>
                </a:moveTo>
                <a:lnTo>
                  <a:pt x="333375" y="190500"/>
                </a:lnTo>
                <a:lnTo>
                  <a:pt x="333375" y="200025"/>
                </a:lnTo>
                <a:lnTo>
                  <a:pt x="304800" y="200025"/>
                </a:lnTo>
                <a:close/>
                <a:moveTo>
                  <a:pt x="866775" y="190500"/>
                </a:moveTo>
                <a:lnTo>
                  <a:pt x="895350" y="190500"/>
                </a:lnTo>
                <a:lnTo>
                  <a:pt x="895350" y="200025"/>
                </a:lnTo>
                <a:lnTo>
                  <a:pt x="866775" y="200025"/>
                </a:lnTo>
                <a:close/>
                <a:moveTo>
                  <a:pt x="276225" y="200025"/>
                </a:moveTo>
                <a:lnTo>
                  <a:pt x="295275" y="200025"/>
                </a:lnTo>
                <a:lnTo>
                  <a:pt x="295275" y="209550"/>
                </a:lnTo>
                <a:lnTo>
                  <a:pt x="276225" y="209550"/>
                </a:lnTo>
                <a:close/>
                <a:moveTo>
                  <a:pt x="781050" y="200025"/>
                </a:moveTo>
                <a:lnTo>
                  <a:pt x="809625" y="200025"/>
                </a:lnTo>
                <a:lnTo>
                  <a:pt x="809625" y="209550"/>
                </a:lnTo>
                <a:lnTo>
                  <a:pt x="781050" y="209550"/>
                </a:lnTo>
                <a:close/>
                <a:moveTo>
                  <a:pt x="257175" y="209550"/>
                </a:moveTo>
                <a:lnTo>
                  <a:pt x="266700" y="209550"/>
                </a:lnTo>
                <a:lnTo>
                  <a:pt x="266700" y="219075"/>
                </a:lnTo>
                <a:lnTo>
                  <a:pt x="257175" y="219075"/>
                </a:lnTo>
                <a:close/>
                <a:moveTo>
                  <a:pt x="695325" y="209550"/>
                </a:moveTo>
                <a:lnTo>
                  <a:pt x="714375" y="209550"/>
                </a:lnTo>
                <a:lnTo>
                  <a:pt x="714375" y="219075"/>
                </a:lnTo>
                <a:lnTo>
                  <a:pt x="695325" y="219075"/>
                </a:lnTo>
                <a:close/>
                <a:moveTo>
                  <a:pt x="1628775" y="209550"/>
                </a:moveTo>
                <a:lnTo>
                  <a:pt x="1638300" y="209550"/>
                </a:lnTo>
                <a:lnTo>
                  <a:pt x="1638300" y="219075"/>
                </a:lnTo>
                <a:lnTo>
                  <a:pt x="1628775" y="219075"/>
                </a:lnTo>
                <a:close/>
                <a:moveTo>
                  <a:pt x="238125" y="219075"/>
                </a:moveTo>
                <a:lnTo>
                  <a:pt x="247650" y="219075"/>
                </a:lnTo>
                <a:lnTo>
                  <a:pt x="247650" y="228600"/>
                </a:lnTo>
                <a:lnTo>
                  <a:pt x="238125" y="228600"/>
                </a:lnTo>
                <a:close/>
                <a:moveTo>
                  <a:pt x="609600" y="219075"/>
                </a:moveTo>
                <a:lnTo>
                  <a:pt x="628650" y="219075"/>
                </a:lnTo>
                <a:lnTo>
                  <a:pt x="628650" y="228600"/>
                </a:lnTo>
                <a:lnTo>
                  <a:pt x="609600" y="228600"/>
                </a:lnTo>
                <a:close/>
                <a:moveTo>
                  <a:pt x="1000125" y="219075"/>
                </a:moveTo>
                <a:lnTo>
                  <a:pt x="1019175" y="219075"/>
                </a:lnTo>
                <a:lnTo>
                  <a:pt x="1019175" y="228600"/>
                </a:lnTo>
                <a:lnTo>
                  <a:pt x="1000125" y="228600"/>
                </a:lnTo>
                <a:close/>
                <a:moveTo>
                  <a:pt x="1085850" y="219075"/>
                </a:moveTo>
                <a:lnTo>
                  <a:pt x="1095375" y="219075"/>
                </a:lnTo>
                <a:lnTo>
                  <a:pt x="1095375" y="228600"/>
                </a:lnTo>
                <a:lnTo>
                  <a:pt x="1085850" y="228600"/>
                </a:lnTo>
                <a:close/>
                <a:moveTo>
                  <a:pt x="1524000" y="219075"/>
                </a:moveTo>
                <a:lnTo>
                  <a:pt x="1562100" y="219075"/>
                </a:lnTo>
                <a:lnTo>
                  <a:pt x="1562100" y="228600"/>
                </a:lnTo>
                <a:lnTo>
                  <a:pt x="1524000" y="228600"/>
                </a:lnTo>
                <a:close/>
                <a:moveTo>
                  <a:pt x="219075" y="228600"/>
                </a:moveTo>
                <a:lnTo>
                  <a:pt x="228600" y="228600"/>
                </a:lnTo>
                <a:lnTo>
                  <a:pt x="228600" y="238125"/>
                </a:lnTo>
                <a:lnTo>
                  <a:pt x="219075" y="238125"/>
                </a:lnTo>
                <a:close/>
                <a:moveTo>
                  <a:pt x="514350" y="228600"/>
                </a:moveTo>
                <a:lnTo>
                  <a:pt x="542925" y="228600"/>
                </a:lnTo>
                <a:lnTo>
                  <a:pt x="542925" y="238125"/>
                </a:lnTo>
                <a:lnTo>
                  <a:pt x="514350" y="238125"/>
                </a:lnTo>
                <a:close/>
                <a:moveTo>
                  <a:pt x="914400" y="228600"/>
                </a:moveTo>
                <a:lnTo>
                  <a:pt x="942975" y="228600"/>
                </a:lnTo>
                <a:lnTo>
                  <a:pt x="942975" y="238125"/>
                </a:lnTo>
                <a:lnTo>
                  <a:pt x="914400" y="238125"/>
                </a:lnTo>
                <a:close/>
                <a:moveTo>
                  <a:pt x="1400175" y="228600"/>
                </a:moveTo>
                <a:lnTo>
                  <a:pt x="1409700" y="228600"/>
                </a:lnTo>
                <a:lnTo>
                  <a:pt x="1409700" y="257175"/>
                </a:lnTo>
                <a:lnTo>
                  <a:pt x="1400175" y="257175"/>
                </a:lnTo>
                <a:close/>
                <a:moveTo>
                  <a:pt x="1438275" y="228600"/>
                </a:moveTo>
                <a:lnTo>
                  <a:pt x="1447800" y="228600"/>
                </a:lnTo>
                <a:lnTo>
                  <a:pt x="1447800" y="257175"/>
                </a:lnTo>
                <a:lnTo>
                  <a:pt x="1438275" y="257175"/>
                </a:lnTo>
                <a:close/>
                <a:moveTo>
                  <a:pt x="1562100" y="228600"/>
                </a:moveTo>
                <a:lnTo>
                  <a:pt x="1571625" y="228600"/>
                </a:lnTo>
                <a:lnTo>
                  <a:pt x="1571625" y="247650"/>
                </a:lnTo>
                <a:lnTo>
                  <a:pt x="1562100" y="247650"/>
                </a:lnTo>
                <a:close/>
                <a:moveTo>
                  <a:pt x="438150" y="238125"/>
                </a:moveTo>
                <a:lnTo>
                  <a:pt x="457200" y="238125"/>
                </a:lnTo>
                <a:lnTo>
                  <a:pt x="457200" y="247650"/>
                </a:lnTo>
                <a:lnTo>
                  <a:pt x="438150" y="247650"/>
                </a:lnTo>
                <a:close/>
                <a:moveTo>
                  <a:pt x="819150" y="238125"/>
                </a:moveTo>
                <a:lnTo>
                  <a:pt x="847725" y="238125"/>
                </a:lnTo>
                <a:lnTo>
                  <a:pt x="847725" y="247650"/>
                </a:lnTo>
                <a:lnTo>
                  <a:pt x="819150" y="247650"/>
                </a:lnTo>
                <a:close/>
                <a:moveTo>
                  <a:pt x="1352550" y="238125"/>
                </a:moveTo>
                <a:lnTo>
                  <a:pt x="1362075" y="238125"/>
                </a:lnTo>
                <a:lnTo>
                  <a:pt x="1362075" y="247650"/>
                </a:lnTo>
                <a:lnTo>
                  <a:pt x="1352550" y="247650"/>
                </a:lnTo>
                <a:close/>
                <a:moveTo>
                  <a:pt x="190500" y="247650"/>
                </a:moveTo>
                <a:lnTo>
                  <a:pt x="200025" y="247650"/>
                </a:lnTo>
                <a:lnTo>
                  <a:pt x="200025" y="257175"/>
                </a:lnTo>
                <a:lnTo>
                  <a:pt x="190500" y="257175"/>
                </a:lnTo>
                <a:close/>
                <a:moveTo>
                  <a:pt x="352425" y="247650"/>
                </a:moveTo>
                <a:lnTo>
                  <a:pt x="371475" y="247650"/>
                </a:lnTo>
                <a:lnTo>
                  <a:pt x="371475" y="257175"/>
                </a:lnTo>
                <a:lnTo>
                  <a:pt x="352425" y="257175"/>
                </a:lnTo>
                <a:close/>
                <a:moveTo>
                  <a:pt x="733425" y="247650"/>
                </a:moveTo>
                <a:lnTo>
                  <a:pt x="752475" y="247650"/>
                </a:lnTo>
                <a:lnTo>
                  <a:pt x="752475" y="257175"/>
                </a:lnTo>
                <a:lnTo>
                  <a:pt x="733425" y="257175"/>
                </a:lnTo>
                <a:close/>
                <a:moveTo>
                  <a:pt x="1647825" y="247650"/>
                </a:moveTo>
                <a:lnTo>
                  <a:pt x="1657350" y="247650"/>
                </a:lnTo>
                <a:lnTo>
                  <a:pt x="1657350" y="257175"/>
                </a:lnTo>
                <a:lnTo>
                  <a:pt x="1647825" y="257175"/>
                </a:lnTo>
                <a:close/>
                <a:moveTo>
                  <a:pt x="180975" y="257175"/>
                </a:moveTo>
                <a:lnTo>
                  <a:pt x="190500" y="257175"/>
                </a:lnTo>
                <a:lnTo>
                  <a:pt x="190500" y="266700"/>
                </a:lnTo>
                <a:lnTo>
                  <a:pt x="180975" y="266700"/>
                </a:lnTo>
                <a:close/>
                <a:moveTo>
                  <a:pt x="304800" y="257175"/>
                </a:moveTo>
                <a:lnTo>
                  <a:pt x="314325" y="257175"/>
                </a:lnTo>
                <a:lnTo>
                  <a:pt x="314325" y="266700"/>
                </a:lnTo>
                <a:lnTo>
                  <a:pt x="304800" y="266700"/>
                </a:lnTo>
                <a:close/>
                <a:moveTo>
                  <a:pt x="695325" y="257175"/>
                </a:moveTo>
                <a:lnTo>
                  <a:pt x="704850" y="257175"/>
                </a:lnTo>
                <a:lnTo>
                  <a:pt x="704850" y="266700"/>
                </a:lnTo>
                <a:lnTo>
                  <a:pt x="695325" y="266700"/>
                </a:lnTo>
                <a:close/>
                <a:moveTo>
                  <a:pt x="1323975" y="257175"/>
                </a:moveTo>
                <a:lnTo>
                  <a:pt x="1333500" y="257175"/>
                </a:lnTo>
                <a:lnTo>
                  <a:pt x="1333500" y="266700"/>
                </a:lnTo>
                <a:lnTo>
                  <a:pt x="1323975" y="266700"/>
                </a:lnTo>
                <a:close/>
                <a:moveTo>
                  <a:pt x="1409700" y="257175"/>
                </a:moveTo>
                <a:lnTo>
                  <a:pt x="1419225" y="257175"/>
                </a:lnTo>
                <a:lnTo>
                  <a:pt x="1419225" y="266700"/>
                </a:lnTo>
                <a:lnTo>
                  <a:pt x="1409700" y="266700"/>
                </a:lnTo>
                <a:close/>
                <a:moveTo>
                  <a:pt x="1428750" y="257175"/>
                </a:moveTo>
                <a:lnTo>
                  <a:pt x="1438275" y="257175"/>
                </a:lnTo>
                <a:lnTo>
                  <a:pt x="1438275" y="266700"/>
                </a:lnTo>
                <a:lnTo>
                  <a:pt x="1428750" y="266700"/>
                </a:lnTo>
                <a:close/>
                <a:moveTo>
                  <a:pt x="1514475" y="257175"/>
                </a:moveTo>
                <a:lnTo>
                  <a:pt x="1552575" y="257175"/>
                </a:lnTo>
                <a:lnTo>
                  <a:pt x="1552575" y="266700"/>
                </a:lnTo>
                <a:lnTo>
                  <a:pt x="1514475" y="266700"/>
                </a:lnTo>
                <a:close/>
                <a:moveTo>
                  <a:pt x="171450" y="266700"/>
                </a:moveTo>
                <a:lnTo>
                  <a:pt x="180975" y="266700"/>
                </a:lnTo>
                <a:lnTo>
                  <a:pt x="180975" y="276225"/>
                </a:lnTo>
                <a:lnTo>
                  <a:pt x="171450" y="276225"/>
                </a:lnTo>
                <a:close/>
                <a:moveTo>
                  <a:pt x="1304925" y="266700"/>
                </a:moveTo>
                <a:lnTo>
                  <a:pt x="1314450" y="266700"/>
                </a:lnTo>
                <a:lnTo>
                  <a:pt x="1314450" y="285750"/>
                </a:lnTo>
                <a:lnTo>
                  <a:pt x="1304925" y="285750"/>
                </a:lnTo>
                <a:close/>
                <a:moveTo>
                  <a:pt x="161925" y="276225"/>
                </a:moveTo>
                <a:lnTo>
                  <a:pt x="171450" y="276225"/>
                </a:lnTo>
                <a:lnTo>
                  <a:pt x="171450" y="285750"/>
                </a:lnTo>
                <a:lnTo>
                  <a:pt x="161925" y="285750"/>
                </a:lnTo>
                <a:close/>
                <a:moveTo>
                  <a:pt x="1343025" y="276225"/>
                </a:moveTo>
                <a:lnTo>
                  <a:pt x="1352550" y="276225"/>
                </a:lnTo>
                <a:lnTo>
                  <a:pt x="1352550" y="285750"/>
                </a:lnTo>
                <a:lnTo>
                  <a:pt x="1343025" y="285750"/>
                </a:lnTo>
                <a:close/>
                <a:moveTo>
                  <a:pt x="152400" y="285750"/>
                </a:moveTo>
                <a:lnTo>
                  <a:pt x="161925" y="285750"/>
                </a:lnTo>
                <a:lnTo>
                  <a:pt x="161925" y="295275"/>
                </a:lnTo>
                <a:lnTo>
                  <a:pt x="152400" y="295275"/>
                </a:lnTo>
                <a:close/>
                <a:moveTo>
                  <a:pt x="666750" y="285750"/>
                </a:moveTo>
                <a:lnTo>
                  <a:pt x="676275" y="285750"/>
                </a:lnTo>
                <a:lnTo>
                  <a:pt x="676275" y="295275"/>
                </a:lnTo>
                <a:lnTo>
                  <a:pt x="666750" y="295275"/>
                </a:lnTo>
                <a:close/>
                <a:moveTo>
                  <a:pt x="1657350" y="285750"/>
                </a:moveTo>
                <a:lnTo>
                  <a:pt x="1666875" y="285750"/>
                </a:lnTo>
                <a:lnTo>
                  <a:pt x="1666875" y="295275"/>
                </a:lnTo>
                <a:lnTo>
                  <a:pt x="1657350" y="295275"/>
                </a:lnTo>
                <a:close/>
                <a:moveTo>
                  <a:pt x="142875" y="295275"/>
                </a:moveTo>
                <a:lnTo>
                  <a:pt x="152400" y="295275"/>
                </a:lnTo>
                <a:lnTo>
                  <a:pt x="152400" y="304800"/>
                </a:lnTo>
                <a:lnTo>
                  <a:pt x="142875" y="304800"/>
                </a:lnTo>
                <a:close/>
                <a:moveTo>
                  <a:pt x="219075" y="304800"/>
                </a:moveTo>
                <a:lnTo>
                  <a:pt x="228600" y="304800"/>
                </a:lnTo>
                <a:lnTo>
                  <a:pt x="228600" y="314325"/>
                </a:lnTo>
                <a:lnTo>
                  <a:pt x="219075" y="314325"/>
                </a:lnTo>
                <a:close/>
                <a:moveTo>
                  <a:pt x="1114425" y="304800"/>
                </a:moveTo>
                <a:lnTo>
                  <a:pt x="1123950" y="304800"/>
                </a:lnTo>
                <a:lnTo>
                  <a:pt x="1123950" y="314325"/>
                </a:lnTo>
                <a:lnTo>
                  <a:pt x="1114425" y="314325"/>
                </a:lnTo>
                <a:close/>
                <a:moveTo>
                  <a:pt x="133350" y="314325"/>
                </a:moveTo>
                <a:lnTo>
                  <a:pt x="142875" y="314325"/>
                </a:lnTo>
                <a:lnTo>
                  <a:pt x="142875" y="323850"/>
                </a:lnTo>
                <a:lnTo>
                  <a:pt x="133350" y="323850"/>
                </a:lnTo>
                <a:close/>
                <a:moveTo>
                  <a:pt x="209550" y="314325"/>
                </a:moveTo>
                <a:lnTo>
                  <a:pt x="219075" y="314325"/>
                </a:lnTo>
                <a:lnTo>
                  <a:pt x="219075" y="323850"/>
                </a:lnTo>
                <a:lnTo>
                  <a:pt x="209550" y="323850"/>
                </a:lnTo>
                <a:close/>
                <a:moveTo>
                  <a:pt x="1733550" y="323850"/>
                </a:moveTo>
                <a:lnTo>
                  <a:pt x="1752600" y="323850"/>
                </a:lnTo>
                <a:lnTo>
                  <a:pt x="1752600" y="333375"/>
                </a:lnTo>
                <a:lnTo>
                  <a:pt x="1762125" y="333375"/>
                </a:lnTo>
                <a:lnTo>
                  <a:pt x="1762125" y="361950"/>
                </a:lnTo>
                <a:lnTo>
                  <a:pt x="1771650" y="361950"/>
                </a:lnTo>
                <a:lnTo>
                  <a:pt x="1771650" y="371475"/>
                </a:lnTo>
                <a:lnTo>
                  <a:pt x="1762125" y="371475"/>
                </a:lnTo>
                <a:lnTo>
                  <a:pt x="1762125" y="390525"/>
                </a:lnTo>
                <a:lnTo>
                  <a:pt x="1752600" y="390525"/>
                </a:lnTo>
                <a:lnTo>
                  <a:pt x="1752600" y="381000"/>
                </a:lnTo>
                <a:lnTo>
                  <a:pt x="1743075" y="381000"/>
                </a:lnTo>
                <a:lnTo>
                  <a:pt x="1743075" y="371475"/>
                </a:lnTo>
                <a:lnTo>
                  <a:pt x="1733550" y="371475"/>
                </a:lnTo>
                <a:close/>
                <a:moveTo>
                  <a:pt x="304800" y="333375"/>
                </a:moveTo>
                <a:lnTo>
                  <a:pt x="314325" y="333375"/>
                </a:lnTo>
                <a:lnTo>
                  <a:pt x="314325" y="342900"/>
                </a:lnTo>
                <a:lnTo>
                  <a:pt x="304800" y="342900"/>
                </a:lnTo>
                <a:close/>
                <a:moveTo>
                  <a:pt x="361950" y="333375"/>
                </a:moveTo>
                <a:lnTo>
                  <a:pt x="409575" y="333375"/>
                </a:lnTo>
                <a:lnTo>
                  <a:pt x="409575" y="342900"/>
                </a:lnTo>
                <a:lnTo>
                  <a:pt x="361950" y="342900"/>
                </a:lnTo>
                <a:close/>
                <a:moveTo>
                  <a:pt x="114300" y="342900"/>
                </a:moveTo>
                <a:lnTo>
                  <a:pt x="123825" y="342900"/>
                </a:lnTo>
                <a:lnTo>
                  <a:pt x="123825" y="352425"/>
                </a:lnTo>
                <a:lnTo>
                  <a:pt x="114300" y="352425"/>
                </a:lnTo>
                <a:close/>
                <a:moveTo>
                  <a:pt x="295275" y="342900"/>
                </a:moveTo>
                <a:lnTo>
                  <a:pt x="304800" y="342900"/>
                </a:lnTo>
                <a:lnTo>
                  <a:pt x="304800" y="361950"/>
                </a:lnTo>
                <a:lnTo>
                  <a:pt x="314325" y="361950"/>
                </a:lnTo>
                <a:lnTo>
                  <a:pt x="314325" y="342900"/>
                </a:lnTo>
                <a:lnTo>
                  <a:pt x="333375" y="342900"/>
                </a:lnTo>
                <a:lnTo>
                  <a:pt x="333375" y="361950"/>
                </a:lnTo>
                <a:lnTo>
                  <a:pt x="323850" y="361950"/>
                </a:lnTo>
                <a:lnTo>
                  <a:pt x="323850" y="371475"/>
                </a:lnTo>
                <a:lnTo>
                  <a:pt x="314325" y="371475"/>
                </a:lnTo>
                <a:lnTo>
                  <a:pt x="314325" y="381000"/>
                </a:lnTo>
                <a:lnTo>
                  <a:pt x="304800" y="381000"/>
                </a:lnTo>
                <a:lnTo>
                  <a:pt x="304800" y="371475"/>
                </a:lnTo>
                <a:lnTo>
                  <a:pt x="295275" y="371475"/>
                </a:lnTo>
                <a:close/>
                <a:moveTo>
                  <a:pt x="352425" y="342900"/>
                </a:moveTo>
                <a:lnTo>
                  <a:pt x="361950" y="342900"/>
                </a:lnTo>
                <a:lnTo>
                  <a:pt x="361950" y="352425"/>
                </a:lnTo>
                <a:lnTo>
                  <a:pt x="352425" y="352425"/>
                </a:lnTo>
                <a:close/>
                <a:moveTo>
                  <a:pt x="666750" y="342900"/>
                </a:moveTo>
                <a:lnTo>
                  <a:pt x="676275" y="342900"/>
                </a:lnTo>
                <a:lnTo>
                  <a:pt x="676275" y="352425"/>
                </a:lnTo>
                <a:lnTo>
                  <a:pt x="666750" y="352425"/>
                </a:lnTo>
                <a:close/>
                <a:moveTo>
                  <a:pt x="1000125" y="342900"/>
                </a:moveTo>
                <a:lnTo>
                  <a:pt x="1028700" y="342900"/>
                </a:lnTo>
                <a:lnTo>
                  <a:pt x="1028700" y="352425"/>
                </a:lnTo>
                <a:lnTo>
                  <a:pt x="1000125" y="352425"/>
                </a:lnTo>
                <a:close/>
                <a:moveTo>
                  <a:pt x="180975" y="352425"/>
                </a:moveTo>
                <a:lnTo>
                  <a:pt x="190500" y="352425"/>
                </a:lnTo>
                <a:lnTo>
                  <a:pt x="190500" y="361950"/>
                </a:lnTo>
                <a:lnTo>
                  <a:pt x="180975" y="361950"/>
                </a:lnTo>
                <a:close/>
                <a:moveTo>
                  <a:pt x="361950" y="352425"/>
                </a:moveTo>
                <a:lnTo>
                  <a:pt x="381000" y="352425"/>
                </a:lnTo>
                <a:lnTo>
                  <a:pt x="381000" y="361950"/>
                </a:lnTo>
                <a:lnTo>
                  <a:pt x="361950" y="361950"/>
                </a:lnTo>
                <a:close/>
                <a:moveTo>
                  <a:pt x="676275" y="352425"/>
                </a:moveTo>
                <a:lnTo>
                  <a:pt x="685800" y="352425"/>
                </a:lnTo>
                <a:lnTo>
                  <a:pt x="685800" y="361950"/>
                </a:lnTo>
                <a:lnTo>
                  <a:pt x="676275" y="361950"/>
                </a:lnTo>
                <a:close/>
                <a:moveTo>
                  <a:pt x="914400" y="352425"/>
                </a:moveTo>
                <a:lnTo>
                  <a:pt x="942975" y="352425"/>
                </a:lnTo>
                <a:lnTo>
                  <a:pt x="942975" y="361950"/>
                </a:lnTo>
                <a:lnTo>
                  <a:pt x="914400" y="361950"/>
                </a:lnTo>
                <a:close/>
                <a:moveTo>
                  <a:pt x="685800" y="361950"/>
                </a:moveTo>
                <a:lnTo>
                  <a:pt x="695325" y="361950"/>
                </a:lnTo>
                <a:lnTo>
                  <a:pt x="695325" y="371475"/>
                </a:lnTo>
                <a:lnTo>
                  <a:pt x="685800" y="371475"/>
                </a:lnTo>
                <a:close/>
                <a:moveTo>
                  <a:pt x="828675" y="361950"/>
                </a:moveTo>
                <a:lnTo>
                  <a:pt x="847725" y="361950"/>
                </a:lnTo>
                <a:lnTo>
                  <a:pt x="847725" y="371475"/>
                </a:lnTo>
                <a:lnTo>
                  <a:pt x="828675" y="371475"/>
                </a:lnTo>
                <a:close/>
                <a:moveTo>
                  <a:pt x="1666875" y="361950"/>
                </a:moveTo>
                <a:lnTo>
                  <a:pt x="1676400" y="361950"/>
                </a:lnTo>
                <a:lnTo>
                  <a:pt x="1676400" y="400050"/>
                </a:lnTo>
                <a:lnTo>
                  <a:pt x="1666875" y="400050"/>
                </a:lnTo>
                <a:close/>
                <a:moveTo>
                  <a:pt x="3086100" y="361950"/>
                </a:moveTo>
                <a:lnTo>
                  <a:pt x="3095625" y="361950"/>
                </a:lnTo>
                <a:lnTo>
                  <a:pt x="3095625" y="371475"/>
                </a:lnTo>
                <a:lnTo>
                  <a:pt x="3086100" y="371475"/>
                </a:lnTo>
                <a:close/>
                <a:moveTo>
                  <a:pt x="104775" y="371475"/>
                </a:moveTo>
                <a:lnTo>
                  <a:pt x="114300" y="371475"/>
                </a:lnTo>
                <a:lnTo>
                  <a:pt x="114300" y="381000"/>
                </a:lnTo>
                <a:lnTo>
                  <a:pt x="104775" y="381000"/>
                </a:lnTo>
                <a:close/>
                <a:moveTo>
                  <a:pt x="171450" y="371475"/>
                </a:moveTo>
                <a:lnTo>
                  <a:pt x="180975" y="371475"/>
                </a:lnTo>
                <a:lnTo>
                  <a:pt x="180975" y="381000"/>
                </a:lnTo>
                <a:lnTo>
                  <a:pt x="171450" y="381000"/>
                </a:lnTo>
                <a:close/>
                <a:moveTo>
                  <a:pt x="704850" y="371475"/>
                </a:moveTo>
                <a:lnTo>
                  <a:pt x="714375" y="371475"/>
                </a:lnTo>
                <a:lnTo>
                  <a:pt x="714375" y="381000"/>
                </a:lnTo>
                <a:lnTo>
                  <a:pt x="704850" y="381000"/>
                </a:lnTo>
                <a:close/>
                <a:moveTo>
                  <a:pt x="742950" y="371475"/>
                </a:moveTo>
                <a:lnTo>
                  <a:pt x="762000" y="371475"/>
                </a:lnTo>
                <a:lnTo>
                  <a:pt x="762000" y="381000"/>
                </a:lnTo>
                <a:lnTo>
                  <a:pt x="742950" y="381000"/>
                </a:lnTo>
                <a:close/>
                <a:moveTo>
                  <a:pt x="95250" y="390525"/>
                </a:moveTo>
                <a:lnTo>
                  <a:pt x="104775" y="390525"/>
                </a:lnTo>
                <a:lnTo>
                  <a:pt x="104775" y="419100"/>
                </a:lnTo>
                <a:lnTo>
                  <a:pt x="95250" y="419100"/>
                </a:lnTo>
                <a:close/>
                <a:moveTo>
                  <a:pt x="1504950" y="409575"/>
                </a:moveTo>
                <a:lnTo>
                  <a:pt x="1524000" y="409575"/>
                </a:lnTo>
                <a:lnTo>
                  <a:pt x="1524000" y="419100"/>
                </a:lnTo>
                <a:lnTo>
                  <a:pt x="1543050" y="419100"/>
                </a:lnTo>
                <a:lnTo>
                  <a:pt x="1543050" y="428625"/>
                </a:lnTo>
                <a:lnTo>
                  <a:pt x="1552575" y="428625"/>
                </a:lnTo>
                <a:lnTo>
                  <a:pt x="1552575" y="447675"/>
                </a:lnTo>
                <a:lnTo>
                  <a:pt x="1533525" y="447675"/>
                </a:lnTo>
                <a:lnTo>
                  <a:pt x="1533525" y="438150"/>
                </a:lnTo>
                <a:lnTo>
                  <a:pt x="1524000" y="438150"/>
                </a:lnTo>
                <a:lnTo>
                  <a:pt x="1524000" y="428625"/>
                </a:lnTo>
                <a:lnTo>
                  <a:pt x="1514475" y="428625"/>
                </a:lnTo>
                <a:lnTo>
                  <a:pt x="1514475" y="419100"/>
                </a:lnTo>
                <a:lnTo>
                  <a:pt x="1504950" y="419100"/>
                </a:lnTo>
                <a:close/>
                <a:moveTo>
                  <a:pt x="1743075" y="419100"/>
                </a:moveTo>
                <a:lnTo>
                  <a:pt x="1762125" y="419100"/>
                </a:lnTo>
                <a:lnTo>
                  <a:pt x="1762125" y="428625"/>
                </a:lnTo>
                <a:lnTo>
                  <a:pt x="1771650" y="428625"/>
                </a:lnTo>
                <a:lnTo>
                  <a:pt x="1771650" y="457200"/>
                </a:lnTo>
                <a:lnTo>
                  <a:pt x="1781175" y="457200"/>
                </a:lnTo>
                <a:lnTo>
                  <a:pt x="1781175" y="533400"/>
                </a:lnTo>
                <a:lnTo>
                  <a:pt x="1771650" y="533400"/>
                </a:lnTo>
                <a:lnTo>
                  <a:pt x="1771650" y="542925"/>
                </a:lnTo>
                <a:lnTo>
                  <a:pt x="1781175" y="542925"/>
                </a:lnTo>
                <a:lnTo>
                  <a:pt x="1781175" y="561975"/>
                </a:lnTo>
                <a:lnTo>
                  <a:pt x="1790700" y="561975"/>
                </a:lnTo>
                <a:lnTo>
                  <a:pt x="1790700" y="600075"/>
                </a:lnTo>
                <a:lnTo>
                  <a:pt x="1781175" y="600075"/>
                </a:lnTo>
                <a:lnTo>
                  <a:pt x="1781175" y="647700"/>
                </a:lnTo>
                <a:lnTo>
                  <a:pt x="1771650" y="647700"/>
                </a:lnTo>
                <a:lnTo>
                  <a:pt x="1771650" y="638175"/>
                </a:lnTo>
                <a:lnTo>
                  <a:pt x="1762125" y="638175"/>
                </a:lnTo>
                <a:lnTo>
                  <a:pt x="1762125" y="628650"/>
                </a:lnTo>
                <a:lnTo>
                  <a:pt x="1752600" y="628650"/>
                </a:lnTo>
                <a:lnTo>
                  <a:pt x="1752600" y="514350"/>
                </a:lnTo>
                <a:lnTo>
                  <a:pt x="1743075" y="514350"/>
                </a:lnTo>
                <a:close/>
                <a:moveTo>
                  <a:pt x="1485900" y="428625"/>
                </a:moveTo>
                <a:lnTo>
                  <a:pt x="1495425" y="428625"/>
                </a:lnTo>
                <a:lnTo>
                  <a:pt x="1495425" y="476250"/>
                </a:lnTo>
                <a:lnTo>
                  <a:pt x="1485900" y="476250"/>
                </a:lnTo>
                <a:lnTo>
                  <a:pt x="1485900" y="504825"/>
                </a:lnTo>
                <a:lnTo>
                  <a:pt x="1476375" y="504825"/>
                </a:lnTo>
                <a:lnTo>
                  <a:pt x="1476375" y="438150"/>
                </a:lnTo>
                <a:lnTo>
                  <a:pt x="1485900" y="438150"/>
                </a:lnTo>
                <a:close/>
                <a:moveTo>
                  <a:pt x="2209800" y="428625"/>
                </a:moveTo>
                <a:lnTo>
                  <a:pt x="2219325" y="428625"/>
                </a:lnTo>
                <a:lnTo>
                  <a:pt x="2219325" y="438150"/>
                </a:lnTo>
                <a:lnTo>
                  <a:pt x="2228850" y="438150"/>
                </a:lnTo>
                <a:lnTo>
                  <a:pt x="2228850" y="457200"/>
                </a:lnTo>
                <a:lnTo>
                  <a:pt x="2200275" y="457200"/>
                </a:lnTo>
                <a:lnTo>
                  <a:pt x="2200275" y="447675"/>
                </a:lnTo>
                <a:lnTo>
                  <a:pt x="2209800" y="447675"/>
                </a:lnTo>
                <a:close/>
                <a:moveTo>
                  <a:pt x="85725" y="438150"/>
                </a:moveTo>
                <a:lnTo>
                  <a:pt x="95250" y="438150"/>
                </a:lnTo>
                <a:lnTo>
                  <a:pt x="95250" y="561975"/>
                </a:lnTo>
                <a:lnTo>
                  <a:pt x="85725" y="561975"/>
                </a:lnTo>
                <a:close/>
                <a:moveTo>
                  <a:pt x="152400" y="438150"/>
                </a:moveTo>
                <a:lnTo>
                  <a:pt x="161925" y="438150"/>
                </a:lnTo>
                <a:lnTo>
                  <a:pt x="161925" y="552450"/>
                </a:lnTo>
                <a:lnTo>
                  <a:pt x="152400" y="552450"/>
                </a:lnTo>
                <a:close/>
                <a:moveTo>
                  <a:pt x="2266950" y="438150"/>
                </a:moveTo>
                <a:lnTo>
                  <a:pt x="2286000" y="438150"/>
                </a:lnTo>
                <a:lnTo>
                  <a:pt x="2286000" y="466725"/>
                </a:lnTo>
                <a:lnTo>
                  <a:pt x="2257425" y="466725"/>
                </a:lnTo>
                <a:lnTo>
                  <a:pt x="2257425" y="447675"/>
                </a:lnTo>
                <a:lnTo>
                  <a:pt x="2266950" y="447675"/>
                </a:lnTo>
                <a:close/>
                <a:moveTo>
                  <a:pt x="533400" y="476250"/>
                </a:moveTo>
                <a:lnTo>
                  <a:pt x="561975" y="476250"/>
                </a:lnTo>
                <a:lnTo>
                  <a:pt x="561975" y="485775"/>
                </a:lnTo>
                <a:lnTo>
                  <a:pt x="552450" y="485775"/>
                </a:lnTo>
                <a:lnTo>
                  <a:pt x="552450" y="504825"/>
                </a:lnTo>
                <a:lnTo>
                  <a:pt x="533400" y="504825"/>
                </a:lnTo>
                <a:lnTo>
                  <a:pt x="533400" y="495300"/>
                </a:lnTo>
                <a:lnTo>
                  <a:pt x="514350" y="495300"/>
                </a:lnTo>
                <a:lnTo>
                  <a:pt x="514350" y="485775"/>
                </a:lnTo>
                <a:lnTo>
                  <a:pt x="533400" y="485775"/>
                </a:lnTo>
                <a:close/>
                <a:moveTo>
                  <a:pt x="1495425" y="476250"/>
                </a:moveTo>
                <a:lnTo>
                  <a:pt x="1504950" y="476250"/>
                </a:lnTo>
                <a:lnTo>
                  <a:pt x="1504950" y="485775"/>
                </a:lnTo>
                <a:lnTo>
                  <a:pt x="1495425" y="485775"/>
                </a:lnTo>
                <a:close/>
                <a:moveTo>
                  <a:pt x="1533525" y="476250"/>
                </a:moveTo>
                <a:lnTo>
                  <a:pt x="1543050" y="476250"/>
                </a:lnTo>
                <a:lnTo>
                  <a:pt x="1543050" y="485775"/>
                </a:lnTo>
                <a:lnTo>
                  <a:pt x="1552575" y="485775"/>
                </a:lnTo>
                <a:lnTo>
                  <a:pt x="1552575" y="476250"/>
                </a:lnTo>
                <a:lnTo>
                  <a:pt x="1562100" y="476250"/>
                </a:lnTo>
                <a:lnTo>
                  <a:pt x="1562100" y="485775"/>
                </a:lnTo>
                <a:lnTo>
                  <a:pt x="1552575" y="485775"/>
                </a:lnTo>
                <a:lnTo>
                  <a:pt x="1552575" y="495300"/>
                </a:lnTo>
                <a:lnTo>
                  <a:pt x="1524000" y="495300"/>
                </a:lnTo>
                <a:lnTo>
                  <a:pt x="1524000" y="485775"/>
                </a:lnTo>
                <a:lnTo>
                  <a:pt x="1533525" y="485775"/>
                </a:lnTo>
                <a:close/>
                <a:moveTo>
                  <a:pt x="438150" y="485775"/>
                </a:moveTo>
                <a:lnTo>
                  <a:pt x="457200" y="485775"/>
                </a:lnTo>
                <a:lnTo>
                  <a:pt x="457200" y="495300"/>
                </a:lnTo>
                <a:lnTo>
                  <a:pt x="438150" y="495300"/>
                </a:lnTo>
                <a:close/>
                <a:moveTo>
                  <a:pt x="476250" y="485775"/>
                </a:moveTo>
                <a:lnTo>
                  <a:pt x="485775" y="485775"/>
                </a:lnTo>
                <a:lnTo>
                  <a:pt x="485775" y="495300"/>
                </a:lnTo>
                <a:lnTo>
                  <a:pt x="476250" y="495300"/>
                </a:lnTo>
                <a:close/>
                <a:moveTo>
                  <a:pt x="361950" y="495300"/>
                </a:moveTo>
                <a:lnTo>
                  <a:pt x="371475" y="495300"/>
                </a:lnTo>
                <a:lnTo>
                  <a:pt x="371475" y="514350"/>
                </a:lnTo>
                <a:lnTo>
                  <a:pt x="361950" y="514350"/>
                </a:lnTo>
                <a:close/>
                <a:moveTo>
                  <a:pt x="485775" y="495300"/>
                </a:moveTo>
                <a:lnTo>
                  <a:pt x="495300" y="495300"/>
                </a:lnTo>
                <a:lnTo>
                  <a:pt x="495300" y="504825"/>
                </a:lnTo>
                <a:lnTo>
                  <a:pt x="504825" y="504825"/>
                </a:lnTo>
                <a:lnTo>
                  <a:pt x="504825" y="495300"/>
                </a:lnTo>
                <a:lnTo>
                  <a:pt x="514350" y="495300"/>
                </a:lnTo>
                <a:lnTo>
                  <a:pt x="514350" y="504825"/>
                </a:lnTo>
                <a:lnTo>
                  <a:pt x="504825" y="504825"/>
                </a:lnTo>
                <a:lnTo>
                  <a:pt x="504825" y="542925"/>
                </a:lnTo>
                <a:lnTo>
                  <a:pt x="514350" y="542925"/>
                </a:lnTo>
                <a:lnTo>
                  <a:pt x="514350" y="552450"/>
                </a:lnTo>
                <a:lnTo>
                  <a:pt x="523875" y="552450"/>
                </a:lnTo>
                <a:lnTo>
                  <a:pt x="523875" y="561975"/>
                </a:lnTo>
                <a:lnTo>
                  <a:pt x="495300" y="561975"/>
                </a:lnTo>
                <a:lnTo>
                  <a:pt x="495300" y="542925"/>
                </a:lnTo>
                <a:lnTo>
                  <a:pt x="485775" y="542925"/>
                </a:lnTo>
                <a:close/>
                <a:moveTo>
                  <a:pt x="1676400" y="495300"/>
                </a:moveTo>
                <a:lnTo>
                  <a:pt x="1685925" y="495300"/>
                </a:lnTo>
                <a:lnTo>
                  <a:pt x="1685925" y="523875"/>
                </a:lnTo>
                <a:lnTo>
                  <a:pt x="1676400" y="523875"/>
                </a:lnTo>
                <a:close/>
                <a:moveTo>
                  <a:pt x="457200" y="504825"/>
                </a:moveTo>
                <a:lnTo>
                  <a:pt x="466725" y="504825"/>
                </a:lnTo>
                <a:lnTo>
                  <a:pt x="466725" y="523875"/>
                </a:lnTo>
                <a:lnTo>
                  <a:pt x="457200" y="523875"/>
                </a:lnTo>
                <a:close/>
                <a:moveTo>
                  <a:pt x="523875" y="504825"/>
                </a:moveTo>
                <a:lnTo>
                  <a:pt x="533400" y="504825"/>
                </a:lnTo>
                <a:lnTo>
                  <a:pt x="533400" y="514350"/>
                </a:lnTo>
                <a:lnTo>
                  <a:pt x="523875" y="514350"/>
                </a:lnTo>
                <a:close/>
                <a:moveTo>
                  <a:pt x="1504950" y="504825"/>
                </a:moveTo>
                <a:lnTo>
                  <a:pt x="1514475" y="504825"/>
                </a:lnTo>
                <a:lnTo>
                  <a:pt x="1514475" y="514350"/>
                </a:lnTo>
                <a:lnTo>
                  <a:pt x="1504950" y="514350"/>
                </a:lnTo>
                <a:close/>
                <a:moveTo>
                  <a:pt x="419100" y="514350"/>
                </a:moveTo>
                <a:lnTo>
                  <a:pt x="428625" y="514350"/>
                </a:lnTo>
                <a:lnTo>
                  <a:pt x="428625" y="523875"/>
                </a:lnTo>
                <a:lnTo>
                  <a:pt x="419100" y="523875"/>
                </a:lnTo>
                <a:close/>
                <a:moveTo>
                  <a:pt x="428625" y="533400"/>
                </a:moveTo>
                <a:lnTo>
                  <a:pt x="438150" y="533400"/>
                </a:lnTo>
                <a:lnTo>
                  <a:pt x="438150" y="571500"/>
                </a:lnTo>
                <a:lnTo>
                  <a:pt x="428625" y="571500"/>
                </a:lnTo>
                <a:close/>
                <a:moveTo>
                  <a:pt x="523875" y="533400"/>
                </a:moveTo>
                <a:lnTo>
                  <a:pt x="533400" y="533400"/>
                </a:lnTo>
                <a:lnTo>
                  <a:pt x="533400" y="542925"/>
                </a:lnTo>
                <a:lnTo>
                  <a:pt x="523875" y="542925"/>
                </a:lnTo>
                <a:close/>
                <a:moveTo>
                  <a:pt x="3371850" y="533400"/>
                </a:moveTo>
                <a:lnTo>
                  <a:pt x="3400425" y="533400"/>
                </a:lnTo>
                <a:lnTo>
                  <a:pt x="3400425" y="542925"/>
                </a:lnTo>
                <a:lnTo>
                  <a:pt x="3409950" y="542925"/>
                </a:lnTo>
                <a:lnTo>
                  <a:pt x="3409950" y="561975"/>
                </a:lnTo>
                <a:lnTo>
                  <a:pt x="3400425" y="561975"/>
                </a:lnTo>
                <a:lnTo>
                  <a:pt x="3400425" y="571500"/>
                </a:lnTo>
                <a:lnTo>
                  <a:pt x="3371850" y="571500"/>
                </a:lnTo>
                <a:close/>
                <a:moveTo>
                  <a:pt x="400050" y="542925"/>
                </a:moveTo>
                <a:lnTo>
                  <a:pt x="409575" y="542925"/>
                </a:lnTo>
                <a:lnTo>
                  <a:pt x="409575" y="571500"/>
                </a:lnTo>
                <a:lnTo>
                  <a:pt x="400050" y="571500"/>
                </a:lnTo>
                <a:lnTo>
                  <a:pt x="400050" y="581025"/>
                </a:lnTo>
                <a:lnTo>
                  <a:pt x="390525" y="581025"/>
                </a:lnTo>
                <a:lnTo>
                  <a:pt x="390525" y="571500"/>
                </a:lnTo>
                <a:lnTo>
                  <a:pt x="381000" y="571500"/>
                </a:lnTo>
                <a:lnTo>
                  <a:pt x="381000" y="561975"/>
                </a:lnTo>
                <a:lnTo>
                  <a:pt x="400050" y="561975"/>
                </a:lnTo>
                <a:close/>
                <a:moveTo>
                  <a:pt x="457200" y="542925"/>
                </a:moveTo>
                <a:lnTo>
                  <a:pt x="476250" y="542925"/>
                </a:lnTo>
                <a:lnTo>
                  <a:pt x="476250" y="581025"/>
                </a:lnTo>
                <a:lnTo>
                  <a:pt x="438150" y="581025"/>
                </a:lnTo>
                <a:lnTo>
                  <a:pt x="438150" y="571500"/>
                </a:lnTo>
                <a:lnTo>
                  <a:pt x="457200" y="571500"/>
                </a:lnTo>
                <a:close/>
                <a:moveTo>
                  <a:pt x="533400" y="542925"/>
                </a:moveTo>
                <a:lnTo>
                  <a:pt x="542925" y="542925"/>
                </a:lnTo>
                <a:lnTo>
                  <a:pt x="542925" y="552450"/>
                </a:lnTo>
                <a:lnTo>
                  <a:pt x="533400" y="552450"/>
                </a:lnTo>
                <a:close/>
                <a:moveTo>
                  <a:pt x="552450" y="542925"/>
                </a:moveTo>
                <a:lnTo>
                  <a:pt x="571500" y="542925"/>
                </a:lnTo>
                <a:lnTo>
                  <a:pt x="571500" y="552450"/>
                </a:lnTo>
                <a:lnTo>
                  <a:pt x="552450" y="552450"/>
                </a:lnTo>
                <a:close/>
                <a:moveTo>
                  <a:pt x="3314700" y="542925"/>
                </a:moveTo>
                <a:lnTo>
                  <a:pt x="3324225" y="542925"/>
                </a:lnTo>
                <a:lnTo>
                  <a:pt x="3324225" y="552450"/>
                </a:lnTo>
                <a:lnTo>
                  <a:pt x="3333750" y="552450"/>
                </a:lnTo>
                <a:lnTo>
                  <a:pt x="3333750" y="561975"/>
                </a:lnTo>
                <a:lnTo>
                  <a:pt x="3324225" y="561975"/>
                </a:lnTo>
                <a:lnTo>
                  <a:pt x="3324225" y="571500"/>
                </a:lnTo>
                <a:lnTo>
                  <a:pt x="3276600" y="571500"/>
                </a:lnTo>
                <a:lnTo>
                  <a:pt x="3276600" y="552450"/>
                </a:lnTo>
                <a:lnTo>
                  <a:pt x="3314700" y="552450"/>
                </a:lnTo>
                <a:close/>
                <a:moveTo>
                  <a:pt x="3457575" y="552450"/>
                </a:moveTo>
                <a:lnTo>
                  <a:pt x="3467100" y="552450"/>
                </a:lnTo>
                <a:lnTo>
                  <a:pt x="3467100" y="561975"/>
                </a:lnTo>
                <a:lnTo>
                  <a:pt x="3457575" y="561975"/>
                </a:lnTo>
                <a:close/>
                <a:moveTo>
                  <a:pt x="3505200" y="552450"/>
                </a:moveTo>
                <a:lnTo>
                  <a:pt x="3533775" y="552450"/>
                </a:lnTo>
                <a:lnTo>
                  <a:pt x="3533775" y="571500"/>
                </a:lnTo>
                <a:lnTo>
                  <a:pt x="3524250" y="571500"/>
                </a:lnTo>
                <a:lnTo>
                  <a:pt x="3524250" y="561975"/>
                </a:lnTo>
                <a:lnTo>
                  <a:pt x="3505200" y="561975"/>
                </a:lnTo>
                <a:close/>
                <a:moveTo>
                  <a:pt x="485775" y="561975"/>
                </a:moveTo>
                <a:lnTo>
                  <a:pt x="495300" y="561975"/>
                </a:lnTo>
                <a:lnTo>
                  <a:pt x="495300" y="571500"/>
                </a:lnTo>
                <a:lnTo>
                  <a:pt x="485775" y="571500"/>
                </a:lnTo>
                <a:close/>
                <a:moveTo>
                  <a:pt x="523875" y="561975"/>
                </a:moveTo>
                <a:lnTo>
                  <a:pt x="533400" y="561975"/>
                </a:lnTo>
                <a:lnTo>
                  <a:pt x="533400" y="571500"/>
                </a:lnTo>
                <a:lnTo>
                  <a:pt x="523875" y="571500"/>
                </a:lnTo>
                <a:close/>
                <a:moveTo>
                  <a:pt x="3448050" y="561975"/>
                </a:moveTo>
                <a:lnTo>
                  <a:pt x="3457575" y="561975"/>
                </a:lnTo>
                <a:lnTo>
                  <a:pt x="3457575" y="571500"/>
                </a:lnTo>
                <a:lnTo>
                  <a:pt x="3467100" y="571500"/>
                </a:lnTo>
                <a:lnTo>
                  <a:pt x="3467100" y="581025"/>
                </a:lnTo>
                <a:lnTo>
                  <a:pt x="3486150" y="581025"/>
                </a:lnTo>
                <a:lnTo>
                  <a:pt x="3486150" y="590550"/>
                </a:lnTo>
                <a:lnTo>
                  <a:pt x="3457575" y="590550"/>
                </a:lnTo>
                <a:lnTo>
                  <a:pt x="3457575" y="581025"/>
                </a:lnTo>
                <a:lnTo>
                  <a:pt x="3448050" y="581025"/>
                </a:lnTo>
                <a:close/>
                <a:moveTo>
                  <a:pt x="85725" y="581025"/>
                </a:moveTo>
                <a:lnTo>
                  <a:pt x="95250" y="581025"/>
                </a:lnTo>
                <a:lnTo>
                  <a:pt x="95250" y="619125"/>
                </a:lnTo>
                <a:lnTo>
                  <a:pt x="85725" y="619125"/>
                </a:lnTo>
                <a:close/>
                <a:moveTo>
                  <a:pt x="2238375" y="600075"/>
                </a:moveTo>
                <a:lnTo>
                  <a:pt x="2266950" y="600075"/>
                </a:lnTo>
                <a:lnTo>
                  <a:pt x="2266950" y="609600"/>
                </a:lnTo>
                <a:lnTo>
                  <a:pt x="2247900" y="609600"/>
                </a:lnTo>
                <a:lnTo>
                  <a:pt x="2247900" y="628650"/>
                </a:lnTo>
                <a:lnTo>
                  <a:pt x="2238375" y="628650"/>
                </a:lnTo>
                <a:close/>
                <a:moveTo>
                  <a:pt x="1685925" y="609600"/>
                </a:moveTo>
                <a:lnTo>
                  <a:pt x="1695450" y="609600"/>
                </a:lnTo>
                <a:lnTo>
                  <a:pt x="1695450" y="657225"/>
                </a:lnTo>
                <a:lnTo>
                  <a:pt x="1685925" y="657225"/>
                </a:lnTo>
                <a:close/>
                <a:moveTo>
                  <a:pt x="2286000" y="609600"/>
                </a:moveTo>
                <a:lnTo>
                  <a:pt x="2343150" y="609600"/>
                </a:lnTo>
                <a:lnTo>
                  <a:pt x="2343150" y="619125"/>
                </a:lnTo>
                <a:lnTo>
                  <a:pt x="2362200" y="619125"/>
                </a:lnTo>
                <a:lnTo>
                  <a:pt x="2362200" y="628650"/>
                </a:lnTo>
                <a:lnTo>
                  <a:pt x="2343150" y="628650"/>
                </a:lnTo>
                <a:lnTo>
                  <a:pt x="2343150" y="647700"/>
                </a:lnTo>
                <a:lnTo>
                  <a:pt x="2333625" y="647700"/>
                </a:lnTo>
                <a:lnTo>
                  <a:pt x="2333625" y="619125"/>
                </a:lnTo>
                <a:lnTo>
                  <a:pt x="2305050" y="619125"/>
                </a:lnTo>
                <a:lnTo>
                  <a:pt x="2305050" y="628650"/>
                </a:lnTo>
                <a:lnTo>
                  <a:pt x="2286000" y="628650"/>
                </a:lnTo>
                <a:close/>
                <a:moveTo>
                  <a:pt x="3676650" y="609600"/>
                </a:moveTo>
                <a:lnTo>
                  <a:pt x="3695700" y="609600"/>
                </a:lnTo>
                <a:lnTo>
                  <a:pt x="3695700" y="695325"/>
                </a:lnTo>
                <a:lnTo>
                  <a:pt x="3705225" y="695325"/>
                </a:lnTo>
                <a:lnTo>
                  <a:pt x="3705225" y="781050"/>
                </a:lnTo>
                <a:lnTo>
                  <a:pt x="3686175" y="781050"/>
                </a:lnTo>
                <a:lnTo>
                  <a:pt x="3686175" y="771525"/>
                </a:lnTo>
                <a:lnTo>
                  <a:pt x="3676650" y="771525"/>
                </a:lnTo>
                <a:close/>
                <a:moveTo>
                  <a:pt x="2400300" y="619125"/>
                </a:moveTo>
                <a:lnTo>
                  <a:pt x="2409825" y="619125"/>
                </a:lnTo>
                <a:lnTo>
                  <a:pt x="2409825" y="628650"/>
                </a:lnTo>
                <a:lnTo>
                  <a:pt x="2400300" y="628650"/>
                </a:lnTo>
                <a:close/>
                <a:moveTo>
                  <a:pt x="2428875" y="619125"/>
                </a:moveTo>
                <a:lnTo>
                  <a:pt x="2438400" y="619125"/>
                </a:lnTo>
                <a:lnTo>
                  <a:pt x="2438400" y="628650"/>
                </a:lnTo>
                <a:lnTo>
                  <a:pt x="2428875" y="628650"/>
                </a:lnTo>
                <a:close/>
                <a:moveTo>
                  <a:pt x="2390775" y="628650"/>
                </a:moveTo>
                <a:lnTo>
                  <a:pt x="2400300" y="628650"/>
                </a:lnTo>
                <a:lnTo>
                  <a:pt x="2400300" y="638175"/>
                </a:lnTo>
                <a:lnTo>
                  <a:pt x="2390775" y="638175"/>
                </a:lnTo>
                <a:close/>
                <a:moveTo>
                  <a:pt x="2438400" y="628650"/>
                </a:moveTo>
                <a:lnTo>
                  <a:pt x="2447925" y="628650"/>
                </a:lnTo>
                <a:lnTo>
                  <a:pt x="2447925" y="647700"/>
                </a:lnTo>
                <a:lnTo>
                  <a:pt x="2428875" y="647700"/>
                </a:lnTo>
                <a:lnTo>
                  <a:pt x="2428875" y="638175"/>
                </a:lnTo>
                <a:lnTo>
                  <a:pt x="2438400" y="638175"/>
                </a:lnTo>
                <a:close/>
                <a:moveTo>
                  <a:pt x="2362200" y="647700"/>
                </a:moveTo>
                <a:lnTo>
                  <a:pt x="2381250" y="647700"/>
                </a:lnTo>
                <a:lnTo>
                  <a:pt x="2381250" y="657225"/>
                </a:lnTo>
                <a:lnTo>
                  <a:pt x="2400300" y="657225"/>
                </a:lnTo>
                <a:lnTo>
                  <a:pt x="2400300" y="676275"/>
                </a:lnTo>
                <a:lnTo>
                  <a:pt x="2381250" y="676275"/>
                </a:lnTo>
                <a:lnTo>
                  <a:pt x="2381250" y="695325"/>
                </a:lnTo>
                <a:lnTo>
                  <a:pt x="2371725" y="695325"/>
                </a:lnTo>
                <a:lnTo>
                  <a:pt x="2371725" y="685800"/>
                </a:lnTo>
                <a:lnTo>
                  <a:pt x="2362200" y="685800"/>
                </a:lnTo>
                <a:close/>
                <a:moveTo>
                  <a:pt x="2295525" y="657225"/>
                </a:moveTo>
                <a:lnTo>
                  <a:pt x="2305050" y="657225"/>
                </a:lnTo>
                <a:lnTo>
                  <a:pt x="2305050" y="676275"/>
                </a:lnTo>
                <a:lnTo>
                  <a:pt x="2295525" y="676275"/>
                </a:lnTo>
                <a:close/>
                <a:moveTo>
                  <a:pt x="2324100" y="666750"/>
                </a:moveTo>
                <a:lnTo>
                  <a:pt x="2343150" y="666750"/>
                </a:lnTo>
                <a:lnTo>
                  <a:pt x="2343150" y="685800"/>
                </a:lnTo>
                <a:lnTo>
                  <a:pt x="2324100" y="685800"/>
                </a:lnTo>
                <a:close/>
                <a:moveTo>
                  <a:pt x="95250" y="676275"/>
                </a:moveTo>
                <a:lnTo>
                  <a:pt x="104775" y="676275"/>
                </a:lnTo>
                <a:lnTo>
                  <a:pt x="104775" y="828675"/>
                </a:lnTo>
                <a:lnTo>
                  <a:pt x="95250" y="828675"/>
                </a:lnTo>
                <a:close/>
                <a:moveTo>
                  <a:pt x="2295525" y="685800"/>
                </a:moveTo>
                <a:lnTo>
                  <a:pt x="2305050" y="685800"/>
                </a:lnTo>
                <a:lnTo>
                  <a:pt x="2305050" y="695325"/>
                </a:lnTo>
                <a:lnTo>
                  <a:pt x="2295525" y="695325"/>
                </a:lnTo>
                <a:close/>
                <a:moveTo>
                  <a:pt x="2352675" y="685800"/>
                </a:moveTo>
                <a:lnTo>
                  <a:pt x="2362200" y="685800"/>
                </a:lnTo>
                <a:lnTo>
                  <a:pt x="2362200" y="695325"/>
                </a:lnTo>
                <a:lnTo>
                  <a:pt x="2352675" y="695325"/>
                </a:lnTo>
                <a:close/>
                <a:moveTo>
                  <a:pt x="2305050" y="695325"/>
                </a:moveTo>
                <a:lnTo>
                  <a:pt x="2324100" y="695325"/>
                </a:lnTo>
                <a:lnTo>
                  <a:pt x="2324100" y="704850"/>
                </a:lnTo>
                <a:lnTo>
                  <a:pt x="2305050" y="704850"/>
                </a:lnTo>
                <a:close/>
                <a:moveTo>
                  <a:pt x="2438400" y="695325"/>
                </a:moveTo>
                <a:lnTo>
                  <a:pt x="2447925" y="695325"/>
                </a:lnTo>
                <a:lnTo>
                  <a:pt x="2447925" y="704850"/>
                </a:lnTo>
                <a:lnTo>
                  <a:pt x="2438400" y="704850"/>
                </a:lnTo>
                <a:close/>
                <a:moveTo>
                  <a:pt x="2428875" y="704850"/>
                </a:moveTo>
                <a:lnTo>
                  <a:pt x="2438400" y="704850"/>
                </a:lnTo>
                <a:lnTo>
                  <a:pt x="2438400" y="714375"/>
                </a:lnTo>
                <a:lnTo>
                  <a:pt x="2428875" y="714375"/>
                </a:lnTo>
                <a:close/>
                <a:moveTo>
                  <a:pt x="161925" y="714375"/>
                </a:moveTo>
                <a:lnTo>
                  <a:pt x="171450" y="714375"/>
                </a:lnTo>
                <a:lnTo>
                  <a:pt x="171450" y="781050"/>
                </a:lnTo>
                <a:lnTo>
                  <a:pt x="161925" y="781050"/>
                </a:lnTo>
                <a:close/>
                <a:moveTo>
                  <a:pt x="447675" y="714375"/>
                </a:moveTo>
                <a:lnTo>
                  <a:pt x="466725" y="714375"/>
                </a:lnTo>
                <a:lnTo>
                  <a:pt x="466725" y="723900"/>
                </a:lnTo>
                <a:lnTo>
                  <a:pt x="447675" y="723900"/>
                </a:lnTo>
                <a:close/>
                <a:moveTo>
                  <a:pt x="295275" y="723900"/>
                </a:moveTo>
                <a:lnTo>
                  <a:pt x="304800" y="723900"/>
                </a:lnTo>
                <a:lnTo>
                  <a:pt x="304800" y="733425"/>
                </a:lnTo>
                <a:lnTo>
                  <a:pt x="314325" y="733425"/>
                </a:lnTo>
                <a:lnTo>
                  <a:pt x="314325" y="742950"/>
                </a:lnTo>
                <a:lnTo>
                  <a:pt x="323850" y="742950"/>
                </a:lnTo>
                <a:lnTo>
                  <a:pt x="323850" y="752475"/>
                </a:lnTo>
                <a:lnTo>
                  <a:pt x="333375" y="752475"/>
                </a:lnTo>
                <a:lnTo>
                  <a:pt x="333375" y="742950"/>
                </a:lnTo>
                <a:lnTo>
                  <a:pt x="342900" y="742950"/>
                </a:lnTo>
                <a:lnTo>
                  <a:pt x="342900" y="752475"/>
                </a:lnTo>
                <a:lnTo>
                  <a:pt x="333375" y="752475"/>
                </a:lnTo>
                <a:lnTo>
                  <a:pt x="333375" y="762000"/>
                </a:lnTo>
                <a:lnTo>
                  <a:pt x="342900" y="762000"/>
                </a:lnTo>
                <a:lnTo>
                  <a:pt x="342900" y="781050"/>
                </a:lnTo>
                <a:lnTo>
                  <a:pt x="333375" y="781050"/>
                </a:lnTo>
                <a:lnTo>
                  <a:pt x="333375" y="771525"/>
                </a:lnTo>
                <a:lnTo>
                  <a:pt x="323850" y="771525"/>
                </a:lnTo>
                <a:lnTo>
                  <a:pt x="323850" y="762000"/>
                </a:lnTo>
                <a:lnTo>
                  <a:pt x="314325" y="762000"/>
                </a:lnTo>
                <a:lnTo>
                  <a:pt x="314325" y="752475"/>
                </a:lnTo>
                <a:lnTo>
                  <a:pt x="295275" y="752475"/>
                </a:lnTo>
                <a:lnTo>
                  <a:pt x="295275" y="771525"/>
                </a:lnTo>
                <a:lnTo>
                  <a:pt x="285750" y="771525"/>
                </a:lnTo>
                <a:lnTo>
                  <a:pt x="285750" y="762000"/>
                </a:lnTo>
                <a:lnTo>
                  <a:pt x="276225" y="762000"/>
                </a:lnTo>
                <a:lnTo>
                  <a:pt x="276225" y="752475"/>
                </a:lnTo>
                <a:lnTo>
                  <a:pt x="285750" y="752475"/>
                </a:lnTo>
                <a:lnTo>
                  <a:pt x="285750" y="733425"/>
                </a:lnTo>
                <a:lnTo>
                  <a:pt x="295275" y="733425"/>
                </a:lnTo>
                <a:close/>
                <a:moveTo>
                  <a:pt x="342900" y="723900"/>
                </a:moveTo>
                <a:lnTo>
                  <a:pt x="361950" y="723900"/>
                </a:lnTo>
                <a:lnTo>
                  <a:pt x="361950" y="733425"/>
                </a:lnTo>
                <a:lnTo>
                  <a:pt x="342900" y="733425"/>
                </a:lnTo>
                <a:close/>
                <a:moveTo>
                  <a:pt x="495300" y="723900"/>
                </a:moveTo>
                <a:lnTo>
                  <a:pt x="504825" y="723900"/>
                </a:lnTo>
                <a:lnTo>
                  <a:pt x="504825" y="733425"/>
                </a:lnTo>
                <a:lnTo>
                  <a:pt x="495300" y="733425"/>
                </a:lnTo>
                <a:close/>
                <a:moveTo>
                  <a:pt x="390525" y="733425"/>
                </a:moveTo>
                <a:lnTo>
                  <a:pt x="400050" y="733425"/>
                </a:lnTo>
                <a:lnTo>
                  <a:pt x="400050" y="742950"/>
                </a:lnTo>
                <a:lnTo>
                  <a:pt x="390525" y="742950"/>
                </a:lnTo>
                <a:close/>
                <a:moveTo>
                  <a:pt x="419100" y="733425"/>
                </a:moveTo>
                <a:lnTo>
                  <a:pt x="428625" y="733425"/>
                </a:lnTo>
                <a:lnTo>
                  <a:pt x="428625" y="742950"/>
                </a:lnTo>
                <a:lnTo>
                  <a:pt x="419100" y="742950"/>
                </a:lnTo>
                <a:close/>
                <a:moveTo>
                  <a:pt x="485775" y="733425"/>
                </a:moveTo>
                <a:lnTo>
                  <a:pt x="495300" y="733425"/>
                </a:lnTo>
                <a:lnTo>
                  <a:pt x="495300" y="771525"/>
                </a:lnTo>
                <a:lnTo>
                  <a:pt x="485775" y="771525"/>
                </a:lnTo>
                <a:close/>
                <a:moveTo>
                  <a:pt x="523875" y="733425"/>
                </a:moveTo>
                <a:lnTo>
                  <a:pt x="533400" y="733425"/>
                </a:lnTo>
                <a:lnTo>
                  <a:pt x="533400" y="742950"/>
                </a:lnTo>
                <a:lnTo>
                  <a:pt x="523875" y="742950"/>
                </a:lnTo>
                <a:close/>
                <a:moveTo>
                  <a:pt x="1762125" y="733425"/>
                </a:moveTo>
                <a:lnTo>
                  <a:pt x="1781175" y="733425"/>
                </a:lnTo>
                <a:lnTo>
                  <a:pt x="1781175" y="752475"/>
                </a:lnTo>
                <a:lnTo>
                  <a:pt x="1762125" y="752475"/>
                </a:lnTo>
                <a:close/>
                <a:moveTo>
                  <a:pt x="381000" y="742950"/>
                </a:moveTo>
                <a:lnTo>
                  <a:pt x="390525" y="742950"/>
                </a:lnTo>
                <a:lnTo>
                  <a:pt x="390525" y="762000"/>
                </a:lnTo>
                <a:lnTo>
                  <a:pt x="400050" y="762000"/>
                </a:lnTo>
                <a:lnTo>
                  <a:pt x="400050" y="752475"/>
                </a:lnTo>
                <a:lnTo>
                  <a:pt x="419100" y="752475"/>
                </a:lnTo>
                <a:lnTo>
                  <a:pt x="419100" y="762000"/>
                </a:lnTo>
                <a:lnTo>
                  <a:pt x="400050" y="762000"/>
                </a:lnTo>
                <a:lnTo>
                  <a:pt x="400050" y="771525"/>
                </a:lnTo>
                <a:lnTo>
                  <a:pt x="419100" y="771525"/>
                </a:lnTo>
                <a:lnTo>
                  <a:pt x="419100" y="762000"/>
                </a:lnTo>
                <a:lnTo>
                  <a:pt x="438150" y="762000"/>
                </a:lnTo>
                <a:lnTo>
                  <a:pt x="438150" y="752475"/>
                </a:lnTo>
                <a:lnTo>
                  <a:pt x="428625" y="752475"/>
                </a:lnTo>
                <a:lnTo>
                  <a:pt x="428625" y="742950"/>
                </a:lnTo>
                <a:lnTo>
                  <a:pt x="447675" y="742950"/>
                </a:lnTo>
                <a:lnTo>
                  <a:pt x="447675" y="752475"/>
                </a:lnTo>
                <a:lnTo>
                  <a:pt x="466725" y="752475"/>
                </a:lnTo>
                <a:lnTo>
                  <a:pt x="466725" y="771525"/>
                </a:lnTo>
                <a:lnTo>
                  <a:pt x="485775" y="771525"/>
                </a:lnTo>
                <a:lnTo>
                  <a:pt x="485775" y="781050"/>
                </a:lnTo>
                <a:lnTo>
                  <a:pt x="476250" y="781050"/>
                </a:lnTo>
                <a:lnTo>
                  <a:pt x="476250" y="790575"/>
                </a:lnTo>
                <a:lnTo>
                  <a:pt x="428625" y="790575"/>
                </a:lnTo>
                <a:lnTo>
                  <a:pt x="428625" y="781050"/>
                </a:lnTo>
                <a:lnTo>
                  <a:pt x="419100" y="781050"/>
                </a:lnTo>
                <a:lnTo>
                  <a:pt x="419100" y="790575"/>
                </a:lnTo>
                <a:lnTo>
                  <a:pt x="428625" y="790575"/>
                </a:lnTo>
                <a:lnTo>
                  <a:pt x="428625" y="800100"/>
                </a:lnTo>
                <a:lnTo>
                  <a:pt x="390525" y="800100"/>
                </a:lnTo>
                <a:lnTo>
                  <a:pt x="390525" y="790575"/>
                </a:lnTo>
                <a:lnTo>
                  <a:pt x="381000" y="790575"/>
                </a:lnTo>
                <a:lnTo>
                  <a:pt x="381000" y="781050"/>
                </a:lnTo>
                <a:lnTo>
                  <a:pt x="371475" y="781050"/>
                </a:lnTo>
                <a:lnTo>
                  <a:pt x="371475" y="790575"/>
                </a:lnTo>
                <a:lnTo>
                  <a:pt x="361950" y="790575"/>
                </a:lnTo>
                <a:lnTo>
                  <a:pt x="361950" y="800100"/>
                </a:lnTo>
                <a:lnTo>
                  <a:pt x="342900" y="800100"/>
                </a:lnTo>
                <a:lnTo>
                  <a:pt x="342900" y="781050"/>
                </a:lnTo>
                <a:lnTo>
                  <a:pt x="352425" y="781050"/>
                </a:lnTo>
                <a:lnTo>
                  <a:pt x="352425" y="771525"/>
                </a:lnTo>
                <a:lnTo>
                  <a:pt x="361950" y="771525"/>
                </a:lnTo>
                <a:lnTo>
                  <a:pt x="361950" y="762000"/>
                </a:lnTo>
                <a:lnTo>
                  <a:pt x="381000" y="762000"/>
                </a:lnTo>
                <a:close/>
                <a:moveTo>
                  <a:pt x="533400" y="742950"/>
                </a:moveTo>
                <a:lnTo>
                  <a:pt x="552450" y="742950"/>
                </a:lnTo>
                <a:lnTo>
                  <a:pt x="552450" y="781050"/>
                </a:lnTo>
                <a:lnTo>
                  <a:pt x="542925" y="781050"/>
                </a:lnTo>
                <a:lnTo>
                  <a:pt x="542925" y="771525"/>
                </a:lnTo>
                <a:lnTo>
                  <a:pt x="533400" y="771525"/>
                </a:lnTo>
                <a:lnTo>
                  <a:pt x="533400" y="762000"/>
                </a:lnTo>
                <a:lnTo>
                  <a:pt x="523875" y="762000"/>
                </a:lnTo>
                <a:lnTo>
                  <a:pt x="523875" y="752475"/>
                </a:lnTo>
                <a:lnTo>
                  <a:pt x="533400" y="752475"/>
                </a:lnTo>
                <a:close/>
                <a:moveTo>
                  <a:pt x="1695450" y="742950"/>
                </a:moveTo>
                <a:lnTo>
                  <a:pt x="1704975" y="742950"/>
                </a:lnTo>
                <a:lnTo>
                  <a:pt x="1704975" y="781050"/>
                </a:lnTo>
                <a:lnTo>
                  <a:pt x="1695450" y="781050"/>
                </a:lnTo>
                <a:close/>
                <a:moveTo>
                  <a:pt x="3429000" y="742950"/>
                </a:moveTo>
                <a:lnTo>
                  <a:pt x="3457575" y="742950"/>
                </a:lnTo>
                <a:lnTo>
                  <a:pt x="3457575" y="752475"/>
                </a:lnTo>
                <a:lnTo>
                  <a:pt x="3467100" y="752475"/>
                </a:lnTo>
                <a:lnTo>
                  <a:pt x="3467100" y="771525"/>
                </a:lnTo>
                <a:lnTo>
                  <a:pt x="3457575" y="771525"/>
                </a:lnTo>
                <a:lnTo>
                  <a:pt x="3457575" y="762000"/>
                </a:lnTo>
                <a:lnTo>
                  <a:pt x="3429000" y="762000"/>
                </a:lnTo>
                <a:close/>
                <a:moveTo>
                  <a:pt x="504825" y="752475"/>
                </a:moveTo>
                <a:lnTo>
                  <a:pt x="514350" y="752475"/>
                </a:lnTo>
                <a:lnTo>
                  <a:pt x="514350" y="762000"/>
                </a:lnTo>
                <a:lnTo>
                  <a:pt x="504825" y="762000"/>
                </a:lnTo>
                <a:close/>
                <a:moveTo>
                  <a:pt x="485775" y="781050"/>
                </a:moveTo>
                <a:lnTo>
                  <a:pt x="514350" y="781050"/>
                </a:lnTo>
                <a:lnTo>
                  <a:pt x="514350" y="790575"/>
                </a:lnTo>
                <a:lnTo>
                  <a:pt x="485775" y="790575"/>
                </a:lnTo>
                <a:close/>
                <a:moveTo>
                  <a:pt x="390525" y="790575"/>
                </a:moveTo>
                <a:lnTo>
                  <a:pt x="400050" y="790575"/>
                </a:lnTo>
                <a:lnTo>
                  <a:pt x="400050" y="781050"/>
                </a:lnTo>
                <a:lnTo>
                  <a:pt x="390525" y="781050"/>
                </a:lnTo>
                <a:close/>
                <a:moveTo>
                  <a:pt x="3390900" y="800100"/>
                </a:moveTo>
                <a:lnTo>
                  <a:pt x="3409950" y="800100"/>
                </a:lnTo>
                <a:lnTo>
                  <a:pt x="3409950" y="809625"/>
                </a:lnTo>
                <a:lnTo>
                  <a:pt x="3419475" y="809625"/>
                </a:lnTo>
                <a:lnTo>
                  <a:pt x="3419475" y="819150"/>
                </a:lnTo>
                <a:lnTo>
                  <a:pt x="3438525" y="819150"/>
                </a:lnTo>
                <a:lnTo>
                  <a:pt x="3438525" y="828675"/>
                </a:lnTo>
                <a:lnTo>
                  <a:pt x="3429000" y="828675"/>
                </a:lnTo>
                <a:lnTo>
                  <a:pt x="3429000" y="838200"/>
                </a:lnTo>
                <a:lnTo>
                  <a:pt x="3419475" y="838200"/>
                </a:lnTo>
                <a:lnTo>
                  <a:pt x="3419475" y="828675"/>
                </a:lnTo>
                <a:lnTo>
                  <a:pt x="3400425" y="828675"/>
                </a:lnTo>
                <a:lnTo>
                  <a:pt x="3400425" y="819150"/>
                </a:lnTo>
                <a:lnTo>
                  <a:pt x="3390900" y="819150"/>
                </a:lnTo>
                <a:close/>
                <a:moveTo>
                  <a:pt x="1190625" y="809625"/>
                </a:moveTo>
                <a:lnTo>
                  <a:pt x="1200150" y="809625"/>
                </a:lnTo>
                <a:lnTo>
                  <a:pt x="1200150" y="819150"/>
                </a:lnTo>
                <a:lnTo>
                  <a:pt x="1190625" y="819150"/>
                </a:lnTo>
                <a:close/>
                <a:moveTo>
                  <a:pt x="3457575" y="809625"/>
                </a:moveTo>
                <a:lnTo>
                  <a:pt x="3476625" y="809625"/>
                </a:lnTo>
                <a:lnTo>
                  <a:pt x="3476625" y="819150"/>
                </a:lnTo>
                <a:lnTo>
                  <a:pt x="3457575" y="819150"/>
                </a:lnTo>
                <a:close/>
                <a:moveTo>
                  <a:pt x="895350" y="828675"/>
                </a:moveTo>
                <a:lnTo>
                  <a:pt x="904875" y="828675"/>
                </a:lnTo>
                <a:lnTo>
                  <a:pt x="904875" y="838200"/>
                </a:lnTo>
                <a:lnTo>
                  <a:pt x="895350" y="838200"/>
                </a:lnTo>
                <a:close/>
                <a:moveTo>
                  <a:pt x="942975" y="828675"/>
                </a:moveTo>
                <a:lnTo>
                  <a:pt x="952500" y="828675"/>
                </a:lnTo>
                <a:lnTo>
                  <a:pt x="952500" y="838200"/>
                </a:lnTo>
                <a:lnTo>
                  <a:pt x="942975" y="838200"/>
                </a:lnTo>
                <a:close/>
                <a:moveTo>
                  <a:pt x="1000125" y="828675"/>
                </a:moveTo>
                <a:lnTo>
                  <a:pt x="1009650" y="828675"/>
                </a:lnTo>
                <a:lnTo>
                  <a:pt x="1009650" y="838200"/>
                </a:lnTo>
                <a:lnTo>
                  <a:pt x="1000125" y="838200"/>
                </a:lnTo>
                <a:close/>
                <a:moveTo>
                  <a:pt x="3438525" y="828675"/>
                </a:moveTo>
                <a:lnTo>
                  <a:pt x="3457575" y="828675"/>
                </a:lnTo>
                <a:lnTo>
                  <a:pt x="3457575" y="838200"/>
                </a:lnTo>
                <a:lnTo>
                  <a:pt x="3438525" y="838200"/>
                </a:lnTo>
                <a:close/>
                <a:moveTo>
                  <a:pt x="800100" y="838200"/>
                </a:moveTo>
                <a:lnTo>
                  <a:pt x="809625" y="838200"/>
                </a:lnTo>
                <a:lnTo>
                  <a:pt x="809625" y="847725"/>
                </a:lnTo>
                <a:lnTo>
                  <a:pt x="800100" y="847725"/>
                </a:lnTo>
                <a:close/>
                <a:moveTo>
                  <a:pt x="847725" y="838200"/>
                </a:moveTo>
                <a:lnTo>
                  <a:pt x="857250" y="838200"/>
                </a:lnTo>
                <a:lnTo>
                  <a:pt x="857250" y="847725"/>
                </a:lnTo>
                <a:lnTo>
                  <a:pt x="847725" y="847725"/>
                </a:lnTo>
                <a:close/>
                <a:moveTo>
                  <a:pt x="3657600" y="838200"/>
                </a:moveTo>
                <a:lnTo>
                  <a:pt x="3676650" y="838200"/>
                </a:lnTo>
                <a:lnTo>
                  <a:pt x="3676650" y="895350"/>
                </a:lnTo>
                <a:lnTo>
                  <a:pt x="3686175" y="895350"/>
                </a:lnTo>
                <a:lnTo>
                  <a:pt x="3686175" y="981075"/>
                </a:lnTo>
                <a:lnTo>
                  <a:pt x="3676650" y="981075"/>
                </a:lnTo>
                <a:lnTo>
                  <a:pt x="3676650" y="1066800"/>
                </a:lnTo>
                <a:lnTo>
                  <a:pt x="3667125" y="1066800"/>
                </a:lnTo>
                <a:lnTo>
                  <a:pt x="3667125" y="1143000"/>
                </a:lnTo>
                <a:lnTo>
                  <a:pt x="3657600" y="1143000"/>
                </a:lnTo>
                <a:lnTo>
                  <a:pt x="3657600" y="1219200"/>
                </a:lnTo>
                <a:lnTo>
                  <a:pt x="3648075" y="1219200"/>
                </a:lnTo>
                <a:lnTo>
                  <a:pt x="3648075" y="1285875"/>
                </a:lnTo>
                <a:lnTo>
                  <a:pt x="3638550" y="1285875"/>
                </a:lnTo>
                <a:lnTo>
                  <a:pt x="3638550" y="1362075"/>
                </a:lnTo>
                <a:lnTo>
                  <a:pt x="3629025" y="1362075"/>
                </a:lnTo>
                <a:lnTo>
                  <a:pt x="3629025" y="1428750"/>
                </a:lnTo>
                <a:lnTo>
                  <a:pt x="3619500" y="1428750"/>
                </a:lnTo>
                <a:lnTo>
                  <a:pt x="3619500" y="1495425"/>
                </a:lnTo>
                <a:lnTo>
                  <a:pt x="3609975" y="1495425"/>
                </a:lnTo>
                <a:lnTo>
                  <a:pt x="3609975" y="1514475"/>
                </a:lnTo>
                <a:lnTo>
                  <a:pt x="3600450" y="1514475"/>
                </a:lnTo>
                <a:lnTo>
                  <a:pt x="3600450" y="1533525"/>
                </a:lnTo>
                <a:lnTo>
                  <a:pt x="3571875" y="1533525"/>
                </a:lnTo>
                <a:lnTo>
                  <a:pt x="3571875" y="1476375"/>
                </a:lnTo>
                <a:lnTo>
                  <a:pt x="3581400" y="1476375"/>
                </a:lnTo>
                <a:lnTo>
                  <a:pt x="3581400" y="1400175"/>
                </a:lnTo>
                <a:lnTo>
                  <a:pt x="3590925" y="1400175"/>
                </a:lnTo>
                <a:lnTo>
                  <a:pt x="3590925" y="1323975"/>
                </a:lnTo>
                <a:lnTo>
                  <a:pt x="3600450" y="1323975"/>
                </a:lnTo>
                <a:lnTo>
                  <a:pt x="3600450" y="1266825"/>
                </a:lnTo>
                <a:lnTo>
                  <a:pt x="3609975" y="1266825"/>
                </a:lnTo>
                <a:lnTo>
                  <a:pt x="3609975" y="1190625"/>
                </a:lnTo>
                <a:lnTo>
                  <a:pt x="3619500" y="1190625"/>
                </a:lnTo>
                <a:lnTo>
                  <a:pt x="3619500" y="1123950"/>
                </a:lnTo>
                <a:lnTo>
                  <a:pt x="3629025" y="1123950"/>
                </a:lnTo>
                <a:lnTo>
                  <a:pt x="3629025" y="1057275"/>
                </a:lnTo>
                <a:lnTo>
                  <a:pt x="3638550" y="1057275"/>
                </a:lnTo>
                <a:lnTo>
                  <a:pt x="3638550" y="990600"/>
                </a:lnTo>
                <a:lnTo>
                  <a:pt x="3648075" y="990600"/>
                </a:lnTo>
                <a:lnTo>
                  <a:pt x="3648075" y="914400"/>
                </a:lnTo>
                <a:lnTo>
                  <a:pt x="3657600" y="914400"/>
                </a:lnTo>
                <a:lnTo>
                  <a:pt x="3657600" y="904875"/>
                </a:lnTo>
                <a:lnTo>
                  <a:pt x="3667125" y="904875"/>
                </a:lnTo>
                <a:lnTo>
                  <a:pt x="3667125" y="895350"/>
                </a:lnTo>
                <a:lnTo>
                  <a:pt x="3657600" y="895350"/>
                </a:lnTo>
                <a:close/>
                <a:moveTo>
                  <a:pt x="2085975" y="847725"/>
                </a:moveTo>
                <a:lnTo>
                  <a:pt x="2124075" y="847725"/>
                </a:lnTo>
                <a:lnTo>
                  <a:pt x="2124075" y="857250"/>
                </a:lnTo>
                <a:lnTo>
                  <a:pt x="2133600" y="857250"/>
                </a:lnTo>
                <a:lnTo>
                  <a:pt x="2133600" y="885825"/>
                </a:lnTo>
                <a:lnTo>
                  <a:pt x="2124075" y="885825"/>
                </a:lnTo>
                <a:lnTo>
                  <a:pt x="2124075" y="876300"/>
                </a:lnTo>
                <a:lnTo>
                  <a:pt x="2114550" y="876300"/>
                </a:lnTo>
                <a:lnTo>
                  <a:pt x="2114550" y="866775"/>
                </a:lnTo>
                <a:lnTo>
                  <a:pt x="2095500" y="866775"/>
                </a:lnTo>
                <a:lnTo>
                  <a:pt x="2095500" y="876300"/>
                </a:lnTo>
                <a:lnTo>
                  <a:pt x="2076450" y="876300"/>
                </a:lnTo>
                <a:lnTo>
                  <a:pt x="2076450" y="857250"/>
                </a:lnTo>
                <a:lnTo>
                  <a:pt x="2085975" y="857250"/>
                </a:lnTo>
                <a:close/>
                <a:moveTo>
                  <a:pt x="581025" y="866775"/>
                </a:moveTo>
                <a:lnTo>
                  <a:pt x="590550" y="866775"/>
                </a:lnTo>
                <a:lnTo>
                  <a:pt x="590550" y="876300"/>
                </a:lnTo>
                <a:lnTo>
                  <a:pt x="581025" y="876300"/>
                </a:lnTo>
                <a:close/>
                <a:moveTo>
                  <a:pt x="1704975" y="866775"/>
                </a:moveTo>
                <a:lnTo>
                  <a:pt x="1714500" y="866775"/>
                </a:lnTo>
                <a:lnTo>
                  <a:pt x="1714500" y="904875"/>
                </a:lnTo>
                <a:lnTo>
                  <a:pt x="1704975" y="904875"/>
                </a:lnTo>
                <a:close/>
                <a:moveTo>
                  <a:pt x="371475" y="876300"/>
                </a:moveTo>
                <a:lnTo>
                  <a:pt x="381000" y="876300"/>
                </a:lnTo>
                <a:lnTo>
                  <a:pt x="381000" y="895350"/>
                </a:lnTo>
                <a:lnTo>
                  <a:pt x="371475" y="895350"/>
                </a:lnTo>
                <a:close/>
                <a:moveTo>
                  <a:pt x="2095500" y="876300"/>
                </a:moveTo>
                <a:lnTo>
                  <a:pt x="2114550" y="876300"/>
                </a:lnTo>
                <a:lnTo>
                  <a:pt x="2114550" y="885825"/>
                </a:lnTo>
                <a:lnTo>
                  <a:pt x="2105025" y="885825"/>
                </a:lnTo>
                <a:lnTo>
                  <a:pt x="2105025" y="895350"/>
                </a:lnTo>
                <a:lnTo>
                  <a:pt x="2095500" y="895350"/>
                </a:lnTo>
                <a:close/>
                <a:moveTo>
                  <a:pt x="2190750" y="876300"/>
                </a:moveTo>
                <a:lnTo>
                  <a:pt x="2219325" y="876300"/>
                </a:lnTo>
                <a:lnTo>
                  <a:pt x="2219325" y="895350"/>
                </a:lnTo>
                <a:lnTo>
                  <a:pt x="2238375" y="895350"/>
                </a:lnTo>
                <a:lnTo>
                  <a:pt x="2238375" y="904875"/>
                </a:lnTo>
                <a:lnTo>
                  <a:pt x="2228850" y="904875"/>
                </a:lnTo>
                <a:lnTo>
                  <a:pt x="2228850" y="914400"/>
                </a:lnTo>
                <a:lnTo>
                  <a:pt x="2238375" y="914400"/>
                </a:lnTo>
                <a:lnTo>
                  <a:pt x="2238375" y="923925"/>
                </a:lnTo>
                <a:lnTo>
                  <a:pt x="2181225" y="923925"/>
                </a:lnTo>
                <a:lnTo>
                  <a:pt x="2181225" y="914400"/>
                </a:lnTo>
                <a:lnTo>
                  <a:pt x="2171700" y="914400"/>
                </a:lnTo>
                <a:lnTo>
                  <a:pt x="2171700" y="895350"/>
                </a:lnTo>
                <a:lnTo>
                  <a:pt x="2181225" y="895350"/>
                </a:lnTo>
                <a:lnTo>
                  <a:pt x="2181225" y="885825"/>
                </a:lnTo>
                <a:lnTo>
                  <a:pt x="2190750" y="885825"/>
                </a:lnTo>
                <a:close/>
                <a:moveTo>
                  <a:pt x="2266950" y="876300"/>
                </a:moveTo>
                <a:lnTo>
                  <a:pt x="2295525" y="876300"/>
                </a:lnTo>
                <a:lnTo>
                  <a:pt x="2295525" y="895350"/>
                </a:lnTo>
                <a:lnTo>
                  <a:pt x="2286000" y="895350"/>
                </a:lnTo>
                <a:lnTo>
                  <a:pt x="2286000" y="904875"/>
                </a:lnTo>
                <a:lnTo>
                  <a:pt x="2276475" y="904875"/>
                </a:lnTo>
                <a:lnTo>
                  <a:pt x="2276475" y="885825"/>
                </a:lnTo>
                <a:lnTo>
                  <a:pt x="2266950" y="885825"/>
                </a:lnTo>
                <a:close/>
                <a:moveTo>
                  <a:pt x="2133600" y="885825"/>
                </a:moveTo>
                <a:lnTo>
                  <a:pt x="2152650" y="885825"/>
                </a:lnTo>
                <a:lnTo>
                  <a:pt x="2152650" y="914400"/>
                </a:lnTo>
                <a:lnTo>
                  <a:pt x="2133600" y="914400"/>
                </a:lnTo>
                <a:close/>
                <a:moveTo>
                  <a:pt x="104775" y="895350"/>
                </a:moveTo>
                <a:lnTo>
                  <a:pt x="114300" y="895350"/>
                </a:lnTo>
                <a:lnTo>
                  <a:pt x="114300" y="1000125"/>
                </a:lnTo>
                <a:lnTo>
                  <a:pt x="104775" y="1000125"/>
                </a:lnTo>
                <a:lnTo>
                  <a:pt x="104775" y="1009650"/>
                </a:lnTo>
                <a:lnTo>
                  <a:pt x="95250" y="1009650"/>
                </a:lnTo>
                <a:lnTo>
                  <a:pt x="95250" y="904875"/>
                </a:lnTo>
                <a:lnTo>
                  <a:pt x="104775" y="904875"/>
                </a:lnTo>
                <a:close/>
                <a:moveTo>
                  <a:pt x="2076450" y="895350"/>
                </a:moveTo>
                <a:lnTo>
                  <a:pt x="2085975" y="895350"/>
                </a:lnTo>
                <a:lnTo>
                  <a:pt x="2085975" y="904875"/>
                </a:lnTo>
                <a:lnTo>
                  <a:pt x="2076450" y="904875"/>
                </a:lnTo>
                <a:close/>
                <a:moveTo>
                  <a:pt x="2190750" y="895350"/>
                </a:moveTo>
                <a:lnTo>
                  <a:pt x="2200275" y="895350"/>
                </a:lnTo>
                <a:lnTo>
                  <a:pt x="2200275" y="885825"/>
                </a:lnTo>
                <a:lnTo>
                  <a:pt x="2190750" y="885825"/>
                </a:lnTo>
                <a:close/>
                <a:moveTo>
                  <a:pt x="2247900" y="895350"/>
                </a:moveTo>
                <a:lnTo>
                  <a:pt x="2257425" y="895350"/>
                </a:lnTo>
                <a:lnTo>
                  <a:pt x="2257425" y="904875"/>
                </a:lnTo>
                <a:lnTo>
                  <a:pt x="2247900" y="904875"/>
                </a:lnTo>
                <a:close/>
                <a:moveTo>
                  <a:pt x="2371725" y="895350"/>
                </a:moveTo>
                <a:lnTo>
                  <a:pt x="2400300" y="895350"/>
                </a:lnTo>
                <a:lnTo>
                  <a:pt x="2400300" y="914400"/>
                </a:lnTo>
                <a:lnTo>
                  <a:pt x="2381250" y="914400"/>
                </a:lnTo>
                <a:lnTo>
                  <a:pt x="2381250" y="923925"/>
                </a:lnTo>
                <a:lnTo>
                  <a:pt x="2371725" y="923925"/>
                </a:lnTo>
                <a:lnTo>
                  <a:pt x="2371725" y="933450"/>
                </a:lnTo>
                <a:lnTo>
                  <a:pt x="2390775" y="933450"/>
                </a:lnTo>
                <a:lnTo>
                  <a:pt x="2390775" y="952500"/>
                </a:lnTo>
                <a:lnTo>
                  <a:pt x="2381250" y="952500"/>
                </a:lnTo>
                <a:lnTo>
                  <a:pt x="2381250" y="942975"/>
                </a:lnTo>
                <a:lnTo>
                  <a:pt x="2362200" y="942975"/>
                </a:lnTo>
                <a:lnTo>
                  <a:pt x="2362200" y="933450"/>
                </a:lnTo>
                <a:lnTo>
                  <a:pt x="2333625" y="933450"/>
                </a:lnTo>
                <a:lnTo>
                  <a:pt x="2333625" y="904875"/>
                </a:lnTo>
                <a:lnTo>
                  <a:pt x="2371725" y="904875"/>
                </a:lnTo>
                <a:close/>
                <a:moveTo>
                  <a:pt x="2419350" y="895350"/>
                </a:moveTo>
                <a:lnTo>
                  <a:pt x="2428875" y="895350"/>
                </a:lnTo>
                <a:lnTo>
                  <a:pt x="2428875" y="904875"/>
                </a:lnTo>
                <a:lnTo>
                  <a:pt x="2419350" y="904875"/>
                </a:lnTo>
                <a:close/>
                <a:moveTo>
                  <a:pt x="171450" y="904875"/>
                </a:moveTo>
                <a:lnTo>
                  <a:pt x="180975" y="904875"/>
                </a:lnTo>
                <a:lnTo>
                  <a:pt x="180975" y="952500"/>
                </a:lnTo>
                <a:lnTo>
                  <a:pt x="171450" y="952500"/>
                </a:lnTo>
                <a:close/>
                <a:moveTo>
                  <a:pt x="2409825" y="904875"/>
                </a:moveTo>
                <a:lnTo>
                  <a:pt x="2419350" y="904875"/>
                </a:lnTo>
                <a:lnTo>
                  <a:pt x="2419350" y="923925"/>
                </a:lnTo>
                <a:lnTo>
                  <a:pt x="2409825" y="923925"/>
                </a:lnTo>
                <a:close/>
                <a:moveTo>
                  <a:pt x="2190750" y="914400"/>
                </a:moveTo>
                <a:lnTo>
                  <a:pt x="2209800" y="914400"/>
                </a:lnTo>
                <a:lnTo>
                  <a:pt x="2209800" y="895350"/>
                </a:lnTo>
                <a:lnTo>
                  <a:pt x="2200275" y="895350"/>
                </a:lnTo>
                <a:lnTo>
                  <a:pt x="2200275" y="904875"/>
                </a:lnTo>
                <a:lnTo>
                  <a:pt x="2190750" y="904875"/>
                </a:lnTo>
                <a:close/>
                <a:moveTo>
                  <a:pt x="2286000" y="914400"/>
                </a:moveTo>
                <a:lnTo>
                  <a:pt x="2314575" y="914400"/>
                </a:lnTo>
                <a:lnTo>
                  <a:pt x="2314575" y="933450"/>
                </a:lnTo>
                <a:lnTo>
                  <a:pt x="2286000" y="933450"/>
                </a:lnTo>
                <a:close/>
                <a:moveTo>
                  <a:pt x="2438400" y="914400"/>
                </a:moveTo>
                <a:lnTo>
                  <a:pt x="2447925" y="914400"/>
                </a:lnTo>
                <a:lnTo>
                  <a:pt x="2447925" y="923925"/>
                </a:lnTo>
                <a:lnTo>
                  <a:pt x="2457450" y="923925"/>
                </a:lnTo>
                <a:lnTo>
                  <a:pt x="2457450" y="914400"/>
                </a:lnTo>
                <a:lnTo>
                  <a:pt x="2466975" y="914400"/>
                </a:lnTo>
                <a:lnTo>
                  <a:pt x="2466975" y="942975"/>
                </a:lnTo>
                <a:lnTo>
                  <a:pt x="2486025" y="942975"/>
                </a:lnTo>
                <a:lnTo>
                  <a:pt x="2486025" y="962025"/>
                </a:lnTo>
                <a:lnTo>
                  <a:pt x="2476500" y="962025"/>
                </a:lnTo>
                <a:lnTo>
                  <a:pt x="2476500" y="952500"/>
                </a:lnTo>
                <a:lnTo>
                  <a:pt x="2457450" y="952500"/>
                </a:lnTo>
                <a:lnTo>
                  <a:pt x="2457450" y="942975"/>
                </a:lnTo>
                <a:lnTo>
                  <a:pt x="2438400" y="942975"/>
                </a:lnTo>
                <a:lnTo>
                  <a:pt x="2438400" y="952500"/>
                </a:lnTo>
                <a:lnTo>
                  <a:pt x="2419350" y="952500"/>
                </a:lnTo>
                <a:lnTo>
                  <a:pt x="2419350" y="923925"/>
                </a:lnTo>
                <a:lnTo>
                  <a:pt x="2438400" y="923925"/>
                </a:lnTo>
                <a:close/>
                <a:moveTo>
                  <a:pt x="2524125" y="914400"/>
                </a:moveTo>
                <a:lnTo>
                  <a:pt x="2533650" y="914400"/>
                </a:lnTo>
                <a:lnTo>
                  <a:pt x="2533650" y="923925"/>
                </a:lnTo>
                <a:lnTo>
                  <a:pt x="2524125" y="923925"/>
                </a:lnTo>
                <a:close/>
                <a:moveTo>
                  <a:pt x="2247900" y="923925"/>
                </a:moveTo>
                <a:lnTo>
                  <a:pt x="2276475" y="923925"/>
                </a:lnTo>
                <a:lnTo>
                  <a:pt x="2276475" y="942975"/>
                </a:lnTo>
                <a:lnTo>
                  <a:pt x="2247900" y="942975"/>
                </a:lnTo>
                <a:close/>
                <a:moveTo>
                  <a:pt x="2505075" y="923925"/>
                </a:moveTo>
                <a:lnTo>
                  <a:pt x="2524125" y="923925"/>
                </a:lnTo>
                <a:lnTo>
                  <a:pt x="2524125" y="933450"/>
                </a:lnTo>
                <a:lnTo>
                  <a:pt x="2505075" y="933450"/>
                </a:lnTo>
                <a:close/>
                <a:moveTo>
                  <a:pt x="2533650" y="933450"/>
                </a:moveTo>
                <a:lnTo>
                  <a:pt x="2543175" y="933450"/>
                </a:lnTo>
                <a:lnTo>
                  <a:pt x="2543175" y="942975"/>
                </a:lnTo>
                <a:lnTo>
                  <a:pt x="2533650" y="942975"/>
                </a:lnTo>
                <a:close/>
                <a:moveTo>
                  <a:pt x="2524125" y="942975"/>
                </a:moveTo>
                <a:lnTo>
                  <a:pt x="2533650" y="942975"/>
                </a:lnTo>
                <a:lnTo>
                  <a:pt x="2533650" y="952500"/>
                </a:lnTo>
                <a:lnTo>
                  <a:pt x="2543175" y="952500"/>
                </a:lnTo>
                <a:lnTo>
                  <a:pt x="2543175" y="942975"/>
                </a:lnTo>
                <a:lnTo>
                  <a:pt x="2552700" y="942975"/>
                </a:lnTo>
                <a:lnTo>
                  <a:pt x="2552700" y="962025"/>
                </a:lnTo>
                <a:lnTo>
                  <a:pt x="2543175" y="962025"/>
                </a:lnTo>
                <a:lnTo>
                  <a:pt x="2543175" y="971550"/>
                </a:lnTo>
                <a:lnTo>
                  <a:pt x="2524125" y="971550"/>
                </a:lnTo>
                <a:close/>
                <a:moveTo>
                  <a:pt x="1781175" y="981075"/>
                </a:moveTo>
                <a:lnTo>
                  <a:pt x="1800225" y="981075"/>
                </a:lnTo>
                <a:lnTo>
                  <a:pt x="1800225" y="1000125"/>
                </a:lnTo>
                <a:lnTo>
                  <a:pt x="1781175" y="1000125"/>
                </a:lnTo>
                <a:close/>
                <a:moveTo>
                  <a:pt x="1714500" y="1000125"/>
                </a:moveTo>
                <a:lnTo>
                  <a:pt x="1724025" y="1000125"/>
                </a:lnTo>
                <a:lnTo>
                  <a:pt x="1724025" y="1038225"/>
                </a:lnTo>
                <a:lnTo>
                  <a:pt x="1714500" y="1038225"/>
                </a:lnTo>
                <a:close/>
                <a:moveTo>
                  <a:pt x="1095375" y="1028700"/>
                </a:moveTo>
                <a:lnTo>
                  <a:pt x="1114425" y="1028700"/>
                </a:lnTo>
                <a:lnTo>
                  <a:pt x="1114425" y="1038225"/>
                </a:lnTo>
                <a:lnTo>
                  <a:pt x="1133475" y="1038225"/>
                </a:lnTo>
                <a:lnTo>
                  <a:pt x="1133475" y="1057275"/>
                </a:lnTo>
                <a:lnTo>
                  <a:pt x="1123950" y="1057275"/>
                </a:lnTo>
                <a:lnTo>
                  <a:pt x="1123950" y="1047750"/>
                </a:lnTo>
                <a:lnTo>
                  <a:pt x="1114425" y="1047750"/>
                </a:lnTo>
                <a:lnTo>
                  <a:pt x="1114425" y="1057275"/>
                </a:lnTo>
                <a:lnTo>
                  <a:pt x="1123950" y="1057275"/>
                </a:lnTo>
                <a:lnTo>
                  <a:pt x="1123950" y="1076325"/>
                </a:lnTo>
                <a:lnTo>
                  <a:pt x="1162050" y="1076325"/>
                </a:lnTo>
                <a:lnTo>
                  <a:pt x="1162050" y="1066800"/>
                </a:lnTo>
                <a:lnTo>
                  <a:pt x="1171575" y="1066800"/>
                </a:lnTo>
                <a:lnTo>
                  <a:pt x="1171575" y="1057275"/>
                </a:lnTo>
                <a:lnTo>
                  <a:pt x="1162050" y="1057275"/>
                </a:lnTo>
                <a:lnTo>
                  <a:pt x="1162050" y="1047750"/>
                </a:lnTo>
                <a:lnTo>
                  <a:pt x="1171575" y="1047750"/>
                </a:lnTo>
                <a:lnTo>
                  <a:pt x="1171575" y="1038225"/>
                </a:lnTo>
                <a:lnTo>
                  <a:pt x="1181100" y="1038225"/>
                </a:lnTo>
                <a:lnTo>
                  <a:pt x="1181100" y="1047750"/>
                </a:lnTo>
                <a:lnTo>
                  <a:pt x="1171575" y="1047750"/>
                </a:lnTo>
                <a:lnTo>
                  <a:pt x="1171575" y="1057275"/>
                </a:lnTo>
                <a:lnTo>
                  <a:pt x="1181100" y="1057275"/>
                </a:lnTo>
                <a:lnTo>
                  <a:pt x="1181100" y="1047750"/>
                </a:lnTo>
                <a:lnTo>
                  <a:pt x="1190625" y="1047750"/>
                </a:lnTo>
                <a:lnTo>
                  <a:pt x="1190625" y="1114425"/>
                </a:lnTo>
                <a:lnTo>
                  <a:pt x="1171575" y="1114425"/>
                </a:lnTo>
                <a:lnTo>
                  <a:pt x="1171575" y="1104900"/>
                </a:lnTo>
                <a:lnTo>
                  <a:pt x="1152525" y="1104900"/>
                </a:lnTo>
                <a:lnTo>
                  <a:pt x="1152525" y="1114425"/>
                </a:lnTo>
                <a:lnTo>
                  <a:pt x="1143000" y="1114425"/>
                </a:lnTo>
                <a:lnTo>
                  <a:pt x="1143000" y="1123950"/>
                </a:lnTo>
                <a:lnTo>
                  <a:pt x="1114425" y="1123950"/>
                </a:lnTo>
                <a:lnTo>
                  <a:pt x="1114425" y="1085850"/>
                </a:lnTo>
                <a:lnTo>
                  <a:pt x="1104900" y="1085850"/>
                </a:lnTo>
                <a:lnTo>
                  <a:pt x="1104900" y="1047750"/>
                </a:lnTo>
                <a:lnTo>
                  <a:pt x="1095375" y="1047750"/>
                </a:lnTo>
                <a:close/>
                <a:moveTo>
                  <a:pt x="104775" y="1047750"/>
                </a:moveTo>
                <a:lnTo>
                  <a:pt x="114300" y="1047750"/>
                </a:lnTo>
                <a:lnTo>
                  <a:pt x="114300" y="1076325"/>
                </a:lnTo>
                <a:lnTo>
                  <a:pt x="104775" y="1076325"/>
                </a:lnTo>
                <a:close/>
                <a:moveTo>
                  <a:pt x="1800225" y="1076325"/>
                </a:moveTo>
                <a:lnTo>
                  <a:pt x="1809750" y="1076325"/>
                </a:lnTo>
                <a:lnTo>
                  <a:pt x="1809750" y="1133475"/>
                </a:lnTo>
                <a:lnTo>
                  <a:pt x="1790700" y="1133475"/>
                </a:lnTo>
                <a:lnTo>
                  <a:pt x="1790700" y="1085850"/>
                </a:lnTo>
                <a:lnTo>
                  <a:pt x="1800225" y="1085850"/>
                </a:lnTo>
                <a:close/>
                <a:moveTo>
                  <a:pt x="114300" y="1085850"/>
                </a:moveTo>
                <a:lnTo>
                  <a:pt x="123825" y="1085850"/>
                </a:lnTo>
                <a:lnTo>
                  <a:pt x="123825" y="1143000"/>
                </a:lnTo>
                <a:lnTo>
                  <a:pt x="114300" y="1143000"/>
                </a:lnTo>
                <a:close/>
                <a:moveTo>
                  <a:pt x="2152650" y="1085850"/>
                </a:moveTo>
                <a:lnTo>
                  <a:pt x="2162175" y="1085850"/>
                </a:lnTo>
                <a:lnTo>
                  <a:pt x="2162175" y="1095375"/>
                </a:lnTo>
                <a:lnTo>
                  <a:pt x="2152650" y="1095375"/>
                </a:lnTo>
                <a:close/>
                <a:moveTo>
                  <a:pt x="180975" y="1095375"/>
                </a:moveTo>
                <a:lnTo>
                  <a:pt x="190500" y="1095375"/>
                </a:lnTo>
                <a:lnTo>
                  <a:pt x="190500" y="1152525"/>
                </a:lnTo>
                <a:lnTo>
                  <a:pt x="180975" y="1152525"/>
                </a:lnTo>
                <a:close/>
                <a:moveTo>
                  <a:pt x="1143000" y="1095375"/>
                </a:moveTo>
                <a:lnTo>
                  <a:pt x="1171575" y="1095375"/>
                </a:lnTo>
                <a:lnTo>
                  <a:pt x="1171575" y="1085850"/>
                </a:lnTo>
                <a:lnTo>
                  <a:pt x="1143000" y="1085850"/>
                </a:lnTo>
                <a:close/>
                <a:moveTo>
                  <a:pt x="1123950" y="1114425"/>
                </a:moveTo>
                <a:lnTo>
                  <a:pt x="1133475" y="1114425"/>
                </a:lnTo>
                <a:lnTo>
                  <a:pt x="1133475" y="1095375"/>
                </a:lnTo>
                <a:lnTo>
                  <a:pt x="1123950" y="1095375"/>
                </a:lnTo>
                <a:close/>
                <a:moveTo>
                  <a:pt x="1724025" y="1114425"/>
                </a:moveTo>
                <a:lnTo>
                  <a:pt x="1733550" y="1114425"/>
                </a:lnTo>
                <a:lnTo>
                  <a:pt x="1733550" y="1143000"/>
                </a:lnTo>
                <a:lnTo>
                  <a:pt x="1724025" y="1143000"/>
                </a:lnTo>
                <a:close/>
                <a:moveTo>
                  <a:pt x="2152650" y="1123950"/>
                </a:moveTo>
                <a:lnTo>
                  <a:pt x="2171700" y="1123950"/>
                </a:lnTo>
                <a:lnTo>
                  <a:pt x="2171700" y="1143000"/>
                </a:lnTo>
                <a:lnTo>
                  <a:pt x="2152650" y="1143000"/>
                </a:lnTo>
                <a:close/>
                <a:moveTo>
                  <a:pt x="104775" y="1143000"/>
                </a:moveTo>
                <a:lnTo>
                  <a:pt x="114300" y="1143000"/>
                </a:lnTo>
                <a:lnTo>
                  <a:pt x="114300" y="1247775"/>
                </a:lnTo>
                <a:lnTo>
                  <a:pt x="104775" y="1247775"/>
                </a:lnTo>
                <a:close/>
                <a:moveTo>
                  <a:pt x="381000" y="1162050"/>
                </a:moveTo>
                <a:lnTo>
                  <a:pt x="390525" y="1162050"/>
                </a:lnTo>
                <a:lnTo>
                  <a:pt x="390525" y="1171575"/>
                </a:lnTo>
                <a:lnTo>
                  <a:pt x="381000" y="1171575"/>
                </a:lnTo>
                <a:close/>
                <a:moveTo>
                  <a:pt x="390525" y="1171575"/>
                </a:moveTo>
                <a:lnTo>
                  <a:pt x="400050" y="1171575"/>
                </a:lnTo>
                <a:lnTo>
                  <a:pt x="400050" y="1181100"/>
                </a:lnTo>
                <a:lnTo>
                  <a:pt x="409575" y="1181100"/>
                </a:lnTo>
                <a:lnTo>
                  <a:pt x="409575" y="1190625"/>
                </a:lnTo>
                <a:lnTo>
                  <a:pt x="381000" y="1190625"/>
                </a:lnTo>
                <a:lnTo>
                  <a:pt x="381000" y="1181100"/>
                </a:lnTo>
                <a:lnTo>
                  <a:pt x="390525" y="1181100"/>
                </a:lnTo>
                <a:close/>
                <a:moveTo>
                  <a:pt x="3343275" y="1200150"/>
                </a:moveTo>
                <a:lnTo>
                  <a:pt x="3362325" y="1200150"/>
                </a:lnTo>
                <a:lnTo>
                  <a:pt x="3362325" y="1219200"/>
                </a:lnTo>
                <a:lnTo>
                  <a:pt x="3390900" y="1219200"/>
                </a:lnTo>
                <a:lnTo>
                  <a:pt x="3390900" y="1228725"/>
                </a:lnTo>
                <a:lnTo>
                  <a:pt x="3381375" y="1228725"/>
                </a:lnTo>
                <a:lnTo>
                  <a:pt x="3381375" y="1266825"/>
                </a:lnTo>
                <a:lnTo>
                  <a:pt x="3371850" y="1266825"/>
                </a:lnTo>
                <a:lnTo>
                  <a:pt x="3371850" y="1276350"/>
                </a:lnTo>
                <a:lnTo>
                  <a:pt x="3352800" y="1276350"/>
                </a:lnTo>
                <a:lnTo>
                  <a:pt x="3352800" y="1247775"/>
                </a:lnTo>
                <a:lnTo>
                  <a:pt x="3362325" y="1247775"/>
                </a:lnTo>
                <a:lnTo>
                  <a:pt x="3362325" y="1238250"/>
                </a:lnTo>
                <a:lnTo>
                  <a:pt x="3371850" y="1238250"/>
                </a:lnTo>
                <a:lnTo>
                  <a:pt x="3371850" y="1228725"/>
                </a:lnTo>
                <a:lnTo>
                  <a:pt x="3343275" y="1228725"/>
                </a:lnTo>
                <a:close/>
                <a:moveTo>
                  <a:pt x="1228725" y="1209675"/>
                </a:moveTo>
                <a:lnTo>
                  <a:pt x="1276350" y="1209675"/>
                </a:lnTo>
                <a:lnTo>
                  <a:pt x="1276350" y="1238250"/>
                </a:lnTo>
                <a:lnTo>
                  <a:pt x="1238250" y="1238250"/>
                </a:lnTo>
                <a:lnTo>
                  <a:pt x="1238250" y="1247775"/>
                </a:lnTo>
                <a:lnTo>
                  <a:pt x="1200150" y="1247775"/>
                </a:lnTo>
                <a:lnTo>
                  <a:pt x="1200150" y="1219200"/>
                </a:lnTo>
                <a:lnTo>
                  <a:pt x="1209675" y="1219200"/>
                </a:lnTo>
                <a:lnTo>
                  <a:pt x="1209675" y="1228725"/>
                </a:lnTo>
                <a:lnTo>
                  <a:pt x="1219200" y="1228725"/>
                </a:lnTo>
                <a:lnTo>
                  <a:pt x="1219200" y="1219200"/>
                </a:lnTo>
                <a:lnTo>
                  <a:pt x="1228725" y="1219200"/>
                </a:lnTo>
                <a:close/>
                <a:moveTo>
                  <a:pt x="1076325" y="1219200"/>
                </a:moveTo>
                <a:lnTo>
                  <a:pt x="1123950" y="1219200"/>
                </a:lnTo>
                <a:lnTo>
                  <a:pt x="1123950" y="1228725"/>
                </a:lnTo>
                <a:lnTo>
                  <a:pt x="1114425" y="1228725"/>
                </a:lnTo>
                <a:lnTo>
                  <a:pt x="1114425" y="1247775"/>
                </a:lnTo>
                <a:lnTo>
                  <a:pt x="1076325" y="1247775"/>
                </a:lnTo>
                <a:close/>
                <a:moveTo>
                  <a:pt x="1133475" y="1219200"/>
                </a:moveTo>
                <a:lnTo>
                  <a:pt x="1181100" y="1219200"/>
                </a:lnTo>
                <a:lnTo>
                  <a:pt x="1181100" y="1228725"/>
                </a:lnTo>
                <a:lnTo>
                  <a:pt x="1162050" y="1228725"/>
                </a:lnTo>
                <a:lnTo>
                  <a:pt x="1162050" y="1238250"/>
                </a:lnTo>
                <a:lnTo>
                  <a:pt x="1152525" y="1238250"/>
                </a:lnTo>
                <a:lnTo>
                  <a:pt x="1152525" y="1247775"/>
                </a:lnTo>
                <a:lnTo>
                  <a:pt x="1133475" y="1247775"/>
                </a:lnTo>
                <a:close/>
                <a:moveTo>
                  <a:pt x="1257300" y="1228725"/>
                </a:moveTo>
                <a:lnTo>
                  <a:pt x="1266825" y="1228725"/>
                </a:lnTo>
                <a:lnTo>
                  <a:pt x="1266825" y="1219200"/>
                </a:lnTo>
                <a:lnTo>
                  <a:pt x="1257300" y="1219200"/>
                </a:lnTo>
                <a:close/>
                <a:moveTo>
                  <a:pt x="1800225" y="1228725"/>
                </a:moveTo>
                <a:lnTo>
                  <a:pt x="1819275" y="1228725"/>
                </a:lnTo>
                <a:lnTo>
                  <a:pt x="1819275" y="1266825"/>
                </a:lnTo>
                <a:lnTo>
                  <a:pt x="1800225" y="1266825"/>
                </a:lnTo>
                <a:close/>
                <a:moveTo>
                  <a:pt x="1733550" y="1238250"/>
                </a:moveTo>
                <a:lnTo>
                  <a:pt x="1743075" y="1238250"/>
                </a:lnTo>
                <a:lnTo>
                  <a:pt x="1743075" y="1276350"/>
                </a:lnTo>
                <a:lnTo>
                  <a:pt x="1733550" y="1276350"/>
                </a:lnTo>
                <a:close/>
                <a:moveTo>
                  <a:pt x="1114425" y="1247775"/>
                </a:moveTo>
                <a:lnTo>
                  <a:pt x="1133475" y="1247775"/>
                </a:lnTo>
                <a:lnTo>
                  <a:pt x="1133475" y="1257300"/>
                </a:lnTo>
                <a:lnTo>
                  <a:pt x="1114425" y="1257300"/>
                </a:lnTo>
                <a:close/>
                <a:moveTo>
                  <a:pt x="552450" y="1266825"/>
                </a:moveTo>
                <a:lnTo>
                  <a:pt x="590550" y="1266825"/>
                </a:lnTo>
                <a:lnTo>
                  <a:pt x="590550" y="1276350"/>
                </a:lnTo>
                <a:lnTo>
                  <a:pt x="581025" y="1276350"/>
                </a:lnTo>
                <a:lnTo>
                  <a:pt x="581025" y="1285875"/>
                </a:lnTo>
                <a:lnTo>
                  <a:pt x="571500" y="1285875"/>
                </a:lnTo>
                <a:lnTo>
                  <a:pt x="571500" y="1295400"/>
                </a:lnTo>
                <a:lnTo>
                  <a:pt x="552450" y="1295400"/>
                </a:lnTo>
                <a:lnTo>
                  <a:pt x="552450" y="1304925"/>
                </a:lnTo>
                <a:lnTo>
                  <a:pt x="514350" y="1304925"/>
                </a:lnTo>
                <a:lnTo>
                  <a:pt x="514350" y="1314450"/>
                </a:lnTo>
                <a:lnTo>
                  <a:pt x="504825" y="1314450"/>
                </a:lnTo>
                <a:lnTo>
                  <a:pt x="504825" y="1304925"/>
                </a:lnTo>
                <a:lnTo>
                  <a:pt x="495300" y="1304925"/>
                </a:lnTo>
                <a:lnTo>
                  <a:pt x="495300" y="1314450"/>
                </a:lnTo>
                <a:lnTo>
                  <a:pt x="485775" y="1314450"/>
                </a:lnTo>
                <a:lnTo>
                  <a:pt x="485775" y="1304925"/>
                </a:lnTo>
                <a:lnTo>
                  <a:pt x="476250" y="1304925"/>
                </a:lnTo>
                <a:lnTo>
                  <a:pt x="476250" y="1276350"/>
                </a:lnTo>
                <a:lnTo>
                  <a:pt x="495300" y="1276350"/>
                </a:lnTo>
                <a:lnTo>
                  <a:pt x="495300" y="1285875"/>
                </a:lnTo>
                <a:lnTo>
                  <a:pt x="523875" y="1285875"/>
                </a:lnTo>
                <a:lnTo>
                  <a:pt x="523875" y="1276350"/>
                </a:lnTo>
                <a:lnTo>
                  <a:pt x="552450" y="1276350"/>
                </a:lnTo>
                <a:close/>
                <a:moveTo>
                  <a:pt x="600075" y="1266825"/>
                </a:moveTo>
                <a:lnTo>
                  <a:pt x="657225" y="1266825"/>
                </a:lnTo>
                <a:lnTo>
                  <a:pt x="657225" y="1295400"/>
                </a:lnTo>
                <a:lnTo>
                  <a:pt x="609600" y="1295400"/>
                </a:lnTo>
                <a:lnTo>
                  <a:pt x="609600" y="1304925"/>
                </a:lnTo>
                <a:lnTo>
                  <a:pt x="600075" y="1304925"/>
                </a:lnTo>
                <a:lnTo>
                  <a:pt x="600075" y="1295400"/>
                </a:lnTo>
                <a:lnTo>
                  <a:pt x="590550" y="1295400"/>
                </a:lnTo>
                <a:lnTo>
                  <a:pt x="590550" y="1276350"/>
                </a:lnTo>
                <a:lnTo>
                  <a:pt x="600075" y="1276350"/>
                </a:lnTo>
                <a:close/>
                <a:moveTo>
                  <a:pt x="352425" y="1276350"/>
                </a:moveTo>
                <a:lnTo>
                  <a:pt x="371475" y="1276350"/>
                </a:lnTo>
                <a:lnTo>
                  <a:pt x="371475" y="1285875"/>
                </a:lnTo>
                <a:lnTo>
                  <a:pt x="352425" y="1285875"/>
                </a:lnTo>
                <a:close/>
                <a:moveTo>
                  <a:pt x="457200" y="1276350"/>
                </a:moveTo>
                <a:lnTo>
                  <a:pt x="466725" y="1276350"/>
                </a:lnTo>
                <a:lnTo>
                  <a:pt x="466725" y="1304925"/>
                </a:lnTo>
                <a:lnTo>
                  <a:pt x="457200" y="1304925"/>
                </a:lnTo>
                <a:lnTo>
                  <a:pt x="457200" y="1314450"/>
                </a:lnTo>
                <a:lnTo>
                  <a:pt x="447675" y="1314450"/>
                </a:lnTo>
                <a:lnTo>
                  <a:pt x="447675" y="1304925"/>
                </a:lnTo>
                <a:lnTo>
                  <a:pt x="438150" y="1304925"/>
                </a:lnTo>
                <a:lnTo>
                  <a:pt x="438150" y="1314450"/>
                </a:lnTo>
                <a:lnTo>
                  <a:pt x="419100" y="1314450"/>
                </a:lnTo>
                <a:lnTo>
                  <a:pt x="419100" y="1304925"/>
                </a:lnTo>
                <a:lnTo>
                  <a:pt x="409575" y="1304925"/>
                </a:lnTo>
                <a:lnTo>
                  <a:pt x="409575" y="1314450"/>
                </a:lnTo>
                <a:lnTo>
                  <a:pt x="381000" y="1314450"/>
                </a:lnTo>
                <a:lnTo>
                  <a:pt x="381000" y="1304925"/>
                </a:lnTo>
                <a:lnTo>
                  <a:pt x="371475" y="1304925"/>
                </a:lnTo>
                <a:lnTo>
                  <a:pt x="371475" y="1314450"/>
                </a:lnTo>
                <a:lnTo>
                  <a:pt x="342900" y="1314450"/>
                </a:lnTo>
                <a:lnTo>
                  <a:pt x="342900" y="1285875"/>
                </a:lnTo>
                <a:lnTo>
                  <a:pt x="352425" y="1285875"/>
                </a:lnTo>
                <a:lnTo>
                  <a:pt x="352425" y="1295400"/>
                </a:lnTo>
                <a:lnTo>
                  <a:pt x="371475" y="1295400"/>
                </a:lnTo>
                <a:lnTo>
                  <a:pt x="371475" y="1285875"/>
                </a:lnTo>
                <a:lnTo>
                  <a:pt x="409575" y="1285875"/>
                </a:lnTo>
                <a:lnTo>
                  <a:pt x="409575" y="1295400"/>
                </a:lnTo>
                <a:lnTo>
                  <a:pt x="419100" y="1295400"/>
                </a:lnTo>
                <a:lnTo>
                  <a:pt x="419100" y="1285875"/>
                </a:lnTo>
                <a:lnTo>
                  <a:pt x="457200" y="1285875"/>
                </a:lnTo>
                <a:close/>
                <a:moveTo>
                  <a:pt x="190500" y="1285875"/>
                </a:moveTo>
                <a:lnTo>
                  <a:pt x="200025" y="1285875"/>
                </a:lnTo>
                <a:lnTo>
                  <a:pt x="200025" y="1333500"/>
                </a:lnTo>
                <a:lnTo>
                  <a:pt x="190500" y="1333500"/>
                </a:lnTo>
                <a:close/>
                <a:moveTo>
                  <a:pt x="523875" y="1295400"/>
                </a:moveTo>
                <a:lnTo>
                  <a:pt x="533400" y="1295400"/>
                </a:lnTo>
                <a:lnTo>
                  <a:pt x="533400" y="1285875"/>
                </a:lnTo>
                <a:lnTo>
                  <a:pt x="523875" y="1285875"/>
                </a:lnTo>
                <a:close/>
                <a:moveTo>
                  <a:pt x="466725" y="1304925"/>
                </a:moveTo>
                <a:lnTo>
                  <a:pt x="476250" y="1304925"/>
                </a:lnTo>
                <a:lnTo>
                  <a:pt x="476250" y="1314450"/>
                </a:lnTo>
                <a:lnTo>
                  <a:pt x="466725" y="1314450"/>
                </a:lnTo>
                <a:close/>
                <a:moveTo>
                  <a:pt x="1152525" y="1304925"/>
                </a:moveTo>
                <a:lnTo>
                  <a:pt x="1162050" y="1304925"/>
                </a:lnTo>
                <a:lnTo>
                  <a:pt x="1162050" y="1314450"/>
                </a:lnTo>
                <a:lnTo>
                  <a:pt x="1152525" y="1314450"/>
                </a:lnTo>
                <a:close/>
                <a:moveTo>
                  <a:pt x="114300" y="1314450"/>
                </a:moveTo>
                <a:lnTo>
                  <a:pt x="123825" y="1314450"/>
                </a:lnTo>
                <a:lnTo>
                  <a:pt x="123825" y="1333500"/>
                </a:lnTo>
                <a:lnTo>
                  <a:pt x="133350" y="1333500"/>
                </a:lnTo>
                <a:lnTo>
                  <a:pt x="133350" y="1457325"/>
                </a:lnTo>
                <a:lnTo>
                  <a:pt x="123825" y="1457325"/>
                </a:lnTo>
                <a:lnTo>
                  <a:pt x="123825" y="1381125"/>
                </a:lnTo>
                <a:lnTo>
                  <a:pt x="114300" y="1381125"/>
                </a:lnTo>
                <a:close/>
                <a:moveTo>
                  <a:pt x="1085850" y="1314450"/>
                </a:moveTo>
                <a:lnTo>
                  <a:pt x="1095375" y="1314450"/>
                </a:lnTo>
                <a:lnTo>
                  <a:pt x="1095375" y="1323975"/>
                </a:lnTo>
                <a:lnTo>
                  <a:pt x="1085850" y="1323975"/>
                </a:lnTo>
                <a:close/>
                <a:moveTo>
                  <a:pt x="1104900" y="1314450"/>
                </a:moveTo>
                <a:lnTo>
                  <a:pt x="1123950" y="1314450"/>
                </a:lnTo>
                <a:lnTo>
                  <a:pt x="1123950" y="1323975"/>
                </a:lnTo>
                <a:lnTo>
                  <a:pt x="1104900" y="1323975"/>
                </a:lnTo>
                <a:close/>
                <a:moveTo>
                  <a:pt x="1143000" y="1314450"/>
                </a:moveTo>
                <a:lnTo>
                  <a:pt x="1152525" y="1314450"/>
                </a:lnTo>
                <a:lnTo>
                  <a:pt x="1152525" y="1323975"/>
                </a:lnTo>
                <a:lnTo>
                  <a:pt x="1143000" y="1323975"/>
                </a:lnTo>
                <a:close/>
                <a:moveTo>
                  <a:pt x="1076325" y="1323975"/>
                </a:moveTo>
                <a:lnTo>
                  <a:pt x="1085850" y="1323975"/>
                </a:lnTo>
                <a:lnTo>
                  <a:pt x="1085850" y="1333500"/>
                </a:lnTo>
                <a:lnTo>
                  <a:pt x="1076325" y="1333500"/>
                </a:lnTo>
                <a:close/>
                <a:moveTo>
                  <a:pt x="1123950" y="1323975"/>
                </a:moveTo>
                <a:lnTo>
                  <a:pt x="1143000" y="1323975"/>
                </a:lnTo>
                <a:lnTo>
                  <a:pt x="1143000" y="1343025"/>
                </a:lnTo>
                <a:lnTo>
                  <a:pt x="1133475" y="1343025"/>
                </a:lnTo>
                <a:lnTo>
                  <a:pt x="1133475" y="1352550"/>
                </a:lnTo>
                <a:lnTo>
                  <a:pt x="1123950" y="1352550"/>
                </a:lnTo>
                <a:close/>
                <a:moveTo>
                  <a:pt x="1190625" y="1323975"/>
                </a:moveTo>
                <a:lnTo>
                  <a:pt x="1200150" y="1323975"/>
                </a:lnTo>
                <a:lnTo>
                  <a:pt x="1200150" y="1362075"/>
                </a:lnTo>
                <a:lnTo>
                  <a:pt x="1190625" y="1362075"/>
                </a:lnTo>
                <a:close/>
                <a:moveTo>
                  <a:pt x="1085850" y="1333500"/>
                </a:moveTo>
                <a:lnTo>
                  <a:pt x="1114425" y="1333500"/>
                </a:lnTo>
                <a:lnTo>
                  <a:pt x="1114425" y="1352550"/>
                </a:lnTo>
                <a:lnTo>
                  <a:pt x="1104900" y="1352550"/>
                </a:lnTo>
                <a:lnTo>
                  <a:pt x="1104900" y="1343025"/>
                </a:lnTo>
                <a:lnTo>
                  <a:pt x="1085850" y="1343025"/>
                </a:lnTo>
                <a:close/>
                <a:moveTo>
                  <a:pt x="1809750" y="1343025"/>
                </a:moveTo>
                <a:lnTo>
                  <a:pt x="1828800" y="1343025"/>
                </a:lnTo>
                <a:lnTo>
                  <a:pt x="1828800" y="1381125"/>
                </a:lnTo>
                <a:lnTo>
                  <a:pt x="1809750" y="1381125"/>
                </a:lnTo>
                <a:close/>
                <a:moveTo>
                  <a:pt x="1114425" y="1352550"/>
                </a:moveTo>
                <a:lnTo>
                  <a:pt x="1123950" y="1352550"/>
                </a:lnTo>
                <a:lnTo>
                  <a:pt x="1123950" y="1362075"/>
                </a:lnTo>
                <a:lnTo>
                  <a:pt x="1114425" y="1362075"/>
                </a:lnTo>
                <a:close/>
                <a:moveTo>
                  <a:pt x="1171575" y="1352550"/>
                </a:moveTo>
                <a:lnTo>
                  <a:pt x="1181100" y="1352550"/>
                </a:lnTo>
                <a:lnTo>
                  <a:pt x="1181100" y="1371600"/>
                </a:lnTo>
                <a:lnTo>
                  <a:pt x="1171575" y="1371600"/>
                </a:lnTo>
                <a:close/>
                <a:moveTo>
                  <a:pt x="495300" y="1362075"/>
                </a:moveTo>
                <a:lnTo>
                  <a:pt x="514350" y="1362075"/>
                </a:lnTo>
                <a:lnTo>
                  <a:pt x="514350" y="1371600"/>
                </a:lnTo>
                <a:lnTo>
                  <a:pt x="523875" y="1371600"/>
                </a:lnTo>
                <a:lnTo>
                  <a:pt x="523875" y="1381125"/>
                </a:lnTo>
                <a:lnTo>
                  <a:pt x="495300" y="1381125"/>
                </a:lnTo>
                <a:lnTo>
                  <a:pt x="495300" y="1390650"/>
                </a:lnTo>
                <a:lnTo>
                  <a:pt x="485775" y="1390650"/>
                </a:lnTo>
                <a:lnTo>
                  <a:pt x="485775" y="1371600"/>
                </a:lnTo>
                <a:lnTo>
                  <a:pt x="495300" y="1371600"/>
                </a:lnTo>
                <a:close/>
                <a:moveTo>
                  <a:pt x="1114425" y="1371600"/>
                </a:moveTo>
                <a:lnTo>
                  <a:pt x="1123950" y="1371600"/>
                </a:lnTo>
                <a:lnTo>
                  <a:pt x="1123950" y="1400175"/>
                </a:lnTo>
                <a:lnTo>
                  <a:pt x="1085850" y="1400175"/>
                </a:lnTo>
                <a:lnTo>
                  <a:pt x="1085850" y="1390650"/>
                </a:lnTo>
                <a:lnTo>
                  <a:pt x="1076325" y="1390650"/>
                </a:lnTo>
                <a:lnTo>
                  <a:pt x="1076325" y="1381125"/>
                </a:lnTo>
                <a:lnTo>
                  <a:pt x="1095375" y="1381125"/>
                </a:lnTo>
                <a:lnTo>
                  <a:pt x="1095375" y="1390650"/>
                </a:lnTo>
                <a:lnTo>
                  <a:pt x="1104900" y="1390650"/>
                </a:lnTo>
                <a:lnTo>
                  <a:pt x="1104900" y="1381125"/>
                </a:lnTo>
                <a:lnTo>
                  <a:pt x="1114425" y="1381125"/>
                </a:lnTo>
                <a:close/>
                <a:moveTo>
                  <a:pt x="1190625" y="1371600"/>
                </a:moveTo>
                <a:lnTo>
                  <a:pt x="1200150" y="1371600"/>
                </a:lnTo>
                <a:lnTo>
                  <a:pt x="1200150" y="1381125"/>
                </a:lnTo>
                <a:lnTo>
                  <a:pt x="1190625" y="1381125"/>
                </a:lnTo>
                <a:close/>
                <a:moveTo>
                  <a:pt x="1743075" y="1371600"/>
                </a:moveTo>
                <a:lnTo>
                  <a:pt x="1752600" y="1371600"/>
                </a:lnTo>
                <a:lnTo>
                  <a:pt x="1752600" y="1390650"/>
                </a:lnTo>
                <a:lnTo>
                  <a:pt x="1743075" y="1390650"/>
                </a:lnTo>
                <a:close/>
                <a:moveTo>
                  <a:pt x="419100" y="1390650"/>
                </a:moveTo>
                <a:lnTo>
                  <a:pt x="428625" y="1390650"/>
                </a:lnTo>
                <a:lnTo>
                  <a:pt x="428625" y="1400175"/>
                </a:lnTo>
                <a:lnTo>
                  <a:pt x="438150" y="1400175"/>
                </a:lnTo>
                <a:lnTo>
                  <a:pt x="438150" y="1409700"/>
                </a:lnTo>
                <a:lnTo>
                  <a:pt x="447675" y="1409700"/>
                </a:lnTo>
                <a:lnTo>
                  <a:pt x="447675" y="1400175"/>
                </a:lnTo>
                <a:lnTo>
                  <a:pt x="457200" y="1400175"/>
                </a:lnTo>
                <a:lnTo>
                  <a:pt x="457200" y="1409700"/>
                </a:lnTo>
                <a:lnTo>
                  <a:pt x="447675" y="1409700"/>
                </a:lnTo>
                <a:lnTo>
                  <a:pt x="447675" y="1419225"/>
                </a:lnTo>
                <a:lnTo>
                  <a:pt x="409575" y="1419225"/>
                </a:lnTo>
                <a:lnTo>
                  <a:pt x="409575" y="1409700"/>
                </a:lnTo>
                <a:lnTo>
                  <a:pt x="419100" y="1409700"/>
                </a:lnTo>
                <a:close/>
                <a:moveTo>
                  <a:pt x="504825" y="1400175"/>
                </a:moveTo>
                <a:lnTo>
                  <a:pt x="523875" y="1400175"/>
                </a:lnTo>
                <a:lnTo>
                  <a:pt x="523875" y="1447800"/>
                </a:lnTo>
                <a:lnTo>
                  <a:pt x="504825" y="1447800"/>
                </a:lnTo>
                <a:lnTo>
                  <a:pt x="504825" y="1438275"/>
                </a:lnTo>
                <a:lnTo>
                  <a:pt x="514350" y="1438275"/>
                </a:lnTo>
                <a:lnTo>
                  <a:pt x="514350" y="1428750"/>
                </a:lnTo>
                <a:lnTo>
                  <a:pt x="495300" y="1428750"/>
                </a:lnTo>
                <a:lnTo>
                  <a:pt x="495300" y="1409700"/>
                </a:lnTo>
                <a:lnTo>
                  <a:pt x="504825" y="1409700"/>
                </a:lnTo>
                <a:close/>
                <a:moveTo>
                  <a:pt x="409575" y="1428750"/>
                </a:moveTo>
                <a:lnTo>
                  <a:pt x="419100" y="1428750"/>
                </a:lnTo>
                <a:lnTo>
                  <a:pt x="419100" y="1438275"/>
                </a:lnTo>
                <a:lnTo>
                  <a:pt x="409575" y="1438275"/>
                </a:lnTo>
                <a:close/>
                <a:moveTo>
                  <a:pt x="2428875" y="1428750"/>
                </a:moveTo>
                <a:lnTo>
                  <a:pt x="2447925" y="1428750"/>
                </a:lnTo>
                <a:lnTo>
                  <a:pt x="2447925" y="1438275"/>
                </a:lnTo>
                <a:lnTo>
                  <a:pt x="2428875" y="1438275"/>
                </a:lnTo>
                <a:close/>
                <a:moveTo>
                  <a:pt x="438150" y="1438275"/>
                </a:moveTo>
                <a:lnTo>
                  <a:pt x="466725" y="1438275"/>
                </a:lnTo>
                <a:lnTo>
                  <a:pt x="466725" y="1447800"/>
                </a:lnTo>
                <a:lnTo>
                  <a:pt x="438150" y="1447800"/>
                </a:lnTo>
                <a:close/>
                <a:moveTo>
                  <a:pt x="2447925" y="1438275"/>
                </a:moveTo>
                <a:lnTo>
                  <a:pt x="2495550" y="1438275"/>
                </a:lnTo>
                <a:lnTo>
                  <a:pt x="2495550" y="1447800"/>
                </a:lnTo>
                <a:lnTo>
                  <a:pt x="2581275" y="1447800"/>
                </a:lnTo>
                <a:lnTo>
                  <a:pt x="2581275" y="1457325"/>
                </a:lnTo>
                <a:lnTo>
                  <a:pt x="2590800" y="1457325"/>
                </a:lnTo>
                <a:lnTo>
                  <a:pt x="2590800" y="1447800"/>
                </a:lnTo>
                <a:lnTo>
                  <a:pt x="2609850" y="1447800"/>
                </a:lnTo>
                <a:lnTo>
                  <a:pt x="2609850" y="1457325"/>
                </a:lnTo>
                <a:lnTo>
                  <a:pt x="2619375" y="1457325"/>
                </a:lnTo>
                <a:lnTo>
                  <a:pt x="2619375" y="1476375"/>
                </a:lnTo>
                <a:lnTo>
                  <a:pt x="2514600" y="1476375"/>
                </a:lnTo>
                <a:lnTo>
                  <a:pt x="2514600" y="1466850"/>
                </a:lnTo>
                <a:lnTo>
                  <a:pt x="2495550" y="1466850"/>
                </a:lnTo>
                <a:lnTo>
                  <a:pt x="2495550" y="1457325"/>
                </a:lnTo>
                <a:lnTo>
                  <a:pt x="2486025" y="1457325"/>
                </a:lnTo>
                <a:lnTo>
                  <a:pt x="2486025" y="1466850"/>
                </a:lnTo>
                <a:lnTo>
                  <a:pt x="2457450" y="1466850"/>
                </a:lnTo>
                <a:lnTo>
                  <a:pt x="2457450" y="1457325"/>
                </a:lnTo>
                <a:lnTo>
                  <a:pt x="2428875" y="1457325"/>
                </a:lnTo>
                <a:lnTo>
                  <a:pt x="2428875" y="1447800"/>
                </a:lnTo>
                <a:lnTo>
                  <a:pt x="2447925" y="1447800"/>
                </a:lnTo>
                <a:close/>
                <a:moveTo>
                  <a:pt x="200025" y="1476375"/>
                </a:moveTo>
                <a:lnTo>
                  <a:pt x="209550" y="1476375"/>
                </a:lnTo>
                <a:lnTo>
                  <a:pt x="209550" y="1524000"/>
                </a:lnTo>
                <a:lnTo>
                  <a:pt x="200025" y="1524000"/>
                </a:lnTo>
                <a:close/>
                <a:moveTo>
                  <a:pt x="1752600" y="1476375"/>
                </a:moveTo>
                <a:lnTo>
                  <a:pt x="1762125" y="1476375"/>
                </a:lnTo>
                <a:lnTo>
                  <a:pt x="1762125" y="1514475"/>
                </a:lnTo>
                <a:lnTo>
                  <a:pt x="1752600" y="1514475"/>
                </a:lnTo>
                <a:close/>
                <a:moveTo>
                  <a:pt x="1819275" y="1476375"/>
                </a:moveTo>
                <a:lnTo>
                  <a:pt x="1838325" y="1476375"/>
                </a:lnTo>
                <a:lnTo>
                  <a:pt x="1838325" y="1495425"/>
                </a:lnTo>
                <a:lnTo>
                  <a:pt x="1819275" y="1495425"/>
                </a:lnTo>
                <a:close/>
                <a:moveTo>
                  <a:pt x="2790825" y="1476375"/>
                </a:moveTo>
                <a:lnTo>
                  <a:pt x="2867025" y="1476375"/>
                </a:lnTo>
                <a:lnTo>
                  <a:pt x="2867025" y="1495425"/>
                </a:lnTo>
                <a:lnTo>
                  <a:pt x="2857500" y="1495425"/>
                </a:lnTo>
                <a:lnTo>
                  <a:pt x="2857500" y="1504950"/>
                </a:lnTo>
                <a:lnTo>
                  <a:pt x="2809875" y="1504950"/>
                </a:lnTo>
                <a:lnTo>
                  <a:pt x="2809875" y="1495425"/>
                </a:lnTo>
                <a:lnTo>
                  <a:pt x="2790825" y="1495425"/>
                </a:lnTo>
                <a:close/>
                <a:moveTo>
                  <a:pt x="123825" y="1485900"/>
                </a:moveTo>
                <a:lnTo>
                  <a:pt x="133350" y="1485900"/>
                </a:lnTo>
                <a:lnTo>
                  <a:pt x="133350" y="1514475"/>
                </a:lnTo>
                <a:lnTo>
                  <a:pt x="142875" y="1514475"/>
                </a:lnTo>
                <a:lnTo>
                  <a:pt x="142875" y="1533525"/>
                </a:lnTo>
                <a:lnTo>
                  <a:pt x="133350" y="1533525"/>
                </a:lnTo>
                <a:lnTo>
                  <a:pt x="133350" y="1628775"/>
                </a:lnTo>
                <a:lnTo>
                  <a:pt x="123825" y="1628775"/>
                </a:lnTo>
                <a:close/>
                <a:moveTo>
                  <a:pt x="2876550" y="1485900"/>
                </a:moveTo>
                <a:lnTo>
                  <a:pt x="2886075" y="1485900"/>
                </a:lnTo>
                <a:lnTo>
                  <a:pt x="2886075" y="1495425"/>
                </a:lnTo>
                <a:lnTo>
                  <a:pt x="2876550" y="1495425"/>
                </a:lnTo>
                <a:close/>
                <a:moveTo>
                  <a:pt x="2895600" y="1485900"/>
                </a:moveTo>
                <a:lnTo>
                  <a:pt x="2924175" y="1485900"/>
                </a:lnTo>
                <a:lnTo>
                  <a:pt x="2924175" y="1495425"/>
                </a:lnTo>
                <a:lnTo>
                  <a:pt x="2933700" y="1495425"/>
                </a:lnTo>
                <a:lnTo>
                  <a:pt x="2933700" y="1504950"/>
                </a:lnTo>
                <a:lnTo>
                  <a:pt x="2924175" y="1504950"/>
                </a:lnTo>
                <a:lnTo>
                  <a:pt x="2924175" y="1514475"/>
                </a:lnTo>
                <a:lnTo>
                  <a:pt x="2895600" y="1514475"/>
                </a:lnTo>
                <a:close/>
                <a:moveTo>
                  <a:pt x="2952750" y="1495425"/>
                </a:moveTo>
                <a:lnTo>
                  <a:pt x="2962275" y="1495425"/>
                </a:lnTo>
                <a:lnTo>
                  <a:pt x="2962275" y="1504950"/>
                </a:lnTo>
                <a:lnTo>
                  <a:pt x="2952750" y="1504950"/>
                </a:lnTo>
                <a:close/>
                <a:moveTo>
                  <a:pt x="3009900" y="1495425"/>
                </a:moveTo>
                <a:lnTo>
                  <a:pt x="3019425" y="1495425"/>
                </a:lnTo>
                <a:lnTo>
                  <a:pt x="3019425" y="1504950"/>
                </a:lnTo>
                <a:lnTo>
                  <a:pt x="3028950" y="1504950"/>
                </a:lnTo>
                <a:lnTo>
                  <a:pt x="3028950" y="1514475"/>
                </a:lnTo>
                <a:lnTo>
                  <a:pt x="2990850" y="1514475"/>
                </a:lnTo>
                <a:lnTo>
                  <a:pt x="2990850" y="1504950"/>
                </a:lnTo>
                <a:lnTo>
                  <a:pt x="3009900" y="1504950"/>
                </a:lnTo>
                <a:close/>
                <a:moveTo>
                  <a:pt x="2971800" y="1504950"/>
                </a:moveTo>
                <a:lnTo>
                  <a:pt x="2981325" y="1504950"/>
                </a:lnTo>
                <a:lnTo>
                  <a:pt x="2981325" y="1514475"/>
                </a:lnTo>
                <a:lnTo>
                  <a:pt x="2971800" y="1514475"/>
                </a:lnTo>
                <a:close/>
                <a:moveTo>
                  <a:pt x="3276600" y="1524000"/>
                </a:moveTo>
                <a:lnTo>
                  <a:pt x="3295650" y="1524000"/>
                </a:lnTo>
                <a:lnTo>
                  <a:pt x="3295650" y="1533525"/>
                </a:lnTo>
                <a:lnTo>
                  <a:pt x="3324225" y="1533525"/>
                </a:lnTo>
                <a:lnTo>
                  <a:pt x="3324225" y="1543050"/>
                </a:lnTo>
                <a:lnTo>
                  <a:pt x="3352800" y="1543050"/>
                </a:lnTo>
                <a:lnTo>
                  <a:pt x="3352800" y="1552575"/>
                </a:lnTo>
                <a:lnTo>
                  <a:pt x="3314700" y="1552575"/>
                </a:lnTo>
                <a:lnTo>
                  <a:pt x="3314700" y="1543050"/>
                </a:lnTo>
                <a:lnTo>
                  <a:pt x="3305175" y="1543050"/>
                </a:lnTo>
                <a:lnTo>
                  <a:pt x="3305175" y="1552575"/>
                </a:lnTo>
                <a:lnTo>
                  <a:pt x="3276600" y="1552575"/>
                </a:lnTo>
                <a:lnTo>
                  <a:pt x="3276600" y="1543050"/>
                </a:lnTo>
                <a:lnTo>
                  <a:pt x="3267075" y="1543050"/>
                </a:lnTo>
                <a:lnTo>
                  <a:pt x="3267075" y="1533525"/>
                </a:lnTo>
                <a:lnTo>
                  <a:pt x="3276600" y="1533525"/>
                </a:lnTo>
                <a:close/>
                <a:moveTo>
                  <a:pt x="3400425" y="1543050"/>
                </a:moveTo>
                <a:lnTo>
                  <a:pt x="3419475" y="1543050"/>
                </a:lnTo>
                <a:lnTo>
                  <a:pt x="3419475" y="1562100"/>
                </a:lnTo>
                <a:lnTo>
                  <a:pt x="3390900" y="1562100"/>
                </a:lnTo>
                <a:lnTo>
                  <a:pt x="3390900" y="1552575"/>
                </a:lnTo>
                <a:lnTo>
                  <a:pt x="3400425" y="1552575"/>
                </a:lnTo>
                <a:close/>
                <a:moveTo>
                  <a:pt x="3562350" y="1552575"/>
                </a:moveTo>
                <a:lnTo>
                  <a:pt x="3581400" y="1552575"/>
                </a:lnTo>
                <a:lnTo>
                  <a:pt x="3581400" y="1590675"/>
                </a:lnTo>
                <a:lnTo>
                  <a:pt x="3562350" y="1590675"/>
                </a:lnTo>
                <a:close/>
                <a:moveTo>
                  <a:pt x="1828800" y="1581150"/>
                </a:moveTo>
                <a:lnTo>
                  <a:pt x="1847850" y="1581150"/>
                </a:lnTo>
                <a:lnTo>
                  <a:pt x="1847850" y="1628775"/>
                </a:lnTo>
                <a:lnTo>
                  <a:pt x="1828800" y="1628775"/>
                </a:lnTo>
                <a:close/>
                <a:moveTo>
                  <a:pt x="1762125" y="1600200"/>
                </a:moveTo>
                <a:lnTo>
                  <a:pt x="1771650" y="1600200"/>
                </a:lnTo>
                <a:lnTo>
                  <a:pt x="1771650" y="1638300"/>
                </a:lnTo>
                <a:lnTo>
                  <a:pt x="1762125" y="1638300"/>
                </a:lnTo>
                <a:close/>
                <a:moveTo>
                  <a:pt x="2019300" y="1600200"/>
                </a:moveTo>
                <a:lnTo>
                  <a:pt x="2057400" y="1600200"/>
                </a:lnTo>
                <a:lnTo>
                  <a:pt x="2057400" y="1609725"/>
                </a:lnTo>
                <a:lnTo>
                  <a:pt x="2019300" y="1609725"/>
                </a:lnTo>
                <a:close/>
                <a:moveTo>
                  <a:pt x="2105025" y="1609725"/>
                </a:moveTo>
                <a:lnTo>
                  <a:pt x="2133600" y="1609725"/>
                </a:lnTo>
                <a:lnTo>
                  <a:pt x="2133600" y="1619250"/>
                </a:lnTo>
                <a:lnTo>
                  <a:pt x="2105025" y="1619250"/>
                </a:lnTo>
                <a:close/>
                <a:moveTo>
                  <a:pt x="2200275" y="1619250"/>
                </a:moveTo>
                <a:lnTo>
                  <a:pt x="2228850" y="1619250"/>
                </a:lnTo>
                <a:lnTo>
                  <a:pt x="2228850" y="1628775"/>
                </a:lnTo>
                <a:lnTo>
                  <a:pt x="2200275" y="1628775"/>
                </a:lnTo>
                <a:close/>
                <a:moveTo>
                  <a:pt x="1152525" y="1628775"/>
                </a:moveTo>
                <a:lnTo>
                  <a:pt x="1181100" y="1628775"/>
                </a:lnTo>
                <a:lnTo>
                  <a:pt x="1181100" y="1638300"/>
                </a:lnTo>
                <a:lnTo>
                  <a:pt x="1152525" y="1638300"/>
                </a:lnTo>
                <a:close/>
                <a:moveTo>
                  <a:pt x="1990725" y="1628775"/>
                </a:moveTo>
                <a:lnTo>
                  <a:pt x="2000250" y="1628775"/>
                </a:lnTo>
                <a:lnTo>
                  <a:pt x="2000250" y="1647825"/>
                </a:lnTo>
                <a:lnTo>
                  <a:pt x="1990725" y="1647825"/>
                </a:lnTo>
                <a:close/>
                <a:moveTo>
                  <a:pt x="3552825" y="1628775"/>
                </a:moveTo>
                <a:lnTo>
                  <a:pt x="3571875" y="1628775"/>
                </a:lnTo>
                <a:lnTo>
                  <a:pt x="3571875" y="1657350"/>
                </a:lnTo>
                <a:lnTo>
                  <a:pt x="3552825" y="1657350"/>
                </a:lnTo>
                <a:close/>
                <a:moveTo>
                  <a:pt x="1219200" y="1638300"/>
                </a:moveTo>
                <a:lnTo>
                  <a:pt x="1228725" y="1638300"/>
                </a:lnTo>
                <a:lnTo>
                  <a:pt x="1228725" y="1657350"/>
                </a:lnTo>
                <a:lnTo>
                  <a:pt x="1219200" y="1657350"/>
                </a:lnTo>
                <a:close/>
                <a:moveTo>
                  <a:pt x="2124075" y="1638300"/>
                </a:moveTo>
                <a:lnTo>
                  <a:pt x="2133600" y="1638300"/>
                </a:lnTo>
                <a:lnTo>
                  <a:pt x="2133600" y="1647825"/>
                </a:lnTo>
                <a:lnTo>
                  <a:pt x="2143125" y="1647825"/>
                </a:lnTo>
                <a:lnTo>
                  <a:pt x="2143125" y="1657350"/>
                </a:lnTo>
                <a:lnTo>
                  <a:pt x="2133600" y="1657350"/>
                </a:lnTo>
                <a:lnTo>
                  <a:pt x="2133600" y="1676400"/>
                </a:lnTo>
                <a:lnTo>
                  <a:pt x="2143125" y="1676400"/>
                </a:lnTo>
                <a:lnTo>
                  <a:pt x="2143125" y="1685925"/>
                </a:lnTo>
                <a:lnTo>
                  <a:pt x="2124075" y="1685925"/>
                </a:lnTo>
                <a:lnTo>
                  <a:pt x="2124075" y="1695450"/>
                </a:lnTo>
                <a:lnTo>
                  <a:pt x="2105025" y="1695450"/>
                </a:lnTo>
                <a:lnTo>
                  <a:pt x="2105025" y="1714500"/>
                </a:lnTo>
                <a:lnTo>
                  <a:pt x="2114550" y="1714500"/>
                </a:lnTo>
                <a:lnTo>
                  <a:pt x="2114550" y="1724025"/>
                </a:lnTo>
                <a:lnTo>
                  <a:pt x="2124075" y="1724025"/>
                </a:lnTo>
                <a:lnTo>
                  <a:pt x="2124075" y="1733550"/>
                </a:lnTo>
                <a:lnTo>
                  <a:pt x="2133600" y="1733550"/>
                </a:lnTo>
                <a:lnTo>
                  <a:pt x="2133600" y="1743075"/>
                </a:lnTo>
                <a:lnTo>
                  <a:pt x="2143125" y="1743075"/>
                </a:lnTo>
                <a:lnTo>
                  <a:pt x="2143125" y="1733550"/>
                </a:lnTo>
                <a:lnTo>
                  <a:pt x="2152650" y="1733550"/>
                </a:lnTo>
                <a:lnTo>
                  <a:pt x="2152650" y="1704975"/>
                </a:lnTo>
                <a:lnTo>
                  <a:pt x="2162175" y="1704975"/>
                </a:lnTo>
                <a:lnTo>
                  <a:pt x="2162175" y="1743075"/>
                </a:lnTo>
                <a:lnTo>
                  <a:pt x="2152650" y="1743075"/>
                </a:lnTo>
                <a:lnTo>
                  <a:pt x="2152650" y="1771650"/>
                </a:lnTo>
                <a:lnTo>
                  <a:pt x="2143125" y="1771650"/>
                </a:lnTo>
                <a:lnTo>
                  <a:pt x="2143125" y="1762125"/>
                </a:lnTo>
                <a:lnTo>
                  <a:pt x="2076450" y="1762125"/>
                </a:lnTo>
                <a:lnTo>
                  <a:pt x="2076450" y="1752600"/>
                </a:lnTo>
                <a:lnTo>
                  <a:pt x="2085975" y="1752600"/>
                </a:lnTo>
                <a:lnTo>
                  <a:pt x="2085975" y="1695450"/>
                </a:lnTo>
                <a:lnTo>
                  <a:pt x="2095500" y="1695450"/>
                </a:lnTo>
                <a:lnTo>
                  <a:pt x="2095500" y="1685925"/>
                </a:lnTo>
                <a:lnTo>
                  <a:pt x="2105025" y="1685925"/>
                </a:lnTo>
                <a:lnTo>
                  <a:pt x="2105025" y="1676400"/>
                </a:lnTo>
                <a:lnTo>
                  <a:pt x="2124075" y="1676400"/>
                </a:lnTo>
                <a:close/>
                <a:moveTo>
                  <a:pt x="2257425" y="1657350"/>
                </a:moveTo>
                <a:lnTo>
                  <a:pt x="2266950" y="1657350"/>
                </a:lnTo>
                <a:lnTo>
                  <a:pt x="2266950" y="1695450"/>
                </a:lnTo>
                <a:lnTo>
                  <a:pt x="2257425" y="1695450"/>
                </a:lnTo>
                <a:close/>
                <a:moveTo>
                  <a:pt x="209550" y="1666875"/>
                </a:moveTo>
                <a:lnTo>
                  <a:pt x="219075" y="1666875"/>
                </a:lnTo>
                <a:lnTo>
                  <a:pt x="219075" y="1714500"/>
                </a:lnTo>
                <a:lnTo>
                  <a:pt x="209550" y="1714500"/>
                </a:lnTo>
                <a:close/>
                <a:moveTo>
                  <a:pt x="438150" y="1676400"/>
                </a:moveTo>
                <a:lnTo>
                  <a:pt x="476250" y="1676400"/>
                </a:lnTo>
                <a:lnTo>
                  <a:pt x="476250" y="1685925"/>
                </a:lnTo>
                <a:lnTo>
                  <a:pt x="495300" y="1685925"/>
                </a:lnTo>
                <a:lnTo>
                  <a:pt x="495300" y="1695450"/>
                </a:lnTo>
                <a:lnTo>
                  <a:pt x="485775" y="1695450"/>
                </a:lnTo>
                <a:lnTo>
                  <a:pt x="485775" y="1704975"/>
                </a:lnTo>
                <a:lnTo>
                  <a:pt x="495300" y="1704975"/>
                </a:lnTo>
                <a:lnTo>
                  <a:pt x="495300" y="1695450"/>
                </a:lnTo>
                <a:lnTo>
                  <a:pt x="504825" y="1695450"/>
                </a:lnTo>
                <a:lnTo>
                  <a:pt x="504825" y="1704975"/>
                </a:lnTo>
                <a:lnTo>
                  <a:pt x="514350" y="1704975"/>
                </a:lnTo>
                <a:lnTo>
                  <a:pt x="514350" y="1762125"/>
                </a:lnTo>
                <a:lnTo>
                  <a:pt x="495300" y="1762125"/>
                </a:lnTo>
                <a:lnTo>
                  <a:pt x="495300" y="1771650"/>
                </a:lnTo>
                <a:lnTo>
                  <a:pt x="485775" y="1771650"/>
                </a:lnTo>
                <a:lnTo>
                  <a:pt x="485775" y="1752600"/>
                </a:lnTo>
                <a:lnTo>
                  <a:pt x="495300" y="1752600"/>
                </a:lnTo>
                <a:lnTo>
                  <a:pt x="495300" y="1743075"/>
                </a:lnTo>
                <a:lnTo>
                  <a:pt x="485775" y="1743075"/>
                </a:lnTo>
                <a:lnTo>
                  <a:pt x="485775" y="1733550"/>
                </a:lnTo>
                <a:lnTo>
                  <a:pt x="476250" y="1733550"/>
                </a:lnTo>
                <a:lnTo>
                  <a:pt x="476250" y="1743075"/>
                </a:lnTo>
                <a:lnTo>
                  <a:pt x="447675" y="1743075"/>
                </a:lnTo>
                <a:lnTo>
                  <a:pt x="447675" y="1724025"/>
                </a:lnTo>
                <a:lnTo>
                  <a:pt x="438150" y="1724025"/>
                </a:lnTo>
                <a:lnTo>
                  <a:pt x="438150" y="1714500"/>
                </a:lnTo>
                <a:lnTo>
                  <a:pt x="428625" y="1714500"/>
                </a:lnTo>
                <a:lnTo>
                  <a:pt x="428625" y="1724025"/>
                </a:lnTo>
                <a:lnTo>
                  <a:pt x="419100" y="1724025"/>
                </a:lnTo>
                <a:lnTo>
                  <a:pt x="419100" y="1752600"/>
                </a:lnTo>
                <a:lnTo>
                  <a:pt x="428625" y="1752600"/>
                </a:lnTo>
                <a:lnTo>
                  <a:pt x="428625" y="1762125"/>
                </a:lnTo>
                <a:lnTo>
                  <a:pt x="438150" y="1762125"/>
                </a:lnTo>
                <a:lnTo>
                  <a:pt x="438150" y="1771650"/>
                </a:lnTo>
                <a:lnTo>
                  <a:pt x="447675" y="1771650"/>
                </a:lnTo>
                <a:lnTo>
                  <a:pt x="447675" y="1762125"/>
                </a:lnTo>
                <a:lnTo>
                  <a:pt x="476250" y="1762125"/>
                </a:lnTo>
                <a:lnTo>
                  <a:pt x="476250" y="1781175"/>
                </a:lnTo>
                <a:lnTo>
                  <a:pt x="466725" y="1781175"/>
                </a:lnTo>
                <a:lnTo>
                  <a:pt x="466725" y="1790700"/>
                </a:lnTo>
                <a:lnTo>
                  <a:pt x="438150" y="1790700"/>
                </a:lnTo>
                <a:lnTo>
                  <a:pt x="438150" y="1781175"/>
                </a:lnTo>
                <a:lnTo>
                  <a:pt x="419100" y="1781175"/>
                </a:lnTo>
                <a:lnTo>
                  <a:pt x="419100" y="1762125"/>
                </a:lnTo>
                <a:lnTo>
                  <a:pt x="409575" y="1762125"/>
                </a:lnTo>
                <a:lnTo>
                  <a:pt x="409575" y="1752600"/>
                </a:lnTo>
                <a:lnTo>
                  <a:pt x="400050" y="1752600"/>
                </a:lnTo>
                <a:lnTo>
                  <a:pt x="400050" y="1704975"/>
                </a:lnTo>
                <a:lnTo>
                  <a:pt x="409575" y="1704975"/>
                </a:lnTo>
                <a:lnTo>
                  <a:pt x="409575" y="1695450"/>
                </a:lnTo>
                <a:lnTo>
                  <a:pt x="428625" y="1695450"/>
                </a:lnTo>
                <a:lnTo>
                  <a:pt x="428625" y="1685925"/>
                </a:lnTo>
                <a:lnTo>
                  <a:pt x="438150" y="1685925"/>
                </a:lnTo>
                <a:close/>
                <a:moveTo>
                  <a:pt x="1847850" y="1676400"/>
                </a:moveTo>
                <a:lnTo>
                  <a:pt x="1857375" y="1676400"/>
                </a:lnTo>
                <a:lnTo>
                  <a:pt x="1857375" y="1685925"/>
                </a:lnTo>
                <a:lnTo>
                  <a:pt x="1866900" y="1685925"/>
                </a:lnTo>
                <a:lnTo>
                  <a:pt x="1866900" y="1790700"/>
                </a:lnTo>
                <a:lnTo>
                  <a:pt x="1885950" y="1790700"/>
                </a:lnTo>
                <a:lnTo>
                  <a:pt x="1885950" y="1895475"/>
                </a:lnTo>
                <a:lnTo>
                  <a:pt x="1876425" y="1895475"/>
                </a:lnTo>
                <a:lnTo>
                  <a:pt x="1876425" y="1905000"/>
                </a:lnTo>
                <a:lnTo>
                  <a:pt x="1866900" y="1905000"/>
                </a:lnTo>
                <a:lnTo>
                  <a:pt x="1866900" y="1895475"/>
                </a:lnTo>
                <a:lnTo>
                  <a:pt x="1857375" y="1895475"/>
                </a:lnTo>
                <a:lnTo>
                  <a:pt x="1857375" y="1857375"/>
                </a:lnTo>
                <a:lnTo>
                  <a:pt x="1847850" y="1857375"/>
                </a:lnTo>
                <a:lnTo>
                  <a:pt x="1847850" y="1819275"/>
                </a:lnTo>
                <a:lnTo>
                  <a:pt x="1857375" y="1819275"/>
                </a:lnTo>
                <a:lnTo>
                  <a:pt x="1857375" y="1724025"/>
                </a:lnTo>
                <a:lnTo>
                  <a:pt x="1838325" y="1724025"/>
                </a:lnTo>
                <a:lnTo>
                  <a:pt x="1838325" y="1685925"/>
                </a:lnTo>
                <a:lnTo>
                  <a:pt x="1847850" y="1685925"/>
                </a:lnTo>
                <a:close/>
                <a:moveTo>
                  <a:pt x="2143125" y="1685925"/>
                </a:moveTo>
                <a:lnTo>
                  <a:pt x="2152650" y="1685925"/>
                </a:lnTo>
                <a:lnTo>
                  <a:pt x="2152650" y="1695450"/>
                </a:lnTo>
                <a:lnTo>
                  <a:pt x="2143125" y="1695450"/>
                </a:lnTo>
                <a:close/>
                <a:moveTo>
                  <a:pt x="1981200" y="1695450"/>
                </a:moveTo>
                <a:lnTo>
                  <a:pt x="1990725" y="1695450"/>
                </a:lnTo>
                <a:lnTo>
                  <a:pt x="1990725" y="1724025"/>
                </a:lnTo>
                <a:lnTo>
                  <a:pt x="1981200" y="1724025"/>
                </a:lnTo>
                <a:close/>
                <a:moveTo>
                  <a:pt x="3543300" y="1695450"/>
                </a:moveTo>
                <a:lnTo>
                  <a:pt x="3562350" y="1695450"/>
                </a:lnTo>
                <a:lnTo>
                  <a:pt x="3562350" y="1733550"/>
                </a:lnTo>
                <a:lnTo>
                  <a:pt x="3543300" y="1733550"/>
                </a:lnTo>
                <a:close/>
                <a:moveTo>
                  <a:pt x="133350" y="1704975"/>
                </a:moveTo>
                <a:lnTo>
                  <a:pt x="142875" y="1704975"/>
                </a:lnTo>
                <a:lnTo>
                  <a:pt x="142875" y="1714500"/>
                </a:lnTo>
                <a:lnTo>
                  <a:pt x="133350" y="1714500"/>
                </a:lnTo>
                <a:close/>
                <a:moveTo>
                  <a:pt x="142875" y="1714500"/>
                </a:moveTo>
                <a:lnTo>
                  <a:pt x="152400" y="1714500"/>
                </a:lnTo>
                <a:lnTo>
                  <a:pt x="152400" y="1828800"/>
                </a:lnTo>
                <a:lnTo>
                  <a:pt x="142875" y="1828800"/>
                </a:lnTo>
                <a:close/>
                <a:moveTo>
                  <a:pt x="1771650" y="1724025"/>
                </a:moveTo>
                <a:lnTo>
                  <a:pt x="1781175" y="1724025"/>
                </a:lnTo>
                <a:lnTo>
                  <a:pt x="1781175" y="1762125"/>
                </a:lnTo>
                <a:lnTo>
                  <a:pt x="1771650" y="1762125"/>
                </a:lnTo>
                <a:close/>
                <a:moveTo>
                  <a:pt x="2352675" y="1733550"/>
                </a:moveTo>
                <a:lnTo>
                  <a:pt x="2400300" y="1733550"/>
                </a:lnTo>
                <a:lnTo>
                  <a:pt x="2400300" y="1743075"/>
                </a:lnTo>
                <a:lnTo>
                  <a:pt x="2419350" y="1743075"/>
                </a:lnTo>
                <a:lnTo>
                  <a:pt x="2419350" y="1752600"/>
                </a:lnTo>
                <a:lnTo>
                  <a:pt x="2409825" y="1752600"/>
                </a:lnTo>
                <a:lnTo>
                  <a:pt x="2409825" y="1762125"/>
                </a:lnTo>
                <a:lnTo>
                  <a:pt x="2390775" y="1762125"/>
                </a:lnTo>
                <a:lnTo>
                  <a:pt x="2390775" y="1752600"/>
                </a:lnTo>
                <a:lnTo>
                  <a:pt x="2352675" y="1752600"/>
                </a:lnTo>
                <a:close/>
                <a:moveTo>
                  <a:pt x="2324100" y="1743075"/>
                </a:moveTo>
                <a:lnTo>
                  <a:pt x="2333625" y="1743075"/>
                </a:lnTo>
                <a:lnTo>
                  <a:pt x="2333625" y="1752600"/>
                </a:lnTo>
                <a:lnTo>
                  <a:pt x="2324100" y="1752600"/>
                </a:lnTo>
                <a:close/>
                <a:moveTo>
                  <a:pt x="2428875" y="1743075"/>
                </a:moveTo>
                <a:lnTo>
                  <a:pt x="2457450" y="1743075"/>
                </a:lnTo>
                <a:lnTo>
                  <a:pt x="2457450" y="1762125"/>
                </a:lnTo>
                <a:lnTo>
                  <a:pt x="2447925" y="1762125"/>
                </a:lnTo>
                <a:lnTo>
                  <a:pt x="2447925" y="1771650"/>
                </a:lnTo>
                <a:lnTo>
                  <a:pt x="2438400" y="1771650"/>
                </a:lnTo>
                <a:lnTo>
                  <a:pt x="2438400" y="1762125"/>
                </a:lnTo>
                <a:lnTo>
                  <a:pt x="2428875" y="1762125"/>
                </a:lnTo>
                <a:close/>
                <a:moveTo>
                  <a:pt x="2552700" y="1743075"/>
                </a:moveTo>
                <a:lnTo>
                  <a:pt x="2562225" y="1743075"/>
                </a:lnTo>
                <a:lnTo>
                  <a:pt x="2562225" y="1762125"/>
                </a:lnTo>
                <a:lnTo>
                  <a:pt x="2600325" y="1762125"/>
                </a:lnTo>
                <a:lnTo>
                  <a:pt x="2600325" y="1781175"/>
                </a:lnTo>
                <a:lnTo>
                  <a:pt x="2590800" y="1781175"/>
                </a:lnTo>
                <a:lnTo>
                  <a:pt x="2590800" y="1790700"/>
                </a:lnTo>
                <a:lnTo>
                  <a:pt x="2581275" y="1790700"/>
                </a:lnTo>
                <a:lnTo>
                  <a:pt x="2581275" y="1781175"/>
                </a:lnTo>
                <a:lnTo>
                  <a:pt x="2571750" y="1781175"/>
                </a:lnTo>
                <a:lnTo>
                  <a:pt x="2571750" y="1771650"/>
                </a:lnTo>
                <a:lnTo>
                  <a:pt x="2514600" y="1771650"/>
                </a:lnTo>
                <a:lnTo>
                  <a:pt x="2514600" y="1752600"/>
                </a:lnTo>
                <a:lnTo>
                  <a:pt x="2552700" y="1752600"/>
                </a:lnTo>
                <a:close/>
                <a:moveTo>
                  <a:pt x="2247900" y="1752600"/>
                </a:moveTo>
                <a:lnTo>
                  <a:pt x="2257425" y="1752600"/>
                </a:lnTo>
                <a:lnTo>
                  <a:pt x="2257425" y="1781175"/>
                </a:lnTo>
                <a:lnTo>
                  <a:pt x="2247900" y="1781175"/>
                </a:lnTo>
                <a:close/>
                <a:moveTo>
                  <a:pt x="2486025" y="1752600"/>
                </a:moveTo>
                <a:lnTo>
                  <a:pt x="2495550" y="1752600"/>
                </a:lnTo>
                <a:lnTo>
                  <a:pt x="2495550" y="1771650"/>
                </a:lnTo>
                <a:lnTo>
                  <a:pt x="2486025" y="1771650"/>
                </a:lnTo>
                <a:close/>
                <a:moveTo>
                  <a:pt x="2628900" y="1752600"/>
                </a:moveTo>
                <a:lnTo>
                  <a:pt x="2647950" y="1752600"/>
                </a:lnTo>
                <a:lnTo>
                  <a:pt x="2647950" y="1762125"/>
                </a:lnTo>
                <a:lnTo>
                  <a:pt x="2657475" y="1762125"/>
                </a:lnTo>
                <a:lnTo>
                  <a:pt x="2657475" y="1781175"/>
                </a:lnTo>
                <a:lnTo>
                  <a:pt x="2619375" y="1781175"/>
                </a:lnTo>
                <a:lnTo>
                  <a:pt x="2619375" y="1771650"/>
                </a:lnTo>
                <a:lnTo>
                  <a:pt x="2628900" y="1771650"/>
                </a:lnTo>
                <a:close/>
                <a:moveTo>
                  <a:pt x="2686050" y="1762125"/>
                </a:moveTo>
                <a:lnTo>
                  <a:pt x="2724150" y="1762125"/>
                </a:lnTo>
                <a:lnTo>
                  <a:pt x="2724150" y="1771650"/>
                </a:lnTo>
                <a:lnTo>
                  <a:pt x="2705100" y="1771650"/>
                </a:lnTo>
                <a:lnTo>
                  <a:pt x="2705100" y="1781175"/>
                </a:lnTo>
                <a:lnTo>
                  <a:pt x="2714625" y="1781175"/>
                </a:lnTo>
                <a:lnTo>
                  <a:pt x="2714625" y="1790700"/>
                </a:lnTo>
                <a:lnTo>
                  <a:pt x="2695575" y="1790700"/>
                </a:lnTo>
                <a:lnTo>
                  <a:pt x="2695575" y="1800225"/>
                </a:lnTo>
                <a:lnTo>
                  <a:pt x="2686050" y="1800225"/>
                </a:lnTo>
                <a:lnTo>
                  <a:pt x="2686050" y="1790700"/>
                </a:lnTo>
                <a:lnTo>
                  <a:pt x="2667000" y="1790700"/>
                </a:lnTo>
                <a:lnTo>
                  <a:pt x="2667000" y="1781175"/>
                </a:lnTo>
                <a:lnTo>
                  <a:pt x="2686050" y="1781175"/>
                </a:lnTo>
                <a:close/>
                <a:moveTo>
                  <a:pt x="2762250" y="1771650"/>
                </a:moveTo>
                <a:lnTo>
                  <a:pt x="2790825" y="1771650"/>
                </a:lnTo>
                <a:lnTo>
                  <a:pt x="2790825" y="1781175"/>
                </a:lnTo>
                <a:lnTo>
                  <a:pt x="2809875" y="1781175"/>
                </a:lnTo>
                <a:lnTo>
                  <a:pt x="2809875" y="1790700"/>
                </a:lnTo>
                <a:lnTo>
                  <a:pt x="2819400" y="1790700"/>
                </a:lnTo>
                <a:lnTo>
                  <a:pt x="2819400" y="1800225"/>
                </a:lnTo>
                <a:lnTo>
                  <a:pt x="2809875" y="1800225"/>
                </a:lnTo>
                <a:lnTo>
                  <a:pt x="2809875" y="1809750"/>
                </a:lnTo>
                <a:lnTo>
                  <a:pt x="2800350" y="1809750"/>
                </a:lnTo>
                <a:lnTo>
                  <a:pt x="2800350" y="1800225"/>
                </a:lnTo>
                <a:lnTo>
                  <a:pt x="2781300" y="1800225"/>
                </a:lnTo>
                <a:lnTo>
                  <a:pt x="2781300" y="1790700"/>
                </a:lnTo>
                <a:lnTo>
                  <a:pt x="2771775" y="1790700"/>
                </a:lnTo>
                <a:lnTo>
                  <a:pt x="2771775" y="1781175"/>
                </a:lnTo>
                <a:lnTo>
                  <a:pt x="2762250" y="1781175"/>
                </a:lnTo>
                <a:close/>
                <a:moveTo>
                  <a:pt x="3533775" y="1771650"/>
                </a:moveTo>
                <a:lnTo>
                  <a:pt x="3552825" y="1771650"/>
                </a:lnTo>
                <a:lnTo>
                  <a:pt x="3552825" y="1800225"/>
                </a:lnTo>
                <a:lnTo>
                  <a:pt x="3533775" y="1800225"/>
                </a:lnTo>
                <a:close/>
                <a:moveTo>
                  <a:pt x="1971675" y="1781175"/>
                </a:moveTo>
                <a:lnTo>
                  <a:pt x="1981200" y="1781175"/>
                </a:lnTo>
                <a:lnTo>
                  <a:pt x="1981200" y="1809750"/>
                </a:lnTo>
                <a:lnTo>
                  <a:pt x="1971675" y="1809750"/>
                </a:lnTo>
                <a:close/>
                <a:moveTo>
                  <a:pt x="2143125" y="1781175"/>
                </a:moveTo>
                <a:lnTo>
                  <a:pt x="2152650" y="1781175"/>
                </a:lnTo>
                <a:lnTo>
                  <a:pt x="2152650" y="1800225"/>
                </a:lnTo>
                <a:lnTo>
                  <a:pt x="2143125" y="1800225"/>
                </a:lnTo>
                <a:close/>
                <a:moveTo>
                  <a:pt x="1438275" y="1790700"/>
                </a:moveTo>
                <a:lnTo>
                  <a:pt x="1457325" y="1790700"/>
                </a:lnTo>
                <a:lnTo>
                  <a:pt x="1457325" y="1800225"/>
                </a:lnTo>
                <a:lnTo>
                  <a:pt x="1476375" y="1800225"/>
                </a:lnTo>
                <a:lnTo>
                  <a:pt x="1476375" y="1790700"/>
                </a:lnTo>
                <a:lnTo>
                  <a:pt x="1485900" y="1790700"/>
                </a:lnTo>
                <a:lnTo>
                  <a:pt x="1485900" y="1800225"/>
                </a:lnTo>
                <a:lnTo>
                  <a:pt x="1495425" y="1800225"/>
                </a:lnTo>
                <a:lnTo>
                  <a:pt x="1495425" y="1809750"/>
                </a:lnTo>
                <a:lnTo>
                  <a:pt x="1485900" y="1809750"/>
                </a:lnTo>
                <a:lnTo>
                  <a:pt x="1485900" y="1819275"/>
                </a:lnTo>
                <a:lnTo>
                  <a:pt x="1466850" y="1819275"/>
                </a:lnTo>
                <a:lnTo>
                  <a:pt x="1466850" y="1828800"/>
                </a:lnTo>
                <a:lnTo>
                  <a:pt x="1438275" y="1828800"/>
                </a:lnTo>
                <a:lnTo>
                  <a:pt x="1438275" y="1819275"/>
                </a:lnTo>
                <a:lnTo>
                  <a:pt x="1428750" y="1819275"/>
                </a:lnTo>
                <a:lnTo>
                  <a:pt x="1428750" y="1828800"/>
                </a:lnTo>
                <a:lnTo>
                  <a:pt x="1409700" y="1828800"/>
                </a:lnTo>
                <a:lnTo>
                  <a:pt x="1409700" y="1838325"/>
                </a:lnTo>
                <a:lnTo>
                  <a:pt x="1400175" y="1838325"/>
                </a:lnTo>
                <a:lnTo>
                  <a:pt x="1400175" y="1828800"/>
                </a:lnTo>
                <a:lnTo>
                  <a:pt x="1390650" y="1828800"/>
                </a:lnTo>
                <a:lnTo>
                  <a:pt x="1390650" y="1809750"/>
                </a:lnTo>
                <a:lnTo>
                  <a:pt x="1381125" y="1809750"/>
                </a:lnTo>
                <a:lnTo>
                  <a:pt x="1381125" y="1800225"/>
                </a:lnTo>
                <a:lnTo>
                  <a:pt x="1390650" y="1800225"/>
                </a:lnTo>
                <a:lnTo>
                  <a:pt x="1390650" y="1809750"/>
                </a:lnTo>
                <a:lnTo>
                  <a:pt x="1400175" y="1809750"/>
                </a:lnTo>
                <a:lnTo>
                  <a:pt x="1400175" y="1800225"/>
                </a:lnTo>
                <a:lnTo>
                  <a:pt x="1409700" y="1800225"/>
                </a:lnTo>
                <a:lnTo>
                  <a:pt x="1409700" y="1809750"/>
                </a:lnTo>
                <a:lnTo>
                  <a:pt x="1400175" y="1809750"/>
                </a:lnTo>
                <a:lnTo>
                  <a:pt x="1400175" y="1819275"/>
                </a:lnTo>
                <a:lnTo>
                  <a:pt x="1409700" y="1819275"/>
                </a:lnTo>
                <a:lnTo>
                  <a:pt x="1409700" y="1809750"/>
                </a:lnTo>
                <a:lnTo>
                  <a:pt x="1419225" y="1809750"/>
                </a:lnTo>
                <a:lnTo>
                  <a:pt x="1419225" y="1800225"/>
                </a:lnTo>
                <a:lnTo>
                  <a:pt x="1438275" y="1800225"/>
                </a:lnTo>
                <a:close/>
                <a:moveTo>
                  <a:pt x="2762250" y="1790700"/>
                </a:moveTo>
                <a:lnTo>
                  <a:pt x="2771775" y="1790700"/>
                </a:lnTo>
                <a:lnTo>
                  <a:pt x="2771775" y="1800225"/>
                </a:lnTo>
                <a:lnTo>
                  <a:pt x="2762250" y="1800225"/>
                </a:lnTo>
                <a:close/>
                <a:moveTo>
                  <a:pt x="1333500" y="1800225"/>
                </a:moveTo>
                <a:lnTo>
                  <a:pt x="1371600" y="1800225"/>
                </a:lnTo>
                <a:lnTo>
                  <a:pt x="1371600" y="1809750"/>
                </a:lnTo>
                <a:lnTo>
                  <a:pt x="1362075" y="1809750"/>
                </a:lnTo>
                <a:lnTo>
                  <a:pt x="1362075" y="1828800"/>
                </a:lnTo>
                <a:lnTo>
                  <a:pt x="1352550" y="1828800"/>
                </a:lnTo>
                <a:lnTo>
                  <a:pt x="1352550" y="1819275"/>
                </a:lnTo>
                <a:lnTo>
                  <a:pt x="1343025" y="1819275"/>
                </a:lnTo>
                <a:lnTo>
                  <a:pt x="1343025" y="1828800"/>
                </a:lnTo>
                <a:lnTo>
                  <a:pt x="1323975" y="1828800"/>
                </a:lnTo>
                <a:lnTo>
                  <a:pt x="1323975" y="1838325"/>
                </a:lnTo>
                <a:lnTo>
                  <a:pt x="1304925" y="1838325"/>
                </a:lnTo>
                <a:lnTo>
                  <a:pt x="1304925" y="1847850"/>
                </a:lnTo>
                <a:lnTo>
                  <a:pt x="1295400" y="1847850"/>
                </a:lnTo>
                <a:lnTo>
                  <a:pt x="1295400" y="1838325"/>
                </a:lnTo>
                <a:lnTo>
                  <a:pt x="1285875" y="1838325"/>
                </a:lnTo>
                <a:lnTo>
                  <a:pt x="1285875" y="1819275"/>
                </a:lnTo>
                <a:lnTo>
                  <a:pt x="1276350" y="1819275"/>
                </a:lnTo>
                <a:lnTo>
                  <a:pt x="1276350" y="1809750"/>
                </a:lnTo>
                <a:lnTo>
                  <a:pt x="1333500" y="1809750"/>
                </a:lnTo>
                <a:close/>
                <a:moveTo>
                  <a:pt x="1114425" y="1809750"/>
                </a:moveTo>
                <a:lnTo>
                  <a:pt x="1143000" y="1809750"/>
                </a:lnTo>
                <a:lnTo>
                  <a:pt x="1143000" y="1819275"/>
                </a:lnTo>
                <a:lnTo>
                  <a:pt x="1123950" y="1819275"/>
                </a:lnTo>
                <a:lnTo>
                  <a:pt x="1123950" y="1857375"/>
                </a:lnTo>
                <a:lnTo>
                  <a:pt x="1114425" y="1857375"/>
                </a:lnTo>
                <a:lnTo>
                  <a:pt x="1114425" y="1847850"/>
                </a:lnTo>
                <a:lnTo>
                  <a:pt x="1104900" y="1847850"/>
                </a:lnTo>
                <a:lnTo>
                  <a:pt x="1104900" y="1819275"/>
                </a:lnTo>
                <a:lnTo>
                  <a:pt x="1114425" y="1819275"/>
                </a:lnTo>
                <a:close/>
                <a:moveTo>
                  <a:pt x="1238250" y="1809750"/>
                </a:moveTo>
                <a:lnTo>
                  <a:pt x="1257300" y="1809750"/>
                </a:lnTo>
                <a:lnTo>
                  <a:pt x="1257300" y="1819275"/>
                </a:lnTo>
                <a:lnTo>
                  <a:pt x="1247775" y="1819275"/>
                </a:lnTo>
                <a:lnTo>
                  <a:pt x="1247775" y="1838325"/>
                </a:lnTo>
                <a:lnTo>
                  <a:pt x="1200150" y="1838325"/>
                </a:lnTo>
                <a:lnTo>
                  <a:pt x="1200150" y="1828800"/>
                </a:lnTo>
                <a:lnTo>
                  <a:pt x="1190625" y="1828800"/>
                </a:lnTo>
                <a:lnTo>
                  <a:pt x="1190625" y="1838325"/>
                </a:lnTo>
                <a:lnTo>
                  <a:pt x="1200150" y="1838325"/>
                </a:lnTo>
                <a:lnTo>
                  <a:pt x="1200150" y="1857375"/>
                </a:lnTo>
                <a:lnTo>
                  <a:pt x="1181100" y="1857375"/>
                </a:lnTo>
                <a:lnTo>
                  <a:pt x="1181100" y="1847850"/>
                </a:lnTo>
                <a:lnTo>
                  <a:pt x="1162050" y="1847850"/>
                </a:lnTo>
                <a:lnTo>
                  <a:pt x="1162050" y="1838325"/>
                </a:lnTo>
                <a:lnTo>
                  <a:pt x="1152525" y="1838325"/>
                </a:lnTo>
                <a:lnTo>
                  <a:pt x="1152525" y="1828800"/>
                </a:lnTo>
                <a:lnTo>
                  <a:pt x="1162050" y="1828800"/>
                </a:lnTo>
                <a:lnTo>
                  <a:pt x="1162050" y="1819275"/>
                </a:lnTo>
                <a:lnTo>
                  <a:pt x="1238250" y="1819275"/>
                </a:lnTo>
                <a:close/>
                <a:moveTo>
                  <a:pt x="1371600" y="1809750"/>
                </a:moveTo>
                <a:lnTo>
                  <a:pt x="1381125" y="1809750"/>
                </a:lnTo>
                <a:lnTo>
                  <a:pt x="1381125" y="1828800"/>
                </a:lnTo>
                <a:lnTo>
                  <a:pt x="1371600" y="1828800"/>
                </a:lnTo>
                <a:close/>
                <a:moveTo>
                  <a:pt x="1495425" y="1809750"/>
                </a:moveTo>
                <a:lnTo>
                  <a:pt x="1504950" y="1809750"/>
                </a:lnTo>
                <a:lnTo>
                  <a:pt x="1504950" y="1819275"/>
                </a:lnTo>
                <a:lnTo>
                  <a:pt x="1495425" y="1819275"/>
                </a:lnTo>
                <a:close/>
                <a:moveTo>
                  <a:pt x="1485900" y="1819275"/>
                </a:moveTo>
                <a:lnTo>
                  <a:pt x="1495425" y="1819275"/>
                </a:lnTo>
                <a:lnTo>
                  <a:pt x="1495425" y="1828800"/>
                </a:lnTo>
                <a:lnTo>
                  <a:pt x="1485900" y="1828800"/>
                </a:lnTo>
                <a:close/>
                <a:moveTo>
                  <a:pt x="1133475" y="1828800"/>
                </a:moveTo>
                <a:lnTo>
                  <a:pt x="1143000" y="1828800"/>
                </a:lnTo>
                <a:lnTo>
                  <a:pt x="1143000" y="1838325"/>
                </a:lnTo>
                <a:lnTo>
                  <a:pt x="1133475" y="1838325"/>
                </a:lnTo>
                <a:close/>
                <a:moveTo>
                  <a:pt x="1295400" y="1828800"/>
                </a:moveTo>
                <a:lnTo>
                  <a:pt x="1304925" y="1828800"/>
                </a:lnTo>
                <a:lnTo>
                  <a:pt x="1304925" y="1819275"/>
                </a:lnTo>
                <a:lnTo>
                  <a:pt x="1295400" y="1819275"/>
                </a:lnTo>
                <a:close/>
                <a:moveTo>
                  <a:pt x="1362075" y="1828800"/>
                </a:moveTo>
                <a:lnTo>
                  <a:pt x="1371600" y="1828800"/>
                </a:lnTo>
                <a:lnTo>
                  <a:pt x="1371600" y="1838325"/>
                </a:lnTo>
                <a:lnTo>
                  <a:pt x="1362075" y="1838325"/>
                </a:lnTo>
                <a:close/>
                <a:moveTo>
                  <a:pt x="1381125" y="1828800"/>
                </a:moveTo>
                <a:lnTo>
                  <a:pt x="1390650" y="1828800"/>
                </a:lnTo>
                <a:lnTo>
                  <a:pt x="1390650" y="1838325"/>
                </a:lnTo>
                <a:lnTo>
                  <a:pt x="1381125" y="1838325"/>
                </a:lnTo>
                <a:close/>
                <a:moveTo>
                  <a:pt x="2066925" y="1828800"/>
                </a:moveTo>
                <a:lnTo>
                  <a:pt x="2076450" y="1828800"/>
                </a:lnTo>
                <a:lnTo>
                  <a:pt x="2076450" y="1857375"/>
                </a:lnTo>
                <a:lnTo>
                  <a:pt x="2066925" y="1857375"/>
                </a:lnTo>
                <a:close/>
                <a:moveTo>
                  <a:pt x="219075" y="1838325"/>
                </a:moveTo>
                <a:lnTo>
                  <a:pt x="228600" y="1838325"/>
                </a:lnTo>
                <a:lnTo>
                  <a:pt x="228600" y="1876425"/>
                </a:lnTo>
                <a:lnTo>
                  <a:pt x="219075" y="1876425"/>
                </a:lnTo>
                <a:close/>
                <a:moveTo>
                  <a:pt x="1257300" y="1838325"/>
                </a:moveTo>
                <a:lnTo>
                  <a:pt x="1266825" y="1838325"/>
                </a:lnTo>
                <a:lnTo>
                  <a:pt x="1266825" y="1847850"/>
                </a:lnTo>
                <a:lnTo>
                  <a:pt x="1257300" y="1847850"/>
                </a:lnTo>
                <a:close/>
                <a:moveTo>
                  <a:pt x="2238375" y="1838325"/>
                </a:moveTo>
                <a:lnTo>
                  <a:pt x="2247900" y="1838325"/>
                </a:lnTo>
                <a:lnTo>
                  <a:pt x="2247900" y="1857375"/>
                </a:lnTo>
                <a:lnTo>
                  <a:pt x="2238375" y="1857375"/>
                </a:lnTo>
                <a:close/>
                <a:moveTo>
                  <a:pt x="3524250" y="1838325"/>
                </a:moveTo>
                <a:lnTo>
                  <a:pt x="3543300" y="1838325"/>
                </a:lnTo>
                <a:lnTo>
                  <a:pt x="3543300" y="1866900"/>
                </a:lnTo>
                <a:lnTo>
                  <a:pt x="3524250" y="1866900"/>
                </a:lnTo>
                <a:close/>
                <a:moveTo>
                  <a:pt x="638175" y="1857375"/>
                </a:moveTo>
                <a:lnTo>
                  <a:pt x="647700" y="1857375"/>
                </a:lnTo>
                <a:lnTo>
                  <a:pt x="647700" y="1866900"/>
                </a:lnTo>
                <a:lnTo>
                  <a:pt x="657225" y="1866900"/>
                </a:lnTo>
                <a:lnTo>
                  <a:pt x="657225" y="1857375"/>
                </a:lnTo>
                <a:lnTo>
                  <a:pt x="666750" y="1857375"/>
                </a:lnTo>
                <a:lnTo>
                  <a:pt x="666750" y="1866900"/>
                </a:lnTo>
                <a:lnTo>
                  <a:pt x="676275" y="1866900"/>
                </a:lnTo>
                <a:lnTo>
                  <a:pt x="676275" y="1857375"/>
                </a:lnTo>
                <a:lnTo>
                  <a:pt x="685800" y="1857375"/>
                </a:lnTo>
                <a:lnTo>
                  <a:pt x="685800" y="1866900"/>
                </a:lnTo>
                <a:lnTo>
                  <a:pt x="676275" y="1866900"/>
                </a:lnTo>
                <a:lnTo>
                  <a:pt x="676275" y="1885950"/>
                </a:lnTo>
                <a:lnTo>
                  <a:pt x="666750" y="1885950"/>
                </a:lnTo>
                <a:lnTo>
                  <a:pt x="666750" y="1895475"/>
                </a:lnTo>
                <a:lnTo>
                  <a:pt x="647700" y="1895475"/>
                </a:lnTo>
                <a:lnTo>
                  <a:pt x="647700" y="1905000"/>
                </a:lnTo>
                <a:lnTo>
                  <a:pt x="638175" y="1905000"/>
                </a:lnTo>
                <a:lnTo>
                  <a:pt x="638175" y="1895475"/>
                </a:lnTo>
                <a:lnTo>
                  <a:pt x="600075" y="1895475"/>
                </a:lnTo>
                <a:lnTo>
                  <a:pt x="600075" y="1905000"/>
                </a:lnTo>
                <a:lnTo>
                  <a:pt x="581025" y="1905000"/>
                </a:lnTo>
                <a:lnTo>
                  <a:pt x="581025" y="1895475"/>
                </a:lnTo>
                <a:lnTo>
                  <a:pt x="571500" y="1895475"/>
                </a:lnTo>
                <a:lnTo>
                  <a:pt x="571500" y="1876425"/>
                </a:lnTo>
                <a:lnTo>
                  <a:pt x="581025" y="1876425"/>
                </a:lnTo>
                <a:lnTo>
                  <a:pt x="581025" y="1885950"/>
                </a:lnTo>
                <a:lnTo>
                  <a:pt x="590550" y="1885950"/>
                </a:lnTo>
                <a:lnTo>
                  <a:pt x="590550" y="1876425"/>
                </a:lnTo>
                <a:lnTo>
                  <a:pt x="619125" y="1876425"/>
                </a:lnTo>
                <a:lnTo>
                  <a:pt x="619125" y="1866900"/>
                </a:lnTo>
                <a:lnTo>
                  <a:pt x="638175" y="1866900"/>
                </a:lnTo>
                <a:close/>
                <a:moveTo>
                  <a:pt x="2076450" y="1857375"/>
                </a:moveTo>
                <a:lnTo>
                  <a:pt x="2085975" y="1857375"/>
                </a:lnTo>
                <a:lnTo>
                  <a:pt x="2085975" y="1866900"/>
                </a:lnTo>
                <a:lnTo>
                  <a:pt x="2076450" y="1866900"/>
                </a:lnTo>
                <a:close/>
                <a:moveTo>
                  <a:pt x="2133600" y="1857375"/>
                </a:moveTo>
                <a:lnTo>
                  <a:pt x="2143125" y="1857375"/>
                </a:lnTo>
                <a:lnTo>
                  <a:pt x="2143125" y="1866900"/>
                </a:lnTo>
                <a:lnTo>
                  <a:pt x="2133600" y="1866900"/>
                </a:lnTo>
                <a:close/>
                <a:moveTo>
                  <a:pt x="390525" y="1866900"/>
                </a:moveTo>
                <a:lnTo>
                  <a:pt x="400050" y="1866900"/>
                </a:lnTo>
                <a:lnTo>
                  <a:pt x="400050" y="1876425"/>
                </a:lnTo>
                <a:lnTo>
                  <a:pt x="409575" y="1876425"/>
                </a:lnTo>
                <a:lnTo>
                  <a:pt x="409575" y="1866900"/>
                </a:lnTo>
                <a:lnTo>
                  <a:pt x="419100" y="1866900"/>
                </a:lnTo>
                <a:lnTo>
                  <a:pt x="419100" y="1876425"/>
                </a:lnTo>
                <a:lnTo>
                  <a:pt x="438150" y="1876425"/>
                </a:lnTo>
                <a:lnTo>
                  <a:pt x="438150" y="1885950"/>
                </a:lnTo>
                <a:lnTo>
                  <a:pt x="476250" y="1885950"/>
                </a:lnTo>
                <a:lnTo>
                  <a:pt x="476250" y="1876425"/>
                </a:lnTo>
                <a:lnTo>
                  <a:pt x="504825" y="1876425"/>
                </a:lnTo>
                <a:lnTo>
                  <a:pt x="504825" y="1866900"/>
                </a:lnTo>
                <a:lnTo>
                  <a:pt x="542925" y="1866900"/>
                </a:lnTo>
                <a:lnTo>
                  <a:pt x="542925" y="1885950"/>
                </a:lnTo>
                <a:lnTo>
                  <a:pt x="523875" y="1885950"/>
                </a:lnTo>
                <a:lnTo>
                  <a:pt x="523875" y="1895475"/>
                </a:lnTo>
                <a:lnTo>
                  <a:pt x="504825" y="1895475"/>
                </a:lnTo>
                <a:lnTo>
                  <a:pt x="504825" y="1905000"/>
                </a:lnTo>
                <a:lnTo>
                  <a:pt x="466725" y="1905000"/>
                </a:lnTo>
                <a:lnTo>
                  <a:pt x="466725" y="1914525"/>
                </a:lnTo>
                <a:lnTo>
                  <a:pt x="457200" y="1914525"/>
                </a:lnTo>
                <a:lnTo>
                  <a:pt x="457200" y="1905000"/>
                </a:lnTo>
                <a:lnTo>
                  <a:pt x="447675" y="1905000"/>
                </a:lnTo>
                <a:lnTo>
                  <a:pt x="447675" y="1914525"/>
                </a:lnTo>
                <a:lnTo>
                  <a:pt x="390525" y="1914525"/>
                </a:lnTo>
                <a:lnTo>
                  <a:pt x="390525" y="1905000"/>
                </a:lnTo>
                <a:lnTo>
                  <a:pt x="400050" y="1905000"/>
                </a:lnTo>
                <a:lnTo>
                  <a:pt x="400050" y="1895475"/>
                </a:lnTo>
                <a:lnTo>
                  <a:pt x="390525" y="1895475"/>
                </a:lnTo>
                <a:lnTo>
                  <a:pt x="390525" y="1885950"/>
                </a:lnTo>
                <a:lnTo>
                  <a:pt x="381000" y="1885950"/>
                </a:lnTo>
                <a:lnTo>
                  <a:pt x="381000" y="1876425"/>
                </a:lnTo>
                <a:lnTo>
                  <a:pt x="390525" y="1876425"/>
                </a:lnTo>
                <a:close/>
                <a:moveTo>
                  <a:pt x="685800" y="1866900"/>
                </a:moveTo>
                <a:lnTo>
                  <a:pt x="704850" y="1866900"/>
                </a:lnTo>
                <a:lnTo>
                  <a:pt x="704850" y="1885950"/>
                </a:lnTo>
                <a:lnTo>
                  <a:pt x="685800" y="1885950"/>
                </a:lnTo>
                <a:close/>
                <a:moveTo>
                  <a:pt x="1781175" y="1866900"/>
                </a:moveTo>
                <a:lnTo>
                  <a:pt x="1790700" y="1866900"/>
                </a:lnTo>
                <a:lnTo>
                  <a:pt x="1790700" y="1895475"/>
                </a:lnTo>
                <a:lnTo>
                  <a:pt x="1781175" y="1895475"/>
                </a:lnTo>
                <a:close/>
                <a:moveTo>
                  <a:pt x="2105025" y="1866900"/>
                </a:moveTo>
                <a:lnTo>
                  <a:pt x="2133600" y="1866900"/>
                </a:lnTo>
                <a:lnTo>
                  <a:pt x="2133600" y="1876425"/>
                </a:lnTo>
                <a:lnTo>
                  <a:pt x="2105025" y="1876425"/>
                </a:lnTo>
                <a:close/>
                <a:moveTo>
                  <a:pt x="3057525" y="1866900"/>
                </a:moveTo>
                <a:lnTo>
                  <a:pt x="3067050" y="1866900"/>
                </a:lnTo>
                <a:lnTo>
                  <a:pt x="3067050" y="1876425"/>
                </a:lnTo>
                <a:lnTo>
                  <a:pt x="3057525" y="1876425"/>
                </a:lnTo>
                <a:close/>
                <a:moveTo>
                  <a:pt x="1990725" y="1876425"/>
                </a:moveTo>
                <a:lnTo>
                  <a:pt x="2009775" y="1876425"/>
                </a:lnTo>
                <a:lnTo>
                  <a:pt x="2009775" y="1885950"/>
                </a:lnTo>
                <a:lnTo>
                  <a:pt x="1990725" y="1885950"/>
                </a:lnTo>
                <a:close/>
                <a:moveTo>
                  <a:pt x="3133725" y="1876425"/>
                </a:moveTo>
                <a:lnTo>
                  <a:pt x="3152775" y="1876425"/>
                </a:lnTo>
                <a:lnTo>
                  <a:pt x="3152775" y="1885950"/>
                </a:lnTo>
                <a:lnTo>
                  <a:pt x="3133725" y="1885950"/>
                </a:lnTo>
                <a:close/>
                <a:moveTo>
                  <a:pt x="3162300" y="1876425"/>
                </a:moveTo>
                <a:lnTo>
                  <a:pt x="3190875" y="1876425"/>
                </a:lnTo>
                <a:lnTo>
                  <a:pt x="3190875" y="1885950"/>
                </a:lnTo>
                <a:lnTo>
                  <a:pt x="3162300" y="1885950"/>
                </a:lnTo>
                <a:close/>
                <a:moveTo>
                  <a:pt x="3248025" y="1876425"/>
                </a:moveTo>
                <a:lnTo>
                  <a:pt x="3257550" y="1876425"/>
                </a:lnTo>
                <a:lnTo>
                  <a:pt x="3257550" y="1885950"/>
                </a:lnTo>
                <a:lnTo>
                  <a:pt x="3248025" y="1885950"/>
                </a:lnTo>
                <a:close/>
                <a:moveTo>
                  <a:pt x="3276600" y="1876425"/>
                </a:moveTo>
                <a:lnTo>
                  <a:pt x="3295650" y="1876425"/>
                </a:lnTo>
                <a:lnTo>
                  <a:pt x="3295650" y="1905000"/>
                </a:lnTo>
                <a:lnTo>
                  <a:pt x="3276600" y="1905000"/>
                </a:lnTo>
                <a:lnTo>
                  <a:pt x="3276600" y="1895475"/>
                </a:lnTo>
                <a:lnTo>
                  <a:pt x="3267075" y="1895475"/>
                </a:lnTo>
                <a:lnTo>
                  <a:pt x="3267075" y="1885950"/>
                </a:lnTo>
                <a:lnTo>
                  <a:pt x="3276600" y="1885950"/>
                </a:lnTo>
                <a:close/>
                <a:moveTo>
                  <a:pt x="152400" y="1885950"/>
                </a:moveTo>
                <a:lnTo>
                  <a:pt x="161925" y="1885950"/>
                </a:lnTo>
                <a:lnTo>
                  <a:pt x="161925" y="2028825"/>
                </a:lnTo>
                <a:lnTo>
                  <a:pt x="152400" y="2028825"/>
                </a:lnTo>
                <a:close/>
                <a:moveTo>
                  <a:pt x="676275" y="1885950"/>
                </a:moveTo>
                <a:lnTo>
                  <a:pt x="685800" y="1885950"/>
                </a:lnTo>
                <a:lnTo>
                  <a:pt x="685800" y="1895475"/>
                </a:lnTo>
                <a:lnTo>
                  <a:pt x="676275" y="1895475"/>
                </a:lnTo>
                <a:close/>
                <a:moveTo>
                  <a:pt x="2047875" y="1885950"/>
                </a:moveTo>
                <a:lnTo>
                  <a:pt x="2076450" y="1885950"/>
                </a:lnTo>
                <a:lnTo>
                  <a:pt x="2076450" y="1895475"/>
                </a:lnTo>
                <a:lnTo>
                  <a:pt x="2047875" y="1895475"/>
                </a:lnTo>
                <a:close/>
                <a:moveTo>
                  <a:pt x="476250" y="1895475"/>
                </a:moveTo>
                <a:lnTo>
                  <a:pt x="485775" y="1895475"/>
                </a:lnTo>
                <a:lnTo>
                  <a:pt x="485775" y="1885950"/>
                </a:lnTo>
                <a:lnTo>
                  <a:pt x="476250" y="1885950"/>
                </a:lnTo>
                <a:close/>
                <a:moveTo>
                  <a:pt x="2143125" y="1895475"/>
                </a:moveTo>
                <a:lnTo>
                  <a:pt x="2162175" y="1895475"/>
                </a:lnTo>
                <a:lnTo>
                  <a:pt x="2162175" y="1905000"/>
                </a:lnTo>
                <a:lnTo>
                  <a:pt x="2143125" y="1905000"/>
                </a:lnTo>
                <a:close/>
                <a:moveTo>
                  <a:pt x="1190625" y="1905000"/>
                </a:moveTo>
                <a:lnTo>
                  <a:pt x="1209675" y="1905000"/>
                </a:lnTo>
                <a:lnTo>
                  <a:pt x="1209675" y="1914525"/>
                </a:lnTo>
                <a:lnTo>
                  <a:pt x="1219200" y="1914525"/>
                </a:lnTo>
                <a:lnTo>
                  <a:pt x="1219200" y="1924050"/>
                </a:lnTo>
                <a:lnTo>
                  <a:pt x="1200150" y="1924050"/>
                </a:lnTo>
                <a:lnTo>
                  <a:pt x="1200150" y="1933575"/>
                </a:lnTo>
                <a:lnTo>
                  <a:pt x="1171575" y="1933575"/>
                </a:lnTo>
                <a:lnTo>
                  <a:pt x="1171575" y="1924050"/>
                </a:lnTo>
                <a:lnTo>
                  <a:pt x="1181100" y="1924050"/>
                </a:lnTo>
                <a:lnTo>
                  <a:pt x="1181100" y="1914525"/>
                </a:lnTo>
                <a:lnTo>
                  <a:pt x="1190625" y="1914525"/>
                </a:lnTo>
                <a:close/>
                <a:moveTo>
                  <a:pt x="3514725" y="1905000"/>
                </a:moveTo>
                <a:lnTo>
                  <a:pt x="3533775" y="1905000"/>
                </a:lnTo>
                <a:lnTo>
                  <a:pt x="3533775" y="1933575"/>
                </a:lnTo>
                <a:lnTo>
                  <a:pt x="3514725" y="1933575"/>
                </a:lnTo>
                <a:close/>
                <a:moveTo>
                  <a:pt x="1143000" y="1914525"/>
                </a:moveTo>
                <a:lnTo>
                  <a:pt x="1152525" y="1914525"/>
                </a:lnTo>
                <a:lnTo>
                  <a:pt x="1152525" y="1924050"/>
                </a:lnTo>
                <a:lnTo>
                  <a:pt x="1143000" y="1924050"/>
                </a:lnTo>
                <a:close/>
                <a:moveTo>
                  <a:pt x="1152525" y="1924050"/>
                </a:moveTo>
                <a:lnTo>
                  <a:pt x="1162050" y="1924050"/>
                </a:lnTo>
                <a:lnTo>
                  <a:pt x="1162050" y="1933575"/>
                </a:lnTo>
                <a:lnTo>
                  <a:pt x="1171575" y="1933575"/>
                </a:lnTo>
                <a:lnTo>
                  <a:pt x="1171575" y="1943100"/>
                </a:lnTo>
                <a:lnTo>
                  <a:pt x="1162050" y="1943100"/>
                </a:lnTo>
                <a:lnTo>
                  <a:pt x="1162050" y="1990725"/>
                </a:lnTo>
                <a:lnTo>
                  <a:pt x="1143000" y="1990725"/>
                </a:lnTo>
                <a:lnTo>
                  <a:pt x="1143000" y="1962150"/>
                </a:lnTo>
                <a:lnTo>
                  <a:pt x="1133475" y="1962150"/>
                </a:lnTo>
                <a:lnTo>
                  <a:pt x="1133475" y="1952625"/>
                </a:lnTo>
                <a:lnTo>
                  <a:pt x="1123950" y="1952625"/>
                </a:lnTo>
                <a:lnTo>
                  <a:pt x="1123950" y="1933575"/>
                </a:lnTo>
                <a:lnTo>
                  <a:pt x="1133475" y="1933575"/>
                </a:lnTo>
                <a:lnTo>
                  <a:pt x="1133475" y="1952625"/>
                </a:lnTo>
                <a:lnTo>
                  <a:pt x="1143000" y="1952625"/>
                </a:lnTo>
                <a:lnTo>
                  <a:pt x="1143000" y="1943100"/>
                </a:lnTo>
                <a:lnTo>
                  <a:pt x="1152525" y="1943100"/>
                </a:lnTo>
                <a:close/>
                <a:moveTo>
                  <a:pt x="1219200" y="1943100"/>
                </a:moveTo>
                <a:lnTo>
                  <a:pt x="1228725" y="1943100"/>
                </a:lnTo>
                <a:lnTo>
                  <a:pt x="1228725" y="1952625"/>
                </a:lnTo>
                <a:lnTo>
                  <a:pt x="1219200" y="1952625"/>
                </a:lnTo>
                <a:close/>
                <a:moveTo>
                  <a:pt x="1209675" y="1952625"/>
                </a:moveTo>
                <a:lnTo>
                  <a:pt x="1219200" y="1952625"/>
                </a:lnTo>
                <a:lnTo>
                  <a:pt x="1219200" y="1990725"/>
                </a:lnTo>
                <a:lnTo>
                  <a:pt x="1209675" y="1990725"/>
                </a:lnTo>
                <a:lnTo>
                  <a:pt x="1209675" y="2000250"/>
                </a:lnTo>
                <a:lnTo>
                  <a:pt x="1181100" y="2000250"/>
                </a:lnTo>
                <a:lnTo>
                  <a:pt x="1181100" y="1981200"/>
                </a:lnTo>
                <a:lnTo>
                  <a:pt x="1190625" y="1981200"/>
                </a:lnTo>
                <a:lnTo>
                  <a:pt x="1190625" y="1990725"/>
                </a:lnTo>
                <a:lnTo>
                  <a:pt x="1200150" y="1990725"/>
                </a:lnTo>
                <a:lnTo>
                  <a:pt x="1200150" y="1981200"/>
                </a:lnTo>
                <a:lnTo>
                  <a:pt x="1209675" y="1981200"/>
                </a:lnTo>
                <a:close/>
                <a:moveTo>
                  <a:pt x="1857375" y="1952625"/>
                </a:moveTo>
                <a:lnTo>
                  <a:pt x="1876425" y="1952625"/>
                </a:lnTo>
                <a:lnTo>
                  <a:pt x="1876425" y="1962150"/>
                </a:lnTo>
                <a:lnTo>
                  <a:pt x="1885950" y="1962150"/>
                </a:lnTo>
                <a:lnTo>
                  <a:pt x="1885950" y="1981200"/>
                </a:lnTo>
                <a:lnTo>
                  <a:pt x="1895475" y="1981200"/>
                </a:lnTo>
                <a:lnTo>
                  <a:pt x="1895475" y="2009775"/>
                </a:lnTo>
                <a:lnTo>
                  <a:pt x="1905000" y="2009775"/>
                </a:lnTo>
                <a:lnTo>
                  <a:pt x="1905000" y="2133600"/>
                </a:lnTo>
                <a:lnTo>
                  <a:pt x="1914525" y="2133600"/>
                </a:lnTo>
                <a:lnTo>
                  <a:pt x="1914525" y="2152650"/>
                </a:lnTo>
                <a:lnTo>
                  <a:pt x="1933575" y="2152650"/>
                </a:lnTo>
                <a:lnTo>
                  <a:pt x="1933575" y="2209800"/>
                </a:lnTo>
                <a:lnTo>
                  <a:pt x="1914525" y="2209800"/>
                </a:lnTo>
                <a:lnTo>
                  <a:pt x="1914525" y="2228850"/>
                </a:lnTo>
                <a:lnTo>
                  <a:pt x="1905000" y="2228850"/>
                </a:lnTo>
                <a:lnTo>
                  <a:pt x="1905000" y="2247900"/>
                </a:lnTo>
                <a:lnTo>
                  <a:pt x="1876425" y="2247900"/>
                </a:lnTo>
                <a:lnTo>
                  <a:pt x="1876425" y="2105025"/>
                </a:lnTo>
                <a:lnTo>
                  <a:pt x="1866900" y="2105025"/>
                </a:lnTo>
                <a:lnTo>
                  <a:pt x="1866900" y="1990725"/>
                </a:lnTo>
                <a:lnTo>
                  <a:pt x="1857375" y="1990725"/>
                </a:lnTo>
                <a:close/>
                <a:moveTo>
                  <a:pt x="1962150" y="1952625"/>
                </a:moveTo>
                <a:lnTo>
                  <a:pt x="1971675" y="1952625"/>
                </a:lnTo>
                <a:lnTo>
                  <a:pt x="1971675" y="1962150"/>
                </a:lnTo>
                <a:lnTo>
                  <a:pt x="1962150" y="1962150"/>
                </a:lnTo>
                <a:close/>
                <a:moveTo>
                  <a:pt x="2038350" y="1952625"/>
                </a:moveTo>
                <a:lnTo>
                  <a:pt x="2057400" y="1952625"/>
                </a:lnTo>
                <a:lnTo>
                  <a:pt x="2057400" y="1962150"/>
                </a:lnTo>
                <a:lnTo>
                  <a:pt x="2038350" y="1962150"/>
                </a:lnTo>
                <a:close/>
                <a:moveTo>
                  <a:pt x="3514725" y="1952625"/>
                </a:moveTo>
                <a:lnTo>
                  <a:pt x="3533775" y="1952625"/>
                </a:lnTo>
                <a:lnTo>
                  <a:pt x="3533775" y="1962150"/>
                </a:lnTo>
                <a:lnTo>
                  <a:pt x="3543300" y="1962150"/>
                </a:lnTo>
                <a:lnTo>
                  <a:pt x="3543300" y="1971675"/>
                </a:lnTo>
                <a:lnTo>
                  <a:pt x="3552825" y="1971675"/>
                </a:lnTo>
                <a:lnTo>
                  <a:pt x="3552825" y="1981200"/>
                </a:lnTo>
                <a:lnTo>
                  <a:pt x="3543300" y="1981200"/>
                </a:lnTo>
                <a:lnTo>
                  <a:pt x="3543300" y="2057400"/>
                </a:lnTo>
                <a:lnTo>
                  <a:pt x="3533775" y="2057400"/>
                </a:lnTo>
                <a:lnTo>
                  <a:pt x="3533775" y="2124075"/>
                </a:lnTo>
                <a:lnTo>
                  <a:pt x="3524250" y="2124075"/>
                </a:lnTo>
                <a:lnTo>
                  <a:pt x="3524250" y="2181225"/>
                </a:lnTo>
                <a:lnTo>
                  <a:pt x="3514725" y="2181225"/>
                </a:lnTo>
                <a:lnTo>
                  <a:pt x="3514725" y="2247900"/>
                </a:lnTo>
                <a:lnTo>
                  <a:pt x="3505200" y="2247900"/>
                </a:lnTo>
                <a:lnTo>
                  <a:pt x="3505200" y="2314575"/>
                </a:lnTo>
                <a:lnTo>
                  <a:pt x="3495675" y="2314575"/>
                </a:lnTo>
                <a:lnTo>
                  <a:pt x="3495675" y="2390775"/>
                </a:lnTo>
                <a:lnTo>
                  <a:pt x="3486150" y="2390775"/>
                </a:lnTo>
                <a:lnTo>
                  <a:pt x="3486150" y="2457450"/>
                </a:lnTo>
                <a:lnTo>
                  <a:pt x="3476625" y="2457450"/>
                </a:lnTo>
                <a:lnTo>
                  <a:pt x="3476625" y="2533650"/>
                </a:lnTo>
                <a:lnTo>
                  <a:pt x="3467100" y="2533650"/>
                </a:lnTo>
                <a:lnTo>
                  <a:pt x="3467100" y="2600325"/>
                </a:lnTo>
                <a:lnTo>
                  <a:pt x="3457575" y="2600325"/>
                </a:lnTo>
                <a:lnTo>
                  <a:pt x="3457575" y="2667000"/>
                </a:lnTo>
                <a:lnTo>
                  <a:pt x="3448050" y="2667000"/>
                </a:lnTo>
                <a:lnTo>
                  <a:pt x="3448050" y="2733675"/>
                </a:lnTo>
                <a:lnTo>
                  <a:pt x="3438525" y="2733675"/>
                </a:lnTo>
                <a:lnTo>
                  <a:pt x="3438525" y="2809875"/>
                </a:lnTo>
                <a:lnTo>
                  <a:pt x="3429000" y="2809875"/>
                </a:lnTo>
                <a:lnTo>
                  <a:pt x="3429000" y="2847975"/>
                </a:lnTo>
                <a:lnTo>
                  <a:pt x="3419475" y="2847975"/>
                </a:lnTo>
                <a:lnTo>
                  <a:pt x="3419475" y="2867025"/>
                </a:lnTo>
                <a:lnTo>
                  <a:pt x="3409950" y="2867025"/>
                </a:lnTo>
                <a:lnTo>
                  <a:pt x="3409950" y="2886075"/>
                </a:lnTo>
                <a:lnTo>
                  <a:pt x="3400425" y="2886075"/>
                </a:lnTo>
                <a:lnTo>
                  <a:pt x="3400425" y="2857500"/>
                </a:lnTo>
                <a:lnTo>
                  <a:pt x="3390900" y="2857500"/>
                </a:lnTo>
                <a:lnTo>
                  <a:pt x="3390900" y="2819400"/>
                </a:lnTo>
                <a:lnTo>
                  <a:pt x="3400425" y="2819400"/>
                </a:lnTo>
                <a:lnTo>
                  <a:pt x="3400425" y="2743200"/>
                </a:lnTo>
                <a:lnTo>
                  <a:pt x="3409950" y="2743200"/>
                </a:lnTo>
                <a:lnTo>
                  <a:pt x="3409950" y="2676525"/>
                </a:lnTo>
                <a:lnTo>
                  <a:pt x="3419475" y="2676525"/>
                </a:lnTo>
                <a:lnTo>
                  <a:pt x="3419475" y="2609850"/>
                </a:lnTo>
                <a:lnTo>
                  <a:pt x="3429000" y="2609850"/>
                </a:lnTo>
                <a:lnTo>
                  <a:pt x="3429000" y="2533650"/>
                </a:lnTo>
                <a:lnTo>
                  <a:pt x="3438525" y="2533650"/>
                </a:lnTo>
                <a:lnTo>
                  <a:pt x="3438525" y="2466975"/>
                </a:lnTo>
                <a:lnTo>
                  <a:pt x="3448050" y="2466975"/>
                </a:lnTo>
                <a:lnTo>
                  <a:pt x="3448050" y="2400300"/>
                </a:lnTo>
                <a:lnTo>
                  <a:pt x="3457575" y="2400300"/>
                </a:lnTo>
                <a:lnTo>
                  <a:pt x="3457575" y="2333625"/>
                </a:lnTo>
                <a:lnTo>
                  <a:pt x="3467100" y="2333625"/>
                </a:lnTo>
                <a:lnTo>
                  <a:pt x="3467100" y="2247900"/>
                </a:lnTo>
                <a:lnTo>
                  <a:pt x="3476625" y="2247900"/>
                </a:lnTo>
                <a:lnTo>
                  <a:pt x="3476625" y="2181225"/>
                </a:lnTo>
                <a:lnTo>
                  <a:pt x="3486150" y="2181225"/>
                </a:lnTo>
                <a:lnTo>
                  <a:pt x="3486150" y="2114550"/>
                </a:lnTo>
                <a:lnTo>
                  <a:pt x="3495675" y="2114550"/>
                </a:lnTo>
                <a:lnTo>
                  <a:pt x="3495675" y="2038350"/>
                </a:lnTo>
                <a:lnTo>
                  <a:pt x="3505200" y="2038350"/>
                </a:lnTo>
                <a:lnTo>
                  <a:pt x="3505200" y="1962150"/>
                </a:lnTo>
                <a:lnTo>
                  <a:pt x="3514725" y="1962150"/>
                </a:lnTo>
                <a:close/>
                <a:moveTo>
                  <a:pt x="1952625" y="1962150"/>
                </a:moveTo>
                <a:lnTo>
                  <a:pt x="1962150" y="1962150"/>
                </a:lnTo>
                <a:lnTo>
                  <a:pt x="1962150" y="1971675"/>
                </a:lnTo>
                <a:lnTo>
                  <a:pt x="1952625" y="1971675"/>
                </a:lnTo>
                <a:close/>
                <a:moveTo>
                  <a:pt x="2114550" y="1962150"/>
                </a:moveTo>
                <a:lnTo>
                  <a:pt x="2152650" y="1962150"/>
                </a:lnTo>
                <a:lnTo>
                  <a:pt x="2152650" y="1971675"/>
                </a:lnTo>
                <a:lnTo>
                  <a:pt x="2114550" y="1971675"/>
                </a:lnTo>
                <a:close/>
                <a:moveTo>
                  <a:pt x="400050" y="1971675"/>
                </a:moveTo>
                <a:lnTo>
                  <a:pt x="428625" y="1971675"/>
                </a:lnTo>
                <a:lnTo>
                  <a:pt x="428625" y="2000250"/>
                </a:lnTo>
                <a:lnTo>
                  <a:pt x="438150" y="2000250"/>
                </a:lnTo>
                <a:lnTo>
                  <a:pt x="438150" y="2009775"/>
                </a:lnTo>
                <a:lnTo>
                  <a:pt x="447675" y="2009775"/>
                </a:lnTo>
                <a:lnTo>
                  <a:pt x="447675" y="2047875"/>
                </a:lnTo>
                <a:lnTo>
                  <a:pt x="438150" y="2047875"/>
                </a:lnTo>
                <a:lnTo>
                  <a:pt x="438150" y="2028825"/>
                </a:lnTo>
                <a:lnTo>
                  <a:pt x="428625" y="2028825"/>
                </a:lnTo>
                <a:lnTo>
                  <a:pt x="428625" y="2038350"/>
                </a:lnTo>
                <a:lnTo>
                  <a:pt x="419100" y="2038350"/>
                </a:lnTo>
                <a:lnTo>
                  <a:pt x="419100" y="2019300"/>
                </a:lnTo>
                <a:lnTo>
                  <a:pt x="409575" y="2019300"/>
                </a:lnTo>
                <a:lnTo>
                  <a:pt x="409575" y="1990725"/>
                </a:lnTo>
                <a:lnTo>
                  <a:pt x="390525" y="1990725"/>
                </a:lnTo>
                <a:lnTo>
                  <a:pt x="390525" y="1981200"/>
                </a:lnTo>
                <a:lnTo>
                  <a:pt x="400050" y="1981200"/>
                </a:lnTo>
                <a:close/>
                <a:moveTo>
                  <a:pt x="1790700" y="1981200"/>
                </a:moveTo>
                <a:lnTo>
                  <a:pt x="1800225" y="1981200"/>
                </a:lnTo>
                <a:lnTo>
                  <a:pt x="1800225" y="2019300"/>
                </a:lnTo>
                <a:lnTo>
                  <a:pt x="1790700" y="2019300"/>
                </a:lnTo>
                <a:close/>
                <a:moveTo>
                  <a:pt x="2076450" y="1990725"/>
                </a:moveTo>
                <a:lnTo>
                  <a:pt x="2085975" y="1990725"/>
                </a:lnTo>
                <a:lnTo>
                  <a:pt x="2085975" y="2019300"/>
                </a:lnTo>
                <a:lnTo>
                  <a:pt x="2076450" y="2019300"/>
                </a:lnTo>
                <a:lnTo>
                  <a:pt x="2076450" y="2009775"/>
                </a:lnTo>
                <a:lnTo>
                  <a:pt x="2066925" y="2009775"/>
                </a:lnTo>
                <a:lnTo>
                  <a:pt x="2066925" y="2000250"/>
                </a:lnTo>
                <a:lnTo>
                  <a:pt x="2076450" y="2000250"/>
                </a:lnTo>
                <a:close/>
                <a:moveTo>
                  <a:pt x="2219325" y="2000250"/>
                </a:moveTo>
                <a:lnTo>
                  <a:pt x="2228850" y="2000250"/>
                </a:lnTo>
                <a:lnTo>
                  <a:pt x="2228850" y="2019300"/>
                </a:lnTo>
                <a:lnTo>
                  <a:pt x="2219325" y="2019300"/>
                </a:lnTo>
                <a:close/>
                <a:moveTo>
                  <a:pt x="1943100" y="2009775"/>
                </a:moveTo>
                <a:lnTo>
                  <a:pt x="1952625" y="2009775"/>
                </a:lnTo>
                <a:lnTo>
                  <a:pt x="1952625" y="2038350"/>
                </a:lnTo>
                <a:lnTo>
                  <a:pt x="1943100" y="2038350"/>
                </a:lnTo>
                <a:close/>
                <a:moveTo>
                  <a:pt x="2095500" y="2009775"/>
                </a:moveTo>
                <a:lnTo>
                  <a:pt x="2105025" y="2009775"/>
                </a:lnTo>
                <a:lnTo>
                  <a:pt x="2105025" y="2019300"/>
                </a:lnTo>
                <a:lnTo>
                  <a:pt x="2095500" y="2019300"/>
                </a:lnTo>
                <a:close/>
                <a:moveTo>
                  <a:pt x="228600" y="2028825"/>
                </a:moveTo>
                <a:lnTo>
                  <a:pt x="238125" y="2028825"/>
                </a:lnTo>
                <a:lnTo>
                  <a:pt x="238125" y="2085975"/>
                </a:lnTo>
                <a:lnTo>
                  <a:pt x="228600" y="2085975"/>
                </a:lnTo>
                <a:close/>
                <a:moveTo>
                  <a:pt x="400050" y="2038350"/>
                </a:moveTo>
                <a:lnTo>
                  <a:pt x="419100" y="2038350"/>
                </a:lnTo>
                <a:lnTo>
                  <a:pt x="419100" y="2047875"/>
                </a:lnTo>
                <a:lnTo>
                  <a:pt x="438150" y="2047875"/>
                </a:lnTo>
                <a:lnTo>
                  <a:pt x="438150" y="2057400"/>
                </a:lnTo>
                <a:lnTo>
                  <a:pt x="400050" y="2057400"/>
                </a:lnTo>
                <a:close/>
                <a:moveTo>
                  <a:pt x="161925" y="2066925"/>
                </a:moveTo>
                <a:lnTo>
                  <a:pt x="171450" y="2066925"/>
                </a:lnTo>
                <a:lnTo>
                  <a:pt x="171450" y="2228850"/>
                </a:lnTo>
                <a:lnTo>
                  <a:pt x="161925" y="2228850"/>
                </a:lnTo>
                <a:close/>
                <a:moveTo>
                  <a:pt x="2105025" y="2066925"/>
                </a:moveTo>
                <a:lnTo>
                  <a:pt x="2114550" y="2066925"/>
                </a:lnTo>
                <a:lnTo>
                  <a:pt x="2114550" y="2076450"/>
                </a:lnTo>
                <a:lnTo>
                  <a:pt x="2124075" y="2076450"/>
                </a:lnTo>
                <a:lnTo>
                  <a:pt x="2124075" y="2095500"/>
                </a:lnTo>
                <a:lnTo>
                  <a:pt x="2114550" y="2095500"/>
                </a:lnTo>
                <a:lnTo>
                  <a:pt x="2114550" y="2085975"/>
                </a:lnTo>
                <a:lnTo>
                  <a:pt x="2105025" y="2085975"/>
                </a:lnTo>
                <a:close/>
                <a:moveTo>
                  <a:pt x="2286000" y="2066925"/>
                </a:moveTo>
                <a:lnTo>
                  <a:pt x="2305050" y="2066925"/>
                </a:lnTo>
                <a:lnTo>
                  <a:pt x="2305050" y="2076450"/>
                </a:lnTo>
                <a:lnTo>
                  <a:pt x="2314575" y="2076450"/>
                </a:lnTo>
                <a:lnTo>
                  <a:pt x="2314575" y="2085975"/>
                </a:lnTo>
                <a:lnTo>
                  <a:pt x="2333625" y="2085975"/>
                </a:lnTo>
                <a:lnTo>
                  <a:pt x="2333625" y="2076450"/>
                </a:lnTo>
                <a:lnTo>
                  <a:pt x="2343150" y="2076450"/>
                </a:lnTo>
                <a:lnTo>
                  <a:pt x="2343150" y="2085975"/>
                </a:lnTo>
                <a:lnTo>
                  <a:pt x="2362200" y="2085975"/>
                </a:lnTo>
                <a:lnTo>
                  <a:pt x="2362200" y="2114550"/>
                </a:lnTo>
                <a:lnTo>
                  <a:pt x="2343150" y="2114550"/>
                </a:lnTo>
                <a:lnTo>
                  <a:pt x="2343150" y="2124075"/>
                </a:lnTo>
                <a:lnTo>
                  <a:pt x="2333625" y="2124075"/>
                </a:lnTo>
                <a:lnTo>
                  <a:pt x="2333625" y="2114550"/>
                </a:lnTo>
                <a:lnTo>
                  <a:pt x="2324100" y="2114550"/>
                </a:lnTo>
                <a:lnTo>
                  <a:pt x="2324100" y="2105025"/>
                </a:lnTo>
                <a:lnTo>
                  <a:pt x="2314575" y="2105025"/>
                </a:lnTo>
                <a:lnTo>
                  <a:pt x="2314575" y="2095500"/>
                </a:lnTo>
                <a:lnTo>
                  <a:pt x="2286000" y="2095500"/>
                </a:lnTo>
                <a:close/>
                <a:moveTo>
                  <a:pt x="1933575" y="2076450"/>
                </a:moveTo>
                <a:lnTo>
                  <a:pt x="1943100" y="2076450"/>
                </a:lnTo>
                <a:lnTo>
                  <a:pt x="1943100" y="2114550"/>
                </a:lnTo>
                <a:lnTo>
                  <a:pt x="1933575" y="2114550"/>
                </a:lnTo>
                <a:close/>
                <a:moveTo>
                  <a:pt x="2209800" y="2085975"/>
                </a:moveTo>
                <a:lnTo>
                  <a:pt x="2219325" y="2085975"/>
                </a:lnTo>
                <a:lnTo>
                  <a:pt x="2219325" y="2114550"/>
                </a:lnTo>
                <a:lnTo>
                  <a:pt x="2209800" y="2114550"/>
                </a:lnTo>
                <a:close/>
                <a:moveTo>
                  <a:pt x="2371725" y="2095500"/>
                </a:moveTo>
                <a:lnTo>
                  <a:pt x="2419350" y="2095500"/>
                </a:lnTo>
                <a:lnTo>
                  <a:pt x="2419350" y="2114550"/>
                </a:lnTo>
                <a:lnTo>
                  <a:pt x="2409825" y="2114550"/>
                </a:lnTo>
                <a:lnTo>
                  <a:pt x="2409825" y="2124075"/>
                </a:lnTo>
                <a:lnTo>
                  <a:pt x="2400300" y="2124075"/>
                </a:lnTo>
                <a:lnTo>
                  <a:pt x="2400300" y="2114550"/>
                </a:lnTo>
                <a:lnTo>
                  <a:pt x="2390775" y="2114550"/>
                </a:lnTo>
                <a:lnTo>
                  <a:pt x="2390775" y="2105025"/>
                </a:lnTo>
                <a:lnTo>
                  <a:pt x="2381250" y="2105025"/>
                </a:lnTo>
                <a:lnTo>
                  <a:pt x="2381250" y="2114550"/>
                </a:lnTo>
                <a:lnTo>
                  <a:pt x="2371725" y="2114550"/>
                </a:lnTo>
                <a:close/>
                <a:moveTo>
                  <a:pt x="2495550" y="2095500"/>
                </a:moveTo>
                <a:lnTo>
                  <a:pt x="2514600" y="2095500"/>
                </a:lnTo>
                <a:lnTo>
                  <a:pt x="2514600" y="2124075"/>
                </a:lnTo>
                <a:lnTo>
                  <a:pt x="2495550" y="2124075"/>
                </a:lnTo>
                <a:close/>
                <a:moveTo>
                  <a:pt x="1800225" y="2114550"/>
                </a:moveTo>
                <a:lnTo>
                  <a:pt x="1809750" y="2114550"/>
                </a:lnTo>
                <a:lnTo>
                  <a:pt x="1809750" y="2152650"/>
                </a:lnTo>
                <a:lnTo>
                  <a:pt x="1800225" y="2152650"/>
                </a:lnTo>
                <a:close/>
                <a:moveTo>
                  <a:pt x="2095500" y="2124075"/>
                </a:moveTo>
                <a:lnTo>
                  <a:pt x="2105025" y="2124075"/>
                </a:lnTo>
                <a:lnTo>
                  <a:pt x="2105025" y="2133600"/>
                </a:lnTo>
                <a:lnTo>
                  <a:pt x="2095500" y="2133600"/>
                </a:lnTo>
                <a:close/>
                <a:moveTo>
                  <a:pt x="2095500" y="2143125"/>
                </a:moveTo>
                <a:lnTo>
                  <a:pt x="2114550" y="2143125"/>
                </a:lnTo>
                <a:lnTo>
                  <a:pt x="2114550" y="2171700"/>
                </a:lnTo>
                <a:lnTo>
                  <a:pt x="2105025" y="2171700"/>
                </a:lnTo>
                <a:lnTo>
                  <a:pt x="2105025" y="2209800"/>
                </a:lnTo>
                <a:lnTo>
                  <a:pt x="2085975" y="2209800"/>
                </a:lnTo>
                <a:lnTo>
                  <a:pt x="2085975" y="2219325"/>
                </a:lnTo>
                <a:lnTo>
                  <a:pt x="2076450" y="2219325"/>
                </a:lnTo>
                <a:lnTo>
                  <a:pt x="2076450" y="2200275"/>
                </a:lnTo>
                <a:lnTo>
                  <a:pt x="2085975" y="2200275"/>
                </a:lnTo>
                <a:lnTo>
                  <a:pt x="2085975" y="2190750"/>
                </a:lnTo>
                <a:lnTo>
                  <a:pt x="2095500" y="2190750"/>
                </a:lnTo>
                <a:close/>
                <a:moveTo>
                  <a:pt x="2200275" y="2171700"/>
                </a:moveTo>
                <a:lnTo>
                  <a:pt x="2209800" y="2171700"/>
                </a:lnTo>
                <a:lnTo>
                  <a:pt x="2209800" y="2200275"/>
                </a:lnTo>
                <a:lnTo>
                  <a:pt x="2200275" y="2200275"/>
                </a:lnTo>
                <a:close/>
                <a:moveTo>
                  <a:pt x="1676400" y="2190750"/>
                </a:moveTo>
                <a:lnTo>
                  <a:pt x="1685925" y="2190750"/>
                </a:lnTo>
                <a:lnTo>
                  <a:pt x="1685925" y="2200275"/>
                </a:lnTo>
                <a:lnTo>
                  <a:pt x="1695450" y="2200275"/>
                </a:lnTo>
                <a:lnTo>
                  <a:pt x="1695450" y="2209800"/>
                </a:lnTo>
                <a:lnTo>
                  <a:pt x="1685925" y="2209800"/>
                </a:lnTo>
                <a:lnTo>
                  <a:pt x="1685925" y="2228850"/>
                </a:lnTo>
                <a:lnTo>
                  <a:pt x="1676400" y="2228850"/>
                </a:lnTo>
                <a:close/>
                <a:moveTo>
                  <a:pt x="2038350" y="2190750"/>
                </a:moveTo>
                <a:lnTo>
                  <a:pt x="2047875" y="2190750"/>
                </a:lnTo>
                <a:lnTo>
                  <a:pt x="2047875" y="2200275"/>
                </a:lnTo>
                <a:lnTo>
                  <a:pt x="2057400" y="2200275"/>
                </a:lnTo>
                <a:lnTo>
                  <a:pt x="2057400" y="2219325"/>
                </a:lnTo>
                <a:lnTo>
                  <a:pt x="2038350" y="2219325"/>
                </a:lnTo>
                <a:close/>
                <a:moveTo>
                  <a:pt x="3028950" y="2200275"/>
                </a:moveTo>
                <a:lnTo>
                  <a:pt x="3038475" y="2200275"/>
                </a:lnTo>
                <a:lnTo>
                  <a:pt x="3038475" y="2209800"/>
                </a:lnTo>
                <a:lnTo>
                  <a:pt x="3048000" y="2209800"/>
                </a:lnTo>
                <a:lnTo>
                  <a:pt x="3048000" y="2219325"/>
                </a:lnTo>
                <a:lnTo>
                  <a:pt x="3067050" y="2219325"/>
                </a:lnTo>
                <a:lnTo>
                  <a:pt x="3067050" y="2209800"/>
                </a:lnTo>
                <a:lnTo>
                  <a:pt x="3076575" y="2209800"/>
                </a:lnTo>
                <a:lnTo>
                  <a:pt x="3076575" y="2219325"/>
                </a:lnTo>
                <a:lnTo>
                  <a:pt x="3086100" y="2219325"/>
                </a:lnTo>
                <a:lnTo>
                  <a:pt x="3086100" y="2228850"/>
                </a:lnTo>
                <a:lnTo>
                  <a:pt x="3124200" y="2228850"/>
                </a:lnTo>
                <a:lnTo>
                  <a:pt x="3124200" y="2238375"/>
                </a:lnTo>
                <a:lnTo>
                  <a:pt x="3133725" y="2238375"/>
                </a:lnTo>
                <a:lnTo>
                  <a:pt x="3133725" y="2247900"/>
                </a:lnTo>
                <a:lnTo>
                  <a:pt x="3105150" y="2247900"/>
                </a:lnTo>
                <a:lnTo>
                  <a:pt x="3105150" y="2238375"/>
                </a:lnTo>
                <a:lnTo>
                  <a:pt x="3057525" y="2238375"/>
                </a:lnTo>
                <a:lnTo>
                  <a:pt x="3057525" y="2247900"/>
                </a:lnTo>
                <a:lnTo>
                  <a:pt x="3048000" y="2247900"/>
                </a:lnTo>
                <a:lnTo>
                  <a:pt x="3048000" y="2238375"/>
                </a:lnTo>
                <a:lnTo>
                  <a:pt x="3038475" y="2238375"/>
                </a:lnTo>
                <a:lnTo>
                  <a:pt x="3038475" y="2247900"/>
                </a:lnTo>
                <a:lnTo>
                  <a:pt x="3028950" y="2247900"/>
                </a:lnTo>
                <a:lnTo>
                  <a:pt x="3028950" y="2219325"/>
                </a:lnTo>
                <a:lnTo>
                  <a:pt x="3019425" y="2219325"/>
                </a:lnTo>
                <a:lnTo>
                  <a:pt x="3019425" y="2209800"/>
                </a:lnTo>
                <a:lnTo>
                  <a:pt x="3028950" y="2209800"/>
                </a:lnTo>
                <a:close/>
                <a:moveTo>
                  <a:pt x="238125" y="2209800"/>
                </a:moveTo>
                <a:lnTo>
                  <a:pt x="247650" y="2209800"/>
                </a:lnTo>
                <a:lnTo>
                  <a:pt x="247650" y="2238375"/>
                </a:lnTo>
                <a:lnTo>
                  <a:pt x="238125" y="2238375"/>
                </a:lnTo>
                <a:close/>
                <a:moveTo>
                  <a:pt x="1933575" y="2209800"/>
                </a:moveTo>
                <a:lnTo>
                  <a:pt x="1943100" y="2209800"/>
                </a:lnTo>
                <a:lnTo>
                  <a:pt x="1943100" y="2219325"/>
                </a:lnTo>
                <a:lnTo>
                  <a:pt x="1933575" y="2219325"/>
                </a:lnTo>
                <a:close/>
                <a:moveTo>
                  <a:pt x="1943100" y="2219325"/>
                </a:moveTo>
                <a:lnTo>
                  <a:pt x="1952625" y="2219325"/>
                </a:lnTo>
                <a:lnTo>
                  <a:pt x="1952625" y="2228850"/>
                </a:lnTo>
                <a:lnTo>
                  <a:pt x="1943100" y="2228850"/>
                </a:lnTo>
                <a:close/>
                <a:moveTo>
                  <a:pt x="3162300" y="2219325"/>
                </a:moveTo>
                <a:lnTo>
                  <a:pt x="3171825" y="2219325"/>
                </a:lnTo>
                <a:lnTo>
                  <a:pt x="3171825" y="2238375"/>
                </a:lnTo>
                <a:lnTo>
                  <a:pt x="3181350" y="2238375"/>
                </a:lnTo>
                <a:lnTo>
                  <a:pt x="3181350" y="2247900"/>
                </a:lnTo>
                <a:lnTo>
                  <a:pt x="3171825" y="2247900"/>
                </a:lnTo>
                <a:lnTo>
                  <a:pt x="3171825" y="2257425"/>
                </a:lnTo>
                <a:lnTo>
                  <a:pt x="3152775" y="2257425"/>
                </a:lnTo>
                <a:lnTo>
                  <a:pt x="3152775" y="2247900"/>
                </a:lnTo>
                <a:lnTo>
                  <a:pt x="3143250" y="2247900"/>
                </a:lnTo>
                <a:lnTo>
                  <a:pt x="3143250" y="2228850"/>
                </a:lnTo>
                <a:lnTo>
                  <a:pt x="3162300" y="2228850"/>
                </a:lnTo>
                <a:close/>
                <a:moveTo>
                  <a:pt x="3228975" y="2219325"/>
                </a:moveTo>
                <a:lnTo>
                  <a:pt x="3238500" y="2219325"/>
                </a:lnTo>
                <a:lnTo>
                  <a:pt x="3238500" y="2228850"/>
                </a:lnTo>
                <a:lnTo>
                  <a:pt x="3248025" y="2228850"/>
                </a:lnTo>
                <a:lnTo>
                  <a:pt x="3248025" y="2257425"/>
                </a:lnTo>
                <a:lnTo>
                  <a:pt x="3238500" y="2257425"/>
                </a:lnTo>
                <a:lnTo>
                  <a:pt x="3238500" y="2266950"/>
                </a:lnTo>
                <a:lnTo>
                  <a:pt x="3228975" y="2266950"/>
                </a:lnTo>
                <a:lnTo>
                  <a:pt x="3228975" y="2257425"/>
                </a:lnTo>
                <a:lnTo>
                  <a:pt x="3219450" y="2257425"/>
                </a:lnTo>
                <a:lnTo>
                  <a:pt x="3219450" y="2228850"/>
                </a:lnTo>
                <a:lnTo>
                  <a:pt x="3228975" y="2228850"/>
                </a:lnTo>
                <a:close/>
                <a:moveTo>
                  <a:pt x="1981200" y="2228850"/>
                </a:moveTo>
                <a:lnTo>
                  <a:pt x="2009775" y="2228850"/>
                </a:lnTo>
                <a:lnTo>
                  <a:pt x="2009775" y="2238375"/>
                </a:lnTo>
                <a:lnTo>
                  <a:pt x="1981200" y="2238375"/>
                </a:lnTo>
                <a:close/>
                <a:moveTo>
                  <a:pt x="2190750" y="2228850"/>
                </a:moveTo>
                <a:lnTo>
                  <a:pt x="2200275" y="2228850"/>
                </a:lnTo>
                <a:lnTo>
                  <a:pt x="2200275" y="2238375"/>
                </a:lnTo>
                <a:lnTo>
                  <a:pt x="2190750" y="2238375"/>
                </a:lnTo>
                <a:close/>
                <a:moveTo>
                  <a:pt x="171450" y="2238375"/>
                </a:moveTo>
                <a:lnTo>
                  <a:pt x="180975" y="2238375"/>
                </a:lnTo>
                <a:lnTo>
                  <a:pt x="180975" y="2286000"/>
                </a:lnTo>
                <a:lnTo>
                  <a:pt x="171450" y="2286000"/>
                </a:lnTo>
                <a:lnTo>
                  <a:pt x="171450" y="2257425"/>
                </a:lnTo>
                <a:lnTo>
                  <a:pt x="161925" y="2257425"/>
                </a:lnTo>
                <a:lnTo>
                  <a:pt x="161925" y="2247900"/>
                </a:lnTo>
                <a:lnTo>
                  <a:pt x="171450" y="2247900"/>
                </a:lnTo>
                <a:close/>
                <a:moveTo>
                  <a:pt x="1809750" y="2238375"/>
                </a:moveTo>
                <a:lnTo>
                  <a:pt x="1819275" y="2238375"/>
                </a:lnTo>
                <a:lnTo>
                  <a:pt x="1819275" y="2266950"/>
                </a:lnTo>
                <a:lnTo>
                  <a:pt x="1809750" y="2266950"/>
                </a:lnTo>
                <a:close/>
                <a:moveTo>
                  <a:pt x="2057400" y="2238375"/>
                </a:moveTo>
                <a:lnTo>
                  <a:pt x="2076450" y="2238375"/>
                </a:lnTo>
                <a:lnTo>
                  <a:pt x="2076450" y="2247900"/>
                </a:lnTo>
                <a:lnTo>
                  <a:pt x="2057400" y="2247900"/>
                </a:lnTo>
                <a:close/>
                <a:moveTo>
                  <a:pt x="2181225" y="2238375"/>
                </a:moveTo>
                <a:lnTo>
                  <a:pt x="2190750" y="2238375"/>
                </a:lnTo>
                <a:lnTo>
                  <a:pt x="2190750" y="2247900"/>
                </a:lnTo>
                <a:lnTo>
                  <a:pt x="2181225" y="2247900"/>
                </a:lnTo>
                <a:close/>
                <a:moveTo>
                  <a:pt x="2124075" y="2247900"/>
                </a:moveTo>
                <a:lnTo>
                  <a:pt x="2152650" y="2247900"/>
                </a:lnTo>
                <a:lnTo>
                  <a:pt x="2152650" y="2257425"/>
                </a:lnTo>
                <a:lnTo>
                  <a:pt x="2124075" y="2257425"/>
                </a:lnTo>
                <a:close/>
                <a:moveTo>
                  <a:pt x="2171700" y="2247900"/>
                </a:moveTo>
                <a:lnTo>
                  <a:pt x="2181225" y="2247900"/>
                </a:lnTo>
                <a:lnTo>
                  <a:pt x="2181225" y="2257425"/>
                </a:lnTo>
                <a:lnTo>
                  <a:pt x="2171700" y="2257425"/>
                </a:lnTo>
                <a:close/>
                <a:moveTo>
                  <a:pt x="733425" y="2257425"/>
                </a:moveTo>
                <a:lnTo>
                  <a:pt x="742950" y="2257425"/>
                </a:lnTo>
                <a:lnTo>
                  <a:pt x="742950" y="2266950"/>
                </a:lnTo>
                <a:lnTo>
                  <a:pt x="733425" y="2266950"/>
                </a:lnTo>
                <a:close/>
                <a:moveTo>
                  <a:pt x="781050" y="2257425"/>
                </a:moveTo>
                <a:lnTo>
                  <a:pt x="819150" y="2257425"/>
                </a:lnTo>
                <a:lnTo>
                  <a:pt x="819150" y="2266950"/>
                </a:lnTo>
                <a:lnTo>
                  <a:pt x="847725" y="2266950"/>
                </a:lnTo>
                <a:lnTo>
                  <a:pt x="847725" y="2295525"/>
                </a:lnTo>
                <a:lnTo>
                  <a:pt x="838200" y="2295525"/>
                </a:lnTo>
                <a:lnTo>
                  <a:pt x="838200" y="2305050"/>
                </a:lnTo>
                <a:lnTo>
                  <a:pt x="828675" y="2305050"/>
                </a:lnTo>
                <a:lnTo>
                  <a:pt x="828675" y="2295525"/>
                </a:lnTo>
                <a:lnTo>
                  <a:pt x="809625" y="2295525"/>
                </a:lnTo>
                <a:lnTo>
                  <a:pt x="809625" y="2286000"/>
                </a:lnTo>
                <a:lnTo>
                  <a:pt x="800100" y="2286000"/>
                </a:lnTo>
                <a:lnTo>
                  <a:pt x="800100" y="2276475"/>
                </a:lnTo>
                <a:lnTo>
                  <a:pt x="781050" y="2276475"/>
                </a:lnTo>
                <a:lnTo>
                  <a:pt x="781050" y="2286000"/>
                </a:lnTo>
                <a:lnTo>
                  <a:pt x="800100" y="2286000"/>
                </a:lnTo>
                <a:lnTo>
                  <a:pt x="800100" y="2305050"/>
                </a:lnTo>
                <a:lnTo>
                  <a:pt x="790575" y="2305050"/>
                </a:lnTo>
                <a:lnTo>
                  <a:pt x="790575" y="2295525"/>
                </a:lnTo>
                <a:lnTo>
                  <a:pt x="781050" y="2295525"/>
                </a:lnTo>
                <a:lnTo>
                  <a:pt x="781050" y="2305050"/>
                </a:lnTo>
                <a:lnTo>
                  <a:pt x="762000" y="2305050"/>
                </a:lnTo>
                <a:lnTo>
                  <a:pt x="762000" y="2295525"/>
                </a:lnTo>
                <a:lnTo>
                  <a:pt x="752475" y="2295525"/>
                </a:lnTo>
                <a:lnTo>
                  <a:pt x="752475" y="2276475"/>
                </a:lnTo>
                <a:lnTo>
                  <a:pt x="762000" y="2276475"/>
                </a:lnTo>
                <a:lnTo>
                  <a:pt x="762000" y="2266950"/>
                </a:lnTo>
                <a:lnTo>
                  <a:pt x="781050" y="2266950"/>
                </a:lnTo>
                <a:close/>
                <a:moveTo>
                  <a:pt x="647700" y="2266950"/>
                </a:moveTo>
                <a:lnTo>
                  <a:pt x="657225" y="2266950"/>
                </a:lnTo>
                <a:lnTo>
                  <a:pt x="657225" y="2305050"/>
                </a:lnTo>
                <a:lnTo>
                  <a:pt x="647700" y="2305050"/>
                </a:lnTo>
                <a:close/>
                <a:moveTo>
                  <a:pt x="676275" y="2266950"/>
                </a:moveTo>
                <a:lnTo>
                  <a:pt x="695325" y="2266950"/>
                </a:lnTo>
                <a:lnTo>
                  <a:pt x="695325" y="2276475"/>
                </a:lnTo>
                <a:lnTo>
                  <a:pt x="704850" y="2276475"/>
                </a:lnTo>
                <a:lnTo>
                  <a:pt x="704850" y="2295525"/>
                </a:lnTo>
                <a:lnTo>
                  <a:pt x="695325" y="2295525"/>
                </a:lnTo>
                <a:lnTo>
                  <a:pt x="695325" y="2305050"/>
                </a:lnTo>
                <a:lnTo>
                  <a:pt x="685800" y="2305050"/>
                </a:lnTo>
                <a:lnTo>
                  <a:pt x="685800" y="2276475"/>
                </a:lnTo>
                <a:lnTo>
                  <a:pt x="676275" y="2276475"/>
                </a:lnTo>
                <a:close/>
                <a:moveTo>
                  <a:pt x="495300" y="2276475"/>
                </a:moveTo>
                <a:lnTo>
                  <a:pt x="504825" y="2276475"/>
                </a:lnTo>
                <a:lnTo>
                  <a:pt x="504825" y="2286000"/>
                </a:lnTo>
                <a:lnTo>
                  <a:pt x="514350" y="2286000"/>
                </a:lnTo>
                <a:lnTo>
                  <a:pt x="514350" y="2295525"/>
                </a:lnTo>
                <a:lnTo>
                  <a:pt x="523875" y="2295525"/>
                </a:lnTo>
                <a:lnTo>
                  <a:pt x="523875" y="2286000"/>
                </a:lnTo>
                <a:lnTo>
                  <a:pt x="533400" y="2286000"/>
                </a:lnTo>
                <a:lnTo>
                  <a:pt x="533400" y="2324100"/>
                </a:lnTo>
                <a:lnTo>
                  <a:pt x="504825" y="2324100"/>
                </a:lnTo>
                <a:lnTo>
                  <a:pt x="504825" y="2305050"/>
                </a:lnTo>
                <a:lnTo>
                  <a:pt x="495300" y="2305050"/>
                </a:lnTo>
                <a:lnTo>
                  <a:pt x="495300" y="2295525"/>
                </a:lnTo>
                <a:lnTo>
                  <a:pt x="485775" y="2295525"/>
                </a:lnTo>
                <a:lnTo>
                  <a:pt x="485775" y="2314575"/>
                </a:lnTo>
                <a:lnTo>
                  <a:pt x="466725" y="2314575"/>
                </a:lnTo>
                <a:lnTo>
                  <a:pt x="466725" y="2324100"/>
                </a:lnTo>
                <a:lnTo>
                  <a:pt x="457200" y="2324100"/>
                </a:lnTo>
                <a:lnTo>
                  <a:pt x="457200" y="2305050"/>
                </a:lnTo>
                <a:lnTo>
                  <a:pt x="466725" y="2305050"/>
                </a:lnTo>
                <a:lnTo>
                  <a:pt x="466725" y="2295525"/>
                </a:lnTo>
                <a:lnTo>
                  <a:pt x="457200" y="2295525"/>
                </a:lnTo>
                <a:lnTo>
                  <a:pt x="457200" y="2286000"/>
                </a:lnTo>
                <a:lnTo>
                  <a:pt x="466725" y="2286000"/>
                </a:lnTo>
                <a:lnTo>
                  <a:pt x="466725" y="2295525"/>
                </a:lnTo>
                <a:lnTo>
                  <a:pt x="476250" y="2295525"/>
                </a:lnTo>
                <a:lnTo>
                  <a:pt x="476250" y="2286000"/>
                </a:lnTo>
                <a:lnTo>
                  <a:pt x="495300" y="2286000"/>
                </a:lnTo>
                <a:close/>
                <a:moveTo>
                  <a:pt x="571500" y="2276475"/>
                </a:moveTo>
                <a:lnTo>
                  <a:pt x="581025" y="2276475"/>
                </a:lnTo>
                <a:lnTo>
                  <a:pt x="581025" y="2286000"/>
                </a:lnTo>
                <a:lnTo>
                  <a:pt x="590550" y="2286000"/>
                </a:lnTo>
                <a:lnTo>
                  <a:pt x="590550" y="2314575"/>
                </a:lnTo>
                <a:lnTo>
                  <a:pt x="581025" y="2314575"/>
                </a:lnTo>
                <a:lnTo>
                  <a:pt x="581025" y="2324100"/>
                </a:lnTo>
                <a:lnTo>
                  <a:pt x="571500" y="2324100"/>
                </a:lnTo>
                <a:lnTo>
                  <a:pt x="571500" y="2314575"/>
                </a:lnTo>
                <a:lnTo>
                  <a:pt x="552450" y="2314575"/>
                </a:lnTo>
                <a:lnTo>
                  <a:pt x="552450" y="2295525"/>
                </a:lnTo>
                <a:lnTo>
                  <a:pt x="542925" y="2295525"/>
                </a:lnTo>
                <a:lnTo>
                  <a:pt x="542925" y="2286000"/>
                </a:lnTo>
                <a:lnTo>
                  <a:pt x="571500" y="2286000"/>
                </a:lnTo>
                <a:close/>
                <a:moveTo>
                  <a:pt x="628650" y="2276475"/>
                </a:moveTo>
                <a:lnTo>
                  <a:pt x="638175" y="2276475"/>
                </a:lnTo>
                <a:lnTo>
                  <a:pt x="638175" y="2286000"/>
                </a:lnTo>
                <a:lnTo>
                  <a:pt x="628650" y="2286000"/>
                </a:lnTo>
                <a:close/>
                <a:moveTo>
                  <a:pt x="666750" y="2276475"/>
                </a:moveTo>
                <a:lnTo>
                  <a:pt x="676275" y="2276475"/>
                </a:lnTo>
                <a:lnTo>
                  <a:pt x="676275" y="2305050"/>
                </a:lnTo>
                <a:lnTo>
                  <a:pt x="666750" y="2305050"/>
                </a:lnTo>
                <a:close/>
                <a:moveTo>
                  <a:pt x="723900" y="2276475"/>
                </a:moveTo>
                <a:lnTo>
                  <a:pt x="733425" y="2276475"/>
                </a:lnTo>
                <a:lnTo>
                  <a:pt x="733425" y="2286000"/>
                </a:lnTo>
                <a:lnTo>
                  <a:pt x="742950" y="2286000"/>
                </a:lnTo>
                <a:lnTo>
                  <a:pt x="742950" y="2295525"/>
                </a:lnTo>
                <a:lnTo>
                  <a:pt x="723900" y="2295525"/>
                </a:lnTo>
                <a:close/>
                <a:moveTo>
                  <a:pt x="390525" y="2286000"/>
                </a:moveTo>
                <a:lnTo>
                  <a:pt x="428625" y="2286000"/>
                </a:lnTo>
                <a:lnTo>
                  <a:pt x="428625" y="2295525"/>
                </a:lnTo>
                <a:lnTo>
                  <a:pt x="409575" y="2295525"/>
                </a:lnTo>
                <a:lnTo>
                  <a:pt x="409575" y="2324100"/>
                </a:lnTo>
                <a:lnTo>
                  <a:pt x="400050" y="2324100"/>
                </a:lnTo>
                <a:lnTo>
                  <a:pt x="400050" y="2305050"/>
                </a:lnTo>
                <a:lnTo>
                  <a:pt x="390525" y="2305050"/>
                </a:lnTo>
                <a:close/>
                <a:moveTo>
                  <a:pt x="809625" y="2286000"/>
                </a:moveTo>
                <a:lnTo>
                  <a:pt x="819150" y="2286000"/>
                </a:lnTo>
                <a:lnTo>
                  <a:pt x="819150" y="2276475"/>
                </a:lnTo>
                <a:lnTo>
                  <a:pt x="809625" y="2276475"/>
                </a:lnTo>
                <a:close/>
                <a:moveTo>
                  <a:pt x="828675" y="2286000"/>
                </a:moveTo>
                <a:lnTo>
                  <a:pt x="838200" y="2286000"/>
                </a:lnTo>
                <a:lnTo>
                  <a:pt x="838200" y="2276475"/>
                </a:lnTo>
                <a:lnTo>
                  <a:pt x="828675" y="2276475"/>
                </a:lnTo>
                <a:close/>
                <a:moveTo>
                  <a:pt x="352425" y="2295525"/>
                </a:moveTo>
                <a:lnTo>
                  <a:pt x="381000" y="2295525"/>
                </a:lnTo>
                <a:lnTo>
                  <a:pt x="381000" y="2305050"/>
                </a:lnTo>
                <a:lnTo>
                  <a:pt x="371475" y="2305050"/>
                </a:lnTo>
                <a:lnTo>
                  <a:pt x="371475" y="2324100"/>
                </a:lnTo>
                <a:lnTo>
                  <a:pt x="361950" y="2324100"/>
                </a:lnTo>
                <a:lnTo>
                  <a:pt x="361950" y="2314575"/>
                </a:lnTo>
                <a:lnTo>
                  <a:pt x="352425" y="2314575"/>
                </a:lnTo>
                <a:close/>
                <a:moveTo>
                  <a:pt x="428625" y="2295525"/>
                </a:moveTo>
                <a:lnTo>
                  <a:pt x="447675" y="2295525"/>
                </a:lnTo>
                <a:lnTo>
                  <a:pt x="447675" y="2305050"/>
                </a:lnTo>
                <a:lnTo>
                  <a:pt x="438150" y="2305050"/>
                </a:lnTo>
                <a:lnTo>
                  <a:pt x="438150" y="2314575"/>
                </a:lnTo>
                <a:lnTo>
                  <a:pt x="447675" y="2314575"/>
                </a:lnTo>
                <a:lnTo>
                  <a:pt x="447675" y="2324100"/>
                </a:lnTo>
                <a:lnTo>
                  <a:pt x="428625" y="2324100"/>
                </a:lnTo>
                <a:close/>
                <a:moveTo>
                  <a:pt x="762000" y="2295525"/>
                </a:moveTo>
                <a:lnTo>
                  <a:pt x="771525" y="2295525"/>
                </a:lnTo>
                <a:lnTo>
                  <a:pt x="771525" y="2276475"/>
                </a:lnTo>
                <a:lnTo>
                  <a:pt x="762000" y="2276475"/>
                </a:lnTo>
                <a:close/>
                <a:moveTo>
                  <a:pt x="1933575" y="2295525"/>
                </a:moveTo>
                <a:lnTo>
                  <a:pt x="1971675" y="2295525"/>
                </a:lnTo>
                <a:lnTo>
                  <a:pt x="1971675" y="2305050"/>
                </a:lnTo>
                <a:lnTo>
                  <a:pt x="1962150" y="2305050"/>
                </a:lnTo>
                <a:lnTo>
                  <a:pt x="1962150" y="2333625"/>
                </a:lnTo>
                <a:lnTo>
                  <a:pt x="1971675" y="2333625"/>
                </a:lnTo>
                <a:lnTo>
                  <a:pt x="1971675" y="2343150"/>
                </a:lnTo>
                <a:lnTo>
                  <a:pt x="2000250" y="2343150"/>
                </a:lnTo>
                <a:lnTo>
                  <a:pt x="2000250" y="2352675"/>
                </a:lnTo>
                <a:lnTo>
                  <a:pt x="2057400" y="2352675"/>
                </a:lnTo>
                <a:lnTo>
                  <a:pt x="2057400" y="2362200"/>
                </a:lnTo>
                <a:lnTo>
                  <a:pt x="2114550" y="2362200"/>
                </a:lnTo>
                <a:lnTo>
                  <a:pt x="2114550" y="2371725"/>
                </a:lnTo>
                <a:lnTo>
                  <a:pt x="2124075" y="2371725"/>
                </a:lnTo>
                <a:lnTo>
                  <a:pt x="2124075" y="2400300"/>
                </a:lnTo>
                <a:lnTo>
                  <a:pt x="2114550" y="2400300"/>
                </a:lnTo>
                <a:lnTo>
                  <a:pt x="2114550" y="2486025"/>
                </a:lnTo>
                <a:lnTo>
                  <a:pt x="2124075" y="2486025"/>
                </a:lnTo>
                <a:lnTo>
                  <a:pt x="2124075" y="2524125"/>
                </a:lnTo>
                <a:lnTo>
                  <a:pt x="2133600" y="2524125"/>
                </a:lnTo>
                <a:lnTo>
                  <a:pt x="2133600" y="2552700"/>
                </a:lnTo>
                <a:lnTo>
                  <a:pt x="2124075" y="2552700"/>
                </a:lnTo>
                <a:lnTo>
                  <a:pt x="2124075" y="2562225"/>
                </a:lnTo>
                <a:lnTo>
                  <a:pt x="2038350" y="2562225"/>
                </a:lnTo>
                <a:lnTo>
                  <a:pt x="2038350" y="2552700"/>
                </a:lnTo>
                <a:lnTo>
                  <a:pt x="2019300" y="2552700"/>
                </a:lnTo>
                <a:lnTo>
                  <a:pt x="2019300" y="2562225"/>
                </a:lnTo>
                <a:lnTo>
                  <a:pt x="1990725" y="2562225"/>
                </a:lnTo>
                <a:lnTo>
                  <a:pt x="1990725" y="2581275"/>
                </a:lnTo>
                <a:lnTo>
                  <a:pt x="2000250" y="2581275"/>
                </a:lnTo>
                <a:lnTo>
                  <a:pt x="2000250" y="2590800"/>
                </a:lnTo>
                <a:lnTo>
                  <a:pt x="1981200" y="2590800"/>
                </a:lnTo>
                <a:lnTo>
                  <a:pt x="1981200" y="2581275"/>
                </a:lnTo>
                <a:lnTo>
                  <a:pt x="1952625" y="2581275"/>
                </a:lnTo>
                <a:lnTo>
                  <a:pt x="1952625" y="2571750"/>
                </a:lnTo>
                <a:lnTo>
                  <a:pt x="1943100" y="2571750"/>
                </a:lnTo>
                <a:lnTo>
                  <a:pt x="1943100" y="2552700"/>
                </a:lnTo>
                <a:lnTo>
                  <a:pt x="1952625" y="2552700"/>
                </a:lnTo>
                <a:lnTo>
                  <a:pt x="1952625" y="2543175"/>
                </a:lnTo>
                <a:lnTo>
                  <a:pt x="2009775" y="2543175"/>
                </a:lnTo>
                <a:lnTo>
                  <a:pt x="2009775" y="2495550"/>
                </a:lnTo>
                <a:lnTo>
                  <a:pt x="1981200" y="2495550"/>
                </a:lnTo>
                <a:lnTo>
                  <a:pt x="1981200" y="2476500"/>
                </a:lnTo>
                <a:lnTo>
                  <a:pt x="1990725" y="2476500"/>
                </a:lnTo>
                <a:lnTo>
                  <a:pt x="1990725" y="2400300"/>
                </a:lnTo>
                <a:lnTo>
                  <a:pt x="1981200" y="2400300"/>
                </a:lnTo>
                <a:lnTo>
                  <a:pt x="1981200" y="2390775"/>
                </a:lnTo>
                <a:lnTo>
                  <a:pt x="1990725" y="2390775"/>
                </a:lnTo>
                <a:lnTo>
                  <a:pt x="1990725" y="2381250"/>
                </a:lnTo>
                <a:lnTo>
                  <a:pt x="2009775" y="2381250"/>
                </a:lnTo>
                <a:lnTo>
                  <a:pt x="2009775" y="2362200"/>
                </a:lnTo>
                <a:lnTo>
                  <a:pt x="1971675" y="2362200"/>
                </a:lnTo>
                <a:lnTo>
                  <a:pt x="1971675" y="2371725"/>
                </a:lnTo>
                <a:lnTo>
                  <a:pt x="1962150" y="2371725"/>
                </a:lnTo>
                <a:lnTo>
                  <a:pt x="1962150" y="2476500"/>
                </a:lnTo>
                <a:lnTo>
                  <a:pt x="1943100" y="2476500"/>
                </a:lnTo>
                <a:lnTo>
                  <a:pt x="1943100" y="2447925"/>
                </a:lnTo>
                <a:lnTo>
                  <a:pt x="1933575" y="2447925"/>
                </a:lnTo>
                <a:lnTo>
                  <a:pt x="1933575" y="2381250"/>
                </a:lnTo>
                <a:lnTo>
                  <a:pt x="1924050" y="2381250"/>
                </a:lnTo>
                <a:lnTo>
                  <a:pt x="1924050" y="2371725"/>
                </a:lnTo>
                <a:lnTo>
                  <a:pt x="1914525" y="2371725"/>
                </a:lnTo>
                <a:lnTo>
                  <a:pt x="1914525" y="2381250"/>
                </a:lnTo>
                <a:lnTo>
                  <a:pt x="1895475" y="2381250"/>
                </a:lnTo>
                <a:lnTo>
                  <a:pt x="1895475" y="2352675"/>
                </a:lnTo>
                <a:lnTo>
                  <a:pt x="1885950" y="2352675"/>
                </a:lnTo>
                <a:lnTo>
                  <a:pt x="1885950" y="2314575"/>
                </a:lnTo>
                <a:lnTo>
                  <a:pt x="1905000" y="2314575"/>
                </a:lnTo>
                <a:lnTo>
                  <a:pt x="1905000" y="2333625"/>
                </a:lnTo>
                <a:lnTo>
                  <a:pt x="1924050" y="2333625"/>
                </a:lnTo>
                <a:lnTo>
                  <a:pt x="1924050" y="2305050"/>
                </a:lnTo>
                <a:lnTo>
                  <a:pt x="1933575" y="2305050"/>
                </a:lnTo>
                <a:close/>
                <a:moveTo>
                  <a:pt x="628650" y="2305050"/>
                </a:moveTo>
                <a:lnTo>
                  <a:pt x="647700" y="2305050"/>
                </a:lnTo>
                <a:lnTo>
                  <a:pt x="647700" y="2314575"/>
                </a:lnTo>
                <a:lnTo>
                  <a:pt x="628650" y="2314575"/>
                </a:lnTo>
                <a:close/>
                <a:moveTo>
                  <a:pt x="657225" y="2305050"/>
                </a:moveTo>
                <a:lnTo>
                  <a:pt x="666750" y="2305050"/>
                </a:lnTo>
                <a:lnTo>
                  <a:pt x="666750" y="2314575"/>
                </a:lnTo>
                <a:lnTo>
                  <a:pt x="657225" y="2314575"/>
                </a:lnTo>
                <a:close/>
                <a:moveTo>
                  <a:pt x="676275" y="2305050"/>
                </a:moveTo>
                <a:lnTo>
                  <a:pt x="685800" y="2305050"/>
                </a:lnTo>
                <a:lnTo>
                  <a:pt x="685800" y="2314575"/>
                </a:lnTo>
                <a:lnTo>
                  <a:pt x="676275" y="2314575"/>
                </a:lnTo>
                <a:close/>
                <a:moveTo>
                  <a:pt x="2028825" y="2305050"/>
                </a:moveTo>
                <a:lnTo>
                  <a:pt x="2057400" y="2305050"/>
                </a:lnTo>
                <a:lnTo>
                  <a:pt x="2057400" y="2314575"/>
                </a:lnTo>
                <a:lnTo>
                  <a:pt x="2028825" y="2314575"/>
                </a:lnTo>
                <a:close/>
                <a:moveTo>
                  <a:pt x="2114550" y="2314575"/>
                </a:moveTo>
                <a:lnTo>
                  <a:pt x="2133600" y="2314575"/>
                </a:lnTo>
                <a:lnTo>
                  <a:pt x="2133600" y="2324100"/>
                </a:lnTo>
                <a:lnTo>
                  <a:pt x="2114550" y="2324100"/>
                </a:lnTo>
                <a:close/>
                <a:moveTo>
                  <a:pt x="371475" y="2324100"/>
                </a:moveTo>
                <a:lnTo>
                  <a:pt x="381000" y="2324100"/>
                </a:lnTo>
                <a:lnTo>
                  <a:pt x="381000" y="2333625"/>
                </a:lnTo>
                <a:lnTo>
                  <a:pt x="371475" y="2333625"/>
                </a:lnTo>
                <a:close/>
                <a:moveTo>
                  <a:pt x="419100" y="2324100"/>
                </a:moveTo>
                <a:lnTo>
                  <a:pt x="428625" y="2324100"/>
                </a:lnTo>
                <a:lnTo>
                  <a:pt x="428625" y="2333625"/>
                </a:lnTo>
                <a:lnTo>
                  <a:pt x="419100" y="2333625"/>
                </a:lnTo>
                <a:close/>
                <a:moveTo>
                  <a:pt x="2162175" y="2324100"/>
                </a:moveTo>
                <a:lnTo>
                  <a:pt x="2171700" y="2324100"/>
                </a:lnTo>
                <a:lnTo>
                  <a:pt x="2171700" y="2333625"/>
                </a:lnTo>
                <a:lnTo>
                  <a:pt x="2162175" y="2333625"/>
                </a:lnTo>
                <a:close/>
                <a:moveTo>
                  <a:pt x="2171700" y="2333625"/>
                </a:moveTo>
                <a:lnTo>
                  <a:pt x="2181225" y="2333625"/>
                </a:lnTo>
                <a:lnTo>
                  <a:pt x="2181225" y="2343150"/>
                </a:lnTo>
                <a:lnTo>
                  <a:pt x="2171700" y="2343150"/>
                </a:lnTo>
                <a:close/>
                <a:moveTo>
                  <a:pt x="1819275" y="2352675"/>
                </a:moveTo>
                <a:lnTo>
                  <a:pt x="1828800" y="2352675"/>
                </a:lnTo>
                <a:lnTo>
                  <a:pt x="1828800" y="2400300"/>
                </a:lnTo>
                <a:lnTo>
                  <a:pt x="1819275" y="2400300"/>
                </a:lnTo>
                <a:close/>
                <a:moveTo>
                  <a:pt x="247650" y="2400300"/>
                </a:moveTo>
                <a:lnTo>
                  <a:pt x="257175" y="2400300"/>
                </a:lnTo>
                <a:lnTo>
                  <a:pt x="257175" y="2457450"/>
                </a:lnTo>
                <a:lnTo>
                  <a:pt x="247650" y="2457450"/>
                </a:lnTo>
                <a:close/>
                <a:moveTo>
                  <a:pt x="1628775" y="2400300"/>
                </a:moveTo>
                <a:lnTo>
                  <a:pt x="1647825" y="2400300"/>
                </a:lnTo>
                <a:lnTo>
                  <a:pt x="1647825" y="2409825"/>
                </a:lnTo>
                <a:lnTo>
                  <a:pt x="1657350" y="2409825"/>
                </a:lnTo>
                <a:lnTo>
                  <a:pt x="1657350" y="2419350"/>
                </a:lnTo>
                <a:lnTo>
                  <a:pt x="1647825" y="2419350"/>
                </a:lnTo>
                <a:lnTo>
                  <a:pt x="1647825" y="2428875"/>
                </a:lnTo>
                <a:lnTo>
                  <a:pt x="1638300" y="2428875"/>
                </a:lnTo>
                <a:lnTo>
                  <a:pt x="1638300" y="2419350"/>
                </a:lnTo>
                <a:lnTo>
                  <a:pt x="1619250" y="2419350"/>
                </a:lnTo>
                <a:lnTo>
                  <a:pt x="1619250" y="2409825"/>
                </a:lnTo>
                <a:lnTo>
                  <a:pt x="1628775" y="2409825"/>
                </a:lnTo>
                <a:close/>
                <a:moveTo>
                  <a:pt x="1514475" y="2409825"/>
                </a:moveTo>
                <a:lnTo>
                  <a:pt x="1543050" y="2409825"/>
                </a:lnTo>
                <a:lnTo>
                  <a:pt x="1543050" y="2419350"/>
                </a:lnTo>
                <a:lnTo>
                  <a:pt x="1571625" y="2419350"/>
                </a:lnTo>
                <a:lnTo>
                  <a:pt x="1571625" y="2409825"/>
                </a:lnTo>
                <a:lnTo>
                  <a:pt x="1581150" y="2409825"/>
                </a:lnTo>
                <a:lnTo>
                  <a:pt x="1581150" y="2419350"/>
                </a:lnTo>
                <a:lnTo>
                  <a:pt x="1571625" y="2419350"/>
                </a:lnTo>
                <a:lnTo>
                  <a:pt x="1571625" y="2438400"/>
                </a:lnTo>
                <a:lnTo>
                  <a:pt x="1552575" y="2438400"/>
                </a:lnTo>
                <a:lnTo>
                  <a:pt x="1552575" y="2457450"/>
                </a:lnTo>
                <a:lnTo>
                  <a:pt x="1543050" y="2457450"/>
                </a:lnTo>
                <a:lnTo>
                  <a:pt x="1543050" y="2428875"/>
                </a:lnTo>
                <a:lnTo>
                  <a:pt x="1533525" y="2428875"/>
                </a:lnTo>
                <a:lnTo>
                  <a:pt x="1533525" y="2419350"/>
                </a:lnTo>
                <a:lnTo>
                  <a:pt x="1524000" y="2419350"/>
                </a:lnTo>
                <a:lnTo>
                  <a:pt x="1524000" y="2438400"/>
                </a:lnTo>
                <a:lnTo>
                  <a:pt x="1514475" y="2438400"/>
                </a:lnTo>
                <a:close/>
                <a:moveTo>
                  <a:pt x="180975" y="2419350"/>
                </a:moveTo>
                <a:lnTo>
                  <a:pt x="190500" y="2419350"/>
                </a:lnTo>
                <a:lnTo>
                  <a:pt x="190500" y="2438400"/>
                </a:lnTo>
                <a:lnTo>
                  <a:pt x="180975" y="2438400"/>
                </a:lnTo>
                <a:close/>
                <a:moveTo>
                  <a:pt x="1381125" y="2419350"/>
                </a:moveTo>
                <a:lnTo>
                  <a:pt x="1400175" y="2419350"/>
                </a:lnTo>
                <a:lnTo>
                  <a:pt x="1400175" y="2428875"/>
                </a:lnTo>
                <a:lnTo>
                  <a:pt x="1409700" y="2428875"/>
                </a:lnTo>
                <a:lnTo>
                  <a:pt x="1409700" y="2438400"/>
                </a:lnTo>
                <a:lnTo>
                  <a:pt x="1371600" y="2438400"/>
                </a:lnTo>
                <a:lnTo>
                  <a:pt x="1371600" y="2428875"/>
                </a:lnTo>
                <a:lnTo>
                  <a:pt x="1381125" y="2428875"/>
                </a:lnTo>
                <a:close/>
                <a:moveTo>
                  <a:pt x="1447800" y="2419350"/>
                </a:moveTo>
                <a:lnTo>
                  <a:pt x="1457325" y="2419350"/>
                </a:lnTo>
                <a:lnTo>
                  <a:pt x="1457325" y="2428875"/>
                </a:lnTo>
                <a:lnTo>
                  <a:pt x="1447800" y="2428875"/>
                </a:lnTo>
                <a:close/>
                <a:moveTo>
                  <a:pt x="1581150" y="2419350"/>
                </a:moveTo>
                <a:lnTo>
                  <a:pt x="1590675" y="2419350"/>
                </a:lnTo>
                <a:lnTo>
                  <a:pt x="1590675" y="2438400"/>
                </a:lnTo>
                <a:lnTo>
                  <a:pt x="1600200" y="2438400"/>
                </a:lnTo>
                <a:lnTo>
                  <a:pt x="1600200" y="2428875"/>
                </a:lnTo>
                <a:lnTo>
                  <a:pt x="1609725" y="2428875"/>
                </a:lnTo>
                <a:lnTo>
                  <a:pt x="1609725" y="2419350"/>
                </a:lnTo>
                <a:lnTo>
                  <a:pt x="1619250" y="2419350"/>
                </a:lnTo>
                <a:lnTo>
                  <a:pt x="1619250" y="2428875"/>
                </a:lnTo>
                <a:lnTo>
                  <a:pt x="1609725" y="2428875"/>
                </a:lnTo>
                <a:lnTo>
                  <a:pt x="1609725" y="2438400"/>
                </a:lnTo>
                <a:lnTo>
                  <a:pt x="1600200" y="2438400"/>
                </a:lnTo>
                <a:lnTo>
                  <a:pt x="1600200" y="2447925"/>
                </a:lnTo>
                <a:lnTo>
                  <a:pt x="1571625" y="2447925"/>
                </a:lnTo>
                <a:lnTo>
                  <a:pt x="1571625" y="2438400"/>
                </a:lnTo>
                <a:lnTo>
                  <a:pt x="1581150" y="2438400"/>
                </a:lnTo>
                <a:close/>
                <a:moveTo>
                  <a:pt x="1657350" y="2419350"/>
                </a:moveTo>
                <a:lnTo>
                  <a:pt x="1666875" y="2419350"/>
                </a:lnTo>
                <a:lnTo>
                  <a:pt x="1666875" y="2466975"/>
                </a:lnTo>
                <a:lnTo>
                  <a:pt x="1657350" y="2466975"/>
                </a:lnTo>
                <a:lnTo>
                  <a:pt x="1657350" y="2476500"/>
                </a:lnTo>
                <a:lnTo>
                  <a:pt x="1628775" y="2476500"/>
                </a:lnTo>
                <a:lnTo>
                  <a:pt x="1628775" y="2466975"/>
                </a:lnTo>
                <a:lnTo>
                  <a:pt x="1609725" y="2466975"/>
                </a:lnTo>
                <a:lnTo>
                  <a:pt x="1609725" y="2457450"/>
                </a:lnTo>
                <a:lnTo>
                  <a:pt x="1628775" y="2457450"/>
                </a:lnTo>
                <a:lnTo>
                  <a:pt x="1628775" y="2447925"/>
                </a:lnTo>
                <a:lnTo>
                  <a:pt x="1647825" y="2447925"/>
                </a:lnTo>
                <a:lnTo>
                  <a:pt x="1647825" y="2428875"/>
                </a:lnTo>
                <a:lnTo>
                  <a:pt x="1657350" y="2428875"/>
                </a:lnTo>
                <a:close/>
                <a:moveTo>
                  <a:pt x="2171700" y="2419350"/>
                </a:moveTo>
                <a:lnTo>
                  <a:pt x="2181225" y="2419350"/>
                </a:lnTo>
                <a:lnTo>
                  <a:pt x="2181225" y="2438400"/>
                </a:lnTo>
                <a:lnTo>
                  <a:pt x="2171700" y="2438400"/>
                </a:lnTo>
                <a:close/>
                <a:moveTo>
                  <a:pt x="2247900" y="2419350"/>
                </a:moveTo>
                <a:lnTo>
                  <a:pt x="2266950" y="2419350"/>
                </a:lnTo>
                <a:lnTo>
                  <a:pt x="2266950" y="2428875"/>
                </a:lnTo>
                <a:lnTo>
                  <a:pt x="2257425" y="2428875"/>
                </a:lnTo>
                <a:lnTo>
                  <a:pt x="2257425" y="2438400"/>
                </a:lnTo>
                <a:lnTo>
                  <a:pt x="2266950" y="2438400"/>
                </a:lnTo>
                <a:lnTo>
                  <a:pt x="2266950" y="2457450"/>
                </a:lnTo>
                <a:lnTo>
                  <a:pt x="2257425" y="2457450"/>
                </a:lnTo>
                <a:lnTo>
                  <a:pt x="2257425" y="2447925"/>
                </a:lnTo>
                <a:lnTo>
                  <a:pt x="2247900" y="2447925"/>
                </a:lnTo>
                <a:lnTo>
                  <a:pt x="2247900" y="2438400"/>
                </a:lnTo>
                <a:lnTo>
                  <a:pt x="2238375" y="2438400"/>
                </a:lnTo>
                <a:lnTo>
                  <a:pt x="2238375" y="2428875"/>
                </a:lnTo>
                <a:lnTo>
                  <a:pt x="2247900" y="2428875"/>
                </a:lnTo>
                <a:close/>
                <a:moveTo>
                  <a:pt x="2333625" y="2419350"/>
                </a:moveTo>
                <a:lnTo>
                  <a:pt x="2343150" y="2419350"/>
                </a:lnTo>
                <a:lnTo>
                  <a:pt x="2343150" y="2428875"/>
                </a:lnTo>
                <a:lnTo>
                  <a:pt x="2352675" y="2428875"/>
                </a:lnTo>
                <a:lnTo>
                  <a:pt x="2352675" y="2438400"/>
                </a:lnTo>
                <a:lnTo>
                  <a:pt x="2371725" y="2438400"/>
                </a:lnTo>
                <a:lnTo>
                  <a:pt x="2371725" y="2447925"/>
                </a:lnTo>
                <a:lnTo>
                  <a:pt x="2381250" y="2447925"/>
                </a:lnTo>
                <a:lnTo>
                  <a:pt x="2381250" y="2438400"/>
                </a:lnTo>
                <a:lnTo>
                  <a:pt x="2390775" y="2438400"/>
                </a:lnTo>
                <a:lnTo>
                  <a:pt x="2390775" y="2457450"/>
                </a:lnTo>
                <a:lnTo>
                  <a:pt x="2371725" y="2457450"/>
                </a:lnTo>
                <a:lnTo>
                  <a:pt x="2371725" y="2466975"/>
                </a:lnTo>
                <a:lnTo>
                  <a:pt x="2343150" y="2466975"/>
                </a:lnTo>
                <a:lnTo>
                  <a:pt x="2343150" y="2457450"/>
                </a:lnTo>
                <a:lnTo>
                  <a:pt x="2295525" y="2457450"/>
                </a:lnTo>
                <a:lnTo>
                  <a:pt x="2295525" y="2438400"/>
                </a:lnTo>
                <a:lnTo>
                  <a:pt x="2305050" y="2438400"/>
                </a:lnTo>
                <a:lnTo>
                  <a:pt x="2305050" y="2428875"/>
                </a:lnTo>
                <a:lnTo>
                  <a:pt x="2333625" y="2428875"/>
                </a:lnTo>
                <a:close/>
                <a:moveTo>
                  <a:pt x="1457325" y="2428875"/>
                </a:moveTo>
                <a:lnTo>
                  <a:pt x="1466850" y="2428875"/>
                </a:lnTo>
                <a:lnTo>
                  <a:pt x="1466850" y="2438400"/>
                </a:lnTo>
                <a:lnTo>
                  <a:pt x="1457325" y="2438400"/>
                </a:lnTo>
                <a:close/>
                <a:moveTo>
                  <a:pt x="1285875" y="2438400"/>
                </a:moveTo>
                <a:lnTo>
                  <a:pt x="1295400" y="2438400"/>
                </a:lnTo>
                <a:lnTo>
                  <a:pt x="1295400" y="2457450"/>
                </a:lnTo>
                <a:lnTo>
                  <a:pt x="1285875" y="2457450"/>
                </a:lnTo>
                <a:close/>
                <a:moveTo>
                  <a:pt x="2419350" y="2438400"/>
                </a:moveTo>
                <a:lnTo>
                  <a:pt x="2438400" y="2438400"/>
                </a:lnTo>
                <a:lnTo>
                  <a:pt x="2438400" y="2457450"/>
                </a:lnTo>
                <a:lnTo>
                  <a:pt x="2466975" y="2457450"/>
                </a:lnTo>
                <a:lnTo>
                  <a:pt x="2466975" y="2447925"/>
                </a:lnTo>
                <a:lnTo>
                  <a:pt x="2476500" y="2447925"/>
                </a:lnTo>
                <a:lnTo>
                  <a:pt x="2476500" y="2457450"/>
                </a:lnTo>
                <a:lnTo>
                  <a:pt x="2505075" y="2457450"/>
                </a:lnTo>
                <a:lnTo>
                  <a:pt x="2505075" y="2486025"/>
                </a:lnTo>
                <a:lnTo>
                  <a:pt x="2495550" y="2486025"/>
                </a:lnTo>
                <a:lnTo>
                  <a:pt x="2495550" y="2476500"/>
                </a:lnTo>
                <a:lnTo>
                  <a:pt x="2466975" y="2476500"/>
                </a:lnTo>
                <a:lnTo>
                  <a:pt x="2466975" y="2486025"/>
                </a:lnTo>
                <a:lnTo>
                  <a:pt x="2457450" y="2486025"/>
                </a:lnTo>
                <a:lnTo>
                  <a:pt x="2457450" y="2466975"/>
                </a:lnTo>
                <a:lnTo>
                  <a:pt x="2419350" y="2466975"/>
                </a:lnTo>
                <a:close/>
                <a:moveTo>
                  <a:pt x="1390650" y="2447925"/>
                </a:moveTo>
                <a:lnTo>
                  <a:pt x="1409700" y="2447925"/>
                </a:lnTo>
                <a:lnTo>
                  <a:pt x="1409700" y="2466975"/>
                </a:lnTo>
                <a:lnTo>
                  <a:pt x="1428750" y="2466975"/>
                </a:lnTo>
                <a:lnTo>
                  <a:pt x="1428750" y="2476500"/>
                </a:lnTo>
                <a:lnTo>
                  <a:pt x="1419225" y="2476500"/>
                </a:lnTo>
                <a:lnTo>
                  <a:pt x="1419225" y="2486025"/>
                </a:lnTo>
                <a:lnTo>
                  <a:pt x="1409700" y="2486025"/>
                </a:lnTo>
                <a:lnTo>
                  <a:pt x="1409700" y="2495550"/>
                </a:lnTo>
                <a:lnTo>
                  <a:pt x="1400175" y="2495550"/>
                </a:lnTo>
                <a:lnTo>
                  <a:pt x="1400175" y="2476500"/>
                </a:lnTo>
                <a:lnTo>
                  <a:pt x="1381125" y="2476500"/>
                </a:lnTo>
                <a:lnTo>
                  <a:pt x="1381125" y="2466975"/>
                </a:lnTo>
                <a:lnTo>
                  <a:pt x="1390650" y="2466975"/>
                </a:lnTo>
                <a:close/>
                <a:moveTo>
                  <a:pt x="1524000" y="2447925"/>
                </a:moveTo>
                <a:lnTo>
                  <a:pt x="1533525" y="2447925"/>
                </a:lnTo>
                <a:lnTo>
                  <a:pt x="1533525" y="2466975"/>
                </a:lnTo>
                <a:lnTo>
                  <a:pt x="1524000" y="2466975"/>
                </a:lnTo>
                <a:close/>
                <a:moveTo>
                  <a:pt x="1895475" y="2447925"/>
                </a:moveTo>
                <a:lnTo>
                  <a:pt x="1914525" y="2447925"/>
                </a:lnTo>
                <a:lnTo>
                  <a:pt x="1914525" y="2495550"/>
                </a:lnTo>
                <a:lnTo>
                  <a:pt x="1895475" y="2495550"/>
                </a:lnTo>
                <a:close/>
                <a:moveTo>
                  <a:pt x="2400300" y="2447925"/>
                </a:moveTo>
                <a:lnTo>
                  <a:pt x="2409825" y="2447925"/>
                </a:lnTo>
                <a:lnTo>
                  <a:pt x="2409825" y="2466975"/>
                </a:lnTo>
                <a:lnTo>
                  <a:pt x="2400300" y="2466975"/>
                </a:lnTo>
                <a:close/>
                <a:moveTo>
                  <a:pt x="2543175" y="2447925"/>
                </a:moveTo>
                <a:lnTo>
                  <a:pt x="2562225" y="2447925"/>
                </a:lnTo>
                <a:lnTo>
                  <a:pt x="2562225" y="2466975"/>
                </a:lnTo>
                <a:lnTo>
                  <a:pt x="2543175" y="2466975"/>
                </a:lnTo>
                <a:close/>
                <a:moveTo>
                  <a:pt x="1323975" y="2457450"/>
                </a:moveTo>
                <a:lnTo>
                  <a:pt x="1333500" y="2457450"/>
                </a:lnTo>
                <a:lnTo>
                  <a:pt x="1333500" y="2466975"/>
                </a:lnTo>
                <a:lnTo>
                  <a:pt x="1323975" y="2466975"/>
                </a:lnTo>
                <a:close/>
                <a:moveTo>
                  <a:pt x="1466850" y="2457450"/>
                </a:moveTo>
                <a:lnTo>
                  <a:pt x="1476375" y="2457450"/>
                </a:lnTo>
                <a:lnTo>
                  <a:pt x="1476375" y="2466975"/>
                </a:lnTo>
                <a:lnTo>
                  <a:pt x="1485900" y="2466975"/>
                </a:lnTo>
                <a:lnTo>
                  <a:pt x="1485900" y="2486025"/>
                </a:lnTo>
                <a:lnTo>
                  <a:pt x="1447800" y="2486025"/>
                </a:lnTo>
                <a:lnTo>
                  <a:pt x="1447800" y="2476500"/>
                </a:lnTo>
                <a:lnTo>
                  <a:pt x="1466850" y="2476500"/>
                </a:lnTo>
                <a:close/>
                <a:moveTo>
                  <a:pt x="1295400" y="2466975"/>
                </a:moveTo>
                <a:lnTo>
                  <a:pt x="1304925" y="2466975"/>
                </a:lnTo>
                <a:lnTo>
                  <a:pt x="1304925" y="2495550"/>
                </a:lnTo>
                <a:lnTo>
                  <a:pt x="1295400" y="2495550"/>
                </a:lnTo>
                <a:close/>
                <a:moveTo>
                  <a:pt x="1333500" y="2466975"/>
                </a:moveTo>
                <a:lnTo>
                  <a:pt x="1343025" y="2466975"/>
                </a:lnTo>
                <a:lnTo>
                  <a:pt x="1343025" y="2486025"/>
                </a:lnTo>
                <a:lnTo>
                  <a:pt x="1333500" y="2486025"/>
                </a:lnTo>
                <a:close/>
                <a:moveTo>
                  <a:pt x="1514475" y="2466975"/>
                </a:moveTo>
                <a:lnTo>
                  <a:pt x="1524000" y="2466975"/>
                </a:lnTo>
                <a:lnTo>
                  <a:pt x="1524000" y="2486025"/>
                </a:lnTo>
                <a:lnTo>
                  <a:pt x="1514475" y="2486025"/>
                </a:lnTo>
                <a:close/>
                <a:moveTo>
                  <a:pt x="1543050" y="2466975"/>
                </a:moveTo>
                <a:lnTo>
                  <a:pt x="1552575" y="2466975"/>
                </a:lnTo>
                <a:lnTo>
                  <a:pt x="1552575" y="2476500"/>
                </a:lnTo>
                <a:lnTo>
                  <a:pt x="1543050" y="2476500"/>
                </a:lnTo>
                <a:close/>
                <a:moveTo>
                  <a:pt x="1571625" y="2466975"/>
                </a:moveTo>
                <a:lnTo>
                  <a:pt x="1600200" y="2466975"/>
                </a:lnTo>
                <a:lnTo>
                  <a:pt x="1600200" y="2476500"/>
                </a:lnTo>
                <a:lnTo>
                  <a:pt x="1590675" y="2476500"/>
                </a:lnTo>
                <a:lnTo>
                  <a:pt x="1590675" y="2486025"/>
                </a:lnTo>
                <a:lnTo>
                  <a:pt x="1571625" y="2486025"/>
                </a:lnTo>
                <a:close/>
                <a:moveTo>
                  <a:pt x="1628775" y="2466975"/>
                </a:moveTo>
                <a:lnTo>
                  <a:pt x="1647825" y="2466975"/>
                </a:lnTo>
                <a:lnTo>
                  <a:pt x="1647825" y="2457450"/>
                </a:lnTo>
                <a:lnTo>
                  <a:pt x="1628775" y="2457450"/>
                </a:lnTo>
                <a:close/>
                <a:moveTo>
                  <a:pt x="2600325" y="2466975"/>
                </a:moveTo>
                <a:lnTo>
                  <a:pt x="2619375" y="2466975"/>
                </a:lnTo>
                <a:lnTo>
                  <a:pt x="2619375" y="2476500"/>
                </a:lnTo>
                <a:lnTo>
                  <a:pt x="2628900" y="2476500"/>
                </a:lnTo>
                <a:lnTo>
                  <a:pt x="2628900" y="2486025"/>
                </a:lnTo>
                <a:lnTo>
                  <a:pt x="2638425" y="2486025"/>
                </a:lnTo>
                <a:lnTo>
                  <a:pt x="2638425" y="2476500"/>
                </a:lnTo>
                <a:lnTo>
                  <a:pt x="2657475" y="2476500"/>
                </a:lnTo>
                <a:lnTo>
                  <a:pt x="2657475" y="2486025"/>
                </a:lnTo>
                <a:lnTo>
                  <a:pt x="2714625" y="2486025"/>
                </a:lnTo>
                <a:lnTo>
                  <a:pt x="2714625" y="2495550"/>
                </a:lnTo>
                <a:lnTo>
                  <a:pt x="2724150" y="2495550"/>
                </a:lnTo>
                <a:lnTo>
                  <a:pt x="2724150" y="2505075"/>
                </a:lnTo>
                <a:lnTo>
                  <a:pt x="2714625" y="2505075"/>
                </a:lnTo>
                <a:lnTo>
                  <a:pt x="2714625" y="2514600"/>
                </a:lnTo>
                <a:lnTo>
                  <a:pt x="2667000" y="2514600"/>
                </a:lnTo>
                <a:lnTo>
                  <a:pt x="2667000" y="2505075"/>
                </a:lnTo>
                <a:lnTo>
                  <a:pt x="2638425" y="2505075"/>
                </a:lnTo>
                <a:lnTo>
                  <a:pt x="2638425" y="2495550"/>
                </a:lnTo>
                <a:lnTo>
                  <a:pt x="2609850" y="2495550"/>
                </a:lnTo>
                <a:lnTo>
                  <a:pt x="2609850" y="2505075"/>
                </a:lnTo>
                <a:lnTo>
                  <a:pt x="2600325" y="2505075"/>
                </a:lnTo>
                <a:lnTo>
                  <a:pt x="2600325" y="2495550"/>
                </a:lnTo>
                <a:lnTo>
                  <a:pt x="2590800" y="2495550"/>
                </a:lnTo>
                <a:lnTo>
                  <a:pt x="2590800" y="2486025"/>
                </a:lnTo>
                <a:lnTo>
                  <a:pt x="2581275" y="2486025"/>
                </a:lnTo>
                <a:lnTo>
                  <a:pt x="2581275" y="2476500"/>
                </a:lnTo>
                <a:lnTo>
                  <a:pt x="2600325" y="2476500"/>
                </a:lnTo>
                <a:close/>
                <a:moveTo>
                  <a:pt x="1533525" y="2476500"/>
                </a:moveTo>
                <a:lnTo>
                  <a:pt x="1543050" y="2476500"/>
                </a:lnTo>
                <a:lnTo>
                  <a:pt x="1543050" y="2486025"/>
                </a:lnTo>
                <a:lnTo>
                  <a:pt x="1533525" y="2486025"/>
                </a:lnTo>
                <a:close/>
                <a:moveTo>
                  <a:pt x="1828800" y="2476500"/>
                </a:moveTo>
                <a:lnTo>
                  <a:pt x="1838325" y="2476500"/>
                </a:lnTo>
                <a:lnTo>
                  <a:pt x="1838325" y="2514600"/>
                </a:lnTo>
                <a:lnTo>
                  <a:pt x="1828800" y="2514600"/>
                </a:lnTo>
                <a:close/>
                <a:moveTo>
                  <a:pt x="1371600" y="2486025"/>
                </a:moveTo>
                <a:lnTo>
                  <a:pt x="1381125" y="2486025"/>
                </a:lnTo>
                <a:lnTo>
                  <a:pt x="1381125" y="2495550"/>
                </a:lnTo>
                <a:lnTo>
                  <a:pt x="1371600" y="2495550"/>
                </a:lnTo>
                <a:close/>
                <a:moveTo>
                  <a:pt x="2743200" y="2495550"/>
                </a:moveTo>
                <a:lnTo>
                  <a:pt x="2762250" y="2495550"/>
                </a:lnTo>
                <a:lnTo>
                  <a:pt x="2762250" y="2514600"/>
                </a:lnTo>
                <a:lnTo>
                  <a:pt x="2752725" y="2514600"/>
                </a:lnTo>
                <a:lnTo>
                  <a:pt x="2752725" y="2524125"/>
                </a:lnTo>
                <a:lnTo>
                  <a:pt x="2743200" y="2524125"/>
                </a:lnTo>
                <a:lnTo>
                  <a:pt x="2743200" y="2514600"/>
                </a:lnTo>
                <a:lnTo>
                  <a:pt x="2724150" y="2514600"/>
                </a:lnTo>
                <a:lnTo>
                  <a:pt x="2724150" y="2505075"/>
                </a:lnTo>
                <a:lnTo>
                  <a:pt x="2743200" y="2505075"/>
                </a:lnTo>
                <a:close/>
                <a:moveTo>
                  <a:pt x="2162175" y="2505075"/>
                </a:moveTo>
                <a:lnTo>
                  <a:pt x="2171700" y="2505075"/>
                </a:lnTo>
                <a:lnTo>
                  <a:pt x="2171700" y="2533650"/>
                </a:lnTo>
                <a:lnTo>
                  <a:pt x="2162175" y="2533650"/>
                </a:lnTo>
                <a:close/>
                <a:moveTo>
                  <a:pt x="2038350" y="2543175"/>
                </a:moveTo>
                <a:lnTo>
                  <a:pt x="2076450" y="2543175"/>
                </a:lnTo>
                <a:lnTo>
                  <a:pt x="2076450" y="2533650"/>
                </a:lnTo>
                <a:lnTo>
                  <a:pt x="2057400" y="2533650"/>
                </a:lnTo>
                <a:lnTo>
                  <a:pt x="2057400" y="2524125"/>
                </a:lnTo>
                <a:lnTo>
                  <a:pt x="2038350" y="2524125"/>
                </a:lnTo>
                <a:close/>
                <a:moveTo>
                  <a:pt x="1657350" y="2552700"/>
                </a:moveTo>
                <a:lnTo>
                  <a:pt x="1666875" y="2552700"/>
                </a:lnTo>
                <a:lnTo>
                  <a:pt x="1666875" y="2571750"/>
                </a:lnTo>
                <a:lnTo>
                  <a:pt x="1657350" y="2571750"/>
                </a:lnTo>
                <a:close/>
                <a:moveTo>
                  <a:pt x="1504950" y="2562225"/>
                </a:moveTo>
                <a:lnTo>
                  <a:pt x="1514475" y="2562225"/>
                </a:lnTo>
                <a:lnTo>
                  <a:pt x="1514475" y="2581275"/>
                </a:lnTo>
                <a:lnTo>
                  <a:pt x="1504950" y="2581275"/>
                </a:lnTo>
                <a:close/>
                <a:moveTo>
                  <a:pt x="1905000" y="2562225"/>
                </a:moveTo>
                <a:lnTo>
                  <a:pt x="1924050" y="2562225"/>
                </a:lnTo>
                <a:lnTo>
                  <a:pt x="1924050" y="2619375"/>
                </a:lnTo>
                <a:lnTo>
                  <a:pt x="1905000" y="2619375"/>
                </a:lnTo>
                <a:close/>
                <a:moveTo>
                  <a:pt x="2981325" y="2562225"/>
                </a:moveTo>
                <a:lnTo>
                  <a:pt x="3000375" y="2562225"/>
                </a:lnTo>
                <a:lnTo>
                  <a:pt x="3000375" y="2571750"/>
                </a:lnTo>
                <a:lnTo>
                  <a:pt x="3038475" y="2571750"/>
                </a:lnTo>
                <a:lnTo>
                  <a:pt x="3038475" y="2581275"/>
                </a:lnTo>
                <a:lnTo>
                  <a:pt x="3057525" y="2581275"/>
                </a:lnTo>
                <a:lnTo>
                  <a:pt x="3057525" y="2590800"/>
                </a:lnTo>
                <a:lnTo>
                  <a:pt x="3067050" y="2590800"/>
                </a:lnTo>
                <a:lnTo>
                  <a:pt x="3067050" y="2581275"/>
                </a:lnTo>
                <a:lnTo>
                  <a:pt x="3076575" y="2581275"/>
                </a:lnTo>
                <a:lnTo>
                  <a:pt x="3076575" y="2590800"/>
                </a:lnTo>
                <a:lnTo>
                  <a:pt x="3086100" y="2590800"/>
                </a:lnTo>
                <a:lnTo>
                  <a:pt x="3086100" y="2581275"/>
                </a:lnTo>
                <a:lnTo>
                  <a:pt x="3105150" y="2581275"/>
                </a:lnTo>
                <a:lnTo>
                  <a:pt x="3105150" y="2571750"/>
                </a:lnTo>
                <a:lnTo>
                  <a:pt x="3114675" y="2571750"/>
                </a:lnTo>
                <a:lnTo>
                  <a:pt x="3114675" y="2581275"/>
                </a:lnTo>
                <a:lnTo>
                  <a:pt x="3124200" y="2581275"/>
                </a:lnTo>
                <a:lnTo>
                  <a:pt x="3124200" y="2590800"/>
                </a:lnTo>
                <a:lnTo>
                  <a:pt x="3133725" y="2590800"/>
                </a:lnTo>
                <a:lnTo>
                  <a:pt x="3133725" y="2609850"/>
                </a:lnTo>
                <a:lnTo>
                  <a:pt x="3124200" y="2609850"/>
                </a:lnTo>
                <a:lnTo>
                  <a:pt x="3124200" y="2619375"/>
                </a:lnTo>
                <a:lnTo>
                  <a:pt x="3114675" y="2619375"/>
                </a:lnTo>
                <a:lnTo>
                  <a:pt x="3114675" y="2609850"/>
                </a:lnTo>
                <a:lnTo>
                  <a:pt x="3048000" y="2609850"/>
                </a:lnTo>
                <a:lnTo>
                  <a:pt x="3048000" y="2600325"/>
                </a:lnTo>
                <a:lnTo>
                  <a:pt x="3038475" y="2600325"/>
                </a:lnTo>
                <a:lnTo>
                  <a:pt x="3038475" y="2609850"/>
                </a:lnTo>
                <a:lnTo>
                  <a:pt x="3028950" y="2609850"/>
                </a:lnTo>
                <a:lnTo>
                  <a:pt x="3028950" y="2600325"/>
                </a:lnTo>
                <a:lnTo>
                  <a:pt x="2990850" y="2600325"/>
                </a:lnTo>
                <a:lnTo>
                  <a:pt x="2990850" y="2590800"/>
                </a:lnTo>
                <a:lnTo>
                  <a:pt x="2981325" y="2590800"/>
                </a:lnTo>
                <a:lnTo>
                  <a:pt x="2981325" y="2581275"/>
                </a:lnTo>
                <a:lnTo>
                  <a:pt x="2990850" y="2581275"/>
                </a:lnTo>
                <a:lnTo>
                  <a:pt x="2990850" y="2571750"/>
                </a:lnTo>
                <a:lnTo>
                  <a:pt x="2981325" y="2571750"/>
                </a:lnTo>
                <a:close/>
                <a:moveTo>
                  <a:pt x="257175" y="2571750"/>
                </a:moveTo>
                <a:lnTo>
                  <a:pt x="266700" y="2571750"/>
                </a:lnTo>
                <a:lnTo>
                  <a:pt x="266700" y="2647950"/>
                </a:lnTo>
                <a:lnTo>
                  <a:pt x="257175" y="2647950"/>
                </a:lnTo>
                <a:close/>
                <a:moveTo>
                  <a:pt x="2476500" y="2571750"/>
                </a:moveTo>
                <a:lnTo>
                  <a:pt x="2486025" y="2571750"/>
                </a:lnTo>
                <a:lnTo>
                  <a:pt x="2486025" y="2581275"/>
                </a:lnTo>
                <a:lnTo>
                  <a:pt x="2476500" y="2581275"/>
                </a:lnTo>
                <a:close/>
                <a:moveTo>
                  <a:pt x="1838325" y="2590800"/>
                </a:moveTo>
                <a:lnTo>
                  <a:pt x="1847850" y="2590800"/>
                </a:lnTo>
                <a:lnTo>
                  <a:pt x="1847850" y="2638425"/>
                </a:lnTo>
                <a:lnTo>
                  <a:pt x="1838325" y="2638425"/>
                </a:lnTo>
                <a:close/>
                <a:moveTo>
                  <a:pt x="2038350" y="2590800"/>
                </a:moveTo>
                <a:lnTo>
                  <a:pt x="2057400" y="2590800"/>
                </a:lnTo>
                <a:lnTo>
                  <a:pt x="2057400" y="2600325"/>
                </a:lnTo>
                <a:lnTo>
                  <a:pt x="2038350" y="2600325"/>
                </a:lnTo>
                <a:close/>
                <a:moveTo>
                  <a:pt x="3190875" y="2590800"/>
                </a:moveTo>
                <a:lnTo>
                  <a:pt x="3209925" y="2590800"/>
                </a:lnTo>
                <a:lnTo>
                  <a:pt x="3209925" y="2600325"/>
                </a:lnTo>
                <a:lnTo>
                  <a:pt x="3190875" y="2600325"/>
                </a:lnTo>
                <a:close/>
                <a:moveTo>
                  <a:pt x="190500" y="2600325"/>
                </a:moveTo>
                <a:lnTo>
                  <a:pt x="200025" y="2600325"/>
                </a:lnTo>
                <a:lnTo>
                  <a:pt x="200025" y="2628900"/>
                </a:lnTo>
                <a:lnTo>
                  <a:pt x="190500" y="2628900"/>
                </a:lnTo>
                <a:close/>
                <a:moveTo>
                  <a:pt x="2105025" y="2600325"/>
                </a:moveTo>
                <a:lnTo>
                  <a:pt x="2133600" y="2600325"/>
                </a:lnTo>
                <a:lnTo>
                  <a:pt x="2133600" y="2609850"/>
                </a:lnTo>
                <a:lnTo>
                  <a:pt x="2105025" y="2609850"/>
                </a:lnTo>
                <a:close/>
                <a:moveTo>
                  <a:pt x="3190875" y="2609850"/>
                </a:moveTo>
                <a:lnTo>
                  <a:pt x="3209925" y="2609850"/>
                </a:lnTo>
                <a:lnTo>
                  <a:pt x="3209925" y="2619375"/>
                </a:lnTo>
                <a:lnTo>
                  <a:pt x="3190875" y="2619375"/>
                </a:lnTo>
                <a:close/>
                <a:moveTo>
                  <a:pt x="1962150" y="2657475"/>
                </a:moveTo>
                <a:lnTo>
                  <a:pt x="1990725" y="2657475"/>
                </a:lnTo>
                <a:lnTo>
                  <a:pt x="1990725" y="2667000"/>
                </a:lnTo>
                <a:lnTo>
                  <a:pt x="1981200" y="2667000"/>
                </a:lnTo>
                <a:lnTo>
                  <a:pt x="1981200" y="2676525"/>
                </a:lnTo>
                <a:lnTo>
                  <a:pt x="2000250" y="2676525"/>
                </a:lnTo>
                <a:lnTo>
                  <a:pt x="2000250" y="2686050"/>
                </a:lnTo>
                <a:lnTo>
                  <a:pt x="1952625" y="2686050"/>
                </a:lnTo>
                <a:lnTo>
                  <a:pt x="1952625" y="2705100"/>
                </a:lnTo>
                <a:lnTo>
                  <a:pt x="1943100" y="2705100"/>
                </a:lnTo>
                <a:lnTo>
                  <a:pt x="1943100" y="2714625"/>
                </a:lnTo>
                <a:lnTo>
                  <a:pt x="1933575" y="2714625"/>
                </a:lnTo>
                <a:lnTo>
                  <a:pt x="1933575" y="2733675"/>
                </a:lnTo>
                <a:lnTo>
                  <a:pt x="1914525" y="2733675"/>
                </a:lnTo>
                <a:lnTo>
                  <a:pt x="1914525" y="2667000"/>
                </a:lnTo>
                <a:lnTo>
                  <a:pt x="1933575" y="2667000"/>
                </a:lnTo>
                <a:lnTo>
                  <a:pt x="1933575" y="2676525"/>
                </a:lnTo>
                <a:lnTo>
                  <a:pt x="1952625" y="2676525"/>
                </a:lnTo>
                <a:lnTo>
                  <a:pt x="1952625" y="2667000"/>
                </a:lnTo>
                <a:lnTo>
                  <a:pt x="1962150" y="2667000"/>
                </a:lnTo>
                <a:close/>
                <a:moveTo>
                  <a:pt x="2019300" y="2657475"/>
                </a:moveTo>
                <a:lnTo>
                  <a:pt x="2047875" y="2657475"/>
                </a:lnTo>
                <a:lnTo>
                  <a:pt x="2047875" y="2667000"/>
                </a:lnTo>
                <a:lnTo>
                  <a:pt x="2019300" y="2667000"/>
                </a:lnTo>
                <a:close/>
                <a:moveTo>
                  <a:pt x="2105025" y="2667000"/>
                </a:moveTo>
                <a:lnTo>
                  <a:pt x="2114550" y="2667000"/>
                </a:lnTo>
                <a:lnTo>
                  <a:pt x="2114550" y="2676525"/>
                </a:lnTo>
                <a:lnTo>
                  <a:pt x="2105025" y="2676525"/>
                </a:lnTo>
                <a:close/>
                <a:moveTo>
                  <a:pt x="2124075" y="2676525"/>
                </a:moveTo>
                <a:lnTo>
                  <a:pt x="2133600" y="2676525"/>
                </a:lnTo>
                <a:lnTo>
                  <a:pt x="2133600" y="2686050"/>
                </a:lnTo>
                <a:lnTo>
                  <a:pt x="2124075" y="2686050"/>
                </a:lnTo>
                <a:close/>
                <a:moveTo>
                  <a:pt x="2019300" y="2686050"/>
                </a:moveTo>
                <a:lnTo>
                  <a:pt x="2057400" y="2686050"/>
                </a:lnTo>
                <a:lnTo>
                  <a:pt x="2057400" y="2695575"/>
                </a:lnTo>
                <a:lnTo>
                  <a:pt x="2066925" y="2695575"/>
                </a:lnTo>
                <a:lnTo>
                  <a:pt x="2066925" y="2771775"/>
                </a:lnTo>
                <a:lnTo>
                  <a:pt x="2057400" y="2771775"/>
                </a:lnTo>
                <a:lnTo>
                  <a:pt x="2057400" y="2705100"/>
                </a:lnTo>
                <a:lnTo>
                  <a:pt x="2047875" y="2705100"/>
                </a:lnTo>
                <a:lnTo>
                  <a:pt x="2047875" y="2695575"/>
                </a:lnTo>
                <a:lnTo>
                  <a:pt x="2019300" y="2695575"/>
                </a:lnTo>
                <a:close/>
                <a:moveTo>
                  <a:pt x="2133600" y="2686050"/>
                </a:moveTo>
                <a:lnTo>
                  <a:pt x="2143125" y="2686050"/>
                </a:lnTo>
                <a:lnTo>
                  <a:pt x="2143125" y="2695575"/>
                </a:lnTo>
                <a:lnTo>
                  <a:pt x="2133600" y="2695575"/>
                </a:lnTo>
                <a:close/>
                <a:moveTo>
                  <a:pt x="1847850" y="2724150"/>
                </a:moveTo>
                <a:lnTo>
                  <a:pt x="1857375" y="2724150"/>
                </a:lnTo>
                <a:lnTo>
                  <a:pt x="1857375" y="2762250"/>
                </a:lnTo>
                <a:lnTo>
                  <a:pt x="1847850" y="2762250"/>
                </a:lnTo>
                <a:close/>
                <a:moveTo>
                  <a:pt x="2133600" y="2752725"/>
                </a:moveTo>
                <a:lnTo>
                  <a:pt x="2143125" y="2752725"/>
                </a:lnTo>
                <a:lnTo>
                  <a:pt x="2143125" y="2762250"/>
                </a:lnTo>
                <a:lnTo>
                  <a:pt x="2133600" y="2762250"/>
                </a:lnTo>
                <a:close/>
                <a:moveTo>
                  <a:pt x="2209800" y="2762250"/>
                </a:moveTo>
                <a:lnTo>
                  <a:pt x="2219325" y="2762250"/>
                </a:lnTo>
                <a:lnTo>
                  <a:pt x="2219325" y="2771775"/>
                </a:lnTo>
                <a:lnTo>
                  <a:pt x="2238375" y="2771775"/>
                </a:lnTo>
                <a:lnTo>
                  <a:pt x="2238375" y="2781300"/>
                </a:lnTo>
                <a:lnTo>
                  <a:pt x="2266950" y="2781300"/>
                </a:lnTo>
                <a:lnTo>
                  <a:pt x="2266950" y="2790825"/>
                </a:lnTo>
                <a:lnTo>
                  <a:pt x="2276475" y="2790825"/>
                </a:lnTo>
                <a:lnTo>
                  <a:pt x="2276475" y="2800350"/>
                </a:lnTo>
                <a:lnTo>
                  <a:pt x="2266950" y="2800350"/>
                </a:lnTo>
                <a:lnTo>
                  <a:pt x="2266950" y="2809875"/>
                </a:lnTo>
                <a:lnTo>
                  <a:pt x="2257425" y="2809875"/>
                </a:lnTo>
                <a:lnTo>
                  <a:pt x="2257425" y="2800350"/>
                </a:lnTo>
                <a:lnTo>
                  <a:pt x="2238375" y="2800350"/>
                </a:lnTo>
                <a:lnTo>
                  <a:pt x="2238375" y="2790825"/>
                </a:lnTo>
                <a:lnTo>
                  <a:pt x="2209800" y="2790825"/>
                </a:lnTo>
                <a:close/>
                <a:moveTo>
                  <a:pt x="266700" y="2771775"/>
                </a:moveTo>
                <a:lnTo>
                  <a:pt x="276225" y="2771775"/>
                </a:lnTo>
                <a:lnTo>
                  <a:pt x="276225" y="2828925"/>
                </a:lnTo>
                <a:lnTo>
                  <a:pt x="266700" y="2828925"/>
                </a:lnTo>
                <a:close/>
                <a:moveTo>
                  <a:pt x="2295525" y="2781300"/>
                </a:moveTo>
                <a:lnTo>
                  <a:pt x="2314575" y="2781300"/>
                </a:lnTo>
                <a:lnTo>
                  <a:pt x="2314575" y="2800350"/>
                </a:lnTo>
                <a:lnTo>
                  <a:pt x="2343150" y="2800350"/>
                </a:lnTo>
                <a:lnTo>
                  <a:pt x="2343150" y="2790825"/>
                </a:lnTo>
                <a:lnTo>
                  <a:pt x="2352675" y="2790825"/>
                </a:lnTo>
                <a:lnTo>
                  <a:pt x="2352675" y="2800350"/>
                </a:lnTo>
                <a:lnTo>
                  <a:pt x="2362200" y="2800350"/>
                </a:lnTo>
                <a:lnTo>
                  <a:pt x="2362200" y="2819400"/>
                </a:lnTo>
                <a:lnTo>
                  <a:pt x="2352675" y="2819400"/>
                </a:lnTo>
                <a:lnTo>
                  <a:pt x="2352675" y="2828925"/>
                </a:lnTo>
                <a:lnTo>
                  <a:pt x="2333625" y="2828925"/>
                </a:lnTo>
                <a:lnTo>
                  <a:pt x="2333625" y="2819400"/>
                </a:lnTo>
                <a:lnTo>
                  <a:pt x="2324100" y="2819400"/>
                </a:lnTo>
                <a:lnTo>
                  <a:pt x="2324100" y="2809875"/>
                </a:lnTo>
                <a:lnTo>
                  <a:pt x="2314575" y="2809875"/>
                </a:lnTo>
                <a:lnTo>
                  <a:pt x="2314575" y="2819400"/>
                </a:lnTo>
                <a:lnTo>
                  <a:pt x="2305050" y="2819400"/>
                </a:lnTo>
                <a:lnTo>
                  <a:pt x="2305050" y="2809875"/>
                </a:lnTo>
                <a:lnTo>
                  <a:pt x="2295525" y="2809875"/>
                </a:lnTo>
                <a:close/>
                <a:moveTo>
                  <a:pt x="1924050" y="2800350"/>
                </a:moveTo>
                <a:lnTo>
                  <a:pt x="1943100" y="2800350"/>
                </a:lnTo>
                <a:lnTo>
                  <a:pt x="1943100" y="2828925"/>
                </a:lnTo>
                <a:lnTo>
                  <a:pt x="1924050" y="2828925"/>
                </a:lnTo>
                <a:close/>
                <a:moveTo>
                  <a:pt x="2428875" y="2800350"/>
                </a:moveTo>
                <a:lnTo>
                  <a:pt x="2438400" y="2800350"/>
                </a:lnTo>
                <a:lnTo>
                  <a:pt x="2438400" y="2809875"/>
                </a:lnTo>
                <a:lnTo>
                  <a:pt x="2447925" y="2809875"/>
                </a:lnTo>
                <a:lnTo>
                  <a:pt x="2447925" y="2819400"/>
                </a:lnTo>
                <a:lnTo>
                  <a:pt x="2457450" y="2819400"/>
                </a:lnTo>
                <a:lnTo>
                  <a:pt x="2457450" y="2838450"/>
                </a:lnTo>
                <a:lnTo>
                  <a:pt x="2447925" y="2838450"/>
                </a:lnTo>
                <a:lnTo>
                  <a:pt x="2447925" y="2828925"/>
                </a:lnTo>
                <a:lnTo>
                  <a:pt x="2438400" y="2828925"/>
                </a:lnTo>
                <a:lnTo>
                  <a:pt x="2438400" y="2838450"/>
                </a:lnTo>
                <a:lnTo>
                  <a:pt x="2428875" y="2838450"/>
                </a:lnTo>
                <a:lnTo>
                  <a:pt x="2428875" y="2828925"/>
                </a:lnTo>
                <a:lnTo>
                  <a:pt x="2419350" y="2828925"/>
                </a:lnTo>
                <a:lnTo>
                  <a:pt x="2419350" y="2809875"/>
                </a:lnTo>
                <a:lnTo>
                  <a:pt x="2428875" y="2809875"/>
                </a:lnTo>
                <a:close/>
                <a:moveTo>
                  <a:pt x="2047875" y="2809875"/>
                </a:moveTo>
                <a:lnTo>
                  <a:pt x="2057400" y="2809875"/>
                </a:lnTo>
                <a:lnTo>
                  <a:pt x="2057400" y="2857500"/>
                </a:lnTo>
                <a:lnTo>
                  <a:pt x="2047875" y="2857500"/>
                </a:lnTo>
                <a:close/>
                <a:moveTo>
                  <a:pt x="2466975" y="2809875"/>
                </a:moveTo>
                <a:lnTo>
                  <a:pt x="2486025" y="2809875"/>
                </a:lnTo>
                <a:lnTo>
                  <a:pt x="2486025" y="2819400"/>
                </a:lnTo>
                <a:lnTo>
                  <a:pt x="2495550" y="2819400"/>
                </a:lnTo>
                <a:lnTo>
                  <a:pt x="2495550" y="2828925"/>
                </a:lnTo>
                <a:lnTo>
                  <a:pt x="2486025" y="2828925"/>
                </a:lnTo>
                <a:lnTo>
                  <a:pt x="2486025" y="2847975"/>
                </a:lnTo>
                <a:lnTo>
                  <a:pt x="2476500" y="2847975"/>
                </a:lnTo>
                <a:lnTo>
                  <a:pt x="2476500" y="2857500"/>
                </a:lnTo>
                <a:lnTo>
                  <a:pt x="2466975" y="2857500"/>
                </a:lnTo>
                <a:lnTo>
                  <a:pt x="2466975" y="2847975"/>
                </a:lnTo>
                <a:lnTo>
                  <a:pt x="2457450" y="2847975"/>
                </a:lnTo>
                <a:lnTo>
                  <a:pt x="2457450" y="2838450"/>
                </a:lnTo>
                <a:lnTo>
                  <a:pt x="2466975" y="2838450"/>
                </a:lnTo>
                <a:close/>
                <a:moveTo>
                  <a:pt x="2124075" y="2819400"/>
                </a:moveTo>
                <a:lnTo>
                  <a:pt x="2133600" y="2819400"/>
                </a:lnTo>
                <a:lnTo>
                  <a:pt x="2133600" y="2847975"/>
                </a:lnTo>
                <a:lnTo>
                  <a:pt x="2124075" y="2847975"/>
                </a:lnTo>
                <a:close/>
                <a:moveTo>
                  <a:pt x="1162050" y="2838450"/>
                </a:moveTo>
                <a:lnTo>
                  <a:pt x="1219200" y="2838450"/>
                </a:lnTo>
                <a:lnTo>
                  <a:pt x="1219200" y="2847975"/>
                </a:lnTo>
                <a:lnTo>
                  <a:pt x="1247775" y="2847975"/>
                </a:lnTo>
                <a:lnTo>
                  <a:pt x="1247775" y="2838450"/>
                </a:lnTo>
                <a:lnTo>
                  <a:pt x="1257300" y="2838450"/>
                </a:lnTo>
                <a:lnTo>
                  <a:pt x="1257300" y="2847975"/>
                </a:lnTo>
                <a:lnTo>
                  <a:pt x="1247775" y="2847975"/>
                </a:lnTo>
                <a:lnTo>
                  <a:pt x="1247775" y="2857500"/>
                </a:lnTo>
                <a:lnTo>
                  <a:pt x="1257300" y="2857500"/>
                </a:lnTo>
                <a:lnTo>
                  <a:pt x="1257300" y="2847975"/>
                </a:lnTo>
                <a:lnTo>
                  <a:pt x="1266825" y="2847975"/>
                </a:lnTo>
                <a:lnTo>
                  <a:pt x="1266825" y="2857500"/>
                </a:lnTo>
                <a:lnTo>
                  <a:pt x="1276350" y="2857500"/>
                </a:lnTo>
                <a:lnTo>
                  <a:pt x="1276350" y="2876550"/>
                </a:lnTo>
                <a:lnTo>
                  <a:pt x="1266825" y="2876550"/>
                </a:lnTo>
                <a:lnTo>
                  <a:pt x="1266825" y="2886075"/>
                </a:lnTo>
                <a:lnTo>
                  <a:pt x="1247775" y="2886075"/>
                </a:lnTo>
                <a:lnTo>
                  <a:pt x="1247775" y="2876550"/>
                </a:lnTo>
                <a:lnTo>
                  <a:pt x="1219200" y="2876550"/>
                </a:lnTo>
                <a:lnTo>
                  <a:pt x="1219200" y="2857500"/>
                </a:lnTo>
                <a:lnTo>
                  <a:pt x="1209675" y="2857500"/>
                </a:lnTo>
                <a:lnTo>
                  <a:pt x="1209675" y="2867025"/>
                </a:lnTo>
                <a:lnTo>
                  <a:pt x="1200150" y="2867025"/>
                </a:lnTo>
                <a:lnTo>
                  <a:pt x="1200150" y="2886075"/>
                </a:lnTo>
                <a:lnTo>
                  <a:pt x="1162050" y="2886075"/>
                </a:lnTo>
                <a:lnTo>
                  <a:pt x="1162050" y="2876550"/>
                </a:lnTo>
                <a:lnTo>
                  <a:pt x="1171575" y="2876550"/>
                </a:lnTo>
                <a:lnTo>
                  <a:pt x="1171575" y="2847975"/>
                </a:lnTo>
                <a:lnTo>
                  <a:pt x="1162050" y="2847975"/>
                </a:lnTo>
                <a:close/>
                <a:moveTo>
                  <a:pt x="1104900" y="2847975"/>
                </a:moveTo>
                <a:lnTo>
                  <a:pt x="1152525" y="2847975"/>
                </a:lnTo>
                <a:lnTo>
                  <a:pt x="1152525" y="2886075"/>
                </a:lnTo>
                <a:lnTo>
                  <a:pt x="1114425" y="2886075"/>
                </a:lnTo>
                <a:lnTo>
                  <a:pt x="1114425" y="2895600"/>
                </a:lnTo>
                <a:lnTo>
                  <a:pt x="1066800" y="2895600"/>
                </a:lnTo>
                <a:lnTo>
                  <a:pt x="1066800" y="2886075"/>
                </a:lnTo>
                <a:lnTo>
                  <a:pt x="1057275" y="2886075"/>
                </a:lnTo>
                <a:lnTo>
                  <a:pt x="1057275" y="2857500"/>
                </a:lnTo>
                <a:lnTo>
                  <a:pt x="1085850" y="2857500"/>
                </a:lnTo>
                <a:lnTo>
                  <a:pt x="1085850" y="2867025"/>
                </a:lnTo>
                <a:lnTo>
                  <a:pt x="1066800" y="2867025"/>
                </a:lnTo>
                <a:lnTo>
                  <a:pt x="1066800" y="2876550"/>
                </a:lnTo>
                <a:lnTo>
                  <a:pt x="1085850" y="2876550"/>
                </a:lnTo>
                <a:lnTo>
                  <a:pt x="1085850" y="2886075"/>
                </a:lnTo>
                <a:lnTo>
                  <a:pt x="1104900" y="2886075"/>
                </a:lnTo>
                <a:close/>
                <a:moveTo>
                  <a:pt x="1857375" y="2847975"/>
                </a:moveTo>
                <a:lnTo>
                  <a:pt x="1866900" y="2847975"/>
                </a:lnTo>
                <a:lnTo>
                  <a:pt x="1866900" y="2876550"/>
                </a:lnTo>
                <a:lnTo>
                  <a:pt x="1857375" y="2876550"/>
                </a:lnTo>
                <a:close/>
                <a:moveTo>
                  <a:pt x="857250" y="2857500"/>
                </a:moveTo>
                <a:lnTo>
                  <a:pt x="866775" y="2857500"/>
                </a:lnTo>
                <a:lnTo>
                  <a:pt x="866775" y="2867025"/>
                </a:lnTo>
                <a:lnTo>
                  <a:pt x="876300" y="2867025"/>
                </a:lnTo>
                <a:lnTo>
                  <a:pt x="876300" y="2905125"/>
                </a:lnTo>
                <a:lnTo>
                  <a:pt x="866775" y="2905125"/>
                </a:lnTo>
                <a:lnTo>
                  <a:pt x="866775" y="2914650"/>
                </a:lnTo>
                <a:lnTo>
                  <a:pt x="838200" y="2914650"/>
                </a:lnTo>
                <a:lnTo>
                  <a:pt x="838200" y="2895600"/>
                </a:lnTo>
                <a:lnTo>
                  <a:pt x="800100" y="2895600"/>
                </a:lnTo>
                <a:lnTo>
                  <a:pt x="800100" y="2876550"/>
                </a:lnTo>
                <a:lnTo>
                  <a:pt x="790575" y="2876550"/>
                </a:lnTo>
                <a:lnTo>
                  <a:pt x="790575" y="2895600"/>
                </a:lnTo>
                <a:lnTo>
                  <a:pt x="800100" y="2895600"/>
                </a:lnTo>
                <a:lnTo>
                  <a:pt x="800100" y="2905125"/>
                </a:lnTo>
                <a:lnTo>
                  <a:pt x="771525" y="2905125"/>
                </a:lnTo>
                <a:lnTo>
                  <a:pt x="771525" y="2876550"/>
                </a:lnTo>
                <a:lnTo>
                  <a:pt x="781050" y="2876550"/>
                </a:lnTo>
                <a:lnTo>
                  <a:pt x="781050" y="2867025"/>
                </a:lnTo>
                <a:lnTo>
                  <a:pt x="828675" y="2867025"/>
                </a:lnTo>
                <a:lnTo>
                  <a:pt x="828675" y="2886075"/>
                </a:lnTo>
                <a:lnTo>
                  <a:pt x="838200" y="2886075"/>
                </a:lnTo>
                <a:lnTo>
                  <a:pt x="838200" y="2876550"/>
                </a:lnTo>
                <a:lnTo>
                  <a:pt x="847725" y="2876550"/>
                </a:lnTo>
                <a:lnTo>
                  <a:pt x="847725" y="2867025"/>
                </a:lnTo>
                <a:lnTo>
                  <a:pt x="857250" y="2867025"/>
                </a:lnTo>
                <a:close/>
                <a:moveTo>
                  <a:pt x="895350" y="2857500"/>
                </a:moveTo>
                <a:lnTo>
                  <a:pt x="904875" y="2857500"/>
                </a:lnTo>
                <a:lnTo>
                  <a:pt x="904875" y="2867025"/>
                </a:lnTo>
                <a:lnTo>
                  <a:pt x="914400" y="2867025"/>
                </a:lnTo>
                <a:lnTo>
                  <a:pt x="914400" y="2886075"/>
                </a:lnTo>
                <a:lnTo>
                  <a:pt x="923925" y="2886075"/>
                </a:lnTo>
                <a:lnTo>
                  <a:pt x="923925" y="2895600"/>
                </a:lnTo>
                <a:lnTo>
                  <a:pt x="914400" y="2895600"/>
                </a:lnTo>
                <a:lnTo>
                  <a:pt x="914400" y="2905125"/>
                </a:lnTo>
                <a:lnTo>
                  <a:pt x="895350" y="2905125"/>
                </a:lnTo>
                <a:lnTo>
                  <a:pt x="895350" y="2895600"/>
                </a:lnTo>
                <a:lnTo>
                  <a:pt x="885825" y="2895600"/>
                </a:lnTo>
                <a:lnTo>
                  <a:pt x="885825" y="2867025"/>
                </a:lnTo>
                <a:lnTo>
                  <a:pt x="895350" y="2867025"/>
                </a:lnTo>
                <a:close/>
                <a:moveTo>
                  <a:pt x="981075" y="2857500"/>
                </a:moveTo>
                <a:lnTo>
                  <a:pt x="1047750" y="2857500"/>
                </a:lnTo>
                <a:lnTo>
                  <a:pt x="1047750" y="2886075"/>
                </a:lnTo>
                <a:lnTo>
                  <a:pt x="1028700" y="2886075"/>
                </a:lnTo>
                <a:lnTo>
                  <a:pt x="1028700" y="2895600"/>
                </a:lnTo>
                <a:lnTo>
                  <a:pt x="1009650" y="2895600"/>
                </a:lnTo>
                <a:lnTo>
                  <a:pt x="1009650" y="2905125"/>
                </a:lnTo>
                <a:lnTo>
                  <a:pt x="1000125" y="2905125"/>
                </a:lnTo>
                <a:lnTo>
                  <a:pt x="1000125" y="2895600"/>
                </a:lnTo>
                <a:lnTo>
                  <a:pt x="990600" y="2895600"/>
                </a:lnTo>
                <a:lnTo>
                  <a:pt x="990600" y="2886075"/>
                </a:lnTo>
                <a:lnTo>
                  <a:pt x="981075" y="2886075"/>
                </a:lnTo>
                <a:lnTo>
                  <a:pt x="981075" y="2895600"/>
                </a:lnTo>
                <a:lnTo>
                  <a:pt x="952500" y="2895600"/>
                </a:lnTo>
                <a:lnTo>
                  <a:pt x="952500" y="2886075"/>
                </a:lnTo>
                <a:lnTo>
                  <a:pt x="942975" y="2886075"/>
                </a:lnTo>
                <a:lnTo>
                  <a:pt x="942975" y="2867025"/>
                </a:lnTo>
                <a:lnTo>
                  <a:pt x="981075" y="2867025"/>
                </a:lnTo>
                <a:close/>
                <a:moveTo>
                  <a:pt x="638175" y="2876550"/>
                </a:moveTo>
                <a:lnTo>
                  <a:pt x="666750" y="2876550"/>
                </a:lnTo>
                <a:lnTo>
                  <a:pt x="666750" y="2886075"/>
                </a:lnTo>
                <a:lnTo>
                  <a:pt x="685800" y="2886075"/>
                </a:lnTo>
                <a:lnTo>
                  <a:pt x="685800" y="2876550"/>
                </a:lnTo>
                <a:lnTo>
                  <a:pt x="695325" y="2876550"/>
                </a:lnTo>
                <a:lnTo>
                  <a:pt x="695325" y="2886075"/>
                </a:lnTo>
                <a:lnTo>
                  <a:pt x="704850" y="2886075"/>
                </a:lnTo>
                <a:lnTo>
                  <a:pt x="704850" y="2876550"/>
                </a:lnTo>
                <a:lnTo>
                  <a:pt x="733425" y="2876550"/>
                </a:lnTo>
                <a:lnTo>
                  <a:pt x="733425" y="2886075"/>
                </a:lnTo>
                <a:lnTo>
                  <a:pt x="723900" y="2886075"/>
                </a:lnTo>
                <a:lnTo>
                  <a:pt x="723900" y="2895600"/>
                </a:lnTo>
                <a:lnTo>
                  <a:pt x="742950" y="2895600"/>
                </a:lnTo>
                <a:lnTo>
                  <a:pt x="742950" y="2905125"/>
                </a:lnTo>
                <a:lnTo>
                  <a:pt x="752475" y="2905125"/>
                </a:lnTo>
                <a:lnTo>
                  <a:pt x="752475" y="2914650"/>
                </a:lnTo>
                <a:lnTo>
                  <a:pt x="742950" y="2914650"/>
                </a:lnTo>
                <a:lnTo>
                  <a:pt x="742950" y="2924175"/>
                </a:lnTo>
                <a:lnTo>
                  <a:pt x="723900" y="2924175"/>
                </a:lnTo>
                <a:lnTo>
                  <a:pt x="723900" y="2914650"/>
                </a:lnTo>
                <a:lnTo>
                  <a:pt x="695325" y="2914650"/>
                </a:lnTo>
                <a:lnTo>
                  <a:pt x="695325" y="2924175"/>
                </a:lnTo>
                <a:lnTo>
                  <a:pt x="685800" y="2924175"/>
                </a:lnTo>
                <a:lnTo>
                  <a:pt x="685800" y="2914650"/>
                </a:lnTo>
                <a:lnTo>
                  <a:pt x="657225" y="2914650"/>
                </a:lnTo>
                <a:lnTo>
                  <a:pt x="657225" y="2886075"/>
                </a:lnTo>
                <a:lnTo>
                  <a:pt x="638175" y="2886075"/>
                </a:lnTo>
                <a:close/>
                <a:moveTo>
                  <a:pt x="1114425" y="2876550"/>
                </a:moveTo>
                <a:lnTo>
                  <a:pt x="1123950" y="2876550"/>
                </a:lnTo>
                <a:lnTo>
                  <a:pt x="1123950" y="2857500"/>
                </a:lnTo>
                <a:lnTo>
                  <a:pt x="1114425" y="2857500"/>
                </a:lnTo>
                <a:close/>
                <a:moveTo>
                  <a:pt x="1133475" y="2876550"/>
                </a:moveTo>
                <a:lnTo>
                  <a:pt x="1143000" y="2876550"/>
                </a:lnTo>
                <a:lnTo>
                  <a:pt x="1143000" y="2867025"/>
                </a:lnTo>
                <a:lnTo>
                  <a:pt x="1133475" y="2867025"/>
                </a:lnTo>
                <a:close/>
                <a:moveTo>
                  <a:pt x="1181100" y="2876550"/>
                </a:moveTo>
                <a:lnTo>
                  <a:pt x="1190625" y="2876550"/>
                </a:lnTo>
                <a:lnTo>
                  <a:pt x="1190625" y="2857500"/>
                </a:lnTo>
                <a:lnTo>
                  <a:pt x="1181100" y="2857500"/>
                </a:lnTo>
                <a:close/>
                <a:moveTo>
                  <a:pt x="1209675" y="2876550"/>
                </a:moveTo>
                <a:lnTo>
                  <a:pt x="1219200" y="2876550"/>
                </a:lnTo>
                <a:lnTo>
                  <a:pt x="1219200" y="2886075"/>
                </a:lnTo>
                <a:lnTo>
                  <a:pt x="1209675" y="2886075"/>
                </a:lnTo>
                <a:close/>
                <a:moveTo>
                  <a:pt x="514350" y="2886075"/>
                </a:moveTo>
                <a:lnTo>
                  <a:pt x="542925" y="2886075"/>
                </a:lnTo>
                <a:lnTo>
                  <a:pt x="542925" y="2924175"/>
                </a:lnTo>
                <a:lnTo>
                  <a:pt x="533400" y="2924175"/>
                </a:lnTo>
                <a:lnTo>
                  <a:pt x="533400" y="2914650"/>
                </a:lnTo>
                <a:lnTo>
                  <a:pt x="523875" y="2914650"/>
                </a:lnTo>
                <a:lnTo>
                  <a:pt x="523875" y="2924175"/>
                </a:lnTo>
                <a:lnTo>
                  <a:pt x="533400" y="2924175"/>
                </a:lnTo>
                <a:lnTo>
                  <a:pt x="533400" y="2933700"/>
                </a:lnTo>
                <a:lnTo>
                  <a:pt x="514350" y="2933700"/>
                </a:lnTo>
                <a:lnTo>
                  <a:pt x="514350" y="2924175"/>
                </a:lnTo>
                <a:lnTo>
                  <a:pt x="504825" y="2924175"/>
                </a:lnTo>
                <a:lnTo>
                  <a:pt x="504825" y="2905125"/>
                </a:lnTo>
                <a:lnTo>
                  <a:pt x="495300" y="2905125"/>
                </a:lnTo>
                <a:lnTo>
                  <a:pt x="495300" y="2895600"/>
                </a:lnTo>
                <a:lnTo>
                  <a:pt x="514350" y="2895600"/>
                </a:lnTo>
                <a:close/>
                <a:moveTo>
                  <a:pt x="590550" y="2886075"/>
                </a:moveTo>
                <a:lnTo>
                  <a:pt x="600075" y="2886075"/>
                </a:lnTo>
                <a:lnTo>
                  <a:pt x="600075" y="2895600"/>
                </a:lnTo>
                <a:lnTo>
                  <a:pt x="590550" y="2895600"/>
                </a:lnTo>
                <a:close/>
                <a:moveTo>
                  <a:pt x="952500" y="2886075"/>
                </a:moveTo>
                <a:lnTo>
                  <a:pt x="971550" y="2886075"/>
                </a:lnTo>
                <a:lnTo>
                  <a:pt x="971550" y="2876550"/>
                </a:lnTo>
                <a:lnTo>
                  <a:pt x="952500" y="2876550"/>
                </a:lnTo>
                <a:close/>
                <a:moveTo>
                  <a:pt x="1000125" y="2886075"/>
                </a:moveTo>
                <a:lnTo>
                  <a:pt x="1009650" y="2886075"/>
                </a:lnTo>
                <a:lnTo>
                  <a:pt x="1009650" y="2867025"/>
                </a:lnTo>
                <a:lnTo>
                  <a:pt x="1000125" y="2867025"/>
                </a:lnTo>
                <a:close/>
                <a:moveTo>
                  <a:pt x="2038350" y="2886075"/>
                </a:moveTo>
                <a:lnTo>
                  <a:pt x="2047875" y="2886075"/>
                </a:lnTo>
                <a:lnTo>
                  <a:pt x="2047875" y="2905125"/>
                </a:lnTo>
                <a:lnTo>
                  <a:pt x="2057400" y="2905125"/>
                </a:lnTo>
                <a:lnTo>
                  <a:pt x="2057400" y="2924175"/>
                </a:lnTo>
                <a:lnTo>
                  <a:pt x="2047875" y="2924175"/>
                </a:lnTo>
                <a:lnTo>
                  <a:pt x="2047875" y="2933700"/>
                </a:lnTo>
                <a:lnTo>
                  <a:pt x="2038350" y="2933700"/>
                </a:lnTo>
                <a:lnTo>
                  <a:pt x="2038350" y="2943225"/>
                </a:lnTo>
                <a:lnTo>
                  <a:pt x="2047875" y="2943225"/>
                </a:lnTo>
                <a:lnTo>
                  <a:pt x="2047875" y="2952750"/>
                </a:lnTo>
                <a:lnTo>
                  <a:pt x="2019300" y="2952750"/>
                </a:lnTo>
                <a:lnTo>
                  <a:pt x="2019300" y="2943225"/>
                </a:lnTo>
                <a:lnTo>
                  <a:pt x="1962150" y="2943225"/>
                </a:lnTo>
                <a:lnTo>
                  <a:pt x="1962150" y="2952750"/>
                </a:lnTo>
                <a:lnTo>
                  <a:pt x="1952625" y="2952750"/>
                </a:lnTo>
                <a:lnTo>
                  <a:pt x="1952625" y="2962275"/>
                </a:lnTo>
                <a:lnTo>
                  <a:pt x="1933575" y="2962275"/>
                </a:lnTo>
                <a:lnTo>
                  <a:pt x="1933575" y="2914650"/>
                </a:lnTo>
                <a:lnTo>
                  <a:pt x="1952625" y="2914650"/>
                </a:lnTo>
                <a:lnTo>
                  <a:pt x="1952625" y="2924175"/>
                </a:lnTo>
                <a:lnTo>
                  <a:pt x="1962150" y="2924175"/>
                </a:lnTo>
                <a:lnTo>
                  <a:pt x="1962150" y="2933700"/>
                </a:lnTo>
                <a:lnTo>
                  <a:pt x="1971675" y="2933700"/>
                </a:lnTo>
                <a:lnTo>
                  <a:pt x="1971675" y="2924175"/>
                </a:lnTo>
                <a:lnTo>
                  <a:pt x="2028825" y="2924175"/>
                </a:lnTo>
                <a:lnTo>
                  <a:pt x="2028825" y="2914650"/>
                </a:lnTo>
                <a:lnTo>
                  <a:pt x="2038350" y="2914650"/>
                </a:lnTo>
                <a:close/>
                <a:moveTo>
                  <a:pt x="3381375" y="2886075"/>
                </a:moveTo>
                <a:lnTo>
                  <a:pt x="3400425" y="2886075"/>
                </a:lnTo>
                <a:lnTo>
                  <a:pt x="3400425" y="2914650"/>
                </a:lnTo>
                <a:lnTo>
                  <a:pt x="3381375" y="2914650"/>
                </a:lnTo>
                <a:close/>
                <a:moveTo>
                  <a:pt x="381000" y="2895600"/>
                </a:moveTo>
                <a:lnTo>
                  <a:pt x="390525" y="2895600"/>
                </a:lnTo>
                <a:lnTo>
                  <a:pt x="390525" y="2933700"/>
                </a:lnTo>
                <a:lnTo>
                  <a:pt x="381000" y="2933700"/>
                </a:lnTo>
                <a:close/>
                <a:moveTo>
                  <a:pt x="409575" y="2895600"/>
                </a:moveTo>
                <a:lnTo>
                  <a:pt x="419100" y="2895600"/>
                </a:lnTo>
                <a:lnTo>
                  <a:pt x="419100" y="2914650"/>
                </a:lnTo>
                <a:lnTo>
                  <a:pt x="409575" y="2914650"/>
                </a:lnTo>
                <a:lnTo>
                  <a:pt x="409575" y="2924175"/>
                </a:lnTo>
                <a:lnTo>
                  <a:pt x="400050" y="2924175"/>
                </a:lnTo>
                <a:lnTo>
                  <a:pt x="400050" y="2905125"/>
                </a:lnTo>
                <a:lnTo>
                  <a:pt x="409575" y="2905125"/>
                </a:lnTo>
                <a:close/>
                <a:moveTo>
                  <a:pt x="428625" y="2895600"/>
                </a:moveTo>
                <a:lnTo>
                  <a:pt x="457200" y="2895600"/>
                </a:lnTo>
                <a:lnTo>
                  <a:pt x="457200" y="2905125"/>
                </a:lnTo>
                <a:lnTo>
                  <a:pt x="476250" y="2905125"/>
                </a:lnTo>
                <a:lnTo>
                  <a:pt x="476250" y="2924175"/>
                </a:lnTo>
                <a:lnTo>
                  <a:pt x="466725" y="2924175"/>
                </a:lnTo>
                <a:lnTo>
                  <a:pt x="466725" y="2914650"/>
                </a:lnTo>
                <a:lnTo>
                  <a:pt x="428625" y="2914650"/>
                </a:lnTo>
                <a:close/>
                <a:moveTo>
                  <a:pt x="581025" y="2895600"/>
                </a:moveTo>
                <a:lnTo>
                  <a:pt x="590550" y="2895600"/>
                </a:lnTo>
                <a:lnTo>
                  <a:pt x="590550" y="2914650"/>
                </a:lnTo>
                <a:lnTo>
                  <a:pt x="600075" y="2914650"/>
                </a:lnTo>
                <a:lnTo>
                  <a:pt x="600075" y="2895600"/>
                </a:lnTo>
                <a:lnTo>
                  <a:pt x="609600" y="2895600"/>
                </a:lnTo>
                <a:lnTo>
                  <a:pt x="609600" y="2914650"/>
                </a:lnTo>
                <a:lnTo>
                  <a:pt x="600075" y="2914650"/>
                </a:lnTo>
                <a:lnTo>
                  <a:pt x="600075" y="2924175"/>
                </a:lnTo>
                <a:lnTo>
                  <a:pt x="581025" y="2924175"/>
                </a:lnTo>
                <a:lnTo>
                  <a:pt x="581025" y="2933700"/>
                </a:lnTo>
                <a:lnTo>
                  <a:pt x="561975" y="2933700"/>
                </a:lnTo>
                <a:lnTo>
                  <a:pt x="561975" y="2905125"/>
                </a:lnTo>
                <a:lnTo>
                  <a:pt x="581025" y="2905125"/>
                </a:lnTo>
                <a:close/>
                <a:moveTo>
                  <a:pt x="638175" y="2895600"/>
                </a:moveTo>
                <a:lnTo>
                  <a:pt x="647700" y="2895600"/>
                </a:lnTo>
                <a:lnTo>
                  <a:pt x="647700" y="2905125"/>
                </a:lnTo>
                <a:lnTo>
                  <a:pt x="638175" y="2905125"/>
                </a:lnTo>
                <a:close/>
                <a:moveTo>
                  <a:pt x="838200" y="2895600"/>
                </a:moveTo>
                <a:lnTo>
                  <a:pt x="847725" y="2895600"/>
                </a:lnTo>
                <a:lnTo>
                  <a:pt x="847725" y="2886075"/>
                </a:lnTo>
                <a:lnTo>
                  <a:pt x="838200" y="2886075"/>
                </a:lnTo>
                <a:close/>
                <a:moveTo>
                  <a:pt x="857250" y="2895600"/>
                </a:moveTo>
                <a:lnTo>
                  <a:pt x="866775" y="2895600"/>
                </a:lnTo>
                <a:lnTo>
                  <a:pt x="866775" y="2876550"/>
                </a:lnTo>
                <a:lnTo>
                  <a:pt x="857250" y="2876550"/>
                </a:lnTo>
                <a:close/>
                <a:moveTo>
                  <a:pt x="895350" y="2895600"/>
                </a:moveTo>
                <a:lnTo>
                  <a:pt x="904875" y="2895600"/>
                </a:lnTo>
                <a:lnTo>
                  <a:pt x="904875" y="2876550"/>
                </a:lnTo>
                <a:lnTo>
                  <a:pt x="895350" y="2876550"/>
                </a:lnTo>
                <a:close/>
                <a:moveTo>
                  <a:pt x="485775" y="2905125"/>
                </a:moveTo>
                <a:lnTo>
                  <a:pt x="495300" y="2905125"/>
                </a:lnTo>
                <a:lnTo>
                  <a:pt x="495300" y="2924175"/>
                </a:lnTo>
                <a:lnTo>
                  <a:pt x="485775" y="2924175"/>
                </a:lnTo>
                <a:close/>
                <a:moveTo>
                  <a:pt x="2114550" y="2905125"/>
                </a:moveTo>
                <a:lnTo>
                  <a:pt x="2124075" y="2905125"/>
                </a:lnTo>
                <a:lnTo>
                  <a:pt x="2124075" y="2924175"/>
                </a:lnTo>
                <a:lnTo>
                  <a:pt x="2114550" y="2924175"/>
                </a:lnTo>
                <a:close/>
                <a:moveTo>
                  <a:pt x="419100" y="2914650"/>
                </a:moveTo>
                <a:lnTo>
                  <a:pt x="428625" y="2914650"/>
                </a:lnTo>
                <a:lnTo>
                  <a:pt x="428625" y="2924175"/>
                </a:lnTo>
                <a:lnTo>
                  <a:pt x="419100" y="2924175"/>
                </a:lnTo>
                <a:close/>
                <a:moveTo>
                  <a:pt x="495300" y="2924175"/>
                </a:moveTo>
                <a:lnTo>
                  <a:pt x="504825" y="2924175"/>
                </a:lnTo>
                <a:lnTo>
                  <a:pt x="504825" y="2933700"/>
                </a:lnTo>
                <a:lnTo>
                  <a:pt x="495300" y="2933700"/>
                </a:lnTo>
                <a:close/>
                <a:moveTo>
                  <a:pt x="2952750" y="2933700"/>
                </a:moveTo>
                <a:lnTo>
                  <a:pt x="2981325" y="2933700"/>
                </a:lnTo>
                <a:lnTo>
                  <a:pt x="2981325" y="2952750"/>
                </a:lnTo>
                <a:lnTo>
                  <a:pt x="2971800" y="2952750"/>
                </a:lnTo>
                <a:lnTo>
                  <a:pt x="2971800" y="2943225"/>
                </a:lnTo>
                <a:lnTo>
                  <a:pt x="2962275" y="2943225"/>
                </a:lnTo>
                <a:lnTo>
                  <a:pt x="2962275" y="2962275"/>
                </a:lnTo>
                <a:lnTo>
                  <a:pt x="2952750" y="2962275"/>
                </a:lnTo>
                <a:lnTo>
                  <a:pt x="2952750" y="2952750"/>
                </a:lnTo>
                <a:lnTo>
                  <a:pt x="2933700" y="2952750"/>
                </a:lnTo>
                <a:lnTo>
                  <a:pt x="2933700" y="2943225"/>
                </a:lnTo>
                <a:lnTo>
                  <a:pt x="2952750" y="2943225"/>
                </a:lnTo>
                <a:close/>
                <a:moveTo>
                  <a:pt x="3133725" y="2943225"/>
                </a:moveTo>
                <a:lnTo>
                  <a:pt x="3152775" y="2943225"/>
                </a:lnTo>
                <a:lnTo>
                  <a:pt x="3152775" y="2962275"/>
                </a:lnTo>
                <a:lnTo>
                  <a:pt x="3133725" y="2962275"/>
                </a:lnTo>
                <a:close/>
                <a:moveTo>
                  <a:pt x="3057525" y="2952750"/>
                </a:moveTo>
                <a:lnTo>
                  <a:pt x="3067050" y="2952750"/>
                </a:lnTo>
                <a:lnTo>
                  <a:pt x="3067050" y="2962275"/>
                </a:lnTo>
                <a:lnTo>
                  <a:pt x="3057525" y="2962275"/>
                </a:lnTo>
                <a:close/>
                <a:moveTo>
                  <a:pt x="276225" y="2962275"/>
                </a:moveTo>
                <a:lnTo>
                  <a:pt x="285750" y="2962275"/>
                </a:lnTo>
                <a:lnTo>
                  <a:pt x="285750" y="3000375"/>
                </a:lnTo>
                <a:lnTo>
                  <a:pt x="276225" y="3000375"/>
                </a:lnTo>
                <a:close/>
                <a:moveTo>
                  <a:pt x="1866900" y="2981325"/>
                </a:moveTo>
                <a:lnTo>
                  <a:pt x="1876425" y="2981325"/>
                </a:lnTo>
                <a:lnTo>
                  <a:pt x="1876425" y="3009900"/>
                </a:lnTo>
                <a:lnTo>
                  <a:pt x="1866900" y="3009900"/>
                </a:lnTo>
                <a:close/>
                <a:moveTo>
                  <a:pt x="209550" y="2990850"/>
                </a:moveTo>
                <a:lnTo>
                  <a:pt x="219075" y="2990850"/>
                </a:lnTo>
                <a:lnTo>
                  <a:pt x="219075" y="3028950"/>
                </a:lnTo>
                <a:lnTo>
                  <a:pt x="209550" y="3028950"/>
                </a:lnTo>
                <a:close/>
                <a:moveTo>
                  <a:pt x="1990725" y="3009900"/>
                </a:moveTo>
                <a:lnTo>
                  <a:pt x="2009775" y="3009900"/>
                </a:lnTo>
                <a:lnTo>
                  <a:pt x="2009775" y="3028950"/>
                </a:lnTo>
                <a:lnTo>
                  <a:pt x="2000250" y="3028950"/>
                </a:lnTo>
                <a:lnTo>
                  <a:pt x="2000250" y="3038475"/>
                </a:lnTo>
                <a:lnTo>
                  <a:pt x="2009775" y="3038475"/>
                </a:lnTo>
                <a:lnTo>
                  <a:pt x="2009775" y="3086100"/>
                </a:lnTo>
                <a:lnTo>
                  <a:pt x="2000250" y="3086100"/>
                </a:lnTo>
                <a:lnTo>
                  <a:pt x="2000250" y="3095625"/>
                </a:lnTo>
                <a:lnTo>
                  <a:pt x="1990725" y="3095625"/>
                </a:lnTo>
                <a:lnTo>
                  <a:pt x="1990725" y="3086100"/>
                </a:lnTo>
                <a:lnTo>
                  <a:pt x="1981200" y="3086100"/>
                </a:lnTo>
                <a:lnTo>
                  <a:pt x="1981200" y="3067050"/>
                </a:lnTo>
                <a:lnTo>
                  <a:pt x="1971675" y="3067050"/>
                </a:lnTo>
                <a:lnTo>
                  <a:pt x="1971675" y="3076575"/>
                </a:lnTo>
                <a:lnTo>
                  <a:pt x="1943100" y="3076575"/>
                </a:lnTo>
                <a:lnTo>
                  <a:pt x="1943100" y="3038475"/>
                </a:lnTo>
                <a:lnTo>
                  <a:pt x="1962150" y="3038475"/>
                </a:lnTo>
                <a:lnTo>
                  <a:pt x="1962150" y="3048000"/>
                </a:lnTo>
                <a:lnTo>
                  <a:pt x="1971675" y="3048000"/>
                </a:lnTo>
                <a:lnTo>
                  <a:pt x="1971675" y="3028950"/>
                </a:lnTo>
                <a:lnTo>
                  <a:pt x="1981200" y="3028950"/>
                </a:lnTo>
                <a:lnTo>
                  <a:pt x="1981200" y="3019425"/>
                </a:lnTo>
                <a:lnTo>
                  <a:pt x="1990725" y="3019425"/>
                </a:lnTo>
                <a:close/>
                <a:moveTo>
                  <a:pt x="914400" y="3019425"/>
                </a:moveTo>
                <a:lnTo>
                  <a:pt x="923925" y="3019425"/>
                </a:lnTo>
                <a:lnTo>
                  <a:pt x="923925" y="3028950"/>
                </a:lnTo>
                <a:lnTo>
                  <a:pt x="933450" y="3028950"/>
                </a:lnTo>
                <a:lnTo>
                  <a:pt x="933450" y="3038475"/>
                </a:lnTo>
                <a:lnTo>
                  <a:pt x="923925" y="3038475"/>
                </a:lnTo>
                <a:lnTo>
                  <a:pt x="923925" y="3048000"/>
                </a:lnTo>
                <a:lnTo>
                  <a:pt x="933450" y="3048000"/>
                </a:lnTo>
                <a:lnTo>
                  <a:pt x="933450" y="3057525"/>
                </a:lnTo>
                <a:lnTo>
                  <a:pt x="923925" y="3057525"/>
                </a:lnTo>
                <a:lnTo>
                  <a:pt x="923925" y="3076575"/>
                </a:lnTo>
                <a:lnTo>
                  <a:pt x="914400" y="3076575"/>
                </a:lnTo>
                <a:lnTo>
                  <a:pt x="914400" y="3038475"/>
                </a:lnTo>
                <a:lnTo>
                  <a:pt x="904875" y="3038475"/>
                </a:lnTo>
                <a:lnTo>
                  <a:pt x="904875" y="3028950"/>
                </a:lnTo>
                <a:lnTo>
                  <a:pt x="914400" y="3028950"/>
                </a:lnTo>
                <a:close/>
                <a:moveTo>
                  <a:pt x="2057400" y="3019425"/>
                </a:moveTo>
                <a:lnTo>
                  <a:pt x="2076450" y="3019425"/>
                </a:lnTo>
                <a:lnTo>
                  <a:pt x="2076450" y="3028950"/>
                </a:lnTo>
                <a:lnTo>
                  <a:pt x="2057400" y="3028950"/>
                </a:lnTo>
                <a:close/>
                <a:moveTo>
                  <a:pt x="504825" y="3028950"/>
                </a:moveTo>
                <a:lnTo>
                  <a:pt x="514350" y="3028950"/>
                </a:lnTo>
                <a:lnTo>
                  <a:pt x="514350" y="3038475"/>
                </a:lnTo>
                <a:lnTo>
                  <a:pt x="504825" y="3038475"/>
                </a:lnTo>
                <a:close/>
                <a:moveTo>
                  <a:pt x="704850" y="3038475"/>
                </a:moveTo>
                <a:lnTo>
                  <a:pt x="714375" y="3038475"/>
                </a:lnTo>
                <a:lnTo>
                  <a:pt x="714375" y="3048000"/>
                </a:lnTo>
                <a:lnTo>
                  <a:pt x="704850" y="3048000"/>
                </a:lnTo>
                <a:close/>
                <a:moveTo>
                  <a:pt x="819150" y="3038475"/>
                </a:moveTo>
                <a:lnTo>
                  <a:pt x="828675" y="3038475"/>
                </a:lnTo>
                <a:lnTo>
                  <a:pt x="828675" y="3048000"/>
                </a:lnTo>
                <a:lnTo>
                  <a:pt x="838200" y="3048000"/>
                </a:lnTo>
                <a:lnTo>
                  <a:pt x="838200" y="3057525"/>
                </a:lnTo>
                <a:lnTo>
                  <a:pt x="819150" y="3057525"/>
                </a:lnTo>
                <a:lnTo>
                  <a:pt x="819150" y="3067050"/>
                </a:lnTo>
                <a:lnTo>
                  <a:pt x="828675" y="3067050"/>
                </a:lnTo>
                <a:lnTo>
                  <a:pt x="828675" y="3076575"/>
                </a:lnTo>
                <a:lnTo>
                  <a:pt x="771525" y="3076575"/>
                </a:lnTo>
                <a:lnTo>
                  <a:pt x="771525" y="3057525"/>
                </a:lnTo>
                <a:lnTo>
                  <a:pt x="762000" y="3057525"/>
                </a:lnTo>
                <a:lnTo>
                  <a:pt x="762000" y="3076575"/>
                </a:lnTo>
                <a:lnTo>
                  <a:pt x="771525" y="3076575"/>
                </a:lnTo>
                <a:lnTo>
                  <a:pt x="771525" y="3086100"/>
                </a:lnTo>
                <a:lnTo>
                  <a:pt x="752475" y="3086100"/>
                </a:lnTo>
                <a:lnTo>
                  <a:pt x="752475" y="3048000"/>
                </a:lnTo>
                <a:lnTo>
                  <a:pt x="771525" y="3048000"/>
                </a:lnTo>
                <a:lnTo>
                  <a:pt x="771525" y="3057525"/>
                </a:lnTo>
                <a:lnTo>
                  <a:pt x="781050" y="3057525"/>
                </a:lnTo>
                <a:lnTo>
                  <a:pt x="781050" y="3067050"/>
                </a:lnTo>
                <a:lnTo>
                  <a:pt x="790575" y="3067050"/>
                </a:lnTo>
                <a:lnTo>
                  <a:pt x="790575" y="3057525"/>
                </a:lnTo>
                <a:lnTo>
                  <a:pt x="800100" y="3057525"/>
                </a:lnTo>
                <a:lnTo>
                  <a:pt x="800100" y="3048000"/>
                </a:lnTo>
                <a:lnTo>
                  <a:pt x="819150" y="3048000"/>
                </a:lnTo>
                <a:close/>
                <a:moveTo>
                  <a:pt x="857250" y="3038475"/>
                </a:moveTo>
                <a:lnTo>
                  <a:pt x="876300" y="3038475"/>
                </a:lnTo>
                <a:lnTo>
                  <a:pt x="876300" y="3048000"/>
                </a:lnTo>
                <a:lnTo>
                  <a:pt x="857250" y="3048000"/>
                </a:lnTo>
                <a:close/>
                <a:moveTo>
                  <a:pt x="952500" y="3038475"/>
                </a:moveTo>
                <a:lnTo>
                  <a:pt x="971550" y="3038475"/>
                </a:lnTo>
                <a:lnTo>
                  <a:pt x="971550" y="3048000"/>
                </a:lnTo>
                <a:lnTo>
                  <a:pt x="981075" y="3048000"/>
                </a:lnTo>
                <a:lnTo>
                  <a:pt x="981075" y="3057525"/>
                </a:lnTo>
                <a:lnTo>
                  <a:pt x="971550" y="3057525"/>
                </a:lnTo>
                <a:lnTo>
                  <a:pt x="971550" y="3067050"/>
                </a:lnTo>
                <a:lnTo>
                  <a:pt x="962025" y="3067050"/>
                </a:lnTo>
                <a:lnTo>
                  <a:pt x="962025" y="3057525"/>
                </a:lnTo>
                <a:lnTo>
                  <a:pt x="952500" y="3057525"/>
                </a:lnTo>
                <a:close/>
                <a:moveTo>
                  <a:pt x="504825" y="3048000"/>
                </a:moveTo>
                <a:lnTo>
                  <a:pt x="523875" y="3048000"/>
                </a:lnTo>
                <a:lnTo>
                  <a:pt x="523875" y="3057525"/>
                </a:lnTo>
                <a:lnTo>
                  <a:pt x="504825" y="3057525"/>
                </a:lnTo>
                <a:close/>
                <a:moveTo>
                  <a:pt x="695325" y="3048000"/>
                </a:moveTo>
                <a:lnTo>
                  <a:pt x="704850" y="3048000"/>
                </a:lnTo>
                <a:lnTo>
                  <a:pt x="704850" y="3067050"/>
                </a:lnTo>
                <a:lnTo>
                  <a:pt x="714375" y="3067050"/>
                </a:lnTo>
                <a:lnTo>
                  <a:pt x="714375" y="3048000"/>
                </a:lnTo>
                <a:lnTo>
                  <a:pt x="723900" y="3048000"/>
                </a:lnTo>
                <a:lnTo>
                  <a:pt x="723900" y="3067050"/>
                </a:lnTo>
                <a:lnTo>
                  <a:pt x="733425" y="3067050"/>
                </a:lnTo>
                <a:lnTo>
                  <a:pt x="733425" y="3057525"/>
                </a:lnTo>
                <a:lnTo>
                  <a:pt x="742950" y="3057525"/>
                </a:lnTo>
                <a:lnTo>
                  <a:pt x="742950" y="3086100"/>
                </a:lnTo>
                <a:lnTo>
                  <a:pt x="752475" y="3086100"/>
                </a:lnTo>
                <a:lnTo>
                  <a:pt x="752475" y="3095625"/>
                </a:lnTo>
                <a:lnTo>
                  <a:pt x="733425" y="3095625"/>
                </a:lnTo>
                <a:lnTo>
                  <a:pt x="733425" y="3086100"/>
                </a:lnTo>
                <a:lnTo>
                  <a:pt x="723900" y="3086100"/>
                </a:lnTo>
                <a:lnTo>
                  <a:pt x="723900" y="3076575"/>
                </a:lnTo>
                <a:lnTo>
                  <a:pt x="695325" y="3076575"/>
                </a:lnTo>
                <a:close/>
                <a:moveTo>
                  <a:pt x="2095500" y="3057525"/>
                </a:moveTo>
                <a:lnTo>
                  <a:pt x="2105025" y="3057525"/>
                </a:lnTo>
                <a:lnTo>
                  <a:pt x="2105025" y="3076575"/>
                </a:lnTo>
                <a:lnTo>
                  <a:pt x="2095500" y="3076575"/>
                </a:lnTo>
                <a:close/>
                <a:moveTo>
                  <a:pt x="533400" y="3076575"/>
                </a:moveTo>
                <a:lnTo>
                  <a:pt x="542925" y="3076575"/>
                </a:lnTo>
                <a:lnTo>
                  <a:pt x="542925" y="3086100"/>
                </a:lnTo>
                <a:lnTo>
                  <a:pt x="533400" y="3086100"/>
                </a:lnTo>
                <a:close/>
                <a:moveTo>
                  <a:pt x="495300" y="3086100"/>
                </a:moveTo>
                <a:lnTo>
                  <a:pt x="504825" y="3086100"/>
                </a:lnTo>
                <a:lnTo>
                  <a:pt x="504825" y="3095625"/>
                </a:lnTo>
                <a:lnTo>
                  <a:pt x="495300" y="3095625"/>
                </a:lnTo>
                <a:close/>
                <a:moveTo>
                  <a:pt x="542925" y="3086100"/>
                </a:moveTo>
                <a:lnTo>
                  <a:pt x="552450" y="3086100"/>
                </a:lnTo>
                <a:lnTo>
                  <a:pt x="552450" y="3095625"/>
                </a:lnTo>
                <a:lnTo>
                  <a:pt x="542925" y="3095625"/>
                </a:lnTo>
                <a:close/>
                <a:moveTo>
                  <a:pt x="485775" y="3095625"/>
                </a:moveTo>
                <a:lnTo>
                  <a:pt x="495300" y="3095625"/>
                </a:lnTo>
                <a:lnTo>
                  <a:pt x="495300" y="3105150"/>
                </a:lnTo>
                <a:lnTo>
                  <a:pt x="485775" y="3105150"/>
                </a:lnTo>
                <a:close/>
                <a:moveTo>
                  <a:pt x="1876425" y="3105150"/>
                </a:moveTo>
                <a:lnTo>
                  <a:pt x="1885950" y="3105150"/>
                </a:lnTo>
                <a:lnTo>
                  <a:pt x="1885950" y="3133725"/>
                </a:lnTo>
                <a:lnTo>
                  <a:pt x="1876425" y="3133725"/>
                </a:lnTo>
                <a:close/>
                <a:moveTo>
                  <a:pt x="2000250" y="3105150"/>
                </a:moveTo>
                <a:lnTo>
                  <a:pt x="2009775" y="3105150"/>
                </a:lnTo>
                <a:lnTo>
                  <a:pt x="2009775" y="3124200"/>
                </a:lnTo>
                <a:lnTo>
                  <a:pt x="2019300" y="3124200"/>
                </a:lnTo>
                <a:lnTo>
                  <a:pt x="2019300" y="3219450"/>
                </a:lnTo>
                <a:lnTo>
                  <a:pt x="2028825" y="3219450"/>
                </a:lnTo>
                <a:lnTo>
                  <a:pt x="2028825" y="3295650"/>
                </a:lnTo>
                <a:lnTo>
                  <a:pt x="2038350" y="3295650"/>
                </a:lnTo>
                <a:lnTo>
                  <a:pt x="2038350" y="3305175"/>
                </a:lnTo>
                <a:lnTo>
                  <a:pt x="2019300" y="3305175"/>
                </a:lnTo>
                <a:lnTo>
                  <a:pt x="2019300" y="3295650"/>
                </a:lnTo>
                <a:lnTo>
                  <a:pt x="2009775" y="3295650"/>
                </a:lnTo>
                <a:lnTo>
                  <a:pt x="2009775" y="3286125"/>
                </a:lnTo>
                <a:lnTo>
                  <a:pt x="2000250" y="3286125"/>
                </a:lnTo>
                <a:close/>
                <a:moveTo>
                  <a:pt x="2085975" y="3114675"/>
                </a:moveTo>
                <a:lnTo>
                  <a:pt x="2095500" y="3114675"/>
                </a:lnTo>
                <a:lnTo>
                  <a:pt x="2095500" y="3143250"/>
                </a:lnTo>
                <a:lnTo>
                  <a:pt x="2085975" y="3143250"/>
                </a:lnTo>
                <a:close/>
                <a:moveTo>
                  <a:pt x="542925" y="3124200"/>
                </a:moveTo>
                <a:lnTo>
                  <a:pt x="552450" y="3124200"/>
                </a:lnTo>
                <a:lnTo>
                  <a:pt x="552450" y="3171825"/>
                </a:lnTo>
                <a:lnTo>
                  <a:pt x="533400" y="3171825"/>
                </a:lnTo>
                <a:lnTo>
                  <a:pt x="533400" y="3162300"/>
                </a:lnTo>
                <a:lnTo>
                  <a:pt x="523875" y="3162300"/>
                </a:lnTo>
                <a:lnTo>
                  <a:pt x="523875" y="3143250"/>
                </a:lnTo>
                <a:lnTo>
                  <a:pt x="533400" y="3143250"/>
                </a:lnTo>
                <a:lnTo>
                  <a:pt x="533400" y="3133725"/>
                </a:lnTo>
                <a:lnTo>
                  <a:pt x="542925" y="3133725"/>
                </a:lnTo>
                <a:close/>
                <a:moveTo>
                  <a:pt x="2162175" y="3124200"/>
                </a:moveTo>
                <a:lnTo>
                  <a:pt x="2200275" y="3124200"/>
                </a:lnTo>
                <a:lnTo>
                  <a:pt x="2200275" y="3133725"/>
                </a:lnTo>
                <a:lnTo>
                  <a:pt x="2219325" y="3133725"/>
                </a:lnTo>
                <a:lnTo>
                  <a:pt x="2219325" y="3152775"/>
                </a:lnTo>
                <a:lnTo>
                  <a:pt x="2181225" y="3152775"/>
                </a:lnTo>
                <a:lnTo>
                  <a:pt x="2181225" y="3133725"/>
                </a:lnTo>
                <a:lnTo>
                  <a:pt x="2162175" y="3133725"/>
                </a:lnTo>
                <a:close/>
                <a:moveTo>
                  <a:pt x="2228850" y="3133725"/>
                </a:moveTo>
                <a:lnTo>
                  <a:pt x="2238375" y="3133725"/>
                </a:lnTo>
                <a:lnTo>
                  <a:pt x="2238375" y="3152775"/>
                </a:lnTo>
                <a:lnTo>
                  <a:pt x="2228850" y="3152775"/>
                </a:lnTo>
                <a:close/>
                <a:moveTo>
                  <a:pt x="2247900" y="3133725"/>
                </a:moveTo>
                <a:lnTo>
                  <a:pt x="2257425" y="3133725"/>
                </a:lnTo>
                <a:lnTo>
                  <a:pt x="2257425" y="3143250"/>
                </a:lnTo>
                <a:lnTo>
                  <a:pt x="2276475" y="3143250"/>
                </a:lnTo>
                <a:lnTo>
                  <a:pt x="2276475" y="3152775"/>
                </a:lnTo>
                <a:lnTo>
                  <a:pt x="2295525" y="3152775"/>
                </a:lnTo>
                <a:lnTo>
                  <a:pt x="2295525" y="3171825"/>
                </a:lnTo>
                <a:lnTo>
                  <a:pt x="2257425" y="3171825"/>
                </a:lnTo>
                <a:lnTo>
                  <a:pt x="2257425" y="3162300"/>
                </a:lnTo>
                <a:lnTo>
                  <a:pt x="2247900" y="3162300"/>
                </a:lnTo>
                <a:close/>
                <a:moveTo>
                  <a:pt x="2305050" y="3152775"/>
                </a:moveTo>
                <a:lnTo>
                  <a:pt x="2314575" y="3152775"/>
                </a:lnTo>
                <a:lnTo>
                  <a:pt x="2314575" y="3162300"/>
                </a:lnTo>
                <a:lnTo>
                  <a:pt x="2352675" y="3162300"/>
                </a:lnTo>
                <a:lnTo>
                  <a:pt x="2352675" y="3152775"/>
                </a:lnTo>
                <a:lnTo>
                  <a:pt x="2381250" y="3152775"/>
                </a:lnTo>
                <a:lnTo>
                  <a:pt x="2381250" y="3162300"/>
                </a:lnTo>
                <a:lnTo>
                  <a:pt x="2390775" y="3162300"/>
                </a:lnTo>
                <a:lnTo>
                  <a:pt x="2390775" y="3171825"/>
                </a:lnTo>
                <a:lnTo>
                  <a:pt x="2400300" y="3171825"/>
                </a:lnTo>
                <a:lnTo>
                  <a:pt x="2400300" y="3162300"/>
                </a:lnTo>
                <a:lnTo>
                  <a:pt x="2409825" y="3162300"/>
                </a:lnTo>
                <a:lnTo>
                  <a:pt x="2409825" y="3190875"/>
                </a:lnTo>
                <a:lnTo>
                  <a:pt x="2400300" y="3190875"/>
                </a:lnTo>
                <a:lnTo>
                  <a:pt x="2400300" y="3181350"/>
                </a:lnTo>
                <a:lnTo>
                  <a:pt x="2371725" y="3181350"/>
                </a:lnTo>
                <a:lnTo>
                  <a:pt x="2371725" y="3190875"/>
                </a:lnTo>
                <a:lnTo>
                  <a:pt x="2362200" y="3190875"/>
                </a:lnTo>
                <a:lnTo>
                  <a:pt x="2362200" y="3181350"/>
                </a:lnTo>
                <a:lnTo>
                  <a:pt x="2352675" y="3181350"/>
                </a:lnTo>
                <a:lnTo>
                  <a:pt x="2352675" y="3190875"/>
                </a:lnTo>
                <a:lnTo>
                  <a:pt x="2324100" y="3190875"/>
                </a:lnTo>
                <a:lnTo>
                  <a:pt x="2324100" y="3171825"/>
                </a:lnTo>
                <a:lnTo>
                  <a:pt x="2305050" y="3171825"/>
                </a:lnTo>
                <a:close/>
                <a:moveTo>
                  <a:pt x="285750" y="3162300"/>
                </a:moveTo>
                <a:lnTo>
                  <a:pt x="295275" y="3162300"/>
                </a:lnTo>
                <a:lnTo>
                  <a:pt x="295275" y="3200400"/>
                </a:lnTo>
                <a:lnTo>
                  <a:pt x="285750" y="3200400"/>
                </a:lnTo>
                <a:close/>
                <a:moveTo>
                  <a:pt x="1952625" y="3171825"/>
                </a:moveTo>
                <a:lnTo>
                  <a:pt x="1971675" y="3171825"/>
                </a:lnTo>
                <a:lnTo>
                  <a:pt x="1971675" y="3190875"/>
                </a:lnTo>
                <a:lnTo>
                  <a:pt x="1952625" y="3190875"/>
                </a:lnTo>
                <a:close/>
                <a:moveTo>
                  <a:pt x="2419350" y="3171825"/>
                </a:moveTo>
                <a:lnTo>
                  <a:pt x="2428875" y="3171825"/>
                </a:lnTo>
                <a:lnTo>
                  <a:pt x="2428875" y="3190875"/>
                </a:lnTo>
                <a:lnTo>
                  <a:pt x="2419350" y="3190875"/>
                </a:lnTo>
                <a:close/>
                <a:moveTo>
                  <a:pt x="2438400" y="3171825"/>
                </a:moveTo>
                <a:lnTo>
                  <a:pt x="2447925" y="3171825"/>
                </a:lnTo>
                <a:lnTo>
                  <a:pt x="2447925" y="3181350"/>
                </a:lnTo>
                <a:lnTo>
                  <a:pt x="2457450" y="3181350"/>
                </a:lnTo>
                <a:lnTo>
                  <a:pt x="2457450" y="3171825"/>
                </a:lnTo>
                <a:lnTo>
                  <a:pt x="2476500" y="3171825"/>
                </a:lnTo>
                <a:lnTo>
                  <a:pt x="2476500" y="3200400"/>
                </a:lnTo>
                <a:lnTo>
                  <a:pt x="2466975" y="3200400"/>
                </a:lnTo>
                <a:lnTo>
                  <a:pt x="2466975" y="3209925"/>
                </a:lnTo>
                <a:lnTo>
                  <a:pt x="2457450" y="3209925"/>
                </a:lnTo>
                <a:lnTo>
                  <a:pt x="2457450" y="3200400"/>
                </a:lnTo>
                <a:lnTo>
                  <a:pt x="2447925" y="3200400"/>
                </a:lnTo>
                <a:lnTo>
                  <a:pt x="2447925" y="3190875"/>
                </a:lnTo>
                <a:lnTo>
                  <a:pt x="2438400" y="3190875"/>
                </a:lnTo>
                <a:close/>
                <a:moveTo>
                  <a:pt x="2514600" y="3171825"/>
                </a:moveTo>
                <a:lnTo>
                  <a:pt x="2524125" y="3171825"/>
                </a:lnTo>
                <a:lnTo>
                  <a:pt x="2524125" y="3181350"/>
                </a:lnTo>
                <a:lnTo>
                  <a:pt x="2514600" y="3181350"/>
                </a:lnTo>
                <a:close/>
                <a:moveTo>
                  <a:pt x="2533650" y="3171825"/>
                </a:moveTo>
                <a:lnTo>
                  <a:pt x="2543175" y="3171825"/>
                </a:lnTo>
                <a:lnTo>
                  <a:pt x="2543175" y="3181350"/>
                </a:lnTo>
                <a:lnTo>
                  <a:pt x="2533650" y="3181350"/>
                </a:lnTo>
                <a:close/>
                <a:moveTo>
                  <a:pt x="2552700" y="3171825"/>
                </a:moveTo>
                <a:lnTo>
                  <a:pt x="2562225" y="3171825"/>
                </a:lnTo>
                <a:lnTo>
                  <a:pt x="2562225" y="3181350"/>
                </a:lnTo>
                <a:lnTo>
                  <a:pt x="2571750" y="3181350"/>
                </a:lnTo>
                <a:lnTo>
                  <a:pt x="2571750" y="3190875"/>
                </a:lnTo>
                <a:lnTo>
                  <a:pt x="2590800" y="3190875"/>
                </a:lnTo>
                <a:lnTo>
                  <a:pt x="2590800" y="3181350"/>
                </a:lnTo>
                <a:lnTo>
                  <a:pt x="2600325" y="3181350"/>
                </a:lnTo>
                <a:lnTo>
                  <a:pt x="2600325" y="3219450"/>
                </a:lnTo>
                <a:lnTo>
                  <a:pt x="2571750" y="3219450"/>
                </a:lnTo>
                <a:lnTo>
                  <a:pt x="2571750" y="3209925"/>
                </a:lnTo>
                <a:lnTo>
                  <a:pt x="2552700" y="3209925"/>
                </a:lnTo>
                <a:lnTo>
                  <a:pt x="2552700" y="3190875"/>
                </a:lnTo>
                <a:lnTo>
                  <a:pt x="2543175" y="3190875"/>
                </a:lnTo>
                <a:lnTo>
                  <a:pt x="2543175" y="3181350"/>
                </a:lnTo>
                <a:lnTo>
                  <a:pt x="2552700" y="3181350"/>
                </a:lnTo>
                <a:close/>
                <a:moveTo>
                  <a:pt x="504825" y="3181350"/>
                </a:moveTo>
                <a:lnTo>
                  <a:pt x="514350" y="3181350"/>
                </a:lnTo>
                <a:lnTo>
                  <a:pt x="514350" y="3200400"/>
                </a:lnTo>
                <a:lnTo>
                  <a:pt x="504825" y="3200400"/>
                </a:lnTo>
                <a:close/>
                <a:moveTo>
                  <a:pt x="542925" y="3181350"/>
                </a:moveTo>
                <a:lnTo>
                  <a:pt x="552450" y="3181350"/>
                </a:lnTo>
                <a:lnTo>
                  <a:pt x="552450" y="3190875"/>
                </a:lnTo>
                <a:lnTo>
                  <a:pt x="542925" y="3190875"/>
                </a:lnTo>
                <a:close/>
                <a:moveTo>
                  <a:pt x="2076450" y="3200400"/>
                </a:moveTo>
                <a:lnTo>
                  <a:pt x="2085975" y="3200400"/>
                </a:lnTo>
                <a:lnTo>
                  <a:pt x="2085975" y="3228975"/>
                </a:lnTo>
                <a:lnTo>
                  <a:pt x="2076450" y="3228975"/>
                </a:lnTo>
                <a:close/>
                <a:moveTo>
                  <a:pt x="2638425" y="3209925"/>
                </a:moveTo>
                <a:lnTo>
                  <a:pt x="2695575" y="3209925"/>
                </a:lnTo>
                <a:lnTo>
                  <a:pt x="2695575" y="3228975"/>
                </a:lnTo>
                <a:lnTo>
                  <a:pt x="2676525" y="3228975"/>
                </a:lnTo>
                <a:lnTo>
                  <a:pt x="2676525" y="3219450"/>
                </a:lnTo>
                <a:lnTo>
                  <a:pt x="2638425" y="3219450"/>
                </a:lnTo>
                <a:close/>
                <a:moveTo>
                  <a:pt x="1885950" y="3219450"/>
                </a:moveTo>
                <a:lnTo>
                  <a:pt x="1895475" y="3219450"/>
                </a:lnTo>
                <a:lnTo>
                  <a:pt x="1895475" y="3257550"/>
                </a:lnTo>
                <a:lnTo>
                  <a:pt x="1885950" y="3257550"/>
                </a:lnTo>
                <a:close/>
                <a:moveTo>
                  <a:pt x="714375" y="3276600"/>
                </a:moveTo>
                <a:lnTo>
                  <a:pt x="733425" y="3276600"/>
                </a:lnTo>
                <a:lnTo>
                  <a:pt x="733425" y="3295650"/>
                </a:lnTo>
                <a:lnTo>
                  <a:pt x="762000" y="3295650"/>
                </a:lnTo>
                <a:lnTo>
                  <a:pt x="762000" y="3286125"/>
                </a:lnTo>
                <a:lnTo>
                  <a:pt x="781050" y="3286125"/>
                </a:lnTo>
                <a:lnTo>
                  <a:pt x="781050" y="3295650"/>
                </a:lnTo>
                <a:lnTo>
                  <a:pt x="790575" y="3295650"/>
                </a:lnTo>
                <a:lnTo>
                  <a:pt x="790575" y="3286125"/>
                </a:lnTo>
                <a:lnTo>
                  <a:pt x="800100" y="3286125"/>
                </a:lnTo>
                <a:lnTo>
                  <a:pt x="800100" y="3295650"/>
                </a:lnTo>
                <a:lnTo>
                  <a:pt x="809625" y="3295650"/>
                </a:lnTo>
                <a:lnTo>
                  <a:pt x="809625" y="3286125"/>
                </a:lnTo>
                <a:lnTo>
                  <a:pt x="847725" y="3286125"/>
                </a:lnTo>
                <a:lnTo>
                  <a:pt x="847725" y="3276600"/>
                </a:lnTo>
                <a:lnTo>
                  <a:pt x="895350" y="3276600"/>
                </a:lnTo>
                <a:lnTo>
                  <a:pt x="895350" y="3286125"/>
                </a:lnTo>
                <a:lnTo>
                  <a:pt x="885825" y="3286125"/>
                </a:lnTo>
                <a:lnTo>
                  <a:pt x="885825" y="3305175"/>
                </a:lnTo>
                <a:lnTo>
                  <a:pt x="876300" y="3305175"/>
                </a:lnTo>
                <a:lnTo>
                  <a:pt x="876300" y="3286125"/>
                </a:lnTo>
                <a:lnTo>
                  <a:pt x="866775" y="3286125"/>
                </a:lnTo>
                <a:lnTo>
                  <a:pt x="866775" y="3305175"/>
                </a:lnTo>
                <a:lnTo>
                  <a:pt x="857250" y="3305175"/>
                </a:lnTo>
                <a:lnTo>
                  <a:pt x="857250" y="3286125"/>
                </a:lnTo>
                <a:lnTo>
                  <a:pt x="847725" y="3286125"/>
                </a:lnTo>
                <a:lnTo>
                  <a:pt x="847725" y="3305175"/>
                </a:lnTo>
                <a:lnTo>
                  <a:pt x="857250" y="3305175"/>
                </a:lnTo>
                <a:lnTo>
                  <a:pt x="857250" y="3314700"/>
                </a:lnTo>
                <a:lnTo>
                  <a:pt x="838200" y="3314700"/>
                </a:lnTo>
                <a:lnTo>
                  <a:pt x="838200" y="3324225"/>
                </a:lnTo>
                <a:lnTo>
                  <a:pt x="781050" y="3324225"/>
                </a:lnTo>
                <a:lnTo>
                  <a:pt x="781050" y="3305175"/>
                </a:lnTo>
                <a:lnTo>
                  <a:pt x="752475" y="3305175"/>
                </a:lnTo>
                <a:lnTo>
                  <a:pt x="752475" y="3314700"/>
                </a:lnTo>
                <a:lnTo>
                  <a:pt x="762000" y="3314700"/>
                </a:lnTo>
                <a:lnTo>
                  <a:pt x="762000" y="3324225"/>
                </a:lnTo>
                <a:lnTo>
                  <a:pt x="733425" y="3324225"/>
                </a:lnTo>
                <a:lnTo>
                  <a:pt x="733425" y="3333750"/>
                </a:lnTo>
                <a:lnTo>
                  <a:pt x="714375" y="3333750"/>
                </a:lnTo>
                <a:lnTo>
                  <a:pt x="714375" y="3324225"/>
                </a:lnTo>
                <a:lnTo>
                  <a:pt x="704850" y="3324225"/>
                </a:lnTo>
                <a:lnTo>
                  <a:pt x="704850" y="3314700"/>
                </a:lnTo>
                <a:lnTo>
                  <a:pt x="695325" y="3314700"/>
                </a:lnTo>
                <a:lnTo>
                  <a:pt x="695325" y="3295650"/>
                </a:lnTo>
                <a:lnTo>
                  <a:pt x="704850" y="3295650"/>
                </a:lnTo>
                <a:lnTo>
                  <a:pt x="704850" y="3286125"/>
                </a:lnTo>
                <a:lnTo>
                  <a:pt x="714375" y="3286125"/>
                </a:lnTo>
                <a:close/>
                <a:moveTo>
                  <a:pt x="923925" y="3276600"/>
                </a:moveTo>
                <a:lnTo>
                  <a:pt x="933450" y="3276600"/>
                </a:lnTo>
                <a:lnTo>
                  <a:pt x="933450" y="3286125"/>
                </a:lnTo>
                <a:lnTo>
                  <a:pt x="952500" y="3286125"/>
                </a:lnTo>
                <a:lnTo>
                  <a:pt x="952500" y="3295650"/>
                </a:lnTo>
                <a:lnTo>
                  <a:pt x="962025" y="3295650"/>
                </a:lnTo>
                <a:lnTo>
                  <a:pt x="962025" y="3305175"/>
                </a:lnTo>
                <a:lnTo>
                  <a:pt x="971550" y="3305175"/>
                </a:lnTo>
                <a:lnTo>
                  <a:pt x="971550" y="3295650"/>
                </a:lnTo>
                <a:lnTo>
                  <a:pt x="981075" y="3295650"/>
                </a:lnTo>
                <a:lnTo>
                  <a:pt x="981075" y="3305175"/>
                </a:lnTo>
                <a:lnTo>
                  <a:pt x="971550" y="3305175"/>
                </a:lnTo>
                <a:lnTo>
                  <a:pt x="971550" y="3314700"/>
                </a:lnTo>
                <a:lnTo>
                  <a:pt x="904875" y="3314700"/>
                </a:lnTo>
                <a:lnTo>
                  <a:pt x="904875" y="3305175"/>
                </a:lnTo>
                <a:lnTo>
                  <a:pt x="895350" y="3305175"/>
                </a:lnTo>
                <a:lnTo>
                  <a:pt x="895350" y="3286125"/>
                </a:lnTo>
                <a:lnTo>
                  <a:pt x="923925" y="3286125"/>
                </a:lnTo>
                <a:close/>
                <a:moveTo>
                  <a:pt x="1962150" y="3276600"/>
                </a:moveTo>
                <a:lnTo>
                  <a:pt x="1981200" y="3276600"/>
                </a:lnTo>
                <a:lnTo>
                  <a:pt x="1981200" y="3314700"/>
                </a:lnTo>
                <a:lnTo>
                  <a:pt x="1962150" y="3314700"/>
                </a:lnTo>
                <a:close/>
                <a:moveTo>
                  <a:pt x="2066925" y="3276600"/>
                </a:moveTo>
                <a:lnTo>
                  <a:pt x="2076450" y="3276600"/>
                </a:lnTo>
                <a:lnTo>
                  <a:pt x="2076450" y="3286125"/>
                </a:lnTo>
                <a:lnTo>
                  <a:pt x="2066925" y="3286125"/>
                </a:lnTo>
                <a:close/>
                <a:moveTo>
                  <a:pt x="542925" y="3286125"/>
                </a:moveTo>
                <a:lnTo>
                  <a:pt x="571500" y="3286125"/>
                </a:lnTo>
                <a:lnTo>
                  <a:pt x="571500" y="3295650"/>
                </a:lnTo>
                <a:lnTo>
                  <a:pt x="581025" y="3295650"/>
                </a:lnTo>
                <a:lnTo>
                  <a:pt x="581025" y="3362325"/>
                </a:lnTo>
                <a:lnTo>
                  <a:pt x="590550" y="3362325"/>
                </a:lnTo>
                <a:lnTo>
                  <a:pt x="590550" y="3381375"/>
                </a:lnTo>
                <a:lnTo>
                  <a:pt x="600075" y="3381375"/>
                </a:lnTo>
                <a:lnTo>
                  <a:pt x="600075" y="3409950"/>
                </a:lnTo>
                <a:lnTo>
                  <a:pt x="609600" y="3409950"/>
                </a:lnTo>
                <a:lnTo>
                  <a:pt x="609600" y="3419475"/>
                </a:lnTo>
                <a:lnTo>
                  <a:pt x="600075" y="3419475"/>
                </a:lnTo>
                <a:lnTo>
                  <a:pt x="600075" y="3429000"/>
                </a:lnTo>
                <a:lnTo>
                  <a:pt x="533400" y="3429000"/>
                </a:lnTo>
                <a:lnTo>
                  <a:pt x="533400" y="3438525"/>
                </a:lnTo>
                <a:lnTo>
                  <a:pt x="476250" y="3438525"/>
                </a:lnTo>
                <a:lnTo>
                  <a:pt x="476250" y="3324225"/>
                </a:lnTo>
                <a:lnTo>
                  <a:pt x="466725" y="3324225"/>
                </a:lnTo>
                <a:lnTo>
                  <a:pt x="466725" y="3305175"/>
                </a:lnTo>
                <a:lnTo>
                  <a:pt x="476250" y="3305175"/>
                </a:lnTo>
                <a:lnTo>
                  <a:pt x="476250" y="3295650"/>
                </a:lnTo>
                <a:lnTo>
                  <a:pt x="542925" y="3295650"/>
                </a:lnTo>
                <a:close/>
                <a:moveTo>
                  <a:pt x="2905125" y="3286125"/>
                </a:moveTo>
                <a:lnTo>
                  <a:pt x="2914650" y="3286125"/>
                </a:lnTo>
                <a:lnTo>
                  <a:pt x="2914650" y="3295650"/>
                </a:lnTo>
                <a:lnTo>
                  <a:pt x="2905125" y="3295650"/>
                </a:lnTo>
                <a:close/>
                <a:moveTo>
                  <a:pt x="2943225" y="3295650"/>
                </a:moveTo>
                <a:lnTo>
                  <a:pt x="2952750" y="3295650"/>
                </a:lnTo>
                <a:lnTo>
                  <a:pt x="2952750" y="3305175"/>
                </a:lnTo>
                <a:lnTo>
                  <a:pt x="2962275" y="3305175"/>
                </a:lnTo>
                <a:lnTo>
                  <a:pt x="2962275" y="3295650"/>
                </a:lnTo>
                <a:lnTo>
                  <a:pt x="2971800" y="3295650"/>
                </a:lnTo>
                <a:lnTo>
                  <a:pt x="2971800" y="3305175"/>
                </a:lnTo>
                <a:lnTo>
                  <a:pt x="2990850" y="3305175"/>
                </a:lnTo>
                <a:lnTo>
                  <a:pt x="2990850" y="3314700"/>
                </a:lnTo>
                <a:lnTo>
                  <a:pt x="3009900" y="3314700"/>
                </a:lnTo>
                <a:lnTo>
                  <a:pt x="3009900" y="3305175"/>
                </a:lnTo>
                <a:lnTo>
                  <a:pt x="3019425" y="3305175"/>
                </a:lnTo>
                <a:lnTo>
                  <a:pt x="3019425" y="3295650"/>
                </a:lnTo>
                <a:lnTo>
                  <a:pt x="3038475" y="3295650"/>
                </a:lnTo>
                <a:lnTo>
                  <a:pt x="3038475" y="3333750"/>
                </a:lnTo>
                <a:lnTo>
                  <a:pt x="3019425" y="3333750"/>
                </a:lnTo>
                <a:lnTo>
                  <a:pt x="3019425" y="3324225"/>
                </a:lnTo>
                <a:lnTo>
                  <a:pt x="2962275" y="3324225"/>
                </a:lnTo>
                <a:lnTo>
                  <a:pt x="2962275" y="3314700"/>
                </a:lnTo>
                <a:lnTo>
                  <a:pt x="2952750" y="3314700"/>
                </a:lnTo>
                <a:lnTo>
                  <a:pt x="2952750" y="3324225"/>
                </a:lnTo>
                <a:lnTo>
                  <a:pt x="2943225" y="3324225"/>
                </a:lnTo>
                <a:close/>
                <a:moveTo>
                  <a:pt x="866775" y="3305175"/>
                </a:moveTo>
                <a:lnTo>
                  <a:pt x="876300" y="3305175"/>
                </a:lnTo>
                <a:lnTo>
                  <a:pt x="876300" y="3314700"/>
                </a:lnTo>
                <a:lnTo>
                  <a:pt x="866775" y="3314700"/>
                </a:lnTo>
                <a:close/>
                <a:moveTo>
                  <a:pt x="904875" y="3305175"/>
                </a:moveTo>
                <a:lnTo>
                  <a:pt x="914400" y="3305175"/>
                </a:lnTo>
                <a:lnTo>
                  <a:pt x="914400" y="3295650"/>
                </a:lnTo>
                <a:lnTo>
                  <a:pt x="904875" y="3295650"/>
                </a:lnTo>
                <a:close/>
                <a:moveTo>
                  <a:pt x="923925" y="3305175"/>
                </a:moveTo>
                <a:lnTo>
                  <a:pt x="933450" y="3305175"/>
                </a:lnTo>
                <a:lnTo>
                  <a:pt x="933450" y="3295650"/>
                </a:lnTo>
                <a:lnTo>
                  <a:pt x="923925" y="3295650"/>
                </a:lnTo>
                <a:close/>
                <a:moveTo>
                  <a:pt x="809625" y="3314700"/>
                </a:moveTo>
                <a:lnTo>
                  <a:pt x="819150" y="3314700"/>
                </a:lnTo>
                <a:lnTo>
                  <a:pt x="819150" y="3295650"/>
                </a:lnTo>
                <a:lnTo>
                  <a:pt x="809625" y="3295650"/>
                </a:lnTo>
                <a:close/>
                <a:moveTo>
                  <a:pt x="3086100" y="3314700"/>
                </a:moveTo>
                <a:lnTo>
                  <a:pt x="3114675" y="3314700"/>
                </a:lnTo>
                <a:lnTo>
                  <a:pt x="3114675" y="3343275"/>
                </a:lnTo>
                <a:lnTo>
                  <a:pt x="3095625" y="3343275"/>
                </a:lnTo>
                <a:lnTo>
                  <a:pt x="3095625" y="3333750"/>
                </a:lnTo>
                <a:lnTo>
                  <a:pt x="3086100" y="3333750"/>
                </a:lnTo>
                <a:close/>
                <a:moveTo>
                  <a:pt x="295275" y="3333750"/>
                </a:moveTo>
                <a:lnTo>
                  <a:pt x="304800" y="3333750"/>
                </a:lnTo>
                <a:lnTo>
                  <a:pt x="304800" y="3390900"/>
                </a:lnTo>
                <a:lnTo>
                  <a:pt x="295275" y="3390900"/>
                </a:lnTo>
                <a:close/>
                <a:moveTo>
                  <a:pt x="1895475" y="3352800"/>
                </a:moveTo>
                <a:lnTo>
                  <a:pt x="1905000" y="3352800"/>
                </a:lnTo>
                <a:lnTo>
                  <a:pt x="1905000" y="3381375"/>
                </a:lnTo>
                <a:lnTo>
                  <a:pt x="1895475" y="3381375"/>
                </a:lnTo>
                <a:close/>
                <a:moveTo>
                  <a:pt x="1971675" y="3409950"/>
                </a:moveTo>
                <a:lnTo>
                  <a:pt x="1990725" y="3409950"/>
                </a:lnTo>
                <a:lnTo>
                  <a:pt x="1990725" y="3429000"/>
                </a:lnTo>
                <a:lnTo>
                  <a:pt x="1971675" y="3429000"/>
                </a:lnTo>
                <a:close/>
                <a:moveTo>
                  <a:pt x="1905000" y="3467100"/>
                </a:moveTo>
                <a:lnTo>
                  <a:pt x="1914525" y="3467100"/>
                </a:lnTo>
                <a:lnTo>
                  <a:pt x="1914525" y="3505200"/>
                </a:lnTo>
                <a:lnTo>
                  <a:pt x="1905000" y="3505200"/>
                </a:lnTo>
                <a:close/>
                <a:moveTo>
                  <a:pt x="990600" y="3505200"/>
                </a:moveTo>
                <a:lnTo>
                  <a:pt x="1009650" y="3505200"/>
                </a:lnTo>
                <a:lnTo>
                  <a:pt x="1009650" y="3543300"/>
                </a:lnTo>
                <a:lnTo>
                  <a:pt x="1019175" y="3543300"/>
                </a:lnTo>
                <a:lnTo>
                  <a:pt x="1019175" y="3562350"/>
                </a:lnTo>
                <a:lnTo>
                  <a:pt x="1000125" y="3562350"/>
                </a:lnTo>
                <a:lnTo>
                  <a:pt x="1000125" y="3552825"/>
                </a:lnTo>
                <a:lnTo>
                  <a:pt x="990600" y="3552825"/>
                </a:lnTo>
                <a:lnTo>
                  <a:pt x="990600" y="3543300"/>
                </a:lnTo>
                <a:lnTo>
                  <a:pt x="1000125" y="3543300"/>
                </a:lnTo>
                <a:lnTo>
                  <a:pt x="1000125" y="3524250"/>
                </a:lnTo>
                <a:lnTo>
                  <a:pt x="990600" y="3524250"/>
                </a:lnTo>
                <a:close/>
                <a:moveTo>
                  <a:pt x="1047750" y="3505200"/>
                </a:moveTo>
                <a:lnTo>
                  <a:pt x="1095375" y="3505200"/>
                </a:lnTo>
                <a:lnTo>
                  <a:pt x="1095375" y="3514725"/>
                </a:lnTo>
                <a:lnTo>
                  <a:pt x="1104900" y="3514725"/>
                </a:lnTo>
                <a:lnTo>
                  <a:pt x="1104900" y="3524250"/>
                </a:lnTo>
                <a:lnTo>
                  <a:pt x="1114425" y="3524250"/>
                </a:lnTo>
                <a:lnTo>
                  <a:pt x="1114425" y="3543300"/>
                </a:lnTo>
                <a:lnTo>
                  <a:pt x="1104900" y="3543300"/>
                </a:lnTo>
                <a:lnTo>
                  <a:pt x="1104900" y="3552825"/>
                </a:lnTo>
                <a:lnTo>
                  <a:pt x="1085850" y="3552825"/>
                </a:lnTo>
                <a:lnTo>
                  <a:pt x="1085850" y="3543300"/>
                </a:lnTo>
                <a:lnTo>
                  <a:pt x="1076325" y="3543300"/>
                </a:lnTo>
                <a:lnTo>
                  <a:pt x="1076325" y="3552825"/>
                </a:lnTo>
                <a:lnTo>
                  <a:pt x="1047750" y="3552825"/>
                </a:lnTo>
                <a:close/>
                <a:moveTo>
                  <a:pt x="304800" y="3524250"/>
                </a:moveTo>
                <a:lnTo>
                  <a:pt x="314325" y="3524250"/>
                </a:lnTo>
                <a:lnTo>
                  <a:pt x="314325" y="3571875"/>
                </a:lnTo>
                <a:lnTo>
                  <a:pt x="304800" y="3571875"/>
                </a:lnTo>
                <a:close/>
                <a:moveTo>
                  <a:pt x="533400" y="3524250"/>
                </a:moveTo>
                <a:lnTo>
                  <a:pt x="552450" y="3524250"/>
                </a:lnTo>
                <a:lnTo>
                  <a:pt x="552450" y="3543300"/>
                </a:lnTo>
                <a:lnTo>
                  <a:pt x="561975" y="3543300"/>
                </a:lnTo>
                <a:lnTo>
                  <a:pt x="561975" y="3552825"/>
                </a:lnTo>
                <a:lnTo>
                  <a:pt x="533400" y="3552825"/>
                </a:lnTo>
                <a:lnTo>
                  <a:pt x="533400" y="3562350"/>
                </a:lnTo>
                <a:lnTo>
                  <a:pt x="523875" y="3562350"/>
                </a:lnTo>
                <a:lnTo>
                  <a:pt x="523875" y="3543300"/>
                </a:lnTo>
                <a:lnTo>
                  <a:pt x="533400" y="3543300"/>
                </a:lnTo>
                <a:close/>
                <a:moveTo>
                  <a:pt x="733425" y="3524250"/>
                </a:moveTo>
                <a:lnTo>
                  <a:pt x="742950" y="3524250"/>
                </a:lnTo>
                <a:lnTo>
                  <a:pt x="742950" y="3543300"/>
                </a:lnTo>
                <a:lnTo>
                  <a:pt x="723900" y="3543300"/>
                </a:lnTo>
                <a:lnTo>
                  <a:pt x="723900" y="3533775"/>
                </a:lnTo>
                <a:lnTo>
                  <a:pt x="733425" y="3533775"/>
                </a:lnTo>
                <a:close/>
                <a:moveTo>
                  <a:pt x="876300" y="3524250"/>
                </a:moveTo>
                <a:lnTo>
                  <a:pt x="914400" y="3524250"/>
                </a:lnTo>
                <a:lnTo>
                  <a:pt x="914400" y="3533775"/>
                </a:lnTo>
                <a:lnTo>
                  <a:pt x="952500" y="3533775"/>
                </a:lnTo>
                <a:lnTo>
                  <a:pt x="952500" y="3524250"/>
                </a:lnTo>
                <a:lnTo>
                  <a:pt x="962025" y="3524250"/>
                </a:lnTo>
                <a:lnTo>
                  <a:pt x="962025" y="3533775"/>
                </a:lnTo>
                <a:lnTo>
                  <a:pt x="971550" y="3533775"/>
                </a:lnTo>
                <a:lnTo>
                  <a:pt x="971550" y="3552825"/>
                </a:lnTo>
                <a:lnTo>
                  <a:pt x="962025" y="3552825"/>
                </a:lnTo>
                <a:lnTo>
                  <a:pt x="962025" y="3562350"/>
                </a:lnTo>
                <a:lnTo>
                  <a:pt x="847725" y="3562350"/>
                </a:lnTo>
                <a:lnTo>
                  <a:pt x="847725" y="3571875"/>
                </a:lnTo>
                <a:lnTo>
                  <a:pt x="809625" y="3571875"/>
                </a:lnTo>
                <a:lnTo>
                  <a:pt x="809625" y="3562350"/>
                </a:lnTo>
                <a:lnTo>
                  <a:pt x="781050" y="3562350"/>
                </a:lnTo>
                <a:lnTo>
                  <a:pt x="781050" y="3552825"/>
                </a:lnTo>
                <a:lnTo>
                  <a:pt x="771525" y="3552825"/>
                </a:lnTo>
                <a:lnTo>
                  <a:pt x="771525" y="3562350"/>
                </a:lnTo>
                <a:lnTo>
                  <a:pt x="781050" y="3562350"/>
                </a:lnTo>
                <a:lnTo>
                  <a:pt x="781050" y="3571875"/>
                </a:lnTo>
                <a:lnTo>
                  <a:pt x="752475" y="3571875"/>
                </a:lnTo>
                <a:lnTo>
                  <a:pt x="752475" y="3562350"/>
                </a:lnTo>
                <a:lnTo>
                  <a:pt x="723900" y="3562350"/>
                </a:lnTo>
                <a:lnTo>
                  <a:pt x="723900" y="3552825"/>
                </a:lnTo>
                <a:lnTo>
                  <a:pt x="752475" y="3552825"/>
                </a:lnTo>
                <a:lnTo>
                  <a:pt x="752475" y="3533775"/>
                </a:lnTo>
                <a:lnTo>
                  <a:pt x="762000" y="3533775"/>
                </a:lnTo>
                <a:lnTo>
                  <a:pt x="762000" y="3543300"/>
                </a:lnTo>
                <a:lnTo>
                  <a:pt x="771525" y="3543300"/>
                </a:lnTo>
                <a:lnTo>
                  <a:pt x="771525" y="3533775"/>
                </a:lnTo>
                <a:lnTo>
                  <a:pt x="781050" y="3533775"/>
                </a:lnTo>
                <a:lnTo>
                  <a:pt x="781050" y="3543300"/>
                </a:lnTo>
                <a:lnTo>
                  <a:pt x="809625" y="3543300"/>
                </a:lnTo>
                <a:lnTo>
                  <a:pt x="809625" y="3552825"/>
                </a:lnTo>
                <a:lnTo>
                  <a:pt x="819150" y="3552825"/>
                </a:lnTo>
                <a:lnTo>
                  <a:pt x="819150" y="3562350"/>
                </a:lnTo>
                <a:lnTo>
                  <a:pt x="828675" y="3562350"/>
                </a:lnTo>
                <a:lnTo>
                  <a:pt x="828675" y="3552825"/>
                </a:lnTo>
                <a:lnTo>
                  <a:pt x="847725" y="3552825"/>
                </a:lnTo>
                <a:lnTo>
                  <a:pt x="847725" y="3533775"/>
                </a:lnTo>
                <a:lnTo>
                  <a:pt x="876300" y="3533775"/>
                </a:lnTo>
                <a:close/>
                <a:moveTo>
                  <a:pt x="1133475" y="3533775"/>
                </a:moveTo>
                <a:lnTo>
                  <a:pt x="1152525" y="3533775"/>
                </a:lnTo>
                <a:lnTo>
                  <a:pt x="1152525" y="3552825"/>
                </a:lnTo>
                <a:lnTo>
                  <a:pt x="1143000" y="3552825"/>
                </a:lnTo>
                <a:lnTo>
                  <a:pt x="1143000" y="3543300"/>
                </a:lnTo>
                <a:lnTo>
                  <a:pt x="1133475" y="3543300"/>
                </a:lnTo>
                <a:close/>
                <a:moveTo>
                  <a:pt x="1981200" y="3533775"/>
                </a:moveTo>
                <a:lnTo>
                  <a:pt x="2000250" y="3533775"/>
                </a:lnTo>
                <a:lnTo>
                  <a:pt x="2000250" y="3543300"/>
                </a:lnTo>
                <a:lnTo>
                  <a:pt x="1981200" y="3543300"/>
                </a:lnTo>
                <a:close/>
                <a:moveTo>
                  <a:pt x="857250" y="3552825"/>
                </a:moveTo>
                <a:lnTo>
                  <a:pt x="866775" y="3552825"/>
                </a:lnTo>
                <a:lnTo>
                  <a:pt x="866775" y="3543300"/>
                </a:lnTo>
                <a:lnTo>
                  <a:pt x="857250" y="3543300"/>
                </a:lnTo>
                <a:close/>
                <a:moveTo>
                  <a:pt x="876300" y="3552825"/>
                </a:moveTo>
                <a:lnTo>
                  <a:pt x="885825" y="3552825"/>
                </a:lnTo>
                <a:lnTo>
                  <a:pt x="885825" y="3543300"/>
                </a:lnTo>
                <a:lnTo>
                  <a:pt x="876300" y="3543300"/>
                </a:lnTo>
                <a:close/>
                <a:moveTo>
                  <a:pt x="514350" y="3562350"/>
                </a:moveTo>
                <a:lnTo>
                  <a:pt x="523875" y="3562350"/>
                </a:lnTo>
                <a:lnTo>
                  <a:pt x="523875" y="3571875"/>
                </a:lnTo>
                <a:lnTo>
                  <a:pt x="514350" y="3571875"/>
                </a:lnTo>
                <a:close/>
                <a:moveTo>
                  <a:pt x="514350" y="3581400"/>
                </a:moveTo>
                <a:lnTo>
                  <a:pt x="523875" y="3581400"/>
                </a:lnTo>
                <a:lnTo>
                  <a:pt x="523875" y="3590925"/>
                </a:lnTo>
                <a:lnTo>
                  <a:pt x="561975" y="3590925"/>
                </a:lnTo>
                <a:lnTo>
                  <a:pt x="561975" y="3581400"/>
                </a:lnTo>
                <a:lnTo>
                  <a:pt x="581025" y="3581400"/>
                </a:lnTo>
                <a:lnTo>
                  <a:pt x="581025" y="3667125"/>
                </a:lnTo>
                <a:lnTo>
                  <a:pt x="571500" y="3667125"/>
                </a:lnTo>
                <a:lnTo>
                  <a:pt x="571500" y="3619500"/>
                </a:lnTo>
                <a:lnTo>
                  <a:pt x="561975" y="3619500"/>
                </a:lnTo>
                <a:lnTo>
                  <a:pt x="561975" y="3609975"/>
                </a:lnTo>
                <a:lnTo>
                  <a:pt x="542925" y="3609975"/>
                </a:lnTo>
                <a:lnTo>
                  <a:pt x="542925" y="3619500"/>
                </a:lnTo>
                <a:lnTo>
                  <a:pt x="523875" y="3619500"/>
                </a:lnTo>
                <a:lnTo>
                  <a:pt x="523875" y="3686175"/>
                </a:lnTo>
                <a:lnTo>
                  <a:pt x="514350" y="3686175"/>
                </a:lnTo>
                <a:close/>
                <a:moveTo>
                  <a:pt x="1914525" y="3590925"/>
                </a:moveTo>
                <a:lnTo>
                  <a:pt x="1924050" y="3590925"/>
                </a:lnTo>
                <a:lnTo>
                  <a:pt x="1924050" y="3619500"/>
                </a:lnTo>
                <a:lnTo>
                  <a:pt x="1914525" y="3619500"/>
                </a:lnTo>
                <a:close/>
                <a:moveTo>
                  <a:pt x="571500" y="3676650"/>
                </a:moveTo>
                <a:lnTo>
                  <a:pt x="581025" y="3676650"/>
                </a:lnTo>
                <a:lnTo>
                  <a:pt x="581025" y="3686175"/>
                </a:lnTo>
                <a:lnTo>
                  <a:pt x="571500" y="3686175"/>
                </a:lnTo>
                <a:close/>
                <a:moveTo>
                  <a:pt x="523875" y="3686175"/>
                </a:moveTo>
                <a:lnTo>
                  <a:pt x="542925" y="3686175"/>
                </a:lnTo>
                <a:lnTo>
                  <a:pt x="542925" y="3695700"/>
                </a:lnTo>
                <a:lnTo>
                  <a:pt x="523875" y="3695700"/>
                </a:lnTo>
                <a:close/>
                <a:moveTo>
                  <a:pt x="552450" y="3686175"/>
                </a:moveTo>
                <a:lnTo>
                  <a:pt x="571500" y="3686175"/>
                </a:lnTo>
                <a:lnTo>
                  <a:pt x="571500" y="3695700"/>
                </a:lnTo>
                <a:lnTo>
                  <a:pt x="552450" y="3695700"/>
                </a:lnTo>
                <a:close/>
                <a:moveTo>
                  <a:pt x="314325" y="3705225"/>
                </a:moveTo>
                <a:lnTo>
                  <a:pt x="323850" y="3705225"/>
                </a:lnTo>
                <a:lnTo>
                  <a:pt x="323850" y="3771900"/>
                </a:lnTo>
                <a:lnTo>
                  <a:pt x="314325" y="3771900"/>
                </a:lnTo>
                <a:close/>
                <a:moveTo>
                  <a:pt x="1914525" y="3743325"/>
                </a:moveTo>
                <a:lnTo>
                  <a:pt x="1924050" y="3743325"/>
                </a:lnTo>
                <a:lnTo>
                  <a:pt x="1924050" y="3752850"/>
                </a:lnTo>
                <a:lnTo>
                  <a:pt x="1914525" y="3752850"/>
                </a:lnTo>
                <a:close/>
                <a:moveTo>
                  <a:pt x="1905000" y="3771900"/>
                </a:moveTo>
                <a:lnTo>
                  <a:pt x="1914525" y="3771900"/>
                </a:lnTo>
                <a:lnTo>
                  <a:pt x="1914525" y="3781425"/>
                </a:lnTo>
                <a:lnTo>
                  <a:pt x="1905000" y="3781425"/>
                </a:lnTo>
                <a:close/>
                <a:moveTo>
                  <a:pt x="1895475" y="3790950"/>
                </a:moveTo>
                <a:lnTo>
                  <a:pt x="1905000" y="3790950"/>
                </a:lnTo>
                <a:lnTo>
                  <a:pt x="1905000" y="3800475"/>
                </a:lnTo>
                <a:lnTo>
                  <a:pt x="1895475" y="3800475"/>
                </a:lnTo>
                <a:close/>
                <a:moveTo>
                  <a:pt x="1885950" y="3810000"/>
                </a:moveTo>
                <a:lnTo>
                  <a:pt x="1895475" y="3810000"/>
                </a:lnTo>
                <a:lnTo>
                  <a:pt x="1895475" y="3819525"/>
                </a:lnTo>
                <a:lnTo>
                  <a:pt x="1885950" y="3819525"/>
                </a:lnTo>
                <a:close/>
                <a:moveTo>
                  <a:pt x="323850" y="3819525"/>
                </a:moveTo>
                <a:lnTo>
                  <a:pt x="333375" y="3819525"/>
                </a:lnTo>
                <a:lnTo>
                  <a:pt x="333375" y="3829050"/>
                </a:lnTo>
                <a:lnTo>
                  <a:pt x="323850" y="3829050"/>
                </a:lnTo>
                <a:close/>
                <a:moveTo>
                  <a:pt x="333375" y="3857625"/>
                </a:moveTo>
                <a:lnTo>
                  <a:pt x="342900" y="3857625"/>
                </a:lnTo>
                <a:lnTo>
                  <a:pt x="342900" y="3867150"/>
                </a:lnTo>
                <a:lnTo>
                  <a:pt x="333375" y="3867150"/>
                </a:lnTo>
                <a:close/>
                <a:moveTo>
                  <a:pt x="1828800" y="3867150"/>
                </a:moveTo>
                <a:lnTo>
                  <a:pt x="1838325" y="3867150"/>
                </a:lnTo>
                <a:lnTo>
                  <a:pt x="1838325" y="3876675"/>
                </a:lnTo>
                <a:lnTo>
                  <a:pt x="1828800" y="3876675"/>
                </a:lnTo>
                <a:close/>
                <a:moveTo>
                  <a:pt x="1809750" y="3876675"/>
                </a:moveTo>
                <a:lnTo>
                  <a:pt x="1819275" y="3876675"/>
                </a:lnTo>
                <a:lnTo>
                  <a:pt x="1819275" y="3886200"/>
                </a:lnTo>
                <a:lnTo>
                  <a:pt x="1809750" y="3886200"/>
                </a:lnTo>
                <a:close/>
                <a:moveTo>
                  <a:pt x="361950" y="3905250"/>
                </a:moveTo>
                <a:lnTo>
                  <a:pt x="371475" y="3905250"/>
                </a:lnTo>
                <a:lnTo>
                  <a:pt x="371475" y="3914775"/>
                </a:lnTo>
                <a:lnTo>
                  <a:pt x="361950" y="3914775"/>
                </a:lnTo>
                <a:close/>
                <a:moveTo>
                  <a:pt x="1638300" y="3905250"/>
                </a:moveTo>
                <a:lnTo>
                  <a:pt x="1676400" y="3905250"/>
                </a:lnTo>
                <a:lnTo>
                  <a:pt x="1676400" y="3914775"/>
                </a:lnTo>
                <a:lnTo>
                  <a:pt x="1638300" y="3914775"/>
                </a:lnTo>
                <a:close/>
                <a:moveTo>
                  <a:pt x="1952625" y="3905250"/>
                </a:moveTo>
                <a:lnTo>
                  <a:pt x="1981200" y="3905250"/>
                </a:lnTo>
                <a:lnTo>
                  <a:pt x="1981200" y="3914775"/>
                </a:lnTo>
                <a:lnTo>
                  <a:pt x="2028825" y="3914775"/>
                </a:lnTo>
                <a:lnTo>
                  <a:pt x="2028825" y="3924300"/>
                </a:lnTo>
                <a:lnTo>
                  <a:pt x="2085975" y="3924300"/>
                </a:lnTo>
                <a:lnTo>
                  <a:pt x="2085975" y="3933825"/>
                </a:lnTo>
                <a:lnTo>
                  <a:pt x="2152650" y="3933825"/>
                </a:lnTo>
                <a:lnTo>
                  <a:pt x="2152650" y="3943350"/>
                </a:lnTo>
                <a:lnTo>
                  <a:pt x="2228850" y="3943350"/>
                </a:lnTo>
                <a:lnTo>
                  <a:pt x="2228850" y="3952875"/>
                </a:lnTo>
                <a:lnTo>
                  <a:pt x="2305050" y="3952875"/>
                </a:lnTo>
                <a:lnTo>
                  <a:pt x="2305050" y="3962400"/>
                </a:lnTo>
                <a:lnTo>
                  <a:pt x="2371725" y="3962400"/>
                </a:lnTo>
                <a:lnTo>
                  <a:pt x="2371725" y="3971925"/>
                </a:lnTo>
                <a:lnTo>
                  <a:pt x="2438400" y="3971925"/>
                </a:lnTo>
                <a:lnTo>
                  <a:pt x="2438400" y="3981450"/>
                </a:lnTo>
                <a:lnTo>
                  <a:pt x="2505075" y="3981450"/>
                </a:lnTo>
                <a:lnTo>
                  <a:pt x="2505075" y="3990975"/>
                </a:lnTo>
                <a:lnTo>
                  <a:pt x="2562225" y="3990975"/>
                </a:lnTo>
                <a:lnTo>
                  <a:pt x="2562225" y="4000500"/>
                </a:lnTo>
                <a:lnTo>
                  <a:pt x="2495550" y="4000500"/>
                </a:lnTo>
                <a:lnTo>
                  <a:pt x="2495550" y="3990975"/>
                </a:lnTo>
                <a:lnTo>
                  <a:pt x="2409825" y="3990975"/>
                </a:lnTo>
                <a:lnTo>
                  <a:pt x="2409825" y="3981450"/>
                </a:lnTo>
                <a:lnTo>
                  <a:pt x="2343150" y="3981450"/>
                </a:lnTo>
                <a:lnTo>
                  <a:pt x="2343150" y="3971925"/>
                </a:lnTo>
                <a:lnTo>
                  <a:pt x="2266950" y="3971925"/>
                </a:lnTo>
                <a:lnTo>
                  <a:pt x="2266950" y="3962400"/>
                </a:lnTo>
                <a:lnTo>
                  <a:pt x="2181225" y="3962400"/>
                </a:lnTo>
                <a:lnTo>
                  <a:pt x="2181225" y="3952875"/>
                </a:lnTo>
                <a:lnTo>
                  <a:pt x="2095500" y="3952875"/>
                </a:lnTo>
                <a:lnTo>
                  <a:pt x="2095500" y="3943350"/>
                </a:lnTo>
                <a:lnTo>
                  <a:pt x="2009775" y="3943350"/>
                </a:lnTo>
                <a:lnTo>
                  <a:pt x="2009775" y="3933825"/>
                </a:lnTo>
                <a:lnTo>
                  <a:pt x="1971675" y="3933825"/>
                </a:lnTo>
                <a:lnTo>
                  <a:pt x="1971675" y="3943350"/>
                </a:lnTo>
                <a:lnTo>
                  <a:pt x="1962150" y="3943350"/>
                </a:lnTo>
                <a:lnTo>
                  <a:pt x="1962150" y="3952875"/>
                </a:lnTo>
                <a:lnTo>
                  <a:pt x="1952625" y="3952875"/>
                </a:lnTo>
                <a:lnTo>
                  <a:pt x="1952625" y="3962400"/>
                </a:lnTo>
                <a:lnTo>
                  <a:pt x="1943100" y="3962400"/>
                </a:lnTo>
                <a:lnTo>
                  <a:pt x="1943100" y="3981450"/>
                </a:lnTo>
                <a:lnTo>
                  <a:pt x="1914525" y="3981450"/>
                </a:lnTo>
                <a:lnTo>
                  <a:pt x="1914525" y="3990975"/>
                </a:lnTo>
                <a:lnTo>
                  <a:pt x="1895475" y="3990975"/>
                </a:lnTo>
                <a:lnTo>
                  <a:pt x="1895475" y="4048125"/>
                </a:lnTo>
                <a:lnTo>
                  <a:pt x="1905000" y="4048125"/>
                </a:lnTo>
                <a:lnTo>
                  <a:pt x="1905000" y="4067175"/>
                </a:lnTo>
                <a:lnTo>
                  <a:pt x="1895475" y="4067175"/>
                </a:lnTo>
                <a:lnTo>
                  <a:pt x="1895475" y="4076700"/>
                </a:lnTo>
                <a:lnTo>
                  <a:pt x="1876425" y="4076700"/>
                </a:lnTo>
                <a:lnTo>
                  <a:pt x="1876425" y="4086225"/>
                </a:lnTo>
                <a:lnTo>
                  <a:pt x="1838325" y="4086225"/>
                </a:lnTo>
                <a:lnTo>
                  <a:pt x="1838325" y="4095750"/>
                </a:lnTo>
                <a:lnTo>
                  <a:pt x="1704975" y="4095750"/>
                </a:lnTo>
                <a:lnTo>
                  <a:pt x="1704975" y="4105275"/>
                </a:lnTo>
                <a:lnTo>
                  <a:pt x="1181100" y="4105275"/>
                </a:lnTo>
                <a:lnTo>
                  <a:pt x="1181100" y="4095750"/>
                </a:lnTo>
                <a:lnTo>
                  <a:pt x="1171575" y="4095750"/>
                </a:lnTo>
                <a:lnTo>
                  <a:pt x="1171575" y="4086225"/>
                </a:lnTo>
                <a:lnTo>
                  <a:pt x="1181100" y="4086225"/>
                </a:lnTo>
                <a:lnTo>
                  <a:pt x="1181100" y="4076700"/>
                </a:lnTo>
                <a:lnTo>
                  <a:pt x="1190625" y="4076700"/>
                </a:lnTo>
                <a:lnTo>
                  <a:pt x="1190625" y="4067175"/>
                </a:lnTo>
                <a:lnTo>
                  <a:pt x="1390650" y="4067175"/>
                </a:lnTo>
                <a:lnTo>
                  <a:pt x="1390650" y="4057650"/>
                </a:lnTo>
                <a:lnTo>
                  <a:pt x="1504950" y="4057650"/>
                </a:lnTo>
                <a:lnTo>
                  <a:pt x="1504950" y="4048125"/>
                </a:lnTo>
                <a:lnTo>
                  <a:pt x="1581150" y="4048125"/>
                </a:lnTo>
                <a:lnTo>
                  <a:pt x="1581150" y="4038600"/>
                </a:lnTo>
                <a:lnTo>
                  <a:pt x="1600200" y="4038600"/>
                </a:lnTo>
                <a:lnTo>
                  <a:pt x="1600200" y="4029075"/>
                </a:lnTo>
                <a:lnTo>
                  <a:pt x="1609725" y="4029075"/>
                </a:lnTo>
                <a:lnTo>
                  <a:pt x="1609725" y="4019550"/>
                </a:lnTo>
                <a:lnTo>
                  <a:pt x="1619250" y="4019550"/>
                </a:lnTo>
                <a:lnTo>
                  <a:pt x="1619250" y="4010025"/>
                </a:lnTo>
                <a:lnTo>
                  <a:pt x="1724025" y="4010025"/>
                </a:lnTo>
                <a:lnTo>
                  <a:pt x="1724025" y="4000500"/>
                </a:lnTo>
                <a:lnTo>
                  <a:pt x="1781175" y="4000500"/>
                </a:lnTo>
                <a:lnTo>
                  <a:pt x="1781175" y="3990975"/>
                </a:lnTo>
                <a:lnTo>
                  <a:pt x="1819275" y="3990975"/>
                </a:lnTo>
                <a:lnTo>
                  <a:pt x="1819275" y="3981450"/>
                </a:lnTo>
                <a:lnTo>
                  <a:pt x="1847850" y="3981450"/>
                </a:lnTo>
                <a:lnTo>
                  <a:pt x="1847850" y="3971925"/>
                </a:lnTo>
                <a:lnTo>
                  <a:pt x="1866900" y="3971925"/>
                </a:lnTo>
                <a:lnTo>
                  <a:pt x="1866900" y="3962400"/>
                </a:lnTo>
                <a:lnTo>
                  <a:pt x="1885950" y="3962400"/>
                </a:lnTo>
                <a:lnTo>
                  <a:pt x="1885950" y="3952875"/>
                </a:lnTo>
                <a:lnTo>
                  <a:pt x="1905000" y="3952875"/>
                </a:lnTo>
                <a:lnTo>
                  <a:pt x="1905000" y="3943350"/>
                </a:lnTo>
                <a:lnTo>
                  <a:pt x="1914525" y="3943350"/>
                </a:lnTo>
                <a:lnTo>
                  <a:pt x="1914525" y="3933825"/>
                </a:lnTo>
                <a:lnTo>
                  <a:pt x="1924050" y="3933825"/>
                </a:lnTo>
                <a:lnTo>
                  <a:pt x="1924050" y="3924300"/>
                </a:lnTo>
                <a:lnTo>
                  <a:pt x="1943100" y="3924300"/>
                </a:lnTo>
                <a:lnTo>
                  <a:pt x="1943100" y="3914775"/>
                </a:lnTo>
                <a:lnTo>
                  <a:pt x="1952625" y="3914775"/>
                </a:lnTo>
                <a:close/>
                <a:moveTo>
                  <a:pt x="371475" y="3914775"/>
                </a:moveTo>
                <a:lnTo>
                  <a:pt x="381000" y="3914775"/>
                </a:lnTo>
                <a:lnTo>
                  <a:pt x="381000" y="3924300"/>
                </a:lnTo>
                <a:lnTo>
                  <a:pt x="371475" y="3924300"/>
                </a:lnTo>
                <a:close/>
                <a:moveTo>
                  <a:pt x="1485900" y="3914775"/>
                </a:moveTo>
                <a:lnTo>
                  <a:pt x="1533525" y="3914775"/>
                </a:lnTo>
                <a:lnTo>
                  <a:pt x="1533525" y="3924300"/>
                </a:lnTo>
                <a:lnTo>
                  <a:pt x="1485900" y="3924300"/>
                </a:lnTo>
                <a:close/>
                <a:moveTo>
                  <a:pt x="381000" y="3924300"/>
                </a:moveTo>
                <a:lnTo>
                  <a:pt x="390525" y="3924300"/>
                </a:lnTo>
                <a:lnTo>
                  <a:pt x="390525" y="3933825"/>
                </a:lnTo>
                <a:lnTo>
                  <a:pt x="381000" y="3933825"/>
                </a:lnTo>
                <a:close/>
                <a:moveTo>
                  <a:pt x="1362075" y="3924300"/>
                </a:moveTo>
                <a:lnTo>
                  <a:pt x="1400175" y="3924300"/>
                </a:lnTo>
                <a:lnTo>
                  <a:pt x="1400175" y="3933825"/>
                </a:lnTo>
                <a:lnTo>
                  <a:pt x="1362075" y="3933825"/>
                </a:lnTo>
                <a:close/>
                <a:moveTo>
                  <a:pt x="390525" y="3933825"/>
                </a:moveTo>
                <a:lnTo>
                  <a:pt x="400050" y="3933825"/>
                </a:lnTo>
                <a:lnTo>
                  <a:pt x="400050" y="3943350"/>
                </a:lnTo>
                <a:lnTo>
                  <a:pt x="390525" y="3943350"/>
                </a:lnTo>
                <a:close/>
                <a:moveTo>
                  <a:pt x="1190625" y="3933825"/>
                </a:moveTo>
                <a:lnTo>
                  <a:pt x="1238250" y="3933825"/>
                </a:lnTo>
                <a:lnTo>
                  <a:pt x="1238250" y="3943350"/>
                </a:lnTo>
                <a:lnTo>
                  <a:pt x="1190625" y="3943350"/>
                </a:lnTo>
                <a:close/>
                <a:moveTo>
                  <a:pt x="1038225" y="3943350"/>
                </a:moveTo>
                <a:lnTo>
                  <a:pt x="1085850" y="3943350"/>
                </a:lnTo>
                <a:lnTo>
                  <a:pt x="1085850" y="3952875"/>
                </a:lnTo>
                <a:lnTo>
                  <a:pt x="1038225" y="3952875"/>
                </a:lnTo>
                <a:close/>
                <a:moveTo>
                  <a:pt x="885825" y="3952875"/>
                </a:moveTo>
                <a:lnTo>
                  <a:pt x="923925" y="3952875"/>
                </a:lnTo>
                <a:lnTo>
                  <a:pt x="923925" y="3962400"/>
                </a:lnTo>
                <a:lnTo>
                  <a:pt x="885825" y="3962400"/>
                </a:lnTo>
                <a:close/>
                <a:moveTo>
                  <a:pt x="3248025" y="3952875"/>
                </a:moveTo>
                <a:lnTo>
                  <a:pt x="3257550" y="3952875"/>
                </a:lnTo>
                <a:lnTo>
                  <a:pt x="3257550" y="3962400"/>
                </a:lnTo>
                <a:lnTo>
                  <a:pt x="3248025" y="3962400"/>
                </a:lnTo>
                <a:close/>
                <a:moveTo>
                  <a:pt x="438150" y="3962400"/>
                </a:moveTo>
                <a:lnTo>
                  <a:pt x="447675" y="3962400"/>
                </a:lnTo>
                <a:lnTo>
                  <a:pt x="447675" y="3971925"/>
                </a:lnTo>
                <a:lnTo>
                  <a:pt x="438150" y="3971925"/>
                </a:lnTo>
                <a:close/>
                <a:moveTo>
                  <a:pt x="742950" y="3962400"/>
                </a:moveTo>
                <a:lnTo>
                  <a:pt x="781050" y="3962400"/>
                </a:lnTo>
                <a:lnTo>
                  <a:pt x="781050" y="3971925"/>
                </a:lnTo>
                <a:lnTo>
                  <a:pt x="742950" y="3971925"/>
                </a:lnTo>
                <a:close/>
                <a:moveTo>
                  <a:pt x="3209925" y="3962400"/>
                </a:moveTo>
                <a:lnTo>
                  <a:pt x="3219450" y="3962400"/>
                </a:lnTo>
                <a:lnTo>
                  <a:pt x="3219450" y="3971925"/>
                </a:lnTo>
                <a:lnTo>
                  <a:pt x="3209925" y="3971925"/>
                </a:lnTo>
                <a:close/>
                <a:moveTo>
                  <a:pt x="476250" y="3971925"/>
                </a:moveTo>
                <a:lnTo>
                  <a:pt x="495300" y="3971925"/>
                </a:lnTo>
                <a:lnTo>
                  <a:pt x="495300" y="3981450"/>
                </a:lnTo>
                <a:lnTo>
                  <a:pt x="476250" y="3981450"/>
                </a:lnTo>
                <a:close/>
                <a:moveTo>
                  <a:pt x="590550" y="3971925"/>
                </a:moveTo>
                <a:lnTo>
                  <a:pt x="609600" y="3971925"/>
                </a:lnTo>
                <a:lnTo>
                  <a:pt x="609600" y="3981450"/>
                </a:lnTo>
                <a:lnTo>
                  <a:pt x="590550" y="3981450"/>
                </a:lnTo>
                <a:close/>
                <a:moveTo>
                  <a:pt x="3200400" y="3971925"/>
                </a:moveTo>
                <a:lnTo>
                  <a:pt x="3209925" y="3971925"/>
                </a:lnTo>
                <a:lnTo>
                  <a:pt x="3209925" y="3981450"/>
                </a:lnTo>
                <a:lnTo>
                  <a:pt x="3200400" y="3981450"/>
                </a:lnTo>
                <a:close/>
                <a:moveTo>
                  <a:pt x="3190875" y="3981450"/>
                </a:moveTo>
                <a:lnTo>
                  <a:pt x="3200400" y="3981450"/>
                </a:lnTo>
                <a:lnTo>
                  <a:pt x="3200400" y="3990975"/>
                </a:lnTo>
                <a:lnTo>
                  <a:pt x="3190875" y="3990975"/>
                </a:lnTo>
                <a:close/>
                <a:moveTo>
                  <a:pt x="3171825" y="3990975"/>
                </a:moveTo>
                <a:lnTo>
                  <a:pt x="3190875" y="3990975"/>
                </a:lnTo>
                <a:lnTo>
                  <a:pt x="3190875" y="4000500"/>
                </a:lnTo>
                <a:lnTo>
                  <a:pt x="3171825" y="4000500"/>
                </a:lnTo>
                <a:close/>
                <a:moveTo>
                  <a:pt x="2562225" y="4000500"/>
                </a:moveTo>
                <a:lnTo>
                  <a:pt x="2628900" y="4000500"/>
                </a:lnTo>
                <a:lnTo>
                  <a:pt x="2628900" y="4010025"/>
                </a:lnTo>
                <a:lnTo>
                  <a:pt x="2562225" y="4010025"/>
                </a:lnTo>
                <a:close/>
                <a:moveTo>
                  <a:pt x="3162300" y="4000500"/>
                </a:moveTo>
                <a:lnTo>
                  <a:pt x="3171825" y="4000500"/>
                </a:lnTo>
                <a:lnTo>
                  <a:pt x="3171825" y="4019550"/>
                </a:lnTo>
                <a:lnTo>
                  <a:pt x="3181350" y="4019550"/>
                </a:lnTo>
                <a:lnTo>
                  <a:pt x="3181350" y="4029075"/>
                </a:lnTo>
                <a:lnTo>
                  <a:pt x="3190875" y="4029075"/>
                </a:lnTo>
                <a:lnTo>
                  <a:pt x="3190875" y="4048125"/>
                </a:lnTo>
                <a:lnTo>
                  <a:pt x="3181350" y="4048125"/>
                </a:lnTo>
                <a:lnTo>
                  <a:pt x="3181350" y="4057650"/>
                </a:lnTo>
                <a:lnTo>
                  <a:pt x="3152775" y="4057650"/>
                </a:lnTo>
                <a:lnTo>
                  <a:pt x="3152775" y="4067175"/>
                </a:lnTo>
                <a:lnTo>
                  <a:pt x="3009900" y="4067175"/>
                </a:lnTo>
                <a:lnTo>
                  <a:pt x="3009900" y="4057650"/>
                </a:lnTo>
                <a:lnTo>
                  <a:pt x="2933700" y="4057650"/>
                </a:lnTo>
                <a:lnTo>
                  <a:pt x="2933700" y="4048125"/>
                </a:lnTo>
                <a:lnTo>
                  <a:pt x="3076575" y="4048125"/>
                </a:lnTo>
                <a:lnTo>
                  <a:pt x="3076575" y="4038600"/>
                </a:lnTo>
                <a:lnTo>
                  <a:pt x="3086100" y="4038600"/>
                </a:lnTo>
                <a:lnTo>
                  <a:pt x="3086100" y="4029075"/>
                </a:lnTo>
                <a:lnTo>
                  <a:pt x="3114675" y="4029075"/>
                </a:lnTo>
                <a:lnTo>
                  <a:pt x="3114675" y="4019550"/>
                </a:lnTo>
                <a:lnTo>
                  <a:pt x="3143250" y="4019550"/>
                </a:lnTo>
                <a:lnTo>
                  <a:pt x="3143250" y="4010025"/>
                </a:lnTo>
                <a:lnTo>
                  <a:pt x="3162300" y="4010025"/>
                </a:lnTo>
                <a:close/>
                <a:moveTo>
                  <a:pt x="2628900" y="4010025"/>
                </a:moveTo>
                <a:lnTo>
                  <a:pt x="2695575" y="4010025"/>
                </a:lnTo>
                <a:lnTo>
                  <a:pt x="2695575" y="4019550"/>
                </a:lnTo>
                <a:lnTo>
                  <a:pt x="2628900" y="4019550"/>
                </a:lnTo>
                <a:close/>
                <a:moveTo>
                  <a:pt x="2705100" y="4019550"/>
                </a:moveTo>
                <a:lnTo>
                  <a:pt x="2781300" y="4019550"/>
                </a:lnTo>
                <a:lnTo>
                  <a:pt x="2781300" y="4029075"/>
                </a:lnTo>
                <a:lnTo>
                  <a:pt x="2705100" y="4029075"/>
                </a:lnTo>
                <a:close/>
                <a:moveTo>
                  <a:pt x="2781300" y="4029075"/>
                </a:moveTo>
                <a:lnTo>
                  <a:pt x="2847975" y="4029075"/>
                </a:lnTo>
                <a:lnTo>
                  <a:pt x="2847975" y="4038600"/>
                </a:lnTo>
                <a:lnTo>
                  <a:pt x="2781300" y="4038600"/>
                </a:lnTo>
                <a:close/>
                <a:moveTo>
                  <a:pt x="2857500" y="4038600"/>
                </a:moveTo>
                <a:lnTo>
                  <a:pt x="2924175" y="4038600"/>
                </a:lnTo>
                <a:lnTo>
                  <a:pt x="2924175" y="4048125"/>
                </a:lnTo>
                <a:lnTo>
                  <a:pt x="2857500" y="4048125"/>
                </a:lnTo>
                <a:close/>
              </a:path>
            </a:pathLst>
          </a:custGeom>
          <a:solidFill xmlns:a="http://schemas.openxmlformats.org/drawingml/2006/main">
            <a:srgbClr val="969497"/>
          </a:solidFill>
          <a:ln xmlns:a="http://schemas.openxmlformats.org/drawingml/2006/main" w="0">
            <a:noFill/>
          </a:ln>
        </p:spPr>
      </p:sp>
      <p:sp>
        <p:nvSpPr>
          <p:cNvPr id="25" name="phones vector #5381bf">
            <a:extLst xmlns:a="http://schemas.openxmlformats.org/drawingml/2006/main">
              <a:ext uri="{FF2B5EF4-FFF2-40B4-BE49-F238E27FC236}">
                <a16:creationId xmlns:a16="http://schemas.microsoft.com/office/drawing/2014/main" id="{76EF9603-F7E7-48D4-A434-2FA7BEEEAA6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48500" y="190500"/>
            <a:ext cx="5905500" cy="6619875"/>
          </a:xfrm>
          <a:custGeom xmlns:a="http://schemas.openxmlformats.org/drawingml/2006/main">
            <a:pathLst>
              <a:path w="3838575" h="4295775">
                <a:moveTo>
                  <a:pt x="1685925" y="0"/>
                </a:moveTo>
                <a:lnTo>
                  <a:pt x="1695450" y="0"/>
                </a:lnTo>
                <a:lnTo>
                  <a:pt x="1695450" y="9525"/>
                </a:lnTo>
                <a:lnTo>
                  <a:pt x="1685925" y="9525"/>
                </a:lnTo>
                <a:close/>
                <a:moveTo>
                  <a:pt x="1676400" y="9525"/>
                </a:moveTo>
                <a:lnTo>
                  <a:pt x="1685925" y="9525"/>
                </a:lnTo>
                <a:lnTo>
                  <a:pt x="1685925" y="19050"/>
                </a:lnTo>
                <a:lnTo>
                  <a:pt x="1676400" y="19050"/>
                </a:lnTo>
                <a:close/>
                <a:moveTo>
                  <a:pt x="1647825" y="28575"/>
                </a:moveTo>
                <a:lnTo>
                  <a:pt x="1657350" y="28575"/>
                </a:lnTo>
                <a:lnTo>
                  <a:pt x="1657350" y="38100"/>
                </a:lnTo>
                <a:lnTo>
                  <a:pt x="1647825" y="38100"/>
                </a:lnTo>
                <a:close/>
                <a:moveTo>
                  <a:pt x="1628775" y="38100"/>
                </a:moveTo>
                <a:lnTo>
                  <a:pt x="1638300" y="38100"/>
                </a:lnTo>
                <a:lnTo>
                  <a:pt x="1638300" y="47625"/>
                </a:lnTo>
                <a:lnTo>
                  <a:pt x="1628775" y="47625"/>
                </a:lnTo>
                <a:close/>
                <a:moveTo>
                  <a:pt x="1600200" y="57150"/>
                </a:moveTo>
                <a:lnTo>
                  <a:pt x="1609725" y="57150"/>
                </a:lnTo>
                <a:lnTo>
                  <a:pt x="1609725" y="66675"/>
                </a:lnTo>
                <a:lnTo>
                  <a:pt x="1600200" y="66675"/>
                </a:lnTo>
                <a:close/>
                <a:moveTo>
                  <a:pt x="2171700" y="285750"/>
                </a:moveTo>
                <a:lnTo>
                  <a:pt x="2381250" y="285750"/>
                </a:lnTo>
                <a:lnTo>
                  <a:pt x="2381250" y="295275"/>
                </a:lnTo>
                <a:lnTo>
                  <a:pt x="2495550" y="295275"/>
                </a:lnTo>
                <a:lnTo>
                  <a:pt x="2495550" y="304800"/>
                </a:lnTo>
                <a:lnTo>
                  <a:pt x="2505075" y="304800"/>
                </a:lnTo>
                <a:lnTo>
                  <a:pt x="2505075" y="314325"/>
                </a:lnTo>
                <a:lnTo>
                  <a:pt x="2447925" y="314325"/>
                </a:lnTo>
                <a:lnTo>
                  <a:pt x="2447925" y="304800"/>
                </a:lnTo>
                <a:lnTo>
                  <a:pt x="2333625" y="304800"/>
                </a:lnTo>
                <a:lnTo>
                  <a:pt x="2333625" y="295275"/>
                </a:lnTo>
                <a:lnTo>
                  <a:pt x="2190750" y="295275"/>
                </a:lnTo>
                <a:lnTo>
                  <a:pt x="2190750" y="304800"/>
                </a:lnTo>
                <a:lnTo>
                  <a:pt x="2152650" y="304800"/>
                </a:lnTo>
                <a:lnTo>
                  <a:pt x="2152650" y="314325"/>
                </a:lnTo>
                <a:lnTo>
                  <a:pt x="2124075" y="314325"/>
                </a:lnTo>
                <a:lnTo>
                  <a:pt x="2124075" y="304800"/>
                </a:lnTo>
                <a:lnTo>
                  <a:pt x="2143125" y="304800"/>
                </a:lnTo>
                <a:lnTo>
                  <a:pt x="2143125" y="295275"/>
                </a:lnTo>
                <a:lnTo>
                  <a:pt x="2171700" y="295275"/>
                </a:lnTo>
                <a:close/>
                <a:moveTo>
                  <a:pt x="2514600" y="304800"/>
                </a:moveTo>
                <a:lnTo>
                  <a:pt x="2619375" y="304800"/>
                </a:lnTo>
                <a:lnTo>
                  <a:pt x="2619375" y="314325"/>
                </a:lnTo>
                <a:lnTo>
                  <a:pt x="2714625" y="314325"/>
                </a:lnTo>
                <a:lnTo>
                  <a:pt x="2714625" y="323850"/>
                </a:lnTo>
                <a:lnTo>
                  <a:pt x="2828925" y="323850"/>
                </a:lnTo>
                <a:lnTo>
                  <a:pt x="2828925" y="333375"/>
                </a:lnTo>
                <a:lnTo>
                  <a:pt x="2943225" y="333375"/>
                </a:lnTo>
                <a:lnTo>
                  <a:pt x="2943225" y="342900"/>
                </a:lnTo>
                <a:lnTo>
                  <a:pt x="3048000" y="342900"/>
                </a:lnTo>
                <a:lnTo>
                  <a:pt x="3048000" y="352425"/>
                </a:lnTo>
                <a:lnTo>
                  <a:pt x="3152775" y="352425"/>
                </a:lnTo>
                <a:lnTo>
                  <a:pt x="3152775" y="361950"/>
                </a:lnTo>
                <a:lnTo>
                  <a:pt x="3257550" y="361950"/>
                </a:lnTo>
                <a:lnTo>
                  <a:pt x="3257550" y="371475"/>
                </a:lnTo>
                <a:lnTo>
                  <a:pt x="3352800" y="371475"/>
                </a:lnTo>
                <a:lnTo>
                  <a:pt x="3352800" y="381000"/>
                </a:lnTo>
                <a:lnTo>
                  <a:pt x="3448050" y="381000"/>
                </a:lnTo>
                <a:lnTo>
                  <a:pt x="3448050" y="390525"/>
                </a:lnTo>
                <a:lnTo>
                  <a:pt x="3495675" y="390525"/>
                </a:lnTo>
                <a:lnTo>
                  <a:pt x="3495675" y="400050"/>
                </a:lnTo>
                <a:lnTo>
                  <a:pt x="3524250" y="400050"/>
                </a:lnTo>
                <a:lnTo>
                  <a:pt x="3524250" y="409575"/>
                </a:lnTo>
                <a:lnTo>
                  <a:pt x="3476625" y="409575"/>
                </a:lnTo>
                <a:lnTo>
                  <a:pt x="3476625" y="400050"/>
                </a:lnTo>
                <a:lnTo>
                  <a:pt x="3400425" y="400050"/>
                </a:lnTo>
                <a:lnTo>
                  <a:pt x="3400425" y="390525"/>
                </a:lnTo>
                <a:lnTo>
                  <a:pt x="3305175" y="390525"/>
                </a:lnTo>
                <a:lnTo>
                  <a:pt x="3305175" y="381000"/>
                </a:lnTo>
                <a:lnTo>
                  <a:pt x="3200400" y="381000"/>
                </a:lnTo>
                <a:lnTo>
                  <a:pt x="3200400" y="371475"/>
                </a:lnTo>
                <a:lnTo>
                  <a:pt x="3095625" y="371475"/>
                </a:lnTo>
                <a:lnTo>
                  <a:pt x="3095625" y="361950"/>
                </a:lnTo>
                <a:lnTo>
                  <a:pt x="3000375" y="361950"/>
                </a:lnTo>
                <a:lnTo>
                  <a:pt x="3000375" y="352425"/>
                </a:lnTo>
                <a:lnTo>
                  <a:pt x="2886075" y="352425"/>
                </a:lnTo>
                <a:lnTo>
                  <a:pt x="2886075" y="342900"/>
                </a:lnTo>
                <a:lnTo>
                  <a:pt x="2781300" y="342900"/>
                </a:lnTo>
                <a:lnTo>
                  <a:pt x="2781300" y="333375"/>
                </a:lnTo>
                <a:lnTo>
                  <a:pt x="2667000" y="333375"/>
                </a:lnTo>
                <a:lnTo>
                  <a:pt x="2667000" y="323850"/>
                </a:lnTo>
                <a:lnTo>
                  <a:pt x="2562225" y="323850"/>
                </a:lnTo>
                <a:lnTo>
                  <a:pt x="2562225" y="314325"/>
                </a:lnTo>
                <a:lnTo>
                  <a:pt x="2514600" y="314325"/>
                </a:lnTo>
                <a:close/>
                <a:moveTo>
                  <a:pt x="2105025" y="314325"/>
                </a:moveTo>
                <a:lnTo>
                  <a:pt x="2124075" y="314325"/>
                </a:lnTo>
                <a:lnTo>
                  <a:pt x="2124075" y="323850"/>
                </a:lnTo>
                <a:lnTo>
                  <a:pt x="2105025" y="323850"/>
                </a:lnTo>
                <a:close/>
                <a:moveTo>
                  <a:pt x="1762125" y="333375"/>
                </a:moveTo>
                <a:lnTo>
                  <a:pt x="1771650" y="333375"/>
                </a:lnTo>
                <a:lnTo>
                  <a:pt x="1771650" y="361950"/>
                </a:lnTo>
                <a:lnTo>
                  <a:pt x="1762125" y="361950"/>
                </a:lnTo>
                <a:close/>
                <a:moveTo>
                  <a:pt x="1771650" y="361950"/>
                </a:moveTo>
                <a:lnTo>
                  <a:pt x="1781175" y="361950"/>
                </a:lnTo>
                <a:lnTo>
                  <a:pt x="1781175" y="457200"/>
                </a:lnTo>
                <a:lnTo>
                  <a:pt x="1771650" y="457200"/>
                </a:lnTo>
                <a:lnTo>
                  <a:pt x="1771650" y="409575"/>
                </a:lnTo>
                <a:lnTo>
                  <a:pt x="1762125" y="409575"/>
                </a:lnTo>
                <a:lnTo>
                  <a:pt x="1762125" y="371475"/>
                </a:lnTo>
                <a:lnTo>
                  <a:pt x="1771650" y="371475"/>
                </a:lnTo>
                <a:close/>
                <a:moveTo>
                  <a:pt x="1781175" y="457200"/>
                </a:moveTo>
                <a:lnTo>
                  <a:pt x="1790700" y="457200"/>
                </a:lnTo>
                <a:lnTo>
                  <a:pt x="1790700" y="561975"/>
                </a:lnTo>
                <a:lnTo>
                  <a:pt x="1781175" y="561975"/>
                </a:lnTo>
                <a:lnTo>
                  <a:pt x="1781175" y="542925"/>
                </a:lnTo>
                <a:lnTo>
                  <a:pt x="1771650" y="542925"/>
                </a:lnTo>
                <a:lnTo>
                  <a:pt x="1771650" y="533400"/>
                </a:lnTo>
                <a:lnTo>
                  <a:pt x="1781175" y="533400"/>
                </a:lnTo>
                <a:close/>
                <a:moveTo>
                  <a:pt x="285750" y="495300"/>
                </a:moveTo>
                <a:lnTo>
                  <a:pt x="314325" y="495300"/>
                </a:lnTo>
                <a:lnTo>
                  <a:pt x="314325" y="504825"/>
                </a:lnTo>
                <a:lnTo>
                  <a:pt x="285750" y="504825"/>
                </a:lnTo>
                <a:close/>
                <a:moveTo>
                  <a:pt x="247650" y="504825"/>
                </a:moveTo>
                <a:lnTo>
                  <a:pt x="257175" y="504825"/>
                </a:lnTo>
                <a:lnTo>
                  <a:pt x="257175" y="514350"/>
                </a:lnTo>
                <a:lnTo>
                  <a:pt x="247650" y="514350"/>
                </a:lnTo>
                <a:close/>
                <a:moveTo>
                  <a:pt x="314325" y="504825"/>
                </a:moveTo>
                <a:lnTo>
                  <a:pt x="323850" y="504825"/>
                </a:lnTo>
                <a:lnTo>
                  <a:pt x="323850" y="514350"/>
                </a:lnTo>
                <a:lnTo>
                  <a:pt x="314325" y="514350"/>
                </a:lnTo>
                <a:close/>
                <a:moveTo>
                  <a:pt x="238125" y="514350"/>
                </a:moveTo>
                <a:lnTo>
                  <a:pt x="247650" y="514350"/>
                </a:lnTo>
                <a:lnTo>
                  <a:pt x="247650" y="523875"/>
                </a:lnTo>
                <a:lnTo>
                  <a:pt x="238125" y="523875"/>
                </a:lnTo>
                <a:close/>
                <a:moveTo>
                  <a:pt x="323850" y="523875"/>
                </a:moveTo>
                <a:lnTo>
                  <a:pt x="333375" y="523875"/>
                </a:lnTo>
                <a:lnTo>
                  <a:pt x="333375" y="581025"/>
                </a:lnTo>
                <a:lnTo>
                  <a:pt x="323850" y="581025"/>
                </a:lnTo>
                <a:close/>
                <a:moveTo>
                  <a:pt x="238125" y="552450"/>
                </a:moveTo>
                <a:lnTo>
                  <a:pt x="247650" y="552450"/>
                </a:lnTo>
                <a:lnTo>
                  <a:pt x="247650" y="581025"/>
                </a:lnTo>
                <a:lnTo>
                  <a:pt x="238125" y="581025"/>
                </a:lnTo>
                <a:close/>
                <a:moveTo>
                  <a:pt x="1790700" y="561975"/>
                </a:moveTo>
                <a:lnTo>
                  <a:pt x="1800225" y="561975"/>
                </a:lnTo>
                <a:lnTo>
                  <a:pt x="1800225" y="657225"/>
                </a:lnTo>
                <a:lnTo>
                  <a:pt x="1790700" y="657225"/>
                </a:lnTo>
                <a:lnTo>
                  <a:pt x="1790700" y="647700"/>
                </a:lnTo>
                <a:lnTo>
                  <a:pt x="1781175" y="647700"/>
                </a:lnTo>
                <a:lnTo>
                  <a:pt x="1781175" y="600075"/>
                </a:lnTo>
                <a:lnTo>
                  <a:pt x="1790700" y="600075"/>
                </a:lnTo>
                <a:close/>
                <a:moveTo>
                  <a:pt x="247650" y="581025"/>
                </a:moveTo>
                <a:lnTo>
                  <a:pt x="257175" y="581025"/>
                </a:lnTo>
                <a:lnTo>
                  <a:pt x="257175" y="590550"/>
                </a:lnTo>
                <a:lnTo>
                  <a:pt x="247650" y="590550"/>
                </a:lnTo>
                <a:close/>
                <a:moveTo>
                  <a:pt x="314325" y="581025"/>
                </a:moveTo>
                <a:lnTo>
                  <a:pt x="323850" y="581025"/>
                </a:lnTo>
                <a:lnTo>
                  <a:pt x="323850" y="590550"/>
                </a:lnTo>
                <a:lnTo>
                  <a:pt x="314325" y="590550"/>
                </a:lnTo>
                <a:close/>
                <a:moveTo>
                  <a:pt x="257175" y="590550"/>
                </a:moveTo>
                <a:lnTo>
                  <a:pt x="314325" y="590550"/>
                </a:lnTo>
                <a:lnTo>
                  <a:pt x="314325" y="600075"/>
                </a:lnTo>
                <a:lnTo>
                  <a:pt x="257175" y="600075"/>
                </a:lnTo>
                <a:close/>
                <a:moveTo>
                  <a:pt x="1943100" y="638175"/>
                </a:moveTo>
                <a:lnTo>
                  <a:pt x="1952625" y="638175"/>
                </a:lnTo>
                <a:lnTo>
                  <a:pt x="1952625" y="657225"/>
                </a:lnTo>
                <a:lnTo>
                  <a:pt x="1943100" y="657225"/>
                </a:lnTo>
                <a:close/>
                <a:moveTo>
                  <a:pt x="3714750" y="685800"/>
                </a:moveTo>
                <a:lnTo>
                  <a:pt x="3724275" y="685800"/>
                </a:lnTo>
                <a:lnTo>
                  <a:pt x="3724275" y="752475"/>
                </a:lnTo>
                <a:lnTo>
                  <a:pt x="3714750" y="752475"/>
                </a:lnTo>
                <a:lnTo>
                  <a:pt x="3714750" y="800100"/>
                </a:lnTo>
                <a:lnTo>
                  <a:pt x="3705225" y="800100"/>
                </a:lnTo>
                <a:lnTo>
                  <a:pt x="3705225" y="790575"/>
                </a:lnTo>
                <a:lnTo>
                  <a:pt x="3695700" y="790575"/>
                </a:lnTo>
                <a:lnTo>
                  <a:pt x="3695700" y="781050"/>
                </a:lnTo>
                <a:lnTo>
                  <a:pt x="3705225" y="781050"/>
                </a:lnTo>
                <a:lnTo>
                  <a:pt x="3705225" y="704850"/>
                </a:lnTo>
                <a:lnTo>
                  <a:pt x="3714750" y="704850"/>
                </a:lnTo>
                <a:close/>
                <a:moveTo>
                  <a:pt x="3686175" y="895350"/>
                </a:moveTo>
                <a:lnTo>
                  <a:pt x="3705225" y="895350"/>
                </a:lnTo>
                <a:lnTo>
                  <a:pt x="3705225" y="923925"/>
                </a:lnTo>
                <a:lnTo>
                  <a:pt x="3695700" y="923925"/>
                </a:lnTo>
                <a:lnTo>
                  <a:pt x="3695700" y="981075"/>
                </a:lnTo>
                <a:lnTo>
                  <a:pt x="3686175" y="981075"/>
                </a:lnTo>
                <a:close/>
                <a:moveTo>
                  <a:pt x="3676650" y="981075"/>
                </a:moveTo>
                <a:lnTo>
                  <a:pt x="3686175" y="981075"/>
                </a:lnTo>
                <a:lnTo>
                  <a:pt x="3686175" y="1057275"/>
                </a:lnTo>
                <a:lnTo>
                  <a:pt x="3676650" y="1057275"/>
                </a:lnTo>
                <a:close/>
                <a:moveTo>
                  <a:pt x="1819275" y="1019175"/>
                </a:moveTo>
                <a:lnTo>
                  <a:pt x="1828800" y="1019175"/>
                </a:lnTo>
                <a:lnTo>
                  <a:pt x="1828800" y="1076325"/>
                </a:lnTo>
                <a:lnTo>
                  <a:pt x="1838325" y="1076325"/>
                </a:lnTo>
                <a:lnTo>
                  <a:pt x="1838325" y="1152525"/>
                </a:lnTo>
                <a:lnTo>
                  <a:pt x="1828800" y="1152525"/>
                </a:lnTo>
                <a:lnTo>
                  <a:pt x="1828800" y="1133475"/>
                </a:lnTo>
                <a:lnTo>
                  <a:pt x="1809750" y="1133475"/>
                </a:lnTo>
                <a:lnTo>
                  <a:pt x="1809750" y="1085850"/>
                </a:lnTo>
                <a:lnTo>
                  <a:pt x="1819275" y="1085850"/>
                </a:lnTo>
                <a:lnTo>
                  <a:pt x="1819275" y="1066800"/>
                </a:lnTo>
                <a:lnTo>
                  <a:pt x="1800225" y="1066800"/>
                </a:lnTo>
                <a:lnTo>
                  <a:pt x="1800225" y="1028700"/>
                </a:lnTo>
                <a:lnTo>
                  <a:pt x="1809750" y="1028700"/>
                </a:lnTo>
                <a:lnTo>
                  <a:pt x="1809750" y="1038225"/>
                </a:lnTo>
                <a:lnTo>
                  <a:pt x="1819275" y="1038225"/>
                </a:lnTo>
                <a:close/>
                <a:moveTo>
                  <a:pt x="3667125" y="1066800"/>
                </a:moveTo>
                <a:lnTo>
                  <a:pt x="3676650" y="1066800"/>
                </a:lnTo>
                <a:lnTo>
                  <a:pt x="3676650" y="1123950"/>
                </a:lnTo>
                <a:lnTo>
                  <a:pt x="3667125" y="1123950"/>
                </a:lnTo>
                <a:close/>
                <a:moveTo>
                  <a:pt x="390525" y="1095375"/>
                </a:moveTo>
                <a:lnTo>
                  <a:pt x="466725" y="1095375"/>
                </a:lnTo>
                <a:lnTo>
                  <a:pt x="466725" y="1104900"/>
                </a:lnTo>
                <a:lnTo>
                  <a:pt x="476250" y="1104900"/>
                </a:lnTo>
                <a:lnTo>
                  <a:pt x="476250" y="1123950"/>
                </a:lnTo>
                <a:lnTo>
                  <a:pt x="466725" y="1123950"/>
                </a:lnTo>
                <a:lnTo>
                  <a:pt x="466725" y="1133475"/>
                </a:lnTo>
                <a:lnTo>
                  <a:pt x="457200" y="1133475"/>
                </a:lnTo>
                <a:lnTo>
                  <a:pt x="457200" y="1123950"/>
                </a:lnTo>
                <a:lnTo>
                  <a:pt x="447675" y="1123950"/>
                </a:lnTo>
                <a:lnTo>
                  <a:pt x="447675" y="1133475"/>
                </a:lnTo>
                <a:lnTo>
                  <a:pt x="438150" y="1133475"/>
                </a:lnTo>
                <a:lnTo>
                  <a:pt x="438150" y="1171575"/>
                </a:lnTo>
                <a:lnTo>
                  <a:pt x="447675" y="1171575"/>
                </a:lnTo>
                <a:lnTo>
                  <a:pt x="447675" y="1190625"/>
                </a:lnTo>
                <a:lnTo>
                  <a:pt x="438150" y="1190625"/>
                </a:lnTo>
                <a:lnTo>
                  <a:pt x="438150" y="1200150"/>
                </a:lnTo>
                <a:lnTo>
                  <a:pt x="409575" y="1200150"/>
                </a:lnTo>
                <a:lnTo>
                  <a:pt x="409575" y="1171575"/>
                </a:lnTo>
                <a:lnTo>
                  <a:pt x="419100" y="1171575"/>
                </a:lnTo>
                <a:lnTo>
                  <a:pt x="419100" y="1143000"/>
                </a:lnTo>
                <a:lnTo>
                  <a:pt x="409575" y="1143000"/>
                </a:lnTo>
                <a:lnTo>
                  <a:pt x="409575" y="1123950"/>
                </a:lnTo>
                <a:lnTo>
                  <a:pt x="390525" y="1123950"/>
                </a:lnTo>
                <a:lnTo>
                  <a:pt x="390525" y="1114425"/>
                </a:lnTo>
                <a:lnTo>
                  <a:pt x="400050" y="1114425"/>
                </a:lnTo>
                <a:lnTo>
                  <a:pt x="400050" y="1104900"/>
                </a:lnTo>
                <a:lnTo>
                  <a:pt x="390525" y="1104900"/>
                </a:lnTo>
                <a:close/>
                <a:moveTo>
                  <a:pt x="371475" y="1114425"/>
                </a:moveTo>
                <a:lnTo>
                  <a:pt x="381000" y="1114425"/>
                </a:lnTo>
                <a:lnTo>
                  <a:pt x="381000" y="1123950"/>
                </a:lnTo>
                <a:lnTo>
                  <a:pt x="371475" y="1123950"/>
                </a:lnTo>
                <a:close/>
                <a:moveTo>
                  <a:pt x="2238375" y="1114425"/>
                </a:moveTo>
                <a:lnTo>
                  <a:pt x="2247900" y="1114425"/>
                </a:lnTo>
                <a:lnTo>
                  <a:pt x="2247900" y="1143000"/>
                </a:lnTo>
                <a:lnTo>
                  <a:pt x="2228850" y="1143000"/>
                </a:lnTo>
                <a:lnTo>
                  <a:pt x="2228850" y="1133475"/>
                </a:lnTo>
                <a:lnTo>
                  <a:pt x="2238375" y="1133475"/>
                </a:lnTo>
                <a:close/>
                <a:moveTo>
                  <a:pt x="381000" y="1123950"/>
                </a:moveTo>
                <a:lnTo>
                  <a:pt x="390525" y="1123950"/>
                </a:lnTo>
                <a:lnTo>
                  <a:pt x="390525" y="1133475"/>
                </a:lnTo>
                <a:lnTo>
                  <a:pt x="381000" y="1133475"/>
                </a:lnTo>
                <a:close/>
                <a:moveTo>
                  <a:pt x="2257425" y="1133475"/>
                </a:moveTo>
                <a:lnTo>
                  <a:pt x="2266950" y="1133475"/>
                </a:lnTo>
                <a:lnTo>
                  <a:pt x="2266950" y="1143000"/>
                </a:lnTo>
                <a:lnTo>
                  <a:pt x="2257425" y="1143000"/>
                </a:lnTo>
                <a:close/>
                <a:moveTo>
                  <a:pt x="2276475" y="1133475"/>
                </a:moveTo>
                <a:lnTo>
                  <a:pt x="2286000" y="1133475"/>
                </a:lnTo>
                <a:lnTo>
                  <a:pt x="2286000" y="1143000"/>
                </a:lnTo>
                <a:lnTo>
                  <a:pt x="2276475" y="1143000"/>
                </a:lnTo>
                <a:close/>
                <a:moveTo>
                  <a:pt x="3657600" y="1143000"/>
                </a:moveTo>
                <a:lnTo>
                  <a:pt x="3667125" y="1143000"/>
                </a:lnTo>
                <a:lnTo>
                  <a:pt x="3667125" y="1200150"/>
                </a:lnTo>
                <a:lnTo>
                  <a:pt x="3657600" y="1200150"/>
                </a:lnTo>
                <a:close/>
                <a:moveTo>
                  <a:pt x="457200" y="1162050"/>
                </a:moveTo>
                <a:lnTo>
                  <a:pt x="466725" y="1162050"/>
                </a:lnTo>
                <a:lnTo>
                  <a:pt x="466725" y="1181100"/>
                </a:lnTo>
                <a:lnTo>
                  <a:pt x="457200" y="1181100"/>
                </a:lnTo>
                <a:close/>
                <a:moveTo>
                  <a:pt x="381000" y="1171575"/>
                </a:moveTo>
                <a:lnTo>
                  <a:pt x="390525" y="1171575"/>
                </a:lnTo>
                <a:lnTo>
                  <a:pt x="390525" y="1181100"/>
                </a:lnTo>
                <a:lnTo>
                  <a:pt x="381000" y="1181100"/>
                </a:lnTo>
                <a:close/>
                <a:moveTo>
                  <a:pt x="1847850" y="1200150"/>
                </a:moveTo>
                <a:lnTo>
                  <a:pt x="1866900" y="1200150"/>
                </a:lnTo>
                <a:lnTo>
                  <a:pt x="1866900" y="1266825"/>
                </a:lnTo>
                <a:lnTo>
                  <a:pt x="1847850" y="1266825"/>
                </a:lnTo>
                <a:close/>
                <a:moveTo>
                  <a:pt x="3648075" y="1219200"/>
                </a:moveTo>
                <a:lnTo>
                  <a:pt x="3657600" y="1219200"/>
                </a:lnTo>
                <a:lnTo>
                  <a:pt x="3657600" y="1266825"/>
                </a:lnTo>
                <a:lnTo>
                  <a:pt x="3648075" y="1266825"/>
                </a:lnTo>
                <a:close/>
                <a:moveTo>
                  <a:pt x="3638550" y="1285875"/>
                </a:moveTo>
                <a:lnTo>
                  <a:pt x="3648075" y="1285875"/>
                </a:lnTo>
                <a:lnTo>
                  <a:pt x="3648075" y="1343025"/>
                </a:lnTo>
                <a:lnTo>
                  <a:pt x="3638550" y="1343025"/>
                </a:lnTo>
                <a:close/>
                <a:moveTo>
                  <a:pt x="3629025" y="1362075"/>
                </a:moveTo>
                <a:lnTo>
                  <a:pt x="3638550" y="1362075"/>
                </a:lnTo>
                <a:lnTo>
                  <a:pt x="3638550" y="1409700"/>
                </a:lnTo>
                <a:lnTo>
                  <a:pt x="3629025" y="1409700"/>
                </a:lnTo>
                <a:close/>
                <a:moveTo>
                  <a:pt x="2095500" y="1381125"/>
                </a:moveTo>
                <a:lnTo>
                  <a:pt x="2105025" y="1381125"/>
                </a:lnTo>
                <a:lnTo>
                  <a:pt x="2105025" y="1390650"/>
                </a:lnTo>
                <a:lnTo>
                  <a:pt x="2114550" y="1390650"/>
                </a:lnTo>
                <a:lnTo>
                  <a:pt x="2114550" y="1400175"/>
                </a:lnTo>
                <a:lnTo>
                  <a:pt x="2190750" y="1400175"/>
                </a:lnTo>
                <a:lnTo>
                  <a:pt x="2190750" y="1409700"/>
                </a:lnTo>
                <a:lnTo>
                  <a:pt x="2162175" y="1409700"/>
                </a:lnTo>
                <a:lnTo>
                  <a:pt x="2162175" y="1419225"/>
                </a:lnTo>
                <a:lnTo>
                  <a:pt x="2171700" y="1419225"/>
                </a:lnTo>
                <a:lnTo>
                  <a:pt x="2171700" y="1428750"/>
                </a:lnTo>
                <a:lnTo>
                  <a:pt x="2190750" y="1428750"/>
                </a:lnTo>
                <a:lnTo>
                  <a:pt x="2190750" y="1438275"/>
                </a:lnTo>
                <a:lnTo>
                  <a:pt x="2124075" y="1438275"/>
                </a:lnTo>
                <a:lnTo>
                  <a:pt x="2124075" y="1428750"/>
                </a:lnTo>
                <a:lnTo>
                  <a:pt x="2095500" y="1428750"/>
                </a:lnTo>
                <a:lnTo>
                  <a:pt x="2095500" y="1419225"/>
                </a:lnTo>
                <a:lnTo>
                  <a:pt x="2085975" y="1419225"/>
                </a:lnTo>
                <a:lnTo>
                  <a:pt x="2085975" y="1390650"/>
                </a:lnTo>
                <a:lnTo>
                  <a:pt x="2095500" y="1390650"/>
                </a:lnTo>
                <a:close/>
                <a:moveTo>
                  <a:pt x="2200275" y="1409700"/>
                </a:moveTo>
                <a:lnTo>
                  <a:pt x="2209800" y="1409700"/>
                </a:lnTo>
                <a:lnTo>
                  <a:pt x="2209800" y="1419225"/>
                </a:lnTo>
                <a:lnTo>
                  <a:pt x="2200275" y="1419225"/>
                </a:lnTo>
                <a:close/>
                <a:moveTo>
                  <a:pt x="2228850" y="1409700"/>
                </a:moveTo>
                <a:lnTo>
                  <a:pt x="2238375" y="1409700"/>
                </a:lnTo>
                <a:lnTo>
                  <a:pt x="2238375" y="1419225"/>
                </a:lnTo>
                <a:lnTo>
                  <a:pt x="2228850" y="1419225"/>
                </a:lnTo>
                <a:close/>
                <a:moveTo>
                  <a:pt x="2124075" y="1419225"/>
                </a:moveTo>
                <a:lnTo>
                  <a:pt x="2143125" y="1419225"/>
                </a:lnTo>
                <a:lnTo>
                  <a:pt x="2143125" y="1428750"/>
                </a:lnTo>
                <a:lnTo>
                  <a:pt x="2152650" y="1428750"/>
                </a:lnTo>
                <a:lnTo>
                  <a:pt x="2152650" y="1409700"/>
                </a:lnTo>
                <a:lnTo>
                  <a:pt x="2124075" y="1409700"/>
                </a:lnTo>
                <a:close/>
                <a:moveTo>
                  <a:pt x="2238375" y="1419225"/>
                </a:moveTo>
                <a:lnTo>
                  <a:pt x="2247900" y="1419225"/>
                </a:lnTo>
                <a:lnTo>
                  <a:pt x="2247900" y="1438275"/>
                </a:lnTo>
                <a:lnTo>
                  <a:pt x="2238375" y="1438275"/>
                </a:lnTo>
                <a:close/>
                <a:moveTo>
                  <a:pt x="2200275" y="1428750"/>
                </a:moveTo>
                <a:lnTo>
                  <a:pt x="2209800" y="1428750"/>
                </a:lnTo>
                <a:lnTo>
                  <a:pt x="2209800" y="1438275"/>
                </a:lnTo>
                <a:lnTo>
                  <a:pt x="2238375" y="1438275"/>
                </a:lnTo>
                <a:lnTo>
                  <a:pt x="2238375" y="1447800"/>
                </a:lnTo>
                <a:lnTo>
                  <a:pt x="2190750" y="1447800"/>
                </a:lnTo>
                <a:lnTo>
                  <a:pt x="2190750" y="1438275"/>
                </a:lnTo>
                <a:lnTo>
                  <a:pt x="2200275" y="1438275"/>
                </a:lnTo>
                <a:close/>
                <a:moveTo>
                  <a:pt x="3619500" y="1428750"/>
                </a:moveTo>
                <a:lnTo>
                  <a:pt x="3629025" y="1428750"/>
                </a:lnTo>
                <a:lnTo>
                  <a:pt x="3629025" y="1476375"/>
                </a:lnTo>
                <a:lnTo>
                  <a:pt x="3619500" y="1476375"/>
                </a:lnTo>
                <a:close/>
                <a:moveTo>
                  <a:pt x="3609975" y="1495425"/>
                </a:moveTo>
                <a:lnTo>
                  <a:pt x="3619500" y="1495425"/>
                </a:lnTo>
                <a:lnTo>
                  <a:pt x="3619500" y="1524000"/>
                </a:lnTo>
                <a:lnTo>
                  <a:pt x="3609975" y="1524000"/>
                </a:lnTo>
                <a:lnTo>
                  <a:pt x="3609975" y="1533525"/>
                </a:lnTo>
                <a:lnTo>
                  <a:pt x="3600450" y="1533525"/>
                </a:lnTo>
                <a:lnTo>
                  <a:pt x="3600450" y="1514475"/>
                </a:lnTo>
                <a:lnTo>
                  <a:pt x="3609975" y="1514475"/>
                </a:lnTo>
                <a:close/>
                <a:moveTo>
                  <a:pt x="3609975" y="1552575"/>
                </a:moveTo>
                <a:lnTo>
                  <a:pt x="3619500" y="1552575"/>
                </a:lnTo>
                <a:lnTo>
                  <a:pt x="3619500" y="1571625"/>
                </a:lnTo>
                <a:lnTo>
                  <a:pt x="3609975" y="1571625"/>
                </a:lnTo>
                <a:lnTo>
                  <a:pt x="3609975" y="1638300"/>
                </a:lnTo>
                <a:lnTo>
                  <a:pt x="3600450" y="1638300"/>
                </a:lnTo>
                <a:lnTo>
                  <a:pt x="3600450" y="1714500"/>
                </a:lnTo>
                <a:lnTo>
                  <a:pt x="3590925" y="1714500"/>
                </a:lnTo>
                <a:lnTo>
                  <a:pt x="3590925" y="1800225"/>
                </a:lnTo>
                <a:lnTo>
                  <a:pt x="3581400" y="1800225"/>
                </a:lnTo>
                <a:lnTo>
                  <a:pt x="3581400" y="1866900"/>
                </a:lnTo>
                <a:lnTo>
                  <a:pt x="3571875" y="1866900"/>
                </a:lnTo>
                <a:lnTo>
                  <a:pt x="3571875" y="1943100"/>
                </a:lnTo>
                <a:lnTo>
                  <a:pt x="3552825" y="1943100"/>
                </a:lnTo>
                <a:lnTo>
                  <a:pt x="3552825" y="1914525"/>
                </a:lnTo>
                <a:lnTo>
                  <a:pt x="3562350" y="1914525"/>
                </a:lnTo>
                <a:lnTo>
                  <a:pt x="3562350" y="1847850"/>
                </a:lnTo>
                <a:lnTo>
                  <a:pt x="3571875" y="1847850"/>
                </a:lnTo>
                <a:lnTo>
                  <a:pt x="3571875" y="1762125"/>
                </a:lnTo>
                <a:lnTo>
                  <a:pt x="3581400" y="1762125"/>
                </a:lnTo>
                <a:lnTo>
                  <a:pt x="3581400" y="1695450"/>
                </a:lnTo>
                <a:lnTo>
                  <a:pt x="3590925" y="1695450"/>
                </a:lnTo>
                <a:lnTo>
                  <a:pt x="3590925" y="1628775"/>
                </a:lnTo>
                <a:lnTo>
                  <a:pt x="3600450" y="1628775"/>
                </a:lnTo>
                <a:lnTo>
                  <a:pt x="3600450" y="1562100"/>
                </a:lnTo>
                <a:lnTo>
                  <a:pt x="3609975" y="1562100"/>
                </a:lnTo>
                <a:close/>
                <a:moveTo>
                  <a:pt x="1190625" y="1628775"/>
                </a:moveTo>
                <a:lnTo>
                  <a:pt x="1219200" y="1628775"/>
                </a:lnTo>
                <a:lnTo>
                  <a:pt x="1219200" y="1657350"/>
                </a:lnTo>
                <a:lnTo>
                  <a:pt x="1190625" y="1657350"/>
                </a:lnTo>
                <a:lnTo>
                  <a:pt x="1190625" y="1685925"/>
                </a:lnTo>
                <a:lnTo>
                  <a:pt x="1152525" y="1685925"/>
                </a:lnTo>
                <a:lnTo>
                  <a:pt x="1152525" y="1657350"/>
                </a:lnTo>
                <a:lnTo>
                  <a:pt x="1143000" y="1657350"/>
                </a:lnTo>
                <a:lnTo>
                  <a:pt x="1143000" y="1638300"/>
                </a:lnTo>
                <a:lnTo>
                  <a:pt x="1190625" y="1638300"/>
                </a:lnTo>
                <a:close/>
                <a:moveTo>
                  <a:pt x="1190625" y="1685925"/>
                </a:moveTo>
                <a:lnTo>
                  <a:pt x="1209675" y="1685925"/>
                </a:lnTo>
                <a:lnTo>
                  <a:pt x="1209675" y="1695450"/>
                </a:lnTo>
                <a:lnTo>
                  <a:pt x="1219200" y="1695450"/>
                </a:lnTo>
                <a:lnTo>
                  <a:pt x="1219200" y="1685925"/>
                </a:lnTo>
                <a:lnTo>
                  <a:pt x="1238250" y="1685925"/>
                </a:lnTo>
                <a:lnTo>
                  <a:pt x="1238250" y="1695450"/>
                </a:lnTo>
                <a:lnTo>
                  <a:pt x="1219200" y="1695450"/>
                </a:lnTo>
                <a:lnTo>
                  <a:pt x="1219200" y="1704975"/>
                </a:lnTo>
                <a:lnTo>
                  <a:pt x="1209675" y="1704975"/>
                </a:lnTo>
                <a:lnTo>
                  <a:pt x="1209675" y="1714500"/>
                </a:lnTo>
                <a:lnTo>
                  <a:pt x="1200150" y="1714500"/>
                </a:lnTo>
                <a:lnTo>
                  <a:pt x="1200150" y="1704975"/>
                </a:lnTo>
                <a:lnTo>
                  <a:pt x="1190625" y="1704975"/>
                </a:lnTo>
                <a:close/>
                <a:moveTo>
                  <a:pt x="1143000" y="1695450"/>
                </a:moveTo>
                <a:lnTo>
                  <a:pt x="1152525" y="1695450"/>
                </a:lnTo>
                <a:lnTo>
                  <a:pt x="1152525" y="1704975"/>
                </a:lnTo>
                <a:lnTo>
                  <a:pt x="1162050" y="1704975"/>
                </a:lnTo>
                <a:lnTo>
                  <a:pt x="1162050" y="1724025"/>
                </a:lnTo>
                <a:lnTo>
                  <a:pt x="1143000" y="1724025"/>
                </a:lnTo>
                <a:lnTo>
                  <a:pt x="1143000" y="1714500"/>
                </a:lnTo>
                <a:lnTo>
                  <a:pt x="1133475" y="1714500"/>
                </a:lnTo>
                <a:lnTo>
                  <a:pt x="1133475" y="1704975"/>
                </a:lnTo>
                <a:lnTo>
                  <a:pt x="1143000" y="1704975"/>
                </a:lnTo>
                <a:close/>
                <a:moveTo>
                  <a:pt x="3543300" y="1981200"/>
                </a:moveTo>
                <a:lnTo>
                  <a:pt x="3552825" y="1981200"/>
                </a:lnTo>
                <a:lnTo>
                  <a:pt x="3552825" y="2038350"/>
                </a:lnTo>
                <a:lnTo>
                  <a:pt x="3543300" y="2038350"/>
                </a:lnTo>
                <a:close/>
                <a:moveTo>
                  <a:pt x="2095500" y="2000250"/>
                </a:moveTo>
                <a:lnTo>
                  <a:pt x="2105025" y="2000250"/>
                </a:lnTo>
                <a:lnTo>
                  <a:pt x="2105025" y="2009775"/>
                </a:lnTo>
                <a:lnTo>
                  <a:pt x="2095500" y="2009775"/>
                </a:lnTo>
                <a:close/>
                <a:moveTo>
                  <a:pt x="2085975" y="2009775"/>
                </a:moveTo>
                <a:lnTo>
                  <a:pt x="2095500" y="2009775"/>
                </a:lnTo>
                <a:lnTo>
                  <a:pt x="2095500" y="2019300"/>
                </a:lnTo>
                <a:lnTo>
                  <a:pt x="2085975" y="2019300"/>
                </a:lnTo>
                <a:close/>
                <a:moveTo>
                  <a:pt x="3533775" y="2057400"/>
                </a:moveTo>
                <a:lnTo>
                  <a:pt x="3543300" y="2057400"/>
                </a:lnTo>
                <a:lnTo>
                  <a:pt x="3543300" y="2105025"/>
                </a:lnTo>
                <a:lnTo>
                  <a:pt x="3533775" y="2105025"/>
                </a:lnTo>
                <a:close/>
                <a:moveTo>
                  <a:pt x="2047875" y="2076450"/>
                </a:moveTo>
                <a:lnTo>
                  <a:pt x="2105025" y="2076450"/>
                </a:lnTo>
                <a:lnTo>
                  <a:pt x="2105025" y="2085975"/>
                </a:lnTo>
                <a:lnTo>
                  <a:pt x="2114550" y="2085975"/>
                </a:lnTo>
                <a:lnTo>
                  <a:pt x="2114550" y="2124075"/>
                </a:lnTo>
                <a:lnTo>
                  <a:pt x="2047875" y="2124075"/>
                </a:lnTo>
                <a:lnTo>
                  <a:pt x="2047875" y="2114550"/>
                </a:lnTo>
                <a:lnTo>
                  <a:pt x="2038350" y="2114550"/>
                </a:lnTo>
                <a:lnTo>
                  <a:pt x="2038350" y="2085975"/>
                </a:lnTo>
                <a:lnTo>
                  <a:pt x="2047875" y="2085975"/>
                </a:lnTo>
                <a:close/>
                <a:moveTo>
                  <a:pt x="3524250" y="2124075"/>
                </a:moveTo>
                <a:lnTo>
                  <a:pt x="3533775" y="2124075"/>
                </a:lnTo>
                <a:lnTo>
                  <a:pt x="3533775" y="2181225"/>
                </a:lnTo>
                <a:lnTo>
                  <a:pt x="3524250" y="2181225"/>
                </a:lnTo>
                <a:close/>
                <a:moveTo>
                  <a:pt x="3514725" y="2181225"/>
                </a:moveTo>
                <a:lnTo>
                  <a:pt x="3524250" y="2181225"/>
                </a:lnTo>
                <a:lnTo>
                  <a:pt x="3524250" y="2238375"/>
                </a:lnTo>
                <a:lnTo>
                  <a:pt x="3514725" y="2238375"/>
                </a:lnTo>
                <a:close/>
                <a:moveTo>
                  <a:pt x="2057400" y="2200275"/>
                </a:moveTo>
                <a:lnTo>
                  <a:pt x="2076450" y="2200275"/>
                </a:lnTo>
                <a:lnTo>
                  <a:pt x="2076450" y="2219325"/>
                </a:lnTo>
                <a:lnTo>
                  <a:pt x="2057400" y="2219325"/>
                </a:lnTo>
                <a:close/>
                <a:moveTo>
                  <a:pt x="3505200" y="2247900"/>
                </a:moveTo>
                <a:lnTo>
                  <a:pt x="3514725" y="2247900"/>
                </a:lnTo>
                <a:lnTo>
                  <a:pt x="3514725" y="2305050"/>
                </a:lnTo>
                <a:lnTo>
                  <a:pt x="3505200" y="2305050"/>
                </a:lnTo>
                <a:close/>
                <a:moveTo>
                  <a:pt x="152400" y="2257425"/>
                </a:moveTo>
                <a:lnTo>
                  <a:pt x="171450" y="2257425"/>
                </a:lnTo>
                <a:lnTo>
                  <a:pt x="171450" y="2286000"/>
                </a:lnTo>
                <a:lnTo>
                  <a:pt x="180975" y="2286000"/>
                </a:lnTo>
                <a:lnTo>
                  <a:pt x="180975" y="2438400"/>
                </a:lnTo>
                <a:lnTo>
                  <a:pt x="190500" y="2438400"/>
                </a:lnTo>
                <a:lnTo>
                  <a:pt x="190500" y="2628900"/>
                </a:lnTo>
                <a:lnTo>
                  <a:pt x="200025" y="2628900"/>
                </a:lnTo>
                <a:lnTo>
                  <a:pt x="200025" y="2809875"/>
                </a:lnTo>
                <a:lnTo>
                  <a:pt x="209550" y="2809875"/>
                </a:lnTo>
                <a:lnTo>
                  <a:pt x="209550" y="3028950"/>
                </a:lnTo>
                <a:lnTo>
                  <a:pt x="219075" y="3028950"/>
                </a:lnTo>
                <a:lnTo>
                  <a:pt x="219075" y="3200400"/>
                </a:lnTo>
                <a:lnTo>
                  <a:pt x="228600" y="3200400"/>
                </a:lnTo>
                <a:lnTo>
                  <a:pt x="228600" y="3409950"/>
                </a:lnTo>
                <a:lnTo>
                  <a:pt x="219075" y="3409950"/>
                </a:lnTo>
                <a:lnTo>
                  <a:pt x="219075" y="3228975"/>
                </a:lnTo>
                <a:lnTo>
                  <a:pt x="209550" y="3228975"/>
                </a:lnTo>
                <a:lnTo>
                  <a:pt x="209550" y="3076575"/>
                </a:lnTo>
                <a:lnTo>
                  <a:pt x="200025" y="3076575"/>
                </a:lnTo>
                <a:lnTo>
                  <a:pt x="200025" y="3067050"/>
                </a:lnTo>
                <a:lnTo>
                  <a:pt x="190500" y="3067050"/>
                </a:lnTo>
                <a:lnTo>
                  <a:pt x="190500" y="3076575"/>
                </a:lnTo>
                <a:lnTo>
                  <a:pt x="180975" y="3076575"/>
                </a:lnTo>
                <a:lnTo>
                  <a:pt x="180975" y="3086100"/>
                </a:lnTo>
                <a:lnTo>
                  <a:pt x="171450" y="3086100"/>
                </a:lnTo>
                <a:lnTo>
                  <a:pt x="171450" y="3095625"/>
                </a:lnTo>
                <a:lnTo>
                  <a:pt x="161925" y="3095625"/>
                </a:lnTo>
                <a:lnTo>
                  <a:pt x="161925" y="3105150"/>
                </a:lnTo>
                <a:lnTo>
                  <a:pt x="152400" y="3105150"/>
                </a:lnTo>
                <a:lnTo>
                  <a:pt x="152400" y="3114675"/>
                </a:lnTo>
                <a:lnTo>
                  <a:pt x="142875" y="3114675"/>
                </a:lnTo>
                <a:lnTo>
                  <a:pt x="142875" y="3124200"/>
                </a:lnTo>
                <a:lnTo>
                  <a:pt x="133350" y="3124200"/>
                </a:lnTo>
                <a:lnTo>
                  <a:pt x="133350" y="3133725"/>
                </a:lnTo>
                <a:lnTo>
                  <a:pt x="123825" y="3133725"/>
                </a:lnTo>
                <a:lnTo>
                  <a:pt x="123825" y="3143250"/>
                </a:lnTo>
                <a:lnTo>
                  <a:pt x="114300" y="3143250"/>
                </a:lnTo>
                <a:lnTo>
                  <a:pt x="114300" y="3152775"/>
                </a:lnTo>
                <a:lnTo>
                  <a:pt x="104775" y="3152775"/>
                </a:lnTo>
                <a:lnTo>
                  <a:pt x="104775" y="3162300"/>
                </a:lnTo>
                <a:lnTo>
                  <a:pt x="95250" y="3162300"/>
                </a:lnTo>
                <a:lnTo>
                  <a:pt x="95250" y="3171825"/>
                </a:lnTo>
                <a:lnTo>
                  <a:pt x="85725" y="3171825"/>
                </a:lnTo>
                <a:lnTo>
                  <a:pt x="85725" y="3181350"/>
                </a:lnTo>
                <a:lnTo>
                  <a:pt x="76200" y="3181350"/>
                </a:lnTo>
                <a:lnTo>
                  <a:pt x="76200" y="3190875"/>
                </a:lnTo>
                <a:lnTo>
                  <a:pt x="66675" y="3190875"/>
                </a:lnTo>
                <a:lnTo>
                  <a:pt x="66675" y="3200400"/>
                </a:lnTo>
                <a:lnTo>
                  <a:pt x="57150" y="3200400"/>
                </a:lnTo>
                <a:lnTo>
                  <a:pt x="57150" y="3209925"/>
                </a:lnTo>
                <a:lnTo>
                  <a:pt x="47625" y="3209925"/>
                </a:lnTo>
                <a:lnTo>
                  <a:pt x="47625" y="3219450"/>
                </a:lnTo>
                <a:lnTo>
                  <a:pt x="38100" y="3219450"/>
                </a:lnTo>
                <a:lnTo>
                  <a:pt x="38100" y="3228975"/>
                </a:lnTo>
                <a:lnTo>
                  <a:pt x="28575" y="3228975"/>
                </a:lnTo>
                <a:lnTo>
                  <a:pt x="28575" y="3238500"/>
                </a:lnTo>
                <a:lnTo>
                  <a:pt x="19050" y="3238500"/>
                </a:lnTo>
                <a:lnTo>
                  <a:pt x="19050" y="3248025"/>
                </a:lnTo>
                <a:lnTo>
                  <a:pt x="9525" y="3248025"/>
                </a:lnTo>
                <a:lnTo>
                  <a:pt x="9525" y="3257550"/>
                </a:lnTo>
                <a:lnTo>
                  <a:pt x="0" y="3257550"/>
                </a:lnTo>
                <a:lnTo>
                  <a:pt x="0" y="2362200"/>
                </a:lnTo>
                <a:lnTo>
                  <a:pt x="9525" y="2362200"/>
                </a:lnTo>
                <a:lnTo>
                  <a:pt x="9525" y="2352675"/>
                </a:lnTo>
                <a:lnTo>
                  <a:pt x="28575" y="2352675"/>
                </a:lnTo>
                <a:lnTo>
                  <a:pt x="28575" y="2343150"/>
                </a:lnTo>
                <a:lnTo>
                  <a:pt x="38100" y="2343150"/>
                </a:lnTo>
                <a:lnTo>
                  <a:pt x="38100" y="2333625"/>
                </a:lnTo>
                <a:lnTo>
                  <a:pt x="47625" y="2333625"/>
                </a:lnTo>
                <a:lnTo>
                  <a:pt x="47625" y="2324100"/>
                </a:lnTo>
                <a:lnTo>
                  <a:pt x="57150" y="2324100"/>
                </a:lnTo>
                <a:lnTo>
                  <a:pt x="57150" y="2314575"/>
                </a:lnTo>
                <a:lnTo>
                  <a:pt x="66675" y="2314575"/>
                </a:lnTo>
                <a:lnTo>
                  <a:pt x="66675" y="2305050"/>
                </a:lnTo>
                <a:lnTo>
                  <a:pt x="85725" y="2305050"/>
                </a:lnTo>
                <a:lnTo>
                  <a:pt x="85725" y="2295525"/>
                </a:lnTo>
                <a:lnTo>
                  <a:pt x="95250" y="2295525"/>
                </a:lnTo>
                <a:lnTo>
                  <a:pt x="95250" y="2286000"/>
                </a:lnTo>
                <a:lnTo>
                  <a:pt x="114300" y="2286000"/>
                </a:lnTo>
                <a:lnTo>
                  <a:pt x="114300" y="2276475"/>
                </a:lnTo>
                <a:lnTo>
                  <a:pt x="133350" y="2276475"/>
                </a:lnTo>
                <a:lnTo>
                  <a:pt x="133350" y="2266950"/>
                </a:lnTo>
                <a:lnTo>
                  <a:pt x="152400" y="2266950"/>
                </a:lnTo>
                <a:close/>
                <a:moveTo>
                  <a:pt x="3495675" y="2314575"/>
                </a:moveTo>
                <a:lnTo>
                  <a:pt x="3505200" y="2314575"/>
                </a:lnTo>
                <a:lnTo>
                  <a:pt x="3505200" y="2381250"/>
                </a:lnTo>
                <a:lnTo>
                  <a:pt x="3495675" y="2381250"/>
                </a:lnTo>
                <a:close/>
                <a:moveTo>
                  <a:pt x="3486150" y="2390775"/>
                </a:moveTo>
                <a:lnTo>
                  <a:pt x="3495675" y="2390775"/>
                </a:lnTo>
                <a:lnTo>
                  <a:pt x="3495675" y="2457450"/>
                </a:lnTo>
                <a:lnTo>
                  <a:pt x="3486150" y="2457450"/>
                </a:lnTo>
                <a:close/>
                <a:moveTo>
                  <a:pt x="3476625" y="2457450"/>
                </a:moveTo>
                <a:lnTo>
                  <a:pt x="3486150" y="2457450"/>
                </a:lnTo>
                <a:lnTo>
                  <a:pt x="3486150" y="2524125"/>
                </a:lnTo>
                <a:lnTo>
                  <a:pt x="3476625" y="2524125"/>
                </a:lnTo>
                <a:close/>
                <a:moveTo>
                  <a:pt x="895350" y="2486025"/>
                </a:moveTo>
                <a:lnTo>
                  <a:pt x="923925" y="2486025"/>
                </a:lnTo>
                <a:lnTo>
                  <a:pt x="923925" y="2609850"/>
                </a:lnTo>
                <a:lnTo>
                  <a:pt x="933450" y="2609850"/>
                </a:lnTo>
                <a:lnTo>
                  <a:pt x="933450" y="2667000"/>
                </a:lnTo>
                <a:lnTo>
                  <a:pt x="923925" y="2667000"/>
                </a:lnTo>
                <a:lnTo>
                  <a:pt x="923925" y="2676525"/>
                </a:lnTo>
                <a:lnTo>
                  <a:pt x="895350" y="2676525"/>
                </a:lnTo>
                <a:lnTo>
                  <a:pt x="895350" y="2533650"/>
                </a:lnTo>
                <a:lnTo>
                  <a:pt x="885825" y="2533650"/>
                </a:lnTo>
                <a:lnTo>
                  <a:pt x="885825" y="2495550"/>
                </a:lnTo>
                <a:lnTo>
                  <a:pt x="895350" y="2495550"/>
                </a:lnTo>
                <a:close/>
                <a:moveTo>
                  <a:pt x="1076325" y="2514600"/>
                </a:moveTo>
                <a:lnTo>
                  <a:pt x="1095375" y="2514600"/>
                </a:lnTo>
                <a:lnTo>
                  <a:pt x="1095375" y="2524125"/>
                </a:lnTo>
                <a:lnTo>
                  <a:pt x="1104900" y="2524125"/>
                </a:lnTo>
                <a:lnTo>
                  <a:pt x="1104900" y="2657475"/>
                </a:lnTo>
                <a:lnTo>
                  <a:pt x="1095375" y="2657475"/>
                </a:lnTo>
                <a:lnTo>
                  <a:pt x="1095375" y="2667000"/>
                </a:lnTo>
                <a:lnTo>
                  <a:pt x="1085850" y="2667000"/>
                </a:lnTo>
                <a:lnTo>
                  <a:pt x="1085850" y="2657475"/>
                </a:lnTo>
                <a:lnTo>
                  <a:pt x="1076325" y="2657475"/>
                </a:lnTo>
                <a:lnTo>
                  <a:pt x="1076325" y="2581275"/>
                </a:lnTo>
                <a:lnTo>
                  <a:pt x="1066800" y="2581275"/>
                </a:lnTo>
                <a:lnTo>
                  <a:pt x="1066800" y="2524125"/>
                </a:lnTo>
                <a:lnTo>
                  <a:pt x="1076325" y="2524125"/>
                </a:lnTo>
                <a:close/>
                <a:moveTo>
                  <a:pt x="3467100" y="2533650"/>
                </a:moveTo>
                <a:lnTo>
                  <a:pt x="3476625" y="2533650"/>
                </a:lnTo>
                <a:lnTo>
                  <a:pt x="3476625" y="2590800"/>
                </a:lnTo>
                <a:lnTo>
                  <a:pt x="3467100" y="2590800"/>
                </a:lnTo>
                <a:close/>
                <a:moveTo>
                  <a:pt x="790575" y="2562225"/>
                </a:moveTo>
                <a:lnTo>
                  <a:pt x="800100" y="2562225"/>
                </a:lnTo>
                <a:lnTo>
                  <a:pt x="800100" y="2571750"/>
                </a:lnTo>
                <a:lnTo>
                  <a:pt x="809625" y="2571750"/>
                </a:lnTo>
                <a:lnTo>
                  <a:pt x="809625" y="2628900"/>
                </a:lnTo>
                <a:lnTo>
                  <a:pt x="819150" y="2628900"/>
                </a:lnTo>
                <a:lnTo>
                  <a:pt x="819150" y="2676525"/>
                </a:lnTo>
                <a:lnTo>
                  <a:pt x="809625" y="2676525"/>
                </a:lnTo>
                <a:lnTo>
                  <a:pt x="809625" y="2686050"/>
                </a:lnTo>
                <a:lnTo>
                  <a:pt x="771525" y="2686050"/>
                </a:lnTo>
                <a:lnTo>
                  <a:pt x="771525" y="2619375"/>
                </a:lnTo>
                <a:lnTo>
                  <a:pt x="781050" y="2619375"/>
                </a:lnTo>
                <a:lnTo>
                  <a:pt x="781050" y="2571750"/>
                </a:lnTo>
                <a:lnTo>
                  <a:pt x="790575" y="2571750"/>
                </a:lnTo>
                <a:close/>
                <a:moveTo>
                  <a:pt x="1009650" y="2581275"/>
                </a:moveTo>
                <a:lnTo>
                  <a:pt x="1019175" y="2581275"/>
                </a:lnTo>
                <a:lnTo>
                  <a:pt x="1019175" y="2590800"/>
                </a:lnTo>
                <a:lnTo>
                  <a:pt x="1028700" y="2590800"/>
                </a:lnTo>
                <a:lnTo>
                  <a:pt x="1028700" y="2638425"/>
                </a:lnTo>
                <a:lnTo>
                  <a:pt x="1038225" y="2638425"/>
                </a:lnTo>
                <a:lnTo>
                  <a:pt x="1038225" y="2667000"/>
                </a:lnTo>
                <a:lnTo>
                  <a:pt x="1028700" y="2667000"/>
                </a:lnTo>
                <a:lnTo>
                  <a:pt x="1028700" y="2676525"/>
                </a:lnTo>
                <a:lnTo>
                  <a:pt x="1009650" y="2676525"/>
                </a:lnTo>
                <a:lnTo>
                  <a:pt x="1009650" y="2667000"/>
                </a:lnTo>
                <a:lnTo>
                  <a:pt x="1000125" y="2667000"/>
                </a:lnTo>
                <a:lnTo>
                  <a:pt x="1000125" y="2590800"/>
                </a:lnTo>
                <a:lnTo>
                  <a:pt x="1009650" y="2590800"/>
                </a:lnTo>
                <a:close/>
                <a:moveTo>
                  <a:pt x="533400" y="2590800"/>
                </a:moveTo>
                <a:lnTo>
                  <a:pt x="542925" y="2590800"/>
                </a:lnTo>
                <a:lnTo>
                  <a:pt x="542925" y="2600325"/>
                </a:lnTo>
                <a:lnTo>
                  <a:pt x="552450" y="2600325"/>
                </a:lnTo>
                <a:lnTo>
                  <a:pt x="552450" y="2657475"/>
                </a:lnTo>
                <a:lnTo>
                  <a:pt x="561975" y="2657475"/>
                </a:lnTo>
                <a:lnTo>
                  <a:pt x="561975" y="2695575"/>
                </a:lnTo>
                <a:lnTo>
                  <a:pt x="552450" y="2695575"/>
                </a:lnTo>
                <a:lnTo>
                  <a:pt x="552450" y="2705100"/>
                </a:lnTo>
                <a:lnTo>
                  <a:pt x="533400" y="2705100"/>
                </a:lnTo>
                <a:lnTo>
                  <a:pt x="533400" y="2695575"/>
                </a:lnTo>
                <a:lnTo>
                  <a:pt x="523875" y="2695575"/>
                </a:lnTo>
                <a:lnTo>
                  <a:pt x="523875" y="2600325"/>
                </a:lnTo>
                <a:lnTo>
                  <a:pt x="533400" y="2600325"/>
                </a:lnTo>
                <a:close/>
                <a:moveTo>
                  <a:pt x="647700" y="2590800"/>
                </a:moveTo>
                <a:lnTo>
                  <a:pt x="657225" y="2590800"/>
                </a:lnTo>
                <a:lnTo>
                  <a:pt x="657225" y="2600325"/>
                </a:lnTo>
                <a:lnTo>
                  <a:pt x="666750" y="2600325"/>
                </a:lnTo>
                <a:lnTo>
                  <a:pt x="666750" y="2628900"/>
                </a:lnTo>
                <a:lnTo>
                  <a:pt x="676275" y="2628900"/>
                </a:lnTo>
                <a:lnTo>
                  <a:pt x="676275" y="2686050"/>
                </a:lnTo>
                <a:lnTo>
                  <a:pt x="666750" y="2686050"/>
                </a:lnTo>
                <a:lnTo>
                  <a:pt x="666750" y="2695575"/>
                </a:lnTo>
                <a:lnTo>
                  <a:pt x="638175" y="2695575"/>
                </a:lnTo>
                <a:lnTo>
                  <a:pt x="638175" y="2600325"/>
                </a:lnTo>
                <a:lnTo>
                  <a:pt x="647700" y="2600325"/>
                </a:lnTo>
                <a:close/>
                <a:moveTo>
                  <a:pt x="3457575" y="2600325"/>
                </a:moveTo>
                <a:lnTo>
                  <a:pt x="3467100" y="2600325"/>
                </a:lnTo>
                <a:lnTo>
                  <a:pt x="3467100" y="2667000"/>
                </a:lnTo>
                <a:lnTo>
                  <a:pt x="3457575" y="2667000"/>
                </a:lnTo>
                <a:close/>
                <a:moveTo>
                  <a:pt x="457200" y="2647950"/>
                </a:moveTo>
                <a:lnTo>
                  <a:pt x="476250" y="2647950"/>
                </a:lnTo>
                <a:lnTo>
                  <a:pt x="476250" y="2695575"/>
                </a:lnTo>
                <a:lnTo>
                  <a:pt x="485775" y="2695575"/>
                </a:lnTo>
                <a:lnTo>
                  <a:pt x="485775" y="2705100"/>
                </a:lnTo>
                <a:lnTo>
                  <a:pt x="476250" y="2705100"/>
                </a:lnTo>
                <a:lnTo>
                  <a:pt x="476250" y="2714625"/>
                </a:lnTo>
                <a:lnTo>
                  <a:pt x="466725" y="2714625"/>
                </a:lnTo>
                <a:lnTo>
                  <a:pt x="466725" y="2705100"/>
                </a:lnTo>
                <a:lnTo>
                  <a:pt x="457200" y="2705100"/>
                </a:lnTo>
                <a:close/>
                <a:moveTo>
                  <a:pt x="3448050" y="2667000"/>
                </a:moveTo>
                <a:lnTo>
                  <a:pt x="3457575" y="2667000"/>
                </a:lnTo>
                <a:lnTo>
                  <a:pt x="3457575" y="2743200"/>
                </a:lnTo>
                <a:lnTo>
                  <a:pt x="3448050" y="2743200"/>
                </a:lnTo>
                <a:lnTo>
                  <a:pt x="3448050" y="2809875"/>
                </a:lnTo>
                <a:lnTo>
                  <a:pt x="3438525" y="2809875"/>
                </a:lnTo>
                <a:lnTo>
                  <a:pt x="3438525" y="2733675"/>
                </a:lnTo>
                <a:lnTo>
                  <a:pt x="3448050" y="2733675"/>
                </a:lnTo>
                <a:close/>
                <a:moveTo>
                  <a:pt x="3429000" y="2809875"/>
                </a:moveTo>
                <a:lnTo>
                  <a:pt x="3438525" y="2809875"/>
                </a:lnTo>
                <a:lnTo>
                  <a:pt x="3438525" y="2867025"/>
                </a:lnTo>
                <a:lnTo>
                  <a:pt x="3429000" y="2867025"/>
                </a:lnTo>
                <a:lnTo>
                  <a:pt x="3429000" y="2933700"/>
                </a:lnTo>
                <a:lnTo>
                  <a:pt x="3419475" y="2933700"/>
                </a:lnTo>
                <a:lnTo>
                  <a:pt x="3419475" y="3000375"/>
                </a:lnTo>
                <a:lnTo>
                  <a:pt x="3409950" y="3000375"/>
                </a:lnTo>
                <a:lnTo>
                  <a:pt x="3409950" y="2924175"/>
                </a:lnTo>
                <a:lnTo>
                  <a:pt x="3419475" y="2924175"/>
                </a:lnTo>
                <a:lnTo>
                  <a:pt x="3419475" y="2847975"/>
                </a:lnTo>
                <a:lnTo>
                  <a:pt x="3429000" y="2847975"/>
                </a:lnTo>
                <a:close/>
                <a:moveTo>
                  <a:pt x="3152775" y="2943225"/>
                </a:moveTo>
                <a:lnTo>
                  <a:pt x="3162300" y="2943225"/>
                </a:lnTo>
                <a:lnTo>
                  <a:pt x="3162300" y="2962275"/>
                </a:lnTo>
                <a:lnTo>
                  <a:pt x="3152775" y="2962275"/>
                </a:lnTo>
                <a:close/>
                <a:moveTo>
                  <a:pt x="3400425" y="3048000"/>
                </a:moveTo>
                <a:lnTo>
                  <a:pt x="3409950" y="3048000"/>
                </a:lnTo>
                <a:lnTo>
                  <a:pt x="3409950" y="3057525"/>
                </a:lnTo>
                <a:lnTo>
                  <a:pt x="3400425" y="3057525"/>
                </a:lnTo>
                <a:close/>
                <a:moveTo>
                  <a:pt x="523875" y="3076575"/>
                </a:moveTo>
                <a:lnTo>
                  <a:pt x="533400" y="3076575"/>
                </a:lnTo>
                <a:lnTo>
                  <a:pt x="533400" y="3086100"/>
                </a:lnTo>
                <a:lnTo>
                  <a:pt x="542925" y="3086100"/>
                </a:lnTo>
                <a:lnTo>
                  <a:pt x="542925" y="3095625"/>
                </a:lnTo>
                <a:lnTo>
                  <a:pt x="552450" y="3095625"/>
                </a:lnTo>
                <a:lnTo>
                  <a:pt x="552450" y="3124200"/>
                </a:lnTo>
                <a:lnTo>
                  <a:pt x="542925" y="3124200"/>
                </a:lnTo>
                <a:lnTo>
                  <a:pt x="542925" y="3105150"/>
                </a:lnTo>
                <a:lnTo>
                  <a:pt x="533400" y="3105150"/>
                </a:lnTo>
                <a:lnTo>
                  <a:pt x="533400" y="3095625"/>
                </a:lnTo>
                <a:lnTo>
                  <a:pt x="514350" y="3095625"/>
                </a:lnTo>
                <a:lnTo>
                  <a:pt x="514350" y="3086100"/>
                </a:lnTo>
                <a:lnTo>
                  <a:pt x="523875" y="3086100"/>
                </a:lnTo>
                <a:close/>
                <a:moveTo>
                  <a:pt x="3390900" y="3086100"/>
                </a:moveTo>
                <a:lnTo>
                  <a:pt x="3400425" y="3086100"/>
                </a:lnTo>
                <a:lnTo>
                  <a:pt x="3400425" y="3133725"/>
                </a:lnTo>
                <a:lnTo>
                  <a:pt x="3390900" y="3133725"/>
                </a:lnTo>
                <a:close/>
                <a:moveTo>
                  <a:pt x="495300" y="3095625"/>
                </a:moveTo>
                <a:lnTo>
                  <a:pt x="504825" y="3095625"/>
                </a:lnTo>
                <a:lnTo>
                  <a:pt x="504825" y="3124200"/>
                </a:lnTo>
                <a:lnTo>
                  <a:pt x="523875" y="3124200"/>
                </a:lnTo>
                <a:lnTo>
                  <a:pt x="523875" y="3133725"/>
                </a:lnTo>
                <a:lnTo>
                  <a:pt x="495300" y="3133725"/>
                </a:lnTo>
                <a:lnTo>
                  <a:pt x="495300" y="3124200"/>
                </a:lnTo>
                <a:lnTo>
                  <a:pt x="485775" y="3124200"/>
                </a:lnTo>
                <a:lnTo>
                  <a:pt x="485775" y="3105150"/>
                </a:lnTo>
                <a:lnTo>
                  <a:pt x="495300" y="3105150"/>
                </a:lnTo>
                <a:close/>
                <a:moveTo>
                  <a:pt x="533400" y="3124200"/>
                </a:moveTo>
                <a:lnTo>
                  <a:pt x="542925" y="3124200"/>
                </a:lnTo>
                <a:lnTo>
                  <a:pt x="542925" y="3133725"/>
                </a:lnTo>
                <a:lnTo>
                  <a:pt x="533400" y="3133725"/>
                </a:lnTo>
                <a:close/>
                <a:moveTo>
                  <a:pt x="523875" y="3133725"/>
                </a:moveTo>
                <a:lnTo>
                  <a:pt x="533400" y="3133725"/>
                </a:lnTo>
                <a:lnTo>
                  <a:pt x="533400" y="3143250"/>
                </a:lnTo>
                <a:lnTo>
                  <a:pt x="523875" y="3143250"/>
                </a:lnTo>
                <a:close/>
                <a:moveTo>
                  <a:pt x="523875" y="3171825"/>
                </a:moveTo>
                <a:lnTo>
                  <a:pt x="552450" y="3171825"/>
                </a:lnTo>
                <a:lnTo>
                  <a:pt x="552450" y="3181350"/>
                </a:lnTo>
                <a:lnTo>
                  <a:pt x="542925" y="3181350"/>
                </a:lnTo>
                <a:lnTo>
                  <a:pt x="542925" y="3200400"/>
                </a:lnTo>
                <a:lnTo>
                  <a:pt x="514350" y="3200400"/>
                </a:lnTo>
                <a:lnTo>
                  <a:pt x="514350" y="3181350"/>
                </a:lnTo>
                <a:lnTo>
                  <a:pt x="523875" y="3181350"/>
                </a:lnTo>
                <a:close/>
                <a:moveTo>
                  <a:pt x="3381375" y="3181350"/>
                </a:moveTo>
                <a:lnTo>
                  <a:pt x="3390900" y="3181350"/>
                </a:lnTo>
                <a:lnTo>
                  <a:pt x="3390900" y="3190875"/>
                </a:lnTo>
                <a:lnTo>
                  <a:pt x="3381375" y="3190875"/>
                </a:lnTo>
                <a:close/>
                <a:moveTo>
                  <a:pt x="228600" y="3457575"/>
                </a:moveTo>
                <a:lnTo>
                  <a:pt x="238125" y="3457575"/>
                </a:lnTo>
                <a:lnTo>
                  <a:pt x="238125" y="3609975"/>
                </a:lnTo>
                <a:lnTo>
                  <a:pt x="228600" y="3609975"/>
                </a:lnTo>
                <a:close/>
                <a:moveTo>
                  <a:pt x="238125" y="3657600"/>
                </a:moveTo>
                <a:lnTo>
                  <a:pt x="247650" y="3657600"/>
                </a:lnTo>
                <a:lnTo>
                  <a:pt x="247650" y="3686175"/>
                </a:lnTo>
                <a:lnTo>
                  <a:pt x="238125" y="3686175"/>
                </a:lnTo>
                <a:close/>
                <a:moveTo>
                  <a:pt x="238125" y="3705225"/>
                </a:moveTo>
                <a:lnTo>
                  <a:pt x="247650" y="3705225"/>
                </a:lnTo>
                <a:lnTo>
                  <a:pt x="247650" y="3771900"/>
                </a:lnTo>
                <a:lnTo>
                  <a:pt x="238125" y="3771900"/>
                </a:lnTo>
                <a:close/>
                <a:moveTo>
                  <a:pt x="542925" y="3752850"/>
                </a:moveTo>
                <a:lnTo>
                  <a:pt x="561975" y="3752850"/>
                </a:lnTo>
                <a:lnTo>
                  <a:pt x="561975" y="3762375"/>
                </a:lnTo>
                <a:lnTo>
                  <a:pt x="542925" y="3762375"/>
                </a:lnTo>
                <a:close/>
                <a:moveTo>
                  <a:pt x="3819525" y="3752850"/>
                </a:moveTo>
                <a:lnTo>
                  <a:pt x="3829050" y="3752850"/>
                </a:lnTo>
                <a:lnTo>
                  <a:pt x="3829050" y="3762375"/>
                </a:lnTo>
                <a:lnTo>
                  <a:pt x="3819525" y="3762375"/>
                </a:lnTo>
                <a:close/>
                <a:moveTo>
                  <a:pt x="561975" y="3762375"/>
                </a:moveTo>
                <a:lnTo>
                  <a:pt x="571500" y="3762375"/>
                </a:lnTo>
                <a:lnTo>
                  <a:pt x="571500" y="3771900"/>
                </a:lnTo>
                <a:lnTo>
                  <a:pt x="561975" y="3771900"/>
                </a:lnTo>
                <a:close/>
                <a:moveTo>
                  <a:pt x="3800475" y="3762375"/>
                </a:moveTo>
                <a:lnTo>
                  <a:pt x="3810000" y="3762375"/>
                </a:lnTo>
                <a:lnTo>
                  <a:pt x="3810000" y="3771900"/>
                </a:lnTo>
                <a:lnTo>
                  <a:pt x="3800475" y="3771900"/>
                </a:lnTo>
                <a:close/>
                <a:moveTo>
                  <a:pt x="571500" y="3771900"/>
                </a:moveTo>
                <a:lnTo>
                  <a:pt x="581025" y="3771900"/>
                </a:lnTo>
                <a:lnTo>
                  <a:pt x="581025" y="3781425"/>
                </a:lnTo>
                <a:lnTo>
                  <a:pt x="571500" y="3781425"/>
                </a:lnTo>
                <a:close/>
                <a:moveTo>
                  <a:pt x="3781425" y="3771900"/>
                </a:moveTo>
                <a:lnTo>
                  <a:pt x="3790950" y="3771900"/>
                </a:lnTo>
                <a:lnTo>
                  <a:pt x="3790950" y="3781425"/>
                </a:lnTo>
                <a:lnTo>
                  <a:pt x="3781425" y="3781425"/>
                </a:lnTo>
                <a:close/>
                <a:moveTo>
                  <a:pt x="247650" y="3781425"/>
                </a:moveTo>
                <a:lnTo>
                  <a:pt x="257175" y="3781425"/>
                </a:lnTo>
                <a:lnTo>
                  <a:pt x="257175" y="3838575"/>
                </a:lnTo>
                <a:lnTo>
                  <a:pt x="247650" y="3838575"/>
                </a:lnTo>
                <a:close/>
                <a:moveTo>
                  <a:pt x="581025" y="3781425"/>
                </a:moveTo>
                <a:lnTo>
                  <a:pt x="590550" y="3781425"/>
                </a:lnTo>
                <a:lnTo>
                  <a:pt x="590550" y="3790950"/>
                </a:lnTo>
                <a:lnTo>
                  <a:pt x="581025" y="3790950"/>
                </a:lnTo>
                <a:close/>
                <a:moveTo>
                  <a:pt x="3762375" y="3781425"/>
                </a:moveTo>
                <a:lnTo>
                  <a:pt x="3771900" y="3781425"/>
                </a:lnTo>
                <a:lnTo>
                  <a:pt x="3771900" y="3790950"/>
                </a:lnTo>
                <a:lnTo>
                  <a:pt x="3762375" y="3790950"/>
                </a:lnTo>
                <a:close/>
                <a:moveTo>
                  <a:pt x="504825" y="3790950"/>
                </a:moveTo>
                <a:lnTo>
                  <a:pt x="514350" y="3790950"/>
                </a:lnTo>
                <a:lnTo>
                  <a:pt x="514350" y="3819525"/>
                </a:lnTo>
                <a:lnTo>
                  <a:pt x="504825" y="3819525"/>
                </a:lnTo>
                <a:close/>
                <a:moveTo>
                  <a:pt x="3743325" y="3790950"/>
                </a:moveTo>
                <a:lnTo>
                  <a:pt x="3752850" y="3790950"/>
                </a:lnTo>
                <a:lnTo>
                  <a:pt x="3752850" y="3800475"/>
                </a:lnTo>
                <a:lnTo>
                  <a:pt x="3743325" y="3800475"/>
                </a:lnTo>
                <a:close/>
                <a:moveTo>
                  <a:pt x="3724275" y="3800475"/>
                </a:moveTo>
                <a:lnTo>
                  <a:pt x="3733800" y="3800475"/>
                </a:lnTo>
                <a:lnTo>
                  <a:pt x="3733800" y="3810000"/>
                </a:lnTo>
                <a:lnTo>
                  <a:pt x="3724275" y="3810000"/>
                </a:lnTo>
                <a:close/>
                <a:moveTo>
                  <a:pt x="552450" y="3810000"/>
                </a:moveTo>
                <a:lnTo>
                  <a:pt x="561975" y="3810000"/>
                </a:lnTo>
                <a:lnTo>
                  <a:pt x="561975" y="3819525"/>
                </a:lnTo>
                <a:lnTo>
                  <a:pt x="571500" y="3819525"/>
                </a:lnTo>
                <a:lnTo>
                  <a:pt x="571500" y="3829050"/>
                </a:lnTo>
                <a:lnTo>
                  <a:pt x="590550" y="3829050"/>
                </a:lnTo>
                <a:lnTo>
                  <a:pt x="590550" y="3838575"/>
                </a:lnTo>
                <a:lnTo>
                  <a:pt x="581025" y="3838575"/>
                </a:lnTo>
                <a:lnTo>
                  <a:pt x="581025" y="3848100"/>
                </a:lnTo>
                <a:lnTo>
                  <a:pt x="571500" y="3848100"/>
                </a:lnTo>
                <a:lnTo>
                  <a:pt x="571500" y="3838575"/>
                </a:lnTo>
                <a:lnTo>
                  <a:pt x="561975" y="3838575"/>
                </a:lnTo>
                <a:lnTo>
                  <a:pt x="561975" y="3829050"/>
                </a:lnTo>
                <a:lnTo>
                  <a:pt x="542925" y="3829050"/>
                </a:lnTo>
                <a:lnTo>
                  <a:pt x="542925" y="3819525"/>
                </a:lnTo>
                <a:lnTo>
                  <a:pt x="552450" y="3819525"/>
                </a:lnTo>
                <a:close/>
                <a:moveTo>
                  <a:pt x="3705225" y="3810000"/>
                </a:moveTo>
                <a:lnTo>
                  <a:pt x="3714750" y="3810000"/>
                </a:lnTo>
                <a:lnTo>
                  <a:pt x="3714750" y="3819525"/>
                </a:lnTo>
                <a:lnTo>
                  <a:pt x="3705225" y="3819525"/>
                </a:lnTo>
                <a:close/>
                <a:moveTo>
                  <a:pt x="3676650" y="3819525"/>
                </a:moveTo>
                <a:lnTo>
                  <a:pt x="3686175" y="3819525"/>
                </a:lnTo>
                <a:lnTo>
                  <a:pt x="3686175" y="3829050"/>
                </a:lnTo>
                <a:lnTo>
                  <a:pt x="3676650" y="3829050"/>
                </a:lnTo>
                <a:close/>
                <a:moveTo>
                  <a:pt x="514350" y="3829050"/>
                </a:moveTo>
                <a:lnTo>
                  <a:pt x="523875" y="3829050"/>
                </a:lnTo>
                <a:lnTo>
                  <a:pt x="523875" y="3838575"/>
                </a:lnTo>
                <a:lnTo>
                  <a:pt x="514350" y="3838575"/>
                </a:lnTo>
                <a:close/>
                <a:moveTo>
                  <a:pt x="3657600" y="3829050"/>
                </a:moveTo>
                <a:lnTo>
                  <a:pt x="3667125" y="3829050"/>
                </a:lnTo>
                <a:lnTo>
                  <a:pt x="3667125" y="3838575"/>
                </a:lnTo>
                <a:lnTo>
                  <a:pt x="3657600" y="3838575"/>
                </a:lnTo>
                <a:close/>
                <a:moveTo>
                  <a:pt x="523875" y="3838575"/>
                </a:moveTo>
                <a:lnTo>
                  <a:pt x="533400" y="3838575"/>
                </a:lnTo>
                <a:lnTo>
                  <a:pt x="533400" y="3848100"/>
                </a:lnTo>
                <a:lnTo>
                  <a:pt x="523875" y="3848100"/>
                </a:lnTo>
                <a:close/>
                <a:moveTo>
                  <a:pt x="3629025" y="3838575"/>
                </a:moveTo>
                <a:lnTo>
                  <a:pt x="3648075" y="3838575"/>
                </a:lnTo>
                <a:lnTo>
                  <a:pt x="3648075" y="3848100"/>
                </a:lnTo>
                <a:lnTo>
                  <a:pt x="3629025" y="3848100"/>
                </a:lnTo>
                <a:close/>
                <a:moveTo>
                  <a:pt x="3609975" y="3848100"/>
                </a:moveTo>
                <a:lnTo>
                  <a:pt x="3619500" y="3848100"/>
                </a:lnTo>
                <a:lnTo>
                  <a:pt x="3619500" y="3857625"/>
                </a:lnTo>
                <a:lnTo>
                  <a:pt x="3609975" y="3857625"/>
                </a:lnTo>
                <a:close/>
                <a:moveTo>
                  <a:pt x="3581400" y="3857625"/>
                </a:moveTo>
                <a:lnTo>
                  <a:pt x="3600450" y="3857625"/>
                </a:lnTo>
                <a:lnTo>
                  <a:pt x="3600450" y="3867150"/>
                </a:lnTo>
                <a:lnTo>
                  <a:pt x="3581400" y="3867150"/>
                </a:lnTo>
                <a:close/>
                <a:moveTo>
                  <a:pt x="3552825" y="3867150"/>
                </a:moveTo>
                <a:lnTo>
                  <a:pt x="3571875" y="3867150"/>
                </a:lnTo>
                <a:lnTo>
                  <a:pt x="3571875" y="3876675"/>
                </a:lnTo>
                <a:lnTo>
                  <a:pt x="3552825" y="3876675"/>
                </a:lnTo>
                <a:close/>
                <a:moveTo>
                  <a:pt x="3524250" y="3876675"/>
                </a:moveTo>
                <a:lnTo>
                  <a:pt x="3543300" y="3876675"/>
                </a:lnTo>
                <a:lnTo>
                  <a:pt x="3543300" y="3886200"/>
                </a:lnTo>
                <a:lnTo>
                  <a:pt x="3524250" y="3886200"/>
                </a:lnTo>
                <a:close/>
                <a:moveTo>
                  <a:pt x="3495675" y="3886200"/>
                </a:moveTo>
                <a:lnTo>
                  <a:pt x="3514725" y="3886200"/>
                </a:lnTo>
                <a:lnTo>
                  <a:pt x="3514725" y="3895725"/>
                </a:lnTo>
                <a:lnTo>
                  <a:pt x="3495675" y="3895725"/>
                </a:lnTo>
                <a:close/>
                <a:moveTo>
                  <a:pt x="3467100" y="3895725"/>
                </a:moveTo>
                <a:lnTo>
                  <a:pt x="3486150" y="3895725"/>
                </a:lnTo>
                <a:lnTo>
                  <a:pt x="3486150" y="3905250"/>
                </a:lnTo>
                <a:lnTo>
                  <a:pt x="3467100" y="3905250"/>
                </a:lnTo>
                <a:close/>
                <a:moveTo>
                  <a:pt x="3438525" y="3905250"/>
                </a:moveTo>
                <a:lnTo>
                  <a:pt x="3457575" y="3905250"/>
                </a:lnTo>
                <a:lnTo>
                  <a:pt x="3457575" y="3914775"/>
                </a:lnTo>
                <a:lnTo>
                  <a:pt x="3438525" y="3914775"/>
                </a:lnTo>
                <a:close/>
                <a:moveTo>
                  <a:pt x="3400425" y="3914775"/>
                </a:moveTo>
                <a:lnTo>
                  <a:pt x="3429000" y="3914775"/>
                </a:lnTo>
                <a:lnTo>
                  <a:pt x="3429000" y="3924300"/>
                </a:lnTo>
                <a:lnTo>
                  <a:pt x="3400425" y="3924300"/>
                </a:lnTo>
                <a:close/>
                <a:moveTo>
                  <a:pt x="3362325" y="3924300"/>
                </a:moveTo>
                <a:lnTo>
                  <a:pt x="3390900" y="3924300"/>
                </a:lnTo>
                <a:lnTo>
                  <a:pt x="3390900" y="3933825"/>
                </a:lnTo>
                <a:lnTo>
                  <a:pt x="3362325" y="3933825"/>
                </a:lnTo>
                <a:close/>
                <a:moveTo>
                  <a:pt x="3324225" y="3933825"/>
                </a:moveTo>
                <a:lnTo>
                  <a:pt x="3352800" y="3933825"/>
                </a:lnTo>
                <a:lnTo>
                  <a:pt x="3352800" y="3943350"/>
                </a:lnTo>
                <a:lnTo>
                  <a:pt x="3324225" y="3943350"/>
                </a:lnTo>
                <a:close/>
                <a:moveTo>
                  <a:pt x="3267075" y="3943350"/>
                </a:moveTo>
                <a:lnTo>
                  <a:pt x="3305175" y="3943350"/>
                </a:lnTo>
                <a:lnTo>
                  <a:pt x="3305175" y="3952875"/>
                </a:lnTo>
                <a:lnTo>
                  <a:pt x="3267075" y="3952875"/>
                </a:lnTo>
                <a:close/>
                <a:moveTo>
                  <a:pt x="3219450" y="3952875"/>
                </a:moveTo>
                <a:lnTo>
                  <a:pt x="3248025" y="3952875"/>
                </a:lnTo>
                <a:lnTo>
                  <a:pt x="3248025" y="3962400"/>
                </a:lnTo>
                <a:lnTo>
                  <a:pt x="3219450" y="3962400"/>
                </a:lnTo>
                <a:close/>
                <a:moveTo>
                  <a:pt x="1181100" y="4067175"/>
                </a:moveTo>
                <a:lnTo>
                  <a:pt x="1190625" y="4067175"/>
                </a:lnTo>
                <a:lnTo>
                  <a:pt x="1190625" y="4076700"/>
                </a:lnTo>
                <a:lnTo>
                  <a:pt x="1181100" y="4076700"/>
                </a:lnTo>
                <a:close/>
                <a:moveTo>
                  <a:pt x="1171575" y="4076700"/>
                </a:moveTo>
                <a:lnTo>
                  <a:pt x="1181100" y="4076700"/>
                </a:lnTo>
                <a:lnTo>
                  <a:pt x="1181100" y="4086225"/>
                </a:lnTo>
                <a:lnTo>
                  <a:pt x="1171575" y="4086225"/>
                </a:lnTo>
                <a:close/>
                <a:moveTo>
                  <a:pt x="1162050" y="4086225"/>
                </a:moveTo>
                <a:lnTo>
                  <a:pt x="1171575" y="4086225"/>
                </a:lnTo>
                <a:lnTo>
                  <a:pt x="1171575" y="4095750"/>
                </a:lnTo>
                <a:lnTo>
                  <a:pt x="1162050" y="4095750"/>
                </a:lnTo>
                <a:close/>
                <a:moveTo>
                  <a:pt x="1152525" y="4095750"/>
                </a:moveTo>
                <a:lnTo>
                  <a:pt x="1162050" y="4095750"/>
                </a:lnTo>
                <a:lnTo>
                  <a:pt x="1162050" y="4105275"/>
                </a:lnTo>
                <a:lnTo>
                  <a:pt x="1152525" y="4105275"/>
                </a:lnTo>
                <a:close/>
              </a:path>
            </a:pathLst>
          </a:custGeom>
          <a:solidFill xmlns:a="http://schemas.openxmlformats.org/drawingml/2006/main">
            <a:srgbClr val="5381BF"/>
          </a:solidFill>
          <a:ln xmlns:a="http://schemas.openxmlformats.org/drawingml/2006/main" w="0">
            <a:noFill/>
          </a:ln>
        </p:spPr>
      </p:sp>
      <p:sp>
        <p:nvSpPr>
          <p:cNvPr id="26" name="phones vector #1a65d4">
            <a:extLst xmlns:a="http://schemas.openxmlformats.org/drawingml/2006/main">
              <a:ext uri="{FF2B5EF4-FFF2-40B4-BE49-F238E27FC236}">
                <a16:creationId xmlns:a16="http://schemas.microsoft.com/office/drawing/2014/main" id="{9ECD2BD2-7876-4A6E-9F5E-91FDD9A989F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48500" y="190500"/>
            <a:ext cx="5905500" cy="6619875"/>
          </a:xfrm>
          <a:custGeom xmlns:a="http://schemas.openxmlformats.org/drawingml/2006/main">
            <a:pathLst>
              <a:path w="3838575" h="4295775">
                <a:moveTo>
                  <a:pt x="1695450" y="0"/>
                </a:moveTo>
                <a:lnTo>
                  <a:pt x="1714500" y="0"/>
                </a:lnTo>
                <a:lnTo>
                  <a:pt x="1714500" y="9525"/>
                </a:lnTo>
                <a:lnTo>
                  <a:pt x="1695450" y="9525"/>
                </a:lnTo>
                <a:close/>
                <a:moveTo>
                  <a:pt x="1685925" y="9525"/>
                </a:moveTo>
                <a:lnTo>
                  <a:pt x="1695450" y="9525"/>
                </a:lnTo>
                <a:lnTo>
                  <a:pt x="1695450" y="19050"/>
                </a:lnTo>
                <a:lnTo>
                  <a:pt x="1685925" y="19050"/>
                </a:lnTo>
                <a:close/>
                <a:moveTo>
                  <a:pt x="1666875" y="19050"/>
                </a:moveTo>
                <a:lnTo>
                  <a:pt x="1685925" y="19050"/>
                </a:lnTo>
                <a:lnTo>
                  <a:pt x="1685925" y="28575"/>
                </a:lnTo>
                <a:lnTo>
                  <a:pt x="1666875" y="28575"/>
                </a:lnTo>
                <a:close/>
                <a:moveTo>
                  <a:pt x="1657350" y="28575"/>
                </a:moveTo>
                <a:lnTo>
                  <a:pt x="1666875" y="28575"/>
                </a:lnTo>
                <a:lnTo>
                  <a:pt x="1666875" y="38100"/>
                </a:lnTo>
                <a:lnTo>
                  <a:pt x="1657350" y="38100"/>
                </a:lnTo>
                <a:close/>
                <a:moveTo>
                  <a:pt x="1638300" y="38100"/>
                </a:moveTo>
                <a:lnTo>
                  <a:pt x="1647825" y="38100"/>
                </a:lnTo>
                <a:lnTo>
                  <a:pt x="1647825" y="47625"/>
                </a:lnTo>
                <a:lnTo>
                  <a:pt x="1638300" y="47625"/>
                </a:lnTo>
                <a:close/>
                <a:moveTo>
                  <a:pt x="1619250" y="47625"/>
                </a:moveTo>
                <a:lnTo>
                  <a:pt x="1628775" y="47625"/>
                </a:lnTo>
                <a:lnTo>
                  <a:pt x="1628775" y="57150"/>
                </a:lnTo>
                <a:lnTo>
                  <a:pt x="1619250" y="57150"/>
                </a:lnTo>
                <a:close/>
                <a:moveTo>
                  <a:pt x="1609725" y="57150"/>
                </a:moveTo>
                <a:lnTo>
                  <a:pt x="1619250" y="57150"/>
                </a:lnTo>
                <a:lnTo>
                  <a:pt x="1619250" y="66675"/>
                </a:lnTo>
                <a:lnTo>
                  <a:pt x="1609725" y="66675"/>
                </a:lnTo>
                <a:close/>
                <a:moveTo>
                  <a:pt x="1590675" y="66675"/>
                </a:moveTo>
                <a:lnTo>
                  <a:pt x="1609725" y="66675"/>
                </a:lnTo>
                <a:lnTo>
                  <a:pt x="1609725" y="85725"/>
                </a:lnTo>
                <a:lnTo>
                  <a:pt x="1600200" y="85725"/>
                </a:lnTo>
                <a:lnTo>
                  <a:pt x="1600200" y="76200"/>
                </a:lnTo>
                <a:lnTo>
                  <a:pt x="1590675" y="76200"/>
                </a:lnTo>
                <a:close/>
                <a:moveTo>
                  <a:pt x="1609725" y="85725"/>
                </a:moveTo>
                <a:lnTo>
                  <a:pt x="1619250" y="85725"/>
                </a:lnTo>
                <a:lnTo>
                  <a:pt x="1619250" y="95250"/>
                </a:lnTo>
                <a:lnTo>
                  <a:pt x="1609725" y="95250"/>
                </a:lnTo>
                <a:close/>
                <a:moveTo>
                  <a:pt x="1628775" y="95250"/>
                </a:moveTo>
                <a:lnTo>
                  <a:pt x="1638300" y="95250"/>
                </a:lnTo>
                <a:lnTo>
                  <a:pt x="1638300" y="104775"/>
                </a:lnTo>
                <a:lnTo>
                  <a:pt x="1628775" y="104775"/>
                </a:lnTo>
                <a:close/>
                <a:moveTo>
                  <a:pt x="1638300" y="104775"/>
                </a:moveTo>
                <a:lnTo>
                  <a:pt x="1647825" y="104775"/>
                </a:lnTo>
                <a:lnTo>
                  <a:pt x="1647825" y="114300"/>
                </a:lnTo>
                <a:lnTo>
                  <a:pt x="1638300" y="114300"/>
                </a:lnTo>
                <a:close/>
                <a:moveTo>
                  <a:pt x="1657350" y="114300"/>
                </a:moveTo>
                <a:lnTo>
                  <a:pt x="1666875" y="114300"/>
                </a:lnTo>
                <a:lnTo>
                  <a:pt x="1666875" y="123825"/>
                </a:lnTo>
                <a:lnTo>
                  <a:pt x="1657350" y="123825"/>
                </a:lnTo>
                <a:close/>
                <a:moveTo>
                  <a:pt x="1666875" y="123825"/>
                </a:moveTo>
                <a:lnTo>
                  <a:pt x="1676400" y="123825"/>
                </a:lnTo>
                <a:lnTo>
                  <a:pt x="1676400" y="133350"/>
                </a:lnTo>
                <a:lnTo>
                  <a:pt x="1666875" y="133350"/>
                </a:lnTo>
                <a:close/>
                <a:moveTo>
                  <a:pt x="1676400" y="133350"/>
                </a:moveTo>
                <a:lnTo>
                  <a:pt x="1685925" y="133350"/>
                </a:lnTo>
                <a:lnTo>
                  <a:pt x="1685925" y="142875"/>
                </a:lnTo>
                <a:lnTo>
                  <a:pt x="1676400" y="142875"/>
                </a:lnTo>
                <a:close/>
                <a:moveTo>
                  <a:pt x="1685925" y="142875"/>
                </a:moveTo>
                <a:lnTo>
                  <a:pt x="1695450" y="142875"/>
                </a:lnTo>
                <a:lnTo>
                  <a:pt x="1695450" y="152400"/>
                </a:lnTo>
                <a:lnTo>
                  <a:pt x="1685925" y="152400"/>
                </a:lnTo>
                <a:close/>
                <a:moveTo>
                  <a:pt x="1695450" y="152400"/>
                </a:moveTo>
                <a:lnTo>
                  <a:pt x="1704975" y="152400"/>
                </a:lnTo>
                <a:lnTo>
                  <a:pt x="1704975" y="161925"/>
                </a:lnTo>
                <a:lnTo>
                  <a:pt x="1695450" y="161925"/>
                </a:lnTo>
                <a:close/>
                <a:moveTo>
                  <a:pt x="1704975" y="171450"/>
                </a:moveTo>
                <a:lnTo>
                  <a:pt x="1714500" y="171450"/>
                </a:lnTo>
                <a:lnTo>
                  <a:pt x="1714500" y="180975"/>
                </a:lnTo>
                <a:lnTo>
                  <a:pt x="1704975" y="180975"/>
                </a:lnTo>
                <a:close/>
                <a:moveTo>
                  <a:pt x="1714500" y="180975"/>
                </a:moveTo>
                <a:lnTo>
                  <a:pt x="1724025" y="180975"/>
                </a:lnTo>
                <a:lnTo>
                  <a:pt x="1724025" y="190500"/>
                </a:lnTo>
                <a:lnTo>
                  <a:pt x="1714500" y="190500"/>
                </a:lnTo>
                <a:close/>
                <a:moveTo>
                  <a:pt x="1724025" y="200025"/>
                </a:moveTo>
                <a:lnTo>
                  <a:pt x="1733550" y="200025"/>
                </a:lnTo>
                <a:lnTo>
                  <a:pt x="1733550" y="209550"/>
                </a:lnTo>
                <a:lnTo>
                  <a:pt x="1724025" y="209550"/>
                </a:lnTo>
                <a:close/>
                <a:moveTo>
                  <a:pt x="1733550" y="209550"/>
                </a:moveTo>
                <a:lnTo>
                  <a:pt x="1743075" y="209550"/>
                </a:lnTo>
                <a:lnTo>
                  <a:pt x="1743075" y="219075"/>
                </a:lnTo>
                <a:lnTo>
                  <a:pt x="1733550" y="219075"/>
                </a:lnTo>
                <a:close/>
                <a:moveTo>
                  <a:pt x="1743075" y="228600"/>
                </a:moveTo>
                <a:lnTo>
                  <a:pt x="1752600" y="228600"/>
                </a:lnTo>
                <a:lnTo>
                  <a:pt x="1752600" y="238125"/>
                </a:lnTo>
                <a:lnTo>
                  <a:pt x="1743075" y="238125"/>
                </a:lnTo>
                <a:close/>
                <a:moveTo>
                  <a:pt x="1752600" y="247650"/>
                </a:moveTo>
                <a:lnTo>
                  <a:pt x="1762125" y="247650"/>
                </a:lnTo>
                <a:lnTo>
                  <a:pt x="1762125" y="257175"/>
                </a:lnTo>
                <a:lnTo>
                  <a:pt x="1752600" y="257175"/>
                </a:lnTo>
                <a:close/>
                <a:moveTo>
                  <a:pt x="1762125" y="276225"/>
                </a:moveTo>
                <a:lnTo>
                  <a:pt x="1771650" y="276225"/>
                </a:lnTo>
                <a:lnTo>
                  <a:pt x="1771650" y="285750"/>
                </a:lnTo>
                <a:lnTo>
                  <a:pt x="1762125" y="285750"/>
                </a:lnTo>
                <a:close/>
                <a:moveTo>
                  <a:pt x="2181225" y="276225"/>
                </a:moveTo>
                <a:lnTo>
                  <a:pt x="2381250" y="276225"/>
                </a:lnTo>
                <a:lnTo>
                  <a:pt x="2381250" y="285750"/>
                </a:lnTo>
                <a:lnTo>
                  <a:pt x="2181225" y="285750"/>
                </a:lnTo>
                <a:close/>
                <a:moveTo>
                  <a:pt x="2143125" y="285750"/>
                </a:moveTo>
                <a:lnTo>
                  <a:pt x="2171700" y="285750"/>
                </a:lnTo>
                <a:lnTo>
                  <a:pt x="2171700" y="295275"/>
                </a:lnTo>
                <a:lnTo>
                  <a:pt x="2143125" y="295275"/>
                </a:lnTo>
                <a:close/>
                <a:moveTo>
                  <a:pt x="2381250" y="285750"/>
                </a:moveTo>
                <a:lnTo>
                  <a:pt x="2495550" y="285750"/>
                </a:lnTo>
                <a:lnTo>
                  <a:pt x="2495550" y="295275"/>
                </a:lnTo>
                <a:lnTo>
                  <a:pt x="2381250" y="295275"/>
                </a:lnTo>
                <a:close/>
                <a:moveTo>
                  <a:pt x="2124075" y="295275"/>
                </a:moveTo>
                <a:lnTo>
                  <a:pt x="2143125" y="295275"/>
                </a:lnTo>
                <a:lnTo>
                  <a:pt x="2143125" y="304800"/>
                </a:lnTo>
                <a:lnTo>
                  <a:pt x="2124075" y="304800"/>
                </a:lnTo>
                <a:close/>
                <a:moveTo>
                  <a:pt x="2495550" y="295275"/>
                </a:moveTo>
                <a:lnTo>
                  <a:pt x="2600325" y="295275"/>
                </a:lnTo>
                <a:lnTo>
                  <a:pt x="2600325" y="304800"/>
                </a:lnTo>
                <a:lnTo>
                  <a:pt x="2514600" y="304800"/>
                </a:lnTo>
                <a:lnTo>
                  <a:pt x="2514600" y="314325"/>
                </a:lnTo>
                <a:lnTo>
                  <a:pt x="2505075" y="314325"/>
                </a:lnTo>
                <a:lnTo>
                  <a:pt x="2505075" y="304800"/>
                </a:lnTo>
                <a:lnTo>
                  <a:pt x="2495550" y="304800"/>
                </a:lnTo>
                <a:close/>
                <a:moveTo>
                  <a:pt x="1771650" y="304800"/>
                </a:moveTo>
                <a:lnTo>
                  <a:pt x="1781175" y="304800"/>
                </a:lnTo>
                <a:lnTo>
                  <a:pt x="1781175" y="352425"/>
                </a:lnTo>
                <a:lnTo>
                  <a:pt x="1790700" y="352425"/>
                </a:lnTo>
                <a:lnTo>
                  <a:pt x="1790700" y="457200"/>
                </a:lnTo>
                <a:lnTo>
                  <a:pt x="1781175" y="457200"/>
                </a:lnTo>
                <a:lnTo>
                  <a:pt x="1781175" y="361950"/>
                </a:lnTo>
                <a:lnTo>
                  <a:pt x="1771650" y="361950"/>
                </a:lnTo>
                <a:close/>
                <a:moveTo>
                  <a:pt x="2105025" y="304800"/>
                </a:moveTo>
                <a:lnTo>
                  <a:pt x="2124075" y="304800"/>
                </a:lnTo>
                <a:lnTo>
                  <a:pt x="2124075" y="314325"/>
                </a:lnTo>
                <a:lnTo>
                  <a:pt x="2105025" y="314325"/>
                </a:lnTo>
                <a:close/>
                <a:moveTo>
                  <a:pt x="2619375" y="304800"/>
                </a:moveTo>
                <a:lnTo>
                  <a:pt x="2714625" y="304800"/>
                </a:lnTo>
                <a:lnTo>
                  <a:pt x="2714625" y="314325"/>
                </a:lnTo>
                <a:lnTo>
                  <a:pt x="2619375" y="314325"/>
                </a:lnTo>
                <a:close/>
                <a:moveTo>
                  <a:pt x="2085975" y="314325"/>
                </a:moveTo>
                <a:lnTo>
                  <a:pt x="2105025" y="314325"/>
                </a:lnTo>
                <a:lnTo>
                  <a:pt x="2105025" y="323850"/>
                </a:lnTo>
                <a:lnTo>
                  <a:pt x="2085975" y="323850"/>
                </a:lnTo>
                <a:close/>
                <a:moveTo>
                  <a:pt x="2714625" y="314325"/>
                </a:moveTo>
                <a:lnTo>
                  <a:pt x="2828925" y="314325"/>
                </a:lnTo>
                <a:lnTo>
                  <a:pt x="2828925" y="323850"/>
                </a:lnTo>
                <a:lnTo>
                  <a:pt x="2714625" y="323850"/>
                </a:lnTo>
                <a:close/>
                <a:moveTo>
                  <a:pt x="2076450" y="323850"/>
                </a:moveTo>
                <a:lnTo>
                  <a:pt x="2085975" y="323850"/>
                </a:lnTo>
                <a:lnTo>
                  <a:pt x="2085975" y="333375"/>
                </a:lnTo>
                <a:lnTo>
                  <a:pt x="2076450" y="333375"/>
                </a:lnTo>
                <a:close/>
                <a:moveTo>
                  <a:pt x="2828925" y="323850"/>
                </a:moveTo>
                <a:lnTo>
                  <a:pt x="2943225" y="323850"/>
                </a:lnTo>
                <a:lnTo>
                  <a:pt x="2943225" y="333375"/>
                </a:lnTo>
                <a:lnTo>
                  <a:pt x="2828925" y="333375"/>
                </a:lnTo>
                <a:close/>
                <a:moveTo>
                  <a:pt x="2066925" y="333375"/>
                </a:moveTo>
                <a:lnTo>
                  <a:pt x="2076450" y="333375"/>
                </a:lnTo>
                <a:lnTo>
                  <a:pt x="2076450" y="342900"/>
                </a:lnTo>
                <a:lnTo>
                  <a:pt x="2066925" y="342900"/>
                </a:lnTo>
                <a:close/>
                <a:moveTo>
                  <a:pt x="2943225" y="333375"/>
                </a:moveTo>
                <a:lnTo>
                  <a:pt x="3048000" y="333375"/>
                </a:lnTo>
                <a:lnTo>
                  <a:pt x="3048000" y="342900"/>
                </a:lnTo>
                <a:lnTo>
                  <a:pt x="2943225" y="342900"/>
                </a:lnTo>
                <a:close/>
                <a:moveTo>
                  <a:pt x="2047875" y="342900"/>
                </a:moveTo>
                <a:lnTo>
                  <a:pt x="2066925" y="342900"/>
                </a:lnTo>
                <a:lnTo>
                  <a:pt x="2066925" y="352425"/>
                </a:lnTo>
                <a:lnTo>
                  <a:pt x="2047875" y="352425"/>
                </a:lnTo>
                <a:close/>
                <a:moveTo>
                  <a:pt x="3048000" y="342900"/>
                </a:moveTo>
                <a:lnTo>
                  <a:pt x="3133725" y="342900"/>
                </a:lnTo>
                <a:lnTo>
                  <a:pt x="3133725" y="352425"/>
                </a:lnTo>
                <a:lnTo>
                  <a:pt x="3048000" y="352425"/>
                </a:lnTo>
                <a:close/>
                <a:moveTo>
                  <a:pt x="2038350" y="352425"/>
                </a:moveTo>
                <a:lnTo>
                  <a:pt x="2047875" y="352425"/>
                </a:lnTo>
                <a:lnTo>
                  <a:pt x="2047875" y="361950"/>
                </a:lnTo>
                <a:lnTo>
                  <a:pt x="2038350" y="361950"/>
                </a:lnTo>
                <a:close/>
                <a:moveTo>
                  <a:pt x="3152775" y="352425"/>
                </a:moveTo>
                <a:lnTo>
                  <a:pt x="3257550" y="352425"/>
                </a:lnTo>
                <a:lnTo>
                  <a:pt x="3257550" y="361950"/>
                </a:lnTo>
                <a:lnTo>
                  <a:pt x="3152775" y="361950"/>
                </a:lnTo>
                <a:close/>
                <a:moveTo>
                  <a:pt x="2028825" y="361950"/>
                </a:moveTo>
                <a:lnTo>
                  <a:pt x="2038350" y="361950"/>
                </a:lnTo>
                <a:lnTo>
                  <a:pt x="2038350" y="371475"/>
                </a:lnTo>
                <a:lnTo>
                  <a:pt x="2028825" y="371475"/>
                </a:lnTo>
                <a:close/>
                <a:moveTo>
                  <a:pt x="3257550" y="361950"/>
                </a:moveTo>
                <a:lnTo>
                  <a:pt x="3352800" y="361950"/>
                </a:lnTo>
                <a:lnTo>
                  <a:pt x="3352800" y="371475"/>
                </a:lnTo>
                <a:lnTo>
                  <a:pt x="3257550" y="371475"/>
                </a:lnTo>
                <a:close/>
                <a:moveTo>
                  <a:pt x="2019300" y="371475"/>
                </a:moveTo>
                <a:lnTo>
                  <a:pt x="2028825" y="371475"/>
                </a:lnTo>
                <a:lnTo>
                  <a:pt x="2028825" y="390525"/>
                </a:lnTo>
                <a:lnTo>
                  <a:pt x="2019300" y="390525"/>
                </a:lnTo>
                <a:close/>
                <a:moveTo>
                  <a:pt x="3352800" y="371475"/>
                </a:moveTo>
                <a:lnTo>
                  <a:pt x="3429000" y="371475"/>
                </a:lnTo>
                <a:lnTo>
                  <a:pt x="3429000" y="381000"/>
                </a:lnTo>
                <a:lnTo>
                  <a:pt x="3352800" y="381000"/>
                </a:lnTo>
                <a:close/>
                <a:moveTo>
                  <a:pt x="3448050" y="381000"/>
                </a:moveTo>
                <a:lnTo>
                  <a:pt x="3495675" y="381000"/>
                </a:lnTo>
                <a:lnTo>
                  <a:pt x="3495675" y="390525"/>
                </a:lnTo>
                <a:lnTo>
                  <a:pt x="3448050" y="390525"/>
                </a:lnTo>
                <a:close/>
                <a:moveTo>
                  <a:pt x="2009775" y="390525"/>
                </a:moveTo>
                <a:lnTo>
                  <a:pt x="2019300" y="390525"/>
                </a:lnTo>
                <a:lnTo>
                  <a:pt x="2019300" y="400050"/>
                </a:lnTo>
                <a:lnTo>
                  <a:pt x="2009775" y="400050"/>
                </a:lnTo>
                <a:close/>
                <a:moveTo>
                  <a:pt x="3495675" y="390525"/>
                </a:moveTo>
                <a:lnTo>
                  <a:pt x="3533775" y="390525"/>
                </a:lnTo>
                <a:lnTo>
                  <a:pt x="3533775" y="400050"/>
                </a:lnTo>
                <a:lnTo>
                  <a:pt x="3495675" y="400050"/>
                </a:lnTo>
                <a:close/>
                <a:moveTo>
                  <a:pt x="2000250" y="400050"/>
                </a:moveTo>
                <a:lnTo>
                  <a:pt x="2009775" y="400050"/>
                </a:lnTo>
                <a:lnTo>
                  <a:pt x="2009775" y="409575"/>
                </a:lnTo>
                <a:lnTo>
                  <a:pt x="2000250" y="409575"/>
                </a:lnTo>
                <a:close/>
                <a:moveTo>
                  <a:pt x="3533775" y="400050"/>
                </a:moveTo>
                <a:lnTo>
                  <a:pt x="3552825" y="400050"/>
                </a:lnTo>
                <a:lnTo>
                  <a:pt x="3552825" y="409575"/>
                </a:lnTo>
                <a:lnTo>
                  <a:pt x="3533775" y="409575"/>
                </a:lnTo>
                <a:close/>
                <a:moveTo>
                  <a:pt x="1990725" y="409575"/>
                </a:moveTo>
                <a:lnTo>
                  <a:pt x="2000250" y="409575"/>
                </a:lnTo>
                <a:lnTo>
                  <a:pt x="2000250" y="438150"/>
                </a:lnTo>
                <a:lnTo>
                  <a:pt x="1990725" y="438150"/>
                </a:lnTo>
                <a:lnTo>
                  <a:pt x="1990725" y="457200"/>
                </a:lnTo>
                <a:lnTo>
                  <a:pt x="1981200" y="457200"/>
                </a:lnTo>
                <a:lnTo>
                  <a:pt x="1981200" y="485775"/>
                </a:lnTo>
                <a:lnTo>
                  <a:pt x="1971675" y="485775"/>
                </a:lnTo>
                <a:lnTo>
                  <a:pt x="1971675" y="523875"/>
                </a:lnTo>
                <a:lnTo>
                  <a:pt x="1962150" y="523875"/>
                </a:lnTo>
                <a:lnTo>
                  <a:pt x="1962150" y="590550"/>
                </a:lnTo>
                <a:lnTo>
                  <a:pt x="1952625" y="590550"/>
                </a:lnTo>
                <a:lnTo>
                  <a:pt x="1952625" y="638175"/>
                </a:lnTo>
                <a:lnTo>
                  <a:pt x="1943100" y="638175"/>
                </a:lnTo>
                <a:lnTo>
                  <a:pt x="1943100" y="714375"/>
                </a:lnTo>
                <a:lnTo>
                  <a:pt x="1933575" y="714375"/>
                </a:lnTo>
                <a:lnTo>
                  <a:pt x="1933575" y="790575"/>
                </a:lnTo>
                <a:lnTo>
                  <a:pt x="1924050" y="790575"/>
                </a:lnTo>
                <a:lnTo>
                  <a:pt x="1924050" y="838200"/>
                </a:lnTo>
                <a:lnTo>
                  <a:pt x="1914525" y="838200"/>
                </a:lnTo>
                <a:lnTo>
                  <a:pt x="1914525" y="904875"/>
                </a:lnTo>
                <a:lnTo>
                  <a:pt x="1905000" y="904875"/>
                </a:lnTo>
                <a:lnTo>
                  <a:pt x="1905000" y="942975"/>
                </a:lnTo>
                <a:lnTo>
                  <a:pt x="1895475" y="942975"/>
                </a:lnTo>
                <a:lnTo>
                  <a:pt x="1895475" y="1009650"/>
                </a:lnTo>
                <a:lnTo>
                  <a:pt x="1885950" y="1009650"/>
                </a:lnTo>
                <a:lnTo>
                  <a:pt x="1885950" y="1114425"/>
                </a:lnTo>
                <a:lnTo>
                  <a:pt x="1876425" y="1114425"/>
                </a:lnTo>
                <a:lnTo>
                  <a:pt x="1876425" y="1152525"/>
                </a:lnTo>
                <a:lnTo>
                  <a:pt x="1866900" y="1152525"/>
                </a:lnTo>
                <a:lnTo>
                  <a:pt x="1866900" y="1200150"/>
                </a:lnTo>
                <a:lnTo>
                  <a:pt x="1847850" y="1200150"/>
                </a:lnTo>
                <a:lnTo>
                  <a:pt x="1847850" y="1171575"/>
                </a:lnTo>
                <a:lnTo>
                  <a:pt x="1838325" y="1171575"/>
                </a:lnTo>
                <a:lnTo>
                  <a:pt x="1838325" y="1076325"/>
                </a:lnTo>
                <a:lnTo>
                  <a:pt x="1828800" y="1076325"/>
                </a:lnTo>
                <a:lnTo>
                  <a:pt x="1828800" y="942975"/>
                </a:lnTo>
                <a:lnTo>
                  <a:pt x="1819275" y="942975"/>
                </a:lnTo>
                <a:lnTo>
                  <a:pt x="1819275" y="800100"/>
                </a:lnTo>
                <a:lnTo>
                  <a:pt x="1809750" y="800100"/>
                </a:lnTo>
                <a:lnTo>
                  <a:pt x="1809750" y="676275"/>
                </a:lnTo>
                <a:lnTo>
                  <a:pt x="1800225" y="676275"/>
                </a:lnTo>
                <a:lnTo>
                  <a:pt x="1800225" y="561975"/>
                </a:lnTo>
                <a:lnTo>
                  <a:pt x="1790700" y="561975"/>
                </a:lnTo>
                <a:lnTo>
                  <a:pt x="1790700" y="466725"/>
                </a:lnTo>
                <a:lnTo>
                  <a:pt x="1800225" y="466725"/>
                </a:lnTo>
                <a:lnTo>
                  <a:pt x="1800225" y="552450"/>
                </a:lnTo>
                <a:lnTo>
                  <a:pt x="1809750" y="552450"/>
                </a:lnTo>
                <a:lnTo>
                  <a:pt x="1809750" y="619125"/>
                </a:lnTo>
                <a:lnTo>
                  <a:pt x="1819275" y="619125"/>
                </a:lnTo>
                <a:lnTo>
                  <a:pt x="1819275" y="742950"/>
                </a:lnTo>
                <a:lnTo>
                  <a:pt x="1828800" y="742950"/>
                </a:lnTo>
                <a:lnTo>
                  <a:pt x="1828800" y="828675"/>
                </a:lnTo>
                <a:lnTo>
                  <a:pt x="1838325" y="828675"/>
                </a:lnTo>
                <a:lnTo>
                  <a:pt x="1838325" y="866775"/>
                </a:lnTo>
                <a:lnTo>
                  <a:pt x="1847850" y="866775"/>
                </a:lnTo>
                <a:lnTo>
                  <a:pt x="1847850" y="876300"/>
                </a:lnTo>
                <a:lnTo>
                  <a:pt x="1857375" y="876300"/>
                </a:lnTo>
                <a:lnTo>
                  <a:pt x="1857375" y="866775"/>
                </a:lnTo>
                <a:lnTo>
                  <a:pt x="1866900" y="866775"/>
                </a:lnTo>
                <a:lnTo>
                  <a:pt x="1866900" y="857250"/>
                </a:lnTo>
                <a:lnTo>
                  <a:pt x="1876425" y="857250"/>
                </a:lnTo>
                <a:lnTo>
                  <a:pt x="1876425" y="847725"/>
                </a:lnTo>
                <a:lnTo>
                  <a:pt x="1885950" y="847725"/>
                </a:lnTo>
                <a:lnTo>
                  <a:pt x="1885950" y="828675"/>
                </a:lnTo>
                <a:lnTo>
                  <a:pt x="1895475" y="828675"/>
                </a:lnTo>
                <a:lnTo>
                  <a:pt x="1895475" y="819150"/>
                </a:lnTo>
                <a:lnTo>
                  <a:pt x="1905000" y="819150"/>
                </a:lnTo>
                <a:lnTo>
                  <a:pt x="1905000" y="781050"/>
                </a:lnTo>
                <a:lnTo>
                  <a:pt x="1914525" y="781050"/>
                </a:lnTo>
                <a:lnTo>
                  <a:pt x="1914525" y="695325"/>
                </a:lnTo>
                <a:lnTo>
                  <a:pt x="1924050" y="695325"/>
                </a:lnTo>
                <a:lnTo>
                  <a:pt x="1924050" y="666750"/>
                </a:lnTo>
                <a:lnTo>
                  <a:pt x="1933575" y="666750"/>
                </a:lnTo>
                <a:lnTo>
                  <a:pt x="1933575" y="600075"/>
                </a:lnTo>
                <a:lnTo>
                  <a:pt x="1943100" y="600075"/>
                </a:lnTo>
                <a:lnTo>
                  <a:pt x="1943100" y="514350"/>
                </a:lnTo>
                <a:lnTo>
                  <a:pt x="1952625" y="514350"/>
                </a:lnTo>
                <a:lnTo>
                  <a:pt x="1952625" y="495300"/>
                </a:lnTo>
                <a:lnTo>
                  <a:pt x="1962150" y="495300"/>
                </a:lnTo>
                <a:lnTo>
                  <a:pt x="1962150" y="476250"/>
                </a:lnTo>
                <a:lnTo>
                  <a:pt x="1971675" y="476250"/>
                </a:lnTo>
                <a:lnTo>
                  <a:pt x="1971675" y="447675"/>
                </a:lnTo>
                <a:lnTo>
                  <a:pt x="1981200" y="447675"/>
                </a:lnTo>
                <a:lnTo>
                  <a:pt x="1981200" y="428625"/>
                </a:lnTo>
                <a:lnTo>
                  <a:pt x="1990725" y="428625"/>
                </a:lnTo>
                <a:close/>
                <a:moveTo>
                  <a:pt x="3562350" y="409575"/>
                </a:moveTo>
                <a:lnTo>
                  <a:pt x="3571875" y="409575"/>
                </a:lnTo>
                <a:lnTo>
                  <a:pt x="3571875" y="419100"/>
                </a:lnTo>
                <a:lnTo>
                  <a:pt x="3562350" y="419100"/>
                </a:lnTo>
                <a:close/>
                <a:moveTo>
                  <a:pt x="3581400" y="419100"/>
                </a:moveTo>
                <a:lnTo>
                  <a:pt x="3590925" y="419100"/>
                </a:lnTo>
                <a:lnTo>
                  <a:pt x="3590925" y="428625"/>
                </a:lnTo>
                <a:lnTo>
                  <a:pt x="3581400" y="428625"/>
                </a:lnTo>
                <a:close/>
                <a:moveTo>
                  <a:pt x="3600450" y="428625"/>
                </a:moveTo>
                <a:lnTo>
                  <a:pt x="3609975" y="428625"/>
                </a:lnTo>
                <a:lnTo>
                  <a:pt x="3609975" y="438150"/>
                </a:lnTo>
                <a:lnTo>
                  <a:pt x="3600450" y="438150"/>
                </a:lnTo>
                <a:close/>
                <a:moveTo>
                  <a:pt x="3609975" y="438150"/>
                </a:moveTo>
                <a:lnTo>
                  <a:pt x="3619500" y="438150"/>
                </a:lnTo>
                <a:lnTo>
                  <a:pt x="3619500" y="447675"/>
                </a:lnTo>
                <a:lnTo>
                  <a:pt x="3609975" y="447675"/>
                </a:lnTo>
                <a:close/>
                <a:moveTo>
                  <a:pt x="3619500" y="447675"/>
                </a:moveTo>
                <a:lnTo>
                  <a:pt x="3629025" y="447675"/>
                </a:lnTo>
                <a:lnTo>
                  <a:pt x="3629025" y="457200"/>
                </a:lnTo>
                <a:lnTo>
                  <a:pt x="3619500" y="457200"/>
                </a:lnTo>
                <a:close/>
                <a:moveTo>
                  <a:pt x="3629025" y="457200"/>
                </a:moveTo>
                <a:lnTo>
                  <a:pt x="3638550" y="457200"/>
                </a:lnTo>
                <a:lnTo>
                  <a:pt x="3638550" y="466725"/>
                </a:lnTo>
                <a:lnTo>
                  <a:pt x="3629025" y="466725"/>
                </a:lnTo>
                <a:close/>
                <a:moveTo>
                  <a:pt x="3638550" y="466725"/>
                </a:moveTo>
                <a:lnTo>
                  <a:pt x="3648075" y="466725"/>
                </a:lnTo>
                <a:lnTo>
                  <a:pt x="3648075" y="476250"/>
                </a:lnTo>
                <a:lnTo>
                  <a:pt x="3638550" y="476250"/>
                </a:lnTo>
                <a:close/>
                <a:moveTo>
                  <a:pt x="3648075" y="476250"/>
                </a:moveTo>
                <a:lnTo>
                  <a:pt x="3657600" y="476250"/>
                </a:lnTo>
                <a:lnTo>
                  <a:pt x="3657600" y="485775"/>
                </a:lnTo>
                <a:lnTo>
                  <a:pt x="3648075" y="485775"/>
                </a:lnTo>
                <a:close/>
                <a:moveTo>
                  <a:pt x="3657600" y="485775"/>
                </a:moveTo>
                <a:lnTo>
                  <a:pt x="3667125" y="485775"/>
                </a:lnTo>
                <a:lnTo>
                  <a:pt x="3667125" y="495300"/>
                </a:lnTo>
                <a:lnTo>
                  <a:pt x="3657600" y="495300"/>
                </a:lnTo>
                <a:close/>
                <a:moveTo>
                  <a:pt x="3667125" y="495300"/>
                </a:moveTo>
                <a:lnTo>
                  <a:pt x="3676650" y="495300"/>
                </a:lnTo>
                <a:lnTo>
                  <a:pt x="3676650" y="504825"/>
                </a:lnTo>
                <a:lnTo>
                  <a:pt x="3667125" y="504825"/>
                </a:lnTo>
                <a:close/>
                <a:moveTo>
                  <a:pt x="257175" y="504825"/>
                </a:moveTo>
                <a:lnTo>
                  <a:pt x="314325" y="504825"/>
                </a:lnTo>
                <a:lnTo>
                  <a:pt x="314325" y="514350"/>
                </a:lnTo>
                <a:lnTo>
                  <a:pt x="323850" y="514350"/>
                </a:lnTo>
                <a:lnTo>
                  <a:pt x="323850" y="542925"/>
                </a:lnTo>
                <a:lnTo>
                  <a:pt x="314325" y="542925"/>
                </a:lnTo>
                <a:lnTo>
                  <a:pt x="314325" y="523875"/>
                </a:lnTo>
                <a:lnTo>
                  <a:pt x="304800" y="523875"/>
                </a:lnTo>
                <a:lnTo>
                  <a:pt x="304800" y="514350"/>
                </a:lnTo>
                <a:lnTo>
                  <a:pt x="257175" y="514350"/>
                </a:lnTo>
                <a:close/>
                <a:moveTo>
                  <a:pt x="3676650" y="504825"/>
                </a:moveTo>
                <a:lnTo>
                  <a:pt x="3686175" y="504825"/>
                </a:lnTo>
                <a:lnTo>
                  <a:pt x="3686175" y="514350"/>
                </a:lnTo>
                <a:lnTo>
                  <a:pt x="3676650" y="514350"/>
                </a:lnTo>
                <a:close/>
                <a:moveTo>
                  <a:pt x="247650" y="514350"/>
                </a:moveTo>
                <a:lnTo>
                  <a:pt x="257175" y="514350"/>
                </a:lnTo>
                <a:lnTo>
                  <a:pt x="257175" y="523875"/>
                </a:lnTo>
                <a:lnTo>
                  <a:pt x="247650" y="523875"/>
                </a:lnTo>
                <a:close/>
                <a:moveTo>
                  <a:pt x="238125" y="523875"/>
                </a:moveTo>
                <a:lnTo>
                  <a:pt x="247650" y="523875"/>
                </a:lnTo>
                <a:lnTo>
                  <a:pt x="247650" y="552450"/>
                </a:lnTo>
                <a:lnTo>
                  <a:pt x="238125" y="552450"/>
                </a:lnTo>
                <a:close/>
                <a:moveTo>
                  <a:pt x="3686175" y="523875"/>
                </a:moveTo>
                <a:lnTo>
                  <a:pt x="3695700" y="523875"/>
                </a:lnTo>
                <a:lnTo>
                  <a:pt x="3695700" y="533400"/>
                </a:lnTo>
                <a:lnTo>
                  <a:pt x="3686175" y="533400"/>
                </a:lnTo>
                <a:close/>
                <a:moveTo>
                  <a:pt x="3695700" y="533400"/>
                </a:moveTo>
                <a:lnTo>
                  <a:pt x="3705225" y="533400"/>
                </a:lnTo>
                <a:lnTo>
                  <a:pt x="3705225" y="552450"/>
                </a:lnTo>
                <a:lnTo>
                  <a:pt x="3695700" y="552450"/>
                </a:lnTo>
                <a:close/>
                <a:moveTo>
                  <a:pt x="3705225" y="561975"/>
                </a:moveTo>
                <a:lnTo>
                  <a:pt x="3714750" y="561975"/>
                </a:lnTo>
                <a:lnTo>
                  <a:pt x="3714750" y="571500"/>
                </a:lnTo>
                <a:lnTo>
                  <a:pt x="3705225" y="571500"/>
                </a:lnTo>
                <a:close/>
                <a:moveTo>
                  <a:pt x="314325" y="571500"/>
                </a:moveTo>
                <a:lnTo>
                  <a:pt x="323850" y="571500"/>
                </a:lnTo>
                <a:lnTo>
                  <a:pt x="323850" y="581025"/>
                </a:lnTo>
                <a:lnTo>
                  <a:pt x="314325" y="581025"/>
                </a:lnTo>
                <a:close/>
                <a:moveTo>
                  <a:pt x="295275" y="581025"/>
                </a:moveTo>
                <a:lnTo>
                  <a:pt x="314325" y="581025"/>
                </a:lnTo>
                <a:lnTo>
                  <a:pt x="314325" y="590550"/>
                </a:lnTo>
                <a:lnTo>
                  <a:pt x="295275" y="590550"/>
                </a:lnTo>
                <a:close/>
                <a:moveTo>
                  <a:pt x="3714750" y="581025"/>
                </a:moveTo>
                <a:lnTo>
                  <a:pt x="3724275" y="581025"/>
                </a:lnTo>
                <a:lnTo>
                  <a:pt x="3724275" y="600075"/>
                </a:lnTo>
                <a:lnTo>
                  <a:pt x="3714750" y="600075"/>
                </a:lnTo>
                <a:close/>
                <a:moveTo>
                  <a:pt x="2124075" y="590550"/>
                </a:moveTo>
                <a:lnTo>
                  <a:pt x="2152650" y="590550"/>
                </a:lnTo>
                <a:lnTo>
                  <a:pt x="2152650" y="600075"/>
                </a:lnTo>
                <a:lnTo>
                  <a:pt x="2133600" y="600075"/>
                </a:lnTo>
                <a:lnTo>
                  <a:pt x="2133600" y="609600"/>
                </a:lnTo>
                <a:lnTo>
                  <a:pt x="2124075" y="609600"/>
                </a:lnTo>
                <a:lnTo>
                  <a:pt x="2124075" y="619125"/>
                </a:lnTo>
                <a:lnTo>
                  <a:pt x="2114550" y="619125"/>
                </a:lnTo>
                <a:lnTo>
                  <a:pt x="2114550" y="600075"/>
                </a:lnTo>
                <a:lnTo>
                  <a:pt x="2124075" y="600075"/>
                </a:lnTo>
                <a:close/>
                <a:moveTo>
                  <a:pt x="2171700" y="600075"/>
                </a:moveTo>
                <a:lnTo>
                  <a:pt x="2181225" y="600075"/>
                </a:lnTo>
                <a:lnTo>
                  <a:pt x="2181225" y="609600"/>
                </a:lnTo>
                <a:lnTo>
                  <a:pt x="2171700" y="609600"/>
                </a:lnTo>
                <a:close/>
                <a:moveTo>
                  <a:pt x="2181225" y="609600"/>
                </a:moveTo>
                <a:lnTo>
                  <a:pt x="2190750" y="609600"/>
                </a:lnTo>
                <a:lnTo>
                  <a:pt x="2190750" y="666750"/>
                </a:lnTo>
                <a:lnTo>
                  <a:pt x="2181225" y="666750"/>
                </a:lnTo>
                <a:close/>
                <a:moveTo>
                  <a:pt x="3724275" y="619125"/>
                </a:moveTo>
                <a:lnTo>
                  <a:pt x="3733800" y="619125"/>
                </a:lnTo>
                <a:lnTo>
                  <a:pt x="3733800" y="704850"/>
                </a:lnTo>
                <a:lnTo>
                  <a:pt x="3743325" y="704850"/>
                </a:lnTo>
                <a:lnTo>
                  <a:pt x="3743325" y="723900"/>
                </a:lnTo>
                <a:lnTo>
                  <a:pt x="3752850" y="723900"/>
                </a:lnTo>
                <a:lnTo>
                  <a:pt x="3752850" y="733425"/>
                </a:lnTo>
                <a:lnTo>
                  <a:pt x="3762375" y="733425"/>
                </a:lnTo>
                <a:lnTo>
                  <a:pt x="3762375" y="742950"/>
                </a:lnTo>
                <a:lnTo>
                  <a:pt x="3771900" y="742950"/>
                </a:lnTo>
                <a:lnTo>
                  <a:pt x="3771900" y="752475"/>
                </a:lnTo>
                <a:lnTo>
                  <a:pt x="3790950" y="752475"/>
                </a:lnTo>
                <a:lnTo>
                  <a:pt x="3790950" y="762000"/>
                </a:lnTo>
                <a:lnTo>
                  <a:pt x="3800475" y="762000"/>
                </a:lnTo>
                <a:lnTo>
                  <a:pt x="3800475" y="771525"/>
                </a:lnTo>
                <a:lnTo>
                  <a:pt x="3810000" y="771525"/>
                </a:lnTo>
                <a:lnTo>
                  <a:pt x="3810000" y="781050"/>
                </a:lnTo>
                <a:lnTo>
                  <a:pt x="3819525" y="781050"/>
                </a:lnTo>
                <a:lnTo>
                  <a:pt x="3819525" y="790575"/>
                </a:lnTo>
                <a:lnTo>
                  <a:pt x="3838575" y="790575"/>
                </a:lnTo>
                <a:lnTo>
                  <a:pt x="3838575" y="1019175"/>
                </a:lnTo>
                <a:lnTo>
                  <a:pt x="3829050" y="1019175"/>
                </a:lnTo>
                <a:lnTo>
                  <a:pt x="3829050" y="1009650"/>
                </a:lnTo>
                <a:lnTo>
                  <a:pt x="3819525" y="1009650"/>
                </a:lnTo>
                <a:lnTo>
                  <a:pt x="3819525" y="1000125"/>
                </a:lnTo>
                <a:lnTo>
                  <a:pt x="3810000" y="1000125"/>
                </a:lnTo>
                <a:lnTo>
                  <a:pt x="3810000" y="990600"/>
                </a:lnTo>
                <a:lnTo>
                  <a:pt x="3781425" y="990600"/>
                </a:lnTo>
                <a:lnTo>
                  <a:pt x="3781425" y="981075"/>
                </a:lnTo>
                <a:lnTo>
                  <a:pt x="3771900" y="981075"/>
                </a:lnTo>
                <a:lnTo>
                  <a:pt x="3771900" y="971550"/>
                </a:lnTo>
                <a:lnTo>
                  <a:pt x="3752850" y="971550"/>
                </a:lnTo>
                <a:lnTo>
                  <a:pt x="3752850" y="962025"/>
                </a:lnTo>
                <a:lnTo>
                  <a:pt x="3733800" y="962025"/>
                </a:lnTo>
                <a:lnTo>
                  <a:pt x="3733800" y="952500"/>
                </a:lnTo>
                <a:lnTo>
                  <a:pt x="3695700" y="952500"/>
                </a:lnTo>
                <a:lnTo>
                  <a:pt x="3695700" y="923925"/>
                </a:lnTo>
                <a:lnTo>
                  <a:pt x="3705225" y="923925"/>
                </a:lnTo>
                <a:lnTo>
                  <a:pt x="3705225" y="819150"/>
                </a:lnTo>
                <a:lnTo>
                  <a:pt x="3714750" y="819150"/>
                </a:lnTo>
                <a:lnTo>
                  <a:pt x="3714750" y="752475"/>
                </a:lnTo>
                <a:lnTo>
                  <a:pt x="3724275" y="752475"/>
                </a:lnTo>
                <a:close/>
                <a:moveTo>
                  <a:pt x="2105025" y="628650"/>
                </a:moveTo>
                <a:lnTo>
                  <a:pt x="2114550" y="628650"/>
                </a:lnTo>
                <a:lnTo>
                  <a:pt x="2114550" y="666750"/>
                </a:lnTo>
                <a:lnTo>
                  <a:pt x="2124075" y="666750"/>
                </a:lnTo>
                <a:lnTo>
                  <a:pt x="2124075" y="676275"/>
                </a:lnTo>
                <a:lnTo>
                  <a:pt x="2171700" y="676275"/>
                </a:lnTo>
                <a:lnTo>
                  <a:pt x="2171700" y="666750"/>
                </a:lnTo>
                <a:lnTo>
                  <a:pt x="2181225" y="666750"/>
                </a:lnTo>
                <a:lnTo>
                  <a:pt x="2181225" y="676275"/>
                </a:lnTo>
                <a:lnTo>
                  <a:pt x="2171700" y="676275"/>
                </a:lnTo>
                <a:lnTo>
                  <a:pt x="2171700" y="685800"/>
                </a:lnTo>
                <a:lnTo>
                  <a:pt x="2114550" y="685800"/>
                </a:lnTo>
                <a:lnTo>
                  <a:pt x="2114550" y="676275"/>
                </a:lnTo>
                <a:lnTo>
                  <a:pt x="2105025" y="676275"/>
                </a:lnTo>
                <a:close/>
                <a:moveTo>
                  <a:pt x="3686175" y="981075"/>
                </a:moveTo>
                <a:lnTo>
                  <a:pt x="3695700" y="981075"/>
                </a:lnTo>
                <a:lnTo>
                  <a:pt x="3695700" y="990600"/>
                </a:lnTo>
                <a:lnTo>
                  <a:pt x="3686175" y="990600"/>
                </a:lnTo>
                <a:close/>
                <a:moveTo>
                  <a:pt x="3676650" y="1057275"/>
                </a:moveTo>
                <a:lnTo>
                  <a:pt x="3686175" y="1057275"/>
                </a:lnTo>
                <a:lnTo>
                  <a:pt x="3686175" y="1066800"/>
                </a:lnTo>
                <a:lnTo>
                  <a:pt x="3676650" y="1066800"/>
                </a:lnTo>
                <a:close/>
                <a:moveTo>
                  <a:pt x="381000" y="1104900"/>
                </a:moveTo>
                <a:lnTo>
                  <a:pt x="400050" y="1104900"/>
                </a:lnTo>
                <a:lnTo>
                  <a:pt x="400050" y="1114425"/>
                </a:lnTo>
                <a:lnTo>
                  <a:pt x="390525" y="1114425"/>
                </a:lnTo>
                <a:lnTo>
                  <a:pt x="390525" y="1123950"/>
                </a:lnTo>
                <a:lnTo>
                  <a:pt x="381000" y="1123950"/>
                </a:lnTo>
                <a:close/>
                <a:moveTo>
                  <a:pt x="3667125" y="1123950"/>
                </a:moveTo>
                <a:lnTo>
                  <a:pt x="3676650" y="1123950"/>
                </a:lnTo>
                <a:lnTo>
                  <a:pt x="3676650" y="1143000"/>
                </a:lnTo>
                <a:lnTo>
                  <a:pt x="3667125" y="1143000"/>
                </a:lnTo>
                <a:close/>
                <a:moveTo>
                  <a:pt x="3657600" y="1200150"/>
                </a:moveTo>
                <a:lnTo>
                  <a:pt x="3667125" y="1200150"/>
                </a:lnTo>
                <a:lnTo>
                  <a:pt x="3667125" y="1219200"/>
                </a:lnTo>
                <a:lnTo>
                  <a:pt x="3657600" y="1219200"/>
                </a:lnTo>
                <a:close/>
                <a:moveTo>
                  <a:pt x="3648075" y="1266825"/>
                </a:moveTo>
                <a:lnTo>
                  <a:pt x="3657600" y="1266825"/>
                </a:lnTo>
                <a:lnTo>
                  <a:pt x="3657600" y="1285875"/>
                </a:lnTo>
                <a:lnTo>
                  <a:pt x="3648075" y="1285875"/>
                </a:lnTo>
                <a:close/>
                <a:moveTo>
                  <a:pt x="2066925" y="1314450"/>
                </a:moveTo>
                <a:lnTo>
                  <a:pt x="2133600" y="1314450"/>
                </a:lnTo>
                <a:lnTo>
                  <a:pt x="2133600" y="1323975"/>
                </a:lnTo>
                <a:lnTo>
                  <a:pt x="2219325" y="1323975"/>
                </a:lnTo>
                <a:lnTo>
                  <a:pt x="2219325" y="1333500"/>
                </a:lnTo>
                <a:lnTo>
                  <a:pt x="2276475" y="1333500"/>
                </a:lnTo>
                <a:lnTo>
                  <a:pt x="2276475" y="1343025"/>
                </a:lnTo>
                <a:lnTo>
                  <a:pt x="2286000" y="1343025"/>
                </a:lnTo>
                <a:lnTo>
                  <a:pt x="2286000" y="1352550"/>
                </a:lnTo>
                <a:lnTo>
                  <a:pt x="2266950" y="1352550"/>
                </a:lnTo>
                <a:lnTo>
                  <a:pt x="2266950" y="1343025"/>
                </a:lnTo>
                <a:lnTo>
                  <a:pt x="2209800" y="1343025"/>
                </a:lnTo>
                <a:lnTo>
                  <a:pt x="2209800" y="1333500"/>
                </a:lnTo>
                <a:lnTo>
                  <a:pt x="2124075" y="1333500"/>
                </a:lnTo>
                <a:lnTo>
                  <a:pt x="2124075" y="1323975"/>
                </a:lnTo>
                <a:lnTo>
                  <a:pt x="2076450" y="1323975"/>
                </a:lnTo>
                <a:lnTo>
                  <a:pt x="2076450" y="1333500"/>
                </a:lnTo>
                <a:lnTo>
                  <a:pt x="2057400" y="1333500"/>
                </a:lnTo>
                <a:lnTo>
                  <a:pt x="2057400" y="1343025"/>
                </a:lnTo>
                <a:lnTo>
                  <a:pt x="2047875" y="1343025"/>
                </a:lnTo>
                <a:lnTo>
                  <a:pt x="2047875" y="1352550"/>
                </a:lnTo>
                <a:lnTo>
                  <a:pt x="2038350" y="1352550"/>
                </a:lnTo>
                <a:lnTo>
                  <a:pt x="2038350" y="1362075"/>
                </a:lnTo>
                <a:lnTo>
                  <a:pt x="2028825" y="1362075"/>
                </a:lnTo>
                <a:lnTo>
                  <a:pt x="2028825" y="1371600"/>
                </a:lnTo>
                <a:lnTo>
                  <a:pt x="2019300" y="1371600"/>
                </a:lnTo>
                <a:lnTo>
                  <a:pt x="2019300" y="1447800"/>
                </a:lnTo>
                <a:lnTo>
                  <a:pt x="2028825" y="1447800"/>
                </a:lnTo>
                <a:lnTo>
                  <a:pt x="2028825" y="1457325"/>
                </a:lnTo>
                <a:lnTo>
                  <a:pt x="2038350" y="1457325"/>
                </a:lnTo>
                <a:lnTo>
                  <a:pt x="2038350" y="1466850"/>
                </a:lnTo>
                <a:lnTo>
                  <a:pt x="2047875" y="1466850"/>
                </a:lnTo>
                <a:lnTo>
                  <a:pt x="2047875" y="1476375"/>
                </a:lnTo>
                <a:lnTo>
                  <a:pt x="2066925" y="1476375"/>
                </a:lnTo>
                <a:lnTo>
                  <a:pt x="2066925" y="1485900"/>
                </a:lnTo>
                <a:lnTo>
                  <a:pt x="2152650" y="1485900"/>
                </a:lnTo>
                <a:lnTo>
                  <a:pt x="2152650" y="1495425"/>
                </a:lnTo>
                <a:lnTo>
                  <a:pt x="2266950" y="1495425"/>
                </a:lnTo>
                <a:lnTo>
                  <a:pt x="2266950" y="1485900"/>
                </a:lnTo>
                <a:lnTo>
                  <a:pt x="2276475" y="1485900"/>
                </a:lnTo>
                <a:lnTo>
                  <a:pt x="2276475" y="1476375"/>
                </a:lnTo>
                <a:lnTo>
                  <a:pt x="2286000" y="1476375"/>
                </a:lnTo>
                <a:lnTo>
                  <a:pt x="2286000" y="1466850"/>
                </a:lnTo>
                <a:lnTo>
                  <a:pt x="2295525" y="1466850"/>
                </a:lnTo>
                <a:lnTo>
                  <a:pt x="2295525" y="1457325"/>
                </a:lnTo>
                <a:lnTo>
                  <a:pt x="2305050" y="1457325"/>
                </a:lnTo>
                <a:lnTo>
                  <a:pt x="2305050" y="1371600"/>
                </a:lnTo>
                <a:lnTo>
                  <a:pt x="2295525" y="1371600"/>
                </a:lnTo>
                <a:lnTo>
                  <a:pt x="2295525" y="1362075"/>
                </a:lnTo>
                <a:lnTo>
                  <a:pt x="2286000" y="1362075"/>
                </a:lnTo>
                <a:lnTo>
                  <a:pt x="2286000" y="1352550"/>
                </a:lnTo>
                <a:lnTo>
                  <a:pt x="2295525" y="1352550"/>
                </a:lnTo>
                <a:lnTo>
                  <a:pt x="2295525" y="1362075"/>
                </a:lnTo>
                <a:lnTo>
                  <a:pt x="2305050" y="1362075"/>
                </a:lnTo>
                <a:lnTo>
                  <a:pt x="2305050" y="1371600"/>
                </a:lnTo>
                <a:lnTo>
                  <a:pt x="2314575" y="1371600"/>
                </a:lnTo>
                <a:lnTo>
                  <a:pt x="2314575" y="1390650"/>
                </a:lnTo>
                <a:lnTo>
                  <a:pt x="2324100" y="1390650"/>
                </a:lnTo>
                <a:lnTo>
                  <a:pt x="2324100" y="1438275"/>
                </a:lnTo>
                <a:lnTo>
                  <a:pt x="2314575" y="1438275"/>
                </a:lnTo>
                <a:lnTo>
                  <a:pt x="2314575" y="1466850"/>
                </a:lnTo>
                <a:lnTo>
                  <a:pt x="2305050" y="1466850"/>
                </a:lnTo>
                <a:lnTo>
                  <a:pt x="2305050" y="1485900"/>
                </a:lnTo>
                <a:lnTo>
                  <a:pt x="2295525" y="1485900"/>
                </a:lnTo>
                <a:lnTo>
                  <a:pt x="2295525" y="1495425"/>
                </a:lnTo>
                <a:lnTo>
                  <a:pt x="2276475" y="1495425"/>
                </a:lnTo>
                <a:lnTo>
                  <a:pt x="2276475" y="1504950"/>
                </a:lnTo>
                <a:lnTo>
                  <a:pt x="2247900" y="1504950"/>
                </a:lnTo>
                <a:lnTo>
                  <a:pt x="2247900" y="1514475"/>
                </a:lnTo>
                <a:lnTo>
                  <a:pt x="2209800" y="1514475"/>
                </a:lnTo>
                <a:lnTo>
                  <a:pt x="2209800" y="1504950"/>
                </a:lnTo>
                <a:lnTo>
                  <a:pt x="2124075" y="1504950"/>
                </a:lnTo>
                <a:lnTo>
                  <a:pt x="2124075" y="1495425"/>
                </a:lnTo>
                <a:lnTo>
                  <a:pt x="2057400" y="1495425"/>
                </a:lnTo>
                <a:lnTo>
                  <a:pt x="2057400" y="1485900"/>
                </a:lnTo>
                <a:lnTo>
                  <a:pt x="2038350" y="1485900"/>
                </a:lnTo>
                <a:lnTo>
                  <a:pt x="2038350" y="1476375"/>
                </a:lnTo>
                <a:lnTo>
                  <a:pt x="2028825" y="1476375"/>
                </a:lnTo>
                <a:lnTo>
                  <a:pt x="2028825" y="1466850"/>
                </a:lnTo>
                <a:lnTo>
                  <a:pt x="2019300" y="1466850"/>
                </a:lnTo>
                <a:lnTo>
                  <a:pt x="2019300" y="1457325"/>
                </a:lnTo>
                <a:lnTo>
                  <a:pt x="2009775" y="1457325"/>
                </a:lnTo>
                <a:lnTo>
                  <a:pt x="2009775" y="1362075"/>
                </a:lnTo>
                <a:lnTo>
                  <a:pt x="2019300" y="1362075"/>
                </a:lnTo>
                <a:lnTo>
                  <a:pt x="2019300" y="1352550"/>
                </a:lnTo>
                <a:lnTo>
                  <a:pt x="2028825" y="1352550"/>
                </a:lnTo>
                <a:lnTo>
                  <a:pt x="2028825" y="1343025"/>
                </a:lnTo>
                <a:lnTo>
                  <a:pt x="2038350" y="1343025"/>
                </a:lnTo>
                <a:lnTo>
                  <a:pt x="2038350" y="1333500"/>
                </a:lnTo>
                <a:lnTo>
                  <a:pt x="2047875" y="1333500"/>
                </a:lnTo>
                <a:lnTo>
                  <a:pt x="2047875" y="1323975"/>
                </a:lnTo>
                <a:lnTo>
                  <a:pt x="2066925" y="1323975"/>
                </a:lnTo>
                <a:close/>
                <a:moveTo>
                  <a:pt x="3638550" y="1343025"/>
                </a:moveTo>
                <a:lnTo>
                  <a:pt x="3648075" y="1343025"/>
                </a:lnTo>
                <a:lnTo>
                  <a:pt x="3648075" y="1362075"/>
                </a:lnTo>
                <a:lnTo>
                  <a:pt x="3638550" y="1362075"/>
                </a:lnTo>
                <a:close/>
                <a:moveTo>
                  <a:pt x="2076450" y="1381125"/>
                </a:moveTo>
                <a:lnTo>
                  <a:pt x="2095500" y="1381125"/>
                </a:lnTo>
                <a:lnTo>
                  <a:pt x="2095500" y="1390650"/>
                </a:lnTo>
                <a:lnTo>
                  <a:pt x="2085975" y="1390650"/>
                </a:lnTo>
                <a:lnTo>
                  <a:pt x="2085975" y="1409700"/>
                </a:lnTo>
                <a:lnTo>
                  <a:pt x="2076450" y="1409700"/>
                </a:lnTo>
                <a:close/>
                <a:moveTo>
                  <a:pt x="2105025" y="1381125"/>
                </a:moveTo>
                <a:lnTo>
                  <a:pt x="2133600" y="1381125"/>
                </a:lnTo>
                <a:lnTo>
                  <a:pt x="2133600" y="1390650"/>
                </a:lnTo>
                <a:lnTo>
                  <a:pt x="2200275" y="1390650"/>
                </a:lnTo>
                <a:lnTo>
                  <a:pt x="2200275" y="1400175"/>
                </a:lnTo>
                <a:lnTo>
                  <a:pt x="2247900" y="1400175"/>
                </a:lnTo>
                <a:lnTo>
                  <a:pt x="2247900" y="1409700"/>
                </a:lnTo>
                <a:lnTo>
                  <a:pt x="2257425" y="1409700"/>
                </a:lnTo>
                <a:lnTo>
                  <a:pt x="2257425" y="1447800"/>
                </a:lnTo>
                <a:lnTo>
                  <a:pt x="2238375" y="1447800"/>
                </a:lnTo>
                <a:lnTo>
                  <a:pt x="2238375" y="1438275"/>
                </a:lnTo>
                <a:lnTo>
                  <a:pt x="2247900" y="1438275"/>
                </a:lnTo>
                <a:lnTo>
                  <a:pt x="2247900" y="1419225"/>
                </a:lnTo>
                <a:lnTo>
                  <a:pt x="2238375" y="1419225"/>
                </a:lnTo>
                <a:lnTo>
                  <a:pt x="2238375" y="1409700"/>
                </a:lnTo>
                <a:lnTo>
                  <a:pt x="2190750" y="1409700"/>
                </a:lnTo>
                <a:lnTo>
                  <a:pt x="2190750" y="1400175"/>
                </a:lnTo>
                <a:lnTo>
                  <a:pt x="2114550" y="1400175"/>
                </a:lnTo>
                <a:lnTo>
                  <a:pt x="2114550" y="1390650"/>
                </a:lnTo>
                <a:lnTo>
                  <a:pt x="2105025" y="1390650"/>
                </a:lnTo>
                <a:close/>
                <a:moveTo>
                  <a:pt x="3629025" y="1409700"/>
                </a:moveTo>
                <a:lnTo>
                  <a:pt x="3638550" y="1409700"/>
                </a:lnTo>
                <a:lnTo>
                  <a:pt x="3638550" y="1428750"/>
                </a:lnTo>
                <a:lnTo>
                  <a:pt x="3629025" y="1428750"/>
                </a:lnTo>
                <a:close/>
                <a:moveTo>
                  <a:pt x="2085975" y="1419225"/>
                </a:moveTo>
                <a:lnTo>
                  <a:pt x="2095500" y="1419225"/>
                </a:lnTo>
                <a:lnTo>
                  <a:pt x="2095500" y="1428750"/>
                </a:lnTo>
                <a:lnTo>
                  <a:pt x="2085975" y="1428750"/>
                </a:lnTo>
                <a:close/>
                <a:moveTo>
                  <a:pt x="2095500" y="1428750"/>
                </a:moveTo>
                <a:lnTo>
                  <a:pt x="2124075" y="1428750"/>
                </a:lnTo>
                <a:lnTo>
                  <a:pt x="2124075" y="1438275"/>
                </a:lnTo>
                <a:lnTo>
                  <a:pt x="2095500" y="1438275"/>
                </a:lnTo>
                <a:close/>
                <a:moveTo>
                  <a:pt x="2124075" y="1438275"/>
                </a:moveTo>
                <a:lnTo>
                  <a:pt x="2190750" y="1438275"/>
                </a:lnTo>
                <a:lnTo>
                  <a:pt x="2190750" y="1447800"/>
                </a:lnTo>
                <a:lnTo>
                  <a:pt x="2124075" y="1447800"/>
                </a:lnTo>
                <a:close/>
                <a:moveTo>
                  <a:pt x="2190750" y="1447800"/>
                </a:moveTo>
                <a:lnTo>
                  <a:pt x="2219325" y="1447800"/>
                </a:lnTo>
                <a:lnTo>
                  <a:pt x="2219325" y="1457325"/>
                </a:lnTo>
                <a:lnTo>
                  <a:pt x="2190750" y="1457325"/>
                </a:lnTo>
                <a:close/>
                <a:moveTo>
                  <a:pt x="3619500" y="1476375"/>
                </a:moveTo>
                <a:lnTo>
                  <a:pt x="3629025" y="1476375"/>
                </a:lnTo>
                <a:lnTo>
                  <a:pt x="3629025" y="1504950"/>
                </a:lnTo>
                <a:lnTo>
                  <a:pt x="3619500" y="1504950"/>
                </a:lnTo>
                <a:close/>
                <a:moveTo>
                  <a:pt x="3609975" y="1524000"/>
                </a:moveTo>
                <a:lnTo>
                  <a:pt x="3619500" y="1524000"/>
                </a:lnTo>
                <a:lnTo>
                  <a:pt x="3619500" y="1552575"/>
                </a:lnTo>
                <a:lnTo>
                  <a:pt x="3609975" y="1552575"/>
                </a:lnTo>
                <a:close/>
                <a:moveTo>
                  <a:pt x="3600450" y="1638300"/>
                </a:moveTo>
                <a:lnTo>
                  <a:pt x="3609975" y="1638300"/>
                </a:lnTo>
                <a:lnTo>
                  <a:pt x="3609975" y="1647825"/>
                </a:lnTo>
                <a:lnTo>
                  <a:pt x="3600450" y="1647825"/>
                </a:lnTo>
                <a:close/>
                <a:moveTo>
                  <a:pt x="3590925" y="1714500"/>
                </a:moveTo>
                <a:lnTo>
                  <a:pt x="3600450" y="1714500"/>
                </a:lnTo>
                <a:lnTo>
                  <a:pt x="3600450" y="1733550"/>
                </a:lnTo>
                <a:lnTo>
                  <a:pt x="3590925" y="1733550"/>
                </a:lnTo>
                <a:close/>
                <a:moveTo>
                  <a:pt x="3581400" y="1800225"/>
                </a:moveTo>
                <a:lnTo>
                  <a:pt x="3590925" y="1800225"/>
                </a:lnTo>
                <a:lnTo>
                  <a:pt x="3590925" y="1809750"/>
                </a:lnTo>
                <a:lnTo>
                  <a:pt x="3581400" y="1809750"/>
                </a:lnTo>
                <a:close/>
                <a:moveTo>
                  <a:pt x="3571875" y="1866900"/>
                </a:moveTo>
                <a:lnTo>
                  <a:pt x="3581400" y="1866900"/>
                </a:lnTo>
                <a:lnTo>
                  <a:pt x="3581400" y="1876425"/>
                </a:lnTo>
                <a:lnTo>
                  <a:pt x="3571875" y="1876425"/>
                </a:lnTo>
                <a:close/>
                <a:moveTo>
                  <a:pt x="3562350" y="1943100"/>
                </a:moveTo>
                <a:lnTo>
                  <a:pt x="3571875" y="1943100"/>
                </a:lnTo>
                <a:lnTo>
                  <a:pt x="3571875" y="1952625"/>
                </a:lnTo>
                <a:lnTo>
                  <a:pt x="3562350" y="1952625"/>
                </a:lnTo>
                <a:close/>
                <a:moveTo>
                  <a:pt x="3552825" y="1971675"/>
                </a:moveTo>
                <a:lnTo>
                  <a:pt x="3562350" y="1971675"/>
                </a:lnTo>
                <a:lnTo>
                  <a:pt x="3562350" y="1981200"/>
                </a:lnTo>
                <a:lnTo>
                  <a:pt x="3552825" y="1981200"/>
                </a:lnTo>
                <a:close/>
                <a:moveTo>
                  <a:pt x="3543300" y="2038350"/>
                </a:moveTo>
                <a:lnTo>
                  <a:pt x="3552825" y="2038350"/>
                </a:lnTo>
                <a:lnTo>
                  <a:pt x="3552825" y="2057400"/>
                </a:lnTo>
                <a:lnTo>
                  <a:pt x="3543300" y="2057400"/>
                </a:lnTo>
                <a:close/>
                <a:moveTo>
                  <a:pt x="3533775" y="2105025"/>
                </a:moveTo>
                <a:lnTo>
                  <a:pt x="3543300" y="2105025"/>
                </a:lnTo>
                <a:lnTo>
                  <a:pt x="3543300" y="2133600"/>
                </a:lnTo>
                <a:lnTo>
                  <a:pt x="3533775" y="2133600"/>
                </a:lnTo>
                <a:close/>
                <a:moveTo>
                  <a:pt x="3524250" y="2181225"/>
                </a:moveTo>
                <a:lnTo>
                  <a:pt x="3533775" y="2181225"/>
                </a:lnTo>
                <a:lnTo>
                  <a:pt x="3533775" y="2200275"/>
                </a:lnTo>
                <a:lnTo>
                  <a:pt x="3524250" y="2200275"/>
                </a:lnTo>
                <a:close/>
                <a:moveTo>
                  <a:pt x="3514725" y="2238375"/>
                </a:moveTo>
                <a:lnTo>
                  <a:pt x="3524250" y="2238375"/>
                </a:lnTo>
                <a:lnTo>
                  <a:pt x="3524250" y="2257425"/>
                </a:lnTo>
                <a:lnTo>
                  <a:pt x="3514725" y="2257425"/>
                </a:lnTo>
                <a:close/>
                <a:moveTo>
                  <a:pt x="3505200" y="2305050"/>
                </a:moveTo>
                <a:lnTo>
                  <a:pt x="3514725" y="2305050"/>
                </a:lnTo>
                <a:lnTo>
                  <a:pt x="3514725" y="2324100"/>
                </a:lnTo>
                <a:lnTo>
                  <a:pt x="3505200" y="2324100"/>
                </a:lnTo>
                <a:close/>
                <a:moveTo>
                  <a:pt x="3495675" y="2381250"/>
                </a:moveTo>
                <a:lnTo>
                  <a:pt x="3505200" y="2381250"/>
                </a:lnTo>
                <a:lnTo>
                  <a:pt x="3505200" y="2400300"/>
                </a:lnTo>
                <a:lnTo>
                  <a:pt x="3495675" y="2400300"/>
                </a:lnTo>
                <a:close/>
                <a:moveTo>
                  <a:pt x="3486150" y="2457450"/>
                </a:moveTo>
                <a:lnTo>
                  <a:pt x="3495675" y="2457450"/>
                </a:lnTo>
                <a:lnTo>
                  <a:pt x="3495675" y="2466975"/>
                </a:lnTo>
                <a:lnTo>
                  <a:pt x="3486150" y="2466975"/>
                </a:lnTo>
                <a:close/>
                <a:moveTo>
                  <a:pt x="3476625" y="2524125"/>
                </a:moveTo>
                <a:lnTo>
                  <a:pt x="3486150" y="2524125"/>
                </a:lnTo>
                <a:lnTo>
                  <a:pt x="3486150" y="2543175"/>
                </a:lnTo>
                <a:lnTo>
                  <a:pt x="3476625" y="2543175"/>
                </a:lnTo>
                <a:close/>
                <a:moveTo>
                  <a:pt x="3467100" y="2590800"/>
                </a:moveTo>
                <a:lnTo>
                  <a:pt x="3476625" y="2590800"/>
                </a:lnTo>
                <a:lnTo>
                  <a:pt x="3476625" y="2609850"/>
                </a:lnTo>
                <a:lnTo>
                  <a:pt x="3467100" y="2609850"/>
                </a:lnTo>
                <a:close/>
                <a:moveTo>
                  <a:pt x="3457575" y="2667000"/>
                </a:moveTo>
                <a:lnTo>
                  <a:pt x="3467100" y="2667000"/>
                </a:lnTo>
                <a:lnTo>
                  <a:pt x="3467100" y="2676525"/>
                </a:lnTo>
                <a:lnTo>
                  <a:pt x="3457575" y="2676525"/>
                </a:lnTo>
                <a:close/>
                <a:moveTo>
                  <a:pt x="3438525" y="2809875"/>
                </a:moveTo>
                <a:lnTo>
                  <a:pt x="3448050" y="2809875"/>
                </a:lnTo>
                <a:lnTo>
                  <a:pt x="3448050" y="2819400"/>
                </a:lnTo>
                <a:lnTo>
                  <a:pt x="3438525" y="2819400"/>
                </a:lnTo>
                <a:close/>
                <a:moveTo>
                  <a:pt x="3429000" y="2867025"/>
                </a:moveTo>
                <a:lnTo>
                  <a:pt x="3438525" y="2867025"/>
                </a:lnTo>
                <a:lnTo>
                  <a:pt x="3438525" y="2886075"/>
                </a:lnTo>
                <a:lnTo>
                  <a:pt x="3429000" y="2886075"/>
                </a:lnTo>
                <a:close/>
                <a:moveTo>
                  <a:pt x="3419475" y="2933700"/>
                </a:moveTo>
                <a:lnTo>
                  <a:pt x="3429000" y="2933700"/>
                </a:lnTo>
                <a:lnTo>
                  <a:pt x="3429000" y="2943225"/>
                </a:lnTo>
                <a:lnTo>
                  <a:pt x="3419475" y="2943225"/>
                </a:lnTo>
                <a:close/>
                <a:moveTo>
                  <a:pt x="3409950" y="3057525"/>
                </a:moveTo>
                <a:lnTo>
                  <a:pt x="3419475" y="3057525"/>
                </a:lnTo>
                <a:lnTo>
                  <a:pt x="3419475" y="3086100"/>
                </a:lnTo>
                <a:lnTo>
                  <a:pt x="3409950" y="3086100"/>
                </a:lnTo>
                <a:lnTo>
                  <a:pt x="3409950" y="3162300"/>
                </a:lnTo>
                <a:lnTo>
                  <a:pt x="3400425" y="3162300"/>
                </a:lnTo>
                <a:lnTo>
                  <a:pt x="3400425" y="3238500"/>
                </a:lnTo>
                <a:lnTo>
                  <a:pt x="3390900" y="3238500"/>
                </a:lnTo>
                <a:lnTo>
                  <a:pt x="3390900" y="3314700"/>
                </a:lnTo>
                <a:lnTo>
                  <a:pt x="3381375" y="3314700"/>
                </a:lnTo>
                <a:lnTo>
                  <a:pt x="3381375" y="3390900"/>
                </a:lnTo>
                <a:lnTo>
                  <a:pt x="3371850" y="3390900"/>
                </a:lnTo>
                <a:lnTo>
                  <a:pt x="3371850" y="3305175"/>
                </a:lnTo>
                <a:lnTo>
                  <a:pt x="3381375" y="3305175"/>
                </a:lnTo>
                <a:lnTo>
                  <a:pt x="3381375" y="3219450"/>
                </a:lnTo>
                <a:lnTo>
                  <a:pt x="3390900" y="3219450"/>
                </a:lnTo>
                <a:lnTo>
                  <a:pt x="3390900" y="3143250"/>
                </a:lnTo>
                <a:lnTo>
                  <a:pt x="3400425" y="3143250"/>
                </a:lnTo>
                <a:lnTo>
                  <a:pt x="3400425" y="3067050"/>
                </a:lnTo>
                <a:lnTo>
                  <a:pt x="3409950" y="3067050"/>
                </a:lnTo>
                <a:close/>
                <a:moveTo>
                  <a:pt x="190500" y="3067050"/>
                </a:moveTo>
                <a:lnTo>
                  <a:pt x="200025" y="3067050"/>
                </a:lnTo>
                <a:lnTo>
                  <a:pt x="200025" y="3076575"/>
                </a:lnTo>
                <a:lnTo>
                  <a:pt x="209550" y="3076575"/>
                </a:lnTo>
                <a:lnTo>
                  <a:pt x="209550" y="3228975"/>
                </a:lnTo>
                <a:lnTo>
                  <a:pt x="219075" y="3228975"/>
                </a:lnTo>
                <a:lnTo>
                  <a:pt x="219075" y="3362325"/>
                </a:lnTo>
                <a:lnTo>
                  <a:pt x="209550" y="3362325"/>
                </a:lnTo>
                <a:lnTo>
                  <a:pt x="209550" y="3267075"/>
                </a:lnTo>
                <a:lnTo>
                  <a:pt x="200025" y="3267075"/>
                </a:lnTo>
                <a:lnTo>
                  <a:pt x="200025" y="3105150"/>
                </a:lnTo>
                <a:lnTo>
                  <a:pt x="190500" y="3105150"/>
                </a:lnTo>
                <a:lnTo>
                  <a:pt x="190500" y="3095625"/>
                </a:lnTo>
                <a:lnTo>
                  <a:pt x="171450" y="3095625"/>
                </a:lnTo>
                <a:lnTo>
                  <a:pt x="171450" y="3086100"/>
                </a:lnTo>
                <a:lnTo>
                  <a:pt x="180975" y="3086100"/>
                </a:lnTo>
                <a:lnTo>
                  <a:pt x="180975" y="3076575"/>
                </a:lnTo>
                <a:lnTo>
                  <a:pt x="190500" y="3076575"/>
                </a:lnTo>
                <a:close/>
                <a:moveTo>
                  <a:pt x="161925" y="3095625"/>
                </a:moveTo>
                <a:lnTo>
                  <a:pt x="171450" y="3095625"/>
                </a:lnTo>
                <a:lnTo>
                  <a:pt x="171450" y="3105150"/>
                </a:lnTo>
                <a:lnTo>
                  <a:pt x="161925" y="3105150"/>
                </a:lnTo>
                <a:close/>
                <a:moveTo>
                  <a:pt x="504825" y="3095625"/>
                </a:moveTo>
                <a:lnTo>
                  <a:pt x="523875" y="3095625"/>
                </a:lnTo>
                <a:lnTo>
                  <a:pt x="523875" y="3124200"/>
                </a:lnTo>
                <a:lnTo>
                  <a:pt x="504825" y="3124200"/>
                </a:lnTo>
                <a:close/>
                <a:moveTo>
                  <a:pt x="152400" y="3105150"/>
                </a:moveTo>
                <a:lnTo>
                  <a:pt x="161925" y="3105150"/>
                </a:lnTo>
                <a:lnTo>
                  <a:pt x="161925" y="3114675"/>
                </a:lnTo>
                <a:lnTo>
                  <a:pt x="152400" y="3114675"/>
                </a:lnTo>
                <a:close/>
                <a:moveTo>
                  <a:pt x="142875" y="3114675"/>
                </a:moveTo>
                <a:lnTo>
                  <a:pt x="152400" y="3114675"/>
                </a:lnTo>
                <a:lnTo>
                  <a:pt x="152400" y="3124200"/>
                </a:lnTo>
                <a:lnTo>
                  <a:pt x="142875" y="3124200"/>
                </a:lnTo>
                <a:close/>
                <a:moveTo>
                  <a:pt x="133350" y="3124200"/>
                </a:moveTo>
                <a:lnTo>
                  <a:pt x="142875" y="3124200"/>
                </a:lnTo>
                <a:lnTo>
                  <a:pt x="142875" y="3133725"/>
                </a:lnTo>
                <a:lnTo>
                  <a:pt x="133350" y="3133725"/>
                </a:lnTo>
                <a:close/>
                <a:moveTo>
                  <a:pt x="523875" y="3124200"/>
                </a:moveTo>
                <a:lnTo>
                  <a:pt x="533400" y="3124200"/>
                </a:lnTo>
                <a:lnTo>
                  <a:pt x="533400" y="3133725"/>
                </a:lnTo>
                <a:lnTo>
                  <a:pt x="523875" y="3133725"/>
                </a:lnTo>
                <a:close/>
                <a:moveTo>
                  <a:pt x="123825" y="3133725"/>
                </a:moveTo>
                <a:lnTo>
                  <a:pt x="133350" y="3133725"/>
                </a:lnTo>
                <a:lnTo>
                  <a:pt x="133350" y="3143250"/>
                </a:lnTo>
                <a:lnTo>
                  <a:pt x="123825" y="3143250"/>
                </a:lnTo>
                <a:close/>
                <a:moveTo>
                  <a:pt x="114300" y="3143250"/>
                </a:moveTo>
                <a:lnTo>
                  <a:pt x="123825" y="3143250"/>
                </a:lnTo>
                <a:lnTo>
                  <a:pt x="123825" y="3152775"/>
                </a:lnTo>
                <a:lnTo>
                  <a:pt x="114300" y="3152775"/>
                </a:lnTo>
                <a:close/>
                <a:moveTo>
                  <a:pt x="104775" y="3152775"/>
                </a:moveTo>
                <a:lnTo>
                  <a:pt x="114300" y="3152775"/>
                </a:lnTo>
                <a:lnTo>
                  <a:pt x="114300" y="3162300"/>
                </a:lnTo>
                <a:lnTo>
                  <a:pt x="104775" y="3162300"/>
                </a:lnTo>
                <a:close/>
                <a:moveTo>
                  <a:pt x="95250" y="3162300"/>
                </a:moveTo>
                <a:lnTo>
                  <a:pt x="104775" y="3162300"/>
                </a:lnTo>
                <a:lnTo>
                  <a:pt x="104775" y="3171825"/>
                </a:lnTo>
                <a:lnTo>
                  <a:pt x="95250" y="3171825"/>
                </a:lnTo>
                <a:close/>
                <a:moveTo>
                  <a:pt x="85725" y="3171825"/>
                </a:moveTo>
                <a:lnTo>
                  <a:pt x="95250" y="3171825"/>
                </a:lnTo>
                <a:lnTo>
                  <a:pt x="95250" y="3181350"/>
                </a:lnTo>
                <a:lnTo>
                  <a:pt x="85725" y="3181350"/>
                </a:lnTo>
                <a:close/>
                <a:moveTo>
                  <a:pt x="76200" y="3181350"/>
                </a:moveTo>
                <a:lnTo>
                  <a:pt x="85725" y="3181350"/>
                </a:lnTo>
                <a:lnTo>
                  <a:pt x="85725" y="3190875"/>
                </a:lnTo>
                <a:lnTo>
                  <a:pt x="76200" y="3190875"/>
                </a:lnTo>
                <a:close/>
                <a:moveTo>
                  <a:pt x="66675" y="3190875"/>
                </a:moveTo>
                <a:lnTo>
                  <a:pt x="76200" y="3190875"/>
                </a:lnTo>
                <a:lnTo>
                  <a:pt x="76200" y="3200400"/>
                </a:lnTo>
                <a:lnTo>
                  <a:pt x="66675" y="3200400"/>
                </a:lnTo>
                <a:close/>
                <a:moveTo>
                  <a:pt x="57150" y="3200400"/>
                </a:moveTo>
                <a:lnTo>
                  <a:pt x="66675" y="3200400"/>
                </a:lnTo>
                <a:lnTo>
                  <a:pt x="66675" y="3209925"/>
                </a:lnTo>
                <a:lnTo>
                  <a:pt x="57150" y="3209925"/>
                </a:lnTo>
                <a:close/>
                <a:moveTo>
                  <a:pt x="47625" y="3209925"/>
                </a:moveTo>
                <a:lnTo>
                  <a:pt x="57150" y="3209925"/>
                </a:lnTo>
                <a:lnTo>
                  <a:pt x="57150" y="3219450"/>
                </a:lnTo>
                <a:lnTo>
                  <a:pt x="47625" y="3219450"/>
                </a:lnTo>
                <a:close/>
                <a:moveTo>
                  <a:pt x="38100" y="3219450"/>
                </a:moveTo>
                <a:lnTo>
                  <a:pt x="47625" y="3219450"/>
                </a:lnTo>
                <a:lnTo>
                  <a:pt x="47625" y="3228975"/>
                </a:lnTo>
                <a:lnTo>
                  <a:pt x="38100" y="3228975"/>
                </a:lnTo>
                <a:close/>
                <a:moveTo>
                  <a:pt x="28575" y="3228975"/>
                </a:moveTo>
                <a:lnTo>
                  <a:pt x="38100" y="3228975"/>
                </a:lnTo>
                <a:lnTo>
                  <a:pt x="38100" y="3238500"/>
                </a:lnTo>
                <a:lnTo>
                  <a:pt x="28575" y="3238500"/>
                </a:lnTo>
                <a:close/>
                <a:moveTo>
                  <a:pt x="19050" y="3238500"/>
                </a:moveTo>
                <a:lnTo>
                  <a:pt x="28575" y="3238500"/>
                </a:lnTo>
                <a:lnTo>
                  <a:pt x="28575" y="3248025"/>
                </a:lnTo>
                <a:lnTo>
                  <a:pt x="19050" y="3248025"/>
                </a:lnTo>
                <a:close/>
                <a:moveTo>
                  <a:pt x="9525" y="3248025"/>
                </a:moveTo>
                <a:lnTo>
                  <a:pt x="19050" y="3248025"/>
                </a:lnTo>
                <a:lnTo>
                  <a:pt x="19050" y="3257550"/>
                </a:lnTo>
                <a:lnTo>
                  <a:pt x="9525" y="3257550"/>
                </a:lnTo>
                <a:close/>
                <a:moveTo>
                  <a:pt x="0" y="3257550"/>
                </a:moveTo>
                <a:lnTo>
                  <a:pt x="9525" y="3257550"/>
                </a:lnTo>
                <a:lnTo>
                  <a:pt x="9525" y="3276600"/>
                </a:lnTo>
                <a:lnTo>
                  <a:pt x="0" y="3276600"/>
                </a:lnTo>
                <a:close/>
                <a:moveTo>
                  <a:pt x="209550" y="3371850"/>
                </a:moveTo>
                <a:lnTo>
                  <a:pt x="219075" y="3371850"/>
                </a:lnTo>
                <a:lnTo>
                  <a:pt x="219075" y="3409950"/>
                </a:lnTo>
                <a:lnTo>
                  <a:pt x="228600" y="3409950"/>
                </a:lnTo>
                <a:lnTo>
                  <a:pt x="228600" y="3448050"/>
                </a:lnTo>
                <a:lnTo>
                  <a:pt x="219075" y="3448050"/>
                </a:lnTo>
                <a:lnTo>
                  <a:pt x="219075" y="3467100"/>
                </a:lnTo>
                <a:lnTo>
                  <a:pt x="209550" y="3467100"/>
                </a:lnTo>
                <a:close/>
                <a:moveTo>
                  <a:pt x="3362325" y="3390900"/>
                </a:moveTo>
                <a:lnTo>
                  <a:pt x="3371850" y="3390900"/>
                </a:lnTo>
                <a:lnTo>
                  <a:pt x="3371850" y="3467100"/>
                </a:lnTo>
                <a:lnTo>
                  <a:pt x="3362325" y="3467100"/>
                </a:lnTo>
                <a:close/>
                <a:moveTo>
                  <a:pt x="3352800" y="3476625"/>
                </a:moveTo>
                <a:lnTo>
                  <a:pt x="3362325" y="3476625"/>
                </a:lnTo>
                <a:lnTo>
                  <a:pt x="3362325" y="3514725"/>
                </a:lnTo>
                <a:lnTo>
                  <a:pt x="3352800" y="3514725"/>
                </a:lnTo>
                <a:close/>
                <a:moveTo>
                  <a:pt x="2457450" y="3590925"/>
                </a:moveTo>
                <a:lnTo>
                  <a:pt x="2466975" y="3590925"/>
                </a:lnTo>
                <a:lnTo>
                  <a:pt x="2466975" y="3609975"/>
                </a:lnTo>
                <a:lnTo>
                  <a:pt x="2447925" y="3609975"/>
                </a:lnTo>
                <a:lnTo>
                  <a:pt x="2447925" y="3600450"/>
                </a:lnTo>
                <a:lnTo>
                  <a:pt x="2457450" y="3600450"/>
                </a:lnTo>
                <a:close/>
                <a:moveTo>
                  <a:pt x="228600" y="3609975"/>
                </a:moveTo>
                <a:lnTo>
                  <a:pt x="238125" y="3609975"/>
                </a:lnTo>
                <a:lnTo>
                  <a:pt x="238125" y="3619500"/>
                </a:lnTo>
                <a:lnTo>
                  <a:pt x="228600" y="3619500"/>
                </a:lnTo>
                <a:close/>
                <a:moveTo>
                  <a:pt x="2390775" y="3619500"/>
                </a:moveTo>
                <a:lnTo>
                  <a:pt x="2409825" y="3619500"/>
                </a:lnTo>
                <a:lnTo>
                  <a:pt x="2409825" y="3629025"/>
                </a:lnTo>
                <a:lnTo>
                  <a:pt x="2400300" y="3629025"/>
                </a:lnTo>
                <a:lnTo>
                  <a:pt x="2400300" y="3638550"/>
                </a:lnTo>
                <a:lnTo>
                  <a:pt x="2390775" y="3638550"/>
                </a:lnTo>
                <a:close/>
                <a:moveTo>
                  <a:pt x="2457450" y="3629025"/>
                </a:moveTo>
                <a:lnTo>
                  <a:pt x="2466975" y="3629025"/>
                </a:lnTo>
                <a:lnTo>
                  <a:pt x="2466975" y="3638550"/>
                </a:lnTo>
                <a:lnTo>
                  <a:pt x="2457450" y="3638550"/>
                </a:lnTo>
                <a:close/>
                <a:moveTo>
                  <a:pt x="2381250" y="3638550"/>
                </a:moveTo>
                <a:lnTo>
                  <a:pt x="2390775" y="3638550"/>
                </a:lnTo>
                <a:lnTo>
                  <a:pt x="2390775" y="3657600"/>
                </a:lnTo>
                <a:lnTo>
                  <a:pt x="2381250" y="3657600"/>
                </a:lnTo>
                <a:close/>
                <a:moveTo>
                  <a:pt x="2438400" y="3638550"/>
                </a:moveTo>
                <a:lnTo>
                  <a:pt x="2447925" y="3638550"/>
                </a:lnTo>
                <a:lnTo>
                  <a:pt x="2447925" y="3648075"/>
                </a:lnTo>
                <a:lnTo>
                  <a:pt x="2438400" y="3648075"/>
                </a:lnTo>
                <a:close/>
                <a:moveTo>
                  <a:pt x="2390775" y="3657600"/>
                </a:moveTo>
                <a:lnTo>
                  <a:pt x="2400300" y="3657600"/>
                </a:lnTo>
                <a:lnTo>
                  <a:pt x="2400300" y="3667125"/>
                </a:lnTo>
                <a:lnTo>
                  <a:pt x="2390775" y="3667125"/>
                </a:lnTo>
                <a:close/>
                <a:moveTo>
                  <a:pt x="2409825" y="3657600"/>
                </a:moveTo>
                <a:lnTo>
                  <a:pt x="2438400" y="3657600"/>
                </a:lnTo>
                <a:lnTo>
                  <a:pt x="2438400" y="3667125"/>
                </a:lnTo>
                <a:lnTo>
                  <a:pt x="2419350" y="3667125"/>
                </a:lnTo>
                <a:lnTo>
                  <a:pt x="2419350" y="3676650"/>
                </a:lnTo>
                <a:lnTo>
                  <a:pt x="2400300" y="3676650"/>
                </a:lnTo>
                <a:lnTo>
                  <a:pt x="2400300" y="3667125"/>
                </a:lnTo>
                <a:lnTo>
                  <a:pt x="2409825" y="3667125"/>
                </a:lnTo>
                <a:close/>
                <a:moveTo>
                  <a:pt x="3819525" y="3743325"/>
                </a:moveTo>
                <a:lnTo>
                  <a:pt x="3838575" y="3743325"/>
                </a:lnTo>
                <a:lnTo>
                  <a:pt x="3838575" y="3752850"/>
                </a:lnTo>
                <a:lnTo>
                  <a:pt x="3819525" y="3752850"/>
                </a:lnTo>
                <a:close/>
                <a:moveTo>
                  <a:pt x="3800475" y="3752850"/>
                </a:moveTo>
                <a:lnTo>
                  <a:pt x="3819525" y="3752850"/>
                </a:lnTo>
                <a:lnTo>
                  <a:pt x="3819525" y="3762375"/>
                </a:lnTo>
                <a:lnTo>
                  <a:pt x="3800475" y="3762375"/>
                </a:lnTo>
                <a:close/>
                <a:moveTo>
                  <a:pt x="228600" y="3762375"/>
                </a:moveTo>
                <a:lnTo>
                  <a:pt x="238125" y="3762375"/>
                </a:lnTo>
                <a:lnTo>
                  <a:pt x="238125" y="3771900"/>
                </a:lnTo>
                <a:lnTo>
                  <a:pt x="247650" y="3771900"/>
                </a:lnTo>
                <a:lnTo>
                  <a:pt x="247650" y="3800475"/>
                </a:lnTo>
                <a:lnTo>
                  <a:pt x="238125" y="3800475"/>
                </a:lnTo>
                <a:lnTo>
                  <a:pt x="238125" y="3810000"/>
                </a:lnTo>
                <a:lnTo>
                  <a:pt x="228600" y="3810000"/>
                </a:lnTo>
                <a:close/>
                <a:moveTo>
                  <a:pt x="533400" y="3762375"/>
                </a:moveTo>
                <a:lnTo>
                  <a:pt x="561975" y="3762375"/>
                </a:lnTo>
                <a:lnTo>
                  <a:pt x="561975" y="3771900"/>
                </a:lnTo>
                <a:lnTo>
                  <a:pt x="542925" y="3771900"/>
                </a:lnTo>
                <a:lnTo>
                  <a:pt x="542925" y="3781425"/>
                </a:lnTo>
                <a:lnTo>
                  <a:pt x="523875" y="3781425"/>
                </a:lnTo>
                <a:lnTo>
                  <a:pt x="523875" y="3771900"/>
                </a:lnTo>
                <a:lnTo>
                  <a:pt x="533400" y="3771900"/>
                </a:lnTo>
                <a:close/>
                <a:moveTo>
                  <a:pt x="3771900" y="3762375"/>
                </a:moveTo>
                <a:lnTo>
                  <a:pt x="3800475" y="3762375"/>
                </a:lnTo>
                <a:lnTo>
                  <a:pt x="3800475" y="3771900"/>
                </a:lnTo>
                <a:lnTo>
                  <a:pt x="3781425" y="3771900"/>
                </a:lnTo>
                <a:lnTo>
                  <a:pt x="3781425" y="3781425"/>
                </a:lnTo>
                <a:lnTo>
                  <a:pt x="3762375" y="3781425"/>
                </a:lnTo>
                <a:lnTo>
                  <a:pt x="3762375" y="3771900"/>
                </a:lnTo>
                <a:lnTo>
                  <a:pt x="3771900" y="3771900"/>
                </a:lnTo>
                <a:close/>
                <a:moveTo>
                  <a:pt x="561975" y="3771900"/>
                </a:moveTo>
                <a:lnTo>
                  <a:pt x="571500" y="3771900"/>
                </a:lnTo>
                <a:lnTo>
                  <a:pt x="571500" y="3781425"/>
                </a:lnTo>
                <a:lnTo>
                  <a:pt x="561975" y="3781425"/>
                </a:lnTo>
                <a:close/>
                <a:moveTo>
                  <a:pt x="514350" y="3781425"/>
                </a:moveTo>
                <a:lnTo>
                  <a:pt x="523875" y="3781425"/>
                </a:lnTo>
                <a:lnTo>
                  <a:pt x="523875" y="3790950"/>
                </a:lnTo>
                <a:lnTo>
                  <a:pt x="514350" y="3790950"/>
                </a:lnTo>
                <a:close/>
                <a:moveTo>
                  <a:pt x="571500" y="3781425"/>
                </a:moveTo>
                <a:lnTo>
                  <a:pt x="581025" y="3781425"/>
                </a:lnTo>
                <a:lnTo>
                  <a:pt x="581025" y="3790950"/>
                </a:lnTo>
                <a:lnTo>
                  <a:pt x="571500" y="3790950"/>
                </a:lnTo>
                <a:close/>
                <a:moveTo>
                  <a:pt x="3733800" y="3781425"/>
                </a:moveTo>
                <a:lnTo>
                  <a:pt x="3762375" y="3781425"/>
                </a:lnTo>
                <a:lnTo>
                  <a:pt x="3762375" y="3790950"/>
                </a:lnTo>
                <a:lnTo>
                  <a:pt x="3743325" y="3790950"/>
                </a:lnTo>
                <a:lnTo>
                  <a:pt x="3743325" y="3800475"/>
                </a:lnTo>
                <a:lnTo>
                  <a:pt x="3724275" y="3800475"/>
                </a:lnTo>
                <a:lnTo>
                  <a:pt x="3724275" y="3810000"/>
                </a:lnTo>
                <a:lnTo>
                  <a:pt x="3705225" y="3810000"/>
                </a:lnTo>
                <a:lnTo>
                  <a:pt x="3705225" y="3819525"/>
                </a:lnTo>
                <a:lnTo>
                  <a:pt x="3676650" y="3819525"/>
                </a:lnTo>
                <a:lnTo>
                  <a:pt x="3676650" y="3810000"/>
                </a:lnTo>
                <a:lnTo>
                  <a:pt x="3695700" y="3810000"/>
                </a:lnTo>
                <a:lnTo>
                  <a:pt x="3695700" y="3800475"/>
                </a:lnTo>
                <a:lnTo>
                  <a:pt x="3714750" y="3800475"/>
                </a:lnTo>
                <a:lnTo>
                  <a:pt x="3714750" y="3790950"/>
                </a:lnTo>
                <a:lnTo>
                  <a:pt x="3733800" y="3790950"/>
                </a:lnTo>
                <a:close/>
                <a:moveTo>
                  <a:pt x="581025" y="3790950"/>
                </a:moveTo>
                <a:lnTo>
                  <a:pt x="590550" y="3790950"/>
                </a:lnTo>
                <a:lnTo>
                  <a:pt x="590550" y="3800475"/>
                </a:lnTo>
                <a:lnTo>
                  <a:pt x="581025" y="3800475"/>
                </a:lnTo>
                <a:close/>
                <a:moveTo>
                  <a:pt x="542925" y="3810000"/>
                </a:moveTo>
                <a:lnTo>
                  <a:pt x="552450" y="3810000"/>
                </a:lnTo>
                <a:lnTo>
                  <a:pt x="552450" y="3819525"/>
                </a:lnTo>
                <a:lnTo>
                  <a:pt x="542925" y="3819525"/>
                </a:lnTo>
                <a:close/>
                <a:moveTo>
                  <a:pt x="571500" y="3810000"/>
                </a:moveTo>
                <a:lnTo>
                  <a:pt x="581025" y="3810000"/>
                </a:lnTo>
                <a:lnTo>
                  <a:pt x="581025" y="3819525"/>
                </a:lnTo>
                <a:lnTo>
                  <a:pt x="590550" y="3819525"/>
                </a:lnTo>
                <a:lnTo>
                  <a:pt x="590550" y="3829050"/>
                </a:lnTo>
                <a:lnTo>
                  <a:pt x="571500" y="3829050"/>
                </a:lnTo>
                <a:close/>
                <a:moveTo>
                  <a:pt x="533400" y="3819525"/>
                </a:moveTo>
                <a:lnTo>
                  <a:pt x="542925" y="3819525"/>
                </a:lnTo>
                <a:lnTo>
                  <a:pt x="542925" y="3838575"/>
                </a:lnTo>
                <a:lnTo>
                  <a:pt x="523875" y="3838575"/>
                </a:lnTo>
                <a:lnTo>
                  <a:pt x="523875" y="3829050"/>
                </a:lnTo>
                <a:lnTo>
                  <a:pt x="533400" y="3829050"/>
                </a:lnTo>
                <a:close/>
                <a:moveTo>
                  <a:pt x="3657600" y="3819525"/>
                </a:moveTo>
                <a:lnTo>
                  <a:pt x="3676650" y="3819525"/>
                </a:lnTo>
                <a:lnTo>
                  <a:pt x="3676650" y="3829050"/>
                </a:lnTo>
                <a:lnTo>
                  <a:pt x="3657600" y="3829050"/>
                </a:lnTo>
                <a:close/>
                <a:moveTo>
                  <a:pt x="3638550" y="3829050"/>
                </a:moveTo>
                <a:lnTo>
                  <a:pt x="3657600" y="3829050"/>
                </a:lnTo>
                <a:lnTo>
                  <a:pt x="3657600" y="3838575"/>
                </a:lnTo>
                <a:lnTo>
                  <a:pt x="3638550" y="3838575"/>
                </a:lnTo>
                <a:close/>
                <a:moveTo>
                  <a:pt x="238125" y="3838575"/>
                </a:moveTo>
                <a:lnTo>
                  <a:pt x="247650" y="3838575"/>
                </a:lnTo>
                <a:lnTo>
                  <a:pt x="247650" y="3857625"/>
                </a:lnTo>
                <a:lnTo>
                  <a:pt x="238125" y="3857625"/>
                </a:lnTo>
                <a:close/>
                <a:moveTo>
                  <a:pt x="3619500" y="3838575"/>
                </a:moveTo>
                <a:lnTo>
                  <a:pt x="3629025" y="3838575"/>
                </a:lnTo>
                <a:lnTo>
                  <a:pt x="3629025" y="3848100"/>
                </a:lnTo>
                <a:lnTo>
                  <a:pt x="3619500" y="3848100"/>
                </a:lnTo>
                <a:close/>
                <a:moveTo>
                  <a:pt x="3590925" y="3848100"/>
                </a:moveTo>
                <a:lnTo>
                  <a:pt x="3609975" y="3848100"/>
                </a:lnTo>
                <a:lnTo>
                  <a:pt x="3609975" y="3857625"/>
                </a:lnTo>
                <a:lnTo>
                  <a:pt x="3590925" y="3857625"/>
                </a:lnTo>
                <a:close/>
                <a:moveTo>
                  <a:pt x="3571875" y="3857625"/>
                </a:moveTo>
                <a:lnTo>
                  <a:pt x="3581400" y="3857625"/>
                </a:lnTo>
                <a:lnTo>
                  <a:pt x="3581400" y="3867150"/>
                </a:lnTo>
                <a:lnTo>
                  <a:pt x="3571875" y="3867150"/>
                </a:lnTo>
                <a:close/>
                <a:moveTo>
                  <a:pt x="3533775" y="3867150"/>
                </a:moveTo>
                <a:lnTo>
                  <a:pt x="3552825" y="3867150"/>
                </a:lnTo>
                <a:lnTo>
                  <a:pt x="3552825" y="3876675"/>
                </a:lnTo>
                <a:lnTo>
                  <a:pt x="3533775" y="3876675"/>
                </a:lnTo>
                <a:close/>
                <a:moveTo>
                  <a:pt x="247650" y="3876675"/>
                </a:moveTo>
                <a:lnTo>
                  <a:pt x="257175" y="3876675"/>
                </a:lnTo>
                <a:lnTo>
                  <a:pt x="257175" y="3895725"/>
                </a:lnTo>
                <a:lnTo>
                  <a:pt x="247650" y="3895725"/>
                </a:lnTo>
                <a:close/>
                <a:moveTo>
                  <a:pt x="3505200" y="3876675"/>
                </a:moveTo>
                <a:lnTo>
                  <a:pt x="3524250" y="3876675"/>
                </a:lnTo>
                <a:lnTo>
                  <a:pt x="3524250" y="3886200"/>
                </a:lnTo>
                <a:lnTo>
                  <a:pt x="3505200" y="3886200"/>
                </a:lnTo>
                <a:close/>
                <a:moveTo>
                  <a:pt x="3486150" y="3886200"/>
                </a:moveTo>
                <a:lnTo>
                  <a:pt x="3495675" y="3886200"/>
                </a:lnTo>
                <a:lnTo>
                  <a:pt x="3495675" y="3895725"/>
                </a:lnTo>
                <a:lnTo>
                  <a:pt x="3486150" y="3895725"/>
                </a:lnTo>
                <a:close/>
                <a:moveTo>
                  <a:pt x="257175" y="3895725"/>
                </a:moveTo>
                <a:lnTo>
                  <a:pt x="266700" y="3895725"/>
                </a:lnTo>
                <a:lnTo>
                  <a:pt x="266700" y="3914775"/>
                </a:lnTo>
                <a:lnTo>
                  <a:pt x="257175" y="3914775"/>
                </a:lnTo>
                <a:close/>
                <a:moveTo>
                  <a:pt x="3457575" y="3895725"/>
                </a:moveTo>
                <a:lnTo>
                  <a:pt x="3467100" y="3895725"/>
                </a:lnTo>
                <a:lnTo>
                  <a:pt x="3467100" y="3905250"/>
                </a:lnTo>
                <a:lnTo>
                  <a:pt x="3457575" y="3905250"/>
                </a:lnTo>
                <a:close/>
                <a:moveTo>
                  <a:pt x="3419475" y="3905250"/>
                </a:moveTo>
                <a:lnTo>
                  <a:pt x="3438525" y="3905250"/>
                </a:lnTo>
                <a:lnTo>
                  <a:pt x="3438525" y="3914775"/>
                </a:lnTo>
                <a:lnTo>
                  <a:pt x="3419475" y="3914775"/>
                </a:lnTo>
                <a:close/>
                <a:moveTo>
                  <a:pt x="266700" y="3914775"/>
                </a:moveTo>
                <a:lnTo>
                  <a:pt x="276225" y="3914775"/>
                </a:lnTo>
                <a:lnTo>
                  <a:pt x="276225" y="3933825"/>
                </a:lnTo>
                <a:lnTo>
                  <a:pt x="266700" y="3933825"/>
                </a:lnTo>
                <a:close/>
                <a:moveTo>
                  <a:pt x="3390900" y="3914775"/>
                </a:moveTo>
                <a:lnTo>
                  <a:pt x="3400425" y="3914775"/>
                </a:lnTo>
                <a:lnTo>
                  <a:pt x="3400425" y="3924300"/>
                </a:lnTo>
                <a:lnTo>
                  <a:pt x="3390900" y="3924300"/>
                </a:lnTo>
                <a:close/>
                <a:moveTo>
                  <a:pt x="3352800" y="3924300"/>
                </a:moveTo>
                <a:lnTo>
                  <a:pt x="3362325" y="3924300"/>
                </a:lnTo>
                <a:lnTo>
                  <a:pt x="3362325" y="3933825"/>
                </a:lnTo>
                <a:lnTo>
                  <a:pt x="3352800" y="3933825"/>
                </a:lnTo>
                <a:close/>
                <a:moveTo>
                  <a:pt x="276225" y="3933825"/>
                </a:moveTo>
                <a:lnTo>
                  <a:pt x="285750" y="3933825"/>
                </a:lnTo>
                <a:lnTo>
                  <a:pt x="285750" y="3952875"/>
                </a:lnTo>
                <a:lnTo>
                  <a:pt x="276225" y="3952875"/>
                </a:lnTo>
                <a:close/>
                <a:moveTo>
                  <a:pt x="3314700" y="3933825"/>
                </a:moveTo>
                <a:lnTo>
                  <a:pt x="3324225" y="3933825"/>
                </a:lnTo>
                <a:lnTo>
                  <a:pt x="3324225" y="3943350"/>
                </a:lnTo>
                <a:lnTo>
                  <a:pt x="3314700" y="3943350"/>
                </a:lnTo>
                <a:close/>
                <a:moveTo>
                  <a:pt x="285750" y="3952875"/>
                </a:moveTo>
                <a:lnTo>
                  <a:pt x="295275" y="3952875"/>
                </a:lnTo>
                <a:lnTo>
                  <a:pt x="295275" y="3962400"/>
                </a:lnTo>
                <a:lnTo>
                  <a:pt x="285750" y="3962400"/>
                </a:lnTo>
                <a:close/>
                <a:moveTo>
                  <a:pt x="295275" y="3962400"/>
                </a:moveTo>
                <a:lnTo>
                  <a:pt x="304800" y="3962400"/>
                </a:lnTo>
                <a:lnTo>
                  <a:pt x="304800" y="3971925"/>
                </a:lnTo>
                <a:lnTo>
                  <a:pt x="295275" y="3971925"/>
                </a:lnTo>
                <a:close/>
                <a:moveTo>
                  <a:pt x="304800" y="3971925"/>
                </a:moveTo>
                <a:lnTo>
                  <a:pt x="314325" y="3971925"/>
                </a:lnTo>
                <a:lnTo>
                  <a:pt x="314325" y="3981450"/>
                </a:lnTo>
                <a:lnTo>
                  <a:pt x="304800" y="3981450"/>
                </a:lnTo>
                <a:close/>
                <a:moveTo>
                  <a:pt x="314325" y="3990975"/>
                </a:moveTo>
                <a:lnTo>
                  <a:pt x="323850" y="3990975"/>
                </a:lnTo>
                <a:lnTo>
                  <a:pt x="323850" y="4000500"/>
                </a:lnTo>
                <a:lnTo>
                  <a:pt x="314325" y="4000500"/>
                </a:lnTo>
                <a:close/>
                <a:moveTo>
                  <a:pt x="323850" y="4000500"/>
                </a:moveTo>
                <a:lnTo>
                  <a:pt x="333375" y="4000500"/>
                </a:lnTo>
                <a:lnTo>
                  <a:pt x="333375" y="4010025"/>
                </a:lnTo>
                <a:lnTo>
                  <a:pt x="323850" y="4010025"/>
                </a:lnTo>
                <a:close/>
                <a:moveTo>
                  <a:pt x="1123950" y="4114800"/>
                </a:moveTo>
                <a:lnTo>
                  <a:pt x="1133475" y="4114800"/>
                </a:lnTo>
                <a:lnTo>
                  <a:pt x="1133475" y="4124325"/>
                </a:lnTo>
                <a:lnTo>
                  <a:pt x="1123950" y="4124325"/>
                </a:lnTo>
                <a:close/>
                <a:moveTo>
                  <a:pt x="1114425" y="4124325"/>
                </a:moveTo>
                <a:lnTo>
                  <a:pt x="1123950" y="4124325"/>
                </a:lnTo>
                <a:lnTo>
                  <a:pt x="1123950" y="4133850"/>
                </a:lnTo>
                <a:lnTo>
                  <a:pt x="1114425" y="4133850"/>
                </a:lnTo>
                <a:close/>
                <a:moveTo>
                  <a:pt x="1095375" y="4133850"/>
                </a:moveTo>
                <a:lnTo>
                  <a:pt x="1114425" y="4133850"/>
                </a:lnTo>
                <a:lnTo>
                  <a:pt x="1114425" y="4143375"/>
                </a:lnTo>
                <a:lnTo>
                  <a:pt x="1104900" y="4143375"/>
                </a:lnTo>
                <a:lnTo>
                  <a:pt x="1104900" y="4152900"/>
                </a:lnTo>
                <a:lnTo>
                  <a:pt x="1095375" y="4152900"/>
                </a:lnTo>
                <a:lnTo>
                  <a:pt x="1095375" y="4162425"/>
                </a:lnTo>
                <a:lnTo>
                  <a:pt x="1085850" y="4162425"/>
                </a:lnTo>
                <a:lnTo>
                  <a:pt x="1085850" y="4143375"/>
                </a:lnTo>
                <a:lnTo>
                  <a:pt x="1095375" y="4143375"/>
                </a:lnTo>
                <a:close/>
                <a:moveTo>
                  <a:pt x="1076325" y="4162425"/>
                </a:moveTo>
                <a:lnTo>
                  <a:pt x="1085850" y="4162425"/>
                </a:lnTo>
                <a:lnTo>
                  <a:pt x="1085850" y="4171950"/>
                </a:lnTo>
                <a:lnTo>
                  <a:pt x="1076325" y="4171950"/>
                </a:lnTo>
                <a:close/>
                <a:moveTo>
                  <a:pt x="1066800" y="4171950"/>
                </a:moveTo>
                <a:lnTo>
                  <a:pt x="1076325" y="4171950"/>
                </a:lnTo>
                <a:lnTo>
                  <a:pt x="1076325" y="4181475"/>
                </a:lnTo>
                <a:lnTo>
                  <a:pt x="1066800" y="4181475"/>
                </a:lnTo>
                <a:close/>
                <a:moveTo>
                  <a:pt x="1057275" y="4181475"/>
                </a:moveTo>
                <a:lnTo>
                  <a:pt x="1066800" y="4181475"/>
                </a:lnTo>
                <a:lnTo>
                  <a:pt x="1066800" y="4191000"/>
                </a:lnTo>
                <a:lnTo>
                  <a:pt x="1057275" y="4191000"/>
                </a:lnTo>
                <a:close/>
                <a:moveTo>
                  <a:pt x="1047750" y="4191000"/>
                </a:moveTo>
                <a:lnTo>
                  <a:pt x="1057275" y="4191000"/>
                </a:lnTo>
                <a:lnTo>
                  <a:pt x="1057275" y="4200525"/>
                </a:lnTo>
                <a:lnTo>
                  <a:pt x="1047750" y="4200525"/>
                </a:lnTo>
                <a:close/>
                <a:moveTo>
                  <a:pt x="1038225" y="4200525"/>
                </a:moveTo>
                <a:lnTo>
                  <a:pt x="1047750" y="4200525"/>
                </a:lnTo>
                <a:lnTo>
                  <a:pt x="1047750" y="4210050"/>
                </a:lnTo>
                <a:lnTo>
                  <a:pt x="1038225" y="4210050"/>
                </a:lnTo>
                <a:close/>
                <a:moveTo>
                  <a:pt x="1019175" y="4210050"/>
                </a:moveTo>
                <a:lnTo>
                  <a:pt x="1038225" y="4210050"/>
                </a:lnTo>
                <a:lnTo>
                  <a:pt x="1038225" y="4219575"/>
                </a:lnTo>
                <a:lnTo>
                  <a:pt x="1028700" y="4219575"/>
                </a:lnTo>
                <a:lnTo>
                  <a:pt x="1028700" y="4229100"/>
                </a:lnTo>
                <a:lnTo>
                  <a:pt x="1019175" y="4229100"/>
                </a:lnTo>
                <a:lnTo>
                  <a:pt x="1019175" y="4238625"/>
                </a:lnTo>
                <a:lnTo>
                  <a:pt x="1009650" y="4238625"/>
                </a:lnTo>
                <a:lnTo>
                  <a:pt x="1009650" y="4248150"/>
                </a:lnTo>
                <a:lnTo>
                  <a:pt x="1000125" y="4248150"/>
                </a:lnTo>
                <a:lnTo>
                  <a:pt x="1000125" y="4257675"/>
                </a:lnTo>
                <a:lnTo>
                  <a:pt x="990600" y="4257675"/>
                </a:lnTo>
                <a:lnTo>
                  <a:pt x="990600" y="4267200"/>
                </a:lnTo>
                <a:lnTo>
                  <a:pt x="981075" y="4267200"/>
                </a:lnTo>
                <a:lnTo>
                  <a:pt x="981075" y="4276725"/>
                </a:lnTo>
                <a:lnTo>
                  <a:pt x="971550" y="4276725"/>
                </a:lnTo>
                <a:lnTo>
                  <a:pt x="971550" y="4286250"/>
                </a:lnTo>
                <a:lnTo>
                  <a:pt x="962025" y="4286250"/>
                </a:lnTo>
                <a:lnTo>
                  <a:pt x="962025" y="4295775"/>
                </a:lnTo>
                <a:lnTo>
                  <a:pt x="942975" y="4295775"/>
                </a:lnTo>
                <a:lnTo>
                  <a:pt x="942975" y="4286250"/>
                </a:lnTo>
                <a:lnTo>
                  <a:pt x="952500" y="4286250"/>
                </a:lnTo>
                <a:lnTo>
                  <a:pt x="952500" y="4276725"/>
                </a:lnTo>
                <a:lnTo>
                  <a:pt x="962025" y="4276725"/>
                </a:lnTo>
                <a:lnTo>
                  <a:pt x="962025" y="4267200"/>
                </a:lnTo>
                <a:lnTo>
                  <a:pt x="971550" y="4267200"/>
                </a:lnTo>
                <a:lnTo>
                  <a:pt x="971550" y="4257675"/>
                </a:lnTo>
                <a:lnTo>
                  <a:pt x="981075" y="4257675"/>
                </a:lnTo>
                <a:lnTo>
                  <a:pt x="981075" y="4248150"/>
                </a:lnTo>
                <a:lnTo>
                  <a:pt x="990600" y="4248150"/>
                </a:lnTo>
                <a:lnTo>
                  <a:pt x="990600" y="4238625"/>
                </a:lnTo>
                <a:lnTo>
                  <a:pt x="1000125" y="4238625"/>
                </a:lnTo>
                <a:lnTo>
                  <a:pt x="1000125" y="4229100"/>
                </a:lnTo>
                <a:lnTo>
                  <a:pt x="1009650" y="4229100"/>
                </a:lnTo>
                <a:lnTo>
                  <a:pt x="1009650" y="4219575"/>
                </a:lnTo>
                <a:lnTo>
                  <a:pt x="1019175" y="4219575"/>
                </a:lnTo>
                <a:close/>
              </a:path>
            </a:pathLst>
          </a:custGeom>
          <a:solidFill xmlns:a="http://schemas.openxmlformats.org/drawingml/2006/main">
            <a:srgbClr val="1A65D4"/>
          </a:solidFill>
          <a:ln xmlns:a="http://schemas.openxmlformats.org/drawingml/2006/main" w="0">
            <a:noFill/>
          </a:ln>
        </p:spPr>
      </p:sp>
      <p:sp>
        <p:nvSpPr>
          <p:cNvPr id="27" name="phones vector #454d5a">
            <a:extLst xmlns:a="http://schemas.openxmlformats.org/drawingml/2006/main">
              <a:ext uri="{FF2B5EF4-FFF2-40B4-BE49-F238E27FC236}">
                <a16:creationId xmlns:a16="http://schemas.microsoft.com/office/drawing/2014/main" id="{3237E4ED-17B1-49D7-A6AC-E133262BE71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48500" y="190500"/>
            <a:ext cx="5905500" cy="6619875"/>
          </a:xfrm>
          <a:custGeom xmlns:a="http://schemas.openxmlformats.org/drawingml/2006/main">
            <a:pathLst>
              <a:path w="3838575" h="4295775">
                <a:moveTo>
                  <a:pt x="1400175" y="76200"/>
                </a:moveTo>
                <a:lnTo>
                  <a:pt x="1438275" y="76200"/>
                </a:lnTo>
                <a:lnTo>
                  <a:pt x="1438275" y="85725"/>
                </a:lnTo>
                <a:lnTo>
                  <a:pt x="1400175" y="85725"/>
                </a:lnTo>
                <a:close/>
                <a:moveTo>
                  <a:pt x="1504950" y="76200"/>
                </a:moveTo>
                <a:lnTo>
                  <a:pt x="1533525" y="76200"/>
                </a:lnTo>
                <a:lnTo>
                  <a:pt x="1533525" y="85725"/>
                </a:lnTo>
                <a:lnTo>
                  <a:pt x="1504950" y="85725"/>
                </a:lnTo>
                <a:close/>
                <a:moveTo>
                  <a:pt x="1581150" y="76200"/>
                </a:moveTo>
                <a:lnTo>
                  <a:pt x="1590675" y="76200"/>
                </a:lnTo>
                <a:lnTo>
                  <a:pt x="1590675" y="95250"/>
                </a:lnTo>
                <a:lnTo>
                  <a:pt x="1609725" y="95250"/>
                </a:lnTo>
                <a:lnTo>
                  <a:pt x="1609725" y="104775"/>
                </a:lnTo>
                <a:lnTo>
                  <a:pt x="1619250" y="104775"/>
                </a:lnTo>
                <a:lnTo>
                  <a:pt x="1619250" y="114300"/>
                </a:lnTo>
                <a:lnTo>
                  <a:pt x="1638300" y="114300"/>
                </a:lnTo>
                <a:lnTo>
                  <a:pt x="1638300" y="123825"/>
                </a:lnTo>
                <a:lnTo>
                  <a:pt x="1647825" y="123825"/>
                </a:lnTo>
                <a:lnTo>
                  <a:pt x="1647825" y="133350"/>
                </a:lnTo>
                <a:lnTo>
                  <a:pt x="1657350" y="133350"/>
                </a:lnTo>
                <a:lnTo>
                  <a:pt x="1657350" y="142875"/>
                </a:lnTo>
                <a:lnTo>
                  <a:pt x="1666875" y="142875"/>
                </a:lnTo>
                <a:lnTo>
                  <a:pt x="1666875" y="152400"/>
                </a:lnTo>
                <a:lnTo>
                  <a:pt x="1676400" y="152400"/>
                </a:lnTo>
                <a:lnTo>
                  <a:pt x="1676400" y="161925"/>
                </a:lnTo>
                <a:lnTo>
                  <a:pt x="1685925" y="161925"/>
                </a:lnTo>
                <a:lnTo>
                  <a:pt x="1685925" y="171450"/>
                </a:lnTo>
                <a:lnTo>
                  <a:pt x="1695450" y="171450"/>
                </a:lnTo>
                <a:lnTo>
                  <a:pt x="1695450" y="190500"/>
                </a:lnTo>
                <a:lnTo>
                  <a:pt x="1704975" y="190500"/>
                </a:lnTo>
                <a:lnTo>
                  <a:pt x="1704975" y="200025"/>
                </a:lnTo>
                <a:lnTo>
                  <a:pt x="1714500" y="200025"/>
                </a:lnTo>
                <a:lnTo>
                  <a:pt x="1714500" y="219075"/>
                </a:lnTo>
                <a:lnTo>
                  <a:pt x="1724025" y="219075"/>
                </a:lnTo>
                <a:lnTo>
                  <a:pt x="1724025" y="228600"/>
                </a:lnTo>
                <a:lnTo>
                  <a:pt x="1733550" y="228600"/>
                </a:lnTo>
                <a:lnTo>
                  <a:pt x="1733550" y="257175"/>
                </a:lnTo>
                <a:lnTo>
                  <a:pt x="1743075" y="257175"/>
                </a:lnTo>
                <a:lnTo>
                  <a:pt x="1743075" y="295275"/>
                </a:lnTo>
                <a:lnTo>
                  <a:pt x="1752600" y="295275"/>
                </a:lnTo>
                <a:lnTo>
                  <a:pt x="1752600" y="304800"/>
                </a:lnTo>
                <a:lnTo>
                  <a:pt x="1762125" y="304800"/>
                </a:lnTo>
                <a:lnTo>
                  <a:pt x="1762125" y="333375"/>
                </a:lnTo>
                <a:lnTo>
                  <a:pt x="1752600" y="333375"/>
                </a:lnTo>
                <a:lnTo>
                  <a:pt x="1752600" y="323850"/>
                </a:lnTo>
                <a:lnTo>
                  <a:pt x="1733550" y="323850"/>
                </a:lnTo>
                <a:lnTo>
                  <a:pt x="1733550" y="333375"/>
                </a:lnTo>
                <a:lnTo>
                  <a:pt x="1724025" y="333375"/>
                </a:lnTo>
                <a:lnTo>
                  <a:pt x="1724025" y="266700"/>
                </a:lnTo>
                <a:lnTo>
                  <a:pt x="1714500" y="266700"/>
                </a:lnTo>
                <a:lnTo>
                  <a:pt x="1714500" y="238125"/>
                </a:lnTo>
                <a:lnTo>
                  <a:pt x="1704975" y="238125"/>
                </a:lnTo>
                <a:lnTo>
                  <a:pt x="1704975" y="219075"/>
                </a:lnTo>
                <a:lnTo>
                  <a:pt x="1695450" y="219075"/>
                </a:lnTo>
                <a:lnTo>
                  <a:pt x="1695450" y="200025"/>
                </a:lnTo>
                <a:lnTo>
                  <a:pt x="1685925" y="200025"/>
                </a:lnTo>
                <a:lnTo>
                  <a:pt x="1685925" y="190500"/>
                </a:lnTo>
                <a:lnTo>
                  <a:pt x="1676400" y="190500"/>
                </a:lnTo>
                <a:lnTo>
                  <a:pt x="1676400" y="171450"/>
                </a:lnTo>
                <a:lnTo>
                  <a:pt x="1666875" y="171450"/>
                </a:lnTo>
                <a:lnTo>
                  <a:pt x="1666875" y="161925"/>
                </a:lnTo>
                <a:lnTo>
                  <a:pt x="1657350" y="161925"/>
                </a:lnTo>
                <a:lnTo>
                  <a:pt x="1657350" y="152400"/>
                </a:lnTo>
                <a:lnTo>
                  <a:pt x="1647825" y="152400"/>
                </a:lnTo>
                <a:lnTo>
                  <a:pt x="1647825" y="142875"/>
                </a:lnTo>
                <a:lnTo>
                  <a:pt x="1638300" y="142875"/>
                </a:lnTo>
                <a:lnTo>
                  <a:pt x="1638300" y="133350"/>
                </a:lnTo>
                <a:lnTo>
                  <a:pt x="1628775" y="133350"/>
                </a:lnTo>
                <a:lnTo>
                  <a:pt x="1628775" y="123825"/>
                </a:lnTo>
                <a:lnTo>
                  <a:pt x="1609725" y="123825"/>
                </a:lnTo>
                <a:lnTo>
                  <a:pt x="1609725" y="114300"/>
                </a:lnTo>
                <a:lnTo>
                  <a:pt x="1600200" y="114300"/>
                </a:lnTo>
                <a:lnTo>
                  <a:pt x="1600200" y="104775"/>
                </a:lnTo>
                <a:lnTo>
                  <a:pt x="1581150" y="104775"/>
                </a:lnTo>
                <a:lnTo>
                  <a:pt x="1581150" y="95250"/>
                </a:lnTo>
                <a:lnTo>
                  <a:pt x="1552575" y="95250"/>
                </a:lnTo>
                <a:lnTo>
                  <a:pt x="1552575" y="85725"/>
                </a:lnTo>
                <a:lnTo>
                  <a:pt x="1581150" y="85725"/>
                </a:lnTo>
                <a:close/>
                <a:moveTo>
                  <a:pt x="1304925" y="85725"/>
                </a:moveTo>
                <a:lnTo>
                  <a:pt x="1352550" y="85725"/>
                </a:lnTo>
                <a:lnTo>
                  <a:pt x="1352550" y="95250"/>
                </a:lnTo>
                <a:lnTo>
                  <a:pt x="1304925" y="95250"/>
                </a:lnTo>
                <a:close/>
                <a:moveTo>
                  <a:pt x="1209675" y="95250"/>
                </a:moveTo>
                <a:lnTo>
                  <a:pt x="1247775" y="95250"/>
                </a:lnTo>
                <a:lnTo>
                  <a:pt x="1247775" y="104775"/>
                </a:lnTo>
                <a:lnTo>
                  <a:pt x="1209675" y="104775"/>
                </a:lnTo>
                <a:close/>
                <a:moveTo>
                  <a:pt x="1123950" y="104775"/>
                </a:moveTo>
                <a:lnTo>
                  <a:pt x="1162050" y="104775"/>
                </a:lnTo>
                <a:lnTo>
                  <a:pt x="1162050" y="114300"/>
                </a:lnTo>
                <a:lnTo>
                  <a:pt x="1123950" y="114300"/>
                </a:lnTo>
                <a:close/>
                <a:moveTo>
                  <a:pt x="1038225" y="114300"/>
                </a:moveTo>
                <a:lnTo>
                  <a:pt x="1066800" y="114300"/>
                </a:lnTo>
                <a:lnTo>
                  <a:pt x="1066800" y="123825"/>
                </a:lnTo>
                <a:lnTo>
                  <a:pt x="1038225" y="123825"/>
                </a:lnTo>
                <a:close/>
                <a:moveTo>
                  <a:pt x="942975" y="123825"/>
                </a:moveTo>
                <a:lnTo>
                  <a:pt x="981075" y="123825"/>
                </a:lnTo>
                <a:lnTo>
                  <a:pt x="981075" y="133350"/>
                </a:lnTo>
                <a:lnTo>
                  <a:pt x="942975" y="133350"/>
                </a:lnTo>
                <a:close/>
                <a:moveTo>
                  <a:pt x="857250" y="133350"/>
                </a:moveTo>
                <a:lnTo>
                  <a:pt x="895350" y="133350"/>
                </a:lnTo>
                <a:lnTo>
                  <a:pt x="895350" y="142875"/>
                </a:lnTo>
                <a:lnTo>
                  <a:pt x="857250" y="142875"/>
                </a:lnTo>
                <a:close/>
                <a:moveTo>
                  <a:pt x="1390650" y="133350"/>
                </a:moveTo>
                <a:lnTo>
                  <a:pt x="1419225" y="133350"/>
                </a:lnTo>
                <a:lnTo>
                  <a:pt x="1419225" y="142875"/>
                </a:lnTo>
                <a:lnTo>
                  <a:pt x="1390650" y="142875"/>
                </a:lnTo>
                <a:close/>
                <a:moveTo>
                  <a:pt x="1524000" y="133350"/>
                </a:moveTo>
                <a:lnTo>
                  <a:pt x="1533525" y="133350"/>
                </a:lnTo>
                <a:lnTo>
                  <a:pt x="1533525" y="142875"/>
                </a:lnTo>
                <a:lnTo>
                  <a:pt x="1524000" y="142875"/>
                </a:lnTo>
                <a:close/>
                <a:moveTo>
                  <a:pt x="762000" y="142875"/>
                </a:moveTo>
                <a:lnTo>
                  <a:pt x="800100" y="142875"/>
                </a:lnTo>
                <a:lnTo>
                  <a:pt x="800100" y="152400"/>
                </a:lnTo>
                <a:lnTo>
                  <a:pt x="762000" y="152400"/>
                </a:lnTo>
                <a:close/>
                <a:moveTo>
                  <a:pt x="1295400" y="142875"/>
                </a:moveTo>
                <a:lnTo>
                  <a:pt x="1314450" y="142875"/>
                </a:lnTo>
                <a:lnTo>
                  <a:pt x="1314450" y="152400"/>
                </a:lnTo>
                <a:lnTo>
                  <a:pt x="1295400" y="152400"/>
                </a:lnTo>
                <a:close/>
                <a:moveTo>
                  <a:pt x="1552575" y="142875"/>
                </a:moveTo>
                <a:lnTo>
                  <a:pt x="1562100" y="142875"/>
                </a:lnTo>
                <a:lnTo>
                  <a:pt x="1562100" y="152400"/>
                </a:lnTo>
                <a:lnTo>
                  <a:pt x="1552575" y="152400"/>
                </a:lnTo>
                <a:close/>
                <a:moveTo>
                  <a:pt x="685800" y="152400"/>
                </a:moveTo>
                <a:lnTo>
                  <a:pt x="723900" y="152400"/>
                </a:lnTo>
                <a:lnTo>
                  <a:pt x="723900" y="161925"/>
                </a:lnTo>
                <a:lnTo>
                  <a:pt x="685800" y="161925"/>
                </a:lnTo>
                <a:close/>
                <a:moveTo>
                  <a:pt x="1209675" y="152400"/>
                </a:moveTo>
                <a:lnTo>
                  <a:pt x="1228725" y="152400"/>
                </a:lnTo>
                <a:lnTo>
                  <a:pt x="1228725" y="161925"/>
                </a:lnTo>
                <a:lnTo>
                  <a:pt x="1209675" y="161925"/>
                </a:lnTo>
                <a:close/>
                <a:moveTo>
                  <a:pt x="1571625" y="152400"/>
                </a:moveTo>
                <a:lnTo>
                  <a:pt x="1581150" y="152400"/>
                </a:lnTo>
                <a:lnTo>
                  <a:pt x="1581150" y="161925"/>
                </a:lnTo>
                <a:lnTo>
                  <a:pt x="1571625" y="161925"/>
                </a:lnTo>
                <a:close/>
                <a:moveTo>
                  <a:pt x="590550" y="161925"/>
                </a:moveTo>
                <a:lnTo>
                  <a:pt x="628650" y="161925"/>
                </a:lnTo>
                <a:lnTo>
                  <a:pt x="628650" y="171450"/>
                </a:lnTo>
                <a:lnTo>
                  <a:pt x="590550" y="171450"/>
                </a:lnTo>
                <a:close/>
                <a:moveTo>
                  <a:pt x="1114425" y="161925"/>
                </a:moveTo>
                <a:lnTo>
                  <a:pt x="1133475" y="161925"/>
                </a:lnTo>
                <a:lnTo>
                  <a:pt x="1133475" y="171450"/>
                </a:lnTo>
                <a:lnTo>
                  <a:pt x="1114425" y="171450"/>
                </a:lnTo>
                <a:close/>
                <a:moveTo>
                  <a:pt x="495300" y="171450"/>
                </a:moveTo>
                <a:lnTo>
                  <a:pt x="533400" y="171450"/>
                </a:lnTo>
                <a:lnTo>
                  <a:pt x="533400" y="180975"/>
                </a:lnTo>
                <a:lnTo>
                  <a:pt x="495300" y="180975"/>
                </a:lnTo>
                <a:close/>
                <a:moveTo>
                  <a:pt x="1028700" y="171450"/>
                </a:moveTo>
                <a:lnTo>
                  <a:pt x="1057275" y="171450"/>
                </a:lnTo>
                <a:lnTo>
                  <a:pt x="1057275" y="180975"/>
                </a:lnTo>
                <a:lnTo>
                  <a:pt x="1028700" y="180975"/>
                </a:lnTo>
                <a:close/>
                <a:moveTo>
                  <a:pt x="409575" y="180975"/>
                </a:moveTo>
                <a:lnTo>
                  <a:pt x="447675" y="180975"/>
                </a:lnTo>
                <a:lnTo>
                  <a:pt x="447675" y="190500"/>
                </a:lnTo>
                <a:lnTo>
                  <a:pt x="409575" y="190500"/>
                </a:lnTo>
                <a:close/>
                <a:moveTo>
                  <a:pt x="942975" y="180975"/>
                </a:moveTo>
                <a:lnTo>
                  <a:pt x="962025" y="180975"/>
                </a:lnTo>
                <a:lnTo>
                  <a:pt x="962025" y="190500"/>
                </a:lnTo>
                <a:lnTo>
                  <a:pt x="942975" y="190500"/>
                </a:lnTo>
                <a:close/>
                <a:moveTo>
                  <a:pt x="333375" y="190500"/>
                </a:moveTo>
                <a:lnTo>
                  <a:pt x="361950" y="190500"/>
                </a:lnTo>
                <a:lnTo>
                  <a:pt x="361950" y="200025"/>
                </a:lnTo>
                <a:lnTo>
                  <a:pt x="333375" y="200025"/>
                </a:lnTo>
                <a:close/>
                <a:moveTo>
                  <a:pt x="847725" y="190500"/>
                </a:moveTo>
                <a:lnTo>
                  <a:pt x="866775" y="190500"/>
                </a:lnTo>
                <a:lnTo>
                  <a:pt x="866775" y="200025"/>
                </a:lnTo>
                <a:lnTo>
                  <a:pt x="847725" y="200025"/>
                </a:lnTo>
                <a:close/>
                <a:moveTo>
                  <a:pt x="295275" y="200025"/>
                </a:moveTo>
                <a:lnTo>
                  <a:pt x="304800" y="200025"/>
                </a:lnTo>
                <a:lnTo>
                  <a:pt x="304800" y="209550"/>
                </a:lnTo>
                <a:lnTo>
                  <a:pt x="295275" y="209550"/>
                </a:lnTo>
                <a:close/>
                <a:moveTo>
                  <a:pt x="762000" y="200025"/>
                </a:moveTo>
                <a:lnTo>
                  <a:pt x="781050" y="200025"/>
                </a:lnTo>
                <a:lnTo>
                  <a:pt x="781050" y="209550"/>
                </a:lnTo>
                <a:lnTo>
                  <a:pt x="762000" y="209550"/>
                </a:lnTo>
                <a:close/>
                <a:moveTo>
                  <a:pt x="266700" y="209550"/>
                </a:moveTo>
                <a:lnTo>
                  <a:pt x="276225" y="209550"/>
                </a:lnTo>
                <a:lnTo>
                  <a:pt x="276225" y="219075"/>
                </a:lnTo>
                <a:lnTo>
                  <a:pt x="266700" y="219075"/>
                </a:lnTo>
                <a:close/>
                <a:moveTo>
                  <a:pt x="666750" y="209550"/>
                </a:moveTo>
                <a:lnTo>
                  <a:pt x="695325" y="209550"/>
                </a:lnTo>
                <a:lnTo>
                  <a:pt x="695325" y="219075"/>
                </a:lnTo>
                <a:lnTo>
                  <a:pt x="666750" y="219075"/>
                </a:lnTo>
                <a:close/>
                <a:moveTo>
                  <a:pt x="247650" y="219075"/>
                </a:moveTo>
                <a:lnTo>
                  <a:pt x="257175" y="219075"/>
                </a:lnTo>
                <a:lnTo>
                  <a:pt x="257175" y="228600"/>
                </a:lnTo>
                <a:lnTo>
                  <a:pt x="247650" y="228600"/>
                </a:lnTo>
                <a:close/>
                <a:moveTo>
                  <a:pt x="581025" y="219075"/>
                </a:moveTo>
                <a:lnTo>
                  <a:pt x="609600" y="219075"/>
                </a:lnTo>
                <a:lnTo>
                  <a:pt x="609600" y="228600"/>
                </a:lnTo>
                <a:lnTo>
                  <a:pt x="581025" y="228600"/>
                </a:lnTo>
                <a:close/>
                <a:moveTo>
                  <a:pt x="1019175" y="219075"/>
                </a:moveTo>
                <a:lnTo>
                  <a:pt x="1047750" y="219075"/>
                </a:lnTo>
                <a:lnTo>
                  <a:pt x="1047750" y="228600"/>
                </a:lnTo>
                <a:lnTo>
                  <a:pt x="1019175" y="228600"/>
                </a:lnTo>
                <a:close/>
                <a:moveTo>
                  <a:pt x="1076325" y="219075"/>
                </a:moveTo>
                <a:lnTo>
                  <a:pt x="1085850" y="219075"/>
                </a:lnTo>
                <a:lnTo>
                  <a:pt x="1085850" y="228600"/>
                </a:lnTo>
                <a:lnTo>
                  <a:pt x="1076325" y="228600"/>
                </a:lnTo>
                <a:close/>
                <a:moveTo>
                  <a:pt x="1638300" y="219075"/>
                </a:moveTo>
                <a:lnTo>
                  <a:pt x="1647825" y="219075"/>
                </a:lnTo>
                <a:lnTo>
                  <a:pt x="1647825" y="228600"/>
                </a:lnTo>
                <a:lnTo>
                  <a:pt x="1638300" y="228600"/>
                </a:lnTo>
                <a:close/>
                <a:moveTo>
                  <a:pt x="228600" y="228600"/>
                </a:moveTo>
                <a:lnTo>
                  <a:pt x="238125" y="228600"/>
                </a:lnTo>
                <a:lnTo>
                  <a:pt x="238125" y="238125"/>
                </a:lnTo>
                <a:lnTo>
                  <a:pt x="228600" y="238125"/>
                </a:lnTo>
                <a:close/>
                <a:moveTo>
                  <a:pt x="495300" y="228600"/>
                </a:moveTo>
                <a:lnTo>
                  <a:pt x="514350" y="228600"/>
                </a:lnTo>
                <a:lnTo>
                  <a:pt x="514350" y="238125"/>
                </a:lnTo>
                <a:lnTo>
                  <a:pt x="495300" y="238125"/>
                </a:lnTo>
                <a:close/>
                <a:moveTo>
                  <a:pt x="942975" y="228600"/>
                </a:moveTo>
                <a:lnTo>
                  <a:pt x="962025" y="228600"/>
                </a:lnTo>
                <a:lnTo>
                  <a:pt x="962025" y="238125"/>
                </a:lnTo>
                <a:lnTo>
                  <a:pt x="942975" y="238125"/>
                </a:lnTo>
                <a:close/>
                <a:moveTo>
                  <a:pt x="1409700" y="228600"/>
                </a:moveTo>
                <a:lnTo>
                  <a:pt x="1438275" y="228600"/>
                </a:lnTo>
                <a:lnTo>
                  <a:pt x="1438275" y="238125"/>
                </a:lnTo>
                <a:lnTo>
                  <a:pt x="1409700" y="238125"/>
                </a:lnTo>
                <a:close/>
                <a:moveTo>
                  <a:pt x="1552575" y="228600"/>
                </a:moveTo>
                <a:lnTo>
                  <a:pt x="1562100" y="228600"/>
                </a:lnTo>
                <a:lnTo>
                  <a:pt x="1562100" y="238125"/>
                </a:lnTo>
                <a:lnTo>
                  <a:pt x="1552575" y="238125"/>
                </a:lnTo>
                <a:close/>
                <a:moveTo>
                  <a:pt x="209550" y="238125"/>
                </a:moveTo>
                <a:lnTo>
                  <a:pt x="219075" y="238125"/>
                </a:lnTo>
                <a:lnTo>
                  <a:pt x="219075" y="247650"/>
                </a:lnTo>
                <a:lnTo>
                  <a:pt x="209550" y="247650"/>
                </a:lnTo>
                <a:close/>
                <a:moveTo>
                  <a:pt x="409575" y="238125"/>
                </a:moveTo>
                <a:lnTo>
                  <a:pt x="438150" y="238125"/>
                </a:lnTo>
                <a:lnTo>
                  <a:pt x="438150" y="247650"/>
                </a:lnTo>
                <a:lnTo>
                  <a:pt x="409575" y="247650"/>
                </a:lnTo>
                <a:close/>
                <a:moveTo>
                  <a:pt x="847725" y="238125"/>
                </a:moveTo>
                <a:lnTo>
                  <a:pt x="876300" y="238125"/>
                </a:lnTo>
                <a:lnTo>
                  <a:pt x="876300" y="247650"/>
                </a:lnTo>
                <a:lnTo>
                  <a:pt x="847725" y="247650"/>
                </a:lnTo>
                <a:close/>
                <a:moveTo>
                  <a:pt x="1647825" y="238125"/>
                </a:moveTo>
                <a:lnTo>
                  <a:pt x="1657350" y="238125"/>
                </a:lnTo>
                <a:lnTo>
                  <a:pt x="1657350" y="247650"/>
                </a:lnTo>
                <a:lnTo>
                  <a:pt x="1647825" y="247650"/>
                </a:lnTo>
                <a:close/>
                <a:moveTo>
                  <a:pt x="200025" y="247650"/>
                </a:moveTo>
                <a:lnTo>
                  <a:pt x="209550" y="247650"/>
                </a:lnTo>
                <a:lnTo>
                  <a:pt x="209550" y="257175"/>
                </a:lnTo>
                <a:lnTo>
                  <a:pt x="200025" y="257175"/>
                </a:lnTo>
                <a:close/>
                <a:moveTo>
                  <a:pt x="333375" y="247650"/>
                </a:moveTo>
                <a:lnTo>
                  <a:pt x="352425" y="247650"/>
                </a:lnTo>
                <a:lnTo>
                  <a:pt x="352425" y="257175"/>
                </a:lnTo>
                <a:lnTo>
                  <a:pt x="333375" y="257175"/>
                </a:lnTo>
                <a:close/>
                <a:moveTo>
                  <a:pt x="752475" y="247650"/>
                </a:moveTo>
                <a:lnTo>
                  <a:pt x="781050" y="247650"/>
                </a:lnTo>
                <a:lnTo>
                  <a:pt x="781050" y="257175"/>
                </a:lnTo>
                <a:lnTo>
                  <a:pt x="752475" y="257175"/>
                </a:lnTo>
                <a:close/>
                <a:moveTo>
                  <a:pt x="1114425" y="247650"/>
                </a:moveTo>
                <a:lnTo>
                  <a:pt x="1123950" y="247650"/>
                </a:lnTo>
                <a:lnTo>
                  <a:pt x="1123950" y="257175"/>
                </a:lnTo>
                <a:lnTo>
                  <a:pt x="1114425" y="257175"/>
                </a:lnTo>
                <a:close/>
                <a:moveTo>
                  <a:pt x="1343025" y="247650"/>
                </a:moveTo>
                <a:lnTo>
                  <a:pt x="1371600" y="247650"/>
                </a:lnTo>
                <a:lnTo>
                  <a:pt x="1371600" y="276225"/>
                </a:lnTo>
                <a:lnTo>
                  <a:pt x="1362075" y="276225"/>
                </a:lnTo>
                <a:lnTo>
                  <a:pt x="1362075" y="285750"/>
                </a:lnTo>
                <a:lnTo>
                  <a:pt x="1352550" y="285750"/>
                </a:lnTo>
                <a:lnTo>
                  <a:pt x="1352550" y="276225"/>
                </a:lnTo>
                <a:lnTo>
                  <a:pt x="1343025" y="276225"/>
                </a:lnTo>
                <a:lnTo>
                  <a:pt x="1343025" y="285750"/>
                </a:lnTo>
                <a:lnTo>
                  <a:pt x="1314450" y="285750"/>
                </a:lnTo>
                <a:lnTo>
                  <a:pt x="1314450" y="266700"/>
                </a:lnTo>
                <a:lnTo>
                  <a:pt x="1333500" y="266700"/>
                </a:lnTo>
                <a:lnTo>
                  <a:pt x="1333500" y="257175"/>
                </a:lnTo>
                <a:lnTo>
                  <a:pt x="1343025" y="257175"/>
                </a:lnTo>
                <a:close/>
                <a:moveTo>
                  <a:pt x="1409700" y="247650"/>
                </a:moveTo>
                <a:lnTo>
                  <a:pt x="1438275" y="247650"/>
                </a:lnTo>
                <a:lnTo>
                  <a:pt x="1438275" y="257175"/>
                </a:lnTo>
                <a:lnTo>
                  <a:pt x="1428750" y="257175"/>
                </a:lnTo>
                <a:lnTo>
                  <a:pt x="1428750" y="266700"/>
                </a:lnTo>
                <a:lnTo>
                  <a:pt x="1419225" y="266700"/>
                </a:lnTo>
                <a:lnTo>
                  <a:pt x="1419225" y="257175"/>
                </a:lnTo>
                <a:lnTo>
                  <a:pt x="1409700" y="257175"/>
                </a:lnTo>
                <a:close/>
                <a:moveTo>
                  <a:pt x="1485900" y="247650"/>
                </a:moveTo>
                <a:lnTo>
                  <a:pt x="1495425" y="247650"/>
                </a:lnTo>
                <a:lnTo>
                  <a:pt x="1495425" y="257175"/>
                </a:lnTo>
                <a:lnTo>
                  <a:pt x="1485900" y="257175"/>
                </a:lnTo>
                <a:close/>
                <a:moveTo>
                  <a:pt x="1552575" y="247650"/>
                </a:moveTo>
                <a:lnTo>
                  <a:pt x="1562100" y="247650"/>
                </a:lnTo>
                <a:lnTo>
                  <a:pt x="1562100" y="257175"/>
                </a:lnTo>
                <a:lnTo>
                  <a:pt x="1552575" y="257175"/>
                </a:lnTo>
                <a:close/>
                <a:moveTo>
                  <a:pt x="1495425" y="257175"/>
                </a:moveTo>
                <a:lnTo>
                  <a:pt x="1514475" y="257175"/>
                </a:lnTo>
                <a:lnTo>
                  <a:pt x="1514475" y="266700"/>
                </a:lnTo>
                <a:lnTo>
                  <a:pt x="1495425" y="266700"/>
                </a:lnTo>
                <a:close/>
                <a:moveTo>
                  <a:pt x="276225" y="266700"/>
                </a:moveTo>
                <a:lnTo>
                  <a:pt x="285750" y="266700"/>
                </a:lnTo>
                <a:lnTo>
                  <a:pt x="285750" y="276225"/>
                </a:lnTo>
                <a:lnTo>
                  <a:pt x="276225" y="276225"/>
                </a:lnTo>
                <a:close/>
                <a:moveTo>
                  <a:pt x="685800" y="266700"/>
                </a:moveTo>
                <a:lnTo>
                  <a:pt x="695325" y="266700"/>
                </a:lnTo>
                <a:lnTo>
                  <a:pt x="695325" y="276225"/>
                </a:lnTo>
                <a:lnTo>
                  <a:pt x="685800" y="276225"/>
                </a:lnTo>
                <a:close/>
                <a:moveTo>
                  <a:pt x="1657350" y="266700"/>
                </a:moveTo>
                <a:lnTo>
                  <a:pt x="1666875" y="266700"/>
                </a:lnTo>
                <a:lnTo>
                  <a:pt x="1666875" y="285750"/>
                </a:lnTo>
                <a:lnTo>
                  <a:pt x="1657350" y="285750"/>
                </a:lnTo>
                <a:close/>
                <a:moveTo>
                  <a:pt x="257175" y="276225"/>
                </a:moveTo>
                <a:lnTo>
                  <a:pt x="266700" y="276225"/>
                </a:lnTo>
                <a:lnTo>
                  <a:pt x="266700" y="285750"/>
                </a:lnTo>
                <a:lnTo>
                  <a:pt x="257175" y="285750"/>
                </a:lnTo>
                <a:close/>
                <a:moveTo>
                  <a:pt x="676275" y="276225"/>
                </a:moveTo>
                <a:lnTo>
                  <a:pt x="685800" y="276225"/>
                </a:lnTo>
                <a:lnTo>
                  <a:pt x="685800" y="285750"/>
                </a:lnTo>
                <a:lnTo>
                  <a:pt x="676275" y="285750"/>
                </a:lnTo>
                <a:close/>
                <a:moveTo>
                  <a:pt x="228600" y="295275"/>
                </a:moveTo>
                <a:lnTo>
                  <a:pt x="238125" y="295275"/>
                </a:lnTo>
                <a:lnTo>
                  <a:pt x="238125" y="304800"/>
                </a:lnTo>
                <a:lnTo>
                  <a:pt x="228600" y="304800"/>
                </a:lnTo>
                <a:close/>
                <a:moveTo>
                  <a:pt x="666750" y="295275"/>
                </a:moveTo>
                <a:lnTo>
                  <a:pt x="676275" y="295275"/>
                </a:lnTo>
                <a:lnTo>
                  <a:pt x="676275" y="304800"/>
                </a:lnTo>
                <a:lnTo>
                  <a:pt x="666750" y="304800"/>
                </a:lnTo>
                <a:close/>
                <a:moveTo>
                  <a:pt x="1114425" y="295275"/>
                </a:moveTo>
                <a:lnTo>
                  <a:pt x="1123950" y="295275"/>
                </a:lnTo>
                <a:lnTo>
                  <a:pt x="1123950" y="304800"/>
                </a:lnTo>
                <a:lnTo>
                  <a:pt x="1114425" y="304800"/>
                </a:lnTo>
                <a:close/>
                <a:moveTo>
                  <a:pt x="2190750" y="295275"/>
                </a:moveTo>
                <a:lnTo>
                  <a:pt x="2333625" y="295275"/>
                </a:lnTo>
                <a:lnTo>
                  <a:pt x="2333625" y="304800"/>
                </a:lnTo>
                <a:lnTo>
                  <a:pt x="2190750" y="304800"/>
                </a:lnTo>
                <a:close/>
                <a:moveTo>
                  <a:pt x="142875" y="304800"/>
                </a:moveTo>
                <a:lnTo>
                  <a:pt x="152400" y="304800"/>
                </a:lnTo>
                <a:lnTo>
                  <a:pt x="152400" y="314325"/>
                </a:lnTo>
                <a:lnTo>
                  <a:pt x="142875" y="314325"/>
                </a:lnTo>
                <a:close/>
                <a:moveTo>
                  <a:pt x="2152650" y="304800"/>
                </a:moveTo>
                <a:lnTo>
                  <a:pt x="2171700" y="304800"/>
                </a:lnTo>
                <a:lnTo>
                  <a:pt x="2171700" y="314325"/>
                </a:lnTo>
                <a:lnTo>
                  <a:pt x="2152650" y="314325"/>
                </a:lnTo>
                <a:close/>
                <a:moveTo>
                  <a:pt x="2390775" y="304800"/>
                </a:moveTo>
                <a:lnTo>
                  <a:pt x="2447925" y="304800"/>
                </a:lnTo>
                <a:lnTo>
                  <a:pt x="2447925" y="314325"/>
                </a:lnTo>
                <a:lnTo>
                  <a:pt x="2390775" y="314325"/>
                </a:lnTo>
                <a:close/>
                <a:moveTo>
                  <a:pt x="1104900" y="314325"/>
                </a:moveTo>
                <a:lnTo>
                  <a:pt x="1114425" y="314325"/>
                </a:lnTo>
                <a:lnTo>
                  <a:pt x="1114425" y="323850"/>
                </a:lnTo>
                <a:lnTo>
                  <a:pt x="1104900" y="323850"/>
                </a:lnTo>
                <a:close/>
                <a:moveTo>
                  <a:pt x="2124075" y="314325"/>
                </a:moveTo>
                <a:lnTo>
                  <a:pt x="2143125" y="314325"/>
                </a:lnTo>
                <a:lnTo>
                  <a:pt x="2143125" y="323850"/>
                </a:lnTo>
                <a:lnTo>
                  <a:pt x="2124075" y="323850"/>
                </a:lnTo>
                <a:close/>
                <a:moveTo>
                  <a:pt x="2505075" y="314325"/>
                </a:moveTo>
                <a:lnTo>
                  <a:pt x="2562225" y="314325"/>
                </a:lnTo>
                <a:lnTo>
                  <a:pt x="2562225" y="323850"/>
                </a:lnTo>
                <a:lnTo>
                  <a:pt x="2505075" y="323850"/>
                </a:lnTo>
                <a:close/>
                <a:moveTo>
                  <a:pt x="200025" y="323850"/>
                </a:moveTo>
                <a:lnTo>
                  <a:pt x="209550" y="323850"/>
                </a:lnTo>
                <a:lnTo>
                  <a:pt x="209550" y="333375"/>
                </a:lnTo>
                <a:lnTo>
                  <a:pt x="200025" y="333375"/>
                </a:lnTo>
                <a:close/>
                <a:moveTo>
                  <a:pt x="1095375" y="323850"/>
                </a:moveTo>
                <a:lnTo>
                  <a:pt x="1104900" y="323850"/>
                </a:lnTo>
                <a:lnTo>
                  <a:pt x="1104900" y="333375"/>
                </a:lnTo>
                <a:lnTo>
                  <a:pt x="1095375" y="333375"/>
                </a:lnTo>
                <a:close/>
                <a:moveTo>
                  <a:pt x="2095500" y="323850"/>
                </a:moveTo>
                <a:lnTo>
                  <a:pt x="2124075" y="323850"/>
                </a:lnTo>
                <a:lnTo>
                  <a:pt x="2124075" y="333375"/>
                </a:lnTo>
                <a:lnTo>
                  <a:pt x="2105025" y="333375"/>
                </a:lnTo>
                <a:lnTo>
                  <a:pt x="2105025" y="342900"/>
                </a:lnTo>
                <a:lnTo>
                  <a:pt x="2085975" y="342900"/>
                </a:lnTo>
                <a:lnTo>
                  <a:pt x="2085975" y="333375"/>
                </a:lnTo>
                <a:lnTo>
                  <a:pt x="2095500" y="333375"/>
                </a:lnTo>
                <a:close/>
                <a:moveTo>
                  <a:pt x="2619375" y="323850"/>
                </a:moveTo>
                <a:lnTo>
                  <a:pt x="2667000" y="323850"/>
                </a:lnTo>
                <a:lnTo>
                  <a:pt x="2667000" y="333375"/>
                </a:lnTo>
                <a:lnTo>
                  <a:pt x="2619375" y="333375"/>
                </a:lnTo>
                <a:close/>
                <a:moveTo>
                  <a:pt x="123825" y="333375"/>
                </a:moveTo>
                <a:lnTo>
                  <a:pt x="133350" y="333375"/>
                </a:lnTo>
                <a:lnTo>
                  <a:pt x="133350" y="342900"/>
                </a:lnTo>
                <a:lnTo>
                  <a:pt x="123825" y="342900"/>
                </a:lnTo>
                <a:close/>
                <a:moveTo>
                  <a:pt x="190500" y="333375"/>
                </a:moveTo>
                <a:lnTo>
                  <a:pt x="200025" y="333375"/>
                </a:lnTo>
                <a:lnTo>
                  <a:pt x="200025" y="342900"/>
                </a:lnTo>
                <a:lnTo>
                  <a:pt x="190500" y="342900"/>
                </a:lnTo>
                <a:close/>
                <a:moveTo>
                  <a:pt x="666750" y="333375"/>
                </a:moveTo>
                <a:lnTo>
                  <a:pt x="676275" y="333375"/>
                </a:lnTo>
                <a:lnTo>
                  <a:pt x="676275" y="342900"/>
                </a:lnTo>
                <a:lnTo>
                  <a:pt x="666750" y="342900"/>
                </a:lnTo>
                <a:close/>
                <a:moveTo>
                  <a:pt x="1066800" y="333375"/>
                </a:moveTo>
                <a:lnTo>
                  <a:pt x="1085850" y="333375"/>
                </a:lnTo>
                <a:lnTo>
                  <a:pt x="1085850" y="342900"/>
                </a:lnTo>
                <a:lnTo>
                  <a:pt x="1066800" y="342900"/>
                </a:lnTo>
                <a:close/>
                <a:moveTo>
                  <a:pt x="1666875" y="333375"/>
                </a:moveTo>
                <a:lnTo>
                  <a:pt x="1676400" y="333375"/>
                </a:lnTo>
                <a:lnTo>
                  <a:pt x="1676400" y="361950"/>
                </a:lnTo>
                <a:lnTo>
                  <a:pt x="1666875" y="361950"/>
                </a:lnTo>
                <a:close/>
                <a:moveTo>
                  <a:pt x="2724150" y="333375"/>
                </a:moveTo>
                <a:lnTo>
                  <a:pt x="2781300" y="333375"/>
                </a:lnTo>
                <a:lnTo>
                  <a:pt x="2781300" y="342900"/>
                </a:lnTo>
                <a:lnTo>
                  <a:pt x="2724150" y="342900"/>
                </a:lnTo>
                <a:close/>
                <a:moveTo>
                  <a:pt x="304800" y="342900"/>
                </a:moveTo>
                <a:lnTo>
                  <a:pt x="314325" y="342900"/>
                </a:lnTo>
                <a:lnTo>
                  <a:pt x="314325" y="361950"/>
                </a:lnTo>
                <a:lnTo>
                  <a:pt x="304800" y="361950"/>
                </a:lnTo>
                <a:close/>
                <a:moveTo>
                  <a:pt x="361950" y="342900"/>
                </a:moveTo>
                <a:lnTo>
                  <a:pt x="381000" y="342900"/>
                </a:lnTo>
                <a:lnTo>
                  <a:pt x="381000" y="352425"/>
                </a:lnTo>
                <a:lnTo>
                  <a:pt x="361950" y="352425"/>
                </a:lnTo>
                <a:close/>
                <a:moveTo>
                  <a:pt x="981075" y="342900"/>
                </a:moveTo>
                <a:lnTo>
                  <a:pt x="1000125" y="342900"/>
                </a:lnTo>
                <a:lnTo>
                  <a:pt x="1000125" y="352425"/>
                </a:lnTo>
                <a:lnTo>
                  <a:pt x="981075" y="352425"/>
                </a:lnTo>
                <a:close/>
                <a:moveTo>
                  <a:pt x="2066925" y="342900"/>
                </a:moveTo>
                <a:lnTo>
                  <a:pt x="2085975" y="342900"/>
                </a:lnTo>
                <a:lnTo>
                  <a:pt x="2085975" y="352425"/>
                </a:lnTo>
                <a:lnTo>
                  <a:pt x="2076450" y="352425"/>
                </a:lnTo>
                <a:lnTo>
                  <a:pt x="2076450" y="361950"/>
                </a:lnTo>
                <a:lnTo>
                  <a:pt x="2066925" y="361950"/>
                </a:lnTo>
                <a:close/>
                <a:moveTo>
                  <a:pt x="2828925" y="342900"/>
                </a:moveTo>
                <a:lnTo>
                  <a:pt x="2886075" y="342900"/>
                </a:lnTo>
                <a:lnTo>
                  <a:pt x="2886075" y="352425"/>
                </a:lnTo>
                <a:lnTo>
                  <a:pt x="2828925" y="352425"/>
                </a:lnTo>
                <a:close/>
                <a:moveTo>
                  <a:pt x="114300" y="352425"/>
                </a:moveTo>
                <a:lnTo>
                  <a:pt x="123825" y="352425"/>
                </a:lnTo>
                <a:lnTo>
                  <a:pt x="123825" y="361950"/>
                </a:lnTo>
                <a:lnTo>
                  <a:pt x="114300" y="361950"/>
                </a:lnTo>
                <a:close/>
                <a:moveTo>
                  <a:pt x="895350" y="352425"/>
                </a:moveTo>
                <a:lnTo>
                  <a:pt x="914400" y="352425"/>
                </a:lnTo>
                <a:lnTo>
                  <a:pt x="914400" y="361950"/>
                </a:lnTo>
                <a:lnTo>
                  <a:pt x="895350" y="361950"/>
                </a:lnTo>
                <a:close/>
                <a:moveTo>
                  <a:pt x="2943225" y="352425"/>
                </a:moveTo>
                <a:lnTo>
                  <a:pt x="3000375" y="352425"/>
                </a:lnTo>
                <a:lnTo>
                  <a:pt x="3000375" y="361950"/>
                </a:lnTo>
                <a:lnTo>
                  <a:pt x="2943225" y="361950"/>
                </a:lnTo>
                <a:close/>
                <a:moveTo>
                  <a:pt x="800100" y="361950"/>
                </a:moveTo>
                <a:lnTo>
                  <a:pt x="828675" y="361950"/>
                </a:lnTo>
                <a:lnTo>
                  <a:pt x="828675" y="371475"/>
                </a:lnTo>
                <a:lnTo>
                  <a:pt x="800100" y="371475"/>
                </a:lnTo>
                <a:close/>
                <a:moveTo>
                  <a:pt x="3048000" y="361950"/>
                </a:moveTo>
                <a:lnTo>
                  <a:pt x="3086100" y="361950"/>
                </a:lnTo>
                <a:lnTo>
                  <a:pt x="3086100" y="371475"/>
                </a:lnTo>
                <a:lnTo>
                  <a:pt x="3048000" y="371475"/>
                </a:lnTo>
                <a:close/>
                <a:moveTo>
                  <a:pt x="714375" y="371475"/>
                </a:moveTo>
                <a:lnTo>
                  <a:pt x="742950" y="371475"/>
                </a:lnTo>
                <a:lnTo>
                  <a:pt x="742950" y="381000"/>
                </a:lnTo>
                <a:lnTo>
                  <a:pt x="714375" y="381000"/>
                </a:lnTo>
                <a:close/>
                <a:moveTo>
                  <a:pt x="1733550" y="371475"/>
                </a:moveTo>
                <a:lnTo>
                  <a:pt x="1743075" y="371475"/>
                </a:lnTo>
                <a:lnTo>
                  <a:pt x="1743075" y="381000"/>
                </a:lnTo>
                <a:lnTo>
                  <a:pt x="1752600" y="381000"/>
                </a:lnTo>
                <a:lnTo>
                  <a:pt x="1752600" y="390525"/>
                </a:lnTo>
                <a:lnTo>
                  <a:pt x="1762125" y="390525"/>
                </a:lnTo>
                <a:lnTo>
                  <a:pt x="1762125" y="409575"/>
                </a:lnTo>
                <a:lnTo>
                  <a:pt x="1771650" y="409575"/>
                </a:lnTo>
                <a:lnTo>
                  <a:pt x="1771650" y="428625"/>
                </a:lnTo>
                <a:lnTo>
                  <a:pt x="1762125" y="428625"/>
                </a:lnTo>
                <a:lnTo>
                  <a:pt x="1762125" y="419100"/>
                </a:lnTo>
                <a:lnTo>
                  <a:pt x="1743075" y="419100"/>
                </a:lnTo>
                <a:lnTo>
                  <a:pt x="1743075" y="447675"/>
                </a:lnTo>
                <a:lnTo>
                  <a:pt x="1733550" y="447675"/>
                </a:lnTo>
                <a:close/>
                <a:moveTo>
                  <a:pt x="3152775" y="371475"/>
                </a:moveTo>
                <a:lnTo>
                  <a:pt x="3200400" y="371475"/>
                </a:lnTo>
                <a:lnTo>
                  <a:pt x="3200400" y="381000"/>
                </a:lnTo>
                <a:lnTo>
                  <a:pt x="3152775" y="381000"/>
                </a:lnTo>
                <a:close/>
                <a:moveTo>
                  <a:pt x="104775" y="381000"/>
                </a:moveTo>
                <a:lnTo>
                  <a:pt x="114300" y="381000"/>
                </a:lnTo>
                <a:lnTo>
                  <a:pt x="114300" y="390525"/>
                </a:lnTo>
                <a:lnTo>
                  <a:pt x="104775" y="390525"/>
                </a:lnTo>
                <a:close/>
                <a:moveTo>
                  <a:pt x="3257550" y="381000"/>
                </a:moveTo>
                <a:lnTo>
                  <a:pt x="3305175" y="381000"/>
                </a:lnTo>
                <a:lnTo>
                  <a:pt x="3305175" y="390525"/>
                </a:lnTo>
                <a:lnTo>
                  <a:pt x="3257550" y="390525"/>
                </a:lnTo>
                <a:close/>
                <a:moveTo>
                  <a:pt x="161925" y="390525"/>
                </a:moveTo>
                <a:lnTo>
                  <a:pt x="171450" y="390525"/>
                </a:lnTo>
                <a:lnTo>
                  <a:pt x="171450" y="400050"/>
                </a:lnTo>
                <a:lnTo>
                  <a:pt x="161925" y="400050"/>
                </a:lnTo>
                <a:close/>
                <a:moveTo>
                  <a:pt x="3352800" y="390525"/>
                </a:moveTo>
                <a:lnTo>
                  <a:pt x="3400425" y="390525"/>
                </a:lnTo>
                <a:lnTo>
                  <a:pt x="3400425" y="400050"/>
                </a:lnTo>
                <a:lnTo>
                  <a:pt x="3352800" y="400050"/>
                </a:lnTo>
                <a:close/>
                <a:moveTo>
                  <a:pt x="3438525" y="400050"/>
                </a:moveTo>
                <a:lnTo>
                  <a:pt x="3476625" y="400050"/>
                </a:lnTo>
                <a:lnTo>
                  <a:pt x="3476625" y="409575"/>
                </a:lnTo>
                <a:lnTo>
                  <a:pt x="3438525" y="409575"/>
                </a:lnTo>
                <a:close/>
                <a:moveTo>
                  <a:pt x="3495675" y="409575"/>
                </a:moveTo>
                <a:lnTo>
                  <a:pt x="3543300" y="409575"/>
                </a:lnTo>
                <a:lnTo>
                  <a:pt x="3543300" y="419100"/>
                </a:lnTo>
                <a:lnTo>
                  <a:pt x="3562350" y="419100"/>
                </a:lnTo>
                <a:lnTo>
                  <a:pt x="3562350" y="428625"/>
                </a:lnTo>
                <a:lnTo>
                  <a:pt x="3571875" y="428625"/>
                </a:lnTo>
                <a:lnTo>
                  <a:pt x="3571875" y="438150"/>
                </a:lnTo>
                <a:lnTo>
                  <a:pt x="3581400" y="438150"/>
                </a:lnTo>
                <a:lnTo>
                  <a:pt x="3581400" y="447675"/>
                </a:lnTo>
                <a:lnTo>
                  <a:pt x="3562350" y="447675"/>
                </a:lnTo>
                <a:lnTo>
                  <a:pt x="3562350" y="438150"/>
                </a:lnTo>
                <a:lnTo>
                  <a:pt x="3543300" y="438150"/>
                </a:lnTo>
                <a:lnTo>
                  <a:pt x="3543300" y="428625"/>
                </a:lnTo>
                <a:lnTo>
                  <a:pt x="3524250" y="428625"/>
                </a:lnTo>
                <a:lnTo>
                  <a:pt x="3524250" y="419100"/>
                </a:lnTo>
                <a:lnTo>
                  <a:pt x="3495675" y="419100"/>
                </a:lnTo>
                <a:close/>
                <a:moveTo>
                  <a:pt x="95250" y="419100"/>
                </a:moveTo>
                <a:lnTo>
                  <a:pt x="104775" y="419100"/>
                </a:lnTo>
                <a:lnTo>
                  <a:pt x="104775" y="447675"/>
                </a:lnTo>
                <a:lnTo>
                  <a:pt x="95250" y="447675"/>
                </a:lnTo>
                <a:close/>
                <a:moveTo>
                  <a:pt x="152400" y="419100"/>
                </a:moveTo>
                <a:lnTo>
                  <a:pt x="161925" y="419100"/>
                </a:lnTo>
                <a:lnTo>
                  <a:pt x="161925" y="438150"/>
                </a:lnTo>
                <a:lnTo>
                  <a:pt x="152400" y="438150"/>
                </a:lnTo>
                <a:close/>
                <a:moveTo>
                  <a:pt x="1495425" y="419100"/>
                </a:moveTo>
                <a:lnTo>
                  <a:pt x="1514475" y="419100"/>
                </a:lnTo>
                <a:lnTo>
                  <a:pt x="1514475" y="428625"/>
                </a:lnTo>
                <a:lnTo>
                  <a:pt x="1504950" y="428625"/>
                </a:lnTo>
                <a:lnTo>
                  <a:pt x="1504950" y="438150"/>
                </a:lnTo>
                <a:lnTo>
                  <a:pt x="1495425" y="438150"/>
                </a:lnTo>
                <a:close/>
                <a:moveTo>
                  <a:pt x="2200275" y="419100"/>
                </a:moveTo>
                <a:lnTo>
                  <a:pt x="2219325" y="419100"/>
                </a:lnTo>
                <a:lnTo>
                  <a:pt x="2219325" y="428625"/>
                </a:lnTo>
                <a:lnTo>
                  <a:pt x="2209800" y="428625"/>
                </a:lnTo>
                <a:lnTo>
                  <a:pt x="2209800" y="447675"/>
                </a:lnTo>
                <a:lnTo>
                  <a:pt x="2200275" y="447675"/>
                </a:lnTo>
                <a:lnTo>
                  <a:pt x="2200275" y="457200"/>
                </a:lnTo>
                <a:lnTo>
                  <a:pt x="2190750" y="457200"/>
                </a:lnTo>
                <a:lnTo>
                  <a:pt x="2190750" y="428625"/>
                </a:lnTo>
                <a:lnTo>
                  <a:pt x="2200275" y="428625"/>
                </a:lnTo>
                <a:close/>
                <a:moveTo>
                  <a:pt x="2000250" y="428625"/>
                </a:moveTo>
                <a:lnTo>
                  <a:pt x="2009775" y="428625"/>
                </a:lnTo>
                <a:lnTo>
                  <a:pt x="2009775" y="438150"/>
                </a:lnTo>
                <a:lnTo>
                  <a:pt x="2000250" y="438150"/>
                </a:lnTo>
                <a:close/>
                <a:moveTo>
                  <a:pt x="2219325" y="428625"/>
                </a:moveTo>
                <a:lnTo>
                  <a:pt x="2238375" y="428625"/>
                </a:lnTo>
                <a:lnTo>
                  <a:pt x="2238375" y="457200"/>
                </a:lnTo>
                <a:lnTo>
                  <a:pt x="2228850" y="457200"/>
                </a:lnTo>
                <a:lnTo>
                  <a:pt x="2228850" y="438150"/>
                </a:lnTo>
                <a:lnTo>
                  <a:pt x="2219325" y="438150"/>
                </a:lnTo>
                <a:close/>
                <a:moveTo>
                  <a:pt x="2266950" y="428625"/>
                </a:moveTo>
                <a:lnTo>
                  <a:pt x="2276475" y="428625"/>
                </a:lnTo>
                <a:lnTo>
                  <a:pt x="2276475" y="438150"/>
                </a:lnTo>
                <a:lnTo>
                  <a:pt x="2266950" y="438150"/>
                </a:lnTo>
                <a:close/>
                <a:moveTo>
                  <a:pt x="2257425" y="438150"/>
                </a:moveTo>
                <a:lnTo>
                  <a:pt x="2266950" y="438150"/>
                </a:lnTo>
                <a:lnTo>
                  <a:pt x="2266950" y="447675"/>
                </a:lnTo>
                <a:lnTo>
                  <a:pt x="2257425" y="447675"/>
                </a:lnTo>
                <a:close/>
                <a:moveTo>
                  <a:pt x="2286000" y="438150"/>
                </a:moveTo>
                <a:lnTo>
                  <a:pt x="2314575" y="438150"/>
                </a:lnTo>
                <a:lnTo>
                  <a:pt x="2314575" y="466725"/>
                </a:lnTo>
                <a:lnTo>
                  <a:pt x="2286000" y="466725"/>
                </a:lnTo>
                <a:close/>
                <a:moveTo>
                  <a:pt x="1990725" y="447675"/>
                </a:moveTo>
                <a:lnTo>
                  <a:pt x="2000250" y="447675"/>
                </a:lnTo>
                <a:lnTo>
                  <a:pt x="2000250" y="466725"/>
                </a:lnTo>
                <a:lnTo>
                  <a:pt x="1990725" y="466725"/>
                </a:lnTo>
                <a:close/>
                <a:moveTo>
                  <a:pt x="2247900" y="447675"/>
                </a:moveTo>
                <a:lnTo>
                  <a:pt x="2257425" y="447675"/>
                </a:lnTo>
                <a:lnTo>
                  <a:pt x="2257425" y="457200"/>
                </a:lnTo>
                <a:lnTo>
                  <a:pt x="2247900" y="457200"/>
                </a:lnTo>
                <a:close/>
                <a:moveTo>
                  <a:pt x="3581400" y="447675"/>
                </a:moveTo>
                <a:lnTo>
                  <a:pt x="3600450" y="447675"/>
                </a:lnTo>
                <a:lnTo>
                  <a:pt x="3600450" y="457200"/>
                </a:lnTo>
                <a:lnTo>
                  <a:pt x="3609975" y="457200"/>
                </a:lnTo>
                <a:lnTo>
                  <a:pt x="3609975" y="466725"/>
                </a:lnTo>
                <a:lnTo>
                  <a:pt x="3619500" y="466725"/>
                </a:lnTo>
                <a:lnTo>
                  <a:pt x="3619500" y="476250"/>
                </a:lnTo>
                <a:lnTo>
                  <a:pt x="3629025" y="476250"/>
                </a:lnTo>
                <a:lnTo>
                  <a:pt x="3629025" y="485775"/>
                </a:lnTo>
                <a:lnTo>
                  <a:pt x="3638550" y="485775"/>
                </a:lnTo>
                <a:lnTo>
                  <a:pt x="3638550" y="495300"/>
                </a:lnTo>
                <a:lnTo>
                  <a:pt x="3648075" y="495300"/>
                </a:lnTo>
                <a:lnTo>
                  <a:pt x="3648075" y="504825"/>
                </a:lnTo>
                <a:lnTo>
                  <a:pt x="3657600" y="504825"/>
                </a:lnTo>
                <a:lnTo>
                  <a:pt x="3657600" y="523875"/>
                </a:lnTo>
                <a:lnTo>
                  <a:pt x="3638550" y="523875"/>
                </a:lnTo>
                <a:lnTo>
                  <a:pt x="3638550" y="514350"/>
                </a:lnTo>
                <a:lnTo>
                  <a:pt x="3629025" y="514350"/>
                </a:lnTo>
                <a:lnTo>
                  <a:pt x="3629025" y="495300"/>
                </a:lnTo>
                <a:lnTo>
                  <a:pt x="3619500" y="495300"/>
                </a:lnTo>
                <a:lnTo>
                  <a:pt x="3619500" y="485775"/>
                </a:lnTo>
                <a:lnTo>
                  <a:pt x="3609975" y="485775"/>
                </a:lnTo>
                <a:lnTo>
                  <a:pt x="3609975" y="476250"/>
                </a:lnTo>
                <a:lnTo>
                  <a:pt x="3600450" y="476250"/>
                </a:lnTo>
                <a:lnTo>
                  <a:pt x="3600450" y="466725"/>
                </a:lnTo>
                <a:lnTo>
                  <a:pt x="3590925" y="466725"/>
                </a:lnTo>
                <a:lnTo>
                  <a:pt x="3590925" y="457200"/>
                </a:lnTo>
                <a:lnTo>
                  <a:pt x="3581400" y="457200"/>
                </a:lnTo>
                <a:close/>
                <a:moveTo>
                  <a:pt x="1676400" y="457200"/>
                </a:moveTo>
                <a:lnTo>
                  <a:pt x="1685925" y="457200"/>
                </a:lnTo>
                <a:lnTo>
                  <a:pt x="1685925" y="495300"/>
                </a:lnTo>
                <a:lnTo>
                  <a:pt x="1676400" y="495300"/>
                </a:lnTo>
                <a:close/>
                <a:moveTo>
                  <a:pt x="2200275" y="457200"/>
                </a:moveTo>
                <a:lnTo>
                  <a:pt x="2219325" y="457200"/>
                </a:lnTo>
                <a:lnTo>
                  <a:pt x="2219325" y="466725"/>
                </a:lnTo>
                <a:lnTo>
                  <a:pt x="2200275" y="466725"/>
                </a:lnTo>
                <a:close/>
                <a:moveTo>
                  <a:pt x="1981200" y="466725"/>
                </a:moveTo>
                <a:lnTo>
                  <a:pt x="1990725" y="466725"/>
                </a:lnTo>
                <a:lnTo>
                  <a:pt x="1990725" y="485775"/>
                </a:lnTo>
                <a:lnTo>
                  <a:pt x="1981200" y="485775"/>
                </a:lnTo>
                <a:close/>
                <a:moveTo>
                  <a:pt x="2266950" y="466725"/>
                </a:moveTo>
                <a:lnTo>
                  <a:pt x="2276475" y="466725"/>
                </a:lnTo>
                <a:lnTo>
                  <a:pt x="2276475" y="476250"/>
                </a:lnTo>
                <a:lnTo>
                  <a:pt x="2266950" y="476250"/>
                </a:lnTo>
                <a:close/>
                <a:moveTo>
                  <a:pt x="1485900" y="476250"/>
                </a:moveTo>
                <a:lnTo>
                  <a:pt x="1495425" y="476250"/>
                </a:lnTo>
                <a:lnTo>
                  <a:pt x="1495425" y="485775"/>
                </a:lnTo>
                <a:lnTo>
                  <a:pt x="1524000" y="485775"/>
                </a:lnTo>
                <a:lnTo>
                  <a:pt x="1524000" y="495300"/>
                </a:lnTo>
                <a:lnTo>
                  <a:pt x="1543050" y="495300"/>
                </a:lnTo>
                <a:lnTo>
                  <a:pt x="1543050" y="504825"/>
                </a:lnTo>
                <a:lnTo>
                  <a:pt x="1524000" y="504825"/>
                </a:lnTo>
                <a:lnTo>
                  <a:pt x="1524000" y="514350"/>
                </a:lnTo>
                <a:lnTo>
                  <a:pt x="1514475" y="514350"/>
                </a:lnTo>
                <a:lnTo>
                  <a:pt x="1514475" y="504825"/>
                </a:lnTo>
                <a:lnTo>
                  <a:pt x="1485900" y="504825"/>
                </a:lnTo>
                <a:close/>
                <a:moveTo>
                  <a:pt x="1543050" y="476250"/>
                </a:moveTo>
                <a:lnTo>
                  <a:pt x="1552575" y="476250"/>
                </a:lnTo>
                <a:lnTo>
                  <a:pt x="1552575" y="485775"/>
                </a:lnTo>
                <a:lnTo>
                  <a:pt x="1543050" y="485775"/>
                </a:lnTo>
                <a:close/>
                <a:moveTo>
                  <a:pt x="457200" y="485775"/>
                </a:moveTo>
                <a:lnTo>
                  <a:pt x="476250" y="485775"/>
                </a:lnTo>
                <a:lnTo>
                  <a:pt x="476250" y="495300"/>
                </a:lnTo>
                <a:lnTo>
                  <a:pt x="485775" y="495300"/>
                </a:lnTo>
                <a:lnTo>
                  <a:pt x="485775" y="523875"/>
                </a:lnTo>
                <a:lnTo>
                  <a:pt x="476250" y="523875"/>
                </a:lnTo>
                <a:lnTo>
                  <a:pt x="476250" y="504825"/>
                </a:lnTo>
                <a:lnTo>
                  <a:pt x="447675" y="504825"/>
                </a:lnTo>
                <a:lnTo>
                  <a:pt x="447675" y="523875"/>
                </a:lnTo>
                <a:lnTo>
                  <a:pt x="438150" y="523875"/>
                </a:lnTo>
                <a:lnTo>
                  <a:pt x="438150" y="533400"/>
                </a:lnTo>
                <a:lnTo>
                  <a:pt x="428625" y="533400"/>
                </a:lnTo>
                <a:lnTo>
                  <a:pt x="428625" y="514350"/>
                </a:lnTo>
                <a:lnTo>
                  <a:pt x="409575" y="514350"/>
                </a:lnTo>
                <a:lnTo>
                  <a:pt x="409575" y="495300"/>
                </a:lnTo>
                <a:lnTo>
                  <a:pt x="457200" y="495300"/>
                </a:lnTo>
                <a:close/>
                <a:moveTo>
                  <a:pt x="552450" y="485775"/>
                </a:moveTo>
                <a:lnTo>
                  <a:pt x="571500" y="485775"/>
                </a:lnTo>
                <a:lnTo>
                  <a:pt x="571500" y="504825"/>
                </a:lnTo>
                <a:lnTo>
                  <a:pt x="552450" y="504825"/>
                </a:lnTo>
                <a:close/>
                <a:moveTo>
                  <a:pt x="371475" y="495300"/>
                </a:moveTo>
                <a:lnTo>
                  <a:pt x="381000" y="495300"/>
                </a:lnTo>
                <a:lnTo>
                  <a:pt x="381000" y="504825"/>
                </a:lnTo>
                <a:lnTo>
                  <a:pt x="371475" y="504825"/>
                </a:lnTo>
                <a:close/>
                <a:moveTo>
                  <a:pt x="1971675" y="504825"/>
                </a:moveTo>
                <a:lnTo>
                  <a:pt x="1981200" y="504825"/>
                </a:lnTo>
                <a:lnTo>
                  <a:pt x="1981200" y="533400"/>
                </a:lnTo>
                <a:lnTo>
                  <a:pt x="1971675" y="533400"/>
                </a:lnTo>
                <a:close/>
                <a:moveTo>
                  <a:pt x="371475" y="514350"/>
                </a:moveTo>
                <a:lnTo>
                  <a:pt x="381000" y="514350"/>
                </a:lnTo>
                <a:lnTo>
                  <a:pt x="381000" y="523875"/>
                </a:lnTo>
                <a:lnTo>
                  <a:pt x="371475" y="523875"/>
                </a:lnTo>
                <a:close/>
                <a:moveTo>
                  <a:pt x="400050" y="514350"/>
                </a:moveTo>
                <a:lnTo>
                  <a:pt x="409575" y="514350"/>
                </a:lnTo>
                <a:lnTo>
                  <a:pt x="409575" y="523875"/>
                </a:lnTo>
                <a:lnTo>
                  <a:pt x="400050" y="523875"/>
                </a:lnTo>
                <a:close/>
                <a:moveTo>
                  <a:pt x="1743075" y="514350"/>
                </a:moveTo>
                <a:lnTo>
                  <a:pt x="1752600" y="514350"/>
                </a:lnTo>
                <a:lnTo>
                  <a:pt x="1752600" y="581025"/>
                </a:lnTo>
                <a:lnTo>
                  <a:pt x="1743075" y="581025"/>
                </a:lnTo>
                <a:close/>
                <a:moveTo>
                  <a:pt x="381000" y="523875"/>
                </a:moveTo>
                <a:lnTo>
                  <a:pt x="400050" y="523875"/>
                </a:lnTo>
                <a:lnTo>
                  <a:pt x="400050" y="561975"/>
                </a:lnTo>
                <a:lnTo>
                  <a:pt x="381000" y="561975"/>
                </a:lnTo>
                <a:close/>
                <a:moveTo>
                  <a:pt x="457200" y="523875"/>
                </a:moveTo>
                <a:lnTo>
                  <a:pt x="466725" y="523875"/>
                </a:lnTo>
                <a:lnTo>
                  <a:pt x="466725" y="533400"/>
                </a:lnTo>
                <a:lnTo>
                  <a:pt x="476250" y="533400"/>
                </a:lnTo>
                <a:lnTo>
                  <a:pt x="476250" y="542925"/>
                </a:lnTo>
                <a:lnTo>
                  <a:pt x="457200" y="542925"/>
                </a:lnTo>
                <a:close/>
                <a:moveTo>
                  <a:pt x="3314700" y="533400"/>
                </a:moveTo>
                <a:lnTo>
                  <a:pt x="3324225" y="533400"/>
                </a:lnTo>
                <a:lnTo>
                  <a:pt x="3324225" y="542925"/>
                </a:lnTo>
                <a:lnTo>
                  <a:pt x="3314700" y="542925"/>
                </a:lnTo>
                <a:close/>
                <a:moveTo>
                  <a:pt x="3362325" y="533400"/>
                </a:moveTo>
                <a:lnTo>
                  <a:pt x="3371850" y="533400"/>
                </a:lnTo>
                <a:lnTo>
                  <a:pt x="3371850" y="561975"/>
                </a:lnTo>
                <a:lnTo>
                  <a:pt x="3362325" y="561975"/>
                </a:lnTo>
                <a:close/>
                <a:moveTo>
                  <a:pt x="3400425" y="533400"/>
                </a:moveTo>
                <a:lnTo>
                  <a:pt x="3409950" y="533400"/>
                </a:lnTo>
                <a:lnTo>
                  <a:pt x="3409950" y="542925"/>
                </a:lnTo>
                <a:lnTo>
                  <a:pt x="3400425" y="542925"/>
                </a:lnTo>
                <a:close/>
                <a:moveTo>
                  <a:pt x="438150" y="542925"/>
                </a:moveTo>
                <a:lnTo>
                  <a:pt x="457200" y="542925"/>
                </a:lnTo>
                <a:lnTo>
                  <a:pt x="457200" y="552450"/>
                </a:lnTo>
                <a:lnTo>
                  <a:pt x="447675" y="552450"/>
                </a:lnTo>
                <a:lnTo>
                  <a:pt x="447675" y="561975"/>
                </a:lnTo>
                <a:lnTo>
                  <a:pt x="457200" y="561975"/>
                </a:lnTo>
                <a:lnTo>
                  <a:pt x="457200" y="571500"/>
                </a:lnTo>
                <a:lnTo>
                  <a:pt x="438150" y="571500"/>
                </a:lnTo>
                <a:close/>
                <a:moveTo>
                  <a:pt x="3295650" y="542925"/>
                </a:moveTo>
                <a:lnTo>
                  <a:pt x="3314700" y="542925"/>
                </a:lnTo>
                <a:lnTo>
                  <a:pt x="3314700" y="552450"/>
                </a:lnTo>
                <a:lnTo>
                  <a:pt x="3295650" y="552450"/>
                </a:lnTo>
                <a:close/>
                <a:moveTo>
                  <a:pt x="3324225" y="542925"/>
                </a:moveTo>
                <a:lnTo>
                  <a:pt x="3333750" y="542925"/>
                </a:lnTo>
                <a:lnTo>
                  <a:pt x="3333750" y="552450"/>
                </a:lnTo>
                <a:lnTo>
                  <a:pt x="3324225" y="552450"/>
                </a:lnTo>
                <a:close/>
                <a:moveTo>
                  <a:pt x="3409950" y="542925"/>
                </a:moveTo>
                <a:lnTo>
                  <a:pt x="3419475" y="542925"/>
                </a:lnTo>
                <a:lnTo>
                  <a:pt x="3419475" y="561975"/>
                </a:lnTo>
                <a:lnTo>
                  <a:pt x="3409950" y="561975"/>
                </a:lnTo>
                <a:close/>
                <a:moveTo>
                  <a:pt x="3457575" y="542925"/>
                </a:moveTo>
                <a:lnTo>
                  <a:pt x="3476625" y="542925"/>
                </a:lnTo>
                <a:lnTo>
                  <a:pt x="3476625" y="552450"/>
                </a:lnTo>
                <a:lnTo>
                  <a:pt x="3457575" y="552450"/>
                </a:lnTo>
                <a:close/>
                <a:moveTo>
                  <a:pt x="152400" y="552450"/>
                </a:moveTo>
                <a:lnTo>
                  <a:pt x="161925" y="552450"/>
                </a:lnTo>
                <a:lnTo>
                  <a:pt x="161925" y="619125"/>
                </a:lnTo>
                <a:lnTo>
                  <a:pt x="152400" y="619125"/>
                </a:lnTo>
                <a:close/>
                <a:moveTo>
                  <a:pt x="485775" y="552450"/>
                </a:moveTo>
                <a:lnTo>
                  <a:pt x="495300" y="552450"/>
                </a:lnTo>
                <a:lnTo>
                  <a:pt x="495300" y="561975"/>
                </a:lnTo>
                <a:lnTo>
                  <a:pt x="485775" y="561975"/>
                </a:lnTo>
                <a:close/>
                <a:moveTo>
                  <a:pt x="533400" y="552450"/>
                </a:moveTo>
                <a:lnTo>
                  <a:pt x="571500" y="552450"/>
                </a:lnTo>
                <a:lnTo>
                  <a:pt x="571500" y="561975"/>
                </a:lnTo>
                <a:lnTo>
                  <a:pt x="561975" y="561975"/>
                </a:lnTo>
                <a:lnTo>
                  <a:pt x="561975" y="571500"/>
                </a:lnTo>
                <a:lnTo>
                  <a:pt x="533400" y="571500"/>
                </a:lnTo>
                <a:close/>
                <a:moveTo>
                  <a:pt x="1962150" y="552450"/>
                </a:moveTo>
                <a:lnTo>
                  <a:pt x="1971675" y="552450"/>
                </a:lnTo>
                <a:lnTo>
                  <a:pt x="1971675" y="590550"/>
                </a:lnTo>
                <a:lnTo>
                  <a:pt x="1962150" y="590550"/>
                </a:lnTo>
                <a:close/>
                <a:moveTo>
                  <a:pt x="3267075" y="552450"/>
                </a:moveTo>
                <a:lnTo>
                  <a:pt x="3276600" y="552450"/>
                </a:lnTo>
                <a:lnTo>
                  <a:pt x="3276600" y="581025"/>
                </a:lnTo>
                <a:lnTo>
                  <a:pt x="3267075" y="581025"/>
                </a:lnTo>
                <a:lnTo>
                  <a:pt x="3267075" y="571500"/>
                </a:lnTo>
                <a:lnTo>
                  <a:pt x="3257550" y="571500"/>
                </a:lnTo>
                <a:lnTo>
                  <a:pt x="3257550" y="561975"/>
                </a:lnTo>
                <a:lnTo>
                  <a:pt x="3267075" y="561975"/>
                </a:lnTo>
                <a:close/>
                <a:moveTo>
                  <a:pt x="3448050" y="552450"/>
                </a:moveTo>
                <a:lnTo>
                  <a:pt x="3457575" y="552450"/>
                </a:lnTo>
                <a:lnTo>
                  <a:pt x="3457575" y="561975"/>
                </a:lnTo>
                <a:lnTo>
                  <a:pt x="3448050" y="561975"/>
                </a:lnTo>
                <a:close/>
                <a:moveTo>
                  <a:pt x="85725" y="561975"/>
                </a:moveTo>
                <a:lnTo>
                  <a:pt x="95250" y="561975"/>
                </a:lnTo>
                <a:lnTo>
                  <a:pt x="95250" y="581025"/>
                </a:lnTo>
                <a:lnTo>
                  <a:pt x="85725" y="581025"/>
                </a:lnTo>
                <a:close/>
                <a:moveTo>
                  <a:pt x="476250" y="561975"/>
                </a:moveTo>
                <a:lnTo>
                  <a:pt x="485775" y="561975"/>
                </a:lnTo>
                <a:lnTo>
                  <a:pt x="485775" y="571500"/>
                </a:lnTo>
                <a:lnTo>
                  <a:pt x="476250" y="571500"/>
                </a:lnTo>
                <a:close/>
                <a:moveTo>
                  <a:pt x="3324225" y="561975"/>
                </a:moveTo>
                <a:lnTo>
                  <a:pt x="3333750" y="561975"/>
                </a:lnTo>
                <a:lnTo>
                  <a:pt x="3333750" y="571500"/>
                </a:lnTo>
                <a:lnTo>
                  <a:pt x="3324225" y="571500"/>
                </a:lnTo>
                <a:close/>
                <a:moveTo>
                  <a:pt x="3400425" y="561975"/>
                </a:moveTo>
                <a:lnTo>
                  <a:pt x="3409950" y="561975"/>
                </a:lnTo>
                <a:lnTo>
                  <a:pt x="3409950" y="571500"/>
                </a:lnTo>
                <a:lnTo>
                  <a:pt x="3400425" y="571500"/>
                </a:lnTo>
                <a:close/>
                <a:moveTo>
                  <a:pt x="3533775" y="561975"/>
                </a:moveTo>
                <a:lnTo>
                  <a:pt x="3543300" y="561975"/>
                </a:lnTo>
                <a:lnTo>
                  <a:pt x="3543300" y="590550"/>
                </a:lnTo>
                <a:lnTo>
                  <a:pt x="3533775" y="590550"/>
                </a:lnTo>
                <a:lnTo>
                  <a:pt x="3533775" y="600075"/>
                </a:lnTo>
                <a:lnTo>
                  <a:pt x="3514725" y="600075"/>
                </a:lnTo>
                <a:lnTo>
                  <a:pt x="3514725" y="590550"/>
                </a:lnTo>
                <a:lnTo>
                  <a:pt x="3524250" y="590550"/>
                </a:lnTo>
                <a:lnTo>
                  <a:pt x="3524250" y="581025"/>
                </a:lnTo>
                <a:lnTo>
                  <a:pt x="3533775" y="581025"/>
                </a:lnTo>
                <a:close/>
                <a:moveTo>
                  <a:pt x="3286125" y="571500"/>
                </a:moveTo>
                <a:lnTo>
                  <a:pt x="3324225" y="571500"/>
                </a:lnTo>
                <a:lnTo>
                  <a:pt x="3324225" y="581025"/>
                </a:lnTo>
                <a:lnTo>
                  <a:pt x="3286125" y="581025"/>
                </a:lnTo>
                <a:close/>
                <a:moveTo>
                  <a:pt x="3371850" y="571500"/>
                </a:moveTo>
                <a:lnTo>
                  <a:pt x="3400425" y="571500"/>
                </a:lnTo>
                <a:lnTo>
                  <a:pt x="3400425" y="581025"/>
                </a:lnTo>
                <a:lnTo>
                  <a:pt x="3371850" y="581025"/>
                </a:lnTo>
                <a:close/>
                <a:moveTo>
                  <a:pt x="3667125" y="571500"/>
                </a:moveTo>
                <a:lnTo>
                  <a:pt x="3686175" y="571500"/>
                </a:lnTo>
                <a:lnTo>
                  <a:pt x="3686175" y="590550"/>
                </a:lnTo>
                <a:lnTo>
                  <a:pt x="3695700" y="590550"/>
                </a:lnTo>
                <a:lnTo>
                  <a:pt x="3695700" y="609600"/>
                </a:lnTo>
                <a:lnTo>
                  <a:pt x="3676650" y="609600"/>
                </a:lnTo>
                <a:lnTo>
                  <a:pt x="3676650" y="600075"/>
                </a:lnTo>
                <a:lnTo>
                  <a:pt x="3667125" y="600075"/>
                </a:lnTo>
                <a:close/>
                <a:moveTo>
                  <a:pt x="1685925" y="581025"/>
                </a:moveTo>
                <a:lnTo>
                  <a:pt x="1695450" y="581025"/>
                </a:lnTo>
                <a:lnTo>
                  <a:pt x="1695450" y="609600"/>
                </a:lnTo>
                <a:lnTo>
                  <a:pt x="1685925" y="609600"/>
                </a:lnTo>
                <a:close/>
                <a:moveTo>
                  <a:pt x="95250" y="590550"/>
                </a:moveTo>
                <a:lnTo>
                  <a:pt x="104775" y="590550"/>
                </a:lnTo>
                <a:lnTo>
                  <a:pt x="104775" y="676275"/>
                </a:lnTo>
                <a:lnTo>
                  <a:pt x="95250" y="676275"/>
                </a:lnTo>
                <a:close/>
                <a:moveTo>
                  <a:pt x="2266950" y="600075"/>
                </a:moveTo>
                <a:lnTo>
                  <a:pt x="2286000" y="600075"/>
                </a:lnTo>
                <a:lnTo>
                  <a:pt x="2286000" y="609600"/>
                </a:lnTo>
                <a:lnTo>
                  <a:pt x="2266950" y="609600"/>
                </a:lnTo>
                <a:close/>
                <a:moveTo>
                  <a:pt x="2228850" y="609600"/>
                </a:moveTo>
                <a:lnTo>
                  <a:pt x="2238375" y="609600"/>
                </a:lnTo>
                <a:lnTo>
                  <a:pt x="2238375" y="619125"/>
                </a:lnTo>
                <a:lnTo>
                  <a:pt x="2228850" y="619125"/>
                </a:lnTo>
                <a:close/>
                <a:moveTo>
                  <a:pt x="2343150" y="609600"/>
                </a:moveTo>
                <a:lnTo>
                  <a:pt x="2352675" y="609600"/>
                </a:lnTo>
                <a:lnTo>
                  <a:pt x="2352675" y="619125"/>
                </a:lnTo>
                <a:lnTo>
                  <a:pt x="2343150" y="619125"/>
                </a:lnTo>
                <a:close/>
                <a:moveTo>
                  <a:pt x="2390775" y="619125"/>
                </a:moveTo>
                <a:lnTo>
                  <a:pt x="2400300" y="619125"/>
                </a:lnTo>
                <a:lnTo>
                  <a:pt x="2400300" y="628650"/>
                </a:lnTo>
                <a:lnTo>
                  <a:pt x="2390775" y="628650"/>
                </a:lnTo>
                <a:close/>
                <a:moveTo>
                  <a:pt x="2438400" y="619125"/>
                </a:moveTo>
                <a:lnTo>
                  <a:pt x="2447925" y="619125"/>
                </a:lnTo>
                <a:lnTo>
                  <a:pt x="2447925" y="628650"/>
                </a:lnTo>
                <a:lnTo>
                  <a:pt x="2438400" y="628650"/>
                </a:lnTo>
                <a:close/>
                <a:moveTo>
                  <a:pt x="1752600" y="628650"/>
                </a:moveTo>
                <a:lnTo>
                  <a:pt x="1762125" y="628650"/>
                </a:lnTo>
                <a:lnTo>
                  <a:pt x="1762125" y="638175"/>
                </a:lnTo>
                <a:lnTo>
                  <a:pt x="1771650" y="638175"/>
                </a:lnTo>
                <a:lnTo>
                  <a:pt x="1771650" y="647700"/>
                </a:lnTo>
                <a:lnTo>
                  <a:pt x="1790700" y="647700"/>
                </a:lnTo>
                <a:lnTo>
                  <a:pt x="1790700" y="666750"/>
                </a:lnTo>
                <a:lnTo>
                  <a:pt x="1781175" y="666750"/>
                </a:lnTo>
                <a:lnTo>
                  <a:pt x="1781175" y="676275"/>
                </a:lnTo>
                <a:lnTo>
                  <a:pt x="1771650" y="676275"/>
                </a:lnTo>
                <a:lnTo>
                  <a:pt x="1771650" y="685800"/>
                </a:lnTo>
                <a:lnTo>
                  <a:pt x="1781175" y="685800"/>
                </a:lnTo>
                <a:lnTo>
                  <a:pt x="1781175" y="733425"/>
                </a:lnTo>
                <a:lnTo>
                  <a:pt x="1762125" y="733425"/>
                </a:lnTo>
                <a:lnTo>
                  <a:pt x="1762125" y="695325"/>
                </a:lnTo>
                <a:lnTo>
                  <a:pt x="1752600" y="695325"/>
                </a:lnTo>
                <a:close/>
                <a:moveTo>
                  <a:pt x="1952625" y="628650"/>
                </a:moveTo>
                <a:lnTo>
                  <a:pt x="1962150" y="628650"/>
                </a:lnTo>
                <a:lnTo>
                  <a:pt x="1962150" y="657225"/>
                </a:lnTo>
                <a:lnTo>
                  <a:pt x="1952625" y="657225"/>
                </a:lnTo>
                <a:close/>
                <a:moveTo>
                  <a:pt x="2238375" y="628650"/>
                </a:moveTo>
                <a:lnTo>
                  <a:pt x="2247900" y="628650"/>
                </a:lnTo>
                <a:lnTo>
                  <a:pt x="2247900" y="638175"/>
                </a:lnTo>
                <a:lnTo>
                  <a:pt x="2238375" y="638175"/>
                </a:lnTo>
                <a:close/>
                <a:moveTo>
                  <a:pt x="2276475" y="628650"/>
                </a:moveTo>
                <a:lnTo>
                  <a:pt x="2286000" y="628650"/>
                </a:lnTo>
                <a:lnTo>
                  <a:pt x="2286000" y="638175"/>
                </a:lnTo>
                <a:lnTo>
                  <a:pt x="2276475" y="638175"/>
                </a:lnTo>
                <a:close/>
                <a:moveTo>
                  <a:pt x="2295525" y="628650"/>
                </a:moveTo>
                <a:lnTo>
                  <a:pt x="2305050" y="628650"/>
                </a:lnTo>
                <a:lnTo>
                  <a:pt x="2305050" y="638175"/>
                </a:lnTo>
                <a:lnTo>
                  <a:pt x="2295525" y="638175"/>
                </a:lnTo>
                <a:close/>
                <a:moveTo>
                  <a:pt x="2371725" y="628650"/>
                </a:moveTo>
                <a:lnTo>
                  <a:pt x="2390775" y="628650"/>
                </a:lnTo>
                <a:lnTo>
                  <a:pt x="2390775" y="638175"/>
                </a:lnTo>
                <a:lnTo>
                  <a:pt x="2381250" y="638175"/>
                </a:lnTo>
                <a:lnTo>
                  <a:pt x="2381250" y="647700"/>
                </a:lnTo>
                <a:lnTo>
                  <a:pt x="2371725" y="647700"/>
                </a:lnTo>
                <a:close/>
                <a:moveTo>
                  <a:pt x="2447925" y="628650"/>
                </a:moveTo>
                <a:lnTo>
                  <a:pt x="2457450" y="628650"/>
                </a:lnTo>
                <a:lnTo>
                  <a:pt x="2457450" y="647700"/>
                </a:lnTo>
                <a:lnTo>
                  <a:pt x="2447925" y="647700"/>
                </a:lnTo>
                <a:close/>
                <a:moveTo>
                  <a:pt x="2266950" y="638175"/>
                </a:moveTo>
                <a:lnTo>
                  <a:pt x="2276475" y="638175"/>
                </a:lnTo>
                <a:lnTo>
                  <a:pt x="2276475" y="647700"/>
                </a:lnTo>
                <a:lnTo>
                  <a:pt x="2266950" y="647700"/>
                </a:lnTo>
                <a:close/>
                <a:moveTo>
                  <a:pt x="3695700" y="638175"/>
                </a:moveTo>
                <a:lnTo>
                  <a:pt x="3705225" y="638175"/>
                </a:lnTo>
                <a:lnTo>
                  <a:pt x="3705225" y="666750"/>
                </a:lnTo>
                <a:lnTo>
                  <a:pt x="3714750" y="666750"/>
                </a:lnTo>
                <a:lnTo>
                  <a:pt x="3714750" y="704850"/>
                </a:lnTo>
                <a:lnTo>
                  <a:pt x="3705225" y="704850"/>
                </a:lnTo>
                <a:lnTo>
                  <a:pt x="3705225" y="695325"/>
                </a:lnTo>
                <a:lnTo>
                  <a:pt x="3695700" y="695325"/>
                </a:lnTo>
                <a:close/>
                <a:moveTo>
                  <a:pt x="2295525" y="647700"/>
                </a:moveTo>
                <a:lnTo>
                  <a:pt x="2305050" y="647700"/>
                </a:lnTo>
                <a:lnTo>
                  <a:pt x="2305050" y="657225"/>
                </a:lnTo>
                <a:lnTo>
                  <a:pt x="2295525" y="657225"/>
                </a:lnTo>
                <a:close/>
                <a:moveTo>
                  <a:pt x="2438400" y="647700"/>
                </a:moveTo>
                <a:lnTo>
                  <a:pt x="2447925" y="647700"/>
                </a:lnTo>
                <a:lnTo>
                  <a:pt x="2447925" y="657225"/>
                </a:lnTo>
                <a:lnTo>
                  <a:pt x="2438400" y="657225"/>
                </a:lnTo>
                <a:close/>
                <a:moveTo>
                  <a:pt x="1943100" y="676275"/>
                </a:moveTo>
                <a:lnTo>
                  <a:pt x="1952625" y="676275"/>
                </a:lnTo>
                <a:lnTo>
                  <a:pt x="1952625" y="714375"/>
                </a:lnTo>
                <a:lnTo>
                  <a:pt x="1943100" y="714375"/>
                </a:lnTo>
                <a:close/>
                <a:moveTo>
                  <a:pt x="2238375" y="676275"/>
                </a:moveTo>
                <a:lnTo>
                  <a:pt x="2247900" y="676275"/>
                </a:lnTo>
                <a:lnTo>
                  <a:pt x="2247900" y="685800"/>
                </a:lnTo>
                <a:lnTo>
                  <a:pt x="2266950" y="685800"/>
                </a:lnTo>
                <a:lnTo>
                  <a:pt x="2266950" y="695325"/>
                </a:lnTo>
                <a:lnTo>
                  <a:pt x="2257425" y="695325"/>
                </a:lnTo>
                <a:lnTo>
                  <a:pt x="2257425" y="704850"/>
                </a:lnTo>
                <a:lnTo>
                  <a:pt x="2247900" y="704850"/>
                </a:lnTo>
                <a:lnTo>
                  <a:pt x="2247900" y="695325"/>
                </a:lnTo>
                <a:lnTo>
                  <a:pt x="2238375" y="695325"/>
                </a:lnTo>
                <a:close/>
                <a:moveTo>
                  <a:pt x="2362200" y="685800"/>
                </a:moveTo>
                <a:lnTo>
                  <a:pt x="2371725" y="685800"/>
                </a:lnTo>
                <a:lnTo>
                  <a:pt x="2371725" y="695325"/>
                </a:lnTo>
                <a:lnTo>
                  <a:pt x="2362200" y="695325"/>
                </a:lnTo>
                <a:close/>
                <a:moveTo>
                  <a:pt x="2409825" y="685800"/>
                </a:moveTo>
                <a:lnTo>
                  <a:pt x="2428875" y="685800"/>
                </a:lnTo>
                <a:lnTo>
                  <a:pt x="2428875" y="695325"/>
                </a:lnTo>
                <a:lnTo>
                  <a:pt x="2409825" y="695325"/>
                </a:lnTo>
                <a:close/>
                <a:moveTo>
                  <a:pt x="2438400" y="685800"/>
                </a:moveTo>
                <a:lnTo>
                  <a:pt x="2447925" y="685800"/>
                </a:lnTo>
                <a:lnTo>
                  <a:pt x="2447925" y="695325"/>
                </a:lnTo>
                <a:lnTo>
                  <a:pt x="2438400" y="695325"/>
                </a:lnTo>
                <a:close/>
                <a:moveTo>
                  <a:pt x="2352675" y="695325"/>
                </a:moveTo>
                <a:lnTo>
                  <a:pt x="2362200" y="695325"/>
                </a:lnTo>
                <a:lnTo>
                  <a:pt x="2362200" y="704850"/>
                </a:lnTo>
                <a:lnTo>
                  <a:pt x="2352675" y="704850"/>
                </a:lnTo>
                <a:close/>
                <a:moveTo>
                  <a:pt x="2381250" y="695325"/>
                </a:moveTo>
                <a:lnTo>
                  <a:pt x="2390775" y="695325"/>
                </a:lnTo>
                <a:lnTo>
                  <a:pt x="2390775" y="704850"/>
                </a:lnTo>
                <a:lnTo>
                  <a:pt x="2381250" y="704850"/>
                </a:lnTo>
                <a:close/>
                <a:moveTo>
                  <a:pt x="2390775" y="704850"/>
                </a:moveTo>
                <a:lnTo>
                  <a:pt x="2400300" y="704850"/>
                </a:lnTo>
                <a:lnTo>
                  <a:pt x="2400300" y="714375"/>
                </a:lnTo>
                <a:lnTo>
                  <a:pt x="2390775" y="714375"/>
                </a:lnTo>
                <a:close/>
                <a:moveTo>
                  <a:pt x="552450" y="714375"/>
                </a:moveTo>
                <a:lnTo>
                  <a:pt x="571500" y="714375"/>
                </a:lnTo>
                <a:lnTo>
                  <a:pt x="571500" y="752475"/>
                </a:lnTo>
                <a:lnTo>
                  <a:pt x="552450" y="752475"/>
                </a:lnTo>
                <a:close/>
                <a:moveTo>
                  <a:pt x="1695450" y="714375"/>
                </a:moveTo>
                <a:lnTo>
                  <a:pt x="1704975" y="714375"/>
                </a:lnTo>
                <a:lnTo>
                  <a:pt x="1704975" y="742950"/>
                </a:lnTo>
                <a:lnTo>
                  <a:pt x="1695450" y="742950"/>
                </a:lnTo>
                <a:close/>
                <a:moveTo>
                  <a:pt x="447675" y="723900"/>
                </a:moveTo>
                <a:lnTo>
                  <a:pt x="466725" y="723900"/>
                </a:lnTo>
                <a:lnTo>
                  <a:pt x="466725" y="752475"/>
                </a:lnTo>
                <a:lnTo>
                  <a:pt x="447675" y="752475"/>
                </a:lnTo>
                <a:close/>
                <a:moveTo>
                  <a:pt x="504825" y="723900"/>
                </a:moveTo>
                <a:lnTo>
                  <a:pt x="523875" y="723900"/>
                </a:lnTo>
                <a:lnTo>
                  <a:pt x="523875" y="742950"/>
                </a:lnTo>
                <a:lnTo>
                  <a:pt x="514350" y="742950"/>
                </a:lnTo>
                <a:lnTo>
                  <a:pt x="514350" y="752475"/>
                </a:lnTo>
                <a:lnTo>
                  <a:pt x="504825" y="752475"/>
                </a:lnTo>
                <a:lnTo>
                  <a:pt x="504825" y="762000"/>
                </a:lnTo>
                <a:lnTo>
                  <a:pt x="514350" y="762000"/>
                </a:lnTo>
                <a:lnTo>
                  <a:pt x="514350" y="752475"/>
                </a:lnTo>
                <a:lnTo>
                  <a:pt x="523875" y="752475"/>
                </a:lnTo>
                <a:lnTo>
                  <a:pt x="523875" y="762000"/>
                </a:lnTo>
                <a:lnTo>
                  <a:pt x="533400" y="762000"/>
                </a:lnTo>
                <a:lnTo>
                  <a:pt x="533400" y="771525"/>
                </a:lnTo>
                <a:lnTo>
                  <a:pt x="542925" y="771525"/>
                </a:lnTo>
                <a:lnTo>
                  <a:pt x="542925" y="781050"/>
                </a:lnTo>
                <a:lnTo>
                  <a:pt x="533400" y="781050"/>
                </a:lnTo>
                <a:lnTo>
                  <a:pt x="533400" y="790575"/>
                </a:lnTo>
                <a:lnTo>
                  <a:pt x="514350" y="790575"/>
                </a:lnTo>
                <a:lnTo>
                  <a:pt x="514350" y="781050"/>
                </a:lnTo>
                <a:lnTo>
                  <a:pt x="504825" y="781050"/>
                </a:lnTo>
                <a:lnTo>
                  <a:pt x="504825" y="771525"/>
                </a:lnTo>
                <a:lnTo>
                  <a:pt x="495300" y="771525"/>
                </a:lnTo>
                <a:lnTo>
                  <a:pt x="495300" y="733425"/>
                </a:lnTo>
                <a:lnTo>
                  <a:pt x="504825" y="733425"/>
                </a:lnTo>
                <a:close/>
                <a:moveTo>
                  <a:pt x="3667125" y="723900"/>
                </a:moveTo>
                <a:lnTo>
                  <a:pt x="3676650" y="723900"/>
                </a:lnTo>
                <a:lnTo>
                  <a:pt x="3676650" y="771525"/>
                </a:lnTo>
                <a:lnTo>
                  <a:pt x="3686175" y="771525"/>
                </a:lnTo>
                <a:lnTo>
                  <a:pt x="3686175" y="781050"/>
                </a:lnTo>
                <a:lnTo>
                  <a:pt x="3695700" y="781050"/>
                </a:lnTo>
                <a:lnTo>
                  <a:pt x="3695700" y="790575"/>
                </a:lnTo>
                <a:lnTo>
                  <a:pt x="3705225" y="790575"/>
                </a:lnTo>
                <a:lnTo>
                  <a:pt x="3705225" y="838200"/>
                </a:lnTo>
                <a:lnTo>
                  <a:pt x="3686175" y="838200"/>
                </a:lnTo>
                <a:lnTo>
                  <a:pt x="3686175" y="876300"/>
                </a:lnTo>
                <a:lnTo>
                  <a:pt x="3695700" y="876300"/>
                </a:lnTo>
                <a:lnTo>
                  <a:pt x="3695700" y="895350"/>
                </a:lnTo>
                <a:lnTo>
                  <a:pt x="3676650" y="895350"/>
                </a:lnTo>
                <a:lnTo>
                  <a:pt x="3676650" y="838200"/>
                </a:lnTo>
                <a:lnTo>
                  <a:pt x="3657600" y="838200"/>
                </a:lnTo>
                <a:lnTo>
                  <a:pt x="3657600" y="809625"/>
                </a:lnTo>
                <a:lnTo>
                  <a:pt x="3667125" y="809625"/>
                </a:lnTo>
                <a:lnTo>
                  <a:pt x="3667125" y="800100"/>
                </a:lnTo>
                <a:lnTo>
                  <a:pt x="3676650" y="800100"/>
                </a:lnTo>
                <a:lnTo>
                  <a:pt x="3676650" y="781050"/>
                </a:lnTo>
                <a:lnTo>
                  <a:pt x="3667125" y="781050"/>
                </a:lnTo>
                <a:close/>
                <a:moveTo>
                  <a:pt x="342900" y="733425"/>
                </a:moveTo>
                <a:lnTo>
                  <a:pt x="361950" y="733425"/>
                </a:lnTo>
                <a:lnTo>
                  <a:pt x="361950" y="752475"/>
                </a:lnTo>
                <a:lnTo>
                  <a:pt x="342900" y="752475"/>
                </a:lnTo>
                <a:close/>
                <a:moveTo>
                  <a:pt x="400050" y="733425"/>
                </a:moveTo>
                <a:lnTo>
                  <a:pt x="419100" y="733425"/>
                </a:lnTo>
                <a:lnTo>
                  <a:pt x="419100" y="742950"/>
                </a:lnTo>
                <a:lnTo>
                  <a:pt x="428625" y="742950"/>
                </a:lnTo>
                <a:lnTo>
                  <a:pt x="428625" y="752475"/>
                </a:lnTo>
                <a:lnTo>
                  <a:pt x="438150" y="752475"/>
                </a:lnTo>
                <a:lnTo>
                  <a:pt x="438150" y="762000"/>
                </a:lnTo>
                <a:lnTo>
                  <a:pt x="419100" y="762000"/>
                </a:lnTo>
                <a:lnTo>
                  <a:pt x="419100" y="752475"/>
                </a:lnTo>
                <a:lnTo>
                  <a:pt x="400050" y="752475"/>
                </a:lnTo>
                <a:lnTo>
                  <a:pt x="400050" y="762000"/>
                </a:lnTo>
                <a:lnTo>
                  <a:pt x="390525" y="762000"/>
                </a:lnTo>
                <a:lnTo>
                  <a:pt x="390525" y="742950"/>
                </a:lnTo>
                <a:lnTo>
                  <a:pt x="400050" y="742950"/>
                </a:lnTo>
                <a:close/>
                <a:moveTo>
                  <a:pt x="3438525" y="733425"/>
                </a:moveTo>
                <a:lnTo>
                  <a:pt x="3457575" y="733425"/>
                </a:lnTo>
                <a:lnTo>
                  <a:pt x="3457575" y="742950"/>
                </a:lnTo>
                <a:lnTo>
                  <a:pt x="3438525" y="742950"/>
                </a:lnTo>
                <a:close/>
                <a:moveTo>
                  <a:pt x="3419475" y="742950"/>
                </a:moveTo>
                <a:lnTo>
                  <a:pt x="3429000" y="742950"/>
                </a:lnTo>
                <a:lnTo>
                  <a:pt x="3429000" y="771525"/>
                </a:lnTo>
                <a:lnTo>
                  <a:pt x="3419475" y="771525"/>
                </a:lnTo>
                <a:lnTo>
                  <a:pt x="3419475" y="809625"/>
                </a:lnTo>
                <a:lnTo>
                  <a:pt x="3409950" y="809625"/>
                </a:lnTo>
                <a:lnTo>
                  <a:pt x="3409950" y="800100"/>
                </a:lnTo>
                <a:lnTo>
                  <a:pt x="3400425" y="800100"/>
                </a:lnTo>
                <a:lnTo>
                  <a:pt x="3400425" y="762000"/>
                </a:lnTo>
                <a:lnTo>
                  <a:pt x="3409950" y="762000"/>
                </a:lnTo>
                <a:lnTo>
                  <a:pt x="3409950" y="752475"/>
                </a:lnTo>
                <a:lnTo>
                  <a:pt x="3419475" y="752475"/>
                </a:lnTo>
                <a:close/>
                <a:moveTo>
                  <a:pt x="3457575" y="742950"/>
                </a:moveTo>
                <a:lnTo>
                  <a:pt x="3467100" y="742950"/>
                </a:lnTo>
                <a:lnTo>
                  <a:pt x="3467100" y="752475"/>
                </a:lnTo>
                <a:lnTo>
                  <a:pt x="3457575" y="752475"/>
                </a:lnTo>
                <a:close/>
                <a:moveTo>
                  <a:pt x="295275" y="752475"/>
                </a:moveTo>
                <a:lnTo>
                  <a:pt x="304800" y="752475"/>
                </a:lnTo>
                <a:lnTo>
                  <a:pt x="304800" y="781050"/>
                </a:lnTo>
                <a:lnTo>
                  <a:pt x="314325" y="781050"/>
                </a:lnTo>
                <a:lnTo>
                  <a:pt x="314325" y="762000"/>
                </a:lnTo>
                <a:lnTo>
                  <a:pt x="323850" y="762000"/>
                </a:lnTo>
                <a:lnTo>
                  <a:pt x="323850" y="781050"/>
                </a:lnTo>
                <a:lnTo>
                  <a:pt x="314325" y="781050"/>
                </a:lnTo>
                <a:lnTo>
                  <a:pt x="314325" y="800100"/>
                </a:lnTo>
                <a:lnTo>
                  <a:pt x="295275" y="800100"/>
                </a:lnTo>
                <a:close/>
                <a:moveTo>
                  <a:pt x="333375" y="752475"/>
                </a:moveTo>
                <a:lnTo>
                  <a:pt x="342900" y="752475"/>
                </a:lnTo>
                <a:lnTo>
                  <a:pt x="342900" y="762000"/>
                </a:lnTo>
                <a:lnTo>
                  <a:pt x="333375" y="762000"/>
                </a:lnTo>
                <a:close/>
                <a:moveTo>
                  <a:pt x="1762125" y="752475"/>
                </a:moveTo>
                <a:lnTo>
                  <a:pt x="1781175" y="752475"/>
                </a:lnTo>
                <a:lnTo>
                  <a:pt x="1781175" y="809625"/>
                </a:lnTo>
                <a:lnTo>
                  <a:pt x="1790700" y="809625"/>
                </a:lnTo>
                <a:lnTo>
                  <a:pt x="1790700" y="942975"/>
                </a:lnTo>
                <a:lnTo>
                  <a:pt x="1800225" y="942975"/>
                </a:lnTo>
                <a:lnTo>
                  <a:pt x="1800225" y="981075"/>
                </a:lnTo>
                <a:lnTo>
                  <a:pt x="1781175" y="981075"/>
                </a:lnTo>
                <a:lnTo>
                  <a:pt x="1781175" y="942975"/>
                </a:lnTo>
                <a:lnTo>
                  <a:pt x="1771650" y="942975"/>
                </a:lnTo>
                <a:lnTo>
                  <a:pt x="1771650" y="819150"/>
                </a:lnTo>
                <a:lnTo>
                  <a:pt x="1762125" y="819150"/>
                </a:lnTo>
                <a:close/>
                <a:moveTo>
                  <a:pt x="1933575" y="752475"/>
                </a:moveTo>
                <a:lnTo>
                  <a:pt x="1943100" y="752475"/>
                </a:lnTo>
                <a:lnTo>
                  <a:pt x="1943100" y="781050"/>
                </a:lnTo>
                <a:lnTo>
                  <a:pt x="1933575" y="781050"/>
                </a:lnTo>
                <a:close/>
                <a:moveTo>
                  <a:pt x="3467100" y="752475"/>
                </a:moveTo>
                <a:lnTo>
                  <a:pt x="3476625" y="752475"/>
                </a:lnTo>
                <a:lnTo>
                  <a:pt x="3476625" y="781050"/>
                </a:lnTo>
                <a:lnTo>
                  <a:pt x="3486150" y="781050"/>
                </a:lnTo>
                <a:lnTo>
                  <a:pt x="3486150" y="828675"/>
                </a:lnTo>
                <a:lnTo>
                  <a:pt x="3467100" y="828675"/>
                </a:lnTo>
                <a:lnTo>
                  <a:pt x="3467100" y="838200"/>
                </a:lnTo>
                <a:lnTo>
                  <a:pt x="3457575" y="838200"/>
                </a:lnTo>
                <a:lnTo>
                  <a:pt x="3457575" y="828675"/>
                </a:lnTo>
                <a:lnTo>
                  <a:pt x="3438525" y="828675"/>
                </a:lnTo>
                <a:lnTo>
                  <a:pt x="3438525" y="819150"/>
                </a:lnTo>
                <a:lnTo>
                  <a:pt x="3419475" y="819150"/>
                </a:lnTo>
                <a:lnTo>
                  <a:pt x="3419475" y="809625"/>
                </a:lnTo>
                <a:lnTo>
                  <a:pt x="3457575" y="809625"/>
                </a:lnTo>
                <a:lnTo>
                  <a:pt x="3457575" y="819150"/>
                </a:lnTo>
                <a:lnTo>
                  <a:pt x="3476625" y="819150"/>
                </a:lnTo>
                <a:lnTo>
                  <a:pt x="3476625" y="809625"/>
                </a:lnTo>
                <a:lnTo>
                  <a:pt x="3467100" y="809625"/>
                </a:lnTo>
                <a:lnTo>
                  <a:pt x="3467100" y="781050"/>
                </a:lnTo>
                <a:lnTo>
                  <a:pt x="3457575" y="781050"/>
                </a:lnTo>
                <a:lnTo>
                  <a:pt x="3457575" y="771525"/>
                </a:lnTo>
                <a:lnTo>
                  <a:pt x="3467100" y="771525"/>
                </a:lnTo>
                <a:close/>
                <a:moveTo>
                  <a:pt x="485775" y="771525"/>
                </a:moveTo>
                <a:lnTo>
                  <a:pt x="495300" y="771525"/>
                </a:lnTo>
                <a:lnTo>
                  <a:pt x="495300" y="781050"/>
                </a:lnTo>
                <a:lnTo>
                  <a:pt x="485775" y="781050"/>
                </a:lnTo>
                <a:close/>
                <a:moveTo>
                  <a:pt x="104775" y="781050"/>
                </a:moveTo>
                <a:lnTo>
                  <a:pt x="114300" y="781050"/>
                </a:lnTo>
                <a:lnTo>
                  <a:pt x="114300" y="895350"/>
                </a:lnTo>
                <a:lnTo>
                  <a:pt x="104775" y="895350"/>
                </a:lnTo>
                <a:close/>
                <a:moveTo>
                  <a:pt x="161925" y="781050"/>
                </a:moveTo>
                <a:lnTo>
                  <a:pt x="171450" y="781050"/>
                </a:lnTo>
                <a:lnTo>
                  <a:pt x="171450" y="819150"/>
                </a:lnTo>
                <a:lnTo>
                  <a:pt x="161925" y="819150"/>
                </a:lnTo>
                <a:close/>
                <a:moveTo>
                  <a:pt x="419100" y="781050"/>
                </a:moveTo>
                <a:lnTo>
                  <a:pt x="428625" y="781050"/>
                </a:lnTo>
                <a:lnTo>
                  <a:pt x="428625" y="790575"/>
                </a:lnTo>
                <a:lnTo>
                  <a:pt x="419100" y="790575"/>
                </a:lnTo>
                <a:close/>
                <a:moveTo>
                  <a:pt x="257175" y="790575"/>
                </a:moveTo>
                <a:lnTo>
                  <a:pt x="276225" y="790575"/>
                </a:lnTo>
                <a:lnTo>
                  <a:pt x="276225" y="828675"/>
                </a:lnTo>
                <a:lnTo>
                  <a:pt x="257175" y="828675"/>
                </a:lnTo>
                <a:close/>
                <a:moveTo>
                  <a:pt x="1924050" y="819150"/>
                </a:moveTo>
                <a:lnTo>
                  <a:pt x="1933575" y="819150"/>
                </a:lnTo>
                <a:lnTo>
                  <a:pt x="1933575" y="838200"/>
                </a:lnTo>
                <a:lnTo>
                  <a:pt x="1924050" y="838200"/>
                </a:lnTo>
                <a:close/>
                <a:moveTo>
                  <a:pt x="3409950" y="828675"/>
                </a:moveTo>
                <a:lnTo>
                  <a:pt x="3419475" y="828675"/>
                </a:lnTo>
                <a:lnTo>
                  <a:pt x="3419475" y="838200"/>
                </a:lnTo>
                <a:lnTo>
                  <a:pt x="3409950" y="838200"/>
                </a:lnTo>
                <a:close/>
                <a:moveTo>
                  <a:pt x="1704975" y="838200"/>
                </a:moveTo>
                <a:lnTo>
                  <a:pt x="1714500" y="838200"/>
                </a:lnTo>
                <a:lnTo>
                  <a:pt x="1714500" y="866775"/>
                </a:lnTo>
                <a:lnTo>
                  <a:pt x="1704975" y="866775"/>
                </a:lnTo>
                <a:close/>
                <a:moveTo>
                  <a:pt x="3429000" y="838200"/>
                </a:moveTo>
                <a:lnTo>
                  <a:pt x="3448050" y="838200"/>
                </a:lnTo>
                <a:lnTo>
                  <a:pt x="3448050" y="847725"/>
                </a:lnTo>
                <a:lnTo>
                  <a:pt x="3429000" y="847725"/>
                </a:lnTo>
                <a:close/>
                <a:moveTo>
                  <a:pt x="2095500" y="866775"/>
                </a:moveTo>
                <a:lnTo>
                  <a:pt x="2114550" y="866775"/>
                </a:lnTo>
                <a:lnTo>
                  <a:pt x="2114550" y="876300"/>
                </a:lnTo>
                <a:lnTo>
                  <a:pt x="2095500" y="876300"/>
                </a:lnTo>
                <a:close/>
                <a:moveTo>
                  <a:pt x="2133600" y="866775"/>
                </a:moveTo>
                <a:lnTo>
                  <a:pt x="2143125" y="866775"/>
                </a:lnTo>
                <a:lnTo>
                  <a:pt x="2143125" y="876300"/>
                </a:lnTo>
                <a:lnTo>
                  <a:pt x="2162175" y="876300"/>
                </a:lnTo>
                <a:lnTo>
                  <a:pt x="2162175" y="885825"/>
                </a:lnTo>
                <a:lnTo>
                  <a:pt x="2133600" y="885825"/>
                </a:lnTo>
                <a:close/>
                <a:moveTo>
                  <a:pt x="2181225" y="876300"/>
                </a:moveTo>
                <a:lnTo>
                  <a:pt x="2190750" y="876300"/>
                </a:lnTo>
                <a:lnTo>
                  <a:pt x="2190750" y="885825"/>
                </a:lnTo>
                <a:lnTo>
                  <a:pt x="2181225" y="885825"/>
                </a:lnTo>
                <a:close/>
                <a:moveTo>
                  <a:pt x="3648075" y="876300"/>
                </a:moveTo>
                <a:lnTo>
                  <a:pt x="3657600" y="876300"/>
                </a:lnTo>
                <a:lnTo>
                  <a:pt x="3657600" y="895350"/>
                </a:lnTo>
                <a:lnTo>
                  <a:pt x="3667125" y="895350"/>
                </a:lnTo>
                <a:lnTo>
                  <a:pt x="3667125" y="904875"/>
                </a:lnTo>
                <a:lnTo>
                  <a:pt x="3657600" y="904875"/>
                </a:lnTo>
                <a:lnTo>
                  <a:pt x="3657600" y="914400"/>
                </a:lnTo>
                <a:lnTo>
                  <a:pt x="3648075" y="914400"/>
                </a:lnTo>
                <a:close/>
                <a:moveTo>
                  <a:pt x="2105025" y="885825"/>
                </a:moveTo>
                <a:lnTo>
                  <a:pt x="2133600" y="885825"/>
                </a:lnTo>
                <a:lnTo>
                  <a:pt x="2133600" y="895350"/>
                </a:lnTo>
                <a:lnTo>
                  <a:pt x="2105025" y="895350"/>
                </a:lnTo>
                <a:close/>
                <a:moveTo>
                  <a:pt x="2162175" y="885825"/>
                </a:moveTo>
                <a:lnTo>
                  <a:pt x="2181225" y="885825"/>
                </a:lnTo>
                <a:lnTo>
                  <a:pt x="2181225" y="895350"/>
                </a:lnTo>
                <a:lnTo>
                  <a:pt x="2162175" y="895350"/>
                </a:lnTo>
                <a:close/>
                <a:moveTo>
                  <a:pt x="2219325" y="885825"/>
                </a:moveTo>
                <a:lnTo>
                  <a:pt x="2228850" y="885825"/>
                </a:lnTo>
                <a:lnTo>
                  <a:pt x="2228850" y="895350"/>
                </a:lnTo>
                <a:lnTo>
                  <a:pt x="2219325" y="895350"/>
                </a:lnTo>
                <a:close/>
                <a:moveTo>
                  <a:pt x="2247900" y="885825"/>
                </a:moveTo>
                <a:lnTo>
                  <a:pt x="2266950" y="885825"/>
                </a:lnTo>
                <a:lnTo>
                  <a:pt x="2266950" y="904875"/>
                </a:lnTo>
                <a:lnTo>
                  <a:pt x="2257425" y="904875"/>
                </a:lnTo>
                <a:lnTo>
                  <a:pt x="2257425" y="895350"/>
                </a:lnTo>
                <a:lnTo>
                  <a:pt x="2247900" y="895350"/>
                </a:lnTo>
                <a:close/>
                <a:moveTo>
                  <a:pt x="2295525" y="885825"/>
                </a:moveTo>
                <a:lnTo>
                  <a:pt x="2305050" y="885825"/>
                </a:lnTo>
                <a:lnTo>
                  <a:pt x="2305050" y="895350"/>
                </a:lnTo>
                <a:lnTo>
                  <a:pt x="2314575" y="895350"/>
                </a:lnTo>
                <a:lnTo>
                  <a:pt x="2314575" y="914400"/>
                </a:lnTo>
                <a:lnTo>
                  <a:pt x="2286000" y="914400"/>
                </a:lnTo>
                <a:lnTo>
                  <a:pt x="2286000" y="933450"/>
                </a:lnTo>
                <a:lnTo>
                  <a:pt x="2276475" y="933450"/>
                </a:lnTo>
                <a:lnTo>
                  <a:pt x="2276475" y="914400"/>
                </a:lnTo>
                <a:lnTo>
                  <a:pt x="2266950" y="914400"/>
                </a:lnTo>
                <a:lnTo>
                  <a:pt x="2266950" y="904875"/>
                </a:lnTo>
                <a:lnTo>
                  <a:pt x="2286000" y="904875"/>
                </a:lnTo>
                <a:lnTo>
                  <a:pt x="2286000" y="895350"/>
                </a:lnTo>
                <a:lnTo>
                  <a:pt x="2295525" y="895350"/>
                </a:lnTo>
                <a:close/>
                <a:moveTo>
                  <a:pt x="2428875" y="885825"/>
                </a:moveTo>
                <a:lnTo>
                  <a:pt x="2438400" y="885825"/>
                </a:lnTo>
                <a:lnTo>
                  <a:pt x="2438400" y="895350"/>
                </a:lnTo>
                <a:lnTo>
                  <a:pt x="2428875" y="895350"/>
                </a:lnTo>
                <a:close/>
                <a:moveTo>
                  <a:pt x="2066925" y="895350"/>
                </a:moveTo>
                <a:lnTo>
                  <a:pt x="2076450" y="895350"/>
                </a:lnTo>
                <a:lnTo>
                  <a:pt x="2076450" y="904875"/>
                </a:lnTo>
                <a:lnTo>
                  <a:pt x="2095500" y="904875"/>
                </a:lnTo>
                <a:lnTo>
                  <a:pt x="2095500" y="895350"/>
                </a:lnTo>
                <a:lnTo>
                  <a:pt x="2105025" y="895350"/>
                </a:lnTo>
                <a:lnTo>
                  <a:pt x="2105025" y="904875"/>
                </a:lnTo>
                <a:lnTo>
                  <a:pt x="2095500" y="904875"/>
                </a:lnTo>
                <a:lnTo>
                  <a:pt x="2095500" y="914400"/>
                </a:lnTo>
                <a:lnTo>
                  <a:pt x="2085975" y="914400"/>
                </a:lnTo>
                <a:lnTo>
                  <a:pt x="2085975" y="923925"/>
                </a:lnTo>
                <a:lnTo>
                  <a:pt x="2076450" y="923925"/>
                </a:lnTo>
                <a:lnTo>
                  <a:pt x="2076450" y="914400"/>
                </a:lnTo>
                <a:lnTo>
                  <a:pt x="2066925" y="914400"/>
                </a:lnTo>
                <a:close/>
                <a:moveTo>
                  <a:pt x="2200275" y="895350"/>
                </a:moveTo>
                <a:lnTo>
                  <a:pt x="2209800" y="895350"/>
                </a:lnTo>
                <a:lnTo>
                  <a:pt x="2209800" y="914400"/>
                </a:lnTo>
                <a:lnTo>
                  <a:pt x="2190750" y="914400"/>
                </a:lnTo>
                <a:lnTo>
                  <a:pt x="2190750" y="904875"/>
                </a:lnTo>
                <a:lnTo>
                  <a:pt x="2200275" y="904875"/>
                </a:lnTo>
                <a:close/>
                <a:moveTo>
                  <a:pt x="2238375" y="895350"/>
                </a:moveTo>
                <a:lnTo>
                  <a:pt x="2247900" y="895350"/>
                </a:lnTo>
                <a:lnTo>
                  <a:pt x="2247900" y="904875"/>
                </a:lnTo>
                <a:lnTo>
                  <a:pt x="2257425" y="904875"/>
                </a:lnTo>
                <a:lnTo>
                  <a:pt x="2257425" y="914400"/>
                </a:lnTo>
                <a:lnTo>
                  <a:pt x="2247900" y="914400"/>
                </a:lnTo>
                <a:lnTo>
                  <a:pt x="2247900" y="933450"/>
                </a:lnTo>
                <a:lnTo>
                  <a:pt x="2238375" y="933450"/>
                </a:lnTo>
                <a:close/>
                <a:moveTo>
                  <a:pt x="2409825" y="895350"/>
                </a:moveTo>
                <a:lnTo>
                  <a:pt x="2419350" y="895350"/>
                </a:lnTo>
                <a:lnTo>
                  <a:pt x="2419350" y="904875"/>
                </a:lnTo>
                <a:lnTo>
                  <a:pt x="2409825" y="904875"/>
                </a:lnTo>
                <a:close/>
                <a:moveTo>
                  <a:pt x="2438400" y="895350"/>
                </a:moveTo>
                <a:lnTo>
                  <a:pt x="2447925" y="895350"/>
                </a:lnTo>
                <a:lnTo>
                  <a:pt x="2447925" y="914400"/>
                </a:lnTo>
                <a:lnTo>
                  <a:pt x="2438400" y="914400"/>
                </a:lnTo>
                <a:close/>
                <a:moveTo>
                  <a:pt x="2400300" y="904875"/>
                </a:moveTo>
                <a:lnTo>
                  <a:pt x="2409825" y="904875"/>
                </a:lnTo>
                <a:lnTo>
                  <a:pt x="2409825" y="914400"/>
                </a:lnTo>
                <a:lnTo>
                  <a:pt x="2400300" y="914400"/>
                </a:lnTo>
                <a:close/>
                <a:moveTo>
                  <a:pt x="2466975" y="904875"/>
                </a:moveTo>
                <a:lnTo>
                  <a:pt x="2476500" y="904875"/>
                </a:lnTo>
                <a:lnTo>
                  <a:pt x="2476500" y="914400"/>
                </a:lnTo>
                <a:lnTo>
                  <a:pt x="2466975" y="914400"/>
                </a:lnTo>
                <a:close/>
                <a:moveTo>
                  <a:pt x="2486025" y="904875"/>
                </a:moveTo>
                <a:lnTo>
                  <a:pt x="2495550" y="904875"/>
                </a:lnTo>
                <a:lnTo>
                  <a:pt x="2495550" y="914400"/>
                </a:lnTo>
                <a:lnTo>
                  <a:pt x="2486025" y="914400"/>
                </a:lnTo>
                <a:close/>
                <a:moveTo>
                  <a:pt x="2524125" y="904875"/>
                </a:moveTo>
                <a:lnTo>
                  <a:pt x="2543175" y="904875"/>
                </a:lnTo>
                <a:lnTo>
                  <a:pt x="2543175" y="914400"/>
                </a:lnTo>
                <a:lnTo>
                  <a:pt x="2552700" y="914400"/>
                </a:lnTo>
                <a:lnTo>
                  <a:pt x="2552700" y="923925"/>
                </a:lnTo>
                <a:lnTo>
                  <a:pt x="2562225" y="923925"/>
                </a:lnTo>
                <a:lnTo>
                  <a:pt x="2562225" y="962025"/>
                </a:lnTo>
                <a:lnTo>
                  <a:pt x="2552700" y="962025"/>
                </a:lnTo>
                <a:lnTo>
                  <a:pt x="2552700" y="942975"/>
                </a:lnTo>
                <a:lnTo>
                  <a:pt x="2543175" y="942975"/>
                </a:lnTo>
                <a:lnTo>
                  <a:pt x="2543175" y="923925"/>
                </a:lnTo>
                <a:lnTo>
                  <a:pt x="2533650" y="923925"/>
                </a:lnTo>
                <a:lnTo>
                  <a:pt x="2533650" y="914400"/>
                </a:lnTo>
                <a:lnTo>
                  <a:pt x="2524125" y="914400"/>
                </a:lnTo>
                <a:close/>
                <a:moveTo>
                  <a:pt x="2133600" y="914400"/>
                </a:moveTo>
                <a:lnTo>
                  <a:pt x="2152650" y="914400"/>
                </a:lnTo>
                <a:lnTo>
                  <a:pt x="2152650" y="923925"/>
                </a:lnTo>
                <a:lnTo>
                  <a:pt x="2133600" y="923925"/>
                </a:lnTo>
                <a:close/>
                <a:moveTo>
                  <a:pt x="2171700" y="914400"/>
                </a:moveTo>
                <a:lnTo>
                  <a:pt x="2181225" y="914400"/>
                </a:lnTo>
                <a:lnTo>
                  <a:pt x="2181225" y="923925"/>
                </a:lnTo>
                <a:lnTo>
                  <a:pt x="2171700" y="923925"/>
                </a:lnTo>
                <a:close/>
                <a:moveTo>
                  <a:pt x="2257425" y="914400"/>
                </a:moveTo>
                <a:lnTo>
                  <a:pt x="2266950" y="914400"/>
                </a:lnTo>
                <a:lnTo>
                  <a:pt x="2266950" y="923925"/>
                </a:lnTo>
                <a:lnTo>
                  <a:pt x="2257425" y="923925"/>
                </a:lnTo>
                <a:close/>
                <a:moveTo>
                  <a:pt x="2447925" y="914400"/>
                </a:moveTo>
                <a:lnTo>
                  <a:pt x="2457450" y="914400"/>
                </a:lnTo>
                <a:lnTo>
                  <a:pt x="2457450" y="923925"/>
                </a:lnTo>
                <a:lnTo>
                  <a:pt x="2447925" y="923925"/>
                </a:lnTo>
                <a:close/>
                <a:moveTo>
                  <a:pt x="2495550" y="914400"/>
                </a:moveTo>
                <a:lnTo>
                  <a:pt x="2524125" y="914400"/>
                </a:lnTo>
                <a:lnTo>
                  <a:pt x="2524125" y="923925"/>
                </a:lnTo>
                <a:lnTo>
                  <a:pt x="2505075" y="923925"/>
                </a:lnTo>
                <a:lnTo>
                  <a:pt x="2505075" y="933450"/>
                </a:lnTo>
                <a:lnTo>
                  <a:pt x="2533650" y="933450"/>
                </a:lnTo>
                <a:lnTo>
                  <a:pt x="2533650" y="942975"/>
                </a:lnTo>
                <a:lnTo>
                  <a:pt x="2524125" y="942975"/>
                </a:lnTo>
                <a:lnTo>
                  <a:pt x="2524125" y="952500"/>
                </a:lnTo>
                <a:lnTo>
                  <a:pt x="2495550" y="952500"/>
                </a:lnTo>
                <a:lnTo>
                  <a:pt x="2495550" y="942975"/>
                </a:lnTo>
                <a:lnTo>
                  <a:pt x="2486025" y="942975"/>
                </a:lnTo>
                <a:lnTo>
                  <a:pt x="2486025" y="933450"/>
                </a:lnTo>
                <a:lnTo>
                  <a:pt x="2466975" y="933450"/>
                </a:lnTo>
                <a:lnTo>
                  <a:pt x="2466975" y="923925"/>
                </a:lnTo>
                <a:lnTo>
                  <a:pt x="2495550" y="923925"/>
                </a:lnTo>
                <a:close/>
                <a:moveTo>
                  <a:pt x="2181225" y="923925"/>
                </a:moveTo>
                <a:lnTo>
                  <a:pt x="2219325" y="923925"/>
                </a:lnTo>
                <a:lnTo>
                  <a:pt x="2219325" y="933450"/>
                </a:lnTo>
                <a:lnTo>
                  <a:pt x="2181225" y="933450"/>
                </a:lnTo>
                <a:close/>
                <a:moveTo>
                  <a:pt x="2371725" y="923925"/>
                </a:moveTo>
                <a:lnTo>
                  <a:pt x="2381250" y="923925"/>
                </a:lnTo>
                <a:lnTo>
                  <a:pt x="2381250" y="933450"/>
                </a:lnTo>
                <a:lnTo>
                  <a:pt x="2371725" y="933450"/>
                </a:lnTo>
                <a:close/>
                <a:moveTo>
                  <a:pt x="2409825" y="923925"/>
                </a:moveTo>
                <a:lnTo>
                  <a:pt x="2419350" y="923925"/>
                </a:lnTo>
                <a:lnTo>
                  <a:pt x="2419350" y="933450"/>
                </a:lnTo>
                <a:lnTo>
                  <a:pt x="2409825" y="933450"/>
                </a:lnTo>
                <a:close/>
                <a:moveTo>
                  <a:pt x="2305050" y="933450"/>
                </a:moveTo>
                <a:lnTo>
                  <a:pt x="2362200" y="933450"/>
                </a:lnTo>
                <a:lnTo>
                  <a:pt x="2362200" y="942975"/>
                </a:lnTo>
                <a:lnTo>
                  <a:pt x="2333625" y="942975"/>
                </a:lnTo>
                <a:lnTo>
                  <a:pt x="2333625" y="952500"/>
                </a:lnTo>
                <a:lnTo>
                  <a:pt x="2324100" y="952500"/>
                </a:lnTo>
                <a:lnTo>
                  <a:pt x="2324100" y="942975"/>
                </a:lnTo>
                <a:lnTo>
                  <a:pt x="2305050" y="942975"/>
                </a:lnTo>
                <a:close/>
                <a:moveTo>
                  <a:pt x="2390775" y="933450"/>
                </a:moveTo>
                <a:lnTo>
                  <a:pt x="2400300" y="933450"/>
                </a:lnTo>
                <a:lnTo>
                  <a:pt x="2400300" y="952500"/>
                </a:lnTo>
                <a:lnTo>
                  <a:pt x="2390775" y="952500"/>
                </a:lnTo>
                <a:close/>
                <a:moveTo>
                  <a:pt x="2362200" y="942975"/>
                </a:moveTo>
                <a:lnTo>
                  <a:pt x="2381250" y="942975"/>
                </a:lnTo>
                <a:lnTo>
                  <a:pt x="2381250" y="952500"/>
                </a:lnTo>
                <a:lnTo>
                  <a:pt x="2362200" y="952500"/>
                </a:lnTo>
                <a:close/>
                <a:moveTo>
                  <a:pt x="2438400" y="942975"/>
                </a:moveTo>
                <a:lnTo>
                  <a:pt x="2457450" y="942975"/>
                </a:lnTo>
                <a:lnTo>
                  <a:pt x="2457450" y="952500"/>
                </a:lnTo>
                <a:lnTo>
                  <a:pt x="2476500" y="952500"/>
                </a:lnTo>
                <a:lnTo>
                  <a:pt x="2476500" y="962025"/>
                </a:lnTo>
                <a:lnTo>
                  <a:pt x="2428875" y="962025"/>
                </a:lnTo>
                <a:lnTo>
                  <a:pt x="2428875" y="952500"/>
                </a:lnTo>
                <a:lnTo>
                  <a:pt x="2438400" y="952500"/>
                </a:lnTo>
                <a:close/>
                <a:moveTo>
                  <a:pt x="3638550" y="942975"/>
                </a:moveTo>
                <a:lnTo>
                  <a:pt x="3648075" y="942975"/>
                </a:lnTo>
                <a:lnTo>
                  <a:pt x="3648075" y="990600"/>
                </a:lnTo>
                <a:lnTo>
                  <a:pt x="3638550" y="990600"/>
                </a:lnTo>
                <a:close/>
                <a:moveTo>
                  <a:pt x="171450" y="952500"/>
                </a:moveTo>
                <a:lnTo>
                  <a:pt x="180975" y="952500"/>
                </a:lnTo>
                <a:lnTo>
                  <a:pt x="180975" y="1009650"/>
                </a:lnTo>
                <a:lnTo>
                  <a:pt x="171450" y="1009650"/>
                </a:lnTo>
                <a:close/>
                <a:moveTo>
                  <a:pt x="1714500" y="952500"/>
                </a:moveTo>
                <a:lnTo>
                  <a:pt x="1724025" y="952500"/>
                </a:lnTo>
                <a:lnTo>
                  <a:pt x="1724025" y="1000125"/>
                </a:lnTo>
                <a:lnTo>
                  <a:pt x="1714500" y="1000125"/>
                </a:lnTo>
                <a:close/>
                <a:moveTo>
                  <a:pt x="114300" y="962025"/>
                </a:moveTo>
                <a:lnTo>
                  <a:pt x="123825" y="962025"/>
                </a:lnTo>
                <a:lnTo>
                  <a:pt x="123825" y="1085850"/>
                </a:lnTo>
                <a:lnTo>
                  <a:pt x="114300" y="1085850"/>
                </a:lnTo>
                <a:lnTo>
                  <a:pt x="114300" y="1047750"/>
                </a:lnTo>
                <a:lnTo>
                  <a:pt x="104775" y="1047750"/>
                </a:lnTo>
                <a:lnTo>
                  <a:pt x="104775" y="1000125"/>
                </a:lnTo>
                <a:lnTo>
                  <a:pt x="114300" y="1000125"/>
                </a:lnTo>
                <a:close/>
                <a:moveTo>
                  <a:pt x="2543175" y="962025"/>
                </a:moveTo>
                <a:lnTo>
                  <a:pt x="2552700" y="962025"/>
                </a:lnTo>
                <a:lnTo>
                  <a:pt x="2552700" y="971550"/>
                </a:lnTo>
                <a:lnTo>
                  <a:pt x="2543175" y="971550"/>
                </a:lnTo>
                <a:close/>
                <a:moveTo>
                  <a:pt x="1781175" y="1000125"/>
                </a:moveTo>
                <a:lnTo>
                  <a:pt x="1809750" y="1000125"/>
                </a:lnTo>
                <a:lnTo>
                  <a:pt x="1809750" y="1009650"/>
                </a:lnTo>
                <a:lnTo>
                  <a:pt x="1828800" y="1009650"/>
                </a:lnTo>
                <a:lnTo>
                  <a:pt x="1828800" y="1019175"/>
                </a:lnTo>
                <a:lnTo>
                  <a:pt x="1819275" y="1019175"/>
                </a:lnTo>
                <a:lnTo>
                  <a:pt x="1819275" y="1038225"/>
                </a:lnTo>
                <a:lnTo>
                  <a:pt x="1809750" y="1038225"/>
                </a:lnTo>
                <a:lnTo>
                  <a:pt x="1809750" y="1028700"/>
                </a:lnTo>
                <a:lnTo>
                  <a:pt x="1800225" y="1028700"/>
                </a:lnTo>
                <a:lnTo>
                  <a:pt x="1800225" y="1066800"/>
                </a:lnTo>
                <a:lnTo>
                  <a:pt x="1819275" y="1066800"/>
                </a:lnTo>
                <a:lnTo>
                  <a:pt x="1819275" y="1085850"/>
                </a:lnTo>
                <a:lnTo>
                  <a:pt x="1809750" y="1085850"/>
                </a:lnTo>
                <a:lnTo>
                  <a:pt x="1809750" y="1076325"/>
                </a:lnTo>
                <a:lnTo>
                  <a:pt x="1800225" y="1076325"/>
                </a:lnTo>
                <a:lnTo>
                  <a:pt x="1800225" y="1085850"/>
                </a:lnTo>
                <a:lnTo>
                  <a:pt x="1790700" y="1085850"/>
                </a:lnTo>
                <a:lnTo>
                  <a:pt x="1790700" y="1076325"/>
                </a:lnTo>
                <a:lnTo>
                  <a:pt x="1781175" y="1076325"/>
                </a:lnTo>
                <a:close/>
                <a:moveTo>
                  <a:pt x="3629025" y="1019175"/>
                </a:moveTo>
                <a:lnTo>
                  <a:pt x="3638550" y="1019175"/>
                </a:lnTo>
                <a:lnTo>
                  <a:pt x="3638550" y="1057275"/>
                </a:lnTo>
                <a:lnTo>
                  <a:pt x="3629025" y="1057275"/>
                </a:lnTo>
                <a:close/>
                <a:moveTo>
                  <a:pt x="1114425" y="1047750"/>
                </a:moveTo>
                <a:lnTo>
                  <a:pt x="1123950" y="1047750"/>
                </a:lnTo>
                <a:lnTo>
                  <a:pt x="1123950" y="1057275"/>
                </a:lnTo>
                <a:lnTo>
                  <a:pt x="1114425" y="1057275"/>
                </a:lnTo>
                <a:close/>
                <a:moveTo>
                  <a:pt x="1171575" y="1047750"/>
                </a:moveTo>
                <a:lnTo>
                  <a:pt x="1181100" y="1047750"/>
                </a:lnTo>
                <a:lnTo>
                  <a:pt x="1181100" y="1057275"/>
                </a:lnTo>
                <a:lnTo>
                  <a:pt x="1171575" y="1057275"/>
                </a:lnTo>
                <a:close/>
                <a:moveTo>
                  <a:pt x="2133600" y="1066800"/>
                </a:moveTo>
                <a:lnTo>
                  <a:pt x="2152650" y="1066800"/>
                </a:lnTo>
                <a:lnTo>
                  <a:pt x="2152650" y="1076325"/>
                </a:lnTo>
                <a:lnTo>
                  <a:pt x="2162175" y="1076325"/>
                </a:lnTo>
                <a:lnTo>
                  <a:pt x="2162175" y="1085850"/>
                </a:lnTo>
                <a:lnTo>
                  <a:pt x="2133600" y="1085850"/>
                </a:lnTo>
                <a:lnTo>
                  <a:pt x="2133600" y="1095375"/>
                </a:lnTo>
                <a:lnTo>
                  <a:pt x="2124075" y="1095375"/>
                </a:lnTo>
                <a:lnTo>
                  <a:pt x="2124075" y="1123950"/>
                </a:lnTo>
                <a:lnTo>
                  <a:pt x="2152650" y="1123950"/>
                </a:lnTo>
                <a:lnTo>
                  <a:pt x="2152650" y="1114425"/>
                </a:lnTo>
                <a:lnTo>
                  <a:pt x="2162175" y="1114425"/>
                </a:lnTo>
                <a:lnTo>
                  <a:pt x="2162175" y="1085850"/>
                </a:lnTo>
                <a:lnTo>
                  <a:pt x="2171700" y="1085850"/>
                </a:lnTo>
                <a:lnTo>
                  <a:pt x="2171700" y="1095375"/>
                </a:lnTo>
                <a:lnTo>
                  <a:pt x="2181225" y="1095375"/>
                </a:lnTo>
                <a:lnTo>
                  <a:pt x="2181225" y="1123950"/>
                </a:lnTo>
                <a:lnTo>
                  <a:pt x="2152650" y="1123950"/>
                </a:lnTo>
                <a:lnTo>
                  <a:pt x="2152650" y="1143000"/>
                </a:lnTo>
                <a:lnTo>
                  <a:pt x="2114550" y="1143000"/>
                </a:lnTo>
                <a:lnTo>
                  <a:pt x="2114550" y="1133475"/>
                </a:lnTo>
                <a:lnTo>
                  <a:pt x="2105025" y="1133475"/>
                </a:lnTo>
                <a:lnTo>
                  <a:pt x="2105025" y="1085850"/>
                </a:lnTo>
                <a:lnTo>
                  <a:pt x="2124075" y="1085850"/>
                </a:lnTo>
                <a:lnTo>
                  <a:pt x="2124075" y="1076325"/>
                </a:lnTo>
                <a:lnTo>
                  <a:pt x="2133600" y="1076325"/>
                </a:lnTo>
                <a:close/>
                <a:moveTo>
                  <a:pt x="1724025" y="1076325"/>
                </a:moveTo>
                <a:lnTo>
                  <a:pt x="1733550" y="1076325"/>
                </a:lnTo>
                <a:lnTo>
                  <a:pt x="1733550" y="1114425"/>
                </a:lnTo>
                <a:lnTo>
                  <a:pt x="1724025" y="1114425"/>
                </a:lnTo>
                <a:close/>
                <a:moveTo>
                  <a:pt x="1143000" y="1085850"/>
                </a:moveTo>
                <a:lnTo>
                  <a:pt x="1171575" y="1085850"/>
                </a:lnTo>
                <a:lnTo>
                  <a:pt x="1171575" y="1095375"/>
                </a:lnTo>
                <a:lnTo>
                  <a:pt x="1143000" y="1095375"/>
                </a:lnTo>
                <a:close/>
                <a:moveTo>
                  <a:pt x="1123950" y="1095375"/>
                </a:moveTo>
                <a:lnTo>
                  <a:pt x="1133475" y="1095375"/>
                </a:lnTo>
                <a:lnTo>
                  <a:pt x="1133475" y="1114425"/>
                </a:lnTo>
                <a:lnTo>
                  <a:pt x="1123950" y="1114425"/>
                </a:lnTo>
                <a:close/>
                <a:moveTo>
                  <a:pt x="3619500" y="1095375"/>
                </a:moveTo>
                <a:lnTo>
                  <a:pt x="3629025" y="1095375"/>
                </a:lnTo>
                <a:lnTo>
                  <a:pt x="3629025" y="1123950"/>
                </a:lnTo>
                <a:lnTo>
                  <a:pt x="3619500" y="1123950"/>
                </a:lnTo>
                <a:close/>
                <a:moveTo>
                  <a:pt x="1162050" y="1104900"/>
                </a:moveTo>
                <a:lnTo>
                  <a:pt x="1171575" y="1104900"/>
                </a:lnTo>
                <a:lnTo>
                  <a:pt x="1171575" y="1114425"/>
                </a:lnTo>
                <a:lnTo>
                  <a:pt x="1162050" y="1114425"/>
                </a:lnTo>
                <a:close/>
                <a:moveTo>
                  <a:pt x="2238375" y="1104900"/>
                </a:moveTo>
                <a:lnTo>
                  <a:pt x="2266950" y="1104900"/>
                </a:lnTo>
                <a:lnTo>
                  <a:pt x="2266950" y="1114425"/>
                </a:lnTo>
                <a:lnTo>
                  <a:pt x="2276475" y="1114425"/>
                </a:lnTo>
                <a:lnTo>
                  <a:pt x="2276475" y="1123950"/>
                </a:lnTo>
                <a:lnTo>
                  <a:pt x="2343150" y="1123950"/>
                </a:lnTo>
                <a:lnTo>
                  <a:pt x="2343150" y="1133475"/>
                </a:lnTo>
                <a:lnTo>
                  <a:pt x="2352675" y="1133475"/>
                </a:lnTo>
                <a:lnTo>
                  <a:pt x="2352675" y="1143000"/>
                </a:lnTo>
                <a:lnTo>
                  <a:pt x="2362200" y="1143000"/>
                </a:lnTo>
                <a:lnTo>
                  <a:pt x="2362200" y="1133475"/>
                </a:lnTo>
                <a:lnTo>
                  <a:pt x="2371725" y="1133475"/>
                </a:lnTo>
                <a:lnTo>
                  <a:pt x="2371725" y="1123950"/>
                </a:lnTo>
                <a:lnTo>
                  <a:pt x="2390775" y="1123950"/>
                </a:lnTo>
                <a:lnTo>
                  <a:pt x="2390775" y="1133475"/>
                </a:lnTo>
                <a:lnTo>
                  <a:pt x="2409825" y="1133475"/>
                </a:lnTo>
                <a:lnTo>
                  <a:pt x="2409825" y="1162050"/>
                </a:lnTo>
                <a:lnTo>
                  <a:pt x="2400300" y="1162050"/>
                </a:lnTo>
                <a:lnTo>
                  <a:pt x="2400300" y="1171575"/>
                </a:lnTo>
                <a:lnTo>
                  <a:pt x="2371725" y="1171575"/>
                </a:lnTo>
                <a:lnTo>
                  <a:pt x="2371725" y="1162050"/>
                </a:lnTo>
                <a:lnTo>
                  <a:pt x="2343150" y="1162050"/>
                </a:lnTo>
                <a:lnTo>
                  <a:pt x="2343150" y="1152525"/>
                </a:lnTo>
                <a:lnTo>
                  <a:pt x="2333625" y="1152525"/>
                </a:lnTo>
                <a:lnTo>
                  <a:pt x="2333625" y="1162050"/>
                </a:lnTo>
                <a:lnTo>
                  <a:pt x="2305050" y="1162050"/>
                </a:lnTo>
                <a:lnTo>
                  <a:pt x="2305050" y="1152525"/>
                </a:lnTo>
                <a:lnTo>
                  <a:pt x="2238375" y="1152525"/>
                </a:lnTo>
                <a:lnTo>
                  <a:pt x="2238375" y="1143000"/>
                </a:lnTo>
                <a:lnTo>
                  <a:pt x="2247900" y="1143000"/>
                </a:lnTo>
                <a:lnTo>
                  <a:pt x="2247900" y="1114425"/>
                </a:lnTo>
                <a:lnTo>
                  <a:pt x="2238375" y="1114425"/>
                </a:lnTo>
                <a:close/>
                <a:moveTo>
                  <a:pt x="2228850" y="1114425"/>
                </a:moveTo>
                <a:lnTo>
                  <a:pt x="2238375" y="1114425"/>
                </a:lnTo>
                <a:lnTo>
                  <a:pt x="2238375" y="1133475"/>
                </a:lnTo>
                <a:lnTo>
                  <a:pt x="2228850" y="1133475"/>
                </a:lnTo>
                <a:close/>
                <a:moveTo>
                  <a:pt x="1790700" y="1133475"/>
                </a:moveTo>
                <a:lnTo>
                  <a:pt x="1828800" y="1133475"/>
                </a:lnTo>
                <a:lnTo>
                  <a:pt x="1828800" y="1152525"/>
                </a:lnTo>
                <a:lnTo>
                  <a:pt x="1819275" y="1152525"/>
                </a:lnTo>
                <a:lnTo>
                  <a:pt x="1819275" y="1162050"/>
                </a:lnTo>
                <a:lnTo>
                  <a:pt x="1809750" y="1162050"/>
                </a:lnTo>
                <a:lnTo>
                  <a:pt x="1809750" y="1190625"/>
                </a:lnTo>
                <a:lnTo>
                  <a:pt x="1819275" y="1190625"/>
                </a:lnTo>
                <a:lnTo>
                  <a:pt x="1819275" y="1200150"/>
                </a:lnTo>
                <a:lnTo>
                  <a:pt x="1828800" y="1200150"/>
                </a:lnTo>
                <a:lnTo>
                  <a:pt x="1828800" y="1219200"/>
                </a:lnTo>
                <a:lnTo>
                  <a:pt x="1838325" y="1219200"/>
                </a:lnTo>
                <a:lnTo>
                  <a:pt x="1838325" y="1200150"/>
                </a:lnTo>
                <a:lnTo>
                  <a:pt x="1847850" y="1200150"/>
                </a:lnTo>
                <a:lnTo>
                  <a:pt x="1847850" y="1266825"/>
                </a:lnTo>
                <a:lnTo>
                  <a:pt x="1866900" y="1266825"/>
                </a:lnTo>
                <a:lnTo>
                  <a:pt x="1866900" y="1295400"/>
                </a:lnTo>
                <a:lnTo>
                  <a:pt x="1857375" y="1295400"/>
                </a:lnTo>
                <a:lnTo>
                  <a:pt x="1857375" y="1333500"/>
                </a:lnTo>
                <a:lnTo>
                  <a:pt x="1866900" y="1333500"/>
                </a:lnTo>
                <a:lnTo>
                  <a:pt x="1866900" y="1447800"/>
                </a:lnTo>
                <a:lnTo>
                  <a:pt x="1838325" y="1447800"/>
                </a:lnTo>
                <a:lnTo>
                  <a:pt x="1838325" y="1476375"/>
                </a:lnTo>
                <a:lnTo>
                  <a:pt x="1819275" y="1476375"/>
                </a:lnTo>
                <a:lnTo>
                  <a:pt x="1819275" y="1447800"/>
                </a:lnTo>
                <a:lnTo>
                  <a:pt x="1809750" y="1447800"/>
                </a:lnTo>
                <a:lnTo>
                  <a:pt x="1809750" y="1381125"/>
                </a:lnTo>
                <a:lnTo>
                  <a:pt x="1828800" y="1381125"/>
                </a:lnTo>
                <a:lnTo>
                  <a:pt x="1828800" y="1419225"/>
                </a:lnTo>
                <a:lnTo>
                  <a:pt x="1847850" y="1419225"/>
                </a:lnTo>
                <a:lnTo>
                  <a:pt x="1847850" y="1323975"/>
                </a:lnTo>
                <a:lnTo>
                  <a:pt x="1828800" y="1323975"/>
                </a:lnTo>
                <a:lnTo>
                  <a:pt x="1828800" y="1343025"/>
                </a:lnTo>
                <a:lnTo>
                  <a:pt x="1809750" y="1343025"/>
                </a:lnTo>
                <a:lnTo>
                  <a:pt x="1809750" y="1323975"/>
                </a:lnTo>
                <a:lnTo>
                  <a:pt x="1800225" y="1323975"/>
                </a:lnTo>
                <a:lnTo>
                  <a:pt x="1800225" y="1266825"/>
                </a:lnTo>
                <a:lnTo>
                  <a:pt x="1819275" y="1266825"/>
                </a:lnTo>
                <a:lnTo>
                  <a:pt x="1819275" y="1295400"/>
                </a:lnTo>
                <a:lnTo>
                  <a:pt x="1838325" y="1295400"/>
                </a:lnTo>
                <a:lnTo>
                  <a:pt x="1838325" y="1238250"/>
                </a:lnTo>
                <a:lnTo>
                  <a:pt x="1819275" y="1238250"/>
                </a:lnTo>
                <a:lnTo>
                  <a:pt x="1819275" y="1228725"/>
                </a:lnTo>
                <a:lnTo>
                  <a:pt x="1800225" y="1228725"/>
                </a:lnTo>
                <a:lnTo>
                  <a:pt x="1800225" y="1190625"/>
                </a:lnTo>
                <a:lnTo>
                  <a:pt x="1790700" y="1190625"/>
                </a:lnTo>
                <a:close/>
                <a:moveTo>
                  <a:pt x="2438400" y="1133475"/>
                </a:moveTo>
                <a:lnTo>
                  <a:pt x="2495550" y="1133475"/>
                </a:lnTo>
                <a:lnTo>
                  <a:pt x="2495550" y="1143000"/>
                </a:lnTo>
                <a:lnTo>
                  <a:pt x="2571750" y="1143000"/>
                </a:lnTo>
                <a:lnTo>
                  <a:pt x="2571750" y="1162050"/>
                </a:lnTo>
                <a:lnTo>
                  <a:pt x="2600325" y="1162050"/>
                </a:lnTo>
                <a:lnTo>
                  <a:pt x="2600325" y="1152525"/>
                </a:lnTo>
                <a:lnTo>
                  <a:pt x="2609850" y="1152525"/>
                </a:lnTo>
                <a:lnTo>
                  <a:pt x="2609850" y="1162050"/>
                </a:lnTo>
                <a:lnTo>
                  <a:pt x="2628900" y="1162050"/>
                </a:lnTo>
                <a:lnTo>
                  <a:pt x="2628900" y="1152525"/>
                </a:lnTo>
                <a:lnTo>
                  <a:pt x="2647950" y="1152525"/>
                </a:lnTo>
                <a:lnTo>
                  <a:pt x="2647950" y="1162050"/>
                </a:lnTo>
                <a:lnTo>
                  <a:pt x="2676525" y="1162050"/>
                </a:lnTo>
                <a:lnTo>
                  <a:pt x="2676525" y="1171575"/>
                </a:lnTo>
                <a:lnTo>
                  <a:pt x="2695575" y="1171575"/>
                </a:lnTo>
                <a:lnTo>
                  <a:pt x="2695575" y="1181100"/>
                </a:lnTo>
                <a:lnTo>
                  <a:pt x="2705100" y="1181100"/>
                </a:lnTo>
                <a:lnTo>
                  <a:pt x="2705100" y="1200150"/>
                </a:lnTo>
                <a:lnTo>
                  <a:pt x="2657475" y="1200150"/>
                </a:lnTo>
                <a:lnTo>
                  <a:pt x="2657475" y="1190625"/>
                </a:lnTo>
                <a:lnTo>
                  <a:pt x="2628900" y="1190625"/>
                </a:lnTo>
                <a:lnTo>
                  <a:pt x="2628900" y="1181100"/>
                </a:lnTo>
                <a:lnTo>
                  <a:pt x="2600325" y="1181100"/>
                </a:lnTo>
                <a:lnTo>
                  <a:pt x="2600325" y="1190625"/>
                </a:lnTo>
                <a:lnTo>
                  <a:pt x="2571750" y="1190625"/>
                </a:lnTo>
                <a:lnTo>
                  <a:pt x="2571750" y="1181100"/>
                </a:lnTo>
                <a:lnTo>
                  <a:pt x="2495550" y="1181100"/>
                </a:lnTo>
                <a:lnTo>
                  <a:pt x="2495550" y="1171575"/>
                </a:lnTo>
                <a:lnTo>
                  <a:pt x="2486025" y="1171575"/>
                </a:lnTo>
                <a:lnTo>
                  <a:pt x="2486025" y="1162050"/>
                </a:lnTo>
                <a:lnTo>
                  <a:pt x="2466975" y="1162050"/>
                </a:lnTo>
                <a:lnTo>
                  <a:pt x="2466975" y="1171575"/>
                </a:lnTo>
                <a:lnTo>
                  <a:pt x="2457450" y="1171575"/>
                </a:lnTo>
                <a:lnTo>
                  <a:pt x="2457450" y="1181100"/>
                </a:lnTo>
                <a:lnTo>
                  <a:pt x="2438400" y="1181100"/>
                </a:lnTo>
                <a:lnTo>
                  <a:pt x="2438400" y="1171575"/>
                </a:lnTo>
                <a:lnTo>
                  <a:pt x="2428875" y="1171575"/>
                </a:lnTo>
                <a:lnTo>
                  <a:pt x="2428875" y="1143000"/>
                </a:lnTo>
                <a:lnTo>
                  <a:pt x="2438400" y="1143000"/>
                </a:lnTo>
                <a:close/>
                <a:moveTo>
                  <a:pt x="114300" y="1143000"/>
                </a:moveTo>
                <a:lnTo>
                  <a:pt x="123825" y="1143000"/>
                </a:lnTo>
                <a:lnTo>
                  <a:pt x="123825" y="1152525"/>
                </a:lnTo>
                <a:lnTo>
                  <a:pt x="133350" y="1152525"/>
                </a:lnTo>
                <a:lnTo>
                  <a:pt x="133350" y="1333500"/>
                </a:lnTo>
                <a:lnTo>
                  <a:pt x="123825" y="1333500"/>
                </a:lnTo>
                <a:lnTo>
                  <a:pt x="123825" y="1314450"/>
                </a:lnTo>
                <a:lnTo>
                  <a:pt x="114300" y="1314450"/>
                </a:lnTo>
                <a:close/>
                <a:moveTo>
                  <a:pt x="2152650" y="1143000"/>
                </a:moveTo>
                <a:lnTo>
                  <a:pt x="2181225" y="1143000"/>
                </a:lnTo>
                <a:lnTo>
                  <a:pt x="2181225" y="1152525"/>
                </a:lnTo>
                <a:lnTo>
                  <a:pt x="2152650" y="1152525"/>
                </a:lnTo>
                <a:close/>
                <a:moveTo>
                  <a:pt x="2257425" y="1143000"/>
                </a:moveTo>
                <a:lnTo>
                  <a:pt x="2266950" y="1143000"/>
                </a:lnTo>
                <a:lnTo>
                  <a:pt x="2266950" y="1133475"/>
                </a:lnTo>
                <a:lnTo>
                  <a:pt x="2257425" y="1133475"/>
                </a:lnTo>
                <a:close/>
                <a:moveTo>
                  <a:pt x="2276475" y="1143000"/>
                </a:moveTo>
                <a:lnTo>
                  <a:pt x="2286000" y="1143000"/>
                </a:lnTo>
                <a:lnTo>
                  <a:pt x="2286000" y="1133475"/>
                </a:lnTo>
                <a:lnTo>
                  <a:pt x="2276475" y="1133475"/>
                </a:lnTo>
                <a:close/>
                <a:moveTo>
                  <a:pt x="180975" y="1152525"/>
                </a:moveTo>
                <a:lnTo>
                  <a:pt x="190500" y="1152525"/>
                </a:lnTo>
                <a:lnTo>
                  <a:pt x="190500" y="1200150"/>
                </a:lnTo>
                <a:lnTo>
                  <a:pt x="180975" y="1200150"/>
                </a:lnTo>
                <a:close/>
                <a:moveTo>
                  <a:pt x="1828800" y="1152525"/>
                </a:moveTo>
                <a:lnTo>
                  <a:pt x="1838325" y="1152525"/>
                </a:lnTo>
                <a:lnTo>
                  <a:pt x="1838325" y="1162050"/>
                </a:lnTo>
                <a:lnTo>
                  <a:pt x="1828800" y="1162050"/>
                </a:lnTo>
                <a:close/>
                <a:moveTo>
                  <a:pt x="1876425" y="1152525"/>
                </a:moveTo>
                <a:lnTo>
                  <a:pt x="1885950" y="1152525"/>
                </a:lnTo>
                <a:lnTo>
                  <a:pt x="1885950" y="1181100"/>
                </a:lnTo>
                <a:lnTo>
                  <a:pt x="1876425" y="1181100"/>
                </a:lnTo>
                <a:close/>
                <a:moveTo>
                  <a:pt x="3609975" y="1152525"/>
                </a:moveTo>
                <a:lnTo>
                  <a:pt x="3619500" y="1152525"/>
                </a:lnTo>
                <a:lnTo>
                  <a:pt x="3619500" y="1190625"/>
                </a:lnTo>
                <a:lnTo>
                  <a:pt x="3609975" y="1190625"/>
                </a:lnTo>
                <a:close/>
                <a:moveTo>
                  <a:pt x="1866900" y="1181100"/>
                </a:moveTo>
                <a:lnTo>
                  <a:pt x="1876425" y="1181100"/>
                </a:lnTo>
                <a:lnTo>
                  <a:pt x="1876425" y="1219200"/>
                </a:lnTo>
                <a:lnTo>
                  <a:pt x="1866900" y="1219200"/>
                </a:lnTo>
                <a:close/>
                <a:moveTo>
                  <a:pt x="1733550" y="1200150"/>
                </a:moveTo>
                <a:lnTo>
                  <a:pt x="1743075" y="1200150"/>
                </a:lnTo>
                <a:lnTo>
                  <a:pt x="1743075" y="1238250"/>
                </a:lnTo>
                <a:lnTo>
                  <a:pt x="1733550" y="1238250"/>
                </a:lnTo>
                <a:close/>
                <a:moveTo>
                  <a:pt x="3333750" y="1200150"/>
                </a:moveTo>
                <a:lnTo>
                  <a:pt x="3343275" y="1200150"/>
                </a:lnTo>
                <a:lnTo>
                  <a:pt x="3343275" y="1228725"/>
                </a:lnTo>
                <a:lnTo>
                  <a:pt x="3333750" y="1228725"/>
                </a:lnTo>
                <a:close/>
                <a:moveTo>
                  <a:pt x="3362325" y="1200150"/>
                </a:moveTo>
                <a:lnTo>
                  <a:pt x="3400425" y="1200150"/>
                </a:lnTo>
                <a:lnTo>
                  <a:pt x="3400425" y="1238250"/>
                </a:lnTo>
                <a:lnTo>
                  <a:pt x="3390900" y="1238250"/>
                </a:lnTo>
                <a:lnTo>
                  <a:pt x="3390900" y="1257300"/>
                </a:lnTo>
                <a:lnTo>
                  <a:pt x="3381375" y="1257300"/>
                </a:lnTo>
                <a:lnTo>
                  <a:pt x="3381375" y="1228725"/>
                </a:lnTo>
                <a:lnTo>
                  <a:pt x="3390900" y="1228725"/>
                </a:lnTo>
                <a:lnTo>
                  <a:pt x="3390900" y="1219200"/>
                </a:lnTo>
                <a:lnTo>
                  <a:pt x="3362325" y="1219200"/>
                </a:lnTo>
                <a:close/>
                <a:moveTo>
                  <a:pt x="1123950" y="1219200"/>
                </a:moveTo>
                <a:lnTo>
                  <a:pt x="1133475" y="1219200"/>
                </a:lnTo>
                <a:lnTo>
                  <a:pt x="1133475" y="1247775"/>
                </a:lnTo>
                <a:lnTo>
                  <a:pt x="1114425" y="1247775"/>
                </a:lnTo>
                <a:lnTo>
                  <a:pt x="1114425" y="1228725"/>
                </a:lnTo>
                <a:lnTo>
                  <a:pt x="1123950" y="1228725"/>
                </a:lnTo>
                <a:close/>
                <a:moveTo>
                  <a:pt x="1181100" y="1219200"/>
                </a:moveTo>
                <a:lnTo>
                  <a:pt x="1190625" y="1219200"/>
                </a:lnTo>
                <a:lnTo>
                  <a:pt x="1190625" y="1238250"/>
                </a:lnTo>
                <a:lnTo>
                  <a:pt x="1181100" y="1238250"/>
                </a:lnTo>
                <a:close/>
                <a:moveTo>
                  <a:pt x="1257300" y="1219200"/>
                </a:moveTo>
                <a:lnTo>
                  <a:pt x="1266825" y="1219200"/>
                </a:lnTo>
                <a:lnTo>
                  <a:pt x="1266825" y="1228725"/>
                </a:lnTo>
                <a:lnTo>
                  <a:pt x="1257300" y="1228725"/>
                </a:lnTo>
                <a:close/>
                <a:moveTo>
                  <a:pt x="3600450" y="1219200"/>
                </a:moveTo>
                <a:lnTo>
                  <a:pt x="3609975" y="1219200"/>
                </a:lnTo>
                <a:lnTo>
                  <a:pt x="3609975" y="1266825"/>
                </a:lnTo>
                <a:lnTo>
                  <a:pt x="3600450" y="1266825"/>
                </a:lnTo>
                <a:close/>
                <a:moveTo>
                  <a:pt x="1162050" y="1228725"/>
                </a:moveTo>
                <a:lnTo>
                  <a:pt x="1171575" y="1228725"/>
                </a:lnTo>
                <a:lnTo>
                  <a:pt x="1171575" y="1238250"/>
                </a:lnTo>
                <a:lnTo>
                  <a:pt x="1162050" y="1238250"/>
                </a:lnTo>
                <a:close/>
                <a:moveTo>
                  <a:pt x="3343275" y="1228725"/>
                </a:moveTo>
                <a:lnTo>
                  <a:pt x="3371850" y="1228725"/>
                </a:lnTo>
                <a:lnTo>
                  <a:pt x="3371850" y="1238250"/>
                </a:lnTo>
                <a:lnTo>
                  <a:pt x="3362325" y="1238250"/>
                </a:lnTo>
                <a:lnTo>
                  <a:pt x="3362325" y="1247775"/>
                </a:lnTo>
                <a:lnTo>
                  <a:pt x="3352800" y="1247775"/>
                </a:lnTo>
                <a:lnTo>
                  <a:pt x="3352800" y="1257300"/>
                </a:lnTo>
                <a:lnTo>
                  <a:pt x="3343275" y="1257300"/>
                </a:lnTo>
                <a:close/>
                <a:moveTo>
                  <a:pt x="3371850" y="1266825"/>
                </a:moveTo>
                <a:lnTo>
                  <a:pt x="3381375" y="1266825"/>
                </a:lnTo>
                <a:lnTo>
                  <a:pt x="3381375" y="1276350"/>
                </a:lnTo>
                <a:lnTo>
                  <a:pt x="3371850" y="1276350"/>
                </a:lnTo>
                <a:close/>
                <a:moveTo>
                  <a:pt x="466725" y="1276350"/>
                </a:moveTo>
                <a:lnTo>
                  <a:pt x="476250" y="1276350"/>
                </a:lnTo>
                <a:lnTo>
                  <a:pt x="476250" y="1304925"/>
                </a:lnTo>
                <a:lnTo>
                  <a:pt x="466725" y="1304925"/>
                </a:lnTo>
                <a:close/>
                <a:moveTo>
                  <a:pt x="581025" y="1276350"/>
                </a:moveTo>
                <a:lnTo>
                  <a:pt x="590550" y="1276350"/>
                </a:lnTo>
                <a:lnTo>
                  <a:pt x="590550" y="1295400"/>
                </a:lnTo>
                <a:lnTo>
                  <a:pt x="581025" y="1295400"/>
                </a:lnTo>
                <a:close/>
                <a:moveTo>
                  <a:pt x="352425" y="1285875"/>
                </a:moveTo>
                <a:lnTo>
                  <a:pt x="371475" y="1285875"/>
                </a:lnTo>
                <a:lnTo>
                  <a:pt x="371475" y="1295400"/>
                </a:lnTo>
                <a:lnTo>
                  <a:pt x="352425" y="1295400"/>
                </a:lnTo>
                <a:close/>
                <a:moveTo>
                  <a:pt x="523875" y="1285875"/>
                </a:moveTo>
                <a:lnTo>
                  <a:pt x="533400" y="1285875"/>
                </a:lnTo>
                <a:lnTo>
                  <a:pt x="533400" y="1295400"/>
                </a:lnTo>
                <a:lnTo>
                  <a:pt x="523875" y="1295400"/>
                </a:lnTo>
                <a:close/>
                <a:moveTo>
                  <a:pt x="3590925" y="1295400"/>
                </a:moveTo>
                <a:lnTo>
                  <a:pt x="3600450" y="1295400"/>
                </a:lnTo>
                <a:lnTo>
                  <a:pt x="3600450" y="1323975"/>
                </a:lnTo>
                <a:lnTo>
                  <a:pt x="3590925" y="1323975"/>
                </a:lnTo>
                <a:close/>
                <a:moveTo>
                  <a:pt x="1162050" y="1304925"/>
                </a:moveTo>
                <a:lnTo>
                  <a:pt x="1181100" y="1304925"/>
                </a:lnTo>
                <a:lnTo>
                  <a:pt x="1181100" y="1314450"/>
                </a:lnTo>
                <a:lnTo>
                  <a:pt x="1190625" y="1314450"/>
                </a:lnTo>
                <a:lnTo>
                  <a:pt x="1190625" y="1343025"/>
                </a:lnTo>
                <a:lnTo>
                  <a:pt x="1181100" y="1343025"/>
                </a:lnTo>
                <a:lnTo>
                  <a:pt x="1181100" y="1323975"/>
                </a:lnTo>
                <a:lnTo>
                  <a:pt x="1171575" y="1323975"/>
                </a:lnTo>
                <a:lnTo>
                  <a:pt x="1171575" y="1371600"/>
                </a:lnTo>
                <a:lnTo>
                  <a:pt x="1190625" y="1371600"/>
                </a:lnTo>
                <a:lnTo>
                  <a:pt x="1190625" y="1390650"/>
                </a:lnTo>
                <a:lnTo>
                  <a:pt x="1152525" y="1390650"/>
                </a:lnTo>
                <a:lnTo>
                  <a:pt x="1152525" y="1381125"/>
                </a:lnTo>
                <a:lnTo>
                  <a:pt x="1143000" y="1381125"/>
                </a:lnTo>
                <a:lnTo>
                  <a:pt x="1143000" y="1323975"/>
                </a:lnTo>
                <a:lnTo>
                  <a:pt x="1152525" y="1323975"/>
                </a:lnTo>
                <a:lnTo>
                  <a:pt x="1152525" y="1314450"/>
                </a:lnTo>
                <a:lnTo>
                  <a:pt x="1162050" y="1314450"/>
                </a:lnTo>
                <a:close/>
                <a:moveTo>
                  <a:pt x="1095375" y="1314450"/>
                </a:moveTo>
                <a:lnTo>
                  <a:pt x="1104900" y="1314450"/>
                </a:lnTo>
                <a:lnTo>
                  <a:pt x="1104900" y="1323975"/>
                </a:lnTo>
                <a:lnTo>
                  <a:pt x="1123950" y="1323975"/>
                </a:lnTo>
                <a:lnTo>
                  <a:pt x="1123950" y="1352550"/>
                </a:lnTo>
                <a:lnTo>
                  <a:pt x="1114425" y="1352550"/>
                </a:lnTo>
                <a:lnTo>
                  <a:pt x="1114425" y="1333500"/>
                </a:lnTo>
                <a:lnTo>
                  <a:pt x="1085850" y="1333500"/>
                </a:lnTo>
                <a:lnTo>
                  <a:pt x="1085850" y="1323975"/>
                </a:lnTo>
                <a:lnTo>
                  <a:pt x="1095375" y="1323975"/>
                </a:lnTo>
                <a:close/>
                <a:moveTo>
                  <a:pt x="190500" y="1333500"/>
                </a:moveTo>
                <a:lnTo>
                  <a:pt x="200025" y="1333500"/>
                </a:lnTo>
                <a:lnTo>
                  <a:pt x="200025" y="1371600"/>
                </a:lnTo>
                <a:lnTo>
                  <a:pt x="190500" y="1371600"/>
                </a:lnTo>
                <a:close/>
                <a:moveTo>
                  <a:pt x="1743075" y="1333500"/>
                </a:moveTo>
                <a:lnTo>
                  <a:pt x="1752600" y="1333500"/>
                </a:lnTo>
                <a:lnTo>
                  <a:pt x="1752600" y="1371600"/>
                </a:lnTo>
                <a:lnTo>
                  <a:pt x="1743075" y="1371600"/>
                </a:lnTo>
                <a:close/>
                <a:moveTo>
                  <a:pt x="133350" y="1343025"/>
                </a:moveTo>
                <a:lnTo>
                  <a:pt x="142875" y="1343025"/>
                </a:lnTo>
                <a:lnTo>
                  <a:pt x="142875" y="1514475"/>
                </a:lnTo>
                <a:lnTo>
                  <a:pt x="133350" y="1514475"/>
                </a:lnTo>
                <a:lnTo>
                  <a:pt x="133350" y="1485900"/>
                </a:lnTo>
                <a:lnTo>
                  <a:pt x="123825" y="1485900"/>
                </a:lnTo>
                <a:lnTo>
                  <a:pt x="123825" y="1457325"/>
                </a:lnTo>
                <a:lnTo>
                  <a:pt x="133350" y="1457325"/>
                </a:lnTo>
                <a:close/>
                <a:moveTo>
                  <a:pt x="1104900" y="1352550"/>
                </a:moveTo>
                <a:lnTo>
                  <a:pt x="1114425" y="1352550"/>
                </a:lnTo>
                <a:lnTo>
                  <a:pt x="1114425" y="1371600"/>
                </a:lnTo>
                <a:lnTo>
                  <a:pt x="1095375" y="1371600"/>
                </a:lnTo>
                <a:lnTo>
                  <a:pt x="1095375" y="1362075"/>
                </a:lnTo>
                <a:lnTo>
                  <a:pt x="1104900" y="1362075"/>
                </a:lnTo>
                <a:close/>
                <a:moveTo>
                  <a:pt x="438150" y="1371600"/>
                </a:moveTo>
                <a:lnTo>
                  <a:pt x="447675" y="1371600"/>
                </a:lnTo>
                <a:lnTo>
                  <a:pt x="447675" y="1381125"/>
                </a:lnTo>
                <a:lnTo>
                  <a:pt x="438150" y="1381125"/>
                </a:lnTo>
                <a:close/>
                <a:moveTo>
                  <a:pt x="1085850" y="1371600"/>
                </a:moveTo>
                <a:lnTo>
                  <a:pt x="1095375" y="1371600"/>
                </a:lnTo>
                <a:lnTo>
                  <a:pt x="1095375" y="1381125"/>
                </a:lnTo>
                <a:lnTo>
                  <a:pt x="1085850" y="1381125"/>
                </a:lnTo>
                <a:close/>
                <a:moveTo>
                  <a:pt x="3581400" y="1371600"/>
                </a:moveTo>
                <a:lnTo>
                  <a:pt x="3590925" y="1371600"/>
                </a:lnTo>
                <a:lnTo>
                  <a:pt x="3590925" y="1400175"/>
                </a:lnTo>
                <a:lnTo>
                  <a:pt x="3581400" y="1400175"/>
                </a:lnTo>
                <a:close/>
                <a:moveTo>
                  <a:pt x="361950" y="1381125"/>
                </a:moveTo>
                <a:lnTo>
                  <a:pt x="381000" y="1381125"/>
                </a:lnTo>
                <a:lnTo>
                  <a:pt x="381000" y="1390650"/>
                </a:lnTo>
                <a:lnTo>
                  <a:pt x="390525" y="1390650"/>
                </a:lnTo>
                <a:lnTo>
                  <a:pt x="390525" y="1447800"/>
                </a:lnTo>
                <a:lnTo>
                  <a:pt x="371475" y="1447800"/>
                </a:lnTo>
                <a:lnTo>
                  <a:pt x="371475" y="1409700"/>
                </a:lnTo>
                <a:lnTo>
                  <a:pt x="361950" y="1409700"/>
                </a:lnTo>
                <a:close/>
                <a:moveTo>
                  <a:pt x="428625" y="1381125"/>
                </a:moveTo>
                <a:lnTo>
                  <a:pt x="438150" y="1381125"/>
                </a:lnTo>
                <a:lnTo>
                  <a:pt x="438150" y="1400175"/>
                </a:lnTo>
                <a:lnTo>
                  <a:pt x="428625" y="1400175"/>
                </a:lnTo>
                <a:close/>
                <a:moveTo>
                  <a:pt x="447675" y="1381125"/>
                </a:moveTo>
                <a:lnTo>
                  <a:pt x="457200" y="1381125"/>
                </a:lnTo>
                <a:lnTo>
                  <a:pt x="457200" y="1400175"/>
                </a:lnTo>
                <a:lnTo>
                  <a:pt x="447675" y="1400175"/>
                </a:lnTo>
                <a:close/>
                <a:moveTo>
                  <a:pt x="514350" y="1381125"/>
                </a:moveTo>
                <a:lnTo>
                  <a:pt x="533400" y="1381125"/>
                </a:lnTo>
                <a:lnTo>
                  <a:pt x="533400" y="1400175"/>
                </a:lnTo>
                <a:lnTo>
                  <a:pt x="514350" y="1400175"/>
                </a:lnTo>
                <a:close/>
                <a:moveTo>
                  <a:pt x="1095375" y="1381125"/>
                </a:moveTo>
                <a:lnTo>
                  <a:pt x="1104900" y="1381125"/>
                </a:lnTo>
                <a:lnTo>
                  <a:pt x="1104900" y="1390650"/>
                </a:lnTo>
                <a:lnTo>
                  <a:pt x="1095375" y="1390650"/>
                </a:lnTo>
                <a:close/>
                <a:moveTo>
                  <a:pt x="438150" y="1400175"/>
                </a:moveTo>
                <a:lnTo>
                  <a:pt x="447675" y="1400175"/>
                </a:lnTo>
                <a:lnTo>
                  <a:pt x="447675" y="1409700"/>
                </a:lnTo>
                <a:lnTo>
                  <a:pt x="438150" y="1409700"/>
                </a:lnTo>
                <a:close/>
                <a:moveTo>
                  <a:pt x="447675" y="1409700"/>
                </a:moveTo>
                <a:lnTo>
                  <a:pt x="457200" y="1409700"/>
                </a:lnTo>
                <a:lnTo>
                  <a:pt x="457200" y="1419225"/>
                </a:lnTo>
                <a:lnTo>
                  <a:pt x="447675" y="1419225"/>
                </a:lnTo>
                <a:close/>
                <a:moveTo>
                  <a:pt x="409575" y="1419225"/>
                </a:moveTo>
                <a:lnTo>
                  <a:pt x="419100" y="1419225"/>
                </a:lnTo>
                <a:lnTo>
                  <a:pt x="419100" y="1428750"/>
                </a:lnTo>
                <a:lnTo>
                  <a:pt x="409575" y="1428750"/>
                </a:lnTo>
                <a:close/>
                <a:moveTo>
                  <a:pt x="428625" y="1419225"/>
                </a:moveTo>
                <a:lnTo>
                  <a:pt x="438150" y="1419225"/>
                </a:lnTo>
                <a:lnTo>
                  <a:pt x="438150" y="1438275"/>
                </a:lnTo>
                <a:lnTo>
                  <a:pt x="419100" y="1438275"/>
                </a:lnTo>
                <a:lnTo>
                  <a:pt x="419100" y="1428750"/>
                </a:lnTo>
                <a:lnTo>
                  <a:pt x="428625" y="1428750"/>
                </a:lnTo>
                <a:close/>
                <a:moveTo>
                  <a:pt x="457200" y="1419225"/>
                </a:moveTo>
                <a:lnTo>
                  <a:pt x="466725" y="1419225"/>
                </a:lnTo>
                <a:lnTo>
                  <a:pt x="466725" y="1438275"/>
                </a:lnTo>
                <a:lnTo>
                  <a:pt x="457200" y="1438275"/>
                </a:lnTo>
                <a:close/>
                <a:moveTo>
                  <a:pt x="2428875" y="1419225"/>
                </a:moveTo>
                <a:lnTo>
                  <a:pt x="2447925" y="1419225"/>
                </a:lnTo>
                <a:lnTo>
                  <a:pt x="2447925" y="1428750"/>
                </a:lnTo>
                <a:lnTo>
                  <a:pt x="2428875" y="1428750"/>
                </a:lnTo>
                <a:close/>
                <a:moveTo>
                  <a:pt x="2419350" y="1428750"/>
                </a:moveTo>
                <a:lnTo>
                  <a:pt x="2428875" y="1428750"/>
                </a:lnTo>
                <a:lnTo>
                  <a:pt x="2428875" y="1438275"/>
                </a:lnTo>
                <a:lnTo>
                  <a:pt x="2447925" y="1438275"/>
                </a:lnTo>
                <a:lnTo>
                  <a:pt x="2447925" y="1428750"/>
                </a:lnTo>
                <a:lnTo>
                  <a:pt x="2466975" y="1428750"/>
                </a:lnTo>
                <a:lnTo>
                  <a:pt x="2466975" y="1438275"/>
                </a:lnTo>
                <a:lnTo>
                  <a:pt x="2447925" y="1438275"/>
                </a:lnTo>
                <a:lnTo>
                  <a:pt x="2447925" y="1447800"/>
                </a:lnTo>
                <a:lnTo>
                  <a:pt x="2428875" y="1447800"/>
                </a:lnTo>
                <a:lnTo>
                  <a:pt x="2428875" y="1457325"/>
                </a:lnTo>
                <a:lnTo>
                  <a:pt x="2419350" y="1457325"/>
                </a:lnTo>
                <a:close/>
                <a:moveTo>
                  <a:pt x="2476500" y="1428750"/>
                </a:moveTo>
                <a:lnTo>
                  <a:pt x="2514600" y="1428750"/>
                </a:lnTo>
                <a:lnTo>
                  <a:pt x="2514600" y="1438275"/>
                </a:lnTo>
                <a:lnTo>
                  <a:pt x="2581275" y="1438275"/>
                </a:lnTo>
                <a:lnTo>
                  <a:pt x="2581275" y="1447800"/>
                </a:lnTo>
                <a:lnTo>
                  <a:pt x="2495550" y="1447800"/>
                </a:lnTo>
                <a:lnTo>
                  <a:pt x="2495550" y="1438275"/>
                </a:lnTo>
                <a:lnTo>
                  <a:pt x="2476500" y="1438275"/>
                </a:lnTo>
                <a:close/>
                <a:moveTo>
                  <a:pt x="485775" y="1438275"/>
                </a:moveTo>
                <a:lnTo>
                  <a:pt x="495300" y="1438275"/>
                </a:lnTo>
                <a:lnTo>
                  <a:pt x="495300" y="1447800"/>
                </a:lnTo>
                <a:lnTo>
                  <a:pt x="485775" y="1447800"/>
                </a:lnTo>
                <a:close/>
                <a:moveTo>
                  <a:pt x="3571875" y="1438275"/>
                </a:moveTo>
                <a:lnTo>
                  <a:pt x="3581400" y="1438275"/>
                </a:lnTo>
                <a:lnTo>
                  <a:pt x="3581400" y="1476375"/>
                </a:lnTo>
                <a:lnTo>
                  <a:pt x="3571875" y="1476375"/>
                </a:lnTo>
                <a:close/>
                <a:moveTo>
                  <a:pt x="1752600" y="1447800"/>
                </a:moveTo>
                <a:lnTo>
                  <a:pt x="1762125" y="1447800"/>
                </a:lnTo>
                <a:lnTo>
                  <a:pt x="1762125" y="1476375"/>
                </a:lnTo>
                <a:lnTo>
                  <a:pt x="1752600" y="1476375"/>
                </a:lnTo>
                <a:close/>
                <a:moveTo>
                  <a:pt x="2581275" y="1447800"/>
                </a:moveTo>
                <a:lnTo>
                  <a:pt x="2590800" y="1447800"/>
                </a:lnTo>
                <a:lnTo>
                  <a:pt x="2590800" y="1457325"/>
                </a:lnTo>
                <a:lnTo>
                  <a:pt x="2581275" y="1457325"/>
                </a:lnTo>
                <a:close/>
                <a:moveTo>
                  <a:pt x="2609850" y="1447800"/>
                </a:moveTo>
                <a:lnTo>
                  <a:pt x="2619375" y="1447800"/>
                </a:lnTo>
                <a:lnTo>
                  <a:pt x="2619375" y="1457325"/>
                </a:lnTo>
                <a:lnTo>
                  <a:pt x="2609850" y="1457325"/>
                </a:lnTo>
                <a:close/>
                <a:moveTo>
                  <a:pt x="2428875" y="1457325"/>
                </a:moveTo>
                <a:lnTo>
                  <a:pt x="2457450" y="1457325"/>
                </a:lnTo>
                <a:lnTo>
                  <a:pt x="2457450" y="1466850"/>
                </a:lnTo>
                <a:lnTo>
                  <a:pt x="2428875" y="1466850"/>
                </a:lnTo>
                <a:close/>
                <a:moveTo>
                  <a:pt x="2486025" y="1457325"/>
                </a:moveTo>
                <a:lnTo>
                  <a:pt x="2495550" y="1457325"/>
                </a:lnTo>
                <a:lnTo>
                  <a:pt x="2495550" y="1466850"/>
                </a:lnTo>
                <a:lnTo>
                  <a:pt x="2514600" y="1466850"/>
                </a:lnTo>
                <a:lnTo>
                  <a:pt x="2514600" y="1476375"/>
                </a:lnTo>
                <a:lnTo>
                  <a:pt x="2466975" y="1476375"/>
                </a:lnTo>
                <a:lnTo>
                  <a:pt x="2466975" y="1466850"/>
                </a:lnTo>
                <a:lnTo>
                  <a:pt x="2486025" y="1466850"/>
                </a:lnTo>
                <a:close/>
                <a:moveTo>
                  <a:pt x="2619375" y="1457325"/>
                </a:moveTo>
                <a:lnTo>
                  <a:pt x="2628900" y="1457325"/>
                </a:lnTo>
                <a:lnTo>
                  <a:pt x="2628900" y="1476375"/>
                </a:lnTo>
                <a:lnTo>
                  <a:pt x="2619375" y="1476375"/>
                </a:lnTo>
                <a:close/>
                <a:moveTo>
                  <a:pt x="1857375" y="1466850"/>
                </a:moveTo>
                <a:lnTo>
                  <a:pt x="1876425" y="1466850"/>
                </a:lnTo>
                <a:lnTo>
                  <a:pt x="1876425" y="1571625"/>
                </a:lnTo>
                <a:lnTo>
                  <a:pt x="1847850" y="1571625"/>
                </a:lnTo>
                <a:lnTo>
                  <a:pt x="1847850" y="1581150"/>
                </a:lnTo>
                <a:lnTo>
                  <a:pt x="1828800" y="1581150"/>
                </a:lnTo>
                <a:lnTo>
                  <a:pt x="1828800" y="1571625"/>
                </a:lnTo>
                <a:lnTo>
                  <a:pt x="1819275" y="1571625"/>
                </a:lnTo>
                <a:lnTo>
                  <a:pt x="1819275" y="1495425"/>
                </a:lnTo>
                <a:lnTo>
                  <a:pt x="1838325" y="1495425"/>
                </a:lnTo>
                <a:lnTo>
                  <a:pt x="1838325" y="1533525"/>
                </a:lnTo>
                <a:lnTo>
                  <a:pt x="1857375" y="1533525"/>
                </a:lnTo>
                <a:close/>
                <a:moveTo>
                  <a:pt x="2790825" y="1466850"/>
                </a:moveTo>
                <a:lnTo>
                  <a:pt x="2847975" y="1466850"/>
                </a:lnTo>
                <a:lnTo>
                  <a:pt x="2847975" y="1476375"/>
                </a:lnTo>
                <a:lnTo>
                  <a:pt x="2790825" y="1476375"/>
                </a:lnTo>
                <a:close/>
                <a:moveTo>
                  <a:pt x="2552700" y="1476375"/>
                </a:moveTo>
                <a:lnTo>
                  <a:pt x="2562225" y="1476375"/>
                </a:lnTo>
                <a:lnTo>
                  <a:pt x="2562225" y="1485900"/>
                </a:lnTo>
                <a:lnTo>
                  <a:pt x="2552700" y="1485900"/>
                </a:lnTo>
                <a:close/>
                <a:moveTo>
                  <a:pt x="2571750" y="1476375"/>
                </a:moveTo>
                <a:lnTo>
                  <a:pt x="2619375" y="1476375"/>
                </a:lnTo>
                <a:lnTo>
                  <a:pt x="2619375" y="1485900"/>
                </a:lnTo>
                <a:lnTo>
                  <a:pt x="2571750" y="1485900"/>
                </a:lnTo>
                <a:close/>
                <a:moveTo>
                  <a:pt x="2781300" y="1476375"/>
                </a:moveTo>
                <a:lnTo>
                  <a:pt x="2790825" y="1476375"/>
                </a:lnTo>
                <a:lnTo>
                  <a:pt x="2790825" y="1495425"/>
                </a:lnTo>
                <a:lnTo>
                  <a:pt x="2781300" y="1495425"/>
                </a:lnTo>
                <a:close/>
                <a:moveTo>
                  <a:pt x="2867025" y="1476375"/>
                </a:moveTo>
                <a:lnTo>
                  <a:pt x="2895600" y="1476375"/>
                </a:lnTo>
                <a:lnTo>
                  <a:pt x="2895600" y="1514475"/>
                </a:lnTo>
                <a:lnTo>
                  <a:pt x="2847975" y="1514475"/>
                </a:lnTo>
                <a:lnTo>
                  <a:pt x="2847975" y="1504950"/>
                </a:lnTo>
                <a:lnTo>
                  <a:pt x="2857500" y="1504950"/>
                </a:lnTo>
                <a:lnTo>
                  <a:pt x="2857500" y="1495425"/>
                </a:lnTo>
                <a:lnTo>
                  <a:pt x="2867025" y="1495425"/>
                </a:lnTo>
                <a:close/>
                <a:moveTo>
                  <a:pt x="2924175" y="1485900"/>
                </a:moveTo>
                <a:lnTo>
                  <a:pt x="3000375" y="1485900"/>
                </a:lnTo>
                <a:lnTo>
                  <a:pt x="3000375" y="1495425"/>
                </a:lnTo>
                <a:lnTo>
                  <a:pt x="3009900" y="1495425"/>
                </a:lnTo>
                <a:lnTo>
                  <a:pt x="3009900" y="1504950"/>
                </a:lnTo>
                <a:lnTo>
                  <a:pt x="2990850" y="1504950"/>
                </a:lnTo>
                <a:lnTo>
                  <a:pt x="2990850" y="1514475"/>
                </a:lnTo>
                <a:lnTo>
                  <a:pt x="3028950" y="1514475"/>
                </a:lnTo>
                <a:lnTo>
                  <a:pt x="3028950" y="1504950"/>
                </a:lnTo>
                <a:lnTo>
                  <a:pt x="3019425" y="1504950"/>
                </a:lnTo>
                <a:lnTo>
                  <a:pt x="3019425" y="1495425"/>
                </a:lnTo>
                <a:lnTo>
                  <a:pt x="3028950" y="1495425"/>
                </a:lnTo>
                <a:lnTo>
                  <a:pt x="3028950" y="1504950"/>
                </a:lnTo>
                <a:lnTo>
                  <a:pt x="3038475" y="1504950"/>
                </a:lnTo>
                <a:lnTo>
                  <a:pt x="3038475" y="1524000"/>
                </a:lnTo>
                <a:lnTo>
                  <a:pt x="3028950" y="1524000"/>
                </a:lnTo>
                <a:lnTo>
                  <a:pt x="3028950" y="1533525"/>
                </a:lnTo>
                <a:lnTo>
                  <a:pt x="3000375" y="1533525"/>
                </a:lnTo>
                <a:lnTo>
                  <a:pt x="3000375" y="1524000"/>
                </a:lnTo>
                <a:lnTo>
                  <a:pt x="2952750" y="1524000"/>
                </a:lnTo>
                <a:lnTo>
                  <a:pt x="2952750" y="1514475"/>
                </a:lnTo>
                <a:lnTo>
                  <a:pt x="2924175" y="1514475"/>
                </a:lnTo>
                <a:lnTo>
                  <a:pt x="2924175" y="1504950"/>
                </a:lnTo>
                <a:lnTo>
                  <a:pt x="2933700" y="1504950"/>
                </a:lnTo>
                <a:lnTo>
                  <a:pt x="2933700" y="1495425"/>
                </a:lnTo>
                <a:lnTo>
                  <a:pt x="2924175" y="1495425"/>
                </a:lnTo>
                <a:close/>
                <a:moveTo>
                  <a:pt x="2790825" y="1495425"/>
                </a:moveTo>
                <a:lnTo>
                  <a:pt x="2809875" y="1495425"/>
                </a:lnTo>
                <a:lnTo>
                  <a:pt x="2809875" y="1504950"/>
                </a:lnTo>
                <a:lnTo>
                  <a:pt x="2790825" y="1504950"/>
                </a:lnTo>
                <a:close/>
                <a:moveTo>
                  <a:pt x="2876550" y="1495425"/>
                </a:moveTo>
                <a:lnTo>
                  <a:pt x="2886075" y="1495425"/>
                </a:lnTo>
                <a:lnTo>
                  <a:pt x="2886075" y="1485900"/>
                </a:lnTo>
                <a:lnTo>
                  <a:pt x="2876550" y="1485900"/>
                </a:lnTo>
                <a:close/>
                <a:moveTo>
                  <a:pt x="2952750" y="1504950"/>
                </a:moveTo>
                <a:lnTo>
                  <a:pt x="2962275" y="1504950"/>
                </a:lnTo>
                <a:lnTo>
                  <a:pt x="2962275" y="1495425"/>
                </a:lnTo>
                <a:lnTo>
                  <a:pt x="2952750" y="1495425"/>
                </a:lnTo>
                <a:close/>
                <a:moveTo>
                  <a:pt x="3228975" y="1504950"/>
                </a:moveTo>
                <a:lnTo>
                  <a:pt x="3238500" y="1504950"/>
                </a:lnTo>
                <a:lnTo>
                  <a:pt x="3238500" y="1514475"/>
                </a:lnTo>
                <a:lnTo>
                  <a:pt x="3276600" y="1514475"/>
                </a:lnTo>
                <a:lnTo>
                  <a:pt x="3276600" y="1533525"/>
                </a:lnTo>
                <a:lnTo>
                  <a:pt x="3267075" y="1533525"/>
                </a:lnTo>
                <a:lnTo>
                  <a:pt x="3267075" y="1543050"/>
                </a:lnTo>
                <a:lnTo>
                  <a:pt x="3276600" y="1543050"/>
                </a:lnTo>
                <a:lnTo>
                  <a:pt x="3276600" y="1552575"/>
                </a:lnTo>
                <a:lnTo>
                  <a:pt x="3200400" y="1552575"/>
                </a:lnTo>
                <a:lnTo>
                  <a:pt x="3200400" y="1543050"/>
                </a:lnTo>
                <a:lnTo>
                  <a:pt x="3190875" y="1543050"/>
                </a:lnTo>
                <a:lnTo>
                  <a:pt x="3190875" y="1533525"/>
                </a:lnTo>
                <a:lnTo>
                  <a:pt x="3200400" y="1533525"/>
                </a:lnTo>
                <a:lnTo>
                  <a:pt x="3200400" y="1524000"/>
                </a:lnTo>
                <a:lnTo>
                  <a:pt x="3219450" y="1524000"/>
                </a:lnTo>
                <a:lnTo>
                  <a:pt x="3219450" y="1514475"/>
                </a:lnTo>
                <a:lnTo>
                  <a:pt x="3228975" y="1514475"/>
                </a:lnTo>
                <a:close/>
                <a:moveTo>
                  <a:pt x="3562350" y="1504950"/>
                </a:moveTo>
                <a:lnTo>
                  <a:pt x="3571875" y="1504950"/>
                </a:lnTo>
                <a:lnTo>
                  <a:pt x="3571875" y="1533525"/>
                </a:lnTo>
                <a:lnTo>
                  <a:pt x="3609975" y="1533525"/>
                </a:lnTo>
                <a:lnTo>
                  <a:pt x="3609975" y="1562100"/>
                </a:lnTo>
                <a:lnTo>
                  <a:pt x="3600450" y="1562100"/>
                </a:lnTo>
                <a:lnTo>
                  <a:pt x="3600450" y="1543050"/>
                </a:lnTo>
                <a:lnTo>
                  <a:pt x="3590925" y="1543050"/>
                </a:lnTo>
                <a:lnTo>
                  <a:pt x="3590925" y="1552575"/>
                </a:lnTo>
                <a:lnTo>
                  <a:pt x="3562350" y="1552575"/>
                </a:lnTo>
                <a:close/>
                <a:moveTo>
                  <a:pt x="2914650" y="1514475"/>
                </a:moveTo>
                <a:lnTo>
                  <a:pt x="2924175" y="1514475"/>
                </a:lnTo>
                <a:lnTo>
                  <a:pt x="2924175" y="1524000"/>
                </a:lnTo>
                <a:lnTo>
                  <a:pt x="2914650" y="1524000"/>
                </a:lnTo>
                <a:close/>
                <a:moveTo>
                  <a:pt x="2971800" y="1514475"/>
                </a:moveTo>
                <a:lnTo>
                  <a:pt x="2981325" y="1514475"/>
                </a:lnTo>
                <a:lnTo>
                  <a:pt x="2981325" y="1504950"/>
                </a:lnTo>
                <a:lnTo>
                  <a:pt x="2971800" y="1504950"/>
                </a:lnTo>
                <a:close/>
                <a:moveTo>
                  <a:pt x="200025" y="1524000"/>
                </a:moveTo>
                <a:lnTo>
                  <a:pt x="209550" y="1524000"/>
                </a:lnTo>
                <a:lnTo>
                  <a:pt x="209550" y="1600200"/>
                </a:lnTo>
                <a:lnTo>
                  <a:pt x="200025" y="1600200"/>
                </a:lnTo>
                <a:close/>
                <a:moveTo>
                  <a:pt x="3295650" y="1524000"/>
                </a:moveTo>
                <a:lnTo>
                  <a:pt x="3362325" y="1524000"/>
                </a:lnTo>
                <a:lnTo>
                  <a:pt x="3362325" y="1533525"/>
                </a:lnTo>
                <a:lnTo>
                  <a:pt x="3419475" y="1533525"/>
                </a:lnTo>
                <a:lnTo>
                  <a:pt x="3419475" y="1543050"/>
                </a:lnTo>
                <a:lnTo>
                  <a:pt x="3400425" y="1543050"/>
                </a:lnTo>
                <a:lnTo>
                  <a:pt x="3400425" y="1552575"/>
                </a:lnTo>
                <a:lnTo>
                  <a:pt x="3390900" y="1552575"/>
                </a:lnTo>
                <a:lnTo>
                  <a:pt x="3390900" y="1562100"/>
                </a:lnTo>
                <a:lnTo>
                  <a:pt x="3419475" y="1562100"/>
                </a:lnTo>
                <a:lnTo>
                  <a:pt x="3419475" y="1543050"/>
                </a:lnTo>
                <a:lnTo>
                  <a:pt x="3429000" y="1543050"/>
                </a:lnTo>
                <a:lnTo>
                  <a:pt x="3429000" y="1562100"/>
                </a:lnTo>
                <a:lnTo>
                  <a:pt x="3419475" y="1562100"/>
                </a:lnTo>
                <a:lnTo>
                  <a:pt x="3419475" y="1571625"/>
                </a:lnTo>
                <a:lnTo>
                  <a:pt x="3343275" y="1571625"/>
                </a:lnTo>
                <a:lnTo>
                  <a:pt x="3343275" y="1562100"/>
                </a:lnTo>
                <a:lnTo>
                  <a:pt x="3276600" y="1562100"/>
                </a:lnTo>
                <a:lnTo>
                  <a:pt x="3276600" y="1552575"/>
                </a:lnTo>
                <a:lnTo>
                  <a:pt x="3305175" y="1552575"/>
                </a:lnTo>
                <a:lnTo>
                  <a:pt x="3305175" y="1543050"/>
                </a:lnTo>
                <a:lnTo>
                  <a:pt x="3314700" y="1543050"/>
                </a:lnTo>
                <a:lnTo>
                  <a:pt x="3314700" y="1552575"/>
                </a:lnTo>
                <a:lnTo>
                  <a:pt x="3352800" y="1552575"/>
                </a:lnTo>
                <a:lnTo>
                  <a:pt x="3352800" y="1543050"/>
                </a:lnTo>
                <a:lnTo>
                  <a:pt x="3324225" y="1543050"/>
                </a:lnTo>
                <a:lnTo>
                  <a:pt x="3324225" y="1533525"/>
                </a:lnTo>
                <a:lnTo>
                  <a:pt x="3295650" y="1533525"/>
                </a:lnTo>
                <a:close/>
                <a:moveTo>
                  <a:pt x="133350" y="1533525"/>
                </a:moveTo>
                <a:lnTo>
                  <a:pt x="142875" y="1533525"/>
                </a:lnTo>
                <a:lnTo>
                  <a:pt x="142875" y="1552575"/>
                </a:lnTo>
                <a:lnTo>
                  <a:pt x="152400" y="1552575"/>
                </a:lnTo>
                <a:lnTo>
                  <a:pt x="152400" y="1714500"/>
                </a:lnTo>
                <a:lnTo>
                  <a:pt x="142875" y="1714500"/>
                </a:lnTo>
                <a:lnTo>
                  <a:pt x="142875" y="1704975"/>
                </a:lnTo>
                <a:lnTo>
                  <a:pt x="133350" y="1704975"/>
                </a:lnTo>
                <a:close/>
                <a:moveTo>
                  <a:pt x="1762125" y="1571625"/>
                </a:moveTo>
                <a:lnTo>
                  <a:pt x="1771650" y="1571625"/>
                </a:lnTo>
                <a:lnTo>
                  <a:pt x="1771650" y="1600200"/>
                </a:lnTo>
                <a:lnTo>
                  <a:pt x="1762125" y="1600200"/>
                </a:lnTo>
                <a:close/>
                <a:moveTo>
                  <a:pt x="3581400" y="1571625"/>
                </a:moveTo>
                <a:lnTo>
                  <a:pt x="3600450" y="1571625"/>
                </a:lnTo>
                <a:lnTo>
                  <a:pt x="3600450" y="1628775"/>
                </a:lnTo>
                <a:lnTo>
                  <a:pt x="3590925" y="1628775"/>
                </a:lnTo>
                <a:lnTo>
                  <a:pt x="3590925" y="1619250"/>
                </a:lnTo>
                <a:lnTo>
                  <a:pt x="3571875" y="1619250"/>
                </a:lnTo>
                <a:lnTo>
                  <a:pt x="3571875" y="1628775"/>
                </a:lnTo>
                <a:lnTo>
                  <a:pt x="3552825" y="1628775"/>
                </a:lnTo>
                <a:lnTo>
                  <a:pt x="3552825" y="1581150"/>
                </a:lnTo>
                <a:lnTo>
                  <a:pt x="3562350" y="1581150"/>
                </a:lnTo>
                <a:lnTo>
                  <a:pt x="3562350" y="1590675"/>
                </a:lnTo>
                <a:lnTo>
                  <a:pt x="3581400" y="1590675"/>
                </a:lnTo>
                <a:close/>
                <a:moveTo>
                  <a:pt x="2057400" y="1600200"/>
                </a:moveTo>
                <a:lnTo>
                  <a:pt x="2076450" y="1600200"/>
                </a:lnTo>
                <a:lnTo>
                  <a:pt x="2076450" y="1609725"/>
                </a:lnTo>
                <a:lnTo>
                  <a:pt x="2057400" y="1609725"/>
                </a:lnTo>
                <a:close/>
                <a:moveTo>
                  <a:pt x="1847850" y="1609725"/>
                </a:moveTo>
                <a:lnTo>
                  <a:pt x="1857375" y="1609725"/>
                </a:lnTo>
                <a:lnTo>
                  <a:pt x="1857375" y="1628775"/>
                </a:lnTo>
                <a:lnTo>
                  <a:pt x="1866900" y="1628775"/>
                </a:lnTo>
                <a:lnTo>
                  <a:pt x="1866900" y="1647825"/>
                </a:lnTo>
                <a:lnTo>
                  <a:pt x="1876425" y="1647825"/>
                </a:lnTo>
                <a:lnTo>
                  <a:pt x="1876425" y="1724025"/>
                </a:lnTo>
                <a:lnTo>
                  <a:pt x="1885950" y="1724025"/>
                </a:lnTo>
                <a:lnTo>
                  <a:pt x="1885950" y="1790700"/>
                </a:lnTo>
                <a:lnTo>
                  <a:pt x="1866900" y="1790700"/>
                </a:lnTo>
                <a:lnTo>
                  <a:pt x="1866900" y="1685925"/>
                </a:lnTo>
                <a:lnTo>
                  <a:pt x="1857375" y="1685925"/>
                </a:lnTo>
                <a:lnTo>
                  <a:pt x="1857375" y="1676400"/>
                </a:lnTo>
                <a:lnTo>
                  <a:pt x="1847850" y="1676400"/>
                </a:lnTo>
                <a:lnTo>
                  <a:pt x="1847850" y="1685925"/>
                </a:lnTo>
                <a:lnTo>
                  <a:pt x="1828800" y="1685925"/>
                </a:lnTo>
                <a:lnTo>
                  <a:pt x="1828800" y="1628775"/>
                </a:lnTo>
                <a:lnTo>
                  <a:pt x="1847850" y="1628775"/>
                </a:lnTo>
                <a:close/>
                <a:moveTo>
                  <a:pt x="2133600" y="1609725"/>
                </a:moveTo>
                <a:lnTo>
                  <a:pt x="2171700" y="1609725"/>
                </a:lnTo>
                <a:lnTo>
                  <a:pt x="2171700" y="1619250"/>
                </a:lnTo>
                <a:lnTo>
                  <a:pt x="2133600" y="1619250"/>
                </a:lnTo>
                <a:close/>
                <a:moveTo>
                  <a:pt x="2228850" y="1619250"/>
                </a:moveTo>
                <a:lnTo>
                  <a:pt x="2238375" y="1619250"/>
                </a:lnTo>
                <a:lnTo>
                  <a:pt x="2238375" y="1628775"/>
                </a:lnTo>
                <a:lnTo>
                  <a:pt x="2228850" y="1628775"/>
                </a:lnTo>
                <a:close/>
                <a:moveTo>
                  <a:pt x="2257425" y="1647825"/>
                </a:moveTo>
                <a:lnTo>
                  <a:pt x="2266950" y="1647825"/>
                </a:lnTo>
                <a:lnTo>
                  <a:pt x="2266950" y="1657350"/>
                </a:lnTo>
                <a:lnTo>
                  <a:pt x="2257425" y="1657350"/>
                </a:lnTo>
                <a:close/>
                <a:moveTo>
                  <a:pt x="3571875" y="1647825"/>
                </a:moveTo>
                <a:lnTo>
                  <a:pt x="3590925" y="1647825"/>
                </a:lnTo>
                <a:lnTo>
                  <a:pt x="3590925" y="1695450"/>
                </a:lnTo>
                <a:lnTo>
                  <a:pt x="3543300" y="1695450"/>
                </a:lnTo>
                <a:lnTo>
                  <a:pt x="3543300" y="1657350"/>
                </a:lnTo>
                <a:lnTo>
                  <a:pt x="3571875" y="1657350"/>
                </a:lnTo>
                <a:close/>
                <a:moveTo>
                  <a:pt x="1981200" y="1666875"/>
                </a:moveTo>
                <a:lnTo>
                  <a:pt x="1990725" y="1666875"/>
                </a:lnTo>
                <a:lnTo>
                  <a:pt x="1990725" y="1695450"/>
                </a:lnTo>
                <a:lnTo>
                  <a:pt x="1981200" y="1695450"/>
                </a:lnTo>
                <a:close/>
                <a:moveTo>
                  <a:pt x="2124075" y="1685925"/>
                </a:moveTo>
                <a:lnTo>
                  <a:pt x="2143125" y="1685925"/>
                </a:lnTo>
                <a:lnTo>
                  <a:pt x="2143125" y="1695450"/>
                </a:lnTo>
                <a:lnTo>
                  <a:pt x="2152650" y="1695450"/>
                </a:lnTo>
                <a:lnTo>
                  <a:pt x="2152650" y="1733550"/>
                </a:lnTo>
                <a:lnTo>
                  <a:pt x="2143125" y="1733550"/>
                </a:lnTo>
                <a:lnTo>
                  <a:pt x="2143125" y="1743075"/>
                </a:lnTo>
                <a:lnTo>
                  <a:pt x="2133600" y="1743075"/>
                </a:lnTo>
                <a:lnTo>
                  <a:pt x="2133600" y="1733550"/>
                </a:lnTo>
                <a:lnTo>
                  <a:pt x="2124075" y="1733550"/>
                </a:lnTo>
                <a:lnTo>
                  <a:pt x="2124075" y="1724025"/>
                </a:lnTo>
                <a:lnTo>
                  <a:pt x="2143125" y="1724025"/>
                </a:lnTo>
                <a:lnTo>
                  <a:pt x="2143125" y="1714500"/>
                </a:lnTo>
                <a:lnTo>
                  <a:pt x="2105025" y="1714500"/>
                </a:lnTo>
                <a:lnTo>
                  <a:pt x="2105025" y="1695450"/>
                </a:lnTo>
                <a:lnTo>
                  <a:pt x="2124075" y="1695450"/>
                </a:lnTo>
                <a:close/>
                <a:moveTo>
                  <a:pt x="485775" y="1695450"/>
                </a:moveTo>
                <a:lnTo>
                  <a:pt x="495300" y="1695450"/>
                </a:lnTo>
                <a:lnTo>
                  <a:pt x="495300" y="1704975"/>
                </a:lnTo>
                <a:lnTo>
                  <a:pt x="485775" y="1704975"/>
                </a:lnTo>
                <a:close/>
                <a:moveTo>
                  <a:pt x="1771650" y="1695450"/>
                </a:moveTo>
                <a:lnTo>
                  <a:pt x="1781175" y="1695450"/>
                </a:lnTo>
                <a:lnTo>
                  <a:pt x="1781175" y="1724025"/>
                </a:lnTo>
                <a:lnTo>
                  <a:pt x="1771650" y="1724025"/>
                </a:lnTo>
                <a:close/>
                <a:moveTo>
                  <a:pt x="2257425" y="1695450"/>
                </a:moveTo>
                <a:lnTo>
                  <a:pt x="2266950" y="1695450"/>
                </a:lnTo>
                <a:lnTo>
                  <a:pt x="2266950" y="1724025"/>
                </a:lnTo>
                <a:lnTo>
                  <a:pt x="2257425" y="1724025"/>
                </a:lnTo>
                <a:close/>
                <a:moveTo>
                  <a:pt x="2324100" y="1704975"/>
                </a:moveTo>
                <a:lnTo>
                  <a:pt x="2352675" y="1704975"/>
                </a:lnTo>
                <a:lnTo>
                  <a:pt x="2352675" y="1724025"/>
                </a:lnTo>
                <a:lnTo>
                  <a:pt x="2333625" y="1724025"/>
                </a:lnTo>
                <a:lnTo>
                  <a:pt x="2333625" y="1743075"/>
                </a:lnTo>
                <a:lnTo>
                  <a:pt x="2314575" y="1743075"/>
                </a:lnTo>
                <a:lnTo>
                  <a:pt x="2314575" y="1714500"/>
                </a:lnTo>
                <a:lnTo>
                  <a:pt x="2324100" y="1714500"/>
                </a:lnTo>
                <a:close/>
                <a:moveTo>
                  <a:pt x="209550" y="1714500"/>
                </a:moveTo>
                <a:lnTo>
                  <a:pt x="219075" y="1714500"/>
                </a:lnTo>
                <a:lnTo>
                  <a:pt x="219075" y="1752600"/>
                </a:lnTo>
                <a:lnTo>
                  <a:pt x="209550" y="1752600"/>
                </a:lnTo>
                <a:close/>
                <a:moveTo>
                  <a:pt x="1838325" y="1724025"/>
                </a:moveTo>
                <a:lnTo>
                  <a:pt x="1857375" y="1724025"/>
                </a:lnTo>
                <a:lnTo>
                  <a:pt x="1857375" y="1819275"/>
                </a:lnTo>
                <a:lnTo>
                  <a:pt x="1847850" y="1819275"/>
                </a:lnTo>
                <a:lnTo>
                  <a:pt x="1847850" y="1790700"/>
                </a:lnTo>
                <a:lnTo>
                  <a:pt x="1838325" y="1790700"/>
                </a:lnTo>
                <a:close/>
                <a:moveTo>
                  <a:pt x="2352675" y="1724025"/>
                </a:moveTo>
                <a:lnTo>
                  <a:pt x="2419350" y="1724025"/>
                </a:lnTo>
                <a:lnTo>
                  <a:pt x="2419350" y="1733550"/>
                </a:lnTo>
                <a:lnTo>
                  <a:pt x="2447925" y="1733550"/>
                </a:lnTo>
                <a:lnTo>
                  <a:pt x="2447925" y="1743075"/>
                </a:lnTo>
                <a:lnTo>
                  <a:pt x="2428875" y="1743075"/>
                </a:lnTo>
                <a:lnTo>
                  <a:pt x="2428875" y="1762125"/>
                </a:lnTo>
                <a:lnTo>
                  <a:pt x="2438400" y="1762125"/>
                </a:lnTo>
                <a:lnTo>
                  <a:pt x="2438400" y="1771650"/>
                </a:lnTo>
                <a:lnTo>
                  <a:pt x="2400300" y="1771650"/>
                </a:lnTo>
                <a:lnTo>
                  <a:pt x="2400300" y="1762125"/>
                </a:lnTo>
                <a:lnTo>
                  <a:pt x="2409825" y="1762125"/>
                </a:lnTo>
                <a:lnTo>
                  <a:pt x="2409825" y="1752600"/>
                </a:lnTo>
                <a:lnTo>
                  <a:pt x="2419350" y="1752600"/>
                </a:lnTo>
                <a:lnTo>
                  <a:pt x="2419350" y="1743075"/>
                </a:lnTo>
                <a:lnTo>
                  <a:pt x="2400300" y="1743075"/>
                </a:lnTo>
                <a:lnTo>
                  <a:pt x="2400300" y="1733550"/>
                </a:lnTo>
                <a:lnTo>
                  <a:pt x="2352675" y="1733550"/>
                </a:lnTo>
                <a:close/>
                <a:moveTo>
                  <a:pt x="2486025" y="1724025"/>
                </a:moveTo>
                <a:lnTo>
                  <a:pt x="2505075" y="1724025"/>
                </a:lnTo>
                <a:lnTo>
                  <a:pt x="2505075" y="1743075"/>
                </a:lnTo>
                <a:lnTo>
                  <a:pt x="2495550" y="1743075"/>
                </a:lnTo>
                <a:lnTo>
                  <a:pt x="2495550" y="1752600"/>
                </a:lnTo>
                <a:lnTo>
                  <a:pt x="2486025" y="1752600"/>
                </a:lnTo>
                <a:lnTo>
                  <a:pt x="2486025" y="1762125"/>
                </a:lnTo>
                <a:lnTo>
                  <a:pt x="2476500" y="1762125"/>
                </a:lnTo>
                <a:lnTo>
                  <a:pt x="2476500" y="1733550"/>
                </a:lnTo>
                <a:lnTo>
                  <a:pt x="2486025" y="1733550"/>
                </a:lnTo>
                <a:close/>
                <a:moveTo>
                  <a:pt x="3533775" y="1724025"/>
                </a:moveTo>
                <a:lnTo>
                  <a:pt x="3543300" y="1724025"/>
                </a:lnTo>
                <a:lnTo>
                  <a:pt x="3543300" y="1733550"/>
                </a:lnTo>
                <a:lnTo>
                  <a:pt x="3562350" y="1733550"/>
                </a:lnTo>
                <a:lnTo>
                  <a:pt x="3562350" y="1724025"/>
                </a:lnTo>
                <a:lnTo>
                  <a:pt x="3581400" y="1724025"/>
                </a:lnTo>
                <a:lnTo>
                  <a:pt x="3581400" y="1762125"/>
                </a:lnTo>
                <a:lnTo>
                  <a:pt x="3552825" y="1762125"/>
                </a:lnTo>
                <a:lnTo>
                  <a:pt x="3552825" y="1771650"/>
                </a:lnTo>
                <a:lnTo>
                  <a:pt x="3533775" y="1771650"/>
                </a:lnTo>
                <a:close/>
                <a:moveTo>
                  <a:pt x="152400" y="1743075"/>
                </a:moveTo>
                <a:lnTo>
                  <a:pt x="161925" y="1743075"/>
                </a:lnTo>
                <a:lnTo>
                  <a:pt x="161925" y="1885950"/>
                </a:lnTo>
                <a:lnTo>
                  <a:pt x="152400" y="1885950"/>
                </a:lnTo>
                <a:close/>
                <a:moveTo>
                  <a:pt x="2333625" y="1743075"/>
                </a:moveTo>
                <a:lnTo>
                  <a:pt x="2352675" y="1743075"/>
                </a:lnTo>
                <a:lnTo>
                  <a:pt x="2352675" y="1752600"/>
                </a:lnTo>
                <a:lnTo>
                  <a:pt x="2362200" y="1752600"/>
                </a:lnTo>
                <a:lnTo>
                  <a:pt x="2362200" y="1762125"/>
                </a:lnTo>
                <a:lnTo>
                  <a:pt x="2324100" y="1762125"/>
                </a:lnTo>
                <a:lnTo>
                  <a:pt x="2324100" y="1752600"/>
                </a:lnTo>
                <a:lnTo>
                  <a:pt x="2333625" y="1752600"/>
                </a:lnTo>
                <a:close/>
                <a:moveTo>
                  <a:pt x="2524125" y="1743075"/>
                </a:moveTo>
                <a:lnTo>
                  <a:pt x="2552700" y="1743075"/>
                </a:lnTo>
                <a:lnTo>
                  <a:pt x="2552700" y="1752600"/>
                </a:lnTo>
                <a:lnTo>
                  <a:pt x="2524125" y="1752600"/>
                </a:lnTo>
                <a:close/>
                <a:moveTo>
                  <a:pt x="2562225" y="1743075"/>
                </a:moveTo>
                <a:lnTo>
                  <a:pt x="2581275" y="1743075"/>
                </a:lnTo>
                <a:lnTo>
                  <a:pt x="2581275" y="1752600"/>
                </a:lnTo>
                <a:lnTo>
                  <a:pt x="2600325" y="1752600"/>
                </a:lnTo>
                <a:lnTo>
                  <a:pt x="2600325" y="1762125"/>
                </a:lnTo>
                <a:lnTo>
                  <a:pt x="2562225" y="1762125"/>
                </a:lnTo>
                <a:close/>
                <a:moveTo>
                  <a:pt x="2628900" y="1743075"/>
                </a:moveTo>
                <a:lnTo>
                  <a:pt x="2647950" y="1743075"/>
                </a:lnTo>
                <a:lnTo>
                  <a:pt x="2647950" y="1752600"/>
                </a:lnTo>
                <a:lnTo>
                  <a:pt x="2628900" y="1752600"/>
                </a:lnTo>
                <a:close/>
                <a:moveTo>
                  <a:pt x="1971675" y="1752600"/>
                </a:moveTo>
                <a:lnTo>
                  <a:pt x="1981200" y="1752600"/>
                </a:lnTo>
                <a:lnTo>
                  <a:pt x="1981200" y="1781175"/>
                </a:lnTo>
                <a:lnTo>
                  <a:pt x="1971675" y="1781175"/>
                </a:lnTo>
                <a:close/>
                <a:moveTo>
                  <a:pt x="2371725" y="1752600"/>
                </a:moveTo>
                <a:lnTo>
                  <a:pt x="2390775" y="1752600"/>
                </a:lnTo>
                <a:lnTo>
                  <a:pt x="2390775" y="1762125"/>
                </a:lnTo>
                <a:lnTo>
                  <a:pt x="2371725" y="1762125"/>
                </a:lnTo>
                <a:close/>
                <a:moveTo>
                  <a:pt x="2619375" y="1752600"/>
                </a:moveTo>
                <a:lnTo>
                  <a:pt x="2628900" y="1752600"/>
                </a:lnTo>
                <a:lnTo>
                  <a:pt x="2628900" y="1771650"/>
                </a:lnTo>
                <a:lnTo>
                  <a:pt x="2619375" y="1771650"/>
                </a:lnTo>
                <a:close/>
                <a:moveTo>
                  <a:pt x="2647950" y="1752600"/>
                </a:moveTo>
                <a:lnTo>
                  <a:pt x="2724150" y="1752600"/>
                </a:lnTo>
                <a:lnTo>
                  <a:pt x="2724150" y="1762125"/>
                </a:lnTo>
                <a:lnTo>
                  <a:pt x="2686050" y="1762125"/>
                </a:lnTo>
                <a:lnTo>
                  <a:pt x="2686050" y="1781175"/>
                </a:lnTo>
                <a:lnTo>
                  <a:pt x="2667000" y="1781175"/>
                </a:lnTo>
                <a:lnTo>
                  <a:pt x="2667000" y="1790700"/>
                </a:lnTo>
                <a:lnTo>
                  <a:pt x="2686050" y="1790700"/>
                </a:lnTo>
                <a:lnTo>
                  <a:pt x="2686050" y="1800225"/>
                </a:lnTo>
                <a:lnTo>
                  <a:pt x="2628900" y="1800225"/>
                </a:lnTo>
                <a:lnTo>
                  <a:pt x="2628900" y="1790700"/>
                </a:lnTo>
                <a:lnTo>
                  <a:pt x="2619375" y="1790700"/>
                </a:lnTo>
                <a:lnTo>
                  <a:pt x="2619375" y="1781175"/>
                </a:lnTo>
                <a:lnTo>
                  <a:pt x="2657475" y="1781175"/>
                </a:lnTo>
                <a:lnTo>
                  <a:pt x="2657475" y="1762125"/>
                </a:lnTo>
                <a:lnTo>
                  <a:pt x="2647950" y="1762125"/>
                </a:lnTo>
                <a:close/>
                <a:moveTo>
                  <a:pt x="2076450" y="1762125"/>
                </a:moveTo>
                <a:lnTo>
                  <a:pt x="2143125" y="1762125"/>
                </a:lnTo>
                <a:lnTo>
                  <a:pt x="2143125" y="1771650"/>
                </a:lnTo>
                <a:lnTo>
                  <a:pt x="2152650" y="1771650"/>
                </a:lnTo>
                <a:lnTo>
                  <a:pt x="2152650" y="1781175"/>
                </a:lnTo>
                <a:lnTo>
                  <a:pt x="2133600" y="1781175"/>
                </a:lnTo>
                <a:lnTo>
                  <a:pt x="2133600" y="1771650"/>
                </a:lnTo>
                <a:lnTo>
                  <a:pt x="2095500" y="1771650"/>
                </a:lnTo>
                <a:lnTo>
                  <a:pt x="2095500" y="1781175"/>
                </a:lnTo>
                <a:lnTo>
                  <a:pt x="2085975" y="1781175"/>
                </a:lnTo>
                <a:lnTo>
                  <a:pt x="2085975" y="1838325"/>
                </a:lnTo>
                <a:lnTo>
                  <a:pt x="2076450" y="1838325"/>
                </a:lnTo>
                <a:close/>
                <a:moveTo>
                  <a:pt x="2495550" y="1762125"/>
                </a:moveTo>
                <a:lnTo>
                  <a:pt x="2514600" y="1762125"/>
                </a:lnTo>
                <a:lnTo>
                  <a:pt x="2514600" y="1771650"/>
                </a:lnTo>
                <a:lnTo>
                  <a:pt x="2571750" y="1771650"/>
                </a:lnTo>
                <a:lnTo>
                  <a:pt x="2571750" y="1781175"/>
                </a:lnTo>
                <a:lnTo>
                  <a:pt x="2581275" y="1781175"/>
                </a:lnTo>
                <a:lnTo>
                  <a:pt x="2581275" y="1790700"/>
                </a:lnTo>
                <a:lnTo>
                  <a:pt x="2562225" y="1790700"/>
                </a:lnTo>
                <a:lnTo>
                  <a:pt x="2562225" y="1781175"/>
                </a:lnTo>
                <a:lnTo>
                  <a:pt x="2486025" y="1781175"/>
                </a:lnTo>
                <a:lnTo>
                  <a:pt x="2486025" y="1771650"/>
                </a:lnTo>
                <a:lnTo>
                  <a:pt x="2495550" y="1771650"/>
                </a:lnTo>
                <a:close/>
                <a:moveTo>
                  <a:pt x="2705100" y="1771650"/>
                </a:moveTo>
                <a:lnTo>
                  <a:pt x="2733675" y="1771650"/>
                </a:lnTo>
                <a:lnTo>
                  <a:pt x="2733675" y="1800225"/>
                </a:lnTo>
                <a:lnTo>
                  <a:pt x="2724150" y="1800225"/>
                </a:lnTo>
                <a:lnTo>
                  <a:pt x="2724150" y="1809750"/>
                </a:lnTo>
                <a:lnTo>
                  <a:pt x="2705100" y="1809750"/>
                </a:lnTo>
                <a:lnTo>
                  <a:pt x="2705100" y="1800225"/>
                </a:lnTo>
                <a:lnTo>
                  <a:pt x="2695575" y="1800225"/>
                </a:lnTo>
                <a:lnTo>
                  <a:pt x="2695575" y="1790700"/>
                </a:lnTo>
                <a:lnTo>
                  <a:pt x="2714625" y="1790700"/>
                </a:lnTo>
                <a:lnTo>
                  <a:pt x="2714625" y="1781175"/>
                </a:lnTo>
                <a:lnTo>
                  <a:pt x="2705100" y="1781175"/>
                </a:lnTo>
                <a:close/>
                <a:moveTo>
                  <a:pt x="2790825" y="1771650"/>
                </a:moveTo>
                <a:lnTo>
                  <a:pt x="2819400" y="1771650"/>
                </a:lnTo>
                <a:lnTo>
                  <a:pt x="2819400" y="1790700"/>
                </a:lnTo>
                <a:lnTo>
                  <a:pt x="2809875" y="1790700"/>
                </a:lnTo>
                <a:lnTo>
                  <a:pt x="2809875" y="1781175"/>
                </a:lnTo>
                <a:lnTo>
                  <a:pt x="2790825" y="1781175"/>
                </a:lnTo>
                <a:close/>
                <a:moveTo>
                  <a:pt x="2247900" y="1781175"/>
                </a:moveTo>
                <a:lnTo>
                  <a:pt x="2257425" y="1781175"/>
                </a:lnTo>
                <a:lnTo>
                  <a:pt x="2257425" y="1809750"/>
                </a:lnTo>
                <a:lnTo>
                  <a:pt x="2247900" y="1809750"/>
                </a:lnTo>
                <a:close/>
                <a:moveTo>
                  <a:pt x="2752725" y="1781175"/>
                </a:moveTo>
                <a:lnTo>
                  <a:pt x="2762250" y="1781175"/>
                </a:lnTo>
                <a:lnTo>
                  <a:pt x="2762250" y="1800225"/>
                </a:lnTo>
                <a:lnTo>
                  <a:pt x="2771775" y="1800225"/>
                </a:lnTo>
                <a:lnTo>
                  <a:pt x="2771775" y="1790700"/>
                </a:lnTo>
                <a:lnTo>
                  <a:pt x="2781300" y="1790700"/>
                </a:lnTo>
                <a:lnTo>
                  <a:pt x="2781300" y="1800225"/>
                </a:lnTo>
                <a:lnTo>
                  <a:pt x="2800350" y="1800225"/>
                </a:lnTo>
                <a:lnTo>
                  <a:pt x="2800350" y="1809750"/>
                </a:lnTo>
                <a:lnTo>
                  <a:pt x="2752725" y="1809750"/>
                </a:lnTo>
                <a:lnTo>
                  <a:pt x="2752725" y="1800225"/>
                </a:lnTo>
                <a:lnTo>
                  <a:pt x="2743200" y="1800225"/>
                </a:lnTo>
                <a:lnTo>
                  <a:pt x="2743200" y="1790700"/>
                </a:lnTo>
                <a:lnTo>
                  <a:pt x="2752725" y="1790700"/>
                </a:lnTo>
                <a:close/>
                <a:moveTo>
                  <a:pt x="3524250" y="1790700"/>
                </a:moveTo>
                <a:lnTo>
                  <a:pt x="3533775" y="1790700"/>
                </a:lnTo>
                <a:lnTo>
                  <a:pt x="3533775" y="1800225"/>
                </a:lnTo>
                <a:lnTo>
                  <a:pt x="3552825" y="1800225"/>
                </a:lnTo>
                <a:lnTo>
                  <a:pt x="3552825" y="1790700"/>
                </a:lnTo>
                <a:lnTo>
                  <a:pt x="3571875" y="1790700"/>
                </a:lnTo>
                <a:lnTo>
                  <a:pt x="3571875" y="1847850"/>
                </a:lnTo>
                <a:lnTo>
                  <a:pt x="3562350" y="1847850"/>
                </a:lnTo>
                <a:lnTo>
                  <a:pt x="3562350" y="1828800"/>
                </a:lnTo>
                <a:lnTo>
                  <a:pt x="3543300" y="1828800"/>
                </a:lnTo>
                <a:lnTo>
                  <a:pt x="3543300" y="1838325"/>
                </a:lnTo>
                <a:lnTo>
                  <a:pt x="3524250" y="1838325"/>
                </a:lnTo>
                <a:close/>
                <a:moveTo>
                  <a:pt x="2133600" y="1800225"/>
                </a:moveTo>
                <a:lnTo>
                  <a:pt x="2143125" y="1800225"/>
                </a:lnTo>
                <a:lnTo>
                  <a:pt x="2143125" y="1857375"/>
                </a:lnTo>
                <a:lnTo>
                  <a:pt x="2133600" y="1857375"/>
                </a:lnTo>
                <a:close/>
                <a:moveTo>
                  <a:pt x="1257300" y="1809750"/>
                </a:moveTo>
                <a:lnTo>
                  <a:pt x="1276350" y="1809750"/>
                </a:lnTo>
                <a:lnTo>
                  <a:pt x="1276350" y="1819275"/>
                </a:lnTo>
                <a:lnTo>
                  <a:pt x="1285875" y="1819275"/>
                </a:lnTo>
                <a:lnTo>
                  <a:pt x="1285875" y="1838325"/>
                </a:lnTo>
                <a:lnTo>
                  <a:pt x="1247775" y="1838325"/>
                </a:lnTo>
                <a:lnTo>
                  <a:pt x="1247775" y="1819275"/>
                </a:lnTo>
                <a:lnTo>
                  <a:pt x="1257300" y="1819275"/>
                </a:lnTo>
                <a:close/>
                <a:moveTo>
                  <a:pt x="1362075" y="1809750"/>
                </a:moveTo>
                <a:lnTo>
                  <a:pt x="1371600" y="1809750"/>
                </a:lnTo>
                <a:lnTo>
                  <a:pt x="1371600" y="1828800"/>
                </a:lnTo>
                <a:lnTo>
                  <a:pt x="1362075" y="1828800"/>
                </a:lnTo>
                <a:close/>
                <a:moveTo>
                  <a:pt x="1381125" y="1809750"/>
                </a:moveTo>
                <a:lnTo>
                  <a:pt x="1390650" y="1809750"/>
                </a:lnTo>
                <a:lnTo>
                  <a:pt x="1390650" y="1828800"/>
                </a:lnTo>
                <a:lnTo>
                  <a:pt x="1381125" y="1828800"/>
                </a:lnTo>
                <a:close/>
                <a:moveTo>
                  <a:pt x="1400175" y="1809750"/>
                </a:moveTo>
                <a:lnTo>
                  <a:pt x="1409700" y="1809750"/>
                </a:lnTo>
                <a:lnTo>
                  <a:pt x="1409700" y="1819275"/>
                </a:lnTo>
                <a:lnTo>
                  <a:pt x="1400175" y="1819275"/>
                </a:lnTo>
                <a:close/>
                <a:moveTo>
                  <a:pt x="1485900" y="1809750"/>
                </a:moveTo>
                <a:lnTo>
                  <a:pt x="1495425" y="1809750"/>
                </a:lnTo>
                <a:lnTo>
                  <a:pt x="1495425" y="1819275"/>
                </a:lnTo>
                <a:lnTo>
                  <a:pt x="1485900" y="1819275"/>
                </a:lnTo>
                <a:close/>
                <a:moveTo>
                  <a:pt x="2314575" y="1809750"/>
                </a:moveTo>
                <a:lnTo>
                  <a:pt x="2333625" y="1809750"/>
                </a:lnTo>
                <a:lnTo>
                  <a:pt x="2333625" y="1819275"/>
                </a:lnTo>
                <a:lnTo>
                  <a:pt x="2343150" y="1819275"/>
                </a:lnTo>
                <a:lnTo>
                  <a:pt x="2343150" y="1828800"/>
                </a:lnTo>
                <a:lnTo>
                  <a:pt x="2400300" y="1828800"/>
                </a:lnTo>
                <a:lnTo>
                  <a:pt x="2400300" y="1838325"/>
                </a:lnTo>
                <a:lnTo>
                  <a:pt x="2409825" y="1838325"/>
                </a:lnTo>
                <a:lnTo>
                  <a:pt x="2409825" y="1828800"/>
                </a:lnTo>
                <a:lnTo>
                  <a:pt x="2438400" y="1828800"/>
                </a:lnTo>
                <a:lnTo>
                  <a:pt x="2438400" y="1838325"/>
                </a:lnTo>
                <a:lnTo>
                  <a:pt x="2447925" y="1838325"/>
                </a:lnTo>
                <a:lnTo>
                  <a:pt x="2447925" y="1828800"/>
                </a:lnTo>
                <a:lnTo>
                  <a:pt x="2457450" y="1828800"/>
                </a:lnTo>
                <a:lnTo>
                  <a:pt x="2457450" y="1838325"/>
                </a:lnTo>
                <a:lnTo>
                  <a:pt x="2476500" y="1838325"/>
                </a:lnTo>
                <a:lnTo>
                  <a:pt x="2476500" y="1847850"/>
                </a:lnTo>
                <a:lnTo>
                  <a:pt x="2524125" y="1847850"/>
                </a:lnTo>
                <a:lnTo>
                  <a:pt x="2524125" y="1876425"/>
                </a:lnTo>
                <a:lnTo>
                  <a:pt x="2466975" y="1876425"/>
                </a:lnTo>
                <a:lnTo>
                  <a:pt x="2466975" y="1866900"/>
                </a:lnTo>
                <a:lnTo>
                  <a:pt x="2409825" y="1866900"/>
                </a:lnTo>
                <a:lnTo>
                  <a:pt x="2409825" y="1857375"/>
                </a:lnTo>
                <a:lnTo>
                  <a:pt x="2333625" y="1857375"/>
                </a:lnTo>
                <a:lnTo>
                  <a:pt x="2333625" y="1847850"/>
                </a:lnTo>
                <a:lnTo>
                  <a:pt x="2305050" y="1847850"/>
                </a:lnTo>
                <a:lnTo>
                  <a:pt x="2305050" y="1819275"/>
                </a:lnTo>
                <a:lnTo>
                  <a:pt x="2314575" y="1819275"/>
                </a:lnTo>
                <a:close/>
                <a:moveTo>
                  <a:pt x="1123950" y="1819275"/>
                </a:moveTo>
                <a:lnTo>
                  <a:pt x="1152525" y="1819275"/>
                </a:lnTo>
                <a:lnTo>
                  <a:pt x="1152525" y="1838325"/>
                </a:lnTo>
                <a:lnTo>
                  <a:pt x="1143000" y="1838325"/>
                </a:lnTo>
                <a:lnTo>
                  <a:pt x="1143000" y="1828800"/>
                </a:lnTo>
                <a:lnTo>
                  <a:pt x="1133475" y="1828800"/>
                </a:lnTo>
                <a:lnTo>
                  <a:pt x="1133475" y="1847850"/>
                </a:lnTo>
                <a:lnTo>
                  <a:pt x="1123950" y="1847850"/>
                </a:lnTo>
                <a:close/>
                <a:moveTo>
                  <a:pt x="1295400" y="1819275"/>
                </a:moveTo>
                <a:lnTo>
                  <a:pt x="1304925" y="1819275"/>
                </a:lnTo>
                <a:lnTo>
                  <a:pt x="1304925" y="1828800"/>
                </a:lnTo>
                <a:lnTo>
                  <a:pt x="1295400" y="1828800"/>
                </a:lnTo>
                <a:close/>
                <a:moveTo>
                  <a:pt x="1343025" y="1819275"/>
                </a:moveTo>
                <a:lnTo>
                  <a:pt x="1352550" y="1819275"/>
                </a:lnTo>
                <a:lnTo>
                  <a:pt x="1352550" y="1828800"/>
                </a:lnTo>
                <a:lnTo>
                  <a:pt x="1343025" y="1828800"/>
                </a:lnTo>
                <a:close/>
                <a:moveTo>
                  <a:pt x="1781175" y="1819275"/>
                </a:moveTo>
                <a:lnTo>
                  <a:pt x="1790700" y="1819275"/>
                </a:lnTo>
                <a:lnTo>
                  <a:pt x="1790700" y="1866900"/>
                </a:lnTo>
                <a:lnTo>
                  <a:pt x="1781175" y="1866900"/>
                </a:lnTo>
                <a:close/>
                <a:moveTo>
                  <a:pt x="1190625" y="1828800"/>
                </a:moveTo>
                <a:lnTo>
                  <a:pt x="1200150" y="1828800"/>
                </a:lnTo>
                <a:lnTo>
                  <a:pt x="1200150" y="1838325"/>
                </a:lnTo>
                <a:lnTo>
                  <a:pt x="1190625" y="1838325"/>
                </a:lnTo>
                <a:close/>
                <a:moveTo>
                  <a:pt x="1885950" y="1828800"/>
                </a:moveTo>
                <a:lnTo>
                  <a:pt x="1895475" y="1828800"/>
                </a:lnTo>
                <a:lnTo>
                  <a:pt x="1895475" y="1914525"/>
                </a:lnTo>
                <a:lnTo>
                  <a:pt x="1885950" y="1914525"/>
                </a:lnTo>
                <a:lnTo>
                  <a:pt x="1885950" y="1924050"/>
                </a:lnTo>
                <a:lnTo>
                  <a:pt x="1876425" y="1924050"/>
                </a:lnTo>
                <a:lnTo>
                  <a:pt x="1876425" y="1943100"/>
                </a:lnTo>
                <a:lnTo>
                  <a:pt x="1885950" y="1943100"/>
                </a:lnTo>
                <a:lnTo>
                  <a:pt x="1885950" y="1962150"/>
                </a:lnTo>
                <a:lnTo>
                  <a:pt x="1876425" y="1962150"/>
                </a:lnTo>
                <a:lnTo>
                  <a:pt x="1876425" y="1952625"/>
                </a:lnTo>
                <a:lnTo>
                  <a:pt x="1857375" y="1952625"/>
                </a:lnTo>
                <a:lnTo>
                  <a:pt x="1857375" y="1924050"/>
                </a:lnTo>
                <a:lnTo>
                  <a:pt x="1847850" y="1924050"/>
                </a:lnTo>
                <a:lnTo>
                  <a:pt x="1847850" y="1857375"/>
                </a:lnTo>
                <a:lnTo>
                  <a:pt x="1857375" y="1857375"/>
                </a:lnTo>
                <a:lnTo>
                  <a:pt x="1857375" y="1895475"/>
                </a:lnTo>
                <a:lnTo>
                  <a:pt x="1866900" y="1895475"/>
                </a:lnTo>
                <a:lnTo>
                  <a:pt x="1866900" y="1905000"/>
                </a:lnTo>
                <a:lnTo>
                  <a:pt x="1876425" y="1905000"/>
                </a:lnTo>
                <a:lnTo>
                  <a:pt x="1876425" y="1895475"/>
                </a:lnTo>
                <a:lnTo>
                  <a:pt x="1885950" y="1895475"/>
                </a:lnTo>
                <a:close/>
                <a:moveTo>
                  <a:pt x="1962150" y="1828800"/>
                </a:moveTo>
                <a:lnTo>
                  <a:pt x="1971675" y="1828800"/>
                </a:lnTo>
                <a:lnTo>
                  <a:pt x="1971675" y="1857375"/>
                </a:lnTo>
                <a:lnTo>
                  <a:pt x="1962150" y="1857375"/>
                </a:lnTo>
                <a:close/>
                <a:moveTo>
                  <a:pt x="3057525" y="1838325"/>
                </a:moveTo>
                <a:lnTo>
                  <a:pt x="3076575" y="1838325"/>
                </a:lnTo>
                <a:lnTo>
                  <a:pt x="3076575" y="1847850"/>
                </a:lnTo>
                <a:lnTo>
                  <a:pt x="3095625" y="1847850"/>
                </a:lnTo>
                <a:lnTo>
                  <a:pt x="3095625" y="1857375"/>
                </a:lnTo>
                <a:lnTo>
                  <a:pt x="3171825" y="1857375"/>
                </a:lnTo>
                <a:lnTo>
                  <a:pt x="3171825" y="1866900"/>
                </a:lnTo>
                <a:lnTo>
                  <a:pt x="3190875" y="1866900"/>
                </a:lnTo>
                <a:lnTo>
                  <a:pt x="3190875" y="1876425"/>
                </a:lnTo>
                <a:lnTo>
                  <a:pt x="3162300" y="1876425"/>
                </a:lnTo>
                <a:lnTo>
                  <a:pt x="3162300" y="1885950"/>
                </a:lnTo>
                <a:lnTo>
                  <a:pt x="3190875" y="1885950"/>
                </a:lnTo>
                <a:lnTo>
                  <a:pt x="3190875" y="1876425"/>
                </a:lnTo>
                <a:lnTo>
                  <a:pt x="3200400" y="1876425"/>
                </a:lnTo>
                <a:lnTo>
                  <a:pt x="3200400" y="1905000"/>
                </a:lnTo>
                <a:lnTo>
                  <a:pt x="3162300" y="1905000"/>
                </a:lnTo>
                <a:lnTo>
                  <a:pt x="3162300" y="1895475"/>
                </a:lnTo>
                <a:lnTo>
                  <a:pt x="3133725" y="1895475"/>
                </a:lnTo>
                <a:lnTo>
                  <a:pt x="3133725" y="1885950"/>
                </a:lnTo>
                <a:lnTo>
                  <a:pt x="3124200" y="1885950"/>
                </a:lnTo>
                <a:lnTo>
                  <a:pt x="3124200" y="1895475"/>
                </a:lnTo>
                <a:lnTo>
                  <a:pt x="3114675" y="1895475"/>
                </a:lnTo>
                <a:lnTo>
                  <a:pt x="3114675" y="1885950"/>
                </a:lnTo>
                <a:lnTo>
                  <a:pt x="3105150" y="1885950"/>
                </a:lnTo>
                <a:lnTo>
                  <a:pt x="3105150" y="1895475"/>
                </a:lnTo>
                <a:lnTo>
                  <a:pt x="3095625" y="1895475"/>
                </a:lnTo>
                <a:lnTo>
                  <a:pt x="3095625" y="1885950"/>
                </a:lnTo>
                <a:lnTo>
                  <a:pt x="3057525" y="1885950"/>
                </a:lnTo>
                <a:lnTo>
                  <a:pt x="3057525" y="1876425"/>
                </a:lnTo>
                <a:lnTo>
                  <a:pt x="3048000" y="1876425"/>
                </a:lnTo>
                <a:lnTo>
                  <a:pt x="3048000" y="1847850"/>
                </a:lnTo>
                <a:lnTo>
                  <a:pt x="3057525" y="1847850"/>
                </a:lnTo>
                <a:close/>
                <a:moveTo>
                  <a:pt x="2124075" y="1857375"/>
                </a:moveTo>
                <a:lnTo>
                  <a:pt x="2133600" y="1857375"/>
                </a:lnTo>
                <a:lnTo>
                  <a:pt x="2133600" y="1866900"/>
                </a:lnTo>
                <a:lnTo>
                  <a:pt x="2124075" y="1866900"/>
                </a:lnTo>
                <a:close/>
                <a:moveTo>
                  <a:pt x="2238375" y="1857375"/>
                </a:moveTo>
                <a:lnTo>
                  <a:pt x="2247900" y="1857375"/>
                </a:lnTo>
                <a:lnTo>
                  <a:pt x="2247900" y="1876425"/>
                </a:lnTo>
                <a:lnTo>
                  <a:pt x="2238375" y="1876425"/>
                </a:lnTo>
                <a:close/>
                <a:moveTo>
                  <a:pt x="581025" y="1866900"/>
                </a:moveTo>
                <a:lnTo>
                  <a:pt x="590550" y="1866900"/>
                </a:lnTo>
                <a:lnTo>
                  <a:pt x="590550" y="1885950"/>
                </a:lnTo>
                <a:lnTo>
                  <a:pt x="581025" y="1885950"/>
                </a:lnTo>
                <a:close/>
                <a:moveTo>
                  <a:pt x="676275" y="1866900"/>
                </a:moveTo>
                <a:lnTo>
                  <a:pt x="685800" y="1866900"/>
                </a:lnTo>
                <a:lnTo>
                  <a:pt x="685800" y="1885950"/>
                </a:lnTo>
                <a:lnTo>
                  <a:pt x="676275" y="1885950"/>
                </a:lnTo>
                <a:close/>
                <a:moveTo>
                  <a:pt x="3248025" y="1866900"/>
                </a:moveTo>
                <a:lnTo>
                  <a:pt x="3267075" y="1866900"/>
                </a:lnTo>
                <a:lnTo>
                  <a:pt x="3267075" y="1876425"/>
                </a:lnTo>
                <a:lnTo>
                  <a:pt x="3276600" y="1876425"/>
                </a:lnTo>
                <a:lnTo>
                  <a:pt x="3276600" y="1885950"/>
                </a:lnTo>
                <a:lnTo>
                  <a:pt x="3267075" y="1885950"/>
                </a:lnTo>
                <a:lnTo>
                  <a:pt x="3267075" y="1895475"/>
                </a:lnTo>
                <a:lnTo>
                  <a:pt x="3276600" y="1895475"/>
                </a:lnTo>
                <a:lnTo>
                  <a:pt x="3276600" y="1905000"/>
                </a:lnTo>
                <a:lnTo>
                  <a:pt x="3267075" y="1905000"/>
                </a:lnTo>
                <a:lnTo>
                  <a:pt x="3267075" y="1914525"/>
                </a:lnTo>
                <a:lnTo>
                  <a:pt x="3238500" y="1914525"/>
                </a:lnTo>
                <a:lnTo>
                  <a:pt x="3238500" y="1905000"/>
                </a:lnTo>
                <a:lnTo>
                  <a:pt x="3228975" y="1905000"/>
                </a:lnTo>
                <a:lnTo>
                  <a:pt x="3228975" y="1895475"/>
                </a:lnTo>
                <a:lnTo>
                  <a:pt x="3238500" y="1895475"/>
                </a:lnTo>
                <a:lnTo>
                  <a:pt x="3238500" y="1876425"/>
                </a:lnTo>
                <a:lnTo>
                  <a:pt x="3248025" y="1876425"/>
                </a:lnTo>
                <a:close/>
                <a:moveTo>
                  <a:pt x="3286125" y="1866900"/>
                </a:moveTo>
                <a:lnTo>
                  <a:pt x="3295650" y="1866900"/>
                </a:lnTo>
                <a:lnTo>
                  <a:pt x="3295650" y="1876425"/>
                </a:lnTo>
                <a:lnTo>
                  <a:pt x="3286125" y="1876425"/>
                </a:lnTo>
                <a:close/>
                <a:moveTo>
                  <a:pt x="3514725" y="1866900"/>
                </a:moveTo>
                <a:lnTo>
                  <a:pt x="3562350" y="1866900"/>
                </a:lnTo>
                <a:lnTo>
                  <a:pt x="3562350" y="1914525"/>
                </a:lnTo>
                <a:lnTo>
                  <a:pt x="3552825" y="1914525"/>
                </a:lnTo>
                <a:lnTo>
                  <a:pt x="3552825" y="1905000"/>
                </a:lnTo>
                <a:lnTo>
                  <a:pt x="3514725" y="1905000"/>
                </a:lnTo>
                <a:close/>
                <a:moveTo>
                  <a:pt x="219075" y="1876425"/>
                </a:moveTo>
                <a:lnTo>
                  <a:pt x="228600" y="1876425"/>
                </a:lnTo>
                <a:lnTo>
                  <a:pt x="228600" y="1933575"/>
                </a:lnTo>
                <a:lnTo>
                  <a:pt x="219075" y="1933575"/>
                </a:lnTo>
                <a:close/>
                <a:moveTo>
                  <a:pt x="3057525" y="1876425"/>
                </a:moveTo>
                <a:lnTo>
                  <a:pt x="3067050" y="1876425"/>
                </a:lnTo>
                <a:lnTo>
                  <a:pt x="3067050" y="1866900"/>
                </a:lnTo>
                <a:lnTo>
                  <a:pt x="3057525" y="1866900"/>
                </a:lnTo>
                <a:close/>
                <a:moveTo>
                  <a:pt x="3295650" y="1876425"/>
                </a:moveTo>
                <a:lnTo>
                  <a:pt x="3305175" y="1876425"/>
                </a:lnTo>
                <a:lnTo>
                  <a:pt x="3305175" y="1905000"/>
                </a:lnTo>
                <a:lnTo>
                  <a:pt x="3295650" y="1905000"/>
                </a:lnTo>
                <a:close/>
                <a:moveTo>
                  <a:pt x="476250" y="1885950"/>
                </a:moveTo>
                <a:lnTo>
                  <a:pt x="485775" y="1885950"/>
                </a:lnTo>
                <a:lnTo>
                  <a:pt x="485775" y="1895475"/>
                </a:lnTo>
                <a:lnTo>
                  <a:pt x="476250" y="1895475"/>
                </a:lnTo>
                <a:close/>
                <a:moveTo>
                  <a:pt x="523875" y="1885950"/>
                </a:moveTo>
                <a:lnTo>
                  <a:pt x="542925" y="1885950"/>
                </a:lnTo>
                <a:lnTo>
                  <a:pt x="542925" y="1895475"/>
                </a:lnTo>
                <a:lnTo>
                  <a:pt x="523875" y="1895475"/>
                </a:lnTo>
                <a:close/>
                <a:moveTo>
                  <a:pt x="2028825" y="1885950"/>
                </a:moveTo>
                <a:lnTo>
                  <a:pt x="2047875" y="1885950"/>
                </a:lnTo>
                <a:lnTo>
                  <a:pt x="2047875" y="1895475"/>
                </a:lnTo>
                <a:lnTo>
                  <a:pt x="2028825" y="1895475"/>
                </a:lnTo>
                <a:close/>
                <a:moveTo>
                  <a:pt x="2228850" y="1885950"/>
                </a:moveTo>
                <a:lnTo>
                  <a:pt x="2238375" y="1885950"/>
                </a:lnTo>
                <a:lnTo>
                  <a:pt x="2238375" y="1895475"/>
                </a:lnTo>
                <a:lnTo>
                  <a:pt x="2228850" y="1895475"/>
                </a:lnTo>
                <a:close/>
                <a:moveTo>
                  <a:pt x="3133725" y="1885950"/>
                </a:moveTo>
                <a:lnTo>
                  <a:pt x="3152775" y="1885950"/>
                </a:lnTo>
                <a:lnTo>
                  <a:pt x="3152775" y="1876425"/>
                </a:lnTo>
                <a:lnTo>
                  <a:pt x="3133725" y="1876425"/>
                </a:lnTo>
                <a:close/>
                <a:moveTo>
                  <a:pt x="3248025" y="1885950"/>
                </a:moveTo>
                <a:lnTo>
                  <a:pt x="3257550" y="1885950"/>
                </a:lnTo>
                <a:lnTo>
                  <a:pt x="3257550" y="1876425"/>
                </a:lnTo>
                <a:lnTo>
                  <a:pt x="3248025" y="1876425"/>
                </a:lnTo>
                <a:close/>
                <a:moveTo>
                  <a:pt x="390525" y="1895475"/>
                </a:moveTo>
                <a:lnTo>
                  <a:pt x="400050" y="1895475"/>
                </a:lnTo>
                <a:lnTo>
                  <a:pt x="400050" y="1905000"/>
                </a:lnTo>
                <a:lnTo>
                  <a:pt x="390525" y="1905000"/>
                </a:lnTo>
                <a:close/>
                <a:moveTo>
                  <a:pt x="2114550" y="1895475"/>
                </a:moveTo>
                <a:lnTo>
                  <a:pt x="2143125" y="1895475"/>
                </a:lnTo>
                <a:lnTo>
                  <a:pt x="2143125" y="1905000"/>
                </a:lnTo>
                <a:lnTo>
                  <a:pt x="2114550" y="1905000"/>
                </a:lnTo>
                <a:close/>
                <a:moveTo>
                  <a:pt x="2219325" y="1895475"/>
                </a:moveTo>
                <a:lnTo>
                  <a:pt x="2228850" y="1895475"/>
                </a:lnTo>
                <a:lnTo>
                  <a:pt x="2228850" y="1905000"/>
                </a:lnTo>
                <a:lnTo>
                  <a:pt x="2219325" y="1905000"/>
                </a:lnTo>
                <a:close/>
                <a:moveTo>
                  <a:pt x="2190750" y="1905000"/>
                </a:moveTo>
                <a:lnTo>
                  <a:pt x="2209800" y="1905000"/>
                </a:lnTo>
                <a:lnTo>
                  <a:pt x="2209800" y="1914525"/>
                </a:lnTo>
                <a:lnTo>
                  <a:pt x="2190750" y="1914525"/>
                </a:lnTo>
                <a:close/>
                <a:moveTo>
                  <a:pt x="1133475" y="1914525"/>
                </a:moveTo>
                <a:lnTo>
                  <a:pt x="1143000" y="1914525"/>
                </a:lnTo>
                <a:lnTo>
                  <a:pt x="1143000" y="1924050"/>
                </a:lnTo>
                <a:lnTo>
                  <a:pt x="1133475" y="1924050"/>
                </a:lnTo>
                <a:close/>
                <a:moveTo>
                  <a:pt x="1123950" y="1924050"/>
                </a:moveTo>
                <a:lnTo>
                  <a:pt x="1133475" y="1924050"/>
                </a:lnTo>
                <a:lnTo>
                  <a:pt x="1133475" y="1933575"/>
                </a:lnTo>
                <a:lnTo>
                  <a:pt x="1123950" y="1933575"/>
                </a:lnTo>
                <a:close/>
                <a:moveTo>
                  <a:pt x="1143000" y="1924050"/>
                </a:moveTo>
                <a:lnTo>
                  <a:pt x="1152525" y="1924050"/>
                </a:lnTo>
                <a:lnTo>
                  <a:pt x="1152525" y="1943100"/>
                </a:lnTo>
                <a:lnTo>
                  <a:pt x="1143000" y="1943100"/>
                </a:lnTo>
                <a:close/>
                <a:moveTo>
                  <a:pt x="1219200" y="1924050"/>
                </a:moveTo>
                <a:lnTo>
                  <a:pt x="1228725" y="1924050"/>
                </a:lnTo>
                <a:lnTo>
                  <a:pt x="1228725" y="1943100"/>
                </a:lnTo>
                <a:lnTo>
                  <a:pt x="1209675" y="1943100"/>
                </a:lnTo>
                <a:lnTo>
                  <a:pt x="1209675" y="1933575"/>
                </a:lnTo>
                <a:lnTo>
                  <a:pt x="1219200" y="1933575"/>
                </a:lnTo>
                <a:close/>
                <a:moveTo>
                  <a:pt x="3505200" y="1933575"/>
                </a:moveTo>
                <a:lnTo>
                  <a:pt x="3533775" y="1933575"/>
                </a:lnTo>
                <a:lnTo>
                  <a:pt x="3533775" y="1952625"/>
                </a:lnTo>
                <a:lnTo>
                  <a:pt x="3514725" y="1952625"/>
                </a:lnTo>
                <a:lnTo>
                  <a:pt x="3514725" y="1962150"/>
                </a:lnTo>
                <a:lnTo>
                  <a:pt x="3505200" y="1962150"/>
                </a:lnTo>
                <a:close/>
                <a:moveTo>
                  <a:pt x="1133475" y="1943100"/>
                </a:moveTo>
                <a:lnTo>
                  <a:pt x="1143000" y="1943100"/>
                </a:lnTo>
                <a:lnTo>
                  <a:pt x="1143000" y="1952625"/>
                </a:lnTo>
                <a:lnTo>
                  <a:pt x="1133475" y="1952625"/>
                </a:lnTo>
                <a:close/>
                <a:moveTo>
                  <a:pt x="1981200" y="1943100"/>
                </a:moveTo>
                <a:lnTo>
                  <a:pt x="2000250" y="1943100"/>
                </a:lnTo>
                <a:lnTo>
                  <a:pt x="2000250" y="1952625"/>
                </a:lnTo>
                <a:lnTo>
                  <a:pt x="1981200" y="1952625"/>
                </a:lnTo>
                <a:close/>
                <a:moveTo>
                  <a:pt x="161925" y="1952625"/>
                </a:moveTo>
                <a:lnTo>
                  <a:pt x="171450" y="1952625"/>
                </a:lnTo>
                <a:lnTo>
                  <a:pt x="171450" y="2066925"/>
                </a:lnTo>
                <a:lnTo>
                  <a:pt x="161925" y="2066925"/>
                </a:lnTo>
                <a:close/>
                <a:moveTo>
                  <a:pt x="1790700" y="1952625"/>
                </a:moveTo>
                <a:lnTo>
                  <a:pt x="1800225" y="1952625"/>
                </a:lnTo>
                <a:lnTo>
                  <a:pt x="1800225" y="1981200"/>
                </a:lnTo>
                <a:lnTo>
                  <a:pt x="1790700" y="1981200"/>
                </a:lnTo>
                <a:close/>
                <a:moveTo>
                  <a:pt x="2057400" y="1952625"/>
                </a:moveTo>
                <a:lnTo>
                  <a:pt x="2076450" y="1952625"/>
                </a:lnTo>
                <a:lnTo>
                  <a:pt x="2076450" y="1962150"/>
                </a:lnTo>
                <a:lnTo>
                  <a:pt x="2057400" y="1962150"/>
                </a:lnTo>
                <a:close/>
                <a:moveTo>
                  <a:pt x="3533775" y="1952625"/>
                </a:moveTo>
                <a:lnTo>
                  <a:pt x="3552825" y="1952625"/>
                </a:lnTo>
                <a:lnTo>
                  <a:pt x="3552825" y="1971675"/>
                </a:lnTo>
                <a:lnTo>
                  <a:pt x="3543300" y="1971675"/>
                </a:lnTo>
                <a:lnTo>
                  <a:pt x="3543300" y="1962150"/>
                </a:lnTo>
                <a:lnTo>
                  <a:pt x="3533775" y="1962150"/>
                </a:lnTo>
                <a:close/>
                <a:moveTo>
                  <a:pt x="1885950" y="1962150"/>
                </a:moveTo>
                <a:lnTo>
                  <a:pt x="1895475" y="1962150"/>
                </a:lnTo>
                <a:lnTo>
                  <a:pt x="1895475" y="1971675"/>
                </a:lnTo>
                <a:lnTo>
                  <a:pt x="1905000" y="1971675"/>
                </a:lnTo>
                <a:lnTo>
                  <a:pt x="1905000" y="2009775"/>
                </a:lnTo>
                <a:lnTo>
                  <a:pt x="1895475" y="2009775"/>
                </a:lnTo>
                <a:lnTo>
                  <a:pt x="1895475" y="1981200"/>
                </a:lnTo>
                <a:lnTo>
                  <a:pt x="1885950" y="1981200"/>
                </a:lnTo>
                <a:close/>
                <a:moveTo>
                  <a:pt x="2152650" y="1962150"/>
                </a:moveTo>
                <a:lnTo>
                  <a:pt x="2171700" y="1962150"/>
                </a:lnTo>
                <a:lnTo>
                  <a:pt x="2171700" y="1971675"/>
                </a:lnTo>
                <a:lnTo>
                  <a:pt x="2152650" y="1971675"/>
                </a:lnTo>
                <a:close/>
                <a:moveTo>
                  <a:pt x="2200275" y="1971675"/>
                </a:moveTo>
                <a:lnTo>
                  <a:pt x="2209800" y="1971675"/>
                </a:lnTo>
                <a:lnTo>
                  <a:pt x="2209800" y="1981200"/>
                </a:lnTo>
                <a:lnTo>
                  <a:pt x="2200275" y="1981200"/>
                </a:lnTo>
                <a:close/>
                <a:moveTo>
                  <a:pt x="1943100" y="1981200"/>
                </a:moveTo>
                <a:lnTo>
                  <a:pt x="1952625" y="1981200"/>
                </a:lnTo>
                <a:lnTo>
                  <a:pt x="1952625" y="2009775"/>
                </a:lnTo>
                <a:lnTo>
                  <a:pt x="1943100" y="2009775"/>
                </a:lnTo>
                <a:close/>
                <a:moveTo>
                  <a:pt x="2209800" y="1981200"/>
                </a:moveTo>
                <a:lnTo>
                  <a:pt x="2219325" y="1981200"/>
                </a:lnTo>
                <a:lnTo>
                  <a:pt x="2219325" y="1990725"/>
                </a:lnTo>
                <a:lnTo>
                  <a:pt x="2209800" y="1990725"/>
                </a:lnTo>
                <a:close/>
                <a:moveTo>
                  <a:pt x="390525" y="1990725"/>
                </a:moveTo>
                <a:lnTo>
                  <a:pt x="409575" y="1990725"/>
                </a:lnTo>
                <a:lnTo>
                  <a:pt x="409575" y="2019300"/>
                </a:lnTo>
                <a:lnTo>
                  <a:pt x="400050" y="2019300"/>
                </a:lnTo>
                <a:lnTo>
                  <a:pt x="400050" y="2009775"/>
                </a:lnTo>
                <a:lnTo>
                  <a:pt x="390525" y="2009775"/>
                </a:lnTo>
                <a:close/>
                <a:moveTo>
                  <a:pt x="1857375" y="1990725"/>
                </a:moveTo>
                <a:lnTo>
                  <a:pt x="1866900" y="1990725"/>
                </a:lnTo>
                <a:lnTo>
                  <a:pt x="1866900" y="2038350"/>
                </a:lnTo>
                <a:lnTo>
                  <a:pt x="1857375" y="2038350"/>
                </a:lnTo>
                <a:close/>
                <a:moveTo>
                  <a:pt x="2085975" y="1990725"/>
                </a:moveTo>
                <a:lnTo>
                  <a:pt x="2095500" y="1990725"/>
                </a:lnTo>
                <a:lnTo>
                  <a:pt x="2095500" y="2009775"/>
                </a:lnTo>
                <a:lnTo>
                  <a:pt x="2085975" y="2009775"/>
                </a:lnTo>
                <a:close/>
                <a:moveTo>
                  <a:pt x="3495675" y="2000250"/>
                </a:moveTo>
                <a:lnTo>
                  <a:pt x="3505200" y="2000250"/>
                </a:lnTo>
                <a:lnTo>
                  <a:pt x="3505200" y="2038350"/>
                </a:lnTo>
                <a:lnTo>
                  <a:pt x="3495675" y="2038350"/>
                </a:lnTo>
                <a:close/>
                <a:moveTo>
                  <a:pt x="2219325" y="2019300"/>
                </a:moveTo>
                <a:lnTo>
                  <a:pt x="2228850" y="2019300"/>
                </a:lnTo>
                <a:lnTo>
                  <a:pt x="2228850" y="2047875"/>
                </a:lnTo>
                <a:lnTo>
                  <a:pt x="2219325" y="2047875"/>
                </a:lnTo>
                <a:close/>
                <a:moveTo>
                  <a:pt x="428625" y="2028825"/>
                </a:moveTo>
                <a:lnTo>
                  <a:pt x="438150" y="2028825"/>
                </a:lnTo>
                <a:lnTo>
                  <a:pt x="438150" y="2047875"/>
                </a:lnTo>
                <a:lnTo>
                  <a:pt x="419100" y="2047875"/>
                </a:lnTo>
                <a:lnTo>
                  <a:pt x="419100" y="2038350"/>
                </a:lnTo>
                <a:lnTo>
                  <a:pt x="428625" y="2038350"/>
                </a:lnTo>
                <a:close/>
                <a:moveTo>
                  <a:pt x="1933575" y="2057400"/>
                </a:moveTo>
                <a:lnTo>
                  <a:pt x="1943100" y="2057400"/>
                </a:lnTo>
                <a:lnTo>
                  <a:pt x="1943100" y="2076450"/>
                </a:lnTo>
                <a:lnTo>
                  <a:pt x="1933575" y="2076450"/>
                </a:lnTo>
                <a:close/>
                <a:moveTo>
                  <a:pt x="2305050" y="2066925"/>
                </a:moveTo>
                <a:lnTo>
                  <a:pt x="2314575" y="2066925"/>
                </a:lnTo>
                <a:lnTo>
                  <a:pt x="2314575" y="2076450"/>
                </a:lnTo>
                <a:lnTo>
                  <a:pt x="2305050" y="2076450"/>
                </a:lnTo>
                <a:close/>
                <a:moveTo>
                  <a:pt x="3486150" y="2066925"/>
                </a:moveTo>
                <a:lnTo>
                  <a:pt x="3495675" y="2066925"/>
                </a:lnTo>
                <a:lnTo>
                  <a:pt x="3495675" y="2114550"/>
                </a:lnTo>
                <a:lnTo>
                  <a:pt x="3486150" y="2114550"/>
                </a:lnTo>
                <a:close/>
                <a:moveTo>
                  <a:pt x="1905000" y="2076450"/>
                </a:moveTo>
                <a:lnTo>
                  <a:pt x="1914525" y="2076450"/>
                </a:lnTo>
                <a:lnTo>
                  <a:pt x="1914525" y="2124075"/>
                </a:lnTo>
                <a:lnTo>
                  <a:pt x="1933575" y="2124075"/>
                </a:lnTo>
                <a:lnTo>
                  <a:pt x="1933575" y="2152650"/>
                </a:lnTo>
                <a:lnTo>
                  <a:pt x="1914525" y="2152650"/>
                </a:lnTo>
                <a:lnTo>
                  <a:pt x="1914525" y="2133600"/>
                </a:lnTo>
                <a:lnTo>
                  <a:pt x="1905000" y="2133600"/>
                </a:lnTo>
                <a:close/>
                <a:moveTo>
                  <a:pt x="2314575" y="2076450"/>
                </a:moveTo>
                <a:lnTo>
                  <a:pt x="2324100" y="2076450"/>
                </a:lnTo>
                <a:lnTo>
                  <a:pt x="2324100" y="2085975"/>
                </a:lnTo>
                <a:lnTo>
                  <a:pt x="2314575" y="2085975"/>
                </a:lnTo>
                <a:close/>
                <a:moveTo>
                  <a:pt x="2343150" y="2076450"/>
                </a:moveTo>
                <a:lnTo>
                  <a:pt x="2362200" y="2076450"/>
                </a:lnTo>
                <a:lnTo>
                  <a:pt x="2362200" y="2085975"/>
                </a:lnTo>
                <a:lnTo>
                  <a:pt x="2343150" y="2085975"/>
                </a:lnTo>
                <a:close/>
                <a:moveTo>
                  <a:pt x="2390775" y="2076450"/>
                </a:moveTo>
                <a:lnTo>
                  <a:pt x="2400300" y="2076450"/>
                </a:lnTo>
                <a:lnTo>
                  <a:pt x="2400300" y="2085975"/>
                </a:lnTo>
                <a:lnTo>
                  <a:pt x="2419350" y="2085975"/>
                </a:lnTo>
                <a:lnTo>
                  <a:pt x="2419350" y="2095500"/>
                </a:lnTo>
                <a:lnTo>
                  <a:pt x="2371725" y="2095500"/>
                </a:lnTo>
                <a:lnTo>
                  <a:pt x="2371725" y="2114550"/>
                </a:lnTo>
                <a:lnTo>
                  <a:pt x="2362200" y="2114550"/>
                </a:lnTo>
                <a:lnTo>
                  <a:pt x="2362200" y="2085975"/>
                </a:lnTo>
                <a:lnTo>
                  <a:pt x="2390775" y="2085975"/>
                </a:lnTo>
                <a:close/>
                <a:moveTo>
                  <a:pt x="2505075" y="2076450"/>
                </a:moveTo>
                <a:lnTo>
                  <a:pt x="2514600" y="2076450"/>
                </a:lnTo>
                <a:lnTo>
                  <a:pt x="2514600" y="2095500"/>
                </a:lnTo>
                <a:lnTo>
                  <a:pt x="2495550" y="2095500"/>
                </a:lnTo>
                <a:lnTo>
                  <a:pt x="2495550" y="2085975"/>
                </a:lnTo>
                <a:lnTo>
                  <a:pt x="2505075" y="2085975"/>
                </a:lnTo>
                <a:close/>
                <a:moveTo>
                  <a:pt x="228600" y="2085975"/>
                </a:moveTo>
                <a:lnTo>
                  <a:pt x="238125" y="2085975"/>
                </a:lnTo>
                <a:lnTo>
                  <a:pt x="238125" y="2133600"/>
                </a:lnTo>
                <a:lnTo>
                  <a:pt x="228600" y="2133600"/>
                </a:lnTo>
                <a:close/>
                <a:moveTo>
                  <a:pt x="1800225" y="2085975"/>
                </a:moveTo>
                <a:lnTo>
                  <a:pt x="1809750" y="2085975"/>
                </a:lnTo>
                <a:lnTo>
                  <a:pt x="1809750" y="2114550"/>
                </a:lnTo>
                <a:lnTo>
                  <a:pt x="1800225" y="2114550"/>
                </a:lnTo>
                <a:close/>
                <a:moveTo>
                  <a:pt x="2447925" y="2085975"/>
                </a:moveTo>
                <a:lnTo>
                  <a:pt x="2466975" y="2085975"/>
                </a:lnTo>
                <a:lnTo>
                  <a:pt x="2466975" y="2124075"/>
                </a:lnTo>
                <a:lnTo>
                  <a:pt x="2457450" y="2124075"/>
                </a:lnTo>
                <a:lnTo>
                  <a:pt x="2457450" y="2114550"/>
                </a:lnTo>
                <a:lnTo>
                  <a:pt x="2447925" y="2114550"/>
                </a:lnTo>
                <a:close/>
                <a:moveTo>
                  <a:pt x="2286000" y="2095500"/>
                </a:moveTo>
                <a:lnTo>
                  <a:pt x="2314575" y="2095500"/>
                </a:lnTo>
                <a:lnTo>
                  <a:pt x="2314575" y="2105025"/>
                </a:lnTo>
                <a:lnTo>
                  <a:pt x="2324100" y="2105025"/>
                </a:lnTo>
                <a:lnTo>
                  <a:pt x="2324100" y="2114550"/>
                </a:lnTo>
                <a:lnTo>
                  <a:pt x="2305050" y="2114550"/>
                </a:lnTo>
                <a:lnTo>
                  <a:pt x="2305050" y="2105025"/>
                </a:lnTo>
                <a:lnTo>
                  <a:pt x="2286000" y="2105025"/>
                </a:lnTo>
                <a:close/>
                <a:moveTo>
                  <a:pt x="2419350" y="2095500"/>
                </a:moveTo>
                <a:lnTo>
                  <a:pt x="2428875" y="2095500"/>
                </a:lnTo>
                <a:lnTo>
                  <a:pt x="2428875" y="2114550"/>
                </a:lnTo>
                <a:lnTo>
                  <a:pt x="2419350" y="2114550"/>
                </a:lnTo>
                <a:close/>
                <a:moveTo>
                  <a:pt x="2514600" y="2095500"/>
                </a:moveTo>
                <a:lnTo>
                  <a:pt x="2524125" y="2095500"/>
                </a:lnTo>
                <a:lnTo>
                  <a:pt x="2524125" y="2124075"/>
                </a:lnTo>
                <a:lnTo>
                  <a:pt x="2514600" y="2124075"/>
                </a:lnTo>
                <a:close/>
                <a:moveTo>
                  <a:pt x="2543175" y="2095500"/>
                </a:moveTo>
                <a:lnTo>
                  <a:pt x="2562225" y="2095500"/>
                </a:lnTo>
                <a:lnTo>
                  <a:pt x="2562225" y="2143125"/>
                </a:lnTo>
                <a:lnTo>
                  <a:pt x="2552700" y="2143125"/>
                </a:lnTo>
                <a:lnTo>
                  <a:pt x="2552700" y="2133600"/>
                </a:lnTo>
                <a:lnTo>
                  <a:pt x="2543175" y="2133600"/>
                </a:lnTo>
                <a:close/>
                <a:moveTo>
                  <a:pt x="1866900" y="2105025"/>
                </a:moveTo>
                <a:lnTo>
                  <a:pt x="1876425" y="2105025"/>
                </a:lnTo>
                <a:lnTo>
                  <a:pt x="1876425" y="2152650"/>
                </a:lnTo>
                <a:lnTo>
                  <a:pt x="1866900" y="2152650"/>
                </a:lnTo>
                <a:close/>
                <a:moveTo>
                  <a:pt x="2381250" y="2105025"/>
                </a:moveTo>
                <a:lnTo>
                  <a:pt x="2390775" y="2105025"/>
                </a:lnTo>
                <a:lnTo>
                  <a:pt x="2390775" y="2114550"/>
                </a:lnTo>
                <a:lnTo>
                  <a:pt x="2381250" y="2114550"/>
                </a:lnTo>
                <a:close/>
                <a:moveTo>
                  <a:pt x="2486025" y="2105025"/>
                </a:moveTo>
                <a:lnTo>
                  <a:pt x="2495550" y="2105025"/>
                </a:lnTo>
                <a:lnTo>
                  <a:pt x="2495550" y="2124075"/>
                </a:lnTo>
                <a:lnTo>
                  <a:pt x="2514600" y="2124075"/>
                </a:lnTo>
                <a:lnTo>
                  <a:pt x="2514600" y="2133600"/>
                </a:lnTo>
                <a:lnTo>
                  <a:pt x="2476500" y="2133600"/>
                </a:lnTo>
                <a:lnTo>
                  <a:pt x="2476500" y="2114550"/>
                </a:lnTo>
                <a:lnTo>
                  <a:pt x="2486025" y="2114550"/>
                </a:lnTo>
                <a:close/>
                <a:moveTo>
                  <a:pt x="2209800" y="2114550"/>
                </a:moveTo>
                <a:lnTo>
                  <a:pt x="2219325" y="2114550"/>
                </a:lnTo>
                <a:lnTo>
                  <a:pt x="2219325" y="2133600"/>
                </a:lnTo>
                <a:lnTo>
                  <a:pt x="2209800" y="2133600"/>
                </a:lnTo>
                <a:close/>
                <a:moveTo>
                  <a:pt x="2324100" y="2114550"/>
                </a:moveTo>
                <a:lnTo>
                  <a:pt x="2333625" y="2114550"/>
                </a:lnTo>
                <a:lnTo>
                  <a:pt x="2333625" y="2124075"/>
                </a:lnTo>
                <a:lnTo>
                  <a:pt x="2324100" y="2124075"/>
                </a:lnTo>
                <a:close/>
                <a:moveTo>
                  <a:pt x="2409825" y="2114550"/>
                </a:moveTo>
                <a:lnTo>
                  <a:pt x="2419350" y="2114550"/>
                </a:lnTo>
                <a:lnTo>
                  <a:pt x="2419350" y="2124075"/>
                </a:lnTo>
                <a:lnTo>
                  <a:pt x="2409825" y="2124075"/>
                </a:lnTo>
                <a:close/>
                <a:moveTo>
                  <a:pt x="171450" y="2143125"/>
                </a:moveTo>
                <a:lnTo>
                  <a:pt x="180975" y="2143125"/>
                </a:lnTo>
                <a:lnTo>
                  <a:pt x="180975" y="2238375"/>
                </a:lnTo>
                <a:lnTo>
                  <a:pt x="171450" y="2238375"/>
                </a:lnTo>
                <a:close/>
                <a:moveTo>
                  <a:pt x="3476625" y="2143125"/>
                </a:moveTo>
                <a:lnTo>
                  <a:pt x="3486150" y="2143125"/>
                </a:lnTo>
                <a:lnTo>
                  <a:pt x="3486150" y="2181225"/>
                </a:lnTo>
                <a:lnTo>
                  <a:pt x="3476625" y="2181225"/>
                </a:lnTo>
                <a:close/>
                <a:moveTo>
                  <a:pt x="2266950" y="2162175"/>
                </a:moveTo>
                <a:lnTo>
                  <a:pt x="2295525" y="2162175"/>
                </a:lnTo>
                <a:lnTo>
                  <a:pt x="2295525" y="2171700"/>
                </a:lnTo>
                <a:lnTo>
                  <a:pt x="2362200" y="2171700"/>
                </a:lnTo>
                <a:lnTo>
                  <a:pt x="2362200" y="2190750"/>
                </a:lnTo>
                <a:lnTo>
                  <a:pt x="2371725" y="2190750"/>
                </a:lnTo>
                <a:lnTo>
                  <a:pt x="2371725" y="2181225"/>
                </a:lnTo>
                <a:lnTo>
                  <a:pt x="2428875" y="2181225"/>
                </a:lnTo>
                <a:lnTo>
                  <a:pt x="2428875" y="2190750"/>
                </a:lnTo>
                <a:lnTo>
                  <a:pt x="2476500" y="2190750"/>
                </a:lnTo>
                <a:lnTo>
                  <a:pt x="2476500" y="2200275"/>
                </a:lnTo>
                <a:lnTo>
                  <a:pt x="2486025" y="2200275"/>
                </a:lnTo>
                <a:lnTo>
                  <a:pt x="2486025" y="2219325"/>
                </a:lnTo>
                <a:lnTo>
                  <a:pt x="2476500" y="2219325"/>
                </a:lnTo>
                <a:lnTo>
                  <a:pt x="2476500" y="2228850"/>
                </a:lnTo>
                <a:lnTo>
                  <a:pt x="2466975" y="2228850"/>
                </a:lnTo>
                <a:lnTo>
                  <a:pt x="2466975" y="2219325"/>
                </a:lnTo>
                <a:lnTo>
                  <a:pt x="2447925" y="2219325"/>
                </a:lnTo>
                <a:lnTo>
                  <a:pt x="2447925" y="2228850"/>
                </a:lnTo>
                <a:lnTo>
                  <a:pt x="2428875" y="2228850"/>
                </a:lnTo>
                <a:lnTo>
                  <a:pt x="2428875" y="2219325"/>
                </a:lnTo>
                <a:lnTo>
                  <a:pt x="2352675" y="2219325"/>
                </a:lnTo>
                <a:lnTo>
                  <a:pt x="2352675" y="2209800"/>
                </a:lnTo>
                <a:lnTo>
                  <a:pt x="2314575" y="2209800"/>
                </a:lnTo>
                <a:lnTo>
                  <a:pt x="2314575" y="2200275"/>
                </a:lnTo>
                <a:lnTo>
                  <a:pt x="2305050" y="2200275"/>
                </a:lnTo>
                <a:lnTo>
                  <a:pt x="2305050" y="2209800"/>
                </a:lnTo>
                <a:lnTo>
                  <a:pt x="2276475" y="2209800"/>
                </a:lnTo>
                <a:lnTo>
                  <a:pt x="2276475" y="2200275"/>
                </a:lnTo>
                <a:lnTo>
                  <a:pt x="2266950" y="2200275"/>
                </a:lnTo>
                <a:close/>
                <a:moveTo>
                  <a:pt x="3028950" y="2190750"/>
                </a:moveTo>
                <a:lnTo>
                  <a:pt x="3048000" y="2190750"/>
                </a:lnTo>
                <a:lnTo>
                  <a:pt x="3048000" y="2200275"/>
                </a:lnTo>
                <a:lnTo>
                  <a:pt x="3057525" y="2200275"/>
                </a:lnTo>
                <a:lnTo>
                  <a:pt x="3057525" y="2209800"/>
                </a:lnTo>
                <a:lnTo>
                  <a:pt x="3067050" y="2209800"/>
                </a:lnTo>
                <a:lnTo>
                  <a:pt x="3067050" y="2219325"/>
                </a:lnTo>
                <a:lnTo>
                  <a:pt x="3048000" y="2219325"/>
                </a:lnTo>
                <a:lnTo>
                  <a:pt x="3048000" y="2209800"/>
                </a:lnTo>
                <a:lnTo>
                  <a:pt x="3038475" y="2209800"/>
                </a:lnTo>
                <a:lnTo>
                  <a:pt x="3038475" y="2200275"/>
                </a:lnTo>
                <a:lnTo>
                  <a:pt x="3028950" y="2200275"/>
                </a:lnTo>
                <a:close/>
                <a:moveTo>
                  <a:pt x="3228975" y="2190750"/>
                </a:moveTo>
                <a:lnTo>
                  <a:pt x="3267075" y="2190750"/>
                </a:lnTo>
                <a:lnTo>
                  <a:pt x="3267075" y="2200275"/>
                </a:lnTo>
                <a:lnTo>
                  <a:pt x="3276600" y="2200275"/>
                </a:lnTo>
                <a:lnTo>
                  <a:pt x="3276600" y="2209800"/>
                </a:lnTo>
                <a:lnTo>
                  <a:pt x="3286125" y="2209800"/>
                </a:lnTo>
                <a:lnTo>
                  <a:pt x="3286125" y="2219325"/>
                </a:lnTo>
                <a:lnTo>
                  <a:pt x="3295650" y="2219325"/>
                </a:lnTo>
                <a:lnTo>
                  <a:pt x="3295650" y="2247900"/>
                </a:lnTo>
                <a:lnTo>
                  <a:pt x="3286125" y="2247900"/>
                </a:lnTo>
                <a:lnTo>
                  <a:pt x="3286125" y="2238375"/>
                </a:lnTo>
                <a:lnTo>
                  <a:pt x="3276600" y="2238375"/>
                </a:lnTo>
                <a:lnTo>
                  <a:pt x="3276600" y="2228850"/>
                </a:lnTo>
                <a:lnTo>
                  <a:pt x="3257550" y="2228850"/>
                </a:lnTo>
                <a:lnTo>
                  <a:pt x="3257550" y="2200275"/>
                </a:lnTo>
                <a:lnTo>
                  <a:pt x="3228975" y="2200275"/>
                </a:lnTo>
                <a:close/>
                <a:moveTo>
                  <a:pt x="1809750" y="2200275"/>
                </a:moveTo>
                <a:lnTo>
                  <a:pt x="1819275" y="2200275"/>
                </a:lnTo>
                <a:lnTo>
                  <a:pt x="1819275" y="2238375"/>
                </a:lnTo>
                <a:lnTo>
                  <a:pt x="1809750" y="2238375"/>
                </a:lnTo>
                <a:close/>
                <a:moveTo>
                  <a:pt x="2200275" y="2200275"/>
                </a:moveTo>
                <a:lnTo>
                  <a:pt x="2209800" y="2200275"/>
                </a:lnTo>
                <a:lnTo>
                  <a:pt x="2209800" y="2219325"/>
                </a:lnTo>
                <a:lnTo>
                  <a:pt x="2200275" y="2219325"/>
                </a:lnTo>
                <a:close/>
                <a:moveTo>
                  <a:pt x="3019425" y="2200275"/>
                </a:moveTo>
                <a:lnTo>
                  <a:pt x="3028950" y="2200275"/>
                </a:lnTo>
                <a:lnTo>
                  <a:pt x="3028950" y="2209800"/>
                </a:lnTo>
                <a:lnTo>
                  <a:pt x="3019425" y="2209800"/>
                </a:lnTo>
                <a:close/>
                <a:moveTo>
                  <a:pt x="1914525" y="2209800"/>
                </a:moveTo>
                <a:lnTo>
                  <a:pt x="1933575" y="2209800"/>
                </a:lnTo>
                <a:lnTo>
                  <a:pt x="1933575" y="2228850"/>
                </a:lnTo>
                <a:lnTo>
                  <a:pt x="1924050" y="2228850"/>
                </a:lnTo>
                <a:lnTo>
                  <a:pt x="1924050" y="2238375"/>
                </a:lnTo>
                <a:lnTo>
                  <a:pt x="1914525" y="2238375"/>
                </a:lnTo>
                <a:lnTo>
                  <a:pt x="1914525" y="2247900"/>
                </a:lnTo>
                <a:lnTo>
                  <a:pt x="1905000" y="2247900"/>
                </a:lnTo>
                <a:lnTo>
                  <a:pt x="1905000" y="2228850"/>
                </a:lnTo>
                <a:lnTo>
                  <a:pt x="1914525" y="2228850"/>
                </a:lnTo>
                <a:close/>
                <a:moveTo>
                  <a:pt x="3076575" y="2209800"/>
                </a:moveTo>
                <a:lnTo>
                  <a:pt x="3105150" y="2209800"/>
                </a:lnTo>
                <a:lnTo>
                  <a:pt x="3105150" y="2219325"/>
                </a:lnTo>
                <a:lnTo>
                  <a:pt x="3143250" y="2219325"/>
                </a:lnTo>
                <a:lnTo>
                  <a:pt x="3143250" y="2209800"/>
                </a:lnTo>
                <a:lnTo>
                  <a:pt x="3162300" y="2209800"/>
                </a:lnTo>
                <a:lnTo>
                  <a:pt x="3162300" y="2228850"/>
                </a:lnTo>
                <a:lnTo>
                  <a:pt x="3143250" y="2228850"/>
                </a:lnTo>
                <a:lnTo>
                  <a:pt x="3143250" y="2247900"/>
                </a:lnTo>
                <a:lnTo>
                  <a:pt x="3152775" y="2247900"/>
                </a:lnTo>
                <a:lnTo>
                  <a:pt x="3152775" y="2257425"/>
                </a:lnTo>
                <a:lnTo>
                  <a:pt x="3171825" y="2257425"/>
                </a:lnTo>
                <a:lnTo>
                  <a:pt x="3171825" y="2247900"/>
                </a:lnTo>
                <a:lnTo>
                  <a:pt x="3181350" y="2247900"/>
                </a:lnTo>
                <a:lnTo>
                  <a:pt x="3181350" y="2238375"/>
                </a:lnTo>
                <a:lnTo>
                  <a:pt x="3171825" y="2238375"/>
                </a:lnTo>
                <a:lnTo>
                  <a:pt x="3171825" y="2219325"/>
                </a:lnTo>
                <a:lnTo>
                  <a:pt x="3181350" y="2219325"/>
                </a:lnTo>
                <a:lnTo>
                  <a:pt x="3181350" y="2228850"/>
                </a:lnTo>
                <a:lnTo>
                  <a:pt x="3190875" y="2228850"/>
                </a:lnTo>
                <a:lnTo>
                  <a:pt x="3190875" y="2238375"/>
                </a:lnTo>
                <a:lnTo>
                  <a:pt x="3200400" y="2238375"/>
                </a:lnTo>
                <a:lnTo>
                  <a:pt x="3200400" y="2257425"/>
                </a:lnTo>
                <a:lnTo>
                  <a:pt x="3190875" y="2257425"/>
                </a:lnTo>
                <a:lnTo>
                  <a:pt x="3190875" y="2266950"/>
                </a:lnTo>
                <a:lnTo>
                  <a:pt x="3133725" y="2266950"/>
                </a:lnTo>
                <a:lnTo>
                  <a:pt x="3133725" y="2257425"/>
                </a:lnTo>
                <a:lnTo>
                  <a:pt x="3086100" y="2257425"/>
                </a:lnTo>
                <a:lnTo>
                  <a:pt x="3086100" y="2247900"/>
                </a:lnTo>
                <a:lnTo>
                  <a:pt x="3057525" y="2247900"/>
                </a:lnTo>
                <a:lnTo>
                  <a:pt x="3057525" y="2238375"/>
                </a:lnTo>
                <a:lnTo>
                  <a:pt x="3105150" y="2238375"/>
                </a:lnTo>
                <a:lnTo>
                  <a:pt x="3105150" y="2247900"/>
                </a:lnTo>
                <a:lnTo>
                  <a:pt x="3133725" y="2247900"/>
                </a:lnTo>
                <a:lnTo>
                  <a:pt x="3133725" y="2238375"/>
                </a:lnTo>
                <a:lnTo>
                  <a:pt x="3124200" y="2238375"/>
                </a:lnTo>
                <a:lnTo>
                  <a:pt x="3124200" y="2228850"/>
                </a:lnTo>
                <a:lnTo>
                  <a:pt x="3086100" y="2228850"/>
                </a:lnTo>
                <a:lnTo>
                  <a:pt x="3086100" y="2219325"/>
                </a:lnTo>
                <a:lnTo>
                  <a:pt x="3076575" y="2219325"/>
                </a:lnTo>
                <a:close/>
                <a:moveTo>
                  <a:pt x="3019425" y="2219325"/>
                </a:moveTo>
                <a:lnTo>
                  <a:pt x="3028950" y="2219325"/>
                </a:lnTo>
                <a:lnTo>
                  <a:pt x="3028950" y="2247900"/>
                </a:lnTo>
                <a:lnTo>
                  <a:pt x="3019425" y="2247900"/>
                </a:lnTo>
                <a:close/>
                <a:moveTo>
                  <a:pt x="3219450" y="2219325"/>
                </a:moveTo>
                <a:lnTo>
                  <a:pt x="3228975" y="2219325"/>
                </a:lnTo>
                <a:lnTo>
                  <a:pt x="3228975" y="2228850"/>
                </a:lnTo>
                <a:lnTo>
                  <a:pt x="3219450" y="2228850"/>
                </a:lnTo>
                <a:close/>
                <a:moveTo>
                  <a:pt x="3238500" y="2219325"/>
                </a:moveTo>
                <a:lnTo>
                  <a:pt x="3248025" y="2219325"/>
                </a:lnTo>
                <a:lnTo>
                  <a:pt x="3248025" y="2228850"/>
                </a:lnTo>
                <a:lnTo>
                  <a:pt x="3238500" y="2228850"/>
                </a:lnTo>
                <a:close/>
                <a:moveTo>
                  <a:pt x="3467100" y="2219325"/>
                </a:moveTo>
                <a:lnTo>
                  <a:pt x="3476625" y="2219325"/>
                </a:lnTo>
                <a:lnTo>
                  <a:pt x="3476625" y="2247900"/>
                </a:lnTo>
                <a:lnTo>
                  <a:pt x="3467100" y="2247900"/>
                </a:lnTo>
                <a:close/>
                <a:moveTo>
                  <a:pt x="1962150" y="2228850"/>
                </a:moveTo>
                <a:lnTo>
                  <a:pt x="1981200" y="2228850"/>
                </a:lnTo>
                <a:lnTo>
                  <a:pt x="1981200" y="2238375"/>
                </a:lnTo>
                <a:lnTo>
                  <a:pt x="1962150" y="2238375"/>
                </a:lnTo>
                <a:close/>
                <a:moveTo>
                  <a:pt x="3248025" y="2228850"/>
                </a:moveTo>
                <a:lnTo>
                  <a:pt x="3257550" y="2228850"/>
                </a:lnTo>
                <a:lnTo>
                  <a:pt x="3257550" y="2257425"/>
                </a:lnTo>
                <a:lnTo>
                  <a:pt x="3248025" y="2257425"/>
                </a:lnTo>
                <a:close/>
                <a:moveTo>
                  <a:pt x="238125" y="2238375"/>
                </a:moveTo>
                <a:lnTo>
                  <a:pt x="247650" y="2238375"/>
                </a:lnTo>
                <a:lnTo>
                  <a:pt x="247650" y="2324100"/>
                </a:lnTo>
                <a:lnTo>
                  <a:pt x="238125" y="2324100"/>
                </a:lnTo>
                <a:close/>
                <a:moveTo>
                  <a:pt x="2038350" y="2238375"/>
                </a:moveTo>
                <a:lnTo>
                  <a:pt x="2057400" y="2238375"/>
                </a:lnTo>
                <a:lnTo>
                  <a:pt x="2057400" y="2247900"/>
                </a:lnTo>
                <a:lnTo>
                  <a:pt x="2038350" y="2247900"/>
                </a:lnTo>
                <a:close/>
                <a:moveTo>
                  <a:pt x="2981325" y="2238375"/>
                </a:moveTo>
                <a:lnTo>
                  <a:pt x="2990850" y="2238375"/>
                </a:lnTo>
                <a:lnTo>
                  <a:pt x="2990850" y="2257425"/>
                </a:lnTo>
                <a:lnTo>
                  <a:pt x="2981325" y="2257425"/>
                </a:lnTo>
                <a:close/>
                <a:moveTo>
                  <a:pt x="3038475" y="2238375"/>
                </a:moveTo>
                <a:lnTo>
                  <a:pt x="3048000" y="2238375"/>
                </a:lnTo>
                <a:lnTo>
                  <a:pt x="3048000" y="2247900"/>
                </a:lnTo>
                <a:lnTo>
                  <a:pt x="3038475" y="2247900"/>
                </a:lnTo>
                <a:close/>
                <a:moveTo>
                  <a:pt x="3209925" y="2238375"/>
                </a:moveTo>
                <a:lnTo>
                  <a:pt x="3219450" y="2238375"/>
                </a:lnTo>
                <a:lnTo>
                  <a:pt x="3219450" y="2247900"/>
                </a:lnTo>
                <a:lnTo>
                  <a:pt x="3209925" y="2247900"/>
                </a:lnTo>
                <a:close/>
                <a:moveTo>
                  <a:pt x="1876425" y="2247900"/>
                </a:moveTo>
                <a:lnTo>
                  <a:pt x="1905000" y="2247900"/>
                </a:lnTo>
                <a:lnTo>
                  <a:pt x="1905000" y="2257425"/>
                </a:lnTo>
                <a:lnTo>
                  <a:pt x="1895475" y="2257425"/>
                </a:lnTo>
                <a:lnTo>
                  <a:pt x="1895475" y="2286000"/>
                </a:lnTo>
                <a:lnTo>
                  <a:pt x="1905000" y="2286000"/>
                </a:lnTo>
                <a:lnTo>
                  <a:pt x="1905000" y="2314575"/>
                </a:lnTo>
                <a:lnTo>
                  <a:pt x="1885950" y="2314575"/>
                </a:lnTo>
                <a:lnTo>
                  <a:pt x="1885950" y="2286000"/>
                </a:lnTo>
                <a:lnTo>
                  <a:pt x="1876425" y="2286000"/>
                </a:lnTo>
                <a:close/>
                <a:moveTo>
                  <a:pt x="2105025" y="2247900"/>
                </a:moveTo>
                <a:lnTo>
                  <a:pt x="2124075" y="2247900"/>
                </a:lnTo>
                <a:lnTo>
                  <a:pt x="2124075" y="2257425"/>
                </a:lnTo>
                <a:lnTo>
                  <a:pt x="2105025" y="2257425"/>
                </a:lnTo>
                <a:close/>
                <a:moveTo>
                  <a:pt x="2990850" y="2257425"/>
                </a:moveTo>
                <a:lnTo>
                  <a:pt x="3000375" y="2257425"/>
                </a:lnTo>
                <a:lnTo>
                  <a:pt x="3000375" y="2266950"/>
                </a:lnTo>
                <a:lnTo>
                  <a:pt x="2990850" y="2266950"/>
                </a:lnTo>
                <a:close/>
                <a:moveTo>
                  <a:pt x="3219450" y="2257425"/>
                </a:moveTo>
                <a:lnTo>
                  <a:pt x="3228975" y="2257425"/>
                </a:lnTo>
                <a:lnTo>
                  <a:pt x="3228975" y="2266950"/>
                </a:lnTo>
                <a:lnTo>
                  <a:pt x="3219450" y="2266950"/>
                </a:lnTo>
                <a:close/>
                <a:moveTo>
                  <a:pt x="3238500" y="2257425"/>
                </a:moveTo>
                <a:lnTo>
                  <a:pt x="3248025" y="2257425"/>
                </a:lnTo>
                <a:lnTo>
                  <a:pt x="3248025" y="2266950"/>
                </a:lnTo>
                <a:lnTo>
                  <a:pt x="3238500" y="2266950"/>
                </a:lnTo>
                <a:close/>
                <a:moveTo>
                  <a:pt x="638175" y="2266950"/>
                </a:moveTo>
                <a:lnTo>
                  <a:pt x="647700" y="2266950"/>
                </a:lnTo>
                <a:lnTo>
                  <a:pt x="647700" y="2305050"/>
                </a:lnTo>
                <a:lnTo>
                  <a:pt x="628650" y="2305050"/>
                </a:lnTo>
                <a:lnTo>
                  <a:pt x="628650" y="2286000"/>
                </a:lnTo>
                <a:lnTo>
                  <a:pt x="638175" y="2286000"/>
                </a:lnTo>
                <a:close/>
                <a:moveTo>
                  <a:pt x="723900" y="2266950"/>
                </a:moveTo>
                <a:lnTo>
                  <a:pt x="752475" y="2266950"/>
                </a:lnTo>
                <a:lnTo>
                  <a:pt x="752475" y="2295525"/>
                </a:lnTo>
                <a:lnTo>
                  <a:pt x="742950" y="2295525"/>
                </a:lnTo>
                <a:lnTo>
                  <a:pt x="742950" y="2286000"/>
                </a:lnTo>
                <a:lnTo>
                  <a:pt x="733425" y="2286000"/>
                </a:lnTo>
                <a:lnTo>
                  <a:pt x="733425" y="2276475"/>
                </a:lnTo>
                <a:lnTo>
                  <a:pt x="723900" y="2276475"/>
                </a:lnTo>
                <a:close/>
                <a:moveTo>
                  <a:pt x="676275" y="2276475"/>
                </a:moveTo>
                <a:lnTo>
                  <a:pt x="685800" y="2276475"/>
                </a:lnTo>
                <a:lnTo>
                  <a:pt x="685800" y="2305050"/>
                </a:lnTo>
                <a:lnTo>
                  <a:pt x="676275" y="2305050"/>
                </a:lnTo>
                <a:close/>
                <a:moveTo>
                  <a:pt x="762000" y="2276475"/>
                </a:moveTo>
                <a:lnTo>
                  <a:pt x="771525" y="2276475"/>
                </a:lnTo>
                <a:lnTo>
                  <a:pt x="771525" y="2295525"/>
                </a:lnTo>
                <a:lnTo>
                  <a:pt x="762000" y="2295525"/>
                </a:lnTo>
                <a:close/>
                <a:moveTo>
                  <a:pt x="781050" y="2276475"/>
                </a:moveTo>
                <a:lnTo>
                  <a:pt x="800100" y="2276475"/>
                </a:lnTo>
                <a:lnTo>
                  <a:pt x="800100" y="2286000"/>
                </a:lnTo>
                <a:lnTo>
                  <a:pt x="781050" y="2286000"/>
                </a:lnTo>
                <a:close/>
                <a:moveTo>
                  <a:pt x="809625" y="2276475"/>
                </a:moveTo>
                <a:lnTo>
                  <a:pt x="819150" y="2276475"/>
                </a:lnTo>
                <a:lnTo>
                  <a:pt x="819150" y="2286000"/>
                </a:lnTo>
                <a:lnTo>
                  <a:pt x="809625" y="2286000"/>
                </a:lnTo>
                <a:close/>
                <a:moveTo>
                  <a:pt x="828675" y="2276475"/>
                </a:moveTo>
                <a:lnTo>
                  <a:pt x="838200" y="2276475"/>
                </a:lnTo>
                <a:lnTo>
                  <a:pt x="838200" y="2286000"/>
                </a:lnTo>
                <a:lnTo>
                  <a:pt x="828675" y="2286000"/>
                </a:lnTo>
                <a:close/>
                <a:moveTo>
                  <a:pt x="533400" y="2286000"/>
                </a:moveTo>
                <a:lnTo>
                  <a:pt x="542925" y="2286000"/>
                </a:lnTo>
                <a:lnTo>
                  <a:pt x="542925" y="2295525"/>
                </a:lnTo>
                <a:lnTo>
                  <a:pt x="552450" y="2295525"/>
                </a:lnTo>
                <a:lnTo>
                  <a:pt x="552450" y="2314575"/>
                </a:lnTo>
                <a:lnTo>
                  <a:pt x="542925" y="2314575"/>
                </a:lnTo>
                <a:lnTo>
                  <a:pt x="542925" y="2324100"/>
                </a:lnTo>
                <a:lnTo>
                  <a:pt x="533400" y="2324100"/>
                </a:lnTo>
                <a:close/>
                <a:moveTo>
                  <a:pt x="3143250" y="2286000"/>
                </a:moveTo>
                <a:lnTo>
                  <a:pt x="3162300" y="2286000"/>
                </a:lnTo>
                <a:lnTo>
                  <a:pt x="3162300" y="2295525"/>
                </a:lnTo>
                <a:lnTo>
                  <a:pt x="3143250" y="2295525"/>
                </a:lnTo>
                <a:close/>
                <a:moveTo>
                  <a:pt x="3457575" y="2286000"/>
                </a:moveTo>
                <a:lnTo>
                  <a:pt x="3467100" y="2286000"/>
                </a:lnTo>
                <a:lnTo>
                  <a:pt x="3467100" y="2333625"/>
                </a:lnTo>
                <a:lnTo>
                  <a:pt x="3457575" y="2333625"/>
                </a:lnTo>
                <a:close/>
                <a:moveTo>
                  <a:pt x="409575" y="2295525"/>
                </a:moveTo>
                <a:lnTo>
                  <a:pt x="428625" y="2295525"/>
                </a:lnTo>
                <a:lnTo>
                  <a:pt x="428625" y="2324100"/>
                </a:lnTo>
                <a:lnTo>
                  <a:pt x="409575" y="2324100"/>
                </a:lnTo>
                <a:close/>
                <a:moveTo>
                  <a:pt x="457200" y="2295525"/>
                </a:moveTo>
                <a:lnTo>
                  <a:pt x="466725" y="2295525"/>
                </a:lnTo>
                <a:lnTo>
                  <a:pt x="466725" y="2305050"/>
                </a:lnTo>
                <a:lnTo>
                  <a:pt x="457200" y="2305050"/>
                </a:lnTo>
                <a:close/>
                <a:moveTo>
                  <a:pt x="485775" y="2295525"/>
                </a:moveTo>
                <a:lnTo>
                  <a:pt x="495300" y="2295525"/>
                </a:lnTo>
                <a:lnTo>
                  <a:pt x="495300" y="2314575"/>
                </a:lnTo>
                <a:lnTo>
                  <a:pt x="485775" y="2314575"/>
                </a:lnTo>
                <a:close/>
                <a:moveTo>
                  <a:pt x="1971675" y="2295525"/>
                </a:moveTo>
                <a:lnTo>
                  <a:pt x="2000250" y="2295525"/>
                </a:lnTo>
                <a:lnTo>
                  <a:pt x="2000250" y="2305050"/>
                </a:lnTo>
                <a:lnTo>
                  <a:pt x="1971675" y="2305050"/>
                </a:lnTo>
                <a:close/>
                <a:moveTo>
                  <a:pt x="371475" y="2305050"/>
                </a:moveTo>
                <a:lnTo>
                  <a:pt x="381000" y="2305050"/>
                </a:lnTo>
                <a:lnTo>
                  <a:pt x="381000" y="2324100"/>
                </a:lnTo>
                <a:lnTo>
                  <a:pt x="371475" y="2324100"/>
                </a:lnTo>
                <a:close/>
                <a:moveTo>
                  <a:pt x="390525" y="2305050"/>
                </a:moveTo>
                <a:lnTo>
                  <a:pt x="400050" y="2305050"/>
                </a:lnTo>
                <a:lnTo>
                  <a:pt x="400050" y="2314575"/>
                </a:lnTo>
                <a:lnTo>
                  <a:pt x="390525" y="2314575"/>
                </a:lnTo>
                <a:close/>
                <a:moveTo>
                  <a:pt x="438150" y="2305050"/>
                </a:moveTo>
                <a:lnTo>
                  <a:pt x="447675" y="2305050"/>
                </a:lnTo>
                <a:lnTo>
                  <a:pt x="447675" y="2314575"/>
                </a:lnTo>
                <a:lnTo>
                  <a:pt x="438150" y="2314575"/>
                </a:lnTo>
                <a:close/>
                <a:moveTo>
                  <a:pt x="2057400" y="2305050"/>
                </a:moveTo>
                <a:lnTo>
                  <a:pt x="2085975" y="2305050"/>
                </a:lnTo>
                <a:lnTo>
                  <a:pt x="2085975" y="2314575"/>
                </a:lnTo>
                <a:lnTo>
                  <a:pt x="2057400" y="2314575"/>
                </a:lnTo>
                <a:close/>
                <a:moveTo>
                  <a:pt x="1905000" y="2314575"/>
                </a:moveTo>
                <a:lnTo>
                  <a:pt x="1924050" y="2314575"/>
                </a:lnTo>
                <a:lnTo>
                  <a:pt x="1924050" y="2333625"/>
                </a:lnTo>
                <a:lnTo>
                  <a:pt x="1905000" y="2333625"/>
                </a:lnTo>
                <a:close/>
                <a:moveTo>
                  <a:pt x="2133600" y="2314575"/>
                </a:moveTo>
                <a:lnTo>
                  <a:pt x="2152650" y="2314575"/>
                </a:lnTo>
                <a:lnTo>
                  <a:pt x="2152650" y="2324100"/>
                </a:lnTo>
                <a:lnTo>
                  <a:pt x="2133600" y="2324100"/>
                </a:lnTo>
                <a:close/>
                <a:moveTo>
                  <a:pt x="180975" y="2324100"/>
                </a:moveTo>
                <a:lnTo>
                  <a:pt x="190500" y="2324100"/>
                </a:lnTo>
                <a:lnTo>
                  <a:pt x="190500" y="2419350"/>
                </a:lnTo>
                <a:lnTo>
                  <a:pt x="180975" y="2419350"/>
                </a:lnTo>
                <a:close/>
                <a:moveTo>
                  <a:pt x="1819275" y="2324100"/>
                </a:moveTo>
                <a:lnTo>
                  <a:pt x="1828800" y="2324100"/>
                </a:lnTo>
                <a:lnTo>
                  <a:pt x="1828800" y="2352675"/>
                </a:lnTo>
                <a:lnTo>
                  <a:pt x="1819275" y="2352675"/>
                </a:lnTo>
                <a:close/>
                <a:moveTo>
                  <a:pt x="2181225" y="2343150"/>
                </a:moveTo>
                <a:lnTo>
                  <a:pt x="2190750" y="2343150"/>
                </a:lnTo>
                <a:lnTo>
                  <a:pt x="2190750" y="2390775"/>
                </a:lnTo>
                <a:lnTo>
                  <a:pt x="2181225" y="2390775"/>
                </a:lnTo>
                <a:close/>
                <a:moveTo>
                  <a:pt x="1885950" y="2352675"/>
                </a:moveTo>
                <a:lnTo>
                  <a:pt x="1895475" y="2352675"/>
                </a:lnTo>
                <a:lnTo>
                  <a:pt x="1895475" y="2381250"/>
                </a:lnTo>
                <a:lnTo>
                  <a:pt x="1914525" y="2381250"/>
                </a:lnTo>
                <a:lnTo>
                  <a:pt x="1914525" y="2371725"/>
                </a:lnTo>
                <a:lnTo>
                  <a:pt x="1924050" y="2371725"/>
                </a:lnTo>
                <a:lnTo>
                  <a:pt x="1924050" y="2381250"/>
                </a:lnTo>
                <a:lnTo>
                  <a:pt x="1933575" y="2381250"/>
                </a:lnTo>
                <a:lnTo>
                  <a:pt x="1933575" y="2409825"/>
                </a:lnTo>
                <a:lnTo>
                  <a:pt x="1914525" y="2409825"/>
                </a:lnTo>
                <a:lnTo>
                  <a:pt x="1914525" y="2447925"/>
                </a:lnTo>
                <a:lnTo>
                  <a:pt x="1895475" y="2447925"/>
                </a:lnTo>
                <a:lnTo>
                  <a:pt x="1895475" y="2419350"/>
                </a:lnTo>
                <a:lnTo>
                  <a:pt x="1885950" y="2419350"/>
                </a:lnTo>
                <a:close/>
                <a:moveTo>
                  <a:pt x="1971675" y="2362200"/>
                </a:moveTo>
                <a:lnTo>
                  <a:pt x="2009775" y="2362200"/>
                </a:lnTo>
                <a:lnTo>
                  <a:pt x="2009775" y="2381250"/>
                </a:lnTo>
                <a:lnTo>
                  <a:pt x="1990725" y="2381250"/>
                </a:lnTo>
                <a:lnTo>
                  <a:pt x="1990725" y="2390775"/>
                </a:lnTo>
                <a:lnTo>
                  <a:pt x="1981200" y="2390775"/>
                </a:lnTo>
                <a:lnTo>
                  <a:pt x="1981200" y="2400300"/>
                </a:lnTo>
                <a:lnTo>
                  <a:pt x="1990725" y="2400300"/>
                </a:lnTo>
                <a:lnTo>
                  <a:pt x="1990725" y="2476500"/>
                </a:lnTo>
                <a:lnTo>
                  <a:pt x="1981200" y="2476500"/>
                </a:lnTo>
                <a:lnTo>
                  <a:pt x="1981200" y="2495550"/>
                </a:lnTo>
                <a:lnTo>
                  <a:pt x="2009775" y="2495550"/>
                </a:lnTo>
                <a:lnTo>
                  <a:pt x="2009775" y="2543175"/>
                </a:lnTo>
                <a:lnTo>
                  <a:pt x="1952625" y="2543175"/>
                </a:lnTo>
                <a:lnTo>
                  <a:pt x="1952625" y="2552700"/>
                </a:lnTo>
                <a:lnTo>
                  <a:pt x="1943100" y="2552700"/>
                </a:lnTo>
                <a:lnTo>
                  <a:pt x="1943100" y="2495550"/>
                </a:lnTo>
                <a:lnTo>
                  <a:pt x="1933575" y="2495550"/>
                </a:lnTo>
                <a:lnTo>
                  <a:pt x="1933575" y="2447925"/>
                </a:lnTo>
                <a:lnTo>
                  <a:pt x="1943100" y="2447925"/>
                </a:lnTo>
                <a:lnTo>
                  <a:pt x="1943100" y="2476500"/>
                </a:lnTo>
                <a:lnTo>
                  <a:pt x="1962150" y="2476500"/>
                </a:lnTo>
                <a:lnTo>
                  <a:pt x="1962150" y="2371725"/>
                </a:lnTo>
                <a:lnTo>
                  <a:pt x="1971675" y="2371725"/>
                </a:lnTo>
                <a:close/>
                <a:moveTo>
                  <a:pt x="3448050" y="2362200"/>
                </a:moveTo>
                <a:lnTo>
                  <a:pt x="3457575" y="2362200"/>
                </a:lnTo>
                <a:lnTo>
                  <a:pt x="3457575" y="2400300"/>
                </a:lnTo>
                <a:lnTo>
                  <a:pt x="3448050" y="2400300"/>
                </a:lnTo>
                <a:close/>
                <a:moveTo>
                  <a:pt x="2247900" y="2409825"/>
                </a:moveTo>
                <a:lnTo>
                  <a:pt x="2276475" y="2409825"/>
                </a:lnTo>
                <a:lnTo>
                  <a:pt x="2276475" y="2419350"/>
                </a:lnTo>
                <a:lnTo>
                  <a:pt x="2295525" y="2419350"/>
                </a:lnTo>
                <a:lnTo>
                  <a:pt x="2295525" y="2428875"/>
                </a:lnTo>
                <a:lnTo>
                  <a:pt x="2305050" y="2428875"/>
                </a:lnTo>
                <a:lnTo>
                  <a:pt x="2305050" y="2438400"/>
                </a:lnTo>
                <a:lnTo>
                  <a:pt x="2295525" y="2438400"/>
                </a:lnTo>
                <a:lnTo>
                  <a:pt x="2295525" y="2457450"/>
                </a:lnTo>
                <a:lnTo>
                  <a:pt x="2343150" y="2457450"/>
                </a:lnTo>
                <a:lnTo>
                  <a:pt x="2343150" y="2466975"/>
                </a:lnTo>
                <a:lnTo>
                  <a:pt x="2286000" y="2466975"/>
                </a:lnTo>
                <a:lnTo>
                  <a:pt x="2286000" y="2457450"/>
                </a:lnTo>
                <a:lnTo>
                  <a:pt x="2266950" y="2457450"/>
                </a:lnTo>
                <a:lnTo>
                  <a:pt x="2266950" y="2438400"/>
                </a:lnTo>
                <a:lnTo>
                  <a:pt x="2257425" y="2438400"/>
                </a:lnTo>
                <a:lnTo>
                  <a:pt x="2257425" y="2428875"/>
                </a:lnTo>
                <a:lnTo>
                  <a:pt x="2266950" y="2428875"/>
                </a:lnTo>
                <a:lnTo>
                  <a:pt x="2266950" y="2419350"/>
                </a:lnTo>
                <a:lnTo>
                  <a:pt x="2247900" y="2419350"/>
                </a:lnTo>
                <a:close/>
                <a:moveTo>
                  <a:pt x="1524000" y="2419350"/>
                </a:moveTo>
                <a:lnTo>
                  <a:pt x="1533525" y="2419350"/>
                </a:lnTo>
                <a:lnTo>
                  <a:pt x="1533525" y="2428875"/>
                </a:lnTo>
                <a:lnTo>
                  <a:pt x="1524000" y="2428875"/>
                </a:lnTo>
                <a:close/>
                <a:moveTo>
                  <a:pt x="1571625" y="2419350"/>
                </a:moveTo>
                <a:lnTo>
                  <a:pt x="1581150" y="2419350"/>
                </a:lnTo>
                <a:lnTo>
                  <a:pt x="1581150" y="2438400"/>
                </a:lnTo>
                <a:lnTo>
                  <a:pt x="1571625" y="2438400"/>
                </a:lnTo>
                <a:close/>
                <a:moveTo>
                  <a:pt x="1619250" y="2419350"/>
                </a:moveTo>
                <a:lnTo>
                  <a:pt x="1638300" y="2419350"/>
                </a:lnTo>
                <a:lnTo>
                  <a:pt x="1638300" y="2428875"/>
                </a:lnTo>
                <a:lnTo>
                  <a:pt x="1628775" y="2428875"/>
                </a:lnTo>
                <a:lnTo>
                  <a:pt x="1628775" y="2457450"/>
                </a:lnTo>
                <a:lnTo>
                  <a:pt x="1609725" y="2457450"/>
                </a:lnTo>
                <a:lnTo>
                  <a:pt x="1609725" y="2466975"/>
                </a:lnTo>
                <a:lnTo>
                  <a:pt x="1581150" y="2466975"/>
                </a:lnTo>
                <a:lnTo>
                  <a:pt x="1581150" y="2447925"/>
                </a:lnTo>
                <a:lnTo>
                  <a:pt x="1600200" y="2447925"/>
                </a:lnTo>
                <a:lnTo>
                  <a:pt x="1600200" y="2438400"/>
                </a:lnTo>
                <a:lnTo>
                  <a:pt x="1609725" y="2438400"/>
                </a:lnTo>
                <a:lnTo>
                  <a:pt x="1609725" y="2428875"/>
                </a:lnTo>
                <a:lnTo>
                  <a:pt x="1619250" y="2428875"/>
                </a:lnTo>
                <a:close/>
                <a:moveTo>
                  <a:pt x="1647825" y="2419350"/>
                </a:moveTo>
                <a:lnTo>
                  <a:pt x="1657350" y="2419350"/>
                </a:lnTo>
                <a:lnTo>
                  <a:pt x="1657350" y="2428875"/>
                </a:lnTo>
                <a:lnTo>
                  <a:pt x="1647825" y="2428875"/>
                </a:lnTo>
                <a:close/>
                <a:moveTo>
                  <a:pt x="2238375" y="2419350"/>
                </a:moveTo>
                <a:lnTo>
                  <a:pt x="2247900" y="2419350"/>
                </a:lnTo>
                <a:lnTo>
                  <a:pt x="2247900" y="2428875"/>
                </a:lnTo>
                <a:lnTo>
                  <a:pt x="2238375" y="2428875"/>
                </a:lnTo>
                <a:close/>
                <a:moveTo>
                  <a:pt x="2314575" y="2419350"/>
                </a:moveTo>
                <a:lnTo>
                  <a:pt x="2333625" y="2419350"/>
                </a:lnTo>
                <a:lnTo>
                  <a:pt x="2333625" y="2428875"/>
                </a:lnTo>
                <a:lnTo>
                  <a:pt x="2314575" y="2428875"/>
                </a:lnTo>
                <a:close/>
                <a:moveTo>
                  <a:pt x="1295400" y="2428875"/>
                </a:moveTo>
                <a:lnTo>
                  <a:pt x="1323975" y="2428875"/>
                </a:lnTo>
                <a:lnTo>
                  <a:pt x="1323975" y="2466975"/>
                </a:lnTo>
                <a:lnTo>
                  <a:pt x="1333500" y="2466975"/>
                </a:lnTo>
                <a:lnTo>
                  <a:pt x="1333500" y="2495550"/>
                </a:lnTo>
                <a:lnTo>
                  <a:pt x="1323975" y="2495550"/>
                </a:lnTo>
                <a:lnTo>
                  <a:pt x="1323975" y="2505075"/>
                </a:lnTo>
                <a:lnTo>
                  <a:pt x="1304925" y="2505075"/>
                </a:lnTo>
                <a:lnTo>
                  <a:pt x="1304925" y="2466975"/>
                </a:lnTo>
                <a:lnTo>
                  <a:pt x="1295400" y="2466975"/>
                </a:lnTo>
                <a:close/>
                <a:moveTo>
                  <a:pt x="1438275" y="2428875"/>
                </a:moveTo>
                <a:lnTo>
                  <a:pt x="1457325" y="2428875"/>
                </a:lnTo>
                <a:lnTo>
                  <a:pt x="1457325" y="2438400"/>
                </a:lnTo>
                <a:lnTo>
                  <a:pt x="1466850" y="2438400"/>
                </a:lnTo>
                <a:lnTo>
                  <a:pt x="1466850" y="2476500"/>
                </a:lnTo>
                <a:lnTo>
                  <a:pt x="1428750" y="2476500"/>
                </a:lnTo>
                <a:lnTo>
                  <a:pt x="1428750" y="2466975"/>
                </a:lnTo>
                <a:lnTo>
                  <a:pt x="1419225" y="2466975"/>
                </a:lnTo>
                <a:lnTo>
                  <a:pt x="1419225" y="2457450"/>
                </a:lnTo>
                <a:lnTo>
                  <a:pt x="1428750" y="2457450"/>
                </a:lnTo>
                <a:lnTo>
                  <a:pt x="1428750" y="2447925"/>
                </a:lnTo>
                <a:lnTo>
                  <a:pt x="1438275" y="2447925"/>
                </a:lnTo>
                <a:close/>
                <a:moveTo>
                  <a:pt x="1533525" y="2428875"/>
                </a:moveTo>
                <a:lnTo>
                  <a:pt x="1543050" y="2428875"/>
                </a:lnTo>
                <a:lnTo>
                  <a:pt x="1543050" y="2457450"/>
                </a:lnTo>
                <a:lnTo>
                  <a:pt x="1562100" y="2457450"/>
                </a:lnTo>
                <a:lnTo>
                  <a:pt x="1562100" y="2466975"/>
                </a:lnTo>
                <a:lnTo>
                  <a:pt x="1543050" y="2466975"/>
                </a:lnTo>
                <a:lnTo>
                  <a:pt x="1543050" y="2476500"/>
                </a:lnTo>
                <a:lnTo>
                  <a:pt x="1533525" y="2476500"/>
                </a:lnTo>
                <a:lnTo>
                  <a:pt x="1533525" y="2486025"/>
                </a:lnTo>
                <a:lnTo>
                  <a:pt x="1524000" y="2486025"/>
                </a:lnTo>
                <a:lnTo>
                  <a:pt x="1524000" y="2466975"/>
                </a:lnTo>
                <a:lnTo>
                  <a:pt x="1533525" y="2466975"/>
                </a:lnTo>
                <a:lnTo>
                  <a:pt x="1533525" y="2447925"/>
                </a:lnTo>
                <a:lnTo>
                  <a:pt x="1524000" y="2447925"/>
                </a:lnTo>
                <a:lnTo>
                  <a:pt x="1524000" y="2438400"/>
                </a:lnTo>
                <a:lnTo>
                  <a:pt x="1533525" y="2438400"/>
                </a:lnTo>
                <a:close/>
                <a:moveTo>
                  <a:pt x="2352675" y="2428875"/>
                </a:moveTo>
                <a:lnTo>
                  <a:pt x="2362200" y="2428875"/>
                </a:lnTo>
                <a:lnTo>
                  <a:pt x="2362200" y="2438400"/>
                </a:lnTo>
                <a:lnTo>
                  <a:pt x="2352675" y="2438400"/>
                </a:lnTo>
                <a:close/>
                <a:moveTo>
                  <a:pt x="2400300" y="2428875"/>
                </a:moveTo>
                <a:lnTo>
                  <a:pt x="2428875" y="2428875"/>
                </a:lnTo>
                <a:lnTo>
                  <a:pt x="2428875" y="2438400"/>
                </a:lnTo>
                <a:lnTo>
                  <a:pt x="2419350" y="2438400"/>
                </a:lnTo>
                <a:lnTo>
                  <a:pt x="2419350" y="2466975"/>
                </a:lnTo>
                <a:lnTo>
                  <a:pt x="2409825" y="2466975"/>
                </a:lnTo>
                <a:lnTo>
                  <a:pt x="2409825" y="2447925"/>
                </a:lnTo>
                <a:lnTo>
                  <a:pt x="2400300" y="2447925"/>
                </a:lnTo>
                <a:lnTo>
                  <a:pt x="2400300" y="2466975"/>
                </a:lnTo>
                <a:lnTo>
                  <a:pt x="2371725" y="2466975"/>
                </a:lnTo>
                <a:lnTo>
                  <a:pt x="2371725" y="2457450"/>
                </a:lnTo>
                <a:lnTo>
                  <a:pt x="2390775" y="2457450"/>
                </a:lnTo>
                <a:lnTo>
                  <a:pt x="2390775" y="2438400"/>
                </a:lnTo>
                <a:lnTo>
                  <a:pt x="2400300" y="2438400"/>
                </a:lnTo>
                <a:close/>
                <a:moveTo>
                  <a:pt x="3438525" y="2428875"/>
                </a:moveTo>
                <a:lnTo>
                  <a:pt x="3448050" y="2428875"/>
                </a:lnTo>
                <a:lnTo>
                  <a:pt x="3448050" y="2466975"/>
                </a:lnTo>
                <a:lnTo>
                  <a:pt x="3438525" y="2466975"/>
                </a:lnTo>
                <a:close/>
                <a:moveTo>
                  <a:pt x="1381125" y="2438400"/>
                </a:moveTo>
                <a:lnTo>
                  <a:pt x="1409700" y="2438400"/>
                </a:lnTo>
                <a:lnTo>
                  <a:pt x="1409700" y="2447925"/>
                </a:lnTo>
                <a:lnTo>
                  <a:pt x="1381125" y="2447925"/>
                </a:lnTo>
                <a:close/>
                <a:moveTo>
                  <a:pt x="2171700" y="2438400"/>
                </a:moveTo>
                <a:lnTo>
                  <a:pt x="2181225" y="2438400"/>
                </a:lnTo>
                <a:lnTo>
                  <a:pt x="2181225" y="2466975"/>
                </a:lnTo>
                <a:lnTo>
                  <a:pt x="2171700" y="2466975"/>
                </a:lnTo>
                <a:close/>
                <a:moveTo>
                  <a:pt x="2238375" y="2438400"/>
                </a:moveTo>
                <a:lnTo>
                  <a:pt x="2247900" y="2438400"/>
                </a:lnTo>
                <a:lnTo>
                  <a:pt x="2247900" y="2447925"/>
                </a:lnTo>
                <a:lnTo>
                  <a:pt x="2238375" y="2447925"/>
                </a:lnTo>
                <a:close/>
                <a:moveTo>
                  <a:pt x="2371725" y="2438400"/>
                </a:moveTo>
                <a:lnTo>
                  <a:pt x="2381250" y="2438400"/>
                </a:lnTo>
                <a:lnTo>
                  <a:pt x="2381250" y="2447925"/>
                </a:lnTo>
                <a:lnTo>
                  <a:pt x="2371725" y="2447925"/>
                </a:lnTo>
                <a:close/>
                <a:moveTo>
                  <a:pt x="1828800" y="2447925"/>
                </a:moveTo>
                <a:lnTo>
                  <a:pt x="1838325" y="2447925"/>
                </a:lnTo>
                <a:lnTo>
                  <a:pt x="1838325" y="2476500"/>
                </a:lnTo>
                <a:lnTo>
                  <a:pt x="1828800" y="2476500"/>
                </a:lnTo>
                <a:close/>
                <a:moveTo>
                  <a:pt x="2438400" y="2447925"/>
                </a:moveTo>
                <a:lnTo>
                  <a:pt x="2466975" y="2447925"/>
                </a:lnTo>
                <a:lnTo>
                  <a:pt x="2466975" y="2457450"/>
                </a:lnTo>
                <a:lnTo>
                  <a:pt x="2438400" y="2457450"/>
                </a:lnTo>
                <a:close/>
                <a:moveTo>
                  <a:pt x="2476500" y="2447925"/>
                </a:moveTo>
                <a:lnTo>
                  <a:pt x="2505075" y="2447925"/>
                </a:lnTo>
                <a:lnTo>
                  <a:pt x="2505075" y="2457450"/>
                </a:lnTo>
                <a:lnTo>
                  <a:pt x="2476500" y="2457450"/>
                </a:lnTo>
                <a:close/>
                <a:moveTo>
                  <a:pt x="247650" y="2457450"/>
                </a:moveTo>
                <a:lnTo>
                  <a:pt x="257175" y="2457450"/>
                </a:lnTo>
                <a:lnTo>
                  <a:pt x="257175" y="2505075"/>
                </a:lnTo>
                <a:lnTo>
                  <a:pt x="247650" y="2505075"/>
                </a:lnTo>
                <a:close/>
                <a:moveTo>
                  <a:pt x="1628775" y="2457450"/>
                </a:moveTo>
                <a:lnTo>
                  <a:pt x="1647825" y="2457450"/>
                </a:lnTo>
                <a:lnTo>
                  <a:pt x="1647825" y="2466975"/>
                </a:lnTo>
                <a:lnTo>
                  <a:pt x="1628775" y="2466975"/>
                </a:lnTo>
                <a:close/>
                <a:moveTo>
                  <a:pt x="2505075" y="2457450"/>
                </a:moveTo>
                <a:lnTo>
                  <a:pt x="2514600" y="2457450"/>
                </a:lnTo>
                <a:lnTo>
                  <a:pt x="2514600" y="2486025"/>
                </a:lnTo>
                <a:lnTo>
                  <a:pt x="2505075" y="2486025"/>
                </a:lnTo>
                <a:close/>
                <a:moveTo>
                  <a:pt x="2562225" y="2457450"/>
                </a:moveTo>
                <a:lnTo>
                  <a:pt x="2581275" y="2457450"/>
                </a:lnTo>
                <a:lnTo>
                  <a:pt x="2581275" y="2466975"/>
                </a:lnTo>
                <a:lnTo>
                  <a:pt x="2600325" y="2466975"/>
                </a:lnTo>
                <a:lnTo>
                  <a:pt x="2600325" y="2476500"/>
                </a:lnTo>
                <a:lnTo>
                  <a:pt x="2581275" y="2476500"/>
                </a:lnTo>
                <a:lnTo>
                  <a:pt x="2581275" y="2486025"/>
                </a:lnTo>
                <a:lnTo>
                  <a:pt x="2590800" y="2486025"/>
                </a:lnTo>
                <a:lnTo>
                  <a:pt x="2590800" y="2495550"/>
                </a:lnTo>
                <a:lnTo>
                  <a:pt x="2552700" y="2495550"/>
                </a:lnTo>
                <a:lnTo>
                  <a:pt x="2552700" y="2466975"/>
                </a:lnTo>
                <a:lnTo>
                  <a:pt x="2562225" y="2466975"/>
                </a:lnTo>
                <a:close/>
                <a:moveTo>
                  <a:pt x="2400300" y="2466975"/>
                </a:moveTo>
                <a:lnTo>
                  <a:pt x="2409825" y="2466975"/>
                </a:lnTo>
                <a:lnTo>
                  <a:pt x="2409825" y="2476500"/>
                </a:lnTo>
                <a:lnTo>
                  <a:pt x="2400300" y="2476500"/>
                </a:lnTo>
                <a:close/>
                <a:moveTo>
                  <a:pt x="2419350" y="2466975"/>
                </a:moveTo>
                <a:lnTo>
                  <a:pt x="2457450" y="2466975"/>
                </a:lnTo>
                <a:lnTo>
                  <a:pt x="2457450" y="2486025"/>
                </a:lnTo>
                <a:lnTo>
                  <a:pt x="2438400" y="2486025"/>
                </a:lnTo>
                <a:lnTo>
                  <a:pt x="2438400" y="2476500"/>
                </a:lnTo>
                <a:lnTo>
                  <a:pt x="2419350" y="2476500"/>
                </a:lnTo>
                <a:close/>
                <a:moveTo>
                  <a:pt x="2619375" y="2466975"/>
                </a:moveTo>
                <a:lnTo>
                  <a:pt x="2628900" y="2466975"/>
                </a:lnTo>
                <a:lnTo>
                  <a:pt x="2628900" y="2476500"/>
                </a:lnTo>
                <a:lnTo>
                  <a:pt x="2619375" y="2476500"/>
                </a:lnTo>
                <a:close/>
                <a:moveTo>
                  <a:pt x="2657475" y="2466975"/>
                </a:moveTo>
                <a:lnTo>
                  <a:pt x="2676525" y="2466975"/>
                </a:lnTo>
                <a:lnTo>
                  <a:pt x="2676525" y="2476500"/>
                </a:lnTo>
                <a:lnTo>
                  <a:pt x="2724150" y="2476500"/>
                </a:lnTo>
                <a:lnTo>
                  <a:pt x="2724150" y="2486025"/>
                </a:lnTo>
                <a:lnTo>
                  <a:pt x="2752725" y="2486025"/>
                </a:lnTo>
                <a:lnTo>
                  <a:pt x="2752725" y="2495550"/>
                </a:lnTo>
                <a:lnTo>
                  <a:pt x="2743200" y="2495550"/>
                </a:lnTo>
                <a:lnTo>
                  <a:pt x="2743200" y="2505075"/>
                </a:lnTo>
                <a:lnTo>
                  <a:pt x="2724150" y="2505075"/>
                </a:lnTo>
                <a:lnTo>
                  <a:pt x="2724150" y="2495550"/>
                </a:lnTo>
                <a:lnTo>
                  <a:pt x="2714625" y="2495550"/>
                </a:lnTo>
                <a:lnTo>
                  <a:pt x="2714625" y="2486025"/>
                </a:lnTo>
                <a:lnTo>
                  <a:pt x="2657475" y="2486025"/>
                </a:lnTo>
                <a:close/>
                <a:moveTo>
                  <a:pt x="1371600" y="2476500"/>
                </a:moveTo>
                <a:lnTo>
                  <a:pt x="1400175" y="2476500"/>
                </a:lnTo>
                <a:lnTo>
                  <a:pt x="1400175" y="2495550"/>
                </a:lnTo>
                <a:lnTo>
                  <a:pt x="1381125" y="2495550"/>
                </a:lnTo>
                <a:lnTo>
                  <a:pt x="1381125" y="2486025"/>
                </a:lnTo>
                <a:lnTo>
                  <a:pt x="1371600" y="2486025"/>
                </a:lnTo>
                <a:close/>
                <a:moveTo>
                  <a:pt x="2466975" y="2476500"/>
                </a:moveTo>
                <a:lnTo>
                  <a:pt x="2495550" y="2476500"/>
                </a:lnTo>
                <a:lnTo>
                  <a:pt x="2495550" y="2486025"/>
                </a:lnTo>
                <a:lnTo>
                  <a:pt x="2505075" y="2486025"/>
                </a:lnTo>
                <a:lnTo>
                  <a:pt x="2505075" y="2495550"/>
                </a:lnTo>
                <a:lnTo>
                  <a:pt x="2486025" y="2495550"/>
                </a:lnTo>
                <a:lnTo>
                  <a:pt x="2486025" y="2486025"/>
                </a:lnTo>
                <a:lnTo>
                  <a:pt x="2466975" y="2486025"/>
                </a:lnTo>
                <a:close/>
                <a:moveTo>
                  <a:pt x="2628900" y="2476500"/>
                </a:moveTo>
                <a:lnTo>
                  <a:pt x="2638425" y="2476500"/>
                </a:lnTo>
                <a:lnTo>
                  <a:pt x="2638425" y="2486025"/>
                </a:lnTo>
                <a:lnTo>
                  <a:pt x="2628900" y="2486025"/>
                </a:lnTo>
                <a:close/>
                <a:moveTo>
                  <a:pt x="1895475" y="2495550"/>
                </a:moveTo>
                <a:lnTo>
                  <a:pt x="1914525" y="2495550"/>
                </a:lnTo>
                <a:lnTo>
                  <a:pt x="1914525" y="2543175"/>
                </a:lnTo>
                <a:lnTo>
                  <a:pt x="1924050" y="2543175"/>
                </a:lnTo>
                <a:lnTo>
                  <a:pt x="1924050" y="2552700"/>
                </a:lnTo>
                <a:lnTo>
                  <a:pt x="1943100" y="2552700"/>
                </a:lnTo>
                <a:lnTo>
                  <a:pt x="1943100" y="2571750"/>
                </a:lnTo>
                <a:lnTo>
                  <a:pt x="1952625" y="2571750"/>
                </a:lnTo>
                <a:lnTo>
                  <a:pt x="1952625" y="2581275"/>
                </a:lnTo>
                <a:lnTo>
                  <a:pt x="1981200" y="2581275"/>
                </a:lnTo>
                <a:lnTo>
                  <a:pt x="1981200" y="2590800"/>
                </a:lnTo>
                <a:lnTo>
                  <a:pt x="1962150" y="2590800"/>
                </a:lnTo>
                <a:lnTo>
                  <a:pt x="1962150" y="2600325"/>
                </a:lnTo>
                <a:lnTo>
                  <a:pt x="1952625" y="2600325"/>
                </a:lnTo>
                <a:lnTo>
                  <a:pt x="1952625" y="2609850"/>
                </a:lnTo>
                <a:lnTo>
                  <a:pt x="1933575" y="2609850"/>
                </a:lnTo>
                <a:lnTo>
                  <a:pt x="1933575" y="2619375"/>
                </a:lnTo>
                <a:lnTo>
                  <a:pt x="1924050" y="2619375"/>
                </a:lnTo>
                <a:lnTo>
                  <a:pt x="1924050" y="2562225"/>
                </a:lnTo>
                <a:lnTo>
                  <a:pt x="1905000" y="2562225"/>
                </a:lnTo>
                <a:lnTo>
                  <a:pt x="1905000" y="2543175"/>
                </a:lnTo>
                <a:lnTo>
                  <a:pt x="1895475" y="2543175"/>
                </a:lnTo>
                <a:close/>
                <a:moveTo>
                  <a:pt x="2609850" y="2495550"/>
                </a:moveTo>
                <a:lnTo>
                  <a:pt x="2638425" y="2495550"/>
                </a:lnTo>
                <a:lnTo>
                  <a:pt x="2638425" y="2505075"/>
                </a:lnTo>
                <a:lnTo>
                  <a:pt x="2609850" y="2505075"/>
                </a:lnTo>
                <a:close/>
                <a:moveTo>
                  <a:pt x="3429000" y="2495550"/>
                </a:moveTo>
                <a:lnTo>
                  <a:pt x="3438525" y="2495550"/>
                </a:lnTo>
                <a:lnTo>
                  <a:pt x="3438525" y="2533650"/>
                </a:lnTo>
                <a:lnTo>
                  <a:pt x="3429000" y="2533650"/>
                </a:lnTo>
                <a:close/>
                <a:moveTo>
                  <a:pt x="2638425" y="2505075"/>
                </a:moveTo>
                <a:lnTo>
                  <a:pt x="2667000" y="2505075"/>
                </a:lnTo>
                <a:lnTo>
                  <a:pt x="2667000" y="2514600"/>
                </a:lnTo>
                <a:lnTo>
                  <a:pt x="2638425" y="2514600"/>
                </a:lnTo>
                <a:close/>
                <a:moveTo>
                  <a:pt x="2714625" y="2505075"/>
                </a:moveTo>
                <a:lnTo>
                  <a:pt x="2724150" y="2505075"/>
                </a:lnTo>
                <a:lnTo>
                  <a:pt x="2724150" y="2514600"/>
                </a:lnTo>
                <a:lnTo>
                  <a:pt x="2743200" y="2514600"/>
                </a:lnTo>
                <a:lnTo>
                  <a:pt x="2743200" y="2524125"/>
                </a:lnTo>
                <a:lnTo>
                  <a:pt x="2714625" y="2524125"/>
                </a:lnTo>
                <a:close/>
                <a:moveTo>
                  <a:pt x="190500" y="2514600"/>
                </a:moveTo>
                <a:lnTo>
                  <a:pt x="200025" y="2514600"/>
                </a:lnTo>
                <a:lnTo>
                  <a:pt x="200025" y="2600325"/>
                </a:lnTo>
                <a:lnTo>
                  <a:pt x="190500" y="2600325"/>
                </a:lnTo>
                <a:close/>
                <a:moveTo>
                  <a:pt x="2238375" y="2514600"/>
                </a:moveTo>
                <a:lnTo>
                  <a:pt x="2247900" y="2514600"/>
                </a:lnTo>
                <a:lnTo>
                  <a:pt x="2247900" y="2524125"/>
                </a:lnTo>
                <a:lnTo>
                  <a:pt x="2276475" y="2524125"/>
                </a:lnTo>
                <a:lnTo>
                  <a:pt x="2276475" y="2514600"/>
                </a:lnTo>
                <a:lnTo>
                  <a:pt x="2286000" y="2514600"/>
                </a:lnTo>
                <a:lnTo>
                  <a:pt x="2286000" y="2524125"/>
                </a:lnTo>
                <a:lnTo>
                  <a:pt x="2295525" y="2524125"/>
                </a:lnTo>
                <a:lnTo>
                  <a:pt x="2295525" y="2533650"/>
                </a:lnTo>
                <a:lnTo>
                  <a:pt x="2343150" y="2533650"/>
                </a:lnTo>
                <a:lnTo>
                  <a:pt x="2343150" y="2543175"/>
                </a:lnTo>
                <a:lnTo>
                  <a:pt x="2400300" y="2543175"/>
                </a:lnTo>
                <a:lnTo>
                  <a:pt x="2400300" y="2552700"/>
                </a:lnTo>
                <a:lnTo>
                  <a:pt x="2409825" y="2552700"/>
                </a:lnTo>
                <a:lnTo>
                  <a:pt x="2409825" y="2543175"/>
                </a:lnTo>
                <a:lnTo>
                  <a:pt x="2438400" y="2543175"/>
                </a:lnTo>
                <a:lnTo>
                  <a:pt x="2438400" y="2552700"/>
                </a:lnTo>
                <a:lnTo>
                  <a:pt x="2495550" y="2552700"/>
                </a:lnTo>
                <a:lnTo>
                  <a:pt x="2495550" y="2562225"/>
                </a:lnTo>
                <a:lnTo>
                  <a:pt x="2505075" y="2562225"/>
                </a:lnTo>
                <a:lnTo>
                  <a:pt x="2505075" y="2581275"/>
                </a:lnTo>
                <a:lnTo>
                  <a:pt x="2495550" y="2581275"/>
                </a:lnTo>
                <a:lnTo>
                  <a:pt x="2495550" y="2590800"/>
                </a:lnTo>
                <a:lnTo>
                  <a:pt x="2447925" y="2590800"/>
                </a:lnTo>
                <a:lnTo>
                  <a:pt x="2447925" y="2581275"/>
                </a:lnTo>
                <a:lnTo>
                  <a:pt x="2428875" y="2581275"/>
                </a:lnTo>
                <a:lnTo>
                  <a:pt x="2428875" y="2571750"/>
                </a:lnTo>
                <a:lnTo>
                  <a:pt x="2419350" y="2571750"/>
                </a:lnTo>
                <a:lnTo>
                  <a:pt x="2419350" y="2581275"/>
                </a:lnTo>
                <a:lnTo>
                  <a:pt x="2409825" y="2581275"/>
                </a:lnTo>
                <a:lnTo>
                  <a:pt x="2409825" y="2571750"/>
                </a:lnTo>
                <a:lnTo>
                  <a:pt x="2390775" y="2571750"/>
                </a:lnTo>
                <a:lnTo>
                  <a:pt x="2390775" y="2562225"/>
                </a:lnTo>
                <a:lnTo>
                  <a:pt x="2381250" y="2562225"/>
                </a:lnTo>
                <a:lnTo>
                  <a:pt x="2381250" y="2571750"/>
                </a:lnTo>
                <a:lnTo>
                  <a:pt x="2343150" y="2571750"/>
                </a:lnTo>
                <a:lnTo>
                  <a:pt x="2343150" y="2562225"/>
                </a:lnTo>
                <a:lnTo>
                  <a:pt x="2324100" y="2562225"/>
                </a:lnTo>
                <a:lnTo>
                  <a:pt x="2324100" y="2552700"/>
                </a:lnTo>
                <a:lnTo>
                  <a:pt x="2295525" y="2552700"/>
                </a:lnTo>
                <a:lnTo>
                  <a:pt x="2295525" y="2562225"/>
                </a:lnTo>
                <a:lnTo>
                  <a:pt x="2257425" y="2562225"/>
                </a:lnTo>
                <a:lnTo>
                  <a:pt x="2257425" y="2552700"/>
                </a:lnTo>
                <a:lnTo>
                  <a:pt x="2238375" y="2552700"/>
                </a:lnTo>
                <a:lnTo>
                  <a:pt x="2238375" y="2543175"/>
                </a:lnTo>
                <a:lnTo>
                  <a:pt x="2228850" y="2543175"/>
                </a:lnTo>
                <a:lnTo>
                  <a:pt x="2228850" y="2524125"/>
                </a:lnTo>
                <a:lnTo>
                  <a:pt x="2238375" y="2524125"/>
                </a:lnTo>
                <a:close/>
                <a:moveTo>
                  <a:pt x="2676525" y="2514600"/>
                </a:moveTo>
                <a:lnTo>
                  <a:pt x="2695575" y="2514600"/>
                </a:lnTo>
                <a:lnTo>
                  <a:pt x="2695575" y="2524125"/>
                </a:lnTo>
                <a:lnTo>
                  <a:pt x="2676525" y="2524125"/>
                </a:lnTo>
                <a:close/>
                <a:moveTo>
                  <a:pt x="2038350" y="2524125"/>
                </a:moveTo>
                <a:lnTo>
                  <a:pt x="2057400" y="2524125"/>
                </a:lnTo>
                <a:lnTo>
                  <a:pt x="2057400" y="2533650"/>
                </a:lnTo>
                <a:lnTo>
                  <a:pt x="2076450" y="2533650"/>
                </a:lnTo>
                <a:lnTo>
                  <a:pt x="2076450" y="2543175"/>
                </a:lnTo>
                <a:lnTo>
                  <a:pt x="2038350" y="2543175"/>
                </a:lnTo>
                <a:close/>
                <a:moveTo>
                  <a:pt x="2162175" y="2533650"/>
                </a:moveTo>
                <a:lnTo>
                  <a:pt x="2171700" y="2533650"/>
                </a:lnTo>
                <a:lnTo>
                  <a:pt x="2171700" y="2552700"/>
                </a:lnTo>
                <a:lnTo>
                  <a:pt x="2162175" y="2552700"/>
                </a:lnTo>
                <a:close/>
                <a:moveTo>
                  <a:pt x="2981325" y="2552700"/>
                </a:moveTo>
                <a:lnTo>
                  <a:pt x="3009900" y="2552700"/>
                </a:lnTo>
                <a:lnTo>
                  <a:pt x="3009900" y="2562225"/>
                </a:lnTo>
                <a:lnTo>
                  <a:pt x="3028950" y="2562225"/>
                </a:lnTo>
                <a:lnTo>
                  <a:pt x="3028950" y="2571750"/>
                </a:lnTo>
                <a:lnTo>
                  <a:pt x="3000375" y="2571750"/>
                </a:lnTo>
                <a:lnTo>
                  <a:pt x="3000375" y="2562225"/>
                </a:lnTo>
                <a:lnTo>
                  <a:pt x="2981325" y="2562225"/>
                </a:lnTo>
                <a:close/>
                <a:moveTo>
                  <a:pt x="2971800" y="2562225"/>
                </a:moveTo>
                <a:lnTo>
                  <a:pt x="2981325" y="2562225"/>
                </a:lnTo>
                <a:lnTo>
                  <a:pt x="2981325" y="2571750"/>
                </a:lnTo>
                <a:lnTo>
                  <a:pt x="2990850" y="2571750"/>
                </a:lnTo>
                <a:lnTo>
                  <a:pt x="2990850" y="2581275"/>
                </a:lnTo>
                <a:lnTo>
                  <a:pt x="2981325" y="2581275"/>
                </a:lnTo>
                <a:lnTo>
                  <a:pt x="2981325" y="2590800"/>
                </a:lnTo>
                <a:lnTo>
                  <a:pt x="2990850" y="2590800"/>
                </a:lnTo>
                <a:lnTo>
                  <a:pt x="2990850" y="2600325"/>
                </a:lnTo>
                <a:lnTo>
                  <a:pt x="3028950" y="2600325"/>
                </a:lnTo>
                <a:lnTo>
                  <a:pt x="3028950" y="2609850"/>
                </a:lnTo>
                <a:lnTo>
                  <a:pt x="2981325" y="2609850"/>
                </a:lnTo>
                <a:lnTo>
                  <a:pt x="2981325" y="2600325"/>
                </a:lnTo>
                <a:lnTo>
                  <a:pt x="2971800" y="2600325"/>
                </a:lnTo>
                <a:close/>
                <a:moveTo>
                  <a:pt x="3419475" y="2562225"/>
                </a:moveTo>
                <a:lnTo>
                  <a:pt x="3429000" y="2562225"/>
                </a:lnTo>
                <a:lnTo>
                  <a:pt x="3429000" y="2609850"/>
                </a:lnTo>
                <a:lnTo>
                  <a:pt x="3419475" y="2609850"/>
                </a:lnTo>
                <a:close/>
                <a:moveTo>
                  <a:pt x="1838325" y="2571750"/>
                </a:moveTo>
                <a:lnTo>
                  <a:pt x="1847850" y="2571750"/>
                </a:lnTo>
                <a:lnTo>
                  <a:pt x="1847850" y="2590800"/>
                </a:lnTo>
                <a:lnTo>
                  <a:pt x="1838325" y="2590800"/>
                </a:lnTo>
                <a:close/>
                <a:moveTo>
                  <a:pt x="3038475" y="2571750"/>
                </a:moveTo>
                <a:lnTo>
                  <a:pt x="3067050" y="2571750"/>
                </a:lnTo>
                <a:lnTo>
                  <a:pt x="3067050" y="2590800"/>
                </a:lnTo>
                <a:lnTo>
                  <a:pt x="3057525" y="2590800"/>
                </a:lnTo>
                <a:lnTo>
                  <a:pt x="3057525" y="2581275"/>
                </a:lnTo>
                <a:lnTo>
                  <a:pt x="3038475" y="2581275"/>
                </a:lnTo>
                <a:close/>
                <a:moveTo>
                  <a:pt x="3095625" y="2571750"/>
                </a:moveTo>
                <a:lnTo>
                  <a:pt x="3105150" y="2571750"/>
                </a:lnTo>
                <a:lnTo>
                  <a:pt x="3105150" y="2581275"/>
                </a:lnTo>
                <a:lnTo>
                  <a:pt x="3095625" y="2581275"/>
                </a:lnTo>
                <a:close/>
                <a:moveTo>
                  <a:pt x="3114675" y="2571750"/>
                </a:moveTo>
                <a:lnTo>
                  <a:pt x="3124200" y="2571750"/>
                </a:lnTo>
                <a:lnTo>
                  <a:pt x="3124200" y="2581275"/>
                </a:lnTo>
                <a:lnTo>
                  <a:pt x="3114675" y="2581275"/>
                </a:lnTo>
                <a:close/>
                <a:moveTo>
                  <a:pt x="2152650" y="2581275"/>
                </a:moveTo>
                <a:lnTo>
                  <a:pt x="2162175" y="2581275"/>
                </a:lnTo>
                <a:lnTo>
                  <a:pt x="2162175" y="2590800"/>
                </a:lnTo>
                <a:lnTo>
                  <a:pt x="2152650" y="2590800"/>
                </a:lnTo>
                <a:close/>
                <a:moveTo>
                  <a:pt x="2476500" y="2581275"/>
                </a:moveTo>
                <a:lnTo>
                  <a:pt x="2486025" y="2581275"/>
                </a:lnTo>
                <a:lnTo>
                  <a:pt x="2486025" y="2571750"/>
                </a:lnTo>
                <a:lnTo>
                  <a:pt x="2476500" y="2571750"/>
                </a:lnTo>
                <a:close/>
                <a:moveTo>
                  <a:pt x="3076575" y="2581275"/>
                </a:moveTo>
                <a:lnTo>
                  <a:pt x="3086100" y="2581275"/>
                </a:lnTo>
                <a:lnTo>
                  <a:pt x="3086100" y="2590800"/>
                </a:lnTo>
                <a:lnTo>
                  <a:pt x="3076575" y="2590800"/>
                </a:lnTo>
                <a:close/>
                <a:moveTo>
                  <a:pt x="3124200" y="2581275"/>
                </a:moveTo>
                <a:lnTo>
                  <a:pt x="3152775" y="2581275"/>
                </a:lnTo>
                <a:lnTo>
                  <a:pt x="3152775" y="2628900"/>
                </a:lnTo>
                <a:lnTo>
                  <a:pt x="3124200" y="2628900"/>
                </a:lnTo>
                <a:lnTo>
                  <a:pt x="3124200" y="2609850"/>
                </a:lnTo>
                <a:lnTo>
                  <a:pt x="3133725" y="2609850"/>
                </a:lnTo>
                <a:lnTo>
                  <a:pt x="3133725" y="2590800"/>
                </a:lnTo>
                <a:lnTo>
                  <a:pt x="3124200" y="2590800"/>
                </a:lnTo>
                <a:close/>
                <a:moveTo>
                  <a:pt x="3190875" y="2581275"/>
                </a:moveTo>
                <a:lnTo>
                  <a:pt x="3209925" y="2581275"/>
                </a:lnTo>
                <a:lnTo>
                  <a:pt x="3209925" y="2590800"/>
                </a:lnTo>
                <a:lnTo>
                  <a:pt x="3190875" y="2590800"/>
                </a:lnTo>
                <a:close/>
                <a:moveTo>
                  <a:pt x="2019300" y="2590800"/>
                </a:moveTo>
                <a:lnTo>
                  <a:pt x="2038350" y="2590800"/>
                </a:lnTo>
                <a:lnTo>
                  <a:pt x="2038350" y="2600325"/>
                </a:lnTo>
                <a:lnTo>
                  <a:pt x="2019300" y="2600325"/>
                </a:lnTo>
                <a:close/>
                <a:moveTo>
                  <a:pt x="2143125" y="2590800"/>
                </a:moveTo>
                <a:lnTo>
                  <a:pt x="2152650" y="2590800"/>
                </a:lnTo>
                <a:lnTo>
                  <a:pt x="2152650" y="2600325"/>
                </a:lnTo>
                <a:lnTo>
                  <a:pt x="2143125" y="2600325"/>
                </a:lnTo>
                <a:close/>
                <a:moveTo>
                  <a:pt x="3181350" y="2590800"/>
                </a:moveTo>
                <a:lnTo>
                  <a:pt x="3190875" y="2590800"/>
                </a:lnTo>
                <a:lnTo>
                  <a:pt x="3190875" y="2600325"/>
                </a:lnTo>
                <a:lnTo>
                  <a:pt x="3209925" y="2600325"/>
                </a:lnTo>
                <a:lnTo>
                  <a:pt x="3209925" y="2609850"/>
                </a:lnTo>
                <a:lnTo>
                  <a:pt x="3190875" y="2609850"/>
                </a:lnTo>
                <a:lnTo>
                  <a:pt x="3190875" y="2619375"/>
                </a:lnTo>
                <a:lnTo>
                  <a:pt x="3209925" y="2619375"/>
                </a:lnTo>
                <a:lnTo>
                  <a:pt x="3209925" y="2628900"/>
                </a:lnTo>
                <a:lnTo>
                  <a:pt x="3181350" y="2628900"/>
                </a:lnTo>
                <a:close/>
                <a:moveTo>
                  <a:pt x="2085975" y="2600325"/>
                </a:moveTo>
                <a:lnTo>
                  <a:pt x="2105025" y="2600325"/>
                </a:lnTo>
                <a:lnTo>
                  <a:pt x="2105025" y="2609850"/>
                </a:lnTo>
                <a:lnTo>
                  <a:pt x="2085975" y="2609850"/>
                </a:lnTo>
                <a:close/>
                <a:moveTo>
                  <a:pt x="2133600" y="2600325"/>
                </a:moveTo>
                <a:lnTo>
                  <a:pt x="2143125" y="2600325"/>
                </a:lnTo>
                <a:lnTo>
                  <a:pt x="2143125" y="2609850"/>
                </a:lnTo>
                <a:lnTo>
                  <a:pt x="2133600" y="2609850"/>
                </a:lnTo>
                <a:close/>
                <a:moveTo>
                  <a:pt x="3038475" y="2600325"/>
                </a:moveTo>
                <a:lnTo>
                  <a:pt x="3048000" y="2600325"/>
                </a:lnTo>
                <a:lnTo>
                  <a:pt x="3048000" y="2609850"/>
                </a:lnTo>
                <a:lnTo>
                  <a:pt x="3038475" y="2609850"/>
                </a:lnTo>
                <a:close/>
                <a:moveTo>
                  <a:pt x="3076575" y="2609850"/>
                </a:moveTo>
                <a:lnTo>
                  <a:pt x="3114675" y="2609850"/>
                </a:lnTo>
                <a:lnTo>
                  <a:pt x="3114675" y="2619375"/>
                </a:lnTo>
                <a:lnTo>
                  <a:pt x="3076575" y="2619375"/>
                </a:lnTo>
                <a:close/>
                <a:moveTo>
                  <a:pt x="1905000" y="2619375"/>
                </a:moveTo>
                <a:lnTo>
                  <a:pt x="1924050" y="2619375"/>
                </a:lnTo>
                <a:lnTo>
                  <a:pt x="1924050" y="2657475"/>
                </a:lnTo>
                <a:lnTo>
                  <a:pt x="1933575" y="2657475"/>
                </a:lnTo>
                <a:lnTo>
                  <a:pt x="1933575" y="2667000"/>
                </a:lnTo>
                <a:lnTo>
                  <a:pt x="1914525" y="2667000"/>
                </a:lnTo>
                <a:lnTo>
                  <a:pt x="1914525" y="2686050"/>
                </a:lnTo>
                <a:lnTo>
                  <a:pt x="1905000" y="2686050"/>
                </a:lnTo>
                <a:close/>
                <a:moveTo>
                  <a:pt x="3409950" y="2638425"/>
                </a:moveTo>
                <a:lnTo>
                  <a:pt x="3419475" y="2638425"/>
                </a:lnTo>
                <a:lnTo>
                  <a:pt x="3419475" y="2676525"/>
                </a:lnTo>
                <a:lnTo>
                  <a:pt x="3409950" y="2676525"/>
                </a:lnTo>
                <a:close/>
                <a:moveTo>
                  <a:pt x="257175" y="2647950"/>
                </a:moveTo>
                <a:lnTo>
                  <a:pt x="266700" y="2647950"/>
                </a:lnTo>
                <a:lnTo>
                  <a:pt x="266700" y="2676525"/>
                </a:lnTo>
                <a:lnTo>
                  <a:pt x="257175" y="2676525"/>
                </a:lnTo>
                <a:close/>
                <a:moveTo>
                  <a:pt x="1962150" y="2647950"/>
                </a:moveTo>
                <a:lnTo>
                  <a:pt x="1990725" y="2647950"/>
                </a:lnTo>
                <a:lnTo>
                  <a:pt x="1990725" y="2657475"/>
                </a:lnTo>
                <a:lnTo>
                  <a:pt x="1962150" y="2657475"/>
                </a:lnTo>
                <a:close/>
                <a:moveTo>
                  <a:pt x="1943100" y="2657475"/>
                </a:moveTo>
                <a:lnTo>
                  <a:pt x="1962150" y="2657475"/>
                </a:lnTo>
                <a:lnTo>
                  <a:pt x="1962150" y="2667000"/>
                </a:lnTo>
                <a:lnTo>
                  <a:pt x="1952625" y="2667000"/>
                </a:lnTo>
                <a:lnTo>
                  <a:pt x="1952625" y="2676525"/>
                </a:lnTo>
                <a:lnTo>
                  <a:pt x="1933575" y="2676525"/>
                </a:lnTo>
                <a:lnTo>
                  <a:pt x="1933575" y="2667000"/>
                </a:lnTo>
                <a:lnTo>
                  <a:pt x="1943100" y="2667000"/>
                </a:lnTo>
                <a:close/>
                <a:moveTo>
                  <a:pt x="2047875" y="2657475"/>
                </a:moveTo>
                <a:lnTo>
                  <a:pt x="2076450" y="2657475"/>
                </a:lnTo>
                <a:lnTo>
                  <a:pt x="2076450" y="2667000"/>
                </a:lnTo>
                <a:lnTo>
                  <a:pt x="2047875" y="2667000"/>
                </a:lnTo>
                <a:close/>
                <a:moveTo>
                  <a:pt x="2114550" y="2667000"/>
                </a:moveTo>
                <a:lnTo>
                  <a:pt x="2124075" y="2667000"/>
                </a:lnTo>
                <a:lnTo>
                  <a:pt x="2124075" y="2676525"/>
                </a:lnTo>
                <a:lnTo>
                  <a:pt x="2114550" y="2676525"/>
                </a:lnTo>
                <a:close/>
                <a:moveTo>
                  <a:pt x="1952625" y="2686050"/>
                </a:moveTo>
                <a:lnTo>
                  <a:pt x="2019300" y="2686050"/>
                </a:lnTo>
                <a:lnTo>
                  <a:pt x="2019300" y="2695575"/>
                </a:lnTo>
                <a:lnTo>
                  <a:pt x="2047875" y="2695575"/>
                </a:lnTo>
                <a:lnTo>
                  <a:pt x="2047875" y="2705100"/>
                </a:lnTo>
                <a:lnTo>
                  <a:pt x="2028825" y="2705100"/>
                </a:lnTo>
                <a:lnTo>
                  <a:pt x="2028825" y="2714625"/>
                </a:lnTo>
                <a:lnTo>
                  <a:pt x="1981200" y="2714625"/>
                </a:lnTo>
                <a:lnTo>
                  <a:pt x="1981200" y="2705100"/>
                </a:lnTo>
                <a:lnTo>
                  <a:pt x="1971675" y="2705100"/>
                </a:lnTo>
                <a:lnTo>
                  <a:pt x="1971675" y="2714625"/>
                </a:lnTo>
                <a:lnTo>
                  <a:pt x="1962150" y="2714625"/>
                </a:lnTo>
                <a:lnTo>
                  <a:pt x="1962150" y="2724150"/>
                </a:lnTo>
                <a:lnTo>
                  <a:pt x="1943100" y="2724150"/>
                </a:lnTo>
                <a:lnTo>
                  <a:pt x="1943100" y="2781300"/>
                </a:lnTo>
                <a:lnTo>
                  <a:pt x="1971675" y="2781300"/>
                </a:lnTo>
                <a:lnTo>
                  <a:pt x="1971675" y="2771775"/>
                </a:lnTo>
                <a:lnTo>
                  <a:pt x="1990725" y="2771775"/>
                </a:lnTo>
                <a:lnTo>
                  <a:pt x="1990725" y="2781300"/>
                </a:lnTo>
                <a:lnTo>
                  <a:pt x="2028825" y="2781300"/>
                </a:lnTo>
                <a:lnTo>
                  <a:pt x="2028825" y="2790825"/>
                </a:lnTo>
                <a:lnTo>
                  <a:pt x="2047875" y="2790825"/>
                </a:lnTo>
                <a:lnTo>
                  <a:pt x="2047875" y="2781300"/>
                </a:lnTo>
                <a:lnTo>
                  <a:pt x="2057400" y="2781300"/>
                </a:lnTo>
                <a:lnTo>
                  <a:pt x="2057400" y="2809875"/>
                </a:lnTo>
                <a:lnTo>
                  <a:pt x="2047875" y="2809875"/>
                </a:lnTo>
                <a:lnTo>
                  <a:pt x="2047875" y="2828925"/>
                </a:lnTo>
                <a:lnTo>
                  <a:pt x="2028825" y="2828925"/>
                </a:lnTo>
                <a:lnTo>
                  <a:pt x="2028825" y="2838450"/>
                </a:lnTo>
                <a:lnTo>
                  <a:pt x="2019300" y="2838450"/>
                </a:lnTo>
                <a:lnTo>
                  <a:pt x="2019300" y="2847975"/>
                </a:lnTo>
                <a:lnTo>
                  <a:pt x="1990725" y="2847975"/>
                </a:lnTo>
                <a:lnTo>
                  <a:pt x="1990725" y="2838450"/>
                </a:lnTo>
                <a:lnTo>
                  <a:pt x="1952625" y="2838450"/>
                </a:lnTo>
                <a:lnTo>
                  <a:pt x="1952625" y="2847975"/>
                </a:lnTo>
                <a:lnTo>
                  <a:pt x="1943100" y="2847975"/>
                </a:lnTo>
                <a:lnTo>
                  <a:pt x="1943100" y="2895600"/>
                </a:lnTo>
                <a:lnTo>
                  <a:pt x="1952625" y="2895600"/>
                </a:lnTo>
                <a:lnTo>
                  <a:pt x="1952625" y="2905125"/>
                </a:lnTo>
                <a:lnTo>
                  <a:pt x="1971675" y="2905125"/>
                </a:lnTo>
                <a:lnTo>
                  <a:pt x="1971675" y="2914650"/>
                </a:lnTo>
                <a:lnTo>
                  <a:pt x="2028825" y="2914650"/>
                </a:lnTo>
                <a:lnTo>
                  <a:pt x="2028825" y="2905125"/>
                </a:lnTo>
                <a:lnTo>
                  <a:pt x="2038350" y="2905125"/>
                </a:lnTo>
                <a:lnTo>
                  <a:pt x="2038350" y="2914650"/>
                </a:lnTo>
                <a:lnTo>
                  <a:pt x="2028825" y="2914650"/>
                </a:lnTo>
                <a:lnTo>
                  <a:pt x="2028825" y="2924175"/>
                </a:lnTo>
                <a:lnTo>
                  <a:pt x="1971675" y="2924175"/>
                </a:lnTo>
                <a:lnTo>
                  <a:pt x="1971675" y="2933700"/>
                </a:lnTo>
                <a:lnTo>
                  <a:pt x="1962150" y="2933700"/>
                </a:lnTo>
                <a:lnTo>
                  <a:pt x="1962150" y="2924175"/>
                </a:lnTo>
                <a:lnTo>
                  <a:pt x="1952625" y="2924175"/>
                </a:lnTo>
                <a:lnTo>
                  <a:pt x="1952625" y="2914650"/>
                </a:lnTo>
                <a:lnTo>
                  <a:pt x="1933575" y="2914650"/>
                </a:lnTo>
                <a:lnTo>
                  <a:pt x="1933575" y="2895600"/>
                </a:lnTo>
                <a:lnTo>
                  <a:pt x="1924050" y="2895600"/>
                </a:lnTo>
                <a:lnTo>
                  <a:pt x="1924050" y="2828925"/>
                </a:lnTo>
                <a:lnTo>
                  <a:pt x="1943100" y="2828925"/>
                </a:lnTo>
                <a:lnTo>
                  <a:pt x="1943100" y="2800350"/>
                </a:lnTo>
                <a:lnTo>
                  <a:pt x="1924050" y="2800350"/>
                </a:lnTo>
                <a:lnTo>
                  <a:pt x="1924050" y="2790825"/>
                </a:lnTo>
                <a:lnTo>
                  <a:pt x="1914525" y="2790825"/>
                </a:lnTo>
                <a:lnTo>
                  <a:pt x="1914525" y="2733675"/>
                </a:lnTo>
                <a:lnTo>
                  <a:pt x="1933575" y="2733675"/>
                </a:lnTo>
                <a:lnTo>
                  <a:pt x="1933575" y="2714625"/>
                </a:lnTo>
                <a:lnTo>
                  <a:pt x="1943100" y="2714625"/>
                </a:lnTo>
                <a:lnTo>
                  <a:pt x="1943100" y="2705100"/>
                </a:lnTo>
                <a:lnTo>
                  <a:pt x="1952625" y="2705100"/>
                </a:lnTo>
                <a:close/>
                <a:moveTo>
                  <a:pt x="200025" y="2695575"/>
                </a:moveTo>
                <a:lnTo>
                  <a:pt x="209550" y="2695575"/>
                </a:lnTo>
                <a:lnTo>
                  <a:pt x="209550" y="2809875"/>
                </a:lnTo>
                <a:lnTo>
                  <a:pt x="200025" y="2809875"/>
                </a:lnTo>
                <a:close/>
                <a:moveTo>
                  <a:pt x="1847850" y="2695575"/>
                </a:moveTo>
                <a:lnTo>
                  <a:pt x="1857375" y="2695575"/>
                </a:lnTo>
                <a:lnTo>
                  <a:pt x="1857375" y="2724150"/>
                </a:lnTo>
                <a:lnTo>
                  <a:pt x="1847850" y="2724150"/>
                </a:lnTo>
                <a:close/>
                <a:moveTo>
                  <a:pt x="2047875" y="2705100"/>
                </a:moveTo>
                <a:lnTo>
                  <a:pt x="2057400" y="2705100"/>
                </a:lnTo>
                <a:lnTo>
                  <a:pt x="2057400" y="2714625"/>
                </a:lnTo>
                <a:lnTo>
                  <a:pt x="2047875" y="2714625"/>
                </a:lnTo>
                <a:close/>
                <a:moveTo>
                  <a:pt x="3400425" y="2705100"/>
                </a:moveTo>
                <a:lnTo>
                  <a:pt x="3409950" y="2705100"/>
                </a:lnTo>
                <a:lnTo>
                  <a:pt x="3409950" y="2743200"/>
                </a:lnTo>
                <a:lnTo>
                  <a:pt x="3400425" y="2743200"/>
                </a:lnTo>
                <a:close/>
                <a:moveTo>
                  <a:pt x="2133600" y="2762250"/>
                </a:moveTo>
                <a:lnTo>
                  <a:pt x="2143125" y="2762250"/>
                </a:lnTo>
                <a:lnTo>
                  <a:pt x="2143125" y="2781300"/>
                </a:lnTo>
                <a:lnTo>
                  <a:pt x="2133600" y="2781300"/>
                </a:lnTo>
                <a:close/>
                <a:moveTo>
                  <a:pt x="2200275" y="2762250"/>
                </a:moveTo>
                <a:lnTo>
                  <a:pt x="2209800" y="2762250"/>
                </a:lnTo>
                <a:lnTo>
                  <a:pt x="2209800" y="2790825"/>
                </a:lnTo>
                <a:lnTo>
                  <a:pt x="2200275" y="2790825"/>
                </a:lnTo>
                <a:close/>
                <a:moveTo>
                  <a:pt x="2219325" y="2762250"/>
                </a:moveTo>
                <a:lnTo>
                  <a:pt x="2228850" y="2762250"/>
                </a:lnTo>
                <a:lnTo>
                  <a:pt x="2228850" y="2771775"/>
                </a:lnTo>
                <a:lnTo>
                  <a:pt x="2219325" y="2771775"/>
                </a:lnTo>
                <a:close/>
                <a:moveTo>
                  <a:pt x="2238375" y="2771775"/>
                </a:moveTo>
                <a:lnTo>
                  <a:pt x="2257425" y="2771775"/>
                </a:lnTo>
                <a:lnTo>
                  <a:pt x="2257425" y="2781300"/>
                </a:lnTo>
                <a:lnTo>
                  <a:pt x="2238375" y="2781300"/>
                </a:lnTo>
                <a:close/>
                <a:moveTo>
                  <a:pt x="2266950" y="2781300"/>
                </a:moveTo>
                <a:lnTo>
                  <a:pt x="2295525" y="2781300"/>
                </a:lnTo>
                <a:lnTo>
                  <a:pt x="2295525" y="2809875"/>
                </a:lnTo>
                <a:lnTo>
                  <a:pt x="2266950" y="2809875"/>
                </a:lnTo>
                <a:lnTo>
                  <a:pt x="2266950" y="2800350"/>
                </a:lnTo>
                <a:lnTo>
                  <a:pt x="2276475" y="2800350"/>
                </a:lnTo>
                <a:lnTo>
                  <a:pt x="2276475" y="2790825"/>
                </a:lnTo>
                <a:lnTo>
                  <a:pt x="2266950" y="2790825"/>
                </a:lnTo>
                <a:close/>
                <a:moveTo>
                  <a:pt x="2314575" y="2781300"/>
                </a:moveTo>
                <a:lnTo>
                  <a:pt x="2352675" y="2781300"/>
                </a:lnTo>
                <a:lnTo>
                  <a:pt x="2352675" y="2790825"/>
                </a:lnTo>
                <a:lnTo>
                  <a:pt x="2343150" y="2790825"/>
                </a:lnTo>
                <a:lnTo>
                  <a:pt x="2343150" y="2800350"/>
                </a:lnTo>
                <a:lnTo>
                  <a:pt x="2314575" y="2800350"/>
                </a:lnTo>
                <a:close/>
                <a:moveTo>
                  <a:pt x="3390900" y="2781300"/>
                </a:moveTo>
                <a:lnTo>
                  <a:pt x="3400425" y="2781300"/>
                </a:lnTo>
                <a:lnTo>
                  <a:pt x="3400425" y="2819400"/>
                </a:lnTo>
                <a:lnTo>
                  <a:pt x="3390900" y="2819400"/>
                </a:lnTo>
                <a:close/>
                <a:moveTo>
                  <a:pt x="2209800" y="2790825"/>
                </a:moveTo>
                <a:lnTo>
                  <a:pt x="2238375" y="2790825"/>
                </a:lnTo>
                <a:lnTo>
                  <a:pt x="2238375" y="2800350"/>
                </a:lnTo>
                <a:lnTo>
                  <a:pt x="2209800" y="2800350"/>
                </a:lnTo>
                <a:close/>
                <a:moveTo>
                  <a:pt x="2352675" y="2790825"/>
                </a:moveTo>
                <a:lnTo>
                  <a:pt x="2362200" y="2790825"/>
                </a:lnTo>
                <a:lnTo>
                  <a:pt x="2362200" y="2800350"/>
                </a:lnTo>
                <a:lnTo>
                  <a:pt x="2352675" y="2800350"/>
                </a:lnTo>
                <a:close/>
                <a:moveTo>
                  <a:pt x="2381250" y="2790825"/>
                </a:moveTo>
                <a:lnTo>
                  <a:pt x="2400300" y="2790825"/>
                </a:lnTo>
                <a:lnTo>
                  <a:pt x="2400300" y="2800350"/>
                </a:lnTo>
                <a:lnTo>
                  <a:pt x="2381250" y="2800350"/>
                </a:lnTo>
                <a:close/>
                <a:moveTo>
                  <a:pt x="2428875" y="2790825"/>
                </a:moveTo>
                <a:lnTo>
                  <a:pt x="2438400" y="2790825"/>
                </a:lnTo>
                <a:lnTo>
                  <a:pt x="2438400" y="2800350"/>
                </a:lnTo>
                <a:lnTo>
                  <a:pt x="2428875" y="2800350"/>
                </a:lnTo>
                <a:close/>
                <a:moveTo>
                  <a:pt x="2238375" y="2800350"/>
                </a:moveTo>
                <a:lnTo>
                  <a:pt x="2257425" y="2800350"/>
                </a:lnTo>
                <a:lnTo>
                  <a:pt x="2257425" y="2809875"/>
                </a:lnTo>
                <a:lnTo>
                  <a:pt x="2238375" y="2809875"/>
                </a:lnTo>
                <a:close/>
                <a:moveTo>
                  <a:pt x="2419350" y="2800350"/>
                </a:moveTo>
                <a:lnTo>
                  <a:pt x="2428875" y="2800350"/>
                </a:lnTo>
                <a:lnTo>
                  <a:pt x="2428875" y="2809875"/>
                </a:lnTo>
                <a:lnTo>
                  <a:pt x="2419350" y="2809875"/>
                </a:lnTo>
                <a:close/>
                <a:moveTo>
                  <a:pt x="2438400" y="2800350"/>
                </a:moveTo>
                <a:lnTo>
                  <a:pt x="2466975" y="2800350"/>
                </a:lnTo>
                <a:lnTo>
                  <a:pt x="2466975" y="2838450"/>
                </a:lnTo>
                <a:lnTo>
                  <a:pt x="2457450" y="2838450"/>
                </a:lnTo>
                <a:lnTo>
                  <a:pt x="2457450" y="2819400"/>
                </a:lnTo>
                <a:lnTo>
                  <a:pt x="2447925" y="2819400"/>
                </a:lnTo>
                <a:lnTo>
                  <a:pt x="2447925" y="2809875"/>
                </a:lnTo>
                <a:lnTo>
                  <a:pt x="2438400" y="2809875"/>
                </a:lnTo>
                <a:close/>
                <a:moveTo>
                  <a:pt x="2295525" y="2809875"/>
                </a:moveTo>
                <a:lnTo>
                  <a:pt x="2305050" y="2809875"/>
                </a:lnTo>
                <a:lnTo>
                  <a:pt x="2305050" y="2819400"/>
                </a:lnTo>
                <a:lnTo>
                  <a:pt x="2295525" y="2819400"/>
                </a:lnTo>
                <a:close/>
                <a:moveTo>
                  <a:pt x="2314575" y="2809875"/>
                </a:moveTo>
                <a:lnTo>
                  <a:pt x="2324100" y="2809875"/>
                </a:lnTo>
                <a:lnTo>
                  <a:pt x="2324100" y="2819400"/>
                </a:lnTo>
                <a:lnTo>
                  <a:pt x="2333625" y="2819400"/>
                </a:lnTo>
                <a:lnTo>
                  <a:pt x="2333625" y="2828925"/>
                </a:lnTo>
                <a:lnTo>
                  <a:pt x="2314575" y="2828925"/>
                </a:lnTo>
                <a:close/>
                <a:moveTo>
                  <a:pt x="1857375" y="2819400"/>
                </a:moveTo>
                <a:lnTo>
                  <a:pt x="1866900" y="2819400"/>
                </a:lnTo>
                <a:lnTo>
                  <a:pt x="1866900" y="2847975"/>
                </a:lnTo>
                <a:lnTo>
                  <a:pt x="1857375" y="2847975"/>
                </a:lnTo>
                <a:close/>
                <a:moveTo>
                  <a:pt x="266700" y="2828925"/>
                </a:moveTo>
                <a:lnTo>
                  <a:pt x="276225" y="2828925"/>
                </a:lnTo>
                <a:lnTo>
                  <a:pt x="276225" y="2876550"/>
                </a:lnTo>
                <a:lnTo>
                  <a:pt x="266700" y="2876550"/>
                </a:lnTo>
                <a:close/>
                <a:moveTo>
                  <a:pt x="2438400" y="2828925"/>
                </a:moveTo>
                <a:lnTo>
                  <a:pt x="2447925" y="2828925"/>
                </a:lnTo>
                <a:lnTo>
                  <a:pt x="2447925" y="2838450"/>
                </a:lnTo>
                <a:lnTo>
                  <a:pt x="2438400" y="2838450"/>
                </a:lnTo>
                <a:close/>
                <a:moveTo>
                  <a:pt x="2486025" y="2828925"/>
                </a:moveTo>
                <a:lnTo>
                  <a:pt x="2495550" y="2828925"/>
                </a:lnTo>
                <a:lnTo>
                  <a:pt x="2495550" y="2838450"/>
                </a:lnTo>
                <a:lnTo>
                  <a:pt x="2486025" y="2838450"/>
                </a:lnTo>
                <a:close/>
                <a:moveTo>
                  <a:pt x="2447925" y="2838450"/>
                </a:moveTo>
                <a:lnTo>
                  <a:pt x="2457450" y="2838450"/>
                </a:lnTo>
                <a:lnTo>
                  <a:pt x="2457450" y="2847975"/>
                </a:lnTo>
                <a:lnTo>
                  <a:pt x="2447925" y="2847975"/>
                </a:lnTo>
                <a:close/>
                <a:moveTo>
                  <a:pt x="1095375" y="2847975"/>
                </a:moveTo>
                <a:lnTo>
                  <a:pt x="1104900" y="2847975"/>
                </a:lnTo>
                <a:lnTo>
                  <a:pt x="1104900" y="2886075"/>
                </a:lnTo>
                <a:lnTo>
                  <a:pt x="1085850" y="2886075"/>
                </a:lnTo>
                <a:lnTo>
                  <a:pt x="1085850" y="2876550"/>
                </a:lnTo>
                <a:lnTo>
                  <a:pt x="1066800" y="2876550"/>
                </a:lnTo>
                <a:lnTo>
                  <a:pt x="1066800" y="2867025"/>
                </a:lnTo>
                <a:lnTo>
                  <a:pt x="1085850" y="2867025"/>
                </a:lnTo>
                <a:lnTo>
                  <a:pt x="1085850" y="2857500"/>
                </a:lnTo>
                <a:lnTo>
                  <a:pt x="1095375" y="2857500"/>
                </a:lnTo>
                <a:close/>
                <a:moveTo>
                  <a:pt x="1162050" y="2847975"/>
                </a:moveTo>
                <a:lnTo>
                  <a:pt x="1171575" y="2847975"/>
                </a:lnTo>
                <a:lnTo>
                  <a:pt x="1171575" y="2876550"/>
                </a:lnTo>
                <a:lnTo>
                  <a:pt x="1152525" y="2876550"/>
                </a:lnTo>
                <a:lnTo>
                  <a:pt x="1152525" y="2857500"/>
                </a:lnTo>
                <a:lnTo>
                  <a:pt x="1162050" y="2857500"/>
                </a:lnTo>
                <a:close/>
                <a:moveTo>
                  <a:pt x="1247775" y="2847975"/>
                </a:moveTo>
                <a:lnTo>
                  <a:pt x="1257300" y="2847975"/>
                </a:lnTo>
                <a:lnTo>
                  <a:pt x="1257300" y="2857500"/>
                </a:lnTo>
                <a:lnTo>
                  <a:pt x="1247775" y="2857500"/>
                </a:lnTo>
                <a:close/>
                <a:moveTo>
                  <a:pt x="2124075" y="2847975"/>
                </a:moveTo>
                <a:lnTo>
                  <a:pt x="2133600" y="2847975"/>
                </a:lnTo>
                <a:lnTo>
                  <a:pt x="2133600" y="2867025"/>
                </a:lnTo>
                <a:lnTo>
                  <a:pt x="2124075" y="2867025"/>
                </a:lnTo>
                <a:close/>
                <a:moveTo>
                  <a:pt x="2457450" y="2847975"/>
                </a:moveTo>
                <a:lnTo>
                  <a:pt x="2466975" y="2847975"/>
                </a:lnTo>
                <a:lnTo>
                  <a:pt x="2466975" y="2857500"/>
                </a:lnTo>
                <a:lnTo>
                  <a:pt x="2457450" y="2857500"/>
                </a:lnTo>
                <a:close/>
                <a:moveTo>
                  <a:pt x="2476500" y="2847975"/>
                </a:moveTo>
                <a:lnTo>
                  <a:pt x="2486025" y="2847975"/>
                </a:lnTo>
                <a:lnTo>
                  <a:pt x="2486025" y="2857500"/>
                </a:lnTo>
                <a:lnTo>
                  <a:pt x="2476500" y="2857500"/>
                </a:lnTo>
                <a:close/>
                <a:moveTo>
                  <a:pt x="1047750" y="2857500"/>
                </a:moveTo>
                <a:lnTo>
                  <a:pt x="1057275" y="2857500"/>
                </a:lnTo>
                <a:lnTo>
                  <a:pt x="1057275" y="2886075"/>
                </a:lnTo>
                <a:lnTo>
                  <a:pt x="1047750" y="2886075"/>
                </a:lnTo>
                <a:close/>
                <a:moveTo>
                  <a:pt x="1114425" y="2857500"/>
                </a:moveTo>
                <a:lnTo>
                  <a:pt x="1123950" y="2857500"/>
                </a:lnTo>
                <a:lnTo>
                  <a:pt x="1123950" y="2876550"/>
                </a:lnTo>
                <a:lnTo>
                  <a:pt x="1114425" y="2876550"/>
                </a:lnTo>
                <a:close/>
                <a:moveTo>
                  <a:pt x="1181100" y="2857500"/>
                </a:moveTo>
                <a:lnTo>
                  <a:pt x="1190625" y="2857500"/>
                </a:lnTo>
                <a:lnTo>
                  <a:pt x="1190625" y="2876550"/>
                </a:lnTo>
                <a:lnTo>
                  <a:pt x="1181100" y="2876550"/>
                </a:lnTo>
                <a:close/>
                <a:moveTo>
                  <a:pt x="1209675" y="2857500"/>
                </a:moveTo>
                <a:lnTo>
                  <a:pt x="1219200" y="2857500"/>
                </a:lnTo>
                <a:lnTo>
                  <a:pt x="1219200" y="2876550"/>
                </a:lnTo>
                <a:lnTo>
                  <a:pt x="1200150" y="2876550"/>
                </a:lnTo>
                <a:lnTo>
                  <a:pt x="1200150" y="2867025"/>
                </a:lnTo>
                <a:lnTo>
                  <a:pt x="1209675" y="2867025"/>
                </a:lnTo>
                <a:close/>
                <a:moveTo>
                  <a:pt x="2038350" y="2857500"/>
                </a:moveTo>
                <a:lnTo>
                  <a:pt x="2047875" y="2857500"/>
                </a:lnTo>
                <a:lnTo>
                  <a:pt x="2047875" y="2886075"/>
                </a:lnTo>
                <a:lnTo>
                  <a:pt x="2038350" y="2886075"/>
                </a:lnTo>
                <a:close/>
                <a:moveTo>
                  <a:pt x="3381375" y="2857500"/>
                </a:moveTo>
                <a:lnTo>
                  <a:pt x="3400425" y="2857500"/>
                </a:lnTo>
                <a:lnTo>
                  <a:pt x="3400425" y="2886075"/>
                </a:lnTo>
                <a:lnTo>
                  <a:pt x="3381375" y="2886075"/>
                </a:lnTo>
                <a:close/>
                <a:moveTo>
                  <a:pt x="1000125" y="2867025"/>
                </a:moveTo>
                <a:lnTo>
                  <a:pt x="1009650" y="2867025"/>
                </a:lnTo>
                <a:lnTo>
                  <a:pt x="1009650" y="2886075"/>
                </a:lnTo>
                <a:lnTo>
                  <a:pt x="1000125" y="2886075"/>
                </a:lnTo>
                <a:close/>
                <a:moveTo>
                  <a:pt x="1133475" y="2867025"/>
                </a:moveTo>
                <a:lnTo>
                  <a:pt x="1143000" y="2867025"/>
                </a:lnTo>
                <a:lnTo>
                  <a:pt x="1143000" y="2876550"/>
                </a:lnTo>
                <a:lnTo>
                  <a:pt x="1133475" y="2876550"/>
                </a:lnTo>
                <a:close/>
                <a:moveTo>
                  <a:pt x="2190750" y="2867025"/>
                </a:moveTo>
                <a:lnTo>
                  <a:pt x="2219325" y="2867025"/>
                </a:lnTo>
                <a:lnTo>
                  <a:pt x="2219325" y="2876550"/>
                </a:lnTo>
                <a:lnTo>
                  <a:pt x="2257425" y="2876550"/>
                </a:lnTo>
                <a:lnTo>
                  <a:pt x="2257425" y="2886075"/>
                </a:lnTo>
                <a:lnTo>
                  <a:pt x="2295525" y="2886075"/>
                </a:lnTo>
                <a:lnTo>
                  <a:pt x="2295525" y="2895600"/>
                </a:lnTo>
                <a:lnTo>
                  <a:pt x="2305050" y="2895600"/>
                </a:lnTo>
                <a:lnTo>
                  <a:pt x="2305050" y="2886075"/>
                </a:lnTo>
                <a:lnTo>
                  <a:pt x="2333625" y="2886075"/>
                </a:lnTo>
                <a:lnTo>
                  <a:pt x="2333625" y="2895600"/>
                </a:lnTo>
                <a:lnTo>
                  <a:pt x="2390775" y="2895600"/>
                </a:lnTo>
                <a:lnTo>
                  <a:pt x="2390775" y="2905125"/>
                </a:lnTo>
                <a:lnTo>
                  <a:pt x="2400300" y="2905125"/>
                </a:lnTo>
                <a:lnTo>
                  <a:pt x="2400300" y="2914650"/>
                </a:lnTo>
                <a:lnTo>
                  <a:pt x="2409825" y="2914650"/>
                </a:lnTo>
                <a:lnTo>
                  <a:pt x="2409825" y="2905125"/>
                </a:lnTo>
                <a:lnTo>
                  <a:pt x="2419350" y="2905125"/>
                </a:lnTo>
                <a:lnTo>
                  <a:pt x="2419350" y="2914650"/>
                </a:lnTo>
                <a:lnTo>
                  <a:pt x="2428875" y="2914650"/>
                </a:lnTo>
                <a:lnTo>
                  <a:pt x="2428875" y="2905125"/>
                </a:lnTo>
                <a:lnTo>
                  <a:pt x="2447925" y="2905125"/>
                </a:lnTo>
                <a:lnTo>
                  <a:pt x="2447925" y="2914650"/>
                </a:lnTo>
                <a:lnTo>
                  <a:pt x="2457450" y="2914650"/>
                </a:lnTo>
                <a:lnTo>
                  <a:pt x="2457450" y="2933700"/>
                </a:lnTo>
                <a:lnTo>
                  <a:pt x="2447925" y="2933700"/>
                </a:lnTo>
                <a:lnTo>
                  <a:pt x="2447925" y="2943225"/>
                </a:lnTo>
                <a:lnTo>
                  <a:pt x="2438400" y="2943225"/>
                </a:lnTo>
                <a:lnTo>
                  <a:pt x="2438400" y="2933700"/>
                </a:lnTo>
                <a:lnTo>
                  <a:pt x="2419350" y="2933700"/>
                </a:lnTo>
                <a:lnTo>
                  <a:pt x="2419350" y="2943225"/>
                </a:lnTo>
                <a:lnTo>
                  <a:pt x="2400300" y="2943225"/>
                </a:lnTo>
                <a:lnTo>
                  <a:pt x="2400300" y="2933700"/>
                </a:lnTo>
                <a:lnTo>
                  <a:pt x="2371725" y="2933700"/>
                </a:lnTo>
                <a:lnTo>
                  <a:pt x="2371725" y="2924175"/>
                </a:lnTo>
                <a:lnTo>
                  <a:pt x="2362200" y="2924175"/>
                </a:lnTo>
                <a:lnTo>
                  <a:pt x="2362200" y="2914650"/>
                </a:lnTo>
                <a:lnTo>
                  <a:pt x="2343150" y="2914650"/>
                </a:lnTo>
                <a:lnTo>
                  <a:pt x="2343150" y="2924175"/>
                </a:lnTo>
                <a:lnTo>
                  <a:pt x="2305050" y="2924175"/>
                </a:lnTo>
                <a:lnTo>
                  <a:pt x="2305050" y="2914650"/>
                </a:lnTo>
                <a:lnTo>
                  <a:pt x="2238375" y="2914650"/>
                </a:lnTo>
                <a:lnTo>
                  <a:pt x="2238375" y="2905125"/>
                </a:lnTo>
                <a:lnTo>
                  <a:pt x="2190750" y="2905125"/>
                </a:lnTo>
                <a:lnTo>
                  <a:pt x="2190750" y="2895600"/>
                </a:lnTo>
                <a:lnTo>
                  <a:pt x="2181225" y="2895600"/>
                </a:lnTo>
                <a:lnTo>
                  <a:pt x="2181225" y="2886075"/>
                </a:lnTo>
                <a:lnTo>
                  <a:pt x="2190750" y="2886075"/>
                </a:lnTo>
                <a:close/>
                <a:moveTo>
                  <a:pt x="3409950" y="2867025"/>
                </a:moveTo>
                <a:lnTo>
                  <a:pt x="3419475" y="2867025"/>
                </a:lnTo>
                <a:lnTo>
                  <a:pt x="3419475" y="2924175"/>
                </a:lnTo>
                <a:lnTo>
                  <a:pt x="3409950" y="2924175"/>
                </a:lnTo>
                <a:lnTo>
                  <a:pt x="3409950" y="3038475"/>
                </a:lnTo>
                <a:lnTo>
                  <a:pt x="3400425" y="3038475"/>
                </a:lnTo>
                <a:lnTo>
                  <a:pt x="3400425" y="3086100"/>
                </a:lnTo>
                <a:lnTo>
                  <a:pt x="3390900" y="3086100"/>
                </a:lnTo>
                <a:lnTo>
                  <a:pt x="3390900" y="3181350"/>
                </a:lnTo>
                <a:lnTo>
                  <a:pt x="3381375" y="3181350"/>
                </a:lnTo>
                <a:lnTo>
                  <a:pt x="3381375" y="3248025"/>
                </a:lnTo>
                <a:lnTo>
                  <a:pt x="3371850" y="3248025"/>
                </a:lnTo>
                <a:lnTo>
                  <a:pt x="3371850" y="3314700"/>
                </a:lnTo>
                <a:lnTo>
                  <a:pt x="3362325" y="3314700"/>
                </a:lnTo>
                <a:lnTo>
                  <a:pt x="3362325" y="3390900"/>
                </a:lnTo>
                <a:lnTo>
                  <a:pt x="3352800" y="3390900"/>
                </a:lnTo>
                <a:lnTo>
                  <a:pt x="3352800" y="3457575"/>
                </a:lnTo>
                <a:lnTo>
                  <a:pt x="3343275" y="3457575"/>
                </a:lnTo>
                <a:lnTo>
                  <a:pt x="3343275" y="3524250"/>
                </a:lnTo>
                <a:lnTo>
                  <a:pt x="3333750" y="3524250"/>
                </a:lnTo>
                <a:lnTo>
                  <a:pt x="3333750" y="3571875"/>
                </a:lnTo>
                <a:lnTo>
                  <a:pt x="3324225" y="3571875"/>
                </a:lnTo>
                <a:lnTo>
                  <a:pt x="3324225" y="3629025"/>
                </a:lnTo>
                <a:lnTo>
                  <a:pt x="3314700" y="3629025"/>
                </a:lnTo>
                <a:lnTo>
                  <a:pt x="3314700" y="3686175"/>
                </a:lnTo>
                <a:lnTo>
                  <a:pt x="3295650" y="3686175"/>
                </a:lnTo>
                <a:lnTo>
                  <a:pt x="3295650" y="3695700"/>
                </a:lnTo>
                <a:lnTo>
                  <a:pt x="3286125" y="3695700"/>
                </a:lnTo>
                <a:lnTo>
                  <a:pt x="3286125" y="3686175"/>
                </a:lnTo>
                <a:lnTo>
                  <a:pt x="3276600" y="3686175"/>
                </a:lnTo>
                <a:lnTo>
                  <a:pt x="3276600" y="3619500"/>
                </a:lnTo>
                <a:lnTo>
                  <a:pt x="3286125" y="3619500"/>
                </a:lnTo>
                <a:lnTo>
                  <a:pt x="3286125" y="3552825"/>
                </a:lnTo>
                <a:lnTo>
                  <a:pt x="3295650" y="3552825"/>
                </a:lnTo>
                <a:lnTo>
                  <a:pt x="3295650" y="3476625"/>
                </a:lnTo>
                <a:lnTo>
                  <a:pt x="3305175" y="3476625"/>
                </a:lnTo>
                <a:lnTo>
                  <a:pt x="3305175" y="3409950"/>
                </a:lnTo>
                <a:lnTo>
                  <a:pt x="3314700" y="3409950"/>
                </a:lnTo>
                <a:lnTo>
                  <a:pt x="3314700" y="3352800"/>
                </a:lnTo>
                <a:lnTo>
                  <a:pt x="3324225" y="3352800"/>
                </a:lnTo>
                <a:lnTo>
                  <a:pt x="3324225" y="3276600"/>
                </a:lnTo>
                <a:lnTo>
                  <a:pt x="3333750" y="3276600"/>
                </a:lnTo>
                <a:lnTo>
                  <a:pt x="3333750" y="3209925"/>
                </a:lnTo>
                <a:lnTo>
                  <a:pt x="3343275" y="3209925"/>
                </a:lnTo>
                <a:lnTo>
                  <a:pt x="3343275" y="3133725"/>
                </a:lnTo>
                <a:lnTo>
                  <a:pt x="3352800" y="3133725"/>
                </a:lnTo>
                <a:lnTo>
                  <a:pt x="3352800" y="3057525"/>
                </a:lnTo>
                <a:lnTo>
                  <a:pt x="3362325" y="3057525"/>
                </a:lnTo>
                <a:lnTo>
                  <a:pt x="3362325" y="2990850"/>
                </a:lnTo>
                <a:lnTo>
                  <a:pt x="3371850" y="2990850"/>
                </a:lnTo>
                <a:lnTo>
                  <a:pt x="3371850" y="2924175"/>
                </a:lnTo>
                <a:lnTo>
                  <a:pt x="3381375" y="2924175"/>
                </a:lnTo>
                <a:lnTo>
                  <a:pt x="3381375" y="2914650"/>
                </a:lnTo>
                <a:lnTo>
                  <a:pt x="3400425" y="2914650"/>
                </a:lnTo>
                <a:lnTo>
                  <a:pt x="3400425" y="2886075"/>
                </a:lnTo>
                <a:lnTo>
                  <a:pt x="3409950" y="2886075"/>
                </a:lnTo>
                <a:close/>
                <a:moveTo>
                  <a:pt x="790575" y="2876550"/>
                </a:moveTo>
                <a:lnTo>
                  <a:pt x="800100" y="2876550"/>
                </a:lnTo>
                <a:lnTo>
                  <a:pt x="800100" y="2895600"/>
                </a:lnTo>
                <a:lnTo>
                  <a:pt x="790575" y="2895600"/>
                </a:lnTo>
                <a:close/>
                <a:moveTo>
                  <a:pt x="857250" y="2876550"/>
                </a:moveTo>
                <a:lnTo>
                  <a:pt x="866775" y="2876550"/>
                </a:lnTo>
                <a:lnTo>
                  <a:pt x="866775" y="2895600"/>
                </a:lnTo>
                <a:lnTo>
                  <a:pt x="857250" y="2895600"/>
                </a:lnTo>
                <a:close/>
                <a:moveTo>
                  <a:pt x="876300" y="2876550"/>
                </a:moveTo>
                <a:lnTo>
                  <a:pt x="885825" y="2876550"/>
                </a:lnTo>
                <a:lnTo>
                  <a:pt x="885825" y="2895600"/>
                </a:lnTo>
                <a:lnTo>
                  <a:pt x="876300" y="2895600"/>
                </a:lnTo>
                <a:close/>
                <a:moveTo>
                  <a:pt x="895350" y="2876550"/>
                </a:moveTo>
                <a:lnTo>
                  <a:pt x="904875" y="2876550"/>
                </a:lnTo>
                <a:lnTo>
                  <a:pt x="904875" y="2895600"/>
                </a:lnTo>
                <a:lnTo>
                  <a:pt x="895350" y="2895600"/>
                </a:lnTo>
                <a:close/>
                <a:moveTo>
                  <a:pt x="952500" y="2876550"/>
                </a:moveTo>
                <a:lnTo>
                  <a:pt x="971550" y="2876550"/>
                </a:lnTo>
                <a:lnTo>
                  <a:pt x="971550" y="2886075"/>
                </a:lnTo>
                <a:lnTo>
                  <a:pt x="952500" y="2886075"/>
                </a:lnTo>
                <a:close/>
                <a:moveTo>
                  <a:pt x="209550" y="2886075"/>
                </a:moveTo>
                <a:lnTo>
                  <a:pt x="219075" y="2886075"/>
                </a:lnTo>
                <a:lnTo>
                  <a:pt x="219075" y="2990850"/>
                </a:lnTo>
                <a:lnTo>
                  <a:pt x="209550" y="2990850"/>
                </a:lnTo>
                <a:close/>
                <a:moveTo>
                  <a:pt x="542925" y="2886075"/>
                </a:moveTo>
                <a:lnTo>
                  <a:pt x="552450" y="2886075"/>
                </a:lnTo>
                <a:lnTo>
                  <a:pt x="552450" y="2895600"/>
                </a:lnTo>
                <a:lnTo>
                  <a:pt x="542925" y="2895600"/>
                </a:lnTo>
                <a:close/>
                <a:moveTo>
                  <a:pt x="638175" y="2886075"/>
                </a:moveTo>
                <a:lnTo>
                  <a:pt x="657225" y="2886075"/>
                </a:lnTo>
                <a:lnTo>
                  <a:pt x="657225" y="2895600"/>
                </a:lnTo>
                <a:lnTo>
                  <a:pt x="638175" y="2895600"/>
                </a:lnTo>
                <a:close/>
                <a:moveTo>
                  <a:pt x="723900" y="2886075"/>
                </a:moveTo>
                <a:lnTo>
                  <a:pt x="742950" y="2886075"/>
                </a:lnTo>
                <a:lnTo>
                  <a:pt x="742950" y="2895600"/>
                </a:lnTo>
                <a:lnTo>
                  <a:pt x="723900" y="2895600"/>
                </a:lnTo>
                <a:close/>
                <a:moveTo>
                  <a:pt x="838200" y="2886075"/>
                </a:moveTo>
                <a:lnTo>
                  <a:pt x="847725" y="2886075"/>
                </a:lnTo>
                <a:lnTo>
                  <a:pt x="847725" y="2895600"/>
                </a:lnTo>
                <a:lnTo>
                  <a:pt x="838200" y="2895600"/>
                </a:lnTo>
                <a:close/>
                <a:moveTo>
                  <a:pt x="390525" y="2895600"/>
                </a:moveTo>
                <a:lnTo>
                  <a:pt x="409575" y="2895600"/>
                </a:lnTo>
                <a:lnTo>
                  <a:pt x="409575" y="2905125"/>
                </a:lnTo>
                <a:lnTo>
                  <a:pt x="400050" y="2905125"/>
                </a:lnTo>
                <a:lnTo>
                  <a:pt x="400050" y="2933700"/>
                </a:lnTo>
                <a:lnTo>
                  <a:pt x="390525" y="2933700"/>
                </a:lnTo>
                <a:close/>
                <a:moveTo>
                  <a:pt x="419100" y="2895600"/>
                </a:moveTo>
                <a:lnTo>
                  <a:pt x="428625" y="2895600"/>
                </a:lnTo>
                <a:lnTo>
                  <a:pt x="428625" y="2914650"/>
                </a:lnTo>
                <a:lnTo>
                  <a:pt x="419100" y="2914650"/>
                </a:lnTo>
                <a:close/>
                <a:moveTo>
                  <a:pt x="590550" y="2895600"/>
                </a:moveTo>
                <a:lnTo>
                  <a:pt x="600075" y="2895600"/>
                </a:lnTo>
                <a:lnTo>
                  <a:pt x="600075" y="2905125"/>
                </a:lnTo>
                <a:lnTo>
                  <a:pt x="590550" y="2905125"/>
                </a:lnTo>
                <a:close/>
                <a:moveTo>
                  <a:pt x="609600" y="2895600"/>
                </a:moveTo>
                <a:lnTo>
                  <a:pt x="619125" y="2895600"/>
                </a:lnTo>
                <a:lnTo>
                  <a:pt x="619125" y="2914650"/>
                </a:lnTo>
                <a:lnTo>
                  <a:pt x="609600" y="2914650"/>
                </a:lnTo>
                <a:close/>
                <a:moveTo>
                  <a:pt x="476250" y="2905125"/>
                </a:moveTo>
                <a:lnTo>
                  <a:pt x="485775" y="2905125"/>
                </a:lnTo>
                <a:lnTo>
                  <a:pt x="485775" y="2924175"/>
                </a:lnTo>
                <a:lnTo>
                  <a:pt x="476250" y="2924175"/>
                </a:lnTo>
                <a:close/>
                <a:moveTo>
                  <a:pt x="495300" y="2905125"/>
                </a:moveTo>
                <a:lnTo>
                  <a:pt x="504825" y="2905125"/>
                </a:lnTo>
                <a:lnTo>
                  <a:pt x="504825" y="2924175"/>
                </a:lnTo>
                <a:lnTo>
                  <a:pt x="495300" y="2924175"/>
                </a:lnTo>
                <a:close/>
                <a:moveTo>
                  <a:pt x="523875" y="2914650"/>
                </a:moveTo>
                <a:lnTo>
                  <a:pt x="533400" y="2914650"/>
                </a:lnTo>
                <a:lnTo>
                  <a:pt x="533400" y="2924175"/>
                </a:lnTo>
                <a:lnTo>
                  <a:pt x="523875" y="2924175"/>
                </a:lnTo>
                <a:close/>
                <a:moveTo>
                  <a:pt x="542925" y="2914650"/>
                </a:moveTo>
                <a:lnTo>
                  <a:pt x="552450" y="2914650"/>
                </a:lnTo>
                <a:lnTo>
                  <a:pt x="552450" y="2924175"/>
                </a:lnTo>
                <a:lnTo>
                  <a:pt x="542925" y="2924175"/>
                </a:lnTo>
                <a:close/>
                <a:moveTo>
                  <a:pt x="2933700" y="2914650"/>
                </a:moveTo>
                <a:lnTo>
                  <a:pt x="2952750" y="2914650"/>
                </a:lnTo>
                <a:lnTo>
                  <a:pt x="2952750" y="2924175"/>
                </a:lnTo>
                <a:lnTo>
                  <a:pt x="2990850" y="2924175"/>
                </a:lnTo>
                <a:lnTo>
                  <a:pt x="2990850" y="2933700"/>
                </a:lnTo>
                <a:lnTo>
                  <a:pt x="3076575" y="2933700"/>
                </a:lnTo>
                <a:lnTo>
                  <a:pt x="3076575" y="2952750"/>
                </a:lnTo>
                <a:lnTo>
                  <a:pt x="3086100" y="2952750"/>
                </a:lnTo>
                <a:lnTo>
                  <a:pt x="3086100" y="2971800"/>
                </a:lnTo>
                <a:lnTo>
                  <a:pt x="3048000" y="2971800"/>
                </a:lnTo>
                <a:lnTo>
                  <a:pt x="3048000" y="2962275"/>
                </a:lnTo>
                <a:lnTo>
                  <a:pt x="3019425" y="2962275"/>
                </a:lnTo>
                <a:lnTo>
                  <a:pt x="3019425" y="2971800"/>
                </a:lnTo>
                <a:lnTo>
                  <a:pt x="2990850" y="2971800"/>
                </a:lnTo>
                <a:lnTo>
                  <a:pt x="2990850" y="2962275"/>
                </a:lnTo>
                <a:lnTo>
                  <a:pt x="2971800" y="2962275"/>
                </a:lnTo>
                <a:lnTo>
                  <a:pt x="2971800" y="2952750"/>
                </a:lnTo>
                <a:lnTo>
                  <a:pt x="2962275" y="2952750"/>
                </a:lnTo>
                <a:lnTo>
                  <a:pt x="2962275" y="2943225"/>
                </a:lnTo>
                <a:lnTo>
                  <a:pt x="2971800" y="2943225"/>
                </a:lnTo>
                <a:lnTo>
                  <a:pt x="2971800" y="2952750"/>
                </a:lnTo>
                <a:lnTo>
                  <a:pt x="2981325" y="2952750"/>
                </a:lnTo>
                <a:lnTo>
                  <a:pt x="2981325" y="2933700"/>
                </a:lnTo>
                <a:lnTo>
                  <a:pt x="2952750" y="2933700"/>
                </a:lnTo>
                <a:lnTo>
                  <a:pt x="2952750" y="2943225"/>
                </a:lnTo>
                <a:lnTo>
                  <a:pt x="2924175" y="2943225"/>
                </a:lnTo>
                <a:lnTo>
                  <a:pt x="2924175" y="2924175"/>
                </a:lnTo>
                <a:lnTo>
                  <a:pt x="2933700" y="2924175"/>
                </a:lnTo>
                <a:close/>
                <a:moveTo>
                  <a:pt x="2114550" y="2924175"/>
                </a:moveTo>
                <a:lnTo>
                  <a:pt x="2124075" y="2924175"/>
                </a:lnTo>
                <a:lnTo>
                  <a:pt x="2124075" y="2933700"/>
                </a:lnTo>
                <a:lnTo>
                  <a:pt x="2114550" y="2933700"/>
                </a:lnTo>
                <a:close/>
                <a:moveTo>
                  <a:pt x="1866900" y="2943225"/>
                </a:moveTo>
                <a:lnTo>
                  <a:pt x="1876425" y="2943225"/>
                </a:lnTo>
                <a:lnTo>
                  <a:pt x="1876425" y="2981325"/>
                </a:lnTo>
                <a:lnTo>
                  <a:pt x="1866900" y="2981325"/>
                </a:lnTo>
                <a:close/>
                <a:moveTo>
                  <a:pt x="1962150" y="2943225"/>
                </a:moveTo>
                <a:lnTo>
                  <a:pt x="1981200" y="2943225"/>
                </a:lnTo>
                <a:lnTo>
                  <a:pt x="1981200" y="2952750"/>
                </a:lnTo>
                <a:lnTo>
                  <a:pt x="1971675" y="2952750"/>
                </a:lnTo>
                <a:lnTo>
                  <a:pt x="1971675" y="2962275"/>
                </a:lnTo>
                <a:lnTo>
                  <a:pt x="1962150" y="2962275"/>
                </a:lnTo>
                <a:lnTo>
                  <a:pt x="1962150" y="2981325"/>
                </a:lnTo>
                <a:lnTo>
                  <a:pt x="1952625" y="2981325"/>
                </a:lnTo>
                <a:lnTo>
                  <a:pt x="1952625" y="3009900"/>
                </a:lnTo>
                <a:lnTo>
                  <a:pt x="1962150" y="3009900"/>
                </a:lnTo>
                <a:lnTo>
                  <a:pt x="1962150" y="3019425"/>
                </a:lnTo>
                <a:lnTo>
                  <a:pt x="1981200" y="3019425"/>
                </a:lnTo>
                <a:lnTo>
                  <a:pt x="1981200" y="3028950"/>
                </a:lnTo>
                <a:lnTo>
                  <a:pt x="1971675" y="3028950"/>
                </a:lnTo>
                <a:lnTo>
                  <a:pt x="1971675" y="3048000"/>
                </a:lnTo>
                <a:lnTo>
                  <a:pt x="1962150" y="3048000"/>
                </a:lnTo>
                <a:lnTo>
                  <a:pt x="1962150" y="3038475"/>
                </a:lnTo>
                <a:lnTo>
                  <a:pt x="1943100" y="3038475"/>
                </a:lnTo>
                <a:lnTo>
                  <a:pt x="1943100" y="3019425"/>
                </a:lnTo>
                <a:lnTo>
                  <a:pt x="1933575" y="3019425"/>
                </a:lnTo>
                <a:lnTo>
                  <a:pt x="1933575" y="2962275"/>
                </a:lnTo>
                <a:lnTo>
                  <a:pt x="1952625" y="2962275"/>
                </a:lnTo>
                <a:lnTo>
                  <a:pt x="1952625" y="2952750"/>
                </a:lnTo>
                <a:lnTo>
                  <a:pt x="1962150" y="2952750"/>
                </a:lnTo>
                <a:close/>
                <a:moveTo>
                  <a:pt x="2000250" y="2943225"/>
                </a:moveTo>
                <a:lnTo>
                  <a:pt x="2019300" y="2943225"/>
                </a:lnTo>
                <a:lnTo>
                  <a:pt x="2019300" y="2952750"/>
                </a:lnTo>
                <a:lnTo>
                  <a:pt x="2000250" y="2952750"/>
                </a:lnTo>
                <a:close/>
                <a:moveTo>
                  <a:pt x="3124200" y="2943225"/>
                </a:moveTo>
                <a:lnTo>
                  <a:pt x="3133725" y="2943225"/>
                </a:lnTo>
                <a:lnTo>
                  <a:pt x="3133725" y="2962275"/>
                </a:lnTo>
                <a:lnTo>
                  <a:pt x="3162300" y="2962275"/>
                </a:lnTo>
                <a:lnTo>
                  <a:pt x="3162300" y="2943225"/>
                </a:lnTo>
                <a:lnTo>
                  <a:pt x="3171825" y="2943225"/>
                </a:lnTo>
                <a:lnTo>
                  <a:pt x="3171825" y="2981325"/>
                </a:lnTo>
                <a:lnTo>
                  <a:pt x="3162300" y="2981325"/>
                </a:lnTo>
                <a:lnTo>
                  <a:pt x="3162300" y="2990850"/>
                </a:lnTo>
                <a:lnTo>
                  <a:pt x="3152775" y="2990850"/>
                </a:lnTo>
                <a:lnTo>
                  <a:pt x="3152775" y="2981325"/>
                </a:lnTo>
                <a:lnTo>
                  <a:pt x="3143250" y="2981325"/>
                </a:lnTo>
                <a:lnTo>
                  <a:pt x="3143250" y="2990850"/>
                </a:lnTo>
                <a:lnTo>
                  <a:pt x="3133725" y="2990850"/>
                </a:lnTo>
                <a:lnTo>
                  <a:pt x="3133725" y="2981325"/>
                </a:lnTo>
                <a:lnTo>
                  <a:pt x="3124200" y="2981325"/>
                </a:lnTo>
                <a:close/>
                <a:moveTo>
                  <a:pt x="2057400" y="2952750"/>
                </a:moveTo>
                <a:lnTo>
                  <a:pt x="2095500" y="2952750"/>
                </a:lnTo>
                <a:lnTo>
                  <a:pt x="2095500" y="2962275"/>
                </a:lnTo>
                <a:lnTo>
                  <a:pt x="2057400" y="2962275"/>
                </a:lnTo>
                <a:close/>
                <a:moveTo>
                  <a:pt x="2933700" y="2952750"/>
                </a:moveTo>
                <a:lnTo>
                  <a:pt x="2952750" y="2952750"/>
                </a:lnTo>
                <a:lnTo>
                  <a:pt x="2952750" y="2962275"/>
                </a:lnTo>
                <a:lnTo>
                  <a:pt x="2933700" y="2962275"/>
                </a:lnTo>
                <a:close/>
                <a:moveTo>
                  <a:pt x="3057525" y="2962275"/>
                </a:moveTo>
                <a:lnTo>
                  <a:pt x="3067050" y="2962275"/>
                </a:lnTo>
                <a:lnTo>
                  <a:pt x="3067050" y="2952750"/>
                </a:lnTo>
                <a:lnTo>
                  <a:pt x="3057525" y="2952750"/>
                </a:lnTo>
                <a:close/>
                <a:moveTo>
                  <a:pt x="276225" y="3000375"/>
                </a:moveTo>
                <a:lnTo>
                  <a:pt x="285750" y="3000375"/>
                </a:lnTo>
                <a:lnTo>
                  <a:pt x="285750" y="3048000"/>
                </a:lnTo>
                <a:lnTo>
                  <a:pt x="276225" y="3048000"/>
                </a:lnTo>
                <a:close/>
                <a:moveTo>
                  <a:pt x="2009775" y="3009900"/>
                </a:moveTo>
                <a:lnTo>
                  <a:pt x="2028825" y="3009900"/>
                </a:lnTo>
                <a:lnTo>
                  <a:pt x="2028825" y="3019425"/>
                </a:lnTo>
                <a:lnTo>
                  <a:pt x="2009775" y="3019425"/>
                </a:lnTo>
                <a:close/>
                <a:moveTo>
                  <a:pt x="504825" y="3038475"/>
                </a:moveTo>
                <a:lnTo>
                  <a:pt x="523875" y="3038475"/>
                </a:lnTo>
                <a:lnTo>
                  <a:pt x="523875" y="3048000"/>
                </a:lnTo>
                <a:lnTo>
                  <a:pt x="504825" y="3048000"/>
                </a:lnTo>
                <a:close/>
                <a:moveTo>
                  <a:pt x="704850" y="3048000"/>
                </a:moveTo>
                <a:lnTo>
                  <a:pt x="714375" y="3048000"/>
                </a:lnTo>
                <a:lnTo>
                  <a:pt x="714375" y="3067050"/>
                </a:lnTo>
                <a:lnTo>
                  <a:pt x="704850" y="3067050"/>
                </a:lnTo>
                <a:close/>
                <a:moveTo>
                  <a:pt x="742950" y="3048000"/>
                </a:moveTo>
                <a:lnTo>
                  <a:pt x="752475" y="3048000"/>
                </a:lnTo>
                <a:lnTo>
                  <a:pt x="752475" y="3086100"/>
                </a:lnTo>
                <a:lnTo>
                  <a:pt x="742950" y="3086100"/>
                </a:lnTo>
                <a:close/>
                <a:moveTo>
                  <a:pt x="2095500" y="3048000"/>
                </a:moveTo>
                <a:lnTo>
                  <a:pt x="2105025" y="3048000"/>
                </a:lnTo>
                <a:lnTo>
                  <a:pt x="2105025" y="3057525"/>
                </a:lnTo>
                <a:lnTo>
                  <a:pt x="2095500" y="3057525"/>
                </a:lnTo>
                <a:close/>
                <a:moveTo>
                  <a:pt x="723900" y="3057525"/>
                </a:moveTo>
                <a:lnTo>
                  <a:pt x="733425" y="3057525"/>
                </a:lnTo>
                <a:lnTo>
                  <a:pt x="733425" y="3067050"/>
                </a:lnTo>
                <a:lnTo>
                  <a:pt x="723900" y="3067050"/>
                </a:lnTo>
                <a:close/>
                <a:moveTo>
                  <a:pt x="762000" y="3057525"/>
                </a:moveTo>
                <a:lnTo>
                  <a:pt x="771525" y="3057525"/>
                </a:lnTo>
                <a:lnTo>
                  <a:pt x="771525" y="3076575"/>
                </a:lnTo>
                <a:lnTo>
                  <a:pt x="762000" y="3076575"/>
                </a:lnTo>
                <a:close/>
                <a:moveTo>
                  <a:pt x="781050" y="3057525"/>
                </a:moveTo>
                <a:lnTo>
                  <a:pt x="790575" y="3057525"/>
                </a:lnTo>
                <a:lnTo>
                  <a:pt x="790575" y="3067050"/>
                </a:lnTo>
                <a:lnTo>
                  <a:pt x="781050" y="3067050"/>
                </a:lnTo>
                <a:close/>
                <a:moveTo>
                  <a:pt x="819150" y="3057525"/>
                </a:moveTo>
                <a:lnTo>
                  <a:pt x="838200" y="3057525"/>
                </a:lnTo>
                <a:lnTo>
                  <a:pt x="838200" y="3067050"/>
                </a:lnTo>
                <a:lnTo>
                  <a:pt x="819150" y="3067050"/>
                </a:lnTo>
                <a:close/>
                <a:moveTo>
                  <a:pt x="1876425" y="3067050"/>
                </a:moveTo>
                <a:lnTo>
                  <a:pt x="1885950" y="3067050"/>
                </a:lnTo>
                <a:lnTo>
                  <a:pt x="1885950" y="3105150"/>
                </a:lnTo>
                <a:lnTo>
                  <a:pt x="1876425" y="3105150"/>
                </a:lnTo>
                <a:close/>
                <a:moveTo>
                  <a:pt x="1971675" y="3067050"/>
                </a:moveTo>
                <a:lnTo>
                  <a:pt x="1981200" y="3067050"/>
                </a:lnTo>
                <a:lnTo>
                  <a:pt x="1981200" y="3086100"/>
                </a:lnTo>
                <a:lnTo>
                  <a:pt x="1990725" y="3086100"/>
                </a:lnTo>
                <a:lnTo>
                  <a:pt x="1990725" y="3095625"/>
                </a:lnTo>
                <a:lnTo>
                  <a:pt x="2000250" y="3095625"/>
                </a:lnTo>
                <a:lnTo>
                  <a:pt x="2000250" y="3228975"/>
                </a:lnTo>
                <a:lnTo>
                  <a:pt x="1990725" y="3228975"/>
                </a:lnTo>
                <a:lnTo>
                  <a:pt x="1990725" y="3133725"/>
                </a:lnTo>
                <a:lnTo>
                  <a:pt x="1971675" y="3133725"/>
                </a:lnTo>
                <a:lnTo>
                  <a:pt x="1971675" y="3171825"/>
                </a:lnTo>
                <a:lnTo>
                  <a:pt x="1952625" y="3171825"/>
                </a:lnTo>
                <a:lnTo>
                  <a:pt x="1952625" y="3133725"/>
                </a:lnTo>
                <a:lnTo>
                  <a:pt x="1943100" y="3133725"/>
                </a:lnTo>
                <a:lnTo>
                  <a:pt x="1943100" y="3076575"/>
                </a:lnTo>
                <a:lnTo>
                  <a:pt x="1971675" y="3076575"/>
                </a:lnTo>
                <a:close/>
                <a:moveTo>
                  <a:pt x="2095500" y="3076575"/>
                </a:moveTo>
                <a:lnTo>
                  <a:pt x="2105025" y="3076575"/>
                </a:lnTo>
                <a:lnTo>
                  <a:pt x="2105025" y="3095625"/>
                </a:lnTo>
                <a:lnTo>
                  <a:pt x="2095500" y="3095625"/>
                </a:lnTo>
                <a:close/>
                <a:moveTo>
                  <a:pt x="219075" y="3086100"/>
                </a:moveTo>
                <a:lnTo>
                  <a:pt x="228600" y="3086100"/>
                </a:lnTo>
                <a:lnTo>
                  <a:pt x="228600" y="3200400"/>
                </a:lnTo>
                <a:lnTo>
                  <a:pt x="219075" y="3200400"/>
                </a:lnTo>
                <a:close/>
                <a:moveTo>
                  <a:pt x="2162175" y="3105150"/>
                </a:moveTo>
                <a:lnTo>
                  <a:pt x="2181225" y="3105150"/>
                </a:lnTo>
                <a:lnTo>
                  <a:pt x="2181225" y="3114675"/>
                </a:lnTo>
                <a:lnTo>
                  <a:pt x="2190750" y="3114675"/>
                </a:lnTo>
                <a:lnTo>
                  <a:pt x="2190750" y="3124200"/>
                </a:lnTo>
                <a:lnTo>
                  <a:pt x="2162175" y="3124200"/>
                </a:lnTo>
                <a:lnTo>
                  <a:pt x="2162175" y="3133725"/>
                </a:lnTo>
                <a:lnTo>
                  <a:pt x="2181225" y="3133725"/>
                </a:lnTo>
                <a:lnTo>
                  <a:pt x="2181225" y="3152775"/>
                </a:lnTo>
                <a:lnTo>
                  <a:pt x="2219325" y="3152775"/>
                </a:lnTo>
                <a:lnTo>
                  <a:pt x="2219325" y="3133725"/>
                </a:lnTo>
                <a:lnTo>
                  <a:pt x="2228850" y="3133725"/>
                </a:lnTo>
                <a:lnTo>
                  <a:pt x="2228850" y="3152775"/>
                </a:lnTo>
                <a:lnTo>
                  <a:pt x="2238375" y="3152775"/>
                </a:lnTo>
                <a:lnTo>
                  <a:pt x="2238375" y="3124200"/>
                </a:lnTo>
                <a:lnTo>
                  <a:pt x="2247900" y="3124200"/>
                </a:lnTo>
                <a:lnTo>
                  <a:pt x="2247900" y="3162300"/>
                </a:lnTo>
                <a:lnTo>
                  <a:pt x="2219325" y="3162300"/>
                </a:lnTo>
                <a:lnTo>
                  <a:pt x="2219325" y="3171825"/>
                </a:lnTo>
                <a:lnTo>
                  <a:pt x="2209800" y="3171825"/>
                </a:lnTo>
                <a:lnTo>
                  <a:pt x="2209800" y="3162300"/>
                </a:lnTo>
                <a:lnTo>
                  <a:pt x="2162175" y="3162300"/>
                </a:lnTo>
                <a:lnTo>
                  <a:pt x="2162175" y="3152775"/>
                </a:lnTo>
                <a:lnTo>
                  <a:pt x="2152650" y="3152775"/>
                </a:lnTo>
                <a:lnTo>
                  <a:pt x="2152650" y="3114675"/>
                </a:lnTo>
                <a:lnTo>
                  <a:pt x="2162175" y="3114675"/>
                </a:lnTo>
                <a:close/>
                <a:moveTo>
                  <a:pt x="2200275" y="3124200"/>
                </a:moveTo>
                <a:lnTo>
                  <a:pt x="2209800" y="3124200"/>
                </a:lnTo>
                <a:lnTo>
                  <a:pt x="2209800" y="3133725"/>
                </a:lnTo>
                <a:lnTo>
                  <a:pt x="2200275" y="3133725"/>
                </a:lnTo>
                <a:close/>
                <a:moveTo>
                  <a:pt x="2257425" y="3133725"/>
                </a:moveTo>
                <a:lnTo>
                  <a:pt x="2286000" y="3133725"/>
                </a:lnTo>
                <a:lnTo>
                  <a:pt x="2286000" y="3143250"/>
                </a:lnTo>
                <a:lnTo>
                  <a:pt x="2343150" y="3143250"/>
                </a:lnTo>
                <a:lnTo>
                  <a:pt x="2343150" y="3152775"/>
                </a:lnTo>
                <a:lnTo>
                  <a:pt x="2352675" y="3152775"/>
                </a:lnTo>
                <a:lnTo>
                  <a:pt x="2352675" y="3162300"/>
                </a:lnTo>
                <a:lnTo>
                  <a:pt x="2314575" y="3162300"/>
                </a:lnTo>
                <a:lnTo>
                  <a:pt x="2314575" y="3152775"/>
                </a:lnTo>
                <a:lnTo>
                  <a:pt x="2305050" y="3152775"/>
                </a:lnTo>
                <a:lnTo>
                  <a:pt x="2305050" y="3171825"/>
                </a:lnTo>
                <a:lnTo>
                  <a:pt x="2295525" y="3171825"/>
                </a:lnTo>
                <a:lnTo>
                  <a:pt x="2295525" y="3152775"/>
                </a:lnTo>
                <a:lnTo>
                  <a:pt x="2276475" y="3152775"/>
                </a:lnTo>
                <a:lnTo>
                  <a:pt x="2276475" y="3143250"/>
                </a:lnTo>
                <a:lnTo>
                  <a:pt x="2257425" y="3143250"/>
                </a:lnTo>
                <a:close/>
                <a:moveTo>
                  <a:pt x="2085975" y="3143250"/>
                </a:moveTo>
                <a:lnTo>
                  <a:pt x="2095500" y="3143250"/>
                </a:lnTo>
                <a:lnTo>
                  <a:pt x="2095500" y="3171825"/>
                </a:lnTo>
                <a:lnTo>
                  <a:pt x="2085975" y="3171825"/>
                </a:lnTo>
                <a:close/>
                <a:moveTo>
                  <a:pt x="2428875" y="3152775"/>
                </a:moveTo>
                <a:lnTo>
                  <a:pt x="2438400" y="3152775"/>
                </a:lnTo>
                <a:lnTo>
                  <a:pt x="2438400" y="3162300"/>
                </a:lnTo>
                <a:lnTo>
                  <a:pt x="2457450" y="3162300"/>
                </a:lnTo>
                <a:lnTo>
                  <a:pt x="2457450" y="3181350"/>
                </a:lnTo>
                <a:lnTo>
                  <a:pt x="2447925" y="3181350"/>
                </a:lnTo>
                <a:lnTo>
                  <a:pt x="2447925" y="3171825"/>
                </a:lnTo>
                <a:lnTo>
                  <a:pt x="2438400" y="3171825"/>
                </a:lnTo>
                <a:lnTo>
                  <a:pt x="2438400" y="3190875"/>
                </a:lnTo>
                <a:lnTo>
                  <a:pt x="2428875" y="3190875"/>
                </a:lnTo>
                <a:lnTo>
                  <a:pt x="2428875" y="3171825"/>
                </a:lnTo>
                <a:lnTo>
                  <a:pt x="2419350" y="3171825"/>
                </a:lnTo>
                <a:lnTo>
                  <a:pt x="2419350" y="3190875"/>
                </a:lnTo>
                <a:lnTo>
                  <a:pt x="2409825" y="3190875"/>
                </a:lnTo>
                <a:lnTo>
                  <a:pt x="2409825" y="3162300"/>
                </a:lnTo>
                <a:lnTo>
                  <a:pt x="2428875" y="3162300"/>
                </a:lnTo>
                <a:close/>
                <a:moveTo>
                  <a:pt x="2247900" y="3162300"/>
                </a:moveTo>
                <a:lnTo>
                  <a:pt x="2257425" y="3162300"/>
                </a:lnTo>
                <a:lnTo>
                  <a:pt x="2257425" y="3171825"/>
                </a:lnTo>
                <a:lnTo>
                  <a:pt x="2247900" y="3171825"/>
                </a:lnTo>
                <a:close/>
                <a:moveTo>
                  <a:pt x="2390775" y="3162300"/>
                </a:moveTo>
                <a:lnTo>
                  <a:pt x="2400300" y="3162300"/>
                </a:lnTo>
                <a:lnTo>
                  <a:pt x="2400300" y="3171825"/>
                </a:lnTo>
                <a:lnTo>
                  <a:pt x="2390775" y="3171825"/>
                </a:lnTo>
                <a:close/>
                <a:moveTo>
                  <a:pt x="2514600" y="3162300"/>
                </a:moveTo>
                <a:lnTo>
                  <a:pt x="2533650" y="3162300"/>
                </a:lnTo>
                <a:lnTo>
                  <a:pt x="2533650" y="3181350"/>
                </a:lnTo>
                <a:lnTo>
                  <a:pt x="2543175" y="3181350"/>
                </a:lnTo>
                <a:lnTo>
                  <a:pt x="2543175" y="3171825"/>
                </a:lnTo>
                <a:lnTo>
                  <a:pt x="2552700" y="3171825"/>
                </a:lnTo>
                <a:lnTo>
                  <a:pt x="2552700" y="3181350"/>
                </a:lnTo>
                <a:lnTo>
                  <a:pt x="2543175" y="3181350"/>
                </a:lnTo>
                <a:lnTo>
                  <a:pt x="2543175" y="3190875"/>
                </a:lnTo>
                <a:lnTo>
                  <a:pt x="2552700" y="3190875"/>
                </a:lnTo>
                <a:lnTo>
                  <a:pt x="2552700" y="3209925"/>
                </a:lnTo>
                <a:lnTo>
                  <a:pt x="2571750" y="3209925"/>
                </a:lnTo>
                <a:lnTo>
                  <a:pt x="2571750" y="3219450"/>
                </a:lnTo>
                <a:lnTo>
                  <a:pt x="2543175" y="3219450"/>
                </a:lnTo>
                <a:lnTo>
                  <a:pt x="2543175" y="3200400"/>
                </a:lnTo>
                <a:lnTo>
                  <a:pt x="2514600" y="3200400"/>
                </a:lnTo>
                <a:lnTo>
                  <a:pt x="2514600" y="3181350"/>
                </a:lnTo>
                <a:lnTo>
                  <a:pt x="2505075" y="3181350"/>
                </a:lnTo>
                <a:lnTo>
                  <a:pt x="2505075" y="3171825"/>
                </a:lnTo>
                <a:lnTo>
                  <a:pt x="2514600" y="3171825"/>
                </a:lnTo>
                <a:close/>
                <a:moveTo>
                  <a:pt x="2266950" y="3171825"/>
                </a:moveTo>
                <a:lnTo>
                  <a:pt x="2295525" y="3171825"/>
                </a:lnTo>
                <a:lnTo>
                  <a:pt x="2295525" y="3181350"/>
                </a:lnTo>
                <a:lnTo>
                  <a:pt x="2266950" y="3181350"/>
                </a:lnTo>
                <a:close/>
                <a:moveTo>
                  <a:pt x="2305050" y="3171825"/>
                </a:moveTo>
                <a:lnTo>
                  <a:pt x="2324100" y="3171825"/>
                </a:lnTo>
                <a:lnTo>
                  <a:pt x="2324100" y="3190875"/>
                </a:lnTo>
                <a:lnTo>
                  <a:pt x="2314575" y="3190875"/>
                </a:lnTo>
                <a:lnTo>
                  <a:pt x="2314575" y="3181350"/>
                </a:lnTo>
                <a:lnTo>
                  <a:pt x="2305050" y="3181350"/>
                </a:lnTo>
                <a:close/>
                <a:moveTo>
                  <a:pt x="2562225" y="3171825"/>
                </a:moveTo>
                <a:lnTo>
                  <a:pt x="2600325" y="3171825"/>
                </a:lnTo>
                <a:lnTo>
                  <a:pt x="2600325" y="3181350"/>
                </a:lnTo>
                <a:lnTo>
                  <a:pt x="2590800" y="3181350"/>
                </a:lnTo>
                <a:lnTo>
                  <a:pt x="2590800" y="3190875"/>
                </a:lnTo>
                <a:lnTo>
                  <a:pt x="2571750" y="3190875"/>
                </a:lnTo>
                <a:lnTo>
                  <a:pt x="2571750" y="3181350"/>
                </a:lnTo>
                <a:lnTo>
                  <a:pt x="2562225" y="3181350"/>
                </a:lnTo>
                <a:close/>
                <a:moveTo>
                  <a:pt x="2352675" y="3181350"/>
                </a:moveTo>
                <a:lnTo>
                  <a:pt x="2362200" y="3181350"/>
                </a:lnTo>
                <a:lnTo>
                  <a:pt x="2362200" y="3190875"/>
                </a:lnTo>
                <a:lnTo>
                  <a:pt x="2352675" y="3190875"/>
                </a:lnTo>
                <a:close/>
                <a:moveTo>
                  <a:pt x="2371725" y="3181350"/>
                </a:moveTo>
                <a:lnTo>
                  <a:pt x="2400300" y="3181350"/>
                </a:lnTo>
                <a:lnTo>
                  <a:pt x="2400300" y="3190875"/>
                </a:lnTo>
                <a:lnTo>
                  <a:pt x="2390775" y="3190875"/>
                </a:lnTo>
                <a:lnTo>
                  <a:pt x="2390775" y="3200400"/>
                </a:lnTo>
                <a:lnTo>
                  <a:pt x="2381250" y="3200400"/>
                </a:lnTo>
                <a:lnTo>
                  <a:pt x="2381250" y="3190875"/>
                </a:lnTo>
                <a:lnTo>
                  <a:pt x="2371725" y="3190875"/>
                </a:lnTo>
                <a:close/>
                <a:moveTo>
                  <a:pt x="2476500" y="3181350"/>
                </a:moveTo>
                <a:lnTo>
                  <a:pt x="2486025" y="3181350"/>
                </a:lnTo>
                <a:lnTo>
                  <a:pt x="2486025" y="3200400"/>
                </a:lnTo>
                <a:lnTo>
                  <a:pt x="2476500" y="3200400"/>
                </a:lnTo>
                <a:close/>
                <a:moveTo>
                  <a:pt x="2514600" y="3181350"/>
                </a:moveTo>
                <a:lnTo>
                  <a:pt x="2524125" y="3181350"/>
                </a:lnTo>
                <a:lnTo>
                  <a:pt x="2524125" y="3171825"/>
                </a:lnTo>
                <a:lnTo>
                  <a:pt x="2514600" y="3171825"/>
                </a:lnTo>
                <a:close/>
                <a:moveTo>
                  <a:pt x="2600325" y="3181350"/>
                </a:moveTo>
                <a:lnTo>
                  <a:pt x="2609850" y="3181350"/>
                </a:lnTo>
                <a:lnTo>
                  <a:pt x="2609850" y="3209925"/>
                </a:lnTo>
                <a:lnTo>
                  <a:pt x="2600325" y="3209925"/>
                </a:lnTo>
                <a:close/>
                <a:moveTo>
                  <a:pt x="1885950" y="3190875"/>
                </a:moveTo>
                <a:lnTo>
                  <a:pt x="1895475" y="3190875"/>
                </a:lnTo>
                <a:lnTo>
                  <a:pt x="1895475" y="3219450"/>
                </a:lnTo>
                <a:lnTo>
                  <a:pt x="1885950" y="3219450"/>
                </a:lnTo>
                <a:close/>
                <a:moveTo>
                  <a:pt x="1952625" y="3190875"/>
                </a:moveTo>
                <a:lnTo>
                  <a:pt x="1971675" y="3190875"/>
                </a:lnTo>
                <a:lnTo>
                  <a:pt x="1971675" y="3238500"/>
                </a:lnTo>
                <a:lnTo>
                  <a:pt x="1981200" y="3238500"/>
                </a:lnTo>
                <a:lnTo>
                  <a:pt x="1981200" y="3276600"/>
                </a:lnTo>
                <a:lnTo>
                  <a:pt x="1962150" y="3276600"/>
                </a:lnTo>
                <a:lnTo>
                  <a:pt x="1962150" y="3257550"/>
                </a:lnTo>
                <a:lnTo>
                  <a:pt x="1952625" y="3257550"/>
                </a:lnTo>
                <a:close/>
                <a:moveTo>
                  <a:pt x="2324100" y="3190875"/>
                </a:moveTo>
                <a:lnTo>
                  <a:pt x="2343150" y="3190875"/>
                </a:lnTo>
                <a:lnTo>
                  <a:pt x="2343150" y="3200400"/>
                </a:lnTo>
                <a:lnTo>
                  <a:pt x="2324100" y="3200400"/>
                </a:lnTo>
                <a:close/>
                <a:moveTo>
                  <a:pt x="2419350" y="3190875"/>
                </a:moveTo>
                <a:lnTo>
                  <a:pt x="2428875" y="3190875"/>
                </a:lnTo>
                <a:lnTo>
                  <a:pt x="2428875" y="3200400"/>
                </a:lnTo>
                <a:lnTo>
                  <a:pt x="2419350" y="3200400"/>
                </a:lnTo>
                <a:close/>
                <a:moveTo>
                  <a:pt x="2438400" y="3190875"/>
                </a:moveTo>
                <a:lnTo>
                  <a:pt x="2447925" y="3190875"/>
                </a:lnTo>
                <a:lnTo>
                  <a:pt x="2447925" y="3200400"/>
                </a:lnTo>
                <a:lnTo>
                  <a:pt x="2438400" y="3200400"/>
                </a:lnTo>
                <a:close/>
                <a:moveTo>
                  <a:pt x="2638425" y="3190875"/>
                </a:moveTo>
                <a:lnTo>
                  <a:pt x="2657475" y="3190875"/>
                </a:lnTo>
                <a:lnTo>
                  <a:pt x="2657475" y="3200400"/>
                </a:lnTo>
                <a:lnTo>
                  <a:pt x="2686050" y="3200400"/>
                </a:lnTo>
                <a:lnTo>
                  <a:pt x="2686050" y="3190875"/>
                </a:lnTo>
                <a:lnTo>
                  <a:pt x="2695575" y="3190875"/>
                </a:lnTo>
                <a:lnTo>
                  <a:pt x="2695575" y="3200400"/>
                </a:lnTo>
                <a:lnTo>
                  <a:pt x="2705100" y="3200400"/>
                </a:lnTo>
                <a:lnTo>
                  <a:pt x="2705100" y="3228975"/>
                </a:lnTo>
                <a:lnTo>
                  <a:pt x="2695575" y="3228975"/>
                </a:lnTo>
                <a:lnTo>
                  <a:pt x="2695575" y="3209925"/>
                </a:lnTo>
                <a:lnTo>
                  <a:pt x="2638425" y="3209925"/>
                </a:lnTo>
                <a:lnTo>
                  <a:pt x="2638425" y="3219450"/>
                </a:lnTo>
                <a:lnTo>
                  <a:pt x="2628900" y="3219450"/>
                </a:lnTo>
                <a:lnTo>
                  <a:pt x="2628900" y="3200400"/>
                </a:lnTo>
                <a:lnTo>
                  <a:pt x="2638425" y="3200400"/>
                </a:lnTo>
                <a:close/>
                <a:moveTo>
                  <a:pt x="285750" y="3200400"/>
                </a:moveTo>
                <a:lnTo>
                  <a:pt x="295275" y="3200400"/>
                </a:lnTo>
                <a:lnTo>
                  <a:pt x="295275" y="3257550"/>
                </a:lnTo>
                <a:lnTo>
                  <a:pt x="285750" y="3257550"/>
                </a:lnTo>
                <a:close/>
                <a:moveTo>
                  <a:pt x="2466975" y="3200400"/>
                </a:moveTo>
                <a:lnTo>
                  <a:pt x="2476500" y="3200400"/>
                </a:lnTo>
                <a:lnTo>
                  <a:pt x="2476500" y="3209925"/>
                </a:lnTo>
                <a:lnTo>
                  <a:pt x="2466975" y="3209925"/>
                </a:lnTo>
                <a:close/>
                <a:moveTo>
                  <a:pt x="2581275" y="3219450"/>
                </a:moveTo>
                <a:lnTo>
                  <a:pt x="2600325" y="3219450"/>
                </a:lnTo>
                <a:lnTo>
                  <a:pt x="2600325" y="3228975"/>
                </a:lnTo>
                <a:lnTo>
                  <a:pt x="2581275" y="3228975"/>
                </a:lnTo>
                <a:close/>
                <a:moveTo>
                  <a:pt x="2638425" y="3219450"/>
                </a:moveTo>
                <a:lnTo>
                  <a:pt x="2676525" y="3219450"/>
                </a:lnTo>
                <a:lnTo>
                  <a:pt x="2676525" y="3228975"/>
                </a:lnTo>
                <a:lnTo>
                  <a:pt x="2695575" y="3228975"/>
                </a:lnTo>
                <a:lnTo>
                  <a:pt x="2695575" y="3238500"/>
                </a:lnTo>
                <a:lnTo>
                  <a:pt x="2657475" y="3238500"/>
                </a:lnTo>
                <a:lnTo>
                  <a:pt x="2657475" y="3228975"/>
                </a:lnTo>
                <a:lnTo>
                  <a:pt x="2638425" y="3228975"/>
                </a:lnTo>
                <a:close/>
                <a:moveTo>
                  <a:pt x="2076450" y="3228975"/>
                </a:moveTo>
                <a:lnTo>
                  <a:pt x="2085975" y="3228975"/>
                </a:lnTo>
                <a:lnTo>
                  <a:pt x="2085975" y="3248025"/>
                </a:lnTo>
                <a:lnTo>
                  <a:pt x="2076450" y="3248025"/>
                </a:lnTo>
                <a:close/>
                <a:moveTo>
                  <a:pt x="2171700" y="3228975"/>
                </a:moveTo>
                <a:lnTo>
                  <a:pt x="2200275" y="3228975"/>
                </a:lnTo>
                <a:lnTo>
                  <a:pt x="2200275" y="3238500"/>
                </a:lnTo>
                <a:lnTo>
                  <a:pt x="2276475" y="3238500"/>
                </a:lnTo>
                <a:lnTo>
                  <a:pt x="2276475" y="3248025"/>
                </a:lnTo>
                <a:lnTo>
                  <a:pt x="2314575" y="3248025"/>
                </a:lnTo>
                <a:lnTo>
                  <a:pt x="2314575" y="3257550"/>
                </a:lnTo>
                <a:lnTo>
                  <a:pt x="2343150" y="3257550"/>
                </a:lnTo>
                <a:lnTo>
                  <a:pt x="2343150" y="3267075"/>
                </a:lnTo>
                <a:lnTo>
                  <a:pt x="2371725" y="3267075"/>
                </a:lnTo>
                <a:lnTo>
                  <a:pt x="2371725" y="3257550"/>
                </a:lnTo>
                <a:lnTo>
                  <a:pt x="2381250" y="3257550"/>
                </a:lnTo>
                <a:lnTo>
                  <a:pt x="2381250" y="3267075"/>
                </a:lnTo>
                <a:lnTo>
                  <a:pt x="2390775" y="3267075"/>
                </a:lnTo>
                <a:lnTo>
                  <a:pt x="2390775" y="3286125"/>
                </a:lnTo>
                <a:lnTo>
                  <a:pt x="2381250" y="3286125"/>
                </a:lnTo>
                <a:lnTo>
                  <a:pt x="2381250" y="3295650"/>
                </a:lnTo>
                <a:lnTo>
                  <a:pt x="2333625" y="3295650"/>
                </a:lnTo>
                <a:lnTo>
                  <a:pt x="2333625" y="3276600"/>
                </a:lnTo>
                <a:lnTo>
                  <a:pt x="2305050" y="3276600"/>
                </a:lnTo>
                <a:lnTo>
                  <a:pt x="2305050" y="3286125"/>
                </a:lnTo>
                <a:lnTo>
                  <a:pt x="2295525" y="3286125"/>
                </a:lnTo>
                <a:lnTo>
                  <a:pt x="2295525" y="3276600"/>
                </a:lnTo>
                <a:lnTo>
                  <a:pt x="2266950" y="3276600"/>
                </a:lnTo>
                <a:lnTo>
                  <a:pt x="2266950" y="3267075"/>
                </a:lnTo>
                <a:lnTo>
                  <a:pt x="2257425" y="3267075"/>
                </a:lnTo>
                <a:lnTo>
                  <a:pt x="2257425" y="3276600"/>
                </a:lnTo>
                <a:lnTo>
                  <a:pt x="2228850" y="3276600"/>
                </a:lnTo>
                <a:lnTo>
                  <a:pt x="2228850" y="3267075"/>
                </a:lnTo>
                <a:lnTo>
                  <a:pt x="2219325" y="3267075"/>
                </a:lnTo>
                <a:lnTo>
                  <a:pt x="2219325" y="3257550"/>
                </a:lnTo>
                <a:lnTo>
                  <a:pt x="2190750" y="3257550"/>
                </a:lnTo>
                <a:lnTo>
                  <a:pt x="2190750" y="3267075"/>
                </a:lnTo>
                <a:lnTo>
                  <a:pt x="2143125" y="3267075"/>
                </a:lnTo>
                <a:lnTo>
                  <a:pt x="2143125" y="3238500"/>
                </a:lnTo>
                <a:lnTo>
                  <a:pt x="2152650" y="3238500"/>
                </a:lnTo>
                <a:lnTo>
                  <a:pt x="2152650" y="3248025"/>
                </a:lnTo>
                <a:lnTo>
                  <a:pt x="2171700" y="3248025"/>
                </a:lnTo>
                <a:close/>
                <a:moveTo>
                  <a:pt x="228600" y="3257550"/>
                </a:moveTo>
                <a:lnTo>
                  <a:pt x="238125" y="3257550"/>
                </a:lnTo>
                <a:lnTo>
                  <a:pt x="238125" y="3457575"/>
                </a:lnTo>
                <a:lnTo>
                  <a:pt x="228600" y="3457575"/>
                </a:lnTo>
                <a:close/>
                <a:moveTo>
                  <a:pt x="2895600" y="3267075"/>
                </a:moveTo>
                <a:lnTo>
                  <a:pt x="2914650" y="3267075"/>
                </a:lnTo>
                <a:lnTo>
                  <a:pt x="2914650" y="3276600"/>
                </a:lnTo>
                <a:lnTo>
                  <a:pt x="2924175" y="3276600"/>
                </a:lnTo>
                <a:lnTo>
                  <a:pt x="2924175" y="3286125"/>
                </a:lnTo>
                <a:lnTo>
                  <a:pt x="2952750" y="3286125"/>
                </a:lnTo>
                <a:lnTo>
                  <a:pt x="2952750" y="3295650"/>
                </a:lnTo>
                <a:lnTo>
                  <a:pt x="2943225" y="3295650"/>
                </a:lnTo>
                <a:lnTo>
                  <a:pt x="2943225" y="3324225"/>
                </a:lnTo>
                <a:lnTo>
                  <a:pt x="2895600" y="3324225"/>
                </a:lnTo>
                <a:close/>
                <a:moveTo>
                  <a:pt x="847725" y="3286125"/>
                </a:moveTo>
                <a:lnTo>
                  <a:pt x="857250" y="3286125"/>
                </a:lnTo>
                <a:lnTo>
                  <a:pt x="857250" y="3305175"/>
                </a:lnTo>
                <a:lnTo>
                  <a:pt x="847725" y="3305175"/>
                </a:lnTo>
                <a:close/>
                <a:moveTo>
                  <a:pt x="866775" y="3286125"/>
                </a:moveTo>
                <a:lnTo>
                  <a:pt x="876300" y="3286125"/>
                </a:lnTo>
                <a:lnTo>
                  <a:pt x="876300" y="3305175"/>
                </a:lnTo>
                <a:lnTo>
                  <a:pt x="866775" y="3305175"/>
                </a:lnTo>
                <a:close/>
                <a:moveTo>
                  <a:pt x="885825" y="3286125"/>
                </a:moveTo>
                <a:lnTo>
                  <a:pt x="895350" y="3286125"/>
                </a:lnTo>
                <a:lnTo>
                  <a:pt x="895350" y="3305175"/>
                </a:lnTo>
                <a:lnTo>
                  <a:pt x="885825" y="3305175"/>
                </a:lnTo>
                <a:close/>
                <a:moveTo>
                  <a:pt x="952500" y="3286125"/>
                </a:moveTo>
                <a:lnTo>
                  <a:pt x="971550" y="3286125"/>
                </a:lnTo>
                <a:lnTo>
                  <a:pt x="971550" y="3305175"/>
                </a:lnTo>
                <a:lnTo>
                  <a:pt x="962025" y="3305175"/>
                </a:lnTo>
                <a:lnTo>
                  <a:pt x="962025" y="3295650"/>
                </a:lnTo>
                <a:lnTo>
                  <a:pt x="952500" y="3295650"/>
                </a:lnTo>
                <a:close/>
                <a:moveTo>
                  <a:pt x="2000250" y="3286125"/>
                </a:moveTo>
                <a:lnTo>
                  <a:pt x="2009775" y="3286125"/>
                </a:lnTo>
                <a:lnTo>
                  <a:pt x="2009775" y="3295650"/>
                </a:lnTo>
                <a:lnTo>
                  <a:pt x="2000250" y="3295650"/>
                </a:lnTo>
                <a:close/>
                <a:moveTo>
                  <a:pt x="2066925" y="3286125"/>
                </a:moveTo>
                <a:lnTo>
                  <a:pt x="2076450" y="3286125"/>
                </a:lnTo>
                <a:lnTo>
                  <a:pt x="2076450" y="3295650"/>
                </a:lnTo>
                <a:lnTo>
                  <a:pt x="2066925" y="3295650"/>
                </a:lnTo>
                <a:close/>
                <a:moveTo>
                  <a:pt x="3019425" y="3286125"/>
                </a:moveTo>
                <a:lnTo>
                  <a:pt x="3028950" y="3286125"/>
                </a:lnTo>
                <a:lnTo>
                  <a:pt x="3028950" y="3295650"/>
                </a:lnTo>
                <a:lnTo>
                  <a:pt x="3019425" y="3295650"/>
                </a:lnTo>
                <a:close/>
                <a:moveTo>
                  <a:pt x="809625" y="3295650"/>
                </a:moveTo>
                <a:lnTo>
                  <a:pt x="819150" y="3295650"/>
                </a:lnTo>
                <a:lnTo>
                  <a:pt x="819150" y="3314700"/>
                </a:lnTo>
                <a:lnTo>
                  <a:pt x="809625" y="3314700"/>
                </a:lnTo>
                <a:close/>
                <a:moveTo>
                  <a:pt x="904875" y="3295650"/>
                </a:moveTo>
                <a:lnTo>
                  <a:pt x="914400" y="3295650"/>
                </a:lnTo>
                <a:lnTo>
                  <a:pt x="914400" y="3305175"/>
                </a:lnTo>
                <a:lnTo>
                  <a:pt x="904875" y="3305175"/>
                </a:lnTo>
                <a:close/>
                <a:moveTo>
                  <a:pt x="923925" y="3295650"/>
                </a:moveTo>
                <a:lnTo>
                  <a:pt x="933450" y="3295650"/>
                </a:lnTo>
                <a:lnTo>
                  <a:pt x="933450" y="3305175"/>
                </a:lnTo>
                <a:lnTo>
                  <a:pt x="923925" y="3305175"/>
                </a:lnTo>
                <a:close/>
                <a:moveTo>
                  <a:pt x="2009775" y="3295650"/>
                </a:moveTo>
                <a:lnTo>
                  <a:pt x="2019300" y="3295650"/>
                </a:lnTo>
                <a:lnTo>
                  <a:pt x="2019300" y="3305175"/>
                </a:lnTo>
                <a:lnTo>
                  <a:pt x="2009775" y="3305175"/>
                </a:lnTo>
                <a:close/>
                <a:moveTo>
                  <a:pt x="2057400" y="3295650"/>
                </a:moveTo>
                <a:lnTo>
                  <a:pt x="2066925" y="3295650"/>
                </a:lnTo>
                <a:lnTo>
                  <a:pt x="2066925" y="3305175"/>
                </a:lnTo>
                <a:lnTo>
                  <a:pt x="2057400" y="3305175"/>
                </a:lnTo>
                <a:close/>
                <a:moveTo>
                  <a:pt x="2905125" y="3295650"/>
                </a:moveTo>
                <a:lnTo>
                  <a:pt x="2914650" y="3295650"/>
                </a:lnTo>
                <a:lnTo>
                  <a:pt x="2914650" y="3286125"/>
                </a:lnTo>
                <a:lnTo>
                  <a:pt x="2905125" y="3286125"/>
                </a:lnTo>
                <a:close/>
                <a:moveTo>
                  <a:pt x="2952750" y="3295650"/>
                </a:moveTo>
                <a:lnTo>
                  <a:pt x="2962275" y="3295650"/>
                </a:lnTo>
                <a:lnTo>
                  <a:pt x="2962275" y="3305175"/>
                </a:lnTo>
                <a:lnTo>
                  <a:pt x="2952750" y="3305175"/>
                </a:lnTo>
                <a:close/>
                <a:moveTo>
                  <a:pt x="2981325" y="3295650"/>
                </a:moveTo>
                <a:lnTo>
                  <a:pt x="3019425" y="3295650"/>
                </a:lnTo>
                <a:lnTo>
                  <a:pt x="3019425" y="3305175"/>
                </a:lnTo>
                <a:lnTo>
                  <a:pt x="3009900" y="3305175"/>
                </a:lnTo>
                <a:lnTo>
                  <a:pt x="3009900" y="3314700"/>
                </a:lnTo>
                <a:lnTo>
                  <a:pt x="2990850" y="3314700"/>
                </a:lnTo>
                <a:lnTo>
                  <a:pt x="2990850" y="3305175"/>
                </a:lnTo>
                <a:lnTo>
                  <a:pt x="2981325" y="3305175"/>
                </a:lnTo>
                <a:close/>
                <a:moveTo>
                  <a:pt x="3038475" y="3295650"/>
                </a:moveTo>
                <a:lnTo>
                  <a:pt x="3048000" y="3295650"/>
                </a:lnTo>
                <a:lnTo>
                  <a:pt x="3048000" y="3305175"/>
                </a:lnTo>
                <a:lnTo>
                  <a:pt x="3057525" y="3305175"/>
                </a:lnTo>
                <a:lnTo>
                  <a:pt x="3057525" y="3333750"/>
                </a:lnTo>
                <a:lnTo>
                  <a:pt x="3038475" y="3333750"/>
                </a:lnTo>
                <a:close/>
                <a:moveTo>
                  <a:pt x="752475" y="3305175"/>
                </a:moveTo>
                <a:lnTo>
                  <a:pt x="781050" y="3305175"/>
                </a:lnTo>
                <a:lnTo>
                  <a:pt x="781050" y="3324225"/>
                </a:lnTo>
                <a:lnTo>
                  <a:pt x="762000" y="3324225"/>
                </a:lnTo>
                <a:lnTo>
                  <a:pt x="762000" y="3314700"/>
                </a:lnTo>
                <a:lnTo>
                  <a:pt x="752475" y="3314700"/>
                </a:lnTo>
                <a:close/>
                <a:moveTo>
                  <a:pt x="2028825" y="3305175"/>
                </a:moveTo>
                <a:lnTo>
                  <a:pt x="2047875" y="3305175"/>
                </a:lnTo>
                <a:lnTo>
                  <a:pt x="2047875" y="3314700"/>
                </a:lnTo>
                <a:lnTo>
                  <a:pt x="2028825" y="3314700"/>
                </a:lnTo>
                <a:close/>
                <a:moveTo>
                  <a:pt x="3095625" y="3305175"/>
                </a:moveTo>
                <a:lnTo>
                  <a:pt x="3114675" y="3305175"/>
                </a:lnTo>
                <a:lnTo>
                  <a:pt x="3114675" y="3314700"/>
                </a:lnTo>
                <a:lnTo>
                  <a:pt x="3095625" y="3314700"/>
                </a:lnTo>
                <a:close/>
                <a:moveTo>
                  <a:pt x="1962150" y="3314700"/>
                </a:moveTo>
                <a:lnTo>
                  <a:pt x="1981200" y="3314700"/>
                </a:lnTo>
                <a:lnTo>
                  <a:pt x="1981200" y="3371850"/>
                </a:lnTo>
                <a:lnTo>
                  <a:pt x="1990725" y="3371850"/>
                </a:lnTo>
                <a:lnTo>
                  <a:pt x="1990725" y="3409950"/>
                </a:lnTo>
                <a:lnTo>
                  <a:pt x="1971675" y="3409950"/>
                </a:lnTo>
                <a:lnTo>
                  <a:pt x="1971675" y="3371850"/>
                </a:lnTo>
                <a:lnTo>
                  <a:pt x="1962150" y="3371850"/>
                </a:lnTo>
                <a:close/>
                <a:moveTo>
                  <a:pt x="2952750" y="3314700"/>
                </a:moveTo>
                <a:lnTo>
                  <a:pt x="2962275" y="3314700"/>
                </a:lnTo>
                <a:lnTo>
                  <a:pt x="2962275" y="3324225"/>
                </a:lnTo>
                <a:lnTo>
                  <a:pt x="2952750" y="3324225"/>
                </a:lnTo>
                <a:close/>
                <a:moveTo>
                  <a:pt x="3114675" y="3314700"/>
                </a:moveTo>
                <a:lnTo>
                  <a:pt x="3124200" y="3314700"/>
                </a:lnTo>
                <a:lnTo>
                  <a:pt x="3124200" y="3343275"/>
                </a:lnTo>
                <a:lnTo>
                  <a:pt x="3114675" y="3343275"/>
                </a:lnTo>
                <a:close/>
                <a:moveTo>
                  <a:pt x="1895475" y="3324225"/>
                </a:moveTo>
                <a:lnTo>
                  <a:pt x="1905000" y="3324225"/>
                </a:lnTo>
                <a:lnTo>
                  <a:pt x="1905000" y="3352800"/>
                </a:lnTo>
                <a:lnTo>
                  <a:pt x="1895475" y="3352800"/>
                </a:lnTo>
                <a:close/>
                <a:moveTo>
                  <a:pt x="2943225" y="3324225"/>
                </a:moveTo>
                <a:lnTo>
                  <a:pt x="2952750" y="3324225"/>
                </a:lnTo>
                <a:lnTo>
                  <a:pt x="2952750" y="3333750"/>
                </a:lnTo>
                <a:lnTo>
                  <a:pt x="2943225" y="3333750"/>
                </a:lnTo>
                <a:close/>
                <a:moveTo>
                  <a:pt x="2962275" y="3324225"/>
                </a:moveTo>
                <a:lnTo>
                  <a:pt x="3019425" y="3324225"/>
                </a:lnTo>
                <a:lnTo>
                  <a:pt x="3019425" y="3343275"/>
                </a:lnTo>
                <a:lnTo>
                  <a:pt x="2990850" y="3343275"/>
                </a:lnTo>
                <a:lnTo>
                  <a:pt x="2990850" y="3333750"/>
                </a:lnTo>
                <a:lnTo>
                  <a:pt x="2962275" y="3333750"/>
                </a:lnTo>
                <a:close/>
                <a:moveTo>
                  <a:pt x="3028950" y="3333750"/>
                </a:moveTo>
                <a:lnTo>
                  <a:pt x="3038475" y="3333750"/>
                </a:lnTo>
                <a:lnTo>
                  <a:pt x="3038475" y="3343275"/>
                </a:lnTo>
                <a:lnTo>
                  <a:pt x="3028950" y="3343275"/>
                </a:lnTo>
                <a:close/>
                <a:moveTo>
                  <a:pt x="3086100" y="3333750"/>
                </a:moveTo>
                <a:lnTo>
                  <a:pt x="3095625" y="3333750"/>
                </a:lnTo>
                <a:lnTo>
                  <a:pt x="3095625" y="3343275"/>
                </a:lnTo>
                <a:lnTo>
                  <a:pt x="3086100" y="3343275"/>
                </a:lnTo>
                <a:close/>
                <a:moveTo>
                  <a:pt x="3095625" y="3343275"/>
                </a:moveTo>
                <a:lnTo>
                  <a:pt x="3114675" y="3343275"/>
                </a:lnTo>
                <a:lnTo>
                  <a:pt x="3114675" y="3352800"/>
                </a:lnTo>
                <a:lnTo>
                  <a:pt x="3095625" y="3352800"/>
                </a:lnTo>
                <a:close/>
                <a:moveTo>
                  <a:pt x="295275" y="3390900"/>
                </a:moveTo>
                <a:lnTo>
                  <a:pt x="304800" y="3390900"/>
                </a:lnTo>
                <a:lnTo>
                  <a:pt x="304800" y="3429000"/>
                </a:lnTo>
                <a:lnTo>
                  <a:pt x="295275" y="3429000"/>
                </a:lnTo>
                <a:close/>
                <a:moveTo>
                  <a:pt x="1971675" y="3429000"/>
                </a:moveTo>
                <a:lnTo>
                  <a:pt x="1990725" y="3429000"/>
                </a:lnTo>
                <a:lnTo>
                  <a:pt x="1990725" y="3486150"/>
                </a:lnTo>
                <a:lnTo>
                  <a:pt x="2000250" y="3486150"/>
                </a:lnTo>
                <a:lnTo>
                  <a:pt x="2000250" y="3533775"/>
                </a:lnTo>
                <a:lnTo>
                  <a:pt x="1981200" y="3533775"/>
                </a:lnTo>
                <a:lnTo>
                  <a:pt x="1981200" y="3495675"/>
                </a:lnTo>
                <a:lnTo>
                  <a:pt x="1971675" y="3495675"/>
                </a:lnTo>
                <a:close/>
                <a:moveTo>
                  <a:pt x="1905000" y="3438525"/>
                </a:moveTo>
                <a:lnTo>
                  <a:pt x="1914525" y="3438525"/>
                </a:lnTo>
                <a:lnTo>
                  <a:pt x="1914525" y="3467100"/>
                </a:lnTo>
                <a:lnTo>
                  <a:pt x="1905000" y="3467100"/>
                </a:lnTo>
                <a:close/>
                <a:moveTo>
                  <a:pt x="238125" y="3457575"/>
                </a:moveTo>
                <a:lnTo>
                  <a:pt x="247650" y="3457575"/>
                </a:lnTo>
                <a:lnTo>
                  <a:pt x="247650" y="3638550"/>
                </a:lnTo>
                <a:lnTo>
                  <a:pt x="257175" y="3638550"/>
                </a:lnTo>
                <a:lnTo>
                  <a:pt x="257175" y="3781425"/>
                </a:lnTo>
                <a:lnTo>
                  <a:pt x="247650" y="3781425"/>
                </a:lnTo>
                <a:lnTo>
                  <a:pt x="247650" y="3705225"/>
                </a:lnTo>
                <a:lnTo>
                  <a:pt x="238125" y="3705225"/>
                </a:lnTo>
                <a:lnTo>
                  <a:pt x="238125" y="3686175"/>
                </a:lnTo>
                <a:lnTo>
                  <a:pt x="247650" y="3686175"/>
                </a:lnTo>
                <a:lnTo>
                  <a:pt x="247650" y="3657600"/>
                </a:lnTo>
                <a:lnTo>
                  <a:pt x="238125" y="3657600"/>
                </a:lnTo>
                <a:close/>
                <a:moveTo>
                  <a:pt x="838200" y="3533775"/>
                </a:moveTo>
                <a:lnTo>
                  <a:pt x="847725" y="3533775"/>
                </a:lnTo>
                <a:lnTo>
                  <a:pt x="847725" y="3552825"/>
                </a:lnTo>
                <a:lnTo>
                  <a:pt x="828675" y="3552825"/>
                </a:lnTo>
                <a:lnTo>
                  <a:pt x="828675" y="3562350"/>
                </a:lnTo>
                <a:lnTo>
                  <a:pt x="819150" y="3562350"/>
                </a:lnTo>
                <a:lnTo>
                  <a:pt x="819150" y="3552825"/>
                </a:lnTo>
                <a:lnTo>
                  <a:pt x="809625" y="3552825"/>
                </a:lnTo>
                <a:lnTo>
                  <a:pt x="809625" y="3543300"/>
                </a:lnTo>
                <a:lnTo>
                  <a:pt x="838200" y="3543300"/>
                </a:lnTo>
                <a:close/>
                <a:moveTo>
                  <a:pt x="857250" y="3543300"/>
                </a:moveTo>
                <a:lnTo>
                  <a:pt x="866775" y="3543300"/>
                </a:lnTo>
                <a:lnTo>
                  <a:pt x="866775" y="3552825"/>
                </a:lnTo>
                <a:lnTo>
                  <a:pt x="857250" y="3552825"/>
                </a:lnTo>
                <a:close/>
                <a:moveTo>
                  <a:pt x="876300" y="3543300"/>
                </a:moveTo>
                <a:lnTo>
                  <a:pt x="885825" y="3543300"/>
                </a:lnTo>
                <a:lnTo>
                  <a:pt x="885825" y="3552825"/>
                </a:lnTo>
                <a:lnTo>
                  <a:pt x="876300" y="3552825"/>
                </a:lnTo>
                <a:close/>
                <a:moveTo>
                  <a:pt x="1981200" y="3543300"/>
                </a:moveTo>
                <a:lnTo>
                  <a:pt x="2000250" y="3543300"/>
                </a:lnTo>
                <a:lnTo>
                  <a:pt x="2000250" y="3609975"/>
                </a:lnTo>
                <a:lnTo>
                  <a:pt x="2009775" y="3609975"/>
                </a:lnTo>
                <a:lnTo>
                  <a:pt x="2009775" y="3724275"/>
                </a:lnTo>
                <a:lnTo>
                  <a:pt x="2000250" y="3724275"/>
                </a:lnTo>
                <a:lnTo>
                  <a:pt x="2000250" y="3781425"/>
                </a:lnTo>
                <a:lnTo>
                  <a:pt x="2009775" y="3781425"/>
                </a:lnTo>
                <a:lnTo>
                  <a:pt x="2009775" y="3829050"/>
                </a:lnTo>
                <a:lnTo>
                  <a:pt x="2000250" y="3829050"/>
                </a:lnTo>
                <a:lnTo>
                  <a:pt x="2000250" y="3838575"/>
                </a:lnTo>
                <a:lnTo>
                  <a:pt x="1990725" y="3838575"/>
                </a:lnTo>
                <a:lnTo>
                  <a:pt x="1990725" y="3867150"/>
                </a:lnTo>
                <a:lnTo>
                  <a:pt x="1981200" y="3867150"/>
                </a:lnTo>
                <a:lnTo>
                  <a:pt x="1981200" y="3876675"/>
                </a:lnTo>
                <a:lnTo>
                  <a:pt x="1971675" y="3876675"/>
                </a:lnTo>
                <a:lnTo>
                  <a:pt x="1971675" y="3886200"/>
                </a:lnTo>
                <a:lnTo>
                  <a:pt x="1981200" y="3886200"/>
                </a:lnTo>
                <a:lnTo>
                  <a:pt x="1981200" y="3895725"/>
                </a:lnTo>
                <a:lnTo>
                  <a:pt x="2019300" y="3895725"/>
                </a:lnTo>
                <a:lnTo>
                  <a:pt x="2019300" y="3905250"/>
                </a:lnTo>
                <a:lnTo>
                  <a:pt x="2076450" y="3905250"/>
                </a:lnTo>
                <a:lnTo>
                  <a:pt x="2076450" y="3914775"/>
                </a:lnTo>
                <a:lnTo>
                  <a:pt x="2133600" y="3914775"/>
                </a:lnTo>
                <a:lnTo>
                  <a:pt x="2133600" y="3924300"/>
                </a:lnTo>
                <a:lnTo>
                  <a:pt x="2219325" y="3924300"/>
                </a:lnTo>
                <a:lnTo>
                  <a:pt x="2219325" y="3933825"/>
                </a:lnTo>
                <a:lnTo>
                  <a:pt x="2276475" y="3933825"/>
                </a:lnTo>
                <a:lnTo>
                  <a:pt x="2276475" y="3943350"/>
                </a:lnTo>
                <a:lnTo>
                  <a:pt x="2352675" y="3943350"/>
                </a:lnTo>
                <a:lnTo>
                  <a:pt x="2352675" y="3952875"/>
                </a:lnTo>
                <a:lnTo>
                  <a:pt x="2400300" y="3952875"/>
                </a:lnTo>
                <a:lnTo>
                  <a:pt x="2400300" y="3962400"/>
                </a:lnTo>
                <a:lnTo>
                  <a:pt x="2466975" y="3962400"/>
                </a:lnTo>
                <a:lnTo>
                  <a:pt x="2466975" y="3971925"/>
                </a:lnTo>
                <a:lnTo>
                  <a:pt x="2533650" y="3971925"/>
                </a:lnTo>
                <a:lnTo>
                  <a:pt x="2533650" y="3981450"/>
                </a:lnTo>
                <a:lnTo>
                  <a:pt x="2581275" y="3981450"/>
                </a:lnTo>
                <a:lnTo>
                  <a:pt x="2581275" y="3990975"/>
                </a:lnTo>
                <a:lnTo>
                  <a:pt x="2638425" y="3990975"/>
                </a:lnTo>
                <a:lnTo>
                  <a:pt x="2638425" y="4000500"/>
                </a:lnTo>
                <a:lnTo>
                  <a:pt x="2695575" y="4000500"/>
                </a:lnTo>
                <a:lnTo>
                  <a:pt x="2695575" y="4010025"/>
                </a:lnTo>
                <a:lnTo>
                  <a:pt x="2628900" y="4010025"/>
                </a:lnTo>
                <a:lnTo>
                  <a:pt x="2628900" y="4000500"/>
                </a:lnTo>
                <a:lnTo>
                  <a:pt x="2562225" y="4000500"/>
                </a:lnTo>
                <a:lnTo>
                  <a:pt x="2562225" y="3990975"/>
                </a:lnTo>
                <a:lnTo>
                  <a:pt x="2505075" y="3990975"/>
                </a:lnTo>
                <a:lnTo>
                  <a:pt x="2505075" y="3981450"/>
                </a:lnTo>
                <a:lnTo>
                  <a:pt x="2438400" y="3981450"/>
                </a:lnTo>
                <a:lnTo>
                  <a:pt x="2438400" y="3971925"/>
                </a:lnTo>
                <a:lnTo>
                  <a:pt x="2371725" y="3971925"/>
                </a:lnTo>
                <a:lnTo>
                  <a:pt x="2371725" y="3962400"/>
                </a:lnTo>
                <a:lnTo>
                  <a:pt x="2305050" y="3962400"/>
                </a:lnTo>
                <a:lnTo>
                  <a:pt x="2305050" y="3952875"/>
                </a:lnTo>
                <a:lnTo>
                  <a:pt x="2228850" y="3952875"/>
                </a:lnTo>
                <a:lnTo>
                  <a:pt x="2228850" y="3943350"/>
                </a:lnTo>
                <a:lnTo>
                  <a:pt x="2152650" y="3943350"/>
                </a:lnTo>
                <a:lnTo>
                  <a:pt x="2152650" y="3933825"/>
                </a:lnTo>
                <a:lnTo>
                  <a:pt x="2085975" y="3933825"/>
                </a:lnTo>
                <a:lnTo>
                  <a:pt x="2085975" y="3924300"/>
                </a:lnTo>
                <a:lnTo>
                  <a:pt x="2028825" y="3924300"/>
                </a:lnTo>
                <a:lnTo>
                  <a:pt x="2028825" y="3914775"/>
                </a:lnTo>
                <a:lnTo>
                  <a:pt x="1981200" y="3914775"/>
                </a:lnTo>
                <a:lnTo>
                  <a:pt x="1981200" y="3905250"/>
                </a:lnTo>
                <a:lnTo>
                  <a:pt x="1952625" y="3905250"/>
                </a:lnTo>
                <a:lnTo>
                  <a:pt x="1952625" y="3914775"/>
                </a:lnTo>
                <a:lnTo>
                  <a:pt x="1943100" y="3914775"/>
                </a:lnTo>
                <a:lnTo>
                  <a:pt x="1943100" y="3924300"/>
                </a:lnTo>
                <a:lnTo>
                  <a:pt x="1924050" y="3924300"/>
                </a:lnTo>
                <a:lnTo>
                  <a:pt x="1924050" y="3933825"/>
                </a:lnTo>
                <a:lnTo>
                  <a:pt x="1914525" y="3933825"/>
                </a:lnTo>
                <a:lnTo>
                  <a:pt x="1914525" y="3943350"/>
                </a:lnTo>
                <a:lnTo>
                  <a:pt x="1905000" y="3943350"/>
                </a:lnTo>
                <a:lnTo>
                  <a:pt x="1905000" y="3952875"/>
                </a:lnTo>
                <a:lnTo>
                  <a:pt x="1885950" y="3952875"/>
                </a:lnTo>
                <a:lnTo>
                  <a:pt x="1885950" y="3943350"/>
                </a:lnTo>
                <a:lnTo>
                  <a:pt x="1895475" y="3943350"/>
                </a:lnTo>
                <a:lnTo>
                  <a:pt x="1895475" y="3933825"/>
                </a:lnTo>
                <a:lnTo>
                  <a:pt x="1905000" y="3933825"/>
                </a:lnTo>
                <a:lnTo>
                  <a:pt x="1905000" y="3924300"/>
                </a:lnTo>
                <a:lnTo>
                  <a:pt x="1876425" y="3924300"/>
                </a:lnTo>
                <a:lnTo>
                  <a:pt x="1876425" y="3914775"/>
                </a:lnTo>
                <a:lnTo>
                  <a:pt x="1885950" y="3914775"/>
                </a:lnTo>
                <a:lnTo>
                  <a:pt x="1885950" y="3905250"/>
                </a:lnTo>
                <a:lnTo>
                  <a:pt x="1895475" y="3905250"/>
                </a:lnTo>
                <a:lnTo>
                  <a:pt x="1895475" y="3895725"/>
                </a:lnTo>
                <a:lnTo>
                  <a:pt x="1905000" y="3895725"/>
                </a:lnTo>
                <a:lnTo>
                  <a:pt x="1905000" y="3886200"/>
                </a:lnTo>
                <a:lnTo>
                  <a:pt x="1914525" y="3886200"/>
                </a:lnTo>
                <a:lnTo>
                  <a:pt x="1914525" y="3876675"/>
                </a:lnTo>
                <a:lnTo>
                  <a:pt x="1924050" y="3876675"/>
                </a:lnTo>
                <a:lnTo>
                  <a:pt x="1924050" y="3867150"/>
                </a:lnTo>
                <a:lnTo>
                  <a:pt x="1933575" y="3867150"/>
                </a:lnTo>
                <a:lnTo>
                  <a:pt x="1933575" y="3857625"/>
                </a:lnTo>
                <a:lnTo>
                  <a:pt x="1943100" y="3857625"/>
                </a:lnTo>
                <a:lnTo>
                  <a:pt x="1943100" y="3848100"/>
                </a:lnTo>
                <a:lnTo>
                  <a:pt x="1952625" y="3848100"/>
                </a:lnTo>
                <a:lnTo>
                  <a:pt x="1952625" y="3829050"/>
                </a:lnTo>
                <a:lnTo>
                  <a:pt x="1962150" y="3829050"/>
                </a:lnTo>
                <a:lnTo>
                  <a:pt x="1962150" y="3810000"/>
                </a:lnTo>
                <a:lnTo>
                  <a:pt x="1971675" y="3810000"/>
                </a:lnTo>
                <a:lnTo>
                  <a:pt x="1971675" y="3781425"/>
                </a:lnTo>
                <a:lnTo>
                  <a:pt x="1981200" y="3781425"/>
                </a:lnTo>
                <a:lnTo>
                  <a:pt x="1981200" y="3714750"/>
                </a:lnTo>
                <a:lnTo>
                  <a:pt x="1990725" y="3714750"/>
                </a:lnTo>
                <a:lnTo>
                  <a:pt x="1990725" y="3657600"/>
                </a:lnTo>
                <a:lnTo>
                  <a:pt x="1981200" y="3657600"/>
                </a:lnTo>
                <a:close/>
                <a:moveTo>
                  <a:pt x="533400" y="3552825"/>
                </a:moveTo>
                <a:lnTo>
                  <a:pt x="561975" y="3552825"/>
                </a:lnTo>
                <a:lnTo>
                  <a:pt x="561975" y="3562350"/>
                </a:lnTo>
                <a:lnTo>
                  <a:pt x="542925" y="3562350"/>
                </a:lnTo>
                <a:lnTo>
                  <a:pt x="542925" y="3571875"/>
                </a:lnTo>
                <a:lnTo>
                  <a:pt x="561975" y="3571875"/>
                </a:lnTo>
                <a:lnTo>
                  <a:pt x="561975" y="3562350"/>
                </a:lnTo>
                <a:lnTo>
                  <a:pt x="571500" y="3562350"/>
                </a:lnTo>
                <a:lnTo>
                  <a:pt x="571500" y="3581400"/>
                </a:lnTo>
                <a:lnTo>
                  <a:pt x="561975" y="3581400"/>
                </a:lnTo>
                <a:lnTo>
                  <a:pt x="561975" y="3590925"/>
                </a:lnTo>
                <a:lnTo>
                  <a:pt x="523875" y="3590925"/>
                </a:lnTo>
                <a:lnTo>
                  <a:pt x="523875" y="3581400"/>
                </a:lnTo>
                <a:lnTo>
                  <a:pt x="514350" y="3581400"/>
                </a:lnTo>
                <a:lnTo>
                  <a:pt x="514350" y="3571875"/>
                </a:lnTo>
                <a:lnTo>
                  <a:pt x="523875" y="3571875"/>
                </a:lnTo>
                <a:lnTo>
                  <a:pt x="523875" y="3562350"/>
                </a:lnTo>
                <a:lnTo>
                  <a:pt x="533400" y="3562350"/>
                </a:lnTo>
                <a:close/>
                <a:moveTo>
                  <a:pt x="771525" y="3552825"/>
                </a:moveTo>
                <a:lnTo>
                  <a:pt x="781050" y="3552825"/>
                </a:lnTo>
                <a:lnTo>
                  <a:pt x="781050" y="3562350"/>
                </a:lnTo>
                <a:lnTo>
                  <a:pt x="771525" y="3562350"/>
                </a:lnTo>
                <a:close/>
                <a:moveTo>
                  <a:pt x="1914525" y="3562350"/>
                </a:moveTo>
                <a:lnTo>
                  <a:pt x="1924050" y="3562350"/>
                </a:lnTo>
                <a:lnTo>
                  <a:pt x="1924050" y="3590925"/>
                </a:lnTo>
                <a:lnTo>
                  <a:pt x="1914525" y="3590925"/>
                </a:lnTo>
                <a:close/>
                <a:moveTo>
                  <a:pt x="304800" y="3571875"/>
                </a:moveTo>
                <a:lnTo>
                  <a:pt x="314325" y="3571875"/>
                </a:lnTo>
                <a:lnTo>
                  <a:pt x="314325" y="3629025"/>
                </a:lnTo>
                <a:lnTo>
                  <a:pt x="304800" y="3629025"/>
                </a:lnTo>
                <a:close/>
                <a:moveTo>
                  <a:pt x="542925" y="3609975"/>
                </a:moveTo>
                <a:lnTo>
                  <a:pt x="561975" y="3609975"/>
                </a:lnTo>
                <a:lnTo>
                  <a:pt x="561975" y="3619500"/>
                </a:lnTo>
                <a:lnTo>
                  <a:pt x="542925" y="3619500"/>
                </a:lnTo>
                <a:close/>
                <a:moveTo>
                  <a:pt x="523875" y="3619500"/>
                </a:moveTo>
                <a:lnTo>
                  <a:pt x="542925" y="3619500"/>
                </a:lnTo>
                <a:lnTo>
                  <a:pt x="542925" y="3629025"/>
                </a:lnTo>
                <a:lnTo>
                  <a:pt x="533400" y="3629025"/>
                </a:lnTo>
                <a:lnTo>
                  <a:pt x="533400" y="3648075"/>
                </a:lnTo>
                <a:lnTo>
                  <a:pt x="542925" y="3648075"/>
                </a:lnTo>
                <a:lnTo>
                  <a:pt x="542925" y="3667125"/>
                </a:lnTo>
                <a:lnTo>
                  <a:pt x="533400" y="3667125"/>
                </a:lnTo>
                <a:lnTo>
                  <a:pt x="533400" y="3676650"/>
                </a:lnTo>
                <a:lnTo>
                  <a:pt x="542925" y="3676650"/>
                </a:lnTo>
                <a:lnTo>
                  <a:pt x="542925" y="3686175"/>
                </a:lnTo>
                <a:lnTo>
                  <a:pt x="523875" y="3686175"/>
                </a:lnTo>
                <a:close/>
                <a:moveTo>
                  <a:pt x="561975" y="3619500"/>
                </a:moveTo>
                <a:lnTo>
                  <a:pt x="571500" y="3619500"/>
                </a:lnTo>
                <a:lnTo>
                  <a:pt x="571500" y="3629025"/>
                </a:lnTo>
                <a:lnTo>
                  <a:pt x="561975" y="3629025"/>
                </a:lnTo>
                <a:close/>
                <a:moveTo>
                  <a:pt x="2714625" y="3638550"/>
                </a:moveTo>
                <a:lnTo>
                  <a:pt x="2733675" y="3638550"/>
                </a:lnTo>
                <a:lnTo>
                  <a:pt x="2733675" y="3667125"/>
                </a:lnTo>
                <a:lnTo>
                  <a:pt x="2724150" y="3667125"/>
                </a:lnTo>
                <a:lnTo>
                  <a:pt x="2724150" y="3657600"/>
                </a:lnTo>
                <a:lnTo>
                  <a:pt x="2714625" y="3657600"/>
                </a:lnTo>
                <a:close/>
                <a:moveTo>
                  <a:pt x="561975" y="3648075"/>
                </a:moveTo>
                <a:lnTo>
                  <a:pt x="571500" y="3648075"/>
                </a:lnTo>
                <a:lnTo>
                  <a:pt x="571500" y="3667125"/>
                </a:lnTo>
                <a:lnTo>
                  <a:pt x="561975" y="3667125"/>
                </a:lnTo>
                <a:close/>
                <a:moveTo>
                  <a:pt x="2781300" y="3657600"/>
                </a:moveTo>
                <a:lnTo>
                  <a:pt x="2790825" y="3657600"/>
                </a:lnTo>
                <a:lnTo>
                  <a:pt x="2790825" y="3667125"/>
                </a:lnTo>
                <a:lnTo>
                  <a:pt x="2800350" y="3667125"/>
                </a:lnTo>
                <a:lnTo>
                  <a:pt x="2800350" y="3676650"/>
                </a:lnTo>
                <a:lnTo>
                  <a:pt x="2781300" y="3676650"/>
                </a:lnTo>
                <a:close/>
                <a:moveTo>
                  <a:pt x="571500" y="3667125"/>
                </a:moveTo>
                <a:lnTo>
                  <a:pt x="581025" y="3667125"/>
                </a:lnTo>
                <a:lnTo>
                  <a:pt x="581025" y="3676650"/>
                </a:lnTo>
                <a:lnTo>
                  <a:pt x="571500" y="3676650"/>
                </a:lnTo>
                <a:close/>
                <a:moveTo>
                  <a:pt x="561975" y="3676650"/>
                </a:moveTo>
                <a:lnTo>
                  <a:pt x="571500" y="3676650"/>
                </a:lnTo>
                <a:lnTo>
                  <a:pt x="571500" y="3686175"/>
                </a:lnTo>
                <a:lnTo>
                  <a:pt x="561975" y="3686175"/>
                </a:lnTo>
                <a:close/>
                <a:moveTo>
                  <a:pt x="2714625" y="3676650"/>
                </a:moveTo>
                <a:lnTo>
                  <a:pt x="2733675" y="3676650"/>
                </a:lnTo>
                <a:lnTo>
                  <a:pt x="2733675" y="3686175"/>
                </a:lnTo>
                <a:lnTo>
                  <a:pt x="2743200" y="3686175"/>
                </a:lnTo>
                <a:lnTo>
                  <a:pt x="2743200" y="3695700"/>
                </a:lnTo>
                <a:lnTo>
                  <a:pt x="2771775" y="3695700"/>
                </a:lnTo>
                <a:lnTo>
                  <a:pt x="2771775" y="3705225"/>
                </a:lnTo>
                <a:lnTo>
                  <a:pt x="2743200" y="3705225"/>
                </a:lnTo>
                <a:lnTo>
                  <a:pt x="2743200" y="3714750"/>
                </a:lnTo>
                <a:lnTo>
                  <a:pt x="2733675" y="3714750"/>
                </a:lnTo>
                <a:lnTo>
                  <a:pt x="2733675" y="3705225"/>
                </a:lnTo>
                <a:lnTo>
                  <a:pt x="2724150" y="3705225"/>
                </a:lnTo>
                <a:lnTo>
                  <a:pt x="2724150" y="3695700"/>
                </a:lnTo>
                <a:lnTo>
                  <a:pt x="2714625" y="3695700"/>
                </a:lnTo>
                <a:close/>
                <a:moveTo>
                  <a:pt x="542925" y="3686175"/>
                </a:moveTo>
                <a:lnTo>
                  <a:pt x="552450" y="3686175"/>
                </a:lnTo>
                <a:lnTo>
                  <a:pt x="552450" y="3695700"/>
                </a:lnTo>
                <a:lnTo>
                  <a:pt x="542925" y="3695700"/>
                </a:lnTo>
                <a:close/>
                <a:moveTo>
                  <a:pt x="1924050" y="3686175"/>
                </a:moveTo>
                <a:lnTo>
                  <a:pt x="1933575" y="3686175"/>
                </a:lnTo>
                <a:lnTo>
                  <a:pt x="1933575" y="3705225"/>
                </a:lnTo>
                <a:lnTo>
                  <a:pt x="1924050" y="3705225"/>
                </a:lnTo>
                <a:close/>
                <a:moveTo>
                  <a:pt x="2133600" y="3686175"/>
                </a:moveTo>
                <a:lnTo>
                  <a:pt x="2143125" y="3686175"/>
                </a:lnTo>
                <a:lnTo>
                  <a:pt x="2143125" y="3695700"/>
                </a:lnTo>
                <a:lnTo>
                  <a:pt x="2152650" y="3695700"/>
                </a:lnTo>
                <a:lnTo>
                  <a:pt x="2152650" y="3705225"/>
                </a:lnTo>
                <a:lnTo>
                  <a:pt x="2143125" y="3705225"/>
                </a:lnTo>
                <a:lnTo>
                  <a:pt x="2143125" y="3714750"/>
                </a:lnTo>
                <a:lnTo>
                  <a:pt x="2133600" y="3714750"/>
                </a:lnTo>
                <a:lnTo>
                  <a:pt x="2133600" y="3705225"/>
                </a:lnTo>
                <a:lnTo>
                  <a:pt x="2124075" y="3705225"/>
                </a:lnTo>
                <a:lnTo>
                  <a:pt x="2124075" y="3695700"/>
                </a:lnTo>
                <a:lnTo>
                  <a:pt x="2133600" y="3695700"/>
                </a:lnTo>
                <a:close/>
                <a:moveTo>
                  <a:pt x="3267075" y="3705225"/>
                </a:moveTo>
                <a:lnTo>
                  <a:pt x="3305175" y="3705225"/>
                </a:lnTo>
                <a:lnTo>
                  <a:pt x="3305175" y="3714750"/>
                </a:lnTo>
                <a:lnTo>
                  <a:pt x="3314700" y="3714750"/>
                </a:lnTo>
                <a:lnTo>
                  <a:pt x="3314700" y="3733800"/>
                </a:lnTo>
                <a:lnTo>
                  <a:pt x="3305175" y="3733800"/>
                </a:lnTo>
                <a:lnTo>
                  <a:pt x="3305175" y="3781425"/>
                </a:lnTo>
                <a:lnTo>
                  <a:pt x="3295650" y="3781425"/>
                </a:lnTo>
                <a:lnTo>
                  <a:pt x="3295650" y="3819525"/>
                </a:lnTo>
                <a:lnTo>
                  <a:pt x="3286125" y="3819525"/>
                </a:lnTo>
                <a:lnTo>
                  <a:pt x="3286125" y="3848100"/>
                </a:lnTo>
                <a:lnTo>
                  <a:pt x="3276600" y="3848100"/>
                </a:lnTo>
                <a:lnTo>
                  <a:pt x="3276600" y="3867150"/>
                </a:lnTo>
                <a:lnTo>
                  <a:pt x="3267075" y="3867150"/>
                </a:lnTo>
                <a:lnTo>
                  <a:pt x="3267075" y="3886200"/>
                </a:lnTo>
                <a:lnTo>
                  <a:pt x="3257550" y="3886200"/>
                </a:lnTo>
                <a:lnTo>
                  <a:pt x="3257550" y="3895725"/>
                </a:lnTo>
                <a:lnTo>
                  <a:pt x="3228975" y="3895725"/>
                </a:lnTo>
                <a:lnTo>
                  <a:pt x="3228975" y="3867150"/>
                </a:lnTo>
                <a:lnTo>
                  <a:pt x="3238500" y="3867150"/>
                </a:lnTo>
                <a:lnTo>
                  <a:pt x="3238500" y="3838575"/>
                </a:lnTo>
                <a:lnTo>
                  <a:pt x="3248025" y="3838575"/>
                </a:lnTo>
                <a:lnTo>
                  <a:pt x="3248025" y="3800475"/>
                </a:lnTo>
                <a:lnTo>
                  <a:pt x="3257550" y="3800475"/>
                </a:lnTo>
                <a:lnTo>
                  <a:pt x="3257550" y="3743325"/>
                </a:lnTo>
                <a:lnTo>
                  <a:pt x="3267075" y="3743325"/>
                </a:lnTo>
                <a:close/>
                <a:moveTo>
                  <a:pt x="2762250" y="3714750"/>
                </a:moveTo>
                <a:lnTo>
                  <a:pt x="2781300" y="3714750"/>
                </a:lnTo>
                <a:lnTo>
                  <a:pt x="2781300" y="3724275"/>
                </a:lnTo>
                <a:lnTo>
                  <a:pt x="2762250" y="3724275"/>
                </a:lnTo>
                <a:close/>
                <a:moveTo>
                  <a:pt x="1914525" y="3752850"/>
                </a:moveTo>
                <a:lnTo>
                  <a:pt x="1924050" y="3752850"/>
                </a:lnTo>
                <a:lnTo>
                  <a:pt x="1924050" y="3762375"/>
                </a:lnTo>
                <a:lnTo>
                  <a:pt x="1914525" y="3762375"/>
                </a:lnTo>
                <a:close/>
                <a:moveTo>
                  <a:pt x="314325" y="3771900"/>
                </a:moveTo>
                <a:lnTo>
                  <a:pt x="323850" y="3771900"/>
                </a:lnTo>
                <a:lnTo>
                  <a:pt x="323850" y="3800475"/>
                </a:lnTo>
                <a:lnTo>
                  <a:pt x="314325" y="3800475"/>
                </a:lnTo>
                <a:close/>
                <a:moveTo>
                  <a:pt x="2667000" y="3771900"/>
                </a:moveTo>
                <a:lnTo>
                  <a:pt x="2714625" y="3771900"/>
                </a:lnTo>
                <a:lnTo>
                  <a:pt x="2714625" y="3781425"/>
                </a:lnTo>
                <a:lnTo>
                  <a:pt x="2771775" y="3781425"/>
                </a:lnTo>
                <a:lnTo>
                  <a:pt x="2771775" y="3790950"/>
                </a:lnTo>
                <a:lnTo>
                  <a:pt x="2800350" y="3790950"/>
                </a:lnTo>
                <a:lnTo>
                  <a:pt x="2800350" y="3800475"/>
                </a:lnTo>
                <a:lnTo>
                  <a:pt x="2809875" y="3800475"/>
                </a:lnTo>
                <a:lnTo>
                  <a:pt x="2809875" y="3810000"/>
                </a:lnTo>
                <a:lnTo>
                  <a:pt x="2800350" y="3810000"/>
                </a:lnTo>
                <a:lnTo>
                  <a:pt x="2800350" y="3819525"/>
                </a:lnTo>
                <a:lnTo>
                  <a:pt x="2781300" y="3819525"/>
                </a:lnTo>
                <a:lnTo>
                  <a:pt x="2781300" y="3810000"/>
                </a:lnTo>
                <a:lnTo>
                  <a:pt x="2733675" y="3810000"/>
                </a:lnTo>
                <a:lnTo>
                  <a:pt x="2733675" y="3800475"/>
                </a:lnTo>
                <a:lnTo>
                  <a:pt x="2676525" y="3800475"/>
                </a:lnTo>
                <a:lnTo>
                  <a:pt x="2676525" y="3790950"/>
                </a:lnTo>
                <a:lnTo>
                  <a:pt x="2667000" y="3790950"/>
                </a:lnTo>
                <a:close/>
                <a:moveTo>
                  <a:pt x="257175" y="3790950"/>
                </a:moveTo>
                <a:lnTo>
                  <a:pt x="266700" y="3790950"/>
                </a:lnTo>
                <a:lnTo>
                  <a:pt x="266700" y="3838575"/>
                </a:lnTo>
                <a:lnTo>
                  <a:pt x="276225" y="3838575"/>
                </a:lnTo>
                <a:lnTo>
                  <a:pt x="276225" y="3876675"/>
                </a:lnTo>
                <a:lnTo>
                  <a:pt x="285750" y="3876675"/>
                </a:lnTo>
                <a:lnTo>
                  <a:pt x="285750" y="3895725"/>
                </a:lnTo>
                <a:lnTo>
                  <a:pt x="276225" y="3895725"/>
                </a:lnTo>
                <a:lnTo>
                  <a:pt x="276225" y="3886200"/>
                </a:lnTo>
                <a:lnTo>
                  <a:pt x="266700" y="3886200"/>
                </a:lnTo>
                <a:lnTo>
                  <a:pt x="266700" y="3867150"/>
                </a:lnTo>
                <a:lnTo>
                  <a:pt x="257175" y="3867150"/>
                </a:lnTo>
                <a:close/>
                <a:moveTo>
                  <a:pt x="2981325" y="3819525"/>
                </a:moveTo>
                <a:lnTo>
                  <a:pt x="3019425" y="3819525"/>
                </a:lnTo>
                <a:lnTo>
                  <a:pt x="3019425" y="3829050"/>
                </a:lnTo>
                <a:lnTo>
                  <a:pt x="3038475" y="3829050"/>
                </a:lnTo>
                <a:lnTo>
                  <a:pt x="3038475" y="3838575"/>
                </a:lnTo>
                <a:lnTo>
                  <a:pt x="3048000" y="3838575"/>
                </a:lnTo>
                <a:lnTo>
                  <a:pt x="3048000" y="3829050"/>
                </a:lnTo>
                <a:lnTo>
                  <a:pt x="3067050" y="3829050"/>
                </a:lnTo>
                <a:lnTo>
                  <a:pt x="3067050" y="3838575"/>
                </a:lnTo>
                <a:lnTo>
                  <a:pt x="3076575" y="3838575"/>
                </a:lnTo>
                <a:lnTo>
                  <a:pt x="3076575" y="3848100"/>
                </a:lnTo>
                <a:lnTo>
                  <a:pt x="3067050" y="3848100"/>
                </a:lnTo>
                <a:lnTo>
                  <a:pt x="3067050" y="3857625"/>
                </a:lnTo>
                <a:lnTo>
                  <a:pt x="3028950" y="3857625"/>
                </a:lnTo>
                <a:lnTo>
                  <a:pt x="3028950" y="3848100"/>
                </a:lnTo>
                <a:lnTo>
                  <a:pt x="2990850" y="3848100"/>
                </a:lnTo>
                <a:lnTo>
                  <a:pt x="2990850" y="3838575"/>
                </a:lnTo>
                <a:lnTo>
                  <a:pt x="2981325" y="3838575"/>
                </a:lnTo>
                <a:close/>
                <a:moveTo>
                  <a:pt x="323850" y="3829050"/>
                </a:moveTo>
                <a:lnTo>
                  <a:pt x="333375" y="3829050"/>
                </a:lnTo>
                <a:lnTo>
                  <a:pt x="333375" y="3838575"/>
                </a:lnTo>
                <a:lnTo>
                  <a:pt x="323850" y="3838575"/>
                </a:lnTo>
                <a:close/>
                <a:moveTo>
                  <a:pt x="1876425" y="3829050"/>
                </a:moveTo>
                <a:lnTo>
                  <a:pt x="1885950" y="3829050"/>
                </a:lnTo>
                <a:lnTo>
                  <a:pt x="1885950" y="3838575"/>
                </a:lnTo>
                <a:lnTo>
                  <a:pt x="1876425" y="3838575"/>
                </a:lnTo>
                <a:close/>
                <a:moveTo>
                  <a:pt x="1866900" y="3838575"/>
                </a:moveTo>
                <a:lnTo>
                  <a:pt x="1876425" y="3838575"/>
                </a:lnTo>
                <a:lnTo>
                  <a:pt x="1876425" y="3848100"/>
                </a:lnTo>
                <a:lnTo>
                  <a:pt x="1866900" y="3848100"/>
                </a:lnTo>
                <a:close/>
                <a:moveTo>
                  <a:pt x="1857375" y="3848100"/>
                </a:moveTo>
                <a:lnTo>
                  <a:pt x="1866900" y="3848100"/>
                </a:lnTo>
                <a:lnTo>
                  <a:pt x="1866900" y="3857625"/>
                </a:lnTo>
                <a:lnTo>
                  <a:pt x="1857375" y="3857625"/>
                </a:lnTo>
                <a:close/>
                <a:moveTo>
                  <a:pt x="342900" y="3876675"/>
                </a:moveTo>
                <a:lnTo>
                  <a:pt x="352425" y="3876675"/>
                </a:lnTo>
                <a:lnTo>
                  <a:pt x="352425" y="3886200"/>
                </a:lnTo>
                <a:lnTo>
                  <a:pt x="342900" y="3886200"/>
                </a:lnTo>
                <a:close/>
                <a:moveTo>
                  <a:pt x="1790700" y="3886200"/>
                </a:moveTo>
                <a:lnTo>
                  <a:pt x="1800225" y="3886200"/>
                </a:lnTo>
                <a:lnTo>
                  <a:pt x="1800225" y="3895725"/>
                </a:lnTo>
                <a:lnTo>
                  <a:pt x="1790700" y="3895725"/>
                </a:lnTo>
                <a:close/>
                <a:moveTo>
                  <a:pt x="1762125" y="3895725"/>
                </a:moveTo>
                <a:lnTo>
                  <a:pt x="1771650" y="3895725"/>
                </a:lnTo>
                <a:lnTo>
                  <a:pt x="1771650" y="3905250"/>
                </a:lnTo>
                <a:lnTo>
                  <a:pt x="1762125" y="3905250"/>
                </a:lnTo>
                <a:close/>
                <a:moveTo>
                  <a:pt x="3219450" y="3895725"/>
                </a:moveTo>
                <a:lnTo>
                  <a:pt x="3228975" y="3895725"/>
                </a:lnTo>
                <a:lnTo>
                  <a:pt x="3228975" y="3943350"/>
                </a:lnTo>
                <a:lnTo>
                  <a:pt x="3238500" y="3943350"/>
                </a:lnTo>
                <a:lnTo>
                  <a:pt x="3238500" y="3952875"/>
                </a:lnTo>
                <a:lnTo>
                  <a:pt x="3219450" y="3952875"/>
                </a:lnTo>
                <a:lnTo>
                  <a:pt x="3219450" y="3962400"/>
                </a:lnTo>
                <a:lnTo>
                  <a:pt x="3209925" y="3962400"/>
                </a:lnTo>
                <a:lnTo>
                  <a:pt x="3209925" y="3971925"/>
                </a:lnTo>
                <a:lnTo>
                  <a:pt x="3200400" y="3971925"/>
                </a:lnTo>
                <a:lnTo>
                  <a:pt x="3200400" y="3981450"/>
                </a:lnTo>
                <a:lnTo>
                  <a:pt x="3190875" y="3981450"/>
                </a:lnTo>
                <a:lnTo>
                  <a:pt x="3190875" y="3990975"/>
                </a:lnTo>
                <a:lnTo>
                  <a:pt x="3171825" y="3990975"/>
                </a:lnTo>
                <a:lnTo>
                  <a:pt x="3171825" y="4000500"/>
                </a:lnTo>
                <a:lnTo>
                  <a:pt x="3162300" y="4000500"/>
                </a:lnTo>
                <a:lnTo>
                  <a:pt x="3162300" y="4010025"/>
                </a:lnTo>
                <a:lnTo>
                  <a:pt x="3143250" y="4010025"/>
                </a:lnTo>
                <a:lnTo>
                  <a:pt x="3143250" y="4019550"/>
                </a:lnTo>
                <a:lnTo>
                  <a:pt x="3114675" y="4019550"/>
                </a:lnTo>
                <a:lnTo>
                  <a:pt x="3114675" y="4029075"/>
                </a:lnTo>
                <a:lnTo>
                  <a:pt x="3086100" y="4029075"/>
                </a:lnTo>
                <a:lnTo>
                  <a:pt x="3086100" y="4038600"/>
                </a:lnTo>
                <a:lnTo>
                  <a:pt x="3076575" y="4038600"/>
                </a:lnTo>
                <a:lnTo>
                  <a:pt x="3076575" y="4048125"/>
                </a:lnTo>
                <a:lnTo>
                  <a:pt x="2924175" y="4048125"/>
                </a:lnTo>
                <a:lnTo>
                  <a:pt x="2924175" y="4010025"/>
                </a:lnTo>
                <a:lnTo>
                  <a:pt x="2971800" y="4010025"/>
                </a:lnTo>
                <a:lnTo>
                  <a:pt x="2971800" y="4029075"/>
                </a:lnTo>
                <a:lnTo>
                  <a:pt x="3038475" y="4029075"/>
                </a:lnTo>
                <a:lnTo>
                  <a:pt x="3038475" y="4010025"/>
                </a:lnTo>
                <a:lnTo>
                  <a:pt x="3086100" y="4010025"/>
                </a:lnTo>
                <a:lnTo>
                  <a:pt x="3086100" y="4000500"/>
                </a:lnTo>
                <a:lnTo>
                  <a:pt x="3114675" y="4000500"/>
                </a:lnTo>
                <a:lnTo>
                  <a:pt x="3114675" y="4010025"/>
                </a:lnTo>
                <a:lnTo>
                  <a:pt x="3124200" y="4010025"/>
                </a:lnTo>
                <a:lnTo>
                  <a:pt x="3124200" y="3990975"/>
                </a:lnTo>
                <a:lnTo>
                  <a:pt x="3133725" y="3990975"/>
                </a:lnTo>
                <a:lnTo>
                  <a:pt x="3133725" y="3981450"/>
                </a:lnTo>
                <a:lnTo>
                  <a:pt x="3152775" y="3981450"/>
                </a:lnTo>
                <a:lnTo>
                  <a:pt x="3152775" y="3971925"/>
                </a:lnTo>
                <a:lnTo>
                  <a:pt x="3162300" y="3971925"/>
                </a:lnTo>
                <a:lnTo>
                  <a:pt x="3162300" y="3962400"/>
                </a:lnTo>
                <a:lnTo>
                  <a:pt x="3171825" y="3962400"/>
                </a:lnTo>
                <a:lnTo>
                  <a:pt x="3171825" y="3952875"/>
                </a:lnTo>
                <a:lnTo>
                  <a:pt x="3181350" y="3952875"/>
                </a:lnTo>
                <a:lnTo>
                  <a:pt x="3181350" y="3943350"/>
                </a:lnTo>
                <a:lnTo>
                  <a:pt x="3190875" y="3943350"/>
                </a:lnTo>
                <a:lnTo>
                  <a:pt x="3190875" y="3933825"/>
                </a:lnTo>
                <a:lnTo>
                  <a:pt x="3200400" y="3933825"/>
                </a:lnTo>
                <a:lnTo>
                  <a:pt x="3200400" y="3924300"/>
                </a:lnTo>
                <a:lnTo>
                  <a:pt x="3209925" y="3924300"/>
                </a:lnTo>
                <a:lnTo>
                  <a:pt x="3209925" y="3905250"/>
                </a:lnTo>
                <a:lnTo>
                  <a:pt x="3219450" y="3905250"/>
                </a:lnTo>
                <a:close/>
                <a:moveTo>
                  <a:pt x="285750" y="3905250"/>
                </a:moveTo>
                <a:lnTo>
                  <a:pt x="295275" y="3905250"/>
                </a:lnTo>
                <a:lnTo>
                  <a:pt x="295275" y="3914775"/>
                </a:lnTo>
                <a:lnTo>
                  <a:pt x="285750" y="3914775"/>
                </a:lnTo>
                <a:close/>
                <a:moveTo>
                  <a:pt x="1676400" y="3905250"/>
                </a:moveTo>
                <a:lnTo>
                  <a:pt x="1724025" y="3905250"/>
                </a:lnTo>
                <a:lnTo>
                  <a:pt x="1724025" y="3914775"/>
                </a:lnTo>
                <a:lnTo>
                  <a:pt x="1676400" y="3914775"/>
                </a:lnTo>
                <a:close/>
                <a:moveTo>
                  <a:pt x="2295525" y="3905250"/>
                </a:moveTo>
                <a:lnTo>
                  <a:pt x="2314575" y="3905250"/>
                </a:lnTo>
                <a:lnTo>
                  <a:pt x="2314575" y="3924300"/>
                </a:lnTo>
                <a:lnTo>
                  <a:pt x="2295525" y="3924300"/>
                </a:lnTo>
                <a:close/>
                <a:moveTo>
                  <a:pt x="1533525" y="3914775"/>
                </a:moveTo>
                <a:lnTo>
                  <a:pt x="1562100" y="3914775"/>
                </a:lnTo>
                <a:lnTo>
                  <a:pt x="1562100" y="3924300"/>
                </a:lnTo>
                <a:lnTo>
                  <a:pt x="1533525" y="3924300"/>
                </a:lnTo>
                <a:close/>
                <a:moveTo>
                  <a:pt x="2343150" y="3914775"/>
                </a:moveTo>
                <a:lnTo>
                  <a:pt x="2381250" y="3914775"/>
                </a:lnTo>
                <a:lnTo>
                  <a:pt x="2381250" y="3933825"/>
                </a:lnTo>
                <a:lnTo>
                  <a:pt x="2343150" y="3933825"/>
                </a:lnTo>
                <a:close/>
                <a:moveTo>
                  <a:pt x="295275" y="3924300"/>
                </a:moveTo>
                <a:lnTo>
                  <a:pt x="304800" y="3924300"/>
                </a:lnTo>
                <a:lnTo>
                  <a:pt x="304800" y="3933825"/>
                </a:lnTo>
                <a:lnTo>
                  <a:pt x="295275" y="3933825"/>
                </a:lnTo>
                <a:close/>
                <a:moveTo>
                  <a:pt x="1400175" y="3924300"/>
                </a:moveTo>
                <a:lnTo>
                  <a:pt x="1428750" y="3924300"/>
                </a:lnTo>
                <a:lnTo>
                  <a:pt x="1428750" y="3933825"/>
                </a:lnTo>
                <a:lnTo>
                  <a:pt x="1400175" y="3933825"/>
                </a:lnTo>
                <a:close/>
                <a:moveTo>
                  <a:pt x="2409825" y="3924300"/>
                </a:moveTo>
                <a:lnTo>
                  <a:pt x="2438400" y="3924300"/>
                </a:lnTo>
                <a:lnTo>
                  <a:pt x="2438400" y="3943350"/>
                </a:lnTo>
                <a:lnTo>
                  <a:pt x="2409825" y="3943350"/>
                </a:lnTo>
                <a:close/>
                <a:moveTo>
                  <a:pt x="304800" y="3933825"/>
                </a:moveTo>
                <a:lnTo>
                  <a:pt x="314325" y="3933825"/>
                </a:lnTo>
                <a:lnTo>
                  <a:pt x="314325" y="3943350"/>
                </a:lnTo>
                <a:lnTo>
                  <a:pt x="323850" y="3943350"/>
                </a:lnTo>
                <a:lnTo>
                  <a:pt x="323850" y="3962400"/>
                </a:lnTo>
                <a:lnTo>
                  <a:pt x="314325" y="3962400"/>
                </a:lnTo>
                <a:lnTo>
                  <a:pt x="314325" y="3952875"/>
                </a:lnTo>
                <a:lnTo>
                  <a:pt x="304800" y="3952875"/>
                </a:lnTo>
                <a:close/>
                <a:moveTo>
                  <a:pt x="1238250" y="3933825"/>
                </a:moveTo>
                <a:lnTo>
                  <a:pt x="1285875" y="3933825"/>
                </a:lnTo>
                <a:lnTo>
                  <a:pt x="1285875" y="3943350"/>
                </a:lnTo>
                <a:lnTo>
                  <a:pt x="1238250" y="3943350"/>
                </a:lnTo>
                <a:close/>
                <a:moveTo>
                  <a:pt x="2466975" y="3933825"/>
                </a:moveTo>
                <a:lnTo>
                  <a:pt x="2495550" y="3933825"/>
                </a:lnTo>
                <a:lnTo>
                  <a:pt x="2495550" y="3952875"/>
                </a:lnTo>
                <a:lnTo>
                  <a:pt x="2466975" y="3952875"/>
                </a:lnTo>
                <a:close/>
                <a:moveTo>
                  <a:pt x="400050" y="3943350"/>
                </a:moveTo>
                <a:lnTo>
                  <a:pt x="409575" y="3943350"/>
                </a:lnTo>
                <a:lnTo>
                  <a:pt x="409575" y="3952875"/>
                </a:lnTo>
                <a:lnTo>
                  <a:pt x="400050" y="3952875"/>
                </a:lnTo>
                <a:close/>
                <a:moveTo>
                  <a:pt x="1085850" y="3943350"/>
                </a:moveTo>
                <a:lnTo>
                  <a:pt x="1123950" y="3943350"/>
                </a:lnTo>
                <a:lnTo>
                  <a:pt x="1123950" y="3952875"/>
                </a:lnTo>
                <a:lnTo>
                  <a:pt x="1085850" y="3952875"/>
                </a:lnTo>
                <a:close/>
                <a:moveTo>
                  <a:pt x="1819275" y="3943350"/>
                </a:moveTo>
                <a:lnTo>
                  <a:pt x="1857375" y="3943350"/>
                </a:lnTo>
                <a:lnTo>
                  <a:pt x="1857375" y="3952875"/>
                </a:lnTo>
                <a:lnTo>
                  <a:pt x="1847850" y="3952875"/>
                </a:lnTo>
                <a:lnTo>
                  <a:pt x="1847850" y="3962400"/>
                </a:lnTo>
                <a:lnTo>
                  <a:pt x="1838325" y="3962400"/>
                </a:lnTo>
                <a:lnTo>
                  <a:pt x="1838325" y="3971925"/>
                </a:lnTo>
                <a:lnTo>
                  <a:pt x="1847850" y="3971925"/>
                </a:lnTo>
                <a:lnTo>
                  <a:pt x="1847850" y="3962400"/>
                </a:lnTo>
                <a:lnTo>
                  <a:pt x="1866900" y="3962400"/>
                </a:lnTo>
                <a:lnTo>
                  <a:pt x="1866900" y="3971925"/>
                </a:lnTo>
                <a:lnTo>
                  <a:pt x="1847850" y="3971925"/>
                </a:lnTo>
                <a:lnTo>
                  <a:pt x="1847850" y="3981450"/>
                </a:lnTo>
                <a:lnTo>
                  <a:pt x="1819275" y="3981450"/>
                </a:lnTo>
                <a:lnTo>
                  <a:pt x="1819275" y="3990975"/>
                </a:lnTo>
                <a:lnTo>
                  <a:pt x="1781175" y="3990975"/>
                </a:lnTo>
                <a:lnTo>
                  <a:pt x="1781175" y="4000500"/>
                </a:lnTo>
                <a:lnTo>
                  <a:pt x="1762125" y="4000500"/>
                </a:lnTo>
                <a:lnTo>
                  <a:pt x="1762125" y="3981450"/>
                </a:lnTo>
                <a:lnTo>
                  <a:pt x="1733550" y="3981450"/>
                </a:lnTo>
                <a:lnTo>
                  <a:pt x="1733550" y="3962400"/>
                </a:lnTo>
                <a:lnTo>
                  <a:pt x="1790700" y="3962400"/>
                </a:lnTo>
                <a:lnTo>
                  <a:pt x="1790700" y="3952875"/>
                </a:lnTo>
                <a:lnTo>
                  <a:pt x="1819275" y="3952875"/>
                </a:lnTo>
                <a:close/>
                <a:moveTo>
                  <a:pt x="2524125" y="3943350"/>
                </a:moveTo>
                <a:lnTo>
                  <a:pt x="2562225" y="3943350"/>
                </a:lnTo>
                <a:lnTo>
                  <a:pt x="2562225" y="3962400"/>
                </a:lnTo>
                <a:lnTo>
                  <a:pt x="2524125" y="3962400"/>
                </a:lnTo>
                <a:close/>
                <a:moveTo>
                  <a:pt x="419100" y="3952875"/>
                </a:moveTo>
                <a:lnTo>
                  <a:pt x="428625" y="3952875"/>
                </a:lnTo>
                <a:lnTo>
                  <a:pt x="428625" y="3962400"/>
                </a:lnTo>
                <a:lnTo>
                  <a:pt x="419100" y="3962400"/>
                </a:lnTo>
                <a:close/>
                <a:moveTo>
                  <a:pt x="923925" y="3952875"/>
                </a:moveTo>
                <a:lnTo>
                  <a:pt x="971550" y="3952875"/>
                </a:lnTo>
                <a:lnTo>
                  <a:pt x="971550" y="3962400"/>
                </a:lnTo>
                <a:lnTo>
                  <a:pt x="923925" y="3962400"/>
                </a:lnTo>
                <a:close/>
                <a:moveTo>
                  <a:pt x="1876425" y="3952875"/>
                </a:moveTo>
                <a:lnTo>
                  <a:pt x="1885950" y="3952875"/>
                </a:lnTo>
                <a:lnTo>
                  <a:pt x="1885950" y="3962400"/>
                </a:lnTo>
                <a:lnTo>
                  <a:pt x="1876425" y="3962400"/>
                </a:lnTo>
                <a:close/>
                <a:moveTo>
                  <a:pt x="2590800" y="3952875"/>
                </a:moveTo>
                <a:lnTo>
                  <a:pt x="2609850" y="3952875"/>
                </a:lnTo>
                <a:lnTo>
                  <a:pt x="2609850" y="3971925"/>
                </a:lnTo>
                <a:lnTo>
                  <a:pt x="2590800" y="3971925"/>
                </a:lnTo>
                <a:close/>
                <a:moveTo>
                  <a:pt x="323850" y="3962400"/>
                </a:moveTo>
                <a:lnTo>
                  <a:pt x="333375" y="3962400"/>
                </a:lnTo>
                <a:lnTo>
                  <a:pt x="333375" y="3971925"/>
                </a:lnTo>
                <a:lnTo>
                  <a:pt x="323850" y="3971925"/>
                </a:lnTo>
                <a:close/>
                <a:moveTo>
                  <a:pt x="781050" y="3962400"/>
                </a:moveTo>
                <a:lnTo>
                  <a:pt x="819150" y="3962400"/>
                </a:lnTo>
                <a:lnTo>
                  <a:pt x="819150" y="3971925"/>
                </a:lnTo>
                <a:lnTo>
                  <a:pt x="781050" y="3971925"/>
                </a:lnTo>
                <a:close/>
                <a:moveTo>
                  <a:pt x="2647950" y="3962400"/>
                </a:moveTo>
                <a:lnTo>
                  <a:pt x="2667000" y="3962400"/>
                </a:lnTo>
                <a:lnTo>
                  <a:pt x="2667000" y="3981450"/>
                </a:lnTo>
                <a:lnTo>
                  <a:pt x="2647950" y="3981450"/>
                </a:lnTo>
                <a:close/>
                <a:moveTo>
                  <a:pt x="466725" y="3971925"/>
                </a:moveTo>
                <a:lnTo>
                  <a:pt x="476250" y="3971925"/>
                </a:lnTo>
                <a:lnTo>
                  <a:pt x="476250" y="3981450"/>
                </a:lnTo>
                <a:lnTo>
                  <a:pt x="466725" y="3981450"/>
                </a:lnTo>
                <a:close/>
                <a:moveTo>
                  <a:pt x="609600" y="3971925"/>
                </a:moveTo>
                <a:lnTo>
                  <a:pt x="657225" y="3971925"/>
                </a:lnTo>
                <a:lnTo>
                  <a:pt x="657225" y="3981450"/>
                </a:lnTo>
                <a:lnTo>
                  <a:pt x="609600" y="3981450"/>
                </a:lnTo>
                <a:close/>
                <a:moveTo>
                  <a:pt x="1600200" y="3971925"/>
                </a:moveTo>
                <a:lnTo>
                  <a:pt x="1714500" y="3971925"/>
                </a:lnTo>
                <a:lnTo>
                  <a:pt x="1714500" y="4000500"/>
                </a:lnTo>
                <a:lnTo>
                  <a:pt x="1724025" y="4000500"/>
                </a:lnTo>
                <a:lnTo>
                  <a:pt x="1724025" y="4010025"/>
                </a:lnTo>
                <a:lnTo>
                  <a:pt x="1628775" y="4010025"/>
                </a:lnTo>
                <a:lnTo>
                  <a:pt x="1628775" y="3990975"/>
                </a:lnTo>
                <a:lnTo>
                  <a:pt x="1609725" y="3990975"/>
                </a:lnTo>
                <a:lnTo>
                  <a:pt x="1609725" y="4010025"/>
                </a:lnTo>
                <a:lnTo>
                  <a:pt x="1619250" y="4010025"/>
                </a:lnTo>
                <a:lnTo>
                  <a:pt x="1619250" y="4019550"/>
                </a:lnTo>
                <a:lnTo>
                  <a:pt x="1609725" y="4019550"/>
                </a:lnTo>
                <a:lnTo>
                  <a:pt x="1609725" y="4029075"/>
                </a:lnTo>
                <a:lnTo>
                  <a:pt x="1600200" y="4029075"/>
                </a:lnTo>
                <a:lnTo>
                  <a:pt x="1600200" y="4038600"/>
                </a:lnTo>
                <a:lnTo>
                  <a:pt x="1581150" y="4038600"/>
                </a:lnTo>
                <a:lnTo>
                  <a:pt x="1581150" y="4048125"/>
                </a:lnTo>
                <a:lnTo>
                  <a:pt x="1504950" y="4048125"/>
                </a:lnTo>
                <a:lnTo>
                  <a:pt x="1504950" y="4057650"/>
                </a:lnTo>
                <a:lnTo>
                  <a:pt x="1390650" y="4057650"/>
                </a:lnTo>
                <a:lnTo>
                  <a:pt x="1390650" y="4067175"/>
                </a:lnTo>
                <a:lnTo>
                  <a:pt x="1190625" y="4067175"/>
                </a:lnTo>
                <a:lnTo>
                  <a:pt x="1190625" y="4057650"/>
                </a:lnTo>
                <a:lnTo>
                  <a:pt x="1200150" y="4057650"/>
                </a:lnTo>
                <a:lnTo>
                  <a:pt x="1200150" y="4048125"/>
                </a:lnTo>
                <a:lnTo>
                  <a:pt x="1209675" y="4048125"/>
                </a:lnTo>
                <a:lnTo>
                  <a:pt x="1209675" y="4038600"/>
                </a:lnTo>
                <a:lnTo>
                  <a:pt x="1238250" y="4038600"/>
                </a:lnTo>
                <a:lnTo>
                  <a:pt x="1238250" y="4019550"/>
                </a:lnTo>
                <a:lnTo>
                  <a:pt x="1162050" y="4019550"/>
                </a:lnTo>
                <a:lnTo>
                  <a:pt x="1162050" y="4000500"/>
                </a:lnTo>
                <a:lnTo>
                  <a:pt x="1285875" y="4000500"/>
                </a:lnTo>
                <a:lnTo>
                  <a:pt x="1285875" y="4029075"/>
                </a:lnTo>
                <a:lnTo>
                  <a:pt x="1390650" y="4029075"/>
                </a:lnTo>
                <a:lnTo>
                  <a:pt x="1390650" y="4010025"/>
                </a:lnTo>
                <a:lnTo>
                  <a:pt x="1314450" y="4010025"/>
                </a:lnTo>
                <a:lnTo>
                  <a:pt x="1314450" y="3990975"/>
                </a:lnTo>
                <a:lnTo>
                  <a:pt x="1447800" y="3990975"/>
                </a:lnTo>
                <a:lnTo>
                  <a:pt x="1447800" y="3981450"/>
                </a:lnTo>
                <a:lnTo>
                  <a:pt x="1600200" y="3981450"/>
                </a:lnTo>
                <a:close/>
                <a:moveTo>
                  <a:pt x="2705100" y="3971925"/>
                </a:moveTo>
                <a:lnTo>
                  <a:pt x="2724150" y="3971925"/>
                </a:lnTo>
                <a:lnTo>
                  <a:pt x="2724150" y="3990975"/>
                </a:lnTo>
                <a:lnTo>
                  <a:pt x="2705100" y="3990975"/>
                </a:lnTo>
                <a:close/>
                <a:moveTo>
                  <a:pt x="2752725" y="3981450"/>
                </a:moveTo>
                <a:lnTo>
                  <a:pt x="2790825" y="3981450"/>
                </a:lnTo>
                <a:lnTo>
                  <a:pt x="2790825" y="4000500"/>
                </a:lnTo>
                <a:lnTo>
                  <a:pt x="2781300" y="4000500"/>
                </a:lnTo>
                <a:lnTo>
                  <a:pt x="2781300" y="4019550"/>
                </a:lnTo>
                <a:lnTo>
                  <a:pt x="2695575" y="4019550"/>
                </a:lnTo>
                <a:lnTo>
                  <a:pt x="2695575" y="4010025"/>
                </a:lnTo>
                <a:lnTo>
                  <a:pt x="2752725" y="4010025"/>
                </a:lnTo>
                <a:close/>
                <a:moveTo>
                  <a:pt x="2819400" y="3990975"/>
                </a:moveTo>
                <a:lnTo>
                  <a:pt x="2838450" y="3990975"/>
                </a:lnTo>
                <a:lnTo>
                  <a:pt x="2838450" y="4010025"/>
                </a:lnTo>
                <a:lnTo>
                  <a:pt x="2828925" y="4010025"/>
                </a:lnTo>
                <a:lnTo>
                  <a:pt x="2828925" y="4019550"/>
                </a:lnTo>
                <a:lnTo>
                  <a:pt x="2838450" y="4019550"/>
                </a:lnTo>
                <a:lnTo>
                  <a:pt x="2838450" y="4029075"/>
                </a:lnTo>
                <a:lnTo>
                  <a:pt x="2781300" y="4029075"/>
                </a:lnTo>
                <a:lnTo>
                  <a:pt x="2781300" y="4019550"/>
                </a:lnTo>
                <a:lnTo>
                  <a:pt x="2819400" y="4019550"/>
                </a:lnTo>
                <a:close/>
                <a:moveTo>
                  <a:pt x="361950" y="4000500"/>
                </a:moveTo>
                <a:lnTo>
                  <a:pt x="381000" y="4000500"/>
                </a:lnTo>
                <a:lnTo>
                  <a:pt x="381000" y="4010025"/>
                </a:lnTo>
                <a:lnTo>
                  <a:pt x="400050" y="4010025"/>
                </a:lnTo>
                <a:lnTo>
                  <a:pt x="400050" y="4019550"/>
                </a:lnTo>
                <a:lnTo>
                  <a:pt x="419100" y="4019550"/>
                </a:lnTo>
                <a:lnTo>
                  <a:pt x="419100" y="4029075"/>
                </a:lnTo>
                <a:lnTo>
                  <a:pt x="457200" y="4029075"/>
                </a:lnTo>
                <a:lnTo>
                  <a:pt x="457200" y="4038600"/>
                </a:lnTo>
                <a:lnTo>
                  <a:pt x="685800" y="4038600"/>
                </a:lnTo>
                <a:lnTo>
                  <a:pt x="685800" y="4057650"/>
                </a:lnTo>
                <a:lnTo>
                  <a:pt x="638175" y="4057650"/>
                </a:lnTo>
                <a:lnTo>
                  <a:pt x="638175" y="4067175"/>
                </a:lnTo>
                <a:lnTo>
                  <a:pt x="619125" y="4067175"/>
                </a:lnTo>
                <a:lnTo>
                  <a:pt x="619125" y="4057650"/>
                </a:lnTo>
                <a:lnTo>
                  <a:pt x="457200" y="4057650"/>
                </a:lnTo>
                <a:lnTo>
                  <a:pt x="457200" y="4048125"/>
                </a:lnTo>
                <a:lnTo>
                  <a:pt x="428625" y="4048125"/>
                </a:lnTo>
                <a:lnTo>
                  <a:pt x="428625" y="4038600"/>
                </a:lnTo>
                <a:lnTo>
                  <a:pt x="409575" y="4038600"/>
                </a:lnTo>
                <a:lnTo>
                  <a:pt x="409575" y="4029075"/>
                </a:lnTo>
                <a:lnTo>
                  <a:pt x="390525" y="4029075"/>
                </a:lnTo>
                <a:lnTo>
                  <a:pt x="390525" y="4019550"/>
                </a:lnTo>
                <a:lnTo>
                  <a:pt x="371475" y="4019550"/>
                </a:lnTo>
                <a:lnTo>
                  <a:pt x="371475" y="4010025"/>
                </a:lnTo>
                <a:lnTo>
                  <a:pt x="361950" y="4010025"/>
                </a:lnTo>
                <a:close/>
                <a:moveTo>
                  <a:pt x="2876550" y="4000500"/>
                </a:moveTo>
                <a:lnTo>
                  <a:pt x="2905125" y="4000500"/>
                </a:lnTo>
                <a:lnTo>
                  <a:pt x="2905125" y="4019550"/>
                </a:lnTo>
                <a:lnTo>
                  <a:pt x="2895600" y="4019550"/>
                </a:lnTo>
                <a:lnTo>
                  <a:pt x="2895600" y="4038600"/>
                </a:lnTo>
                <a:lnTo>
                  <a:pt x="2847975" y="4038600"/>
                </a:lnTo>
                <a:lnTo>
                  <a:pt x="2847975" y="4029075"/>
                </a:lnTo>
                <a:lnTo>
                  <a:pt x="2876550" y="4029075"/>
                </a:lnTo>
                <a:close/>
                <a:moveTo>
                  <a:pt x="1009650" y="4010025"/>
                </a:moveTo>
                <a:lnTo>
                  <a:pt x="1143000" y="4010025"/>
                </a:lnTo>
                <a:lnTo>
                  <a:pt x="1143000" y="4029075"/>
                </a:lnTo>
                <a:lnTo>
                  <a:pt x="1009650" y="4029075"/>
                </a:lnTo>
                <a:close/>
                <a:moveTo>
                  <a:pt x="847725" y="4019550"/>
                </a:moveTo>
                <a:lnTo>
                  <a:pt x="990600" y="4019550"/>
                </a:lnTo>
                <a:lnTo>
                  <a:pt x="990600" y="4038600"/>
                </a:lnTo>
                <a:lnTo>
                  <a:pt x="847725" y="4038600"/>
                </a:lnTo>
                <a:close/>
                <a:moveTo>
                  <a:pt x="1447800" y="4019550"/>
                </a:moveTo>
                <a:lnTo>
                  <a:pt x="1504950" y="4019550"/>
                </a:lnTo>
                <a:lnTo>
                  <a:pt x="1504950" y="4000500"/>
                </a:lnTo>
                <a:lnTo>
                  <a:pt x="1447800" y="4000500"/>
                </a:lnTo>
                <a:close/>
                <a:moveTo>
                  <a:pt x="695325" y="4029075"/>
                </a:moveTo>
                <a:lnTo>
                  <a:pt x="819150" y="4029075"/>
                </a:lnTo>
                <a:lnTo>
                  <a:pt x="819150" y="4048125"/>
                </a:lnTo>
                <a:lnTo>
                  <a:pt x="695325" y="4048125"/>
                </a:lnTo>
                <a:close/>
              </a:path>
            </a:pathLst>
          </a:custGeom>
          <a:solidFill xmlns:a="http://schemas.openxmlformats.org/drawingml/2006/main">
            <a:srgbClr val="454D5A"/>
          </a:solidFill>
          <a:ln xmlns:a="http://schemas.openxmlformats.org/drawingml/2006/main" w="0">
            <a:noFill/>
          </a:ln>
        </p:spPr>
      </p:sp>
      <p:sp>
        <p:nvSpPr>
          <p:cNvPr id="28" name="phones vector #272b39">
            <a:extLst xmlns:a="http://schemas.openxmlformats.org/drawingml/2006/main">
              <a:ext uri="{FF2B5EF4-FFF2-40B4-BE49-F238E27FC236}">
                <a16:creationId xmlns:a16="http://schemas.microsoft.com/office/drawing/2014/main" id="{A8D3FA4F-5524-4CBF-BC20-2D2A19AC3E3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48500" y="190500"/>
            <a:ext cx="5905500" cy="6619875"/>
          </a:xfrm>
          <a:custGeom xmlns:a="http://schemas.openxmlformats.org/drawingml/2006/main">
            <a:pathLst>
              <a:path w="3838575" h="4295775">
                <a:moveTo>
                  <a:pt x="1438275" y="76200"/>
                </a:moveTo>
                <a:lnTo>
                  <a:pt x="1504950" y="76200"/>
                </a:lnTo>
                <a:lnTo>
                  <a:pt x="1504950" y="85725"/>
                </a:lnTo>
                <a:lnTo>
                  <a:pt x="1438275" y="85725"/>
                </a:lnTo>
                <a:close/>
                <a:moveTo>
                  <a:pt x="1352550" y="85725"/>
                </a:moveTo>
                <a:lnTo>
                  <a:pt x="1390650" y="85725"/>
                </a:lnTo>
                <a:lnTo>
                  <a:pt x="1390650" y="95250"/>
                </a:lnTo>
                <a:lnTo>
                  <a:pt x="1352550" y="95250"/>
                </a:lnTo>
                <a:close/>
                <a:moveTo>
                  <a:pt x="1543050" y="85725"/>
                </a:moveTo>
                <a:lnTo>
                  <a:pt x="1552575" y="85725"/>
                </a:lnTo>
                <a:lnTo>
                  <a:pt x="1552575" y="95250"/>
                </a:lnTo>
                <a:lnTo>
                  <a:pt x="1543050" y="95250"/>
                </a:lnTo>
                <a:close/>
                <a:moveTo>
                  <a:pt x="1247775" y="95250"/>
                </a:moveTo>
                <a:lnTo>
                  <a:pt x="1285875" y="95250"/>
                </a:lnTo>
                <a:lnTo>
                  <a:pt x="1285875" y="104775"/>
                </a:lnTo>
                <a:lnTo>
                  <a:pt x="1247775" y="104775"/>
                </a:lnTo>
                <a:close/>
                <a:moveTo>
                  <a:pt x="1571625" y="95250"/>
                </a:moveTo>
                <a:lnTo>
                  <a:pt x="1581150" y="95250"/>
                </a:lnTo>
                <a:lnTo>
                  <a:pt x="1581150" y="104775"/>
                </a:lnTo>
                <a:lnTo>
                  <a:pt x="1571625" y="104775"/>
                </a:lnTo>
                <a:close/>
                <a:moveTo>
                  <a:pt x="1162050" y="104775"/>
                </a:moveTo>
                <a:lnTo>
                  <a:pt x="1181100" y="104775"/>
                </a:lnTo>
                <a:lnTo>
                  <a:pt x="1181100" y="114300"/>
                </a:lnTo>
                <a:lnTo>
                  <a:pt x="1162050" y="114300"/>
                </a:lnTo>
                <a:close/>
                <a:moveTo>
                  <a:pt x="1590675" y="104775"/>
                </a:moveTo>
                <a:lnTo>
                  <a:pt x="1600200" y="104775"/>
                </a:lnTo>
                <a:lnTo>
                  <a:pt x="1600200" y="114300"/>
                </a:lnTo>
                <a:lnTo>
                  <a:pt x="1590675" y="114300"/>
                </a:lnTo>
                <a:close/>
                <a:moveTo>
                  <a:pt x="1066800" y="114300"/>
                </a:moveTo>
                <a:lnTo>
                  <a:pt x="1095375" y="114300"/>
                </a:lnTo>
                <a:lnTo>
                  <a:pt x="1095375" y="123825"/>
                </a:lnTo>
                <a:lnTo>
                  <a:pt x="1066800" y="123825"/>
                </a:lnTo>
                <a:close/>
                <a:moveTo>
                  <a:pt x="981075" y="123825"/>
                </a:moveTo>
                <a:lnTo>
                  <a:pt x="1000125" y="123825"/>
                </a:lnTo>
                <a:lnTo>
                  <a:pt x="1000125" y="133350"/>
                </a:lnTo>
                <a:lnTo>
                  <a:pt x="981075" y="133350"/>
                </a:lnTo>
                <a:close/>
                <a:moveTo>
                  <a:pt x="1619250" y="123825"/>
                </a:moveTo>
                <a:lnTo>
                  <a:pt x="1628775" y="123825"/>
                </a:lnTo>
                <a:lnTo>
                  <a:pt x="1628775" y="133350"/>
                </a:lnTo>
                <a:lnTo>
                  <a:pt x="1619250" y="133350"/>
                </a:lnTo>
                <a:close/>
                <a:moveTo>
                  <a:pt x="895350" y="133350"/>
                </a:moveTo>
                <a:lnTo>
                  <a:pt x="914400" y="133350"/>
                </a:lnTo>
                <a:lnTo>
                  <a:pt x="914400" y="142875"/>
                </a:lnTo>
                <a:lnTo>
                  <a:pt x="895350" y="142875"/>
                </a:lnTo>
                <a:close/>
                <a:moveTo>
                  <a:pt x="1371600" y="133350"/>
                </a:moveTo>
                <a:lnTo>
                  <a:pt x="1390650" y="133350"/>
                </a:lnTo>
                <a:lnTo>
                  <a:pt x="1390650" y="142875"/>
                </a:lnTo>
                <a:lnTo>
                  <a:pt x="1371600" y="142875"/>
                </a:lnTo>
                <a:close/>
                <a:moveTo>
                  <a:pt x="800100" y="142875"/>
                </a:moveTo>
                <a:lnTo>
                  <a:pt x="819150" y="142875"/>
                </a:lnTo>
                <a:lnTo>
                  <a:pt x="819150" y="152400"/>
                </a:lnTo>
                <a:lnTo>
                  <a:pt x="800100" y="152400"/>
                </a:lnTo>
                <a:close/>
                <a:moveTo>
                  <a:pt x="1285875" y="142875"/>
                </a:moveTo>
                <a:lnTo>
                  <a:pt x="1295400" y="142875"/>
                </a:lnTo>
                <a:lnTo>
                  <a:pt x="1295400" y="152400"/>
                </a:lnTo>
                <a:lnTo>
                  <a:pt x="1285875" y="152400"/>
                </a:lnTo>
                <a:close/>
                <a:moveTo>
                  <a:pt x="723900" y="152400"/>
                </a:moveTo>
                <a:lnTo>
                  <a:pt x="742950" y="152400"/>
                </a:lnTo>
                <a:lnTo>
                  <a:pt x="742950" y="161925"/>
                </a:lnTo>
                <a:lnTo>
                  <a:pt x="723900" y="161925"/>
                </a:lnTo>
                <a:close/>
                <a:moveTo>
                  <a:pt x="1190625" y="152400"/>
                </a:moveTo>
                <a:lnTo>
                  <a:pt x="1209675" y="152400"/>
                </a:lnTo>
                <a:lnTo>
                  <a:pt x="1209675" y="161925"/>
                </a:lnTo>
                <a:lnTo>
                  <a:pt x="1190625" y="161925"/>
                </a:lnTo>
                <a:close/>
                <a:moveTo>
                  <a:pt x="628650" y="161925"/>
                </a:moveTo>
                <a:lnTo>
                  <a:pt x="647700" y="161925"/>
                </a:lnTo>
                <a:lnTo>
                  <a:pt x="647700" y="171450"/>
                </a:lnTo>
                <a:lnTo>
                  <a:pt x="628650" y="171450"/>
                </a:lnTo>
                <a:close/>
                <a:moveTo>
                  <a:pt x="1095375" y="161925"/>
                </a:moveTo>
                <a:lnTo>
                  <a:pt x="1114425" y="161925"/>
                </a:lnTo>
                <a:lnTo>
                  <a:pt x="1114425" y="171450"/>
                </a:lnTo>
                <a:lnTo>
                  <a:pt x="1095375" y="171450"/>
                </a:lnTo>
                <a:close/>
                <a:moveTo>
                  <a:pt x="533400" y="171450"/>
                </a:moveTo>
                <a:lnTo>
                  <a:pt x="561975" y="171450"/>
                </a:lnTo>
                <a:lnTo>
                  <a:pt x="561975" y="180975"/>
                </a:lnTo>
                <a:lnTo>
                  <a:pt x="533400" y="180975"/>
                </a:lnTo>
                <a:close/>
                <a:moveTo>
                  <a:pt x="1019175" y="171450"/>
                </a:moveTo>
                <a:lnTo>
                  <a:pt x="1028700" y="171450"/>
                </a:lnTo>
                <a:lnTo>
                  <a:pt x="1028700" y="180975"/>
                </a:lnTo>
                <a:lnTo>
                  <a:pt x="1019175" y="180975"/>
                </a:lnTo>
                <a:close/>
                <a:moveTo>
                  <a:pt x="1600200" y="171450"/>
                </a:moveTo>
                <a:lnTo>
                  <a:pt x="1609725" y="171450"/>
                </a:lnTo>
                <a:lnTo>
                  <a:pt x="1609725" y="180975"/>
                </a:lnTo>
                <a:lnTo>
                  <a:pt x="1600200" y="180975"/>
                </a:lnTo>
                <a:close/>
                <a:moveTo>
                  <a:pt x="1666875" y="171450"/>
                </a:moveTo>
                <a:lnTo>
                  <a:pt x="1676400" y="171450"/>
                </a:lnTo>
                <a:lnTo>
                  <a:pt x="1676400" y="180975"/>
                </a:lnTo>
                <a:lnTo>
                  <a:pt x="1666875" y="180975"/>
                </a:lnTo>
                <a:close/>
                <a:moveTo>
                  <a:pt x="447675" y="180975"/>
                </a:moveTo>
                <a:lnTo>
                  <a:pt x="476250" y="180975"/>
                </a:lnTo>
                <a:lnTo>
                  <a:pt x="476250" y="190500"/>
                </a:lnTo>
                <a:lnTo>
                  <a:pt x="447675" y="190500"/>
                </a:lnTo>
                <a:close/>
                <a:moveTo>
                  <a:pt x="923925" y="180975"/>
                </a:moveTo>
                <a:lnTo>
                  <a:pt x="942975" y="180975"/>
                </a:lnTo>
                <a:lnTo>
                  <a:pt x="942975" y="190500"/>
                </a:lnTo>
                <a:lnTo>
                  <a:pt x="923925" y="190500"/>
                </a:lnTo>
                <a:close/>
                <a:moveTo>
                  <a:pt x="1609725" y="180975"/>
                </a:moveTo>
                <a:lnTo>
                  <a:pt x="1619250" y="180975"/>
                </a:lnTo>
                <a:lnTo>
                  <a:pt x="1619250" y="190500"/>
                </a:lnTo>
                <a:lnTo>
                  <a:pt x="1609725" y="190500"/>
                </a:lnTo>
                <a:close/>
                <a:moveTo>
                  <a:pt x="361950" y="190500"/>
                </a:moveTo>
                <a:lnTo>
                  <a:pt x="390525" y="190500"/>
                </a:lnTo>
                <a:lnTo>
                  <a:pt x="390525" y="200025"/>
                </a:lnTo>
                <a:lnTo>
                  <a:pt x="361950" y="200025"/>
                </a:lnTo>
                <a:close/>
                <a:moveTo>
                  <a:pt x="828675" y="190500"/>
                </a:moveTo>
                <a:lnTo>
                  <a:pt x="847725" y="190500"/>
                </a:lnTo>
                <a:lnTo>
                  <a:pt x="847725" y="200025"/>
                </a:lnTo>
                <a:lnTo>
                  <a:pt x="828675" y="200025"/>
                </a:lnTo>
                <a:close/>
                <a:moveTo>
                  <a:pt x="1619250" y="190500"/>
                </a:moveTo>
                <a:lnTo>
                  <a:pt x="1628775" y="190500"/>
                </a:lnTo>
                <a:lnTo>
                  <a:pt x="1628775" y="200025"/>
                </a:lnTo>
                <a:lnTo>
                  <a:pt x="1619250" y="200025"/>
                </a:lnTo>
                <a:close/>
                <a:moveTo>
                  <a:pt x="304800" y="200025"/>
                </a:moveTo>
                <a:lnTo>
                  <a:pt x="314325" y="200025"/>
                </a:lnTo>
                <a:lnTo>
                  <a:pt x="314325" y="209550"/>
                </a:lnTo>
                <a:lnTo>
                  <a:pt x="304800" y="209550"/>
                </a:lnTo>
                <a:close/>
                <a:moveTo>
                  <a:pt x="742950" y="200025"/>
                </a:moveTo>
                <a:lnTo>
                  <a:pt x="762000" y="200025"/>
                </a:lnTo>
                <a:lnTo>
                  <a:pt x="762000" y="209550"/>
                </a:lnTo>
                <a:lnTo>
                  <a:pt x="742950" y="209550"/>
                </a:lnTo>
                <a:close/>
                <a:moveTo>
                  <a:pt x="1685925" y="200025"/>
                </a:moveTo>
                <a:lnTo>
                  <a:pt x="1695450" y="200025"/>
                </a:lnTo>
                <a:lnTo>
                  <a:pt x="1695450" y="209550"/>
                </a:lnTo>
                <a:lnTo>
                  <a:pt x="1685925" y="209550"/>
                </a:lnTo>
                <a:close/>
                <a:moveTo>
                  <a:pt x="276225" y="209550"/>
                </a:moveTo>
                <a:lnTo>
                  <a:pt x="285750" y="209550"/>
                </a:lnTo>
                <a:lnTo>
                  <a:pt x="285750" y="219075"/>
                </a:lnTo>
                <a:lnTo>
                  <a:pt x="276225" y="219075"/>
                </a:lnTo>
                <a:close/>
                <a:moveTo>
                  <a:pt x="647700" y="209550"/>
                </a:moveTo>
                <a:lnTo>
                  <a:pt x="666750" y="209550"/>
                </a:lnTo>
                <a:lnTo>
                  <a:pt x="666750" y="219075"/>
                </a:lnTo>
                <a:lnTo>
                  <a:pt x="647700" y="219075"/>
                </a:lnTo>
                <a:close/>
                <a:moveTo>
                  <a:pt x="571500" y="219075"/>
                </a:moveTo>
                <a:lnTo>
                  <a:pt x="581025" y="219075"/>
                </a:lnTo>
                <a:lnTo>
                  <a:pt x="581025" y="228600"/>
                </a:lnTo>
                <a:lnTo>
                  <a:pt x="571500" y="228600"/>
                </a:lnTo>
                <a:close/>
                <a:moveTo>
                  <a:pt x="1047750" y="219075"/>
                </a:moveTo>
                <a:lnTo>
                  <a:pt x="1076325" y="219075"/>
                </a:lnTo>
                <a:lnTo>
                  <a:pt x="1076325" y="228600"/>
                </a:lnTo>
                <a:lnTo>
                  <a:pt x="1047750" y="228600"/>
                </a:lnTo>
                <a:close/>
                <a:moveTo>
                  <a:pt x="1695450" y="219075"/>
                </a:moveTo>
                <a:lnTo>
                  <a:pt x="1704975" y="219075"/>
                </a:lnTo>
                <a:lnTo>
                  <a:pt x="1704975" y="228600"/>
                </a:lnTo>
                <a:lnTo>
                  <a:pt x="1695450" y="228600"/>
                </a:lnTo>
                <a:close/>
                <a:moveTo>
                  <a:pt x="476250" y="228600"/>
                </a:moveTo>
                <a:lnTo>
                  <a:pt x="495300" y="228600"/>
                </a:lnTo>
                <a:lnTo>
                  <a:pt x="495300" y="238125"/>
                </a:lnTo>
                <a:lnTo>
                  <a:pt x="476250" y="238125"/>
                </a:lnTo>
                <a:close/>
                <a:moveTo>
                  <a:pt x="962025" y="228600"/>
                </a:moveTo>
                <a:lnTo>
                  <a:pt x="981075" y="228600"/>
                </a:lnTo>
                <a:lnTo>
                  <a:pt x="981075" y="238125"/>
                </a:lnTo>
                <a:lnTo>
                  <a:pt x="962025" y="238125"/>
                </a:lnTo>
                <a:close/>
                <a:moveTo>
                  <a:pt x="1095375" y="228600"/>
                </a:moveTo>
                <a:lnTo>
                  <a:pt x="1104900" y="228600"/>
                </a:lnTo>
                <a:lnTo>
                  <a:pt x="1104900" y="238125"/>
                </a:lnTo>
                <a:lnTo>
                  <a:pt x="1095375" y="238125"/>
                </a:lnTo>
                <a:close/>
                <a:moveTo>
                  <a:pt x="1495425" y="228600"/>
                </a:moveTo>
                <a:lnTo>
                  <a:pt x="1514475" y="228600"/>
                </a:lnTo>
                <a:lnTo>
                  <a:pt x="1514475" y="238125"/>
                </a:lnTo>
                <a:lnTo>
                  <a:pt x="1495425" y="238125"/>
                </a:lnTo>
                <a:close/>
                <a:moveTo>
                  <a:pt x="390525" y="238125"/>
                </a:moveTo>
                <a:lnTo>
                  <a:pt x="409575" y="238125"/>
                </a:lnTo>
                <a:lnTo>
                  <a:pt x="409575" y="247650"/>
                </a:lnTo>
                <a:lnTo>
                  <a:pt x="390525" y="247650"/>
                </a:lnTo>
                <a:close/>
                <a:moveTo>
                  <a:pt x="876300" y="238125"/>
                </a:moveTo>
                <a:lnTo>
                  <a:pt x="895350" y="238125"/>
                </a:lnTo>
                <a:lnTo>
                  <a:pt x="895350" y="247650"/>
                </a:lnTo>
                <a:lnTo>
                  <a:pt x="876300" y="247650"/>
                </a:lnTo>
                <a:close/>
                <a:moveTo>
                  <a:pt x="1104900" y="238125"/>
                </a:moveTo>
                <a:lnTo>
                  <a:pt x="1114425" y="238125"/>
                </a:lnTo>
                <a:lnTo>
                  <a:pt x="1114425" y="247650"/>
                </a:lnTo>
                <a:lnTo>
                  <a:pt x="1104900" y="247650"/>
                </a:lnTo>
                <a:close/>
                <a:moveTo>
                  <a:pt x="1409700" y="238125"/>
                </a:moveTo>
                <a:lnTo>
                  <a:pt x="1438275" y="238125"/>
                </a:lnTo>
                <a:lnTo>
                  <a:pt x="1438275" y="247650"/>
                </a:lnTo>
                <a:lnTo>
                  <a:pt x="1409700" y="247650"/>
                </a:lnTo>
                <a:close/>
                <a:moveTo>
                  <a:pt x="1485900" y="238125"/>
                </a:moveTo>
                <a:lnTo>
                  <a:pt x="1495425" y="238125"/>
                </a:lnTo>
                <a:lnTo>
                  <a:pt x="1495425" y="247650"/>
                </a:lnTo>
                <a:lnTo>
                  <a:pt x="1485900" y="247650"/>
                </a:lnTo>
                <a:close/>
                <a:moveTo>
                  <a:pt x="1704975" y="238125"/>
                </a:moveTo>
                <a:lnTo>
                  <a:pt x="1714500" y="238125"/>
                </a:lnTo>
                <a:lnTo>
                  <a:pt x="1714500" y="247650"/>
                </a:lnTo>
                <a:lnTo>
                  <a:pt x="1704975" y="247650"/>
                </a:lnTo>
                <a:close/>
                <a:moveTo>
                  <a:pt x="323850" y="247650"/>
                </a:moveTo>
                <a:lnTo>
                  <a:pt x="333375" y="247650"/>
                </a:lnTo>
                <a:lnTo>
                  <a:pt x="333375" y="257175"/>
                </a:lnTo>
                <a:lnTo>
                  <a:pt x="323850" y="257175"/>
                </a:lnTo>
                <a:close/>
                <a:moveTo>
                  <a:pt x="781050" y="247650"/>
                </a:moveTo>
                <a:lnTo>
                  <a:pt x="800100" y="247650"/>
                </a:lnTo>
                <a:lnTo>
                  <a:pt x="800100" y="257175"/>
                </a:lnTo>
                <a:lnTo>
                  <a:pt x="781050" y="257175"/>
                </a:lnTo>
                <a:close/>
                <a:moveTo>
                  <a:pt x="190500" y="257175"/>
                </a:moveTo>
                <a:lnTo>
                  <a:pt x="200025" y="257175"/>
                </a:lnTo>
                <a:lnTo>
                  <a:pt x="200025" y="266700"/>
                </a:lnTo>
                <a:lnTo>
                  <a:pt x="190500" y="266700"/>
                </a:lnTo>
                <a:close/>
                <a:moveTo>
                  <a:pt x="295275" y="257175"/>
                </a:moveTo>
                <a:lnTo>
                  <a:pt x="304800" y="257175"/>
                </a:lnTo>
                <a:lnTo>
                  <a:pt x="304800" y="266700"/>
                </a:lnTo>
                <a:lnTo>
                  <a:pt x="295275" y="266700"/>
                </a:lnTo>
                <a:close/>
                <a:moveTo>
                  <a:pt x="704850" y="257175"/>
                </a:moveTo>
                <a:lnTo>
                  <a:pt x="714375" y="257175"/>
                </a:lnTo>
                <a:lnTo>
                  <a:pt x="714375" y="266700"/>
                </a:lnTo>
                <a:lnTo>
                  <a:pt x="704850" y="266700"/>
                </a:lnTo>
                <a:close/>
                <a:moveTo>
                  <a:pt x="1114425" y="257175"/>
                </a:moveTo>
                <a:lnTo>
                  <a:pt x="1123950" y="257175"/>
                </a:lnTo>
                <a:lnTo>
                  <a:pt x="1123950" y="266700"/>
                </a:lnTo>
                <a:lnTo>
                  <a:pt x="1114425" y="266700"/>
                </a:lnTo>
                <a:close/>
                <a:moveTo>
                  <a:pt x="180975" y="266700"/>
                </a:moveTo>
                <a:lnTo>
                  <a:pt x="190500" y="266700"/>
                </a:lnTo>
                <a:lnTo>
                  <a:pt x="190500" y="276225"/>
                </a:lnTo>
                <a:lnTo>
                  <a:pt x="180975" y="276225"/>
                </a:lnTo>
                <a:close/>
                <a:moveTo>
                  <a:pt x="1714500" y="266700"/>
                </a:moveTo>
                <a:lnTo>
                  <a:pt x="1724025" y="266700"/>
                </a:lnTo>
                <a:lnTo>
                  <a:pt x="1724025" y="276225"/>
                </a:lnTo>
                <a:lnTo>
                  <a:pt x="1714500" y="276225"/>
                </a:lnTo>
                <a:close/>
                <a:moveTo>
                  <a:pt x="171450" y="276225"/>
                </a:moveTo>
                <a:lnTo>
                  <a:pt x="180975" y="276225"/>
                </a:lnTo>
                <a:lnTo>
                  <a:pt x="180975" y="285750"/>
                </a:lnTo>
                <a:lnTo>
                  <a:pt x="171450" y="285750"/>
                </a:lnTo>
                <a:close/>
                <a:moveTo>
                  <a:pt x="161925" y="285750"/>
                </a:moveTo>
                <a:lnTo>
                  <a:pt x="171450" y="285750"/>
                </a:lnTo>
                <a:lnTo>
                  <a:pt x="171450" y="295275"/>
                </a:lnTo>
                <a:lnTo>
                  <a:pt x="161925" y="295275"/>
                </a:lnTo>
                <a:close/>
                <a:moveTo>
                  <a:pt x="238125" y="285750"/>
                </a:moveTo>
                <a:lnTo>
                  <a:pt x="247650" y="285750"/>
                </a:lnTo>
                <a:lnTo>
                  <a:pt x="247650" y="295275"/>
                </a:lnTo>
                <a:lnTo>
                  <a:pt x="238125" y="295275"/>
                </a:lnTo>
                <a:close/>
                <a:moveTo>
                  <a:pt x="1114425" y="285750"/>
                </a:moveTo>
                <a:lnTo>
                  <a:pt x="1123950" y="285750"/>
                </a:lnTo>
                <a:lnTo>
                  <a:pt x="1123950" y="295275"/>
                </a:lnTo>
                <a:lnTo>
                  <a:pt x="1114425" y="295275"/>
                </a:lnTo>
                <a:close/>
                <a:moveTo>
                  <a:pt x="152400" y="295275"/>
                </a:moveTo>
                <a:lnTo>
                  <a:pt x="161925" y="295275"/>
                </a:lnTo>
                <a:lnTo>
                  <a:pt x="161925" y="304800"/>
                </a:lnTo>
                <a:lnTo>
                  <a:pt x="152400" y="304800"/>
                </a:lnTo>
                <a:close/>
                <a:moveTo>
                  <a:pt x="666750" y="304800"/>
                </a:moveTo>
                <a:lnTo>
                  <a:pt x="676275" y="304800"/>
                </a:lnTo>
                <a:lnTo>
                  <a:pt x="676275" y="333375"/>
                </a:lnTo>
                <a:lnTo>
                  <a:pt x="666750" y="333375"/>
                </a:lnTo>
                <a:close/>
                <a:moveTo>
                  <a:pt x="2171700" y="304800"/>
                </a:moveTo>
                <a:lnTo>
                  <a:pt x="2190750" y="304800"/>
                </a:lnTo>
                <a:lnTo>
                  <a:pt x="2190750" y="314325"/>
                </a:lnTo>
                <a:lnTo>
                  <a:pt x="2171700" y="314325"/>
                </a:lnTo>
                <a:close/>
                <a:moveTo>
                  <a:pt x="2352675" y="304800"/>
                </a:moveTo>
                <a:lnTo>
                  <a:pt x="2390775" y="304800"/>
                </a:lnTo>
                <a:lnTo>
                  <a:pt x="2390775" y="314325"/>
                </a:lnTo>
                <a:lnTo>
                  <a:pt x="2352675" y="314325"/>
                </a:lnTo>
                <a:close/>
                <a:moveTo>
                  <a:pt x="1666875" y="314325"/>
                </a:moveTo>
                <a:lnTo>
                  <a:pt x="1676400" y="314325"/>
                </a:lnTo>
                <a:lnTo>
                  <a:pt x="1676400" y="333375"/>
                </a:lnTo>
                <a:lnTo>
                  <a:pt x="1666875" y="333375"/>
                </a:lnTo>
                <a:close/>
                <a:moveTo>
                  <a:pt x="2143125" y="314325"/>
                </a:moveTo>
                <a:lnTo>
                  <a:pt x="2152650" y="314325"/>
                </a:lnTo>
                <a:lnTo>
                  <a:pt x="2152650" y="323850"/>
                </a:lnTo>
                <a:lnTo>
                  <a:pt x="2143125" y="323850"/>
                </a:lnTo>
                <a:close/>
                <a:moveTo>
                  <a:pt x="2466975" y="314325"/>
                </a:moveTo>
                <a:lnTo>
                  <a:pt x="2505075" y="314325"/>
                </a:lnTo>
                <a:lnTo>
                  <a:pt x="2505075" y="323850"/>
                </a:lnTo>
                <a:lnTo>
                  <a:pt x="2466975" y="323850"/>
                </a:lnTo>
                <a:close/>
                <a:moveTo>
                  <a:pt x="133350" y="323850"/>
                </a:moveTo>
                <a:lnTo>
                  <a:pt x="142875" y="323850"/>
                </a:lnTo>
                <a:lnTo>
                  <a:pt x="142875" y="333375"/>
                </a:lnTo>
                <a:lnTo>
                  <a:pt x="133350" y="333375"/>
                </a:lnTo>
                <a:close/>
                <a:moveTo>
                  <a:pt x="2124075" y="323850"/>
                </a:moveTo>
                <a:lnTo>
                  <a:pt x="2133600" y="323850"/>
                </a:lnTo>
                <a:lnTo>
                  <a:pt x="2133600" y="333375"/>
                </a:lnTo>
                <a:lnTo>
                  <a:pt x="2124075" y="333375"/>
                </a:lnTo>
                <a:close/>
                <a:moveTo>
                  <a:pt x="2590800" y="323850"/>
                </a:moveTo>
                <a:lnTo>
                  <a:pt x="2619375" y="323850"/>
                </a:lnTo>
                <a:lnTo>
                  <a:pt x="2619375" y="333375"/>
                </a:lnTo>
                <a:lnTo>
                  <a:pt x="2590800" y="333375"/>
                </a:lnTo>
                <a:close/>
                <a:moveTo>
                  <a:pt x="1047750" y="333375"/>
                </a:moveTo>
                <a:lnTo>
                  <a:pt x="1066800" y="333375"/>
                </a:lnTo>
                <a:lnTo>
                  <a:pt x="1066800" y="342900"/>
                </a:lnTo>
                <a:lnTo>
                  <a:pt x="1047750" y="342900"/>
                </a:lnTo>
                <a:close/>
                <a:moveTo>
                  <a:pt x="1724025" y="333375"/>
                </a:moveTo>
                <a:lnTo>
                  <a:pt x="1733550" y="333375"/>
                </a:lnTo>
                <a:lnTo>
                  <a:pt x="1733550" y="371475"/>
                </a:lnTo>
                <a:lnTo>
                  <a:pt x="1724025" y="371475"/>
                </a:lnTo>
                <a:close/>
                <a:moveTo>
                  <a:pt x="2105025" y="333375"/>
                </a:moveTo>
                <a:lnTo>
                  <a:pt x="2114550" y="333375"/>
                </a:lnTo>
                <a:lnTo>
                  <a:pt x="2114550" y="342900"/>
                </a:lnTo>
                <a:lnTo>
                  <a:pt x="2105025" y="342900"/>
                </a:lnTo>
                <a:close/>
                <a:moveTo>
                  <a:pt x="2695575" y="333375"/>
                </a:moveTo>
                <a:lnTo>
                  <a:pt x="2724150" y="333375"/>
                </a:lnTo>
                <a:lnTo>
                  <a:pt x="2724150" y="342900"/>
                </a:lnTo>
                <a:lnTo>
                  <a:pt x="2695575" y="342900"/>
                </a:lnTo>
                <a:close/>
                <a:moveTo>
                  <a:pt x="123825" y="342900"/>
                </a:moveTo>
                <a:lnTo>
                  <a:pt x="133350" y="342900"/>
                </a:lnTo>
                <a:lnTo>
                  <a:pt x="133350" y="352425"/>
                </a:lnTo>
                <a:lnTo>
                  <a:pt x="123825" y="352425"/>
                </a:lnTo>
                <a:close/>
                <a:moveTo>
                  <a:pt x="962025" y="342900"/>
                </a:moveTo>
                <a:lnTo>
                  <a:pt x="981075" y="342900"/>
                </a:lnTo>
                <a:lnTo>
                  <a:pt x="981075" y="352425"/>
                </a:lnTo>
                <a:lnTo>
                  <a:pt x="962025" y="352425"/>
                </a:lnTo>
                <a:close/>
                <a:moveTo>
                  <a:pt x="2085975" y="342900"/>
                </a:moveTo>
                <a:lnTo>
                  <a:pt x="2095500" y="342900"/>
                </a:lnTo>
                <a:lnTo>
                  <a:pt x="2095500" y="352425"/>
                </a:lnTo>
                <a:lnTo>
                  <a:pt x="2085975" y="352425"/>
                </a:lnTo>
                <a:close/>
                <a:moveTo>
                  <a:pt x="2800350" y="342900"/>
                </a:moveTo>
                <a:lnTo>
                  <a:pt x="2828925" y="342900"/>
                </a:lnTo>
                <a:lnTo>
                  <a:pt x="2828925" y="352425"/>
                </a:lnTo>
                <a:lnTo>
                  <a:pt x="2800350" y="352425"/>
                </a:lnTo>
                <a:close/>
                <a:moveTo>
                  <a:pt x="876300" y="352425"/>
                </a:moveTo>
                <a:lnTo>
                  <a:pt x="895350" y="352425"/>
                </a:lnTo>
                <a:lnTo>
                  <a:pt x="895350" y="361950"/>
                </a:lnTo>
                <a:lnTo>
                  <a:pt x="876300" y="361950"/>
                </a:lnTo>
                <a:close/>
                <a:moveTo>
                  <a:pt x="2076450" y="352425"/>
                </a:moveTo>
                <a:lnTo>
                  <a:pt x="2085975" y="352425"/>
                </a:lnTo>
                <a:lnTo>
                  <a:pt x="2085975" y="361950"/>
                </a:lnTo>
                <a:lnTo>
                  <a:pt x="2076450" y="361950"/>
                </a:lnTo>
                <a:close/>
                <a:moveTo>
                  <a:pt x="2914650" y="352425"/>
                </a:moveTo>
                <a:lnTo>
                  <a:pt x="2943225" y="352425"/>
                </a:lnTo>
                <a:lnTo>
                  <a:pt x="2943225" y="361950"/>
                </a:lnTo>
                <a:lnTo>
                  <a:pt x="2914650" y="361950"/>
                </a:lnTo>
                <a:close/>
                <a:moveTo>
                  <a:pt x="114300" y="361950"/>
                </a:moveTo>
                <a:lnTo>
                  <a:pt x="123825" y="361950"/>
                </a:lnTo>
                <a:lnTo>
                  <a:pt x="123825" y="371475"/>
                </a:lnTo>
                <a:lnTo>
                  <a:pt x="114300" y="371475"/>
                </a:lnTo>
                <a:close/>
                <a:moveTo>
                  <a:pt x="171450" y="361950"/>
                </a:moveTo>
                <a:lnTo>
                  <a:pt x="180975" y="361950"/>
                </a:lnTo>
                <a:lnTo>
                  <a:pt x="180975" y="371475"/>
                </a:lnTo>
                <a:lnTo>
                  <a:pt x="171450" y="371475"/>
                </a:lnTo>
                <a:close/>
                <a:moveTo>
                  <a:pt x="790575" y="361950"/>
                </a:moveTo>
                <a:lnTo>
                  <a:pt x="800100" y="361950"/>
                </a:lnTo>
                <a:lnTo>
                  <a:pt x="800100" y="371475"/>
                </a:lnTo>
                <a:lnTo>
                  <a:pt x="790575" y="371475"/>
                </a:lnTo>
                <a:close/>
                <a:moveTo>
                  <a:pt x="3028950" y="361950"/>
                </a:moveTo>
                <a:lnTo>
                  <a:pt x="3048000" y="361950"/>
                </a:lnTo>
                <a:lnTo>
                  <a:pt x="3048000" y="371475"/>
                </a:lnTo>
                <a:lnTo>
                  <a:pt x="3028950" y="371475"/>
                </a:lnTo>
                <a:close/>
                <a:moveTo>
                  <a:pt x="3133725" y="371475"/>
                </a:moveTo>
                <a:lnTo>
                  <a:pt x="3152775" y="371475"/>
                </a:lnTo>
                <a:lnTo>
                  <a:pt x="3152775" y="381000"/>
                </a:lnTo>
                <a:lnTo>
                  <a:pt x="3133725" y="381000"/>
                </a:lnTo>
                <a:close/>
                <a:moveTo>
                  <a:pt x="161925" y="381000"/>
                </a:moveTo>
                <a:lnTo>
                  <a:pt x="171450" y="381000"/>
                </a:lnTo>
                <a:lnTo>
                  <a:pt x="171450" y="390525"/>
                </a:lnTo>
                <a:lnTo>
                  <a:pt x="161925" y="390525"/>
                </a:lnTo>
                <a:close/>
                <a:moveTo>
                  <a:pt x="3228975" y="381000"/>
                </a:moveTo>
                <a:lnTo>
                  <a:pt x="3257550" y="381000"/>
                </a:lnTo>
                <a:lnTo>
                  <a:pt x="3257550" y="390525"/>
                </a:lnTo>
                <a:lnTo>
                  <a:pt x="3228975" y="390525"/>
                </a:lnTo>
                <a:close/>
                <a:moveTo>
                  <a:pt x="104775" y="390525"/>
                </a:moveTo>
                <a:lnTo>
                  <a:pt x="114300" y="390525"/>
                </a:lnTo>
                <a:lnTo>
                  <a:pt x="114300" y="400050"/>
                </a:lnTo>
                <a:lnTo>
                  <a:pt x="104775" y="400050"/>
                </a:lnTo>
                <a:close/>
                <a:moveTo>
                  <a:pt x="3314700" y="390525"/>
                </a:moveTo>
                <a:lnTo>
                  <a:pt x="3352800" y="390525"/>
                </a:lnTo>
                <a:lnTo>
                  <a:pt x="3352800" y="400050"/>
                </a:lnTo>
                <a:lnTo>
                  <a:pt x="3314700" y="400050"/>
                </a:lnTo>
                <a:close/>
                <a:moveTo>
                  <a:pt x="2028825" y="400050"/>
                </a:moveTo>
                <a:lnTo>
                  <a:pt x="2038350" y="400050"/>
                </a:lnTo>
                <a:lnTo>
                  <a:pt x="2038350" y="409575"/>
                </a:lnTo>
                <a:lnTo>
                  <a:pt x="2028825" y="409575"/>
                </a:lnTo>
                <a:close/>
                <a:moveTo>
                  <a:pt x="3419475" y="400050"/>
                </a:moveTo>
                <a:lnTo>
                  <a:pt x="3438525" y="400050"/>
                </a:lnTo>
                <a:lnTo>
                  <a:pt x="3438525" y="409575"/>
                </a:lnTo>
                <a:lnTo>
                  <a:pt x="3419475" y="409575"/>
                </a:lnTo>
                <a:close/>
                <a:moveTo>
                  <a:pt x="152400" y="409575"/>
                </a:moveTo>
                <a:lnTo>
                  <a:pt x="161925" y="409575"/>
                </a:lnTo>
                <a:lnTo>
                  <a:pt x="161925" y="419100"/>
                </a:lnTo>
                <a:lnTo>
                  <a:pt x="152400" y="419100"/>
                </a:lnTo>
                <a:close/>
                <a:moveTo>
                  <a:pt x="2019300" y="409575"/>
                </a:moveTo>
                <a:lnTo>
                  <a:pt x="2028825" y="409575"/>
                </a:lnTo>
                <a:lnTo>
                  <a:pt x="2028825" y="419100"/>
                </a:lnTo>
                <a:lnTo>
                  <a:pt x="2019300" y="419100"/>
                </a:lnTo>
                <a:close/>
                <a:moveTo>
                  <a:pt x="3476625" y="409575"/>
                </a:moveTo>
                <a:lnTo>
                  <a:pt x="3495675" y="409575"/>
                </a:lnTo>
                <a:lnTo>
                  <a:pt x="3495675" y="419100"/>
                </a:lnTo>
                <a:lnTo>
                  <a:pt x="3476625" y="419100"/>
                </a:lnTo>
                <a:close/>
                <a:moveTo>
                  <a:pt x="2219325" y="419100"/>
                </a:moveTo>
                <a:lnTo>
                  <a:pt x="2228850" y="419100"/>
                </a:lnTo>
                <a:lnTo>
                  <a:pt x="2228850" y="428625"/>
                </a:lnTo>
                <a:lnTo>
                  <a:pt x="2219325" y="428625"/>
                </a:lnTo>
                <a:close/>
                <a:moveTo>
                  <a:pt x="3514725" y="419100"/>
                </a:moveTo>
                <a:lnTo>
                  <a:pt x="3524250" y="419100"/>
                </a:lnTo>
                <a:lnTo>
                  <a:pt x="3524250" y="428625"/>
                </a:lnTo>
                <a:lnTo>
                  <a:pt x="3514725" y="428625"/>
                </a:lnTo>
                <a:close/>
                <a:moveTo>
                  <a:pt x="2009775" y="428625"/>
                </a:moveTo>
                <a:lnTo>
                  <a:pt x="2019300" y="428625"/>
                </a:lnTo>
                <a:lnTo>
                  <a:pt x="2019300" y="438150"/>
                </a:lnTo>
                <a:lnTo>
                  <a:pt x="2009775" y="438150"/>
                </a:lnTo>
                <a:close/>
                <a:moveTo>
                  <a:pt x="2305050" y="428625"/>
                </a:moveTo>
                <a:lnTo>
                  <a:pt x="2314575" y="428625"/>
                </a:lnTo>
                <a:lnTo>
                  <a:pt x="2314575" y="438150"/>
                </a:lnTo>
                <a:lnTo>
                  <a:pt x="2305050" y="438150"/>
                </a:lnTo>
                <a:close/>
                <a:moveTo>
                  <a:pt x="3533775" y="428625"/>
                </a:moveTo>
                <a:lnTo>
                  <a:pt x="3543300" y="428625"/>
                </a:lnTo>
                <a:lnTo>
                  <a:pt x="3543300" y="438150"/>
                </a:lnTo>
                <a:lnTo>
                  <a:pt x="3533775" y="438150"/>
                </a:lnTo>
                <a:close/>
                <a:moveTo>
                  <a:pt x="1676400" y="438150"/>
                </a:moveTo>
                <a:lnTo>
                  <a:pt x="1685925" y="438150"/>
                </a:lnTo>
                <a:lnTo>
                  <a:pt x="1685925" y="457200"/>
                </a:lnTo>
                <a:lnTo>
                  <a:pt x="1676400" y="457200"/>
                </a:lnTo>
                <a:close/>
                <a:moveTo>
                  <a:pt x="2000250" y="438150"/>
                </a:moveTo>
                <a:lnTo>
                  <a:pt x="2009775" y="438150"/>
                </a:lnTo>
                <a:lnTo>
                  <a:pt x="2009775" y="447675"/>
                </a:lnTo>
                <a:lnTo>
                  <a:pt x="2000250" y="447675"/>
                </a:lnTo>
                <a:close/>
                <a:moveTo>
                  <a:pt x="2238375" y="438150"/>
                </a:moveTo>
                <a:lnTo>
                  <a:pt x="2257425" y="438150"/>
                </a:lnTo>
                <a:lnTo>
                  <a:pt x="2257425" y="447675"/>
                </a:lnTo>
                <a:lnTo>
                  <a:pt x="2247900" y="447675"/>
                </a:lnTo>
                <a:lnTo>
                  <a:pt x="2247900" y="457200"/>
                </a:lnTo>
                <a:lnTo>
                  <a:pt x="2257425" y="457200"/>
                </a:lnTo>
                <a:lnTo>
                  <a:pt x="2257425" y="466725"/>
                </a:lnTo>
                <a:lnTo>
                  <a:pt x="2219325" y="466725"/>
                </a:lnTo>
                <a:lnTo>
                  <a:pt x="2219325" y="457200"/>
                </a:lnTo>
                <a:lnTo>
                  <a:pt x="2238375" y="457200"/>
                </a:lnTo>
                <a:close/>
                <a:moveTo>
                  <a:pt x="3552825" y="438150"/>
                </a:moveTo>
                <a:lnTo>
                  <a:pt x="3562350" y="438150"/>
                </a:lnTo>
                <a:lnTo>
                  <a:pt x="3562350" y="447675"/>
                </a:lnTo>
                <a:lnTo>
                  <a:pt x="3552825" y="447675"/>
                </a:lnTo>
                <a:close/>
                <a:moveTo>
                  <a:pt x="95250" y="447675"/>
                </a:moveTo>
                <a:lnTo>
                  <a:pt x="104775" y="447675"/>
                </a:lnTo>
                <a:lnTo>
                  <a:pt x="104775" y="561975"/>
                </a:lnTo>
                <a:lnTo>
                  <a:pt x="95250" y="561975"/>
                </a:lnTo>
                <a:close/>
                <a:moveTo>
                  <a:pt x="1733550" y="447675"/>
                </a:moveTo>
                <a:lnTo>
                  <a:pt x="1743075" y="447675"/>
                </a:lnTo>
                <a:lnTo>
                  <a:pt x="1743075" y="495300"/>
                </a:lnTo>
                <a:lnTo>
                  <a:pt x="1733550" y="495300"/>
                </a:lnTo>
                <a:close/>
                <a:moveTo>
                  <a:pt x="3571875" y="447675"/>
                </a:moveTo>
                <a:lnTo>
                  <a:pt x="3581400" y="447675"/>
                </a:lnTo>
                <a:lnTo>
                  <a:pt x="3581400" y="457200"/>
                </a:lnTo>
                <a:lnTo>
                  <a:pt x="3571875" y="457200"/>
                </a:lnTo>
                <a:close/>
                <a:moveTo>
                  <a:pt x="2190750" y="457200"/>
                </a:moveTo>
                <a:lnTo>
                  <a:pt x="2200275" y="457200"/>
                </a:lnTo>
                <a:lnTo>
                  <a:pt x="2200275" y="466725"/>
                </a:lnTo>
                <a:lnTo>
                  <a:pt x="2190750" y="466725"/>
                </a:lnTo>
                <a:close/>
                <a:moveTo>
                  <a:pt x="3581400" y="457200"/>
                </a:moveTo>
                <a:lnTo>
                  <a:pt x="3590925" y="457200"/>
                </a:lnTo>
                <a:lnTo>
                  <a:pt x="3590925" y="466725"/>
                </a:lnTo>
                <a:lnTo>
                  <a:pt x="3581400" y="466725"/>
                </a:lnTo>
                <a:close/>
                <a:moveTo>
                  <a:pt x="1990725" y="466725"/>
                </a:moveTo>
                <a:lnTo>
                  <a:pt x="2000250" y="466725"/>
                </a:lnTo>
                <a:lnTo>
                  <a:pt x="2000250" y="476250"/>
                </a:lnTo>
                <a:lnTo>
                  <a:pt x="1990725" y="476250"/>
                </a:lnTo>
                <a:close/>
                <a:moveTo>
                  <a:pt x="2200275" y="466725"/>
                </a:moveTo>
                <a:lnTo>
                  <a:pt x="2219325" y="466725"/>
                </a:lnTo>
                <a:lnTo>
                  <a:pt x="2219325" y="476250"/>
                </a:lnTo>
                <a:lnTo>
                  <a:pt x="2200275" y="476250"/>
                </a:lnTo>
                <a:close/>
                <a:moveTo>
                  <a:pt x="2257425" y="466725"/>
                </a:moveTo>
                <a:lnTo>
                  <a:pt x="2266950" y="466725"/>
                </a:lnTo>
                <a:lnTo>
                  <a:pt x="2266950" y="476250"/>
                </a:lnTo>
                <a:lnTo>
                  <a:pt x="2257425" y="476250"/>
                </a:lnTo>
                <a:close/>
                <a:moveTo>
                  <a:pt x="2286000" y="466725"/>
                </a:moveTo>
                <a:lnTo>
                  <a:pt x="2314575" y="466725"/>
                </a:lnTo>
                <a:lnTo>
                  <a:pt x="2314575" y="476250"/>
                </a:lnTo>
                <a:lnTo>
                  <a:pt x="2286000" y="476250"/>
                </a:lnTo>
                <a:close/>
                <a:moveTo>
                  <a:pt x="3590925" y="466725"/>
                </a:moveTo>
                <a:lnTo>
                  <a:pt x="3600450" y="466725"/>
                </a:lnTo>
                <a:lnTo>
                  <a:pt x="3600450" y="476250"/>
                </a:lnTo>
                <a:lnTo>
                  <a:pt x="3590925" y="476250"/>
                </a:lnTo>
                <a:close/>
                <a:moveTo>
                  <a:pt x="3600450" y="476250"/>
                </a:moveTo>
                <a:lnTo>
                  <a:pt x="3609975" y="476250"/>
                </a:lnTo>
                <a:lnTo>
                  <a:pt x="3609975" y="485775"/>
                </a:lnTo>
                <a:lnTo>
                  <a:pt x="3600450" y="485775"/>
                </a:lnTo>
                <a:close/>
                <a:moveTo>
                  <a:pt x="1981200" y="485775"/>
                </a:moveTo>
                <a:lnTo>
                  <a:pt x="1990725" y="485775"/>
                </a:lnTo>
                <a:lnTo>
                  <a:pt x="1990725" y="504825"/>
                </a:lnTo>
                <a:lnTo>
                  <a:pt x="1981200" y="504825"/>
                </a:lnTo>
                <a:close/>
                <a:moveTo>
                  <a:pt x="3609975" y="485775"/>
                </a:moveTo>
                <a:lnTo>
                  <a:pt x="3619500" y="485775"/>
                </a:lnTo>
                <a:lnTo>
                  <a:pt x="3619500" y="495300"/>
                </a:lnTo>
                <a:lnTo>
                  <a:pt x="3609975" y="495300"/>
                </a:lnTo>
                <a:close/>
                <a:moveTo>
                  <a:pt x="381000" y="495300"/>
                </a:moveTo>
                <a:lnTo>
                  <a:pt x="409575" y="495300"/>
                </a:lnTo>
                <a:lnTo>
                  <a:pt x="409575" y="514350"/>
                </a:lnTo>
                <a:lnTo>
                  <a:pt x="400050" y="514350"/>
                </a:lnTo>
                <a:lnTo>
                  <a:pt x="400050" y="523875"/>
                </a:lnTo>
                <a:lnTo>
                  <a:pt x="390525" y="523875"/>
                </a:lnTo>
                <a:lnTo>
                  <a:pt x="390525" y="514350"/>
                </a:lnTo>
                <a:lnTo>
                  <a:pt x="371475" y="514350"/>
                </a:lnTo>
                <a:lnTo>
                  <a:pt x="371475" y="504825"/>
                </a:lnTo>
                <a:lnTo>
                  <a:pt x="381000" y="504825"/>
                </a:lnTo>
                <a:close/>
                <a:moveTo>
                  <a:pt x="514350" y="495300"/>
                </a:moveTo>
                <a:lnTo>
                  <a:pt x="533400" y="495300"/>
                </a:lnTo>
                <a:lnTo>
                  <a:pt x="533400" y="504825"/>
                </a:lnTo>
                <a:lnTo>
                  <a:pt x="514350" y="504825"/>
                </a:lnTo>
                <a:close/>
                <a:moveTo>
                  <a:pt x="3619500" y="495300"/>
                </a:moveTo>
                <a:lnTo>
                  <a:pt x="3629025" y="495300"/>
                </a:lnTo>
                <a:lnTo>
                  <a:pt x="3629025" y="504825"/>
                </a:lnTo>
                <a:lnTo>
                  <a:pt x="3619500" y="504825"/>
                </a:lnTo>
                <a:close/>
                <a:moveTo>
                  <a:pt x="504825" y="504825"/>
                </a:moveTo>
                <a:lnTo>
                  <a:pt x="514350" y="504825"/>
                </a:lnTo>
                <a:lnTo>
                  <a:pt x="514350" y="514350"/>
                </a:lnTo>
                <a:lnTo>
                  <a:pt x="523875" y="514350"/>
                </a:lnTo>
                <a:lnTo>
                  <a:pt x="523875" y="542925"/>
                </a:lnTo>
                <a:lnTo>
                  <a:pt x="533400" y="542925"/>
                </a:lnTo>
                <a:lnTo>
                  <a:pt x="533400" y="561975"/>
                </a:lnTo>
                <a:lnTo>
                  <a:pt x="523875" y="561975"/>
                </a:lnTo>
                <a:lnTo>
                  <a:pt x="523875" y="552450"/>
                </a:lnTo>
                <a:lnTo>
                  <a:pt x="514350" y="552450"/>
                </a:lnTo>
                <a:lnTo>
                  <a:pt x="514350" y="542925"/>
                </a:lnTo>
                <a:lnTo>
                  <a:pt x="504825" y="542925"/>
                </a:lnTo>
                <a:close/>
                <a:moveTo>
                  <a:pt x="438150" y="523875"/>
                </a:moveTo>
                <a:lnTo>
                  <a:pt x="447675" y="523875"/>
                </a:lnTo>
                <a:lnTo>
                  <a:pt x="447675" y="542925"/>
                </a:lnTo>
                <a:lnTo>
                  <a:pt x="438150" y="542925"/>
                </a:lnTo>
                <a:close/>
                <a:moveTo>
                  <a:pt x="466725" y="523875"/>
                </a:moveTo>
                <a:lnTo>
                  <a:pt x="485775" y="523875"/>
                </a:lnTo>
                <a:lnTo>
                  <a:pt x="485775" y="542925"/>
                </a:lnTo>
                <a:lnTo>
                  <a:pt x="495300" y="542925"/>
                </a:lnTo>
                <a:lnTo>
                  <a:pt x="495300" y="552450"/>
                </a:lnTo>
                <a:lnTo>
                  <a:pt x="485775" y="552450"/>
                </a:lnTo>
                <a:lnTo>
                  <a:pt x="485775" y="561975"/>
                </a:lnTo>
                <a:lnTo>
                  <a:pt x="476250" y="561975"/>
                </a:lnTo>
                <a:lnTo>
                  <a:pt x="476250" y="533400"/>
                </a:lnTo>
                <a:lnTo>
                  <a:pt x="466725" y="533400"/>
                </a:lnTo>
                <a:close/>
                <a:moveTo>
                  <a:pt x="3638550" y="523875"/>
                </a:moveTo>
                <a:lnTo>
                  <a:pt x="3667125" y="523875"/>
                </a:lnTo>
                <a:lnTo>
                  <a:pt x="3667125" y="533400"/>
                </a:lnTo>
                <a:lnTo>
                  <a:pt x="3676650" y="533400"/>
                </a:lnTo>
                <a:lnTo>
                  <a:pt x="3676650" y="542925"/>
                </a:lnTo>
                <a:lnTo>
                  <a:pt x="3686175" y="542925"/>
                </a:lnTo>
                <a:lnTo>
                  <a:pt x="3686175" y="561975"/>
                </a:lnTo>
                <a:lnTo>
                  <a:pt x="3695700" y="561975"/>
                </a:lnTo>
                <a:lnTo>
                  <a:pt x="3695700" y="590550"/>
                </a:lnTo>
                <a:lnTo>
                  <a:pt x="3686175" y="590550"/>
                </a:lnTo>
                <a:lnTo>
                  <a:pt x="3686175" y="571500"/>
                </a:lnTo>
                <a:lnTo>
                  <a:pt x="3667125" y="571500"/>
                </a:lnTo>
                <a:lnTo>
                  <a:pt x="3667125" y="581025"/>
                </a:lnTo>
                <a:lnTo>
                  <a:pt x="3657600" y="581025"/>
                </a:lnTo>
                <a:lnTo>
                  <a:pt x="3657600" y="552450"/>
                </a:lnTo>
                <a:lnTo>
                  <a:pt x="3648075" y="552450"/>
                </a:lnTo>
                <a:lnTo>
                  <a:pt x="3648075" y="533400"/>
                </a:lnTo>
                <a:lnTo>
                  <a:pt x="3638550" y="533400"/>
                </a:lnTo>
                <a:close/>
                <a:moveTo>
                  <a:pt x="1971675" y="533400"/>
                </a:moveTo>
                <a:lnTo>
                  <a:pt x="1981200" y="533400"/>
                </a:lnTo>
                <a:lnTo>
                  <a:pt x="1981200" y="552450"/>
                </a:lnTo>
                <a:lnTo>
                  <a:pt x="1971675" y="552450"/>
                </a:lnTo>
                <a:close/>
                <a:moveTo>
                  <a:pt x="3305175" y="533400"/>
                </a:moveTo>
                <a:lnTo>
                  <a:pt x="3314700" y="533400"/>
                </a:lnTo>
                <a:lnTo>
                  <a:pt x="3314700" y="542925"/>
                </a:lnTo>
                <a:lnTo>
                  <a:pt x="3305175" y="542925"/>
                </a:lnTo>
                <a:close/>
                <a:moveTo>
                  <a:pt x="3324225" y="533400"/>
                </a:moveTo>
                <a:lnTo>
                  <a:pt x="3343275" y="533400"/>
                </a:lnTo>
                <a:lnTo>
                  <a:pt x="3343275" y="561975"/>
                </a:lnTo>
                <a:lnTo>
                  <a:pt x="3333750" y="561975"/>
                </a:lnTo>
                <a:lnTo>
                  <a:pt x="3333750" y="542925"/>
                </a:lnTo>
                <a:lnTo>
                  <a:pt x="3324225" y="542925"/>
                </a:lnTo>
                <a:close/>
                <a:moveTo>
                  <a:pt x="3276600" y="542925"/>
                </a:moveTo>
                <a:lnTo>
                  <a:pt x="3295650" y="542925"/>
                </a:lnTo>
                <a:lnTo>
                  <a:pt x="3295650" y="552450"/>
                </a:lnTo>
                <a:lnTo>
                  <a:pt x="3276600" y="552450"/>
                </a:lnTo>
                <a:close/>
                <a:moveTo>
                  <a:pt x="3476625" y="542925"/>
                </a:moveTo>
                <a:lnTo>
                  <a:pt x="3514725" y="542925"/>
                </a:lnTo>
                <a:lnTo>
                  <a:pt x="3514725" y="552450"/>
                </a:lnTo>
                <a:lnTo>
                  <a:pt x="3476625" y="552450"/>
                </a:lnTo>
                <a:close/>
                <a:moveTo>
                  <a:pt x="1685925" y="552450"/>
                </a:moveTo>
                <a:lnTo>
                  <a:pt x="1695450" y="552450"/>
                </a:lnTo>
                <a:lnTo>
                  <a:pt x="1695450" y="581025"/>
                </a:lnTo>
                <a:lnTo>
                  <a:pt x="1685925" y="581025"/>
                </a:lnTo>
                <a:close/>
                <a:moveTo>
                  <a:pt x="3276600" y="571500"/>
                </a:moveTo>
                <a:lnTo>
                  <a:pt x="3286125" y="571500"/>
                </a:lnTo>
                <a:lnTo>
                  <a:pt x="3286125" y="581025"/>
                </a:lnTo>
                <a:lnTo>
                  <a:pt x="3276600" y="581025"/>
                </a:lnTo>
                <a:close/>
                <a:moveTo>
                  <a:pt x="95250" y="581025"/>
                </a:moveTo>
                <a:lnTo>
                  <a:pt x="104775" y="581025"/>
                </a:lnTo>
                <a:lnTo>
                  <a:pt x="104775" y="590550"/>
                </a:lnTo>
                <a:lnTo>
                  <a:pt x="95250" y="590550"/>
                </a:lnTo>
                <a:close/>
                <a:moveTo>
                  <a:pt x="1743075" y="581025"/>
                </a:moveTo>
                <a:lnTo>
                  <a:pt x="1752600" y="581025"/>
                </a:lnTo>
                <a:lnTo>
                  <a:pt x="1752600" y="619125"/>
                </a:lnTo>
                <a:lnTo>
                  <a:pt x="1743075" y="619125"/>
                </a:lnTo>
                <a:close/>
                <a:moveTo>
                  <a:pt x="3448050" y="581025"/>
                </a:moveTo>
                <a:lnTo>
                  <a:pt x="3457575" y="581025"/>
                </a:lnTo>
                <a:lnTo>
                  <a:pt x="3457575" y="590550"/>
                </a:lnTo>
                <a:lnTo>
                  <a:pt x="3448050" y="590550"/>
                </a:lnTo>
                <a:close/>
                <a:moveTo>
                  <a:pt x="1962150" y="590550"/>
                </a:moveTo>
                <a:lnTo>
                  <a:pt x="1971675" y="590550"/>
                </a:lnTo>
                <a:lnTo>
                  <a:pt x="1971675" y="609600"/>
                </a:lnTo>
                <a:lnTo>
                  <a:pt x="1962150" y="609600"/>
                </a:lnTo>
                <a:close/>
                <a:moveTo>
                  <a:pt x="3486150" y="590550"/>
                </a:moveTo>
                <a:lnTo>
                  <a:pt x="3514725" y="590550"/>
                </a:lnTo>
                <a:lnTo>
                  <a:pt x="3514725" y="600075"/>
                </a:lnTo>
                <a:lnTo>
                  <a:pt x="3486150" y="600075"/>
                </a:lnTo>
                <a:close/>
                <a:moveTo>
                  <a:pt x="2286000" y="600075"/>
                </a:moveTo>
                <a:lnTo>
                  <a:pt x="2295525" y="600075"/>
                </a:lnTo>
                <a:lnTo>
                  <a:pt x="2295525" y="609600"/>
                </a:lnTo>
                <a:lnTo>
                  <a:pt x="2286000" y="609600"/>
                </a:lnTo>
                <a:close/>
                <a:moveTo>
                  <a:pt x="3667125" y="600075"/>
                </a:moveTo>
                <a:lnTo>
                  <a:pt x="3676650" y="600075"/>
                </a:lnTo>
                <a:lnTo>
                  <a:pt x="3676650" y="628650"/>
                </a:lnTo>
                <a:lnTo>
                  <a:pt x="3667125" y="628650"/>
                </a:lnTo>
                <a:close/>
                <a:moveTo>
                  <a:pt x="2352675" y="609600"/>
                </a:moveTo>
                <a:lnTo>
                  <a:pt x="2362200" y="609600"/>
                </a:lnTo>
                <a:lnTo>
                  <a:pt x="2362200" y="619125"/>
                </a:lnTo>
                <a:lnTo>
                  <a:pt x="2352675" y="619125"/>
                </a:lnTo>
                <a:close/>
                <a:moveTo>
                  <a:pt x="3695700" y="609600"/>
                </a:moveTo>
                <a:lnTo>
                  <a:pt x="3705225" y="609600"/>
                </a:lnTo>
                <a:lnTo>
                  <a:pt x="3705225" y="638175"/>
                </a:lnTo>
                <a:lnTo>
                  <a:pt x="3695700" y="638175"/>
                </a:lnTo>
                <a:close/>
                <a:moveTo>
                  <a:pt x="152400" y="619125"/>
                </a:moveTo>
                <a:lnTo>
                  <a:pt x="161925" y="619125"/>
                </a:lnTo>
                <a:lnTo>
                  <a:pt x="161925" y="666750"/>
                </a:lnTo>
                <a:lnTo>
                  <a:pt x="152400" y="666750"/>
                </a:lnTo>
                <a:close/>
                <a:moveTo>
                  <a:pt x="2362200" y="619125"/>
                </a:moveTo>
                <a:lnTo>
                  <a:pt x="2371725" y="619125"/>
                </a:lnTo>
                <a:lnTo>
                  <a:pt x="2371725" y="628650"/>
                </a:lnTo>
                <a:lnTo>
                  <a:pt x="2362200" y="628650"/>
                </a:lnTo>
                <a:close/>
                <a:moveTo>
                  <a:pt x="2286000" y="628650"/>
                </a:moveTo>
                <a:lnTo>
                  <a:pt x="2295525" y="628650"/>
                </a:lnTo>
                <a:lnTo>
                  <a:pt x="2295525" y="638175"/>
                </a:lnTo>
                <a:lnTo>
                  <a:pt x="2286000" y="638175"/>
                </a:lnTo>
                <a:close/>
                <a:moveTo>
                  <a:pt x="2295525" y="638175"/>
                </a:moveTo>
                <a:lnTo>
                  <a:pt x="2305050" y="638175"/>
                </a:lnTo>
                <a:lnTo>
                  <a:pt x="2305050" y="647700"/>
                </a:lnTo>
                <a:lnTo>
                  <a:pt x="2295525" y="647700"/>
                </a:lnTo>
                <a:close/>
                <a:moveTo>
                  <a:pt x="2409825" y="638175"/>
                </a:moveTo>
                <a:lnTo>
                  <a:pt x="2428875" y="638175"/>
                </a:lnTo>
                <a:lnTo>
                  <a:pt x="2428875" y="647700"/>
                </a:lnTo>
                <a:lnTo>
                  <a:pt x="2409825" y="647700"/>
                </a:lnTo>
                <a:close/>
                <a:moveTo>
                  <a:pt x="2266950" y="647700"/>
                </a:moveTo>
                <a:lnTo>
                  <a:pt x="2276475" y="647700"/>
                </a:lnTo>
                <a:lnTo>
                  <a:pt x="2276475" y="666750"/>
                </a:lnTo>
                <a:lnTo>
                  <a:pt x="2266950" y="666750"/>
                </a:lnTo>
                <a:close/>
                <a:moveTo>
                  <a:pt x="2400300" y="647700"/>
                </a:moveTo>
                <a:lnTo>
                  <a:pt x="2409825" y="647700"/>
                </a:lnTo>
                <a:lnTo>
                  <a:pt x="2409825" y="657225"/>
                </a:lnTo>
                <a:lnTo>
                  <a:pt x="2400300" y="657225"/>
                </a:lnTo>
                <a:close/>
                <a:moveTo>
                  <a:pt x="1952625" y="657225"/>
                </a:moveTo>
                <a:lnTo>
                  <a:pt x="1962150" y="657225"/>
                </a:lnTo>
                <a:lnTo>
                  <a:pt x="1962150" y="685800"/>
                </a:lnTo>
                <a:lnTo>
                  <a:pt x="1952625" y="685800"/>
                </a:lnTo>
                <a:close/>
                <a:moveTo>
                  <a:pt x="2238375" y="657225"/>
                </a:moveTo>
                <a:lnTo>
                  <a:pt x="2247900" y="657225"/>
                </a:lnTo>
                <a:lnTo>
                  <a:pt x="2247900" y="676275"/>
                </a:lnTo>
                <a:lnTo>
                  <a:pt x="2238375" y="676275"/>
                </a:lnTo>
                <a:close/>
                <a:moveTo>
                  <a:pt x="1781175" y="666750"/>
                </a:moveTo>
                <a:lnTo>
                  <a:pt x="1790700" y="666750"/>
                </a:lnTo>
                <a:lnTo>
                  <a:pt x="1790700" y="685800"/>
                </a:lnTo>
                <a:lnTo>
                  <a:pt x="1771650" y="685800"/>
                </a:lnTo>
                <a:lnTo>
                  <a:pt x="1771650" y="676275"/>
                </a:lnTo>
                <a:lnTo>
                  <a:pt x="1781175" y="676275"/>
                </a:lnTo>
                <a:close/>
                <a:moveTo>
                  <a:pt x="2400300" y="676275"/>
                </a:moveTo>
                <a:lnTo>
                  <a:pt x="2409825" y="676275"/>
                </a:lnTo>
                <a:lnTo>
                  <a:pt x="2409825" y="685800"/>
                </a:lnTo>
                <a:lnTo>
                  <a:pt x="2400300" y="685800"/>
                </a:lnTo>
                <a:close/>
                <a:moveTo>
                  <a:pt x="1695450" y="685800"/>
                </a:moveTo>
                <a:lnTo>
                  <a:pt x="1704975" y="685800"/>
                </a:lnTo>
                <a:lnTo>
                  <a:pt x="1704975" y="714375"/>
                </a:lnTo>
                <a:lnTo>
                  <a:pt x="1695450" y="714375"/>
                </a:lnTo>
                <a:close/>
                <a:moveTo>
                  <a:pt x="2447925" y="685800"/>
                </a:moveTo>
                <a:lnTo>
                  <a:pt x="2457450" y="685800"/>
                </a:lnTo>
                <a:lnTo>
                  <a:pt x="2457450" y="704850"/>
                </a:lnTo>
                <a:lnTo>
                  <a:pt x="2447925" y="704850"/>
                </a:lnTo>
                <a:close/>
                <a:moveTo>
                  <a:pt x="1752600" y="695325"/>
                </a:moveTo>
                <a:lnTo>
                  <a:pt x="1762125" y="695325"/>
                </a:lnTo>
                <a:lnTo>
                  <a:pt x="1762125" y="733425"/>
                </a:lnTo>
                <a:lnTo>
                  <a:pt x="1752600" y="733425"/>
                </a:lnTo>
                <a:close/>
                <a:moveTo>
                  <a:pt x="3667125" y="695325"/>
                </a:moveTo>
                <a:lnTo>
                  <a:pt x="3676650" y="695325"/>
                </a:lnTo>
                <a:lnTo>
                  <a:pt x="3676650" y="723900"/>
                </a:lnTo>
                <a:lnTo>
                  <a:pt x="3667125" y="723900"/>
                </a:lnTo>
                <a:close/>
                <a:moveTo>
                  <a:pt x="104775" y="704850"/>
                </a:moveTo>
                <a:lnTo>
                  <a:pt x="114300" y="704850"/>
                </a:lnTo>
                <a:lnTo>
                  <a:pt x="114300" y="781050"/>
                </a:lnTo>
                <a:lnTo>
                  <a:pt x="104775" y="781050"/>
                </a:lnTo>
                <a:close/>
                <a:moveTo>
                  <a:pt x="2438400" y="704850"/>
                </a:moveTo>
                <a:lnTo>
                  <a:pt x="2447925" y="704850"/>
                </a:lnTo>
                <a:lnTo>
                  <a:pt x="2447925" y="714375"/>
                </a:lnTo>
                <a:lnTo>
                  <a:pt x="2438400" y="714375"/>
                </a:lnTo>
                <a:close/>
                <a:moveTo>
                  <a:pt x="1943100" y="723900"/>
                </a:moveTo>
                <a:lnTo>
                  <a:pt x="1952625" y="723900"/>
                </a:lnTo>
                <a:lnTo>
                  <a:pt x="1952625" y="752475"/>
                </a:lnTo>
                <a:lnTo>
                  <a:pt x="1943100" y="752475"/>
                </a:lnTo>
                <a:close/>
                <a:moveTo>
                  <a:pt x="514350" y="742950"/>
                </a:moveTo>
                <a:lnTo>
                  <a:pt x="533400" y="742950"/>
                </a:lnTo>
                <a:lnTo>
                  <a:pt x="533400" y="752475"/>
                </a:lnTo>
                <a:lnTo>
                  <a:pt x="514350" y="752475"/>
                </a:lnTo>
                <a:close/>
                <a:moveTo>
                  <a:pt x="352425" y="752475"/>
                </a:moveTo>
                <a:lnTo>
                  <a:pt x="361950" y="752475"/>
                </a:lnTo>
                <a:lnTo>
                  <a:pt x="361950" y="771525"/>
                </a:lnTo>
                <a:lnTo>
                  <a:pt x="352425" y="771525"/>
                </a:lnTo>
                <a:close/>
                <a:moveTo>
                  <a:pt x="3448050" y="762000"/>
                </a:moveTo>
                <a:lnTo>
                  <a:pt x="3457575" y="762000"/>
                </a:lnTo>
                <a:lnTo>
                  <a:pt x="3457575" y="771525"/>
                </a:lnTo>
                <a:lnTo>
                  <a:pt x="3448050" y="771525"/>
                </a:lnTo>
                <a:close/>
                <a:moveTo>
                  <a:pt x="495300" y="771525"/>
                </a:moveTo>
                <a:lnTo>
                  <a:pt x="504825" y="771525"/>
                </a:lnTo>
                <a:lnTo>
                  <a:pt x="504825" y="781050"/>
                </a:lnTo>
                <a:lnTo>
                  <a:pt x="495300" y="781050"/>
                </a:lnTo>
                <a:close/>
                <a:moveTo>
                  <a:pt x="3476625" y="771525"/>
                </a:moveTo>
                <a:lnTo>
                  <a:pt x="3486150" y="771525"/>
                </a:lnTo>
                <a:lnTo>
                  <a:pt x="3486150" y="781050"/>
                </a:lnTo>
                <a:lnTo>
                  <a:pt x="3476625" y="781050"/>
                </a:lnTo>
                <a:close/>
                <a:moveTo>
                  <a:pt x="390525" y="781050"/>
                </a:moveTo>
                <a:lnTo>
                  <a:pt x="400050" y="781050"/>
                </a:lnTo>
                <a:lnTo>
                  <a:pt x="400050" y="790575"/>
                </a:lnTo>
                <a:lnTo>
                  <a:pt x="390525" y="790575"/>
                </a:lnTo>
                <a:close/>
                <a:moveTo>
                  <a:pt x="1781175" y="781050"/>
                </a:moveTo>
                <a:lnTo>
                  <a:pt x="1790700" y="781050"/>
                </a:lnTo>
                <a:lnTo>
                  <a:pt x="1790700" y="809625"/>
                </a:lnTo>
                <a:lnTo>
                  <a:pt x="1781175" y="809625"/>
                </a:lnTo>
                <a:close/>
                <a:moveTo>
                  <a:pt x="3457575" y="781050"/>
                </a:moveTo>
                <a:lnTo>
                  <a:pt x="3467100" y="781050"/>
                </a:lnTo>
                <a:lnTo>
                  <a:pt x="3467100" y="809625"/>
                </a:lnTo>
                <a:lnTo>
                  <a:pt x="3457575" y="809625"/>
                </a:lnTo>
                <a:close/>
                <a:moveTo>
                  <a:pt x="3657600" y="781050"/>
                </a:moveTo>
                <a:lnTo>
                  <a:pt x="3676650" y="781050"/>
                </a:lnTo>
                <a:lnTo>
                  <a:pt x="3676650" y="800100"/>
                </a:lnTo>
                <a:lnTo>
                  <a:pt x="3667125" y="800100"/>
                </a:lnTo>
                <a:lnTo>
                  <a:pt x="3667125" y="809625"/>
                </a:lnTo>
                <a:lnTo>
                  <a:pt x="3657600" y="809625"/>
                </a:lnTo>
                <a:close/>
                <a:moveTo>
                  <a:pt x="1933575" y="790575"/>
                </a:moveTo>
                <a:lnTo>
                  <a:pt x="1943100" y="790575"/>
                </a:lnTo>
                <a:lnTo>
                  <a:pt x="1943100" y="809625"/>
                </a:lnTo>
                <a:lnTo>
                  <a:pt x="1933575" y="809625"/>
                </a:lnTo>
                <a:close/>
                <a:moveTo>
                  <a:pt x="3390900" y="790575"/>
                </a:moveTo>
                <a:lnTo>
                  <a:pt x="3400425" y="790575"/>
                </a:lnTo>
                <a:lnTo>
                  <a:pt x="3400425" y="800100"/>
                </a:lnTo>
                <a:lnTo>
                  <a:pt x="3390900" y="800100"/>
                </a:lnTo>
                <a:close/>
                <a:moveTo>
                  <a:pt x="1704975" y="809625"/>
                </a:moveTo>
                <a:lnTo>
                  <a:pt x="1714500" y="809625"/>
                </a:lnTo>
                <a:lnTo>
                  <a:pt x="1714500" y="838200"/>
                </a:lnTo>
                <a:lnTo>
                  <a:pt x="1704975" y="838200"/>
                </a:lnTo>
                <a:close/>
                <a:moveTo>
                  <a:pt x="161925" y="819150"/>
                </a:moveTo>
                <a:lnTo>
                  <a:pt x="171450" y="819150"/>
                </a:lnTo>
                <a:lnTo>
                  <a:pt x="171450" y="857250"/>
                </a:lnTo>
                <a:lnTo>
                  <a:pt x="161925" y="857250"/>
                </a:lnTo>
                <a:close/>
                <a:moveTo>
                  <a:pt x="1762125" y="819150"/>
                </a:moveTo>
                <a:lnTo>
                  <a:pt x="1771650" y="819150"/>
                </a:lnTo>
                <a:lnTo>
                  <a:pt x="1771650" y="885825"/>
                </a:lnTo>
                <a:lnTo>
                  <a:pt x="1762125" y="885825"/>
                </a:lnTo>
                <a:close/>
                <a:moveTo>
                  <a:pt x="3390900" y="819150"/>
                </a:moveTo>
                <a:lnTo>
                  <a:pt x="3400425" y="819150"/>
                </a:lnTo>
                <a:lnTo>
                  <a:pt x="3400425" y="828675"/>
                </a:lnTo>
                <a:lnTo>
                  <a:pt x="3390900" y="828675"/>
                </a:lnTo>
                <a:close/>
                <a:moveTo>
                  <a:pt x="3467100" y="828675"/>
                </a:moveTo>
                <a:lnTo>
                  <a:pt x="3476625" y="828675"/>
                </a:lnTo>
                <a:lnTo>
                  <a:pt x="3476625" y="838200"/>
                </a:lnTo>
                <a:lnTo>
                  <a:pt x="3467100" y="838200"/>
                </a:lnTo>
                <a:close/>
                <a:moveTo>
                  <a:pt x="3419475" y="838200"/>
                </a:moveTo>
                <a:lnTo>
                  <a:pt x="3429000" y="838200"/>
                </a:lnTo>
                <a:lnTo>
                  <a:pt x="3429000" y="847725"/>
                </a:lnTo>
                <a:lnTo>
                  <a:pt x="3419475" y="847725"/>
                </a:lnTo>
                <a:close/>
                <a:moveTo>
                  <a:pt x="3648075" y="838200"/>
                </a:moveTo>
                <a:lnTo>
                  <a:pt x="3657600" y="838200"/>
                </a:lnTo>
                <a:lnTo>
                  <a:pt x="3657600" y="876300"/>
                </a:lnTo>
                <a:lnTo>
                  <a:pt x="3648075" y="876300"/>
                </a:lnTo>
                <a:close/>
                <a:moveTo>
                  <a:pt x="3686175" y="838200"/>
                </a:moveTo>
                <a:lnTo>
                  <a:pt x="3695700" y="838200"/>
                </a:lnTo>
                <a:lnTo>
                  <a:pt x="3695700" y="866775"/>
                </a:lnTo>
                <a:lnTo>
                  <a:pt x="3686175" y="866775"/>
                </a:lnTo>
                <a:close/>
                <a:moveTo>
                  <a:pt x="2076450" y="847725"/>
                </a:moveTo>
                <a:lnTo>
                  <a:pt x="2085975" y="847725"/>
                </a:lnTo>
                <a:lnTo>
                  <a:pt x="2085975" y="857250"/>
                </a:lnTo>
                <a:lnTo>
                  <a:pt x="2076450" y="857250"/>
                </a:lnTo>
                <a:close/>
                <a:moveTo>
                  <a:pt x="1924050" y="857250"/>
                </a:moveTo>
                <a:lnTo>
                  <a:pt x="1933575" y="857250"/>
                </a:lnTo>
                <a:lnTo>
                  <a:pt x="1933575" y="876300"/>
                </a:lnTo>
                <a:lnTo>
                  <a:pt x="1924050" y="876300"/>
                </a:lnTo>
                <a:close/>
                <a:moveTo>
                  <a:pt x="2143125" y="866775"/>
                </a:moveTo>
                <a:lnTo>
                  <a:pt x="2171700" y="866775"/>
                </a:lnTo>
                <a:lnTo>
                  <a:pt x="2171700" y="876300"/>
                </a:lnTo>
                <a:lnTo>
                  <a:pt x="2181225" y="876300"/>
                </a:lnTo>
                <a:lnTo>
                  <a:pt x="2181225" y="885825"/>
                </a:lnTo>
                <a:lnTo>
                  <a:pt x="2162175" y="885825"/>
                </a:lnTo>
                <a:lnTo>
                  <a:pt x="2162175" y="876300"/>
                </a:lnTo>
                <a:lnTo>
                  <a:pt x="2143125" y="876300"/>
                </a:lnTo>
                <a:close/>
                <a:moveTo>
                  <a:pt x="2276475" y="866775"/>
                </a:moveTo>
                <a:lnTo>
                  <a:pt x="2295525" y="866775"/>
                </a:lnTo>
                <a:lnTo>
                  <a:pt x="2295525" y="876300"/>
                </a:lnTo>
                <a:lnTo>
                  <a:pt x="2276475" y="876300"/>
                </a:lnTo>
                <a:close/>
                <a:moveTo>
                  <a:pt x="2247900" y="876300"/>
                </a:moveTo>
                <a:lnTo>
                  <a:pt x="2266950" y="876300"/>
                </a:lnTo>
                <a:lnTo>
                  <a:pt x="2266950" y="885825"/>
                </a:lnTo>
                <a:lnTo>
                  <a:pt x="2247900" y="885825"/>
                </a:lnTo>
                <a:close/>
                <a:moveTo>
                  <a:pt x="2295525" y="876300"/>
                </a:moveTo>
                <a:lnTo>
                  <a:pt x="2305050" y="876300"/>
                </a:lnTo>
                <a:lnTo>
                  <a:pt x="2305050" y="885825"/>
                </a:lnTo>
                <a:lnTo>
                  <a:pt x="2295525" y="885825"/>
                </a:lnTo>
                <a:close/>
                <a:moveTo>
                  <a:pt x="2066925" y="885825"/>
                </a:moveTo>
                <a:lnTo>
                  <a:pt x="2076450" y="885825"/>
                </a:lnTo>
                <a:lnTo>
                  <a:pt x="2076450" y="895350"/>
                </a:lnTo>
                <a:lnTo>
                  <a:pt x="2066925" y="895350"/>
                </a:lnTo>
                <a:close/>
                <a:moveTo>
                  <a:pt x="2228850" y="885825"/>
                </a:moveTo>
                <a:lnTo>
                  <a:pt x="2247900" y="885825"/>
                </a:lnTo>
                <a:lnTo>
                  <a:pt x="2247900" y="895350"/>
                </a:lnTo>
                <a:lnTo>
                  <a:pt x="2228850" y="895350"/>
                </a:lnTo>
                <a:close/>
                <a:moveTo>
                  <a:pt x="2305050" y="885825"/>
                </a:moveTo>
                <a:lnTo>
                  <a:pt x="2314575" y="885825"/>
                </a:lnTo>
                <a:lnTo>
                  <a:pt x="2314575" y="895350"/>
                </a:lnTo>
                <a:lnTo>
                  <a:pt x="2305050" y="895350"/>
                </a:lnTo>
                <a:close/>
                <a:moveTo>
                  <a:pt x="2419350" y="885825"/>
                </a:moveTo>
                <a:lnTo>
                  <a:pt x="2428875" y="885825"/>
                </a:lnTo>
                <a:lnTo>
                  <a:pt x="2428875" y="895350"/>
                </a:lnTo>
                <a:lnTo>
                  <a:pt x="2419350" y="895350"/>
                </a:lnTo>
                <a:close/>
                <a:moveTo>
                  <a:pt x="114300" y="895350"/>
                </a:moveTo>
                <a:lnTo>
                  <a:pt x="123825" y="895350"/>
                </a:lnTo>
                <a:lnTo>
                  <a:pt x="123825" y="962025"/>
                </a:lnTo>
                <a:lnTo>
                  <a:pt x="114300" y="962025"/>
                </a:lnTo>
                <a:close/>
                <a:moveTo>
                  <a:pt x="2105025" y="895350"/>
                </a:moveTo>
                <a:lnTo>
                  <a:pt x="2114550" y="895350"/>
                </a:lnTo>
                <a:lnTo>
                  <a:pt x="2114550" y="904875"/>
                </a:lnTo>
                <a:lnTo>
                  <a:pt x="2105025" y="904875"/>
                </a:lnTo>
                <a:close/>
                <a:moveTo>
                  <a:pt x="2124075" y="895350"/>
                </a:moveTo>
                <a:lnTo>
                  <a:pt x="2133600" y="895350"/>
                </a:lnTo>
                <a:lnTo>
                  <a:pt x="2133600" y="904875"/>
                </a:lnTo>
                <a:lnTo>
                  <a:pt x="2124075" y="904875"/>
                </a:lnTo>
                <a:close/>
                <a:moveTo>
                  <a:pt x="2152650" y="895350"/>
                </a:moveTo>
                <a:lnTo>
                  <a:pt x="2171700" y="895350"/>
                </a:lnTo>
                <a:lnTo>
                  <a:pt x="2171700" y="904875"/>
                </a:lnTo>
                <a:lnTo>
                  <a:pt x="2152650" y="904875"/>
                </a:lnTo>
                <a:close/>
                <a:moveTo>
                  <a:pt x="2314575" y="895350"/>
                </a:moveTo>
                <a:lnTo>
                  <a:pt x="2371725" y="895350"/>
                </a:lnTo>
                <a:lnTo>
                  <a:pt x="2371725" y="904875"/>
                </a:lnTo>
                <a:lnTo>
                  <a:pt x="2333625" y="904875"/>
                </a:lnTo>
                <a:lnTo>
                  <a:pt x="2333625" y="923925"/>
                </a:lnTo>
                <a:lnTo>
                  <a:pt x="2314575" y="923925"/>
                </a:lnTo>
                <a:close/>
                <a:moveTo>
                  <a:pt x="2400300" y="895350"/>
                </a:moveTo>
                <a:lnTo>
                  <a:pt x="2409825" y="895350"/>
                </a:lnTo>
                <a:lnTo>
                  <a:pt x="2409825" y="904875"/>
                </a:lnTo>
                <a:lnTo>
                  <a:pt x="2400300" y="904875"/>
                </a:lnTo>
                <a:close/>
                <a:moveTo>
                  <a:pt x="2095500" y="904875"/>
                </a:moveTo>
                <a:lnTo>
                  <a:pt x="2105025" y="904875"/>
                </a:lnTo>
                <a:lnTo>
                  <a:pt x="2105025" y="914400"/>
                </a:lnTo>
                <a:lnTo>
                  <a:pt x="2095500" y="914400"/>
                </a:lnTo>
                <a:close/>
                <a:moveTo>
                  <a:pt x="2257425" y="904875"/>
                </a:moveTo>
                <a:lnTo>
                  <a:pt x="2266950" y="904875"/>
                </a:lnTo>
                <a:lnTo>
                  <a:pt x="2266950" y="914400"/>
                </a:lnTo>
                <a:lnTo>
                  <a:pt x="2257425" y="914400"/>
                </a:lnTo>
                <a:close/>
                <a:moveTo>
                  <a:pt x="2447925" y="904875"/>
                </a:moveTo>
                <a:lnTo>
                  <a:pt x="2466975" y="904875"/>
                </a:lnTo>
                <a:lnTo>
                  <a:pt x="2466975" y="914400"/>
                </a:lnTo>
                <a:lnTo>
                  <a:pt x="2447925" y="914400"/>
                </a:lnTo>
                <a:close/>
                <a:moveTo>
                  <a:pt x="2543175" y="904875"/>
                </a:moveTo>
                <a:lnTo>
                  <a:pt x="2552700" y="904875"/>
                </a:lnTo>
                <a:lnTo>
                  <a:pt x="2552700" y="914400"/>
                </a:lnTo>
                <a:lnTo>
                  <a:pt x="2543175" y="914400"/>
                </a:lnTo>
                <a:close/>
                <a:moveTo>
                  <a:pt x="1790700" y="914400"/>
                </a:moveTo>
                <a:lnTo>
                  <a:pt x="1800225" y="914400"/>
                </a:lnTo>
                <a:lnTo>
                  <a:pt x="1800225" y="942975"/>
                </a:lnTo>
                <a:lnTo>
                  <a:pt x="1790700" y="942975"/>
                </a:lnTo>
                <a:close/>
                <a:moveTo>
                  <a:pt x="1914525" y="914400"/>
                </a:moveTo>
                <a:lnTo>
                  <a:pt x="1924050" y="914400"/>
                </a:lnTo>
                <a:lnTo>
                  <a:pt x="1924050" y="942975"/>
                </a:lnTo>
                <a:lnTo>
                  <a:pt x="1914525" y="942975"/>
                </a:lnTo>
                <a:close/>
                <a:moveTo>
                  <a:pt x="2381250" y="914400"/>
                </a:moveTo>
                <a:lnTo>
                  <a:pt x="2409825" y="914400"/>
                </a:lnTo>
                <a:lnTo>
                  <a:pt x="2409825" y="923925"/>
                </a:lnTo>
                <a:lnTo>
                  <a:pt x="2400300" y="923925"/>
                </a:lnTo>
                <a:lnTo>
                  <a:pt x="2400300" y="933450"/>
                </a:lnTo>
                <a:lnTo>
                  <a:pt x="2381250" y="933450"/>
                </a:lnTo>
                <a:close/>
                <a:moveTo>
                  <a:pt x="2552700" y="914400"/>
                </a:moveTo>
                <a:lnTo>
                  <a:pt x="2562225" y="914400"/>
                </a:lnTo>
                <a:lnTo>
                  <a:pt x="2562225" y="923925"/>
                </a:lnTo>
                <a:lnTo>
                  <a:pt x="2552700" y="923925"/>
                </a:lnTo>
                <a:close/>
                <a:moveTo>
                  <a:pt x="3638550" y="914400"/>
                </a:moveTo>
                <a:lnTo>
                  <a:pt x="3648075" y="914400"/>
                </a:lnTo>
                <a:lnTo>
                  <a:pt x="3648075" y="942975"/>
                </a:lnTo>
                <a:lnTo>
                  <a:pt x="3638550" y="942975"/>
                </a:lnTo>
                <a:close/>
                <a:moveTo>
                  <a:pt x="2228850" y="923925"/>
                </a:moveTo>
                <a:lnTo>
                  <a:pt x="2238375" y="923925"/>
                </a:lnTo>
                <a:lnTo>
                  <a:pt x="2238375" y="933450"/>
                </a:lnTo>
                <a:lnTo>
                  <a:pt x="2228850" y="933450"/>
                </a:lnTo>
                <a:close/>
                <a:moveTo>
                  <a:pt x="1714500" y="933450"/>
                </a:moveTo>
                <a:lnTo>
                  <a:pt x="1724025" y="933450"/>
                </a:lnTo>
                <a:lnTo>
                  <a:pt x="1724025" y="952500"/>
                </a:lnTo>
                <a:lnTo>
                  <a:pt x="1714500" y="952500"/>
                </a:lnTo>
                <a:close/>
                <a:moveTo>
                  <a:pt x="2190750" y="933450"/>
                </a:moveTo>
                <a:lnTo>
                  <a:pt x="2209800" y="933450"/>
                </a:lnTo>
                <a:lnTo>
                  <a:pt x="2209800" y="942975"/>
                </a:lnTo>
                <a:lnTo>
                  <a:pt x="2190750" y="942975"/>
                </a:lnTo>
                <a:close/>
                <a:moveTo>
                  <a:pt x="2276475" y="933450"/>
                </a:moveTo>
                <a:lnTo>
                  <a:pt x="2305050" y="933450"/>
                </a:lnTo>
                <a:lnTo>
                  <a:pt x="2305050" y="942975"/>
                </a:lnTo>
                <a:lnTo>
                  <a:pt x="2276475" y="942975"/>
                </a:lnTo>
                <a:close/>
                <a:moveTo>
                  <a:pt x="2409825" y="933450"/>
                </a:moveTo>
                <a:lnTo>
                  <a:pt x="2419350" y="933450"/>
                </a:lnTo>
                <a:lnTo>
                  <a:pt x="2419350" y="952500"/>
                </a:lnTo>
                <a:lnTo>
                  <a:pt x="2409825" y="952500"/>
                </a:lnTo>
                <a:close/>
                <a:moveTo>
                  <a:pt x="2466975" y="933450"/>
                </a:moveTo>
                <a:lnTo>
                  <a:pt x="2486025" y="933450"/>
                </a:lnTo>
                <a:lnTo>
                  <a:pt x="2486025" y="942975"/>
                </a:lnTo>
                <a:lnTo>
                  <a:pt x="2466975" y="942975"/>
                </a:lnTo>
                <a:close/>
                <a:moveTo>
                  <a:pt x="1771650" y="942975"/>
                </a:moveTo>
                <a:lnTo>
                  <a:pt x="1781175" y="942975"/>
                </a:lnTo>
                <a:lnTo>
                  <a:pt x="1781175" y="1000125"/>
                </a:lnTo>
                <a:lnTo>
                  <a:pt x="1771650" y="1000125"/>
                </a:lnTo>
                <a:close/>
                <a:moveTo>
                  <a:pt x="2305050" y="942975"/>
                </a:moveTo>
                <a:lnTo>
                  <a:pt x="2324100" y="942975"/>
                </a:lnTo>
                <a:lnTo>
                  <a:pt x="2324100" y="952500"/>
                </a:lnTo>
                <a:lnTo>
                  <a:pt x="2305050" y="952500"/>
                </a:lnTo>
                <a:close/>
                <a:moveTo>
                  <a:pt x="2333625" y="942975"/>
                </a:moveTo>
                <a:lnTo>
                  <a:pt x="2362200" y="942975"/>
                </a:lnTo>
                <a:lnTo>
                  <a:pt x="2362200" y="952500"/>
                </a:lnTo>
                <a:lnTo>
                  <a:pt x="2333625" y="952500"/>
                </a:lnTo>
                <a:close/>
                <a:moveTo>
                  <a:pt x="2486025" y="952500"/>
                </a:moveTo>
                <a:lnTo>
                  <a:pt x="2495550" y="952500"/>
                </a:lnTo>
                <a:lnTo>
                  <a:pt x="2495550" y="962025"/>
                </a:lnTo>
                <a:lnTo>
                  <a:pt x="2486025" y="962025"/>
                </a:lnTo>
                <a:close/>
                <a:moveTo>
                  <a:pt x="2505075" y="952500"/>
                </a:moveTo>
                <a:lnTo>
                  <a:pt x="2524125" y="952500"/>
                </a:lnTo>
                <a:lnTo>
                  <a:pt x="2524125" y="962025"/>
                </a:lnTo>
                <a:lnTo>
                  <a:pt x="2505075" y="962025"/>
                </a:lnTo>
                <a:close/>
                <a:moveTo>
                  <a:pt x="1905000" y="971550"/>
                </a:moveTo>
                <a:lnTo>
                  <a:pt x="1914525" y="971550"/>
                </a:lnTo>
                <a:lnTo>
                  <a:pt x="1914525" y="1019175"/>
                </a:lnTo>
                <a:lnTo>
                  <a:pt x="1905000" y="1019175"/>
                </a:lnTo>
                <a:close/>
                <a:moveTo>
                  <a:pt x="3629025" y="990600"/>
                </a:moveTo>
                <a:lnTo>
                  <a:pt x="3638550" y="990600"/>
                </a:lnTo>
                <a:lnTo>
                  <a:pt x="3638550" y="1019175"/>
                </a:lnTo>
                <a:lnTo>
                  <a:pt x="3629025" y="1019175"/>
                </a:lnTo>
                <a:close/>
                <a:moveTo>
                  <a:pt x="171450" y="1009650"/>
                </a:moveTo>
                <a:lnTo>
                  <a:pt x="180975" y="1009650"/>
                </a:lnTo>
                <a:lnTo>
                  <a:pt x="180975" y="1038225"/>
                </a:lnTo>
                <a:lnTo>
                  <a:pt x="171450" y="1038225"/>
                </a:lnTo>
                <a:close/>
                <a:moveTo>
                  <a:pt x="2114550" y="1009650"/>
                </a:moveTo>
                <a:lnTo>
                  <a:pt x="2162175" y="1009650"/>
                </a:lnTo>
                <a:lnTo>
                  <a:pt x="2162175" y="1019175"/>
                </a:lnTo>
                <a:lnTo>
                  <a:pt x="2257425" y="1019175"/>
                </a:lnTo>
                <a:lnTo>
                  <a:pt x="2257425" y="1028700"/>
                </a:lnTo>
                <a:lnTo>
                  <a:pt x="2352675" y="1028700"/>
                </a:lnTo>
                <a:lnTo>
                  <a:pt x="2352675" y="1038225"/>
                </a:lnTo>
                <a:lnTo>
                  <a:pt x="2447925" y="1038225"/>
                </a:lnTo>
                <a:lnTo>
                  <a:pt x="2447925" y="1047750"/>
                </a:lnTo>
                <a:lnTo>
                  <a:pt x="2552700" y="1047750"/>
                </a:lnTo>
                <a:lnTo>
                  <a:pt x="2552700" y="1057275"/>
                </a:lnTo>
                <a:lnTo>
                  <a:pt x="2647950" y="1057275"/>
                </a:lnTo>
                <a:lnTo>
                  <a:pt x="2647950" y="1066800"/>
                </a:lnTo>
                <a:lnTo>
                  <a:pt x="2743200" y="1066800"/>
                </a:lnTo>
                <a:lnTo>
                  <a:pt x="2743200" y="1076325"/>
                </a:lnTo>
                <a:lnTo>
                  <a:pt x="2838450" y="1076325"/>
                </a:lnTo>
                <a:lnTo>
                  <a:pt x="2838450" y="1085850"/>
                </a:lnTo>
                <a:lnTo>
                  <a:pt x="2943225" y="1085850"/>
                </a:lnTo>
                <a:lnTo>
                  <a:pt x="2943225" y="1095375"/>
                </a:lnTo>
                <a:lnTo>
                  <a:pt x="3038475" y="1095375"/>
                </a:lnTo>
                <a:lnTo>
                  <a:pt x="3038475" y="1104900"/>
                </a:lnTo>
                <a:lnTo>
                  <a:pt x="3133725" y="1104900"/>
                </a:lnTo>
                <a:lnTo>
                  <a:pt x="3133725" y="1114425"/>
                </a:lnTo>
                <a:lnTo>
                  <a:pt x="3171825" y="1114425"/>
                </a:lnTo>
                <a:lnTo>
                  <a:pt x="3171825" y="1123950"/>
                </a:lnTo>
                <a:lnTo>
                  <a:pt x="3190875" y="1123950"/>
                </a:lnTo>
                <a:lnTo>
                  <a:pt x="3190875" y="1133475"/>
                </a:lnTo>
                <a:lnTo>
                  <a:pt x="3200400" y="1133475"/>
                </a:lnTo>
                <a:lnTo>
                  <a:pt x="3200400" y="1143000"/>
                </a:lnTo>
                <a:lnTo>
                  <a:pt x="3209925" y="1143000"/>
                </a:lnTo>
                <a:lnTo>
                  <a:pt x="3209925" y="1152525"/>
                </a:lnTo>
                <a:lnTo>
                  <a:pt x="3219450" y="1152525"/>
                </a:lnTo>
                <a:lnTo>
                  <a:pt x="3219450" y="1171575"/>
                </a:lnTo>
                <a:lnTo>
                  <a:pt x="3228975" y="1171575"/>
                </a:lnTo>
                <a:lnTo>
                  <a:pt x="3228975" y="1257300"/>
                </a:lnTo>
                <a:lnTo>
                  <a:pt x="3219450" y="1257300"/>
                </a:lnTo>
                <a:lnTo>
                  <a:pt x="3219450" y="1276350"/>
                </a:lnTo>
                <a:lnTo>
                  <a:pt x="3209925" y="1276350"/>
                </a:lnTo>
                <a:lnTo>
                  <a:pt x="3209925" y="1285875"/>
                </a:lnTo>
                <a:lnTo>
                  <a:pt x="3200400" y="1285875"/>
                </a:lnTo>
                <a:lnTo>
                  <a:pt x="3200400" y="1295400"/>
                </a:lnTo>
                <a:lnTo>
                  <a:pt x="3190875" y="1295400"/>
                </a:lnTo>
                <a:lnTo>
                  <a:pt x="3190875" y="1304925"/>
                </a:lnTo>
                <a:lnTo>
                  <a:pt x="3171825" y="1304925"/>
                </a:lnTo>
                <a:lnTo>
                  <a:pt x="3171825" y="1314450"/>
                </a:lnTo>
                <a:lnTo>
                  <a:pt x="3048000" y="1314450"/>
                </a:lnTo>
                <a:lnTo>
                  <a:pt x="3048000" y="1304925"/>
                </a:lnTo>
                <a:lnTo>
                  <a:pt x="2943225" y="1304925"/>
                </a:lnTo>
                <a:lnTo>
                  <a:pt x="2943225" y="1295400"/>
                </a:lnTo>
                <a:lnTo>
                  <a:pt x="2857500" y="1295400"/>
                </a:lnTo>
                <a:lnTo>
                  <a:pt x="2857500" y="1285875"/>
                </a:lnTo>
                <a:lnTo>
                  <a:pt x="2762250" y="1285875"/>
                </a:lnTo>
                <a:lnTo>
                  <a:pt x="2762250" y="1276350"/>
                </a:lnTo>
                <a:lnTo>
                  <a:pt x="2676525" y="1276350"/>
                </a:lnTo>
                <a:lnTo>
                  <a:pt x="2676525" y="1266825"/>
                </a:lnTo>
                <a:lnTo>
                  <a:pt x="2581275" y="1266825"/>
                </a:lnTo>
                <a:lnTo>
                  <a:pt x="2581275" y="1257300"/>
                </a:lnTo>
                <a:lnTo>
                  <a:pt x="2495550" y="1257300"/>
                </a:lnTo>
                <a:lnTo>
                  <a:pt x="2495550" y="1247775"/>
                </a:lnTo>
                <a:lnTo>
                  <a:pt x="2390775" y="1247775"/>
                </a:lnTo>
                <a:lnTo>
                  <a:pt x="2390775" y="1238250"/>
                </a:lnTo>
                <a:lnTo>
                  <a:pt x="2305050" y="1238250"/>
                </a:lnTo>
                <a:lnTo>
                  <a:pt x="2305050" y="1228725"/>
                </a:lnTo>
                <a:lnTo>
                  <a:pt x="2219325" y="1228725"/>
                </a:lnTo>
                <a:lnTo>
                  <a:pt x="2219325" y="1219200"/>
                </a:lnTo>
                <a:lnTo>
                  <a:pt x="2124075" y="1219200"/>
                </a:lnTo>
                <a:lnTo>
                  <a:pt x="2124075" y="1209675"/>
                </a:lnTo>
                <a:lnTo>
                  <a:pt x="2085975" y="1209675"/>
                </a:lnTo>
                <a:lnTo>
                  <a:pt x="2085975" y="1200150"/>
                </a:lnTo>
                <a:lnTo>
                  <a:pt x="2076450" y="1200150"/>
                </a:lnTo>
                <a:lnTo>
                  <a:pt x="2076450" y="1190625"/>
                </a:lnTo>
                <a:lnTo>
                  <a:pt x="2066925" y="1190625"/>
                </a:lnTo>
                <a:lnTo>
                  <a:pt x="2066925" y="1181100"/>
                </a:lnTo>
                <a:lnTo>
                  <a:pt x="2057400" y="1181100"/>
                </a:lnTo>
                <a:lnTo>
                  <a:pt x="2057400" y="1171575"/>
                </a:lnTo>
                <a:lnTo>
                  <a:pt x="2047875" y="1171575"/>
                </a:lnTo>
                <a:lnTo>
                  <a:pt x="2047875" y="1143000"/>
                </a:lnTo>
                <a:lnTo>
                  <a:pt x="2038350" y="1143000"/>
                </a:lnTo>
                <a:lnTo>
                  <a:pt x="2038350" y="1095375"/>
                </a:lnTo>
                <a:lnTo>
                  <a:pt x="2047875" y="1095375"/>
                </a:lnTo>
                <a:lnTo>
                  <a:pt x="2047875" y="1066800"/>
                </a:lnTo>
                <a:lnTo>
                  <a:pt x="2057400" y="1066800"/>
                </a:lnTo>
                <a:lnTo>
                  <a:pt x="2057400" y="1057275"/>
                </a:lnTo>
                <a:lnTo>
                  <a:pt x="2066925" y="1057275"/>
                </a:lnTo>
                <a:lnTo>
                  <a:pt x="2066925" y="1038225"/>
                </a:lnTo>
                <a:lnTo>
                  <a:pt x="2076450" y="1038225"/>
                </a:lnTo>
                <a:lnTo>
                  <a:pt x="2076450" y="1028700"/>
                </a:lnTo>
                <a:lnTo>
                  <a:pt x="2095500" y="1028700"/>
                </a:lnTo>
                <a:lnTo>
                  <a:pt x="2095500" y="1019175"/>
                </a:lnTo>
                <a:lnTo>
                  <a:pt x="2114550" y="1019175"/>
                </a:lnTo>
                <a:close/>
                <a:moveTo>
                  <a:pt x="1895475" y="1038225"/>
                </a:moveTo>
                <a:lnTo>
                  <a:pt x="1905000" y="1038225"/>
                </a:lnTo>
                <a:lnTo>
                  <a:pt x="1905000" y="1066800"/>
                </a:lnTo>
                <a:lnTo>
                  <a:pt x="1895475" y="1066800"/>
                </a:lnTo>
                <a:close/>
                <a:moveTo>
                  <a:pt x="1724025" y="1057275"/>
                </a:moveTo>
                <a:lnTo>
                  <a:pt x="1733550" y="1057275"/>
                </a:lnTo>
                <a:lnTo>
                  <a:pt x="1733550" y="1076325"/>
                </a:lnTo>
                <a:lnTo>
                  <a:pt x="1724025" y="1076325"/>
                </a:lnTo>
                <a:close/>
                <a:moveTo>
                  <a:pt x="3619500" y="1057275"/>
                </a:moveTo>
                <a:lnTo>
                  <a:pt x="3629025" y="1057275"/>
                </a:lnTo>
                <a:lnTo>
                  <a:pt x="3629025" y="1095375"/>
                </a:lnTo>
                <a:lnTo>
                  <a:pt x="3619500" y="1095375"/>
                </a:lnTo>
                <a:close/>
                <a:moveTo>
                  <a:pt x="1781175" y="1076325"/>
                </a:moveTo>
                <a:lnTo>
                  <a:pt x="1790700" y="1076325"/>
                </a:lnTo>
                <a:lnTo>
                  <a:pt x="1790700" y="1114425"/>
                </a:lnTo>
                <a:lnTo>
                  <a:pt x="1781175" y="1114425"/>
                </a:lnTo>
                <a:close/>
                <a:moveTo>
                  <a:pt x="123825" y="1085850"/>
                </a:moveTo>
                <a:lnTo>
                  <a:pt x="133350" y="1085850"/>
                </a:lnTo>
                <a:lnTo>
                  <a:pt x="133350" y="1152525"/>
                </a:lnTo>
                <a:lnTo>
                  <a:pt x="123825" y="1152525"/>
                </a:lnTo>
                <a:close/>
                <a:moveTo>
                  <a:pt x="2133600" y="1085850"/>
                </a:moveTo>
                <a:lnTo>
                  <a:pt x="2143125" y="1085850"/>
                </a:lnTo>
                <a:lnTo>
                  <a:pt x="2143125" y="1095375"/>
                </a:lnTo>
                <a:lnTo>
                  <a:pt x="2162175" y="1095375"/>
                </a:lnTo>
                <a:lnTo>
                  <a:pt x="2162175" y="1114425"/>
                </a:lnTo>
                <a:lnTo>
                  <a:pt x="2152650" y="1114425"/>
                </a:lnTo>
                <a:lnTo>
                  <a:pt x="2152650" y="1123950"/>
                </a:lnTo>
                <a:lnTo>
                  <a:pt x="2124075" y="1123950"/>
                </a:lnTo>
                <a:lnTo>
                  <a:pt x="2124075" y="1095375"/>
                </a:lnTo>
                <a:lnTo>
                  <a:pt x="2133600" y="1095375"/>
                </a:lnTo>
                <a:close/>
                <a:moveTo>
                  <a:pt x="1885950" y="1123950"/>
                </a:moveTo>
                <a:lnTo>
                  <a:pt x="1895475" y="1123950"/>
                </a:lnTo>
                <a:lnTo>
                  <a:pt x="1895475" y="1171575"/>
                </a:lnTo>
                <a:lnTo>
                  <a:pt x="1885950" y="1171575"/>
                </a:lnTo>
                <a:close/>
                <a:moveTo>
                  <a:pt x="2171700" y="1123950"/>
                </a:moveTo>
                <a:lnTo>
                  <a:pt x="2181225" y="1123950"/>
                </a:lnTo>
                <a:lnTo>
                  <a:pt x="2181225" y="1095375"/>
                </a:lnTo>
                <a:lnTo>
                  <a:pt x="2171700" y="1095375"/>
                </a:lnTo>
                <a:lnTo>
                  <a:pt x="2171700" y="1085850"/>
                </a:lnTo>
                <a:lnTo>
                  <a:pt x="2162175" y="1085850"/>
                </a:lnTo>
                <a:lnTo>
                  <a:pt x="2162175" y="1076325"/>
                </a:lnTo>
                <a:lnTo>
                  <a:pt x="2152650" y="1076325"/>
                </a:lnTo>
                <a:lnTo>
                  <a:pt x="2152650" y="1066800"/>
                </a:lnTo>
                <a:lnTo>
                  <a:pt x="2133600" y="1066800"/>
                </a:lnTo>
                <a:lnTo>
                  <a:pt x="2133600" y="1076325"/>
                </a:lnTo>
                <a:lnTo>
                  <a:pt x="2124075" y="1076325"/>
                </a:lnTo>
                <a:lnTo>
                  <a:pt x="2124075" y="1085850"/>
                </a:lnTo>
                <a:lnTo>
                  <a:pt x="2105025" y="1085850"/>
                </a:lnTo>
                <a:lnTo>
                  <a:pt x="2105025" y="1133475"/>
                </a:lnTo>
                <a:lnTo>
                  <a:pt x="2114550" y="1133475"/>
                </a:lnTo>
                <a:lnTo>
                  <a:pt x="2114550" y="1143000"/>
                </a:lnTo>
                <a:lnTo>
                  <a:pt x="2152650" y="1143000"/>
                </a:lnTo>
                <a:lnTo>
                  <a:pt x="2152650" y="1152525"/>
                </a:lnTo>
                <a:lnTo>
                  <a:pt x="2181225" y="1152525"/>
                </a:lnTo>
                <a:lnTo>
                  <a:pt x="2181225" y="1143000"/>
                </a:lnTo>
                <a:lnTo>
                  <a:pt x="2171700" y="1143000"/>
                </a:lnTo>
                <a:close/>
                <a:moveTo>
                  <a:pt x="3609975" y="1123950"/>
                </a:moveTo>
                <a:lnTo>
                  <a:pt x="3619500" y="1123950"/>
                </a:lnTo>
                <a:lnTo>
                  <a:pt x="3619500" y="1152525"/>
                </a:lnTo>
                <a:lnTo>
                  <a:pt x="3609975" y="1152525"/>
                </a:lnTo>
                <a:close/>
                <a:moveTo>
                  <a:pt x="3352800" y="1133475"/>
                </a:moveTo>
                <a:lnTo>
                  <a:pt x="3371850" y="1133475"/>
                </a:lnTo>
                <a:lnTo>
                  <a:pt x="3371850" y="1143000"/>
                </a:lnTo>
                <a:lnTo>
                  <a:pt x="3409950" y="1143000"/>
                </a:lnTo>
                <a:lnTo>
                  <a:pt x="3409950" y="1152525"/>
                </a:lnTo>
                <a:lnTo>
                  <a:pt x="3419475" y="1152525"/>
                </a:lnTo>
                <a:lnTo>
                  <a:pt x="3419475" y="1162050"/>
                </a:lnTo>
                <a:lnTo>
                  <a:pt x="3429000" y="1162050"/>
                </a:lnTo>
                <a:lnTo>
                  <a:pt x="3429000" y="1171575"/>
                </a:lnTo>
                <a:lnTo>
                  <a:pt x="3438525" y="1171575"/>
                </a:lnTo>
                <a:lnTo>
                  <a:pt x="3438525" y="1181100"/>
                </a:lnTo>
                <a:lnTo>
                  <a:pt x="3448050" y="1181100"/>
                </a:lnTo>
                <a:lnTo>
                  <a:pt x="3448050" y="1190625"/>
                </a:lnTo>
                <a:lnTo>
                  <a:pt x="3457575" y="1190625"/>
                </a:lnTo>
                <a:lnTo>
                  <a:pt x="3457575" y="1285875"/>
                </a:lnTo>
                <a:lnTo>
                  <a:pt x="3448050" y="1285875"/>
                </a:lnTo>
                <a:lnTo>
                  <a:pt x="3448050" y="1304925"/>
                </a:lnTo>
                <a:lnTo>
                  <a:pt x="3438525" y="1304925"/>
                </a:lnTo>
                <a:lnTo>
                  <a:pt x="3438525" y="1314450"/>
                </a:lnTo>
                <a:lnTo>
                  <a:pt x="3429000" y="1314450"/>
                </a:lnTo>
                <a:lnTo>
                  <a:pt x="3429000" y="1323975"/>
                </a:lnTo>
                <a:lnTo>
                  <a:pt x="3419475" y="1323975"/>
                </a:lnTo>
                <a:lnTo>
                  <a:pt x="3419475" y="1333500"/>
                </a:lnTo>
                <a:lnTo>
                  <a:pt x="3390900" y="1333500"/>
                </a:lnTo>
                <a:lnTo>
                  <a:pt x="3390900" y="1343025"/>
                </a:lnTo>
                <a:lnTo>
                  <a:pt x="3343275" y="1343025"/>
                </a:lnTo>
                <a:lnTo>
                  <a:pt x="3343275" y="1333500"/>
                </a:lnTo>
                <a:lnTo>
                  <a:pt x="3314700" y="1333500"/>
                </a:lnTo>
                <a:lnTo>
                  <a:pt x="3314700" y="1323975"/>
                </a:lnTo>
                <a:lnTo>
                  <a:pt x="3305175" y="1323975"/>
                </a:lnTo>
                <a:lnTo>
                  <a:pt x="3305175" y="1314450"/>
                </a:lnTo>
                <a:lnTo>
                  <a:pt x="3295650" y="1314450"/>
                </a:lnTo>
                <a:lnTo>
                  <a:pt x="3295650" y="1304925"/>
                </a:lnTo>
                <a:lnTo>
                  <a:pt x="3286125" y="1304925"/>
                </a:lnTo>
                <a:lnTo>
                  <a:pt x="3286125" y="1295400"/>
                </a:lnTo>
                <a:lnTo>
                  <a:pt x="3276600" y="1295400"/>
                </a:lnTo>
                <a:lnTo>
                  <a:pt x="3276600" y="1276350"/>
                </a:lnTo>
                <a:lnTo>
                  <a:pt x="3267075" y="1276350"/>
                </a:lnTo>
                <a:lnTo>
                  <a:pt x="3267075" y="1209675"/>
                </a:lnTo>
                <a:lnTo>
                  <a:pt x="3276600" y="1209675"/>
                </a:lnTo>
                <a:lnTo>
                  <a:pt x="3276600" y="1190625"/>
                </a:lnTo>
                <a:lnTo>
                  <a:pt x="3286125" y="1190625"/>
                </a:lnTo>
                <a:lnTo>
                  <a:pt x="3286125" y="1171575"/>
                </a:lnTo>
                <a:lnTo>
                  <a:pt x="3295650" y="1171575"/>
                </a:lnTo>
                <a:lnTo>
                  <a:pt x="3295650" y="1162050"/>
                </a:lnTo>
                <a:lnTo>
                  <a:pt x="3305175" y="1162050"/>
                </a:lnTo>
                <a:lnTo>
                  <a:pt x="3305175" y="1152525"/>
                </a:lnTo>
                <a:lnTo>
                  <a:pt x="3324225" y="1152525"/>
                </a:lnTo>
                <a:lnTo>
                  <a:pt x="3324225" y="1143000"/>
                </a:lnTo>
                <a:lnTo>
                  <a:pt x="3352800" y="1143000"/>
                </a:lnTo>
                <a:close/>
                <a:moveTo>
                  <a:pt x="2228850" y="1143000"/>
                </a:moveTo>
                <a:lnTo>
                  <a:pt x="2238375" y="1143000"/>
                </a:lnTo>
                <a:lnTo>
                  <a:pt x="2238375" y="1152525"/>
                </a:lnTo>
                <a:lnTo>
                  <a:pt x="2305050" y="1152525"/>
                </a:lnTo>
                <a:lnTo>
                  <a:pt x="2305050" y="1162050"/>
                </a:lnTo>
                <a:lnTo>
                  <a:pt x="2333625" y="1162050"/>
                </a:lnTo>
                <a:lnTo>
                  <a:pt x="2333625" y="1152525"/>
                </a:lnTo>
                <a:lnTo>
                  <a:pt x="2343150" y="1152525"/>
                </a:lnTo>
                <a:lnTo>
                  <a:pt x="2343150" y="1162050"/>
                </a:lnTo>
                <a:lnTo>
                  <a:pt x="2371725" y="1162050"/>
                </a:lnTo>
                <a:lnTo>
                  <a:pt x="2371725" y="1171575"/>
                </a:lnTo>
                <a:lnTo>
                  <a:pt x="2400300" y="1171575"/>
                </a:lnTo>
                <a:lnTo>
                  <a:pt x="2400300" y="1162050"/>
                </a:lnTo>
                <a:lnTo>
                  <a:pt x="2409825" y="1162050"/>
                </a:lnTo>
                <a:lnTo>
                  <a:pt x="2409825" y="1133475"/>
                </a:lnTo>
                <a:lnTo>
                  <a:pt x="2390775" y="1133475"/>
                </a:lnTo>
                <a:lnTo>
                  <a:pt x="2390775" y="1123950"/>
                </a:lnTo>
                <a:lnTo>
                  <a:pt x="2371725" y="1123950"/>
                </a:lnTo>
                <a:lnTo>
                  <a:pt x="2371725" y="1133475"/>
                </a:lnTo>
                <a:lnTo>
                  <a:pt x="2362200" y="1133475"/>
                </a:lnTo>
                <a:lnTo>
                  <a:pt x="2362200" y="1143000"/>
                </a:lnTo>
                <a:lnTo>
                  <a:pt x="2352675" y="1143000"/>
                </a:lnTo>
                <a:lnTo>
                  <a:pt x="2352675" y="1133475"/>
                </a:lnTo>
                <a:lnTo>
                  <a:pt x="2343150" y="1133475"/>
                </a:lnTo>
                <a:lnTo>
                  <a:pt x="2343150" y="1123950"/>
                </a:lnTo>
                <a:lnTo>
                  <a:pt x="2276475" y="1123950"/>
                </a:lnTo>
                <a:lnTo>
                  <a:pt x="2276475" y="1114425"/>
                </a:lnTo>
                <a:lnTo>
                  <a:pt x="2266950" y="1114425"/>
                </a:lnTo>
                <a:lnTo>
                  <a:pt x="2266950" y="1104900"/>
                </a:lnTo>
                <a:lnTo>
                  <a:pt x="2238375" y="1104900"/>
                </a:lnTo>
                <a:lnTo>
                  <a:pt x="2238375" y="1114425"/>
                </a:lnTo>
                <a:lnTo>
                  <a:pt x="2228850" y="1114425"/>
                </a:lnTo>
                <a:close/>
                <a:moveTo>
                  <a:pt x="1819275" y="1152525"/>
                </a:moveTo>
                <a:lnTo>
                  <a:pt x="1828800" y="1152525"/>
                </a:lnTo>
                <a:lnTo>
                  <a:pt x="1828800" y="1162050"/>
                </a:lnTo>
                <a:lnTo>
                  <a:pt x="1819275" y="1162050"/>
                </a:lnTo>
                <a:close/>
                <a:moveTo>
                  <a:pt x="1809750" y="1162050"/>
                </a:moveTo>
                <a:lnTo>
                  <a:pt x="1819275" y="1162050"/>
                </a:lnTo>
                <a:lnTo>
                  <a:pt x="1819275" y="1190625"/>
                </a:lnTo>
                <a:lnTo>
                  <a:pt x="1809750" y="1190625"/>
                </a:lnTo>
                <a:close/>
                <a:moveTo>
                  <a:pt x="2466975" y="1162050"/>
                </a:moveTo>
                <a:lnTo>
                  <a:pt x="2486025" y="1162050"/>
                </a:lnTo>
                <a:lnTo>
                  <a:pt x="2486025" y="1171575"/>
                </a:lnTo>
                <a:lnTo>
                  <a:pt x="2495550" y="1171575"/>
                </a:lnTo>
                <a:lnTo>
                  <a:pt x="2495550" y="1181100"/>
                </a:lnTo>
                <a:lnTo>
                  <a:pt x="2571750" y="1181100"/>
                </a:lnTo>
                <a:lnTo>
                  <a:pt x="2571750" y="1190625"/>
                </a:lnTo>
                <a:lnTo>
                  <a:pt x="2600325" y="1190625"/>
                </a:lnTo>
                <a:lnTo>
                  <a:pt x="2600325" y="1181100"/>
                </a:lnTo>
                <a:lnTo>
                  <a:pt x="2628900" y="1181100"/>
                </a:lnTo>
                <a:lnTo>
                  <a:pt x="2628900" y="1190625"/>
                </a:lnTo>
                <a:lnTo>
                  <a:pt x="2657475" y="1190625"/>
                </a:lnTo>
                <a:lnTo>
                  <a:pt x="2657475" y="1200150"/>
                </a:lnTo>
                <a:lnTo>
                  <a:pt x="2705100" y="1200150"/>
                </a:lnTo>
                <a:lnTo>
                  <a:pt x="2705100" y="1181100"/>
                </a:lnTo>
                <a:lnTo>
                  <a:pt x="2695575" y="1181100"/>
                </a:lnTo>
                <a:lnTo>
                  <a:pt x="2695575" y="1171575"/>
                </a:lnTo>
                <a:lnTo>
                  <a:pt x="2676525" y="1171575"/>
                </a:lnTo>
                <a:lnTo>
                  <a:pt x="2676525" y="1162050"/>
                </a:lnTo>
                <a:lnTo>
                  <a:pt x="2647950" y="1162050"/>
                </a:lnTo>
                <a:lnTo>
                  <a:pt x="2647950" y="1152525"/>
                </a:lnTo>
                <a:lnTo>
                  <a:pt x="2628900" y="1152525"/>
                </a:lnTo>
                <a:lnTo>
                  <a:pt x="2628900" y="1162050"/>
                </a:lnTo>
                <a:lnTo>
                  <a:pt x="2609850" y="1162050"/>
                </a:lnTo>
                <a:lnTo>
                  <a:pt x="2609850" y="1152525"/>
                </a:lnTo>
                <a:lnTo>
                  <a:pt x="2600325" y="1152525"/>
                </a:lnTo>
                <a:lnTo>
                  <a:pt x="2600325" y="1162050"/>
                </a:lnTo>
                <a:lnTo>
                  <a:pt x="2571750" y="1162050"/>
                </a:lnTo>
                <a:lnTo>
                  <a:pt x="2571750" y="1143000"/>
                </a:lnTo>
                <a:lnTo>
                  <a:pt x="2495550" y="1143000"/>
                </a:lnTo>
                <a:lnTo>
                  <a:pt x="2495550" y="1133475"/>
                </a:lnTo>
                <a:lnTo>
                  <a:pt x="2438400" y="1133475"/>
                </a:lnTo>
                <a:lnTo>
                  <a:pt x="2438400" y="1143000"/>
                </a:lnTo>
                <a:lnTo>
                  <a:pt x="2428875" y="1143000"/>
                </a:lnTo>
                <a:lnTo>
                  <a:pt x="2428875" y="1171575"/>
                </a:lnTo>
                <a:lnTo>
                  <a:pt x="2438400" y="1171575"/>
                </a:lnTo>
                <a:lnTo>
                  <a:pt x="2438400" y="1181100"/>
                </a:lnTo>
                <a:lnTo>
                  <a:pt x="2457450" y="1181100"/>
                </a:lnTo>
                <a:lnTo>
                  <a:pt x="2457450" y="1171575"/>
                </a:lnTo>
                <a:lnTo>
                  <a:pt x="2466975" y="1171575"/>
                </a:lnTo>
                <a:close/>
                <a:moveTo>
                  <a:pt x="1733550" y="1181100"/>
                </a:moveTo>
                <a:lnTo>
                  <a:pt x="1743075" y="1181100"/>
                </a:lnTo>
                <a:lnTo>
                  <a:pt x="1743075" y="1200150"/>
                </a:lnTo>
                <a:lnTo>
                  <a:pt x="1733550" y="1200150"/>
                </a:lnTo>
                <a:close/>
                <a:moveTo>
                  <a:pt x="1790700" y="1190625"/>
                </a:moveTo>
                <a:lnTo>
                  <a:pt x="1800225" y="1190625"/>
                </a:lnTo>
                <a:lnTo>
                  <a:pt x="1800225" y="1238250"/>
                </a:lnTo>
                <a:lnTo>
                  <a:pt x="1790700" y="1238250"/>
                </a:lnTo>
                <a:close/>
                <a:moveTo>
                  <a:pt x="1819275" y="1190625"/>
                </a:moveTo>
                <a:lnTo>
                  <a:pt x="1838325" y="1190625"/>
                </a:lnTo>
                <a:lnTo>
                  <a:pt x="1838325" y="1200150"/>
                </a:lnTo>
                <a:lnTo>
                  <a:pt x="1819275" y="1200150"/>
                </a:lnTo>
                <a:close/>
                <a:moveTo>
                  <a:pt x="3362325" y="1190625"/>
                </a:moveTo>
                <a:lnTo>
                  <a:pt x="3371850" y="1190625"/>
                </a:lnTo>
                <a:lnTo>
                  <a:pt x="3371850" y="1181100"/>
                </a:lnTo>
                <a:lnTo>
                  <a:pt x="3352800" y="1181100"/>
                </a:lnTo>
                <a:lnTo>
                  <a:pt x="3352800" y="1171575"/>
                </a:lnTo>
                <a:lnTo>
                  <a:pt x="3343275" y="1171575"/>
                </a:lnTo>
                <a:lnTo>
                  <a:pt x="3343275" y="1181100"/>
                </a:lnTo>
                <a:lnTo>
                  <a:pt x="3324225" y="1181100"/>
                </a:lnTo>
                <a:lnTo>
                  <a:pt x="3324225" y="1200150"/>
                </a:lnTo>
                <a:lnTo>
                  <a:pt x="3314700" y="1200150"/>
                </a:lnTo>
                <a:lnTo>
                  <a:pt x="3314700" y="1209675"/>
                </a:lnTo>
                <a:lnTo>
                  <a:pt x="3305175" y="1209675"/>
                </a:lnTo>
                <a:lnTo>
                  <a:pt x="3305175" y="1219200"/>
                </a:lnTo>
                <a:lnTo>
                  <a:pt x="3295650" y="1219200"/>
                </a:lnTo>
                <a:lnTo>
                  <a:pt x="3295650" y="1238250"/>
                </a:lnTo>
                <a:lnTo>
                  <a:pt x="3324225" y="1238250"/>
                </a:lnTo>
                <a:lnTo>
                  <a:pt x="3324225" y="1228725"/>
                </a:lnTo>
                <a:lnTo>
                  <a:pt x="3343275" y="1228725"/>
                </a:lnTo>
                <a:lnTo>
                  <a:pt x="3343275" y="1257300"/>
                </a:lnTo>
                <a:lnTo>
                  <a:pt x="3352800" y="1257300"/>
                </a:lnTo>
                <a:lnTo>
                  <a:pt x="3352800" y="1276350"/>
                </a:lnTo>
                <a:lnTo>
                  <a:pt x="3381375" y="1276350"/>
                </a:lnTo>
                <a:lnTo>
                  <a:pt x="3381375" y="1257300"/>
                </a:lnTo>
                <a:lnTo>
                  <a:pt x="3390900" y="1257300"/>
                </a:lnTo>
                <a:lnTo>
                  <a:pt x="3390900" y="1238250"/>
                </a:lnTo>
                <a:lnTo>
                  <a:pt x="3400425" y="1238250"/>
                </a:lnTo>
                <a:lnTo>
                  <a:pt x="3400425" y="1200150"/>
                </a:lnTo>
                <a:lnTo>
                  <a:pt x="3362325" y="1200150"/>
                </a:lnTo>
                <a:close/>
                <a:moveTo>
                  <a:pt x="3390900" y="1190625"/>
                </a:moveTo>
                <a:lnTo>
                  <a:pt x="3419475" y="1190625"/>
                </a:lnTo>
                <a:lnTo>
                  <a:pt x="3419475" y="1181100"/>
                </a:lnTo>
                <a:lnTo>
                  <a:pt x="3390900" y="1181100"/>
                </a:lnTo>
                <a:close/>
                <a:moveTo>
                  <a:pt x="3600450" y="1190625"/>
                </a:moveTo>
                <a:lnTo>
                  <a:pt x="3609975" y="1190625"/>
                </a:lnTo>
                <a:lnTo>
                  <a:pt x="3609975" y="1219200"/>
                </a:lnTo>
                <a:lnTo>
                  <a:pt x="3600450" y="1219200"/>
                </a:lnTo>
                <a:close/>
                <a:moveTo>
                  <a:pt x="180975" y="1200150"/>
                </a:moveTo>
                <a:lnTo>
                  <a:pt x="190500" y="1200150"/>
                </a:lnTo>
                <a:lnTo>
                  <a:pt x="190500" y="1238250"/>
                </a:lnTo>
                <a:lnTo>
                  <a:pt x="180975" y="1238250"/>
                </a:lnTo>
                <a:close/>
                <a:moveTo>
                  <a:pt x="1876425" y="1200150"/>
                </a:moveTo>
                <a:lnTo>
                  <a:pt x="1885950" y="1200150"/>
                </a:lnTo>
                <a:lnTo>
                  <a:pt x="1885950" y="1247775"/>
                </a:lnTo>
                <a:lnTo>
                  <a:pt x="1876425" y="1247775"/>
                </a:lnTo>
                <a:lnTo>
                  <a:pt x="1876425" y="1304925"/>
                </a:lnTo>
                <a:lnTo>
                  <a:pt x="1866900" y="1304925"/>
                </a:lnTo>
                <a:lnTo>
                  <a:pt x="1866900" y="1333500"/>
                </a:lnTo>
                <a:lnTo>
                  <a:pt x="1857375" y="1333500"/>
                </a:lnTo>
                <a:lnTo>
                  <a:pt x="1857375" y="1295400"/>
                </a:lnTo>
                <a:lnTo>
                  <a:pt x="1866900" y="1295400"/>
                </a:lnTo>
                <a:lnTo>
                  <a:pt x="1866900" y="1219200"/>
                </a:lnTo>
                <a:lnTo>
                  <a:pt x="1876425" y="1219200"/>
                </a:lnTo>
                <a:close/>
                <a:moveTo>
                  <a:pt x="1819275" y="1238250"/>
                </a:moveTo>
                <a:lnTo>
                  <a:pt x="1838325" y="1238250"/>
                </a:lnTo>
                <a:lnTo>
                  <a:pt x="1838325" y="1295400"/>
                </a:lnTo>
                <a:lnTo>
                  <a:pt x="1819275" y="1295400"/>
                </a:lnTo>
                <a:close/>
                <a:moveTo>
                  <a:pt x="133350" y="1266825"/>
                </a:moveTo>
                <a:lnTo>
                  <a:pt x="142875" y="1266825"/>
                </a:lnTo>
                <a:lnTo>
                  <a:pt x="142875" y="1343025"/>
                </a:lnTo>
                <a:lnTo>
                  <a:pt x="133350" y="1343025"/>
                </a:lnTo>
                <a:close/>
                <a:moveTo>
                  <a:pt x="3590925" y="1266825"/>
                </a:moveTo>
                <a:lnTo>
                  <a:pt x="3600450" y="1266825"/>
                </a:lnTo>
                <a:lnTo>
                  <a:pt x="3600450" y="1295400"/>
                </a:lnTo>
                <a:lnTo>
                  <a:pt x="3590925" y="1295400"/>
                </a:lnTo>
                <a:close/>
                <a:moveTo>
                  <a:pt x="1743075" y="1314450"/>
                </a:moveTo>
                <a:lnTo>
                  <a:pt x="1752600" y="1314450"/>
                </a:lnTo>
                <a:lnTo>
                  <a:pt x="1752600" y="1333500"/>
                </a:lnTo>
                <a:lnTo>
                  <a:pt x="1743075" y="1333500"/>
                </a:lnTo>
                <a:close/>
                <a:moveTo>
                  <a:pt x="1171575" y="1323975"/>
                </a:moveTo>
                <a:lnTo>
                  <a:pt x="1181100" y="1323975"/>
                </a:lnTo>
                <a:lnTo>
                  <a:pt x="1181100" y="1333500"/>
                </a:lnTo>
                <a:lnTo>
                  <a:pt x="1171575" y="1333500"/>
                </a:lnTo>
                <a:close/>
                <a:moveTo>
                  <a:pt x="1800225" y="1323975"/>
                </a:moveTo>
                <a:lnTo>
                  <a:pt x="1809750" y="1323975"/>
                </a:lnTo>
                <a:lnTo>
                  <a:pt x="1809750" y="1352550"/>
                </a:lnTo>
                <a:lnTo>
                  <a:pt x="1800225" y="1352550"/>
                </a:lnTo>
                <a:close/>
                <a:moveTo>
                  <a:pt x="1828800" y="1323975"/>
                </a:moveTo>
                <a:lnTo>
                  <a:pt x="1847850" y="1323975"/>
                </a:lnTo>
                <a:lnTo>
                  <a:pt x="1847850" y="1419225"/>
                </a:lnTo>
                <a:lnTo>
                  <a:pt x="1828800" y="1419225"/>
                </a:lnTo>
                <a:close/>
                <a:moveTo>
                  <a:pt x="1171575" y="1343025"/>
                </a:moveTo>
                <a:lnTo>
                  <a:pt x="1190625" y="1343025"/>
                </a:lnTo>
                <a:lnTo>
                  <a:pt x="1190625" y="1362075"/>
                </a:lnTo>
                <a:lnTo>
                  <a:pt x="1200150" y="1362075"/>
                </a:lnTo>
                <a:lnTo>
                  <a:pt x="1200150" y="1371600"/>
                </a:lnTo>
                <a:lnTo>
                  <a:pt x="1181100" y="1371600"/>
                </a:lnTo>
                <a:lnTo>
                  <a:pt x="1181100" y="1352550"/>
                </a:lnTo>
                <a:lnTo>
                  <a:pt x="1171575" y="1352550"/>
                </a:lnTo>
                <a:close/>
                <a:moveTo>
                  <a:pt x="3581400" y="1343025"/>
                </a:moveTo>
                <a:lnTo>
                  <a:pt x="3590925" y="1343025"/>
                </a:lnTo>
                <a:lnTo>
                  <a:pt x="3590925" y="1371600"/>
                </a:lnTo>
                <a:lnTo>
                  <a:pt x="3581400" y="1371600"/>
                </a:lnTo>
                <a:close/>
                <a:moveTo>
                  <a:pt x="2409825" y="1352550"/>
                </a:moveTo>
                <a:lnTo>
                  <a:pt x="2505075" y="1352550"/>
                </a:lnTo>
                <a:lnTo>
                  <a:pt x="2505075" y="1362075"/>
                </a:lnTo>
                <a:lnTo>
                  <a:pt x="2609850" y="1362075"/>
                </a:lnTo>
                <a:lnTo>
                  <a:pt x="2609850" y="1371600"/>
                </a:lnTo>
                <a:lnTo>
                  <a:pt x="2647950" y="1371600"/>
                </a:lnTo>
                <a:lnTo>
                  <a:pt x="2647950" y="1381125"/>
                </a:lnTo>
                <a:lnTo>
                  <a:pt x="2657475" y="1381125"/>
                </a:lnTo>
                <a:lnTo>
                  <a:pt x="2657475" y="1390650"/>
                </a:lnTo>
                <a:lnTo>
                  <a:pt x="2667000" y="1390650"/>
                </a:lnTo>
                <a:lnTo>
                  <a:pt x="2667000" y="1400175"/>
                </a:lnTo>
                <a:lnTo>
                  <a:pt x="2676525" y="1400175"/>
                </a:lnTo>
                <a:lnTo>
                  <a:pt x="2676525" y="1409700"/>
                </a:lnTo>
                <a:lnTo>
                  <a:pt x="2686050" y="1409700"/>
                </a:lnTo>
                <a:lnTo>
                  <a:pt x="2686050" y="1447800"/>
                </a:lnTo>
                <a:lnTo>
                  <a:pt x="2695575" y="1447800"/>
                </a:lnTo>
                <a:lnTo>
                  <a:pt x="2695575" y="1466850"/>
                </a:lnTo>
                <a:lnTo>
                  <a:pt x="2686050" y="1466850"/>
                </a:lnTo>
                <a:lnTo>
                  <a:pt x="2686050" y="1514475"/>
                </a:lnTo>
                <a:lnTo>
                  <a:pt x="2676525" y="1514475"/>
                </a:lnTo>
                <a:lnTo>
                  <a:pt x="2676525" y="1524000"/>
                </a:lnTo>
                <a:lnTo>
                  <a:pt x="2667000" y="1524000"/>
                </a:lnTo>
                <a:lnTo>
                  <a:pt x="2667000" y="1533525"/>
                </a:lnTo>
                <a:lnTo>
                  <a:pt x="2657475" y="1533525"/>
                </a:lnTo>
                <a:lnTo>
                  <a:pt x="2657475" y="1543050"/>
                </a:lnTo>
                <a:lnTo>
                  <a:pt x="2638425" y="1543050"/>
                </a:lnTo>
                <a:lnTo>
                  <a:pt x="2638425" y="1552575"/>
                </a:lnTo>
                <a:lnTo>
                  <a:pt x="2543175" y="1552575"/>
                </a:lnTo>
                <a:lnTo>
                  <a:pt x="2543175" y="1543050"/>
                </a:lnTo>
                <a:lnTo>
                  <a:pt x="2438400" y="1543050"/>
                </a:lnTo>
                <a:lnTo>
                  <a:pt x="2438400" y="1533525"/>
                </a:lnTo>
                <a:lnTo>
                  <a:pt x="2400300" y="1533525"/>
                </a:lnTo>
                <a:lnTo>
                  <a:pt x="2400300" y="1524000"/>
                </a:lnTo>
                <a:lnTo>
                  <a:pt x="2390775" y="1524000"/>
                </a:lnTo>
                <a:lnTo>
                  <a:pt x="2390775" y="1514475"/>
                </a:lnTo>
                <a:lnTo>
                  <a:pt x="2381250" y="1514475"/>
                </a:lnTo>
                <a:lnTo>
                  <a:pt x="2381250" y="1504950"/>
                </a:lnTo>
                <a:lnTo>
                  <a:pt x="2371725" y="1504950"/>
                </a:lnTo>
                <a:lnTo>
                  <a:pt x="2371725" y="1495425"/>
                </a:lnTo>
                <a:lnTo>
                  <a:pt x="2362200" y="1495425"/>
                </a:lnTo>
                <a:lnTo>
                  <a:pt x="2362200" y="1409700"/>
                </a:lnTo>
                <a:lnTo>
                  <a:pt x="2371725" y="1409700"/>
                </a:lnTo>
                <a:lnTo>
                  <a:pt x="2371725" y="1390650"/>
                </a:lnTo>
                <a:lnTo>
                  <a:pt x="2381250" y="1390650"/>
                </a:lnTo>
                <a:lnTo>
                  <a:pt x="2381250" y="1381125"/>
                </a:lnTo>
                <a:lnTo>
                  <a:pt x="2390775" y="1381125"/>
                </a:lnTo>
                <a:lnTo>
                  <a:pt x="2390775" y="1371600"/>
                </a:lnTo>
                <a:lnTo>
                  <a:pt x="2400300" y="1371600"/>
                </a:lnTo>
                <a:lnTo>
                  <a:pt x="2400300" y="1362075"/>
                </a:lnTo>
                <a:lnTo>
                  <a:pt x="2409825" y="1362075"/>
                </a:lnTo>
                <a:close/>
                <a:moveTo>
                  <a:pt x="190500" y="1371600"/>
                </a:moveTo>
                <a:lnTo>
                  <a:pt x="200025" y="1371600"/>
                </a:lnTo>
                <a:lnTo>
                  <a:pt x="200025" y="1419225"/>
                </a:lnTo>
                <a:lnTo>
                  <a:pt x="190500" y="1419225"/>
                </a:lnTo>
                <a:close/>
                <a:moveTo>
                  <a:pt x="1095375" y="1371600"/>
                </a:moveTo>
                <a:lnTo>
                  <a:pt x="1114425" y="1371600"/>
                </a:lnTo>
                <a:lnTo>
                  <a:pt x="1114425" y="1381125"/>
                </a:lnTo>
                <a:lnTo>
                  <a:pt x="1095375" y="1381125"/>
                </a:lnTo>
                <a:close/>
                <a:moveTo>
                  <a:pt x="438150" y="1381125"/>
                </a:moveTo>
                <a:lnTo>
                  <a:pt x="447675" y="1381125"/>
                </a:lnTo>
                <a:lnTo>
                  <a:pt x="447675" y="1400175"/>
                </a:lnTo>
                <a:lnTo>
                  <a:pt x="438150" y="1400175"/>
                </a:lnTo>
                <a:close/>
                <a:moveTo>
                  <a:pt x="504825" y="1381125"/>
                </a:moveTo>
                <a:lnTo>
                  <a:pt x="514350" y="1381125"/>
                </a:lnTo>
                <a:lnTo>
                  <a:pt x="514350" y="1390650"/>
                </a:lnTo>
                <a:lnTo>
                  <a:pt x="504825" y="1390650"/>
                </a:lnTo>
                <a:close/>
                <a:moveTo>
                  <a:pt x="2790825" y="1390650"/>
                </a:moveTo>
                <a:lnTo>
                  <a:pt x="2886075" y="1390650"/>
                </a:lnTo>
                <a:lnTo>
                  <a:pt x="2886075" y="1400175"/>
                </a:lnTo>
                <a:lnTo>
                  <a:pt x="2981325" y="1400175"/>
                </a:lnTo>
                <a:lnTo>
                  <a:pt x="2981325" y="1409700"/>
                </a:lnTo>
                <a:lnTo>
                  <a:pt x="3038475" y="1409700"/>
                </a:lnTo>
                <a:lnTo>
                  <a:pt x="3038475" y="1419225"/>
                </a:lnTo>
                <a:lnTo>
                  <a:pt x="3057525" y="1419225"/>
                </a:lnTo>
                <a:lnTo>
                  <a:pt x="3057525" y="1428750"/>
                </a:lnTo>
                <a:lnTo>
                  <a:pt x="3067050" y="1428750"/>
                </a:lnTo>
                <a:lnTo>
                  <a:pt x="3067050" y="1438275"/>
                </a:lnTo>
                <a:lnTo>
                  <a:pt x="3076575" y="1438275"/>
                </a:lnTo>
                <a:lnTo>
                  <a:pt x="3076575" y="1447800"/>
                </a:lnTo>
                <a:lnTo>
                  <a:pt x="3086100" y="1447800"/>
                </a:lnTo>
                <a:lnTo>
                  <a:pt x="3086100" y="1466850"/>
                </a:lnTo>
                <a:lnTo>
                  <a:pt x="3095625" y="1466850"/>
                </a:lnTo>
                <a:lnTo>
                  <a:pt x="3095625" y="1543050"/>
                </a:lnTo>
                <a:lnTo>
                  <a:pt x="3086100" y="1543050"/>
                </a:lnTo>
                <a:lnTo>
                  <a:pt x="3086100" y="1562100"/>
                </a:lnTo>
                <a:lnTo>
                  <a:pt x="3076575" y="1562100"/>
                </a:lnTo>
                <a:lnTo>
                  <a:pt x="3076575" y="1571625"/>
                </a:lnTo>
                <a:lnTo>
                  <a:pt x="3057525" y="1571625"/>
                </a:lnTo>
                <a:lnTo>
                  <a:pt x="3057525" y="1581150"/>
                </a:lnTo>
                <a:lnTo>
                  <a:pt x="3048000" y="1581150"/>
                </a:lnTo>
                <a:lnTo>
                  <a:pt x="3048000" y="1590675"/>
                </a:lnTo>
                <a:lnTo>
                  <a:pt x="3028950" y="1590675"/>
                </a:lnTo>
                <a:lnTo>
                  <a:pt x="3028950" y="1600200"/>
                </a:lnTo>
                <a:lnTo>
                  <a:pt x="2981325" y="1600200"/>
                </a:lnTo>
                <a:lnTo>
                  <a:pt x="2981325" y="1590675"/>
                </a:lnTo>
                <a:lnTo>
                  <a:pt x="2895600" y="1590675"/>
                </a:lnTo>
                <a:lnTo>
                  <a:pt x="2895600" y="1581150"/>
                </a:lnTo>
                <a:lnTo>
                  <a:pt x="2800350" y="1581150"/>
                </a:lnTo>
                <a:lnTo>
                  <a:pt x="2800350" y="1571625"/>
                </a:lnTo>
                <a:lnTo>
                  <a:pt x="2771775" y="1571625"/>
                </a:lnTo>
                <a:lnTo>
                  <a:pt x="2771775" y="1562100"/>
                </a:lnTo>
                <a:lnTo>
                  <a:pt x="2762250" y="1562100"/>
                </a:lnTo>
                <a:lnTo>
                  <a:pt x="2762250" y="1552575"/>
                </a:lnTo>
                <a:lnTo>
                  <a:pt x="2752725" y="1552575"/>
                </a:lnTo>
                <a:lnTo>
                  <a:pt x="2752725" y="1543050"/>
                </a:lnTo>
                <a:lnTo>
                  <a:pt x="2743200" y="1543050"/>
                </a:lnTo>
                <a:lnTo>
                  <a:pt x="2743200" y="1533525"/>
                </a:lnTo>
                <a:lnTo>
                  <a:pt x="2733675" y="1533525"/>
                </a:lnTo>
                <a:lnTo>
                  <a:pt x="2733675" y="1485900"/>
                </a:lnTo>
                <a:lnTo>
                  <a:pt x="2724150" y="1485900"/>
                </a:lnTo>
                <a:lnTo>
                  <a:pt x="2724150" y="1457325"/>
                </a:lnTo>
                <a:lnTo>
                  <a:pt x="2733675" y="1457325"/>
                </a:lnTo>
                <a:lnTo>
                  <a:pt x="2733675" y="1438275"/>
                </a:lnTo>
                <a:lnTo>
                  <a:pt x="2743200" y="1438275"/>
                </a:lnTo>
                <a:lnTo>
                  <a:pt x="2743200" y="1428750"/>
                </a:lnTo>
                <a:lnTo>
                  <a:pt x="2752725" y="1428750"/>
                </a:lnTo>
                <a:lnTo>
                  <a:pt x="2752725" y="1419225"/>
                </a:lnTo>
                <a:lnTo>
                  <a:pt x="2762250" y="1419225"/>
                </a:lnTo>
                <a:lnTo>
                  <a:pt x="2762250" y="1409700"/>
                </a:lnTo>
                <a:lnTo>
                  <a:pt x="2771775" y="1409700"/>
                </a:lnTo>
                <a:lnTo>
                  <a:pt x="2771775" y="1400175"/>
                </a:lnTo>
                <a:lnTo>
                  <a:pt x="2790825" y="1400175"/>
                </a:lnTo>
                <a:close/>
                <a:moveTo>
                  <a:pt x="3571875" y="1409700"/>
                </a:moveTo>
                <a:lnTo>
                  <a:pt x="3581400" y="1409700"/>
                </a:lnTo>
                <a:lnTo>
                  <a:pt x="3581400" y="1438275"/>
                </a:lnTo>
                <a:lnTo>
                  <a:pt x="3571875" y="1438275"/>
                </a:lnTo>
                <a:close/>
                <a:moveTo>
                  <a:pt x="419100" y="1419225"/>
                </a:moveTo>
                <a:lnTo>
                  <a:pt x="428625" y="1419225"/>
                </a:lnTo>
                <a:lnTo>
                  <a:pt x="428625" y="1428750"/>
                </a:lnTo>
                <a:lnTo>
                  <a:pt x="419100" y="1428750"/>
                </a:lnTo>
                <a:close/>
                <a:moveTo>
                  <a:pt x="447675" y="1419225"/>
                </a:moveTo>
                <a:lnTo>
                  <a:pt x="457200" y="1419225"/>
                </a:lnTo>
                <a:lnTo>
                  <a:pt x="457200" y="1438275"/>
                </a:lnTo>
                <a:lnTo>
                  <a:pt x="447675" y="1438275"/>
                </a:lnTo>
                <a:close/>
                <a:moveTo>
                  <a:pt x="1752600" y="1419225"/>
                </a:moveTo>
                <a:lnTo>
                  <a:pt x="1762125" y="1419225"/>
                </a:lnTo>
                <a:lnTo>
                  <a:pt x="1762125" y="1447800"/>
                </a:lnTo>
                <a:lnTo>
                  <a:pt x="1752600" y="1447800"/>
                </a:lnTo>
                <a:close/>
                <a:moveTo>
                  <a:pt x="485775" y="1428750"/>
                </a:moveTo>
                <a:lnTo>
                  <a:pt x="514350" y="1428750"/>
                </a:lnTo>
                <a:lnTo>
                  <a:pt x="514350" y="1438275"/>
                </a:lnTo>
                <a:lnTo>
                  <a:pt x="504825" y="1438275"/>
                </a:lnTo>
                <a:lnTo>
                  <a:pt x="504825" y="1447800"/>
                </a:lnTo>
                <a:lnTo>
                  <a:pt x="495300" y="1447800"/>
                </a:lnTo>
                <a:lnTo>
                  <a:pt x="495300" y="1438275"/>
                </a:lnTo>
                <a:lnTo>
                  <a:pt x="485775" y="1438275"/>
                </a:lnTo>
                <a:close/>
                <a:moveTo>
                  <a:pt x="1866900" y="1428750"/>
                </a:moveTo>
                <a:lnTo>
                  <a:pt x="1876425" y="1428750"/>
                </a:lnTo>
                <a:lnTo>
                  <a:pt x="1876425" y="1466850"/>
                </a:lnTo>
                <a:lnTo>
                  <a:pt x="1857375" y="1466850"/>
                </a:lnTo>
                <a:lnTo>
                  <a:pt x="1857375" y="1533525"/>
                </a:lnTo>
                <a:lnTo>
                  <a:pt x="1838325" y="1533525"/>
                </a:lnTo>
                <a:lnTo>
                  <a:pt x="1838325" y="1447800"/>
                </a:lnTo>
                <a:lnTo>
                  <a:pt x="1866900" y="1447800"/>
                </a:lnTo>
                <a:close/>
                <a:moveTo>
                  <a:pt x="3200400" y="1428750"/>
                </a:moveTo>
                <a:lnTo>
                  <a:pt x="3238500" y="1428750"/>
                </a:lnTo>
                <a:lnTo>
                  <a:pt x="3238500" y="1438275"/>
                </a:lnTo>
                <a:lnTo>
                  <a:pt x="3333750" y="1438275"/>
                </a:lnTo>
                <a:lnTo>
                  <a:pt x="3333750" y="1447800"/>
                </a:lnTo>
                <a:lnTo>
                  <a:pt x="3419475" y="1447800"/>
                </a:lnTo>
                <a:lnTo>
                  <a:pt x="3419475" y="1457325"/>
                </a:lnTo>
                <a:lnTo>
                  <a:pt x="3438525" y="1457325"/>
                </a:lnTo>
                <a:lnTo>
                  <a:pt x="3438525" y="1466850"/>
                </a:lnTo>
                <a:lnTo>
                  <a:pt x="3457575" y="1466850"/>
                </a:lnTo>
                <a:lnTo>
                  <a:pt x="3457575" y="1476375"/>
                </a:lnTo>
                <a:lnTo>
                  <a:pt x="3467100" y="1476375"/>
                </a:lnTo>
                <a:lnTo>
                  <a:pt x="3467100" y="1495425"/>
                </a:lnTo>
                <a:lnTo>
                  <a:pt x="3476625" y="1495425"/>
                </a:lnTo>
                <a:lnTo>
                  <a:pt x="3476625" y="1514475"/>
                </a:lnTo>
                <a:lnTo>
                  <a:pt x="3486150" y="1514475"/>
                </a:lnTo>
                <a:lnTo>
                  <a:pt x="3486150" y="1571625"/>
                </a:lnTo>
                <a:lnTo>
                  <a:pt x="3476625" y="1571625"/>
                </a:lnTo>
                <a:lnTo>
                  <a:pt x="3476625" y="1590675"/>
                </a:lnTo>
                <a:lnTo>
                  <a:pt x="3467100" y="1590675"/>
                </a:lnTo>
                <a:lnTo>
                  <a:pt x="3467100" y="1609725"/>
                </a:lnTo>
                <a:lnTo>
                  <a:pt x="3457575" y="1609725"/>
                </a:lnTo>
                <a:lnTo>
                  <a:pt x="3457575" y="1619250"/>
                </a:lnTo>
                <a:lnTo>
                  <a:pt x="3438525" y="1619250"/>
                </a:lnTo>
                <a:lnTo>
                  <a:pt x="3438525" y="1628775"/>
                </a:lnTo>
                <a:lnTo>
                  <a:pt x="3429000" y="1628775"/>
                </a:lnTo>
                <a:lnTo>
                  <a:pt x="3429000" y="1638300"/>
                </a:lnTo>
                <a:lnTo>
                  <a:pt x="3314700" y="1638300"/>
                </a:lnTo>
                <a:lnTo>
                  <a:pt x="3314700" y="1628775"/>
                </a:lnTo>
                <a:lnTo>
                  <a:pt x="3248025" y="1628775"/>
                </a:lnTo>
                <a:lnTo>
                  <a:pt x="3248025" y="1619250"/>
                </a:lnTo>
                <a:lnTo>
                  <a:pt x="3181350" y="1619250"/>
                </a:lnTo>
                <a:lnTo>
                  <a:pt x="3181350" y="1609725"/>
                </a:lnTo>
                <a:lnTo>
                  <a:pt x="3162300" y="1609725"/>
                </a:lnTo>
                <a:lnTo>
                  <a:pt x="3162300" y="1600200"/>
                </a:lnTo>
                <a:lnTo>
                  <a:pt x="3152775" y="1600200"/>
                </a:lnTo>
                <a:lnTo>
                  <a:pt x="3152775" y="1581150"/>
                </a:lnTo>
                <a:lnTo>
                  <a:pt x="3143250" y="1581150"/>
                </a:lnTo>
                <a:lnTo>
                  <a:pt x="3143250" y="1562100"/>
                </a:lnTo>
                <a:lnTo>
                  <a:pt x="3133725" y="1562100"/>
                </a:lnTo>
                <a:lnTo>
                  <a:pt x="3133725" y="1485900"/>
                </a:lnTo>
                <a:lnTo>
                  <a:pt x="3143250" y="1485900"/>
                </a:lnTo>
                <a:lnTo>
                  <a:pt x="3143250" y="1466850"/>
                </a:lnTo>
                <a:lnTo>
                  <a:pt x="3152775" y="1466850"/>
                </a:lnTo>
                <a:lnTo>
                  <a:pt x="3152775" y="1457325"/>
                </a:lnTo>
                <a:lnTo>
                  <a:pt x="3162300" y="1457325"/>
                </a:lnTo>
                <a:lnTo>
                  <a:pt x="3162300" y="1447800"/>
                </a:lnTo>
                <a:lnTo>
                  <a:pt x="3181350" y="1447800"/>
                </a:lnTo>
                <a:lnTo>
                  <a:pt x="3181350" y="1438275"/>
                </a:lnTo>
                <a:lnTo>
                  <a:pt x="3200400" y="1438275"/>
                </a:lnTo>
                <a:close/>
                <a:moveTo>
                  <a:pt x="1809750" y="1447800"/>
                </a:moveTo>
                <a:lnTo>
                  <a:pt x="1819275" y="1447800"/>
                </a:lnTo>
                <a:lnTo>
                  <a:pt x="1819275" y="1495425"/>
                </a:lnTo>
                <a:lnTo>
                  <a:pt x="1809750" y="1495425"/>
                </a:lnTo>
                <a:close/>
                <a:moveTo>
                  <a:pt x="2419350" y="1457325"/>
                </a:moveTo>
                <a:lnTo>
                  <a:pt x="2428875" y="1457325"/>
                </a:lnTo>
                <a:lnTo>
                  <a:pt x="2428875" y="1466850"/>
                </a:lnTo>
                <a:lnTo>
                  <a:pt x="2466975" y="1466850"/>
                </a:lnTo>
                <a:lnTo>
                  <a:pt x="2466975" y="1476375"/>
                </a:lnTo>
                <a:lnTo>
                  <a:pt x="2552700" y="1476375"/>
                </a:lnTo>
                <a:lnTo>
                  <a:pt x="2552700" y="1485900"/>
                </a:lnTo>
                <a:lnTo>
                  <a:pt x="2562225" y="1485900"/>
                </a:lnTo>
                <a:lnTo>
                  <a:pt x="2562225" y="1476375"/>
                </a:lnTo>
                <a:lnTo>
                  <a:pt x="2571750" y="1476375"/>
                </a:lnTo>
                <a:lnTo>
                  <a:pt x="2571750" y="1485900"/>
                </a:lnTo>
                <a:lnTo>
                  <a:pt x="2619375" y="1485900"/>
                </a:lnTo>
                <a:lnTo>
                  <a:pt x="2619375" y="1476375"/>
                </a:lnTo>
                <a:lnTo>
                  <a:pt x="2628900" y="1476375"/>
                </a:lnTo>
                <a:lnTo>
                  <a:pt x="2628900" y="1457325"/>
                </a:lnTo>
                <a:lnTo>
                  <a:pt x="2619375" y="1457325"/>
                </a:lnTo>
                <a:lnTo>
                  <a:pt x="2619375" y="1447800"/>
                </a:lnTo>
                <a:lnTo>
                  <a:pt x="2581275" y="1447800"/>
                </a:lnTo>
                <a:lnTo>
                  <a:pt x="2581275" y="1438275"/>
                </a:lnTo>
                <a:lnTo>
                  <a:pt x="2514600" y="1438275"/>
                </a:lnTo>
                <a:lnTo>
                  <a:pt x="2514600" y="1428750"/>
                </a:lnTo>
                <a:lnTo>
                  <a:pt x="2476500" y="1428750"/>
                </a:lnTo>
                <a:lnTo>
                  <a:pt x="2476500" y="1438275"/>
                </a:lnTo>
                <a:lnTo>
                  <a:pt x="2466975" y="1438275"/>
                </a:lnTo>
                <a:lnTo>
                  <a:pt x="2466975" y="1428750"/>
                </a:lnTo>
                <a:lnTo>
                  <a:pt x="2447925" y="1428750"/>
                </a:lnTo>
                <a:lnTo>
                  <a:pt x="2447925" y="1419225"/>
                </a:lnTo>
                <a:lnTo>
                  <a:pt x="2428875" y="1419225"/>
                </a:lnTo>
                <a:lnTo>
                  <a:pt x="2428875" y="1428750"/>
                </a:lnTo>
                <a:lnTo>
                  <a:pt x="2419350" y="1428750"/>
                </a:lnTo>
                <a:close/>
                <a:moveTo>
                  <a:pt x="142875" y="1476375"/>
                </a:moveTo>
                <a:lnTo>
                  <a:pt x="152400" y="1476375"/>
                </a:lnTo>
                <a:lnTo>
                  <a:pt x="152400" y="1552575"/>
                </a:lnTo>
                <a:lnTo>
                  <a:pt x="142875" y="1552575"/>
                </a:lnTo>
                <a:close/>
                <a:moveTo>
                  <a:pt x="3562350" y="1485900"/>
                </a:moveTo>
                <a:lnTo>
                  <a:pt x="3571875" y="1485900"/>
                </a:lnTo>
                <a:lnTo>
                  <a:pt x="3571875" y="1504950"/>
                </a:lnTo>
                <a:lnTo>
                  <a:pt x="3562350" y="1504950"/>
                </a:lnTo>
                <a:close/>
                <a:moveTo>
                  <a:pt x="2781300" y="1495425"/>
                </a:moveTo>
                <a:lnTo>
                  <a:pt x="2790825" y="1495425"/>
                </a:lnTo>
                <a:lnTo>
                  <a:pt x="2790825" y="1504950"/>
                </a:lnTo>
                <a:lnTo>
                  <a:pt x="2847975" y="1504950"/>
                </a:lnTo>
                <a:lnTo>
                  <a:pt x="2847975" y="1514475"/>
                </a:lnTo>
                <a:lnTo>
                  <a:pt x="2914650" y="1514475"/>
                </a:lnTo>
                <a:lnTo>
                  <a:pt x="2914650" y="1524000"/>
                </a:lnTo>
                <a:lnTo>
                  <a:pt x="2924175" y="1524000"/>
                </a:lnTo>
                <a:lnTo>
                  <a:pt x="2924175" y="1514475"/>
                </a:lnTo>
                <a:lnTo>
                  <a:pt x="2952750" y="1514475"/>
                </a:lnTo>
                <a:lnTo>
                  <a:pt x="2952750" y="1524000"/>
                </a:lnTo>
                <a:lnTo>
                  <a:pt x="3000375" y="1524000"/>
                </a:lnTo>
                <a:lnTo>
                  <a:pt x="3000375" y="1533525"/>
                </a:lnTo>
                <a:lnTo>
                  <a:pt x="3028950" y="1533525"/>
                </a:lnTo>
                <a:lnTo>
                  <a:pt x="3028950" y="1524000"/>
                </a:lnTo>
                <a:lnTo>
                  <a:pt x="3038475" y="1524000"/>
                </a:lnTo>
                <a:lnTo>
                  <a:pt x="3038475" y="1504950"/>
                </a:lnTo>
                <a:lnTo>
                  <a:pt x="3028950" y="1504950"/>
                </a:lnTo>
                <a:lnTo>
                  <a:pt x="3028950" y="1495425"/>
                </a:lnTo>
                <a:lnTo>
                  <a:pt x="3000375" y="1495425"/>
                </a:lnTo>
                <a:lnTo>
                  <a:pt x="3000375" y="1485900"/>
                </a:lnTo>
                <a:lnTo>
                  <a:pt x="2895600" y="1485900"/>
                </a:lnTo>
                <a:lnTo>
                  <a:pt x="2895600" y="1476375"/>
                </a:lnTo>
                <a:lnTo>
                  <a:pt x="2847975" y="1476375"/>
                </a:lnTo>
                <a:lnTo>
                  <a:pt x="2847975" y="1466850"/>
                </a:lnTo>
                <a:lnTo>
                  <a:pt x="2790825" y="1466850"/>
                </a:lnTo>
                <a:lnTo>
                  <a:pt x="2790825" y="1476375"/>
                </a:lnTo>
                <a:lnTo>
                  <a:pt x="2781300" y="1476375"/>
                </a:lnTo>
                <a:close/>
                <a:moveTo>
                  <a:pt x="1762125" y="1543050"/>
                </a:moveTo>
                <a:lnTo>
                  <a:pt x="1771650" y="1543050"/>
                </a:lnTo>
                <a:lnTo>
                  <a:pt x="1771650" y="1571625"/>
                </a:lnTo>
                <a:lnTo>
                  <a:pt x="1762125" y="1571625"/>
                </a:lnTo>
                <a:close/>
                <a:moveTo>
                  <a:pt x="1876425" y="1543050"/>
                </a:moveTo>
                <a:lnTo>
                  <a:pt x="1885950" y="1543050"/>
                </a:lnTo>
                <a:lnTo>
                  <a:pt x="1885950" y="1590675"/>
                </a:lnTo>
                <a:lnTo>
                  <a:pt x="1876425" y="1590675"/>
                </a:lnTo>
                <a:lnTo>
                  <a:pt x="1876425" y="1647825"/>
                </a:lnTo>
                <a:lnTo>
                  <a:pt x="1866900" y="1647825"/>
                </a:lnTo>
                <a:lnTo>
                  <a:pt x="1866900" y="1628775"/>
                </a:lnTo>
                <a:lnTo>
                  <a:pt x="1857375" y="1628775"/>
                </a:lnTo>
                <a:lnTo>
                  <a:pt x="1857375" y="1609725"/>
                </a:lnTo>
                <a:lnTo>
                  <a:pt x="1847850" y="1609725"/>
                </a:lnTo>
                <a:lnTo>
                  <a:pt x="1847850" y="1571625"/>
                </a:lnTo>
                <a:lnTo>
                  <a:pt x="1876425" y="1571625"/>
                </a:lnTo>
                <a:close/>
                <a:moveTo>
                  <a:pt x="3190875" y="1543050"/>
                </a:moveTo>
                <a:lnTo>
                  <a:pt x="3200400" y="1543050"/>
                </a:lnTo>
                <a:lnTo>
                  <a:pt x="3200400" y="1552575"/>
                </a:lnTo>
                <a:lnTo>
                  <a:pt x="3276600" y="1552575"/>
                </a:lnTo>
                <a:lnTo>
                  <a:pt x="3276600" y="1562100"/>
                </a:lnTo>
                <a:lnTo>
                  <a:pt x="3343275" y="1562100"/>
                </a:lnTo>
                <a:lnTo>
                  <a:pt x="3343275" y="1571625"/>
                </a:lnTo>
                <a:lnTo>
                  <a:pt x="3419475" y="1571625"/>
                </a:lnTo>
                <a:lnTo>
                  <a:pt x="3419475" y="1562100"/>
                </a:lnTo>
                <a:lnTo>
                  <a:pt x="3429000" y="1562100"/>
                </a:lnTo>
                <a:lnTo>
                  <a:pt x="3429000" y="1543050"/>
                </a:lnTo>
                <a:lnTo>
                  <a:pt x="3419475" y="1543050"/>
                </a:lnTo>
                <a:lnTo>
                  <a:pt x="3419475" y="1533525"/>
                </a:lnTo>
                <a:lnTo>
                  <a:pt x="3362325" y="1533525"/>
                </a:lnTo>
                <a:lnTo>
                  <a:pt x="3362325" y="1524000"/>
                </a:lnTo>
                <a:lnTo>
                  <a:pt x="3276600" y="1524000"/>
                </a:lnTo>
                <a:lnTo>
                  <a:pt x="3276600" y="1514475"/>
                </a:lnTo>
                <a:lnTo>
                  <a:pt x="3238500" y="1514475"/>
                </a:lnTo>
                <a:lnTo>
                  <a:pt x="3238500" y="1504950"/>
                </a:lnTo>
                <a:lnTo>
                  <a:pt x="3228975" y="1504950"/>
                </a:lnTo>
                <a:lnTo>
                  <a:pt x="3228975" y="1514475"/>
                </a:lnTo>
                <a:lnTo>
                  <a:pt x="3219450" y="1514475"/>
                </a:lnTo>
                <a:lnTo>
                  <a:pt x="3219450" y="1524000"/>
                </a:lnTo>
                <a:lnTo>
                  <a:pt x="3200400" y="1524000"/>
                </a:lnTo>
                <a:lnTo>
                  <a:pt x="3200400" y="1533525"/>
                </a:lnTo>
                <a:lnTo>
                  <a:pt x="3190875" y="1533525"/>
                </a:lnTo>
                <a:close/>
                <a:moveTo>
                  <a:pt x="3590925" y="1543050"/>
                </a:moveTo>
                <a:lnTo>
                  <a:pt x="3600450" y="1543050"/>
                </a:lnTo>
                <a:lnTo>
                  <a:pt x="3600450" y="1571625"/>
                </a:lnTo>
                <a:lnTo>
                  <a:pt x="3581400" y="1571625"/>
                </a:lnTo>
                <a:lnTo>
                  <a:pt x="3581400" y="1552575"/>
                </a:lnTo>
                <a:lnTo>
                  <a:pt x="3590925" y="1552575"/>
                </a:lnTo>
                <a:close/>
                <a:moveTo>
                  <a:pt x="3552825" y="1552575"/>
                </a:moveTo>
                <a:lnTo>
                  <a:pt x="3562350" y="1552575"/>
                </a:lnTo>
                <a:lnTo>
                  <a:pt x="3562350" y="1581150"/>
                </a:lnTo>
                <a:lnTo>
                  <a:pt x="3552825" y="1581150"/>
                </a:lnTo>
                <a:close/>
                <a:moveTo>
                  <a:pt x="1819275" y="1571625"/>
                </a:moveTo>
                <a:lnTo>
                  <a:pt x="1828800" y="1571625"/>
                </a:lnTo>
                <a:lnTo>
                  <a:pt x="1828800" y="1609725"/>
                </a:lnTo>
                <a:lnTo>
                  <a:pt x="1819275" y="1609725"/>
                </a:lnTo>
                <a:close/>
                <a:moveTo>
                  <a:pt x="200025" y="1600200"/>
                </a:moveTo>
                <a:lnTo>
                  <a:pt x="209550" y="1600200"/>
                </a:lnTo>
                <a:lnTo>
                  <a:pt x="209550" y="1619250"/>
                </a:lnTo>
                <a:lnTo>
                  <a:pt x="200025" y="1619250"/>
                </a:lnTo>
                <a:close/>
                <a:moveTo>
                  <a:pt x="2009775" y="1600200"/>
                </a:moveTo>
                <a:lnTo>
                  <a:pt x="2019300" y="1600200"/>
                </a:lnTo>
                <a:lnTo>
                  <a:pt x="2019300" y="1609725"/>
                </a:lnTo>
                <a:lnTo>
                  <a:pt x="2009775" y="1609725"/>
                </a:lnTo>
                <a:close/>
                <a:moveTo>
                  <a:pt x="2076450" y="1600200"/>
                </a:moveTo>
                <a:lnTo>
                  <a:pt x="2085975" y="1600200"/>
                </a:lnTo>
                <a:lnTo>
                  <a:pt x="2085975" y="1609725"/>
                </a:lnTo>
                <a:lnTo>
                  <a:pt x="2076450" y="1609725"/>
                </a:lnTo>
                <a:close/>
                <a:moveTo>
                  <a:pt x="2000250" y="1609725"/>
                </a:moveTo>
                <a:lnTo>
                  <a:pt x="2009775" y="1609725"/>
                </a:lnTo>
                <a:lnTo>
                  <a:pt x="2009775" y="1619250"/>
                </a:lnTo>
                <a:lnTo>
                  <a:pt x="2000250" y="1619250"/>
                </a:lnTo>
                <a:close/>
                <a:moveTo>
                  <a:pt x="2171700" y="1609725"/>
                </a:moveTo>
                <a:lnTo>
                  <a:pt x="2190750" y="1609725"/>
                </a:lnTo>
                <a:lnTo>
                  <a:pt x="2190750" y="1619250"/>
                </a:lnTo>
                <a:lnTo>
                  <a:pt x="2171700" y="1619250"/>
                </a:lnTo>
                <a:close/>
                <a:moveTo>
                  <a:pt x="1990725" y="1619250"/>
                </a:moveTo>
                <a:lnTo>
                  <a:pt x="2000250" y="1619250"/>
                </a:lnTo>
                <a:lnTo>
                  <a:pt x="2000250" y="1628775"/>
                </a:lnTo>
                <a:lnTo>
                  <a:pt x="1990725" y="1628775"/>
                </a:lnTo>
                <a:close/>
                <a:moveTo>
                  <a:pt x="2238375" y="1619250"/>
                </a:moveTo>
                <a:lnTo>
                  <a:pt x="2247900" y="1619250"/>
                </a:lnTo>
                <a:lnTo>
                  <a:pt x="2247900" y="1628775"/>
                </a:lnTo>
                <a:lnTo>
                  <a:pt x="2238375" y="1628775"/>
                </a:lnTo>
                <a:close/>
                <a:moveTo>
                  <a:pt x="3543300" y="1619250"/>
                </a:moveTo>
                <a:lnTo>
                  <a:pt x="3552825" y="1619250"/>
                </a:lnTo>
                <a:lnTo>
                  <a:pt x="3552825" y="1657350"/>
                </a:lnTo>
                <a:lnTo>
                  <a:pt x="3543300" y="1657350"/>
                </a:lnTo>
                <a:close/>
                <a:moveTo>
                  <a:pt x="3571875" y="1619250"/>
                </a:moveTo>
                <a:lnTo>
                  <a:pt x="3590925" y="1619250"/>
                </a:lnTo>
                <a:lnTo>
                  <a:pt x="3590925" y="1647825"/>
                </a:lnTo>
                <a:lnTo>
                  <a:pt x="3571875" y="1647825"/>
                </a:lnTo>
                <a:close/>
                <a:moveTo>
                  <a:pt x="2247900" y="1628775"/>
                </a:moveTo>
                <a:lnTo>
                  <a:pt x="2257425" y="1628775"/>
                </a:lnTo>
                <a:lnTo>
                  <a:pt x="2257425" y="1638300"/>
                </a:lnTo>
                <a:lnTo>
                  <a:pt x="2247900" y="1638300"/>
                </a:lnTo>
                <a:close/>
                <a:moveTo>
                  <a:pt x="2257425" y="1638300"/>
                </a:moveTo>
                <a:lnTo>
                  <a:pt x="2266950" y="1638300"/>
                </a:lnTo>
                <a:lnTo>
                  <a:pt x="2266950" y="1647825"/>
                </a:lnTo>
                <a:lnTo>
                  <a:pt x="2257425" y="1647825"/>
                </a:lnTo>
                <a:close/>
                <a:moveTo>
                  <a:pt x="1981200" y="1657350"/>
                </a:moveTo>
                <a:lnTo>
                  <a:pt x="1990725" y="1657350"/>
                </a:lnTo>
                <a:lnTo>
                  <a:pt x="1990725" y="1666875"/>
                </a:lnTo>
                <a:lnTo>
                  <a:pt x="1981200" y="1666875"/>
                </a:lnTo>
                <a:close/>
                <a:moveTo>
                  <a:pt x="152400" y="1666875"/>
                </a:moveTo>
                <a:lnTo>
                  <a:pt x="161925" y="1666875"/>
                </a:lnTo>
                <a:lnTo>
                  <a:pt x="161925" y="1743075"/>
                </a:lnTo>
                <a:lnTo>
                  <a:pt x="152400" y="1743075"/>
                </a:lnTo>
                <a:close/>
                <a:moveTo>
                  <a:pt x="1771650" y="1676400"/>
                </a:moveTo>
                <a:lnTo>
                  <a:pt x="1781175" y="1676400"/>
                </a:lnTo>
                <a:lnTo>
                  <a:pt x="1781175" y="1695450"/>
                </a:lnTo>
                <a:lnTo>
                  <a:pt x="1771650" y="1695450"/>
                </a:lnTo>
                <a:close/>
                <a:moveTo>
                  <a:pt x="1828800" y="1685925"/>
                </a:moveTo>
                <a:lnTo>
                  <a:pt x="1838325" y="1685925"/>
                </a:lnTo>
                <a:lnTo>
                  <a:pt x="1838325" y="1714500"/>
                </a:lnTo>
                <a:lnTo>
                  <a:pt x="1828800" y="1714500"/>
                </a:lnTo>
                <a:close/>
                <a:moveTo>
                  <a:pt x="3533775" y="1695450"/>
                </a:moveTo>
                <a:lnTo>
                  <a:pt x="3543300" y="1695450"/>
                </a:lnTo>
                <a:lnTo>
                  <a:pt x="3543300" y="1724025"/>
                </a:lnTo>
                <a:lnTo>
                  <a:pt x="3533775" y="1724025"/>
                </a:lnTo>
                <a:close/>
                <a:moveTo>
                  <a:pt x="3562350" y="1695450"/>
                </a:moveTo>
                <a:lnTo>
                  <a:pt x="3581400" y="1695450"/>
                </a:lnTo>
                <a:lnTo>
                  <a:pt x="3581400" y="1724025"/>
                </a:lnTo>
                <a:lnTo>
                  <a:pt x="3562350" y="1724025"/>
                </a:lnTo>
                <a:close/>
                <a:moveTo>
                  <a:pt x="1876425" y="1704975"/>
                </a:moveTo>
                <a:lnTo>
                  <a:pt x="1885950" y="1704975"/>
                </a:lnTo>
                <a:lnTo>
                  <a:pt x="1885950" y="1724025"/>
                </a:lnTo>
                <a:lnTo>
                  <a:pt x="1876425" y="1724025"/>
                </a:lnTo>
                <a:close/>
                <a:moveTo>
                  <a:pt x="2114550" y="1714500"/>
                </a:moveTo>
                <a:lnTo>
                  <a:pt x="2143125" y="1714500"/>
                </a:lnTo>
                <a:lnTo>
                  <a:pt x="2143125" y="1724025"/>
                </a:lnTo>
                <a:lnTo>
                  <a:pt x="2114550" y="1724025"/>
                </a:lnTo>
                <a:close/>
                <a:moveTo>
                  <a:pt x="2352675" y="1714500"/>
                </a:moveTo>
                <a:lnTo>
                  <a:pt x="2362200" y="1714500"/>
                </a:lnTo>
                <a:lnTo>
                  <a:pt x="2362200" y="1724025"/>
                </a:lnTo>
                <a:lnTo>
                  <a:pt x="2352675" y="1724025"/>
                </a:lnTo>
                <a:close/>
                <a:moveTo>
                  <a:pt x="2257425" y="1724025"/>
                </a:moveTo>
                <a:lnTo>
                  <a:pt x="2266950" y="1724025"/>
                </a:lnTo>
                <a:lnTo>
                  <a:pt x="2266950" y="1743075"/>
                </a:lnTo>
                <a:lnTo>
                  <a:pt x="2257425" y="1743075"/>
                </a:lnTo>
                <a:close/>
                <a:moveTo>
                  <a:pt x="2333625" y="1724025"/>
                </a:moveTo>
                <a:lnTo>
                  <a:pt x="2352675" y="1724025"/>
                </a:lnTo>
                <a:lnTo>
                  <a:pt x="2352675" y="1743075"/>
                </a:lnTo>
                <a:lnTo>
                  <a:pt x="2333625" y="1743075"/>
                </a:lnTo>
                <a:close/>
                <a:moveTo>
                  <a:pt x="2419350" y="1724025"/>
                </a:moveTo>
                <a:lnTo>
                  <a:pt x="2438400" y="1724025"/>
                </a:lnTo>
                <a:lnTo>
                  <a:pt x="2438400" y="1733550"/>
                </a:lnTo>
                <a:lnTo>
                  <a:pt x="2419350" y="1733550"/>
                </a:lnTo>
                <a:close/>
                <a:moveTo>
                  <a:pt x="2505075" y="1724025"/>
                </a:moveTo>
                <a:lnTo>
                  <a:pt x="2514600" y="1724025"/>
                </a:lnTo>
                <a:lnTo>
                  <a:pt x="2514600" y="1733550"/>
                </a:lnTo>
                <a:lnTo>
                  <a:pt x="2524125" y="1733550"/>
                </a:lnTo>
                <a:lnTo>
                  <a:pt x="2524125" y="1752600"/>
                </a:lnTo>
                <a:lnTo>
                  <a:pt x="2514600" y="1752600"/>
                </a:lnTo>
                <a:lnTo>
                  <a:pt x="2514600" y="1762125"/>
                </a:lnTo>
                <a:lnTo>
                  <a:pt x="2495550" y="1762125"/>
                </a:lnTo>
                <a:lnTo>
                  <a:pt x="2495550" y="1743075"/>
                </a:lnTo>
                <a:lnTo>
                  <a:pt x="2505075" y="1743075"/>
                </a:lnTo>
                <a:close/>
                <a:moveTo>
                  <a:pt x="1971675" y="1733550"/>
                </a:moveTo>
                <a:lnTo>
                  <a:pt x="1981200" y="1733550"/>
                </a:lnTo>
                <a:lnTo>
                  <a:pt x="1981200" y="1752600"/>
                </a:lnTo>
                <a:lnTo>
                  <a:pt x="1971675" y="1752600"/>
                </a:lnTo>
                <a:close/>
                <a:moveTo>
                  <a:pt x="2447925" y="1733550"/>
                </a:moveTo>
                <a:lnTo>
                  <a:pt x="2457450" y="1733550"/>
                </a:lnTo>
                <a:lnTo>
                  <a:pt x="2457450" y="1743075"/>
                </a:lnTo>
                <a:lnTo>
                  <a:pt x="2447925" y="1743075"/>
                </a:lnTo>
                <a:close/>
                <a:moveTo>
                  <a:pt x="2552700" y="1733550"/>
                </a:moveTo>
                <a:lnTo>
                  <a:pt x="2562225" y="1733550"/>
                </a:lnTo>
                <a:lnTo>
                  <a:pt x="2562225" y="1743075"/>
                </a:lnTo>
                <a:lnTo>
                  <a:pt x="2552700" y="1743075"/>
                </a:lnTo>
                <a:close/>
                <a:moveTo>
                  <a:pt x="2314575" y="1743075"/>
                </a:moveTo>
                <a:lnTo>
                  <a:pt x="2324100" y="1743075"/>
                </a:lnTo>
                <a:lnTo>
                  <a:pt x="2324100" y="1752600"/>
                </a:lnTo>
                <a:lnTo>
                  <a:pt x="2314575" y="1752600"/>
                </a:lnTo>
                <a:close/>
                <a:moveTo>
                  <a:pt x="2581275" y="1743075"/>
                </a:moveTo>
                <a:lnTo>
                  <a:pt x="2600325" y="1743075"/>
                </a:lnTo>
                <a:lnTo>
                  <a:pt x="2600325" y="1752600"/>
                </a:lnTo>
                <a:lnTo>
                  <a:pt x="2581275" y="1752600"/>
                </a:lnTo>
                <a:close/>
                <a:moveTo>
                  <a:pt x="2647950" y="1743075"/>
                </a:moveTo>
                <a:lnTo>
                  <a:pt x="2686050" y="1743075"/>
                </a:lnTo>
                <a:lnTo>
                  <a:pt x="2686050" y="1752600"/>
                </a:lnTo>
                <a:lnTo>
                  <a:pt x="2647950" y="1752600"/>
                </a:lnTo>
                <a:close/>
                <a:moveTo>
                  <a:pt x="209550" y="1752600"/>
                </a:moveTo>
                <a:lnTo>
                  <a:pt x="219075" y="1752600"/>
                </a:lnTo>
                <a:lnTo>
                  <a:pt x="219075" y="1800225"/>
                </a:lnTo>
                <a:lnTo>
                  <a:pt x="209550" y="1800225"/>
                </a:lnTo>
                <a:close/>
                <a:moveTo>
                  <a:pt x="2362200" y="1752600"/>
                </a:moveTo>
                <a:lnTo>
                  <a:pt x="2371725" y="1752600"/>
                </a:lnTo>
                <a:lnTo>
                  <a:pt x="2371725" y="1762125"/>
                </a:lnTo>
                <a:lnTo>
                  <a:pt x="2362200" y="1762125"/>
                </a:lnTo>
                <a:close/>
                <a:moveTo>
                  <a:pt x="2600325" y="1752600"/>
                </a:moveTo>
                <a:lnTo>
                  <a:pt x="2609850" y="1752600"/>
                </a:lnTo>
                <a:lnTo>
                  <a:pt x="2609850" y="1762125"/>
                </a:lnTo>
                <a:lnTo>
                  <a:pt x="2619375" y="1762125"/>
                </a:lnTo>
                <a:lnTo>
                  <a:pt x="2619375" y="1781175"/>
                </a:lnTo>
                <a:lnTo>
                  <a:pt x="2600325" y="1781175"/>
                </a:lnTo>
                <a:close/>
                <a:moveTo>
                  <a:pt x="2476500" y="1762125"/>
                </a:moveTo>
                <a:lnTo>
                  <a:pt x="2486025" y="1762125"/>
                </a:lnTo>
                <a:lnTo>
                  <a:pt x="2486025" y="1771650"/>
                </a:lnTo>
                <a:lnTo>
                  <a:pt x="2476500" y="1771650"/>
                </a:lnTo>
                <a:close/>
                <a:moveTo>
                  <a:pt x="2724150" y="1762125"/>
                </a:moveTo>
                <a:lnTo>
                  <a:pt x="2733675" y="1762125"/>
                </a:lnTo>
                <a:lnTo>
                  <a:pt x="2733675" y="1771650"/>
                </a:lnTo>
                <a:lnTo>
                  <a:pt x="2724150" y="1771650"/>
                </a:lnTo>
                <a:close/>
                <a:moveTo>
                  <a:pt x="3524250" y="1762125"/>
                </a:moveTo>
                <a:lnTo>
                  <a:pt x="3533775" y="1762125"/>
                </a:lnTo>
                <a:lnTo>
                  <a:pt x="3533775" y="1790700"/>
                </a:lnTo>
                <a:lnTo>
                  <a:pt x="3524250" y="1790700"/>
                </a:lnTo>
                <a:close/>
                <a:moveTo>
                  <a:pt x="3552825" y="1762125"/>
                </a:moveTo>
                <a:lnTo>
                  <a:pt x="3571875" y="1762125"/>
                </a:lnTo>
                <a:lnTo>
                  <a:pt x="3571875" y="1790700"/>
                </a:lnTo>
                <a:lnTo>
                  <a:pt x="3552825" y="1790700"/>
                </a:lnTo>
                <a:close/>
                <a:moveTo>
                  <a:pt x="2095500" y="1771650"/>
                </a:moveTo>
                <a:lnTo>
                  <a:pt x="2114550" y="1771650"/>
                </a:lnTo>
                <a:lnTo>
                  <a:pt x="2114550" y="1781175"/>
                </a:lnTo>
                <a:lnTo>
                  <a:pt x="2105025" y="1781175"/>
                </a:lnTo>
                <a:lnTo>
                  <a:pt x="2105025" y="1800225"/>
                </a:lnTo>
                <a:lnTo>
                  <a:pt x="2124075" y="1800225"/>
                </a:lnTo>
                <a:lnTo>
                  <a:pt x="2124075" y="1790700"/>
                </a:lnTo>
                <a:lnTo>
                  <a:pt x="2133600" y="1790700"/>
                </a:lnTo>
                <a:lnTo>
                  <a:pt x="2133600" y="1781175"/>
                </a:lnTo>
                <a:lnTo>
                  <a:pt x="2124075" y="1781175"/>
                </a:lnTo>
                <a:lnTo>
                  <a:pt x="2124075" y="1771650"/>
                </a:lnTo>
                <a:lnTo>
                  <a:pt x="2133600" y="1771650"/>
                </a:lnTo>
                <a:lnTo>
                  <a:pt x="2133600" y="1781175"/>
                </a:lnTo>
                <a:lnTo>
                  <a:pt x="2143125" y="1781175"/>
                </a:lnTo>
                <a:lnTo>
                  <a:pt x="2143125" y="1800225"/>
                </a:lnTo>
                <a:lnTo>
                  <a:pt x="2133600" y="1800225"/>
                </a:lnTo>
                <a:lnTo>
                  <a:pt x="2133600" y="1838325"/>
                </a:lnTo>
                <a:lnTo>
                  <a:pt x="2124075" y="1838325"/>
                </a:lnTo>
                <a:lnTo>
                  <a:pt x="2124075" y="1819275"/>
                </a:lnTo>
                <a:lnTo>
                  <a:pt x="2114550" y="1819275"/>
                </a:lnTo>
                <a:lnTo>
                  <a:pt x="2114550" y="1828800"/>
                </a:lnTo>
                <a:lnTo>
                  <a:pt x="2095500" y="1828800"/>
                </a:lnTo>
                <a:lnTo>
                  <a:pt x="2095500" y="1838325"/>
                </a:lnTo>
                <a:lnTo>
                  <a:pt x="2085975" y="1838325"/>
                </a:lnTo>
                <a:lnTo>
                  <a:pt x="2085975" y="1781175"/>
                </a:lnTo>
                <a:lnTo>
                  <a:pt x="2095500" y="1781175"/>
                </a:lnTo>
                <a:close/>
                <a:moveTo>
                  <a:pt x="2752725" y="1771650"/>
                </a:moveTo>
                <a:lnTo>
                  <a:pt x="2762250" y="1771650"/>
                </a:lnTo>
                <a:lnTo>
                  <a:pt x="2762250" y="1781175"/>
                </a:lnTo>
                <a:lnTo>
                  <a:pt x="2752725" y="1781175"/>
                </a:lnTo>
                <a:close/>
                <a:moveTo>
                  <a:pt x="2543175" y="1781175"/>
                </a:moveTo>
                <a:lnTo>
                  <a:pt x="2562225" y="1781175"/>
                </a:lnTo>
                <a:lnTo>
                  <a:pt x="2562225" y="1790700"/>
                </a:lnTo>
                <a:lnTo>
                  <a:pt x="2543175" y="1790700"/>
                </a:lnTo>
                <a:close/>
                <a:moveTo>
                  <a:pt x="2590800" y="1781175"/>
                </a:moveTo>
                <a:lnTo>
                  <a:pt x="2600325" y="1781175"/>
                </a:lnTo>
                <a:lnTo>
                  <a:pt x="2600325" y="1790700"/>
                </a:lnTo>
                <a:lnTo>
                  <a:pt x="2590800" y="1790700"/>
                </a:lnTo>
                <a:close/>
                <a:moveTo>
                  <a:pt x="2733675" y="1781175"/>
                </a:moveTo>
                <a:lnTo>
                  <a:pt x="2752725" y="1781175"/>
                </a:lnTo>
                <a:lnTo>
                  <a:pt x="2752725" y="1790700"/>
                </a:lnTo>
                <a:lnTo>
                  <a:pt x="2743200" y="1790700"/>
                </a:lnTo>
                <a:lnTo>
                  <a:pt x="2743200" y="1800225"/>
                </a:lnTo>
                <a:lnTo>
                  <a:pt x="2733675" y="1800225"/>
                </a:lnTo>
                <a:close/>
                <a:moveTo>
                  <a:pt x="1781175" y="1790700"/>
                </a:moveTo>
                <a:lnTo>
                  <a:pt x="1790700" y="1790700"/>
                </a:lnTo>
                <a:lnTo>
                  <a:pt x="1790700" y="1819275"/>
                </a:lnTo>
                <a:lnTo>
                  <a:pt x="1781175" y="1819275"/>
                </a:lnTo>
                <a:close/>
                <a:moveTo>
                  <a:pt x="1838325" y="1790700"/>
                </a:moveTo>
                <a:lnTo>
                  <a:pt x="1847850" y="1790700"/>
                </a:lnTo>
                <a:lnTo>
                  <a:pt x="1847850" y="1847850"/>
                </a:lnTo>
                <a:lnTo>
                  <a:pt x="1838325" y="1847850"/>
                </a:lnTo>
                <a:close/>
                <a:moveTo>
                  <a:pt x="1885950" y="1800225"/>
                </a:moveTo>
                <a:lnTo>
                  <a:pt x="1895475" y="1800225"/>
                </a:lnTo>
                <a:lnTo>
                  <a:pt x="1895475" y="1828800"/>
                </a:lnTo>
                <a:lnTo>
                  <a:pt x="1885950" y="1828800"/>
                </a:lnTo>
                <a:close/>
                <a:moveTo>
                  <a:pt x="2809875" y="1800225"/>
                </a:moveTo>
                <a:lnTo>
                  <a:pt x="2819400" y="1800225"/>
                </a:lnTo>
                <a:lnTo>
                  <a:pt x="2819400" y="1809750"/>
                </a:lnTo>
                <a:lnTo>
                  <a:pt x="2809875" y="1809750"/>
                </a:lnTo>
                <a:close/>
                <a:moveTo>
                  <a:pt x="1962150" y="1809750"/>
                </a:moveTo>
                <a:lnTo>
                  <a:pt x="1971675" y="1809750"/>
                </a:lnTo>
                <a:lnTo>
                  <a:pt x="1971675" y="1828800"/>
                </a:lnTo>
                <a:lnTo>
                  <a:pt x="1962150" y="1828800"/>
                </a:lnTo>
                <a:close/>
                <a:moveTo>
                  <a:pt x="2247900" y="1809750"/>
                </a:moveTo>
                <a:lnTo>
                  <a:pt x="2257425" y="1809750"/>
                </a:lnTo>
                <a:lnTo>
                  <a:pt x="2257425" y="1819275"/>
                </a:lnTo>
                <a:lnTo>
                  <a:pt x="2247900" y="1819275"/>
                </a:lnTo>
                <a:close/>
                <a:moveTo>
                  <a:pt x="2790825" y="1809750"/>
                </a:moveTo>
                <a:lnTo>
                  <a:pt x="2809875" y="1809750"/>
                </a:lnTo>
                <a:lnTo>
                  <a:pt x="2809875" y="1819275"/>
                </a:lnTo>
                <a:lnTo>
                  <a:pt x="2790825" y="1819275"/>
                </a:lnTo>
                <a:close/>
                <a:moveTo>
                  <a:pt x="2343150" y="1819275"/>
                </a:moveTo>
                <a:lnTo>
                  <a:pt x="2352675" y="1819275"/>
                </a:lnTo>
                <a:lnTo>
                  <a:pt x="2352675" y="1828800"/>
                </a:lnTo>
                <a:lnTo>
                  <a:pt x="2343150" y="1828800"/>
                </a:lnTo>
                <a:close/>
                <a:moveTo>
                  <a:pt x="2362200" y="1819275"/>
                </a:moveTo>
                <a:lnTo>
                  <a:pt x="2390775" y="1819275"/>
                </a:lnTo>
                <a:lnTo>
                  <a:pt x="2390775" y="1828800"/>
                </a:lnTo>
                <a:lnTo>
                  <a:pt x="2362200" y="1828800"/>
                </a:lnTo>
                <a:close/>
                <a:moveTo>
                  <a:pt x="2409825" y="1819275"/>
                </a:moveTo>
                <a:lnTo>
                  <a:pt x="2419350" y="1819275"/>
                </a:lnTo>
                <a:lnTo>
                  <a:pt x="2419350" y="1828800"/>
                </a:lnTo>
                <a:lnTo>
                  <a:pt x="2409825" y="1828800"/>
                </a:lnTo>
                <a:close/>
                <a:moveTo>
                  <a:pt x="2400300" y="1828800"/>
                </a:moveTo>
                <a:lnTo>
                  <a:pt x="2409825" y="1828800"/>
                </a:lnTo>
                <a:lnTo>
                  <a:pt x="2409825" y="1838325"/>
                </a:lnTo>
                <a:lnTo>
                  <a:pt x="2400300" y="1838325"/>
                </a:lnTo>
                <a:close/>
                <a:moveTo>
                  <a:pt x="2438400" y="1828800"/>
                </a:moveTo>
                <a:lnTo>
                  <a:pt x="2447925" y="1828800"/>
                </a:lnTo>
                <a:lnTo>
                  <a:pt x="2447925" y="1838325"/>
                </a:lnTo>
                <a:lnTo>
                  <a:pt x="2438400" y="1838325"/>
                </a:lnTo>
                <a:close/>
                <a:moveTo>
                  <a:pt x="2457450" y="1828800"/>
                </a:moveTo>
                <a:lnTo>
                  <a:pt x="2476500" y="1828800"/>
                </a:lnTo>
                <a:lnTo>
                  <a:pt x="2476500" y="1838325"/>
                </a:lnTo>
                <a:lnTo>
                  <a:pt x="2457450" y="1838325"/>
                </a:lnTo>
                <a:close/>
                <a:moveTo>
                  <a:pt x="3543300" y="1828800"/>
                </a:moveTo>
                <a:lnTo>
                  <a:pt x="3562350" y="1828800"/>
                </a:lnTo>
                <a:lnTo>
                  <a:pt x="3562350" y="1866900"/>
                </a:lnTo>
                <a:lnTo>
                  <a:pt x="3543300" y="1866900"/>
                </a:lnTo>
                <a:close/>
                <a:moveTo>
                  <a:pt x="2076450" y="1838325"/>
                </a:moveTo>
                <a:lnTo>
                  <a:pt x="2085975" y="1838325"/>
                </a:lnTo>
                <a:lnTo>
                  <a:pt x="2085975" y="1857375"/>
                </a:lnTo>
                <a:lnTo>
                  <a:pt x="2076450" y="1857375"/>
                </a:lnTo>
                <a:close/>
                <a:moveTo>
                  <a:pt x="2476500" y="1838325"/>
                </a:moveTo>
                <a:lnTo>
                  <a:pt x="2514600" y="1838325"/>
                </a:lnTo>
                <a:lnTo>
                  <a:pt x="2514600" y="1847850"/>
                </a:lnTo>
                <a:lnTo>
                  <a:pt x="2476500" y="1847850"/>
                </a:lnTo>
                <a:close/>
                <a:moveTo>
                  <a:pt x="3514725" y="1838325"/>
                </a:moveTo>
                <a:lnTo>
                  <a:pt x="3524250" y="1838325"/>
                </a:lnTo>
                <a:lnTo>
                  <a:pt x="3524250" y="1866900"/>
                </a:lnTo>
                <a:lnTo>
                  <a:pt x="3514725" y="1866900"/>
                </a:lnTo>
                <a:close/>
                <a:moveTo>
                  <a:pt x="2314575" y="1847850"/>
                </a:moveTo>
                <a:lnTo>
                  <a:pt x="2333625" y="1847850"/>
                </a:lnTo>
                <a:lnTo>
                  <a:pt x="2333625" y="1866900"/>
                </a:lnTo>
                <a:lnTo>
                  <a:pt x="2314575" y="1866900"/>
                </a:lnTo>
                <a:close/>
                <a:moveTo>
                  <a:pt x="3095625" y="1847850"/>
                </a:moveTo>
                <a:lnTo>
                  <a:pt x="3105150" y="1847850"/>
                </a:lnTo>
                <a:lnTo>
                  <a:pt x="3105150" y="1857375"/>
                </a:lnTo>
                <a:lnTo>
                  <a:pt x="3095625" y="1857375"/>
                </a:lnTo>
                <a:close/>
                <a:moveTo>
                  <a:pt x="3171825" y="1847850"/>
                </a:moveTo>
                <a:lnTo>
                  <a:pt x="3181350" y="1847850"/>
                </a:lnTo>
                <a:lnTo>
                  <a:pt x="3181350" y="1857375"/>
                </a:lnTo>
                <a:lnTo>
                  <a:pt x="3200400" y="1857375"/>
                </a:lnTo>
                <a:lnTo>
                  <a:pt x="3200400" y="1866900"/>
                </a:lnTo>
                <a:lnTo>
                  <a:pt x="3209925" y="1866900"/>
                </a:lnTo>
                <a:lnTo>
                  <a:pt x="3209925" y="1895475"/>
                </a:lnTo>
                <a:lnTo>
                  <a:pt x="3200400" y="1895475"/>
                </a:lnTo>
                <a:lnTo>
                  <a:pt x="3200400" y="1876425"/>
                </a:lnTo>
                <a:lnTo>
                  <a:pt x="3190875" y="1876425"/>
                </a:lnTo>
                <a:lnTo>
                  <a:pt x="3190875" y="1866900"/>
                </a:lnTo>
                <a:lnTo>
                  <a:pt x="3171825" y="1866900"/>
                </a:lnTo>
                <a:close/>
                <a:moveTo>
                  <a:pt x="1962150" y="1857375"/>
                </a:moveTo>
                <a:lnTo>
                  <a:pt x="1971675" y="1857375"/>
                </a:lnTo>
                <a:lnTo>
                  <a:pt x="1971675" y="1866900"/>
                </a:lnTo>
                <a:lnTo>
                  <a:pt x="1962150" y="1866900"/>
                </a:lnTo>
                <a:close/>
                <a:moveTo>
                  <a:pt x="2085975" y="1857375"/>
                </a:moveTo>
                <a:lnTo>
                  <a:pt x="2114550" y="1857375"/>
                </a:lnTo>
                <a:lnTo>
                  <a:pt x="2114550" y="1866900"/>
                </a:lnTo>
                <a:lnTo>
                  <a:pt x="2085975" y="1866900"/>
                </a:lnTo>
                <a:close/>
                <a:moveTo>
                  <a:pt x="2352675" y="1857375"/>
                </a:moveTo>
                <a:lnTo>
                  <a:pt x="2409825" y="1857375"/>
                </a:lnTo>
                <a:lnTo>
                  <a:pt x="2409825" y="1866900"/>
                </a:lnTo>
                <a:lnTo>
                  <a:pt x="2352675" y="1866900"/>
                </a:lnTo>
                <a:close/>
                <a:moveTo>
                  <a:pt x="3238500" y="1857375"/>
                </a:moveTo>
                <a:lnTo>
                  <a:pt x="3257550" y="1857375"/>
                </a:lnTo>
                <a:lnTo>
                  <a:pt x="3257550" y="1866900"/>
                </a:lnTo>
                <a:lnTo>
                  <a:pt x="3248025" y="1866900"/>
                </a:lnTo>
                <a:lnTo>
                  <a:pt x="3248025" y="1876425"/>
                </a:lnTo>
                <a:lnTo>
                  <a:pt x="3238500" y="1876425"/>
                </a:lnTo>
                <a:close/>
                <a:moveTo>
                  <a:pt x="161925" y="1866900"/>
                </a:moveTo>
                <a:lnTo>
                  <a:pt x="171450" y="1866900"/>
                </a:lnTo>
                <a:lnTo>
                  <a:pt x="171450" y="1952625"/>
                </a:lnTo>
                <a:lnTo>
                  <a:pt x="161925" y="1952625"/>
                </a:lnTo>
                <a:close/>
                <a:moveTo>
                  <a:pt x="1971675" y="1866900"/>
                </a:moveTo>
                <a:lnTo>
                  <a:pt x="1981200" y="1866900"/>
                </a:lnTo>
                <a:lnTo>
                  <a:pt x="1981200" y="1876425"/>
                </a:lnTo>
                <a:lnTo>
                  <a:pt x="1971675" y="1876425"/>
                </a:lnTo>
                <a:close/>
                <a:moveTo>
                  <a:pt x="2428875" y="1866900"/>
                </a:moveTo>
                <a:lnTo>
                  <a:pt x="2466975" y="1866900"/>
                </a:lnTo>
                <a:lnTo>
                  <a:pt x="2466975" y="1876425"/>
                </a:lnTo>
                <a:lnTo>
                  <a:pt x="2428875" y="1876425"/>
                </a:lnTo>
                <a:close/>
                <a:moveTo>
                  <a:pt x="3038475" y="1866900"/>
                </a:moveTo>
                <a:lnTo>
                  <a:pt x="3048000" y="1866900"/>
                </a:lnTo>
                <a:lnTo>
                  <a:pt x="3048000" y="1876425"/>
                </a:lnTo>
                <a:lnTo>
                  <a:pt x="3038475" y="1876425"/>
                </a:lnTo>
                <a:close/>
                <a:moveTo>
                  <a:pt x="1981200" y="1876425"/>
                </a:moveTo>
                <a:lnTo>
                  <a:pt x="1990725" y="1876425"/>
                </a:lnTo>
                <a:lnTo>
                  <a:pt x="1990725" y="1885950"/>
                </a:lnTo>
                <a:lnTo>
                  <a:pt x="1981200" y="1885950"/>
                </a:lnTo>
                <a:close/>
                <a:moveTo>
                  <a:pt x="2238375" y="1876425"/>
                </a:moveTo>
                <a:lnTo>
                  <a:pt x="2247900" y="1876425"/>
                </a:lnTo>
                <a:lnTo>
                  <a:pt x="2247900" y="1885950"/>
                </a:lnTo>
                <a:lnTo>
                  <a:pt x="2238375" y="1885950"/>
                </a:lnTo>
                <a:close/>
                <a:moveTo>
                  <a:pt x="2495550" y="1876425"/>
                </a:moveTo>
                <a:lnTo>
                  <a:pt x="2514600" y="1876425"/>
                </a:lnTo>
                <a:lnTo>
                  <a:pt x="2514600" y="1885950"/>
                </a:lnTo>
                <a:lnTo>
                  <a:pt x="2495550" y="1885950"/>
                </a:lnTo>
                <a:close/>
                <a:moveTo>
                  <a:pt x="3048000" y="1876425"/>
                </a:moveTo>
                <a:lnTo>
                  <a:pt x="3057525" y="1876425"/>
                </a:lnTo>
                <a:lnTo>
                  <a:pt x="3057525" y="1885950"/>
                </a:lnTo>
                <a:lnTo>
                  <a:pt x="3048000" y="1885950"/>
                </a:lnTo>
                <a:close/>
                <a:moveTo>
                  <a:pt x="2019300" y="1885950"/>
                </a:moveTo>
                <a:lnTo>
                  <a:pt x="2028825" y="1885950"/>
                </a:lnTo>
                <a:lnTo>
                  <a:pt x="2028825" y="1895475"/>
                </a:lnTo>
                <a:lnTo>
                  <a:pt x="2019300" y="1895475"/>
                </a:lnTo>
                <a:close/>
                <a:moveTo>
                  <a:pt x="3086100" y="1885950"/>
                </a:moveTo>
                <a:lnTo>
                  <a:pt x="3095625" y="1885950"/>
                </a:lnTo>
                <a:lnTo>
                  <a:pt x="3095625" y="1895475"/>
                </a:lnTo>
                <a:lnTo>
                  <a:pt x="3086100" y="1895475"/>
                </a:lnTo>
                <a:close/>
                <a:moveTo>
                  <a:pt x="3105150" y="1885950"/>
                </a:moveTo>
                <a:lnTo>
                  <a:pt x="3114675" y="1885950"/>
                </a:lnTo>
                <a:lnTo>
                  <a:pt x="3114675" y="1895475"/>
                </a:lnTo>
                <a:lnTo>
                  <a:pt x="3105150" y="1895475"/>
                </a:lnTo>
                <a:close/>
                <a:moveTo>
                  <a:pt x="3124200" y="1885950"/>
                </a:moveTo>
                <a:lnTo>
                  <a:pt x="3133725" y="1885950"/>
                </a:lnTo>
                <a:lnTo>
                  <a:pt x="3133725" y="1895475"/>
                </a:lnTo>
                <a:lnTo>
                  <a:pt x="3124200" y="1895475"/>
                </a:lnTo>
                <a:close/>
                <a:moveTo>
                  <a:pt x="2095500" y="1895475"/>
                </a:moveTo>
                <a:lnTo>
                  <a:pt x="2114550" y="1895475"/>
                </a:lnTo>
                <a:lnTo>
                  <a:pt x="2114550" y="1905000"/>
                </a:lnTo>
                <a:lnTo>
                  <a:pt x="2095500" y="1905000"/>
                </a:lnTo>
                <a:close/>
                <a:moveTo>
                  <a:pt x="3143250" y="1895475"/>
                </a:moveTo>
                <a:lnTo>
                  <a:pt x="3162300" y="1895475"/>
                </a:lnTo>
                <a:lnTo>
                  <a:pt x="3162300" y="1905000"/>
                </a:lnTo>
                <a:lnTo>
                  <a:pt x="3143250" y="1905000"/>
                </a:lnTo>
                <a:close/>
                <a:moveTo>
                  <a:pt x="2181225" y="1905000"/>
                </a:moveTo>
                <a:lnTo>
                  <a:pt x="2190750" y="1905000"/>
                </a:lnTo>
                <a:lnTo>
                  <a:pt x="2190750" y="1914525"/>
                </a:lnTo>
                <a:lnTo>
                  <a:pt x="2181225" y="1914525"/>
                </a:lnTo>
                <a:close/>
                <a:moveTo>
                  <a:pt x="2209800" y="1905000"/>
                </a:moveTo>
                <a:lnTo>
                  <a:pt x="2219325" y="1905000"/>
                </a:lnTo>
                <a:lnTo>
                  <a:pt x="2219325" y="1914525"/>
                </a:lnTo>
                <a:lnTo>
                  <a:pt x="2209800" y="1914525"/>
                </a:lnTo>
                <a:close/>
                <a:moveTo>
                  <a:pt x="3267075" y="1905000"/>
                </a:moveTo>
                <a:lnTo>
                  <a:pt x="3295650" y="1905000"/>
                </a:lnTo>
                <a:lnTo>
                  <a:pt x="3295650" y="1914525"/>
                </a:lnTo>
                <a:lnTo>
                  <a:pt x="3267075" y="1914525"/>
                </a:lnTo>
                <a:close/>
                <a:moveTo>
                  <a:pt x="3505200" y="1905000"/>
                </a:moveTo>
                <a:lnTo>
                  <a:pt x="3514725" y="1905000"/>
                </a:lnTo>
                <a:lnTo>
                  <a:pt x="3514725" y="1933575"/>
                </a:lnTo>
                <a:lnTo>
                  <a:pt x="3505200" y="1933575"/>
                </a:lnTo>
                <a:close/>
                <a:moveTo>
                  <a:pt x="3533775" y="1905000"/>
                </a:moveTo>
                <a:lnTo>
                  <a:pt x="3552825" y="1905000"/>
                </a:lnTo>
                <a:lnTo>
                  <a:pt x="3552825" y="1952625"/>
                </a:lnTo>
                <a:lnTo>
                  <a:pt x="3533775" y="1952625"/>
                </a:lnTo>
                <a:close/>
                <a:moveTo>
                  <a:pt x="1885950" y="1914525"/>
                </a:moveTo>
                <a:lnTo>
                  <a:pt x="1895475" y="1914525"/>
                </a:lnTo>
                <a:lnTo>
                  <a:pt x="1895475" y="1962150"/>
                </a:lnTo>
                <a:lnTo>
                  <a:pt x="1885950" y="1962150"/>
                </a:lnTo>
                <a:lnTo>
                  <a:pt x="1885950" y="1943100"/>
                </a:lnTo>
                <a:lnTo>
                  <a:pt x="1876425" y="1943100"/>
                </a:lnTo>
                <a:lnTo>
                  <a:pt x="1876425" y="1924050"/>
                </a:lnTo>
                <a:lnTo>
                  <a:pt x="1885950" y="1924050"/>
                </a:lnTo>
                <a:close/>
                <a:moveTo>
                  <a:pt x="1133475" y="1924050"/>
                </a:moveTo>
                <a:lnTo>
                  <a:pt x="1143000" y="1924050"/>
                </a:lnTo>
                <a:lnTo>
                  <a:pt x="1143000" y="1943100"/>
                </a:lnTo>
                <a:lnTo>
                  <a:pt x="1133475" y="1943100"/>
                </a:lnTo>
                <a:close/>
                <a:moveTo>
                  <a:pt x="1200150" y="1924050"/>
                </a:moveTo>
                <a:lnTo>
                  <a:pt x="1219200" y="1924050"/>
                </a:lnTo>
                <a:lnTo>
                  <a:pt x="1219200" y="1933575"/>
                </a:lnTo>
                <a:lnTo>
                  <a:pt x="1200150" y="1933575"/>
                </a:lnTo>
                <a:close/>
                <a:moveTo>
                  <a:pt x="1847850" y="1924050"/>
                </a:moveTo>
                <a:lnTo>
                  <a:pt x="1857375" y="1924050"/>
                </a:lnTo>
                <a:lnTo>
                  <a:pt x="1857375" y="1952625"/>
                </a:lnTo>
                <a:lnTo>
                  <a:pt x="1847850" y="1952625"/>
                </a:lnTo>
                <a:close/>
                <a:moveTo>
                  <a:pt x="219075" y="1933575"/>
                </a:moveTo>
                <a:lnTo>
                  <a:pt x="228600" y="1933575"/>
                </a:lnTo>
                <a:lnTo>
                  <a:pt x="228600" y="1962150"/>
                </a:lnTo>
                <a:lnTo>
                  <a:pt x="219075" y="1962150"/>
                </a:lnTo>
                <a:close/>
                <a:moveTo>
                  <a:pt x="1790700" y="1933575"/>
                </a:moveTo>
                <a:lnTo>
                  <a:pt x="1800225" y="1933575"/>
                </a:lnTo>
                <a:lnTo>
                  <a:pt x="1800225" y="1952625"/>
                </a:lnTo>
                <a:lnTo>
                  <a:pt x="1790700" y="1952625"/>
                </a:lnTo>
                <a:close/>
                <a:moveTo>
                  <a:pt x="1209675" y="1943100"/>
                </a:moveTo>
                <a:lnTo>
                  <a:pt x="1219200" y="1943100"/>
                </a:lnTo>
                <a:lnTo>
                  <a:pt x="1219200" y="1952625"/>
                </a:lnTo>
                <a:lnTo>
                  <a:pt x="1209675" y="1952625"/>
                </a:lnTo>
                <a:close/>
                <a:moveTo>
                  <a:pt x="1971675" y="1943100"/>
                </a:moveTo>
                <a:lnTo>
                  <a:pt x="1981200" y="1943100"/>
                </a:lnTo>
                <a:lnTo>
                  <a:pt x="1981200" y="1952625"/>
                </a:lnTo>
                <a:lnTo>
                  <a:pt x="1971675" y="1952625"/>
                </a:lnTo>
                <a:close/>
                <a:moveTo>
                  <a:pt x="2000250" y="1943100"/>
                </a:moveTo>
                <a:lnTo>
                  <a:pt x="2019300" y="1943100"/>
                </a:lnTo>
                <a:lnTo>
                  <a:pt x="2019300" y="1952625"/>
                </a:lnTo>
                <a:lnTo>
                  <a:pt x="2000250" y="1952625"/>
                </a:lnTo>
                <a:close/>
                <a:moveTo>
                  <a:pt x="1200150" y="1952625"/>
                </a:moveTo>
                <a:lnTo>
                  <a:pt x="1209675" y="1952625"/>
                </a:lnTo>
                <a:lnTo>
                  <a:pt x="1209675" y="1981200"/>
                </a:lnTo>
                <a:lnTo>
                  <a:pt x="1200150" y="1981200"/>
                </a:lnTo>
                <a:lnTo>
                  <a:pt x="1200150" y="1990725"/>
                </a:lnTo>
                <a:lnTo>
                  <a:pt x="1190625" y="1990725"/>
                </a:lnTo>
                <a:lnTo>
                  <a:pt x="1190625" y="1981200"/>
                </a:lnTo>
                <a:lnTo>
                  <a:pt x="1181100" y="1981200"/>
                </a:lnTo>
                <a:lnTo>
                  <a:pt x="1181100" y="1971675"/>
                </a:lnTo>
                <a:lnTo>
                  <a:pt x="1190625" y="1971675"/>
                </a:lnTo>
                <a:lnTo>
                  <a:pt x="1190625" y="1962150"/>
                </a:lnTo>
                <a:lnTo>
                  <a:pt x="1200150" y="1962150"/>
                </a:lnTo>
                <a:close/>
                <a:moveTo>
                  <a:pt x="2076450" y="1952625"/>
                </a:moveTo>
                <a:lnTo>
                  <a:pt x="2095500" y="1952625"/>
                </a:lnTo>
                <a:lnTo>
                  <a:pt x="2095500" y="1962150"/>
                </a:lnTo>
                <a:lnTo>
                  <a:pt x="2076450" y="1962150"/>
                </a:lnTo>
                <a:close/>
                <a:moveTo>
                  <a:pt x="1895475" y="1962150"/>
                </a:moveTo>
                <a:lnTo>
                  <a:pt x="1905000" y="1962150"/>
                </a:lnTo>
                <a:lnTo>
                  <a:pt x="1905000" y="1971675"/>
                </a:lnTo>
                <a:lnTo>
                  <a:pt x="1895475" y="1971675"/>
                </a:lnTo>
                <a:close/>
                <a:moveTo>
                  <a:pt x="2171700" y="1962150"/>
                </a:moveTo>
                <a:lnTo>
                  <a:pt x="2190750" y="1962150"/>
                </a:lnTo>
                <a:lnTo>
                  <a:pt x="2190750" y="1971675"/>
                </a:lnTo>
                <a:lnTo>
                  <a:pt x="2171700" y="1971675"/>
                </a:lnTo>
                <a:close/>
                <a:moveTo>
                  <a:pt x="1943100" y="1971675"/>
                </a:moveTo>
                <a:lnTo>
                  <a:pt x="1952625" y="1971675"/>
                </a:lnTo>
                <a:lnTo>
                  <a:pt x="1952625" y="1981200"/>
                </a:lnTo>
                <a:lnTo>
                  <a:pt x="1943100" y="1981200"/>
                </a:lnTo>
                <a:close/>
                <a:moveTo>
                  <a:pt x="3495675" y="1971675"/>
                </a:moveTo>
                <a:lnTo>
                  <a:pt x="3505200" y="1971675"/>
                </a:lnTo>
                <a:lnTo>
                  <a:pt x="3505200" y="2000250"/>
                </a:lnTo>
                <a:lnTo>
                  <a:pt x="3495675" y="2000250"/>
                </a:lnTo>
                <a:close/>
                <a:moveTo>
                  <a:pt x="2219325" y="1990725"/>
                </a:moveTo>
                <a:lnTo>
                  <a:pt x="2228850" y="1990725"/>
                </a:lnTo>
                <a:lnTo>
                  <a:pt x="2228850" y="2000250"/>
                </a:lnTo>
                <a:lnTo>
                  <a:pt x="2219325" y="2000250"/>
                </a:lnTo>
                <a:close/>
                <a:moveTo>
                  <a:pt x="1857375" y="2038350"/>
                </a:moveTo>
                <a:lnTo>
                  <a:pt x="1866900" y="2038350"/>
                </a:lnTo>
                <a:lnTo>
                  <a:pt x="1866900" y="2076450"/>
                </a:lnTo>
                <a:lnTo>
                  <a:pt x="1857375" y="2076450"/>
                </a:lnTo>
                <a:close/>
                <a:moveTo>
                  <a:pt x="1933575" y="2038350"/>
                </a:moveTo>
                <a:lnTo>
                  <a:pt x="1943100" y="2038350"/>
                </a:lnTo>
                <a:lnTo>
                  <a:pt x="1943100" y="2057400"/>
                </a:lnTo>
                <a:lnTo>
                  <a:pt x="1933575" y="2057400"/>
                </a:lnTo>
                <a:close/>
                <a:moveTo>
                  <a:pt x="3486150" y="2038350"/>
                </a:moveTo>
                <a:lnTo>
                  <a:pt x="3495675" y="2038350"/>
                </a:lnTo>
                <a:lnTo>
                  <a:pt x="3495675" y="2066925"/>
                </a:lnTo>
                <a:lnTo>
                  <a:pt x="3486150" y="2066925"/>
                </a:lnTo>
                <a:close/>
                <a:moveTo>
                  <a:pt x="1800225" y="2047875"/>
                </a:moveTo>
                <a:lnTo>
                  <a:pt x="1809750" y="2047875"/>
                </a:lnTo>
                <a:lnTo>
                  <a:pt x="1809750" y="2085975"/>
                </a:lnTo>
                <a:lnTo>
                  <a:pt x="1800225" y="2085975"/>
                </a:lnTo>
                <a:close/>
                <a:moveTo>
                  <a:pt x="1905000" y="2047875"/>
                </a:moveTo>
                <a:lnTo>
                  <a:pt x="1914525" y="2047875"/>
                </a:lnTo>
                <a:lnTo>
                  <a:pt x="1914525" y="2076450"/>
                </a:lnTo>
                <a:lnTo>
                  <a:pt x="1905000" y="2076450"/>
                </a:lnTo>
                <a:close/>
                <a:moveTo>
                  <a:pt x="2219325" y="2047875"/>
                </a:moveTo>
                <a:lnTo>
                  <a:pt x="2228850" y="2047875"/>
                </a:lnTo>
                <a:lnTo>
                  <a:pt x="2228850" y="2066925"/>
                </a:lnTo>
                <a:lnTo>
                  <a:pt x="2219325" y="2066925"/>
                </a:lnTo>
                <a:close/>
                <a:moveTo>
                  <a:pt x="2295525" y="2057400"/>
                </a:moveTo>
                <a:lnTo>
                  <a:pt x="2305050" y="2057400"/>
                </a:lnTo>
                <a:lnTo>
                  <a:pt x="2305050" y="2066925"/>
                </a:lnTo>
                <a:lnTo>
                  <a:pt x="2295525" y="2066925"/>
                </a:lnTo>
                <a:close/>
                <a:moveTo>
                  <a:pt x="171450" y="2066925"/>
                </a:moveTo>
                <a:lnTo>
                  <a:pt x="180975" y="2066925"/>
                </a:lnTo>
                <a:lnTo>
                  <a:pt x="180975" y="2143125"/>
                </a:lnTo>
                <a:lnTo>
                  <a:pt x="171450" y="2143125"/>
                </a:lnTo>
                <a:close/>
                <a:moveTo>
                  <a:pt x="2276475" y="2076450"/>
                </a:moveTo>
                <a:lnTo>
                  <a:pt x="2286000" y="2076450"/>
                </a:lnTo>
                <a:lnTo>
                  <a:pt x="2286000" y="2105025"/>
                </a:lnTo>
                <a:lnTo>
                  <a:pt x="2276475" y="2105025"/>
                </a:lnTo>
                <a:close/>
                <a:moveTo>
                  <a:pt x="2324100" y="2076450"/>
                </a:moveTo>
                <a:lnTo>
                  <a:pt x="2333625" y="2076450"/>
                </a:lnTo>
                <a:lnTo>
                  <a:pt x="2333625" y="2085975"/>
                </a:lnTo>
                <a:lnTo>
                  <a:pt x="2324100" y="2085975"/>
                </a:lnTo>
                <a:close/>
                <a:moveTo>
                  <a:pt x="2400300" y="2076450"/>
                </a:moveTo>
                <a:lnTo>
                  <a:pt x="2419350" y="2076450"/>
                </a:lnTo>
                <a:lnTo>
                  <a:pt x="2419350" y="2085975"/>
                </a:lnTo>
                <a:lnTo>
                  <a:pt x="2400300" y="2085975"/>
                </a:lnTo>
                <a:close/>
                <a:moveTo>
                  <a:pt x="2447925" y="2076450"/>
                </a:moveTo>
                <a:lnTo>
                  <a:pt x="2457450" y="2076450"/>
                </a:lnTo>
                <a:lnTo>
                  <a:pt x="2457450" y="2085975"/>
                </a:lnTo>
                <a:lnTo>
                  <a:pt x="2447925" y="2085975"/>
                </a:lnTo>
                <a:close/>
                <a:moveTo>
                  <a:pt x="2495550" y="2076450"/>
                </a:moveTo>
                <a:lnTo>
                  <a:pt x="2505075" y="2076450"/>
                </a:lnTo>
                <a:lnTo>
                  <a:pt x="2505075" y="2085975"/>
                </a:lnTo>
                <a:lnTo>
                  <a:pt x="2495550" y="2085975"/>
                </a:lnTo>
                <a:close/>
                <a:moveTo>
                  <a:pt x="2419350" y="2085975"/>
                </a:moveTo>
                <a:lnTo>
                  <a:pt x="2428875" y="2085975"/>
                </a:lnTo>
                <a:lnTo>
                  <a:pt x="2428875" y="2095500"/>
                </a:lnTo>
                <a:lnTo>
                  <a:pt x="2419350" y="2095500"/>
                </a:lnTo>
                <a:close/>
                <a:moveTo>
                  <a:pt x="2486025" y="2085975"/>
                </a:moveTo>
                <a:lnTo>
                  <a:pt x="2495550" y="2085975"/>
                </a:lnTo>
                <a:lnTo>
                  <a:pt x="2495550" y="2105025"/>
                </a:lnTo>
                <a:lnTo>
                  <a:pt x="2486025" y="2105025"/>
                </a:lnTo>
                <a:close/>
                <a:moveTo>
                  <a:pt x="2514600" y="2085975"/>
                </a:moveTo>
                <a:lnTo>
                  <a:pt x="2524125" y="2085975"/>
                </a:lnTo>
                <a:lnTo>
                  <a:pt x="2524125" y="2095500"/>
                </a:lnTo>
                <a:lnTo>
                  <a:pt x="2514600" y="2095500"/>
                </a:lnTo>
                <a:close/>
                <a:moveTo>
                  <a:pt x="1914525" y="2105025"/>
                </a:moveTo>
                <a:lnTo>
                  <a:pt x="1933575" y="2105025"/>
                </a:lnTo>
                <a:lnTo>
                  <a:pt x="1933575" y="2124075"/>
                </a:lnTo>
                <a:lnTo>
                  <a:pt x="1914525" y="2124075"/>
                </a:lnTo>
                <a:close/>
                <a:moveTo>
                  <a:pt x="2466975" y="2105025"/>
                </a:moveTo>
                <a:lnTo>
                  <a:pt x="2486025" y="2105025"/>
                </a:lnTo>
                <a:lnTo>
                  <a:pt x="2486025" y="2114550"/>
                </a:lnTo>
                <a:lnTo>
                  <a:pt x="2476500" y="2114550"/>
                </a:lnTo>
                <a:lnTo>
                  <a:pt x="2476500" y="2133600"/>
                </a:lnTo>
                <a:lnTo>
                  <a:pt x="2457450" y="2133600"/>
                </a:lnTo>
                <a:lnTo>
                  <a:pt x="2457450" y="2124075"/>
                </a:lnTo>
                <a:lnTo>
                  <a:pt x="2447925" y="2124075"/>
                </a:lnTo>
                <a:lnTo>
                  <a:pt x="2447925" y="2114550"/>
                </a:lnTo>
                <a:lnTo>
                  <a:pt x="2457450" y="2114550"/>
                </a:lnTo>
                <a:lnTo>
                  <a:pt x="2457450" y="2124075"/>
                </a:lnTo>
                <a:lnTo>
                  <a:pt x="2466975" y="2124075"/>
                </a:lnTo>
                <a:close/>
                <a:moveTo>
                  <a:pt x="2314575" y="2114550"/>
                </a:moveTo>
                <a:lnTo>
                  <a:pt x="2324100" y="2114550"/>
                </a:lnTo>
                <a:lnTo>
                  <a:pt x="2324100" y="2124075"/>
                </a:lnTo>
                <a:lnTo>
                  <a:pt x="2314575" y="2124075"/>
                </a:lnTo>
                <a:close/>
                <a:moveTo>
                  <a:pt x="2343150" y="2114550"/>
                </a:moveTo>
                <a:lnTo>
                  <a:pt x="2352675" y="2114550"/>
                </a:lnTo>
                <a:lnTo>
                  <a:pt x="2352675" y="2124075"/>
                </a:lnTo>
                <a:lnTo>
                  <a:pt x="2343150" y="2124075"/>
                </a:lnTo>
                <a:close/>
                <a:moveTo>
                  <a:pt x="2381250" y="2114550"/>
                </a:moveTo>
                <a:lnTo>
                  <a:pt x="2400300" y="2114550"/>
                </a:lnTo>
                <a:lnTo>
                  <a:pt x="2400300" y="2124075"/>
                </a:lnTo>
                <a:lnTo>
                  <a:pt x="2381250" y="2124075"/>
                </a:lnTo>
                <a:close/>
                <a:moveTo>
                  <a:pt x="2524125" y="2114550"/>
                </a:moveTo>
                <a:lnTo>
                  <a:pt x="2543175" y="2114550"/>
                </a:lnTo>
                <a:lnTo>
                  <a:pt x="2543175" y="2133600"/>
                </a:lnTo>
                <a:lnTo>
                  <a:pt x="2533650" y="2133600"/>
                </a:lnTo>
                <a:lnTo>
                  <a:pt x="2533650" y="2124075"/>
                </a:lnTo>
                <a:lnTo>
                  <a:pt x="2524125" y="2124075"/>
                </a:lnTo>
                <a:close/>
                <a:moveTo>
                  <a:pt x="2324100" y="2124075"/>
                </a:moveTo>
                <a:lnTo>
                  <a:pt x="2343150" y="2124075"/>
                </a:lnTo>
                <a:lnTo>
                  <a:pt x="2343150" y="2133600"/>
                </a:lnTo>
                <a:lnTo>
                  <a:pt x="2324100" y="2133600"/>
                </a:lnTo>
                <a:close/>
                <a:moveTo>
                  <a:pt x="2562225" y="2124075"/>
                </a:moveTo>
                <a:lnTo>
                  <a:pt x="2571750" y="2124075"/>
                </a:lnTo>
                <a:lnTo>
                  <a:pt x="2571750" y="2143125"/>
                </a:lnTo>
                <a:lnTo>
                  <a:pt x="2562225" y="2143125"/>
                </a:lnTo>
                <a:close/>
                <a:moveTo>
                  <a:pt x="3476625" y="2124075"/>
                </a:moveTo>
                <a:lnTo>
                  <a:pt x="3486150" y="2124075"/>
                </a:lnTo>
                <a:lnTo>
                  <a:pt x="3486150" y="2143125"/>
                </a:lnTo>
                <a:lnTo>
                  <a:pt x="3476625" y="2143125"/>
                </a:lnTo>
                <a:close/>
                <a:moveTo>
                  <a:pt x="228600" y="2133600"/>
                </a:moveTo>
                <a:lnTo>
                  <a:pt x="238125" y="2133600"/>
                </a:lnTo>
                <a:lnTo>
                  <a:pt x="238125" y="2162175"/>
                </a:lnTo>
                <a:lnTo>
                  <a:pt x="228600" y="2162175"/>
                </a:lnTo>
                <a:close/>
                <a:moveTo>
                  <a:pt x="2209800" y="2133600"/>
                </a:moveTo>
                <a:lnTo>
                  <a:pt x="2219325" y="2133600"/>
                </a:lnTo>
                <a:lnTo>
                  <a:pt x="2219325" y="2152650"/>
                </a:lnTo>
                <a:lnTo>
                  <a:pt x="2209800" y="2152650"/>
                </a:lnTo>
                <a:close/>
                <a:moveTo>
                  <a:pt x="2543175" y="2133600"/>
                </a:moveTo>
                <a:lnTo>
                  <a:pt x="2552700" y="2133600"/>
                </a:lnTo>
                <a:lnTo>
                  <a:pt x="2552700" y="2143125"/>
                </a:lnTo>
                <a:lnTo>
                  <a:pt x="2543175" y="2143125"/>
                </a:lnTo>
                <a:close/>
                <a:moveTo>
                  <a:pt x="1866900" y="2152650"/>
                </a:moveTo>
                <a:lnTo>
                  <a:pt x="1876425" y="2152650"/>
                </a:lnTo>
                <a:lnTo>
                  <a:pt x="1876425" y="2200275"/>
                </a:lnTo>
                <a:lnTo>
                  <a:pt x="1866900" y="2200275"/>
                </a:lnTo>
                <a:close/>
                <a:moveTo>
                  <a:pt x="2276475" y="2152650"/>
                </a:moveTo>
                <a:lnTo>
                  <a:pt x="2295525" y="2152650"/>
                </a:lnTo>
                <a:lnTo>
                  <a:pt x="2295525" y="2162175"/>
                </a:lnTo>
                <a:lnTo>
                  <a:pt x="2276475" y="2162175"/>
                </a:lnTo>
                <a:close/>
                <a:moveTo>
                  <a:pt x="3000375" y="2152650"/>
                </a:moveTo>
                <a:lnTo>
                  <a:pt x="3067050" y="2152650"/>
                </a:lnTo>
                <a:lnTo>
                  <a:pt x="3067050" y="2162175"/>
                </a:lnTo>
                <a:lnTo>
                  <a:pt x="3152775" y="2162175"/>
                </a:lnTo>
                <a:lnTo>
                  <a:pt x="3152775" y="2171700"/>
                </a:lnTo>
                <a:lnTo>
                  <a:pt x="3228975" y="2171700"/>
                </a:lnTo>
                <a:lnTo>
                  <a:pt x="3228975" y="2181225"/>
                </a:lnTo>
                <a:lnTo>
                  <a:pt x="3267075" y="2181225"/>
                </a:lnTo>
                <a:lnTo>
                  <a:pt x="3267075" y="2190750"/>
                </a:lnTo>
                <a:lnTo>
                  <a:pt x="3228975" y="2190750"/>
                </a:lnTo>
                <a:lnTo>
                  <a:pt x="3228975" y="2200275"/>
                </a:lnTo>
                <a:lnTo>
                  <a:pt x="3257550" y="2200275"/>
                </a:lnTo>
                <a:lnTo>
                  <a:pt x="3257550" y="2228850"/>
                </a:lnTo>
                <a:lnTo>
                  <a:pt x="3248025" y="2228850"/>
                </a:lnTo>
                <a:lnTo>
                  <a:pt x="3248025" y="2219325"/>
                </a:lnTo>
                <a:lnTo>
                  <a:pt x="3219450" y="2219325"/>
                </a:lnTo>
                <a:lnTo>
                  <a:pt x="3219450" y="2238375"/>
                </a:lnTo>
                <a:lnTo>
                  <a:pt x="3209925" y="2238375"/>
                </a:lnTo>
                <a:lnTo>
                  <a:pt x="3209925" y="2247900"/>
                </a:lnTo>
                <a:lnTo>
                  <a:pt x="3219450" y="2247900"/>
                </a:lnTo>
                <a:lnTo>
                  <a:pt x="3219450" y="2266950"/>
                </a:lnTo>
                <a:lnTo>
                  <a:pt x="3248025" y="2266950"/>
                </a:lnTo>
                <a:lnTo>
                  <a:pt x="3248025" y="2257425"/>
                </a:lnTo>
                <a:lnTo>
                  <a:pt x="3257550" y="2257425"/>
                </a:lnTo>
                <a:lnTo>
                  <a:pt x="3257550" y="2228850"/>
                </a:lnTo>
                <a:lnTo>
                  <a:pt x="3276600" y="2228850"/>
                </a:lnTo>
                <a:lnTo>
                  <a:pt x="3276600" y="2238375"/>
                </a:lnTo>
                <a:lnTo>
                  <a:pt x="3286125" y="2238375"/>
                </a:lnTo>
                <a:lnTo>
                  <a:pt x="3286125" y="2247900"/>
                </a:lnTo>
                <a:lnTo>
                  <a:pt x="3295650" y="2247900"/>
                </a:lnTo>
                <a:lnTo>
                  <a:pt x="3295650" y="2219325"/>
                </a:lnTo>
                <a:lnTo>
                  <a:pt x="3286125" y="2219325"/>
                </a:lnTo>
                <a:lnTo>
                  <a:pt x="3286125" y="2209800"/>
                </a:lnTo>
                <a:lnTo>
                  <a:pt x="3276600" y="2209800"/>
                </a:lnTo>
                <a:lnTo>
                  <a:pt x="3276600" y="2200275"/>
                </a:lnTo>
                <a:lnTo>
                  <a:pt x="3267075" y="2200275"/>
                </a:lnTo>
                <a:lnTo>
                  <a:pt x="3267075" y="2190750"/>
                </a:lnTo>
                <a:lnTo>
                  <a:pt x="3286125" y="2190750"/>
                </a:lnTo>
                <a:lnTo>
                  <a:pt x="3286125" y="2200275"/>
                </a:lnTo>
                <a:lnTo>
                  <a:pt x="3295650" y="2200275"/>
                </a:lnTo>
                <a:lnTo>
                  <a:pt x="3295650" y="2219325"/>
                </a:lnTo>
                <a:lnTo>
                  <a:pt x="3305175" y="2219325"/>
                </a:lnTo>
                <a:lnTo>
                  <a:pt x="3305175" y="2266950"/>
                </a:lnTo>
                <a:lnTo>
                  <a:pt x="3295650" y="2266950"/>
                </a:lnTo>
                <a:lnTo>
                  <a:pt x="3295650" y="2286000"/>
                </a:lnTo>
                <a:lnTo>
                  <a:pt x="3286125" y="2286000"/>
                </a:lnTo>
                <a:lnTo>
                  <a:pt x="3286125" y="2295525"/>
                </a:lnTo>
                <a:lnTo>
                  <a:pt x="3276600" y="2295525"/>
                </a:lnTo>
                <a:lnTo>
                  <a:pt x="3276600" y="2305050"/>
                </a:lnTo>
                <a:lnTo>
                  <a:pt x="3267075" y="2305050"/>
                </a:lnTo>
                <a:lnTo>
                  <a:pt x="3267075" y="2314575"/>
                </a:lnTo>
                <a:lnTo>
                  <a:pt x="3200400" y="2314575"/>
                </a:lnTo>
                <a:lnTo>
                  <a:pt x="3200400" y="2305050"/>
                </a:lnTo>
                <a:lnTo>
                  <a:pt x="3105150" y="2305050"/>
                </a:lnTo>
                <a:lnTo>
                  <a:pt x="3105150" y="2295525"/>
                </a:lnTo>
                <a:lnTo>
                  <a:pt x="3048000" y="2295525"/>
                </a:lnTo>
                <a:lnTo>
                  <a:pt x="3048000" y="2286000"/>
                </a:lnTo>
                <a:lnTo>
                  <a:pt x="3000375" y="2286000"/>
                </a:lnTo>
                <a:lnTo>
                  <a:pt x="3000375" y="2276475"/>
                </a:lnTo>
                <a:lnTo>
                  <a:pt x="2990850" y="2276475"/>
                </a:lnTo>
                <a:lnTo>
                  <a:pt x="2990850" y="2266950"/>
                </a:lnTo>
                <a:lnTo>
                  <a:pt x="2981325" y="2266950"/>
                </a:lnTo>
                <a:lnTo>
                  <a:pt x="2981325" y="2257425"/>
                </a:lnTo>
                <a:lnTo>
                  <a:pt x="2971800" y="2257425"/>
                </a:lnTo>
                <a:lnTo>
                  <a:pt x="2971800" y="2238375"/>
                </a:lnTo>
                <a:lnTo>
                  <a:pt x="2962275" y="2238375"/>
                </a:lnTo>
                <a:lnTo>
                  <a:pt x="2962275" y="2200275"/>
                </a:lnTo>
                <a:lnTo>
                  <a:pt x="2971800" y="2200275"/>
                </a:lnTo>
                <a:lnTo>
                  <a:pt x="2971800" y="2181225"/>
                </a:lnTo>
                <a:lnTo>
                  <a:pt x="2981325" y="2181225"/>
                </a:lnTo>
                <a:lnTo>
                  <a:pt x="2981325" y="2171700"/>
                </a:lnTo>
                <a:lnTo>
                  <a:pt x="2990850" y="2171700"/>
                </a:lnTo>
                <a:lnTo>
                  <a:pt x="2990850" y="2162175"/>
                </a:lnTo>
                <a:lnTo>
                  <a:pt x="3000375" y="2162175"/>
                </a:lnTo>
                <a:close/>
                <a:moveTo>
                  <a:pt x="2295525" y="2162175"/>
                </a:moveTo>
                <a:lnTo>
                  <a:pt x="2305050" y="2162175"/>
                </a:lnTo>
                <a:lnTo>
                  <a:pt x="2305050" y="2171700"/>
                </a:lnTo>
                <a:lnTo>
                  <a:pt x="2295525" y="2171700"/>
                </a:lnTo>
                <a:close/>
                <a:moveTo>
                  <a:pt x="2371725" y="2171700"/>
                </a:moveTo>
                <a:lnTo>
                  <a:pt x="2400300" y="2171700"/>
                </a:lnTo>
                <a:lnTo>
                  <a:pt x="2400300" y="2181225"/>
                </a:lnTo>
                <a:lnTo>
                  <a:pt x="2371725" y="2181225"/>
                </a:lnTo>
                <a:close/>
                <a:moveTo>
                  <a:pt x="2409825" y="2171700"/>
                </a:moveTo>
                <a:lnTo>
                  <a:pt x="2419350" y="2171700"/>
                </a:lnTo>
                <a:lnTo>
                  <a:pt x="2419350" y="2181225"/>
                </a:lnTo>
                <a:lnTo>
                  <a:pt x="2409825" y="2181225"/>
                </a:lnTo>
                <a:close/>
                <a:moveTo>
                  <a:pt x="1809750" y="2181225"/>
                </a:moveTo>
                <a:lnTo>
                  <a:pt x="1819275" y="2181225"/>
                </a:lnTo>
                <a:lnTo>
                  <a:pt x="1819275" y="2200275"/>
                </a:lnTo>
                <a:lnTo>
                  <a:pt x="1809750" y="2200275"/>
                </a:lnTo>
                <a:close/>
                <a:moveTo>
                  <a:pt x="2362200" y="2181225"/>
                </a:moveTo>
                <a:lnTo>
                  <a:pt x="2371725" y="2181225"/>
                </a:lnTo>
                <a:lnTo>
                  <a:pt x="2371725" y="2190750"/>
                </a:lnTo>
                <a:lnTo>
                  <a:pt x="2362200" y="2190750"/>
                </a:lnTo>
                <a:close/>
                <a:moveTo>
                  <a:pt x="2428875" y="2181225"/>
                </a:moveTo>
                <a:lnTo>
                  <a:pt x="2438400" y="2181225"/>
                </a:lnTo>
                <a:lnTo>
                  <a:pt x="2438400" y="2190750"/>
                </a:lnTo>
                <a:lnTo>
                  <a:pt x="2428875" y="2190750"/>
                </a:lnTo>
                <a:close/>
                <a:moveTo>
                  <a:pt x="3467100" y="2190750"/>
                </a:moveTo>
                <a:lnTo>
                  <a:pt x="3476625" y="2190750"/>
                </a:lnTo>
                <a:lnTo>
                  <a:pt x="3476625" y="2219325"/>
                </a:lnTo>
                <a:lnTo>
                  <a:pt x="3467100" y="2219325"/>
                </a:lnTo>
                <a:close/>
                <a:moveTo>
                  <a:pt x="2305050" y="2200275"/>
                </a:moveTo>
                <a:lnTo>
                  <a:pt x="2314575" y="2200275"/>
                </a:lnTo>
                <a:lnTo>
                  <a:pt x="2314575" y="2209800"/>
                </a:lnTo>
                <a:lnTo>
                  <a:pt x="2305050" y="2209800"/>
                </a:lnTo>
                <a:close/>
                <a:moveTo>
                  <a:pt x="2324100" y="2209800"/>
                </a:moveTo>
                <a:lnTo>
                  <a:pt x="2352675" y="2209800"/>
                </a:lnTo>
                <a:lnTo>
                  <a:pt x="2352675" y="2219325"/>
                </a:lnTo>
                <a:lnTo>
                  <a:pt x="2324100" y="2219325"/>
                </a:lnTo>
                <a:close/>
                <a:moveTo>
                  <a:pt x="1933575" y="2219325"/>
                </a:moveTo>
                <a:lnTo>
                  <a:pt x="1943100" y="2219325"/>
                </a:lnTo>
                <a:lnTo>
                  <a:pt x="1943100" y="2228850"/>
                </a:lnTo>
                <a:lnTo>
                  <a:pt x="1933575" y="2228850"/>
                </a:lnTo>
                <a:close/>
                <a:moveTo>
                  <a:pt x="2200275" y="2219325"/>
                </a:moveTo>
                <a:lnTo>
                  <a:pt x="2209800" y="2219325"/>
                </a:lnTo>
                <a:lnTo>
                  <a:pt x="2209800" y="2228850"/>
                </a:lnTo>
                <a:lnTo>
                  <a:pt x="2200275" y="2228850"/>
                </a:lnTo>
                <a:close/>
                <a:moveTo>
                  <a:pt x="2447925" y="2219325"/>
                </a:moveTo>
                <a:lnTo>
                  <a:pt x="2466975" y="2219325"/>
                </a:lnTo>
                <a:lnTo>
                  <a:pt x="2466975" y="2228850"/>
                </a:lnTo>
                <a:lnTo>
                  <a:pt x="2447925" y="2228850"/>
                </a:lnTo>
                <a:close/>
                <a:moveTo>
                  <a:pt x="2476500" y="2219325"/>
                </a:moveTo>
                <a:lnTo>
                  <a:pt x="2486025" y="2219325"/>
                </a:lnTo>
                <a:lnTo>
                  <a:pt x="2486025" y="2228850"/>
                </a:lnTo>
                <a:lnTo>
                  <a:pt x="2476500" y="2228850"/>
                </a:lnTo>
                <a:close/>
                <a:moveTo>
                  <a:pt x="1952625" y="2228850"/>
                </a:moveTo>
                <a:lnTo>
                  <a:pt x="1962150" y="2228850"/>
                </a:lnTo>
                <a:lnTo>
                  <a:pt x="1962150" y="2238375"/>
                </a:lnTo>
                <a:lnTo>
                  <a:pt x="1952625" y="2238375"/>
                </a:lnTo>
                <a:close/>
                <a:moveTo>
                  <a:pt x="1914525" y="2238375"/>
                </a:moveTo>
                <a:lnTo>
                  <a:pt x="1924050" y="2238375"/>
                </a:lnTo>
                <a:lnTo>
                  <a:pt x="1924050" y="2257425"/>
                </a:lnTo>
                <a:lnTo>
                  <a:pt x="1914525" y="2257425"/>
                </a:lnTo>
                <a:lnTo>
                  <a:pt x="1914525" y="2276475"/>
                </a:lnTo>
                <a:lnTo>
                  <a:pt x="1905000" y="2276475"/>
                </a:lnTo>
                <a:lnTo>
                  <a:pt x="1905000" y="2286000"/>
                </a:lnTo>
                <a:lnTo>
                  <a:pt x="1895475" y="2286000"/>
                </a:lnTo>
                <a:lnTo>
                  <a:pt x="1895475" y="2257425"/>
                </a:lnTo>
                <a:lnTo>
                  <a:pt x="1905000" y="2257425"/>
                </a:lnTo>
                <a:lnTo>
                  <a:pt x="1905000" y="2247900"/>
                </a:lnTo>
                <a:lnTo>
                  <a:pt x="1914525" y="2247900"/>
                </a:lnTo>
                <a:close/>
                <a:moveTo>
                  <a:pt x="2019300" y="2238375"/>
                </a:moveTo>
                <a:lnTo>
                  <a:pt x="2038350" y="2238375"/>
                </a:lnTo>
                <a:lnTo>
                  <a:pt x="2038350" y="2247900"/>
                </a:lnTo>
                <a:lnTo>
                  <a:pt x="2019300" y="2247900"/>
                </a:lnTo>
                <a:close/>
                <a:moveTo>
                  <a:pt x="2190750" y="2238375"/>
                </a:moveTo>
                <a:lnTo>
                  <a:pt x="2200275" y="2238375"/>
                </a:lnTo>
                <a:lnTo>
                  <a:pt x="2200275" y="2247900"/>
                </a:lnTo>
                <a:lnTo>
                  <a:pt x="2190750" y="2247900"/>
                </a:lnTo>
                <a:close/>
                <a:moveTo>
                  <a:pt x="2085975" y="2247900"/>
                </a:moveTo>
                <a:lnTo>
                  <a:pt x="2105025" y="2247900"/>
                </a:lnTo>
                <a:lnTo>
                  <a:pt x="2105025" y="2257425"/>
                </a:lnTo>
                <a:lnTo>
                  <a:pt x="2085975" y="2257425"/>
                </a:lnTo>
                <a:close/>
                <a:moveTo>
                  <a:pt x="2181225" y="2247900"/>
                </a:moveTo>
                <a:lnTo>
                  <a:pt x="2190750" y="2247900"/>
                </a:lnTo>
                <a:lnTo>
                  <a:pt x="2190750" y="2257425"/>
                </a:lnTo>
                <a:lnTo>
                  <a:pt x="2181225" y="2257425"/>
                </a:lnTo>
                <a:close/>
                <a:moveTo>
                  <a:pt x="3019425" y="2247900"/>
                </a:moveTo>
                <a:lnTo>
                  <a:pt x="3086100" y="2247900"/>
                </a:lnTo>
                <a:lnTo>
                  <a:pt x="3086100" y="2257425"/>
                </a:lnTo>
                <a:lnTo>
                  <a:pt x="3133725" y="2257425"/>
                </a:lnTo>
                <a:lnTo>
                  <a:pt x="3133725" y="2266950"/>
                </a:lnTo>
                <a:lnTo>
                  <a:pt x="3190875" y="2266950"/>
                </a:lnTo>
                <a:lnTo>
                  <a:pt x="3190875" y="2257425"/>
                </a:lnTo>
                <a:lnTo>
                  <a:pt x="3200400" y="2257425"/>
                </a:lnTo>
                <a:lnTo>
                  <a:pt x="3200400" y="2238375"/>
                </a:lnTo>
                <a:lnTo>
                  <a:pt x="3190875" y="2238375"/>
                </a:lnTo>
                <a:lnTo>
                  <a:pt x="3190875" y="2228850"/>
                </a:lnTo>
                <a:lnTo>
                  <a:pt x="3181350" y="2228850"/>
                </a:lnTo>
                <a:lnTo>
                  <a:pt x="3181350" y="2219325"/>
                </a:lnTo>
                <a:lnTo>
                  <a:pt x="3162300" y="2219325"/>
                </a:lnTo>
                <a:lnTo>
                  <a:pt x="3162300" y="2209800"/>
                </a:lnTo>
                <a:lnTo>
                  <a:pt x="3143250" y="2209800"/>
                </a:lnTo>
                <a:lnTo>
                  <a:pt x="3143250" y="2219325"/>
                </a:lnTo>
                <a:lnTo>
                  <a:pt x="3105150" y="2219325"/>
                </a:lnTo>
                <a:lnTo>
                  <a:pt x="3105150" y="2209800"/>
                </a:lnTo>
                <a:lnTo>
                  <a:pt x="3057525" y="2209800"/>
                </a:lnTo>
                <a:lnTo>
                  <a:pt x="3057525" y="2200275"/>
                </a:lnTo>
                <a:lnTo>
                  <a:pt x="3048000" y="2200275"/>
                </a:lnTo>
                <a:lnTo>
                  <a:pt x="3048000" y="2190750"/>
                </a:lnTo>
                <a:lnTo>
                  <a:pt x="3028950" y="2190750"/>
                </a:lnTo>
                <a:lnTo>
                  <a:pt x="3028950" y="2200275"/>
                </a:lnTo>
                <a:lnTo>
                  <a:pt x="3019425" y="2200275"/>
                </a:lnTo>
                <a:close/>
                <a:moveTo>
                  <a:pt x="2981325" y="2257425"/>
                </a:moveTo>
                <a:lnTo>
                  <a:pt x="2990850" y="2257425"/>
                </a:lnTo>
                <a:lnTo>
                  <a:pt x="2990850" y="2238375"/>
                </a:lnTo>
                <a:lnTo>
                  <a:pt x="2981325" y="2238375"/>
                </a:lnTo>
                <a:close/>
                <a:moveTo>
                  <a:pt x="3457575" y="2257425"/>
                </a:moveTo>
                <a:lnTo>
                  <a:pt x="3467100" y="2257425"/>
                </a:lnTo>
                <a:lnTo>
                  <a:pt x="3467100" y="2286000"/>
                </a:lnTo>
                <a:lnTo>
                  <a:pt x="3457575" y="2286000"/>
                </a:lnTo>
                <a:close/>
                <a:moveTo>
                  <a:pt x="2990850" y="2266950"/>
                </a:moveTo>
                <a:lnTo>
                  <a:pt x="3000375" y="2266950"/>
                </a:lnTo>
                <a:lnTo>
                  <a:pt x="3000375" y="2257425"/>
                </a:lnTo>
                <a:lnTo>
                  <a:pt x="2990850" y="2257425"/>
                </a:lnTo>
                <a:close/>
                <a:moveTo>
                  <a:pt x="180975" y="2276475"/>
                </a:moveTo>
                <a:lnTo>
                  <a:pt x="190500" y="2276475"/>
                </a:lnTo>
                <a:lnTo>
                  <a:pt x="190500" y="2324100"/>
                </a:lnTo>
                <a:lnTo>
                  <a:pt x="180975" y="2324100"/>
                </a:lnTo>
                <a:close/>
                <a:moveTo>
                  <a:pt x="657225" y="2276475"/>
                </a:moveTo>
                <a:lnTo>
                  <a:pt x="666750" y="2276475"/>
                </a:lnTo>
                <a:lnTo>
                  <a:pt x="666750" y="2305050"/>
                </a:lnTo>
                <a:lnTo>
                  <a:pt x="657225" y="2305050"/>
                </a:lnTo>
                <a:close/>
                <a:moveTo>
                  <a:pt x="1876425" y="2286000"/>
                </a:moveTo>
                <a:lnTo>
                  <a:pt x="1885950" y="2286000"/>
                </a:lnTo>
                <a:lnTo>
                  <a:pt x="1885950" y="2343150"/>
                </a:lnTo>
                <a:lnTo>
                  <a:pt x="1876425" y="2343150"/>
                </a:lnTo>
                <a:close/>
                <a:moveTo>
                  <a:pt x="1819275" y="2295525"/>
                </a:moveTo>
                <a:lnTo>
                  <a:pt x="1828800" y="2295525"/>
                </a:lnTo>
                <a:lnTo>
                  <a:pt x="1828800" y="2324100"/>
                </a:lnTo>
                <a:lnTo>
                  <a:pt x="1819275" y="2324100"/>
                </a:lnTo>
                <a:close/>
                <a:moveTo>
                  <a:pt x="2000250" y="2295525"/>
                </a:moveTo>
                <a:lnTo>
                  <a:pt x="2019300" y="2295525"/>
                </a:lnTo>
                <a:lnTo>
                  <a:pt x="2019300" y="2305050"/>
                </a:lnTo>
                <a:lnTo>
                  <a:pt x="2000250" y="2305050"/>
                </a:lnTo>
                <a:close/>
                <a:moveTo>
                  <a:pt x="3143250" y="2295525"/>
                </a:moveTo>
                <a:lnTo>
                  <a:pt x="3162300" y="2295525"/>
                </a:lnTo>
                <a:lnTo>
                  <a:pt x="3162300" y="2286000"/>
                </a:lnTo>
                <a:lnTo>
                  <a:pt x="3143250" y="2286000"/>
                </a:lnTo>
                <a:close/>
                <a:moveTo>
                  <a:pt x="2085975" y="2305050"/>
                </a:moveTo>
                <a:lnTo>
                  <a:pt x="2105025" y="2305050"/>
                </a:lnTo>
                <a:lnTo>
                  <a:pt x="2105025" y="2314575"/>
                </a:lnTo>
                <a:lnTo>
                  <a:pt x="2085975" y="2314575"/>
                </a:lnTo>
                <a:close/>
                <a:moveTo>
                  <a:pt x="238125" y="2324100"/>
                </a:moveTo>
                <a:lnTo>
                  <a:pt x="247650" y="2324100"/>
                </a:lnTo>
                <a:lnTo>
                  <a:pt x="247650" y="2352675"/>
                </a:lnTo>
                <a:lnTo>
                  <a:pt x="238125" y="2352675"/>
                </a:lnTo>
                <a:close/>
                <a:moveTo>
                  <a:pt x="3448050" y="2333625"/>
                </a:moveTo>
                <a:lnTo>
                  <a:pt x="3457575" y="2333625"/>
                </a:lnTo>
                <a:lnTo>
                  <a:pt x="3457575" y="2362200"/>
                </a:lnTo>
                <a:lnTo>
                  <a:pt x="3448050" y="2362200"/>
                </a:lnTo>
                <a:close/>
                <a:moveTo>
                  <a:pt x="2181225" y="2390775"/>
                </a:moveTo>
                <a:lnTo>
                  <a:pt x="2190750" y="2390775"/>
                </a:lnTo>
                <a:lnTo>
                  <a:pt x="2190750" y="2400300"/>
                </a:lnTo>
                <a:lnTo>
                  <a:pt x="2181225" y="2400300"/>
                </a:lnTo>
                <a:close/>
                <a:moveTo>
                  <a:pt x="3438525" y="2400300"/>
                </a:moveTo>
                <a:lnTo>
                  <a:pt x="3448050" y="2400300"/>
                </a:lnTo>
                <a:lnTo>
                  <a:pt x="3448050" y="2428875"/>
                </a:lnTo>
                <a:lnTo>
                  <a:pt x="3438525" y="2428875"/>
                </a:lnTo>
                <a:close/>
                <a:moveTo>
                  <a:pt x="1914525" y="2409825"/>
                </a:moveTo>
                <a:lnTo>
                  <a:pt x="1933575" y="2409825"/>
                </a:lnTo>
                <a:lnTo>
                  <a:pt x="1933575" y="2428875"/>
                </a:lnTo>
                <a:lnTo>
                  <a:pt x="1914525" y="2428875"/>
                </a:lnTo>
                <a:close/>
                <a:moveTo>
                  <a:pt x="2276475" y="2409825"/>
                </a:moveTo>
                <a:lnTo>
                  <a:pt x="2286000" y="2409825"/>
                </a:lnTo>
                <a:lnTo>
                  <a:pt x="2286000" y="2419350"/>
                </a:lnTo>
                <a:lnTo>
                  <a:pt x="2276475" y="2419350"/>
                </a:lnTo>
                <a:close/>
                <a:moveTo>
                  <a:pt x="1885950" y="2419350"/>
                </a:moveTo>
                <a:lnTo>
                  <a:pt x="1895475" y="2419350"/>
                </a:lnTo>
                <a:lnTo>
                  <a:pt x="1895475" y="2447925"/>
                </a:lnTo>
                <a:lnTo>
                  <a:pt x="1885950" y="2447925"/>
                </a:lnTo>
                <a:close/>
                <a:moveTo>
                  <a:pt x="2295525" y="2419350"/>
                </a:moveTo>
                <a:lnTo>
                  <a:pt x="2314575" y="2419350"/>
                </a:lnTo>
                <a:lnTo>
                  <a:pt x="2314575" y="2428875"/>
                </a:lnTo>
                <a:lnTo>
                  <a:pt x="2295525" y="2428875"/>
                </a:lnTo>
                <a:close/>
                <a:moveTo>
                  <a:pt x="1524000" y="2428875"/>
                </a:moveTo>
                <a:lnTo>
                  <a:pt x="1533525" y="2428875"/>
                </a:lnTo>
                <a:lnTo>
                  <a:pt x="1533525" y="2438400"/>
                </a:lnTo>
                <a:lnTo>
                  <a:pt x="1524000" y="2438400"/>
                </a:lnTo>
                <a:close/>
                <a:moveTo>
                  <a:pt x="1828800" y="2428875"/>
                </a:moveTo>
                <a:lnTo>
                  <a:pt x="1838325" y="2428875"/>
                </a:lnTo>
                <a:lnTo>
                  <a:pt x="1838325" y="2447925"/>
                </a:lnTo>
                <a:lnTo>
                  <a:pt x="1828800" y="2447925"/>
                </a:lnTo>
                <a:close/>
                <a:moveTo>
                  <a:pt x="2362200" y="2428875"/>
                </a:moveTo>
                <a:lnTo>
                  <a:pt x="2390775" y="2428875"/>
                </a:lnTo>
                <a:lnTo>
                  <a:pt x="2390775" y="2438400"/>
                </a:lnTo>
                <a:lnTo>
                  <a:pt x="2362200" y="2438400"/>
                </a:lnTo>
                <a:close/>
                <a:moveTo>
                  <a:pt x="2428875" y="2428875"/>
                </a:moveTo>
                <a:lnTo>
                  <a:pt x="2438400" y="2428875"/>
                </a:lnTo>
                <a:lnTo>
                  <a:pt x="2438400" y="2438400"/>
                </a:lnTo>
                <a:lnTo>
                  <a:pt x="2428875" y="2438400"/>
                </a:lnTo>
                <a:close/>
                <a:moveTo>
                  <a:pt x="2438400" y="2438400"/>
                </a:moveTo>
                <a:lnTo>
                  <a:pt x="2447925" y="2438400"/>
                </a:lnTo>
                <a:lnTo>
                  <a:pt x="2447925" y="2447925"/>
                </a:lnTo>
                <a:lnTo>
                  <a:pt x="2438400" y="2447925"/>
                </a:lnTo>
                <a:close/>
                <a:moveTo>
                  <a:pt x="2533650" y="2438400"/>
                </a:moveTo>
                <a:lnTo>
                  <a:pt x="2552700" y="2438400"/>
                </a:lnTo>
                <a:lnTo>
                  <a:pt x="2552700" y="2447925"/>
                </a:lnTo>
                <a:lnTo>
                  <a:pt x="2543175" y="2447925"/>
                </a:lnTo>
                <a:lnTo>
                  <a:pt x="2543175" y="2466975"/>
                </a:lnTo>
                <a:lnTo>
                  <a:pt x="2533650" y="2466975"/>
                </a:lnTo>
                <a:close/>
                <a:moveTo>
                  <a:pt x="190500" y="2447925"/>
                </a:moveTo>
                <a:lnTo>
                  <a:pt x="200025" y="2447925"/>
                </a:lnTo>
                <a:lnTo>
                  <a:pt x="200025" y="2514600"/>
                </a:lnTo>
                <a:lnTo>
                  <a:pt x="190500" y="2514600"/>
                </a:lnTo>
                <a:close/>
                <a:moveTo>
                  <a:pt x="2247900" y="2447925"/>
                </a:moveTo>
                <a:lnTo>
                  <a:pt x="2257425" y="2447925"/>
                </a:lnTo>
                <a:lnTo>
                  <a:pt x="2257425" y="2457450"/>
                </a:lnTo>
                <a:lnTo>
                  <a:pt x="2247900" y="2457450"/>
                </a:lnTo>
                <a:close/>
                <a:moveTo>
                  <a:pt x="2562225" y="2447925"/>
                </a:moveTo>
                <a:lnTo>
                  <a:pt x="2571750" y="2447925"/>
                </a:lnTo>
                <a:lnTo>
                  <a:pt x="2571750" y="2457450"/>
                </a:lnTo>
                <a:lnTo>
                  <a:pt x="2562225" y="2457450"/>
                </a:lnTo>
                <a:close/>
                <a:moveTo>
                  <a:pt x="2581275" y="2457450"/>
                </a:moveTo>
                <a:lnTo>
                  <a:pt x="2590800" y="2457450"/>
                </a:lnTo>
                <a:lnTo>
                  <a:pt x="2590800" y="2466975"/>
                </a:lnTo>
                <a:lnTo>
                  <a:pt x="2581275" y="2466975"/>
                </a:lnTo>
                <a:close/>
                <a:moveTo>
                  <a:pt x="2657475" y="2457450"/>
                </a:moveTo>
                <a:lnTo>
                  <a:pt x="2667000" y="2457450"/>
                </a:lnTo>
                <a:lnTo>
                  <a:pt x="2667000" y="2466975"/>
                </a:lnTo>
                <a:lnTo>
                  <a:pt x="2657475" y="2466975"/>
                </a:lnTo>
                <a:close/>
                <a:moveTo>
                  <a:pt x="2171700" y="2466975"/>
                </a:moveTo>
                <a:lnTo>
                  <a:pt x="2181225" y="2466975"/>
                </a:lnTo>
                <a:lnTo>
                  <a:pt x="2181225" y="2486025"/>
                </a:lnTo>
                <a:lnTo>
                  <a:pt x="2171700" y="2486025"/>
                </a:lnTo>
                <a:close/>
                <a:moveTo>
                  <a:pt x="2352675" y="2466975"/>
                </a:moveTo>
                <a:lnTo>
                  <a:pt x="2400300" y="2466975"/>
                </a:lnTo>
                <a:lnTo>
                  <a:pt x="2400300" y="2476500"/>
                </a:lnTo>
                <a:lnTo>
                  <a:pt x="2352675" y="2476500"/>
                </a:lnTo>
                <a:close/>
                <a:moveTo>
                  <a:pt x="2409825" y="2466975"/>
                </a:moveTo>
                <a:lnTo>
                  <a:pt x="2419350" y="2466975"/>
                </a:lnTo>
                <a:lnTo>
                  <a:pt x="2419350" y="2476500"/>
                </a:lnTo>
                <a:lnTo>
                  <a:pt x="2409825" y="2476500"/>
                </a:lnTo>
                <a:close/>
                <a:moveTo>
                  <a:pt x="2543175" y="2466975"/>
                </a:moveTo>
                <a:lnTo>
                  <a:pt x="2552700" y="2466975"/>
                </a:lnTo>
                <a:lnTo>
                  <a:pt x="2552700" y="2486025"/>
                </a:lnTo>
                <a:lnTo>
                  <a:pt x="2543175" y="2486025"/>
                </a:lnTo>
                <a:close/>
                <a:moveTo>
                  <a:pt x="2628900" y="2466975"/>
                </a:moveTo>
                <a:lnTo>
                  <a:pt x="2657475" y="2466975"/>
                </a:lnTo>
                <a:lnTo>
                  <a:pt x="2657475" y="2476500"/>
                </a:lnTo>
                <a:lnTo>
                  <a:pt x="2628900" y="2476500"/>
                </a:lnTo>
                <a:close/>
                <a:moveTo>
                  <a:pt x="2676525" y="2466975"/>
                </a:moveTo>
                <a:lnTo>
                  <a:pt x="2686050" y="2466975"/>
                </a:lnTo>
                <a:lnTo>
                  <a:pt x="2686050" y="2476500"/>
                </a:lnTo>
                <a:lnTo>
                  <a:pt x="2676525" y="2476500"/>
                </a:lnTo>
                <a:close/>
                <a:moveTo>
                  <a:pt x="3429000" y="2466975"/>
                </a:moveTo>
                <a:lnTo>
                  <a:pt x="3438525" y="2466975"/>
                </a:lnTo>
                <a:lnTo>
                  <a:pt x="3438525" y="2495550"/>
                </a:lnTo>
                <a:lnTo>
                  <a:pt x="3429000" y="2495550"/>
                </a:lnTo>
                <a:close/>
                <a:moveTo>
                  <a:pt x="2428875" y="2476500"/>
                </a:moveTo>
                <a:lnTo>
                  <a:pt x="2438400" y="2476500"/>
                </a:lnTo>
                <a:lnTo>
                  <a:pt x="2438400" y="2486025"/>
                </a:lnTo>
                <a:lnTo>
                  <a:pt x="2428875" y="2486025"/>
                </a:lnTo>
                <a:close/>
                <a:moveTo>
                  <a:pt x="2724150" y="2476500"/>
                </a:moveTo>
                <a:lnTo>
                  <a:pt x="2733675" y="2476500"/>
                </a:lnTo>
                <a:lnTo>
                  <a:pt x="2733675" y="2486025"/>
                </a:lnTo>
                <a:lnTo>
                  <a:pt x="2724150" y="2486025"/>
                </a:lnTo>
                <a:close/>
                <a:moveTo>
                  <a:pt x="2752725" y="2486025"/>
                </a:moveTo>
                <a:lnTo>
                  <a:pt x="2762250" y="2486025"/>
                </a:lnTo>
                <a:lnTo>
                  <a:pt x="2762250" y="2495550"/>
                </a:lnTo>
                <a:lnTo>
                  <a:pt x="2752725" y="2495550"/>
                </a:lnTo>
                <a:close/>
                <a:moveTo>
                  <a:pt x="1933575" y="2495550"/>
                </a:moveTo>
                <a:lnTo>
                  <a:pt x="1943100" y="2495550"/>
                </a:lnTo>
                <a:lnTo>
                  <a:pt x="1943100" y="2514600"/>
                </a:lnTo>
                <a:lnTo>
                  <a:pt x="1933575" y="2514600"/>
                </a:lnTo>
                <a:close/>
                <a:moveTo>
                  <a:pt x="2571750" y="2495550"/>
                </a:moveTo>
                <a:lnTo>
                  <a:pt x="2600325" y="2495550"/>
                </a:lnTo>
                <a:lnTo>
                  <a:pt x="2600325" y="2505075"/>
                </a:lnTo>
                <a:lnTo>
                  <a:pt x="2571750" y="2505075"/>
                </a:lnTo>
                <a:close/>
                <a:moveTo>
                  <a:pt x="247650" y="2505075"/>
                </a:moveTo>
                <a:lnTo>
                  <a:pt x="257175" y="2505075"/>
                </a:lnTo>
                <a:lnTo>
                  <a:pt x="257175" y="2533650"/>
                </a:lnTo>
                <a:lnTo>
                  <a:pt x="247650" y="2533650"/>
                </a:lnTo>
                <a:close/>
                <a:moveTo>
                  <a:pt x="2971800" y="2505075"/>
                </a:moveTo>
                <a:lnTo>
                  <a:pt x="3009900" y="2505075"/>
                </a:lnTo>
                <a:lnTo>
                  <a:pt x="3009900" y="2514600"/>
                </a:lnTo>
                <a:lnTo>
                  <a:pt x="3076575" y="2514600"/>
                </a:lnTo>
                <a:lnTo>
                  <a:pt x="3076575" y="2524125"/>
                </a:lnTo>
                <a:lnTo>
                  <a:pt x="3152775" y="2524125"/>
                </a:lnTo>
                <a:lnTo>
                  <a:pt x="3152775" y="2533650"/>
                </a:lnTo>
                <a:lnTo>
                  <a:pt x="3219450" y="2533650"/>
                </a:lnTo>
                <a:lnTo>
                  <a:pt x="3219450" y="2543175"/>
                </a:lnTo>
                <a:lnTo>
                  <a:pt x="3238500" y="2543175"/>
                </a:lnTo>
                <a:lnTo>
                  <a:pt x="3238500" y="2552700"/>
                </a:lnTo>
                <a:lnTo>
                  <a:pt x="3248025" y="2552700"/>
                </a:lnTo>
                <a:lnTo>
                  <a:pt x="3248025" y="2562225"/>
                </a:lnTo>
                <a:lnTo>
                  <a:pt x="3257550" y="2562225"/>
                </a:lnTo>
                <a:lnTo>
                  <a:pt x="3257550" y="2600325"/>
                </a:lnTo>
                <a:lnTo>
                  <a:pt x="3267075" y="2600325"/>
                </a:lnTo>
                <a:lnTo>
                  <a:pt x="3267075" y="2628900"/>
                </a:lnTo>
                <a:lnTo>
                  <a:pt x="3257550" y="2628900"/>
                </a:lnTo>
                <a:lnTo>
                  <a:pt x="3257550" y="2647950"/>
                </a:lnTo>
                <a:lnTo>
                  <a:pt x="3248025" y="2647950"/>
                </a:lnTo>
                <a:lnTo>
                  <a:pt x="3248025" y="2657475"/>
                </a:lnTo>
                <a:lnTo>
                  <a:pt x="3238500" y="2657475"/>
                </a:lnTo>
                <a:lnTo>
                  <a:pt x="3238500" y="2667000"/>
                </a:lnTo>
                <a:lnTo>
                  <a:pt x="3219450" y="2667000"/>
                </a:lnTo>
                <a:lnTo>
                  <a:pt x="3219450" y="2676525"/>
                </a:lnTo>
                <a:lnTo>
                  <a:pt x="3162300" y="2676525"/>
                </a:lnTo>
                <a:lnTo>
                  <a:pt x="3162300" y="2667000"/>
                </a:lnTo>
                <a:lnTo>
                  <a:pt x="3095625" y="2667000"/>
                </a:lnTo>
                <a:lnTo>
                  <a:pt x="3095625" y="2657475"/>
                </a:lnTo>
                <a:lnTo>
                  <a:pt x="3009900" y="2657475"/>
                </a:lnTo>
                <a:lnTo>
                  <a:pt x="3009900" y="2647950"/>
                </a:lnTo>
                <a:lnTo>
                  <a:pt x="2962275" y="2647950"/>
                </a:lnTo>
                <a:lnTo>
                  <a:pt x="2962275" y="2638425"/>
                </a:lnTo>
                <a:lnTo>
                  <a:pt x="2943225" y="2638425"/>
                </a:lnTo>
                <a:lnTo>
                  <a:pt x="2943225" y="2628900"/>
                </a:lnTo>
                <a:lnTo>
                  <a:pt x="2933700" y="2628900"/>
                </a:lnTo>
                <a:lnTo>
                  <a:pt x="2933700" y="2609850"/>
                </a:lnTo>
                <a:lnTo>
                  <a:pt x="2924175" y="2609850"/>
                </a:lnTo>
                <a:lnTo>
                  <a:pt x="2924175" y="2543175"/>
                </a:lnTo>
                <a:lnTo>
                  <a:pt x="2933700" y="2543175"/>
                </a:lnTo>
                <a:lnTo>
                  <a:pt x="2933700" y="2533650"/>
                </a:lnTo>
                <a:lnTo>
                  <a:pt x="2943225" y="2533650"/>
                </a:lnTo>
                <a:lnTo>
                  <a:pt x="2943225" y="2524125"/>
                </a:lnTo>
                <a:lnTo>
                  <a:pt x="2952750" y="2524125"/>
                </a:lnTo>
                <a:lnTo>
                  <a:pt x="2952750" y="2514600"/>
                </a:lnTo>
                <a:lnTo>
                  <a:pt x="2971800" y="2514600"/>
                </a:lnTo>
                <a:close/>
                <a:moveTo>
                  <a:pt x="1914525" y="2514600"/>
                </a:moveTo>
                <a:lnTo>
                  <a:pt x="1924050" y="2514600"/>
                </a:lnTo>
                <a:lnTo>
                  <a:pt x="1924050" y="2543175"/>
                </a:lnTo>
                <a:lnTo>
                  <a:pt x="1914525" y="2543175"/>
                </a:lnTo>
                <a:close/>
                <a:moveTo>
                  <a:pt x="2247900" y="2514600"/>
                </a:moveTo>
                <a:lnTo>
                  <a:pt x="2266950" y="2514600"/>
                </a:lnTo>
                <a:lnTo>
                  <a:pt x="2266950" y="2524125"/>
                </a:lnTo>
                <a:lnTo>
                  <a:pt x="2247900" y="2524125"/>
                </a:lnTo>
                <a:close/>
                <a:moveTo>
                  <a:pt x="2286000" y="2514600"/>
                </a:moveTo>
                <a:lnTo>
                  <a:pt x="2295525" y="2514600"/>
                </a:lnTo>
                <a:lnTo>
                  <a:pt x="2295525" y="2524125"/>
                </a:lnTo>
                <a:lnTo>
                  <a:pt x="2286000" y="2524125"/>
                </a:lnTo>
                <a:close/>
                <a:moveTo>
                  <a:pt x="2695575" y="2514600"/>
                </a:moveTo>
                <a:lnTo>
                  <a:pt x="2714625" y="2514600"/>
                </a:lnTo>
                <a:lnTo>
                  <a:pt x="2714625" y="2524125"/>
                </a:lnTo>
                <a:lnTo>
                  <a:pt x="2695575" y="2524125"/>
                </a:lnTo>
                <a:close/>
                <a:moveTo>
                  <a:pt x="2752725" y="2514600"/>
                </a:moveTo>
                <a:lnTo>
                  <a:pt x="2762250" y="2514600"/>
                </a:lnTo>
                <a:lnTo>
                  <a:pt x="2762250" y="2524125"/>
                </a:lnTo>
                <a:lnTo>
                  <a:pt x="2752725" y="2524125"/>
                </a:lnTo>
                <a:close/>
                <a:moveTo>
                  <a:pt x="2295525" y="2524125"/>
                </a:moveTo>
                <a:lnTo>
                  <a:pt x="2314575" y="2524125"/>
                </a:lnTo>
                <a:lnTo>
                  <a:pt x="2314575" y="2533650"/>
                </a:lnTo>
                <a:lnTo>
                  <a:pt x="2295525" y="2533650"/>
                </a:lnTo>
                <a:close/>
                <a:moveTo>
                  <a:pt x="2743200" y="2524125"/>
                </a:moveTo>
                <a:lnTo>
                  <a:pt x="2752725" y="2524125"/>
                </a:lnTo>
                <a:lnTo>
                  <a:pt x="2752725" y="2533650"/>
                </a:lnTo>
                <a:lnTo>
                  <a:pt x="2743200" y="2533650"/>
                </a:lnTo>
                <a:close/>
                <a:moveTo>
                  <a:pt x="2343150" y="2533650"/>
                </a:moveTo>
                <a:lnTo>
                  <a:pt x="2371725" y="2533650"/>
                </a:lnTo>
                <a:lnTo>
                  <a:pt x="2371725" y="2543175"/>
                </a:lnTo>
                <a:lnTo>
                  <a:pt x="2343150" y="2543175"/>
                </a:lnTo>
                <a:close/>
                <a:moveTo>
                  <a:pt x="3419475" y="2533650"/>
                </a:moveTo>
                <a:lnTo>
                  <a:pt x="3429000" y="2533650"/>
                </a:lnTo>
                <a:lnTo>
                  <a:pt x="3429000" y="2562225"/>
                </a:lnTo>
                <a:lnTo>
                  <a:pt x="3419475" y="2562225"/>
                </a:lnTo>
                <a:close/>
                <a:moveTo>
                  <a:pt x="1838325" y="2543175"/>
                </a:moveTo>
                <a:lnTo>
                  <a:pt x="1847850" y="2543175"/>
                </a:lnTo>
                <a:lnTo>
                  <a:pt x="1847850" y="2571750"/>
                </a:lnTo>
                <a:lnTo>
                  <a:pt x="1838325" y="2571750"/>
                </a:lnTo>
                <a:close/>
                <a:moveTo>
                  <a:pt x="1895475" y="2543175"/>
                </a:moveTo>
                <a:lnTo>
                  <a:pt x="1905000" y="2543175"/>
                </a:lnTo>
                <a:lnTo>
                  <a:pt x="1905000" y="2600325"/>
                </a:lnTo>
                <a:lnTo>
                  <a:pt x="1895475" y="2600325"/>
                </a:lnTo>
                <a:close/>
                <a:moveTo>
                  <a:pt x="2228850" y="2543175"/>
                </a:moveTo>
                <a:lnTo>
                  <a:pt x="2238375" y="2543175"/>
                </a:lnTo>
                <a:lnTo>
                  <a:pt x="2238375" y="2552700"/>
                </a:lnTo>
                <a:lnTo>
                  <a:pt x="2228850" y="2552700"/>
                </a:lnTo>
                <a:close/>
                <a:moveTo>
                  <a:pt x="2400300" y="2543175"/>
                </a:moveTo>
                <a:lnTo>
                  <a:pt x="2409825" y="2543175"/>
                </a:lnTo>
                <a:lnTo>
                  <a:pt x="2409825" y="2552700"/>
                </a:lnTo>
                <a:lnTo>
                  <a:pt x="2400300" y="2552700"/>
                </a:lnTo>
                <a:close/>
                <a:moveTo>
                  <a:pt x="2438400" y="2543175"/>
                </a:moveTo>
                <a:lnTo>
                  <a:pt x="2447925" y="2543175"/>
                </a:lnTo>
                <a:lnTo>
                  <a:pt x="2447925" y="2552700"/>
                </a:lnTo>
                <a:lnTo>
                  <a:pt x="2438400" y="2552700"/>
                </a:lnTo>
                <a:close/>
                <a:moveTo>
                  <a:pt x="2162175" y="2552700"/>
                </a:moveTo>
                <a:lnTo>
                  <a:pt x="2171700" y="2552700"/>
                </a:lnTo>
                <a:lnTo>
                  <a:pt x="2171700" y="2571750"/>
                </a:lnTo>
                <a:lnTo>
                  <a:pt x="2162175" y="2571750"/>
                </a:lnTo>
                <a:close/>
                <a:moveTo>
                  <a:pt x="2247900" y="2552700"/>
                </a:moveTo>
                <a:lnTo>
                  <a:pt x="2257425" y="2552700"/>
                </a:lnTo>
                <a:lnTo>
                  <a:pt x="2257425" y="2562225"/>
                </a:lnTo>
                <a:lnTo>
                  <a:pt x="2247900" y="2562225"/>
                </a:lnTo>
                <a:close/>
                <a:moveTo>
                  <a:pt x="2295525" y="2552700"/>
                </a:moveTo>
                <a:lnTo>
                  <a:pt x="2324100" y="2552700"/>
                </a:lnTo>
                <a:lnTo>
                  <a:pt x="2324100" y="2562225"/>
                </a:lnTo>
                <a:lnTo>
                  <a:pt x="2343150" y="2562225"/>
                </a:lnTo>
                <a:lnTo>
                  <a:pt x="2343150" y="2571750"/>
                </a:lnTo>
                <a:lnTo>
                  <a:pt x="2305050" y="2571750"/>
                </a:lnTo>
                <a:lnTo>
                  <a:pt x="2305050" y="2562225"/>
                </a:lnTo>
                <a:lnTo>
                  <a:pt x="2295525" y="2562225"/>
                </a:lnTo>
                <a:close/>
                <a:moveTo>
                  <a:pt x="2381250" y="2562225"/>
                </a:moveTo>
                <a:lnTo>
                  <a:pt x="2390775" y="2562225"/>
                </a:lnTo>
                <a:lnTo>
                  <a:pt x="2390775" y="2571750"/>
                </a:lnTo>
                <a:lnTo>
                  <a:pt x="2381250" y="2571750"/>
                </a:lnTo>
                <a:close/>
                <a:moveTo>
                  <a:pt x="2352675" y="2571750"/>
                </a:moveTo>
                <a:lnTo>
                  <a:pt x="2381250" y="2571750"/>
                </a:lnTo>
                <a:lnTo>
                  <a:pt x="2381250" y="2581275"/>
                </a:lnTo>
                <a:lnTo>
                  <a:pt x="2352675" y="2581275"/>
                </a:lnTo>
                <a:close/>
                <a:moveTo>
                  <a:pt x="2419350" y="2571750"/>
                </a:moveTo>
                <a:lnTo>
                  <a:pt x="2428875" y="2571750"/>
                </a:lnTo>
                <a:lnTo>
                  <a:pt x="2428875" y="2581275"/>
                </a:lnTo>
                <a:lnTo>
                  <a:pt x="2419350" y="2581275"/>
                </a:lnTo>
                <a:close/>
                <a:moveTo>
                  <a:pt x="2428875" y="2581275"/>
                </a:moveTo>
                <a:lnTo>
                  <a:pt x="2447925" y="2581275"/>
                </a:lnTo>
                <a:lnTo>
                  <a:pt x="2447925" y="2590800"/>
                </a:lnTo>
                <a:lnTo>
                  <a:pt x="2428875" y="2590800"/>
                </a:lnTo>
                <a:close/>
                <a:moveTo>
                  <a:pt x="2495550" y="2581275"/>
                </a:moveTo>
                <a:lnTo>
                  <a:pt x="2505075" y="2581275"/>
                </a:lnTo>
                <a:lnTo>
                  <a:pt x="2505075" y="2590800"/>
                </a:lnTo>
                <a:lnTo>
                  <a:pt x="2495550" y="2590800"/>
                </a:lnTo>
                <a:close/>
                <a:moveTo>
                  <a:pt x="2009775" y="2590800"/>
                </a:moveTo>
                <a:lnTo>
                  <a:pt x="2019300" y="2590800"/>
                </a:lnTo>
                <a:lnTo>
                  <a:pt x="2019300" y="2600325"/>
                </a:lnTo>
                <a:lnTo>
                  <a:pt x="2009775" y="2600325"/>
                </a:lnTo>
                <a:close/>
                <a:moveTo>
                  <a:pt x="2066925" y="2600325"/>
                </a:moveTo>
                <a:lnTo>
                  <a:pt x="2085975" y="2600325"/>
                </a:lnTo>
                <a:lnTo>
                  <a:pt x="2085975" y="2609850"/>
                </a:lnTo>
                <a:lnTo>
                  <a:pt x="2066925" y="2609850"/>
                </a:lnTo>
                <a:close/>
                <a:moveTo>
                  <a:pt x="2971800" y="2600325"/>
                </a:moveTo>
                <a:lnTo>
                  <a:pt x="2981325" y="2600325"/>
                </a:lnTo>
                <a:lnTo>
                  <a:pt x="2981325" y="2609850"/>
                </a:lnTo>
                <a:lnTo>
                  <a:pt x="3076575" y="2609850"/>
                </a:lnTo>
                <a:lnTo>
                  <a:pt x="3076575" y="2619375"/>
                </a:lnTo>
                <a:lnTo>
                  <a:pt x="3124200" y="2619375"/>
                </a:lnTo>
                <a:lnTo>
                  <a:pt x="3124200" y="2628900"/>
                </a:lnTo>
                <a:lnTo>
                  <a:pt x="3152775" y="2628900"/>
                </a:lnTo>
                <a:lnTo>
                  <a:pt x="3152775" y="2581275"/>
                </a:lnTo>
                <a:lnTo>
                  <a:pt x="3124200" y="2581275"/>
                </a:lnTo>
                <a:lnTo>
                  <a:pt x="3124200" y="2571750"/>
                </a:lnTo>
                <a:lnTo>
                  <a:pt x="3095625" y="2571750"/>
                </a:lnTo>
                <a:lnTo>
                  <a:pt x="3095625" y="2581275"/>
                </a:lnTo>
                <a:lnTo>
                  <a:pt x="3067050" y="2581275"/>
                </a:lnTo>
                <a:lnTo>
                  <a:pt x="3067050" y="2571750"/>
                </a:lnTo>
                <a:lnTo>
                  <a:pt x="3028950" y="2571750"/>
                </a:lnTo>
                <a:lnTo>
                  <a:pt x="3028950" y="2562225"/>
                </a:lnTo>
                <a:lnTo>
                  <a:pt x="3009900" y="2562225"/>
                </a:lnTo>
                <a:lnTo>
                  <a:pt x="3009900" y="2552700"/>
                </a:lnTo>
                <a:lnTo>
                  <a:pt x="2981325" y="2552700"/>
                </a:lnTo>
                <a:lnTo>
                  <a:pt x="2981325" y="2562225"/>
                </a:lnTo>
                <a:lnTo>
                  <a:pt x="2971800" y="2562225"/>
                </a:lnTo>
                <a:close/>
                <a:moveTo>
                  <a:pt x="1933575" y="2609850"/>
                </a:moveTo>
                <a:lnTo>
                  <a:pt x="1952625" y="2609850"/>
                </a:lnTo>
                <a:lnTo>
                  <a:pt x="1952625" y="2628900"/>
                </a:lnTo>
                <a:lnTo>
                  <a:pt x="1943100" y="2628900"/>
                </a:lnTo>
                <a:lnTo>
                  <a:pt x="1943100" y="2647950"/>
                </a:lnTo>
                <a:lnTo>
                  <a:pt x="1933575" y="2647950"/>
                </a:lnTo>
                <a:lnTo>
                  <a:pt x="1933575" y="2657475"/>
                </a:lnTo>
                <a:lnTo>
                  <a:pt x="1924050" y="2657475"/>
                </a:lnTo>
                <a:lnTo>
                  <a:pt x="1924050" y="2619375"/>
                </a:lnTo>
                <a:lnTo>
                  <a:pt x="1933575" y="2619375"/>
                </a:lnTo>
                <a:close/>
                <a:moveTo>
                  <a:pt x="3409950" y="2609850"/>
                </a:moveTo>
                <a:lnTo>
                  <a:pt x="3419475" y="2609850"/>
                </a:lnTo>
                <a:lnTo>
                  <a:pt x="3419475" y="2638425"/>
                </a:lnTo>
                <a:lnTo>
                  <a:pt x="3409950" y="2638425"/>
                </a:lnTo>
                <a:close/>
                <a:moveTo>
                  <a:pt x="3181350" y="2628900"/>
                </a:moveTo>
                <a:lnTo>
                  <a:pt x="3209925" y="2628900"/>
                </a:lnTo>
                <a:lnTo>
                  <a:pt x="3209925" y="2581275"/>
                </a:lnTo>
                <a:lnTo>
                  <a:pt x="3190875" y="2581275"/>
                </a:lnTo>
                <a:lnTo>
                  <a:pt x="3190875" y="2590800"/>
                </a:lnTo>
                <a:lnTo>
                  <a:pt x="3181350" y="2590800"/>
                </a:lnTo>
                <a:close/>
                <a:moveTo>
                  <a:pt x="200025" y="2647950"/>
                </a:moveTo>
                <a:lnTo>
                  <a:pt x="209550" y="2647950"/>
                </a:lnTo>
                <a:lnTo>
                  <a:pt x="209550" y="2695575"/>
                </a:lnTo>
                <a:lnTo>
                  <a:pt x="200025" y="2695575"/>
                </a:lnTo>
                <a:close/>
                <a:moveTo>
                  <a:pt x="1952625" y="2647950"/>
                </a:moveTo>
                <a:lnTo>
                  <a:pt x="1962150" y="2647950"/>
                </a:lnTo>
                <a:lnTo>
                  <a:pt x="1962150" y="2657475"/>
                </a:lnTo>
                <a:lnTo>
                  <a:pt x="1952625" y="2657475"/>
                </a:lnTo>
                <a:close/>
                <a:moveTo>
                  <a:pt x="1990725" y="2647950"/>
                </a:moveTo>
                <a:lnTo>
                  <a:pt x="2009775" y="2647950"/>
                </a:lnTo>
                <a:lnTo>
                  <a:pt x="2009775" y="2657475"/>
                </a:lnTo>
                <a:lnTo>
                  <a:pt x="1990725" y="2657475"/>
                </a:lnTo>
                <a:close/>
                <a:moveTo>
                  <a:pt x="1933575" y="2657475"/>
                </a:moveTo>
                <a:lnTo>
                  <a:pt x="1943100" y="2657475"/>
                </a:lnTo>
                <a:lnTo>
                  <a:pt x="1943100" y="2667000"/>
                </a:lnTo>
                <a:lnTo>
                  <a:pt x="1933575" y="2667000"/>
                </a:lnTo>
                <a:close/>
                <a:moveTo>
                  <a:pt x="2076450" y="2657475"/>
                </a:moveTo>
                <a:lnTo>
                  <a:pt x="2085975" y="2657475"/>
                </a:lnTo>
                <a:lnTo>
                  <a:pt x="2085975" y="2667000"/>
                </a:lnTo>
                <a:lnTo>
                  <a:pt x="2076450" y="2667000"/>
                </a:lnTo>
                <a:close/>
                <a:moveTo>
                  <a:pt x="257175" y="2676525"/>
                </a:moveTo>
                <a:lnTo>
                  <a:pt x="266700" y="2676525"/>
                </a:lnTo>
                <a:lnTo>
                  <a:pt x="266700" y="2724150"/>
                </a:lnTo>
                <a:lnTo>
                  <a:pt x="257175" y="2724150"/>
                </a:lnTo>
                <a:close/>
                <a:moveTo>
                  <a:pt x="1847850" y="2676525"/>
                </a:moveTo>
                <a:lnTo>
                  <a:pt x="1857375" y="2676525"/>
                </a:lnTo>
                <a:lnTo>
                  <a:pt x="1857375" y="2695575"/>
                </a:lnTo>
                <a:lnTo>
                  <a:pt x="1847850" y="2695575"/>
                </a:lnTo>
                <a:close/>
                <a:moveTo>
                  <a:pt x="3400425" y="2676525"/>
                </a:moveTo>
                <a:lnTo>
                  <a:pt x="3409950" y="2676525"/>
                </a:lnTo>
                <a:lnTo>
                  <a:pt x="3409950" y="2705100"/>
                </a:lnTo>
                <a:lnTo>
                  <a:pt x="3400425" y="2705100"/>
                </a:lnTo>
                <a:close/>
                <a:moveTo>
                  <a:pt x="1905000" y="2686050"/>
                </a:moveTo>
                <a:lnTo>
                  <a:pt x="1914525" y="2686050"/>
                </a:lnTo>
                <a:lnTo>
                  <a:pt x="1914525" y="2714625"/>
                </a:lnTo>
                <a:lnTo>
                  <a:pt x="1905000" y="2714625"/>
                </a:lnTo>
                <a:close/>
                <a:moveTo>
                  <a:pt x="2143125" y="2695575"/>
                </a:moveTo>
                <a:lnTo>
                  <a:pt x="2152650" y="2695575"/>
                </a:lnTo>
                <a:lnTo>
                  <a:pt x="2152650" y="2733675"/>
                </a:lnTo>
                <a:lnTo>
                  <a:pt x="2143125" y="2733675"/>
                </a:lnTo>
                <a:close/>
                <a:moveTo>
                  <a:pt x="1971675" y="2705100"/>
                </a:moveTo>
                <a:lnTo>
                  <a:pt x="1981200" y="2705100"/>
                </a:lnTo>
                <a:lnTo>
                  <a:pt x="1981200" y="2714625"/>
                </a:lnTo>
                <a:lnTo>
                  <a:pt x="2028825" y="2714625"/>
                </a:lnTo>
                <a:lnTo>
                  <a:pt x="2028825" y="2705100"/>
                </a:lnTo>
                <a:lnTo>
                  <a:pt x="2047875" y="2705100"/>
                </a:lnTo>
                <a:lnTo>
                  <a:pt x="2047875" y="2714625"/>
                </a:lnTo>
                <a:lnTo>
                  <a:pt x="2057400" y="2714625"/>
                </a:lnTo>
                <a:lnTo>
                  <a:pt x="2057400" y="2781300"/>
                </a:lnTo>
                <a:lnTo>
                  <a:pt x="2047875" y="2781300"/>
                </a:lnTo>
                <a:lnTo>
                  <a:pt x="2047875" y="2790825"/>
                </a:lnTo>
                <a:lnTo>
                  <a:pt x="2028825" y="2790825"/>
                </a:lnTo>
                <a:lnTo>
                  <a:pt x="2028825" y="2781300"/>
                </a:lnTo>
                <a:lnTo>
                  <a:pt x="1990725" y="2781300"/>
                </a:lnTo>
                <a:lnTo>
                  <a:pt x="1990725" y="2771775"/>
                </a:lnTo>
                <a:lnTo>
                  <a:pt x="1971675" y="2771775"/>
                </a:lnTo>
                <a:lnTo>
                  <a:pt x="1971675" y="2781300"/>
                </a:lnTo>
                <a:lnTo>
                  <a:pt x="1943100" y="2781300"/>
                </a:lnTo>
                <a:lnTo>
                  <a:pt x="1943100" y="2771775"/>
                </a:lnTo>
                <a:lnTo>
                  <a:pt x="1962150" y="2771775"/>
                </a:lnTo>
                <a:lnTo>
                  <a:pt x="1962150" y="2743200"/>
                </a:lnTo>
                <a:lnTo>
                  <a:pt x="1952625" y="2743200"/>
                </a:lnTo>
                <a:lnTo>
                  <a:pt x="1952625" y="2762250"/>
                </a:lnTo>
                <a:lnTo>
                  <a:pt x="1943100" y="2762250"/>
                </a:lnTo>
                <a:lnTo>
                  <a:pt x="1943100" y="2724150"/>
                </a:lnTo>
                <a:lnTo>
                  <a:pt x="1962150" y="2724150"/>
                </a:lnTo>
                <a:lnTo>
                  <a:pt x="1962150" y="2714625"/>
                </a:lnTo>
                <a:lnTo>
                  <a:pt x="1971675" y="2714625"/>
                </a:lnTo>
                <a:close/>
                <a:moveTo>
                  <a:pt x="3390900" y="2752725"/>
                </a:moveTo>
                <a:lnTo>
                  <a:pt x="3400425" y="2752725"/>
                </a:lnTo>
                <a:lnTo>
                  <a:pt x="3400425" y="2781300"/>
                </a:lnTo>
                <a:lnTo>
                  <a:pt x="3390900" y="2781300"/>
                </a:lnTo>
                <a:close/>
                <a:moveTo>
                  <a:pt x="2228850" y="2762250"/>
                </a:moveTo>
                <a:lnTo>
                  <a:pt x="2238375" y="2762250"/>
                </a:lnTo>
                <a:lnTo>
                  <a:pt x="2238375" y="2771775"/>
                </a:lnTo>
                <a:lnTo>
                  <a:pt x="2228850" y="2771775"/>
                </a:lnTo>
                <a:close/>
                <a:moveTo>
                  <a:pt x="2286000" y="2771775"/>
                </a:moveTo>
                <a:lnTo>
                  <a:pt x="2314575" y="2771775"/>
                </a:lnTo>
                <a:lnTo>
                  <a:pt x="2314575" y="2781300"/>
                </a:lnTo>
                <a:lnTo>
                  <a:pt x="2286000" y="2781300"/>
                </a:lnTo>
                <a:close/>
                <a:moveTo>
                  <a:pt x="2133600" y="2781300"/>
                </a:moveTo>
                <a:lnTo>
                  <a:pt x="2143125" y="2781300"/>
                </a:lnTo>
                <a:lnTo>
                  <a:pt x="2143125" y="2800350"/>
                </a:lnTo>
                <a:lnTo>
                  <a:pt x="2133600" y="2800350"/>
                </a:lnTo>
                <a:close/>
                <a:moveTo>
                  <a:pt x="2381250" y="2781300"/>
                </a:moveTo>
                <a:lnTo>
                  <a:pt x="2400300" y="2781300"/>
                </a:lnTo>
                <a:lnTo>
                  <a:pt x="2400300" y="2790825"/>
                </a:lnTo>
                <a:lnTo>
                  <a:pt x="2381250" y="2790825"/>
                </a:lnTo>
                <a:close/>
                <a:moveTo>
                  <a:pt x="1857375" y="2790825"/>
                </a:moveTo>
                <a:lnTo>
                  <a:pt x="1866900" y="2790825"/>
                </a:lnTo>
                <a:lnTo>
                  <a:pt x="1866900" y="2819400"/>
                </a:lnTo>
                <a:lnTo>
                  <a:pt x="1857375" y="2819400"/>
                </a:lnTo>
                <a:close/>
                <a:moveTo>
                  <a:pt x="1914525" y="2790825"/>
                </a:moveTo>
                <a:lnTo>
                  <a:pt x="1924050" y="2790825"/>
                </a:lnTo>
                <a:lnTo>
                  <a:pt x="1924050" y="2819400"/>
                </a:lnTo>
                <a:lnTo>
                  <a:pt x="1914525" y="2819400"/>
                </a:lnTo>
                <a:close/>
                <a:moveTo>
                  <a:pt x="2200275" y="2790825"/>
                </a:moveTo>
                <a:lnTo>
                  <a:pt x="2209800" y="2790825"/>
                </a:lnTo>
                <a:lnTo>
                  <a:pt x="2209800" y="2800350"/>
                </a:lnTo>
                <a:lnTo>
                  <a:pt x="2200275" y="2800350"/>
                </a:lnTo>
                <a:close/>
                <a:moveTo>
                  <a:pt x="2400300" y="2790825"/>
                </a:moveTo>
                <a:lnTo>
                  <a:pt x="2428875" y="2790825"/>
                </a:lnTo>
                <a:lnTo>
                  <a:pt x="2428875" y="2800350"/>
                </a:lnTo>
                <a:lnTo>
                  <a:pt x="2400300" y="2800350"/>
                </a:lnTo>
                <a:close/>
                <a:moveTo>
                  <a:pt x="2438400" y="2790825"/>
                </a:moveTo>
                <a:lnTo>
                  <a:pt x="2447925" y="2790825"/>
                </a:lnTo>
                <a:lnTo>
                  <a:pt x="2447925" y="2800350"/>
                </a:lnTo>
                <a:lnTo>
                  <a:pt x="2438400" y="2800350"/>
                </a:lnTo>
                <a:close/>
                <a:moveTo>
                  <a:pt x="2219325" y="2800350"/>
                </a:moveTo>
                <a:lnTo>
                  <a:pt x="2238375" y="2800350"/>
                </a:lnTo>
                <a:lnTo>
                  <a:pt x="2238375" y="2809875"/>
                </a:lnTo>
                <a:lnTo>
                  <a:pt x="2219325" y="2809875"/>
                </a:lnTo>
                <a:close/>
                <a:moveTo>
                  <a:pt x="2381250" y="2800350"/>
                </a:moveTo>
                <a:lnTo>
                  <a:pt x="2400300" y="2800350"/>
                </a:lnTo>
                <a:lnTo>
                  <a:pt x="2400300" y="2828925"/>
                </a:lnTo>
                <a:lnTo>
                  <a:pt x="2381250" y="2828925"/>
                </a:lnTo>
                <a:close/>
                <a:moveTo>
                  <a:pt x="2466975" y="2800350"/>
                </a:moveTo>
                <a:lnTo>
                  <a:pt x="2486025" y="2800350"/>
                </a:lnTo>
                <a:lnTo>
                  <a:pt x="2486025" y="2809875"/>
                </a:lnTo>
                <a:lnTo>
                  <a:pt x="2466975" y="2809875"/>
                </a:lnTo>
                <a:close/>
                <a:moveTo>
                  <a:pt x="2238375" y="2809875"/>
                </a:moveTo>
                <a:lnTo>
                  <a:pt x="2266950" y="2809875"/>
                </a:lnTo>
                <a:lnTo>
                  <a:pt x="2266950" y="2819400"/>
                </a:lnTo>
                <a:lnTo>
                  <a:pt x="2238375" y="2819400"/>
                </a:lnTo>
                <a:close/>
                <a:moveTo>
                  <a:pt x="2486025" y="2809875"/>
                </a:moveTo>
                <a:lnTo>
                  <a:pt x="2495550" y="2809875"/>
                </a:lnTo>
                <a:lnTo>
                  <a:pt x="2495550" y="2819400"/>
                </a:lnTo>
                <a:lnTo>
                  <a:pt x="2486025" y="2819400"/>
                </a:lnTo>
                <a:close/>
                <a:moveTo>
                  <a:pt x="3381375" y="2819400"/>
                </a:moveTo>
                <a:lnTo>
                  <a:pt x="3390900" y="2819400"/>
                </a:lnTo>
                <a:lnTo>
                  <a:pt x="3390900" y="2857500"/>
                </a:lnTo>
                <a:lnTo>
                  <a:pt x="3381375" y="2857500"/>
                </a:lnTo>
                <a:close/>
                <a:moveTo>
                  <a:pt x="2028825" y="2828925"/>
                </a:moveTo>
                <a:lnTo>
                  <a:pt x="2047875" y="2828925"/>
                </a:lnTo>
                <a:lnTo>
                  <a:pt x="2047875" y="2857500"/>
                </a:lnTo>
                <a:lnTo>
                  <a:pt x="2038350" y="2857500"/>
                </a:lnTo>
                <a:lnTo>
                  <a:pt x="2038350" y="2905125"/>
                </a:lnTo>
                <a:lnTo>
                  <a:pt x="2028825" y="2905125"/>
                </a:lnTo>
                <a:lnTo>
                  <a:pt x="2028825" y="2886075"/>
                </a:lnTo>
                <a:lnTo>
                  <a:pt x="2009775" y="2886075"/>
                </a:lnTo>
                <a:lnTo>
                  <a:pt x="2009775" y="2876550"/>
                </a:lnTo>
                <a:lnTo>
                  <a:pt x="1990725" y="2876550"/>
                </a:lnTo>
                <a:lnTo>
                  <a:pt x="1990725" y="2867025"/>
                </a:lnTo>
                <a:lnTo>
                  <a:pt x="1971675" y="2867025"/>
                </a:lnTo>
                <a:lnTo>
                  <a:pt x="1971675" y="2857500"/>
                </a:lnTo>
                <a:lnTo>
                  <a:pt x="1943100" y="2857500"/>
                </a:lnTo>
                <a:lnTo>
                  <a:pt x="1943100" y="2847975"/>
                </a:lnTo>
                <a:lnTo>
                  <a:pt x="1952625" y="2847975"/>
                </a:lnTo>
                <a:lnTo>
                  <a:pt x="1952625" y="2838450"/>
                </a:lnTo>
                <a:lnTo>
                  <a:pt x="1990725" y="2838450"/>
                </a:lnTo>
                <a:lnTo>
                  <a:pt x="1990725" y="2847975"/>
                </a:lnTo>
                <a:lnTo>
                  <a:pt x="2019300" y="2847975"/>
                </a:lnTo>
                <a:lnTo>
                  <a:pt x="2019300" y="2838450"/>
                </a:lnTo>
                <a:lnTo>
                  <a:pt x="2028825" y="2838450"/>
                </a:lnTo>
                <a:close/>
                <a:moveTo>
                  <a:pt x="209550" y="2838450"/>
                </a:moveTo>
                <a:lnTo>
                  <a:pt x="219075" y="2838450"/>
                </a:lnTo>
                <a:lnTo>
                  <a:pt x="219075" y="2886075"/>
                </a:lnTo>
                <a:lnTo>
                  <a:pt x="209550" y="2886075"/>
                </a:lnTo>
                <a:close/>
                <a:moveTo>
                  <a:pt x="2486025" y="2838450"/>
                </a:moveTo>
                <a:lnTo>
                  <a:pt x="2495550" y="2838450"/>
                </a:lnTo>
                <a:lnTo>
                  <a:pt x="2495550" y="2847975"/>
                </a:lnTo>
                <a:lnTo>
                  <a:pt x="2486025" y="2847975"/>
                </a:lnTo>
                <a:close/>
                <a:moveTo>
                  <a:pt x="2124075" y="2867025"/>
                </a:moveTo>
                <a:lnTo>
                  <a:pt x="2133600" y="2867025"/>
                </a:lnTo>
                <a:lnTo>
                  <a:pt x="2133600" y="2876550"/>
                </a:lnTo>
                <a:lnTo>
                  <a:pt x="2124075" y="2876550"/>
                </a:lnTo>
                <a:close/>
                <a:moveTo>
                  <a:pt x="2219325" y="2867025"/>
                </a:moveTo>
                <a:lnTo>
                  <a:pt x="2257425" y="2867025"/>
                </a:lnTo>
                <a:lnTo>
                  <a:pt x="2257425" y="2876550"/>
                </a:lnTo>
                <a:lnTo>
                  <a:pt x="2219325" y="2876550"/>
                </a:lnTo>
                <a:close/>
                <a:moveTo>
                  <a:pt x="266700" y="2876550"/>
                </a:moveTo>
                <a:lnTo>
                  <a:pt x="276225" y="2876550"/>
                </a:lnTo>
                <a:lnTo>
                  <a:pt x="276225" y="2914650"/>
                </a:lnTo>
                <a:lnTo>
                  <a:pt x="266700" y="2914650"/>
                </a:lnTo>
                <a:close/>
                <a:moveTo>
                  <a:pt x="1943100" y="2876550"/>
                </a:moveTo>
                <a:lnTo>
                  <a:pt x="1952625" y="2876550"/>
                </a:lnTo>
                <a:lnTo>
                  <a:pt x="1952625" y="2895600"/>
                </a:lnTo>
                <a:lnTo>
                  <a:pt x="1943100" y="2895600"/>
                </a:lnTo>
                <a:close/>
                <a:moveTo>
                  <a:pt x="2257425" y="2876550"/>
                </a:moveTo>
                <a:lnTo>
                  <a:pt x="2276475" y="2876550"/>
                </a:lnTo>
                <a:lnTo>
                  <a:pt x="2276475" y="2886075"/>
                </a:lnTo>
                <a:lnTo>
                  <a:pt x="2257425" y="2886075"/>
                </a:lnTo>
                <a:close/>
                <a:moveTo>
                  <a:pt x="2295525" y="2886075"/>
                </a:moveTo>
                <a:lnTo>
                  <a:pt x="2305050" y="2886075"/>
                </a:lnTo>
                <a:lnTo>
                  <a:pt x="2305050" y="2895600"/>
                </a:lnTo>
                <a:lnTo>
                  <a:pt x="2295525" y="2895600"/>
                </a:lnTo>
                <a:close/>
                <a:moveTo>
                  <a:pt x="3371850" y="2886075"/>
                </a:moveTo>
                <a:lnTo>
                  <a:pt x="3381375" y="2886075"/>
                </a:lnTo>
                <a:lnTo>
                  <a:pt x="3381375" y="2924175"/>
                </a:lnTo>
                <a:lnTo>
                  <a:pt x="3371850" y="2924175"/>
                </a:lnTo>
                <a:close/>
                <a:moveTo>
                  <a:pt x="542925" y="2895600"/>
                </a:moveTo>
                <a:lnTo>
                  <a:pt x="552450" y="2895600"/>
                </a:lnTo>
                <a:lnTo>
                  <a:pt x="552450" y="2914650"/>
                </a:lnTo>
                <a:lnTo>
                  <a:pt x="542925" y="2914650"/>
                </a:lnTo>
                <a:close/>
                <a:moveTo>
                  <a:pt x="1924050" y="2895600"/>
                </a:moveTo>
                <a:lnTo>
                  <a:pt x="1933575" y="2895600"/>
                </a:lnTo>
                <a:lnTo>
                  <a:pt x="1933575" y="2943225"/>
                </a:lnTo>
                <a:lnTo>
                  <a:pt x="1924050" y="2943225"/>
                </a:lnTo>
                <a:close/>
                <a:moveTo>
                  <a:pt x="1952625" y="2895600"/>
                </a:moveTo>
                <a:lnTo>
                  <a:pt x="1962150" y="2895600"/>
                </a:lnTo>
                <a:lnTo>
                  <a:pt x="1962150" y="2905125"/>
                </a:lnTo>
                <a:lnTo>
                  <a:pt x="1952625" y="2905125"/>
                </a:lnTo>
                <a:close/>
                <a:moveTo>
                  <a:pt x="2390775" y="2895600"/>
                </a:moveTo>
                <a:lnTo>
                  <a:pt x="2409825" y="2895600"/>
                </a:lnTo>
                <a:lnTo>
                  <a:pt x="2409825" y="2914650"/>
                </a:lnTo>
                <a:lnTo>
                  <a:pt x="2400300" y="2914650"/>
                </a:lnTo>
                <a:lnTo>
                  <a:pt x="2400300" y="2905125"/>
                </a:lnTo>
                <a:lnTo>
                  <a:pt x="2390775" y="2905125"/>
                </a:lnTo>
                <a:close/>
                <a:moveTo>
                  <a:pt x="590550" y="2905125"/>
                </a:moveTo>
                <a:lnTo>
                  <a:pt x="600075" y="2905125"/>
                </a:lnTo>
                <a:lnTo>
                  <a:pt x="600075" y="2914650"/>
                </a:lnTo>
                <a:lnTo>
                  <a:pt x="590550" y="2914650"/>
                </a:lnTo>
                <a:close/>
                <a:moveTo>
                  <a:pt x="1971675" y="2905125"/>
                </a:moveTo>
                <a:lnTo>
                  <a:pt x="1990725" y="2905125"/>
                </a:lnTo>
                <a:lnTo>
                  <a:pt x="1990725" y="2914650"/>
                </a:lnTo>
                <a:lnTo>
                  <a:pt x="1971675" y="2914650"/>
                </a:lnTo>
                <a:close/>
                <a:moveTo>
                  <a:pt x="2019300" y="2905125"/>
                </a:moveTo>
                <a:lnTo>
                  <a:pt x="2028825" y="2905125"/>
                </a:lnTo>
                <a:lnTo>
                  <a:pt x="2028825" y="2914650"/>
                </a:lnTo>
                <a:lnTo>
                  <a:pt x="2019300" y="2914650"/>
                </a:lnTo>
                <a:close/>
                <a:moveTo>
                  <a:pt x="2209800" y="2905125"/>
                </a:moveTo>
                <a:lnTo>
                  <a:pt x="2238375" y="2905125"/>
                </a:lnTo>
                <a:lnTo>
                  <a:pt x="2238375" y="2914650"/>
                </a:lnTo>
                <a:lnTo>
                  <a:pt x="2209800" y="2914650"/>
                </a:lnTo>
                <a:close/>
                <a:moveTo>
                  <a:pt x="2419350" y="2905125"/>
                </a:moveTo>
                <a:lnTo>
                  <a:pt x="2428875" y="2905125"/>
                </a:lnTo>
                <a:lnTo>
                  <a:pt x="2428875" y="2914650"/>
                </a:lnTo>
                <a:lnTo>
                  <a:pt x="2419350" y="2914650"/>
                </a:lnTo>
                <a:close/>
                <a:moveTo>
                  <a:pt x="2933700" y="2905125"/>
                </a:moveTo>
                <a:lnTo>
                  <a:pt x="2952750" y="2905125"/>
                </a:lnTo>
                <a:lnTo>
                  <a:pt x="2952750" y="2914650"/>
                </a:lnTo>
                <a:lnTo>
                  <a:pt x="2933700" y="2914650"/>
                </a:lnTo>
                <a:close/>
                <a:moveTo>
                  <a:pt x="1866900" y="2914650"/>
                </a:moveTo>
                <a:lnTo>
                  <a:pt x="1876425" y="2914650"/>
                </a:lnTo>
                <a:lnTo>
                  <a:pt x="1876425" y="2943225"/>
                </a:lnTo>
                <a:lnTo>
                  <a:pt x="1866900" y="2943225"/>
                </a:lnTo>
                <a:close/>
                <a:moveTo>
                  <a:pt x="2266950" y="2914650"/>
                </a:moveTo>
                <a:lnTo>
                  <a:pt x="2305050" y="2914650"/>
                </a:lnTo>
                <a:lnTo>
                  <a:pt x="2305050" y="2924175"/>
                </a:lnTo>
                <a:lnTo>
                  <a:pt x="2266950" y="2924175"/>
                </a:lnTo>
                <a:close/>
                <a:moveTo>
                  <a:pt x="2343150" y="2914650"/>
                </a:moveTo>
                <a:lnTo>
                  <a:pt x="2362200" y="2914650"/>
                </a:lnTo>
                <a:lnTo>
                  <a:pt x="2362200" y="2924175"/>
                </a:lnTo>
                <a:lnTo>
                  <a:pt x="2371725" y="2924175"/>
                </a:lnTo>
                <a:lnTo>
                  <a:pt x="2371725" y="2933700"/>
                </a:lnTo>
                <a:lnTo>
                  <a:pt x="2324100" y="2933700"/>
                </a:lnTo>
                <a:lnTo>
                  <a:pt x="2324100" y="2924175"/>
                </a:lnTo>
                <a:lnTo>
                  <a:pt x="2343150" y="2924175"/>
                </a:lnTo>
                <a:close/>
                <a:moveTo>
                  <a:pt x="2924175" y="2914650"/>
                </a:moveTo>
                <a:lnTo>
                  <a:pt x="2933700" y="2914650"/>
                </a:lnTo>
                <a:lnTo>
                  <a:pt x="2933700" y="2924175"/>
                </a:lnTo>
                <a:lnTo>
                  <a:pt x="2924175" y="2924175"/>
                </a:lnTo>
                <a:close/>
                <a:moveTo>
                  <a:pt x="2952750" y="2914650"/>
                </a:moveTo>
                <a:lnTo>
                  <a:pt x="2971800" y="2914650"/>
                </a:lnTo>
                <a:lnTo>
                  <a:pt x="2971800" y="2924175"/>
                </a:lnTo>
                <a:lnTo>
                  <a:pt x="2952750" y="2924175"/>
                </a:lnTo>
                <a:close/>
                <a:moveTo>
                  <a:pt x="2990850" y="2924175"/>
                </a:moveTo>
                <a:lnTo>
                  <a:pt x="3009900" y="2924175"/>
                </a:lnTo>
                <a:lnTo>
                  <a:pt x="3009900" y="2933700"/>
                </a:lnTo>
                <a:lnTo>
                  <a:pt x="2990850" y="2933700"/>
                </a:lnTo>
                <a:close/>
                <a:moveTo>
                  <a:pt x="3048000" y="2924175"/>
                </a:moveTo>
                <a:lnTo>
                  <a:pt x="3057525" y="2924175"/>
                </a:lnTo>
                <a:lnTo>
                  <a:pt x="3057525" y="2933700"/>
                </a:lnTo>
                <a:lnTo>
                  <a:pt x="3048000" y="2933700"/>
                </a:lnTo>
                <a:close/>
                <a:moveTo>
                  <a:pt x="2390775" y="2933700"/>
                </a:moveTo>
                <a:lnTo>
                  <a:pt x="2400300" y="2933700"/>
                </a:lnTo>
                <a:lnTo>
                  <a:pt x="2400300" y="2943225"/>
                </a:lnTo>
                <a:lnTo>
                  <a:pt x="2390775" y="2943225"/>
                </a:lnTo>
                <a:close/>
                <a:moveTo>
                  <a:pt x="2419350" y="2933700"/>
                </a:moveTo>
                <a:lnTo>
                  <a:pt x="2438400" y="2933700"/>
                </a:lnTo>
                <a:lnTo>
                  <a:pt x="2438400" y="2943225"/>
                </a:lnTo>
                <a:lnTo>
                  <a:pt x="2419350" y="2943225"/>
                </a:lnTo>
                <a:close/>
                <a:moveTo>
                  <a:pt x="2447925" y="2933700"/>
                </a:moveTo>
                <a:lnTo>
                  <a:pt x="2457450" y="2933700"/>
                </a:lnTo>
                <a:lnTo>
                  <a:pt x="2457450" y="2943225"/>
                </a:lnTo>
                <a:lnTo>
                  <a:pt x="2447925" y="2943225"/>
                </a:lnTo>
                <a:close/>
                <a:moveTo>
                  <a:pt x="3124200" y="2933700"/>
                </a:moveTo>
                <a:lnTo>
                  <a:pt x="3171825" y="2933700"/>
                </a:lnTo>
                <a:lnTo>
                  <a:pt x="3171825" y="2943225"/>
                </a:lnTo>
                <a:lnTo>
                  <a:pt x="3124200" y="2943225"/>
                </a:lnTo>
                <a:close/>
                <a:moveTo>
                  <a:pt x="1981200" y="2943225"/>
                </a:moveTo>
                <a:lnTo>
                  <a:pt x="2000250" y="2943225"/>
                </a:lnTo>
                <a:lnTo>
                  <a:pt x="2000250" y="2952750"/>
                </a:lnTo>
                <a:lnTo>
                  <a:pt x="1981200" y="2952750"/>
                </a:lnTo>
                <a:close/>
                <a:moveTo>
                  <a:pt x="2105025" y="2943225"/>
                </a:moveTo>
                <a:lnTo>
                  <a:pt x="2114550" y="2943225"/>
                </a:lnTo>
                <a:lnTo>
                  <a:pt x="2114550" y="2952750"/>
                </a:lnTo>
                <a:lnTo>
                  <a:pt x="2105025" y="2952750"/>
                </a:lnTo>
                <a:close/>
                <a:moveTo>
                  <a:pt x="2924175" y="2943225"/>
                </a:moveTo>
                <a:lnTo>
                  <a:pt x="2933700" y="2943225"/>
                </a:lnTo>
                <a:lnTo>
                  <a:pt x="2933700" y="2952750"/>
                </a:lnTo>
                <a:lnTo>
                  <a:pt x="2924175" y="2952750"/>
                </a:lnTo>
                <a:close/>
                <a:moveTo>
                  <a:pt x="3076575" y="2943225"/>
                </a:moveTo>
                <a:lnTo>
                  <a:pt x="3086100" y="2943225"/>
                </a:lnTo>
                <a:lnTo>
                  <a:pt x="3086100" y="2952750"/>
                </a:lnTo>
                <a:lnTo>
                  <a:pt x="3076575" y="2952750"/>
                </a:lnTo>
                <a:close/>
                <a:moveTo>
                  <a:pt x="3114675" y="2943225"/>
                </a:moveTo>
                <a:lnTo>
                  <a:pt x="3124200" y="2943225"/>
                </a:lnTo>
                <a:lnTo>
                  <a:pt x="3124200" y="2952750"/>
                </a:lnTo>
                <a:lnTo>
                  <a:pt x="3114675" y="2952750"/>
                </a:lnTo>
                <a:close/>
                <a:moveTo>
                  <a:pt x="3171825" y="2943225"/>
                </a:moveTo>
                <a:lnTo>
                  <a:pt x="3181350" y="2943225"/>
                </a:lnTo>
                <a:lnTo>
                  <a:pt x="3181350" y="2981325"/>
                </a:lnTo>
                <a:lnTo>
                  <a:pt x="3171825" y="2981325"/>
                </a:lnTo>
                <a:close/>
                <a:moveTo>
                  <a:pt x="1971675" y="2952750"/>
                </a:moveTo>
                <a:lnTo>
                  <a:pt x="1981200" y="2952750"/>
                </a:lnTo>
                <a:lnTo>
                  <a:pt x="1981200" y="2971800"/>
                </a:lnTo>
                <a:lnTo>
                  <a:pt x="1971675" y="2971800"/>
                </a:lnTo>
                <a:lnTo>
                  <a:pt x="1971675" y="2990850"/>
                </a:lnTo>
                <a:lnTo>
                  <a:pt x="1962150" y="2990850"/>
                </a:lnTo>
                <a:lnTo>
                  <a:pt x="1962150" y="3009900"/>
                </a:lnTo>
                <a:lnTo>
                  <a:pt x="1952625" y="3009900"/>
                </a:lnTo>
                <a:lnTo>
                  <a:pt x="1952625" y="2981325"/>
                </a:lnTo>
                <a:lnTo>
                  <a:pt x="1962150" y="2981325"/>
                </a:lnTo>
                <a:lnTo>
                  <a:pt x="1962150" y="2962275"/>
                </a:lnTo>
                <a:lnTo>
                  <a:pt x="1971675" y="2962275"/>
                </a:lnTo>
                <a:close/>
                <a:moveTo>
                  <a:pt x="2047875" y="2952750"/>
                </a:moveTo>
                <a:lnTo>
                  <a:pt x="2057400" y="2952750"/>
                </a:lnTo>
                <a:lnTo>
                  <a:pt x="2057400" y="2962275"/>
                </a:lnTo>
                <a:lnTo>
                  <a:pt x="2047875" y="2962275"/>
                </a:lnTo>
                <a:close/>
                <a:moveTo>
                  <a:pt x="2095500" y="2952750"/>
                </a:moveTo>
                <a:lnTo>
                  <a:pt x="2105025" y="2952750"/>
                </a:lnTo>
                <a:lnTo>
                  <a:pt x="2105025" y="2962275"/>
                </a:lnTo>
                <a:lnTo>
                  <a:pt x="2095500" y="2962275"/>
                </a:lnTo>
                <a:close/>
                <a:moveTo>
                  <a:pt x="2962275" y="2952750"/>
                </a:moveTo>
                <a:lnTo>
                  <a:pt x="2971800" y="2952750"/>
                </a:lnTo>
                <a:lnTo>
                  <a:pt x="2971800" y="2962275"/>
                </a:lnTo>
                <a:lnTo>
                  <a:pt x="2962275" y="2962275"/>
                </a:lnTo>
                <a:close/>
                <a:moveTo>
                  <a:pt x="2981325" y="2962275"/>
                </a:moveTo>
                <a:lnTo>
                  <a:pt x="2990850" y="2962275"/>
                </a:lnTo>
                <a:lnTo>
                  <a:pt x="2990850" y="2971800"/>
                </a:lnTo>
                <a:lnTo>
                  <a:pt x="2981325" y="2971800"/>
                </a:lnTo>
                <a:close/>
                <a:moveTo>
                  <a:pt x="3019425" y="2962275"/>
                </a:moveTo>
                <a:lnTo>
                  <a:pt x="3048000" y="2962275"/>
                </a:lnTo>
                <a:lnTo>
                  <a:pt x="3048000" y="2981325"/>
                </a:lnTo>
                <a:lnTo>
                  <a:pt x="3038475" y="2981325"/>
                </a:lnTo>
                <a:lnTo>
                  <a:pt x="3038475" y="2971800"/>
                </a:lnTo>
                <a:lnTo>
                  <a:pt x="3019425" y="2971800"/>
                </a:lnTo>
                <a:close/>
                <a:moveTo>
                  <a:pt x="3362325" y="2962275"/>
                </a:moveTo>
                <a:lnTo>
                  <a:pt x="3371850" y="2962275"/>
                </a:lnTo>
                <a:lnTo>
                  <a:pt x="3371850" y="2990850"/>
                </a:lnTo>
                <a:lnTo>
                  <a:pt x="3362325" y="2990850"/>
                </a:lnTo>
                <a:close/>
                <a:moveTo>
                  <a:pt x="3057525" y="2971800"/>
                </a:moveTo>
                <a:lnTo>
                  <a:pt x="3086100" y="2971800"/>
                </a:lnTo>
                <a:lnTo>
                  <a:pt x="3086100" y="2981325"/>
                </a:lnTo>
                <a:lnTo>
                  <a:pt x="3057525" y="2981325"/>
                </a:lnTo>
                <a:close/>
                <a:moveTo>
                  <a:pt x="3114675" y="2971800"/>
                </a:moveTo>
                <a:lnTo>
                  <a:pt x="3124200" y="2971800"/>
                </a:lnTo>
                <a:lnTo>
                  <a:pt x="3124200" y="2981325"/>
                </a:lnTo>
                <a:lnTo>
                  <a:pt x="3114675" y="2981325"/>
                </a:lnTo>
                <a:close/>
                <a:moveTo>
                  <a:pt x="3124200" y="2981325"/>
                </a:moveTo>
                <a:lnTo>
                  <a:pt x="3133725" y="2981325"/>
                </a:lnTo>
                <a:lnTo>
                  <a:pt x="3133725" y="2990850"/>
                </a:lnTo>
                <a:lnTo>
                  <a:pt x="3124200" y="2990850"/>
                </a:lnTo>
                <a:close/>
                <a:moveTo>
                  <a:pt x="3143250" y="2981325"/>
                </a:moveTo>
                <a:lnTo>
                  <a:pt x="3152775" y="2981325"/>
                </a:lnTo>
                <a:lnTo>
                  <a:pt x="3152775" y="2990850"/>
                </a:lnTo>
                <a:lnTo>
                  <a:pt x="3143250" y="2990850"/>
                </a:lnTo>
                <a:close/>
                <a:moveTo>
                  <a:pt x="3162300" y="2981325"/>
                </a:moveTo>
                <a:lnTo>
                  <a:pt x="3171825" y="2981325"/>
                </a:lnTo>
                <a:lnTo>
                  <a:pt x="3171825" y="2990850"/>
                </a:lnTo>
                <a:lnTo>
                  <a:pt x="3162300" y="2990850"/>
                </a:lnTo>
                <a:close/>
                <a:moveTo>
                  <a:pt x="219075" y="3000375"/>
                </a:moveTo>
                <a:lnTo>
                  <a:pt x="228600" y="3000375"/>
                </a:lnTo>
                <a:lnTo>
                  <a:pt x="228600" y="3086100"/>
                </a:lnTo>
                <a:lnTo>
                  <a:pt x="219075" y="3086100"/>
                </a:lnTo>
                <a:close/>
                <a:moveTo>
                  <a:pt x="1962150" y="3009900"/>
                </a:moveTo>
                <a:lnTo>
                  <a:pt x="1971675" y="3009900"/>
                </a:lnTo>
                <a:lnTo>
                  <a:pt x="1971675" y="3019425"/>
                </a:lnTo>
                <a:lnTo>
                  <a:pt x="1962150" y="3019425"/>
                </a:lnTo>
                <a:close/>
                <a:moveTo>
                  <a:pt x="1981200" y="3009900"/>
                </a:moveTo>
                <a:lnTo>
                  <a:pt x="1990725" y="3009900"/>
                </a:lnTo>
                <a:lnTo>
                  <a:pt x="1990725" y="3019425"/>
                </a:lnTo>
                <a:lnTo>
                  <a:pt x="1981200" y="3019425"/>
                </a:lnTo>
                <a:close/>
                <a:moveTo>
                  <a:pt x="2028825" y="3009900"/>
                </a:moveTo>
                <a:lnTo>
                  <a:pt x="2047875" y="3009900"/>
                </a:lnTo>
                <a:lnTo>
                  <a:pt x="2047875" y="3019425"/>
                </a:lnTo>
                <a:lnTo>
                  <a:pt x="2028825" y="3019425"/>
                </a:lnTo>
                <a:close/>
                <a:moveTo>
                  <a:pt x="1933575" y="3019425"/>
                </a:moveTo>
                <a:lnTo>
                  <a:pt x="1943100" y="3019425"/>
                </a:lnTo>
                <a:lnTo>
                  <a:pt x="1943100" y="3067050"/>
                </a:lnTo>
                <a:lnTo>
                  <a:pt x="1933575" y="3067050"/>
                </a:lnTo>
                <a:close/>
                <a:moveTo>
                  <a:pt x="2076450" y="3019425"/>
                </a:moveTo>
                <a:lnTo>
                  <a:pt x="2085975" y="3019425"/>
                </a:lnTo>
                <a:lnTo>
                  <a:pt x="2085975" y="3028950"/>
                </a:lnTo>
                <a:lnTo>
                  <a:pt x="2076450" y="3028950"/>
                </a:lnTo>
                <a:close/>
                <a:moveTo>
                  <a:pt x="2085975" y="3028950"/>
                </a:moveTo>
                <a:lnTo>
                  <a:pt x="2095500" y="3028950"/>
                </a:lnTo>
                <a:lnTo>
                  <a:pt x="2095500" y="3038475"/>
                </a:lnTo>
                <a:lnTo>
                  <a:pt x="2085975" y="3038475"/>
                </a:lnTo>
                <a:close/>
                <a:moveTo>
                  <a:pt x="3352800" y="3028950"/>
                </a:moveTo>
                <a:lnTo>
                  <a:pt x="3362325" y="3028950"/>
                </a:lnTo>
                <a:lnTo>
                  <a:pt x="3362325" y="3057525"/>
                </a:lnTo>
                <a:lnTo>
                  <a:pt x="3352800" y="3057525"/>
                </a:lnTo>
                <a:close/>
                <a:moveTo>
                  <a:pt x="2095500" y="3038475"/>
                </a:moveTo>
                <a:lnTo>
                  <a:pt x="2105025" y="3038475"/>
                </a:lnTo>
                <a:lnTo>
                  <a:pt x="2105025" y="3048000"/>
                </a:lnTo>
                <a:lnTo>
                  <a:pt x="2095500" y="3048000"/>
                </a:lnTo>
                <a:close/>
                <a:moveTo>
                  <a:pt x="276225" y="3048000"/>
                </a:moveTo>
                <a:lnTo>
                  <a:pt x="285750" y="3048000"/>
                </a:lnTo>
                <a:lnTo>
                  <a:pt x="285750" y="3086100"/>
                </a:lnTo>
                <a:lnTo>
                  <a:pt x="276225" y="3086100"/>
                </a:lnTo>
                <a:close/>
                <a:moveTo>
                  <a:pt x="1876425" y="3048000"/>
                </a:moveTo>
                <a:lnTo>
                  <a:pt x="1885950" y="3048000"/>
                </a:lnTo>
                <a:lnTo>
                  <a:pt x="1885950" y="3067050"/>
                </a:lnTo>
                <a:lnTo>
                  <a:pt x="1876425" y="3067050"/>
                </a:lnTo>
                <a:close/>
                <a:moveTo>
                  <a:pt x="2095500" y="3095625"/>
                </a:moveTo>
                <a:lnTo>
                  <a:pt x="2105025" y="3095625"/>
                </a:lnTo>
                <a:lnTo>
                  <a:pt x="2105025" y="3105150"/>
                </a:lnTo>
                <a:lnTo>
                  <a:pt x="2095500" y="3105150"/>
                </a:lnTo>
                <a:close/>
                <a:moveTo>
                  <a:pt x="3343275" y="3095625"/>
                </a:moveTo>
                <a:lnTo>
                  <a:pt x="3352800" y="3095625"/>
                </a:lnTo>
                <a:lnTo>
                  <a:pt x="3352800" y="3133725"/>
                </a:lnTo>
                <a:lnTo>
                  <a:pt x="3343275" y="3133725"/>
                </a:lnTo>
                <a:close/>
                <a:moveTo>
                  <a:pt x="2209800" y="3124200"/>
                </a:moveTo>
                <a:lnTo>
                  <a:pt x="2238375" y="3124200"/>
                </a:lnTo>
                <a:lnTo>
                  <a:pt x="2238375" y="3133725"/>
                </a:lnTo>
                <a:lnTo>
                  <a:pt x="2209800" y="3133725"/>
                </a:lnTo>
                <a:close/>
                <a:moveTo>
                  <a:pt x="2247900" y="3124200"/>
                </a:moveTo>
                <a:lnTo>
                  <a:pt x="2257425" y="3124200"/>
                </a:lnTo>
                <a:lnTo>
                  <a:pt x="2257425" y="3133725"/>
                </a:lnTo>
                <a:lnTo>
                  <a:pt x="2247900" y="3133725"/>
                </a:lnTo>
                <a:close/>
                <a:moveTo>
                  <a:pt x="1943100" y="3133725"/>
                </a:moveTo>
                <a:lnTo>
                  <a:pt x="1952625" y="3133725"/>
                </a:lnTo>
                <a:lnTo>
                  <a:pt x="1952625" y="3190875"/>
                </a:lnTo>
                <a:lnTo>
                  <a:pt x="1943100" y="3190875"/>
                </a:lnTo>
                <a:close/>
                <a:moveTo>
                  <a:pt x="1971675" y="3133725"/>
                </a:moveTo>
                <a:lnTo>
                  <a:pt x="1990725" y="3133725"/>
                </a:lnTo>
                <a:lnTo>
                  <a:pt x="1990725" y="3190875"/>
                </a:lnTo>
                <a:lnTo>
                  <a:pt x="1971675" y="3190875"/>
                </a:lnTo>
                <a:close/>
                <a:moveTo>
                  <a:pt x="2343150" y="3143250"/>
                </a:moveTo>
                <a:lnTo>
                  <a:pt x="2352675" y="3143250"/>
                </a:lnTo>
                <a:lnTo>
                  <a:pt x="2352675" y="3152775"/>
                </a:lnTo>
                <a:lnTo>
                  <a:pt x="2343150" y="3152775"/>
                </a:lnTo>
                <a:close/>
                <a:moveTo>
                  <a:pt x="2381250" y="3152775"/>
                </a:moveTo>
                <a:lnTo>
                  <a:pt x="2428875" y="3152775"/>
                </a:lnTo>
                <a:lnTo>
                  <a:pt x="2428875" y="3162300"/>
                </a:lnTo>
                <a:lnTo>
                  <a:pt x="2381250" y="3162300"/>
                </a:lnTo>
                <a:close/>
                <a:moveTo>
                  <a:pt x="2200275" y="3162300"/>
                </a:moveTo>
                <a:lnTo>
                  <a:pt x="2209800" y="3162300"/>
                </a:lnTo>
                <a:lnTo>
                  <a:pt x="2209800" y="3171825"/>
                </a:lnTo>
                <a:lnTo>
                  <a:pt x="2200275" y="3171825"/>
                </a:lnTo>
                <a:close/>
                <a:moveTo>
                  <a:pt x="2219325" y="3162300"/>
                </a:moveTo>
                <a:lnTo>
                  <a:pt x="2247900" y="3162300"/>
                </a:lnTo>
                <a:lnTo>
                  <a:pt x="2247900" y="3171825"/>
                </a:lnTo>
                <a:lnTo>
                  <a:pt x="2219325" y="3171825"/>
                </a:lnTo>
                <a:close/>
                <a:moveTo>
                  <a:pt x="2533650" y="3162300"/>
                </a:moveTo>
                <a:lnTo>
                  <a:pt x="2552700" y="3162300"/>
                </a:lnTo>
                <a:lnTo>
                  <a:pt x="2552700" y="3171825"/>
                </a:lnTo>
                <a:lnTo>
                  <a:pt x="2533650" y="3171825"/>
                </a:lnTo>
                <a:close/>
                <a:moveTo>
                  <a:pt x="3333750" y="3162300"/>
                </a:moveTo>
                <a:lnTo>
                  <a:pt x="3343275" y="3162300"/>
                </a:lnTo>
                <a:lnTo>
                  <a:pt x="3343275" y="3209925"/>
                </a:lnTo>
                <a:lnTo>
                  <a:pt x="3333750" y="3209925"/>
                </a:lnTo>
                <a:close/>
                <a:moveTo>
                  <a:pt x="1885950" y="3171825"/>
                </a:moveTo>
                <a:lnTo>
                  <a:pt x="1895475" y="3171825"/>
                </a:lnTo>
                <a:lnTo>
                  <a:pt x="1895475" y="3190875"/>
                </a:lnTo>
                <a:lnTo>
                  <a:pt x="1885950" y="3190875"/>
                </a:lnTo>
                <a:close/>
                <a:moveTo>
                  <a:pt x="2085975" y="3171825"/>
                </a:moveTo>
                <a:lnTo>
                  <a:pt x="2095500" y="3171825"/>
                </a:lnTo>
                <a:lnTo>
                  <a:pt x="2095500" y="3190875"/>
                </a:lnTo>
                <a:lnTo>
                  <a:pt x="2085975" y="3190875"/>
                </a:lnTo>
                <a:close/>
                <a:moveTo>
                  <a:pt x="2257425" y="3171825"/>
                </a:moveTo>
                <a:lnTo>
                  <a:pt x="2266950" y="3171825"/>
                </a:lnTo>
                <a:lnTo>
                  <a:pt x="2266950" y="3181350"/>
                </a:lnTo>
                <a:lnTo>
                  <a:pt x="2257425" y="3181350"/>
                </a:lnTo>
                <a:close/>
                <a:moveTo>
                  <a:pt x="2476500" y="3171825"/>
                </a:moveTo>
                <a:lnTo>
                  <a:pt x="2486025" y="3171825"/>
                </a:lnTo>
                <a:lnTo>
                  <a:pt x="2486025" y="3181350"/>
                </a:lnTo>
                <a:lnTo>
                  <a:pt x="2476500" y="3181350"/>
                </a:lnTo>
                <a:close/>
                <a:moveTo>
                  <a:pt x="2600325" y="3171825"/>
                </a:moveTo>
                <a:lnTo>
                  <a:pt x="2609850" y="3171825"/>
                </a:lnTo>
                <a:lnTo>
                  <a:pt x="2609850" y="3181350"/>
                </a:lnTo>
                <a:lnTo>
                  <a:pt x="2600325" y="3181350"/>
                </a:lnTo>
                <a:close/>
                <a:moveTo>
                  <a:pt x="2505075" y="3181350"/>
                </a:moveTo>
                <a:lnTo>
                  <a:pt x="2514600" y="3181350"/>
                </a:lnTo>
                <a:lnTo>
                  <a:pt x="2514600" y="3200400"/>
                </a:lnTo>
                <a:lnTo>
                  <a:pt x="2543175" y="3200400"/>
                </a:lnTo>
                <a:lnTo>
                  <a:pt x="2543175" y="3209925"/>
                </a:lnTo>
                <a:lnTo>
                  <a:pt x="2505075" y="3209925"/>
                </a:lnTo>
                <a:close/>
                <a:moveTo>
                  <a:pt x="2609850" y="3181350"/>
                </a:moveTo>
                <a:lnTo>
                  <a:pt x="2619375" y="3181350"/>
                </a:lnTo>
                <a:lnTo>
                  <a:pt x="2619375" y="3190875"/>
                </a:lnTo>
                <a:lnTo>
                  <a:pt x="2628900" y="3190875"/>
                </a:lnTo>
                <a:lnTo>
                  <a:pt x="2628900" y="3209925"/>
                </a:lnTo>
                <a:lnTo>
                  <a:pt x="2609850" y="3209925"/>
                </a:lnTo>
                <a:close/>
                <a:moveTo>
                  <a:pt x="228600" y="3190875"/>
                </a:moveTo>
                <a:lnTo>
                  <a:pt x="238125" y="3190875"/>
                </a:lnTo>
                <a:lnTo>
                  <a:pt x="238125" y="3257550"/>
                </a:lnTo>
                <a:lnTo>
                  <a:pt x="228600" y="3257550"/>
                </a:lnTo>
                <a:close/>
                <a:moveTo>
                  <a:pt x="2362200" y="3190875"/>
                </a:moveTo>
                <a:lnTo>
                  <a:pt x="2381250" y="3190875"/>
                </a:lnTo>
                <a:lnTo>
                  <a:pt x="2381250" y="3200400"/>
                </a:lnTo>
                <a:lnTo>
                  <a:pt x="2362200" y="3200400"/>
                </a:lnTo>
                <a:close/>
                <a:moveTo>
                  <a:pt x="2400300" y="3190875"/>
                </a:moveTo>
                <a:lnTo>
                  <a:pt x="2419350" y="3190875"/>
                </a:lnTo>
                <a:lnTo>
                  <a:pt x="2419350" y="3200400"/>
                </a:lnTo>
                <a:lnTo>
                  <a:pt x="2400300" y="3200400"/>
                </a:lnTo>
                <a:close/>
                <a:moveTo>
                  <a:pt x="2428875" y="3190875"/>
                </a:moveTo>
                <a:lnTo>
                  <a:pt x="2438400" y="3190875"/>
                </a:lnTo>
                <a:lnTo>
                  <a:pt x="2438400" y="3200400"/>
                </a:lnTo>
                <a:lnTo>
                  <a:pt x="2457450" y="3200400"/>
                </a:lnTo>
                <a:lnTo>
                  <a:pt x="2457450" y="3209925"/>
                </a:lnTo>
                <a:lnTo>
                  <a:pt x="2428875" y="3209925"/>
                </a:lnTo>
                <a:close/>
                <a:moveTo>
                  <a:pt x="1971675" y="3200400"/>
                </a:moveTo>
                <a:lnTo>
                  <a:pt x="1990725" y="3200400"/>
                </a:lnTo>
                <a:lnTo>
                  <a:pt x="1990725" y="3228975"/>
                </a:lnTo>
                <a:lnTo>
                  <a:pt x="2000250" y="3228975"/>
                </a:lnTo>
                <a:lnTo>
                  <a:pt x="2000250" y="3238500"/>
                </a:lnTo>
                <a:lnTo>
                  <a:pt x="1971675" y="3238500"/>
                </a:lnTo>
                <a:close/>
                <a:moveTo>
                  <a:pt x="2600325" y="3209925"/>
                </a:moveTo>
                <a:lnTo>
                  <a:pt x="2609850" y="3209925"/>
                </a:lnTo>
                <a:lnTo>
                  <a:pt x="2609850" y="3219450"/>
                </a:lnTo>
                <a:lnTo>
                  <a:pt x="2600325" y="3219450"/>
                </a:lnTo>
                <a:close/>
                <a:moveTo>
                  <a:pt x="2143125" y="3219450"/>
                </a:moveTo>
                <a:lnTo>
                  <a:pt x="2152650" y="3219450"/>
                </a:lnTo>
                <a:lnTo>
                  <a:pt x="2152650" y="3238500"/>
                </a:lnTo>
                <a:lnTo>
                  <a:pt x="2143125" y="3238500"/>
                </a:lnTo>
                <a:lnTo>
                  <a:pt x="2143125" y="3257550"/>
                </a:lnTo>
                <a:lnTo>
                  <a:pt x="2133600" y="3257550"/>
                </a:lnTo>
                <a:lnTo>
                  <a:pt x="2133600" y="3228975"/>
                </a:lnTo>
                <a:lnTo>
                  <a:pt x="2143125" y="3228975"/>
                </a:lnTo>
                <a:close/>
                <a:moveTo>
                  <a:pt x="2181225" y="3219450"/>
                </a:moveTo>
                <a:lnTo>
                  <a:pt x="2190750" y="3219450"/>
                </a:lnTo>
                <a:lnTo>
                  <a:pt x="2190750" y="3228975"/>
                </a:lnTo>
                <a:lnTo>
                  <a:pt x="2181225" y="3228975"/>
                </a:lnTo>
                <a:close/>
                <a:moveTo>
                  <a:pt x="2628900" y="3219450"/>
                </a:moveTo>
                <a:lnTo>
                  <a:pt x="2638425" y="3219450"/>
                </a:lnTo>
                <a:lnTo>
                  <a:pt x="2638425" y="3228975"/>
                </a:lnTo>
                <a:lnTo>
                  <a:pt x="2628900" y="3228975"/>
                </a:lnTo>
                <a:close/>
                <a:moveTo>
                  <a:pt x="2200275" y="3228975"/>
                </a:moveTo>
                <a:lnTo>
                  <a:pt x="2209800" y="3228975"/>
                </a:lnTo>
                <a:lnTo>
                  <a:pt x="2209800" y="3238500"/>
                </a:lnTo>
                <a:lnTo>
                  <a:pt x="2200275" y="3238500"/>
                </a:lnTo>
                <a:close/>
                <a:moveTo>
                  <a:pt x="2638425" y="3228975"/>
                </a:moveTo>
                <a:lnTo>
                  <a:pt x="2657475" y="3228975"/>
                </a:lnTo>
                <a:lnTo>
                  <a:pt x="2657475" y="3238500"/>
                </a:lnTo>
                <a:lnTo>
                  <a:pt x="2638425" y="3238500"/>
                </a:lnTo>
                <a:close/>
                <a:moveTo>
                  <a:pt x="2695575" y="3228975"/>
                </a:moveTo>
                <a:lnTo>
                  <a:pt x="2705100" y="3228975"/>
                </a:lnTo>
                <a:lnTo>
                  <a:pt x="2705100" y="3238500"/>
                </a:lnTo>
                <a:lnTo>
                  <a:pt x="2695575" y="3238500"/>
                </a:lnTo>
                <a:close/>
                <a:moveTo>
                  <a:pt x="2876550" y="3228975"/>
                </a:moveTo>
                <a:lnTo>
                  <a:pt x="2943225" y="3228975"/>
                </a:lnTo>
                <a:lnTo>
                  <a:pt x="2943225" y="3238500"/>
                </a:lnTo>
                <a:lnTo>
                  <a:pt x="2990850" y="3238500"/>
                </a:lnTo>
                <a:lnTo>
                  <a:pt x="2990850" y="3248025"/>
                </a:lnTo>
                <a:lnTo>
                  <a:pt x="3057525" y="3248025"/>
                </a:lnTo>
                <a:lnTo>
                  <a:pt x="3057525" y="3257550"/>
                </a:lnTo>
                <a:lnTo>
                  <a:pt x="3124200" y="3257550"/>
                </a:lnTo>
                <a:lnTo>
                  <a:pt x="3124200" y="3267075"/>
                </a:lnTo>
                <a:lnTo>
                  <a:pt x="3143250" y="3267075"/>
                </a:lnTo>
                <a:lnTo>
                  <a:pt x="3143250" y="3276600"/>
                </a:lnTo>
                <a:lnTo>
                  <a:pt x="3152775" y="3276600"/>
                </a:lnTo>
                <a:lnTo>
                  <a:pt x="3152775" y="3286125"/>
                </a:lnTo>
                <a:lnTo>
                  <a:pt x="3162300" y="3286125"/>
                </a:lnTo>
                <a:lnTo>
                  <a:pt x="3162300" y="3314700"/>
                </a:lnTo>
                <a:lnTo>
                  <a:pt x="3171825" y="3314700"/>
                </a:lnTo>
                <a:lnTo>
                  <a:pt x="3171825" y="3352800"/>
                </a:lnTo>
                <a:lnTo>
                  <a:pt x="3162300" y="3352800"/>
                </a:lnTo>
                <a:lnTo>
                  <a:pt x="3162300" y="3371850"/>
                </a:lnTo>
                <a:lnTo>
                  <a:pt x="3152775" y="3371850"/>
                </a:lnTo>
                <a:lnTo>
                  <a:pt x="3152775" y="3381375"/>
                </a:lnTo>
                <a:lnTo>
                  <a:pt x="3143250" y="3381375"/>
                </a:lnTo>
                <a:lnTo>
                  <a:pt x="3143250" y="3390900"/>
                </a:lnTo>
                <a:lnTo>
                  <a:pt x="3057525" y="3390900"/>
                </a:lnTo>
                <a:lnTo>
                  <a:pt x="3057525" y="3381375"/>
                </a:lnTo>
                <a:lnTo>
                  <a:pt x="2990850" y="3381375"/>
                </a:lnTo>
                <a:lnTo>
                  <a:pt x="2990850" y="3371850"/>
                </a:lnTo>
                <a:lnTo>
                  <a:pt x="2933700" y="3371850"/>
                </a:lnTo>
                <a:lnTo>
                  <a:pt x="2933700" y="3362325"/>
                </a:lnTo>
                <a:lnTo>
                  <a:pt x="2876550" y="3362325"/>
                </a:lnTo>
                <a:lnTo>
                  <a:pt x="2876550" y="3352800"/>
                </a:lnTo>
                <a:lnTo>
                  <a:pt x="2867025" y="3352800"/>
                </a:lnTo>
                <a:lnTo>
                  <a:pt x="2867025" y="3343275"/>
                </a:lnTo>
                <a:lnTo>
                  <a:pt x="2857500" y="3343275"/>
                </a:lnTo>
                <a:lnTo>
                  <a:pt x="2857500" y="3333750"/>
                </a:lnTo>
                <a:lnTo>
                  <a:pt x="2847975" y="3333750"/>
                </a:lnTo>
                <a:lnTo>
                  <a:pt x="2847975" y="3314700"/>
                </a:lnTo>
                <a:lnTo>
                  <a:pt x="2838450" y="3314700"/>
                </a:lnTo>
                <a:lnTo>
                  <a:pt x="2838450" y="3276600"/>
                </a:lnTo>
                <a:lnTo>
                  <a:pt x="2847975" y="3276600"/>
                </a:lnTo>
                <a:lnTo>
                  <a:pt x="2847975" y="3257550"/>
                </a:lnTo>
                <a:lnTo>
                  <a:pt x="2857500" y="3257550"/>
                </a:lnTo>
                <a:lnTo>
                  <a:pt x="2857500" y="3248025"/>
                </a:lnTo>
                <a:lnTo>
                  <a:pt x="2867025" y="3248025"/>
                </a:lnTo>
                <a:lnTo>
                  <a:pt x="2867025" y="3238500"/>
                </a:lnTo>
                <a:lnTo>
                  <a:pt x="2876550" y="3238500"/>
                </a:lnTo>
                <a:close/>
                <a:moveTo>
                  <a:pt x="2152650" y="3238500"/>
                </a:moveTo>
                <a:lnTo>
                  <a:pt x="2171700" y="3238500"/>
                </a:lnTo>
                <a:lnTo>
                  <a:pt x="2171700" y="3248025"/>
                </a:lnTo>
                <a:lnTo>
                  <a:pt x="2152650" y="3248025"/>
                </a:lnTo>
                <a:close/>
                <a:moveTo>
                  <a:pt x="2276475" y="3238500"/>
                </a:moveTo>
                <a:lnTo>
                  <a:pt x="2295525" y="3238500"/>
                </a:lnTo>
                <a:lnTo>
                  <a:pt x="2295525" y="3248025"/>
                </a:lnTo>
                <a:lnTo>
                  <a:pt x="2276475" y="3248025"/>
                </a:lnTo>
                <a:close/>
                <a:moveTo>
                  <a:pt x="2076450" y="3248025"/>
                </a:moveTo>
                <a:lnTo>
                  <a:pt x="2085975" y="3248025"/>
                </a:lnTo>
                <a:lnTo>
                  <a:pt x="2085975" y="3276600"/>
                </a:lnTo>
                <a:lnTo>
                  <a:pt x="2076450" y="3276600"/>
                </a:lnTo>
                <a:close/>
                <a:moveTo>
                  <a:pt x="2314575" y="3248025"/>
                </a:moveTo>
                <a:lnTo>
                  <a:pt x="2333625" y="3248025"/>
                </a:lnTo>
                <a:lnTo>
                  <a:pt x="2333625" y="3257550"/>
                </a:lnTo>
                <a:lnTo>
                  <a:pt x="2314575" y="3257550"/>
                </a:lnTo>
                <a:close/>
                <a:moveTo>
                  <a:pt x="3324225" y="3248025"/>
                </a:moveTo>
                <a:lnTo>
                  <a:pt x="3333750" y="3248025"/>
                </a:lnTo>
                <a:lnTo>
                  <a:pt x="3333750" y="3276600"/>
                </a:lnTo>
                <a:lnTo>
                  <a:pt x="3324225" y="3276600"/>
                </a:lnTo>
                <a:close/>
                <a:moveTo>
                  <a:pt x="285750" y="3257550"/>
                </a:moveTo>
                <a:lnTo>
                  <a:pt x="295275" y="3257550"/>
                </a:lnTo>
                <a:lnTo>
                  <a:pt x="295275" y="3305175"/>
                </a:lnTo>
                <a:lnTo>
                  <a:pt x="285750" y="3305175"/>
                </a:lnTo>
                <a:close/>
                <a:moveTo>
                  <a:pt x="1952625" y="3257550"/>
                </a:moveTo>
                <a:lnTo>
                  <a:pt x="1962150" y="3257550"/>
                </a:lnTo>
                <a:lnTo>
                  <a:pt x="1962150" y="3305175"/>
                </a:lnTo>
                <a:lnTo>
                  <a:pt x="1952625" y="3305175"/>
                </a:lnTo>
                <a:close/>
                <a:moveTo>
                  <a:pt x="2200275" y="3257550"/>
                </a:moveTo>
                <a:lnTo>
                  <a:pt x="2209800" y="3257550"/>
                </a:lnTo>
                <a:lnTo>
                  <a:pt x="2209800" y="3267075"/>
                </a:lnTo>
                <a:lnTo>
                  <a:pt x="2200275" y="3267075"/>
                </a:lnTo>
                <a:close/>
                <a:moveTo>
                  <a:pt x="2343150" y="3257550"/>
                </a:moveTo>
                <a:lnTo>
                  <a:pt x="2371725" y="3257550"/>
                </a:lnTo>
                <a:lnTo>
                  <a:pt x="2371725" y="3267075"/>
                </a:lnTo>
                <a:lnTo>
                  <a:pt x="2343150" y="3267075"/>
                </a:lnTo>
                <a:close/>
                <a:moveTo>
                  <a:pt x="2257425" y="3267075"/>
                </a:moveTo>
                <a:lnTo>
                  <a:pt x="2266950" y="3267075"/>
                </a:lnTo>
                <a:lnTo>
                  <a:pt x="2266950" y="3276600"/>
                </a:lnTo>
                <a:lnTo>
                  <a:pt x="2257425" y="3276600"/>
                </a:lnTo>
                <a:close/>
                <a:moveTo>
                  <a:pt x="2247900" y="3276600"/>
                </a:moveTo>
                <a:lnTo>
                  <a:pt x="2257425" y="3276600"/>
                </a:lnTo>
                <a:lnTo>
                  <a:pt x="2257425" y="3286125"/>
                </a:lnTo>
                <a:lnTo>
                  <a:pt x="2247900" y="3286125"/>
                </a:lnTo>
                <a:close/>
                <a:moveTo>
                  <a:pt x="2266950" y="3276600"/>
                </a:moveTo>
                <a:lnTo>
                  <a:pt x="2295525" y="3276600"/>
                </a:lnTo>
                <a:lnTo>
                  <a:pt x="2295525" y="3286125"/>
                </a:lnTo>
                <a:lnTo>
                  <a:pt x="2266950" y="3286125"/>
                </a:lnTo>
                <a:close/>
                <a:moveTo>
                  <a:pt x="2305050" y="3276600"/>
                </a:moveTo>
                <a:lnTo>
                  <a:pt x="2333625" y="3276600"/>
                </a:lnTo>
                <a:lnTo>
                  <a:pt x="2333625" y="3295650"/>
                </a:lnTo>
                <a:lnTo>
                  <a:pt x="2324100" y="3295650"/>
                </a:lnTo>
                <a:lnTo>
                  <a:pt x="2324100" y="3286125"/>
                </a:lnTo>
                <a:lnTo>
                  <a:pt x="2305050" y="3286125"/>
                </a:lnTo>
                <a:close/>
                <a:moveTo>
                  <a:pt x="2000250" y="3295650"/>
                </a:moveTo>
                <a:lnTo>
                  <a:pt x="2009775" y="3295650"/>
                </a:lnTo>
                <a:lnTo>
                  <a:pt x="2009775" y="3305175"/>
                </a:lnTo>
                <a:lnTo>
                  <a:pt x="2000250" y="3305175"/>
                </a:lnTo>
                <a:close/>
                <a:moveTo>
                  <a:pt x="2019300" y="3305175"/>
                </a:moveTo>
                <a:lnTo>
                  <a:pt x="2028825" y="3305175"/>
                </a:lnTo>
                <a:lnTo>
                  <a:pt x="2028825" y="3314700"/>
                </a:lnTo>
                <a:lnTo>
                  <a:pt x="2019300" y="3314700"/>
                </a:lnTo>
                <a:close/>
                <a:moveTo>
                  <a:pt x="2047875" y="3305175"/>
                </a:moveTo>
                <a:lnTo>
                  <a:pt x="2057400" y="3305175"/>
                </a:lnTo>
                <a:lnTo>
                  <a:pt x="2057400" y="3314700"/>
                </a:lnTo>
                <a:lnTo>
                  <a:pt x="2047875" y="3314700"/>
                </a:lnTo>
                <a:close/>
                <a:moveTo>
                  <a:pt x="1895475" y="3314700"/>
                </a:moveTo>
                <a:lnTo>
                  <a:pt x="1905000" y="3314700"/>
                </a:lnTo>
                <a:lnTo>
                  <a:pt x="1905000" y="3324225"/>
                </a:lnTo>
                <a:lnTo>
                  <a:pt x="1895475" y="3324225"/>
                </a:lnTo>
                <a:close/>
                <a:moveTo>
                  <a:pt x="3314700" y="3314700"/>
                </a:moveTo>
                <a:lnTo>
                  <a:pt x="3324225" y="3314700"/>
                </a:lnTo>
                <a:lnTo>
                  <a:pt x="3324225" y="3352800"/>
                </a:lnTo>
                <a:lnTo>
                  <a:pt x="3314700" y="3352800"/>
                </a:lnTo>
                <a:close/>
                <a:moveTo>
                  <a:pt x="2895600" y="3324225"/>
                </a:moveTo>
                <a:lnTo>
                  <a:pt x="2943225" y="3324225"/>
                </a:lnTo>
                <a:lnTo>
                  <a:pt x="2943225" y="3333750"/>
                </a:lnTo>
                <a:lnTo>
                  <a:pt x="2952750" y="3333750"/>
                </a:lnTo>
                <a:lnTo>
                  <a:pt x="2952750" y="3324225"/>
                </a:lnTo>
                <a:lnTo>
                  <a:pt x="2962275" y="3324225"/>
                </a:lnTo>
                <a:lnTo>
                  <a:pt x="2962275" y="3333750"/>
                </a:lnTo>
                <a:lnTo>
                  <a:pt x="2990850" y="3333750"/>
                </a:lnTo>
                <a:lnTo>
                  <a:pt x="2990850" y="3343275"/>
                </a:lnTo>
                <a:lnTo>
                  <a:pt x="3019425" y="3343275"/>
                </a:lnTo>
                <a:lnTo>
                  <a:pt x="3019425" y="3333750"/>
                </a:lnTo>
                <a:lnTo>
                  <a:pt x="3028950" y="3333750"/>
                </a:lnTo>
                <a:lnTo>
                  <a:pt x="3028950" y="3343275"/>
                </a:lnTo>
                <a:lnTo>
                  <a:pt x="3038475" y="3343275"/>
                </a:lnTo>
                <a:lnTo>
                  <a:pt x="3038475" y="3333750"/>
                </a:lnTo>
                <a:lnTo>
                  <a:pt x="3057525" y="3333750"/>
                </a:lnTo>
                <a:lnTo>
                  <a:pt x="3057525" y="3305175"/>
                </a:lnTo>
                <a:lnTo>
                  <a:pt x="3048000" y="3305175"/>
                </a:lnTo>
                <a:lnTo>
                  <a:pt x="3048000" y="3295650"/>
                </a:lnTo>
                <a:lnTo>
                  <a:pt x="3028950" y="3295650"/>
                </a:lnTo>
                <a:lnTo>
                  <a:pt x="3028950" y="3286125"/>
                </a:lnTo>
                <a:lnTo>
                  <a:pt x="3019425" y="3286125"/>
                </a:lnTo>
                <a:lnTo>
                  <a:pt x="3019425" y="3295650"/>
                </a:lnTo>
                <a:lnTo>
                  <a:pt x="2981325" y="3295650"/>
                </a:lnTo>
                <a:lnTo>
                  <a:pt x="2981325" y="3305175"/>
                </a:lnTo>
                <a:lnTo>
                  <a:pt x="2971800" y="3305175"/>
                </a:lnTo>
                <a:lnTo>
                  <a:pt x="2971800" y="3295650"/>
                </a:lnTo>
                <a:lnTo>
                  <a:pt x="2952750" y="3295650"/>
                </a:lnTo>
                <a:lnTo>
                  <a:pt x="2952750" y="3286125"/>
                </a:lnTo>
                <a:lnTo>
                  <a:pt x="2924175" y="3286125"/>
                </a:lnTo>
                <a:lnTo>
                  <a:pt x="2924175" y="3276600"/>
                </a:lnTo>
                <a:lnTo>
                  <a:pt x="2914650" y="3276600"/>
                </a:lnTo>
                <a:lnTo>
                  <a:pt x="2914650" y="3267075"/>
                </a:lnTo>
                <a:lnTo>
                  <a:pt x="2895600" y="3267075"/>
                </a:lnTo>
                <a:close/>
                <a:moveTo>
                  <a:pt x="1981200" y="3333750"/>
                </a:moveTo>
                <a:lnTo>
                  <a:pt x="1990725" y="3333750"/>
                </a:lnTo>
                <a:lnTo>
                  <a:pt x="1990725" y="3371850"/>
                </a:lnTo>
                <a:lnTo>
                  <a:pt x="1981200" y="3371850"/>
                </a:lnTo>
                <a:close/>
                <a:moveTo>
                  <a:pt x="3086100" y="3343275"/>
                </a:moveTo>
                <a:lnTo>
                  <a:pt x="3095625" y="3343275"/>
                </a:lnTo>
                <a:lnTo>
                  <a:pt x="3095625" y="3352800"/>
                </a:lnTo>
                <a:lnTo>
                  <a:pt x="3114675" y="3352800"/>
                </a:lnTo>
                <a:lnTo>
                  <a:pt x="3114675" y="3343275"/>
                </a:lnTo>
                <a:lnTo>
                  <a:pt x="3124200" y="3343275"/>
                </a:lnTo>
                <a:lnTo>
                  <a:pt x="3124200" y="3314700"/>
                </a:lnTo>
                <a:lnTo>
                  <a:pt x="3114675" y="3314700"/>
                </a:lnTo>
                <a:lnTo>
                  <a:pt x="3114675" y="3305175"/>
                </a:lnTo>
                <a:lnTo>
                  <a:pt x="3095625" y="3305175"/>
                </a:lnTo>
                <a:lnTo>
                  <a:pt x="3095625" y="3314700"/>
                </a:lnTo>
                <a:lnTo>
                  <a:pt x="3086100" y="3314700"/>
                </a:lnTo>
                <a:close/>
                <a:moveTo>
                  <a:pt x="238125" y="3352800"/>
                </a:moveTo>
                <a:lnTo>
                  <a:pt x="247650" y="3352800"/>
                </a:lnTo>
                <a:lnTo>
                  <a:pt x="247650" y="3457575"/>
                </a:lnTo>
                <a:lnTo>
                  <a:pt x="238125" y="3457575"/>
                </a:lnTo>
                <a:close/>
                <a:moveTo>
                  <a:pt x="1962150" y="3371850"/>
                </a:moveTo>
                <a:lnTo>
                  <a:pt x="1971675" y="3371850"/>
                </a:lnTo>
                <a:lnTo>
                  <a:pt x="1971675" y="3419475"/>
                </a:lnTo>
                <a:lnTo>
                  <a:pt x="1962150" y="3419475"/>
                </a:lnTo>
                <a:close/>
                <a:moveTo>
                  <a:pt x="3305175" y="3390900"/>
                </a:moveTo>
                <a:lnTo>
                  <a:pt x="3314700" y="3390900"/>
                </a:lnTo>
                <a:lnTo>
                  <a:pt x="3314700" y="3409950"/>
                </a:lnTo>
                <a:lnTo>
                  <a:pt x="3305175" y="3409950"/>
                </a:lnTo>
                <a:close/>
                <a:moveTo>
                  <a:pt x="1905000" y="3409950"/>
                </a:moveTo>
                <a:lnTo>
                  <a:pt x="1914525" y="3409950"/>
                </a:lnTo>
                <a:lnTo>
                  <a:pt x="1914525" y="3438525"/>
                </a:lnTo>
                <a:lnTo>
                  <a:pt x="1905000" y="3438525"/>
                </a:lnTo>
                <a:close/>
                <a:moveTo>
                  <a:pt x="295275" y="3429000"/>
                </a:moveTo>
                <a:lnTo>
                  <a:pt x="304800" y="3429000"/>
                </a:lnTo>
                <a:lnTo>
                  <a:pt x="304800" y="3467100"/>
                </a:lnTo>
                <a:lnTo>
                  <a:pt x="295275" y="3467100"/>
                </a:lnTo>
                <a:close/>
                <a:moveTo>
                  <a:pt x="3295650" y="3448050"/>
                </a:moveTo>
                <a:lnTo>
                  <a:pt x="3305175" y="3448050"/>
                </a:lnTo>
                <a:lnTo>
                  <a:pt x="3305175" y="3476625"/>
                </a:lnTo>
                <a:lnTo>
                  <a:pt x="3295650" y="3476625"/>
                </a:lnTo>
                <a:close/>
                <a:moveTo>
                  <a:pt x="1990725" y="3457575"/>
                </a:moveTo>
                <a:lnTo>
                  <a:pt x="2000250" y="3457575"/>
                </a:lnTo>
                <a:lnTo>
                  <a:pt x="2000250" y="3486150"/>
                </a:lnTo>
                <a:lnTo>
                  <a:pt x="1990725" y="3486150"/>
                </a:lnTo>
                <a:close/>
                <a:moveTo>
                  <a:pt x="1971675" y="3495675"/>
                </a:moveTo>
                <a:lnTo>
                  <a:pt x="1981200" y="3495675"/>
                </a:lnTo>
                <a:lnTo>
                  <a:pt x="1981200" y="3543300"/>
                </a:lnTo>
                <a:lnTo>
                  <a:pt x="1971675" y="3543300"/>
                </a:lnTo>
                <a:close/>
                <a:moveTo>
                  <a:pt x="2105025" y="3524250"/>
                </a:moveTo>
                <a:lnTo>
                  <a:pt x="2124075" y="3524250"/>
                </a:lnTo>
                <a:lnTo>
                  <a:pt x="2124075" y="3533775"/>
                </a:lnTo>
                <a:lnTo>
                  <a:pt x="2133600" y="3533775"/>
                </a:lnTo>
                <a:lnTo>
                  <a:pt x="2133600" y="3552825"/>
                </a:lnTo>
                <a:lnTo>
                  <a:pt x="2124075" y="3552825"/>
                </a:lnTo>
                <a:lnTo>
                  <a:pt x="2124075" y="3543300"/>
                </a:lnTo>
                <a:lnTo>
                  <a:pt x="2105025" y="3543300"/>
                </a:lnTo>
                <a:lnTo>
                  <a:pt x="2105025" y="3552825"/>
                </a:lnTo>
                <a:lnTo>
                  <a:pt x="2095500" y="3552825"/>
                </a:lnTo>
                <a:lnTo>
                  <a:pt x="2095500" y="3562350"/>
                </a:lnTo>
                <a:lnTo>
                  <a:pt x="2085975" y="3562350"/>
                </a:lnTo>
                <a:lnTo>
                  <a:pt x="2085975" y="3571875"/>
                </a:lnTo>
                <a:lnTo>
                  <a:pt x="2076450" y="3571875"/>
                </a:lnTo>
                <a:lnTo>
                  <a:pt x="2076450" y="3609975"/>
                </a:lnTo>
                <a:lnTo>
                  <a:pt x="2095500" y="3609975"/>
                </a:lnTo>
                <a:lnTo>
                  <a:pt x="2095500" y="3600450"/>
                </a:lnTo>
                <a:lnTo>
                  <a:pt x="2105025" y="3600450"/>
                </a:lnTo>
                <a:lnTo>
                  <a:pt x="2105025" y="3590925"/>
                </a:lnTo>
                <a:lnTo>
                  <a:pt x="2114550" y="3590925"/>
                </a:lnTo>
                <a:lnTo>
                  <a:pt x="2114550" y="3600450"/>
                </a:lnTo>
                <a:lnTo>
                  <a:pt x="2124075" y="3600450"/>
                </a:lnTo>
                <a:lnTo>
                  <a:pt x="2124075" y="3609975"/>
                </a:lnTo>
                <a:lnTo>
                  <a:pt x="2152650" y="3609975"/>
                </a:lnTo>
                <a:lnTo>
                  <a:pt x="2152650" y="3629025"/>
                </a:lnTo>
                <a:lnTo>
                  <a:pt x="2143125" y="3629025"/>
                </a:lnTo>
                <a:lnTo>
                  <a:pt x="2143125" y="3638550"/>
                </a:lnTo>
                <a:lnTo>
                  <a:pt x="2114550" y="3638550"/>
                </a:lnTo>
                <a:lnTo>
                  <a:pt x="2114550" y="3629025"/>
                </a:lnTo>
                <a:lnTo>
                  <a:pt x="2095500" y="3629025"/>
                </a:lnTo>
                <a:lnTo>
                  <a:pt x="2095500" y="3619500"/>
                </a:lnTo>
                <a:lnTo>
                  <a:pt x="2085975" y="3619500"/>
                </a:lnTo>
                <a:lnTo>
                  <a:pt x="2085975" y="3629025"/>
                </a:lnTo>
                <a:lnTo>
                  <a:pt x="2076450" y="3629025"/>
                </a:lnTo>
                <a:lnTo>
                  <a:pt x="2076450" y="3619500"/>
                </a:lnTo>
                <a:lnTo>
                  <a:pt x="2057400" y="3619500"/>
                </a:lnTo>
                <a:lnTo>
                  <a:pt x="2057400" y="3562350"/>
                </a:lnTo>
                <a:lnTo>
                  <a:pt x="2066925" y="3562350"/>
                </a:lnTo>
                <a:lnTo>
                  <a:pt x="2066925" y="3552825"/>
                </a:lnTo>
                <a:lnTo>
                  <a:pt x="2085975" y="3552825"/>
                </a:lnTo>
                <a:lnTo>
                  <a:pt x="2085975" y="3543300"/>
                </a:lnTo>
                <a:lnTo>
                  <a:pt x="2095500" y="3543300"/>
                </a:lnTo>
                <a:lnTo>
                  <a:pt x="2095500" y="3533775"/>
                </a:lnTo>
                <a:lnTo>
                  <a:pt x="2105025" y="3533775"/>
                </a:lnTo>
                <a:close/>
                <a:moveTo>
                  <a:pt x="3286125" y="3524250"/>
                </a:moveTo>
                <a:lnTo>
                  <a:pt x="3295650" y="3524250"/>
                </a:lnTo>
                <a:lnTo>
                  <a:pt x="3295650" y="3552825"/>
                </a:lnTo>
                <a:lnTo>
                  <a:pt x="3286125" y="3552825"/>
                </a:lnTo>
                <a:close/>
                <a:moveTo>
                  <a:pt x="1914525" y="3543300"/>
                </a:moveTo>
                <a:lnTo>
                  <a:pt x="1924050" y="3543300"/>
                </a:lnTo>
                <a:lnTo>
                  <a:pt x="1924050" y="3562350"/>
                </a:lnTo>
                <a:lnTo>
                  <a:pt x="1914525" y="3562350"/>
                </a:lnTo>
                <a:close/>
                <a:moveTo>
                  <a:pt x="247650" y="3552825"/>
                </a:moveTo>
                <a:lnTo>
                  <a:pt x="257175" y="3552825"/>
                </a:lnTo>
                <a:lnTo>
                  <a:pt x="257175" y="3638550"/>
                </a:lnTo>
                <a:lnTo>
                  <a:pt x="247650" y="3638550"/>
                </a:lnTo>
                <a:close/>
                <a:moveTo>
                  <a:pt x="2133600" y="3552825"/>
                </a:moveTo>
                <a:lnTo>
                  <a:pt x="2143125" y="3552825"/>
                </a:lnTo>
                <a:lnTo>
                  <a:pt x="2143125" y="3562350"/>
                </a:lnTo>
                <a:lnTo>
                  <a:pt x="2133600" y="3562350"/>
                </a:lnTo>
                <a:close/>
                <a:moveTo>
                  <a:pt x="542925" y="3562350"/>
                </a:moveTo>
                <a:lnTo>
                  <a:pt x="561975" y="3562350"/>
                </a:lnTo>
                <a:lnTo>
                  <a:pt x="561975" y="3571875"/>
                </a:lnTo>
                <a:lnTo>
                  <a:pt x="542925" y="3571875"/>
                </a:lnTo>
                <a:close/>
                <a:moveTo>
                  <a:pt x="2143125" y="3562350"/>
                </a:moveTo>
                <a:lnTo>
                  <a:pt x="2152650" y="3562350"/>
                </a:lnTo>
                <a:lnTo>
                  <a:pt x="2152650" y="3571875"/>
                </a:lnTo>
                <a:lnTo>
                  <a:pt x="2162175" y="3571875"/>
                </a:lnTo>
                <a:lnTo>
                  <a:pt x="2162175" y="3590925"/>
                </a:lnTo>
                <a:lnTo>
                  <a:pt x="2143125" y="3590925"/>
                </a:lnTo>
                <a:close/>
                <a:moveTo>
                  <a:pt x="2000250" y="3581400"/>
                </a:moveTo>
                <a:lnTo>
                  <a:pt x="2009775" y="3581400"/>
                </a:lnTo>
                <a:lnTo>
                  <a:pt x="2009775" y="3609975"/>
                </a:lnTo>
                <a:lnTo>
                  <a:pt x="2000250" y="3609975"/>
                </a:lnTo>
                <a:close/>
                <a:moveTo>
                  <a:pt x="3276600" y="3590925"/>
                </a:moveTo>
                <a:lnTo>
                  <a:pt x="3286125" y="3590925"/>
                </a:lnTo>
                <a:lnTo>
                  <a:pt x="3286125" y="3619500"/>
                </a:lnTo>
                <a:lnTo>
                  <a:pt x="3276600" y="3619500"/>
                </a:lnTo>
                <a:close/>
                <a:moveTo>
                  <a:pt x="542925" y="3619500"/>
                </a:moveTo>
                <a:lnTo>
                  <a:pt x="561975" y="3619500"/>
                </a:lnTo>
                <a:lnTo>
                  <a:pt x="561975" y="3629025"/>
                </a:lnTo>
                <a:lnTo>
                  <a:pt x="571500" y="3629025"/>
                </a:lnTo>
                <a:lnTo>
                  <a:pt x="571500" y="3648075"/>
                </a:lnTo>
                <a:lnTo>
                  <a:pt x="561975" y="3648075"/>
                </a:lnTo>
                <a:lnTo>
                  <a:pt x="561975" y="3667125"/>
                </a:lnTo>
                <a:lnTo>
                  <a:pt x="552450" y="3667125"/>
                </a:lnTo>
                <a:lnTo>
                  <a:pt x="552450" y="3676650"/>
                </a:lnTo>
                <a:lnTo>
                  <a:pt x="561975" y="3676650"/>
                </a:lnTo>
                <a:lnTo>
                  <a:pt x="561975" y="3667125"/>
                </a:lnTo>
                <a:lnTo>
                  <a:pt x="571500" y="3667125"/>
                </a:lnTo>
                <a:lnTo>
                  <a:pt x="571500" y="3676650"/>
                </a:lnTo>
                <a:lnTo>
                  <a:pt x="561975" y="3676650"/>
                </a:lnTo>
                <a:lnTo>
                  <a:pt x="561975" y="3686175"/>
                </a:lnTo>
                <a:lnTo>
                  <a:pt x="542925" y="3686175"/>
                </a:lnTo>
                <a:lnTo>
                  <a:pt x="542925" y="3676650"/>
                </a:lnTo>
                <a:lnTo>
                  <a:pt x="533400" y="3676650"/>
                </a:lnTo>
                <a:lnTo>
                  <a:pt x="533400" y="3667125"/>
                </a:lnTo>
                <a:lnTo>
                  <a:pt x="542925" y="3667125"/>
                </a:lnTo>
                <a:lnTo>
                  <a:pt x="542925" y="3648075"/>
                </a:lnTo>
                <a:lnTo>
                  <a:pt x="533400" y="3648075"/>
                </a:lnTo>
                <a:lnTo>
                  <a:pt x="533400" y="3629025"/>
                </a:lnTo>
                <a:lnTo>
                  <a:pt x="542925" y="3629025"/>
                </a:lnTo>
                <a:close/>
                <a:moveTo>
                  <a:pt x="304800" y="3629025"/>
                </a:moveTo>
                <a:lnTo>
                  <a:pt x="314325" y="3629025"/>
                </a:lnTo>
                <a:lnTo>
                  <a:pt x="314325" y="3676650"/>
                </a:lnTo>
                <a:lnTo>
                  <a:pt x="304800" y="3676650"/>
                </a:lnTo>
                <a:close/>
                <a:moveTo>
                  <a:pt x="2733675" y="3638550"/>
                </a:moveTo>
                <a:lnTo>
                  <a:pt x="2743200" y="3638550"/>
                </a:lnTo>
                <a:lnTo>
                  <a:pt x="2743200" y="3667125"/>
                </a:lnTo>
                <a:lnTo>
                  <a:pt x="2733675" y="3667125"/>
                </a:lnTo>
                <a:close/>
                <a:moveTo>
                  <a:pt x="1924050" y="3648075"/>
                </a:moveTo>
                <a:lnTo>
                  <a:pt x="1933575" y="3648075"/>
                </a:lnTo>
                <a:lnTo>
                  <a:pt x="1933575" y="3686175"/>
                </a:lnTo>
                <a:lnTo>
                  <a:pt x="1924050" y="3686175"/>
                </a:lnTo>
                <a:close/>
                <a:moveTo>
                  <a:pt x="2762250" y="3648075"/>
                </a:moveTo>
                <a:lnTo>
                  <a:pt x="2790825" y="3648075"/>
                </a:lnTo>
                <a:lnTo>
                  <a:pt x="2790825" y="3657600"/>
                </a:lnTo>
                <a:lnTo>
                  <a:pt x="2781300" y="3657600"/>
                </a:lnTo>
                <a:lnTo>
                  <a:pt x="2781300" y="3676650"/>
                </a:lnTo>
                <a:lnTo>
                  <a:pt x="2790825" y="3676650"/>
                </a:lnTo>
                <a:lnTo>
                  <a:pt x="2790825" y="3695700"/>
                </a:lnTo>
                <a:lnTo>
                  <a:pt x="2781300" y="3695700"/>
                </a:lnTo>
                <a:lnTo>
                  <a:pt x="2781300" y="3714750"/>
                </a:lnTo>
                <a:lnTo>
                  <a:pt x="2762250" y="3714750"/>
                </a:lnTo>
                <a:lnTo>
                  <a:pt x="2762250" y="3724275"/>
                </a:lnTo>
                <a:lnTo>
                  <a:pt x="2752725" y="3724275"/>
                </a:lnTo>
                <a:lnTo>
                  <a:pt x="2752725" y="3714750"/>
                </a:lnTo>
                <a:lnTo>
                  <a:pt x="2743200" y="3714750"/>
                </a:lnTo>
                <a:lnTo>
                  <a:pt x="2743200" y="3705225"/>
                </a:lnTo>
                <a:lnTo>
                  <a:pt x="2771775" y="3705225"/>
                </a:lnTo>
                <a:lnTo>
                  <a:pt x="2771775" y="3695700"/>
                </a:lnTo>
                <a:lnTo>
                  <a:pt x="2743200" y="3695700"/>
                </a:lnTo>
                <a:lnTo>
                  <a:pt x="2743200" y="3686175"/>
                </a:lnTo>
                <a:lnTo>
                  <a:pt x="2733675" y="3686175"/>
                </a:lnTo>
                <a:lnTo>
                  <a:pt x="2733675" y="3676650"/>
                </a:lnTo>
                <a:lnTo>
                  <a:pt x="2714625" y="3676650"/>
                </a:lnTo>
                <a:lnTo>
                  <a:pt x="2714625" y="3657600"/>
                </a:lnTo>
                <a:lnTo>
                  <a:pt x="2724150" y="3657600"/>
                </a:lnTo>
                <a:lnTo>
                  <a:pt x="2724150" y="3667125"/>
                </a:lnTo>
                <a:lnTo>
                  <a:pt x="2733675" y="3667125"/>
                </a:lnTo>
                <a:lnTo>
                  <a:pt x="2733675" y="3676650"/>
                </a:lnTo>
                <a:lnTo>
                  <a:pt x="2743200" y="3676650"/>
                </a:lnTo>
                <a:lnTo>
                  <a:pt x="2743200" y="3686175"/>
                </a:lnTo>
                <a:lnTo>
                  <a:pt x="2771775" y="3686175"/>
                </a:lnTo>
                <a:lnTo>
                  <a:pt x="2771775" y="3667125"/>
                </a:lnTo>
                <a:lnTo>
                  <a:pt x="2762250" y="3667125"/>
                </a:lnTo>
                <a:close/>
                <a:moveTo>
                  <a:pt x="1981200" y="3657600"/>
                </a:moveTo>
                <a:lnTo>
                  <a:pt x="1990725" y="3657600"/>
                </a:lnTo>
                <a:lnTo>
                  <a:pt x="1990725" y="3714750"/>
                </a:lnTo>
                <a:lnTo>
                  <a:pt x="1981200" y="3714750"/>
                </a:lnTo>
                <a:close/>
                <a:moveTo>
                  <a:pt x="2790825" y="3657600"/>
                </a:moveTo>
                <a:lnTo>
                  <a:pt x="2800350" y="3657600"/>
                </a:lnTo>
                <a:lnTo>
                  <a:pt x="2800350" y="3667125"/>
                </a:lnTo>
                <a:lnTo>
                  <a:pt x="2790825" y="3667125"/>
                </a:lnTo>
                <a:close/>
                <a:moveTo>
                  <a:pt x="3267075" y="3657600"/>
                </a:moveTo>
                <a:lnTo>
                  <a:pt x="3276600" y="3657600"/>
                </a:lnTo>
                <a:lnTo>
                  <a:pt x="3276600" y="3686175"/>
                </a:lnTo>
                <a:lnTo>
                  <a:pt x="3286125" y="3686175"/>
                </a:lnTo>
                <a:lnTo>
                  <a:pt x="3286125" y="3695700"/>
                </a:lnTo>
                <a:lnTo>
                  <a:pt x="3295650" y="3695700"/>
                </a:lnTo>
                <a:lnTo>
                  <a:pt x="3295650" y="3686175"/>
                </a:lnTo>
                <a:lnTo>
                  <a:pt x="3305175" y="3686175"/>
                </a:lnTo>
                <a:lnTo>
                  <a:pt x="3305175" y="3705225"/>
                </a:lnTo>
                <a:lnTo>
                  <a:pt x="3267075" y="3705225"/>
                </a:lnTo>
                <a:close/>
                <a:moveTo>
                  <a:pt x="2047875" y="3676650"/>
                </a:moveTo>
                <a:lnTo>
                  <a:pt x="2057400" y="3676650"/>
                </a:lnTo>
                <a:lnTo>
                  <a:pt x="2057400" y="3686175"/>
                </a:lnTo>
                <a:lnTo>
                  <a:pt x="2047875" y="3686175"/>
                </a:lnTo>
                <a:close/>
                <a:moveTo>
                  <a:pt x="2076450" y="3676650"/>
                </a:moveTo>
                <a:lnTo>
                  <a:pt x="2143125" y="3676650"/>
                </a:lnTo>
                <a:lnTo>
                  <a:pt x="2143125" y="3686175"/>
                </a:lnTo>
                <a:lnTo>
                  <a:pt x="2133600" y="3686175"/>
                </a:lnTo>
                <a:lnTo>
                  <a:pt x="2133600" y="3695700"/>
                </a:lnTo>
                <a:lnTo>
                  <a:pt x="2124075" y="3695700"/>
                </a:lnTo>
                <a:lnTo>
                  <a:pt x="2124075" y="3705225"/>
                </a:lnTo>
                <a:lnTo>
                  <a:pt x="2133600" y="3705225"/>
                </a:lnTo>
                <a:lnTo>
                  <a:pt x="2133600" y="3714750"/>
                </a:lnTo>
                <a:lnTo>
                  <a:pt x="2114550" y="3714750"/>
                </a:lnTo>
                <a:lnTo>
                  <a:pt x="2114550" y="3705225"/>
                </a:lnTo>
                <a:lnTo>
                  <a:pt x="2076450" y="3705225"/>
                </a:lnTo>
                <a:lnTo>
                  <a:pt x="2076450" y="3695700"/>
                </a:lnTo>
                <a:lnTo>
                  <a:pt x="2057400" y="3695700"/>
                </a:lnTo>
                <a:lnTo>
                  <a:pt x="2057400" y="3686175"/>
                </a:lnTo>
                <a:lnTo>
                  <a:pt x="2076450" y="3686175"/>
                </a:lnTo>
                <a:close/>
                <a:moveTo>
                  <a:pt x="2143125" y="3686175"/>
                </a:moveTo>
                <a:lnTo>
                  <a:pt x="2152650" y="3686175"/>
                </a:lnTo>
                <a:lnTo>
                  <a:pt x="2152650" y="3695700"/>
                </a:lnTo>
                <a:lnTo>
                  <a:pt x="2143125" y="3695700"/>
                </a:lnTo>
                <a:close/>
                <a:moveTo>
                  <a:pt x="2714625" y="3695700"/>
                </a:moveTo>
                <a:lnTo>
                  <a:pt x="2724150" y="3695700"/>
                </a:lnTo>
                <a:lnTo>
                  <a:pt x="2724150" y="3705225"/>
                </a:lnTo>
                <a:lnTo>
                  <a:pt x="2733675" y="3705225"/>
                </a:lnTo>
                <a:lnTo>
                  <a:pt x="2733675" y="3714750"/>
                </a:lnTo>
                <a:lnTo>
                  <a:pt x="2743200" y="3714750"/>
                </a:lnTo>
                <a:lnTo>
                  <a:pt x="2743200" y="3724275"/>
                </a:lnTo>
                <a:lnTo>
                  <a:pt x="2714625" y="3724275"/>
                </a:lnTo>
                <a:close/>
                <a:moveTo>
                  <a:pt x="1924050" y="3705225"/>
                </a:moveTo>
                <a:lnTo>
                  <a:pt x="1933575" y="3705225"/>
                </a:lnTo>
                <a:lnTo>
                  <a:pt x="1933575" y="3724275"/>
                </a:lnTo>
                <a:lnTo>
                  <a:pt x="1924050" y="3724275"/>
                </a:lnTo>
                <a:close/>
                <a:moveTo>
                  <a:pt x="2143125" y="3705225"/>
                </a:moveTo>
                <a:lnTo>
                  <a:pt x="2152650" y="3705225"/>
                </a:lnTo>
                <a:lnTo>
                  <a:pt x="2152650" y="3714750"/>
                </a:lnTo>
                <a:lnTo>
                  <a:pt x="2143125" y="3714750"/>
                </a:lnTo>
                <a:close/>
                <a:moveTo>
                  <a:pt x="3009900" y="3705225"/>
                </a:moveTo>
                <a:lnTo>
                  <a:pt x="3019425" y="3705225"/>
                </a:lnTo>
                <a:lnTo>
                  <a:pt x="3019425" y="3714750"/>
                </a:lnTo>
                <a:lnTo>
                  <a:pt x="3038475" y="3714750"/>
                </a:lnTo>
                <a:lnTo>
                  <a:pt x="3038475" y="3724275"/>
                </a:lnTo>
                <a:lnTo>
                  <a:pt x="3019425" y="3724275"/>
                </a:lnTo>
                <a:lnTo>
                  <a:pt x="3019425" y="3733800"/>
                </a:lnTo>
                <a:lnTo>
                  <a:pt x="3009900" y="3733800"/>
                </a:lnTo>
                <a:close/>
                <a:moveTo>
                  <a:pt x="257175" y="3714750"/>
                </a:moveTo>
                <a:lnTo>
                  <a:pt x="266700" y="3714750"/>
                </a:lnTo>
                <a:lnTo>
                  <a:pt x="266700" y="3790950"/>
                </a:lnTo>
                <a:lnTo>
                  <a:pt x="257175" y="3790950"/>
                </a:lnTo>
                <a:close/>
                <a:moveTo>
                  <a:pt x="3048000" y="3714750"/>
                </a:moveTo>
                <a:lnTo>
                  <a:pt x="3057525" y="3714750"/>
                </a:lnTo>
                <a:lnTo>
                  <a:pt x="3057525" y="3733800"/>
                </a:lnTo>
                <a:lnTo>
                  <a:pt x="3048000" y="3733800"/>
                </a:lnTo>
                <a:close/>
                <a:moveTo>
                  <a:pt x="2000250" y="3724275"/>
                </a:moveTo>
                <a:lnTo>
                  <a:pt x="2009775" y="3724275"/>
                </a:lnTo>
                <a:lnTo>
                  <a:pt x="2009775" y="3743325"/>
                </a:lnTo>
                <a:lnTo>
                  <a:pt x="2000250" y="3743325"/>
                </a:lnTo>
                <a:close/>
                <a:moveTo>
                  <a:pt x="2762250" y="3724275"/>
                </a:moveTo>
                <a:lnTo>
                  <a:pt x="2781300" y="3724275"/>
                </a:lnTo>
                <a:lnTo>
                  <a:pt x="2781300" y="3733800"/>
                </a:lnTo>
                <a:lnTo>
                  <a:pt x="2762250" y="3733800"/>
                </a:lnTo>
                <a:close/>
                <a:moveTo>
                  <a:pt x="3067050" y="3724275"/>
                </a:moveTo>
                <a:lnTo>
                  <a:pt x="3095625" y="3724275"/>
                </a:lnTo>
                <a:lnTo>
                  <a:pt x="3095625" y="3733800"/>
                </a:lnTo>
                <a:lnTo>
                  <a:pt x="3086100" y="3733800"/>
                </a:lnTo>
                <a:lnTo>
                  <a:pt x="3086100" y="3743325"/>
                </a:lnTo>
                <a:lnTo>
                  <a:pt x="3076575" y="3743325"/>
                </a:lnTo>
                <a:lnTo>
                  <a:pt x="3076575" y="3733800"/>
                </a:lnTo>
                <a:lnTo>
                  <a:pt x="3067050" y="3733800"/>
                </a:lnTo>
                <a:close/>
                <a:moveTo>
                  <a:pt x="3257550" y="3724275"/>
                </a:moveTo>
                <a:lnTo>
                  <a:pt x="3267075" y="3724275"/>
                </a:lnTo>
                <a:lnTo>
                  <a:pt x="3267075" y="3743325"/>
                </a:lnTo>
                <a:lnTo>
                  <a:pt x="3257550" y="3743325"/>
                </a:lnTo>
                <a:close/>
                <a:moveTo>
                  <a:pt x="1971675" y="3762375"/>
                </a:moveTo>
                <a:lnTo>
                  <a:pt x="1981200" y="3762375"/>
                </a:lnTo>
                <a:lnTo>
                  <a:pt x="1981200" y="3781425"/>
                </a:lnTo>
                <a:lnTo>
                  <a:pt x="1971675" y="3781425"/>
                </a:lnTo>
                <a:close/>
                <a:moveTo>
                  <a:pt x="2667000" y="3762375"/>
                </a:moveTo>
                <a:lnTo>
                  <a:pt x="2695575" y="3762375"/>
                </a:lnTo>
                <a:lnTo>
                  <a:pt x="2695575" y="3771900"/>
                </a:lnTo>
                <a:lnTo>
                  <a:pt x="2667000" y="3771900"/>
                </a:lnTo>
                <a:close/>
                <a:moveTo>
                  <a:pt x="2000250" y="3771900"/>
                </a:moveTo>
                <a:lnTo>
                  <a:pt x="2009775" y="3771900"/>
                </a:lnTo>
                <a:lnTo>
                  <a:pt x="2009775" y="3781425"/>
                </a:lnTo>
                <a:lnTo>
                  <a:pt x="2000250" y="3781425"/>
                </a:lnTo>
                <a:close/>
                <a:moveTo>
                  <a:pt x="2657475" y="3771900"/>
                </a:moveTo>
                <a:lnTo>
                  <a:pt x="2667000" y="3771900"/>
                </a:lnTo>
                <a:lnTo>
                  <a:pt x="2667000" y="3790950"/>
                </a:lnTo>
                <a:lnTo>
                  <a:pt x="2657475" y="3790950"/>
                </a:lnTo>
                <a:close/>
                <a:moveTo>
                  <a:pt x="2714625" y="3771900"/>
                </a:moveTo>
                <a:lnTo>
                  <a:pt x="2752725" y="3771900"/>
                </a:lnTo>
                <a:lnTo>
                  <a:pt x="2752725" y="3781425"/>
                </a:lnTo>
                <a:lnTo>
                  <a:pt x="2714625" y="3781425"/>
                </a:lnTo>
                <a:close/>
                <a:moveTo>
                  <a:pt x="1905000" y="3781425"/>
                </a:moveTo>
                <a:lnTo>
                  <a:pt x="1914525" y="3781425"/>
                </a:lnTo>
                <a:lnTo>
                  <a:pt x="1914525" y="3790950"/>
                </a:lnTo>
                <a:lnTo>
                  <a:pt x="1905000" y="3790950"/>
                </a:lnTo>
                <a:close/>
                <a:moveTo>
                  <a:pt x="2009775" y="3781425"/>
                </a:moveTo>
                <a:lnTo>
                  <a:pt x="2019300" y="3781425"/>
                </a:lnTo>
                <a:lnTo>
                  <a:pt x="2019300" y="3810000"/>
                </a:lnTo>
                <a:lnTo>
                  <a:pt x="2009775" y="3810000"/>
                </a:lnTo>
                <a:close/>
                <a:moveTo>
                  <a:pt x="2771775" y="3781425"/>
                </a:moveTo>
                <a:lnTo>
                  <a:pt x="2800350" y="3781425"/>
                </a:lnTo>
                <a:lnTo>
                  <a:pt x="2800350" y="3790950"/>
                </a:lnTo>
                <a:lnTo>
                  <a:pt x="2771775" y="3790950"/>
                </a:lnTo>
                <a:close/>
                <a:moveTo>
                  <a:pt x="3248025" y="3781425"/>
                </a:moveTo>
                <a:lnTo>
                  <a:pt x="3257550" y="3781425"/>
                </a:lnTo>
                <a:lnTo>
                  <a:pt x="3257550" y="3800475"/>
                </a:lnTo>
                <a:lnTo>
                  <a:pt x="3248025" y="3800475"/>
                </a:lnTo>
                <a:close/>
                <a:moveTo>
                  <a:pt x="2667000" y="3790950"/>
                </a:moveTo>
                <a:lnTo>
                  <a:pt x="2676525" y="3790950"/>
                </a:lnTo>
                <a:lnTo>
                  <a:pt x="2676525" y="3800475"/>
                </a:lnTo>
                <a:lnTo>
                  <a:pt x="2667000" y="3800475"/>
                </a:lnTo>
                <a:close/>
                <a:moveTo>
                  <a:pt x="2800350" y="3790950"/>
                </a:moveTo>
                <a:lnTo>
                  <a:pt x="2819400" y="3790950"/>
                </a:lnTo>
                <a:lnTo>
                  <a:pt x="2819400" y="3810000"/>
                </a:lnTo>
                <a:lnTo>
                  <a:pt x="2809875" y="3810000"/>
                </a:lnTo>
                <a:lnTo>
                  <a:pt x="2809875" y="3800475"/>
                </a:lnTo>
                <a:lnTo>
                  <a:pt x="2800350" y="3800475"/>
                </a:lnTo>
                <a:close/>
                <a:moveTo>
                  <a:pt x="314325" y="3800475"/>
                </a:moveTo>
                <a:lnTo>
                  <a:pt x="323850" y="3800475"/>
                </a:lnTo>
                <a:lnTo>
                  <a:pt x="323850" y="3810000"/>
                </a:lnTo>
                <a:lnTo>
                  <a:pt x="314325" y="3810000"/>
                </a:lnTo>
                <a:close/>
                <a:moveTo>
                  <a:pt x="1895475" y="3800475"/>
                </a:moveTo>
                <a:lnTo>
                  <a:pt x="1905000" y="3800475"/>
                </a:lnTo>
                <a:lnTo>
                  <a:pt x="1905000" y="3810000"/>
                </a:lnTo>
                <a:lnTo>
                  <a:pt x="1895475" y="3810000"/>
                </a:lnTo>
                <a:close/>
                <a:moveTo>
                  <a:pt x="1962150" y="3800475"/>
                </a:moveTo>
                <a:lnTo>
                  <a:pt x="1971675" y="3800475"/>
                </a:lnTo>
                <a:lnTo>
                  <a:pt x="1971675" y="3810000"/>
                </a:lnTo>
                <a:lnTo>
                  <a:pt x="1962150" y="3810000"/>
                </a:lnTo>
                <a:close/>
                <a:moveTo>
                  <a:pt x="2695575" y="3800475"/>
                </a:moveTo>
                <a:lnTo>
                  <a:pt x="2733675" y="3800475"/>
                </a:lnTo>
                <a:lnTo>
                  <a:pt x="2733675" y="3810000"/>
                </a:lnTo>
                <a:lnTo>
                  <a:pt x="2695575" y="3810000"/>
                </a:lnTo>
                <a:close/>
                <a:moveTo>
                  <a:pt x="2752725" y="3810000"/>
                </a:moveTo>
                <a:lnTo>
                  <a:pt x="2781300" y="3810000"/>
                </a:lnTo>
                <a:lnTo>
                  <a:pt x="2781300" y="3819525"/>
                </a:lnTo>
                <a:lnTo>
                  <a:pt x="2752725" y="3819525"/>
                </a:lnTo>
                <a:close/>
                <a:moveTo>
                  <a:pt x="2800350" y="3810000"/>
                </a:moveTo>
                <a:lnTo>
                  <a:pt x="2809875" y="3810000"/>
                </a:lnTo>
                <a:lnTo>
                  <a:pt x="2809875" y="3819525"/>
                </a:lnTo>
                <a:lnTo>
                  <a:pt x="2800350" y="3819525"/>
                </a:lnTo>
                <a:close/>
                <a:moveTo>
                  <a:pt x="2990850" y="3810000"/>
                </a:moveTo>
                <a:lnTo>
                  <a:pt x="3019425" y="3810000"/>
                </a:lnTo>
                <a:lnTo>
                  <a:pt x="3019425" y="3819525"/>
                </a:lnTo>
                <a:lnTo>
                  <a:pt x="2990850" y="3819525"/>
                </a:lnTo>
                <a:close/>
                <a:moveTo>
                  <a:pt x="1885950" y="3819525"/>
                </a:moveTo>
                <a:lnTo>
                  <a:pt x="1895475" y="3819525"/>
                </a:lnTo>
                <a:lnTo>
                  <a:pt x="1895475" y="3829050"/>
                </a:lnTo>
                <a:lnTo>
                  <a:pt x="1885950" y="3829050"/>
                </a:lnTo>
                <a:close/>
                <a:moveTo>
                  <a:pt x="1952625" y="3819525"/>
                </a:moveTo>
                <a:lnTo>
                  <a:pt x="1962150" y="3819525"/>
                </a:lnTo>
                <a:lnTo>
                  <a:pt x="1962150" y="3829050"/>
                </a:lnTo>
                <a:lnTo>
                  <a:pt x="1952625" y="3829050"/>
                </a:lnTo>
                <a:close/>
                <a:moveTo>
                  <a:pt x="3019425" y="3819525"/>
                </a:moveTo>
                <a:lnTo>
                  <a:pt x="3057525" y="3819525"/>
                </a:lnTo>
                <a:lnTo>
                  <a:pt x="3057525" y="3829050"/>
                </a:lnTo>
                <a:lnTo>
                  <a:pt x="3048000" y="3829050"/>
                </a:lnTo>
                <a:lnTo>
                  <a:pt x="3048000" y="3838575"/>
                </a:lnTo>
                <a:lnTo>
                  <a:pt x="3038475" y="3838575"/>
                </a:lnTo>
                <a:lnTo>
                  <a:pt x="3038475" y="3829050"/>
                </a:lnTo>
                <a:lnTo>
                  <a:pt x="3019425" y="3829050"/>
                </a:lnTo>
                <a:close/>
                <a:moveTo>
                  <a:pt x="266700" y="3829050"/>
                </a:moveTo>
                <a:lnTo>
                  <a:pt x="276225" y="3829050"/>
                </a:lnTo>
                <a:lnTo>
                  <a:pt x="276225" y="3838575"/>
                </a:lnTo>
                <a:lnTo>
                  <a:pt x="266700" y="3838575"/>
                </a:lnTo>
                <a:close/>
                <a:moveTo>
                  <a:pt x="323850" y="3838575"/>
                </a:moveTo>
                <a:lnTo>
                  <a:pt x="333375" y="3838575"/>
                </a:lnTo>
                <a:lnTo>
                  <a:pt x="333375" y="3848100"/>
                </a:lnTo>
                <a:lnTo>
                  <a:pt x="323850" y="3848100"/>
                </a:lnTo>
                <a:close/>
                <a:moveTo>
                  <a:pt x="1943100" y="3838575"/>
                </a:moveTo>
                <a:lnTo>
                  <a:pt x="1952625" y="3838575"/>
                </a:lnTo>
                <a:lnTo>
                  <a:pt x="1952625" y="3848100"/>
                </a:lnTo>
                <a:lnTo>
                  <a:pt x="1943100" y="3848100"/>
                </a:lnTo>
                <a:close/>
                <a:moveTo>
                  <a:pt x="1990725" y="3838575"/>
                </a:moveTo>
                <a:lnTo>
                  <a:pt x="2000250" y="3838575"/>
                </a:lnTo>
                <a:lnTo>
                  <a:pt x="2000250" y="3857625"/>
                </a:lnTo>
                <a:lnTo>
                  <a:pt x="2009775" y="3857625"/>
                </a:lnTo>
                <a:lnTo>
                  <a:pt x="2009775" y="3867150"/>
                </a:lnTo>
                <a:lnTo>
                  <a:pt x="2038350" y="3867150"/>
                </a:lnTo>
                <a:lnTo>
                  <a:pt x="2038350" y="3876675"/>
                </a:lnTo>
                <a:lnTo>
                  <a:pt x="2162175" y="3876675"/>
                </a:lnTo>
                <a:lnTo>
                  <a:pt x="2162175" y="3886200"/>
                </a:lnTo>
                <a:lnTo>
                  <a:pt x="2209800" y="3886200"/>
                </a:lnTo>
                <a:lnTo>
                  <a:pt x="2209800" y="3895725"/>
                </a:lnTo>
                <a:lnTo>
                  <a:pt x="2276475" y="3895725"/>
                </a:lnTo>
                <a:lnTo>
                  <a:pt x="2276475" y="3905250"/>
                </a:lnTo>
                <a:lnTo>
                  <a:pt x="2295525" y="3905250"/>
                </a:lnTo>
                <a:lnTo>
                  <a:pt x="2295525" y="3924300"/>
                </a:lnTo>
                <a:lnTo>
                  <a:pt x="2314575" y="3924300"/>
                </a:lnTo>
                <a:lnTo>
                  <a:pt x="2314575" y="3905250"/>
                </a:lnTo>
                <a:lnTo>
                  <a:pt x="2333625" y="3905250"/>
                </a:lnTo>
                <a:lnTo>
                  <a:pt x="2333625" y="3914775"/>
                </a:lnTo>
                <a:lnTo>
                  <a:pt x="2343150" y="3914775"/>
                </a:lnTo>
                <a:lnTo>
                  <a:pt x="2343150" y="3933825"/>
                </a:lnTo>
                <a:lnTo>
                  <a:pt x="2381250" y="3933825"/>
                </a:lnTo>
                <a:lnTo>
                  <a:pt x="2381250" y="3914775"/>
                </a:lnTo>
                <a:lnTo>
                  <a:pt x="2400300" y="3914775"/>
                </a:lnTo>
                <a:lnTo>
                  <a:pt x="2400300" y="3924300"/>
                </a:lnTo>
                <a:lnTo>
                  <a:pt x="2409825" y="3924300"/>
                </a:lnTo>
                <a:lnTo>
                  <a:pt x="2409825" y="3943350"/>
                </a:lnTo>
                <a:lnTo>
                  <a:pt x="2438400" y="3943350"/>
                </a:lnTo>
                <a:lnTo>
                  <a:pt x="2438400" y="3924300"/>
                </a:lnTo>
                <a:lnTo>
                  <a:pt x="2457450" y="3924300"/>
                </a:lnTo>
                <a:lnTo>
                  <a:pt x="2457450" y="3933825"/>
                </a:lnTo>
                <a:lnTo>
                  <a:pt x="2466975" y="3933825"/>
                </a:lnTo>
                <a:lnTo>
                  <a:pt x="2466975" y="3952875"/>
                </a:lnTo>
                <a:lnTo>
                  <a:pt x="2495550" y="3952875"/>
                </a:lnTo>
                <a:lnTo>
                  <a:pt x="2495550" y="3933825"/>
                </a:lnTo>
                <a:lnTo>
                  <a:pt x="2524125" y="3933825"/>
                </a:lnTo>
                <a:lnTo>
                  <a:pt x="2524125" y="3962400"/>
                </a:lnTo>
                <a:lnTo>
                  <a:pt x="2562225" y="3962400"/>
                </a:lnTo>
                <a:lnTo>
                  <a:pt x="2562225" y="3943350"/>
                </a:lnTo>
                <a:lnTo>
                  <a:pt x="2571750" y="3943350"/>
                </a:lnTo>
                <a:lnTo>
                  <a:pt x="2571750" y="3952875"/>
                </a:lnTo>
                <a:lnTo>
                  <a:pt x="2590800" y="3952875"/>
                </a:lnTo>
                <a:lnTo>
                  <a:pt x="2590800" y="3971925"/>
                </a:lnTo>
                <a:lnTo>
                  <a:pt x="2609850" y="3971925"/>
                </a:lnTo>
                <a:lnTo>
                  <a:pt x="2609850" y="3952875"/>
                </a:lnTo>
                <a:lnTo>
                  <a:pt x="2628900" y="3952875"/>
                </a:lnTo>
                <a:lnTo>
                  <a:pt x="2628900" y="3962400"/>
                </a:lnTo>
                <a:lnTo>
                  <a:pt x="2647950" y="3962400"/>
                </a:lnTo>
                <a:lnTo>
                  <a:pt x="2647950" y="3981450"/>
                </a:lnTo>
                <a:lnTo>
                  <a:pt x="2667000" y="3981450"/>
                </a:lnTo>
                <a:lnTo>
                  <a:pt x="2667000" y="3962400"/>
                </a:lnTo>
                <a:lnTo>
                  <a:pt x="2686050" y="3962400"/>
                </a:lnTo>
                <a:lnTo>
                  <a:pt x="2686050" y="3971925"/>
                </a:lnTo>
                <a:lnTo>
                  <a:pt x="2705100" y="3971925"/>
                </a:lnTo>
                <a:lnTo>
                  <a:pt x="2705100" y="3990975"/>
                </a:lnTo>
                <a:lnTo>
                  <a:pt x="2724150" y="3990975"/>
                </a:lnTo>
                <a:lnTo>
                  <a:pt x="2724150" y="3971925"/>
                </a:lnTo>
                <a:lnTo>
                  <a:pt x="2752725" y="3971925"/>
                </a:lnTo>
                <a:lnTo>
                  <a:pt x="2752725" y="4010025"/>
                </a:lnTo>
                <a:lnTo>
                  <a:pt x="2695575" y="4010025"/>
                </a:lnTo>
                <a:lnTo>
                  <a:pt x="2695575" y="4000500"/>
                </a:lnTo>
                <a:lnTo>
                  <a:pt x="2638425" y="4000500"/>
                </a:lnTo>
                <a:lnTo>
                  <a:pt x="2638425" y="3990975"/>
                </a:lnTo>
                <a:lnTo>
                  <a:pt x="2581275" y="3990975"/>
                </a:lnTo>
                <a:lnTo>
                  <a:pt x="2581275" y="3981450"/>
                </a:lnTo>
                <a:lnTo>
                  <a:pt x="2533650" y="3981450"/>
                </a:lnTo>
                <a:lnTo>
                  <a:pt x="2533650" y="3971925"/>
                </a:lnTo>
                <a:lnTo>
                  <a:pt x="2466975" y="3971925"/>
                </a:lnTo>
                <a:lnTo>
                  <a:pt x="2466975" y="3962400"/>
                </a:lnTo>
                <a:lnTo>
                  <a:pt x="2400300" y="3962400"/>
                </a:lnTo>
                <a:lnTo>
                  <a:pt x="2400300" y="3952875"/>
                </a:lnTo>
                <a:lnTo>
                  <a:pt x="2352675" y="3952875"/>
                </a:lnTo>
                <a:lnTo>
                  <a:pt x="2352675" y="3943350"/>
                </a:lnTo>
                <a:lnTo>
                  <a:pt x="2276475" y="3943350"/>
                </a:lnTo>
                <a:lnTo>
                  <a:pt x="2276475" y="3933825"/>
                </a:lnTo>
                <a:lnTo>
                  <a:pt x="2219325" y="3933825"/>
                </a:lnTo>
                <a:lnTo>
                  <a:pt x="2219325" y="3924300"/>
                </a:lnTo>
                <a:lnTo>
                  <a:pt x="2133600" y="3924300"/>
                </a:lnTo>
                <a:lnTo>
                  <a:pt x="2133600" y="3914775"/>
                </a:lnTo>
                <a:lnTo>
                  <a:pt x="2076450" y="3914775"/>
                </a:lnTo>
                <a:lnTo>
                  <a:pt x="2076450" y="3905250"/>
                </a:lnTo>
                <a:lnTo>
                  <a:pt x="2019300" y="3905250"/>
                </a:lnTo>
                <a:lnTo>
                  <a:pt x="2019300" y="3895725"/>
                </a:lnTo>
                <a:lnTo>
                  <a:pt x="1981200" y="3895725"/>
                </a:lnTo>
                <a:lnTo>
                  <a:pt x="1981200" y="3886200"/>
                </a:lnTo>
                <a:lnTo>
                  <a:pt x="1971675" y="3886200"/>
                </a:lnTo>
                <a:lnTo>
                  <a:pt x="1971675" y="3876675"/>
                </a:lnTo>
                <a:lnTo>
                  <a:pt x="1981200" y="3876675"/>
                </a:lnTo>
                <a:lnTo>
                  <a:pt x="1981200" y="3867150"/>
                </a:lnTo>
                <a:lnTo>
                  <a:pt x="1990725" y="3867150"/>
                </a:lnTo>
                <a:close/>
                <a:moveTo>
                  <a:pt x="1933575" y="3848100"/>
                </a:moveTo>
                <a:lnTo>
                  <a:pt x="1943100" y="3848100"/>
                </a:lnTo>
                <a:lnTo>
                  <a:pt x="1943100" y="3857625"/>
                </a:lnTo>
                <a:lnTo>
                  <a:pt x="1933575" y="3857625"/>
                </a:lnTo>
                <a:close/>
                <a:moveTo>
                  <a:pt x="3019425" y="3848100"/>
                </a:moveTo>
                <a:lnTo>
                  <a:pt x="3028950" y="3848100"/>
                </a:lnTo>
                <a:lnTo>
                  <a:pt x="3028950" y="3857625"/>
                </a:lnTo>
                <a:lnTo>
                  <a:pt x="3019425" y="3857625"/>
                </a:lnTo>
                <a:close/>
                <a:moveTo>
                  <a:pt x="3067050" y="3848100"/>
                </a:moveTo>
                <a:lnTo>
                  <a:pt x="3076575" y="3848100"/>
                </a:lnTo>
                <a:lnTo>
                  <a:pt x="3076575" y="3857625"/>
                </a:lnTo>
                <a:lnTo>
                  <a:pt x="3067050" y="3857625"/>
                </a:lnTo>
                <a:close/>
                <a:moveTo>
                  <a:pt x="276225" y="3857625"/>
                </a:moveTo>
                <a:lnTo>
                  <a:pt x="285750" y="3857625"/>
                </a:lnTo>
                <a:lnTo>
                  <a:pt x="285750" y="3876675"/>
                </a:lnTo>
                <a:lnTo>
                  <a:pt x="276225" y="3876675"/>
                </a:lnTo>
                <a:close/>
                <a:moveTo>
                  <a:pt x="1847850" y="3857625"/>
                </a:moveTo>
                <a:lnTo>
                  <a:pt x="1857375" y="3857625"/>
                </a:lnTo>
                <a:lnTo>
                  <a:pt x="1857375" y="3867150"/>
                </a:lnTo>
                <a:lnTo>
                  <a:pt x="1847850" y="3867150"/>
                </a:lnTo>
                <a:close/>
                <a:moveTo>
                  <a:pt x="3057525" y="3857625"/>
                </a:moveTo>
                <a:lnTo>
                  <a:pt x="3067050" y="3857625"/>
                </a:lnTo>
                <a:lnTo>
                  <a:pt x="3067050" y="3867150"/>
                </a:lnTo>
                <a:lnTo>
                  <a:pt x="3057525" y="3867150"/>
                </a:lnTo>
                <a:close/>
                <a:moveTo>
                  <a:pt x="3228975" y="3857625"/>
                </a:moveTo>
                <a:lnTo>
                  <a:pt x="3238500" y="3857625"/>
                </a:lnTo>
                <a:lnTo>
                  <a:pt x="3238500" y="3867150"/>
                </a:lnTo>
                <a:lnTo>
                  <a:pt x="3228975" y="3867150"/>
                </a:lnTo>
                <a:close/>
                <a:moveTo>
                  <a:pt x="333375" y="3867150"/>
                </a:moveTo>
                <a:lnTo>
                  <a:pt x="342900" y="3867150"/>
                </a:lnTo>
                <a:lnTo>
                  <a:pt x="342900" y="3876675"/>
                </a:lnTo>
                <a:lnTo>
                  <a:pt x="333375" y="3876675"/>
                </a:lnTo>
                <a:close/>
                <a:moveTo>
                  <a:pt x="1819275" y="3876675"/>
                </a:moveTo>
                <a:lnTo>
                  <a:pt x="1828800" y="3876675"/>
                </a:lnTo>
                <a:lnTo>
                  <a:pt x="1828800" y="3886200"/>
                </a:lnTo>
                <a:lnTo>
                  <a:pt x="1819275" y="3886200"/>
                </a:lnTo>
                <a:close/>
                <a:moveTo>
                  <a:pt x="3219450" y="3876675"/>
                </a:moveTo>
                <a:lnTo>
                  <a:pt x="3228975" y="3876675"/>
                </a:lnTo>
                <a:lnTo>
                  <a:pt x="3228975" y="3895725"/>
                </a:lnTo>
                <a:lnTo>
                  <a:pt x="3219450" y="3895725"/>
                </a:lnTo>
                <a:close/>
                <a:moveTo>
                  <a:pt x="285750" y="3895725"/>
                </a:moveTo>
                <a:lnTo>
                  <a:pt x="295275" y="3895725"/>
                </a:lnTo>
                <a:lnTo>
                  <a:pt x="295275" y="3905250"/>
                </a:lnTo>
                <a:lnTo>
                  <a:pt x="285750" y="3905250"/>
                </a:lnTo>
                <a:close/>
                <a:moveTo>
                  <a:pt x="352425" y="3895725"/>
                </a:moveTo>
                <a:lnTo>
                  <a:pt x="361950" y="3895725"/>
                </a:lnTo>
                <a:lnTo>
                  <a:pt x="361950" y="3905250"/>
                </a:lnTo>
                <a:lnTo>
                  <a:pt x="352425" y="3905250"/>
                </a:lnTo>
                <a:close/>
                <a:moveTo>
                  <a:pt x="1771650" y="3895725"/>
                </a:moveTo>
                <a:lnTo>
                  <a:pt x="1781175" y="3895725"/>
                </a:lnTo>
                <a:lnTo>
                  <a:pt x="1781175" y="3905250"/>
                </a:lnTo>
                <a:lnTo>
                  <a:pt x="1771650" y="3905250"/>
                </a:lnTo>
                <a:close/>
                <a:moveTo>
                  <a:pt x="3209925" y="3895725"/>
                </a:moveTo>
                <a:lnTo>
                  <a:pt x="3219450" y="3895725"/>
                </a:lnTo>
                <a:lnTo>
                  <a:pt x="3219450" y="3905250"/>
                </a:lnTo>
                <a:lnTo>
                  <a:pt x="3209925" y="3905250"/>
                </a:lnTo>
                <a:close/>
                <a:moveTo>
                  <a:pt x="3228975" y="3895725"/>
                </a:moveTo>
                <a:lnTo>
                  <a:pt x="3248025" y="3895725"/>
                </a:lnTo>
                <a:lnTo>
                  <a:pt x="3248025" y="3914775"/>
                </a:lnTo>
                <a:lnTo>
                  <a:pt x="3238500" y="3914775"/>
                </a:lnTo>
                <a:lnTo>
                  <a:pt x="3238500" y="3924300"/>
                </a:lnTo>
                <a:lnTo>
                  <a:pt x="3228975" y="3924300"/>
                </a:lnTo>
                <a:close/>
                <a:moveTo>
                  <a:pt x="1724025" y="3905250"/>
                </a:moveTo>
                <a:lnTo>
                  <a:pt x="1752600" y="3905250"/>
                </a:lnTo>
                <a:lnTo>
                  <a:pt x="1752600" y="3914775"/>
                </a:lnTo>
                <a:lnTo>
                  <a:pt x="1724025" y="3914775"/>
                </a:lnTo>
                <a:close/>
                <a:moveTo>
                  <a:pt x="295275" y="3914775"/>
                </a:moveTo>
                <a:lnTo>
                  <a:pt x="304800" y="3914775"/>
                </a:lnTo>
                <a:lnTo>
                  <a:pt x="304800" y="3924300"/>
                </a:lnTo>
                <a:lnTo>
                  <a:pt x="295275" y="3924300"/>
                </a:lnTo>
                <a:close/>
                <a:moveTo>
                  <a:pt x="1562100" y="3914775"/>
                </a:moveTo>
                <a:lnTo>
                  <a:pt x="1600200" y="3914775"/>
                </a:lnTo>
                <a:lnTo>
                  <a:pt x="1600200" y="3924300"/>
                </a:lnTo>
                <a:lnTo>
                  <a:pt x="1562100" y="3924300"/>
                </a:lnTo>
                <a:close/>
                <a:moveTo>
                  <a:pt x="1866900" y="3914775"/>
                </a:moveTo>
                <a:lnTo>
                  <a:pt x="1876425" y="3914775"/>
                </a:lnTo>
                <a:lnTo>
                  <a:pt x="1876425" y="3924300"/>
                </a:lnTo>
                <a:lnTo>
                  <a:pt x="1905000" y="3924300"/>
                </a:lnTo>
                <a:lnTo>
                  <a:pt x="1905000" y="3933825"/>
                </a:lnTo>
                <a:lnTo>
                  <a:pt x="1895475" y="3933825"/>
                </a:lnTo>
                <a:lnTo>
                  <a:pt x="1895475" y="3943350"/>
                </a:lnTo>
                <a:lnTo>
                  <a:pt x="1885950" y="3943350"/>
                </a:lnTo>
                <a:lnTo>
                  <a:pt x="1885950" y="3952875"/>
                </a:lnTo>
                <a:lnTo>
                  <a:pt x="1876425" y="3952875"/>
                </a:lnTo>
                <a:lnTo>
                  <a:pt x="1876425" y="3962400"/>
                </a:lnTo>
                <a:lnTo>
                  <a:pt x="1847850" y="3962400"/>
                </a:lnTo>
                <a:lnTo>
                  <a:pt x="1847850" y="3952875"/>
                </a:lnTo>
                <a:lnTo>
                  <a:pt x="1857375" y="3952875"/>
                </a:lnTo>
                <a:lnTo>
                  <a:pt x="1857375" y="3943350"/>
                </a:lnTo>
                <a:lnTo>
                  <a:pt x="1838325" y="3943350"/>
                </a:lnTo>
                <a:lnTo>
                  <a:pt x="1838325" y="3933825"/>
                </a:lnTo>
                <a:lnTo>
                  <a:pt x="1857375" y="3933825"/>
                </a:lnTo>
                <a:lnTo>
                  <a:pt x="1857375" y="3924300"/>
                </a:lnTo>
                <a:lnTo>
                  <a:pt x="1866900" y="3924300"/>
                </a:lnTo>
                <a:close/>
                <a:moveTo>
                  <a:pt x="3200400" y="3914775"/>
                </a:moveTo>
                <a:lnTo>
                  <a:pt x="3209925" y="3914775"/>
                </a:lnTo>
                <a:lnTo>
                  <a:pt x="3209925" y="3924300"/>
                </a:lnTo>
                <a:lnTo>
                  <a:pt x="3200400" y="3924300"/>
                </a:lnTo>
                <a:close/>
                <a:moveTo>
                  <a:pt x="304800" y="3924300"/>
                </a:moveTo>
                <a:lnTo>
                  <a:pt x="314325" y="3924300"/>
                </a:lnTo>
                <a:lnTo>
                  <a:pt x="314325" y="3933825"/>
                </a:lnTo>
                <a:lnTo>
                  <a:pt x="304800" y="3933825"/>
                </a:lnTo>
                <a:close/>
                <a:moveTo>
                  <a:pt x="1428750" y="3924300"/>
                </a:moveTo>
                <a:lnTo>
                  <a:pt x="1457325" y="3924300"/>
                </a:lnTo>
                <a:lnTo>
                  <a:pt x="1457325" y="3933825"/>
                </a:lnTo>
                <a:lnTo>
                  <a:pt x="1428750" y="3933825"/>
                </a:lnTo>
                <a:close/>
                <a:moveTo>
                  <a:pt x="3190875" y="3924300"/>
                </a:moveTo>
                <a:lnTo>
                  <a:pt x="3200400" y="3924300"/>
                </a:lnTo>
                <a:lnTo>
                  <a:pt x="3200400" y="3933825"/>
                </a:lnTo>
                <a:lnTo>
                  <a:pt x="3190875" y="3933825"/>
                </a:lnTo>
                <a:close/>
                <a:moveTo>
                  <a:pt x="1285875" y="3933825"/>
                </a:moveTo>
                <a:lnTo>
                  <a:pt x="1314450" y="3933825"/>
                </a:lnTo>
                <a:lnTo>
                  <a:pt x="1314450" y="3943350"/>
                </a:lnTo>
                <a:lnTo>
                  <a:pt x="1285875" y="3943350"/>
                </a:lnTo>
                <a:close/>
                <a:moveTo>
                  <a:pt x="3181350" y="3933825"/>
                </a:moveTo>
                <a:lnTo>
                  <a:pt x="3190875" y="3933825"/>
                </a:lnTo>
                <a:lnTo>
                  <a:pt x="3190875" y="3943350"/>
                </a:lnTo>
                <a:lnTo>
                  <a:pt x="3181350" y="3943350"/>
                </a:lnTo>
                <a:close/>
                <a:moveTo>
                  <a:pt x="1123950" y="3943350"/>
                </a:moveTo>
                <a:lnTo>
                  <a:pt x="1162050" y="3943350"/>
                </a:lnTo>
                <a:lnTo>
                  <a:pt x="1162050" y="3952875"/>
                </a:lnTo>
                <a:lnTo>
                  <a:pt x="1123950" y="3952875"/>
                </a:lnTo>
                <a:close/>
                <a:moveTo>
                  <a:pt x="1809750" y="3943350"/>
                </a:moveTo>
                <a:lnTo>
                  <a:pt x="1819275" y="3943350"/>
                </a:lnTo>
                <a:lnTo>
                  <a:pt x="1819275" y="3952875"/>
                </a:lnTo>
                <a:lnTo>
                  <a:pt x="1809750" y="3952875"/>
                </a:lnTo>
                <a:close/>
                <a:moveTo>
                  <a:pt x="3171825" y="3943350"/>
                </a:moveTo>
                <a:lnTo>
                  <a:pt x="3181350" y="3943350"/>
                </a:lnTo>
                <a:lnTo>
                  <a:pt x="3181350" y="3952875"/>
                </a:lnTo>
                <a:lnTo>
                  <a:pt x="3171825" y="3952875"/>
                </a:lnTo>
                <a:close/>
                <a:moveTo>
                  <a:pt x="323850" y="3952875"/>
                </a:moveTo>
                <a:lnTo>
                  <a:pt x="333375" y="3952875"/>
                </a:lnTo>
                <a:lnTo>
                  <a:pt x="333375" y="3962400"/>
                </a:lnTo>
                <a:lnTo>
                  <a:pt x="323850" y="3962400"/>
                </a:lnTo>
                <a:close/>
                <a:moveTo>
                  <a:pt x="971550" y="3952875"/>
                </a:moveTo>
                <a:lnTo>
                  <a:pt x="1000125" y="3952875"/>
                </a:lnTo>
                <a:lnTo>
                  <a:pt x="1000125" y="3962400"/>
                </a:lnTo>
                <a:lnTo>
                  <a:pt x="971550" y="3962400"/>
                </a:lnTo>
                <a:close/>
                <a:moveTo>
                  <a:pt x="1781175" y="3952875"/>
                </a:moveTo>
                <a:lnTo>
                  <a:pt x="1790700" y="3952875"/>
                </a:lnTo>
                <a:lnTo>
                  <a:pt x="1790700" y="3962400"/>
                </a:lnTo>
                <a:lnTo>
                  <a:pt x="1781175" y="3962400"/>
                </a:lnTo>
                <a:close/>
                <a:moveTo>
                  <a:pt x="3162300" y="3952875"/>
                </a:moveTo>
                <a:lnTo>
                  <a:pt x="3171825" y="3952875"/>
                </a:lnTo>
                <a:lnTo>
                  <a:pt x="3171825" y="3962400"/>
                </a:lnTo>
                <a:lnTo>
                  <a:pt x="3162300" y="3962400"/>
                </a:lnTo>
                <a:close/>
                <a:moveTo>
                  <a:pt x="333375" y="3962400"/>
                </a:moveTo>
                <a:lnTo>
                  <a:pt x="342900" y="3962400"/>
                </a:lnTo>
                <a:lnTo>
                  <a:pt x="342900" y="3971925"/>
                </a:lnTo>
                <a:lnTo>
                  <a:pt x="333375" y="3971925"/>
                </a:lnTo>
                <a:close/>
                <a:moveTo>
                  <a:pt x="819150" y="3962400"/>
                </a:moveTo>
                <a:lnTo>
                  <a:pt x="838200" y="3962400"/>
                </a:lnTo>
                <a:lnTo>
                  <a:pt x="838200" y="3971925"/>
                </a:lnTo>
                <a:lnTo>
                  <a:pt x="819150" y="3971925"/>
                </a:lnTo>
                <a:close/>
                <a:moveTo>
                  <a:pt x="1714500" y="3962400"/>
                </a:moveTo>
                <a:lnTo>
                  <a:pt x="1733550" y="3962400"/>
                </a:lnTo>
                <a:lnTo>
                  <a:pt x="1733550" y="3981450"/>
                </a:lnTo>
                <a:lnTo>
                  <a:pt x="1762125" y="3981450"/>
                </a:lnTo>
                <a:lnTo>
                  <a:pt x="1762125" y="4000500"/>
                </a:lnTo>
                <a:lnTo>
                  <a:pt x="1714500" y="4000500"/>
                </a:lnTo>
                <a:close/>
                <a:moveTo>
                  <a:pt x="1838325" y="3962400"/>
                </a:moveTo>
                <a:lnTo>
                  <a:pt x="1847850" y="3962400"/>
                </a:lnTo>
                <a:lnTo>
                  <a:pt x="1847850" y="3971925"/>
                </a:lnTo>
                <a:lnTo>
                  <a:pt x="1838325" y="3971925"/>
                </a:lnTo>
                <a:close/>
                <a:moveTo>
                  <a:pt x="3152775" y="3962400"/>
                </a:moveTo>
                <a:lnTo>
                  <a:pt x="3162300" y="3962400"/>
                </a:lnTo>
                <a:lnTo>
                  <a:pt x="3162300" y="3971925"/>
                </a:lnTo>
                <a:lnTo>
                  <a:pt x="3152775" y="3971925"/>
                </a:lnTo>
                <a:close/>
                <a:moveTo>
                  <a:pt x="342900" y="3971925"/>
                </a:moveTo>
                <a:lnTo>
                  <a:pt x="352425" y="3971925"/>
                </a:lnTo>
                <a:lnTo>
                  <a:pt x="352425" y="3981450"/>
                </a:lnTo>
                <a:lnTo>
                  <a:pt x="342900" y="3981450"/>
                </a:lnTo>
                <a:close/>
                <a:moveTo>
                  <a:pt x="457200" y="3971925"/>
                </a:moveTo>
                <a:lnTo>
                  <a:pt x="466725" y="3971925"/>
                </a:lnTo>
                <a:lnTo>
                  <a:pt x="466725" y="3981450"/>
                </a:lnTo>
                <a:lnTo>
                  <a:pt x="457200" y="3981450"/>
                </a:lnTo>
                <a:close/>
                <a:moveTo>
                  <a:pt x="657225" y="3971925"/>
                </a:moveTo>
                <a:lnTo>
                  <a:pt x="685800" y="3971925"/>
                </a:lnTo>
                <a:lnTo>
                  <a:pt x="685800" y="3981450"/>
                </a:lnTo>
                <a:lnTo>
                  <a:pt x="657225" y="3981450"/>
                </a:lnTo>
                <a:close/>
                <a:moveTo>
                  <a:pt x="1543050" y="3971925"/>
                </a:moveTo>
                <a:lnTo>
                  <a:pt x="1600200" y="3971925"/>
                </a:lnTo>
                <a:lnTo>
                  <a:pt x="1600200" y="3981450"/>
                </a:lnTo>
                <a:lnTo>
                  <a:pt x="1543050" y="3981450"/>
                </a:lnTo>
                <a:close/>
                <a:moveTo>
                  <a:pt x="3143250" y="3971925"/>
                </a:moveTo>
                <a:lnTo>
                  <a:pt x="3152775" y="3971925"/>
                </a:lnTo>
                <a:lnTo>
                  <a:pt x="3152775" y="3981450"/>
                </a:lnTo>
                <a:lnTo>
                  <a:pt x="3143250" y="3981450"/>
                </a:lnTo>
                <a:close/>
                <a:moveTo>
                  <a:pt x="352425" y="3981450"/>
                </a:moveTo>
                <a:lnTo>
                  <a:pt x="361950" y="3981450"/>
                </a:lnTo>
                <a:lnTo>
                  <a:pt x="361950" y="3990975"/>
                </a:lnTo>
                <a:lnTo>
                  <a:pt x="352425" y="3990975"/>
                </a:lnTo>
                <a:close/>
                <a:moveTo>
                  <a:pt x="504825" y="3981450"/>
                </a:moveTo>
                <a:lnTo>
                  <a:pt x="561975" y="3981450"/>
                </a:lnTo>
                <a:lnTo>
                  <a:pt x="561975" y="3990975"/>
                </a:lnTo>
                <a:lnTo>
                  <a:pt x="504825" y="3990975"/>
                </a:lnTo>
                <a:close/>
                <a:moveTo>
                  <a:pt x="1409700" y="3981450"/>
                </a:moveTo>
                <a:lnTo>
                  <a:pt x="1447800" y="3981450"/>
                </a:lnTo>
                <a:lnTo>
                  <a:pt x="1447800" y="3990975"/>
                </a:lnTo>
                <a:lnTo>
                  <a:pt x="1409700" y="3990975"/>
                </a:lnTo>
                <a:close/>
                <a:moveTo>
                  <a:pt x="2790825" y="3981450"/>
                </a:moveTo>
                <a:lnTo>
                  <a:pt x="2809875" y="3981450"/>
                </a:lnTo>
                <a:lnTo>
                  <a:pt x="2809875" y="3990975"/>
                </a:lnTo>
                <a:lnTo>
                  <a:pt x="2819400" y="3990975"/>
                </a:lnTo>
                <a:lnTo>
                  <a:pt x="2819400" y="4019550"/>
                </a:lnTo>
                <a:lnTo>
                  <a:pt x="2781300" y="4019550"/>
                </a:lnTo>
                <a:lnTo>
                  <a:pt x="2781300" y="4000500"/>
                </a:lnTo>
                <a:lnTo>
                  <a:pt x="2790825" y="4000500"/>
                </a:lnTo>
                <a:close/>
                <a:moveTo>
                  <a:pt x="3124200" y="3981450"/>
                </a:moveTo>
                <a:lnTo>
                  <a:pt x="3133725" y="3981450"/>
                </a:lnTo>
                <a:lnTo>
                  <a:pt x="3133725" y="3990975"/>
                </a:lnTo>
                <a:lnTo>
                  <a:pt x="3124200" y="3990975"/>
                </a:lnTo>
                <a:close/>
                <a:moveTo>
                  <a:pt x="361950" y="3990975"/>
                </a:moveTo>
                <a:lnTo>
                  <a:pt x="371475" y="3990975"/>
                </a:lnTo>
                <a:lnTo>
                  <a:pt x="371475" y="4000500"/>
                </a:lnTo>
                <a:lnTo>
                  <a:pt x="361950" y="4000500"/>
                </a:lnTo>
                <a:close/>
                <a:moveTo>
                  <a:pt x="1257300" y="3990975"/>
                </a:moveTo>
                <a:lnTo>
                  <a:pt x="1314450" y="3990975"/>
                </a:lnTo>
                <a:lnTo>
                  <a:pt x="1314450" y="4010025"/>
                </a:lnTo>
                <a:lnTo>
                  <a:pt x="1390650" y="4010025"/>
                </a:lnTo>
                <a:lnTo>
                  <a:pt x="1390650" y="4029075"/>
                </a:lnTo>
                <a:lnTo>
                  <a:pt x="1285875" y="4029075"/>
                </a:lnTo>
                <a:lnTo>
                  <a:pt x="1285875" y="4000500"/>
                </a:lnTo>
                <a:lnTo>
                  <a:pt x="1257300" y="4000500"/>
                </a:lnTo>
                <a:close/>
                <a:moveTo>
                  <a:pt x="1609725" y="3990975"/>
                </a:moveTo>
                <a:lnTo>
                  <a:pt x="1628775" y="3990975"/>
                </a:lnTo>
                <a:lnTo>
                  <a:pt x="1628775" y="4010025"/>
                </a:lnTo>
                <a:lnTo>
                  <a:pt x="1609725" y="4010025"/>
                </a:lnTo>
                <a:close/>
                <a:moveTo>
                  <a:pt x="2838450" y="3990975"/>
                </a:moveTo>
                <a:lnTo>
                  <a:pt x="2867025" y="3990975"/>
                </a:lnTo>
                <a:lnTo>
                  <a:pt x="2867025" y="4000500"/>
                </a:lnTo>
                <a:lnTo>
                  <a:pt x="2876550" y="4000500"/>
                </a:lnTo>
                <a:lnTo>
                  <a:pt x="2876550" y="4029075"/>
                </a:lnTo>
                <a:lnTo>
                  <a:pt x="2838450" y="4029075"/>
                </a:lnTo>
                <a:lnTo>
                  <a:pt x="2838450" y="4019550"/>
                </a:lnTo>
                <a:lnTo>
                  <a:pt x="2828925" y="4019550"/>
                </a:lnTo>
                <a:lnTo>
                  <a:pt x="2828925" y="4010025"/>
                </a:lnTo>
                <a:lnTo>
                  <a:pt x="2838450" y="4010025"/>
                </a:lnTo>
                <a:close/>
                <a:moveTo>
                  <a:pt x="3105150" y="3990975"/>
                </a:moveTo>
                <a:lnTo>
                  <a:pt x="3124200" y="3990975"/>
                </a:lnTo>
                <a:lnTo>
                  <a:pt x="3124200" y="4010025"/>
                </a:lnTo>
                <a:lnTo>
                  <a:pt x="3114675" y="4010025"/>
                </a:lnTo>
                <a:lnTo>
                  <a:pt x="3114675" y="4000500"/>
                </a:lnTo>
                <a:lnTo>
                  <a:pt x="3105150" y="4000500"/>
                </a:lnTo>
                <a:close/>
                <a:moveTo>
                  <a:pt x="381000" y="4000500"/>
                </a:moveTo>
                <a:lnTo>
                  <a:pt x="390525" y="4000500"/>
                </a:lnTo>
                <a:lnTo>
                  <a:pt x="390525" y="4010025"/>
                </a:lnTo>
                <a:lnTo>
                  <a:pt x="381000" y="4010025"/>
                </a:lnTo>
                <a:close/>
                <a:moveTo>
                  <a:pt x="1114425" y="4000500"/>
                </a:moveTo>
                <a:lnTo>
                  <a:pt x="1162050" y="4000500"/>
                </a:lnTo>
                <a:lnTo>
                  <a:pt x="1162050" y="4019550"/>
                </a:lnTo>
                <a:lnTo>
                  <a:pt x="1238250" y="4019550"/>
                </a:lnTo>
                <a:lnTo>
                  <a:pt x="1238250" y="4038600"/>
                </a:lnTo>
                <a:lnTo>
                  <a:pt x="1200150" y="4038600"/>
                </a:lnTo>
                <a:lnTo>
                  <a:pt x="1200150" y="4029075"/>
                </a:lnTo>
                <a:lnTo>
                  <a:pt x="1143000" y="4029075"/>
                </a:lnTo>
                <a:lnTo>
                  <a:pt x="1143000" y="4010025"/>
                </a:lnTo>
                <a:lnTo>
                  <a:pt x="1114425" y="4010025"/>
                </a:lnTo>
                <a:close/>
                <a:moveTo>
                  <a:pt x="1447800" y="4000500"/>
                </a:moveTo>
                <a:lnTo>
                  <a:pt x="1504950" y="4000500"/>
                </a:lnTo>
                <a:lnTo>
                  <a:pt x="1504950" y="4019550"/>
                </a:lnTo>
                <a:lnTo>
                  <a:pt x="1447800" y="4019550"/>
                </a:lnTo>
                <a:close/>
                <a:moveTo>
                  <a:pt x="2905125" y="4000500"/>
                </a:moveTo>
                <a:lnTo>
                  <a:pt x="2924175" y="4000500"/>
                </a:lnTo>
                <a:lnTo>
                  <a:pt x="2924175" y="4038600"/>
                </a:lnTo>
                <a:lnTo>
                  <a:pt x="2895600" y="4038600"/>
                </a:lnTo>
                <a:lnTo>
                  <a:pt x="2895600" y="4019550"/>
                </a:lnTo>
                <a:lnTo>
                  <a:pt x="2905125" y="4019550"/>
                </a:lnTo>
                <a:close/>
                <a:moveTo>
                  <a:pt x="3076575" y="4000500"/>
                </a:moveTo>
                <a:lnTo>
                  <a:pt x="3086100" y="4000500"/>
                </a:lnTo>
                <a:lnTo>
                  <a:pt x="3086100" y="4010025"/>
                </a:lnTo>
                <a:lnTo>
                  <a:pt x="3076575" y="4010025"/>
                </a:lnTo>
                <a:close/>
                <a:moveTo>
                  <a:pt x="400050" y="4010025"/>
                </a:moveTo>
                <a:lnTo>
                  <a:pt x="409575" y="4010025"/>
                </a:lnTo>
                <a:lnTo>
                  <a:pt x="409575" y="4019550"/>
                </a:lnTo>
                <a:lnTo>
                  <a:pt x="400050" y="4019550"/>
                </a:lnTo>
                <a:close/>
                <a:moveTo>
                  <a:pt x="962025" y="4010025"/>
                </a:moveTo>
                <a:lnTo>
                  <a:pt x="1009650" y="4010025"/>
                </a:lnTo>
                <a:lnTo>
                  <a:pt x="1009650" y="4029075"/>
                </a:lnTo>
                <a:lnTo>
                  <a:pt x="1123950" y="4029075"/>
                </a:lnTo>
                <a:lnTo>
                  <a:pt x="1123950" y="4038600"/>
                </a:lnTo>
                <a:lnTo>
                  <a:pt x="990600" y="4038600"/>
                </a:lnTo>
                <a:lnTo>
                  <a:pt x="990600" y="4019550"/>
                </a:lnTo>
                <a:lnTo>
                  <a:pt x="962025" y="4019550"/>
                </a:lnTo>
                <a:close/>
                <a:moveTo>
                  <a:pt x="2971800" y="4010025"/>
                </a:moveTo>
                <a:lnTo>
                  <a:pt x="3038475" y="4010025"/>
                </a:lnTo>
                <a:lnTo>
                  <a:pt x="3038475" y="4029075"/>
                </a:lnTo>
                <a:lnTo>
                  <a:pt x="2971800" y="4029075"/>
                </a:lnTo>
                <a:close/>
                <a:moveTo>
                  <a:pt x="419100" y="4019550"/>
                </a:moveTo>
                <a:lnTo>
                  <a:pt x="428625" y="4019550"/>
                </a:lnTo>
                <a:lnTo>
                  <a:pt x="428625" y="4029075"/>
                </a:lnTo>
                <a:lnTo>
                  <a:pt x="419100" y="4029075"/>
                </a:lnTo>
                <a:close/>
                <a:moveTo>
                  <a:pt x="809625" y="4019550"/>
                </a:moveTo>
                <a:lnTo>
                  <a:pt x="847725" y="4019550"/>
                </a:lnTo>
                <a:lnTo>
                  <a:pt x="847725" y="4038600"/>
                </a:lnTo>
                <a:lnTo>
                  <a:pt x="952500" y="4038600"/>
                </a:lnTo>
                <a:lnTo>
                  <a:pt x="952500" y="4048125"/>
                </a:lnTo>
                <a:lnTo>
                  <a:pt x="819150" y="4048125"/>
                </a:lnTo>
                <a:lnTo>
                  <a:pt x="819150" y="4029075"/>
                </a:lnTo>
                <a:lnTo>
                  <a:pt x="809625" y="4029075"/>
                </a:lnTo>
                <a:close/>
                <a:moveTo>
                  <a:pt x="457200" y="4029075"/>
                </a:moveTo>
                <a:lnTo>
                  <a:pt x="476250" y="4029075"/>
                </a:lnTo>
                <a:lnTo>
                  <a:pt x="476250" y="4038600"/>
                </a:lnTo>
                <a:lnTo>
                  <a:pt x="457200" y="4038600"/>
                </a:lnTo>
                <a:close/>
                <a:moveTo>
                  <a:pt x="666750" y="4029075"/>
                </a:moveTo>
                <a:lnTo>
                  <a:pt x="695325" y="4029075"/>
                </a:lnTo>
                <a:lnTo>
                  <a:pt x="695325" y="4048125"/>
                </a:lnTo>
                <a:lnTo>
                  <a:pt x="771525" y="4048125"/>
                </a:lnTo>
                <a:lnTo>
                  <a:pt x="771525" y="4057650"/>
                </a:lnTo>
                <a:lnTo>
                  <a:pt x="685800" y="4057650"/>
                </a:lnTo>
                <a:lnTo>
                  <a:pt x="685800" y="4038600"/>
                </a:lnTo>
                <a:lnTo>
                  <a:pt x="666750" y="4038600"/>
                </a:lnTo>
                <a:close/>
                <a:moveTo>
                  <a:pt x="981075" y="4038600"/>
                </a:moveTo>
                <a:lnTo>
                  <a:pt x="990600" y="4038600"/>
                </a:lnTo>
                <a:lnTo>
                  <a:pt x="990600" y="4048125"/>
                </a:lnTo>
                <a:lnTo>
                  <a:pt x="981075" y="4048125"/>
                </a:lnTo>
                <a:close/>
                <a:moveTo>
                  <a:pt x="495300" y="4057650"/>
                </a:moveTo>
                <a:lnTo>
                  <a:pt x="600075" y="4057650"/>
                </a:lnTo>
                <a:lnTo>
                  <a:pt x="600075" y="4067175"/>
                </a:lnTo>
                <a:lnTo>
                  <a:pt x="495300" y="4067175"/>
                </a:lnTo>
                <a:close/>
              </a:path>
            </a:pathLst>
          </a:custGeom>
          <a:solidFill xmlns:a="http://schemas.openxmlformats.org/drawingml/2006/main">
            <a:srgbClr val="272B39"/>
          </a:solidFill>
          <a:ln xmlns:a="http://schemas.openxmlformats.org/drawingml/2006/main" w="0">
            <a:noFill/>
          </a:ln>
        </p:spPr>
      </p:sp>
      <p:sp>
        <p:nvSpPr>
          <p:cNvPr id="29" name="phones vector #0e3263">
            <a:extLst xmlns:a="http://schemas.openxmlformats.org/drawingml/2006/main">
              <a:ext uri="{FF2B5EF4-FFF2-40B4-BE49-F238E27FC236}">
                <a16:creationId xmlns:a16="http://schemas.microsoft.com/office/drawing/2014/main" id="{8B57D7D8-F009-4A17-9D57-06FA4C4036A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48500" y="190500"/>
            <a:ext cx="5905500" cy="6619875"/>
          </a:xfrm>
          <a:custGeom xmlns:a="http://schemas.openxmlformats.org/drawingml/2006/main">
            <a:pathLst>
              <a:path w="3838575" h="4295775">
                <a:moveTo>
                  <a:pt x="1647825" y="123825"/>
                </a:moveTo>
                <a:lnTo>
                  <a:pt x="1657350" y="123825"/>
                </a:lnTo>
                <a:lnTo>
                  <a:pt x="1657350" y="133350"/>
                </a:lnTo>
                <a:lnTo>
                  <a:pt x="1647825" y="133350"/>
                </a:lnTo>
                <a:close/>
                <a:moveTo>
                  <a:pt x="1657350" y="133350"/>
                </a:moveTo>
                <a:lnTo>
                  <a:pt x="1666875" y="133350"/>
                </a:lnTo>
                <a:lnTo>
                  <a:pt x="1666875" y="142875"/>
                </a:lnTo>
                <a:lnTo>
                  <a:pt x="1657350" y="142875"/>
                </a:lnTo>
                <a:close/>
                <a:moveTo>
                  <a:pt x="1666875" y="142875"/>
                </a:moveTo>
                <a:lnTo>
                  <a:pt x="1676400" y="142875"/>
                </a:lnTo>
                <a:lnTo>
                  <a:pt x="1676400" y="152400"/>
                </a:lnTo>
                <a:lnTo>
                  <a:pt x="1666875" y="152400"/>
                </a:lnTo>
                <a:close/>
                <a:moveTo>
                  <a:pt x="1676400" y="152400"/>
                </a:moveTo>
                <a:lnTo>
                  <a:pt x="1685925" y="152400"/>
                </a:lnTo>
                <a:lnTo>
                  <a:pt x="1685925" y="161925"/>
                </a:lnTo>
                <a:lnTo>
                  <a:pt x="1676400" y="161925"/>
                </a:lnTo>
                <a:close/>
                <a:moveTo>
                  <a:pt x="1685925" y="161925"/>
                </a:moveTo>
                <a:lnTo>
                  <a:pt x="1695450" y="161925"/>
                </a:lnTo>
                <a:lnTo>
                  <a:pt x="1695450" y="171450"/>
                </a:lnTo>
                <a:lnTo>
                  <a:pt x="1685925" y="171450"/>
                </a:lnTo>
                <a:close/>
                <a:moveTo>
                  <a:pt x="1695450" y="171450"/>
                </a:moveTo>
                <a:lnTo>
                  <a:pt x="1704975" y="171450"/>
                </a:lnTo>
                <a:lnTo>
                  <a:pt x="1704975" y="190500"/>
                </a:lnTo>
                <a:lnTo>
                  <a:pt x="1695450" y="190500"/>
                </a:lnTo>
                <a:close/>
                <a:moveTo>
                  <a:pt x="1704975" y="190500"/>
                </a:moveTo>
                <a:lnTo>
                  <a:pt x="1714500" y="190500"/>
                </a:lnTo>
                <a:lnTo>
                  <a:pt x="1714500" y="200025"/>
                </a:lnTo>
                <a:lnTo>
                  <a:pt x="1704975" y="200025"/>
                </a:lnTo>
                <a:close/>
                <a:moveTo>
                  <a:pt x="1714500" y="200025"/>
                </a:moveTo>
                <a:lnTo>
                  <a:pt x="1724025" y="200025"/>
                </a:lnTo>
                <a:lnTo>
                  <a:pt x="1724025" y="219075"/>
                </a:lnTo>
                <a:lnTo>
                  <a:pt x="1714500" y="219075"/>
                </a:lnTo>
                <a:close/>
                <a:moveTo>
                  <a:pt x="1724025" y="219075"/>
                </a:moveTo>
                <a:lnTo>
                  <a:pt x="1733550" y="219075"/>
                </a:lnTo>
                <a:lnTo>
                  <a:pt x="1733550" y="228600"/>
                </a:lnTo>
                <a:lnTo>
                  <a:pt x="1724025" y="228600"/>
                </a:lnTo>
                <a:close/>
                <a:moveTo>
                  <a:pt x="1733550" y="247650"/>
                </a:moveTo>
                <a:lnTo>
                  <a:pt x="1743075" y="247650"/>
                </a:lnTo>
                <a:lnTo>
                  <a:pt x="1743075" y="257175"/>
                </a:lnTo>
                <a:lnTo>
                  <a:pt x="1733550" y="257175"/>
                </a:lnTo>
                <a:close/>
                <a:moveTo>
                  <a:pt x="1743075" y="257175"/>
                </a:moveTo>
                <a:lnTo>
                  <a:pt x="1752600" y="257175"/>
                </a:lnTo>
                <a:lnTo>
                  <a:pt x="1752600" y="285750"/>
                </a:lnTo>
                <a:lnTo>
                  <a:pt x="1762125" y="285750"/>
                </a:lnTo>
                <a:lnTo>
                  <a:pt x="1762125" y="304800"/>
                </a:lnTo>
                <a:lnTo>
                  <a:pt x="1752600" y="304800"/>
                </a:lnTo>
                <a:lnTo>
                  <a:pt x="1752600" y="295275"/>
                </a:lnTo>
                <a:lnTo>
                  <a:pt x="1743075" y="295275"/>
                </a:lnTo>
                <a:close/>
                <a:moveTo>
                  <a:pt x="2057400" y="352425"/>
                </a:moveTo>
                <a:lnTo>
                  <a:pt x="2066925" y="352425"/>
                </a:lnTo>
                <a:lnTo>
                  <a:pt x="2066925" y="371475"/>
                </a:lnTo>
                <a:lnTo>
                  <a:pt x="2057400" y="371475"/>
                </a:lnTo>
                <a:lnTo>
                  <a:pt x="2057400" y="381000"/>
                </a:lnTo>
                <a:lnTo>
                  <a:pt x="2047875" y="381000"/>
                </a:lnTo>
                <a:lnTo>
                  <a:pt x="2047875" y="390525"/>
                </a:lnTo>
                <a:lnTo>
                  <a:pt x="2038350" y="390525"/>
                </a:lnTo>
                <a:lnTo>
                  <a:pt x="2038350" y="400050"/>
                </a:lnTo>
                <a:lnTo>
                  <a:pt x="2028825" y="400050"/>
                </a:lnTo>
                <a:lnTo>
                  <a:pt x="2028825" y="381000"/>
                </a:lnTo>
                <a:lnTo>
                  <a:pt x="2038350" y="381000"/>
                </a:lnTo>
                <a:lnTo>
                  <a:pt x="2038350" y="371475"/>
                </a:lnTo>
                <a:lnTo>
                  <a:pt x="2047875" y="371475"/>
                </a:lnTo>
                <a:lnTo>
                  <a:pt x="2047875" y="361950"/>
                </a:lnTo>
                <a:lnTo>
                  <a:pt x="2057400" y="361950"/>
                </a:lnTo>
                <a:close/>
                <a:moveTo>
                  <a:pt x="2019300" y="400050"/>
                </a:moveTo>
                <a:lnTo>
                  <a:pt x="2028825" y="400050"/>
                </a:lnTo>
                <a:lnTo>
                  <a:pt x="2028825" y="409575"/>
                </a:lnTo>
                <a:lnTo>
                  <a:pt x="2019300" y="409575"/>
                </a:lnTo>
                <a:close/>
                <a:moveTo>
                  <a:pt x="2009775" y="409575"/>
                </a:moveTo>
                <a:lnTo>
                  <a:pt x="2019300" y="409575"/>
                </a:lnTo>
                <a:lnTo>
                  <a:pt x="2019300" y="428625"/>
                </a:lnTo>
                <a:lnTo>
                  <a:pt x="2009775" y="428625"/>
                </a:lnTo>
                <a:close/>
                <a:moveTo>
                  <a:pt x="3571875" y="428625"/>
                </a:moveTo>
                <a:lnTo>
                  <a:pt x="3581400" y="428625"/>
                </a:lnTo>
                <a:lnTo>
                  <a:pt x="3581400" y="438150"/>
                </a:lnTo>
                <a:lnTo>
                  <a:pt x="3571875" y="438150"/>
                </a:lnTo>
                <a:close/>
                <a:moveTo>
                  <a:pt x="3581400" y="438150"/>
                </a:moveTo>
                <a:lnTo>
                  <a:pt x="3600450" y="438150"/>
                </a:lnTo>
                <a:lnTo>
                  <a:pt x="3600450" y="447675"/>
                </a:lnTo>
                <a:lnTo>
                  <a:pt x="3581400" y="447675"/>
                </a:lnTo>
                <a:close/>
                <a:moveTo>
                  <a:pt x="3600450" y="447675"/>
                </a:moveTo>
                <a:lnTo>
                  <a:pt x="3609975" y="447675"/>
                </a:lnTo>
                <a:lnTo>
                  <a:pt x="3609975" y="457200"/>
                </a:lnTo>
                <a:lnTo>
                  <a:pt x="3600450" y="457200"/>
                </a:lnTo>
                <a:close/>
                <a:moveTo>
                  <a:pt x="3609975" y="457200"/>
                </a:moveTo>
                <a:lnTo>
                  <a:pt x="3619500" y="457200"/>
                </a:lnTo>
                <a:lnTo>
                  <a:pt x="3619500" y="466725"/>
                </a:lnTo>
                <a:lnTo>
                  <a:pt x="3609975" y="466725"/>
                </a:lnTo>
                <a:close/>
                <a:moveTo>
                  <a:pt x="3619500" y="466725"/>
                </a:moveTo>
                <a:lnTo>
                  <a:pt x="3629025" y="466725"/>
                </a:lnTo>
                <a:lnTo>
                  <a:pt x="3629025" y="476250"/>
                </a:lnTo>
                <a:lnTo>
                  <a:pt x="3619500" y="476250"/>
                </a:lnTo>
                <a:close/>
                <a:moveTo>
                  <a:pt x="3629025" y="476250"/>
                </a:moveTo>
                <a:lnTo>
                  <a:pt x="3638550" y="476250"/>
                </a:lnTo>
                <a:lnTo>
                  <a:pt x="3638550" y="485775"/>
                </a:lnTo>
                <a:lnTo>
                  <a:pt x="3629025" y="485775"/>
                </a:lnTo>
                <a:close/>
                <a:moveTo>
                  <a:pt x="3638550" y="485775"/>
                </a:moveTo>
                <a:lnTo>
                  <a:pt x="3648075" y="485775"/>
                </a:lnTo>
                <a:lnTo>
                  <a:pt x="3648075" y="495300"/>
                </a:lnTo>
                <a:lnTo>
                  <a:pt x="3638550" y="495300"/>
                </a:lnTo>
                <a:close/>
                <a:moveTo>
                  <a:pt x="3648075" y="495300"/>
                </a:moveTo>
                <a:lnTo>
                  <a:pt x="3657600" y="495300"/>
                </a:lnTo>
                <a:lnTo>
                  <a:pt x="3657600" y="504825"/>
                </a:lnTo>
                <a:lnTo>
                  <a:pt x="3648075" y="504825"/>
                </a:lnTo>
                <a:close/>
                <a:moveTo>
                  <a:pt x="3657600" y="504825"/>
                </a:moveTo>
                <a:lnTo>
                  <a:pt x="3667125" y="504825"/>
                </a:lnTo>
                <a:lnTo>
                  <a:pt x="3667125" y="514350"/>
                </a:lnTo>
                <a:lnTo>
                  <a:pt x="3676650" y="514350"/>
                </a:lnTo>
                <a:lnTo>
                  <a:pt x="3676650" y="533400"/>
                </a:lnTo>
                <a:lnTo>
                  <a:pt x="3667125" y="533400"/>
                </a:lnTo>
                <a:lnTo>
                  <a:pt x="3667125" y="523875"/>
                </a:lnTo>
                <a:lnTo>
                  <a:pt x="3657600" y="523875"/>
                </a:lnTo>
                <a:close/>
                <a:moveTo>
                  <a:pt x="3676650" y="533400"/>
                </a:moveTo>
                <a:lnTo>
                  <a:pt x="3686175" y="533400"/>
                </a:lnTo>
                <a:lnTo>
                  <a:pt x="3686175" y="542925"/>
                </a:lnTo>
                <a:lnTo>
                  <a:pt x="3676650" y="542925"/>
                </a:lnTo>
                <a:close/>
                <a:moveTo>
                  <a:pt x="3686175" y="552450"/>
                </a:moveTo>
                <a:lnTo>
                  <a:pt x="3695700" y="552450"/>
                </a:lnTo>
                <a:lnTo>
                  <a:pt x="3695700" y="561975"/>
                </a:lnTo>
                <a:lnTo>
                  <a:pt x="3686175" y="561975"/>
                </a:lnTo>
                <a:close/>
                <a:moveTo>
                  <a:pt x="3695700" y="571500"/>
                </a:moveTo>
                <a:lnTo>
                  <a:pt x="3705225" y="571500"/>
                </a:lnTo>
                <a:lnTo>
                  <a:pt x="3705225" y="590550"/>
                </a:lnTo>
                <a:lnTo>
                  <a:pt x="3714750" y="590550"/>
                </a:lnTo>
                <a:lnTo>
                  <a:pt x="3714750" y="666750"/>
                </a:lnTo>
                <a:lnTo>
                  <a:pt x="3705225" y="666750"/>
                </a:lnTo>
                <a:lnTo>
                  <a:pt x="3705225" y="609600"/>
                </a:lnTo>
                <a:lnTo>
                  <a:pt x="3695700" y="609600"/>
                </a:lnTo>
                <a:close/>
                <a:moveTo>
                  <a:pt x="2114550" y="581025"/>
                </a:moveTo>
                <a:lnTo>
                  <a:pt x="2171700" y="581025"/>
                </a:lnTo>
                <a:lnTo>
                  <a:pt x="2171700" y="590550"/>
                </a:lnTo>
                <a:lnTo>
                  <a:pt x="2114550" y="590550"/>
                </a:lnTo>
                <a:close/>
                <a:moveTo>
                  <a:pt x="2105025" y="590550"/>
                </a:moveTo>
                <a:lnTo>
                  <a:pt x="2114550" y="590550"/>
                </a:lnTo>
                <a:lnTo>
                  <a:pt x="2114550" y="600075"/>
                </a:lnTo>
                <a:lnTo>
                  <a:pt x="2105025" y="600075"/>
                </a:lnTo>
                <a:close/>
                <a:moveTo>
                  <a:pt x="1952625" y="609600"/>
                </a:moveTo>
                <a:lnTo>
                  <a:pt x="1962150" y="609600"/>
                </a:lnTo>
                <a:lnTo>
                  <a:pt x="1962150" y="628650"/>
                </a:lnTo>
                <a:lnTo>
                  <a:pt x="1952625" y="628650"/>
                </a:lnTo>
                <a:close/>
                <a:moveTo>
                  <a:pt x="2095500" y="628650"/>
                </a:moveTo>
                <a:lnTo>
                  <a:pt x="2105025" y="628650"/>
                </a:lnTo>
                <a:lnTo>
                  <a:pt x="2105025" y="647700"/>
                </a:lnTo>
                <a:lnTo>
                  <a:pt x="2095500" y="647700"/>
                </a:lnTo>
                <a:close/>
                <a:moveTo>
                  <a:pt x="2095500" y="657225"/>
                </a:moveTo>
                <a:lnTo>
                  <a:pt x="2105025" y="657225"/>
                </a:lnTo>
                <a:lnTo>
                  <a:pt x="2105025" y="676275"/>
                </a:lnTo>
                <a:lnTo>
                  <a:pt x="2095500" y="676275"/>
                </a:lnTo>
                <a:close/>
                <a:moveTo>
                  <a:pt x="2190750" y="666750"/>
                </a:moveTo>
                <a:lnTo>
                  <a:pt x="2200275" y="666750"/>
                </a:lnTo>
                <a:lnTo>
                  <a:pt x="2200275" y="676275"/>
                </a:lnTo>
                <a:lnTo>
                  <a:pt x="2190750" y="676275"/>
                </a:lnTo>
                <a:close/>
                <a:moveTo>
                  <a:pt x="3714750" y="666750"/>
                </a:moveTo>
                <a:lnTo>
                  <a:pt x="3724275" y="666750"/>
                </a:lnTo>
                <a:lnTo>
                  <a:pt x="3724275" y="676275"/>
                </a:lnTo>
                <a:lnTo>
                  <a:pt x="3714750" y="676275"/>
                </a:lnTo>
                <a:close/>
                <a:moveTo>
                  <a:pt x="1790700" y="676275"/>
                </a:moveTo>
                <a:lnTo>
                  <a:pt x="1800225" y="676275"/>
                </a:lnTo>
                <a:lnTo>
                  <a:pt x="1800225" y="714375"/>
                </a:lnTo>
                <a:lnTo>
                  <a:pt x="1781175" y="714375"/>
                </a:lnTo>
                <a:lnTo>
                  <a:pt x="1781175" y="685800"/>
                </a:lnTo>
                <a:lnTo>
                  <a:pt x="1790700" y="685800"/>
                </a:lnTo>
                <a:close/>
                <a:moveTo>
                  <a:pt x="2105025" y="676275"/>
                </a:moveTo>
                <a:lnTo>
                  <a:pt x="2114550" y="676275"/>
                </a:lnTo>
                <a:lnTo>
                  <a:pt x="2114550" y="685800"/>
                </a:lnTo>
                <a:lnTo>
                  <a:pt x="2105025" y="685800"/>
                </a:lnTo>
                <a:close/>
                <a:moveTo>
                  <a:pt x="2114550" y="685800"/>
                </a:moveTo>
                <a:lnTo>
                  <a:pt x="2124075" y="685800"/>
                </a:lnTo>
                <a:lnTo>
                  <a:pt x="2124075" y="695325"/>
                </a:lnTo>
                <a:lnTo>
                  <a:pt x="2114550" y="695325"/>
                </a:lnTo>
                <a:close/>
                <a:moveTo>
                  <a:pt x="1943100" y="714375"/>
                </a:moveTo>
                <a:lnTo>
                  <a:pt x="1952625" y="714375"/>
                </a:lnTo>
                <a:lnTo>
                  <a:pt x="1952625" y="723900"/>
                </a:lnTo>
                <a:lnTo>
                  <a:pt x="1943100" y="723900"/>
                </a:lnTo>
                <a:close/>
                <a:moveTo>
                  <a:pt x="1800225" y="733425"/>
                </a:moveTo>
                <a:lnTo>
                  <a:pt x="1809750" y="733425"/>
                </a:lnTo>
                <a:lnTo>
                  <a:pt x="1809750" y="828675"/>
                </a:lnTo>
                <a:lnTo>
                  <a:pt x="1800225" y="828675"/>
                </a:lnTo>
                <a:close/>
                <a:moveTo>
                  <a:pt x="1933575" y="781050"/>
                </a:moveTo>
                <a:lnTo>
                  <a:pt x="1943100" y="781050"/>
                </a:lnTo>
                <a:lnTo>
                  <a:pt x="1943100" y="790575"/>
                </a:lnTo>
                <a:lnTo>
                  <a:pt x="1933575" y="790575"/>
                </a:lnTo>
                <a:close/>
                <a:moveTo>
                  <a:pt x="1924050" y="838200"/>
                </a:moveTo>
                <a:lnTo>
                  <a:pt x="1933575" y="838200"/>
                </a:lnTo>
                <a:lnTo>
                  <a:pt x="1933575" y="857250"/>
                </a:lnTo>
                <a:lnTo>
                  <a:pt x="1924050" y="857250"/>
                </a:lnTo>
                <a:close/>
                <a:moveTo>
                  <a:pt x="3695700" y="838200"/>
                </a:moveTo>
                <a:lnTo>
                  <a:pt x="3705225" y="838200"/>
                </a:lnTo>
                <a:lnTo>
                  <a:pt x="3705225" y="876300"/>
                </a:lnTo>
                <a:lnTo>
                  <a:pt x="3686175" y="876300"/>
                </a:lnTo>
                <a:lnTo>
                  <a:pt x="3686175" y="866775"/>
                </a:lnTo>
                <a:lnTo>
                  <a:pt x="3695700" y="866775"/>
                </a:lnTo>
                <a:close/>
                <a:moveTo>
                  <a:pt x="1914525" y="876300"/>
                </a:moveTo>
                <a:lnTo>
                  <a:pt x="1924050" y="876300"/>
                </a:lnTo>
                <a:lnTo>
                  <a:pt x="1924050" y="914400"/>
                </a:lnTo>
                <a:lnTo>
                  <a:pt x="1914525" y="914400"/>
                </a:lnTo>
                <a:close/>
                <a:moveTo>
                  <a:pt x="1809750" y="885825"/>
                </a:moveTo>
                <a:lnTo>
                  <a:pt x="1819275" y="885825"/>
                </a:lnTo>
                <a:lnTo>
                  <a:pt x="1819275" y="933450"/>
                </a:lnTo>
                <a:lnTo>
                  <a:pt x="1809750" y="933450"/>
                </a:lnTo>
                <a:close/>
                <a:moveTo>
                  <a:pt x="1905000" y="933450"/>
                </a:moveTo>
                <a:lnTo>
                  <a:pt x="1914525" y="933450"/>
                </a:lnTo>
                <a:lnTo>
                  <a:pt x="1914525" y="971550"/>
                </a:lnTo>
                <a:lnTo>
                  <a:pt x="1905000" y="971550"/>
                </a:lnTo>
                <a:close/>
                <a:moveTo>
                  <a:pt x="1895475" y="971550"/>
                </a:moveTo>
                <a:lnTo>
                  <a:pt x="1905000" y="971550"/>
                </a:lnTo>
                <a:lnTo>
                  <a:pt x="1905000" y="1038225"/>
                </a:lnTo>
                <a:lnTo>
                  <a:pt x="1895475" y="1038225"/>
                </a:lnTo>
                <a:close/>
                <a:moveTo>
                  <a:pt x="1809750" y="1000125"/>
                </a:moveTo>
                <a:lnTo>
                  <a:pt x="1819275" y="1000125"/>
                </a:lnTo>
                <a:lnTo>
                  <a:pt x="1819275" y="1009650"/>
                </a:lnTo>
                <a:lnTo>
                  <a:pt x="1809750" y="1009650"/>
                </a:lnTo>
                <a:close/>
                <a:moveTo>
                  <a:pt x="1885950" y="1085850"/>
                </a:moveTo>
                <a:lnTo>
                  <a:pt x="1895475" y="1085850"/>
                </a:lnTo>
                <a:lnTo>
                  <a:pt x="1895475" y="1123950"/>
                </a:lnTo>
                <a:lnTo>
                  <a:pt x="1885950" y="1123950"/>
                </a:lnTo>
                <a:close/>
                <a:moveTo>
                  <a:pt x="2143125" y="1085850"/>
                </a:moveTo>
                <a:lnTo>
                  <a:pt x="2152650" y="1085850"/>
                </a:lnTo>
                <a:lnTo>
                  <a:pt x="2152650" y="1095375"/>
                </a:lnTo>
                <a:lnTo>
                  <a:pt x="2143125" y="1095375"/>
                </a:lnTo>
                <a:close/>
                <a:moveTo>
                  <a:pt x="1876425" y="1133475"/>
                </a:moveTo>
                <a:lnTo>
                  <a:pt x="1885950" y="1133475"/>
                </a:lnTo>
                <a:lnTo>
                  <a:pt x="1885950" y="1152525"/>
                </a:lnTo>
                <a:lnTo>
                  <a:pt x="1876425" y="1152525"/>
                </a:lnTo>
                <a:close/>
                <a:moveTo>
                  <a:pt x="1828800" y="1162050"/>
                </a:moveTo>
                <a:lnTo>
                  <a:pt x="1838325" y="1162050"/>
                </a:lnTo>
                <a:lnTo>
                  <a:pt x="1838325" y="1171575"/>
                </a:lnTo>
                <a:lnTo>
                  <a:pt x="1828800" y="1171575"/>
                </a:lnTo>
                <a:close/>
                <a:moveTo>
                  <a:pt x="1876425" y="1181100"/>
                </a:moveTo>
                <a:lnTo>
                  <a:pt x="1885950" y="1181100"/>
                </a:lnTo>
                <a:lnTo>
                  <a:pt x="1885950" y="1200150"/>
                </a:lnTo>
                <a:lnTo>
                  <a:pt x="1876425" y="1200150"/>
                </a:lnTo>
                <a:close/>
                <a:moveTo>
                  <a:pt x="1838325" y="1190625"/>
                </a:moveTo>
                <a:lnTo>
                  <a:pt x="1847850" y="1190625"/>
                </a:lnTo>
                <a:lnTo>
                  <a:pt x="1847850" y="1200150"/>
                </a:lnTo>
                <a:lnTo>
                  <a:pt x="1838325" y="1200150"/>
                </a:lnTo>
                <a:close/>
                <a:moveTo>
                  <a:pt x="1828800" y="1200150"/>
                </a:moveTo>
                <a:lnTo>
                  <a:pt x="1838325" y="1200150"/>
                </a:lnTo>
                <a:lnTo>
                  <a:pt x="1838325" y="1219200"/>
                </a:lnTo>
                <a:lnTo>
                  <a:pt x="1828800" y="1219200"/>
                </a:lnTo>
                <a:close/>
                <a:moveTo>
                  <a:pt x="2066925" y="1304925"/>
                </a:moveTo>
                <a:lnTo>
                  <a:pt x="2143125" y="1304925"/>
                </a:lnTo>
                <a:lnTo>
                  <a:pt x="2143125" y="1314450"/>
                </a:lnTo>
                <a:lnTo>
                  <a:pt x="2066925" y="1314450"/>
                </a:lnTo>
                <a:close/>
                <a:moveTo>
                  <a:pt x="2047875" y="1314450"/>
                </a:moveTo>
                <a:lnTo>
                  <a:pt x="2057400" y="1314450"/>
                </a:lnTo>
                <a:lnTo>
                  <a:pt x="2057400" y="1323975"/>
                </a:lnTo>
                <a:lnTo>
                  <a:pt x="2047875" y="1323975"/>
                </a:lnTo>
                <a:close/>
                <a:moveTo>
                  <a:pt x="2200275" y="1314450"/>
                </a:moveTo>
                <a:lnTo>
                  <a:pt x="2228850" y="1314450"/>
                </a:lnTo>
                <a:lnTo>
                  <a:pt x="2228850" y="1323975"/>
                </a:lnTo>
                <a:lnTo>
                  <a:pt x="2200275" y="1323975"/>
                </a:lnTo>
                <a:close/>
                <a:moveTo>
                  <a:pt x="2028825" y="1323975"/>
                </a:moveTo>
                <a:lnTo>
                  <a:pt x="2038350" y="1323975"/>
                </a:lnTo>
                <a:lnTo>
                  <a:pt x="2038350" y="1333500"/>
                </a:lnTo>
                <a:lnTo>
                  <a:pt x="2028825" y="1333500"/>
                </a:lnTo>
                <a:close/>
                <a:moveTo>
                  <a:pt x="2257425" y="1323975"/>
                </a:moveTo>
                <a:lnTo>
                  <a:pt x="2276475" y="1323975"/>
                </a:lnTo>
                <a:lnTo>
                  <a:pt x="2276475" y="1333500"/>
                </a:lnTo>
                <a:lnTo>
                  <a:pt x="2257425" y="1333500"/>
                </a:lnTo>
                <a:close/>
                <a:moveTo>
                  <a:pt x="2019300" y="1333500"/>
                </a:moveTo>
                <a:lnTo>
                  <a:pt x="2028825" y="1333500"/>
                </a:lnTo>
                <a:lnTo>
                  <a:pt x="2028825" y="1343025"/>
                </a:lnTo>
                <a:lnTo>
                  <a:pt x="2019300" y="1343025"/>
                </a:lnTo>
                <a:close/>
                <a:moveTo>
                  <a:pt x="2286000" y="1333500"/>
                </a:moveTo>
                <a:lnTo>
                  <a:pt x="2295525" y="1333500"/>
                </a:lnTo>
                <a:lnTo>
                  <a:pt x="2295525" y="1343025"/>
                </a:lnTo>
                <a:lnTo>
                  <a:pt x="2286000" y="1343025"/>
                </a:lnTo>
                <a:close/>
                <a:moveTo>
                  <a:pt x="2009775" y="1343025"/>
                </a:moveTo>
                <a:lnTo>
                  <a:pt x="2019300" y="1343025"/>
                </a:lnTo>
                <a:lnTo>
                  <a:pt x="2019300" y="1352550"/>
                </a:lnTo>
                <a:lnTo>
                  <a:pt x="2009775" y="1352550"/>
                </a:lnTo>
                <a:close/>
                <a:moveTo>
                  <a:pt x="2295525" y="1343025"/>
                </a:moveTo>
                <a:lnTo>
                  <a:pt x="2305050" y="1343025"/>
                </a:lnTo>
                <a:lnTo>
                  <a:pt x="2305050" y="1352550"/>
                </a:lnTo>
                <a:lnTo>
                  <a:pt x="2295525" y="1352550"/>
                </a:lnTo>
                <a:close/>
                <a:moveTo>
                  <a:pt x="2305050" y="1352550"/>
                </a:moveTo>
                <a:lnTo>
                  <a:pt x="2314575" y="1352550"/>
                </a:lnTo>
                <a:lnTo>
                  <a:pt x="2314575" y="1362075"/>
                </a:lnTo>
                <a:lnTo>
                  <a:pt x="2305050" y="1362075"/>
                </a:lnTo>
                <a:close/>
                <a:moveTo>
                  <a:pt x="2000250" y="1362075"/>
                </a:moveTo>
                <a:lnTo>
                  <a:pt x="2009775" y="1362075"/>
                </a:lnTo>
                <a:lnTo>
                  <a:pt x="2009775" y="1371600"/>
                </a:lnTo>
                <a:lnTo>
                  <a:pt x="2000250" y="1371600"/>
                </a:lnTo>
                <a:close/>
                <a:moveTo>
                  <a:pt x="2314575" y="1362075"/>
                </a:moveTo>
                <a:lnTo>
                  <a:pt x="2324100" y="1362075"/>
                </a:lnTo>
                <a:lnTo>
                  <a:pt x="2324100" y="1371600"/>
                </a:lnTo>
                <a:lnTo>
                  <a:pt x="2314575" y="1371600"/>
                </a:lnTo>
                <a:close/>
                <a:moveTo>
                  <a:pt x="2324100" y="1381125"/>
                </a:moveTo>
                <a:lnTo>
                  <a:pt x="2333625" y="1381125"/>
                </a:lnTo>
                <a:lnTo>
                  <a:pt x="2333625" y="1400175"/>
                </a:lnTo>
                <a:lnTo>
                  <a:pt x="2324100" y="1400175"/>
                </a:lnTo>
                <a:close/>
                <a:moveTo>
                  <a:pt x="1990725" y="1400175"/>
                </a:moveTo>
                <a:lnTo>
                  <a:pt x="2000250" y="1400175"/>
                </a:lnTo>
                <a:lnTo>
                  <a:pt x="2000250" y="1419225"/>
                </a:lnTo>
                <a:lnTo>
                  <a:pt x="1990725" y="1419225"/>
                </a:lnTo>
                <a:close/>
                <a:moveTo>
                  <a:pt x="2324100" y="1419225"/>
                </a:moveTo>
                <a:lnTo>
                  <a:pt x="2333625" y="1419225"/>
                </a:lnTo>
                <a:lnTo>
                  <a:pt x="2333625" y="1447800"/>
                </a:lnTo>
                <a:lnTo>
                  <a:pt x="2324100" y="1447800"/>
                </a:lnTo>
                <a:close/>
                <a:moveTo>
                  <a:pt x="2000250" y="1447800"/>
                </a:moveTo>
                <a:lnTo>
                  <a:pt x="2009775" y="1447800"/>
                </a:lnTo>
                <a:lnTo>
                  <a:pt x="2009775" y="1457325"/>
                </a:lnTo>
                <a:lnTo>
                  <a:pt x="2000250" y="1457325"/>
                </a:lnTo>
                <a:close/>
                <a:moveTo>
                  <a:pt x="2314575" y="1457325"/>
                </a:moveTo>
                <a:lnTo>
                  <a:pt x="2324100" y="1457325"/>
                </a:lnTo>
                <a:lnTo>
                  <a:pt x="2324100" y="1466850"/>
                </a:lnTo>
                <a:lnTo>
                  <a:pt x="2314575" y="1466850"/>
                </a:lnTo>
                <a:close/>
                <a:moveTo>
                  <a:pt x="2305050" y="1476375"/>
                </a:moveTo>
                <a:lnTo>
                  <a:pt x="2314575" y="1476375"/>
                </a:lnTo>
                <a:lnTo>
                  <a:pt x="2314575" y="1485900"/>
                </a:lnTo>
                <a:lnTo>
                  <a:pt x="2305050" y="1485900"/>
                </a:lnTo>
                <a:close/>
                <a:moveTo>
                  <a:pt x="2295525" y="1485900"/>
                </a:moveTo>
                <a:lnTo>
                  <a:pt x="2305050" y="1485900"/>
                </a:lnTo>
                <a:lnTo>
                  <a:pt x="2305050" y="1495425"/>
                </a:lnTo>
                <a:lnTo>
                  <a:pt x="2295525" y="1495425"/>
                </a:lnTo>
                <a:close/>
                <a:moveTo>
                  <a:pt x="2057400" y="1495425"/>
                </a:moveTo>
                <a:lnTo>
                  <a:pt x="2076450" y="1495425"/>
                </a:lnTo>
                <a:lnTo>
                  <a:pt x="2076450" y="1504950"/>
                </a:lnTo>
                <a:lnTo>
                  <a:pt x="2057400" y="1504950"/>
                </a:lnTo>
                <a:close/>
                <a:moveTo>
                  <a:pt x="2286000" y="1495425"/>
                </a:moveTo>
                <a:lnTo>
                  <a:pt x="2295525" y="1495425"/>
                </a:lnTo>
                <a:lnTo>
                  <a:pt x="2295525" y="1504950"/>
                </a:lnTo>
                <a:lnTo>
                  <a:pt x="2286000" y="1504950"/>
                </a:lnTo>
                <a:close/>
                <a:moveTo>
                  <a:pt x="2124075" y="1504950"/>
                </a:moveTo>
                <a:lnTo>
                  <a:pt x="2152650" y="1504950"/>
                </a:lnTo>
                <a:lnTo>
                  <a:pt x="2152650" y="1514475"/>
                </a:lnTo>
                <a:lnTo>
                  <a:pt x="2124075" y="1514475"/>
                </a:lnTo>
                <a:close/>
                <a:moveTo>
                  <a:pt x="2266950" y="1504950"/>
                </a:moveTo>
                <a:lnTo>
                  <a:pt x="2276475" y="1504950"/>
                </a:lnTo>
                <a:lnTo>
                  <a:pt x="2276475" y="1514475"/>
                </a:lnTo>
                <a:lnTo>
                  <a:pt x="2266950" y="1514475"/>
                </a:lnTo>
                <a:close/>
                <a:moveTo>
                  <a:pt x="2209800" y="1514475"/>
                </a:moveTo>
                <a:lnTo>
                  <a:pt x="2247900" y="1514475"/>
                </a:lnTo>
                <a:lnTo>
                  <a:pt x="2247900" y="1524000"/>
                </a:lnTo>
                <a:lnTo>
                  <a:pt x="2209800" y="1524000"/>
                </a:lnTo>
                <a:close/>
                <a:moveTo>
                  <a:pt x="3333750" y="3524250"/>
                </a:moveTo>
                <a:lnTo>
                  <a:pt x="3343275" y="3524250"/>
                </a:lnTo>
                <a:lnTo>
                  <a:pt x="3343275" y="3533775"/>
                </a:lnTo>
                <a:lnTo>
                  <a:pt x="3333750" y="3533775"/>
                </a:lnTo>
                <a:close/>
                <a:moveTo>
                  <a:pt x="2409825" y="3571875"/>
                </a:moveTo>
                <a:lnTo>
                  <a:pt x="2438400" y="3571875"/>
                </a:lnTo>
                <a:lnTo>
                  <a:pt x="2438400" y="3581400"/>
                </a:lnTo>
                <a:lnTo>
                  <a:pt x="2409825" y="3581400"/>
                </a:lnTo>
                <a:close/>
                <a:moveTo>
                  <a:pt x="3324225" y="3571875"/>
                </a:moveTo>
                <a:lnTo>
                  <a:pt x="3333750" y="3571875"/>
                </a:lnTo>
                <a:lnTo>
                  <a:pt x="3333750" y="3600450"/>
                </a:lnTo>
                <a:lnTo>
                  <a:pt x="3324225" y="3600450"/>
                </a:lnTo>
                <a:close/>
                <a:moveTo>
                  <a:pt x="2457450" y="3581400"/>
                </a:moveTo>
                <a:lnTo>
                  <a:pt x="2466975" y="3581400"/>
                </a:lnTo>
                <a:lnTo>
                  <a:pt x="2466975" y="3590925"/>
                </a:lnTo>
                <a:lnTo>
                  <a:pt x="2457450" y="3590925"/>
                </a:lnTo>
                <a:close/>
                <a:moveTo>
                  <a:pt x="2466975" y="3590925"/>
                </a:moveTo>
                <a:lnTo>
                  <a:pt x="2476500" y="3590925"/>
                </a:lnTo>
                <a:lnTo>
                  <a:pt x="2476500" y="3600450"/>
                </a:lnTo>
                <a:lnTo>
                  <a:pt x="2466975" y="3600450"/>
                </a:lnTo>
                <a:close/>
                <a:moveTo>
                  <a:pt x="2476500" y="3600450"/>
                </a:moveTo>
                <a:lnTo>
                  <a:pt x="2486025" y="3600450"/>
                </a:lnTo>
                <a:lnTo>
                  <a:pt x="2486025" y="3648075"/>
                </a:lnTo>
                <a:lnTo>
                  <a:pt x="2476500" y="3648075"/>
                </a:lnTo>
                <a:close/>
                <a:moveTo>
                  <a:pt x="2371725" y="3629025"/>
                </a:moveTo>
                <a:lnTo>
                  <a:pt x="2381250" y="3629025"/>
                </a:lnTo>
                <a:lnTo>
                  <a:pt x="2381250" y="3667125"/>
                </a:lnTo>
                <a:lnTo>
                  <a:pt x="2371725" y="3667125"/>
                </a:lnTo>
                <a:close/>
                <a:moveTo>
                  <a:pt x="3314700" y="3629025"/>
                </a:moveTo>
                <a:lnTo>
                  <a:pt x="3324225" y="3629025"/>
                </a:lnTo>
                <a:lnTo>
                  <a:pt x="3324225" y="3657600"/>
                </a:lnTo>
                <a:lnTo>
                  <a:pt x="3314700" y="3657600"/>
                </a:lnTo>
                <a:close/>
                <a:moveTo>
                  <a:pt x="2381250" y="3667125"/>
                </a:moveTo>
                <a:lnTo>
                  <a:pt x="2390775" y="3667125"/>
                </a:lnTo>
                <a:lnTo>
                  <a:pt x="2390775" y="3676650"/>
                </a:lnTo>
                <a:lnTo>
                  <a:pt x="2381250" y="3676650"/>
                </a:lnTo>
                <a:close/>
                <a:moveTo>
                  <a:pt x="2390775" y="3676650"/>
                </a:moveTo>
                <a:lnTo>
                  <a:pt x="2400300" y="3676650"/>
                </a:lnTo>
                <a:lnTo>
                  <a:pt x="2400300" y="3686175"/>
                </a:lnTo>
                <a:lnTo>
                  <a:pt x="2390775" y="3686175"/>
                </a:lnTo>
                <a:close/>
                <a:moveTo>
                  <a:pt x="3305175" y="3686175"/>
                </a:moveTo>
                <a:lnTo>
                  <a:pt x="3314700" y="3686175"/>
                </a:lnTo>
                <a:lnTo>
                  <a:pt x="3314700" y="3714750"/>
                </a:lnTo>
                <a:lnTo>
                  <a:pt x="3305175" y="3714750"/>
                </a:lnTo>
                <a:close/>
                <a:moveTo>
                  <a:pt x="2305050" y="3705225"/>
                </a:moveTo>
                <a:lnTo>
                  <a:pt x="2314575" y="3705225"/>
                </a:lnTo>
                <a:lnTo>
                  <a:pt x="2314575" y="3714750"/>
                </a:lnTo>
                <a:lnTo>
                  <a:pt x="2305050" y="3714750"/>
                </a:lnTo>
                <a:close/>
                <a:moveTo>
                  <a:pt x="2324100" y="3705225"/>
                </a:moveTo>
                <a:lnTo>
                  <a:pt x="2333625" y="3705225"/>
                </a:lnTo>
                <a:lnTo>
                  <a:pt x="2333625" y="3714750"/>
                </a:lnTo>
                <a:lnTo>
                  <a:pt x="2324100" y="3714750"/>
                </a:lnTo>
                <a:close/>
                <a:moveTo>
                  <a:pt x="2295525" y="3714750"/>
                </a:moveTo>
                <a:lnTo>
                  <a:pt x="2305050" y="3714750"/>
                </a:lnTo>
                <a:lnTo>
                  <a:pt x="2305050" y="3724275"/>
                </a:lnTo>
                <a:lnTo>
                  <a:pt x="2314575" y="3724275"/>
                </a:lnTo>
                <a:lnTo>
                  <a:pt x="2314575" y="3733800"/>
                </a:lnTo>
                <a:lnTo>
                  <a:pt x="2324100" y="3733800"/>
                </a:lnTo>
                <a:lnTo>
                  <a:pt x="2324100" y="3743325"/>
                </a:lnTo>
                <a:lnTo>
                  <a:pt x="2305050" y="3743325"/>
                </a:lnTo>
                <a:lnTo>
                  <a:pt x="2305050" y="3733800"/>
                </a:lnTo>
                <a:lnTo>
                  <a:pt x="2295525" y="3733800"/>
                </a:lnTo>
                <a:close/>
                <a:moveTo>
                  <a:pt x="2343150" y="3714750"/>
                </a:moveTo>
                <a:lnTo>
                  <a:pt x="2371725" y="3714750"/>
                </a:lnTo>
                <a:lnTo>
                  <a:pt x="2371725" y="3724275"/>
                </a:lnTo>
                <a:lnTo>
                  <a:pt x="2381250" y="3724275"/>
                </a:lnTo>
                <a:lnTo>
                  <a:pt x="2381250" y="3733800"/>
                </a:lnTo>
                <a:lnTo>
                  <a:pt x="2371725" y="3733800"/>
                </a:lnTo>
                <a:lnTo>
                  <a:pt x="2371725" y="3743325"/>
                </a:lnTo>
                <a:lnTo>
                  <a:pt x="2390775" y="3743325"/>
                </a:lnTo>
                <a:lnTo>
                  <a:pt x="2390775" y="3752850"/>
                </a:lnTo>
                <a:lnTo>
                  <a:pt x="2352675" y="3752850"/>
                </a:lnTo>
                <a:lnTo>
                  <a:pt x="2352675" y="3743325"/>
                </a:lnTo>
                <a:lnTo>
                  <a:pt x="2343150" y="3743325"/>
                </a:lnTo>
                <a:lnTo>
                  <a:pt x="2343150" y="3733800"/>
                </a:lnTo>
                <a:lnTo>
                  <a:pt x="2352675" y="3733800"/>
                </a:lnTo>
                <a:lnTo>
                  <a:pt x="2352675" y="3724275"/>
                </a:lnTo>
                <a:lnTo>
                  <a:pt x="2343150" y="3724275"/>
                </a:lnTo>
                <a:close/>
                <a:moveTo>
                  <a:pt x="2400300" y="3724275"/>
                </a:moveTo>
                <a:lnTo>
                  <a:pt x="2428875" y="3724275"/>
                </a:lnTo>
                <a:lnTo>
                  <a:pt x="2428875" y="3733800"/>
                </a:lnTo>
                <a:lnTo>
                  <a:pt x="2400300" y="3733800"/>
                </a:lnTo>
                <a:close/>
                <a:moveTo>
                  <a:pt x="2447925" y="3733800"/>
                </a:moveTo>
                <a:lnTo>
                  <a:pt x="2486025" y="3733800"/>
                </a:lnTo>
                <a:lnTo>
                  <a:pt x="2486025" y="3743325"/>
                </a:lnTo>
                <a:lnTo>
                  <a:pt x="2476500" y="3743325"/>
                </a:lnTo>
                <a:lnTo>
                  <a:pt x="2476500" y="3762375"/>
                </a:lnTo>
                <a:lnTo>
                  <a:pt x="2495550" y="3762375"/>
                </a:lnTo>
                <a:lnTo>
                  <a:pt x="2495550" y="3771900"/>
                </a:lnTo>
                <a:lnTo>
                  <a:pt x="2457450" y="3771900"/>
                </a:lnTo>
                <a:lnTo>
                  <a:pt x="2457450" y="3762375"/>
                </a:lnTo>
                <a:lnTo>
                  <a:pt x="2447925" y="3762375"/>
                </a:lnTo>
                <a:lnTo>
                  <a:pt x="2447925" y="3752850"/>
                </a:lnTo>
                <a:lnTo>
                  <a:pt x="2466975" y="3752850"/>
                </a:lnTo>
                <a:lnTo>
                  <a:pt x="2466975" y="3743325"/>
                </a:lnTo>
                <a:lnTo>
                  <a:pt x="2447925" y="3743325"/>
                </a:lnTo>
                <a:close/>
                <a:moveTo>
                  <a:pt x="2486025" y="3743325"/>
                </a:moveTo>
                <a:lnTo>
                  <a:pt x="2495550" y="3743325"/>
                </a:lnTo>
                <a:lnTo>
                  <a:pt x="2495550" y="3752850"/>
                </a:lnTo>
                <a:lnTo>
                  <a:pt x="2486025" y="3752850"/>
                </a:lnTo>
                <a:close/>
                <a:moveTo>
                  <a:pt x="2505075" y="3743325"/>
                </a:moveTo>
                <a:lnTo>
                  <a:pt x="2533650" y="3743325"/>
                </a:lnTo>
                <a:lnTo>
                  <a:pt x="2533650" y="3771900"/>
                </a:lnTo>
                <a:lnTo>
                  <a:pt x="2524125" y="3771900"/>
                </a:lnTo>
                <a:lnTo>
                  <a:pt x="2524125" y="3752850"/>
                </a:lnTo>
                <a:lnTo>
                  <a:pt x="2505075" y="3752850"/>
                </a:lnTo>
                <a:close/>
                <a:moveTo>
                  <a:pt x="2400300" y="3752850"/>
                </a:moveTo>
                <a:lnTo>
                  <a:pt x="2438400" y="3752850"/>
                </a:lnTo>
                <a:lnTo>
                  <a:pt x="2438400" y="3762375"/>
                </a:lnTo>
                <a:lnTo>
                  <a:pt x="2400300" y="3762375"/>
                </a:lnTo>
                <a:close/>
                <a:moveTo>
                  <a:pt x="2514600" y="3771900"/>
                </a:moveTo>
                <a:lnTo>
                  <a:pt x="2524125" y="3771900"/>
                </a:lnTo>
                <a:lnTo>
                  <a:pt x="2524125" y="3781425"/>
                </a:lnTo>
                <a:lnTo>
                  <a:pt x="2514600" y="3781425"/>
                </a:lnTo>
                <a:close/>
                <a:moveTo>
                  <a:pt x="3295650" y="3781425"/>
                </a:moveTo>
                <a:lnTo>
                  <a:pt x="3305175" y="3781425"/>
                </a:lnTo>
                <a:lnTo>
                  <a:pt x="3305175" y="3790950"/>
                </a:lnTo>
                <a:lnTo>
                  <a:pt x="3295650" y="3790950"/>
                </a:lnTo>
                <a:close/>
                <a:moveTo>
                  <a:pt x="3286125" y="3819525"/>
                </a:moveTo>
                <a:lnTo>
                  <a:pt x="3295650" y="3819525"/>
                </a:lnTo>
                <a:lnTo>
                  <a:pt x="3295650" y="3829050"/>
                </a:lnTo>
                <a:lnTo>
                  <a:pt x="3286125" y="3829050"/>
                </a:lnTo>
                <a:close/>
                <a:moveTo>
                  <a:pt x="3276600" y="3848100"/>
                </a:moveTo>
                <a:lnTo>
                  <a:pt x="3286125" y="3848100"/>
                </a:lnTo>
                <a:lnTo>
                  <a:pt x="3286125" y="3857625"/>
                </a:lnTo>
                <a:lnTo>
                  <a:pt x="3276600" y="3857625"/>
                </a:lnTo>
                <a:close/>
                <a:moveTo>
                  <a:pt x="3267075" y="3867150"/>
                </a:moveTo>
                <a:lnTo>
                  <a:pt x="3276600" y="3867150"/>
                </a:lnTo>
                <a:lnTo>
                  <a:pt x="3276600" y="3886200"/>
                </a:lnTo>
                <a:lnTo>
                  <a:pt x="3267075" y="3886200"/>
                </a:lnTo>
                <a:close/>
                <a:moveTo>
                  <a:pt x="266700" y="3886200"/>
                </a:moveTo>
                <a:lnTo>
                  <a:pt x="276225" y="3886200"/>
                </a:lnTo>
                <a:lnTo>
                  <a:pt x="276225" y="3895725"/>
                </a:lnTo>
                <a:lnTo>
                  <a:pt x="266700" y="3895725"/>
                </a:lnTo>
                <a:close/>
                <a:moveTo>
                  <a:pt x="3257550" y="3886200"/>
                </a:moveTo>
                <a:lnTo>
                  <a:pt x="3267075" y="3886200"/>
                </a:lnTo>
                <a:lnTo>
                  <a:pt x="3267075" y="3895725"/>
                </a:lnTo>
                <a:lnTo>
                  <a:pt x="3257550" y="3895725"/>
                </a:lnTo>
                <a:close/>
                <a:moveTo>
                  <a:pt x="276225" y="3895725"/>
                </a:moveTo>
                <a:lnTo>
                  <a:pt x="285750" y="3895725"/>
                </a:lnTo>
                <a:lnTo>
                  <a:pt x="285750" y="3914775"/>
                </a:lnTo>
                <a:lnTo>
                  <a:pt x="276225" y="3914775"/>
                </a:lnTo>
                <a:close/>
                <a:moveTo>
                  <a:pt x="3248025" y="3895725"/>
                </a:moveTo>
                <a:lnTo>
                  <a:pt x="3257550" y="3895725"/>
                </a:lnTo>
                <a:lnTo>
                  <a:pt x="3257550" y="3914775"/>
                </a:lnTo>
                <a:lnTo>
                  <a:pt x="3248025" y="3914775"/>
                </a:lnTo>
                <a:close/>
                <a:moveTo>
                  <a:pt x="285750" y="3914775"/>
                </a:moveTo>
                <a:lnTo>
                  <a:pt x="295275" y="3914775"/>
                </a:lnTo>
                <a:lnTo>
                  <a:pt x="295275" y="3933825"/>
                </a:lnTo>
                <a:lnTo>
                  <a:pt x="285750" y="3933825"/>
                </a:lnTo>
                <a:close/>
                <a:moveTo>
                  <a:pt x="3238500" y="3914775"/>
                </a:moveTo>
                <a:lnTo>
                  <a:pt x="3248025" y="3914775"/>
                </a:lnTo>
                <a:lnTo>
                  <a:pt x="3248025" y="3924300"/>
                </a:lnTo>
                <a:lnTo>
                  <a:pt x="3238500" y="3924300"/>
                </a:lnTo>
                <a:close/>
                <a:moveTo>
                  <a:pt x="3228975" y="3924300"/>
                </a:moveTo>
                <a:lnTo>
                  <a:pt x="3238500" y="3924300"/>
                </a:lnTo>
                <a:lnTo>
                  <a:pt x="3238500" y="3943350"/>
                </a:lnTo>
                <a:lnTo>
                  <a:pt x="3228975" y="3943350"/>
                </a:lnTo>
                <a:close/>
                <a:moveTo>
                  <a:pt x="295275" y="3933825"/>
                </a:moveTo>
                <a:lnTo>
                  <a:pt x="304800" y="3933825"/>
                </a:lnTo>
                <a:lnTo>
                  <a:pt x="304800" y="3952875"/>
                </a:lnTo>
                <a:lnTo>
                  <a:pt x="295275" y="3952875"/>
                </a:lnTo>
                <a:close/>
                <a:moveTo>
                  <a:pt x="304800" y="3952875"/>
                </a:moveTo>
                <a:lnTo>
                  <a:pt x="314325" y="3952875"/>
                </a:lnTo>
                <a:lnTo>
                  <a:pt x="314325" y="3962400"/>
                </a:lnTo>
                <a:lnTo>
                  <a:pt x="304800" y="3962400"/>
                </a:lnTo>
                <a:close/>
                <a:moveTo>
                  <a:pt x="314325" y="3962400"/>
                </a:moveTo>
                <a:lnTo>
                  <a:pt x="323850" y="3962400"/>
                </a:lnTo>
                <a:lnTo>
                  <a:pt x="323850" y="3971925"/>
                </a:lnTo>
                <a:lnTo>
                  <a:pt x="314325" y="3971925"/>
                </a:lnTo>
                <a:close/>
                <a:moveTo>
                  <a:pt x="323850" y="3971925"/>
                </a:moveTo>
                <a:lnTo>
                  <a:pt x="342900" y="3971925"/>
                </a:lnTo>
                <a:lnTo>
                  <a:pt x="342900" y="3981450"/>
                </a:lnTo>
                <a:lnTo>
                  <a:pt x="352425" y="3981450"/>
                </a:lnTo>
                <a:lnTo>
                  <a:pt x="352425" y="3990975"/>
                </a:lnTo>
                <a:lnTo>
                  <a:pt x="361950" y="3990975"/>
                </a:lnTo>
                <a:lnTo>
                  <a:pt x="361950" y="4010025"/>
                </a:lnTo>
                <a:lnTo>
                  <a:pt x="352425" y="4010025"/>
                </a:lnTo>
                <a:lnTo>
                  <a:pt x="352425" y="4000500"/>
                </a:lnTo>
                <a:lnTo>
                  <a:pt x="342900" y="4000500"/>
                </a:lnTo>
                <a:lnTo>
                  <a:pt x="342900" y="3990975"/>
                </a:lnTo>
                <a:lnTo>
                  <a:pt x="333375" y="3990975"/>
                </a:lnTo>
                <a:lnTo>
                  <a:pt x="333375" y="3981450"/>
                </a:lnTo>
                <a:lnTo>
                  <a:pt x="323850" y="3981450"/>
                </a:lnTo>
                <a:close/>
                <a:moveTo>
                  <a:pt x="361950" y="4010025"/>
                </a:moveTo>
                <a:lnTo>
                  <a:pt x="371475" y="4010025"/>
                </a:lnTo>
                <a:lnTo>
                  <a:pt x="371475" y="4019550"/>
                </a:lnTo>
                <a:lnTo>
                  <a:pt x="361950" y="4019550"/>
                </a:lnTo>
                <a:close/>
                <a:moveTo>
                  <a:pt x="371475" y="4019550"/>
                </a:moveTo>
                <a:lnTo>
                  <a:pt x="390525" y="4019550"/>
                </a:lnTo>
                <a:lnTo>
                  <a:pt x="390525" y="4029075"/>
                </a:lnTo>
                <a:lnTo>
                  <a:pt x="371475" y="4029075"/>
                </a:lnTo>
                <a:close/>
                <a:moveTo>
                  <a:pt x="390525" y="4029075"/>
                </a:moveTo>
                <a:lnTo>
                  <a:pt x="409575" y="4029075"/>
                </a:lnTo>
                <a:lnTo>
                  <a:pt x="409575" y="4038600"/>
                </a:lnTo>
                <a:lnTo>
                  <a:pt x="390525" y="4038600"/>
                </a:lnTo>
                <a:close/>
                <a:moveTo>
                  <a:pt x="1123950" y="4029075"/>
                </a:moveTo>
                <a:lnTo>
                  <a:pt x="1143000" y="4029075"/>
                </a:lnTo>
                <a:lnTo>
                  <a:pt x="1143000" y="4038600"/>
                </a:lnTo>
                <a:lnTo>
                  <a:pt x="1209675" y="4038600"/>
                </a:lnTo>
                <a:lnTo>
                  <a:pt x="1209675" y="4048125"/>
                </a:lnTo>
                <a:lnTo>
                  <a:pt x="1200150" y="4048125"/>
                </a:lnTo>
                <a:lnTo>
                  <a:pt x="1200150" y="4057650"/>
                </a:lnTo>
                <a:lnTo>
                  <a:pt x="1190625" y="4057650"/>
                </a:lnTo>
                <a:lnTo>
                  <a:pt x="1190625" y="4067175"/>
                </a:lnTo>
                <a:lnTo>
                  <a:pt x="1181100" y="4067175"/>
                </a:lnTo>
                <a:lnTo>
                  <a:pt x="1181100" y="4057650"/>
                </a:lnTo>
                <a:lnTo>
                  <a:pt x="1171575" y="4057650"/>
                </a:lnTo>
                <a:lnTo>
                  <a:pt x="1171575" y="4048125"/>
                </a:lnTo>
                <a:lnTo>
                  <a:pt x="1114425" y="4048125"/>
                </a:lnTo>
                <a:lnTo>
                  <a:pt x="1114425" y="4057650"/>
                </a:lnTo>
                <a:lnTo>
                  <a:pt x="971550" y="4057650"/>
                </a:lnTo>
                <a:lnTo>
                  <a:pt x="971550" y="4067175"/>
                </a:lnTo>
                <a:lnTo>
                  <a:pt x="819150" y="4067175"/>
                </a:lnTo>
                <a:lnTo>
                  <a:pt x="819150" y="4057650"/>
                </a:lnTo>
                <a:lnTo>
                  <a:pt x="952500" y="4057650"/>
                </a:lnTo>
                <a:lnTo>
                  <a:pt x="952500" y="4038600"/>
                </a:lnTo>
                <a:lnTo>
                  <a:pt x="981075" y="4038600"/>
                </a:lnTo>
                <a:lnTo>
                  <a:pt x="981075" y="4048125"/>
                </a:lnTo>
                <a:lnTo>
                  <a:pt x="1104900" y="4048125"/>
                </a:lnTo>
                <a:lnTo>
                  <a:pt x="1104900" y="4038600"/>
                </a:lnTo>
                <a:lnTo>
                  <a:pt x="1123950" y="4038600"/>
                </a:lnTo>
                <a:close/>
                <a:moveTo>
                  <a:pt x="409575" y="4038600"/>
                </a:moveTo>
                <a:lnTo>
                  <a:pt x="428625" y="4038600"/>
                </a:lnTo>
                <a:lnTo>
                  <a:pt x="428625" y="4048125"/>
                </a:lnTo>
                <a:lnTo>
                  <a:pt x="409575" y="4048125"/>
                </a:lnTo>
                <a:close/>
                <a:moveTo>
                  <a:pt x="428625" y="4048125"/>
                </a:moveTo>
                <a:lnTo>
                  <a:pt x="457200" y="4048125"/>
                </a:lnTo>
                <a:lnTo>
                  <a:pt x="457200" y="4057650"/>
                </a:lnTo>
                <a:lnTo>
                  <a:pt x="495300" y="4057650"/>
                </a:lnTo>
                <a:lnTo>
                  <a:pt x="495300" y="4067175"/>
                </a:lnTo>
                <a:lnTo>
                  <a:pt x="600075" y="4067175"/>
                </a:lnTo>
                <a:lnTo>
                  <a:pt x="600075" y="4057650"/>
                </a:lnTo>
                <a:lnTo>
                  <a:pt x="619125" y="4057650"/>
                </a:lnTo>
                <a:lnTo>
                  <a:pt x="619125" y="4067175"/>
                </a:lnTo>
                <a:lnTo>
                  <a:pt x="638175" y="4067175"/>
                </a:lnTo>
                <a:lnTo>
                  <a:pt x="638175" y="4057650"/>
                </a:lnTo>
                <a:lnTo>
                  <a:pt x="676275" y="4057650"/>
                </a:lnTo>
                <a:lnTo>
                  <a:pt x="676275" y="4067175"/>
                </a:lnTo>
                <a:lnTo>
                  <a:pt x="733425" y="4067175"/>
                </a:lnTo>
                <a:lnTo>
                  <a:pt x="733425" y="4076700"/>
                </a:lnTo>
                <a:lnTo>
                  <a:pt x="476250" y="4076700"/>
                </a:lnTo>
                <a:lnTo>
                  <a:pt x="476250" y="4067175"/>
                </a:lnTo>
                <a:lnTo>
                  <a:pt x="447675" y="4067175"/>
                </a:lnTo>
                <a:lnTo>
                  <a:pt x="447675" y="4057650"/>
                </a:lnTo>
                <a:lnTo>
                  <a:pt x="428625" y="4057650"/>
                </a:lnTo>
                <a:close/>
                <a:moveTo>
                  <a:pt x="1171575" y="4067175"/>
                </a:moveTo>
                <a:lnTo>
                  <a:pt x="1181100" y="4067175"/>
                </a:lnTo>
                <a:lnTo>
                  <a:pt x="1181100" y="4076700"/>
                </a:lnTo>
                <a:lnTo>
                  <a:pt x="1171575" y="4076700"/>
                </a:lnTo>
                <a:close/>
              </a:path>
            </a:pathLst>
          </a:custGeom>
          <a:solidFill xmlns:a="http://schemas.openxmlformats.org/drawingml/2006/main">
            <a:srgbClr val="0E3263"/>
          </a:solidFill>
          <a:ln xmlns:a="http://schemas.openxmlformats.org/drawingml/2006/main" w="0">
            <a:noFill/>
          </a:ln>
        </p:spPr>
      </p:sp>
      <p:sp>
        <p:nvSpPr>
          <p:cNvPr id="30" name="phones vector #0a172a">
            <a:extLst xmlns:a="http://schemas.openxmlformats.org/drawingml/2006/main">
              <a:ext uri="{FF2B5EF4-FFF2-40B4-BE49-F238E27FC236}">
                <a16:creationId xmlns:a16="http://schemas.microsoft.com/office/drawing/2014/main" id="{C4DDA3D1-D39C-4AB7-A07D-3E3A579A45E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48500" y="190500"/>
            <a:ext cx="5905500" cy="6619875"/>
          </a:xfrm>
          <a:custGeom xmlns:a="http://schemas.openxmlformats.org/drawingml/2006/main">
            <a:pathLst>
              <a:path w="3838575" h="4295775">
                <a:moveTo>
                  <a:pt x="1390650" y="85725"/>
                </a:moveTo>
                <a:lnTo>
                  <a:pt x="1400175" y="85725"/>
                </a:lnTo>
                <a:lnTo>
                  <a:pt x="1400175" y="95250"/>
                </a:lnTo>
                <a:lnTo>
                  <a:pt x="1390650" y="95250"/>
                </a:lnTo>
                <a:close/>
                <a:moveTo>
                  <a:pt x="1533525" y="85725"/>
                </a:moveTo>
                <a:lnTo>
                  <a:pt x="1543050" y="85725"/>
                </a:lnTo>
                <a:lnTo>
                  <a:pt x="1543050" y="95250"/>
                </a:lnTo>
                <a:lnTo>
                  <a:pt x="1533525" y="95250"/>
                </a:lnTo>
                <a:close/>
                <a:moveTo>
                  <a:pt x="1285875" y="95250"/>
                </a:moveTo>
                <a:lnTo>
                  <a:pt x="1295400" y="95250"/>
                </a:lnTo>
                <a:lnTo>
                  <a:pt x="1295400" y="104775"/>
                </a:lnTo>
                <a:lnTo>
                  <a:pt x="1285875" y="104775"/>
                </a:lnTo>
                <a:close/>
                <a:moveTo>
                  <a:pt x="1562100" y="95250"/>
                </a:moveTo>
                <a:lnTo>
                  <a:pt x="1571625" y="95250"/>
                </a:lnTo>
                <a:lnTo>
                  <a:pt x="1571625" y="104775"/>
                </a:lnTo>
                <a:lnTo>
                  <a:pt x="1562100" y="104775"/>
                </a:lnTo>
                <a:close/>
                <a:moveTo>
                  <a:pt x="1181100" y="104775"/>
                </a:moveTo>
                <a:lnTo>
                  <a:pt x="1200150" y="104775"/>
                </a:lnTo>
                <a:lnTo>
                  <a:pt x="1200150" y="114300"/>
                </a:lnTo>
                <a:lnTo>
                  <a:pt x="1181100" y="114300"/>
                </a:lnTo>
                <a:close/>
                <a:moveTo>
                  <a:pt x="1095375" y="114300"/>
                </a:moveTo>
                <a:lnTo>
                  <a:pt x="1104900" y="114300"/>
                </a:lnTo>
                <a:lnTo>
                  <a:pt x="1104900" y="123825"/>
                </a:lnTo>
                <a:lnTo>
                  <a:pt x="1095375" y="123825"/>
                </a:lnTo>
                <a:close/>
                <a:moveTo>
                  <a:pt x="1000125" y="123825"/>
                </a:moveTo>
                <a:lnTo>
                  <a:pt x="1019175" y="123825"/>
                </a:lnTo>
                <a:lnTo>
                  <a:pt x="1019175" y="133350"/>
                </a:lnTo>
                <a:lnTo>
                  <a:pt x="1000125" y="133350"/>
                </a:lnTo>
                <a:close/>
                <a:moveTo>
                  <a:pt x="1457325" y="123825"/>
                </a:moveTo>
                <a:lnTo>
                  <a:pt x="1485900" y="123825"/>
                </a:lnTo>
                <a:lnTo>
                  <a:pt x="1485900" y="133350"/>
                </a:lnTo>
                <a:lnTo>
                  <a:pt x="1457325" y="133350"/>
                </a:lnTo>
                <a:close/>
                <a:moveTo>
                  <a:pt x="914400" y="133350"/>
                </a:moveTo>
                <a:lnTo>
                  <a:pt x="933450" y="133350"/>
                </a:lnTo>
                <a:lnTo>
                  <a:pt x="933450" y="142875"/>
                </a:lnTo>
                <a:lnTo>
                  <a:pt x="914400" y="142875"/>
                </a:lnTo>
                <a:close/>
                <a:moveTo>
                  <a:pt x="1362075" y="133350"/>
                </a:moveTo>
                <a:lnTo>
                  <a:pt x="1371600" y="133350"/>
                </a:lnTo>
                <a:lnTo>
                  <a:pt x="1371600" y="142875"/>
                </a:lnTo>
                <a:lnTo>
                  <a:pt x="1362075" y="142875"/>
                </a:lnTo>
                <a:close/>
                <a:moveTo>
                  <a:pt x="1533525" y="133350"/>
                </a:moveTo>
                <a:lnTo>
                  <a:pt x="1543050" y="133350"/>
                </a:lnTo>
                <a:lnTo>
                  <a:pt x="1543050" y="142875"/>
                </a:lnTo>
                <a:lnTo>
                  <a:pt x="1533525" y="142875"/>
                </a:lnTo>
                <a:close/>
                <a:moveTo>
                  <a:pt x="1628775" y="133350"/>
                </a:moveTo>
                <a:lnTo>
                  <a:pt x="1638300" y="133350"/>
                </a:lnTo>
                <a:lnTo>
                  <a:pt x="1638300" y="142875"/>
                </a:lnTo>
                <a:lnTo>
                  <a:pt x="1628775" y="142875"/>
                </a:lnTo>
                <a:close/>
                <a:moveTo>
                  <a:pt x="819150" y="142875"/>
                </a:moveTo>
                <a:lnTo>
                  <a:pt x="838200" y="142875"/>
                </a:lnTo>
                <a:lnTo>
                  <a:pt x="838200" y="152400"/>
                </a:lnTo>
                <a:lnTo>
                  <a:pt x="819150" y="152400"/>
                </a:lnTo>
                <a:close/>
                <a:moveTo>
                  <a:pt x="1276350" y="142875"/>
                </a:moveTo>
                <a:lnTo>
                  <a:pt x="1285875" y="142875"/>
                </a:lnTo>
                <a:lnTo>
                  <a:pt x="1285875" y="152400"/>
                </a:lnTo>
                <a:lnTo>
                  <a:pt x="1276350" y="152400"/>
                </a:lnTo>
                <a:close/>
                <a:moveTo>
                  <a:pt x="742950" y="152400"/>
                </a:moveTo>
                <a:lnTo>
                  <a:pt x="752475" y="152400"/>
                </a:lnTo>
                <a:lnTo>
                  <a:pt x="752475" y="161925"/>
                </a:lnTo>
                <a:lnTo>
                  <a:pt x="742950" y="161925"/>
                </a:lnTo>
                <a:close/>
                <a:moveTo>
                  <a:pt x="1181100" y="152400"/>
                </a:moveTo>
                <a:lnTo>
                  <a:pt x="1190625" y="152400"/>
                </a:lnTo>
                <a:lnTo>
                  <a:pt x="1190625" y="161925"/>
                </a:lnTo>
                <a:lnTo>
                  <a:pt x="1181100" y="161925"/>
                </a:lnTo>
                <a:close/>
                <a:moveTo>
                  <a:pt x="647700" y="161925"/>
                </a:moveTo>
                <a:lnTo>
                  <a:pt x="666750" y="161925"/>
                </a:lnTo>
                <a:lnTo>
                  <a:pt x="666750" y="171450"/>
                </a:lnTo>
                <a:lnTo>
                  <a:pt x="647700" y="171450"/>
                </a:lnTo>
                <a:close/>
                <a:moveTo>
                  <a:pt x="1657350" y="161925"/>
                </a:moveTo>
                <a:lnTo>
                  <a:pt x="1666875" y="161925"/>
                </a:lnTo>
                <a:lnTo>
                  <a:pt x="1666875" y="171450"/>
                </a:lnTo>
                <a:lnTo>
                  <a:pt x="1657350" y="171450"/>
                </a:lnTo>
                <a:close/>
                <a:moveTo>
                  <a:pt x="561975" y="171450"/>
                </a:moveTo>
                <a:lnTo>
                  <a:pt x="571500" y="171450"/>
                </a:lnTo>
                <a:lnTo>
                  <a:pt x="571500" y="180975"/>
                </a:lnTo>
                <a:lnTo>
                  <a:pt x="561975" y="180975"/>
                </a:lnTo>
                <a:close/>
                <a:moveTo>
                  <a:pt x="1009650" y="171450"/>
                </a:moveTo>
                <a:lnTo>
                  <a:pt x="1019175" y="171450"/>
                </a:lnTo>
                <a:lnTo>
                  <a:pt x="1019175" y="180975"/>
                </a:lnTo>
                <a:lnTo>
                  <a:pt x="1009650" y="180975"/>
                </a:lnTo>
                <a:close/>
                <a:moveTo>
                  <a:pt x="476250" y="180975"/>
                </a:moveTo>
                <a:lnTo>
                  <a:pt x="485775" y="180975"/>
                </a:lnTo>
                <a:lnTo>
                  <a:pt x="485775" y="190500"/>
                </a:lnTo>
                <a:lnTo>
                  <a:pt x="476250" y="190500"/>
                </a:lnTo>
                <a:close/>
                <a:moveTo>
                  <a:pt x="914400" y="180975"/>
                </a:moveTo>
                <a:lnTo>
                  <a:pt x="923925" y="180975"/>
                </a:lnTo>
                <a:lnTo>
                  <a:pt x="923925" y="190500"/>
                </a:lnTo>
                <a:lnTo>
                  <a:pt x="914400" y="190500"/>
                </a:lnTo>
                <a:close/>
                <a:moveTo>
                  <a:pt x="390525" y="190500"/>
                </a:moveTo>
                <a:lnTo>
                  <a:pt x="400050" y="190500"/>
                </a:lnTo>
                <a:lnTo>
                  <a:pt x="400050" y="200025"/>
                </a:lnTo>
                <a:lnTo>
                  <a:pt x="390525" y="200025"/>
                </a:lnTo>
                <a:close/>
                <a:moveTo>
                  <a:pt x="819150" y="190500"/>
                </a:moveTo>
                <a:lnTo>
                  <a:pt x="828675" y="190500"/>
                </a:lnTo>
                <a:lnTo>
                  <a:pt x="828675" y="200025"/>
                </a:lnTo>
                <a:lnTo>
                  <a:pt x="819150" y="200025"/>
                </a:lnTo>
                <a:close/>
                <a:moveTo>
                  <a:pt x="314325" y="200025"/>
                </a:moveTo>
                <a:lnTo>
                  <a:pt x="323850" y="200025"/>
                </a:lnTo>
                <a:lnTo>
                  <a:pt x="323850" y="209550"/>
                </a:lnTo>
                <a:lnTo>
                  <a:pt x="314325" y="209550"/>
                </a:lnTo>
                <a:close/>
                <a:moveTo>
                  <a:pt x="1628775" y="200025"/>
                </a:moveTo>
                <a:lnTo>
                  <a:pt x="1638300" y="200025"/>
                </a:lnTo>
                <a:lnTo>
                  <a:pt x="1638300" y="209550"/>
                </a:lnTo>
                <a:lnTo>
                  <a:pt x="1628775" y="209550"/>
                </a:lnTo>
                <a:close/>
                <a:moveTo>
                  <a:pt x="257175" y="219075"/>
                </a:moveTo>
                <a:lnTo>
                  <a:pt x="266700" y="219075"/>
                </a:lnTo>
                <a:lnTo>
                  <a:pt x="266700" y="228600"/>
                </a:lnTo>
                <a:lnTo>
                  <a:pt x="257175" y="228600"/>
                </a:lnTo>
                <a:close/>
                <a:moveTo>
                  <a:pt x="561975" y="219075"/>
                </a:moveTo>
                <a:lnTo>
                  <a:pt x="571500" y="219075"/>
                </a:lnTo>
                <a:lnTo>
                  <a:pt x="571500" y="228600"/>
                </a:lnTo>
                <a:lnTo>
                  <a:pt x="561975" y="228600"/>
                </a:lnTo>
                <a:close/>
                <a:moveTo>
                  <a:pt x="466725" y="228600"/>
                </a:moveTo>
                <a:lnTo>
                  <a:pt x="476250" y="228600"/>
                </a:lnTo>
                <a:lnTo>
                  <a:pt x="476250" y="238125"/>
                </a:lnTo>
                <a:lnTo>
                  <a:pt x="466725" y="238125"/>
                </a:lnTo>
                <a:close/>
                <a:moveTo>
                  <a:pt x="1514475" y="228600"/>
                </a:moveTo>
                <a:lnTo>
                  <a:pt x="1524000" y="228600"/>
                </a:lnTo>
                <a:lnTo>
                  <a:pt x="1524000" y="238125"/>
                </a:lnTo>
                <a:lnTo>
                  <a:pt x="1514475" y="238125"/>
                </a:lnTo>
                <a:close/>
                <a:moveTo>
                  <a:pt x="219075" y="238125"/>
                </a:moveTo>
                <a:lnTo>
                  <a:pt x="228600" y="238125"/>
                </a:lnTo>
                <a:lnTo>
                  <a:pt x="228600" y="247650"/>
                </a:lnTo>
                <a:lnTo>
                  <a:pt x="219075" y="247650"/>
                </a:lnTo>
                <a:close/>
                <a:moveTo>
                  <a:pt x="381000" y="238125"/>
                </a:moveTo>
                <a:lnTo>
                  <a:pt x="390525" y="238125"/>
                </a:lnTo>
                <a:lnTo>
                  <a:pt x="390525" y="247650"/>
                </a:lnTo>
                <a:lnTo>
                  <a:pt x="381000" y="247650"/>
                </a:lnTo>
                <a:close/>
                <a:moveTo>
                  <a:pt x="895350" y="238125"/>
                </a:moveTo>
                <a:lnTo>
                  <a:pt x="904875" y="238125"/>
                </a:lnTo>
                <a:lnTo>
                  <a:pt x="904875" y="247650"/>
                </a:lnTo>
                <a:lnTo>
                  <a:pt x="895350" y="247650"/>
                </a:lnTo>
                <a:close/>
                <a:moveTo>
                  <a:pt x="1495425" y="238125"/>
                </a:moveTo>
                <a:lnTo>
                  <a:pt x="1504950" y="238125"/>
                </a:lnTo>
                <a:lnTo>
                  <a:pt x="1504950" y="257175"/>
                </a:lnTo>
                <a:lnTo>
                  <a:pt x="1495425" y="257175"/>
                </a:lnTo>
                <a:close/>
                <a:moveTo>
                  <a:pt x="1552575" y="238125"/>
                </a:moveTo>
                <a:lnTo>
                  <a:pt x="1562100" y="238125"/>
                </a:lnTo>
                <a:lnTo>
                  <a:pt x="1562100" y="247650"/>
                </a:lnTo>
                <a:lnTo>
                  <a:pt x="1552575" y="247650"/>
                </a:lnTo>
                <a:close/>
                <a:moveTo>
                  <a:pt x="800100" y="247650"/>
                </a:moveTo>
                <a:lnTo>
                  <a:pt x="809625" y="247650"/>
                </a:lnTo>
                <a:lnTo>
                  <a:pt x="809625" y="257175"/>
                </a:lnTo>
                <a:lnTo>
                  <a:pt x="800100" y="257175"/>
                </a:lnTo>
                <a:close/>
                <a:moveTo>
                  <a:pt x="1543050" y="247650"/>
                </a:moveTo>
                <a:lnTo>
                  <a:pt x="1552575" y="247650"/>
                </a:lnTo>
                <a:lnTo>
                  <a:pt x="1552575" y="257175"/>
                </a:lnTo>
                <a:lnTo>
                  <a:pt x="1543050" y="257175"/>
                </a:lnTo>
                <a:close/>
                <a:moveTo>
                  <a:pt x="714375" y="257175"/>
                </a:moveTo>
                <a:lnTo>
                  <a:pt x="723900" y="257175"/>
                </a:lnTo>
                <a:lnTo>
                  <a:pt x="723900" y="266700"/>
                </a:lnTo>
                <a:lnTo>
                  <a:pt x="714375" y="266700"/>
                </a:lnTo>
                <a:close/>
                <a:moveTo>
                  <a:pt x="1657350" y="257175"/>
                </a:moveTo>
                <a:lnTo>
                  <a:pt x="1666875" y="257175"/>
                </a:lnTo>
                <a:lnTo>
                  <a:pt x="1666875" y="266700"/>
                </a:lnTo>
                <a:lnTo>
                  <a:pt x="1657350" y="266700"/>
                </a:lnTo>
                <a:close/>
                <a:moveTo>
                  <a:pt x="266700" y="266700"/>
                </a:moveTo>
                <a:lnTo>
                  <a:pt x="276225" y="266700"/>
                </a:lnTo>
                <a:lnTo>
                  <a:pt x="276225" y="276225"/>
                </a:lnTo>
                <a:lnTo>
                  <a:pt x="266700" y="276225"/>
                </a:lnTo>
                <a:close/>
                <a:moveTo>
                  <a:pt x="1114425" y="266700"/>
                </a:moveTo>
                <a:lnTo>
                  <a:pt x="1123950" y="266700"/>
                </a:lnTo>
                <a:lnTo>
                  <a:pt x="1123950" y="285750"/>
                </a:lnTo>
                <a:lnTo>
                  <a:pt x="1114425" y="285750"/>
                </a:lnTo>
                <a:close/>
                <a:moveTo>
                  <a:pt x="1714500" y="276225"/>
                </a:moveTo>
                <a:lnTo>
                  <a:pt x="1724025" y="276225"/>
                </a:lnTo>
                <a:lnTo>
                  <a:pt x="1724025" y="295275"/>
                </a:lnTo>
                <a:lnTo>
                  <a:pt x="1714500" y="295275"/>
                </a:lnTo>
                <a:close/>
                <a:moveTo>
                  <a:pt x="2190750" y="304800"/>
                </a:moveTo>
                <a:lnTo>
                  <a:pt x="2200275" y="304800"/>
                </a:lnTo>
                <a:lnTo>
                  <a:pt x="2200275" y="314325"/>
                </a:lnTo>
                <a:lnTo>
                  <a:pt x="2190750" y="314325"/>
                </a:lnTo>
                <a:close/>
                <a:moveTo>
                  <a:pt x="2333625" y="304800"/>
                </a:moveTo>
                <a:lnTo>
                  <a:pt x="2352675" y="304800"/>
                </a:lnTo>
                <a:lnTo>
                  <a:pt x="2352675" y="314325"/>
                </a:lnTo>
                <a:lnTo>
                  <a:pt x="2333625" y="314325"/>
                </a:lnTo>
                <a:close/>
                <a:moveTo>
                  <a:pt x="2152650" y="314325"/>
                </a:moveTo>
                <a:lnTo>
                  <a:pt x="2162175" y="314325"/>
                </a:lnTo>
                <a:lnTo>
                  <a:pt x="2162175" y="323850"/>
                </a:lnTo>
                <a:lnTo>
                  <a:pt x="2152650" y="323850"/>
                </a:lnTo>
                <a:close/>
                <a:moveTo>
                  <a:pt x="2447925" y="314325"/>
                </a:moveTo>
                <a:lnTo>
                  <a:pt x="2466975" y="314325"/>
                </a:lnTo>
                <a:lnTo>
                  <a:pt x="2466975" y="323850"/>
                </a:lnTo>
                <a:lnTo>
                  <a:pt x="2447925" y="323850"/>
                </a:lnTo>
                <a:close/>
                <a:moveTo>
                  <a:pt x="2562225" y="323850"/>
                </a:moveTo>
                <a:lnTo>
                  <a:pt x="2590800" y="323850"/>
                </a:lnTo>
                <a:lnTo>
                  <a:pt x="2590800" y="333375"/>
                </a:lnTo>
                <a:lnTo>
                  <a:pt x="2562225" y="333375"/>
                </a:lnTo>
                <a:close/>
                <a:moveTo>
                  <a:pt x="1038225" y="333375"/>
                </a:moveTo>
                <a:lnTo>
                  <a:pt x="1047750" y="333375"/>
                </a:lnTo>
                <a:lnTo>
                  <a:pt x="1047750" y="342900"/>
                </a:lnTo>
                <a:lnTo>
                  <a:pt x="1038225" y="342900"/>
                </a:lnTo>
                <a:close/>
                <a:moveTo>
                  <a:pt x="2676525" y="333375"/>
                </a:moveTo>
                <a:lnTo>
                  <a:pt x="2695575" y="333375"/>
                </a:lnTo>
                <a:lnTo>
                  <a:pt x="2695575" y="342900"/>
                </a:lnTo>
                <a:lnTo>
                  <a:pt x="2676525" y="342900"/>
                </a:lnTo>
                <a:close/>
                <a:moveTo>
                  <a:pt x="180975" y="342900"/>
                </a:moveTo>
                <a:lnTo>
                  <a:pt x="190500" y="342900"/>
                </a:lnTo>
                <a:lnTo>
                  <a:pt x="190500" y="352425"/>
                </a:lnTo>
                <a:lnTo>
                  <a:pt x="180975" y="352425"/>
                </a:lnTo>
                <a:close/>
                <a:moveTo>
                  <a:pt x="952500" y="342900"/>
                </a:moveTo>
                <a:lnTo>
                  <a:pt x="962025" y="342900"/>
                </a:lnTo>
                <a:lnTo>
                  <a:pt x="962025" y="352425"/>
                </a:lnTo>
                <a:lnTo>
                  <a:pt x="952500" y="352425"/>
                </a:lnTo>
                <a:close/>
                <a:moveTo>
                  <a:pt x="2781300" y="342900"/>
                </a:moveTo>
                <a:lnTo>
                  <a:pt x="2800350" y="342900"/>
                </a:lnTo>
                <a:lnTo>
                  <a:pt x="2800350" y="352425"/>
                </a:lnTo>
                <a:lnTo>
                  <a:pt x="2781300" y="352425"/>
                </a:lnTo>
                <a:close/>
                <a:moveTo>
                  <a:pt x="866775" y="352425"/>
                </a:moveTo>
                <a:lnTo>
                  <a:pt x="876300" y="352425"/>
                </a:lnTo>
                <a:lnTo>
                  <a:pt x="876300" y="361950"/>
                </a:lnTo>
                <a:lnTo>
                  <a:pt x="866775" y="361950"/>
                </a:lnTo>
                <a:close/>
                <a:moveTo>
                  <a:pt x="2895600" y="352425"/>
                </a:moveTo>
                <a:lnTo>
                  <a:pt x="2914650" y="352425"/>
                </a:lnTo>
                <a:lnTo>
                  <a:pt x="2914650" y="361950"/>
                </a:lnTo>
                <a:lnTo>
                  <a:pt x="2895600" y="361950"/>
                </a:lnTo>
                <a:close/>
                <a:moveTo>
                  <a:pt x="781050" y="361950"/>
                </a:moveTo>
                <a:lnTo>
                  <a:pt x="790575" y="361950"/>
                </a:lnTo>
                <a:lnTo>
                  <a:pt x="790575" y="371475"/>
                </a:lnTo>
                <a:lnTo>
                  <a:pt x="781050" y="371475"/>
                </a:lnTo>
                <a:close/>
                <a:moveTo>
                  <a:pt x="2066925" y="361950"/>
                </a:moveTo>
                <a:lnTo>
                  <a:pt x="2076450" y="361950"/>
                </a:lnTo>
                <a:lnTo>
                  <a:pt x="2076450" y="371475"/>
                </a:lnTo>
                <a:lnTo>
                  <a:pt x="2066925" y="371475"/>
                </a:lnTo>
                <a:close/>
                <a:moveTo>
                  <a:pt x="3009900" y="361950"/>
                </a:moveTo>
                <a:lnTo>
                  <a:pt x="3028950" y="361950"/>
                </a:lnTo>
                <a:lnTo>
                  <a:pt x="3028950" y="371475"/>
                </a:lnTo>
                <a:lnTo>
                  <a:pt x="3009900" y="371475"/>
                </a:lnTo>
                <a:close/>
                <a:moveTo>
                  <a:pt x="1724025" y="371475"/>
                </a:moveTo>
                <a:lnTo>
                  <a:pt x="1733550" y="371475"/>
                </a:lnTo>
                <a:lnTo>
                  <a:pt x="1733550" y="400050"/>
                </a:lnTo>
                <a:lnTo>
                  <a:pt x="1724025" y="400050"/>
                </a:lnTo>
                <a:close/>
                <a:moveTo>
                  <a:pt x="2057400" y="371475"/>
                </a:moveTo>
                <a:lnTo>
                  <a:pt x="2066925" y="371475"/>
                </a:lnTo>
                <a:lnTo>
                  <a:pt x="2066925" y="381000"/>
                </a:lnTo>
                <a:lnTo>
                  <a:pt x="2057400" y="381000"/>
                </a:lnTo>
                <a:close/>
                <a:moveTo>
                  <a:pt x="3105150" y="371475"/>
                </a:moveTo>
                <a:lnTo>
                  <a:pt x="3133725" y="371475"/>
                </a:lnTo>
                <a:lnTo>
                  <a:pt x="3133725" y="381000"/>
                </a:lnTo>
                <a:lnTo>
                  <a:pt x="3105150" y="381000"/>
                </a:lnTo>
                <a:close/>
                <a:moveTo>
                  <a:pt x="2047875" y="381000"/>
                </a:moveTo>
                <a:lnTo>
                  <a:pt x="2057400" y="381000"/>
                </a:lnTo>
                <a:lnTo>
                  <a:pt x="2057400" y="390525"/>
                </a:lnTo>
                <a:lnTo>
                  <a:pt x="2047875" y="390525"/>
                </a:lnTo>
                <a:close/>
                <a:moveTo>
                  <a:pt x="3209925" y="381000"/>
                </a:moveTo>
                <a:lnTo>
                  <a:pt x="3228975" y="381000"/>
                </a:lnTo>
                <a:lnTo>
                  <a:pt x="3228975" y="390525"/>
                </a:lnTo>
                <a:lnTo>
                  <a:pt x="3209925" y="390525"/>
                </a:lnTo>
                <a:close/>
                <a:moveTo>
                  <a:pt x="2038350" y="390525"/>
                </a:moveTo>
                <a:lnTo>
                  <a:pt x="2047875" y="390525"/>
                </a:lnTo>
                <a:lnTo>
                  <a:pt x="2047875" y="400050"/>
                </a:lnTo>
                <a:lnTo>
                  <a:pt x="2038350" y="400050"/>
                </a:lnTo>
                <a:close/>
                <a:moveTo>
                  <a:pt x="3295650" y="390525"/>
                </a:moveTo>
                <a:lnTo>
                  <a:pt x="3314700" y="390525"/>
                </a:lnTo>
                <a:lnTo>
                  <a:pt x="3314700" y="400050"/>
                </a:lnTo>
                <a:lnTo>
                  <a:pt x="3295650" y="400050"/>
                </a:lnTo>
                <a:close/>
                <a:moveTo>
                  <a:pt x="104775" y="400050"/>
                </a:moveTo>
                <a:lnTo>
                  <a:pt x="114300" y="400050"/>
                </a:lnTo>
                <a:lnTo>
                  <a:pt x="114300" y="409575"/>
                </a:lnTo>
                <a:lnTo>
                  <a:pt x="104775" y="409575"/>
                </a:lnTo>
                <a:close/>
                <a:moveTo>
                  <a:pt x="3400425" y="400050"/>
                </a:moveTo>
                <a:lnTo>
                  <a:pt x="3419475" y="400050"/>
                </a:lnTo>
                <a:lnTo>
                  <a:pt x="3419475" y="409575"/>
                </a:lnTo>
                <a:lnTo>
                  <a:pt x="3400425" y="409575"/>
                </a:lnTo>
                <a:close/>
                <a:moveTo>
                  <a:pt x="1676400" y="409575"/>
                </a:moveTo>
                <a:lnTo>
                  <a:pt x="1685925" y="409575"/>
                </a:lnTo>
                <a:lnTo>
                  <a:pt x="1685925" y="438150"/>
                </a:lnTo>
                <a:lnTo>
                  <a:pt x="1676400" y="438150"/>
                </a:lnTo>
                <a:close/>
                <a:moveTo>
                  <a:pt x="3505200" y="419100"/>
                </a:moveTo>
                <a:lnTo>
                  <a:pt x="3514725" y="419100"/>
                </a:lnTo>
                <a:lnTo>
                  <a:pt x="3514725" y="428625"/>
                </a:lnTo>
                <a:lnTo>
                  <a:pt x="3505200" y="428625"/>
                </a:lnTo>
                <a:close/>
                <a:moveTo>
                  <a:pt x="2276475" y="428625"/>
                </a:moveTo>
                <a:lnTo>
                  <a:pt x="2305050" y="428625"/>
                </a:lnTo>
                <a:lnTo>
                  <a:pt x="2305050" y="438150"/>
                </a:lnTo>
                <a:lnTo>
                  <a:pt x="2276475" y="438150"/>
                </a:lnTo>
                <a:close/>
                <a:moveTo>
                  <a:pt x="2314575" y="438150"/>
                </a:moveTo>
                <a:lnTo>
                  <a:pt x="2324100" y="438150"/>
                </a:lnTo>
                <a:lnTo>
                  <a:pt x="2324100" y="466725"/>
                </a:lnTo>
                <a:lnTo>
                  <a:pt x="2314575" y="466725"/>
                </a:lnTo>
                <a:close/>
                <a:moveTo>
                  <a:pt x="2000250" y="447675"/>
                </a:moveTo>
                <a:lnTo>
                  <a:pt x="2009775" y="447675"/>
                </a:lnTo>
                <a:lnTo>
                  <a:pt x="2009775" y="457200"/>
                </a:lnTo>
                <a:lnTo>
                  <a:pt x="2000250" y="457200"/>
                </a:lnTo>
                <a:close/>
                <a:moveTo>
                  <a:pt x="2247900" y="466725"/>
                </a:moveTo>
                <a:lnTo>
                  <a:pt x="2257425" y="466725"/>
                </a:lnTo>
                <a:lnTo>
                  <a:pt x="2257425" y="476250"/>
                </a:lnTo>
                <a:lnTo>
                  <a:pt x="2247900" y="476250"/>
                </a:lnTo>
                <a:close/>
                <a:moveTo>
                  <a:pt x="2276475" y="466725"/>
                </a:moveTo>
                <a:lnTo>
                  <a:pt x="2286000" y="466725"/>
                </a:lnTo>
                <a:lnTo>
                  <a:pt x="2286000" y="476250"/>
                </a:lnTo>
                <a:lnTo>
                  <a:pt x="2276475" y="476250"/>
                </a:lnTo>
                <a:close/>
                <a:moveTo>
                  <a:pt x="1990725" y="476250"/>
                </a:moveTo>
                <a:lnTo>
                  <a:pt x="2000250" y="476250"/>
                </a:lnTo>
                <a:lnTo>
                  <a:pt x="2000250" y="485775"/>
                </a:lnTo>
                <a:lnTo>
                  <a:pt x="1990725" y="485775"/>
                </a:lnTo>
                <a:close/>
                <a:moveTo>
                  <a:pt x="1733550" y="495300"/>
                </a:moveTo>
                <a:lnTo>
                  <a:pt x="1743075" y="495300"/>
                </a:lnTo>
                <a:lnTo>
                  <a:pt x="1743075" y="514350"/>
                </a:lnTo>
                <a:lnTo>
                  <a:pt x="1733550" y="514350"/>
                </a:lnTo>
                <a:close/>
                <a:moveTo>
                  <a:pt x="514350" y="504825"/>
                </a:moveTo>
                <a:lnTo>
                  <a:pt x="523875" y="504825"/>
                </a:lnTo>
                <a:lnTo>
                  <a:pt x="523875" y="514350"/>
                </a:lnTo>
                <a:lnTo>
                  <a:pt x="514350" y="514350"/>
                </a:lnTo>
                <a:close/>
                <a:moveTo>
                  <a:pt x="1981200" y="504825"/>
                </a:moveTo>
                <a:lnTo>
                  <a:pt x="1990725" y="504825"/>
                </a:lnTo>
                <a:lnTo>
                  <a:pt x="1990725" y="514350"/>
                </a:lnTo>
                <a:lnTo>
                  <a:pt x="1981200" y="514350"/>
                </a:lnTo>
                <a:close/>
                <a:moveTo>
                  <a:pt x="381000" y="514350"/>
                </a:moveTo>
                <a:lnTo>
                  <a:pt x="390525" y="514350"/>
                </a:lnTo>
                <a:lnTo>
                  <a:pt x="390525" y="523875"/>
                </a:lnTo>
                <a:lnTo>
                  <a:pt x="381000" y="523875"/>
                </a:lnTo>
                <a:close/>
                <a:moveTo>
                  <a:pt x="447675" y="514350"/>
                </a:moveTo>
                <a:lnTo>
                  <a:pt x="457200" y="514350"/>
                </a:lnTo>
                <a:lnTo>
                  <a:pt x="457200" y="542925"/>
                </a:lnTo>
                <a:lnTo>
                  <a:pt x="447675" y="542925"/>
                </a:lnTo>
                <a:close/>
                <a:moveTo>
                  <a:pt x="466725" y="514350"/>
                </a:moveTo>
                <a:lnTo>
                  <a:pt x="476250" y="514350"/>
                </a:lnTo>
                <a:lnTo>
                  <a:pt x="476250" y="523875"/>
                </a:lnTo>
                <a:lnTo>
                  <a:pt x="466725" y="523875"/>
                </a:lnTo>
                <a:close/>
                <a:moveTo>
                  <a:pt x="3324225" y="523875"/>
                </a:moveTo>
                <a:lnTo>
                  <a:pt x="3333750" y="523875"/>
                </a:lnTo>
                <a:lnTo>
                  <a:pt x="3333750" y="533400"/>
                </a:lnTo>
                <a:lnTo>
                  <a:pt x="3324225" y="533400"/>
                </a:lnTo>
                <a:close/>
                <a:moveTo>
                  <a:pt x="1685925" y="533400"/>
                </a:moveTo>
                <a:lnTo>
                  <a:pt x="1695450" y="533400"/>
                </a:lnTo>
                <a:lnTo>
                  <a:pt x="1695450" y="552450"/>
                </a:lnTo>
                <a:lnTo>
                  <a:pt x="1685925" y="552450"/>
                </a:lnTo>
                <a:close/>
                <a:moveTo>
                  <a:pt x="3295650" y="533400"/>
                </a:moveTo>
                <a:lnTo>
                  <a:pt x="3305175" y="533400"/>
                </a:lnTo>
                <a:lnTo>
                  <a:pt x="3305175" y="542925"/>
                </a:lnTo>
                <a:lnTo>
                  <a:pt x="3295650" y="542925"/>
                </a:lnTo>
                <a:close/>
                <a:moveTo>
                  <a:pt x="3448050" y="542925"/>
                </a:moveTo>
                <a:lnTo>
                  <a:pt x="3457575" y="542925"/>
                </a:lnTo>
                <a:lnTo>
                  <a:pt x="3457575" y="552450"/>
                </a:lnTo>
                <a:lnTo>
                  <a:pt x="3448050" y="552450"/>
                </a:lnTo>
                <a:close/>
                <a:moveTo>
                  <a:pt x="3514725" y="542925"/>
                </a:moveTo>
                <a:lnTo>
                  <a:pt x="3533775" y="542925"/>
                </a:lnTo>
                <a:lnTo>
                  <a:pt x="3533775" y="552450"/>
                </a:lnTo>
                <a:lnTo>
                  <a:pt x="3514725" y="552450"/>
                </a:lnTo>
                <a:close/>
                <a:moveTo>
                  <a:pt x="1971675" y="552450"/>
                </a:moveTo>
                <a:lnTo>
                  <a:pt x="1981200" y="552450"/>
                </a:lnTo>
                <a:lnTo>
                  <a:pt x="1981200" y="581025"/>
                </a:lnTo>
                <a:lnTo>
                  <a:pt x="1971675" y="581025"/>
                </a:lnTo>
                <a:close/>
                <a:moveTo>
                  <a:pt x="3257550" y="552450"/>
                </a:moveTo>
                <a:lnTo>
                  <a:pt x="3267075" y="552450"/>
                </a:lnTo>
                <a:lnTo>
                  <a:pt x="3267075" y="561975"/>
                </a:lnTo>
                <a:lnTo>
                  <a:pt x="3257550" y="561975"/>
                </a:lnTo>
                <a:close/>
                <a:moveTo>
                  <a:pt x="3438525" y="552450"/>
                </a:moveTo>
                <a:lnTo>
                  <a:pt x="3448050" y="552450"/>
                </a:lnTo>
                <a:lnTo>
                  <a:pt x="3448050" y="581025"/>
                </a:lnTo>
                <a:lnTo>
                  <a:pt x="3438525" y="581025"/>
                </a:lnTo>
                <a:close/>
                <a:moveTo>
                  <a:pt x="3533775" y="552450"/>
                </a:moveTo>
                <a:lnTo>
                  <a:pt x="3543300" y="552450"/>
                </a:lnTo>
                <a:lnTo>
                  <a:pt x="3543300" y="561975"/>
                </a:lnTo>
                <a:lnTo>
                  <a:pt x="3533775" y="561975"/>
                </a:lnTo>
                <a:close/>
                <a:moveTo>
                  <a:pt x="3248025" y="561975"/>
                </a:moveTo>
                <a:lnTo>
                  <a:pt x="3257550" y="561975"/>
                </a:lnTo>
                <a:lnTo>
                  <a:pt x="3257550" y="571500"/>
                </a:lnTo>
                <a:lnTo>
                  <a:pt x="3248025" y="571500"/>
                </a:lnTo>
                <a:close/>
                <a:moveTo>
                  <a:pt x="3333750" y="561975"/>
                </a:moveTo>
                <a:lnTo>
                  <a:pt x="3343275" y="561975"/>
                </a:lnTo>
                <a:lnTo>
                  <a:pt x="3343275" y="571500"/>
                </a:lnTo>
                <a:lnTo>
                  <a:pt x="3333750" y="571500"/>
                </a:lnTo>
                <a:close/>
                <a:moveTo>
                  <a:pt x="3362325" y="561975"/>
                </a:moveTo>
                <a:lnTo>
                  <a:pt x="3371850" y="561975"/>
                </a:lnTo>
                <a:lnTo>
                  <a:pt x="3371850" y="571500"/>
                </a:lnTo>
                <a:lnTo>
                  <a:pt x="3362325" y="571500"/>
                </a:lnTo>
                <a:close/>
                <a:moveTo>
                  <a:pt x="3543300" y="561975"/>
                </a:moveTo>
                <a:lnTo>
                  <a:pt x="3552825" y="561975"/>
                </a:lnTo>
                <a:lnTo>
                  <a:pt x="3552825" y="581025"/>
                </a:lnTo>
                <a:lnTo>
                  <a:pt x="3543300" y="581025"/>
                </a:lnTo>
                <a:close/>
                <a:moveTo>
                  <a:pt x="3257550" y="571500"/>
                </a:moveTo>
                <a:lnTo>
                  <a:pt x="3267075" y="571500"/>
                </a:lnTo>
                <a:lnTo>
                  <a:pt x="3267075" y="581025"/>
                </a:lnTo>
                <a:lnTo>
                  <a:pt x="3257550" y="581025"/>
                </a:lnTo>
                <a:close/>
                <a:moveTo>
                  <a:pt x="3324225" y="571500"/>
                </a:moveTo>
                <a:lnTo>
                  <a:pt x="3333750" y="571500"/>
                </a:lnTo>
                <a:lnTo>
                  <a:pt x="3333750" y="581025"/>
                </a:lnTo>
                <a:lnTo>
                  <a:pt x="3324225" y="581025"/>
                </a:lnTo>
                <a:close/>
                <a:moveTo>
                  <a:pt x="3314700" y="581025"/>
                </a:moveTo>
                <a:lnTo>
                  <a:pt x="3324225" y="581025"/>
                </a:lnTo>
                <a:lnTo>
                  <a:pt x="3324225" y="590550"/>
                </a:lnTo>
                <a:lnTo>
                  <a:pt x="3314700" y="590550"/>
                </a:lnTo>
                <a:close/>
                <a:moveTo>
                  <a:pt x="3381375" y="581025"/>
                </a:moveTo>
                <a:lnTo>
                  <a:pt x="3390900" y="581025"/>
                </a:lnTo>
                <a:lnTo>
                  <a:pt x="3390900" y="590550"/>
                </a:lnTo>
                <a:lnTo>
                  <a:pt x="3381375" y="590550"/>
                </a:lnTo>
                <a:close/>
                <a:moveTo>
                  <a:pt x="3457575" y="590550"/>
                </a:moveTo>
                <a:lnTo>
                  <a:pt x="3486150" y="590550"/>
                </a:lnTo>
                <a:lnTo>
                  <a:pt x="3486150" y="600075"/>
                </a:lnTo>
                <a:lnTo>
                  <a:pt x="3457575" y="600075"/>
                </a:lnTo>
                <a:close/>
                <a:moveTo>
                  <a:pt x="2228850" y="600075"/>
                </a:moveTo>
                <a:lnTo>
                  <a:pt x="2238375" y="600075"/>
                </a:lnTo>
                <a:lnTo>
                  <a:pt x="2238375" y="609600"/>
                </a:lnTo>
                <a:lnTo>
                  <a:pt x="2228850" y="609600"/>
                </a:lnTo>
                <a:close/>
                <a:moveTo>
                  <a:pt x="2295525" y="600075"/>
                </a:moveTo>
                <a:lnTo>
                  <a:pt x="2305050" y="600075"/>
                </a:lnTo>
                <a:lnTo>
                  <a:pt x="2305050" y="609600"/>
                </a:lnTo>
                <a:lnTo>
                  <a:pt x="2295525" y="609600"/>
                </a:lnTo>
                <a:close/>
                <a:moveTo>
                  <a:pt x="1962150" y="609600"/>
                </a:moveTo>
                <a:lnTo>
                  <a:pt x="1971675" y="609600"/>
                </a:lnTo>
                <a:lnTo>
                  <a:pt x="1971675" y="638175"/>
                </a:lnTo>
                <a:lnTo>
                  <a:pt x="1962150" y="638175"/>
                </a:lnTo>
                <a:close/>
                <a:moveTo>
                  <a:pt x="2409825" y="609600"/>
                </a:moveTo>
                <a:lnTo>
                  <a:pt x="2438400" y="609600"/>
                </a:lnTo>
                <a:lnTo>
                  <a:pt x="2438400" y="619125"/>
                </a:lnTo>
                <a:lnTo>
                  <a:pt x="2409825" y="619125"/>
                </a:lnTo>
                <a:close/>
                <a:moveTo>
                  <a:pt x="1743075" y="619125"/>
                </a:moveTo>
                <a:lnTo>
                  <a:pt x="1752600" y="619125"/>
                </a:lnTo>
                <a:lnTo>
                  <a:pt x="1752600" y="647700"/>
                </a:lnTo>
                <a:lnTo>
                  <a:pt x="1743075" y="647700"/>
                </a:lnTo>
                <a:close/>
                <a:moveTo>
                  <a:pt x="2228850" y="619125"/>
                </a:moveTo>
                <a:lnTo>
                  <a:pt x="2238375" y="619125"/>
                </a:lnTo>
                <a:lnTo>
                  <a:pt x="2238375" y="628650"/>
                </a:lnTo>
                <a:lnTo>
                  <a:pt x="2228850" y="628650"/>
                </a:lnTo>
                <a:close/>
                <a:moveTo>
                  <a:pt x="3667125" y="628650"/>
                </a:moveTo>
                <a:lnTo>
                  <a:pt x="3676650" y="628650"/>
                </a:lnTo>
                <a:lnTo>
                  <a:pt x="3676650" y="638175"/>
                </a:lnTo>
                <a:lnTo>
                  <a:pt x="3667125" y="638175"/>
                </a:lnTo>
                <a:close/>
                <a:moveTo>
                  <a:pt x="2238375" y="638175"/>
                </a:moveTo>
                <a:lnTo>
                  <a:pt x="2247900" y="638175"/>
                </a:lnTo>
                <a:lnTo>
                  <a:pt x="2247900" y="657225"/>
                </a:lnTo>
                <a:lnTo>
                  <a:pt x="2238375" y="657225"/>
                </a:lnTo>
                <a:close/>
                <a:moveTo>
                  <a:pt x="2276475" y="638175"/>
                </a:moveTo>
                <a:lnTo>
                  <a:pt x="2295525" y="638175"/>
                </a:lnTo>
                <a:lnTo>
                  <a:pt x="2295525" y="647700"/>
                </a:lnTo>
                <a:lnTo>
                  <a:pt x="2276475" y="647700"/>
                </a:lnTo>
                <a:close/>
                <a:moveTo>
                  <a:pt x="2457450" y="638175"/>
                </a:moveTo>
                <a:lnTo>
                  <a:pt x="2466975" y="638175"/>
                </a:lnTo>
                <a:lnTo>
                  <a:pt x="2466975" y="647700"/>
                </a:lnTo>
                <a:lnTo>
                  <a:pt x="2457450" y="647700"/>
                </a:lnTo>
                <a:close/>
                <a:moveTo>
                  <a:pt x="2428875" y="647700"/>
                </a:moveTo>
                <a:lnTo>
                  <a:pt x="2438400" y="647700"/>
                </a:lnTo>
                <a:lnTo>
                  <a:pt x="2438400" y="657225"/>
                </a:lnTo>
                <a:lnTo>
                  <a:pt x="2428875" y="657225"/>
                </a:lnTo>
                <a:close/>
                <a:moveTo>
                  <a:pt x="2447925" y="647700"/>
                </a:moveTo>
                <a:lnTo>
                  <a:pt x="2457450" y="647700"/>
                </a:lnTo>
                <a:lnTo>
                  <a:pt x="2457450" y="657225"/>
                </a:lnTo>
                <a:lnTo>
                  <a:pt x="2447925" y="657225"/>
                </a:lnTo>
                <a:close/>
                <a:moveTo>
                  <a:pt x="104775" y="657225"/>
                </a:moveTo>
                <a:lnTo>
                  <a:pt x="114300" y="657225"/>
                </a:lnTo>
                <a:lnTo>
                  <a:pt x="114300" y="704850"/>
                </a:lnTo>
                <a:lnTo>
                  <a:pt x="104775" y="704850"/>
                </a:lnTo>
                <a:close/>
                <a:moveTo>
                  <a:pt x="152400" y="666750"/>
                </a:moveTo>
                <a:lnTo>
                  <a:pt x="161925" y="666750"/>
                </a:lnTo>
                <a:lnTo>
                  <a:pt x="161925" y="685800"/>
                </a:lnTo>
                <a:lnTo>
                  <a:pt x="152400" y="685800"/>
                </a:lnTo>
                <a:close/>
                <a:moveTo>
                  <a:pt x="1695450" y="666750"/>
                </a:moveTo>
                <a:lnTo>
                  <a:pt x="1704975" y="666750"/>
                </a:lnTo>
                <a:lnTo>
                  <a:pt x="1704975" y="685800"/>
                </a:lnTo>
                <a:lnTo>
                  <a:pt x="1695450" y="685800"/>
                </a:lnTo>
                <a:close/>
                <a:moveTo>
                  <a:pt x="2266950" y="666750"/>
                </a:moveTo>
                <a:lnTo>
                  <a:pt x="2276475" y="666750"/>
                </a:lnTo>
                <a:lnTo>
                  <a:pt x="2276475" y="676275"/>
                </a:lnTo>
                <a:lnTo>
                  <a:pt x="2266950" y="676275"/>
                </a:lnTo>
                <a:close/>
                <a:moveTo>
                  <a:pt x="3667125" y="666750"/>
                </a:moveTo>
                <a:lnTo>
                  <a:pt x="3676650" y="666750"/>
                </a:lnTo>
                <a:lnTo>
                  <a:pt x="3676650" y="695325"/>
                </a:lnTo>
                <a:lnTo>
                  <a:pt x="3667125" y="695325"/>
                </a:lnTo>
                <a:close/>
                <a:moveTo>
                  <a:pt x="2428875" y="676275"/>
                </a:moveTo>
                <a:lnTo>
                  <a:pt x="2457450" y="676275"/>
                </a:lnTo>
                <a:lnTo>
                  <a:pt x="2457450" y="685800"/>
                </a:lnTo>
                <a:lnTo>
                  <a:pt x="2428875" y="685800"/>
                </a:lnTo>
                <a:close/>
                <a:moveTo>
                  <a:pt x="1952625" y="685800"/>
                </a:moveTo>
                <a:lnTo>
                  <a:pt x="1962150" y="685800"/>
                </a:lnTo>
                <a:lnTo>
                  <a:pt x="1962150" y="714375"/>
                </a:lnTo>
                <a:lnTo>
                  <a:pt x="1952625" y="714375"/>
                </a:lnTo>
                <a:close/>
                <a:moveTo>
                  <a:pt x="2286000" y="685800"/>
                </a:moveTo>
                <a:lnTo>
                  <a:pt x="2295525" y="685800"/>
                </a:lnTo>
                <a:lnTo>
                  <a:pt x="2295525" y="695325"/>
                </a:lnTo>
                <a:lnTo>
                  <a:pt x="2286000" y="695325"/>
                </a:lnTo>
                <a:close/>
                <a:moveTo>
                  <a:pt x="2295525" y="695325"/>
                </a:moveTo>
                <a:lnTo>
                  <a:pt x="2305050" y="695325"/>
                </a:lnTo>
                <a:lnTo>
                  <a:pt x="2305050" y="704850"/>
                </a:lnTo>
                <a:lnTo>
                  <a:pt x="2295525" y="704850"/>
                </a:lnTo>
                <a:close/>
                <a:moveTo>
                  <a:pt x="2400300" y="714375"/>
                </a:moveTo>
                <a:lnTo>
                  <a:pt x="2438400" y="714375"/>
                </a:lnTo>
                <a:lnTo>
                  <a:pt x="2438400" y="723900"/>
                </a:lnTo>
                <a:lnTo>
                  <a:pt x="2400300" y="723900"/>
                </a:lnTo>
                <a:close/>
                <a:moveTo>
                  <a:pt x="1752600" y="733425"/>
                </a:moveTo>
                <a:lnTo>
                  <a:pt x="1762125" y="733425"/>
                </a:lnTo>
                <a:lnTo>
                  <a:pt x="1762125" y="762000"/>
                </a:lnTo>
                <a:lnTo>
                  <a:pt x="1752600" y="762000"/>
                </a:lnTo>
                <a:close/>
                <a:moveTo>
                  <a:pt x="304800" y="752475"/>
                </a:moveTo>
                <a:lnTo>
                  <a:pt x="314325" y="752475"/>
                </a:lnTo>
                <a:lnTo>
                  <a:pt x="314325" y="781050"/>
                </a:lnTo>
                <a:lnTo>
                  <a:pt x="304800" y="781050"/>
                </a:lnTo>
                <a:close/>
                <a:moveTo>
                  <a:pt x="342900" y="752475"/>
                </a:moveTo>
                <a:lnTo>
                  <a:pt x="352425" y="752475"/>
                </a:lnTo>
                <a:lnTo>
                  <a:pt x="352425" y="781050"/>
                </a:lnTo>
                <a:lnTo>
                  <a:pt x="342900" y="781050"/>
                </a:lnTo>
                <a:close/>
                <a:moveTo>
                  <a:pt x="1943100" y="752475"/>
                </a:moveTo>
                <a:lnTo>
                  <a:pt x="1952625" y="752475"/>
                </a:lnTo>
                <a:lnTo>
                  <a:pt x="1952625" y="771525"/>
                </a:lnTo>
                <a:lnTo>
                  <a:pt x="1943100" y="771525"/>
                </a:lnTo>
                <a:close/>
                <a:moveTo>
                  <a:pt x="1781175" y="762000"/>
                </a:moveTo>
                <a:lnTo>
                  <a:pt x="1800225" y="762000"/>
                </a:lnTo>
                <a:lnTo>
                  <a:pt x="1800225" y="781050"/>
                </a:lnTo>
                <a:lnTo>
                  <a:pt x="1781175" y="781050"/>
                </a:lnTo>
                <a:close/>
                <a:moveTo>
                  <a:pt x="3476625" y="762000"/>
                </a:moveTo>
                <a:lnTo>
                  <a:pt x="3486150" y="762000"/>
                </a:lnTo>
                <a:lnTo>
                  <a:pt x="3486150" y="771525"/>
                </a:lnTo>
                <a:lnTo>
                  <a:pt x="3476625" y="771525"/>
                </a:lnTo>
                <a:close/>
                <a:moveTo>
                  <a:pt x="3657600" y="762000"/>
                </a:moveTo>
                <a:lnTo>
                  <a:pt x="3667125" y="762000"/>
                </a:lnTo>
                <a:lnTo>
                  <a:pt x="3667125" y="781050"/>
                </a:lnTo>
                <a:lnTo>
                  <a:pt x="3657600" y="781050"/>
                </a:lnTo>
                <a:close/>
                <a:moveTo>
                  <a:pt x="3390900" y="781050"/>
                </a:moveTo>
                <a:lnTo>
                  <a:pt x="3400425" y="781050"/>
                </a:lnTo>
                <a:lnTo>
                  <a:pt x="3400425" y="790575"/>
                </a:lnTo>
                <a:lnTo>
                  <a:pt x="3390900" y="790575"/>
                </a:lnTo>
                <a:close/>
                <a:moveTo>
                  <a:pt x="3448050" y="790575"/>
                </a:moveTo>
                <a:lnTo>
                  <a:pt x="3457575" y="790575"/>
                </a:lnTo>
                <a:lnTo>
                  <a:pt x="3457575" y="809625"/>
                </a:lnTo>
                <a:lnTo>
                  <a:pt x="3438525" y="809625"/>
                </a:lnTo>
                <a:lnTo>
                  <a:pt x="3438525" y="800100"/>
                </a:lnTo>
                <a:lnTo>
                  <a:pt x="3448050" y="800100"/>
                </a:lnTo>
                <a:close/>
                <a:moveTo>
                  <a:pt x="1704975" y="800100"/>
                </a:moveTo>
                <a:lnTo>
                  <a:pt x="1714500" y="800100"/>
                </a:lnTo>
                <a:lnTo>
                  <a:pt x="1714500" y="809625"/>
                </a:lnTo>
                <a:lnTo>
                  <a:pt x="1704975" y="809625"/>
                </a:lnTo>
                <a:close/>
                <a:moveTo>
                  <a:pt x="3419475" y="800100"/>
                </a:moveTo>
                <a:lnTo>
                  <a:pt x="3429000" y="800100"/>
                </a:lnTo>
                <a:lnTo>
                  <a:pt x="3429000" y="809625"/>
                </a:lnTo>
                <a:lnTo>
                  <a:pt x="3419475" y="809625"/>
                </a:lnTo>
                <a:close/>
                <a:moveTo>
                  <a:pt x="1933575" y="809625"/>
                </a:moveTo>
                <a:lnTo>
                  <a:pt x="1943100" y="809625"/>
                </a:lnTo>
                <a:lnTo>
                  <a:pt x="1943100" y="828675"/>
                </a:lnTo>
                <a:lnTo>
                  <a:pt x="1933575" y="828675"/>
                </a:lnTo>
                <a:close/>
                <a:moveTo>
                  <a:pt x="3381375" y="809625"/>
                </a:moveTo>
                <a:lnTo>
                  <a:pt x="3390900" y="809625"/>
                </a:lnTo>
                <a:lnTo>
                  <a:pt x="3390900" y="819150"/>
                </a:lnTo>
                <a:lnTo>
                  <a:pt x="3381375" y="819150"/>
                </a:lnTo>
                <a:close/>
                <a:moveTo>
                  <a:pt x="3648075" y="828675"/>
                </a:moveTo>
                <a:lnTo>
                  <a:pt x="3657600" y="828675"/>
                </a:lnTo>
                <a:lnTo>
                  <a:pt x="3657600" y="838200"/>
                </a:lnTo>
                <a:lnTo>
                  <a:pt x="3648075" y="838200"/>
                </a:lnTo>
                <a:close/>
                <a:moveTo>
                  <a:pt x="2085975" y="838200"/>
                </a:moveTo>
                <a:lnTo>
                  <a:pt x="2114550" y="838200"/>
                </a:lnTo>
                <a:lnTo>
                  <a:pt x="2114550" y="847725"/>
                </a:lnTo>
                <a:lnTo>
                  <a:pt x="2085975" y="847725"/>
                </a:lnTo>
                <a:close/>
                <a:moveTo>
                  <a:pt x="161925" y="857250"/>
                </a:moveTo>
                <a:lnTo>
                  <a:pt x="171450" y="857250"/>
                </a:lnTo>
                <a:lnTo>
                  <a:pt x="171450" y="866775"/>
                </a:lnTo>
                <a:lnTo>
                  <a:pt x="161925" y="866775"/>
                </a:lnTo>
                <a:close/>
                <a:moveTo>
                  <a:pt x="2133600" y="857250"/>
                </a:moveTo>
                <a:lnTo>
                  <a:pt x="2143125" y="857250"/>
                </a:lnTo>
                <a:lnTo>
                  <a:pt x="2143125" y="866775"/>
                </a:lnTo>
                <a:lnTo>
                  <a:pt x="2133600" y="866775"/>
                </a:lnTo>
                <a:close/>
                <a:moveTo>
                  <a:pt x="114300" y="866775"/>
                </a:moveTo>
                <a:lnTo>
                  <a:pt x="123825" y="866775"/>
                </a:lnTo>
                <a:lnTo>
                  <a:pt x="123825" y="895350"/>
                </a:lnTo>
                <a:lnTo>
                  <a:pt x="114300" y="895350"/>
                </a:lnTo>
                <a:close/>
                <a:moveTo>
                  <a:pt x="2066925" y="866775"/>
                </a:moveTo>
                <a:lnTo>
                  <a:pt x="2076450" y="866775"/>
                </a:lnTo>
                <a:lnTo>
                  <a:pt x="2076450" y="885825"/>
                </a:lnTo>
                <a:lnTo>
                  <a:pt x="2066925" y="885825"/>
                </a:lnTo>
                <a:close/>
                <a:moveTo>
                  <a:pt x="2171700" y="866775"/>
                </a:moveTo>
                <a:lnTo>
                  <a:pt x="2181225" y="866775"/>
                </a:lnTo>
                <a:lnTo>
                  <a:pt x="2181225" y="876300"/>
                </a:lnTo>
                <a:lnTo>
                  <a:pt x="2171700" y="876300"/>
                </a:lnTo>
                <a:close/>
                <a:moveTo>
                  <a:pt x="2266950" y="866775"/>
                </a:moveTo>
                <a:lnTo>
                  <a:pt x="2276475" y="866775"/>
                </a:lnTo>
                <a:lnTo>
                  <a:pt x="2276475" y="876300"/>
                </a:lnTo>
                <a:lnTo>
                  <a:pt x="2266950" y="876300"/>
                </a:lnTo>
                <a:close/>
                <a:moveTo>
                  <a:pt x="1924050" y="876300"/>
                </a:moveTo>
                <a:lnTo>
                  <a:pt x="1933575" y="876300"/>
                </a:lnTo>
                <a:lnTo>
                  <a:pt x="1933575" y="895350"/>
                </a:lnTo>
                <a:lnTo>
                  <a:pt x="1924050" y="895350"/>
                </a:lnTo>
                <a:close/>
                <a:moveTo>
                  <a:pt x="1762125" y="885825"/>
                </a:moveTo>
                <a:lnTo>
                  <a:pt x="1771650" y="885825"/>
                </a:lnTo>
                <a:lnTo>
                  <a:pt x="1771650" y="904875"/>
                </a:lnTo>
                <a:lnTo>
                  <a:pt x="1762125" y="904875"/>
                </a:lnTo>
                <a:close/>
                <a:moveTo>
                  <a:pt x="2343150" y="885825"/>
                </a:moveTo>
                <a:lnTo>
                  <a:pt x="2352675" y="885825"/>
                </a:lnTo>
                <a:lnTo>
                  <a:pt x="2352675" y="895350"/>
                </a:lnTo>
                <a:lnTo>
                  <a:pt x="2343150" y="895350"/>
                </a:lnTo>
                <a:close/>
                <a:moveTo>
                  <a:pt x="2438400" y="885825"/>
                </a:moveTo>
                <a:lnTo>
                  <a:pt x="2447925" y="885825"/>
                </a:lnTo>
                <a:lnTo>
                  <a:pt x="2447925" y="895350"/>
                </a:lnTo>
                <a:lnTo>
                  <a:pt x="2438400" y="895350"/>
                </a:lnTo>
                <a:close/>
                <a:moveTo>
                  <a:pt x="2114550" y="895350"/>
                </a:moveTo>
                <a:lnTo>
                  <a:pt x="2124075" y="895350"/>
                </a:lnTo>
                <a:lnTo>
                  <a:pt x="2124075" y="904875"/>
                </a:lnTo>
                <a:lnTo>
                  <a:pt x="2114550" y="904875"/>
                </a:lnTo>
                <a:close/>
                <a:moveTo>
                  <a:pt x="2447925" y="895350"/>
                </a:moveTo>
                <a:lnTo>
                  <a:pt x="2495550" y="895350"/>
                </a:lnTo>
                <a:lnTo>
                  <a:pt x="2495550" y="904875"/>
                </a:lnTo>
                <a:lnTo>
                  <a:pt x="2447925" y="904875"/>
                </a:lnTo>
                <a:close/>
                <a:moveTo>
                  <a:pt x="1790700" y="904875"/>
                </a:moveTo>
                <a:lnTo>
                  <a:pt x="1800225" y="904875"/>
                </a:lnTo>
                <a:lnTo>
                  <a:pt x="1800225" y="914400"/>
                </a:lnTo>
                <a:lnTo>
                  <a:pt x="1790700" y="914400"/>
                </a:lnTo>
                <a:close/>
                <a:moveTo>
                  <a:pt x="2152650" y="904875"/>
                </a:moveTo>
                <a:lnTo>
                  <a:pt x="2171700" y="904875"/>
                </a:lnTo>
                <a:lnTo>
                  <a:pt x="2171700" y="914400"/>
                </a:lnTo>
                <a:lnTo>
                  <a:pt x="2152650" y="914400"/>
                </a:lnTo>
                <a:close/>
                <a:moveTo>
                  <a:pt x="2495550" y="904875"/>
                </a:moveTo>
                <a:lnTo>
                  <a:pt x="2505075" y="904875"/>
                </a:lnTo>
                <a:lnTo>
                  <a:pt x="2505075" y="914400"/>
                </a:lnTo>
                <a:lnTo>
                  <a:pt x="2495550" y="914400"/>
                </a:lnTo>
                <a:close/>
                <a:moveTo>
                  <a:pt x="3638550" y="904875"/>
                </a:moveTo>
                <a:lnTo>
                  <a:pt x="3648075" y="904875"/>
                </a:lnTo>
                <a:lnTo>
                  <a:pt x="3648075" y="914400"/>
                </a:lnTo>
                <a:lnTo>
                  <a:pt x="3638550" y="914400"/>
                </a:lnTo>
                <a:close/>
                <a:moveTo>
                  <a:pt x="2066925" y="914400"/>
                </a:moveTo>
                <a:lnTo>
                  <a:pt x="2076450" y="914400"/>
                </a:lnTo>
                <a:lnTo>
                  <a:pt x="2076450" y="923925"/>
                </a:lnTo>
                <a:lnTo>
                  <a:pt x="2066925" y="923925"/>
                </a:lnTo>
                <a:close/>
                <a:moveTo>
                  <a:pt x="2085975" y="914400"/>
                </a:moveTo>
                <a:lnTo>
                  <a:pt x="2095500" y="914400"/>
                </a:lnTo>
                <a:lnTo>
                  <a:pt x="2095500" y="923925"/>
                </a:lnTo>
                <a:lnTo>
                  <a:pt x="2085975" y="923925"/>
                </a:lnTo>
                <a:close/>
                <a:moveTo>
                  <a:pt x="1714500" y="923925"/>
                </a:moveTo>
                <a:lnTo>
                  <a:pt x="1724025" y="923925"/>
                </a:lnTo>
                <a:lnTo>
                  <a:pt x="1724025" y="933450"/>
                </a:lnTo>
                <a:lnTo>
                  <a:pt x="1714500" y="933450"/>
                </a:lnTo>
                <a:close/>
                <a:moveTo>
                  <a:pt x="2219325" y="923925"/>
                </a:moveTo>
                <a:lnTo>
                  <a:pt x="2228850" y="923925"/>
                </a:lnTo>
                <a:lnTo>
                  <a:pt x="2228850" y="933450"/>
                </a:lnTo>
                <a:lnTo>
                  <a:pt x="2219325" y="933450"/>
                </a:lnTo>
                <a:close/>
                <a:moveTo>
                  <a:pt x="2400300" y="923925"/>
                </a:moveTo>
                <a:lnTo>
                  <a:pt x="2409825" y="923925"/>
                </a:lnTo>
                <a:lnTo>
                  <a:pt x="2409825" y="952500"/>
                </a:lnTo>
                <a:lnTo>
                  <a:pt x="2400300" y="952500"/>
                </a:lnTo>
                <a:close/>
                <a:moveTo>
                  <a:pt x="2238375" y="933450"/>
                </a:moveTo>
                <a:lnTo>
                  <a:pt x="2247900" y="933450"/>
                </a:lnTo>
                <a:lnTo>
                  <a:pt x="2247900" y="942975"/>
                </a:lnTo>
                <a:lnTo>
                  <a:pt x="2238375" y="942975"/>
                </a:lnTo>
                <a:close/>
                <a:moveTo>
                  <a:pt x="1914525" y="942975"/>
                </a:moveTo>
                <a:lnTo>
                  <a:pt x="1924050" y="942975"/>
                </a:lnTo>
                <a:lnTo>
                  <a:pt x="1924050" y="971550"/>
                </a:lnTo>
                <a:lnTo>
                  <a:pt x="1914525" y="971550"/>
                </a:lnTo>
                <a:close/>
                <a:moveTo>
                  <a:pt x="2362200" y="952500"/>
                </a:moveTo>
                <a:lnTo>
                  <a:pt x="2400300" y="952500"/>
                </a:lnTo>
                <a:lnTo>
                  <a:pt x="2400300" y="962025"/>
                </a:lnTo>
                <a:lnTo>
                  <a:pt x="2362200" y="962025"/>
                </a:lnTo>
                <a:close/>
                <a:moveTo>
                  <a:pt x="2419350" y="952500"/>
                </a:moveTo>
                <a:lnTo>
                  <a:pt x="2428875" y="952500"/>
                </a:lnTo>
                <a:lnTo>
                  <a:pt x="2428875" y="962025"/>
                </a:lnTo>
                <a:lnTo>
                  <a:pt x="2419350" y="962025"/>
                </a:lnTo>
                <a:close/>
                <a:moveTo>
                  <a:pt x="2495550" y="952500"/>
                </a:moveTo>
                <a:lnTo>
                  <a:pt x="2505075" y="952500"/>
                </a:lnTo>
                <a:lnTo>
                  <a:pt x="2505075" y="962025"/>
                </a:lnTo>
                <a:lnTo>
                  <a:pt x="2495550" y="962025"/>
                </a:lnTo>
                <a:close/>
                <a:moveTo>
                  <a:pt x="2466975" y="962025"/>
                </a:moveTo>
                <a:lnTo>
                  <a:pt x="2495550" y="962025"/>
                </a:lnTo>
                <a:lnTo>
                  <a:pt x="2495550" y="971550"/>
                </a:lnTo>
                <a:lnTo>
                  <a:pt x="2466975" y="971550"/>
                </a:lnTo>
                <a:close/>
                <a:moveTo>
                  <a:pt x="2514600" y="962025"/>
                </a:moveTo>
                <a:lnTo>
                  <a:pt x="2524125" y="962025"/>
                </a:lnTo>
                <a:lnTo>
                  <a:pt x="2524125" y="971550"/>
                </a:lnTo>
                <a:lnTo>
                  <a:pt x="2514600" y="971550"/>
                </a:lnTo>
                <a:close/>
                <a:moveTo>
                  <a:pt x="3629025" y="981075"/>
                </a:moveTo>
                <a:lnTo>
                  <a:pt x="3638550" y="981075"/>
                </a:lnTo>
                <a:lnTo>
                  <a:pt x="3638550" y="990600"/>
                </a:lnTo>
                <a:lnTo>
                  <a:pt x="3629025" y="990600"/>
                </a:lnTo>
                <a:close/>
                <a:moveTo>
                  <a:pt x="1800225" y="990600"/>
                </a:moveTo>
                <a:lnTo>
                  <a:pt x="1819275" y="990600"/>
                </a:lnTo>
                <a:lnTo>
                  <a:pt x="1819275" y="1000125"/>
                </a:lnTo>
                <a:lnTo>
                  <a:pt x="1800225" y="1000125"/>
                </a:lnTo>
                <a:close/>
                <a:moveTo>
                  <a:pt x="1771650" y="1000125"/>
                </a:moveTo>
                <a:lnTo>
                  <a:pt x="1781175" y="1000125"/>
                </a:lnTo>
                <a:lnTo>
                  <a:pt x="1781175" y="1019175"/>
                </a:lnTo>
                <a:lnTo>
                  <a:pt x="1771650" y="1019175"/>
                </a:lnTo>
                <a:close/>
                <a:moveTo>
                  <a:pt x="2162175" y="1009650"/>
                </a:moveTo>
                <a:lnTo>
                  <a:pt x="2190750" y="1009650"/>
                </a:lnTo>
                <a:lnTo>
                  <a:pt x="2190750" y="1019175"/>
                </a:lnTo>
                <a:lnTo>
                  <a:pt x="2162175" y="1019175"/>
                </a:lnTo>
                <a:close/>
                <a:moveTo>
                  <a:pt x="1905000" y="1019175"/>
                </a:moveTo>
                <a:lnTo>
                  <a:pt x="1914525" y="1019175"/>
                </a:lnTo>
                <a:lnTo>
                  <a:pt x="1914525" y="1038225"/>
                </a:lnTo>
                <a:lnTo>
                  <a:pt x="1905000" y="1038225"/>
                </a:lnTo>
                <a:close/>
                <a:moveTo>
                  <a:pt x="2085975" y="1019175"/>
                </a:moveTo>
                <a:lnTo>
                  <a:pt x="2095500" y="1019175"/>
                </a:lnTo>
                <a:lnTo>
                  <a:pt x="2095500" y="1028700"/>
                </a:lnTo>
                <a:lnTo>
                  <a:pt x="2085975" y="1028700"/>
                </a:lnTo>
                <a:close/>
                <a:moveTo>
                  <a:pt x="2286000" y="1019175"/>
                </a:moveTo>
                <a:lnTo>
                  <a:pt x="2295525" y="1019175"/>
                </a:lnTo>
                <a:lnTo>
                  <a:pt x="2295525" y="1028700"/>
                </a:lnTo>
                <a:lnTo>
                  <a:pt x="2286000" y="1028700"/>
                </a:lnTo>
                <a:close/>
                <a:moveTo>
                  <a:pt x="2352675" y="1028700"/>
                </a:moveTo>
                <a:lnTo>
                  <a:pt x="2381250" y="1028700"/>
                </a:lnTo>
                <a:lnTo>
                  <a:pt x="2381250" y="1038225"/>
                </a:lnTo>
                <a:lnTo>
                  <a:pt x="2352675" y="1038225"/>
                </a:lnTo>
                <a:close/>
                <a:moveTo>
                  <a:pt x="171450" y="1038225"/>
                </a:moveTo>
                <a:lnTo>
                  <a:pt x="180975" y="1038225"/>
                </a:lnTo>
                <a:lnTo>
                  <a:pt x="180975" y="1066800"/>
                </a:lnTo>
                <a:lnTo>
                  <a:pt x="171450" y="1066800"/>
                </a:lnTo>
                <a:close/>
                <a:moveTo>
                  <a:pt x="2447925" y="1038225"/>
                </a:moveTo>
                <a:lnTo>
                  <a:pt x="2457450" y="1038225"/>
                </a:lnTo>
                <a:lnTo>
                  <a:pt x="2457450" y="1047750"/>
                </a:lnTo>
                <a:lnTo>
                  <a:pt x="2447925" y="1047750"/>
                </a:lnTo>
                <a:close/>
                <a:moveTo>
                  <a:pt x="2057400" y="1047750"/>
                </a:moveTo>
                <a:lnTo>
                  <a:pt x="2066925" y="1047750"/>
                </a:lnTo>
                <a:lnTo>
                  <a:pt x="2066925" y="1057275"/>
                </a:lnTo>
                <a:lnTo>
                  <a:pt x="2057400" y="1057275"/>
                </a:lnTo>
                <a:close/>
                <a:moveTo>
                  <a:pt x="2552700" y="1047750"/>
                </a:moveTo>
                <a:lnTo>
                  <a:pt x="2562225" y="1047750"/>
                </a:lnTo>
                <a:lnTo>
                  <a:pt x="2562225" y="1057275"/>
                </a:lnTo>
                <a:lnTo>
                  <a:pt x="2552700" y="1057275"/>
                </a:lnTo>
                <a:close/>
                <a:moveTo>
                  <a:pt x="3619500" y="1047750"/>
                </a:moveTo>
                <a:lnTo>
                  <a:pt x="3629025" y="1047750"/>
                </a:lnTo>
                <a:lnTo>
                  <a:pt x="3629025" y="1057275"/>
                </a:lnTo>
                <a:lnTo>
                  <a:pt x="3619500" y="1057275"/>
                </a:lnTo>
                <a:close/>
                <a:moveTo>
                  <a:pt x="123825" y="1057275"/>
                </a:moveTo>
                <a:lnTo>
                  <a:pt x="133350" y="1057275"/>
                </a:lnTo>
                <a:lnTo>
                  <a:pt x="133350" y="1085850"/>
                </a:lnTo>
                <a:lnTo>
                  <a:pt x="123825" y="1085850"/>
                </a:lnTo>
                <a:close/>
                <a:moveTo>
                  <a:pt x="2047875" y="1057275"/>
                </a:moveTo>
                <a:lnTo>
                  <a:pt x="2057400" y="1057275"/>
                </a:lnTo>
                <a:lnTo>
                  <a:pt x="2057400" y="1066800"/>
                </a:lnTo>
                <a:lnTo>
                  <a:pt x="2047875" y="1066800"/>
                </a:lnTo>
                <a:close/>
                <a:moveTo>
                  <a:pt x="2647950" y="1057275"/>
                </a:moveTo>
                <a:lnTo>
                  <a:pt x="2657475" y="1057275"/>
                </a:lnTo>
                <a:lnTo>
                  <a:pt x="2657475" y="1066800"/>
                </a:lnTo>
                <a:lnTo>
                  <a:pt x="2647950" y="1066800"/>
                </a:lnTo>
                <a:close/>
                <a:moveTo>
                  <a:pt x="1895475" y="1066800"/>
                </a:moveTo>
                <a:lnTo>
                  <a:pt x="1905000" y="1066800"/>
                </a:lnTo>
                <a:lnTo>
                  <a:pt x="1905000" y="1095375"/>
                </a:lnTo>
                <a:lnTo>
                  <a:pt x="1895475" y="1095375"/>
                </a:lnTo>
                <a:close/>
                <a:moveTo>
                  <a:pt x="2743200" y="1066800"/>
                </a:moveTo>
                <a:lnTo>
                  <a:pt x="2752725" y="1066800"/>
                </a:lnTo>
                <a:lnTo>
                  <a:pt x="2752725" y="1076325"/>
                </a:lnTo>
                <a:lnTo>
                  <a:pt x="2743200" y="1076325"/>
                </a:lnTo>
                <a:close/>
                <a:moveTo>
                  <a:pt x="2038350" y="1076325"/>
                </a:moveTo>
                <a:lnTo>
                  <a:pt x="2047875" y="1076325"/>
                </a:lnTo>
                <a:lnTo>
                  <a:pt x="2047875" y="1095375"/>
                </a:lnTo>
                <a:lnTo>
                  <a:pt x="2038350" y="1095375"/>
                </a:lnTo>
                <a:close/>
                <a:moveTo>
                  <a:pt x="2838450" y="1076325"/>
                </a:moveTo>
                <a:lnTo>
                  <a:pt x="2847975" y="1076325"/>
                </a:lnTo>
                <a:lnTo>
                  <a:pt x="2847975" y="1085850"/>
                </a:lnTo>
                <a:lnTo>
                  <a:pt x="2838450" y="1085850"/>
                </a:lnTo>
                <a:close/>
                <a:moveTo>
                  <a:pt x="2943225" y="1085850"/>
                </a:moveTo>
                <a:lnTo>
                  <a:pt x="2962275" y="1085850"/>
                </a:lnTo>
                <a:lnTo>
                  <a:pt x="2962275" y="1095375"/>
                </a:lnTo>
                <a:lnTo>
                  <a:pt x="2943225" y="1095375"/>
                </a:lnTo>
                <a:close/>
                <a:moveTo>
                  <a:pt x="3038475" y="1095375"/>
                </a:moveTo>
                <a:lnTo>
                  <a:pt x="3048000" y="1095375"/>
                </a:lnTo>
                <a:lnTo>
                  <a:pt x="3048000" y="1104900"/>
                </a:lnTo>
                <a:lnTo>
                  <a:pt x="3038475" y="1104900"/>
                </a:lnTo>
                <a:close/>
                <a:moveTo>
                  <a:pt x="3133725" y="1104900"/>
                </a:moveTo>
                <a:lnTo>
                  <a:pt x="3143250" y="1104900"/>
                </a:lnTo>
                <a:lnTo>
                  <a:pt x="3143250" y="1114425"/>
                </a:lnTo>
                <a:lnTo>
                  <a:pt x="3133725" y="1114425"/>
                </a:lnTo>
                <a:close/>
                <a:moveTo>
                  <a:pt x="1781175" y="1114425"/>
                </a:moveTo>
                <a:lnTo>
                  <a:pt x="1790700" y="1114425"/>
                </a:lnTo>
                <a:lnTo>
                  <a:pt x="1790700" y="1123950"/>
                </a:lnTo>
                <a:lnTo>
                  <a:pt x="1781175" y="1123950"/>
                </a:lnTo>
                <a:close/>
                <a:moveTo>
                  <a:pt x="3609975" y="1114425"/>
                </a:moveTo>
                <a:lnTo>
                  <a:pt x="3619500" y="1114425"/>
                </a:lnTo>
                <a:lnTo>
                  <a:pt x="3619500" y="1123950"/>
                </a:lnTo>
                <a:lnTo>
                  <a:pt x="3609975" y="1123950"/>
                </a:lnTo>
                <a:close/>
                <a:moveTo>
                  <a:pt x="3343275" y="1133475"/>
                </a:moveTo>
                <a:lnTo>
                  <a:pt x="3352800" y="1133475"/>
                </a:lnTo>
                <a:lnTo>
                  <a:pt x="3352800" y="1143000"/>
                </a:lnTo>
                <a:lnTo>
                  <a:pt x="3343275" y="1143000"/>
                </a:lnTo>
                <a:close/>
                <a:moveTo>
                  <a:pt x="3381375" y="1133475"/>
                </a:moveTo>
                <a:lnTo>
                  <a:pt x="3400425" y="1133475"/>
                </a:lnTo>
                <a:lnTo>
                  <a:pt x="3400425" y="1143000"/>
                </a:lnTo>
                <a:lnTo>
                  <a:pt x="3381375" y="1143000"/>
                </a:lnTo>
                <a:close/>
                <a:moveTo>
                  <a:pt x="2038350" y="1143000"/>
                </a:moveTo>
                <a:lnTo>
                  <a:pt x="2047875" y="1143000"/>
                </a:lnTo>
                <a:lnTo>
                  <a:pt x="2047875" y="1152525"/>
                </a:lnTo>
                <a:lnTo>
                  <a:pt x="2038350" y="1152525"/>
                </a:lnTo>
                <a:close/>
                <a:moveTo>
                  <a:pt x="3419475" y="1152525"/>
                </a:moveTo>
                <a:lnTo>
                  <a:pt x="3429000" y="1152525"/>
                </a:lnTo>
                <a:lnTo>
                  <a:pt x="3429000" y="1162050"/>
                </a:lnTo>
                <a:lnTo>
                  <a:pt x="3419475" y="1162050"/>
                </a:lnTo>
                <a:close/>
                <a:moveTo>
                  <a:pt x="1819275" y="1162050"/>
                </a:moveTo>
                <a:lnTo>
                  <a:pt x="1828800" y="1162050"/>
                </a:lnTo>
                <a:lnTo>
                  <a:pt x="1828800" y="1171575"/>
                </a:lnTo>
                <a:lnTo>
                  <a:pt x="1819275" y="1171575"/>
                </a:lnTo>
                <a:close/>
                <a:moveTo>
                  <a:pt x="3219450" y="1162050"/>
                </a:moveTo>
                <a:lnTo>
                  <a:pt x="3228975" y="1162050"/>
                </a:lnTo>
                <a:lnTo>
                  <a:pt x="3228975" y="1171575"/>
                </a:lnTo>
                <a:lnTo>
                  <a:pt x="3219450" y="1171575"/>
                </a:lnTo>
                <a:close/>
                <a:moveTo>
                  <a:pt x="3429000" y="1162050"/>
                </a:moveTo>
                <a:lnTo>
                  <a:pt x="3438525" y="1162050"/>
                </a:lnTo>
                <a:lnTo>
                  <a:pt x="3438525" y="1171575"/>
                </a:lnTo>
                <a:lnTo>
                  <a:pt x="3429000" y="1171575"/>
                </a:lnTo>
                <a:close/>
                <a:moveTo>
                  <a:pt x="1733550" y="1171575"/>
                </a:moveTo>
                <a:lnTo>
                  <a:pt x="1743075" y="1171575"/>
                </a:lnTo>
                <a:lnTo>
                  <a:pt x="1743075" y="1181100"/>
                </a:lnTo>
                <a:lnTo>
                  <a:pt x="1733550" y="1181100"/>
                </a:lnTo>
                <a:close/>
                <a:moveTo>
                  <a:pt x="1885950" y="1171575"/>
                </a:moveTo>
                <a:lnTo>
                  <a:pt x="1895475" y="1171575"/>
                </a:lnTo>
                <a:lnTo>
                  <a:pt x="1895475" y="1200150"/>
                </a:lnTo>
                <a:lnTo>
                  <a:pt x="1885950" y="1200150"/>
                </a:lnTo>
                <a:close/>
                <a:moveTo>
                  <a:pt x="3343275" y="1171575"/>
                </a:moveTo>
                <a:lnTo>
                  <a:pt x="3352800" y="1171575"/>
                </a:lnTo>
                <a:lnTo>
                  <a:pt x="3352800" y="1181100"/>
                </a:lnTo>
                <a:lnTo>
                  <a:pt x="3371850" y="1181100"/>
                </a:lnTo>
                <a:lnTo>
                  <a:pt x="3371850" y="1190625"/>
                </a:lnTo>
                <a:lnTo>
                  <a:pt x="3362325" y="1190625"/>
                </a:lnTo>
                <a:lnTo>
                  <a:pt x="3362325" y="1200150"/>
                </a:lnTo>
                <a:lnTo>
                  <a:pt x="3333750" y="1200150"/>
                </a:lnTo>
                <a:lnTo>
                  <a:pt x="3333750" y="1228725"/>
                </a:lnTo>
                <a:lnTo>
                  <a:pt x="3324225" y="1228725"/>
                </a:lnTo>
                <a:lnTo>
                  <a:pt x="3324225" y="1238250"/>
                </a:lnTo>
                <a:lnTo>
                  <a:pt x="3295650" y="1238250"/>
                </a:lnTo>
                <a:lnTo>
                  <a:pt x="3295650" y="1219200"/>
                </a:lnTo>
                <a:lnTo>
                  <a:pt x="3305175" y="1219200"/>
                </a:lnTo>
                <a:lnTo>
                  <a:pt x="3305175" y="1209675"/>
                </a:lnTo>
                <a:lnTo>
                  <a:pt x="3314700" y="1209675"/>
                </a:lnTo>
                <a:lnTo>
                  <a:pt x="3314700" y="1200150"/>
                </a:lnTo>
                <a:lnTo>
                  <a:pt x="3324225" y="1200150"/>
                </a:lnTo>
                <a:lnTo>
                  <a:pt x="3324225" y="1181100"/>
                </a:lnTo>
                <a:lnTo>
                  <a:pt x="3343275" y="1181100"/>
                </a:lnTo>
                <a:close/>
                <a:moveTo>
                  <a:pt x="3438525" y="1171575"/>
                </a:moveTo>
                <a:lnTo>
                  <a:pt x="3448050" y="1171575"/>
                </a:lnTo>
                <a:lnTo>
                  <a:pt x="3448050" y="1181100"/>
                </a:lnTo>
                <a:lnTo>
                  <a:pt x="3438525" y="1181100"/>
                </a:lnTo>
                <a:close/>
                <a:moveTo>
                  <a:pt x="3276600" y="1181100"/>
                </a:moveTo>
                <a:lnTo>
                  <a:pt x="3286125" y="1181100"/>
                </a:lnTo>
                <a:lnTo>
                  <a:pt x="3286125" y="1190625"/>
                </a:lnTo>
                <a:lnTo>
                  <a:pt x="3276600" y="1190625"/>
                </a:lnTo>
                <a:close/>
                <a:moveTo>
                  <a:pt x="3390900" y="1181100"/>
                </a:moveTo>
                <a:lnTo>
                  <a:pt x="3419475" y="1181100"/>
                </a:lnTo>
                <a:lnTo>
                  <a:pt x="3419475" y="1190625"/>
                </a:lnTo>
                <a:lnTo>
                  <a:pt x="3390900" y="1190625"/>
                </a:lnTo>
                <a:close/>
                <a:moveTo>
                  <a:pt x="3267075" y="1200150"/>
                </a:moveTo>
                <a:lnTo>
                  <a:pt x="3276600" y="1200150"/>
                </a:lnTo>
                <a:lnTo>
                  <a:pt x="3276600" y="1209675"/>
                </a:lnTo>
                <a:lnTo>
                  <a:pt x="3267075" y="1209675"/>
                </a:lnTo>
                <a:close/>
                <a:moveTo>
                  <a:pt x="2105025" y="1209675"/>
                </a:moveTo>
                <a:lnTo>
                  <a:pt x="2124075" y="1209675"/>
                </a:lnTo>
                <a:lnTo>
                  <a:pt x="2124075" y="1219200"/>
                </a:lnTo>
                <a:lnTo>
                  <a:pt x="2105025" y="1219200"/>
                </a:lnTo>
                <a:close/>
                <a:moveTo>
                  <a:pt x="2181225" y="1219200"/>
                </a:moveTo>
                <a:lnTo>
                  <a:pt x="2219325" y="1219200"/>
                </a:lnTo>
                <a:lnTo>
                  <a:pt x="2219325" y="1228725"/>
                </a:lnTo>
                <a:lnTo>
                  <a:pt x="2181225" y="1228725"/>
                </a:lnTo>
                <a:close/>
                <a:moveTo>
                  <a:pt x="2266950" y="1228725"/>
                </a:moveTo>
                <a:lnTo>
                  <a:pt x="2276475" y="1228725"/>
                </a:lnTo>
                <a:lnTo>
                  <a:pt x="2276475" y="1238250"/>
                </a:lnTo>
                <a:lnTo>
                  <a:pt x="2266950" y="1238250"/>
                </a:lnTo>
                <a:close/>
                <a:moveTo>
                  <a:pt x="2286000" y="1228725"/>
                </a:moveTo>
                <a:lnTo>
                  <a:pt x="2305050" y="1228725"/>
                </a:lnTo>
                <a:lnTo>
                  <a:pt x="2305050" y="1238250"/>
                </a:lnTo>
                <a:lnTo>
                  <a:pt x="2286000" y="1238250"/>
                </a:lnTo>
                <a:close/>
                <a:moveTo>
                  <a:pt x="133350" y="1238250"/>
                </a:moveTo>
                <a:lnTo>
                  <a:pt x="142875" y="1238250"/>
                </a:lnTo>
                <a:lnTo>
                  <a:pt x="142875" y="1266825"/>
                </a:lnTo>
                <a:lnTo>
                  <a:pt x="133350" y="1266825"/>
                </a:lnTo>
                <a:close/>
                <a:moveTo>
                  <a:pt x="180975" y="1238250"/>
                </a:moveTo>
                <a:lnTo>
                  <a:pt x="190500" y="1238250"/>
                </a:lnTo>
                <a:lnTo>
                  <a:pt x="190500" y="1247775"/>
                </a:lnTo>
                <a:lnTo>
                  <a:pt x="180975" y="1247775"/>
                </a:lnTo>
                <a:close/>
                <a:moveTo>
                  <a:pt x="1790700" y="1238250"/>
                </a:moveTo>
                <a:lnTo>
                  <a:pt x="1800225" y="1238250"/>
                </a:lnTo>
                <a:lnTo>
                  <a:pt x="1800225" y="1257300"/>
                </a:lnTo>
                <a:lnTo>
                  <a:pt x="1790700" y="1257300"/>
                </a:lnTo>
                <a:close/>
                <a:moveTo>
                  <a:pt x="2381250" y="1238250"/>
                </a:moveTo>
                <a:lnTo>
                  <a:pt x="2390775" y="1238250"/>
                </a:lnTo>
                <a:lnTo>
                  <a:pt x="2390775" y="1247775"/>
                </a:lnTo>
                <a:lnTo>
                  <a:pt x="2381250" y="1247775"/>
                </a:lnTo>
                <a:close/>
                <a:moveTo>
                  <a:pt x="1876425" y="1247775"/>
                </a:moveTo>
                <a:lnTo>
                  <a:pt x="1885950" y="1247775"/>
                </a:lnTo>
                <a:lnTo>
                  <a:pt x="1885950" y="1266825"/>
                </a:lnTo>
                <a:lnTo>
                  <a:pt x="1876425" y="1266825"/>
                </a:lnTo>
                <a:close/>
                <a:moveTo>
                  <a:pt x="2457450" y="1247775"/>
                </a:moveTo>
                <a:lnTo>
                  <a:pt x="2495550" y="1247775"/>
                </a:lnTo>
                <a:lnTo>
                  <a:pt x="2495550" y="1257300"/>
                </a:lnTo>
                <a:lnTo>
                  <a:pt x="2457450" y="1257300"/>
                </a:lnTo>
                <a:close/>
                <a:moveTo>
                  <a:pt x="3457575" y="1247775"/>
                </a:moveTo>
                <a:lnTo>
                  <a:pt x="3467100" y="1247775"/>
                </a:lnTo>
                <a:lnTo>
                  <a:pt x="3467100" y="1266825"/>
                </a:lnTo>
                <a:lnTo>
                  <a:pt x="3457575" y="1266825"/>
                </a:lnTo>
                <a:close/>
                <a:moveTo>
                  <a:pt x="2552700" y="1257300"/>
                </a:moveTo>
                <a:lnTo>
                  <a:pt x="2581275" y="1257300"/>
                </a:lnTo>
                <a:lnTo>
                  <a:pt x="2581275" y="1266825"/>
                </a:lnTo>
                <a:lnTo>
                  <a:pt x="2552700" y="1266825"/>
                </a:lnTo>
                <a:close/>
                <a:moveTo>
                  <a:pt x="3590925" y="1257300"/>
                </a:moveTo>
                <a:lnTo>
                  <a:pt x="3600450" y="1257300"/>
                </a:lnTo>
                <a:lnTo>
                  <a:pt x="3600450" y="1266825"/>
                </a:lnTo>
                <a:lnTo>
                  <a:pt x="3590925" y="1266825"/>
                </a:lnTo>
                <a:close/>
                <a:moveTo>
                  <a:pt x="2638425" y="1266825"/>
                </a:moveTo>
                <a:lnTo>
                  <a:pt x="2676525" y="1266825"/>
                </a:lnTo>
                <a:lnTo>
                  <a:pt x="2676525" y="1276350"/>
                </a:lnTo>
                <a:lnTo>
                  <a:pt x="2638425" y="1276350"/>
                </a:lnTo>
                <a:close/>
                <a:moveTo>
                  <a:pt x="2733675" y="1276350"/>
                </a:moveTo>
                <a:lnTo>
                  <a:pt x="2762250" y="1276350"/>
                </a:lnTo>
                <a:lnTo>
                  <a:pt x="2762250" y="1285875"/>
                </a:lnTo>
                <a:lnTo>
                  <a:pt x="2733675" y="1285875"/>
                </a:lnTo>
                <a:close/>
                <a:moveTo>
                  <a:pt x="3267075" y="1276350"/>
                </a:moveTo>
                <a:lnTo>
                  <a:pt x="3276600" y="1276350"/>
                </a:lnTo>
                <a:lnTo>
                  <a:pt x="3276600" y="1285875"/>
                </a:lnTo>
                <a:lnTo>
                  <a:pt x="3267075" y="1285875"/>
                </a:lnTo>
                <a:close/>
                <a:moveTo>
                  <a:pt x="2828925" y="1285875"/>
                </a:moveTo>
                <a:lnTo>
                  <a:pt x="2857500" y="1285875"/>
                </a:lnTo>
                <a:lnTo>
                  <a:pt x="2857500" y="1295400"/>
                </a:lnTo>
                <a:lnTo>
                  <a:pt x="2828925" y="1295400"/>
                </a:lnTo>
                <a:close/>
                <a:moveTo>
                  <a:pt x="2905125" y="1295400"/>
                </a:moveTo>
                <a:lnTo>
                  <a:pt x="2924175" y="1295400"/>
                </a:lnTo>
                <a:lnTo>
                  <a:pt x="2924175" y="1304925"/>
                </a:lnTo>
                <a:lnTo>
                  <a:pt x="2905125" y="1304925"/>
                </a:lnTo>
                <a:close/>
                <a:moveTo>
                  <a:pt x="1743075" y="1304925"/>
                </a:moveTo>
                <a:lnTo>
                  <a:pt x="1752600" y="1304925"/>
                </a:lnTo>
                <a:lnTo>
                  <a:pt x="1752600" y="1314450"/>
                </a:lnTo>
                <a:lnTo>
                  <a:pt x="1743075" y="1314450"/>
                </a:lnTo>
                <a:close/>
                <a:moveTo>
                  <a:pt x="1866900" y="1304925"/>
                </a:moveTo>
                <a:lnTo>
                  <a:pt x="1876425" y="1304925"/>
                </a:lnTo>
                <a:lnTo>
                  <a:pt x="1876425" y="1333500"/>
                </a:lnTo>
                <a:lnTo>
                  <a:pt x="1866900" y="1333500"/>
                </a:lnTo>
                <a:close/>
                <a:moveTo>
                  <a:pt x="3019425" y="1304925"/>
                </a:moveTo>
                <a:lnTo>
                  <a:pt x="3048000" y="1304925"/>
                </a:lnTo>
                <a:lnTo>
                  <a:pt x="3048000" y="1314450"/>
                </a:lnTo>
                <a:lnTo>
                  <a:pt x="3019425" y="1314450"/>
                </a:lnTo>
                <a:close/>
                <a:moveTo>
                  <a:pt x="3171825" y="1304925"/>
                </a:moveTo>
                <a:lnTo>
                  <a:pt x="3181350" y="1304925"/>
                </a:lnTo>
                <a:lnTo>
                  <a:pt x="3181350" y="1314450"/>
                </a:lnTo>
                <a:lnTo>
                  <a:pt x="3171825" y="1314450"/>
                </a:lnTo>
                <a:close/>
                <a:moveTo>
                  <a:pt x="3124200" y="1314450"/>
                </a:moveTo>
                <a:lnTo>
                  <a:pt x="3152775" y="1314450"/>
                </a:lnTo>
                <a:lnTo>
                  <a:pt x="3152775" y="1323975"/>
                </a:lnTo>
                <a:lnTo>
                  <a:pt x="3124200" y="1323975"/>
                </a:lnTo>
                <a:close/>
                <a:moveTo>
                  <a:pt x="1171575" y="1333500"/>
                </a:moveTo>
                <a:lnTo>
                  <a:pt x="1181100" y="1333500"/>
                </a:lnTo>
                <a:lnTo>
                  <a:pt x="1181100" y="1343025"/>
                </a:lnTo>
                <a:lnTo>
                  <a:pt x="1171575" y="1343025"/>
                </a:lnTo>
                <a:close/>
                <a:moveTo>
                  <a:pt x="3333750" y="1333500"/>
                </a:moveTo>
                <a:lnTo>
                  <a:pt x="3343275" y="1333500"/>
                </a:lnTo>
                <a:lnTo>
                  <a:pt x="3343275" y="1343025"/>
                </a:lnTo>
                <a:lnTo>
                  <a:pt x="3333750" y="1343025"/>
                </a:lnTo>
                <a:close/>
                <a:moveTo>
                  <a:pt x="3581400" y="1333500"/>
                </a:moveTo>
                <a:lnTo>
                  <a:pt x="3590925" y="1333500"/>
                </a:lnTo>
                <a:lnTo>
                  <a:pt x="3590925" y="1343025"/>
                </a:lnTo>
                <a:lnTo>
                  <a:pt x="3581400" y="1343025"/>
                </a:lnTo>
                <a:close/>
                <a:moveTo>
                  <a:pt x="1800225" y="1352550"/>
                </a:moveTo>
                <a:lnTo>
                  <a:pt x="1809750" y="1352550"/>
                </a:lnTo>
                <a:lnTo>
                  <a:pt x="1809750" y="1371600"/>
                </a:lnTo>
                <a:lnTo>
                  <a:pt x="1800225" y="1371600"/>
                </a:lnTo>
                <a:close/>
                <a:moveTo>
                  <a:pt x="2505075" y="1352550"/>
                </a:moveTo>
                <a:lnTo>
                  <a:pt x="2562225" y="1352550"/>
                </a:lnTo>
                <a:lnTo>
                  <a:pt x="2562225" y="1362075"/>
                </a:lnTo>
                <a:lnTo>
                  <a:pt x="2505075" y="1362075"/>
                </a:lnTo>
                <a:close/>
                <a:moveTo>
                  <a:pt x="2609850" y="1362075"/>
                </a:moveTo>
                <a:lnTo>
                  <a:pt x="2619375" y="1362075"/>
                </a:lnTo>
                <a:lnTo>
                  <a:pt x="2619375" y="1371600"/>
                </a:lnTo>
                <a:lnTo>
                  <a:pt x="2609850" y="1371600"/>
                </a:lnTo>
                <a:close/>
                <a:moveTo>
                  <a:pt x="2657475" y="1381125"/>
                </a:moveTo>
                <a:lnTo>
                  <a:pt x="2667000" y="1381125"/>
                </a:lnTo>
                <a:lnTo>
                  <a:pt x="2667000" y="1390650"/>
                </a:lnTo>
                <a:lnTo>
                  <a:pt x="2657475" y="1390650"/>
                </a:lnTo>
                <a:close/>
                <a:moveTo>
                  <a:pt x="2819400" y="1381125"/>
                </a:moveTo>
                <a:lnTo>
                  <a:pt x="2828925" y="1381125"/>
                </a:lnTo>
                <a:lnTo>
                  <a:pt x="2828925" y="1390650"/>
                </a:lnTo>
                <a:lnTo>
                  <a:pt x="2819400" y="1390650"/>
                </a:lnTo>
                <a:close/>
                <a:moveTo>
                  <a:pt x="2667000" y="1390650"/>
                </a:moveTo>
                <a:lnTo>
                  <a:pt x="2676525" y="1390650"/>
                </a:lnTo>
                <a:lnTo>
                  <a:pt x="2676525" y="1400175"/>
                </a:lnTo>
                <a:lnTo>
                  <a:pt x="2667000" y="1400175"/>
                </a:lnTo>
                <a:close/>
                <a:moveTo>
                  <a:pt x="2781300" y="1390650"/>
                </a:moveTo>
                <a:lnTo>
                  <a:pt x="2790825" y="1390650"/>
                </a:lnTo>
                <a:lnTo>
                  <a:pt x="2790825" y="1400175"/>
                </a:lnTo>
                <a:lnTo>
                  <a:pt x="2781300" y="1400175"/>
                </a:lnTo>
                <a:close/>
                <a:moveTo>
                  <a:pt x="2886075" y="1390650"/>
                </a:moveTo>
                <a:lnTo>
                  <a:pt x="2914650" y="1390650"/>
                </a:lnTo>
                <a:lnTo>
                  <a:pt x="2914650" y="1400175"/>
                </a:lnTo>
                <a:lnTo>
                  <a:pt x="2886075" y="1400175"/>
                </a:lnTo>
                <a:close/>
                <a:moveTo>
                  <a:pt x="2762250" y="1400175"/>
                </a:moveTo>
                <a:lnTo>
                  <a:pt x="2771775" y="1400175"/>
                </a:lnTo>
                <a:lnTo>
                  <a:pt x="2771775" y="1409700"/>
                </a:lnTo>
                <a:lnTo>
                  <a:pt x="2762250" y="1409700"/>
                </a:lnTo>
                <a:close/>
                <a:moveTo>
                  <a:pt x="2981325" y="1400175"/>
                </a:moveTo>
                <a:lnTo>
                  <a:pt x="2990850" y="1400175"/>
                </a:lnTo>
                <a:lnTo>
                  <a:pt x="2990850" y="1409700"/>
                </a:lnTo>
                <a:lnTo>
                  <a:pt x="2981325" y="1409700"/>
                </a:lnTo>
                <a:close/>
                <a:moveTo>
                  <a:pt x="3571875" y="1400175"/>
                </a:moveTo>
                <a:lnTo>
                  <a:pt x="3581400" y="1400175"/>
                </a:lnTo>
                <a:lnTo>
                  <a:pt x="3581400" y="1409700"/>
                </a:lnTo>
                <a:lnTo>
                  <a:pt x="3571875" y="1409700"/>
                </a:lnTo>
                <a:close/>
                <a:moveTo>
                  <a:pt x="1752600" y="1409700"/>
                </a:moveTo>
                <a:lnTo>
                  <a:pt x="1762125" y="1409700"/>
                </a:lnTo>
                <a:lnTo>
                  <a:pt x="1762125" y="1419225"/>
                </a:lnTo>
                <a:lnTo>
                  <a:pt x="1752600" y="1419225"/>
                </a:lnTo>
                <a:close/>
                <a:moveTo>
                  <a:pt x="1866900" y="1409700"/>
                </a:moveTo>
                <a:lnTo>
                  <a:pt x="1876425" y="1409700"/>
                </a:lnTo>
                <a:lnTo>
                  <a:pt x="1876425" y="1428750"/>
                </a:lnTo>
                <a:lnTo>
                  <a:pt x="1866900" y="1428750"/>
                </a:lnTo>
                <a:close/>
                <a:moveTo>
                  <a:pt x="2752725" y="1409700"/>
                </a:moveTo>
                <a:lnTo>
                  <a:pt x="2762250" y="1409700"/>
                </a:lnTo>
                <a:lnTo>
                  <a:pt x="2762250" y="1419225"/>
                </a:lnTo>
                <a:lnTo>
                  <a:pt x="2752725" y="1419225"/>
                </a:lnTo>
                <a:close/>
                <a:moveTo>
                  <a:pt x="190500" y="1419225"/>
                </a:moveTo>
                <a:lnTo>
                  <a:pt x="200025" y="1419225"/>
                </a:lnTo>
                <a:lnTo>
                  <a:pt x="200025" y="1447800"/>
                </a:lnTo>
                <a:lnTo>
                  <a:pt x="190500" y="1447800"/>
                </a:lnTo>
                <a:close/>
                <a:moveTo>
                  <a:pt x="438150" y="1419225"/>
                </a:moveTo>
                <a:lnTo>
                  <a:pt x="447675" y="1419225"/>
                </a:lnTo>
                <a:lnTo>
                  <a:pt x="447675" y="1438275"/>
                </a:lnTo>
                <a:lnTo>
                  <a:pt x="438150" y="1438275"/>
                </a:lnTo>
                <a:close/>
                <a:moveTo>
                  <a:pt x="2743200" y="1419225"/>
                </a:moveTo>
                <a:lnTo>
                  <a:pt x="2752725" y="1419225"/>
                </a:lnTo>
                <a:lnTo>
                  <a:pt x="2752725" y="1428750"/>
                </a:lnTo>
                <a:lnTo>
                  <a:pt x="2743200" y="1428750"/>
                </a:lnTo>
                <a:close/>
                <a:moveTo>
                  <a:pt x="2733675" y="1428750"/>
                </a:moveTo>
                <a:lnTo>
                  <a:pt x="2743200" y="1428750"/>
                </a:lnTo>
                <a:lnTo>
                  <a:pt x="2743200" y="1438275"/>
                </a:lnTo>
                <a:lnTo>
                  <a:pt x="2733675" y="1438275"/>
                </a:lnTo>
                <a:close/>
                <a:moveTo>
                  <a:pt x="3190875" y="1428750"/>
                </a:moveTo>
                <a:lnTo>
                  <a:pt x="3200400" y="1428750"/>
                </a:lnTo>
                <a:lnTo>
                  <a:pt x="3200400" y="1438275"/>
                </a:lnTo>
                <a:lnTo>
                  <a:pt x="3190875" y="1438275"/>
                </a:lnTo>
                <a:close/>
                <a:moveTo>
                  <a:pt x="3238500" y="1428750"/>
                </a:moveTo>
                <a:lnTo>
                  <a:pt x="3286125" y="1428750"/>
                </a:lnTo>
                <a:lnTo>
                  <a:pt x="3286125" y="1438275"/>
                </a:lnTo>
                <a:lnTo>
                  <a:pt x="3238500" y="1438275"/>
                </a:lnTo>
                <a:close/>
                <a:moveTo>
                  <a:pt x="3171825" y="1438275"/>
                </a:moveTo>
                <a:lnTo>
                  <a:pt x="3181350" y="1438275"/>
                </a:lnTo>
                <a:lnTo>
                  <a:pt x="3181350" y="1447800"/>
                </a:lnTo>
                <a:lnTo>
                  <a:pt x="3171825" y="1447800"/>
                </a:lnTo>
                <a:close/>
                <a:moveTo>
                  <a:pt x="3333750" y="1438275"/>
                </a:moveTo>
                <a:lnTo>
                  <a:pt x="3343275" y="1438275"/>
                </a:lnTo>
                <a:lnTo>
                  <a:pt x="3343275" y="1447800"/>
                </a:lnTo>
                <a:lnTo>
                  <a:pt x="3333750" y="1447800"/>
                </a:lnTo>
                <a:close/>
                <a:moveTo>
                  <a:pt x="3362325" y="1438275"/>
                </a:moveTo>
                <a:lnTo>
                  <a:pt x="3400425" y="1438275"/>
                </a:lnTo>
                <a:lnTo>
                  <a:pt x="3400425" y="1447800"/>
                </a:lnTo>
                <a:lnTo>
                  <a:pt x="3362325" y="1447800"/>
                </a:lnTo>
                <a:close/>
                <a:moveTo>
                  <a:pt x="142875" y="1447800"/>
                </a:moveTo>
                <a:lnTo>
                  <a:pt x="152400" y="1447800"/>
                </a:lnTo>
                <a:lnTo>
                  <a:pt x="152400" y="1476375"/>
                </a:lnTo>
                <a:lnTo>
                  <a:pt x="142875" y="1476375"/>
                </a:lnTo>
                <a:close/>
                <a:moveTo>
                  <a:pt x="2352675" y="1447800"/>
                </a:moveTo>
                <a:lnTo>
                  <a:pt x="2362200" y="1447800"/>
                </a:lnTo>
                <a:lnTo>
                  <a:pt x="2362200" y="1457325"/>
                </a:lnTo>
                <a:lnTo>
                  <a:pt x="2352675" y="1457325"/>
                </a:lnTo>
                <a:close/>
                <a:moveTo>
                  <a:pt x="3419475" y="1447800"/>
                </a:moveTo>
                <a:lnTo>
                  <a:pt x="3429000" y="1447800"/>
                </a:lnTo>
                <a:lnTo>
                  <a:pt x="3429000" y="1457325"/>
                </a:lnTo>
                <a:lnTo>
                  <a:pt x="3419475" y="1457325"/>
                </a:lnTo>
                <a:close/>
                <a:moveTo>
                  <a:pt x="2686050" y="1466850"/>
                </a:moveTo>
                <a:lnTo>
                  <a:pt x="2695575" y="1466850"/>
                </a:lnTo>
                <a:lnTo>
                  <a:pt x="2695575" y="1495425"/>
                </a:lnTo>
                <a:lnTo>
                  <a:pt x="2686050" y="1495425"/>
                </a:lnTo>
                <a:close/>
                <a:moveTo>
                  <a:pt x="3562350" y="1476375"/>
                </a:moveTo>
                <a:lnTo>
                  <a:pt x="3571875" y="1476375"/>
                </a:lnTo>
                <a:lnTo>
                  <a:pt x="3571875" y="1485900"/>
                </a:lnTo>
                <a:lnTo>
                  <a:pt x="3562350" y="1485900"/>
                </a:lnTo>
                <a:close/>
                <a:moveTo>
                  <a:pt x="2724150" y="1485900"/>
                </a:moveTo>
                <a:lnTo>
                  <a:pt x="2733675" y="1485900"/>
                </a:lnTo>
                <a:lnTo>
                  <a:pt x="2733675" y="1514475"/>
                </a:lnTo>
                <a:lnTo>
                  <a:pt x="2724150" y="1514475"/>
                </a:lnTo>
                <a:close/>
                <a:moveTo>
                  <a:pt x="1809750" y="1495425"/>
                </a:moveTo>
                <a:lnTo>
                  <a:pt x="1819275" y="1495425"/>
                </a:lnTo>
                <a:lnTo>
                  <a:pt x="1819275" y="1514475"/>
                </a:lnTo>
                <a:lnTo>
                  <a:pt x="1809750" y="1514475"/>
                </a:lnTo>
                <a:close/>
                <a:moveTo>
                  <a:pt x="2362200" y="1495425"/>
                </a:moveTo>
                <a:lnTo>
                  <a:pt x="2371725" y="1495425"/>
                </a:lnTo>
                <a:lnTo>
                  <a:pt x="2371725" y="1504950"/>
                </a:lnTo>
                <a:lnTo>
                  <a:pt x="2362200" y="1504950"/>
                </a:lnTo>
                <a:close/>
                <a:moveTo>
                  <a:pt x="2371725" y="1504950"/>
                </a:moveTo>
                <a:lnTo>
                  <a:pt x="2381250" y="1504950"/>
                </a:lnTo>
                <a:lnTo>
                  <a:pt x="2381250" y="1514475"/>
                </a:lnTo>
                <a:lnTo>
                  <a:pt x="2371725" y="1514475"/>
                </a:lnTo>
                <a:close/>
                <a:moveTo>
                  <a:pt x="2381250" y="1514475"/>
                </a:moveTo>
                <a:lnTo>
                  <a:pt x="2390775" y="1514475"/>
                </a:lnTo>
                <a:lnTo>
                  <a:pt x="2390775" y="1524000"/>
                </a:lnTo>
                <a:lnTo>
                  <a:pt x="2381250" y="1524000"/>
                </a:lnTo>
                <a:close/>
                <a:moveTo>
                  <a:pt x="1762125" y="1524000"/>
                </a:moveTo>
                <a:lnTo>
                  <a:pt x="1771650" y="1524000"/>
                </a:lnTo>
                <a:lnTo>
                  <a:pt x="1771650" y="1543050"/>
                </a:lnTo>
                <a:lnTo>
                  <a:pt x="1762125" y="1543050"/>
                </a:lnTo>
                <a:close/>
                <a:moveTo>
                  <a:pt x="3124200" y="1524000"/>
                </a:moveTo>
                <a:lnTo>
                  <a:pt x="3133725" y="1524000"/>
                </a:lnTo>
                <a:lnTo>
                  <a:pt x="3133725" y="1562100"/>
                </a:lnTo>
                <a:lnTo>
                  <a:pt x="3124200" y="1562100"/>
                </a:lnTo>
                <a:close/>
                <a:moveTo>
                  <a:pt x="1876425" y="1533525"/>
                </a:moveTo>
                <a:lnTo>
                  <a:pt x="1885950" y="1533525"/>
                </a:lnTo>
                <a:lnTo>
                  <a:pt x="1885950" y="1543050"/>
                </a:lnTo>
                <a:lnTo>
                  <a:pt x="1876425" y="1543050"/>
                </a:lnTo>
                <a:close/>
                <a:moveTo>
                  <a:pt x="3486150" y="1533525"/>
                </a:moveTo>
                <a:lnTo>
                  <a:pt x="3495675" y="1533525"/>
                </a:lnTo>
                <a:lnTo>
                  <a:pt x="3495675" y="1562100"/>
                </a:lnTo>
                <a:lnTo>
                  <a:pt x="3486150" y="1562100"/>
                </a:lnTo>
                <a:close/>
                <a:moveTo>
                  <a:pt x="2505075" y="1543050"/>
                </a:moveTo>
                <a:lnTo>
                  <a:pt x="2543175" y="1543050"/>
                </a:lnTo>
                <a:lnTo>
                  <a:pt x="2543175" y="1552575"/>
                </a:lnTo>
                <a:lnTo>
                  <a:pt x="2505075" y="1552575"/>
                </a:lnTo>
                <a:close/>
                <a:moveTo>
                  <a:pt x="2743200" y="1543050"/>
                </a:moveTo>
                <a:lnTo>
                  <a:pt x="2752725" y="1543050"/>
                </a:lnTo>
                <a:lnTo>
                  <a:pt x="2752725" y="1552575"/>
                </a:lnTo>
                <a:lnTo>
                  <a:pt x="2743200" y="1552575"/>
                </a:lnTo>
                <a:close/>
                <a:moveTo>
                  <a:pt x="3552825" y="1543050"/>
                </a:moveTo>
                <a:lnTo>
                  <a:pt x="3562350" y="1543050"/>
                </a:lnTo>
                <a:lnTo>
                  <a:pt x="3562350" y="1552575"/>
                </a:lnTo>
                <a:lnTo>
                  <a:pt x="3552825" y="1552575"/>
                </a:lnTo>
                <a:close/>
                <a:moveTo>
                  <a:pt x="2752725" y="1552575"/>
                </a:moveTo>
                <a:lnTo>
                  <a:pt x="2762250" y="1552575"/>
                </a:lnTo>
                <a:lnTo>
                  <a:pt x="2762250" y="1562100"/>
                </a:lnTo>
                <a:lnTo>
                  <a:pt x="2752725" y="1562100"/>
                </a:lnTo>
                <a:close/>
                <a:moveTo>
                  <a:pt x="2762250" y="1562100"/>
                </a:moveTo>
                <a:lnTo>
                  <a:pt x="2771775" y="1562100"/>
                </a:lnTo>
                <a:lnTo>
                  <a:pt x="2771775" y="1571625"/>
                </a:lnTo>
                <a:lnTo>
                  <a:pt x="2762250" y="1571625"/>
                </a:lnTo>
                <a:close/>
                <a:moveTo>
                  <a:pt x="3133725" y="1562100"/>
                </a:moveTo>
                <a:lnTo>
                  <a:pt x="3143250" y="1562100"/>
                </a:lnTo>
                <a:lnTo>
                  <a:pt x="3143250" y="1571625"/>
                </a:lnTo>
                <a:lnTo>
                  <a:pt x="3133725" y="1571625"/>
                </a:lnTo>
                <a:close/>
                <a:moveTo>
                  <a:pt x="3057525" y="1571625"/>
                </a:moveTo>
                <a:lnTo>
                  <a:pt x="3067050" y="1571625"/>
                </a:lnTo>
                <a:lnTo>
                  <a:pt x="3067050" y="1581150"/>
                </a:lnTo>
                <a:lnTo>
                  <a:pt x="3057525" y="1581150"/>
                </a:lnTo>
                <a:close/>
                <a:moveTo>
                  <a:pt x="3476625" y="1571625"/>
                </a:moveTo>
                <a:lnTo>
                  <a:pt x="3486150" y="1571625"/>
                </a:lnTo>
                <a:lnTo>
                  <a:pt x="3486150" y="1590675"/>
                </a:lnTo>
                <a:lnTo>
                  <a:pt x="3476625" y="1590675"/>
                </a:lnTo>
                <a:close/>
                <a:moveTo>
                  <a:pt x="2838450" y="1581150"/>
                </a:moveTo>
                <a:lnTo>
                  <a:pt x="2895600" y="1581150"/>
                </a:lnTo>
                <a:lnTo>
                  <a:pt x="2895600" y="1590675"/>
                </a:lnTo>
                <a:lnTo>
                  <a:pt x="2838450" y="1590675"/>
                </a:lnTo>
                <a:close/>
                <a:moveTo>
                  <a:pt x="3048000" y="1581150"/>
                </a:moveTo>
                <a:lnTo>
                  <a:pt x="3057525" y="1581150"/>
                </a:lnTo>
                <a:lnTo>
                  <a:pt x="3057525" y="1590675"/>
                </a:lnTo>
                <a:lnTo>
                  <a:pt x="3048000" y="1590675"/>
                </a:lnTo>
                <a:close/>
                <a:moveTo>
                  <a:pt x="1876425" y="1590675"/>
                </a:moveTo>
                <a:lnTo>
                  <a:pt x="1885950" y="1590675"/>
                </a:lnTo>
                <a:lnTo>
                  <a:pt x="1885950" y="1600200"/>
                </a:lnTo>
                <a:lnTo>
                  <a:pt x="1876425" y="1600200"/>
                </a:lnTo>
                <a:close/>
                <a:moveTo>
                  <a:pt x="2009775" y="1590675"/>
                </a:moveTo>
                <a:lnTo>
                  <a:pt x="2047875" y="1590675"/>
                </a:lnTo>
                <a:lnTo>
                  <a:pt x="2047875" y="1600200"/>
                </a:lnTo>
                <a:lnTo>
                  <a:pt x="2009775" y="1600200"/>
                </a:lnTo>
                <a:close/>
                <a:moveTo>
                  <a:pt x="2971800" y="1590675"/>
                </a:moveTo>
                <a:lnTo>
                  <a:pt x="2981325" y="1590675"/>
                </a:lnTo>
                <a:lnTo>
                  <a:pt x="2981325" y="1600200"/>
                </a:lnTo>
                <a:lnTo>
                  <a:pt x="2971800" y="1600200"/>
                </a:lnTo>
                <a:close/>
                <a:moveTo>
                  <a:pt x="3028950" y="1590675"/>
                </a:moveTo>
                <a:lnTo>
                  <a:pt x="3038475" y="1590675"/>
                </a:lnTo>
                <a:lnTo>
                  <a:pt x="3038475" y="1600200"/>
                </a:lnTo>
                <a:lnTo>
                  <a:pt x="3028950" y="1600200"/>
                </a:lnTo>
                <a:close/>
                <a:moveTo>
                  <a:pt x="3467100" y="1590675"/>
                </a:moveTo>
                <a:lnTo>
                  <a:pt x="3476625" y="1590675"/>
                </a:lnTo>
                <a:lnTo>
                  <a:pt x="3476625" y="1600200"/>
                </a:lnTo>
                <a:lnTo>
                  <a:pt x="3467100" y="1600200"/>
                </a:lnTo>
                <a:close/>
                <a:moveTo>
                  <a:pt x="2000250" y="1600200"/>
                </a:moveTo>
                <a:lnTo>
                  <a:pt x="2009775" y="1600200"/>
                </a:lnTo>
                <a:lnTo>
                  <a:pt x="2009775" y="1609725"/>
                </a:lnTo>
                <a:lnTo>
                  <a:pt x="2000250" y="1609725"/>
                </a:lnTo>
                <a:close/>
                <a:moveTo>
                  <a:pt x="2085975" y="1600200"/>
                </a:moveTo>
                <a:lnTo>
                  <a:pt x="2105025" y="1600200"/>
                </a:lnTo>
                <a:lnTo>
                  <a:pt x="2105025" y="1609725"/>
                </a:lnTo>
                <a:lnTo>
                  <a:pt x="2085975" y="1609725"/>
                </a:lnTo>
                <a:close/>
                <a:moveTo>
                  <a:pt x="2190750" y="1600200"/>
                </a:moveTo>
                <a:lnTo>
                  <a:pt x="2209800" y="1600200"/>
                </a:lnTo>
                <a:lnTo>
                  <a:pt x="2209800" y="1619250"/>
                </a:lnTo>
                <a:lnTo>
                  <a:pt x="2190750" y="1619250"/>
                </a:lnTo>
                <a:close/>
                <a:moveTo>
                  <a:pt x="1819275" y="1609725"/>
                </a:moveTo>
                <a:lnTo>
                  <a:pt x="1828800" y="1609725"/>
                </a:lnTo>
                <a:lnTo>
                  <a:pt x="1828800" y="1619250"/>
                </a:lnTo>
                <a:lnTo>
                  <a:pt x="1819275" y="1619250"/>
                </a:lnTo>
                <a:close/>
                <a:moveTo>
                  <a:pt x="1990725" y="1609725"/>
                </a:moveTo>
                <a:lnTo>
                  <a:pt x="2000250" y="1609725"/>
                </a:lnTo>
                <a:lnTo>
                  <a:pt x="2000250" y="1619250"/>
                </a:lnTo>
                <a:lnTo>
                  <a:pt x="1990725" y="1619250"/>
                </a:lnTo>
                <a:close/>
                <a:moveTo>
                  <a:pt x="3543300" y="1609725"/>
                </a:moveTo>
                <a:lnTo>
                  <a:pt x="3552825" y="1609725"/>
                </a:lnTo>
                <a:lnTo>
                  <a:pt x="3552825" y="1619250"/>
                </a:lnTo>
                <a:lnTo>
                  <a:pt x="3543300" y="1619250"/>
                </a:lnTo>
                <a:close/>
                <a:moveTo>
                  <a:pt x="200025" y="1619250"/>
                </a:moveTo>
                <a:lnTo>
                  <a:pt x="209550" y="1619250"/>
                </a:lnTo>
                <a:lnTo>
                  <a:pt x="209550" y="1628775"/>
                </a:lnTo>
                <a:lnTo>
                  <a:pt x="200025" y="1628775"/>
                </a:lnTo>
                <a:close/>
                <a:moveTo>
                  <a:pt x="1981200" y="1619250"/>
                </a:moveTo>
                <a:lnTo>
                  <a:pt x="1990725" y="1619250"/>
                </a:lnTo>
                <a:lnTo>
                  <a:pt x="1990725" y="1657350"/>
                </a:lnTo>
                <a:lnTo>
                  <a:pt x="1981200" y="1657350"/>
                </a:lnTo>
                <a:close/>
                <a:moveTo>
                  <a:pt x="3438525" y="1619250"/>
                </a:moveTo>
                <a:lnTo>
                  <a:pt x="3448050" y="1619250"/>
                </a:lnTo>
                <a:lnTo>
                  <a:pt x="3448050" y="1628775"/>
                </a:lnTo>
                <a:lnTo>
                  <a:pt x="3438525" y="1628775"/>
                </a:lnTo>
                <a:close/>
                <a:moveTo>
                  <a:pt x="3276600" y="1628775"/>
                </a:moveTo>
                <a:lnTo>
                  <a:pt x="3286125" y="1628775"/>
                </a:lnTo>
                <a:lnTo>
                  <a:pt x="3286125" y="1638300"/>
                </a:lnTo>
                <a:lnTo>
                  <a:pt x="3276600" y="1638300"/>
                </a:lnTo>
                <a:close/>
                <a:moveTo>
                  <a:pt x="3305175" y="1628775"/>
                </a:moveTo>
                <a:lnTo>
                  <a:pt x="3314700" y="1628775"/>
                </a:lnTo>
                <a:lnTo>
                  <a:pt x="3314700" y="1638300"/>
                </a:lnTo>
                <a:lnTo>
                  <a:pt x="3305175" y="1638300"/>
                </a:lnTo>
                <a:close/>
                <a:moveTo>
                  <a:pt x="3429000" y="1628775"/>
                </a:moveTo>
                <a:lnTo>
                  <a:pt x="3438525" y="1628775"/>
                </a:lnTo>
                <a:lnTo>
                  <a:pt x="3438525" y="1638300"/>
                </a:lnTo>
                <a:lnTo>
                  <a:pt x="3429000" y="1638300"/>
                </a:lnTo>
                <a:close/>
                <a:moveTo>
                  <a:pt x="152400" y="1638300"/>
                </a:moveTo>
                <a:lnTo>
                  <a:pt x="161925" y="1638300"/>
                </a:lnTo>
                <a:lnTo>
                  <a:pt x="161925" y="1666875"/>
                </a:lnTo>
                <a:lnTo>
                  <a:pt x="152400" y="1666875"/>
                </a:lnTo>
                <a:close/>
                <a:moveTo>
                  <a:pt x="1971675" y="1657350"/>
                </a:moveTo>
                <a:lnTo>
                  <a:pt x="1981200" y="1657350"/>
                </a:lnTo>
                <a:lnTo>
                  <a:pt x="1981200" y="1733550"/>
                </a:lnTo>
                <a:lnTo>
                  <a:pt x="1971675" y="1733550"/>
                </a:lnTo>
                <a:lnTo>
                  <a:pt x="1971675" y="1743075"/>
                </a:lnTo>
                <a:lnTo>
                  <a:pt x="1962150" y="1743075"/>
                </a:lnTo>
                <a:lnTo>
                  <a:pt x="1962150" y="1714500"/>
                </a:lnTo>
                <a:lnTo>
                  <a:pt x="1971675" y="1714500"/>
                </a:lnTo>
                <a:close/>
                <a:moveTo>
                  <a:pt x="1771650" y="1666875"/>
                </a:moveTo>
                <a:lnTo>
                  <a:pt x="1781175" y="1666875"/>
                </a:lnTo>
                <a:lnTo>
                  <a:pt x="1781175" y="1676400"/>
                </a:lnTo>
                <a:lnTo>
                  <a:pt x="1771650" y="1676400"/>
                </a:lnTo>
                <a:close/>
                <a:moveTo>
                  <a:pt x="1876425" y="1685925"/>
                </a:moveTo>
                <a:lnTo>
                  <a:pt x="1885950" y="1685925"/>
                </a:lnTo>
                <a:lnTo>
                  <a:pt x="1885950" y="1704975"/>
                </a:lnTo>
                <a:lnTo>
                  <a:pt x="1876425" y="1704975"/>
                </a:lnTo>
                <a:close/>
                <a:moveTo>
                  <a:pt x="3533775" y="1685925"/>
                </a:moveTo>
                <a:lnTo>
                  <a:pt x="3543300" y="1685925"/>
                </a:lnTo>
                <a:lnTo>
                  <a:pt x="3543300" y="1695450"/>
                </a:lnTo>
                <a:lnTo>
                  <a:pt x="3533775" y="1695450"/>
                </a:lnTo>
                <a:close/>
                <a:moveTo>
                  <a:pt x="1828800" y="1714500"/>
                </a:moveTo>
                <a:lnTo>
                  <a:pt x="1838325" y="1714500"/>
                </a:lnTo>
                <a:lnTo>
                  <a:pt x="1838325" y="1733550"/>
                </a:lnTo>
                <a:lnTo>
                  <a:pt x="1828800" y="1733550"/>
                </a:lnTo>
                <a:close/>
                <a:moveTo>
                  <a:pt x="2438400" y="1724025"/>
                </a:moveTo>
                <a:lnTo>
                  <a:pt x="2486025" y="1724025"/>
                </a:lnTo>
                <a:lnTo>
                  <a:pt x="2486025" y="1733550"/>
                </a:lnTo>
                <a:lnTo>
                  <a:pt x="2476500" y="1733550"/>
                </a:lnTo>
                <a:lnTo>
                  <a:pt x="2476500" y="1771650"/>
                </a:lnTo>
                <a:lnTo>
                  <a:pt x="2457450" y="1771650"/>
                </a:lnTo>
                <a:lnTo>
                  <a:pt x="2457450" y="1781175"/>
                </a:lnTo>
                <a:lnTo>
                  <a:pt x="2428875" y="1781175"/>
                </a:lnTo>
                <a:lnTo>
                  <a:pt x="2428875" y="1771650"/>
                </a:lnTo>
                <a:lnTo>
                  <a:pt x="2447925" y="1771650"/>
                </a:lnTo>
                <a:lnTo>
                  <a:pt x="2447925" y="1762125"/>
                </a:lnTo>
                <a:lnTo>
                  <a:pt x="2457450" y="1762125"/>
                </a:lnTo>
                <a:lnTo>
                  <a:pt x="2457450" y="1733550"/>
                </a:lnTo>
                <a:lnTo>
                  <a:pt x="2438400" y="1733550"/>
                </a:lnTo>
                <a:close/>
                <a:moveTo>
                  <a:pt x="2514600" y="1724025"/>
                </a:moveTo>
                <a:lnTo>
                  <a:pt x="2533650" y="1724025"/>
                </a:lnTo>
                <a:lnTo>
                  <a:pt x="2533650" y="1733550"/>
                </a:lnTo>
                <a:lnTo>
                  <a:pt x="2552700" y="1733550"/>
                </a:lnTo>
                <a:lnTo>
                  <a:pt x="2552700" y="1743075"/>
                </a:lnTo>
                <a:lnTo>
                  <a:pt x="2524125" y="1743075"/>
                </a:lnTo>
                <a:lnTo>
                  <a:pt x="2524125" y="1733550"/>
                </a:lnTo>
                <a:lnTo>
                  <a:pt x="2514600" y="1733550"/>
                </a:lnTo>
                <a:close/>
                <a:moveTo>
                  <a:pt x="2305050" y="1733550"/>
                </a:moveTo>
                <a:lnTo>
                  <a:pt x="2314575" y="1733550"/>
                </a:lnTo>
                <a:lnTo>
                  <a:pt x="2314575" y="1752600"/>
                </a:lnTo>
                <a:lnTo>
                  <a:pt x="2305050" y="1752600"/>
                </a:lnTo>
                <a:close/>
                <a:moveTo>
                  <a:pt x="2562225" y="1733550"/>
                </a:moveTo>
                <a:lnTo>
                  <a:pt x="2571750" y="1733550"/>
                </a:lnTo>
                <a:lnTo>
                  <a:pt x="2571750" y="1743075"/>
                </a:lnTo>
                <a:lnTo>
                  <a:pt x="2562225" y="1743075"/>
                </a:lnTo>
                <a:close/>
                <a:moveTo>
                  <a:pt x="2257425" y="1743075"/>
                </a:moveTo>
                <a:lnTo>
                  <a:pt x="2266950" y="1743075"/>
                </a:lnTo>
                <a:lnTo>
                  <a:pt x="2266950" y="1762125"/>
                </a:lnTo>
                <a:lnTo>
                  <a:pt x="2257425" y="1762125"/>
                </a:lnTo>
                <a:close/>
                <a:moveTo>
                  <a:pt x="2609850" y="1743075"/>
                </a:moveTo>
                <a:lnTo>
                  <a:pt x="2628900" y="1743075"/>
                </a:lnTo>
                <a:lnTo>
                  <a:pt x="2628900" y="1752600"/>
                </a:lnTo>
                <a:lnTo>
                  <a:pt x="2619375" y="1752600"/>
                </a:lnTo>
                <a:lnTo>
                  <a:pt x="2619375" y="1762125"/>
                </a:lnTo>
                <a:lnTo>
                  <a:pt x="2609850" y="1762125"/>
                </a:lnTo>
                <a:close/>
                <a:moveTo>
                  <a:pt x="2686050" y="1743075"/>
                </a:moveTo>
                <a:lnTo>
                  <a:pt x="2714625" y="1743075"/>
                </a:lnTo>
                <a:lnTo>
                  <a:pt x="2714625" y="1752600"/>
                </a:lnTo>
                <a:lnTo>
                  <a:pt x="2686050" y="1752600"/>
                </a:lnTo>
                <a:close/>
                <a:moveTo>
                  <a:pt x="2724150" y="1752600"/>
                </a:moveTo>
                <a:lnTo>
                  <a:pt x="2743200" y="1752600"/>
                </a:lnTo>
                <a:lnTo>
                  <a:pt x="2743200" y="1762125"/>
                </a:lnTo>
                <a:lnTo>
                  <a:pt x="2819400" y="1762125"/>
                </a:lnTo>
                <a:lnTo>
                  <a:pt x="2819400" y="1771650"/>
                </a:lnTo>
                <a:lnTo>
                  <a:pt x="2752725" y="1771650"/>
                </a:lnTo>
                <a:lnTo>
                  <a:pt x="2752725" y="1781175"/>
                </a:lnTo>
                <a:lnTo>
                  <a:pt x="2733675" y="1781175"/>
                </a:lnTo>
                <a:lnTo>
                  <a:pt x="2733675" y="1762125"/>
                </a:lnTo>
                <a:lnTo>
                  <a:pt x="2724150" y="1762125"/>
                </a:lnTo>
                <a:close/>
                <a:moveTo>
                  <a:pt x="3524250" y="1752600"/>
                </a:moveTo>
                <a:lnTo>
                  <a:pt x="3533775" y="1752600"/>
                </a:lnTo>
                <a:lnTo>
                  <a:pt x="3533775" y="1762125"/>
                </a:lnTo>
                <a:lnTo>
                  <a:pt x="3524250" y="1762125"/>
                </a:lnTo>
                <a:close/>
                <a:moveTo>
                  <a:pt x="1885950" y="1762125"/>
                </a:moveTo>
                <a:lnTo>
                  <a:pt x="1895475" y="1762125"/>
                </a:lnTo>
                <a:lnTo>
                  <a:pt x="1895475" y="1800225"/>
                </a:lnTo>
                <a:lnTo>
                  <a:pt x="1885950" y="1800225"/>
                </a:lnTo>
                <a:close/>
                <a:moveTo>
                  <a:pt x="1962150" y="1762125"/>
                </a:moveTo>
                <a:lnTo>
                  <a:pt x="1971675" y="1762125"/>
                </a:lnTo>
                <a:lnTo>
                  <a:pt x="1971675" y="1771650"/>
                </a:lnTo>
                <a:lnTo>
                  <a:pt x="1962150" y="1771650"/>
                </a:lnTo>
                <a:close/>
                <a:moveTo>
                  <a:pt x="2362200" y="1762125"/>
                </a:moveTo>
                <a:lnTo>
                  <a:pt x="2400300" y="1762125"/>
                </a:lnTo>
                <a:lnTo>
                  <a:pt x="2400300" y="1771650"/>
                </a:lnTo>
                <a:lnTo>
                  <a:pt x="2362200" y="1771650"/>
                </a:lnTo>
                <a:close/>
                <a:moveTo>
                  <a:pt x="1781175" y="1771650"/>
                </a:moveTo>
                <a:lnTo>
                  <a:pt x="1790700" y="1771650"/>
                </a:lnTo>
                <a:lnTo>
                  <a:pt x="1790700" y="1790700"/>
                </a:lnTo>
                <a:lnTo>
                  <a:pt x="1781175" y="1790700"/>
                </a:lnTo>
                <a:close/>
                <a:moveTo>
                  <a:pt x="2819400" y="1771650"/>
                </a:moveTo>
                <a:lnTo>
                  <a:pt x="2828925" y="1771650"/>
                </a:lnTo>
                <a:lnTo>
                  <a:pt x="2828925" y="1781175"/>
                </a:lnTo>
                <a:lnTo>
                  <a:pt x="2819400" y="1781175"/>
                </a:lnTo>
                <a:close/>
                <a:moveTo>
                  <a:pt x="2524125" y="1781175"/>
                </a:moveTo>
                <a:lnTo>
                  <a:pt x="2543175" y="1781175"/>
                </a:lnTo>
                <a:lnTo>
                  <a:pt x="2543175" y="1790700"/>
                </a:lnTo>
                <a:lnTo>
                  <a:pt x="2524125" y="1790700"/>
                </a:lnTo>
                <a:close/>
                <a:moveTo>
                  <a:pt x="2600325" y="1781175"/>
                </a:moveTo>
                <a:lnTo>
                  <a:pt x="2619375" y="1781175"/>
                </a:lnTo>
                <a:lnTo>
                  <a:pt x="2619375" y="1790700"/>
                </a:lnTo>
                <a:lnTo>
                  <a:pt x="2600325" y="1790700"/>
                </a:lnTo>
                <a:close/>
                <a:moveTo>
                  <a:pt x="209550" y="1800225"/>
                </a:moveTo>
                <a:lnTo>
                  <a:pt x="219075" y="1800225"/>
                </a:lnTo>
                <a:lnTo>
                  <a:pt x="219075" y="1819275"/>
                </a:lnTo>
                <a:lnTo>
                  <a:pt x="209550" y="1819275"/>
                </a:lnTo>
                <a:close/>
                <a:moveTo>
                  <a:pt x="1962150" y="1800225"/>
                </a:moveTo>
                <a:lnTo>
                  <a:pt x="1971675" y="1800225"/>
                </a:lnTo>
                <a:lnTo>
                  <a:pt x="1971675" y="1809750"/>
                </a:lnTo>
                <a:lnTo>
                  <a:pt x="1962150" y="1809750"/>
                </a:lnTo>
                <a:close/>
                <a:moveTo>
                  <a:pt x="2667000" y="1800225"/>
                </a:moveTo>
                <a:lnTo>
                  <a:pt x="2705100" y="1800225"/>
                </a:lnTo>
                <a:lnTo>
                  <a:pt x="2705100" y="1809750"/>
                </a:lnTo>
                <a:lnTo>
                  <a:pt x="2667000" y="1809750"/>
                </a:lnTo>
                <a:close/>
                <a:moveTo>
                  <a:pt x="3028950" y="1800225"/>
                </a:moveTo>
                <a:lnTo>
                  <a:pt x="3133725" y="1800225"/>
                </a:lnTo>
                <a:lnTo>
                  <a:pt x="3133725" y="1809750"/>
                </a:lnTo>
                <a:lnTo>
                  <a:pt x="3219450" y="1809750"/>
                </a:lnTo>
                <a:lnTo>
                  <a:pt x="3219450" y="1819275"/>
                </a:lnTo>
                <a:lnTo>
                  <a:pt x="3257550" y="1819275"/>
                </a:lnTo>
                <a:lnTo>
                  <a:pt x="3257550" y="1809750"/>
                </a:lnTo>
                <a:lnTo>
                  <a:pt x="3267075" y="1809750"/>
                </a:lnTo>
                <a:lnTo>
                  <a:pt x="3267075" y="1819275"/>
                </a:lnTo>
                <a:lnTo>
                  <a:pt x="3314700" y="1819275"/>
                </a:lnTo>
                <a:lnTo>
                  <a:pt x="3314700" y="1828800"/>
                </a:lnTo>
                <a:lnTo>
                  <a:pt x="3324225" y="1828800"/>
                </a:lnTo>
                <a:lnTo>
                  <a:pt x="3324225" y="1838325"/>
                </a:lnTo>
                <a:lnTo>
                  <a:pt x="3333750" y="1838325"/>
                </a:lnTo>
                <a:lnTo>
                  <a:pt x="3333750" y="1847850"/>
                </a:lnTo>
                <a:lnTo>
                  <a:pt x="3343275" y="1847850"/>
                </a:lnTo>
                <a:lnTo>
                  <a:pt x="3343275" y="1885950"/>
                </a:lnTo>
                <a:lnTo>
                  <a:pt x="3352800" y="1885950"/>
                </a:lnTo>
                <a:lnTo>
                  <a:pt x="3352800" y="1914525"/>
                </a:lnTo>
                <a:lnTo>
                  <a:pt x="3343275" y="1914525"/>
                </a:lnTo>
                <a:lnTo>
                  <a:pt x="3343275" y="1924050"/>
                </a:lnTo>
                <a:lnTo>
                  <a:pt x="3333750" y="1924050"/>
                </a:lnTo>
                <a:lnTo>
                  <a:pt x="3333750" y="1933575"/>
                </a:lnTo>
                <a:lnTo>
                  <a:pt x="3324225" y="1933575"/>
                </a:lnTo>
                <a:lnTo>
                  <a:pt x="3324225" y="1943100"/>
                </a:lnTo>
                <a:lnTo>
                  <a:pt x="3314700" y="1943100"/>
                </a:lnTo>
                <a:lnTo>
                  <a:pt x="3314700" y="1952625"/>
                </a:lnTo>
                <a:lnTo>
                  <a:pt x="3286125" y="1952625"/>
                </a:lnTo>
                <a:lnTo>
                  <a:pt x="3286125" y="1962150"/>
                </a:lnTo>
                <a:lnTo>
                  <a:pt x="3267075" y="1962150"/>
                </a:lnTo>
                <a:lnTo>
                  <a:pt x="3267075" y="1952625"/>
                </a:lnTo>
                <a:lnTo>
                  <a:pt x="3209925" y="1952625"/>
                </a:lnTo>
                <a:lnTo>
                  <a:pt x="3209925" y="1943100"/>
                </a:lnTo>
                <a:lnTo>
                  <a:pt x="3114675" y="1943100"/>
                </a:lnTo>
                <a:lnTo>
                  <a:pt x="3114675" y="1933575"/>
                </a:lnTo>
                <a:lnTo>
                  <a:pt x="3076575" y="1933575"/>
                </a:lnTo>
                <a:lnTo>
                  <a:pt x="3076575" y="1943100"/>
                </a:lnTo>
                <a:lnTo>
                  <a:pt x="3067050" y="1943100"/>
                </a:lnTo>
                <a:lnTo>
                  <a:pt x="3067050" y="1933575"/>
                </a:lnTo>
                <a:lnTo>
                  <a:pt x="3028950" y="1933575"/>
                </a:lnTo>
                <a:lnTo>
                  <a:pt x="3028950" y="1924050"/>
                </a:lnTo>
                <a:lnTo>
                  <a:pt x="3019425" y="1924050"/>
                </a:lnTo>
                <a:lnTo>
                  <a:pt x="3019425" y="1914525"/>
                </a:lnTo>
                <a:lnTo>
                  <a:pt x="3009900" y="1914525"/>
                </a:lnTo>
                <a:lnTo>
                  <a:pt x="3009900" y="1905000"/>
                </a:lnTo>
                <a:lnTo>
                  <a:pt x="3000375" y="1905000"/>
                </a:lnTo>
                <a:lnTo>
                  <a:pt x="3000375" y="1838325"/>
                </a:lnTo>
                <a:lnTo>
                  <a:pt x="3009900" y="1838325"/>
                </a:lnTo>
                <a:lnTo>
                  <a:pt x="3009900" y="1819275"/>
                </a:lnTo>
                <a:lnTo>
                  <a:pt x="3019425" y="1819275"/>
                </a:lnTo>
                <a:lnTo>
                  <a:pt x="3019425" y="1809750"/>
                </a:lnTo>
                <a:lnTo>
                  <a:pt x="3028950" y="1809750"/>
                </a:lnTo>
                <a:close/>
                <a:moveTo>
                  <a:pt x="2305050" y="1809750"/>
                </a:moveTo>
                <a:lnTo>
                  <a:pt x="2314575" y="1809750"/>
                </a:lnTo>
                <a:lnTo>
                  <a:pt x="2314575" y="1819275"/>
                </a:lnTo>
                <a:lnTo>
                  <a:pt x="2305050" y="1819275"/>
                </a:lnTo>
                <a:close/>
                <a:moveTo>
                  <a:pt x="2762250" y="1809750"/>
                </a:moveTo>
                <a:lnTo>
                  <a:pt x="2790825" y="1809750"/>
                </a:lnTo>
                <a:lnTo>
                  <a:pt x="2790825" y="1819275"/>
                </a:lnTo>
                <a:lnTo>
                  <a:pt x="2762250" y="1819275"/>
                </a:lnTo>
                <a:close/>
                <a:moveTo>
                  <a:pt x="2114550" y="1819275"/>
                </a:moveTo>
                <a:lnTo>
                  <a:pt x="2124075" y="1819275"/>
                </a:lnTo>
                <a:lnTo>
                  <a:pt x="2124075" y="1838325"/>
                </a:lnTo>
                <a:lnTo>
                  <a:pt x="2105025" y="1838325"/>
                </a:lnTo>
                <a:lnTo>
                  <a:pt x="2105025" y="1847850"/>
                </a:lnTo>
                <a:lnTo>
                  <a:pt x="2114550" y="1847850"/>
                </a:lnTo>
                <a:lnTo>
                  <a:pt x="2114550" y="1857375"/>
                </a:lnTo>
                <a:lnTo>
                  <a:pt x="2085975" y="1857375"/>
                </a:lnTo>
                <a:lnTo>
                  <a:pt x="2085975" y="1847850"/>
                </a:lnTo>
                <a:lnTo>
                  <a:pt x="2095500" y="1847850"/>
                </a:lnTo>
                <a:lnTo>
                  <a:pt x="2095500" y="1828800"/>
                </a:lnTo>
                <a:lnTo>
                  <a:pt x="2114550" y="1828800"/>
                </a:lnTo>
                <a:close/>
                <a:moveTo>
                  <a:pt x="2247900" y="1819275"/>
                </a:moveTo>
                <a:lnTo>
                  <a:pt x="2257425" y="1819275"/>
                </a:lnTo>
                <a:lnTo>
                  <a:pt x="2257425" y="1828800"/>
                </a:lnTo>
                <a:lnTo>
                  <a:pt x="2247900" y="1828800"/>
                </a:lnTo>
                <a:close/>
                <a:moveTo>
                  <a:pt x="2352675" y="1819275"/>
                </a:moveTo>
                <a:lnTo>
                  <a:pt x="2362200" y="1819275"/>
                </a:lnTo>
                <a:lnTo>
                  <a:pt x="2362200" y="1828800"/>
                </a:lnTo>
                <a:lnTo>
                  <a:pt x="2352675" y="1828800"/>
                </a:lnTo>
                <a:close/>
                <a:moveTo>
                  <a:pt x="2390775" y="1819275"/>
                </a:moveTo>
                <a:lnTo>
                  <a:pt x="2400300" y="1819275"/>
                </a:lnTo>
                <a:lnTo>
                  <a:pt x="2400300" y="1828800"/>
                </a:lnTo>
                <a:lnTo>
                  <a:pt x="2390775" y="1828800"/>
                </a:lnTo>
                <a:close/>
                <a:moveTo>
                  <a:pt x="2419350" y="1819275"/>
                </a:moveTo>
                <a:lnTo>
                  <a:pt x="2428875" y="1819275"/>
                </a:lnTo>
                <a:lnTo>
                  <a:pt x="2428875" y="1828800"/>
                </a:lnTo>
                <a:lnTo>
                  <a:pt x="2419350" y="1828800"/>
                </a:lnTo>
                <a:close/>
                <a:moveTo>
                  <a:pt x="2447925" y="1819275"/>
                </a:moveTo>
                <a:lnTo>
                  <a:pt x="2457450" y="1819275"/>
                </a:lnTo>
                <a:lnTo>
                  <a:pt x="2457450" y="1828800"/>
                </a:lnTo>
                <a:lnTo>
                  <a:pt x="2447925" y="1828800"/>
                </a:lnTo>
                <a:close/>
                <a:moveTo>
                  <a:pt x="3514725" y="1828800"/>
                </a:moveTo>
                <a:lnTo>
                  <a:pt x="3524250" y="1828800"/>
                </a:lnTo>
                <a:lnTo>
                  <a:pt x="3524250" y="1838325"/>
                </a:lnTo>
                <a:lnTo>
                  <a:pt x="3514725" y="1838325"/>
                </a:lnTo>
                <a:close/>
                <a:moveTo>
                  <a:pt x="2124075" y="1838325"/>
                </a:moveTo>
                <a:lnTo>
                  <a:pt x="2133600" y="1838325"/>
                </a:lnTo>
                <a:lnTo>
                  <a:pt x="2133600" y="1857375"/>
                </a:lnTo>
                <a:lnTo>
                  <a:pt x="2124075" y="1857375"/>
                </a:lnTo>
                <a:close/>
                <a:moveTo>
                  <a:pt x="161925" y="1847850"/>
                </a:moveTo>
                <a:lnTo>
                  <a:pt x="171450" y="1847850"/>
                </a:lnTo>
                <a:lnTo>
                  <a:pt x="171450" y="1866900"/>
                </a:lnTo>
                <a:lnTo>
                  <a:pt x="161925" y="1866900"/>
                </a:lnTo>
                <a:close/>
                <a:moveTo>
                  <a:pt x="1838325" y="1847850"/>
                </a:moveTo>
                <a:lnTo>
                  <a:pt x="1847850" y="1847850"/>
                </a:lnTo>
                <a:lnTo>
                  <a:pt x="1847850" y="1857375"/>
                </a:lnTo>
                <a:lnTo>
                  <a:pt x="1838325" y="1857375"/>
                </a:lnTo>
                <a:close/>
                <a:moveTo>
                  <a:pt x="2305050" y="1847850"/>
                </a:moveTo>
                <a:lnTo>
                  <a:pt x="2314575" y="1847850"/>
                </a:lnTo>
                <a:lnTo>
                  <a:pt x="2314575" y="1857375"/>
                </a:lnTo>
                <a:lnTo>
                  <a:pt x="2305050" y="1857375"/>
                </a:lnTo>
                <a:close/>
                <a:moveTo>
                  <a:pt x="2114550" y="1857375"/>
                </a:moveTo>
                <a:lnTo>
                  <a:pt x="2124075" y="1857375"/>
                </a:lnTo>
                <a:lnTo>
                  <a:pt x="2124075" y="1866900"/>
                </a:lnTo>
                <a:lnTo>
                  <a:pt x="2114550" y="1866900"/>
                </a:lnTo>
                <a:close/>
                <a:moveTo>
                  <a:pt x="2333625" y="1857375"/>
                </a:moveTo>
                <a:lnTo>
                  <a:pt x="2352675" y="1857375"/>
                </a:lnTo>
                <a:lnTo>
                  <a:pt x="2352675" y="1866900"/>
                </a:lnTo>
                <a:lnTo>
                  <a:pt x="2333625" y="1866900"/>
                </a:lnTo>
                <a:close/>
                <a:moveTo>
                  <a:pt x="2419350" y="1866900"/>
                </a:moveTo>
                <a:lnTo>
                  <a:pt x="2428875" y="1866900"/>
                </a:lnTo>
                <a:lnTo>
                  <a:pt x="2428875" y="1876425"/>
                </a:lnTo>
                <a:lnTo>
                  <a:pt x="2419350" y="1876425"/>
                </a:lnTo>
                <a:close/>
                <a:moveTo>
                  <a:pt x="1971675" y="1876425"/>
                </a:moveTo>
                <a:lnTo>
                  <a:pt x="1981200" y="1876425"/>
                </a:lnTo>
                <a:lnTo>
                  <a:pt x="1981200" y="1885950"/>
                </a:lnTo>
                <a:lnTo>
                  <a:pt x="1971675" y="1885950"/>
                </a:lnTo>
                <a:close/>
                <a:moveTo>
                  <a:pt x="2466975" y="1876425"/>
                </a:moveTo>
                <a:lnTo>
                  <a:pt x="2495550" y="1876425"/>
                </a:lnTo>
                <a:lnTo>
                  <a:pt x="2495550" y="1885950"/>
                </a:lnTo>
                <a:lnTo>
                  <a:pt x="2466975" y="1885950"/>
                </a:lnTo>
                <a:close/>
                <a:moveTo>
                  <a:pt x="3038475" y="1876425"/>
                </a:moveTo>
                <a:lnTo>
                  <a:pt x="3048000" y="1876425"/>
                </a:lnTo>
                <a:lnTo>
                  <a:pt x="3048000" y="1885950"/>
                </a:lnTo>
                <a:lnTo>
                  <a:pt x="3086100" y="1885950"/>
                </a:lnTo>
                <a:lnTo>
                  <a:pt x="3086100" y="1895475"/>
                </a:lnTo>
                <a:lnTo>
                  <a:pt x="3143250" y="1895475"/>
                </a:lnTo>
                <a:lnTo>
                  <a:pt x="3143250" y="1905000"/>
                </a:lnTo>
                <a:lnTo>
                  <a:pt x="3200400" y="1905000"/>
                </a:lnTo>
                <a:lnTo>
                  <a:pt x="3200400" y="1895475"/>
                </a:lnTo>
                <a:lnTo>
                  <a:pt x="3209925" y="1895475"/>
                </a:lnTo>
                <a:lnTo>
                  <a:pt x="3209925" y="1866900"/>
                </a:lnTo>
                <a:lnTo>
                  <a:pt x="3200400" y="1866900"/>
                </a:lnTo>
                <a:lnTo>
                  <a:pt x="3200400" y="1857375"/>
                </a:lnTo>
                <a:lnTo>
                  <a:pt x="3181350" y="1857375"/>
                </a:lnTo>
                <a:lnTo>
                  <a:pt x="3181350" y="1847850"/>
                </a:lnTo>
                <a:lnTo>
                  <a:pt x="3171825" y="1847850"/>
                </a:lnTo>
                <a:lnTo>
                  <a:pt x="3171825" y="1857375"/>
                </a:lnTo>
                <a:lnTo>
                  <a:pt x="3105150" y="1857375"/>
                </a:lnTo>
                <a:lnTo>
                  <a:pt x="3105150" y="1847850"/>
                </a:lnTo>
                <a:lnTo>
                  <a:pt x="3076575" y="1847850"/>
                </a:lnTo>
                <a:lnTo>
                  <a:pt x="3076575" y="1838325"/>
                </a:lnTo>
                <a:lnTo>
                  <a:pt x="3057525" y="1838325"/>
                </a:lnTo>
                <a:lnTo>
                  <a:pt x="3057525" y="1847850"/>
                </a:lnTo>
                <a:lnTo>
                  <a:pt x="3048000" y="1847850"/>
                </a:lnTo>
                <a:lnTo>
                  <a:pt x="3048000" y="1866900"/>
                </a:lnTo>
                <a:lnTo>
                  <a:pt x="3038475" y="1866900"/>
                </a:lnTo>
                <a:close/>
                <a:moveTo>
                  <a:pt x="1981200" y="1885950"/>
                </a:moveTo>
                <a:lnTo>
                  <a:pt x="2019300" y="1885950"/>
                </a:lnTo>
                <a:lnTo>
                  <a:pt x="2019300" y="1895475"/>
                </a:lnTo>
                <a:lnTo>
                  <a:pt x="2095500" y="1895475"/>
                </a:lnTo>
                <a:lnTo>
                  <a:pt x="2095500" y="1905000"/>
                </a:lnTo>
                <a:lnTo>
                  <a:pt x="2181225" y="1905000"/>
                </a:lnTo>
                <a:lnTo>
                  <a:pt x="2181225" y="1914525"/>
                </a:lnTo>
                <a:lnTo>
                  <a:pt x="2219325" y="1914525"/>
                </a:lnTo>
                <a:lnTo>
                  <a:pt x="2219325" y="1905000"/>
                </a:lnTo>
                <a:lnTo>
                  <a:pt x="2228850" y="1905000"/>
                </a:lnTo>
                <a:lnTo>
                  <a:pt x="2228850" y="1895475"/>
                </a:lnTo>
                <a:lnTo>
                  <a:pt x="2238375" y="1895475"/>
                </a:lnTo>
                <a:lnTo>
                  <a:pt x="2238375" y="1885950"/>
                </a:lnTo>
                <a:lnTo>
                  <a:pt x="2247900" y="1885950"/>
                </a:lnTo>
                <a:lnTo>
                  <a:pt x="2247900" y="1905000"/>
                </a:lnTo>
                <a:lnTo>
                  <a:pt x="2238375" y="1905000"/>
                </a:lnTo>
                <a:lnTo>
                  <a:pt x="2238375" y="1914525"/>
                </a:lnTo>
                <a:lnTo>
                  <a:pt x="2228850" y="1914525"/>
                </a:lnTo>
                <a:lnTo>
                  <a:pt x="2228850" y="1924050"/>
                </a:lnTo>
                <a:lnTo>
                  <a:pt x="2200275" y="1924050"/>
                </a:lnTo>
                <a:lnTo>
                  <a:pt x="2200275" y="1933575"/>
                </a:lnTo>
                <a:lnTo>
                  <a:pt x="2181225" y="1933575"/>
                </a:lnTo>
                <a:lnTo>
                  <a:pt x="2181225" y="1924050"/>
                </a:lnTo>
                <a:lnTo>
                  <a:pt x="2143125" y="1924050"/>
                </a:lnTo>
                <a:lnTo>
                  <a:pt x="2143125" y="1914525"/>
                </a:lnTo>
                <a:lnTo>
                  <a:pt x="2057400" y="1914525"/>
                </a:lnTo>
                <a:lnTo>
                  <a:pt x="2057400" y="1905000"/>
                </a:lnTo>
                <a:lnTo>
                  <a:pt x="2000250" y="1905000"/>
                </a:lnTo>
                <a:lnTo>
                  <a:pt x="2000250" y="1895475"/>
                </a:lnTo>
                <a:lnTo>
                  <a:pt x="1981200" y="1895475"/>
                </a:lnTo>
                <a:close/>
                <a:moveTo>
                  <a:pt x="3505200" y="1885950"/>
                </a:moveTo>
                <a:lnTo>
                  <a:pt x="3514725" y="1885950"/>
                </a:lnTo>
                <a:lnTo>
                  <a:pt x="3514725" y="1905000"/>
                </a:lnTo>
                <a:lnTo>
                  <a:pt x="3505200" y="1905000"/>
                </a:lnTo>
                <a:close/>
                <a:moveTo>
                  <a:pt x="3228975" y="1905000"/>
                </a:moveTo>
                <a:lnTo>
                  <a:pt x="3238500" y="1905000"/>
                </a:lnTo>
                <a:lnTo>
                  <a:pt x="3238500" y="1914525"/>
                </a:lnTo>
                <a:lnTo>
                  <a:pt x="3295650" y="1914525"/>
                </a:lnTo>
                <a:lnTo>
                  <a:pt x="3295650" y="1905000"/>
                </a:lnTo>
                <a:lnTo>
                  <a:pt x="3305175" y="1905000"/>
                </a:lnTo>
                <a:lnTo>
                  <a:pt x="3305175" y="1876425"/>
                </a:lnTo>
                <a:lnTo>
                  <a:pt x="3295650" y="1876425"/>
                </a:lnTo>
                <a:lnTo>
                  <a:pt x="3295650" y="1866900"/>
                </a:lnTo>
                <a:lnTo>
                  <a:pt x="3286125" y="1866900"/>
                </a:lnTo>
                <a:lnTo>
                  <a:pt x="3286125" y="1876425"/>
                </a:lnTo>
                <a:lnTo>
                  <a:pt x="3267075" y="1876425"/>
                </a:lnTo>
                <a:lnTo>
                  <a:pt x="3267075" y="1866900"/>
                </a:lnTo>
                <a:lnTo>
                  <a:pt x="3257550" y="1866900"/>
                </a:lnTo>
                <a:lnTo>
                  <a:pt x="3257550" y="1857375"/>
                </a:lnTo>
                <a:lnTo>
                  <a:pt x="3238500" y="1857375"/>
                </a:lnTo>
                <a:lnTo>
                  <a:pt x="3238500" y="1895475"/>
                </a:lnTo>
                <a:lnTo>
                  <a:pt x="3228975" y="1895475"/>
                </a:lnTo>
                <a:close/>
                <a:moveTo>
                  <a:pt x="1790700" y="1924050"/>
                </a:moveTo>
                <a:lnTo>
                  <a:pt x="1800225" y="1924050"/>
                </a:lnTo>
                <a:lnTo>
                  <a:pt x="1800225" y="1933575"/>
                </a:lnTo>
                <a:lnTo>
                  <a:pt x="1790700" y="1933575"/>
                </a:lnTo>
                <a:close/>
                <a:moveTo>
                  <a:pt x="2019300" y="1924050"/>
                </a:moveTo>
                <a:lnTo>
                  <a:pt x="2028825" y="1924050"/>
                </a:lnTo>
                <a:lnTo>
                  <a:pt x="2028825" y="1933575"/>
                </a:lnTo>
                <a:lnTo>
                  <a:pt x="2038350" y="1933575"/>
                </a:lnTo>
                <a:lnTo>
                  <a:pt x="2038350" y="1943100"/>
                </a:lnTo>
                <a:lnTo>
                  <a:pt x="2105025" y="1943100"/>
                </a:lnTo>
                <a:lnTo>
                  <a:pt x="2105025" y="1933575"/>
                </a:lnTo>
                <a:lnTo>
                  <a:pt x="2124075" y="1933575"/>
                </a:lnTo>
                <a:lnTo>
                  <a:pt x="2124075" y="1952625"/>
                </a:lnTo>
                <a:lnTo>
                  <a:pt x="2162175" y="1952625"/>
                </a:lnTo>
                <a:lnTo>
                  <a:pt x="2162175" y="1943100"/>
                </a:lnTo>
                <a:lnTo>
                  <a:pt x="2181225" y="1943100"/>
                </a:lnTo>
                <a:lnTo>
                  <a:pt x="2181225" y="1952625"/>
                </a:lnTo>
                <a:lnTo>
                  <a:pt x="2209800" y="1952625"/>
                </a:lnTo>
                <a:lnTo>
                  <a:pt x="2209800" y="1971675"/>
                </a:lnTo>
                <a:lnTo>
                  <a:pt x="2190750" y="1971675"/>
                </a:lnTo>
                <a:lnTo>
                  <a:pt x="2190750" y="1962150"/>
                </a:lnTo>
                <a:lnTo>
                  <a:pt x="2095500" y="1962150"/>
                </a:lnTo>
                <a:lnTo>
                  <a:pt x="2095500" y="1952625"/>
                </a:lnTo>
                <a:lnTo>
                  <a:pt x="2019300" y="1952625"/>
                </a:lnTo>
                <a:lnTo>
                  <a:pt x="2019300" y="1943100"/>
                </a:lnTo>
                <a:lnTo>
                  <a:pt x="2000250" y="1943100"/>
                </a:lnTo>
                <a:lnTo>
                  <a:pt x="2000250" y="1933575"/>
                </a:lnTo>
                <a:lnTo>
                  <a:pt x="2019300" y="1933575"/>
                </a:lnTo>
                <a:close/>
                <a:moveTo>
                  <a:pt x="1943100" y="1943100"/>
                </a:moveTo>
                <a:lnTo>
                  <a:pt x="1971675" y="1943100"/>
                </a:lnTo>
                <a:lnTo>
                  <a:pt x="1971675" y="1952625"/>
                </a:lnTo>
                <a:lnTo>
                  <a:pt x="1962150" y="1952625"/>
                </a:lnTo>
                <a:lnTo>
                  <a:pt x="1962150" y="1962150"/>
                </a:lnTo>
                <a:lnTo>
                  <a:pt x="1952625" y="1962150"/>
                </a:lnTo>
                <a:lnTo>
                  <a:pt x="1952625" y="1971675"/>
                </a:lnTo>
                <a:lnTo>
                  <a:pt x="1943100" y="1971675"/>
                </a:lnTo>
                <a:lnTo>
                  <a:pt x="1943100" y="2038350"/>
                </a:lnTo>
                <a:lnTo>
                  <a:pt x="1914525" y="2038350"/>
                </a:lnTo>
                <a:lnTo>
                  <a:pt x="1914525" y="2047875"/>
                </a:lnTo>
                <a:lnTo>
                  <a:pt x="1905000" y="2047875"/>
                </a:lnTo>
                <a:lnTo>
                  <a:pt x="1905000" y="2019300"/>
                </a:lnTo>
                <a:lnTo>
                  <a:pt x="1933575" y="2019300"/>
                </a:lnTo>
                <a:lnTo>
                  <a:pt x="1933575" y="1962150"/>
                </a:lnTo>
                <a:lnTo>
                  <a:pt x="1943100" y="1962150"/>
                </a:lnTo>
                <a:close/>
                <a:moveTo>
                  <a:pt x="1847850" y="1952625"/>
                </a:moveTo>
                <a:lnTo>
                  <a:pt x="1857375" y="1952625"/>
                </a:lnTo>
                <a:lnTo>
                  <a:pt x="1857375" y="1971675"/>
                </a:lnTo>
                <a:lnTo>
                  <a:pt x="1847850" y="1971675"/>
                </a:lnTo>
                <a:close/>
                <a:moveTo>
                  <a:pt x="1895475" y="1952625"/>
                </a:moveTo>
                <a:lnTo>
                  <a:pt x="1905000" y="1952625"/>
                </a:lnTo>
                <a:lnTo>
                  <a:pt x="1905000" y="1962150"/>
                </a:lnTo>
                <a:lnTo>
                  <a:pt x="1895475" y="1962150"/>
                </a:lnTo>
                <a:close/>
                <a:moveTo>
                  <a:pt x="2266950" y="1952625"/>
                </a:moveTo>
                <a:lnTo>
                  <a:pt x="2276475" y="1952625"/>
                </a:lnTo>
                <a:lnTo>
                  <a:pt x="2276475" y="1962150"/>
                </a:lnTo>
                <a:lnTo>
                  <a:pt x="2266950" y="1962150"/>
                </a:lnTo>
                <a:close/>
                <a:moveTo>
                  <a:pt x="3495675" y="1952625"/>
                </a:moveTo>
                <a:lnTo>
                  <a:pt x="3505200" y="1952625"/>
                </a:lnTo>
                <a:lnTo>
                  <a:pt x="3505200" y="1971675"/>
                </a:lnTo>
                <a:lnTo>
                  <a:pt x="3495675" y="1971675"/>
                </a:lnTo>
                <a:close/>
                <a:moveTo>
                  <a:pt x="219075" y="1962150"/>
                </a:moveTo>
                <a:lnTo>
                  <a:pt x="228600" y="1962150"/>
                </a:lnTo>
                <a:lnTo>
                  <a:pt x="228600" y="1981200"/>
                </a:lnTo>
                <a:lnTo>
                  <a:pt x="219075" y="1981200"/>
                </a:lnTo>
                <a:close/>
                <a:moveTo>
                  <a:pt x="2209800" y="1971675"/>
                </a:moveTo>
                <a:lnTo>
                  <a:pt x="2228850" y="1971675"/>
                </a:lnTo>
                <a:lnTo>
                  <a:pt x="2228850" y="1981200"/>
                </a:lnTo>
                <a:lnTo>
                  <a:pt x="2238375" y="1981200"/>
                </a:lnTo>
                <a:lnTo>
                  <a:pt x="2238375" y="2009775"/>
                </a:lnTo>
                <a:lnTo>
                  <a:pt x="2247900" y="2009775"/>
                </a:lnTo>
                <a:lnTo>
                  <a:pt x="2247900" y="1990725"/>
                </a:lnTo>
                <a:lnTo>
                  <a:pt x="2266950" y="1990725"/>
                </a:lnTo>
                <a:lnTo>
                  <a:pt x="2266950" y="2009775"/>
                </a:lnTo>
                <a:lnTo>
                  <a:pt x="2257425" y="2009775"/>
                </a:lnTo>
                <a:lnTo>
                  <a:pt x="2257425" y="2019300"/>
                </a:lnTo>
                <a:lnTo>
                  <a:pt x="2247900" y="2019300"/>
                </a:lnTo>
                <a:lnTo>
                  <a:pt x="2247900" y="2028825"/>
                </a:lnTo>
                <a:lnTo>
                  <a:pt x="2238375" y="2028825"/>
                </a:lnTo>
                <a:lnTo>
                  <a:pt x="2238375" y="2038350"/>
                </a:lnTo>
                <a:lnTo>
                  <a:pt x="2247900" y="2038350"/>
                </a:lnTo>
                <a:lnTo>
                  <a:pt x="2247900" y="2028825"/>
                </a:lnTo>
                <a:lnTo>
                  <a:pt x="2257425" y="2028825"/>
                </a:lnTo>
                <a:lnTo>
                  <a:pt x="2257425" y="2019300"/>
                </a:lnTo>
                <a:lnTo>
                  <a:pt x="2266950" y="2019300"/>
                </a:lnTo>
                <a:lnTo>
                  <a:pt x="2266950" y="2009775"/>
                </a:lnTo>
                <a:lnTo>
                  <a:pt x="2276475" y="2009775"/>
                </a:lnTo>
                <a:lnTo>
                  <a:pt x="2276475" y="2000250"/>
                </a:lnTo>
                <a:lnTo>
                  <a:pt x="2286000" y="2000250"/>
                </a:lnTo>
                <a:lnTo>
                  <a:pt x="2286000" y="1990725"/>
                </a:lnTo>
                <a:lnTo>
                  <a:pt x="2295525" y="1990725"/>
                </a:lnTo>
                <a:lnTo>
                  <a:pt x="2295525" y="2009775"/>
                </a:lnTo>
                <a:lnTo>
                  <a:pt x="2286000" y="2009775"/>
                </a:lnTo>
                <a:lnTo>
                  <a:pt x="2286000" y="2038350"/>
                </a:lnTo>
                <a:lnTo>
                  <a:pt x="2314575" y="2038350"/>
                </a:lnTo>
                <a:lnTo>
                  <a:pt x="2314575" y="2057400"/>
                </a:lnTo>
                <a:lnTo>
                  <a:pt x="2295525" y="2057400"/>
                </a:lnTo>
                <a:lnTo>
                  <a:pt x="2295525" y="2066925"/>
                </a:lnTo>
                <a:lnTo>
                  <a:pt x="2276475" y="2066925"/>
                </a:lnTo>
                <a:lnTo>
                  <a:pt x="2276475" y="2047875"/>
                </a:lnTo>
                <a:lnTo>
                  <a:pt x="2266950" y="2047875"/>
                </a:lnTo>
                <a:lnTo>
                  <a:pt x="2266950" y="2028825"/>
                </a:lnTo>
                <a:lnTo>
                  <a:pt x="2257425" y="2028825"/>
                </a:lnTo>
                <a:lnTo>
                  <a:pt x="2257425" y="2047875"/>
                </a:lnTo>
                <a:lnTo>
                  <a:pt x="2228850" y="2047875"/>
                </a:lnTo>
                <a:lnTo>
                  <a:pt x="2228850" y="1990725"/>
                </a:lnTo>
                <a:lnTo>
                  <a:pt x="2219325" y="1990725"/>
                </a:lnTo>
                <a:lnTo>
                  <a:pt x="2219325" y="1981200"/>
                </a:lnTo>
                <a:lnTo>
                  <a:pt x="2209800" y="1981200"/>
                </a:lnTo>
                <a:close/>
                <a:moveTo>
                  <a:pt x="171450" y="2028825"/>
                </a:moveTo>
                <a:lnTo>
                  <a:pt x="180975" y="2028825"/>
                </a:lnTo>
                <a:lnTo>
                  <a:pt x="180975" y="2066925"/>
                </a:lnTo>
                <a:lnTo>
                  <a:pt x="171450" y="2066925"/>
                </a:lnTo>
                <a:close/>
                <a:moveTo>
                  <a:pt x="3486150" y="2028825"/>
                </a:moveTo>
                <a:lnTo>
                  <a:pt x="3495675" y="2028825"/>
                </a:lnTo>
                <a:lnTo>
                  <a:pt x="3495675" y="2038350"/>
                </a:lnTo>
                <a:lnTo>
                  <a:pt x="3486150" y="2038350"/>
                </a:lnTo>
                <a:close/>
                <a:moveTo>
                  <a:pt x="1800225" y="2038350"/>
                </a:moveTo>
                <a:lnTo>
                  <a:pt x="1809750" y="2038350"/>
                </a:lnTo>
                <a:lnTo>
                  <a:pt x="1809750" y="2047875"/>
                </a:lnTo>
                <a:lnTo>
                  <a:pt x="1800225" y="2047875"/>
                </a:lnTo>
                <a:close/>
                <a:moveTo>
                  <a:pt x="3057525" y="2047875"/>
                </a:moveTo>
                <a:lnTo>
                  <a:pt x="3067050" y="2047875"/>
                </a:lnTo>
                <a:lnTo>
                  <a:pt x="3067050" y="2057400"/>
                </a:lnTo>
                <a:lnTo>
                  <a:pt x="3057525" y="2057400"/>
                </a:lnTo>
                <a:close/>
                <a:moveTo>
                  <a:pt x="2314575" y="2057400"/>
                </a:moveTo>
                <a:lnTo>
                  <a:pt x="2333625" y="2057400"/>
                </a:lnTo>
                <a:lnTo>
                  <a:pt x="2333625" y="2066925"/>
                </a:lnTo>
                <a:lnTo>
                  <a:pt x="2352675" y="2066925"/>
                </a:lnTo>
                <a:lnTo>
                  <a:pt x="2352675" y="2057400"/>
                </a:lnTo>
                <a:lnTo>
                  <a:pt x="2362200" y="2057400"/>
                </a:lnTo>
                <a:lnTo>
                  <a:pt x="2362200" y="2066925"/>
                </a:lnTo>
                <a:lnTo>
                  <a:pt x="2371725" y="2066925"/>
                </a:lnTo>
                <a:lnTo>
                  <a:pt x="2371725" y="2076450"/>
                </a:lnTo>
                <a:lnTo>
                  <a:pt x="2390775" y="2076450"/>
                </a:lnTo>
                <a:lnTo>
                  <a:pt x="2390775" y="2085975"/>
                </a:lnTo>
                <a:lnTo>
                  <a:pt x="2362200" y="2085975"/>
                </a:lnTo>
                <a:lnTo>
                  <a:pt x="2362200" y="2076450"/>
                </a:lnTo>
                <a:lnTo>
                  <a:pt x="2314575" y="2076450"/>
                </a:lnTo>
                <a:close/>
                <a:moveTo>
                  <a:pt x="2219325" y="2066925"/>
                </a:moveTo>
                <a:lnTo>
                  <a:pt x="2238375" y="2066925"/>
                </a:lnTo>
                <a:lnTo>
                  <a:pt x="2238375" y="2095500"/>
                </a:lnTo>
                <a:lnTo>
                  <a:pt x="2228850" y="2095500"/>
                </a:lnTo>
                <a:lnTo>
                  <a:pt x="2228850" y="2105025"/>
                </a:lnTo>
                <a:lnTo>
                  <a:pt x="2238375" y="2105025"/>
                </a:lnTo>
                <a:lnTo>
                  <a:pt x="2238375" y="2133600"/>
                </a:lnTo>
                <a:lnTo>
                  <a:pt x="2228850" y="2133600"/>
                </a:lnTo>
                <a:lnTo>
                  <a:pt x="2228850" y="2181225"/>
                </a:lnTo>
                <a:lnTo>
                  <a:pt x="2219325" y="2181225"/>
                </a:lnTo>
                <a:lnTo>
                  <a:pt x="2219325" y="2190750"/>
                </a:lnTo>
                <a:lnTo>
                  <a:pt x="2209800" y="2190750"/>
                </a:lnTo>
                <a:lnTo>
                  <a:pt x="2209800" y="2152650"/>
                </a:lnTo>
                <a:lnTo>
                  <a:pt x="2219325" y="2152650"/>
                </a:lnTo>
                <a:close/>
                <a:moveTo>
                  <a:pt x="1857375" y="2076450"/>
                </a:moveTo>
                <a:lnTo>
                  <a:pt x="1866900" y="2076450"/>
                </a:lnTo>
                <a:lnTo>
                  <a:pt x="1866900" y="2095500"/>
                </a:lnTo>
                <a:lnTo>
                  <a:pt x="1857375" y="2095500"/>
                </a:lnTo>
                <a:close/>
                <a:moveTo>
                  <a:pt x="2428875" y="2076450"/>
                </a:moveTo>
                <a:lnTo>
                  <a:pt x="2438400" y="2076450"/>
                </a:lnTo>
                <a:lnTo>
                  <a:pt x="2438400" y="2085975"/>
                </a:lnTo>
                <a:lnTo>
                  <a:pt x="2447925" y="2085975"/>
                </a:lnTo>
                <a:lnTo>
                  <a:pt x="2447925" y="2095500"/>
                </a:lnTo>
                <a:lnTo>
                  <a:pt x="2428875" y="2095500"/>
                </a:lnTo>
                <a:close/>
                <a:moveTo>
                  <a:pt x="2457450" y="2076450"/>
                </a:moveTo>
                <a:lnTo>
                  <a:pt x="2466975" y="2076450"/>
                </a:lnTo>
                <a:lnTo>
                  <a:pt x="2466975" y="2085975"/>
                </a:lnTo>
                <a:lnTo>
                  <a:pt x="2457450" y="2085975"/>
                </a:lnTo>
                <a:close/>
                <a:moveTo>
                  <a:pt x="2524125" y="2076450"/>
                </a:moveTo>
                <a:lnTo>
                  <a:pt x="2543175" y="2076450"/>
                </a:lnTo>
                <a:lnTo>
                  <a:pt x="2543175" y="2085975"/>
                </a:lnTo>
                <a:lnTo>
                  <a:pt x="2524125" y="2085975"/>
                </a:lnTo>
                <a:close/>
                <a:moveTo>
                  <a:pt x="1914525" y="2085975"/>
                </a:moveTo>
                <a:lnTo>
                  <a:pt x="1933575" y="2085975"/>
                </a:lnTo>
                <a:lnTo>
                  <a:pt x="1933575" y="2105025"/>
                </a:lnTo>
                <a:lnTo>
                  <a:pt x="1914525" y="2105025"/>
                </a:lnTo>
                <a:close/>
                <a:moveTo>
                  <a:pt x="2466975" y="2085975"/>
                </a:moveTo>
                <a:lnTo>
                  <a:pt x="2476500" y="2085975"/>
                </a:lnTo>
                <a:lnTo>
                  <a:pt x="2476500" y="2095500"/>
                </a:lnTo>
                <a:lnTo>
                  <a:pt x="2466975" y="2095500"/>
                </a:lnTo>
                <a:close/>
                <a:moveTo>
                  <a:pt x="2543175" y="2085975"/>
                </a:moveTo>
                <a:lnTo>
                  <a:pt x="2552700" y="2085975"/>
                </a:lnTo>
                <a:lnTo>
                  <a:pt x="2552700" y="2095500"/>
                </a:lnTo>
                <a:lnTo>
                  <a:pt x="2543175" y="2095500"/>
                </a:lnTo>
                <a:close/>
                <a:moveTo>
                  <a:pt x="3324225" y="2085975"/>
                </a:moveTo>
                <a:lnTo>
                  <a:pt x="3333750" y="2085975"/>
                </a:lnTo>
                <a:lnTo>
                  <a:pt x="3333750" y="2095500"/>
                </a:lnTo>
                <a:lnTo>
                  <a:pt x="3324225" y="2095500"/>
                </a:lnTo>
                <a:close/>
                <a:moveTo>
                  <a:pt x="2266950" y="2095500"/>
                </a:moveTo>
                <a:lnTo>
                  <a:pt x="2276475" y="2095500"/>
                </a:lnTo>
                <a:lnTo>
                  <a:pt x="2276475" y="2105025"/>
                </a:lnTo>
                <a:lnTo>
                  <a:pt x="2305050" y="2105025"/>
                </a:lnTo>
                <a:lnTo>
                  <a:pt x="2305050" y="2114550"/>
                </a:lnTo>
                <a:lnTo>
                  <a:pt x="2314575" y="2114550"/>
                </a:lnTo>
                <a:lnTo>
                  <a:pt x="2314575" y="2124075"/>
                </a:lnTo>
                <a:lnTo>
                  <a:pt x="2276475" y="2124075"/>
                </a:lnTo>
                <a:lnTo>
                  <a:pt x="2276475" y="2114550"/>
                </a:lnTo>
                <a:lnTo>
                  <a:pt x="2266950" y="2114550"/>
                </a:lnTo>
                <a:close/>
                <a:moveTo>
                  <a:pt x="3333750" y="2095500"/>
                </a:moveTo>
                <a:lnTo>
                  <a:pt x="3343275" y="2095500"/>
                </a:lnTo>
                <a:lnTo>
                  <a:pt x="3343275" y="2105025"/>
                </a:lnTo>
                <a:lnTo>
                  <a:pt x="3333750" y="2105025"/>
                </a:lnTo>
                <a:close/>
                <a:moveTo>
                  <a:pt x="2524125" y="2105025"/>
                </a:moveTo>
                <a:lnTo>
                  <a:pt x="2543175" y="2105025"/>
                </a:lnTo>
                <a:lnTo>
                  <a:pt x="2543175" y="2114550"/>
                </a:lnTo>
                <a:lnTo>
                  <a:pt x="2524125" y="2114550"/>
                </a:lnTo>
                <a:close/>
                <a:moveTo>
                  <a:pt x="3476625" y="2105025"/>
                </a:moveTo>
                <a:lnTo>
                  <a:pt x="3486150" y="2105025"/>
                </a:lnTo>
                <a:lnTo>
                  <a:pt x="3486150" y="2124075"/>
                </a:lnTo>
                <a:lnTo>
                  <a:pt x="3476625" y="2124075"/>
                </a:lnTo>
                <a:close/>
                <a:moveTo>
                  <a:pt x="2352675" y="2114550"/>
                </a:moveTo>
                <a:lnTo>
                  <a:pt x="2381250" y="2114550"/>
                </a:lnTo>
                <a:lnTo>
                  <a:pt x="2381250" y="2124075"/>
                </a:lnTo>
                <a:lnTo>
                  <a:pt x="2352675" y="2124075"/>
                </a:lnTo>
                <a:close/>
                <a:moveTo>
                  <a:pt x="2524125" y="2124075"/>
                </a:moveTo>
                <a:lnTo>
                  <a:pt x="2533650" y="2124075"/>
                </a:lnTo>
                <a:lnTo>
                  <a:pt x="2533650" y="2133600"/>
                </a:lnTo>
                <a:lnTo>
                  <a:pt x="2524125" y="2133600"/>
                </a:lnTo>
                <a:close/>
                <a:moveTo>
                  <a:pt x="2466975" y="2133600"/>
                </a:moveTo>
                <a:lnTo>
                  <a:pt x="2486025" y="2133600"/>
                </a:lnTo>
                <a:lnTo>
                  <a:pt x="2486025" y="2143125"/>
                </a:lnTo>
                <a:lnTo>
                  <a:pt x="2466975" y="2143125"/>
                </a:lnTo>
                <a:close/>
                <a:moveTo>
                  <a:pt x="2990850" y="2143125"/>
                </a:moveTo>
                <a:lnTo>
                  <a:pt x="3105150" y="2143125"/>
                </a:lnTo>
                <a:lnTo>
                  <a:pt x="3105150" y="2152650"/>
                </a:lnTo>
                <a:lnTo>
                  <a:pt x="3152775" y="2152650"/>
                </a:lnTo>
                <a:lnTo>
                  <a:pt x="3152775" y="2162175"/>
                </a:lnTo>
                <a:lnTo>
                  <a:pt x="3067050" y="2162175"/>
                </a:lnTo>
                <a:lnTo>
                  <a:pt x="3067050" y="2152650"/>
                </a:lnTo>
                <a:lnTo>
                  <a:pt x="3000375" y="2152650"/>
                </a:lnTo>
                <a:lnTo>
                  <a:pt x="3000375" y="2162175"/>
                </a:lnTo>
                <a:lnTo>
                  <a:pt x="2990850" y="2162175"/>
                </a:lnTo>
                <a:lnTo>
                  <a:pt x="2990850" y="2171700"/>
                </a:lnTo>
                <a:lnTo>
                  <a:pt x="2981325" y="2171700"/>
                </a:lnTo>
                <a:lnTo>
                  <a:pt x="2981325" y="2181225"/>
                </a:lnTo>
                <a:lnTo>
                  <a:pt x="2971800" y="2181225"/>
                </a:lnTo>
                <a:lnTo>
                  <a:pt x="2971800" y="2200275"/>
                </a:lnTo>
                <a:lnTo>
                  <a:pt x="2962275" y="2200275"/>
                </a:lnTo>
                <a:lnTo>
                  <a:pt x="2962275" y="2238375"/>
                </a:lnTo>
                <a:lnTo>
                  <a:pt x="2971800" y="2238375"/>
                </a:lnTo>
                <a:lnTo>
                  <a:pt x="2971800" y="2257425"/>
                </a:lnTo>
                <a:lnTo>
                  <a:pt x="2981325" y="2257425"/>
                </a:lnTo>
                <a:lnTo>
                  <a:pt x="2981325" y="2266950"/>
                </a:lnTo>
                <a:lnTo>
                  <a:pt x="2990850" y="2266950"/>
                </a:lnTo>
                <a:lnTo>
                  <a:pt x="2990850" y="2276475"/>
                </a:lnTo>
                <a:lnTo>
                  <a:pt x="3000375" y="2276475"/>
                </a:lnTo>
                <a:lnTo>
                  <a:pt x="3000375" y="2286000"/>
                </a:lnTo>
                <a:lnTo>
                  <a:pt x="3048000" y="2286000"/>
                </a:lnTo>
                <a:lnTo>
                  <a:pt x="3048000" y="2295525"/>
                </a:lnTo>
                <a:lnTo>
                  <a:pt x="3105150" y="2295525"/>
                </a:lnTo>
                <a:lnTo>
                  <a:pt x="3105150" y="2305050"/>
                </a:lnTo>
                <a:lnTo>
                  <a:pt x="3019425" y="2305050"/>
                </a:lnTo>
                <a:lnTo>
                  <a:pt x="3019425" y="2295525"/>
                </a:lnTo>
                <a:lnTo>
                  <a:pt x="2990850" y="2295525"/>
                </a:lnTo>
                <a:lnTo>
                  <a:pt x="2990850" y="2286000"/>
                </a:lnTo>
                <a:lnTo>
                  <a:pt x="2981325" y="2286000"/>
                </a:lnTo>
                <a:lnTo>
                  <a:pt x="2981325" y="2276475"/>
                </a:lnTo>
                <a:lnTo>
                  <a:pt x="2971800" y="2276475"/>
                </a:lnTo>
                <a:lnTo>
                  <a:pt x="2971800" y="2266950"/>
                </a:lnTo>
                <a:lnTo>
                  <a:pt x="2962275" y="2266950"/>
                </a:lnTo>
                <a:lnTo>
                  <a:pt x="2962275" y="2257425"/>
                </a:lnTo>
                <a:lnTo>
                  <a:pt x="2952750" y="2257425"/>
                </a:lnTo>
                <a:lnTo>
                  <a:pt x="2952750" y="2190750"/>
                </a:lnTo>
                <a:lnTo>
                  <a:pt x="2962275" y="2190750"/>
                </a:lnTo>
                <a:lnTo>
                  <a:pt x="2962275" y="2171700"/>
                </a:lnTo>
                <a:lnTo>
                  <a:pt x="2971800" y="2171700"/>
                </a:lnTo>
                <a:lnTo>
                  <a:pt x="2971800" y="2162175"/>
                </a:lnTo>
                <a:lnTo>
                  <a:pt x="2981325" y="2162175"/>
                </a:lnTo>
                <a:lnTo>
                  <a:pt x="2981325" y="2152650"/>
                </a:lnTo>
                <a:lnTo>
                  <a:pt x="2990850" y="2152650"/>
                </a:lnTo>
                <a:close/>
                <a:moveTo>
                  <a:pt x="228600" y="2162175"/>
                </a:moveTo>
                <a:lnTo>
                  <a:pt x="238125" y="2162175"/>
                </a:lnTo>
                <a:lnTo>
                  <a:pt x="238125" y="2181225"/>
                </a:lnTo>
                <a:lnTo>
                  <a:pt x="228600" y="2181225"/>
                </a:lnTo>
                <a:close/>
                <a:moveTo>
                  <a:pt x="2333625" y="2162175"/>
                </a:moveTo>
                <a:lnTo>
                  <a:pt x="2352675" y="2162175"/>
                </a:lnTo>
                <a:lnTo>
                  <a:pt x="2352675" y="2171700"/>
                </a:lnTo>
                <a:lnTo>
                  <a:pt x="2333625" y="2171700"/>
                </a:lnTo>
                <a:close/>
                <a:moveTo>
                  <a:pt x="2381250" y="2162175"/>
                </a:moveTo>
                <a:lnTo>
                  <a:pt x="2409825" y="2162175"/>
                </a:lnTo>
                <a:lnTo>
                  <a:pt x="2409825" y="2181225"/>
                </a:lnTo>
                <a:lnTo>
                  <a:pt x="2400300" y="2181225"/>
                </a:lnTo>
                <a:lnTo>
                  <a:pt x="2400300" y="2171700"/>
                </a:lnTo>
                <a:lnTo>
                  <a:pt x="2381250" y="2171700"/>
                </a:lnTo>
                <a:close/>
                <a:moveTo>
                  <a:pt x="3152775" y="2162175"/>
                </a:moveTo>
                <a:lnTo>
                  <a:pt x="3238500" y="2162175"/>
                </a:lnTo>
                <a:lnTo>
                  <a:pt x="3238500" y="2171700"/>
                </a:lnTo>
                <a:lnTo>
                  <a:pt x="3267075" y="2171700"/>
                </a:lnTo>
                <a:lnTo>
                  <a:pt x="3267075" y="2181225"/>
                </a:lnTo>
                <a:lnTo>
                  <a:pt x="3228975" y="2181225"/>
                </a:lnTo>
                <a:lnTo>
                  <a:pt x="3228975" y="2171700"/>
                </a:lnTo>
                <a:lnTo>
                  <a:pt x="3152775" y="2171700"/>
                </a:lnTo>
                <a:close/>
                <a:moveTo>
                  <a:pt x="1809750" y="2171700"/>
                </a:moveTo>
                <a:lnTo>
                  <a:pt x="1819275" y="2171700"/>
                </a:lnTo>
                <a:lnTo>
                  <a:pt x="1819275" y="2181225"/>
                </a:lnTo>
                <a:lnTo>
                  <a:pt x="1809750" y="2181225"/>
                </a:lnTo>
                <a:close/>
                <a:moveTo>
                  <a:pt x="2362200" y="2171700"/>
                </a:moveTo>
                <a:lnTo>
                  <a:pt x="2371725" y="2171700"/>
                </a:lnTo>
                <a:lnTo>
                  <a:pt x="2371725" y="2181225"/>
                </a:lnTo>
                <a:lnTo>
                  <a:pt x="2362200" y="2181225"/>
                </a:lnTo>
                <a:close/>
                <a:moveTo>
                  <a:pt x="2419350" y="2171700"/>
                </a:moveTo>
                <a:lnTo>
                  <a:pt x="2428875" y="2171700"/>
                </a:lnTo>
                <a:lnTo>
                  <a:pt x="2428875" y="2181225"/>
                </a:lnTo>
                <a:lnTo>
                  <a:pt x="2419350" y="2181225"/>
                </a:lnTo>
                <a:close/>
                <a:moveTo>
                  <a:pt x="2257425" y="2181225"/>
                </a:moveTo>
                <a:lnTo>
                  <a:pt x="2266950" y="2181225"/>
                </a:lnTo>
                <a:lnTo>
                  <a:pt x="2266950" y="2200275"/>
                </a:lnTo>
                <a:lnTo>
                  <a:pt x="2257425" y="2200275"/>
                </a:lnTo>
                <a:close/>
                <a:moveTo>
                  <a:pt x="2438400" y="2181225"/>
                </a:moveTo>
                <a:lnTo>
                  <a:pt x="2457450" y="2181225"/>
                </a:lnTo>
                <a:lnTo>
                  <a:pt x="2457450" y="2190750"/>
                </a:lnTo>
                <a:lnTo>
                  <a:pt x="2438400" y="2190750"/>
                </a:lnTo>
                <a:close/>
                <a:moveTo>
                  <a:pt x="3267075" y="2181225"/>
                </a:moveTo>
                <a:lnTo>
                  <a:pt x="3286125" y="2181225"/>
                </a:lnTo>
                <a:lnTo>
                  <a:pt x="3286125" y="2190750"/>
                </a:lnTo>
                <a:lnTo>
                  <a:pt x="3267075" y="2190750"/>
                </a:lnTo>
                <a:close/>
                <a:moveTo>
                  <a:pt x="3467100" y="2181225"/>
                </a:moveTo>
                <a:lnTo>
                  <a:pt x="3476625" y="2181225"/>
                </a:lnTo>
                <a:lnTo>
                  <a:pt x="3476625" y="2190750"/>
                </a:lnTo>
                <a:lnTo>
                  <a:pt x="3467100" y="2190750"/>
                </a:lnTo>
                <a:close/>
                <a:moveTo>
                  <a:pt x="2476500" y="2190750"/>
                </a:moveTo>
                <a:lnTo>
                  <a:pt x="2486025" y="2190750"/>
                </a:lnTo>
                <a:lnTo>
                  <a:pt x="2486025" y="2200275"/>
                </a:lnTo>
                <a:lnTo>
                  <a:pt x="2476500" y="2200275"/>
                </a:lnTo>
                <a:close/>
                <a:moveTo>
                  <a:pt x="3286125" y="2190750"/>
                </a:moveTo>
                <a:lnTo>
                  <a:pt x="3295650" y="2190750"/>
                </a:lnTo>
                <a:lnTo>
                  <a:pt x="3295650" y="2200275"/>
                </a:lnTo>
                <a:lnTo>
                  <a:pt x="3286125" y="2200275"/>
                </a:lnTo>
                <a:close/>
                <a:moveTo>
                  <a:pt x="1866900" y="2200275"/>
                </a:moveTo>
                <a:lnTo>
                  <a:pt x="1876425" y="2200275"/>
                </a:lnTo>
                <a:lnTo>
                  <a:pt x="1876425" y="2238375"/>
                </a:lnTo>
                <a:lnTo>
                  <a:pt x="1866900" y="2238375"/>
                </a:lnTo>
                <a:close/>
                <a:moveTo>
                  <a:pt x="2266950" y="2200275"/>
                </a:moveTo>
                <a:lnTo>
                  <a:pt x="2276475" y="2200275"/>
                </a:lnTo>
                <a:lnTo>
                  <a:pt x="2276475" y="2209800"/>
                </a:lnTo>
                <a:lnTo>
                  <a:pt x="2266950" y="2209800"/>
                </a:lnTo>
                <a:close/>
                <a:moveTo>
                  <a:pt x="2486025" y="2200275"/>
                </a:moveTo>
                <a:lnTo>
                  <a:pt x="2495550" y="2200275"/>
                </a:lnTo>
                <a:lnTo>
                  <a:pt x="2495550" y="2247900"/>
                </a:lnTo>
                <a:lnTo>
                  <a:pt x="2466975" y="2247900"/>
                </a:lnTo>
                <a:lnTo>
                  <a:pt x="2466975" y="2228850"/>
                </a:lnTo>
                <a:lnTo>
                  <a:pt x="2486025" y="2228850"/>
                </a:lnTo>
                <a:close/>
                <a:moveTo>
                  <a:pt x="2314575" y="2209800"/>
                </a:moveTo>
                <a:lnTo>
                  <a:pt x="2324100" y="2209800"/>
                </a:lnTo>
                <a:lnTo>
                  <a:pt x="2324100" y="2219325"/>
                </a:lnTo>
                <a:lnTo>
                  <a:pt x="2314575" y="2219325"/>
                </a:lnTo>
                <a:close/>
                <a:moveTo>
                  <a:pt x="3295650" y="2209800"/>
                </a:moveTo>
                <a:lnTo>
                  <a:pt x="3305175" y="2209800"/>
                </a:lnTo>
                <a:lnTo>
                  <a:pt x="3305175" y="2219325"/>
                </a:lnTo>
                <a:lnTo>
                  <a:pt x="3295650" y="2219325"/>
                </a:lnTo>
                <a:close/>
                <a:moveTo>
                  <a:pt x="2400300" y="2219325"/>
                </a:moveTo>
                <a:lnTo>
                  <a:pt x="2428875" y="2219325"/>
                </a:lnTo>
                <a:lnTo>
                  <a:pt x="2428875" y="2228850"/>
                </a:lnTo>
                <a:lnTo>
                  <a:pt x="2400300" y="2228850"/>
                </a:lnTo>
                <a:close/>
                <a:moveTo>
                  <a:pt x="3305175" y="2219325"/>
                </a:moveTo>
                <a:lnTo>
                  <a:pt x="3314700" y="2219325"/>
                </a:lnTo>
                <a:lnTo>
                  <a:pt x="3314700" y="2266950"/>
                </a:lnTo>
                <a:lnTo>
                  <a:pt x="3305175" y="2266950"/>
                </a:lnTo>
                <a:close/>
                <a:moveTo>
                  <a:pt x="2200275" y="2228850"/>
                </a:moveTo>
                <a:lnTo>
                  <a:pt x="2209800" y="2228850"/>
                </a:lnTo>
                <a:lnTo>
                  <a:pt x="2209800" y="2238375"/>
                </a:lnTo>
                <a:lnTo>
                  <a:pt x="2219325" y="2238375"/>
                </a:lnTo>
                <a:lnTo>
                  <a:pt x="2219325" y="2247900"/>
                </a:lnTo>
                <a:lnTo>
                  <a:pt x="2209800" y="2247900"/>
                </a:lnTo>
                <a:lnTo>
                  <a:pt x="2209800" y="2257425"/>
                </a:lnTo>
                <a:lnTo>
                  <a:pt x="2190750" y="2257425"/>
                </a:lnTo>
                <a:lnTo>
                  <a:pt x="2190750" y="2247900"/>
                </a:lnTo>
                <a:lnTo>
                  <a:pt x="2200275" y="2247900"/>
                </a:lnTo>
                <a:close/>
                <a:moveTo>
                  <a:pt x="2428875" y="2228850"/>
                </a:moveTo>
                <a:lnTo>
                  <a:pt x="2438400" y="2228850"/>
                </a:lnTo>
                <a:lnTo>
                  <a:pt x="2438400" y="2238375"/>
                </a:lnTo>
                <a:lnTo>
                  <a:pt x="2428875" y="2238375"/>
                </a:lnTo>
                <a:close/>
                <a:moveTo>
                  <a:pt x="1981200" y="2238375"/>
                </a:moveTo>
                <a:lnTo>
                  <a:pt x="2019300" y="2238375"/>
                </a:lnTo>
                <a:lnTo>
                  <a:pt x="2019300" y="2247900"/>
                </a:lnTo>
                <a:lnTo>
                  <a:pt x="2085975" y="2247900"/>
                </a:lnTo>
                <a:lnTo>
                  <a:pt x="2085975" y="2257425"/>
                </a:lnTo>
                <a:lnTo>
                  <a:pt x="2190750" y="2257425"/>
                </a:lnTo>
                <a:lnTo>
                  <a:pt x="2190750" y="2266950"/>
                </a:lnTo>
                <a:lnTo>
                  <a:pt x="2066925" y="2266950"/>
                </a:lnTo>
                <a:lnTo>
                  <a:pt x="2066925" y="2286000"/>
                </a:lnTo>
                <a:lnTo>
                  <a:pt x="2028825" y="2286000"/>
                </a:lnTo>
                <a:lnTo>
                  <a:pt x="2028825" y="2295525"/>
                </a:lnTo>
                <a:lnTo>
                  <a:pt x="2105025" y="2295525"/>
                </a:lnTo>
                <a:lnTo>
                  <a:pt x="2105025" y="2286000"/>
                </a:lnTo>
                <a:lnTo>
                  <a:pt x="2095500" y="2286000"/>
                </a:lnTo>
                <a:lnTo>
                  <a:pt x="2095500" y="2276475"/>
                </a:lnTo>
                <a:lnTo>
                  <a:pt x="2124075" y="2276475"/>
                </a:lnTo>
                <a:lnTo>
                  <a:pt x="2124075" y="2305050"/>
                </a:lnTo>
                <a:lnTo>
                  <a:pt x="2143125" y="2305050"/>
                </a:lnTo>
                <a:lnTo>
                  <a:pt x="2143125" y="2295525"/>
                </a:lnTo>
                <a:lnTo>
                  <a:pt x="2162175" y="2295525"/>
                </a:lnTo>
                <a:lnTo>
                  <a:pt x="2162175" y="2314575"/>
                </a:lnTo>
                <a:lnTo>
                  <a:pt x="2190750" y="2314575"/>
                </a:lnTo>
                <a:lnTo>
                  <a:pt x="2190750" y="2324100"/>
                </a:lnTo>
                <a:lnTo>
                  <a:pt x="2200275" y="2324100"/>
                </a:lnTo>
                <a:lnTo>
                  <a:pt x="2200275" y="2333625"/>
                </a:lnTo>
                <a:lnTo>
                  <a:pt x="2209800" y="2333625"/>
                </a:lnTo>
                <a:lnTo>
                  <a:pt x="2209800" y="2343150"/>
                </a:lnTo>
                <a:lnTo>
                  <a:pt x="2219325" y="2343150"/>
                </a:lnTo>
                <a:lnTo>
                  <a:pt x="2219325" y="2362200"/>
                </a:lnTo>
                <a:lnTo>
                  <a:pt x="2209800" y="2362200"/>
                </a:lnTo>
                <a:lnTo>
                  <a:pt x="2209800" y="2352675"/>
                </a:lnTo>
                <a:lnTo>
                  <a:pt x="2200275" y="2352675"/>
                </a:lnTo>
                <a:lnTo>
                  <a:pt x="2200275" y="2371725"/>
                </a:lnTo>
                <a:lnTo>
                  <a:pt x="2190750" y="2371725"/>
                </a:lnTo>
                <a:lnTo>
                  <a:pt x="2190750" y="2343150"/>
                </a:lnTo>
                <a:lnTo>
                  <a:pt x="2181225" y="2343150"/>
                </a:lnTo>
                <a:lnTo>
                  <a:pt x="2181225" y="2333625"/>
                </a:lnTo>
                <a:lnTo>
                  <a:pt x="2171700" y="2333625"/>
                </a:lnTo>
                <a:lnTo>
                  <a:pt x="2171700" y="2324100"/>
                </a:lnTo>
                <a:lnTo>
                  <a:pt x="2152650" y="2324100"/>
                </a:lnTo>
                <a:lnTo>
                  <a:pt x="2152650" y="2314575"/>
                </a:lnTo>
                <a:lnTo>
                  <a:pt x="2105025" y="2314575"/>
                </a:lnTo>
                <a:lnTo>
                  <a:pt x="2105025" y="2305050"/>
                </a:lnTo>
                <a:lnTo>
                  <a:pt x="2019300" y="2305050"/>
                </a:lnTo>
                <a:lnTo>
                  <a:pt x="2019300" y="2295525"/>
                </a:lnTo>
                <a:lnTo>
                  <a:pt x="1962150" y="2295525"/>
                </a:lnTo>
                <a:lnTo>
                  <a:pt x="1962150" y="2286000"/>
                </a:lnTo>
                <a:lnTo>
                  <a:pt x="2019300" y="2286000"/>
                </a:lnTo>
                <a:lnTo>
                  <a:pt x="2019300" y="2276475"/>
                </a:lnTo>
                <a:lnTo>
                  <a:pt x="1990725" y="2276475"/>
                </a:lnTo>
                <a:lnTo>
                  <a:pt x="1990725" y="2247900"/>
                </a:lnTo>
                <a:lnTo>
                  <a:pt x="1981200" y="2247900"/>
                </a:lnTo>
                <a:close/>
                <a:moveTo>
                  <a:pt x="180975" y="2247900"/>
                </a:moveTo>
                <a:lnTo>
                  <a:pt x="190500" y="2247900"/>
                </a:lnTo>
                <a:lnTo>
                  <a:pt x="190500" y="2276475"/>
                </a:lnTo>
                <a:lnTo>
                  <a:pt x="180975" y="2276475"/>
                </a:lnTo>
                <a:close/>
                <a:moveTo>
                  <a:pt x="3457575" y="2247900"/>
                </a:moveTo>
                <a:lnTo>
                  <a:pt x="3467100" y="2247900"/>
                </a:lnTo>
                <a:lnTo>
                  <a:pt x="3467100" y="2257425"/>
                </a:lnTo>
                <a:lnTo>
                  <a:pt x="3457575" y="2257425"/>
                </a:lnTo>
                <a:close/>
                <a:moveTo>
                  <a:pt x="1914525" y="2257425"/>
                </a:moveTo>
                <a:lnTo>
                  <a:pt x="1933575" y="2257425"/>
                </a:lnTo>
                <a:lnTo>
                  <a:pt x="1933575" y="2286000"/>
                </a:lnTo>
                <a:lnTo>
                  <a:pt x="1952625" y="2286000"/>
                </a:lnTo>
                <a:lnTo>
                  <a:pt x="1952625" y="2295525"/>
                </a:lnTo>
                <a:lnTo>
                  <a:pt x="1933575" y="2295525"/>
                </a:lnTo>
                <a:lnTo>
                  <a:pt x="1933575" y="2305050"/>
                </a:lnTo>
                <a:lnTo>
                  <a:pt x="1924050" y="2305050"/>
                </a:lnTo>
                <a:lnTo>
                  <a:pt x="1924050" y="2295525"/>
                </a:lnTo>
                <a:lnTo>
                  <a:pt x="1914525" y="2295525"/>
                </a:lnTo>
                <a:lnTo>
                  <a:pt x="1914525" y="2305050"/>
                </a:lnTo>
                <a:lnTo>
                  <a:pt x="1924050" y="2305050"/>
                </a:lnTo>
                <a:lnTo>
                  <a:pt x="1924050" y="2314575"/>
                </a:lnTo>
                <a:lnTo>
                  <a:pt x="1905000" y="2314575"/>
                </a:lnTo>
                <a:lnTo>
                  <a:pt x="1905000" y="2276475"/>
                </a:lnTo>
                <a:lnTo>
                  <a:pt x="1914525" y="2276475"/>
                </a:lnTo>
                <a:close/>
                <a:moveTo>
                  <a:pt x="3295650" y="2266950"/>
                </a:moveTo>
                <a:lnTo>
                  <a:pt x="3305175" y="2266950"/>
                </a:lnTo>
                <a:lnTo>
                  <a:pt x="3305175" y="2295525"/>
                </a:lnTo>
                <a:lnTo>
                  <a:pt x="3295650" y="2295525"/>
                </a:lnTo>
                <a:lnTo>
                  <a:pt x="3295650" y="2305050"/>
                </a:lnTo>
                <a:lnTo>
                  <a:pt x="3286125" y="2305050"/>
                </a:lnTo>
                <a:lnTo>
                  <a:pt x="3286125" y="2314575"/>
                </a:lnTo>
                <a:lnTo>
                  <a:pt x="3267075" y="2314575"/>
                </a:lnTo>
                <a:lnTo>
                  <a:pt x="3267075" y="2305050"/>
                </a:lnTo>
                <a:lnTo>
                  <a:pt x="3276600" y="2305050"/>
                </a:lnTo>
                <a:lnTo>
                  <a:pt x="3276600" y="2295525"/>
                </a:lnTo>
                <a:lnTo>
                  <a:pt x="3286125" y="2295525"/>
                </a:lnTo>
                <a:lnTo>
                  <a:pt x="3286125" y="2286000"/>
                </a:lnTo>
                <a:lnTo>
                  <a:pt x="3295650" y="2286000"/>
                </a:lnTo>
                <a:close/>
                <a:moveTo>
                  <a:pt x="1819275" y="2286000"/>
                </a:moveTo>
                <a:lnTo>
                  <a:pt x="1828800" y="2286000"/>
                </a:lnTo>
                <a:lnTo>
                  <a:pt x="1828800" y="2295525"/>
                </a:lnTo>
                <a:lnTo>
                  <a:pt x="1819275" y="2295525"/>
                </a:lnTo>
                <a:close/>
                <a:moveTo>
                  <a:pt x="3105150" y="2305050"/>
                </a:moveTo>
                <a:lnTo>
                  <a:pt x="3200400" y="2305050"/>
                </a:lnTo>
                <a:lnTo>
                  <a:pt x="3200400" y="2314575"/>
                </a:lnTo>
                <a:lnTo>
                  <a:pt x="3267075" y="2314575"/>
                </a:lnTo>
                <a:lnTo>
                  <a:pt x="3267075" y="2324100"/>
                </a:lnTo>
                <a:lnTo>
                  <a:pt x="3152775" y="2324100"/>
                </a:lnTo>
                <a:lnTo>
                  <a:pt x="3152775" y="2314575"/>
                </a:lnTo>
                <a:lnTo>
                  <a:pt x="3105150" y="2314575"/>
                </a:lnTo>
                <a:close/>
                <a:moveTo>
                  <a:pt x="3448050" y="2314575"/>
                </a:moveTo>
                <a:lnTo>
                  <a:pt x="3457575" y="2314575"/>
                </a:lnTo>
                <a:lnTo>
                  <a:pt x="3457575" y="2333625"/>
                </a:lnTo>
                <a:lnTo>
                  <a:pt x="3448050" y="2333625"/>
                </a:lnTo>
                <a:close/>
                <a:moveTo>
                  <a:pt x="2352675" y="2324100"/>
                </a:moveTo>
                <a:lnTo>
                  <a:pt x="2371725" y="2324100"/>
                </a:lnTo>
                <a:lnTo>
                  <a:pt x="2371725" y="2333625"/>
                </a:lnTo>
                <a:lnTo>
                  <a:pt x="2352675" y="2333625"/>
                </a:lnTo>
                <a:close/>
                <a:moveTo>
                  <a:pt x="2419350" y="2333625"/>
                </a:moveTo>
                <a:lnTo>
                  <a:pt x="2438400" y="2333625"/>
                </a:lnTo>
                <a:lnTo>
                  <a:pt x="2438400" y="2343150"/>
                </a:lnTo>
                <a:lnTo>
                  <a:pt x="2419350" y="2343150"/>
                </a:lnTo>
                <a:close/>
                <a:moveTo>
                  <a:pt x="1876425" y="2343150"/>
                </a:moveTo>
                <a:lnTo>
                  <a:pt x="1885950" y="2343150"/>
                </a:lnTo>
                <a:lnTo>
                  <a:pt x="1885950" y="2371725"/>
                </a:lnTo>
                <a:lnTo>
                  <a:pt x="1876425" y="2371725"/>
                </a:lnTo>
                <a:close/>
                <a:moveTo>
                  <a:pt x="238125" y="2352675"/>
                </a:moveTo>
                <a:lnTo>
                  <a:pt x="247650" y="2352675"/>
                </a:lnTo>
                <a:lnTo>
                  <a:pt x="247650" y="2371725"/>
                </a:lnTo>
                <a:lnTo>
                  <a:pt x="238125" y="2371725"/>
                </a:lnTo>
                <a:close/>
                <a:moveTo>
                  <a:pt x="3438525" y="2381250"/>
                </a:moveTo>
                <a:lnTo>
                  <a:pt x="3448050" y="2381250"/>
                </a:lnTo>
                <a:lnTo>
                  <a:pt x="3448050" y="2400300"/>
                </a:lnTo>
                <a:lnTo>
                  <a:pt x="3438525" y="2400300"/>
                </a:lnTo>
                <a:close/>
                <a:moveTo>
                  <a:pt x="2181225" y="2400300"/>
                </a:moveTo>
                <a:lnTo>
                  <a:pt x="2190750" y="2400300"/>
                </a:lnTo>
                <a:lnTo>
                  <a:pt x="2190750" y="2428875"/>
                </a:lnTo>
                <a:lnTo>
                  <a:pt x="2181225" y="2428875"/>
                </a:lnTo>
                <a:close/>
                <a:moveTo>
                  <a:pt x="2247900" y="2400300"/>
                </a:moveTo>
                <a:lnTo>
                  <a:pt x="2276475" y="2400300"/>
                </a:lnTo>
                <a:lnTo>
                  <a:pt x="2276475" y="2409825"/>
                </a:lnTo>
                <a:lnTo>
                  <a:pt x="2247900" y="2409825"/>
                </a:lnTo>
                <a:close/>
                <a:moveTo>
                  <a:pt x="190500" y="2409825"/>
                </a:moveTo>
                <a:lnTo>
                  <a:pt x="200025" y="2409825"/>
                </a:lnTo>
                <a:lnTo>
                  <a:pt x="200025" y="2447925"/>
                </a:lnTo>
                <a:lnTo>
                  <a:pt x="190500" y="2447925"/>
                </a:lnTo>
                <a:close/>
                <a:moveTo>
                  <a:pt x="2238375" y="2409825"/>
                </a:moveTo>
                <a:lnTo>
                  <a:pt x="2247900" y="2409825"/>
                </a:lnTo>
                <a:lnTo>
                  <a:pt x="2247900" y="2419350"/>
                </a:lnTo>
                <a:lnTo>
                  <a:pt x="2238375" y="2419350"/>
                </a:lnTo>
                <a:close/>
                <a:moveTo>
                  <a:pt x="2286000" y="2409825"/>
                </a:moveTo>
                <a:lnTo>
                  <a:pt x="2295525" y="2409825"/>
                </a:lnTo>
                <a:lnTo>
                  <a:pt x="2295525" y="2419350"/>
                </a:lnTo>
                <a:lnTo>
                  <a:pt x="2286000" y="2419350"/>
                </a:lnTo>
                <a:close/>
                <a:moveTo>
                  <a:pt x="2324100" y="2409825"/>
                </a:moveTo>
                <a:lnTo>
                  <a:pt x="2343150" y="2409825"/>
                </a:lnTo>
                <a:lnTo>
                  <a:pt x="2343150" y="2419350"/>
                </a:lnTo>
                <a:lnTo>
                  <a:pt x="2324100" y="2419350"/>
                </a:lnTo>
                <a:close/>
                <a:moveTo>
                  <a:pt x="1828800" y="2419350"/>
                </a:moveTo>
                <a:lnTo>
                  <a:pt x="1838325" y="2419350"/>
                </a:lnTo>
                <a:lnTo>
                  <a:pt x="1838325" y="2428875"/>
                </a:lnTo>
                <a:lnTo>
                  <a:pt x="1828800" y="2428875"/>
                </a:lnTo>
                <a:close/>
                <a:moveTo>
                  <a:pt x="2343150" y="2419350"/>
                </a:moveTo>
                <a:lnTo>
                  <a:pt x="2371725" y="2419350"/>
                </a:lnTo>
                <a:lnTo>
                  <a:pt x="2371725" y="2428875"/>
                </a:lnTo>
                <a:lnTo>
                  <a:pt x="2343150" y="2428875"/>
                </a:lnTo>
                <a:close/>
                <a:moveTo>
                  <a:pt x="2390775" y="2419350"/>
                </a:moveTo>
                <a:lnTo>
                  <a:pt x="2400300" y="2419350"/>
                </a:lnTo>
                <a:lnTo>
                  <a:pt x="2400300" y="2438400"/>
                </a:lnTo>
                <a:lnTo>
                  <a:pt x="2390775" y="2438400"/>
                </a:lnTo>
                <a:close/>
                <a:moveTo>
                  <a:pt x="2409825" y="2419350"/>
                </a:moveTo>
                <a:lnTo>
                  <a:pt x="2428875" y="2419350"/>
                </a:lnTo>
                <a:lnTo>
                  <a:pt x="2428875" y="2428875"/>
                </a:lnTo>
                <a:lnTo>
                  <a:pt x="2409825" y="2428875"/>
                </a:lnTo>
                <a:close/>
                <a:moveTo>
                  <a:pt x="2552700" y="2419350"/>
                </a:moveTo>
                <a:lnTo>
                  <a:pt x="2562225" y="2419350"/>
                </a:lnTo>
                <a:lnTo>
                  <a:pt x="2562225" y="2428875"/>
                </a:lnTo>
                <a:lnTo>
                  <a:pt x="2581275" y="2428875"/>
                </a:lnTo>
                <a:lnTo>
                  <a:pt x="2581275" y="2447925"/>
                </a:lnTo>
                <a:lnTo>
                  <a:pt x="2609850" y="2447925"/>
                </a:lnTo>
                <a:lnTo>
                  <a:pt x="2609850" y="2457450"/>
                </a:lnTo>
                <a:lnTo>
                  <a:pt x="2619375" y="2457450"/>
                </a:lnTo>
                <a:lnTo>
                  <a:pt x="2619375" y="2466975"/>
                </a:lnTo>
                <a:lnTo>
                  <a:pt x="2590800" y="2466975"/>
                </a:lnTo>
                <a:lnTo>
                  <a:pt x="2590800" y="2457450"/>
                </a:lnTo>
                <a:lnTo>
                  <a:pt x="2571750" y="2457450"/>
                </a:lnTo>
                <a:lnTo>
                  <a:pt x="2571750" y="2447925"/>
                </a:lnTo>
                <a:lnTo>
                  <a:pt x="2552700" y="2447925"/>
                </a:lnTo>
                <a:lnTo>
                  <a:pt x="2552700" y="2438400"/>
                </a:lnTo>
                <a:lnTo>
                  <a:pt x="2533650" y="2438400"/>
                </a:lnTo>
                <a:lnTo>
                  <a:pt x="2533650" y="2428875"/>
                </a:lnTo>
                <a:lnTo>
                  <a:pt x="2552700" y="2428875"/>
                </a:lnTo>
                <a:close/>
                <a:moveTo>
                  <a:pt x="3038475" y="2419350"/>
                </a:moveTo>
                <a:lnTo>
                  <a:pt x="3057525" y="2419350"/>
                </a:lnTo>
                <a:lnTo>
                  <a:pt x="3057525" y="2428875"/>
                </a:lnTo>
                <a:lnTo>
                  <a:pt x="3038475" y="2428875"/>
                </a:lnTo>
                <a:close/>
                <a:moveTo>
                  <a:pt x="1914525" y="2428875"/>
                </a:moveTo>
                <a:lnTo>
                  <a:pt x="1933575" y="2428875"/>
                </a:lnTo>
                <a:lnTo>
                  <a:pt x="1933575" y="2466975"/>
                </a:lnTo>
                <a:lnTo>
                  <a:pt x="1914525" y="2466975"/>
                </a:lnTo>
                <a:close/>
                <a:moveTo>
                  <a:pt x="2438400" y="2428875"/>
                </a:moveTo>
                <a:lnTo>
                  <a:pt x="2447925" y="2428875"/>
                </a:lnTo>
                <a:lnTo>
                  <a:pt x="2447925" y="2438400"/>
                </a:lnTo>
                <a:lnTo>
                  <a:pt x="2438400" y="2438400"/>
                </a:lnTo>
                <a:close/>
                <a:moveTo>
                  <a:pt x="2447925" y="2438400"/>
                </a:moveTo>
                <a:lnTo>
                  <a:pt x="2476500" y="2438400"/>
                </a:lnTo>
                <a:lnTo>
                  <a:pt x="2476500" y="2447925"/>
                </a:lnTo>
                <a:lnTo>
                  <a:pt x="2447925" y="2447925"/>
                </a:lnTo>
                <a:close/>
                <a:moveTo>
                  <a:pt x="1885950" y="2447925"/>
                </a:moveTo>
                <a:lnTo>
                  <a:pt x="1895475" y="2447925"/>
                </a:lnTo>
                <a:lnTo>
                  <a:pt x="1895475" y="2476500"/>
                </a:lnTo>
                <a:lnTo>
                  <a:pt x="1885950" y="2476500"/>
                </a:lnTo>
                <a:close/>
                <a:moveTo>
                  <a:pt x="2238375" y="2447925"/>
                </a:moveTo>
                <a:lnTo>
                  <a:pt x="2247900" y="2447925"/>
                </a:lnTo>
                <a:lnTo>
                  <a:pt x="2247900" y="2457450"/>
                </a:lnTo>
                <a:lnTo>
                  <a:pt x="2238375" y="2457450"/>
                </a:lnTo>
                <a:close/>
                <a:moveTo>
                  <a:pt x="2505075" y="2447925"/>
                </a:moveTo>
                <a:lnTo>
                  <a:pt x="2533650" y="2447925"/>
                </a:lnTo>
                <a:lnTo>
                  <a:pt x="2533650" y="2457450"/>
                </a:lnTo>
                <a:lnTo>
                  <a:pt x="2505075" y="2457450"/>
                </a:lnTo>
                <a:close/>
                <a:moveTo>
                  <a:pt x="2247900" y="2457450"/>
                </a:moveTo>
                <a:lnTo>
                  <a:pt x="2286000" y="2457450"/>
                </a:lnTo>
                <a:lnTo>
                  <a:pt x="2286000" y="2466975"/>
                </a:lnTo>
                <a:lnTo>
                  <a:pt x="2247900" y="2466975"/>
                </a:lnTo>
                <a:close/>
                <a:moveTo>
                  <a:pt x="2667000" y="2457450"/>
                </a:moveTo>
                <a:lnTo>
                  <a:pt x="2714625" y="2457450"/>
                </a:lnTo>
                <a:lnTo>
                  <a:pt x="2714625" y="2466975"/>
                </a:lnTo>
                <a:lnTo>
                  <a:pt x="2724150" y="2466975"/>
                </a:lnTo>
                <a:lnTo>
                  <a:pt x="2724150" y="2476500"/>
                </a:lnTo>
                <a:lnTo>
                  <a:pt x="2686050" y="2476500"/>
                </a:lnTo>
                <a:lnTo>
                  <a:pt x="2686050" y="2466975"/>
                </a:lnTo>
                <a:lnTo>
                  <a:pt x="2667000" y="2466975"/>
                </a:lnTo>
                <a:close/>
                <a:moveTo>
                  <a:pt x="3429000" y="2457450"/>
                </a:moveTo>
                <a:lnTo>
                  <a:pt x="3438525" y="2457450"/>
                </a:lnTo>
                <a:lnTo>
                  <a:pt x="3438525" y="2466975"/>
                </a:lnTo>
                <a:lnTo>
                  <a:pt x="3429000" y="2466975"/>
                </a:lnTo>
                <a:close/>
                <a:moveTo>
                  <a:pt x="2533650" y="2466975"/>
                </a:moveTo>
                <a:lnTo>
                  <a:pt x="2543175" y="2466975"/>
                </a:lnTo>
                <a:lnTo>
                  <a:pt x="2543175" y="2486025"/>
                </a:lnTo>
                <a:lnTo>
                  <a:pt x="2552700" y="2486025"/>
                </a:lnTo>
                <a:lnTo>
                  <a:pt x="2552700" y="2495550"/>
                </a:lnTo>
                <a:lnTo>
                  <a:pt x="2571750" y="2495550"/>
                </a:lnTo>
                <a:lnTo>
                  <a:pt x="2571750" y="2505075"/>
                </a:lnTo>
                <a:lnTo>
                  <a:pt x="2543175" y="2505075"/>
                </a:lnTo>
                <a:lnTo>
                  <a:pt x="2543175" y="2495550"/>
                </a:lnTo>
                <a:lnTo>
                  <a:pt x="2533650" y="2495550"/>
                </a:lnTo>
                <a:close/>
                <a:moveTo>
                  <a:pt x="2733675" y="2466975"/>
                </a:moveTo>
                <a:lnTo>
                  <a:pt x="2743200" y="2466975"/>
                </a:lnTo>
                <a:lnTo>
                  <a:pt x="2743200" y="2476500"/>
                </a:lnTo>
                <a:lnTo>
                  <a:pt x="2752725" y="2476500"/>
                </a:lnTo>
                <a:lnTo>
                  <a:pt x="2752725" y="2486025"/>
                </a:lnTo>
                <a:lnTo>
                  <a:pt x="2733675" y="2486025"/>
                </a:lnTo>
                <a:close/>
                <a:moveTo>
                  <a:pt x="2390775" y="2476500"/>
                </a:moveTo>
                <a:lnTo>
                  <a:pt x="2428875" y="2476500"/>
                </a:lnTo>
                <a:lnTo>
                  <a:pt x="2428875" y="2486025"/>
                </a:lnTo>
                <a:lnTo>
                  <a:pt x="2390775" y="2486025"/>
                </a:lnTo>
                <a:close/>
                <a:moveTo>
                  <a:pt x="2171700" y="2486025"/>
                </a:moveTo>
                <a:lnTo>
                  <a:pt x="2181225" y="2486025"/>
                </a:lnTo>
                <a:lnTo>
                  <a:pt x="2181225" y="2505075"/>
                </a:lnTo>
                <a:lnTo>
                  <a:pt x="2171700" y="2505075"/>
                </a:lnTo>
                <a:close/>
                <a:moveTo>
                  <a:pt x="1914525" y="2495550"/>
                </a:moveTo>
                <a:lnTo>
                  <a:pt x="1933575" y="2495550"/>
                </a:lnTo>
                <a:lnTo>
                  <a:pt x="1933575" y="2514600"/>
                </a:lnTo>
                <a:lnTo>
                  <a:pt x="1943100" y="2514600"/>
                </a:lnTo>
                <a:lnTo>
                  <a:pt x="1943100" y="2524125"/>
                </a:lnTo>
                <a:lnTo>
                  <a:pt x="1924050" y="2524125"/>
                </a:lnTo>
                <a:lnTo>
                  <a:pt x="1924050" y="2514600"/>
                </a:lnTo>
                <a:lnTo>
                  <a:pt x="1914525" y="2514600"/>
                </a:lnTo>
                <a:close/>
                <a:moveTo>
                  <a:pt x="2762250" y="2495550"/>
                </a:moveTo>
                <a:lnTo>
                  <a:pt x="2771775" y="2495550"/>
                </a:lnTo>
                <a:lnTo>
                  <a:pt x="2771775" y="2524125"/>
                </a:lnTo>
                <a:lnTo>
                  <a:pt x="2762250" y="2524125"/>
                </a:lnTo>
                <a:close/>
                <a:moveTo>
                  <a:pt x="2952750" y="2495550"/>
                </a:moveTo>
                <a:lnTo>
                  <a:pt x="3038475" y="2495550"/>
                </a:lnTo>
                <a:lnTo>
                  <a:pt x="3038475" y="2505075"/>
                </a:lnTo>
                <a:lnTo>
                  <a:pt x="3114675" y="2505075"/>
                </a:lnTo>
                <a:lnTo>
                  <a:pt x="3114675" y="2514600"/>
                </a:lnTo>
                <a:lnTo>
                  <a:pt x="3171825" y="2514600"/>
                </a:lnTo>
                <a:lnTo>
                  <a:pt x="3171825" y="2524125"/>
                </a:lnTo>
                <a:lnTo>
                  <a:pt x="3190875" y="2524125"/>
                </a:lnTo>
                <a:lnTo>
                  <a:pt x="3190875" y="2514600"/>
                </a:lnTo>
                <a:lnTo>
                  <a:pt x="3200400" y="2514600"/>
                </a:lnTo>
                <a:lnTo>
                  <a:pt x="3200400" y="2524125"/>
                </a:lnTo>
                <a:lnTo>
                  <a:pt x="3238500" y="2524125"/>
                </a:lnTo>
                <a:lnTo>
                  <a:pt x="3238500" y="2533650"/>
                </a:lnTo>
                <a:lnTo>
                  <a:pt x="3248025" y="2533650"/>
                </a:lnTo>
                <a:lnTo>
                  <a:pt x="3248025" y="2543175"/>
                </a:lnTo>
                <a:lnTo>
                  <a:pt x="3257550" y="2543175"/>
                </a:lnTo>
                <a:lnTo>
                  <a:pt x="3257550" y="2562225"/>
                </a:lnTo>
                <a:lnTo>
                  <a:pt x="3248025" y="2562225"/>
                </a:lnTo>
                <a:lnTo>
                  <a:pt x="3248025" y="2552700"/>
                </a:lnTo>
                <a:lnTo>
                  <a:pt x="3238500" y="2552700"/>
                </a:lnTo>
                <a:lnTo>
                  <a:pt x="3238500" y="2543175"/>
                </a:lnTo>
                <a:lnTo>
                  <a:pt x="3219450" y="2543175"/>
                </a:lnTo>
                <a:lnTo>
                  <a:pt x="3219450" y="2533650"/>
                </a:lnTo>
                <a:lnTo>
                  <a:pt x="3152775" y="2533650"/>
                </a:lnTo>
                <a:lnTo>
                  <a:pt x="3152775" y="2524125"/>
                </a:lnTo>
                <a:lnTo>
                  <a:pt x="3076575" y="2524125"/>
                </a:lnTo>
                <a:lnTo>
                  <a:pt x="3076575" y="2514600"/>
                </a:lnTo>
                <a:lnTo>
                  <a:pt x="3009900" y="2514600"/>
                </a:lnTo>
                <a:lnTo>
                  <a:pt x="3009900" y="2505075"/>
                </a:lnTo>
                <a:lnTo>
                  <a:pt x="2971800" y="2505075"/>
                </a:lnTo>
                <a:lnTo>
                  <a:pt x="2971800" y="2514600"/>
                </a:lnTo>
                <a:lnTo>
                  <a:pt x="2952750" y="2514600"/>
                </a:lnTo>
                <a:lnTo>
                  <a:pt x="2952750" y="2524125"/>
                </a:lnTo>
                <a:lnTo>
                  <a:pt x="2943225" y="2524125"/>
                </a:lnTo>
                <a:lnTo>
                  <a:pt x="2943225" y="2533650"/>
                </a:lnTo>
                <a:lnTo>
                  <a:pt x="2933700" y="2533650"/>
                </a:lnTo>
                <a:lnTo>
                  <a:pt x="2933700" y="2543175"/>
                </a:lnTo>
                <a:lnTo>
                  <a:pt x="2924175" y="2543175"/>
                </a:lnTo>
                <a:lnTo>
                  <a:pt x="2924175" y="2609850"/>
                </a:lnTo>
                <a:lnTo>
                  <a:pt x="2933700" y="2609850"/>
                </a:lnTo>
                <a:lnTo>
                  <a:pt x="2933700" y="2628900"/>
                </a:lnTo>
                <a:lnTo>
                  <a:pt x="2924175" y="2628900"/>
                </a:lnTo>
                <a:lnTo>
                  <a:pt x="2924175" y="2619375"/>
                </a:lnTo>
                <a:lnTo>
                  <a:pt x="2914650" y="2619375"/>
                </a:lnTo>
                <a:lnTo>
                  <a:pt x="2914650" y="2600325"/>
                </a:lnTo>
                <a:lnTo>
                  <a:pt x="2905125" y="2600325"/>
                </a:lnTo>
                <a:lnTo>
                  <a:pt x="2905125" y="2562225"/>
                </a:lnTo>
                <a:lnTo>
                  <a:pt x="2914650" y="2562225"/>
                </a:lnTo>
                <a:lnTo>
                  <a:pt x="2914650" y="2533650"/>
                </a:lnTo>
                <a:lnTo>
                  <a:pt x="2924175" y="2533650"/>
                </a:lnTo>
                <a:lnTo>
                  <a:pt x="2924175" y="2524125"/>
                </a:lnTo>
                <a:lnTo>
                  <a:pt x="2933700" y="2524125"/>
                </a:lnTo>
                <a:lnTo>
                  <a:pt x="2933700" y="2514600"/>
                </a:lnTo>
                <a:lnTo>
                  <a:pt x="2943225" y="2514600"/>
                </a:lnTo>
                <a:lnTo>
                  <a:pt x="2943225" y="2505075"/>
                </a:lnTo>
                <a:lnTo>
                  <a:pt x="2952750" y="2505075"/>
                </a:lnTo>
                <a:close/>
                <a:moveTo>
                  <a:pt x="2276475" y="2505075"/>
                </a:moveTo>
                <a:lnTo>
                  <a:pt x="2286000" y="2505075"/>
                </a:lnTo>
                <a:lnTo>
                  <a:pt x="2286000" y="2514600"/>
                </a:lnTo>
                <a:lnTo>
                  <a:pt x="2276475" y="2514600"/>
                </a:lnTo>
                <a:close/>
                <a:moveTo>
                  <a:pt x="2600325" y="2505075"/>
                </a:moveTo>
                <a:lnTo>
                  <a:pt x="2638425" y="2505075"/>
                </a:lnTo>
                <a:lnTo>
                  <a:pt x="2638425" y="2514600"/>
                </a:lnTo>
                <a:lnTo>
                  <a:pt x="2600325" y="2514600"/>
                </a:lnTo>
                <a:close/>
                <a:moveTo>
                  <a:pt x="2266950" y="2514600"/>
                </a:moveTo>
                <a:lnTo>
                  <a:pt x="2276475" y="2514600"/>
                </a:lnTo>
                <a:lnTo>
                  <a:pt x="2276475" y="2524125"/>
                </a:lnTo>
                <a:lnTo>
                  <a:pt x="2266950" y="2524125"/>
                </a:lnTo>
                <a:close/>
                <a:moveTo>
                  <a:pt x="2295525" y="2514600"/>
                </a:moveTo>
                <a:lnTo>
                  <a:pt x="2305050" y="2514600"/>
                </a:lnTo>
                <a:lnTo>
                  <a:pt x="2305050" y="2524125"/>
                </a:lnTo>
                <a:lnTo>
                  <a:pt x="2295525" y="2524125"/>
                </a:lnTo>
                <a:close/>
                <a:moveTo>
                  <a:pt x="2657475" y="2514600"/>
                </a:moveTo>
                <a:lnTo>
                  <a:pt x="2676525" y="2514600"/>
                </a:lnTo>
                <a:lnTo>
                  <a:pt x="2676525" y="2524125"/>
                </a:lnTo>
                <a:lnTo>
                  <a:pt x="2657475" y="2524125"/>
                </a:lnTo>
                <a:close/>
                <a:moveTo>
                  <a:pt x="2314575" y="2524125"/>
                </a:moveTo>
                <a:lnTo>
                  <a:pt x="2333625" y="2524125"/>
                </a:lnTo>
                <a:lnTo>
                  <a:pt x="2333625" y="2533650"/>
                </a:lnTo>
                <a:lnTo>
                  <a:pt x="2314575" y="2533650"/>
                </a:lnTo>
                <a:close/>
                <a:moveTo>
                  <a:pt x="2686050" y="2524125"/>
                </a:moveTo>
                <a:lnTo>
                  <a:pt x="2743200" y="2524125"/>
                </a:lnTo>
                <a:lnTo>
                  <a:pt x="2743200" y="2533650"/>
                </a:lnTo>
                <a:lnTo>
                  <a:pt x="2686050" y="2533650"/>
                </a:lnTo>
                <a:close/>
                <a:moveTo>
                  <a:pt x="2752725" y="2524125"/>
                </a:moveTo>
                <a:lnTo>
                  <a:pt x="2762250" y="2524125"/>
                </a:lnTo>
                <a:lnTo>
                  <a:pt x="2762250" y="2533650"/>
                </a:lnTo>
                <a:lnTo>
                  <a:pt x="2752725" y="2533650"/>
                </a:lnTo>
                <a:close/>
                <a:moveTo>
                  <a:pt x="3419475" y="2524125"/>
                </a:moveTo>
                <a:lnTo>
                  <a:pt x="3429000" y="2524125"/>
                </a:lnTo>
                <a:lnTo>
                  <a:pt x="3429000" y="2533650"/>
                </a:lnTo>
                <a:lnTo>
                  <a:pt x="3419475" y="2533650"/>
                </a:lnTo>
                <a:close/>
                <a:moveTo>
                  <a:pt x="247650" y="2533650"/>
                </a:moveTo>
                <a:lnTo>
                  <a:pt x="257175" y="2533650"/>
                </a:lnTo>
                <a:lnTo>
                  <a:pt x="257175" y="2552700"/>
                </a:lnTo>
                <a:lnTo>
                  <a:pt x="247650" y="2552700"/>
                </a:lnTo>
                <a:close/>
                <a:moveTo>
                  <a:pt x="1838325" y="2533650"/>
                </a:moveTo>
                <a:lnTo>
                  <a:pt x="1847850" y="2533650"/>
                </a:lnTo>
                <a:lnTo>
                  <a:pt x="1847850" y="2543175"/>
                </a:lnTo>
                <a:lnTo>
                  <a:pt x="1838325" y="2543175"/>
                </a:lnTo>
                <a:close/>
                <a:moveTo>
                  <a:pt x="2171700" y="2533650"/>
                </a:moveTo>
                <a:lnTo>
                  <a:pt x="2181225" y="2533650"/>
                </a:lnTo>
                <a:lnTo>
                  <a:pt x="2181225" y="2543175"/>
                </a:lnTo>
                <a:lnTo>
                  <a:pt x="2171700" y="2543175"/>
                </a:lnTo>
                <a:close/>
                <a:moveTo>
                  <a:pt x="2371725" y="2533650"/>
                </a:moveTo>
                <a:lnTo>
                  <a:pt x="2400300" y="2533650"/>
                </a:lnTo>
                <a:lnTo>
                  <a:pt x="2400300" y="2543175"/>
                </a:lnTo>
                <a:lnTo>
                  <a:pt x="2371725" y="2543175"/>
                </a:lnTo>
                <a:close/>
                <a:moveTo>
                  <a:pt x="2419350" y="2533650"/>
                </a:moveTo>
                <a:lnTo>
                  <a:pt x="2438400" y="2533650"/>
                </a:lnTo>
                <a:lnTo>
                  <a:pt x="2438400" y="2543175"/>
                </a:lnTo>
                <a:lnTo>
                  <a:pt x="2419350" y="2543175"/>
                </a:lnTo>
                <a:close/>
                <a:moveTo>
                  <a:pt x="1924050" y="2543175"/>
                </a:moveTo>
                <a:lnTo>
                  <a:pt x="1943100" y="2543175"/>
                </a:lnTo>
                <a:lnTo>
                  <a:pt x="1943100" y="2552700"/>
                </a:lnTo>
                <a:lnTo>
                  <a:pt x="1924050" y="2552700"/>
                </a:lnTo>
                <a:close/>
                <a:moveTo>
                  <a:pt x="2219325" y="2543175"/>
                </a:moveTo>
                <a:lnTo>
                  <a:pt x="2228850" y="2543175"/>
                </a:lnTo>
                <a:lnTo>
                  <a:pt x="2228850" y="2552700"/>
                </a:lnTo>
                <a:lnTo>
                  <a:pt x="2219325" y="2552700"/>
                </a:lnTo>
                <a:close/>
                <a:moveTo>
                  <a:pt x="2447925" y="2543175"/>
                </a:moveTo>
                <a:lnTo>
                  <a:pt x="2466975" y="2543175"/>
                </a:lnTo>
                <a:lnTo>
                  <a:pt x="2466975" y="2552700"/>
                </a:lnTo>
                <a:lnTo>
                  <a:pt x="2447925" y="2552700"/>
                </a:lnTo>
                <a:close/>
                <a:moveTo>
                  <a:pt x="2228850" y="2552700"/>
                </a:moveTo>
                <a:lnTo>
                  <a:pt x="2247900" y="2552700"/>
                </a:lnTo>
                <a:lnTo>
                  <a:pt x="2247900" y="2562225"/>
                </a:lnTo>
                <a:lnTo>
                  <a:pt x="2228850" y="2562225"/>
                </a:lnTo>
                <a:close/>
                <a:moveTo>
                  <a:pt x="2247900" y="2562225"/>
                </a:moveTo>
                <a:lnTo>
                  <a:pt x="2257425" y="2562225"/>
                </a:lnTo>
                <a:lnTo>
                  <a:pt x="2257425" y="2571750"/>
                </a:lnTo>
                <a:lnTo>
                  <a:pt x="2247900" y="2571750"/>
                </a:lnTo>
                <a:close/>
                <a:moveTo>
                  <a:pt x="2276475" y="2562225"/>
                </a:moveTo>
                <a:lnTo>
                  <a:pt x="2305050" y="2562225"/>
                </a:lnTo>
                <a:lnTo>
                  <a:pt x="2305050" y="2571750"/>
                </a:lnTo>
                <a:lnTo>
                  <a:pt x="2276475" y="2571750"/>
                </a:lnTo>
                <a:close/>
                <a:moveTo>
                  <a:pt x="3257550" y="2562225"/>
                </a:moveTo>
                <a:lnTo>
                  <a:pt x="3267075" y="2562225"/>
                </a:lnTo>
                <a:lnTo>
                  <a:pt x="3267075" y="2571750"/>
                </a:lnTo>
                <a:lnTo>
                  <a:pt x="3276600" y="2571750"/>
                </a:lnTo>
                <a:lnTo>
                  <a:pt x="3276600" y="2638425"/>
                </a:lnTo>
                <a:lnTo>
                  <a:pt x="3267075" y="2638425"/>
                </a:lnTo>
                <a:lnTo>
                  <a:pt x="3267075" y="2657475"/>
                </a:lnTo>
                <a:lnTo>
                  <a:pt x="3257550" y="2657475"/>
                </a:lnTo>
                <a:lnTo>
                  <a:pt x="3257550" y="2667000"/>
                </a:lnTo>
                <a:lnTo>
                  <a:pt x="3248025" y="2667000"/>
                </a:lnTo>
                <a:lnTo>
                  <a:pt x="3248025" y="2676525"/>
                </a:lnTo>
                <a:lnTo>
                  <a:pt x="3228975" y="2676525"/>
                </a:lnTo>
                <a:lnTo>
                  <a:pt x="3228975" y="2686050"/>
                </a:lnTo>
                <a:lnTo>
                  <a:pt x="3133725" y="2686050"/>
                </a:lnTo>
                <a:lnTo>
                  <a:pt x="3133725" y="2676525"/>
                </a:lnTo>
                <a:lnTo>
                  <a:pt x="3076575" y="2676525"/>
                </a:lnTo>
                <a:lnTo>
                  <a:pt x="3076575" y="2667000"/>
                </a:lnTo>
                <a:lnTo>
                  <a:pt x="2990850" y="2667000"/>
                </a:lnTo>
                <a:lnTo>
                  <a:pt x="2990850" y="2657475"/>
                </a:lnTo>
                <a:lnTo>
                  <a:pt x="2943225" y="2657475"/>
                </a:lnTo>
                <a:lnTo>
                  <a:pt x="2943225" y="2647950"/>
                </a:lnTo>
                <a:lnTo>
                  <a:pt x="2933700" y="2647950"/>
                </a:lnTo>
                <a:lnTo>
                  <a:pt x="2933700" y="2628900"/>
                </a:lnTo>
                <a:lnTo>
                  <a:pt x="2943225" y="2628900"/>
                </a:lnTo>
                <a:lnTo>
                  <a:pt x="2943225" y="2638425"/>
                </a:lnTo>
                <a:lnTo>
                  <a:pt x="2962275" y="2638425"/>
                </a:lnTo>
                <a:lnTo>
                  <a:pt x="2962275" y="2647950"/>
                </a:lnTo>
                <a:lnTo>
                  <a:pt x="3009900" y="2647950"/>
                </a:lnTo>
                <a:lnTo>
                  <a:pt x="3009900" y="2657475"/>
                </a:lnTo>
                <a:lnTo>
                  <a:pt x="3095625" y="2657475"/>
                </a:lnTo>
                <a:lnTo>
                  <a:pt x="3095625" y="2667000"/>
                </a:lnTo>
                <a:lnTo>
                  <a:pt x="3162300" y="2667000"/>
                </a:lnTo>
                <a:lnTo>
                  <a:pt x="3162300" y="2676525"/>
                </a:lnTo>
                <a:lnTo>
                  <a:pt x="3219450" y="2676525"/>
                </a:lnTo>
                <a:lnTo>
                  <a:pt x="3219450" y="2667000"/>
                </a:lnTo>
                <a:lnTo>
                  <a:pt x="3238500" y="2667000"/>
                </a:lnTo>
                <a:lnTo>
                  <a:pt x="3238500" y="2657475"/>
                </a:lnTo>
                <a:lnTo>
                  <a:pt x="3248025" y="2657475"/>
                </a:lnTo>
                <a:lnTo>
                  <a:pt x="3248025" y="2647950"/>
                </a:lnTo>
                <a:lnTo>
                  <a:pt x="3257550" y="2647950"/>
                </a:lnTo>
                <a:lnTo>
                  <a:pt x="3257550" y="2628900"/>
                </a:lnTo>
                <a:lnTo>
                  <a:pt x="3267075" y="2628900"/>
                </a:lnTo>
                <a:lnTo>
                  <a:pt x="3267075" y="2600325"/>
                </a:lnTo>
                <a:lnTo>
                  <a:pt x="3257550" y="2600325"/>
                </a:lnTo>
                <a:close/>
                <a:moveTo>
                  <a:pt x="2162175" y="2571750"/>
                </a:moveTo>
                <a:lnTo>
                  <a:pt x="2171700" y="2571750"/>
                </a:lnTo>
                <a:lnTo>
                  <a:pt x="2171700" y="2581275"/>
                </a:lnTo>
                <a:lnTo>
                  <a:pt x="2181225" y="2581275"/>
                </a:lnTo>
                <a:lnTo>
                  <a:pt x="2181225" y="2609850"/>
                </a:lnTo>
                <a:lnTo>
                  <a:pt x="2190750" y="2609850"/>
                </a:lnTo>
                <a:lnTo>
                  <a:pt x="2190750" y="2619375"/>
                </a:lnTo>
                <a:lnTo>
                  <a:pt x="2181225" y="2619375"/>
                </a:lnTo>
                <a:lnTo>
                  <a:pt x="2181225" y="2628900"/>
                </a:lnTo>
                <a:lnTo>
                  <a:pt x="2152650" y="2628900"/>
                </a:lnTo>
                <a:lnTo>
                  <a:pt x="2152650" y="2619375"/>
                </a:lnTo>
                <a:lnTo>
                  <a:pt x="2143125" y="2619375"/>
                </a:lnTo>
                <a:lnTo>
                  <a:pt x="2143125" y="2628900"/>
                </a:lnTo>
                <a:lnTo>
                  <a:pt x="2133600" y="2628900"/>
                </a:lnTo>
                <a:lnTo>
                  <a:pt x="2133600" y="2619375"/>
                </a:lnTo>
                <a:lnTo>
                  <a:pt x="2105025" y="2619375"/>
                </a:lnTo>
                <a:lnTo>
                  <a:pt x="2105025" y="2628900"/>
                </a:lnTo>
                <a:lnTo>
                  <a:pt x="2057400" y="2628900"/>
                </a:lnTo>
                <a:lnTo>
                  <a:pt x="2057400" y="2638425"/>
                </a:lnTo>
                <a:lnTo>
                  <a:pt x="2047875" y="2638425"/>
                </a:lnTo>
                <a:lnTo>
                  <a:pt x="2047875" y="2647950"/>
                </a:lnTo>
                <a:lnTo>
                  <a:pt x="2066925" y="2647950"/>
                </a:lnTo>
                <a:lnTo>
                  <a:pt x="2066925" y="2657475"/>
                </a:lnTo>
                <a:lnTo>
                  <a:pt x="2009775" y="2657475"/>
                </a:lnTo>
                <a:lnTo>
                  <a:pt x="2009775" y="2638425"/>
                </a:lnTo>
                <a:lnTo>
                  <a:pt x="2028825" y="2638425"/>
                </a:lnTo>
                <a:lnTo>
                  <a:pt x="2028825" y="2619375"/>
                </a:lnTo>
                <a:lnTo>
                  <a:pt x="2019300" y="2619375"/>
                </a:lnTo>
                <a:lnTo>
                  <a:pt x="2019300" y="2609850"/>
                </a:lnTo>
                <a:lnTo>
                  <a:pt x="2000250" y="2609850"/>
                </a:lnTo>
                <a:lnTo>
                  <a:pt x="2000250" y="2600325"/>
                </a:lnTo>
                <a:lnTo>
                  <a:pt x="1981200" y="2600325"/>
                </a:lnTo>
                <a:lnTo>
                  <a:pt x="1981200" y="2590800"/>
                </a:lnTo>
                <a:lnTo>
                  <a:pt x="2009775" y="2590800"/>
                </a:lnTo>
                <a:lnTo>
                  <a:pt x="2009775" y="2600325"/>
                </a:lnTo>
                <a:lnTo>
                  <a:pt x="2066925" y="2600325"/>
                </a:lnTo>
                <a:lnTo>
                  <a:pt x="2066925" y="2609850"/>
                </a:lnTo>
                <a:lnTo>
                  <a:pt x="2143125" y="2609850"/>
                </a:lnTo>
                <a:lnTo>
                  <a:pt x="2143125" y="2600325"/>
                </a:lnTo>
                <a:lnTo>
                  <a:pt x="2152650" y="2600325"/>
                </a:lnTo>
                <a:lnTo>
                  <a:pt x="2152650" y="2590800"/>
                </a:lnTo>
                <a:lnTo>
                  <a:pt x="2162175" y="2590800"/>
                </a:lnTo>
                <a:close/>
                <a:moveTo>
                  <a:pt x="2381250" y="2581275"/>
                </a:moveTo>
                <a:lnTo>
                  <a:pt x="2390775" y="2581275"/>
                </a:lnTo>
                <a:lnTo>
                  <a:pt x="2390775" y="2590800"/>
                </a:lnTo>
                <a:lnTo>
                  <a:pt x="2381250" y="2590800"/>
                </a:lnTo>
                <a:close/>
                <a:moveTo>
                  <a:pt x="2419350" y="2581275"/>
                </a:moveTo>
                <a:lnTo>
                  <a:pt x="2428875" y="2581275"/>
                </a:lnTo>
                <a:lnTo>
                  <a:pt x="2428875" y="2590800"/>
                </a:lnTo>
                <a:lnTo>
                  <a:pt x="2419350" y="2590800"/>
                </a:lnTo>
                <a:close/>
                <a:moveTo>
                  <a:pt x="1962150" y="2590800"/>
                </a:moveTo>
                <a:lnTo>
                  <a:pt x="1971675" y="2590800"/>
                </a:lnTo>
                <a:lnTo>
                  <a:pt x="1971675" y="2600325"/>
                </a:lnTo>
                <a:lnTo>
                  <a:pt x="1962150" y="2600325"/>
                </a:lnTo>
                <a:close/>
                <a:moveTo>
                  <a:pt x="2476500" y="2590800"/>
                </a:moveTo>
                <a:lnTo>
                  <a:pt x="2495550" y="2590800"/>
                </a:lnTo>
                <a:lnTo>
                  <a:pt x="2495550" y="2600325"/>
                </a:lnTo>
                <a:lnTo>
                  <a:pt x="2476500" y="2600325"/>
                </a:lnTo>
                <a:close/>
                <a:moveTo>
                  <a:pt x="1895475" y="2600325"/>
                </a:moveTo>
                <a:lnTo>
                  <a:pt x="1905000" y="2600325"/>
                </a:lnTo>
                <a:lnTo>
                  <a:pt x="1905000" y="2628900"/>
                </a:lnTo>
                <a:lnTo>
                  <a:pt x="1895475" y="2628900"/>
                </a:lnTo>
                <a:close/>
                <a:moveTo>
                  <a:pt x="1952625" y="2600325"/>
                </a:moveTo>
                <a:lnTo>
                  <a:pt x="1962150" y="2600325"/>
                </a:lnTo>
                <a:lnTo>
                  <a:pt x="1962150" y="2619375"/>
                </a:lnTo>
                <a:lnTo>
                  <a:pt x="1952625" y="2619375"/>
                </a:lnTo>
                <a:close/>
                <a:moveTo>
                  <a:pt x="3409950" y="2600325"/>
                </a:moveTo>
                <a:lnTo>
                  <a:pt x="3419475" y="2600325"/>
                </a:lnTo>
                <a:lnTo>
                  <a:pt x="3419475" y="2609850"/>
                </a:lnTo>
                <a:lnTo>
                  <a:pt x="3409950" y="2609850"/>
                </a:lnTo>
                <a:close/>
                <a:moveTo>
                  <a:pt x="200025" y="2609850"/>
                </a:moveTo>
                <a:lnTo>
                  <a:pt x="209550" y="2609850"/>
                </a:lnTo>
                <a:lnTo>
                  <a:pt x="209550" y="2647950"/>
                </a:lnTo>
                <a:lnTo>
                  <a:pt x="200025" y="2647950"/>
                </a:lnTo>
                <a:close/>
                <a:moveTo>
                  <a:pt x="1943100" y="2628900"/>
                </a:moveTo>
                <a:lnTo>
                  <a:pt x="1952625" y="2628900"/>
                </a:lnTo>
                <a:lnTo>
                  <a:pt x="1952625" y="2638425"/>
                </a:lnTo>
                <a:lnTo>
                  <a:pt x="1962150" y="2638425"/>
                </a:lnTo>
                <a:lnTo>
                  <a:pt x="1962150" y="2647950"/>
                </a:lnTo>
                <a:lnTo>
                  <a:pt x="1952625" y="2647950"/>
                </a:lnTo>
                <a:lnTo>
                  <a:pt x="1952625" y="2657475"/>
                </a:lnTo>
                <a:lnTo>
                  <a:pt x="1933575" y="2657475"/>
                </a:lnTo>
                <a:lnTo>
                  <a:pt x="1933575" y="2647950"/>
                </a:lnTo>
                <a:lnTo>
                  <a:pt x="1943100" y="2647950"/>
                </a:lnTo>
                <a:close/>
                <a:moveTo>
                  <a:pt x="2076450" y="2647950"/>
                </a:moveTo>
                <a:lnTo>
                  <a:pt x="2085975" y="2647950"/>
                </a:lnTo>
                <a:lnTo>
                  <a:pt x="2085975" y="2657475"/>
                </a:lnTo>
                <a:lnTo>
                  <a:pt x="2076450" y="2657475"/>
                </a:lnTo>
                <a:close/>
                <a:moveTo>
                  <a:pt x="1847850" y="2657475"/>
                </a:moveTo>
                <a:lnTo>
                  <a:pt x="1857375" y="2657475"/>
                </a:lnTo>
                <a:lnTo>
                  <a:pt x="1857375" y="2676525"/>
                </a:lnTo>
                <a:lnTo>
                  <a:pt x="1847850" y="2676525"/>
                </a:lnTo>
                <a:close/>
                <a:moveTo>
                  <a:pt x="2085975" y="2657475"/>
                </a:moveTo>
                <a:lnTo>
                  <a:pt x="2114550" y="2657475"/>
                </a:lnTo>
                <a:lnTo>
                  <a:pt x="2114550" y="2667000"/>
                </a:lnTo>
                <a:lnTo>
                  <a:pt x="2085975" y="2667000"/>
                </a:lnTo>
                <a:close/>
                <a:moveTo>
                  <a:pt x="2124075" y="2667000"/>
                </a:moveTo>
                <a:lnTo>
                  <a:pt x="2133600" y="2667000"/>
                </a:lnTo>
                <a:lnTo>
                  <a:pt x="2133600" y="2676525"/>
                </a:lnTo>
                <a:lnTo>
                  <a:pt x="2124075" y="2676525"/>
                </a:lnTo>
                <a:close/>
                <a:moveTo>
                  <a:pt x="3400425" y="2667000"/>
                </a:moveTo>
                <a:lnTo>
                  <a:pt x="3409950" y="2667000"/>
                </a:lnTo>
                <a:lnTo>
                  <a:pt x="3409950" y="2676525"/>
                </a:lnTo>
                <a:lnTo>
                  <a:pt x="3400425" y="2676525"/>
                </a:lnTo>
                <a:close/>
                <a:moveTo>
                  <a:pt x="2133600" y="2676525"/>
                </a:moveTo>
                <a:lnTo>
                  <a:pt x="2152650" y="2676525"/>
                </a:lnTo>
                <a:lnTo>
                  <a:pt x="2152650" y="2695575"/>
                </a:lnTo>
                <a:lnTo>
                  <a:pt x="2143125" y="2695575"/>
                </a:lnTo>
                <a:lnTo>
                  <a:pt x="2143125" y="2686050"/>
                </a:lnTo>
                <a:lnTo>
                  <a:pt x="2133600" y="2686050"/>
                </a:lnTo>
                <a:close/>
                <a:moveTo>
                  <a:pt x="1905000" y="2714625"/>
                </a:moveTo>
                <a:lnTo>
                  <a:pt x="1914525" y="2714625"/>
                </a:lnTo>
                <a:lnTo>
                  <a:pt x="1914525" y="2733675"/>
                </a:lnTo>
                <a:lnTo>
                  <a:pt x="1905000" y="2733675"/>
                </a:lnTo>
                <a:close/>
                <a:moveTo>
                  <a:pt x="257175" y="2724150"/>
                </a:moveTo>
                <a:lnTo>
                  <a:pt x="266700" y="2724150"/>
                </a:lnTo>
                <a:lnTo>
                  <a:pt x="266700" y="2743200"/>
                </a:lnTo>
                <a:lnTo>
                  <a:pt x="257175" y="2743200"/>
                </a:lnTo>
                <a:close/>
                <a:moveTo>
                  <a:pt x="2143125" y="2733675"/>
                </a:moveTo>
                <a:lnTo>
                  <a:pt x="2152650" y="2733675"/>
                </a:lnTo>
                <a:lnTo>
                  <a:pt x="2152650" y="2819400"/>
                </a:lnTo>
                <a:lnTo>
                  <a:pt x="2143125" y="2819400"/>
                </a:lnTo>
                <a:lnTo>
                  <a:pt x="2143125" y="2847975"/>
                </a:lnTo>
                <a:lnTo>
                  <a:pt x="2133600" y="2847975"/>
                </a:lnTo>
                <a:lnTo>
                  <a:pt x="2133600" y="2800350"/>
                </a:lnTo>
                <a:lnTo>
                  <a:pt x="2143125" y="2800350"/>
                </a:lnTo>
                <a:close/>
                <a:moveTo>
                  <a:pt x="1952625" y="2743200"/>
                </a:moveTo>
                <a:lnTo>
                  <a:pt x="1962150" y="2743200"/>
                </a:lnTo>
                <a:lnTo>
                  <a:pt x="1962150" y="2771775"/>
                </a:lnTo>
                <a:lnTo>
                  <a:pt x="1943100" y="2771775"/>
                </a:lnTo>
                <a:lnTo>
                  <a:pt x="1943100" y="2762250"/>
                </a:lnTo>
                <a:lnTo>
                  <a:pt x="1952625" y="2762250"/>
                </a:lnTo>
                <a:close/>
                <a:moveTo>
                  <a:pt x="2209800" y="2743200"/>
                </a:moveTo>
                <a:lnTo>
                  <a:pt x="2228850" y="2743200"/>
                </a:lnTo>
                <a:lnTo>
                  <a:pt x="2228850" y="2752725"/>
                </a:lnTo>
                <a:lnTo>
                  <a:pt x="2238375" y="2752725"/>
                </a:lnTo>
                <a:lnTo>
                  <a:pt x="2238375" y="2762250"/>
                </a:lnTo>
                <a:lnTo>
                  <a:pt x="2200275" y="2762250"/>
                </a:lnTo>
                <a:lnTo>
                  <a:pt x="2200275" y="2752725"/>
                </a:lnTo>
                <a:lnTo>
                  <a:pt x="2209800" y="2752725"/>
                </a:lnTo>
                <a:close/>
                <a:moveTo>
                  <a:pt x="3390900" y="2743200"/>
                </a:moveTo>
                <a:lnTo>
                  <a:pt x="3400425" y="2743200"/>
                </a:lnTo>
                <a:lnTo>
                  <a:pt x="3400425" y="2752725"/>
                </a:lnTo>
                <a:lnTo>
                  <a:pt x="3390900" y="2752725"/>
                </a:lnTo>
                <a:close/>
                <a:moveTo>
                  <a:pt x="2190750" y="2762250"/>
                </a:moveTo>
                <a:lnTo>
                  <a:pt x="2200275" y="2762250"/>
                </a:lnTo>
                <a:lnTo>
                  <a:pt x="2200275" y="2771775"/>
                </a:lnTo>
                <a:lnTo>
                  <a:pt x="2190750" y="2771775"/>
                </a:lnTo>
                <a:close/>
                <a:moveTo>
                  <a:pt x="2238375" y="2762250"/>
                </a:moveTo>
                <a:lnTo>
                  <a:pt x="2247900" y="2762250"/>
                </a:lnTo>
                <a:lnTo>
                  <a:pt x="2247900" y="2771775"/>
                </a:lnTo>
                <a:lnTo>
                  <a:pt x="2238375" y="2771775"/>
                </a:lnTo>
                <a:close/>
                <a:moveTo>
                  <a:pt x="2286000" y="2762250"/>
                </a:moveTo>
                <a:lnTo>
                  <a:pt x="2305050" y="2762250"/>
                </a:lnTo>
                <a:lnTo>
                  <a:pt x="2305050" y="2771775"/>
                </a:lnTo>
                <a:lnTo>
                  <a:pt x="2286000" y="2771775"/>
                </a:lnTo>
                <a:close/>
                <a:moveTo>
                  <a:pt x="2257425" y="2771775"/>
                </a:moveTo>
                <a:lnTo>
                  <a:pt x="2286000" y="2771775"/>
                </a:lnTo>
                <a:lnTo>
                  <a:pt x="2286000" y="2781300"/>
                </a:lnTo>
                <a:lnTo>
                  <a:pt x="2257425" y="2781300"/>
                </a:lnTo>
                <a:close/>
                <a:moveTo>
                  <a:pt x="2314575" y="2771775"/>
                </a:moveTo>
                <a:lnTo>
                  <a:pt x="2324100" y="2771775"/>
                </a:lnTo>
                <a:lnTo>
                  <a:pt x="2324100" y="2781300"/>
                </a:lnTo>
                <a:lnTo>
                  <a:pt x="2314575" y="2781300"/>
                </a:lnTo>
                <a:close/>
                <a:moveTo>
                  <a:pt x="1857375" y="2781300"/>
                </a:moveTo>
                <a:lnTo>
                  <a:pt x="1866900" y="2781300"/>
                </a:lnTo>
                <a:lnTo>
                  <a:pt x="1866900" y="2790825"/>
                </a:lnTo>
                <a:lnTo>
                  <a:pt x="1857375" y="2790825"/>
                </a:lnTo>
                <a:close/>
                <a:moveTo>
                  <a:pt x="2371725" y="2790825"/>
                </a:moveTo>
                <a:lnTo>
                  <a:pt x="2381250" y="2790825"/>
                </a:lnTo>
                <a:lnTo>
                  <a:pt x="2381250" y="2809875"/>
                </a:lnTo>
                <a:lnTo>
                  <a:pt x="2362200" y="2809875"/>
                </a:lnTo>
                <a:lnTo>
                  <a:pt x="2362200" y="2800350"/>
                </a:lnTo>
                <a:lnTo>
                  <a:pt x="2371725" y="2800350"/>
                </a:lnTo>
                <a:close/>
                <a:moveTo>
                  <a:pt x="2209800" y="2800350"/>
                </a:moveTo>
                <a:lnTo>
                  <a:pt x="2219325" y="2800350"/>
                </a:lnTo>
                <a:lnTo>
                  <a:pt x="2219325" y="2809875"/>
                </a:lnTo>
                <a:lnTo>
                  <a:pt x="2209800" y="2809875"/>
                </a:lnTo>
                <a:close/>
                <a:moveTo>
                  <a:pt x="2400300" y="2800350"/>
                </a:moveTo>
                <a:lnTo>
                  <a:pt x="2419350" y="2800350"/>
                </a:lnTo>
                <a:lnTo>
                  <a:pt x="2419350" y="2828925"/>
                </a:lnTo>
                <a:lnTo>
                  <a:pt x="2400300" y="2828925"/>
                </a:lnTo>
                <a:close/>
                <a:moveTo>
                  <a:pt x="209550" y="2809875"/>
                </a:moveTo>
                <a:lnTo>
                  <a:pt x="219075" y="2809875"/>
                </a:lnTo>
                <a:lnTo>
                  <a:pt x="219075" y="2838450"/>
                </a:lnTo>
                <a:lnTo>
                  <a:pt x="209550" y="2838450"/>
                </a:lnTo>
                <a:close/>
                <a:moveTo>
                  <a:pt x="2276475" y="2809875"/>
                </a:moveTo>
                <a:lnTo>
                  <a:pt x="2295525" y="2809875"/>
                </a:lnTo>
                <a:lnTo>
                  <a:pt x="2295525" y="2819400"/>
                </a:lnTo>
                <a:lnTo>
                  <a:pt x="2276475" y="2819400"/>
                </a:lnTo>
                <a:close/>
                <a:moveTo>
                  <a:pt x="3381375" y="2809875"/>
                </a:moveTo>
                <a:lnTo>
                  <a:pt x="3390900" y="2809875"/>
                </a:lnTo>
                <a:lnTo>
                  <a:pt x="3390900" y="2819400"/>
                </a:lnTo>
                <a:lnTo>
                  <a:pt x="3381375" y="2819400"/>
                </a:lnTo>
                <a:close/>
                <a:moveTo>
                  <a:pt x="1914525" y="2819400"/>
                </a:moveTo>
                <a:lnTo>
                  <a:pt x="1924050" y="2819400"/>
                </a:lnTo>
                <a:lnTo>
                  <a:pt x="1924050" y="2847975"/>
                </a:lnTo>
                <a:lnTo>
                  <a:pt x="1914525" y="2847975"/>
                </a:lnTo>
                <a:close/>
                <a:moveTo>
                  <a:pt x="2295525" y="2819400"/>
                </a:moveTo>
                <a:lnTo>
                  <a:pt x="2314575" y="2819400"/>
                </a:lnTo>
                <a:lnTo>
                  <a:pt x="2314575" y="2828925"/>
                </a:lnTo>
                <a:lnTo>
                  <a:pt x="2295525" y="2828925"/>
                </a:lnTo>
                <a:close/>
                <a:moveTo>
                  <a:pt x="2352675" y="2819400"/>
                </a:moveTo>
                <a:lnTo>
                  <a:pt x="2362200" y="2819400"/>
                </a:lnTo>
                <a:lnTo>
                  <a:pt x="2362200" y="2828925"/>
                </a:lnTo>
                <a:lnTo>
                  <a:pt x="2352675" y="2828925"/>
                </a:lnTo>
                <a:close/>
                <a:moveTo>
                  <a:pt x="2390775" y="2828925"/>
                </a:moveTo>
                <a:lnTo>
                  <a:pt x="2400300" y="2828925"/>
                </a:lnTo>
                <a:lnTo>
                  <a:pt x="2400300" y="2838450"/>
                </a:lnTo>
                <a:lnTo>
                  <a:pt x="2390775" y="2838450"/>
                </a:lnTo>
                <a:close/>
                <a:moveTo>
                  <a:pt x="2419350" y="2828925"/>
                </a:moveTo>
                <a:lnTo>
                  <a:pt x="2428875" y="2828925"/>
                </a:lnTo>
                <a:lnTo>
                  <a:pt x="2428875" y="2838450"/>
                </a:lnTo>
                <a:lnTo>
                  <a:pt x="2419350" y="2838450"/>
                </a:lnTo>
                <a:close/>
                <a:moveTo>
                  <a:pt x="2428875" y="2838450"/>
                </a:moveTo>
                <a:lnTo>
                  <a:pt x="2447925" y="2838450"/>
                </a:lnTo>
                <a:lnTo>
                  <a:pt x="2447925" y="2847975"/>
                </a:lnTo>
                <a:lnTo>
                  <a:pt x="2428875" y="2847975"/>
                </a:lnTo>
                <a:close/>
                <a:moveTo>
                  <a:pt x="2447925" y="2847975"/>
                </a:moveTo>
                <a:lnTo>
                  <a:pt x="2457450" y="2847975"/>
                </a:lnTo>
                <a:lnTo>
                  <a:pt x="2457450" y="2857500"/>
                </a:lnTo>
                <a:lnTo>
                  <a:pt x="2447925" y="2857500"/>
                </a:lnTo>
                <a:close/>
                <a:moveTo>
                  <a:pt x="2486025" y="2847975"/>
                </a:moveTo>
                <a:lnTo>
                  <a:pt x="2495550" y="2847975"/>
                </a:lnTo>
                <a:lnTo>
                  <a:pt x="2495550" y="2857500"/>
                </a:lnTo>
                <a:lnTo>
                  <a:pt x="2486025" y="2857500"/>
                </a:lnTo>
                <a:close/>
                <a:moveTo>
                  <a:pt x="1943100" y="2857500"/>
                </a:moveTo>
                <a:lnTo>
                  <a:pt x="1971675" y="2857500"/>
                </a:lnTo>
                <a:lnTo>
                  <a:pt x="1971675" y="2867025"/>
                </a:lnTo>
                <a:lnTo>
                  <a:pt x="1952625" y="2867025"/>
                </a:lnTo>
                <a:lnTo>
                  <a:pt x="1952625" y="2876550"/>
                </a:lnTo>
                <a:lnTo>
                  <a:pt x="1943100" y="2876550"/>
                </a:lnTo>
                <a:close/>
                <a:moveTo>
                  <a:pt x="2200275" y="2857500"/>
                </a:moveTo>
                <a:lnTo>
                  <a:pt x="2247900" y="2857500"/>
                </a:lnTo>
                <a:lnTo>
                  <a:pt x="2247900" y="2867025"/>
                </a:lnTo>
                <a:lnTo>
                  <a:pt x="2200275" y="2867025"/>
                </a:lnTo>
                <a:close/>
                <a:moveTo>
                  <a:pt x="2457450" y="2857500"/>
                </a:moveTo>
                <a:lnTo>
                  <a:pt x="2486025" y="2857500"/>
                </a:lnTo>
                <a:lnTo>
                  <a:pt x="2486025" y="2867025"/>
                </a:lnTo>
                <a:lnTo>
                  <a:pt x="2457450" y="2867025"/>
                </a:lnTo>
                <a:close/>
                <a:moveTo>
                  <a:pt x="1971675" y="2867025"/>
                </a:moveTo>
                <a:lnTo>
                  <a:pt x="1990725" y="2867025"/>
                </a:lnTo>
                <a:lnTo>
                  <a:pt x="1990725" y="2876550"/>
                </a:lnTo>
                <a:lnTo>
                  <a:pt x="2009775" y="2876550"/>
                </a:lnTo>
                <a:lnTo>
                  <a:pt x="2009775" y="2886075"/>
                </a:lnTo>
                <a:lnTo>
                  <a:pt x="2028825" y="2886075"/>
                </a:lnTo>
                <a:lnTo>
                  <a:pt x="2028825" y="2905125"/>
                </a:lnTo>
                <a:lnTo>
                  <a:pt x="2019300" y="2905125"/>
                </a:lnTo>
                <a:lnTo>
                  <a:pt x="2019300" y="2914650"/>
                </a:lnTo>
                <a:lnTo>
                  <a:pt x="1990725" y="2914650"/>
                </a:lnTo>
                <a:lnTo>
                  <a:pt x="1990725" y="2905125"/>
                </a:lnTo>
                <a:lnTo>
                  <a:pt x="1962150" y="2905125"/>
                </a:lnTo>
                <a:lnTo>
                  <a:pt x="1962150" y="2895600"/>
                </a:lnTo>
                <a:lnTo>
                  <a:pt x="1952625" y="2895600"/>
                </a:lnTo>
                <a:lnTo>
                  <a:pt x="1952625" y="2886075"/>
                </a:lnTo>
                <a:lnTo>
                  <a:pt x="1971675" y="2886075"/>
                </a:lnTo>
                <a:close/>
                <a:moveTo>
                  <a:pt x="2257425" y="2867025"/>
                </a:moveTo>
                <a:lnTo>
                  <a:pt x="2266950" y="2867025"/>
                </a:lnTo>
                <a:lnTo>
                  <a:pt x="2266950" y="2876550"/>
                </a:lnTo>
                <a:lnTo>
                  <a:pt x="2257425" y="2876550"/>
                </a:lnTo>
                <a:close/>
                <a:moveTo>
                  <a:pt x="2914650" y="2867025"/>
                </a:moveTo>
                <a:lnTo>
                  <a:pt x="2971800" y="2867025"/>
                </a:lnTo>
                <a:lnTo>
                  <a:pt x="2971800" y="2876550"/>
                </a:lnTo>
                <a:lnTo>
                  <a:pt x="3028950" y="2876550"/>
                </a:lnTo>
                <a:lnTo>
                  <a:pt x="3028950" y="2886075"/>
                </a:lnTo>
                <a:lnTo>
                  <a:pt x="3105150" y="2886075"/>
                </a:lnTo>
                <a:lnTo>
                  <a:pt x="3105150" y="2895600"/>
                </a:lnTo>
                <a:lnTo>
                  <a:pt x="3171825" y="2895600"/>
                </a:lnTo>
                <a:lnTo>
                  <a:pt x="3171825" y="2905125"/>
                </a:lnTo>
                <a:lnTo>
                  <a:pt x="3190875" y="2905125"/>
                </a:lnTo>
                <a:lnTo>
                  <a:pt x="3190875" y="2914650"/>
                </a:lnTo>
                <a:lnTo>
                  <a:pt x="3200400" y="2914650"/>
                </a:lnTo>
                <a:lnTo>
                  <a:pt x="3200400" y="2924175"/>
                </a:lnTo>
                <a:lnTo>
                  <a:pt x="3209925" y="2924175"/>
                </a:lnTo>
                <a:lnTo>
                  <a:pt x="3209925" y="2933700"/>
                </a:lnTo>
                <a:lnTo>
                  <a:pt x="3219450" y="2933700"/>
                </a:lnTo>
                <a:lnTo>
                  <a:pt x="3219450" y="2990850"/>
                </a:lnTo>
                <a:lnTo>
                  <a:pt x="3209925" y="2990850"/>
                </a:lnTo>
                <a:lnTo>
                  <a:pt x="3209925" y="3009900"/>
                </a:lnTo>
                <a:lnTo>
                  <a:pt x="3200400" y="3009900"/>
                </a:lnTo>
                <a:lnTo>
                  <a:pt x="3200400" y="3019425"/>
                </a:lnTo>
                <a:lnTo>
                  <a:pt x="3190875" y="3019425"/>
                </a:lnTo>
                <a:lnTo>
                  <a:pt x="3190875" y="3028950"/>
                </a:lnTo>
                <a:lnTo>
                  <a:pt x="3095625" y="3028950"/>
                </a:lnTo>
                <a:lnTo>
                  <a:pt x="3095625" y="3019425"/>
                </a:lnTo>
                <a:lnTo>
                  <a:pt x="3019425" y="3019425"/>
                </a:lnTo>
                <a:lnTo>
                  <a:pt x="3019425" y="3009900"/>
                </a:lnTo>
                <a:lnTo>
                  <a:pt x="2943225" y="3009900"/>
                </a:lnTo>
                <a:lnTo>
                  <a:pt x="2943225" y="3000375"/>
                </a:lnTo>
                <a:lnTo>
                  <a:pt x="2914650" y="3000375"/>
                </a:lnTo>
                <a:lnTo>
                  <a:pt x="2914650" y="2990850"/>
                </a:lnTo>
                <a:lnTo>
                  <a:pt x="2905125" y="2990850"/>
                </a:lnTo>
                <a:lnTo>
                  <a:pt x="2905125" y="2981325"/>
                </a:lnTo>
                <a:lnTo>
                  <a:pt x="2895600" y="2981325"/>
                </a:lnTo>
                <a:lnTo>
                  <a:pt x="2895600" y="2971800"/>
                </a:lnTo>
                <a:lnTo>
                  <a:pt x="2886075" y="2971800"/>
                </a:lnTo>
                <a:lnTo>
                  <a:pt x="2886075" y="2952750"/>
                </a:lnTo>
                <a:lnTo>
                  <a:pt x="2876550" y="2952750"/>
                </a:lnTo>
                <a:lnTo>
                  <a:pt x="2876550" y="2933700"/>
                </a:lnTo>
                <a:lnTo>
                  <a:pt x="2886075" y="2933700"/>
                </a:lnTo>
                <a:lnTo>
                  <a:pt x="2886075" y="2895600"/>
                </a:lnTo>
                <a:lnTo>
                  <a:pt x="2895600" y="2895600"/>
                </a:lnTo>
                <a:lnTo>
                  <a:pt x="2895600" y="2886075"/>
                </a:lnTo>
                <a:lnTo>
                  <a:pt x="2905125" y="2886075"/>
                </a:lnTo>
                <a:lnTo>
                  <a:pt x="2905125" y="2876550"/>
                </a:lnTo>
                <a:lnTo>
                  <a:pt x="2914650" y="2876550"/>
                </a:lnTo>
                <a:close/>
                <a:moveTo>
                  <a:pt x="2124075" y="2876550"/>
                </a:moveTo>
                <a:lnTo>
                  <a:pt x="2133600" y="2876550"/>
                </a:lnTo>
                <a:lnTo>
                  <a:pt x="2133600" y="2933700"/>
                </a:lnTo>
                <a:lnTo>
                  <a:pt x="2124075" y="2933700"/>
                </a:lnTo>
                <a:close/>
                <a:moveTo>
                  <a:pt x="2181225" y="2876550"/>
                </a:moveTo>
                <a:lnTo>
                  <a:pt x="2190750" y="2876550"/>
                </a:lnTo>
                <a:lnTo>
                  <a:pt x="2190750" y="2886075"/>
                </a:lnTo>
                <a:lnTo>
                  <a:pt x="2181225" y="2886075"/>
                </a:lnTo>
                <a:close/>
                <a:moveTo>
                  <a:pt x="2276475" y="2876550"/>
                </a:moveTo>
                <a:lnTo>
                  <a:pt x="2295525" y="2876550"/>
                </a:lnTo>
                <a:lnTo>
                  <a:pt x="2295525" y="2886075"/>
                </a:lnTo>
                <a:lnTo>
                  <a:pt x="2276475" y="2886075"/>
                </a:lnTo>
                <a:close/>
                <a:moveTo>
                  <a:pt x="3371850" y="2876550"/>
                </a:moveTo>
                <a:lnTo>
                  <a:pt x="3381375" y="2876550"/>
                </a:lnTo>
                <a:lnTo>
                  <a:pt x="3381375" y="2886075"/>
                </a:lnTo>
                <a:lnTo>
                  <a:pt x="3371850" y="2886075"/>
                </a:lnTo>
                <a:close/>
                <a:moveTo>
                  <a:pt x="2333625" y="2886075"/>
                </a:moveTo>
                <a:lnTo>
                  <a:pt x="2409825" y="2886075"/>
                </a:lnTo>
                <a:lnTo>
                  <a:pt x="2409825" y="2895600"/>
                </a:lnTo>
                <a:lnTo>
                  <a:pt x="2333625" y="2895600"/>
                </a:lnTo>
                <a:close/>
                <a:moveTo>
                  <a:pt x="2181225" y="2895600"/>
                </a:moveTo>
                <a:lnTo>
                  <a:pt x="2190750" y="2895600"/>
                </a:lnTo>
                <a:lnTo>
                  <a:pt x="2190750" y="2905125"/>
                </a:lnTo>
                <a:lnTo>
                  <a:pt x="2181225" y="2905125"/>
                </a:lnTo>
                <a:close/>
                <a:moveTo>
                  <a:pt x="2409825" y="2895600"/>
                </a:moveTo>
                <a:lnTo>
                  <a:pt x="2419350" y="2895600"/>
                </a:lnTo>
                <a:lnTo>
                  <a:pt x="2419350" y="2905125"/>
                </a:lnTo>
                <a:lnTo>
                  <a:pt x="2409825" y="2905125"/>
                </a:lnTo>
                <a:close/>
                <a:moveTo>
                  <a:pt x="1866900" y="2905125"/>
                </a:moveTo>
                <a:lnTo>
                  <a:pt x="1876425" y="2905125"/>
                </a:lnTo>
                <a:lnTo>
                  <a:pt x="1876425" y="2914650"/>
                </a:lnTo>
                <a:lnTo>
                  <a:pt x="1866900" y="2914650"/>
                </a:lnTo>
                <a:close/>
                <a:moveTo>
                  <a:pt x="2447925" y="2905125"/>
                </a:moveTo>
                <a:lnTo>
                  <a:pt x="2457450" y="2905125"/>
                </a:lnTo>
                <a:lnTo>
                  <a:pt x="2457450" y="2914650"/>
                </a:lnTo>
                <a:lnTo>
                  <a:pt x="2447925" y="2914650"/>
                </a:lnTo>
                <a:close/>
                <a:moveTo>
                  <a:pt x="266700" y="2914650"/>
                </a:moveTo>
                <a:lnTo>
                  <a:pt x="276225" y="2914650"/>
                </a:lnTo>
                <a:lnTo>
                  <a:pt x="276225" y="2933700"/>
                </a:lnTo>
                <a:lnTo>
                  <a:pt x="266700" y="2933700"/>
                </a:lnTo>
                <a:close/>
                <a:moveTo>
                  <a:pt x="2247900" y="2914650"/>
                </a:moveTo>
                <a:lnTo>
                  <a:pt x="2266950" y="2914650"/>
                </a:lnTo>
                <a:lnTo>
                  <a:pt x="2266950" y="2924175"/>
                </a:lnTo>
                <a:lnTo>
                  <a:pt x="2247900" y="2924175"/>
                </a:lnTo>
                <a:close/>
                <a:moveTo>
                  <a:pt x="2305050" y="2924175"/>
                </a:moveTo>
                <a:lnTo>
                  <a:pt x="2324100" y="2924175"/>
                </a:lnTo>
                <a:lnTo>
                  <a:pt x="2324100" y="2933700"/>
                </a:lnTo>
                <a:lnTo>
                  <a:pt x="2305050" y="2933700"/>
                </a:lnTo>
                <a:close/>
                <a:moveTo>
                  <a:pt x="2457450" y="2924175"/>
                </a:moveTo>
                <a:lnTo>
                  <a:pt x="2466975" y="2924175"/>
                </a:lnTo>
                <a:lnTo>
                  <a:pt x="2466975" y="2943225"/>
                </a:lnTo>
                <a:lnTo>
                  <a:pt x="2457450" y="2943225"/>
                </a:lnTo>
                <a:close/>
                <a:moveTo>
                  <a:pt x="2114550" y="2933700"/>
                </a:moveTo>
                <a:lnTo>
                  <a:pt x="2124075" y="2933700"/>
                </a:lnTo>
                <a:lnTo>
                  <a:pt x="2124075" y="2943225"/>
                </a:lnTo>
                <a:lnTo>
                  <a:pt x="2114550" y="2943225"/>
                </a:lnTo>
                <a:close/>
                <a:moveTo>
                  <a:pt x="2381250" y="2933700"/>
                </a:moveTo>
                <a:lnTo>
                  <a:pt x="2390775" y="2933700"/>
                </a:lnTo>
                <a:lnTo>
                  <a:pt x="2390775" y="2943225"/>
                </a:lnTo>
                <a:lnTo>
                  <a:pt x="2381250" y="2943225"/>
                </a:lnTo>
                <a:close/>
                <a:moveTo>
                  <a:pt x="1924050" y="2943225"/>
                </a:moveTo>
                <a:lnTo>
                  <a:pt x="1933575" y="2943225"/>
                </a:lnTo>
                <a:lnTo>
                  <a:pt x="1933575" y="2962275"/>
                </a:lnTo>
                <a:lnTo>
                  <a:pt x="1924050" y="2962275"/>
                </a:lnTo>
                <a:close/>
                <a:moveTo>
                  <a:pt x="2438400" y="2943225"/>
                </a:moveTo>
                <a:lnTo>
                  <a:pt x="2457450" y="2943225"/>
                </a:lnTo>
                <a:lnTo>
                  <a:pt x="2457450" y="2952750"/>
                </a:lnTo>
                <a:lnTo>
                  <a:pt x="2438400" y="2952750"/>
                </a:lnTo>
                <a:close/>
                <a:moveTo>
                  <a:pt x="219075" y="2952750"/>
                </a:moveTo>
                <a:lnTo>
                  <a:pt x="228600" y="2952750"/>
                </a:lnTo>
                <a:lnTo>
                  <a:pt x="228600" y="3000375"/>
                </a:lnTo>
                <a:lnTo>
                  <a:pt x="219075" y="3000375"/>
                </a:lnTo>
                <a:close/>
                <a:moveTo>
                  <a:pt x="1981200" y="2952750"/>
                </a:moveTo>
                <a:lnTo>
                  <a:pt x="1990725" y="2952750"/>
                </a:lnTo>
                <a:lnTo>
                  <a:pt x="1990725" y="2962275"/>
                </a:lnTo>
                <a:lnTo>
                  <a:pt x="1981200" y="2962275"/>
                </a:lnTo>
                <a:close/>
                <a:moveTo>
                  <a:pt x="2000250" y="2952750"/>
                </a:moveTo>
                <a:lnTo>
                  <a:pt x="2047875" y="2952750"/>
                </a:lnTo>
                <a:lnTo>
                  <a:pt x="2047875" y="2962275"/>
                </a:lnTo>
                <a:lnTo>
                  <a:pt x="2085975" y="2962275"/>
                </a:lnTo>
                <a:lnTo>
                  <a:pt x="2085975" y="2971800"/>
                </a:lnTo>
                <a:lnTo>
                  <a:pt x="2028825" y="2971800"/>
                </a:lnTo>
                <a:lnTo>
                  <a:pt x="2028825" y="2962275"/>
                </a:lnTo>
                <a:lnTo>
                  <a:pt x="2000250" y="2962275"/>
                </a:lnTo>
                <a:close/>
                <a:moveTo>
                  <a:pt x="2924175" y="2952750"/>
                </a:moveTo>
                <a:lnTo>
                  <a:pt x="2933700" y="2952750"/>
                </a:lnTo>
                <a:lnTo>
                  <a:pt x="2933700" y="2962275"/>
                </a:lnTo>
                <a:lnTo>
                  <a:pt x="2981325" y="2962275"/>
                </a:lnTo>
                <a:lnTo>
                  <a:pt x="2981325" y="2971800"/>
                </a:lnTo>
                <a:lnTo>
                  <a:pt x="3038475" y="2971800"/>
                </a:lnTo>
                <a:lnTo>
                  <a:pt x="3038475" y="2981325"/>
                </a:lnTo>
                <a:lnTo>
                  <a:pt x="3048000" y="2981325"/>
                </a:lnTo>
                <a:lnTo>
                  <a:pt x="3048000" y="2971800"/>
                </a:lnTo>
                <a:lnTo>
                  <a:pt x="3057525" y="2971800"/>
                </a:lnTo>
                <a:lnTo>
                  <a:pt x="3057525" y="2981325"/>
                </a:lnTo>
                <a:lnTo>
                  <a:pt x="3086100" y="2981325"/>
                </a:lnTo>
                <a:lnTo>
                  <a:pt x="3086100" y="2943225"/>
                </a:lnTo>
                <a:lnTo>
                  <a:pt x="3076575" y="2943225"/>
                </a:lnTo>
                <a:lnTo>
                  <a:pt x="3076575" y="2933700"/>
                </a:lnTo>
                <a:lnTo>
                  <a:pt x="3057525" y="2933700"/>
                </a:lnTo>
                <a:lnTo>
                  <a:pt x="3057525" y="2924175"/>
                </a:lnTo>
                <a:lnTo>
                  <a:pt x="3048000" y="2924175"/>
                </a:lnTo>
                <a:lnTo>
                  <a:pt x="3048000" y="2933700"/>
                </a:lnTo>
                <a:lnTo>
                  <a:pt x="3009900" y="2933700"/>
                </a:lnTo>
                <a:lnTo>
                  <a:pt x="3009900" y="2924175"/>
                </a:lnTo>
                <a:lnTo>
                  <a:pt x="2971800" y="2924175"/>
                </a:lnTo>
                <a:lnTo>
                  <a:pt x="2971800" y="2914650"/>
                </a:lnTo>
                <a:lnTo>
                  <a:pt x="2952750" y="2914650"/>
                </a:lnTo>
                <a:lnTo>
                  <a:pt x="2952750" y="2905125"/>
                </a:lnTo>
                <a:lnTo>
                  <a:pt x="2933700" y="2905125"/>
                </a:lnTo>
                <a:lnTo>
                  <a:pt x="2933700" y="2914650"/>
                </a:lnTo>
                <a:lnTo>
                  <a:pt x="2924175" y="2914650"/>
                </a:lnTo>
                <a:close/>
                <a:moveTo>
                  <a:pt x="3114675" y="2952750"/>
                </a:moveTo>
                <a:lnTo>
                  <a:pt x="3124200" y="2952750"/>
                </a:lnTo>
                <a:lnTo>
                  <a:pt x="3124200" y="2971800"/>
                </a:lnTo>
                <a:lnTo>
                  <a:pt x="3114675" y="2971800"/>
                </a:lnTo>
                <a:lnTo>
                  <a:pt x="3114675" y="2981325"/>
                </a:lnTo>
                <a:lnTo>
                  <a:pt x="3124200" y="2981325"/>
                </a:lnTo>
                <a:lnTo>
                  <a:pt x="3124200" y="2990850"/>
                </a:lnTo>
                <a:lnTo>
                  <a:pt x="3171825" y="2990850"/>
                </a:lnTo>
                <a:lnTo>
                  <a:pt x="3171825" y="2981325"/>
                </a:lnTo>
                <a:lnTo>
                  <a:pt x="3181350" y="2981325"/>
                </a:lnTo>
                <a:lnTo>
                  <a:pt x="3181350" y="2943225"/>
                </a:lnTo>
                <a:lnTo>
                  <a:pt x="3171825" y="2943225"/>
                </a:lnTo>
                <a:lnTo>
                  <a:pt x="3171825" y="2933700"/>
                </a:lnTo>
                <a:lnTo>
                  <a:pt x="3124200" y="2933700"/>
                </a:lnTo>
                <a:lnTo>
                  <a:pt x="3124200" y="2943225"/>
                </a:lnTo>
                <a:lnTo>
                  <a:pt x="3114675" y="2943225"/>
                </a:lnTo>
                <a:close/>
                <a:moveTo>
                  <a:pt x="3362325" y="2952750"/>
                </a:moveTo>
                <a:lnTo>
                  <a:pt x="3371850" y="2952750"/>
                </a:lnTo>
                <a:lnTo>
                  <a:pt x="3371850" y="2962275"/>
                </a:lnTo>
                <a:lnTo>
                  <a:pt x="3362325" y="2962275"/>
                </a:lnTo>
                <a:close/>
                <a:moveTo>
                  <a:pt x="1971675" y="2971800"/>
                </a:moveTo>
                <a:lnTo>
                  <a:pt x="1981200" y="2971800"/>
                </a:lnTo>
                <a:lnTo>
                  <a:pt x="1981200" y="2981325"/>
                </a:lnTo>
                <a:lnTo>
                  <a:pt x="1971675" y="2981325"/>
                </a:lnTo>
                <a:close/>
                <a:moveTo>
                  <a:pt x="2057400" y="2981325"/>
                </a:moveTo>
                <a:lnTo>
                  <a:pt x="2066925" y="2981325"/>
                </a:lnTo>
                <a:lnTo>
                  <a:pt x="2066925" y="2990850"/>
                </a:lnTo>
                <a:lnTo>
                  <a:pt x="2057400" y="2990850"/>
                </a:lnTo>
                <a:close/>
                <a:moveTo>
                  <a:pt x="1962150" y="2990850"/>
                </a:moveTo>
                <a:lnTo>
                  <a:pt x="1971675" y="2990850"/>
                </a:lnTo>
                <a:lnTo>
                  <a:pt x="1971675" y="3000375"/>
                </a:lnTo>
                <a:lnTo>
                  <a:pt x="1990725" y="3000375"/>
                </a:lnTo>
                <a:lnTo>
                  <a:pt x="1990725" y="3009900"/>
                </a:lnTo>
                <a:lnTo>
                  <a:pt x="1981200" y="3009900"/>
                </a:lnTo>
                <a:lnTo>
                  <a:pt x="1981200" y="3019425"/>
                </a:lnTo>
                <a:lnTo>
                  <a:pt x="1971675" y="3019425"/>
                </a:lnTo>
                <a:lnTo>
                  <a:pt x="1971675" y="3009900"/>
                </a:lnTo>
                <a:lnTo>
                  <a:pt x="1962150" y="3009900"/>
                </a:lnTo>
                <a:close/>
                <a:moveTo>
                  <a:pt x="2038350" y="3000375"/>
                </a:moveTo>
                <a:lnTo>
                  <a:pt x="2057400" y="3000375"/>
                </a:lnTo>
                <a:lnTo>
                  <a:pt x="2057400" y="3009900"/>
                </a:lnTo>
                <a:lnTo>
                  <a:pt x="2076450" y="3009900"/>
                </a:lnTo>
                <a:lnTo>
                  <a:pt x="2076450" y="3019425"/>
                </a:lnTo>
                <a:lnTo>
                  <a:pt x="2047875" y="3019425"/>
                </a:lnTo>
                <a:lnTo>
                  <a:pt x="2047875" y="3009900"/>
                </a:lnTo>
                <a:lnTo>
                  <a:pt x="2038350" y="3009900"/>
                </a:lnTo>
                <a:close/>
                <a:moveTo>
                  <a:pt x="2085975" y="3019425"/>
                </a:moveTo>
                <a:lnTo>
                  <a:pt x="2105025" y="3019425"/>
                </a:lnTo>
                <a:lnTo>
                  <a:pt x="2105025" y="3038475"/>
                </a:lnTo>
                <a:lnTo>
                  <a:pt x="2095500" y="3038475"/>
                </a:lnTo>
                <a:lnTo>
                  <a:pt x="2095500" y="3028950"/>
                </a:lnTo>
                <a:lnTo>
                  <a:pt x="2085975" y="3028950"/>
                </a:lnTo>
                <a:close/>
                <a:moveTo>
                  <a:pt x="3352800" y="3019425"/>
                </a:moveTo>
                <a:lnTo>
                  <a:pt x="3362325" y="3019425"/>
                </a:lnTo>
                <a:lnTo>
                  <a:pt x="3362325" y="3028950"/>
                </a:lnTo>
                <a:lnTo>
                  <a:pt x="3352800" y="3028950"/>
                </a:lnTo>
                <a:close/>
                <a:moveTo>
                  <a:pt x="2105025" y="3038475"/>
                </a:moveTo>
                <a:lnTo>
                  <a:pt x="2114550" y="3038475"/>
                </a:lnTo>
                <a:lnTo>
                  <a:pt x="2114550" y="3048000"/>
                </a:lnTo>
                <a:lnTo>
                  <a:pt x="2105025" y="3048000"/>
                </a:lnTo>
                <a:close/>
                <a:moveTo>
                  <a:pt x="1933575" y="3067050"/>
                </a:moveTo>
                <a:lnTo>
                  <a:pt x="1943100" y="3067050"/>
                </a:lnTo>
                <a:lnTo>
                  <a:pt x="1943100" y="3086100"/>
                </a:lnTo>
                <a:lnTo>
                  <a:pt x="1933575" y="3086100"/>
                </a:lnTo>
                <a:close/>
                <a:moveTo>
                  <a:pt x="276225" y="3086100"/>
                </a:moveTo>
                <a:lnTo>
                  <a:pt x="285750" y="3086100"/>
                </a:lnTo>
                <a:lnTo>
                  <a:pt x="285750" y="3114675"/>
                </a:lnTo>
                <a:lnTo>
                  <a:pt x="276225" y="3114675"/>
                </a:lnTo>
                <a:close/>
                <a:moveTo>
                  <a:pt x="3343275" y="3086100"/>
                </a:moveTo>
                <a:lnTo>
                  <a:pt x="3352800" y="3086100"/>
                </a:lnTo>
                <a:lnTo>
                  <a:pt x="3352800" y="3095625"/>
                </a:lnTo>
                <a:lnTo>
                  <a:pt x="3343275" y="3095625"/>
                </a:lnTo>
                <a:close/>
                <a:moveTo>
                  <a:pt x="2095500" y="3105150"/>
                </a:moveTo>
                <a:lnTo>
                  <a:pt x="2105025" y="3105150"/>
                </a:lnTo>
                <a:lnTo>
                  <a:pt x="2105025" y="3114675"/>
                </a:lnTo>
                <a:lnTo>
                  <a:pt x="2095500" y="3114675"/>
                </a:lnTo>
                <a:close/>
                <a:moveTo>
                  <a:pt x="2181225" y="3105150"/>
                </a:moveTo>
                <a:lnTo>
                  <a:pt x="2190750" y="3105150"/>
                </a:lnTo>
                <a:lnTo>
                  <a:pt x="2190750" y="3114675"/>
                </a:lnTo>
                <a:lnTo>
                  <a:pt x="2181225" y="3114675"/>
                </a:lnTo>
                <a:close/>
                <a:moveTo>
                  <a:pt x="2190750" y="3114675"/>
                </a:moveTo>
                <a:lnTo>
                  <a:pt x="2209800" y="3114675"/>
                </a:lnTo>
                <a:lnTo>
                  <a:pt x="2209800" y="3124200"/>
                </a:lnTo>
                <a:lnTo>
                  <a:pt x="2190750" y="3124200"/>
                </a:lnTo>
                <a:close/>
                <a:moveTo>
                  <a:pt x="228600" y="3143250"/>
                </a:moveTo>
                <a:lnTo>
                  <a:pt x="238125" y="3143250"/>
                </a:lnTo>
                <a:lnTo>
                  <a:pt x="238125" y="3190875"/>
                </a:lnTo>
                <a:lnTo>
                  <a:pt x="228600" y="3190875"/>
                </a:lnTo>
                <a:close/>
                <a:moveTo>
                  <a:pt x="1885950" y="3152775"/>
                </a:moveTo>
                <a:lnTo>
                  <a:pt x="1895475" y="3152775"/>
                </a:lnTo>
                <a:lnTo>
                  <a:pt x="1895475" y="3171825"/>
                </a:lnTo>
                <a:lnTo>
                  <a:pt x="1885950" y="3171825"/>
                </a:lnTo>
                <a:close/>
                <a:moveTo>
                  <a:pt x="2438400" y="3152775"/>
                </a:moveTo>
                <a:lnTo>
                  <a:pt x="2447925" y="3152775"/>
                </a:lnTo>
                <a:lnTo>
                  <a:pt x="2447925" y="3162300"/>
                </a:lnTo>
                <a:lnTo>
                  <a:pt x="2438400" y="3162300"/>
                </a:lnTo>
                <a:close/>
                <a:moveTo>
                  <a:pt x="3333750" y="3152775"/>
                </a:moveTo>
                <a:lnTo>
                  <a:pt x="3343275" y="3152775"/>
                </a:lnTo>
                <a:lnTo>
                  <a:pt x="3343275" y="3162300"/>
                </a:lnTo>
                <a:lnTo>
                  <a:pt x="3333750" y="3162300"/>
                </a:lnTo>
                <a:close/>
                <a:moveTo>
                  <a:pt x="2171700" y="3162300"/>
                </a:moveTo>
                <a:lnTo>
                  <a:pt x="2190750" y="3162300"/>
                </a:lnTo>
                <a:lnTo>
                  <a:pt x="2190750" y="3171825"/>
                </a:lnTo>
                <a:lnTo>
                  <a:pt x="2171700" y="3171825"/>
                </a:lnTo>
                <a:close/>
                <a:moveTo>
                  <a:pt x="2457450" y="3162300"/>
                </a:moveTo>
                <a:lnTo>
                  <a:pt x="2476500" y="3162300"/>
                </a:lnTo>
                <a:lnTo>
                  <a:pt x="2476500" y="3171825"/>
                </a:lnTo>
                <a:lnTo>
                  <a:pt x="2457450" y="3171825"/>
                </a:lnTo>
                <a:close/>
                <a:moveTo>
                  <a:pt x="2505075" y="3162300"/>
                </a:moveTo>
                <a:lnTo>
                  <a:pt x="2514600" y="3162300"/>
                </a:lnTo>
                <a:lnTo>
                  <a:pt x="2514600" y="3171825"/>
                </a:lnTo>
                <a:lnTo>
                  <a:pt x="2505075" y="3171825"/>
                </a:lnTo>
                <a:close/>
                <a:moveTo>
                  <a:pt x="2552700" y="3162300"/>
                </a:moveTo>
                <a:lnTo>
                  <a:pt x="2571750" y="3162300"/>
                </a:lnTo>
                <a:lnTo>
                  <a:pt x="2571750" y="3171825"/>
                </a:lnTo>
                <a:lnTo>
                  <a:pt x="2552700" y="3171825"/>
                </a:lnTo>
                <a:close/>
                <a:moveTo>
                  <a:pt x="2238375" y="3171825"/>
                </a:moveTo>
                <a:lnTo>
                  <a:pt x="2257425" y="3171825"/>
                </a:lnTo>
                <a:lnTo>
                  <a:pt x="2257425" y="3181350"/>
                </a:lnTo>
                <a:lnTo>
                  <a:pt x="2238375" y="3181350"/>
                </a:lnTo>
                <a:close/>
                <a:moveTo>
                  <a:pt x="2295525" y="3171825"/>
                </a:moveTo>
                <a:lnTo>
                  <a:pt x="2305050" y="3171825"/>
                </a:lnTo>
                <a:lnTo>
                  <a:pt x="2305050" y="3181350"/>
                </a:lnTo>
                <a:lnTo>
                  <a:pt x="2295525" y="3181350"/>
                </a:lnTo>
                <a:close/>
                <a:moveTo>
                  <a:pt x="2486025" y="3171825"/>
                </a:moveTo>
                <a:lnTo>
                  <a:pt x="2505075" y="3171825"/>
                </a:lnTo>
                <a:lnTo>
                  <a:pt x="2505075" y="3181350"/>
                </a:lnTo>
                <a:lnTo>
                  <a:pt x="2495550" y="3181350"/>
                </a:lnTo>
                <a:lnTo>
                  <a:pt x="2495550" y="3200400"/>
                </a:lnTo>
                <a:lnTo>
                  <a:pt x="2505075" y="3200400"/>
                </a:lnTo>
                <a:lnTo>
                  <a:pt x="2505075" y="3209925"/>
                </a:lnTo>
                <a:lnTo>
                  <a:pt x="2476500" y="3209925"/>
                </a:lnTo>
                <a:lnTo>
                  <a:pt x="2476500" y="3200400"/>
                </a:lnTo>
                <a:lnTo>
                  <a:pt x="2486025" y="3200400"/>
                </a:lnTo>
                <a:close/>
                <a:moveTo>
                  <a:pt x="1943100" y="3190875"/>
                </a:moveTo>
                <a:lnTo>
                  <a:pt x="1952625" y="3190875"/>
                </a:lnTo>
                <a:lnTo>
                  <a:pt x="1952625" y="3219450"/>
                </a:lnTo>
                <a:lnTo>
                  <a:pt x="1943100" y="3219450"/>
                </a:lnTo>
                <a:close/>
                <a:moveTo>
                  <a:pt x="1971675" y="3190875"/>
                </a:moveTo>
                <a:lnTo>
                  <a:pt x="1990725" y="3190875"/>
                </a:lnTo>
                <a:lnTo>
                  <a:pt x="1990725" y="3200400"/>
                </a:lnTo>
                <a:lnTo>
                  <a:pt x="1971675" y="3200400"/>
                </a:lnTo>
                <a:close/>
                <a:moveTo>
                  <a:pt x="2085975" y="3190875"/>
                </a:moveTo>
                <a:lnTo>
                  <a:pt x="2095500" y="3190875"/>
                </a:lnTo>
                <a:lnTo>
                  <a:pt x="2095500" y="3209925"/>
                </a:lnTo>
                <a:lnTo>
                  <a:pt x="2085975" y="3209925"/>
                </a:lnTo>
                <a:close/>
                <a:moveTo>
                  <a:pt x="2343150" y="3190875"/>
                </a:moveTo>
                <a:lnTo>
                  <a:pt x="2362200" y="3190875"/>
                </a:lnTo>
                <a:lnTo>
                  <a:pt x="2362200" y="3200400"/>
                </a:lnTo>
                <a:lnTo>
                  <a:pt x="2343150" y="3200400"/>
                </a:lnTo>
                <a:close/>
                <a:moveTo>
                  <a:pt x="2390775" y="3190875"/>
                </a:moveTo>
                <a:lnTo>
                  <a:pt x="2400300" y="3190875"/>
                </a:lnTo>
                <a:lnTo>
                  <a:pt x="2400300" y="3200400"/>
                </a:lnTo>
                <a:lnTo>
                  <a:pt x="2390775" y="3200400"/>
                </a:lnTo>
                <a:close/>
                <a:moveTo>
                  <a:pt x="2657475" y="3190875"/>
                </a:moveTo>
                <a:lnTo>
                  <a:pt x="2686050" y="3190875"/>
                </a:lnTo>
                <a:lnTo>
                  <a:pt x="2686050" y="3200400"/>
                </a:lnTo>
                <a:lnTo>
                  <a:pt x="2657475" y="3200400"/>
                </a:lnTo>
                <a:close/>
                <a:moveTo>
                  <a:pt x="2695575" y="3190875"/>
                </a:moveTo>
                <a:lnTo>
                  <a:pt x="2705100" y="3190875"/>
                </a:lnTo>
                <a:lnTo>
                  <a:pt x="2705100" y="3200400"/>
                </a:lnTo>
                <a:lnTo>
                  <a:pt x="2695575" y="3200400"/>
                </a:lnTo>
                <a:close/>
                <a:moveTo>
                  <a:pt x="2505075" y="3209925"/>
                </a:moveTo>
                <a:lnTo>
                  <a:pt x="2514600" y="3209925"/>
                </a:lnTo>
                <a:lnTo>
                  <a:pt x="2514600" y="3219450"/>
                </a:lnTo>
                <a:lnTo>
                  <a:pt x="2505075" y="3219450"/>
                </a:lnTo>
                <a:close/>
                <a:moveTo>
                  <a:pt x="2533650" y="3209925"/>
                </a:moveTo>
                <a:lnTo>
                  <a:pt x="2543175" y="3209925"/>
                </a:lnTo>
                <a:lnTo>
                  <a:pt x="2543175" y="3219450"/>
                </a:lnTo>
                <a:lnTo>
                  <a:pt x="2533650" y="3219450"/>
                </a:lnTo>
                <a:close/>
                <a:moveTo>
                  <a:pt x="2609850" y="3209925"/>
                </a:moveTo>
                <a:lnTo>
                  <a:pt x="2628900" y="3209925"/>
                </a:lnTo>
                <a:lnTo>
                  <a:pt x="2628900" y="3228975"/>
                </a:lnTo>
                <a:lnTo>
                  <a:pt x="2619375" y="3228975"/>
                </a:lnTo>
                <a:lnTo>
                  <a:pt x="2619375" y="3219450"/>
                </a:lnTo>
                <a:lnTo>
                  <a:pt x="2609850" y="3219450"/>
                </a:lnTo>
                <a:close/>
                <a:moveTo>
                  <a:pt x="2152650" y="3219450"/>
                </a:moveTo>
                <a:lnTo>
                  <a:pt x="2162175" y="3219450"/>
                </a:lnTo>
                <a:lnTo>
                  <a:pt x="2162175" y="3228975"/>
                </a:lnTo>
                <a:lnTo>
                  <a:pt x="2171700" y="3228975"/>
                </a:lnTo>
                <a:lnTo>
                  <a:pt x="2171700" y="3238500"/>
                </a:lnTo>
                <a:lnTo>
                  <a:pt x="2152650" y="3238500"/>
                </a:lnTo>
                <a:close/>
                <a:moveTo>
                  <a:pt x="2543175" y="3219450"/>
                </a:moveTo>
                <a:lnTo>
                  <a:pt x="2581275" y="3219450"/>
                </a:lnTo>
                <a:lnTo>
                  <a:pt x="2581275" y="3228975"/>
                </a:lnTo>
                <a:lnTo>
                  <a:pt x="2543175" y="3228975"/>
                </a:lnTo>
                <a:close/>
                <a:moveTo>
                  <a:pt x="2600325" y="3219450"/>
                </a:moveTo>
                <a:lnTo>
                  <a:pt x="2609850" y="3219450"/>
                </a:lnTo>
                <a:lnTo>
                  <a:pt x="2609850" y="3228975"/>
                </a:lnTo>
                <a:lnTo>
                  <a:pt x="2600325" y="3228975"/>
                </a:lnTo>
                <a:close/>
                <a:moveTo>
                  <a:pt x="2876550" y="3219450"/>
                </a:moveTo>
                <a:lnTo>
                  <a:pt x="2952750" y="3219450"/>
                </a:lnTo>
                <a:lnTo>
                  <a:pt x="2952750" y="3228975"/>
                </a:lnTo>
                <a:lnTo>
                  <a:pt x="2990850" y="3228975"/>
                </a:lnTo>
                <a:lnTo>
                  <a:pt x="2990850" y="3238500"/>
                </a:lnTo>
                <a:lnTo>
                  <a:pt x="2943225" y="3238500"/>
                </a:lnTo>
                <a:lnTo>
                  <a:pt x="2943225" y="3228975"/>
                </a:lnTo>
                <a:lnTo>
                  <a:pt x="2876550" y="3228975"/>
                </a:lnTo>
                <a:close/>
                <a:moveTo>
                  <a:pt x="2209800" y="3228975"/>
                </a:moveTo>
                <a:lnTo>
                  <a:pt x="2228850" y="3228975"/>
                </a:lnTo>
                <a:lnTo>
                  <a:pt x="2228850" y="3238500"/>
                </a:lnTo>
                <a:lnTo>
                  <a:pt x="2209800" y="3238500"/>
                </a:lnTo>
                <a:close/>
                <a:moveTo>
                  <a:pt x="2276475" y="3228975"/>
                </a:moveTo>
                <a:lnTo>
                  <a:pt x="2286000" y="3228975"/>
                </a:lnTo>
                <a:lnTo>
                  <a:pt x="2286000" y="3238500"/>
                </a:lnTo>
                <a:lnTo>
                  <a:pt x="2276475" y="3238500"/>
                </a:lnTo>
                <a:close/>
                <a:moveTo>
                  <a:pt x="2857500" y="3228975"/>
                </a:moveTo>
                <a:lnTo>
                  <a:pt x="2876550" y="3228975"/>
                </a:lnTo>
                <a:lnTo>
                  <a:pt x="2876550" y="3238500"/>
                </a:lnTo>
                <a:lnTo>
                  <a:pt x="2867025" y="3238500"/>
                </a:lnTo>
                <a:lnTo>
                  <a:pt x="2867025" y="3248025"/>
                </a:lnTo>
                <a:lnTo>
                  <a:pt x="2857500" y="3248025"/>
                </a:lnTo>
                <a:lnTo>
                  <a:pt x="2857500" y="3257550"/>
                </a:lnTo>
                <a:lnTo>
                  <a:pt x="2847975" y="3257550"/>
                </a:lnTo>
                <a:lnTo>
                  <a:pt x="2847975" y="3276600"/>
                </a:lnTo>
                <a:lnTo>
                  <a:pt x="2838450" y="3276600"/>
                </a:lnTo>
                <a:lnTo>
                  <a:pt x="2838450" y="3314700"/>
                </a:lnTo>
                <a:lnTo>
                  <a:pt x="2847975" y="3314700"/>
                </a:lnTo>
                <a:lnTo>
                  <a:pt x="2847975" y="3333750"/>
                </a:lnTo>
                <a:lnTo>
                  <a:pt x="2838450" y="3333750"/>
                </a:lnTo>
                <a:lnTo>
                  <a:pt x="2838450" y="3324225"/>
                </a:lnTo>
                <a:lnTo>
                  <a:pt x="2828925" y="3324225"/>
                </a:lnTo>
                <a:lnTo>
                  <a:pt x="2828925" y="3267075"/>
                </a:lnTo>
                <a:lnTo>
                  <a:pt x="2838450" y="3267075"/>
                </a:lnTo>
                <a:lnTo>
                  <a:pt x="2838450" y="3248025"/>
                </a:lnTo>
                <a:lnTo>
                  <a:pt x="2847975" y="3248025"/>
                </a:lnTo>
                <a:lnTo>
                  <a:pt x="2847975" y="3238500"/>
                </a:lnTo>
                <a:lnTo>
                  <a:pt x="2857500" y="3238500"/>
                </a:lnTo>
                <a:close/>
                <a:moveTo>
                  <a:pt x="1981200" y="3238500"/>
                </a:moveTo>
                <a:lnTo>
                  <a:pt x="2000250" y="3238500"/>
                </a:lnTo>
                <a:lnTo>
                  <a:pt x="2000250" y="3257550"/>
                </a:lnTo>
                <a:lnTo>
                  <a:pt x="1981200" y="3257550"/>
                </a:lnTo>
                <a:close/>
                <a:moveTo>
                  <a:pt x="2295525" y="3238500"/>
                </a:moveTo>
                <a:lnTo>
                  <a:pt x="2305050" y="3238500"/>
                </a:lnTo>
                <a:lnTo>
                  <a:pt x="2305050" y="3248025"/>
                </a:lnTo>
                <a:lnTo>
                  <a:pt x="2295525" y="3248025"/>
                </a:lnTo>
                <a:close/>
                <a:moveTo>
                  <a:pt x="2667000" y="3238500"/>
                </a:moveTo>
                <a:lnTo>
                  <a:pt x="2695575" y="3238500"/>
                </a:lnTo>
                <a:lnTo>
                  <a:pt x="2695575" y="3248025"/>
                </a:lnTo>
                <a:lnTo>
                  <a:pt x="2667000" y="3248025"/>
                </a:lnTo>
                <a:close/>
                <a:moveTo>
                  <a:pt x="2990850" y="3238500"/>
                </a:moveTo>
                <a:lnTo>
                  <a:pt x="3038475" y="3238500"/>
                </a:lnTo>
                <a:lnTo>
                  <a:pt x="3038475" y="3248025"/>
                </a:lnTo>
                <a:lnTo>
                  <a:pt x="2990850" y="3248025"/>
                </a:lnTo>
                <a:close/>
                <a:moveTo>
                  <a:pt x="3324225" y="3238500"/>
                </a:moveTo>
                <a:lnTo>
                  <a:pt x="3333750" y="3238500"/>
                </a:lnTo>
                <a:lnTo>
                  <a:pt x="3333750" y="3248025"/>
                </a:lnTo>
                <a:lnTo>
                  <a:pt x="3324225" y="3248025"/>
                </a:lnTo>
                <a:close/>
                <a:moveTo>
                  <a:pt x="2333625" y="3248025"/>
                </a:moveTo>
                <a:lnTo>
                  <a:pt x="2352675" y="3248025"/>
                </a:lnTo>
                <a:lnTo>
                  <a:pt x="2352675" y="3257550"/>
                </a:lnTo>
                <a:lnTo>
                  <a:pt x="2333625" y="3257550"/>
                </a:lnTo>
                <a:close/>
                <a:moveTo>
                  <a:pt x="3057525" y="3248025"/>
                </a:moveTo>
                <a:lnTo>
                  <a:pt x="3124200" y="3248025"/>
                </a:lnTo>
                <a:lnTo>
                  <a:pt x="3124200" y="3257550"/>
                </a:lnTo>
                <a:lnTo>
                  <a:pt x="3057525" y="3257550"/>
                </a:lnTo>
                <a:close/>
                <a:moveTo>
                  <a:pt x="2190750" y="3257550"/>
                </a:moveTo>
                <a:lnTo>
                  <a:pt x="2200275" y="3257550"/>
                </a:lnTo>
                <a:lnTo>
                  <a:pt x="2200275" y="3267075"/>
                </a:lnTo>
                <a:lnTo>
                  <a:pt x="2209800" y="3267075"/>
                </a:lnTo>
                <a:lnTo>
                  <a:pt x="2209800" y="3257550"/>
                </a:lnTo>
                <a:lnTo>
                  <a:pt x="2219325" y="3257550"/>
                </a:lnTo>
                <a:lnTo>
                  <a:pt x="2219325" y="3267075"/>
                </a:lnTo>
                <a:lnTo>
                  <a:pt x="2228850" y="3267075"/>
                </a:lnTo>
                <a:lnTo>
                  <a:pt x="2228850" y="3276600"/>
                </a:lnTo>
                <a:lnTo>
                  <a:pt x="2171700" y="3276600"/>
                </a:lnTo>
                <a:lnTo>
                  <a:pt x="2171700" y="3267075"/>
                </a:lnTo>
                <a:lnTo>
                  <a:pt x="2190750" y="3267075"/>
                </a:lnTo>
                <a:close/>
                <a:moveTo>
                  <a:pt x="3124200" y="3257550"/>
                </a:moveTo>
                <a:lnTo>
                  <a:pt x="3152775" y="3257550"/>
                </a:lnTo>
                <a:lnTo>
                  <a:pt x="3152775" y="3267075"/>
                </a:lnTo>
                <a:lnTo>
                  <a:pt x="3162300" y="3267075"/>
                </a:lnTo>
                <a:lnTo>
                  <a:pt x="3162300" y="3276600"/>
                </a:lnTo>
                <a:lnTo>
                  <a:pt x="3171825" y="3276600"/>
                </a:lnTo>
                <a:lnTo>
                  <a:pt x="3171825" y="3305175"/>
                </a:lnTo>
                <a:lnTo>
                  <a:pt x="3181350" y="3305175"/>
                </a:lnTo>
                <a:lnTo>
                  <a:pt x="3181350" y="3362325"/>
                </a:lnTo>
                <a:lnTo>
                  <a:pt x="3171825" y="3362325"/>
                </a:lnTo>
                <a:lnTo>
                  <a:pt x="3171825" y="3371850"/>
                </a:lnTo>
                <a:lnTo>
                  <a:pt x="3162300" y="3371850"/>
                </a:lnTo>
                <a:lnTo>
                  <a:pt x="3162300" y="3352800"/>
                </a:lnTo>
                <a:lnTo>
                  <a:pt x="3171825" y="3352800"/>
                </a:lnTo>
                <a:lnTo>
                  <a:pt x="3171825" y="3314700"/>
                </a:lnTo>
                <a:lnTo>
                  <a:pt x="3162300" y="3314700"/>
                </a:lnTo>
                <a:lnTo>
                  <a:pt x="3162300" y="3286125"/>
                </a:lnTo>
                <a:lnTo>
                  <a:pt x="3152775" y="3286125"/>
                </a:lnTo>
                <a:lnTo>
                  <a:pt x="3152775" y="3276600"/>
                </a:lnTo>
                <a:lnTo>
                  <a:pt x="3143250" y="3276600"/>
                </a:lnTo>
                <a:lnTo>
                  <a:pt x="3143250" y="3267075"/>
                </a:lnTo>
                <a:lnTo>
                  <a:pt x="3124200" y="3267075"/>
                </a:lnTo>
                <a:close/>
                <a:moveTo>
                  <a:pt x="1981200" y="3276600"/>
                </a:moveTo>
                <a:lnTo>
                  <a:pt x="2000250" y="3276600"/>
                </a:lnTo>
                <a:lnTo>
                  <a:pt x="2000250" y="3305175"/>
                </a:lnTo>
                <a:lnTo>
                  <a:pt x="2019300" y="3305175"/>
                </a:lnTo>
                <a:lnTo>
                  <a:pt x="2019300" y="3314700"/>
                </a:lnTo>
                <a:lnTo>
                  <a:pt x="2009775" y="3314700"/>
                </a:lnTo>
                <a:lnTo>
                  <a:pt x="2009775" y="3381375"/>
                </a:lnTo>
                <a:lnTo>
                  <a:pt x="2000250" y="3381375"/>
                </a:lnTo>
                <a:lnTo>
                  <a:pt x="2000250" y="3419475"/>
                </a:lnTo>
                <a:lnTo>
                  <a:pt x="1990725" y="3419475"/>
                </a:lnTo>
                <a:lnTo>
                  <a:pt x="1990725" y="3333750"/>
                </a:lnTo>
                <a:lnTo>
                  <a:pt x="1981200" y="3333750"/>
                </a:lnTo>
                <a:close/>
                <a:moveTo>
                  <a:pt x="2228850" y="3276600"/>
                </a:moveTo>
                <a:lnTo>
                  <a:pt x="2247900" y="3276600"/>
                </a:lnTo>
                <a:lnTo>
                  <a:pt x="2247900" y="3286125"/>
                </a:lnTo>
                <a:lnTo>
                  <a:pt x="2228850" y="3286125"/>
                </a:lnTo>
                <a:close/>
                <a:moveTo>
                  <a:pt x="2257425" y="3276600"/>
                </a:moveTo>
                <a:lnTo>
                  <a:pt x="2266950" y="3276600"/>
                </a:lnTo>
                <a:lnTo>
                  <a:pt x="2266950" y="3286125"/>
                </a:lnTo>
                <a:lnTo>
                  <a:pt x="2257425" y="3286125"/>
                </a:lnTo>
                <a:close/>
                <a:moveTo>
                  <a:pt x="2314575" y="3286125"/>
                </a:moveTo>
                <a:lnTo>
                  <a:pt x="2324100" y="3286125"/>
                </a:lnTo>
                <a:lnTo>
                  <a:pt x="2324100" y="3295650"/>
                </a:lnTo>
                <a:lnTo>
                  <a:pt x="2314575" y="3295650"/>
                </a:lnTo>
                <a:close/>
                <a:moveTo>
                  <a:pt x="2381250" y="3286125"/>
                </a:moveTo>
                <a:lnTo>
                  <a:pt x="2390775" y="3286125"/>
                </a:lnTo>
                <a:lnTo>
                  <a:pt x="2390775" y="3295650"/>
                </a:lnTo>
                <a:lnTo>
                  <a:pt x="2381250" y="3295650"/>
                </a:lnTo>
                <a:close/>
                <a:moveTo>
                  <a:pt x="2362200" y="3295650"/>
                </a:moveTo>
                <a:lnTo>
                  <a:pt x="2381250" y="3295650"/>
                </a:lnTo>
                <a:lnTo>
                  <a:pt x="2381250" y="3305175"/>
                </a:lnTo>
                <a:lnTo>
                  <a:pt x="2362200" y="3305175"/>
                </a:lnTo>
                <a:close/>
                <a:moveTo>
                  <a:pt x="285750" y="3305175"/>
                </a:moveTo>
                <a:lnTo>
                  <a:pt x="295275" y="3305175"/>
                </a:lnTo>
                <a:lnTo>
                  <a:pt x="295275" y="3314700"/>
                </a:lnTo>
                <a:lnTo>
                  <a:pt x="285750" y="3314700"/>
                </a:lnTo>
                <a:close/>
                <a:moveTo>
                  <a:pt x="1895475" y="3305175"/>
                </a:moveTo>
                <a:lnTo>
                  <a:pt x="1905000" y="3305175"/>
                </a:lnTo>
                <a:lnTo>
                  <a:pt x="1905000" y="3314700"/>
                </a:lnTo>
                <a:lnTo>
                  <a:pt x="1895475" y="3314700"/>
                </a:lnTo>
                <a:close/>
                <a:moveTo>
                  <a:pt x="1952625" y="3305175"/>
                </a:moveTo>
                <a:lnTo>
                  <a:pt x="1962150" y="3305175"/>
                </a:lnTo>
                <a:lnTo>
                  <a:pt x="1962150" y="3324225"/>
                </a:lnTo>
                <a:lnTo>
                  <a:pt x="1952625" y="3324225"/>
                </a:lnTo>
                <a:close/>
                <a:moveTo>
                  <a:pt x="3314700" y="3305175"/>
                </a:moveTo>
                <a:lnTo>
                  <a:pt x="3324225" y="3305175"/>
                </a:lnTo>
                <a:lnTo>
                  <a:pt x="3324225" y="3314700"/>
                </a:lnTo>
                <a:lnTo>
                  <a:pt x="3314700" y="3314700"/>
                </a:lnTo>
                <a:close/>
                <a:moveTo>
                  <a:pt x="238125" y="3324225"/>
                </a:moveTo>
                <a:lnTo>
                  <a:pt x="247650" y="3324225"/>
                </a:lnTo>
                <a:lnTo>
                  <a:pt x="247650" y="3352800"/>
                </a:lnTo>
                <a:lnTo>
                  <a:pt x="238125" y="3352800"/>
                </a:lnTo>
                <a:close/>
                <a:moveTo>
                  <a:pt x="2847975" y="3333750"/>
                </a:moveTo>
                <a:lnTo>
                  <a:pt x="2857500" y="3333750"/>
                </a:lnTo>
                <a:lnTo>
                  <a:pt x="2857500" y="3343275"/>
                </a:lnTo>
                <a:lnTo>
                  <a:pt x="2867025" y="3343275"/>
                </a:lnTo>
                <a:lnTo>
                  <a:pt x="2867025" y="3352800"/>
                </a:lnTo>
                <a:lnTo>
                  <a:pt x="2876550" y="3352800"/>
                </a:lnTo>
                <a:lnTo>
                  <a:pt x="2876550" y="3362325"/>
                </a:lnTo>
                <a:lnTo>
                  <a:pt x="2933700" y="3362325"/>
                </a:lnTo>
                <a:lnTo>
                  <a:pt x="2933700" y="3371850"/>
                </a:lnTo>
                <a:lnTo>
                  <a:pt x="2990850" y="3371850"/>
                </a:lnTo>
                <a:lnTo>
                  <a:pt x="2990850" y="3381375"/>
                </a:lnTo>
                <a:lnTo>
                  <a:pt x="3057525" y="3381375"/>
                </a:lnTo>
                <a:lnTo>
                  <a:pt x="3057525" y="3390900"/>
                </a:lnTo>
                <a:lnTo>
                  <a:pt x="3143250" y="3390900"/>
                </a:lnTo>
                <a:lnTo>
                  <a:pt x="3143250" y="3381375"/>
                </a:lnTo>
                <a:lnTo>
                  <a:pt x="3152775" y="3381375"/>
                </a:lnTo>
                <a:lnTo>
                  <a:pt x="3152775" y="3371850"/>
                </a:lnTo>
                <a:lnTo>
                  <a:pt x="3162300" y="3371850"/>
                </a:lnTo>
                <a:lnTo>
                  <a:pt x="3162300" y="3390900"/>
                </a:lnTo>
                <a:lnTo>
                  <a:pt x="3143250" y="3390900"/>
                </a:lnTo>
                <a:lnTo>
                  <a:pt x="3143250" y="3400425"/>
                </a:lnTo>
                <a:lnTo>
                  <a:pt x="3038475" y="3400425"/>
                </a:lnTo>
                <a:lnTo>
                  <a:pt x="3038475" y="3390900"/>
                </a:lnTo>
                <a:lnTo>
                  <a:pt x="3028950" y="3390900"/>
                </a:lnTo>
                <a:lnTo>
                  <a:pt x="3028950" y="3400425"/>
                </a:lnTo>
                <a:lnTo>
                  <a:pt x="3019425" y="3400425"/>
                </a:lnTo>
                <a:lnTo>
                  <a:pt x="3019425" y="3390900"/>
                </a:lnTo>
                <a:lnTo>
                  <a:pt x="2971800" y="3390900"/>
                </a:lnTo>
                <a:lnTo>
                  <a:pt x="2971800" y="3381375"/>
                </a:lnTo>
                <a:lnTo>
                  <a:pt x="2905125" y="3381375"/>
                </a:lnTo>
                <a:lnTo>
                  <a:pt x="2905125" y="3371850"/>
                </a:lnTo>
                <a:lnTo>
                  <a:pt x="2867025" y="3371850"/>
                </a:lnTo>
                <a:lnTo>
                  <a:pt x="2867025" y="3362325"/>
                </a:lnTo>
                <a:lnTo>
                  <a:pt x="2857500" y="3362325"/>
                </a:lnTo>
                <a:lnTo>
                  <a:pt x="2857500" y="3352800"/>
                </a:lnTo>
                <a:lnTo>
                  <a:pt x="2847975" y="3352800"/>
                </a:lnTo>
                <a:close/>
                <a:moveTo>
                  <a:pt x="3305175" y="3371850"/>
                </a:moveTo>
                <a:lnTo>
                  <a:pt x="3314700" y="3371850"/>
                </a:lnTo>
                <a:lnTo>
                  <a:pt x="3314700" y="3390900"/>
                </a:lnTo>
                <a:lnTo>
                  <a:pt x="3305175" y="3390900"/>
                </a:lnTo>
                <a:close/>
                <a:moveTo>
                  <a:pt x="1905000" y="3400425"/>
                </a:moveTo>
                <a:lnTo>
                  <a:pt x="1914525" y="3400425"/>
                </a:lnTo>
                <a:lnTo>
                  <a:pt x="1914525" y="3409950"/>
                </a:lnTo>
                <a:lnTo>
                  <a:pt x="1905000" y="3409950"/>
                </a:lnTo>
                <a:close/>
                <a:moveTo>
                  <a:pt x="1962150" y="3419475"/>
                </a:moveTo>
                <a:lnTo>
                  <a:pt x="1971675" y="3419475"/>
                </a:lnTo>
                <a:lnTo>
                  <a:pt x="1971675" y="3467100"/>
                </a:lnTo>
                <a:lnTo>
                  <a:pt x="1962150" y="3467100"/>
                </a:lnTo>
                <a:close/>
                <a:moveTo>
                  <a:pt x="3295650" y="3438525"/>
                </a:moveTo>
                <a:lnTo>
                  <a:pt x="3305175" y="3438525"/>
                </a:lnTo>
                <a:lnTo>
                  <a:pt x="3305175" y="3448050"/>
                </a:lnTo>
                <a:lnTo>
                  <a:pt x="3295650" y="3448050"/>
                </a:lnTo>
                <a:close/>
                <a:moveTo>
                  <a:pt x="1990725" y="3448050"/>
                </a:moveTo>
                <a:lnTo>
                  <a:pt x="2000250" y="3448050"/>
                </a:lnTo>
                <a:lnTo>
                  <a:pt x="2000250" y="3457575"/>
                </a:lnTo>
                <a:lnTo>
                  <a:pt x="1990725" y="3457575"/>
                </a:lnTo>
                <a:close/>
                <a:moveTo>
                  <a:pt x="295275" y="3467100"/>
                </a:moveTo>
                <a:lnTo>
                  <a:pt x="304800" y="3467100"/>
                </a:lnTo>
                <a:lnTo>
                  <a:pt x="304800" y="3495675"/>
                </a:lnTo>
                <a:lnTo>
                  <a:pt x="295275" y="3495675"/>
                </a:lnTo>
                <a:close/>
                <a:moveTo>
                  <a:pt x="2000250" y="3467100"/>
                </a:moveTo>
                <a:lnTo>
                  <a:pt x="2009775" y="3467100"/>
                </a:lnTo>
                <a:lnTo>
                  <a:pt x="2009775" y="3505200"/>
                </a:lnTo>
                <a:lnTo>
                  <a:pt x="2000250" y="3505200"/>
                </a:lnTo>
                <a:close/>
                <a:moveTo>
                  <a:pt x="3286125" y="3514725"/>
                </a:moveTo>
                <a:lnTo>
                  <a:pt x="3295650" y="3514725"/>
                </a:lnTo>
                <a:lnTo>
                  <a:pt x="3295650" y="3524250"/>
                </a:lnTo>
                <a:lnTo>
                  <a:pt x="3286125" y="3524250"/>
                </a:lnTo>
                <a:close/>
                <a:moveTo>
                  <a:pt x="247650" y="3524250"/>
                </a:moveTo>
                <a:lnTo>
                  <a:pt x="257175" y="3524250"/>
                </a:lnTo>
                <a:lnTo>
                  <a:pt x="257175" y="3552825"/>
                </a:lnTo>
                <a:lnTo>
                  <a:pt x="247650" y="3552825"/>
                </a:lnTo>
                <a:close/>
                <a:moveTo>
                  <a:pt x="1914525" y="3533775"/>
                </a:moveTo>
                <a:lnTo>
                  <a:pt x="1924050" y="3533775"/>
                </a:lnTo>
                <a:lnTo>
                  <a:pt x="1924050" y="3543300"/>
                </a:lnTo>
                <a:lnTo>
                  <a:pt x="1914525" y="3543300"/>
                </a:lnTo>
                <a:close/>
                <a:moveTo>
                  <a:pt x="1971675" y="3543300"/>
                </a:moveTo>
                <a:lnTo>
                  <a:pt x="1981200" y="3543300"/>
                </a:lnTo>
                <a:lnTo>
                  <a:pt x="1981200" y="3581400"/>
                </a:lnTo>
                <a:lnTo>
                  <a:pt x="1971675" y="3581400"/>
                </a:lnTo>
                <a:close/>
                <a:moveTo>
                  <a:pt x="2076450" y="3543300"/>
                </a:moveTo>
                <a:lnTo>
                  <a:pt x="2085975" y="3543300"/>
                </a:lnTo>
                <a:lnTo>
                  <a:pt x="2085975" y="3552825"/>
                </a:lnTo>
                <a:lnTo>
                  <a:pt x="2076450" y="3552825"/>
                </a:lnTo>
                <a:close/>
                <a:moveTo>
                  <a:pt x="2114550" y="3543300"/>
                </a:moveTo>
                <a:lnTo>
                  <a:pt x="2124075" y="3543300"/>
                </a:lnTo>
                <a:lnTo>
                  <a:pt x="2124075" y="3552825"/>
                </a:lnTo>
                <a:lnTo>
                  <a:pt x="2114550" y="3552825"/>
                </a:lnTo>
                <a:close/>
                <a:moveTo>
                  <a:pt x="2133600" y="3543300"/>
                </a:moveTo>
                <a:lnTo>
                  <a:pt x="2143125" y="3543300"/>
                </a:lnTo>
                <a:lnTo>
                  <a:pt x="2143125" y="3552825"/>
                </a:lnTo>
                <a:lnTo>
                  <a:pt x="2133600" y="3552825"/>
                </a:lnTo>
                <a:close/>
                <a:moveTo>
                  <a:pt x="2124075" y="3552825"/>
                </a:moveTo>
                <a:lnTo>
                  <a:pt x="2133600" y="3552825"/>
                </a:lnTo>
                <a:lnTo>
                  <a:pt x="2133600" y="3562350"/>
                </a:lnTo>
                <a:lnTo>
                  <a:pt x="2124075" y="3562350"/>
                </a:lnTo>
                <a:close/>
                <a:moveTo>
                  <a:pt x="2143125" y="3552825"/>
                </a:moveTo>
                <a:lnTo>
                  <a:pt x="2152650" y="3552825"/>
                </a:lnTo>
                <a:lnTo>
                  <a:pt x="2152650" y="3562350"/>
                </a:lnTo>
                <a:lnTo>
                  <a:pt x="2143125" y="3562350"/>
                </a:lnTo>
                <a:close/>
                <a:moveTo>
                  <a:pt x="2000250" y="3562350"/>
                </a:moveTo>
                <a:lnTo>
                  <a:pt x="2009775" y="3562350"/>
                </a:lnTo>
                <a:lnTo>
                  <a:pt x="2009775" y="3571875"/>
                </a:lnTo>
                <a:lnTo>
                  <a:pt x="2019300" y="3571875"/>
                </a:lnTo>
                <a:lnTo>
                  <a:pt x="2019300" y="3648075"/>
                </a:lnTo>
                <a:lnTo>
                  <a:pt x="2009775" y="3648075"/>
                </a:lnTo>
                <a:lnTo>
                  <a:pt x="2009775" y="3581400"/>
                </a:lnTo>
                <a:lnTo>
                  <a:pt x="2000250" y="3581400"/>
                </a:lnTo>
                <a:close/>
                <a:moveTo>
                  <a:pt x="2133600" y="3562350"/>
                </a:moveTo>
                <a:lnTo>
                  <a:pt x="2143125" y="3562350"/>
                </a:lnTo>
                <a:lnTo>
                  <a:pt x="2143125" y="3590925"/>
                </a:lnTo>
                <a:lnTo>
                  <a:pt x="2152650" y="3590925"/>
                </a:lnTo>
                <a:lnTo>
                  <a:pt x="2152650" y="3609975"/>
                </a:lnTo>
                <a:lnTo>
                  <a:pt x="2124075" y="3609975"/>
                </a:lnTo>
                <a:lnTo>
                  <a:pt x="2124075" y="3590925"/>
                </a:lnTo>
                <a:lnTo>
                  <a:pt x="2133600" y="3590925"/>
                </a:lnTo>
                <a:close/>
                <a:moveTo>
                  <a:pt x="2152650" y="3562350"/>
                </a:moveTo>
                <a:lnTo>
                  <a:pt x="2162175" y="3562350"/>
                </a:lnTo>
                <a:lnTo>
                  <a:pt x="2162175" y="3571875"/>
                </a:lnTo>
                <a:lnTo>
                  <a:pt x="2152650" y="3571875"/>
                </a:lnTo>
                <a:close/>
                <a:moveTo>
                  <a:pt x="3276600" y="3581400"/>
                </a:moveTo>
                <a:lnTo>
                  <a:pt x="3286125" y="3581400"/>
                </a:lnTo>
                <a:lnTo>
                  <a:pt x="3286125" y="3590925"/>
                </a:lnTo>
                <a:lnTo>
                  <a:pt x="3276600" y="3590925"/>
                </a:lnTo>
                <a:close/>
                <a:moveTo>
                  <a:pt x="2095500" y="3590925"/>
                </a:moveTo>
                <a:lnTo>
                  <a:pt x="2105025" y="3590925"/>
                </a:lnTo>
                <a:lnTo>
                  <a:pt x="2105025" y="3600450"/>
                </a:lnTo>
                <a:lnTo>
                  <a:pt x="2095500" y="3600450"/>
                </a:lnTo>
                <a:close/>
                <a:moveTo>
                  <a:pt x="2076450" y="3600450"/>
                </a:moveTo>
                <a:lnTo>
                  <a:pt x="2095500" y="3600450"/>
                </a:lnTo>
                <a:lnTo>
                  <a:pt x="2095500" y="3609975"/>
                </a:lnTo>
                <a:lnTo>
                  <a:pt x="2076450" y="3609975"/>
                </a:lnTo>
                <a:close/>
                <a:moveTo>
                  <a:pt x="2066925" y="3619500"/>
                </a:moveTo>
                <a:lnTo>
                  <a:pt x="2076450" y="3619500"/>
                </a:lnTo>
                <a:lnTo>
                  <a:pt x="2076450" y="3629025"/>
                </a:lnTo>
                <a:lnTo>
                  <a:pt x="2066925" y="3629025"/>
                </a:lnTo>
                <a:close/>
                <a:moveTo>
                  <a:pt x="2085975" y="3619500"/>
                </a:moveTo>
                <a:lnTo>
                  <a:pt x="2095500" y="3619500"/>
                </a:lnTo>
                <a:lnTo>
                  <a:pt x="2095500" y="3629025"/>
                </a:lnTo>
                <a:lnTo>
                  <a:pt x="2085975" y="3629025"/>
                </a:lnTo>
                <a:close/>
                <a:moveTo>
                  <a:pt x="2705100" y="3629025"/>
                </a:moveTo>
                <a:lnTo>
                  <a:pt x="2724150" y="3629025"/>
                </a:lnTo>
                <a:lnTo>
                  <a:pt x="2724150" y="3638550"/>
                </a:lnTo>
                <a:lnTo>
                  <a:pt x="2714625" y="3638550"/>
                </a:lnTo>
                <a:lnTo>
                  <a:pt x="2714625" y="3648075"/>
                </a:lnTo>
                <a:lnTo>
                  <a:pt x="2705100" y="3648075"/>
                </a:lnTo>
                <a:close/>
                <a:moveTo>
                  <a:pt x="1924050" y="3638550"/>
                </a:moveTo>
                <a:lnTo>
                  <a:pt x="1933575" y="3638550"/>
                </a:lnTo>
                <a:lnTo>
                  <a:pt x="1933575" y="3648075"/>
                </a:lnTo>
                <a:lnTo>
                  <a:pt x="1924050" y="3648075"/>
                </a:lnTo>
                <a:close/>
                <a:moveTo>
                  <a:pt x="2743200" y="3638550"/>
                </a:moveTo>
                <a:lnTo>
                  <a:pt x="2762250" y="3638550"/>
                </a:lnTo>
                <a:lnTo>
                  <a:pt x="2762250" y="3667125"/>
                </a:lnTo>
                <a:lnTo>
                  <a:pt x="2752725" y="3667125"/>
                </a:lnTo>
                <a:lnTo>
                  <a:pt x="2752725" y="3657600"/>
                </a:lnTo>
                <a:lnTo>
                  <a:pt x="2743200" y="3657600"/>
                </a:lnTo>
                <a:close/>
                <a:moveTo>
                  <a:pt x="3267075" y="3648075"/>
                </a:moveTo>
                <a:lnTo>
                  <a:pt x="3276600" y="3648075"/>
                </a:lnTo>
                <a:lnTo>
                  <a:pt x="3276600" y="3657600"/>
                </a:lnTo>
                <a:lnTo>
                  <a:pt x="3267075" y="3657600"/>
                </a:lnTo>
                <a:close/>
                <a:moveTo>
                  <a:pt x="2038350" y="3667125"/>
                </a:moveTo>
                <a:lnTo>
                  <a:pt x="2105025" y="3667125"/>
                </a:lnTo>
                <a:lnTo>
                  <a:pt x="2105025" y="3676650"/>
                </a:lnTo>
                <a:lnTo>
                  <a:pt x="2076450" y="3676650"/>
                </a:lnTo>
                <a:lnTo>
                  <a:pt x="2076450" y="3686175"/>
                </a:lnTo>
                <a:lnTo>
                  <a:pt x="2057400" y="3686175"/>
                </a:lnTo>
                <a:lnTo>
                  <a:pt x="2057400" y="3676650"/>
                </a:lnTo>
                <a:lnTo>
                  <a:pt x="2047875" y="3676650"/>
                </a:lnTo>
                <a:lnTo>
                  <a:pt x="2047875" y="3686175"/>
                </a:lnTo>
                <a:lnTo>
                  <a:pt x="2057400" y="3686175"/>
                </a:lnTo>
                <a:lnTo>
                  <a:pt x="2057400" y="3695700"/>
                </a:lnTo>
                <a:lnTo>
                  <a:pt x="2076450" y="3695700"/>
                </a:lnTo>
                <a:lnTo>
                  <a:pt x="2076450" y="3705225"/>
                </a:lnTo>
                <a:lnTo>
                  <a:pt x="2047875" y="3705225"/>
                </a:lnTo>
                <a:lnTo>
                  <a:pt x="2047875" y="3695700"/>
                </a:lnTo>
                <a:lnTo>
                  <a:pt x="2038350" y="3695700"/>
                </a:lnTo>
                <a:close/>
                <a:moveTo>
                  <a:pt x="2733675" y="3667125"/>
                </a:moveTo>
                <a:lnTo>
                  <a:pt x="2743200" y="3667125"/>
                </a:lnTo>
                <a:lnTo>
                  <a:pt x="2743200" y="3676650"/>
                </a:lnTo>
                <a:lnTo>
                  <a:pt x="2733675" y="3676650"/>
                </a:lnTo>
                <a:close/>
                <a:moveTo>
                  <a:pt x="2762250" y="3667125"/>
                </a:moveTo>
                <a:lnTo>
                  <a:pt x="2771775" y="3667125"/>
                </a:lnTo>
                <a:lnTo>
                  <a:pt x="2771775" y="3686175"/>
                </a:lnTo>
                <a:lnTo>
                  <a:pt x="2743200" y="3686175"/>
                </a:lnTo>
                <a:lnTo>
                  <a:pt x="2743200" y="3676650"/>
                </a:lnTo>
                <a:lnTo>
                  <a:pt x="2762250" y="3676650"/>
                </a:lnTo>
                <a:close/>
                <a:moveTo>
                  <a:pt x="304800" y="3676650"/>
                </a:moveTo>
                <a:lnTo>
                  <a:pt x="314325" y="3676650"/>
                </a:lnTo>
                <a:lnTo>
                  <a:pt x="314325" y="3686175"/>
                </a:lnTo>
                <a:lnTo>
                  <a:pt x="304800" y="3686175"/>
                </a:lnTo>
                <a:close/>
                <a:moveTo>
                  <a:pt x="2790825" y="3676650"/>
                </a:moveTo>
                <a:lnTo>
                  <a:pt x="2800350" y="3676650"/>
                </a:lnTo>
                <a:lnTo>
                  <a:pt x="2800350" y="3686175"/>
                </a:lnTo>
                <a:lnTo>
                  <a:pt x="2790825" y="3686175"/>
                </a:lnTo>
                <a:close/>
                <a:moveTo>
                  <a:pt x="257175" y="3686175"/>
                </a:moveTo>
                <a:lnTo>
                  <a:pt x="266700" y="3686175"/>
                </a:lnTo>
                <a:lnTo>
                  <a:pt x="266700" y="3714750"/>
                </a:lnTo>
                <a:lnTo>
                  <a:pt x="257175" y="3714750"/>
                </a:lnTo>
                <a:close/>
                <a:moveTo>
                  <a:pt x="2152650" y="3695700"/>
                </a:moveTo>
                <a:lnTo>
                  <a:pt x="2162175" y="3695700"/>
                </a:lnTo>
                <a:lnTo>
                  <a:pt x="2162175" y="3705225"/>
                </a:lnTo>
                <a:lnTo>
                  <a:pt x="2152650" y="3705225"/>
                </a:lnTo>
                <a:close/>
                <a:moveTo>
                  <a:pt x="2781300" y="3695700"/>
                </a:moveTo>
                <a:lnTo>
                  <a:pt x="2790825" y="3695700"/>
                </a:lnTo>
                <a:lnTo>
                  <a:pt x="2790825" y="3705225"/>
                </a:lnTo>
                <a:lnTo>
                  <a:pt x="2781300" y="3705225"/>
                </a:lnTo>
                <a:close/>
                <a:moveTo>
                  <a:pt x="2076450" y="3705225"/>
                </a:moveTo>
                <a:lnTo>
                  <a:pt x="2114550" y="3705225"/>
                </a:lnTo>
                <a:lnTo>
                  <a:pt x="2114550" y="3714750"/>
                </a:lnTo>
                <a:lnTo>
                  <a:pt x="2076450" y="3714750"/>
                </a:lnTo>
                <a:close/>
                <a:moveTo>
                  <a:pt x="3000375" y="3714750"/>
                </a:moveTo>
                <a:lnTo>
                  <a:pt x="3009900" y="3714750"/>
                </a:lnTo>
                <a:lnTo>
                  <a:pt x="3009900" y="3724275"/>
                </a:lnTo>
                <a:lnTo>
                  <a:pt x="3000375" y="3724275"/>
                </a:lnTo>
                <a:close/>
                <a:moveTo>
                  <a:pt x="3057525" y="3714750"/>
                </a:moveTo>
                <a:lnTo>
                  <a:pt x="3086100" y="3714750"/>
                </a:lnTo>
                <a:lnTo>
                  <a:pt x="3086100" y="3724275"/>
                </a:lnTo>
                <a:lnTo>
                  <a:pt x="3067050" y="3724275"/>
                </a:lnTo>
                <a:lnTo>
                  <a:pt x="3067050" y="3733800"/>
                </a:lnTo>
                <a:lnTo>
                  <a:pt x="3076575" y="3733800"/>
                </a:lnTo>
                <a:lnTo>
                  <a:pt x="3076575" y="3743325"/>
                </a:lnTo>
                <a:lnTo>
                  <a:pt x="3057525" y="3743325"/>
                </a:lnTo>
                <a:close/>
                <a:moveTo>
                  <a:pt x="3257550" y="3714750"/>
                </a:moveTo>
                <a:lnTo>
                  <a:pt x="3267075" y="3714750"/>
                </a:lnTo>
                <a:lnTo>
                  <a:pt x="3267075" y="3724275"/>
                </a:lnTo>
                <a:lnTo>
                  <a:pt x="3257550" y="3724275"/>
                </a:lnTo>
                <a:close/>
                <a:moveTo>
                  <a:pt x="1924050" y="3724275"/>
                </a:moveTo>
                <a:lnTo>
                  <a:pt x="1933575" y="3724275"/>
                </a:lnTo>
                <a:lnTo>
                  <a:pt x="1933575" y="3733800"/>
                </a:lnTo>
                <a:lnTo>
                  <a:pt x="1924050" y="3733800"/>
                </a:lnTo>
                <a:close/>
                <a:moveTo>
                  <a:pt x="3038475" y="3724275"/>
                </a:moveTo>
                <a:lnTo>
                  <a:pt x="3048000" y="3724275"/>
                </a:lnTo>
                <a:lnTo>
                  <a:pt x="3048000" y="3733800"/>
                </a:lnTo>
                <a:lnTo>
                  <a:pt x="3038475" y="3733800"/>
                </a:lnTo>
                <a:close/>
                <a:moveTo>
                  <a:pt x="2000250" y="3743325"/>
                </a:moveTo>
                <a:lnTo>
                  <a:pt x="2009775" y="3743325"/>
                </a:lnTo>
                <a:lnTo>
                  <a:pt x="2009775" y="3752850"/>
                </a:lnTo>
                <a:lnTo>
                  <a:pt x="2000250" y="3752850"/>
                </a:lnTo>
                <a:close/>
                <a:moveTo>
                  <a:pt x="1971675" y="3752850"/>
                </a:moveTo>
                <a:lnTo>
                  <a:pt x="1981200" y="3752850"/>
                </a:lnTo>
                <a:lnTo>
                  <a:pt x="1981200" y="3762375"/>
                </a:lnTo>
                <a:lnTo>
                  <a:pt x="1971675" y="3762375"/>
                </a:lnTo>
                <a:close/>
                <a:moveTo>
                  <a:pt x="2000250" y="3762375"/>
                </a:moveTo>
                <a:lnTo>
                  <a:pt x="2009775" y="3762375"/>
                </a:lnTo>
                <a:lnTo>
                  <a:pt x="2009775" y="3771900"/>
                </a:lnTo>
                <a:lnTo>
                  <a:pt x="2000250" y="3771900"/>
                </a:lnTo>
                <a:close/>
                <a:moveTo>
                  <a:pt x="2657475" y="3762375"/>
                </a:moveTo>
                <a:lnTo>
                  <a:pt x="2667000" y="3762375"/>
                </a:lnTo>
                <a:lnTo>
                  <a:pt x="2667000" y="3771900"/>
                </a:lnTo>
                <a:lnTo>
                  <a:pt x="2657475" y="3771900"/>
                </a:lnTo>
                <a:close/>
                <a:moveTo>
                  <a:pt x="2009775" y="3771900"/>
                </a:moveTo>
                <a:lnTo>
                  <a:pt x="2019300" y="3771900"/>
                </a:lnTo>
                <a:lnTo>
                  <a:pt x="2019300" y="3781425"/>
                </a:lnTo>
                <a:lnTo>
                  <a:pt x="2009775" y="3781425"/>
                </a:lnTo>
                <a:close/>
                <a:moveTo>
                  <a:pt x="2752725" y="3771900"/>
                </a:moveTo>
                <a:lnTo>
                  <a:pt x="2762250" y="3771900"/>
                </a:lnTo>
                <a:lnTo>
                  <a:pt x="2762250" y="3781425"/>
                </a:lnTo>
                <a:lnTo>
                  <a:pt x="2752725" y="3781425"/>
                </a:lnTo>
                <a:close/>
                <a:moveTo>
                  <a:pt x="3248025" y="3771900"/>
                </a:moveTo>
                <a:lnTo>
                  <a:pt x="3257550" y="3771900"/>
                </a:lnTo>
                <a:lnTo>
                  <a:pt x="3257550" y="3781425"/>
                </a:lnTo>
                <a:lnTo>
                  <a:pt x="3248025" y="3781425"/>
                </a:lnTo>
                <a:close/>
                <a:moveTo>
                  <a:pt x="2800350" y="3781425"/>
                </a:moveTo>
                <a:lnTo>
                  <a:pt x="2809875" y="3781425"/>
                </a:lnTo>
                <a:lnTo>
                  <a:pt x="2809875" y="3790950"/>
                </a:lnTo>
                <a:lnTo>
                  <a:pt x="2800350" y="3790950"/>
                </a:lnTo>
                <a:close/>
                <a:moveTo>
                  <a:pt x="1962150" y="3790950"/>
                </a:moveTo>
                <a:lnTo>
                  <a:pt x="1971675" y="3790950"/>
                </a:lnTo>
                <a:lnTo>
                  <a:pt x="1971675" y="3800475"/>
                </a:lnTo>
                <a:lnTo>
                  <a:pt x="1962150" y="3800475"/>
                </a:lnTo>
                <a:close/>
                <a:moveTo>
                  <a:pt x="2686050" y="3800475"/>
                </a:moveTo>
                <a:lnTo>
                  <a:pt x="2695575" y="3800475"/>
                </a:lnTo>
                <a:lnTo>
                  <a:pt x="2695575" y="3810000"/>
                </a:lnTo>
                <a:lnTo>
                  <a:pt x="2686050" y="3810000"/>
                </a:lnTo>
                <a:close/>
                <a:moveTo>
                  <a:pt x="314325" y="3810000"/>
                </a:moveTo>
                <a:lnTo>
                  <a:pt x="323850" y="3810000"/>
                </a:lnTo>
                <a:lnTo>
                  <a:pt x="323850" y="3819525"/>
                </a:lnTo>
                <a:lnTo>
                  <a:pt x="314325" y="3819525"/>
                </a:lnTo>
                <a:close/>
                <a:moveTo>
                  <a:pt x="2009775" y="3810000"/>
                </a:moveTo>
                <a:lnTo>
                  <a:pt x="2019300" y="3810000"/>
                </a:lnTo>
                <a:lnTo>
                  <a:pt x="2019300" y="3819525"/>
                </a:lnTo>
                <a:lnTo>
                  <a:pt x="2009775" y="3819525"/>
                </a:lnTo>
                <a:close/>
                <a:moveTo>
                  <a:pt x="2743200" y="3810000"/>
                </a:moveTo>
                <a:lnTo>
                  <a:pt x="2752725" y="3810000"/>
                </a:lnTo>
                <a:lnTo>
                  <a:pt x="2752725" y="3819525"/>
                </a:lnTo>
                <a:lnTo>
                  <a:pt x="2743200" y="3819525"/>
                </a:lnTo>
                <a:close/>
                <a:moveTo>
                  <a:pt x="2809875" y="3810000"/>
                </a:moveTo>
                <a:lnTo>
                  <a:pt x="2819400" y="3810000"/>
                </a:lnTo>
                <a:lnTo>
                  <a:pt x="2819400" y="3819525"/>
                </a:lnTo>
                <a:lnTo>
                  <a:pt x="2809875" y="3819525"/>
                </a:lnTo>
                <a:close/>
                <a:moveTo>
                  <a:pt x="2981325" y="3810000"/>
                </a:moveTo>
                <a:lnTo>
                  <a:pt x="2990850" y="3810000"/>
                </a:lnTo>
                <a:lnTo>
                  <a:pt x="2990850" y="3819525"/>
                </a:lnTo>
                <a:lnTo>
                  <a:pt x="2981325" y="3819525"/>
                </a:lnTo>
                <a:close/>
                <a:moveTo>
                  <a:pt x="3038475" y="3810000"/>
                </a:moveTo>
                <a:lnTo>
                  <a:pt x="3048000" y="3810000"/>
                </a:lnTo>
                <a:lnTo>
                  <a:pt x="3048000" y="3819525"/>
                </a:lnTo>
                <a:lnTo>
                  <a:pt x="3038475" y="3819525"/>
                </a:lnTo>
                <a:close/>
                <a:moveTo>
                  <a:pt x="266700" y="3819525"/>
                </a:moveTo>
                <a:lnTo>
                  <a:pt x="276225" y="3819525"/>
                </a:lnTo>
                <a:lnTo>
                  <a:pt x="276225" y="3829050"/>
                </a:lnTo>
                <a:lnTo>
                  <a:pt x="266700" y="3829050"/>
                </a:lnTo>
                <a:close/>
                <a:moveTo>
                  <a:pt x="3057525" y="3819525"/>
                </a:moveTo>
                <a:lnTo>
                  <a:pt x="3067050" y="3819525"/>
                </a:lnTo>
                <a:lnTo>
                  <a:pt x="3067050" y="3829050"/>
                </a:lnTo>
                <a:lnTo>
                  <a:pt x="3057525" y="3829050"/>
                </a:lnTo>
                <a:close/>
                <a:moveTo>
                  <a:pt x="1943100" y="3829050"/>
                </a:moveTo>
                <a:lnTo>
                  <a:pt x="1952625" y="3829050"/>
                </a:lnTo>
                <a:lnTo>
                  <a:pt x="1952625" y="3838575"/>
                </a:lnTo>
                <a:lnTo>
                  <a:pt x="1943100" y="3838575"/>
                </a:lnTo>
                <a:close/>
                <a:moveTo>
                  <a:pt x="2000250" y="3829050"/>
                </a:moveTo>
                <a:lnTo>
                  <a:pt x="2009775" y="3829050"/>
                </a:lnTo>
                <a:lnTo>
                  <a:pt x="2009775" y="3838575"/>
                </a:lnTo>
                <a:lnTo>
                  <a:pt x="2000250" y="3838575"/>
                </a:lnTo>
                <a:close/>
                <a:moveTo>
                  <a:pt x="3067050" y="3829050"/>
                </a:moveTo>
                <a:lnTo>
                  <a:pt x="3076575" y="3829050"/>
                </a:lnTo>
                <a:lnTo>
                  <a:pt x="3076575" y="3838575"/>
                </a:lnTo>
                <a:lnTo>
                  <a:pt x="3067050" y="3838575"/>
                </a:lnTo>
                <a:close/>
                <a:moveTo>
                  <a:pt x="3238500" y="3829050"/>
                </a:moveTo>
                <a:lnTo>
                  <a:pt x="3248025" y="3829050"/>
                </a:lnTo>
                <a:lnTo>
                  <a:pt x="3248025" y="3838575"/>
                </a:lnTo>
                <a:lnTo>
                  <a:pt x="3238500" y="3838575"/>
                </a:lnTo>
                <a:close/>
                <a:moveTo>
                  <a:pt x="2981325" y="3838575"/>
                </a:moveTo>
                <a:lnTo>
                  <a:pt x="2990850" y="3838575"/>
                </a:lnTo>
                <a:lnTo>
                  <a:pt x="2990850" y="3848100"/>
                </a:lnTo>
                <a:lnTo>
                  <a:pt x="2981325" y="3848100"/>
                </a:lnTo>
                <a:close/>
                <a:moveTo>
                  <a:pt x="3076575" y="3838575"/>
                </a:moveTo>
                <a:lnTo>
                  <a:pt x="3086100" y="3838575"/>
                </a:lnTo>
                <a:lnTo>
                  <a:pt x="3086100" y="3848100"/>
                </a:lnTo>
                <a:lnTo>
                  <a:pt x="3076575" y="3848100"/>
                </a:lnTo>
                <a:close/>
                <a:moveTo>
                  <a:pt x="2000250" y="3848100"/>
                </a:moveTo>
                <a:lnTo>
                  <a:pt x="2009775" y="3848100"/>
                </a:lnTo>
                <a:lnTo>
                  <a:pt x="2009775" y="3857625"/>
                </a:lnTo>
                <a:lnTo>
                  <a:pt x="2000250" y="3857625"/>
                </a:lnTo>
                <a:close/>
                <a:moveTo>
                  <a:pt x="3009900" y="3848100"/>
                </a:moveTo>
                <a:lnTo>
                  <a:pt x="3019425" y="3848100"/>
                </a:lnTo>
                <a:lnTo>
                  <a:pt x="3019425" y="3857625"/>
                </a:lnTo>
                <a:lnTo>
                  <a:pt x="3009900" y="3857625"/>
                </a:lnTo>
                <a:close/>
                <a:moveTo>
                  <a:pt x="1924050" y="3857625"/>
                </a:moveTo>
                <a:lnTo>
                  <a:pt x="1933575" y="3857625"/>
                </a:lnTo>
                <a:lnTo>
                  <a:pt x="1933575" y="3867150"/>
                </a:lnTo>
                <a:lnTo>
                  <a:pt x="1924050" y="3867150"/>
                </a:lnTo>
                <a:close/>
                <a:moveTo>
                  <a:pt x="2009775" y="3857625"/>
                </a:moveTo>
                <a:lnTo>
                  <a:pt x="2019300" y="3857625"/>
                </a:lnTo>
                <a:lnTo>
                  <a:pt x="2019300" y="3867150"/>
                </a:lnTo>
                <a:lnTo>
                  <a:pt x="2009775" y="3867150"/>
                </a:lnTo>
                <a:close/>
                <a:moveTo>
                  <a:pt x="3048000" y="3857625"/>
                </a:moveTo>
                <a:lnTo>
                  <a:pt x="3057525" y="3857625"/>
                </a:lnTo>
                <a:lnTo>
                  <a:pt x="3057525" y="3867150"/>
                </a:lnTo>
                <a:lnTo>
                  <a:pt x="3048000" y="3867150"/>
                </a:lnTo>
                <a:close/>
                <a:moveTo>
                  <a:pt x="3067050" y="3857625"/>
                </a:moveTo>
                <a:lnTo>
                  <a:pt x="3076575" y="3857625"/>
                </a:lnTo>
                <a:lnTo>
                  <a:pt x="3076575" y="3867150"/>
                </a:lnTo>
                <a:lnTo>
                  <a:pt x="3067050" y="3867150"/>
                </a:lnTo>
                <a:close/>
                <a:moveTo>
                  <a:pt x="2038350" y="3867150"/>
                </a:moveTo>
                <a:lnTo>
                  <a:pt x="2066925" y="3867150"/>
                </a:lnTo>
                <a:lnTo>
                  <a:pt x="2066925" y="3876675"/>
                </a:lnTo>
                <a:lnTo>
                  <a:pt x="2038350" y="3876675"/>
                </a:lnTo>
                <a:close/>
                <a:moveTo>
                  <a:pt x="2162175" y="3876675"/>
                </a:moveTo>
                <a:lnTo>
                  <a:pt x="2171700" y="3876675"/>
                </a:lnTo>
                <a:lnTo>
                  <a:pt x="2171700" y="3886200"/>
                </a:lnTo>
                <a:lnTo>
                  <a:pt x="2162175" y="3886200"/>
                </a:lnTo>
                <a:close/>
                <a:moveTo>
                  <a:pt x="285750" y="3886200"/>
                </a:moveTo>
                <a:lnTo>
                  <a:pt x="295275" y="3886200"/>
                </a:lnTo>
                <a:lnTo>
                  <a:pt x="295275" y="3895725"/>
                </a:lnTo>
                <a:lnTo>
                  <a:pt x="285750" y="3895725"/>
                </a:lnTo>
                <a:close/>
                <a:moveTo>
                  <a:pt x="1800225" y="3886200"/>
                </a:moveTo>
                <a:lnTo>
                  <a:pt x="1809750" y="3886200"/>
                </a:lnTo>
                <a:lnTo>
                  <a:pt x="1809750" y="3895725"/>
                </a:lnTo>
                <a:lnTo>
                  <a:pt x="1800225" y="3895725"/>
                </a:lnTo>
                <a:close/>
                <a:moveTo>
                  <a:pt x="2209800" y="3886200"/>
                </a:moveTo>
                <a:lnTo>
                  <a:pt x="2219325" y="3886200"/>
                </a:lnTo>
                <a:lnTo>
                  <a:pt x="2219325" y="3895725"/>
                </a:lnTo>
                <a:lnTo>
                  <a:pt x="2209800" y="3895725"/>
                </a:lnTo>
                <a:close/>
                <a:moveTo>
                  <a:pt x="2276475" y="3895725"/>
                </a:moveTo>
                <a:lnTo>
                  <a:pt x="2286000" y="3895725"/>
                </a:lnTo>
                <a:lnTo>
                  <a:pt x="2286000" y="3905250"/>
                </a:lnTo>
                <a:lnTo>
                  <a:pt x="2276475" y="3905250"/>
                </a:lnTo>
                <a:close/>
                <a:moveTo>
                  <a:pt x="295275" y="3905250"/>
                </a:moveTo>
                <a:lnTo>
                  <a:pt x="304800" y="3905250"/>
                </a:lnTo>
                <a:lnTo>
                  <a:pt x="304800" y="3914775"/>
                </a:lnTo>
                <a:lnTo>
                  <a:pt x="295275" y="3914775"/>
                </a:lnTo>
                <a:close/>
                <a:moveTo>
                  <a:pt x="1876425" y="3905250"/>
                </a:moveTo>
                <a:lnTo>
                  <a:pt x="1885950" y="3905250"/>
                </a:lnTo>
                <a:lnTo>
                  <a:pt x="1885950" y="3914775"/>
                </a:lnTo>
                <a:lnTo>
                  <a:pt x="1876425" y="3914775"/>
                </a:lnTo>
                <a:close/>
                <a:moveTo>
                  <a:pt x="2333625" y="3905250"/>
                </a:moveTo>
                <a:lnTo>
                  <a:pt x="2343150" y="3905250"/>
                </a:lnTo>
                <a:lnTo>
                  <a:pt x="2343150" y="3914775"/>
                </a:lnTo>
                <a:lnTo>
                  <a:pt x="2333625" y="3914775"/>
                </a:lnTo>
                <a:close/>
                <a:moveTo>
                  <a:pt x="1600200" y="3914775"/>
                </a:moveTo>
                <a:lnTo>
                  <a:pt x="1609725" y="3914775"/>
                </a:lnTo>
                <a:lnTo>
                  <a:pt x="1609725" y="3924300"/>
                </a:lnTo>
                <a:lnTo>
                  <a:pt x="1600200" y="3924300"/>
                </a:lnTo>
                <a:close/>
                <a:moveTo>
                  <a:pt x="2400300" y="3914775"/>
                </a:moveTo>
                <a:lnTo>
                  <a:pt x="2409825" y="3914775"/>
                </a:lnTo>
                <a:lnTo>
                  <a:pt x="2409825" y="3924300"/>
                </a:lnTo>
                <a:lnTo>
                  <a:pt x="2400300" y="3924300"/>
                </a:lnTo>
                <a:close/>
                <a:moveTo>
                  <a:pt x="1457325" y="3924300"/>
                </a:moveTo>
                <a:lnTo>
                  <a:pt x="1466850" y="3924300"/>
                </a:lnTo>
                <a:lnTo>
                  <a:pt x="1466850" y="3933825"/>
                </a:lnTo>
                <a:lnTo>
                  <a:pt x="1457325" y="3933825"/>
                </a:lnTo>
                <a:close/>
                <a:moveTo>
                  <a:pt x="2457450" y="3924300"/>
                </a:moveTo>
                <a:lnTo>
                  <a:pt x="2466975" y="3924300"/>
                </a:lnTo>
                <a:lnTo>
                  <a:pt x="2466975" y="3933825"/>
                </a:lnTo>
                <a:lnTo>
                  <a:pt x="2457450" y="3933825"/>
                </a:lnTo>
                <a:close/>
                <a:moveTo>
                  <a:pt x="314325" y="3933825"/>
                </a:moveTo>
                <a:lnTo>
                  <a:pt x="323850" y="3933825"/>
                </a:lnTo>
                <a:lnTo>
                  <a:pt x="323850" y="3943350"/>
                </a:lnTo>
                <a:lnTo>
                  <a:pt x="314325" y="3943350"/>
                </a:lnTo>
                <a:close/>
                <a:moveTo>
                  <a:pt x="381000" y="3933825"/>
                </a:moveTo>
                <a:lnTo>
                  <a:pt x="390525" y="3933825"/>
                </a:lnTo>
                <a:lnTo>
                  <a:pt x="390525" y="3943350"/>
                </a:lnTo>
                <a:lnTo>
                  <a:pt x="381000" y="3943350"/>
                </a:lnTo>
                <a:close/>
                <a:moveTo>
                  <a:pt x="1314450" y="3933825"/>
                </a:moveTo>
                <a:lnTo>
                  <a:pt x="1333500" y="3933825"/>
                </a:lnTo>
                <a:lnTo>
                  <a:pt x="1333500" y="3943350"/>
                </a:lnTo>
                <a:lnTo>
                  <a:pt x="1314450" y="3943350"/>
                </a:lnTo>
                <a:close/>
                <a:moveTo>
                  <a:pt x="390525" y="3943350"/>
                </a:moveTo>
                <a:lnTo>
                  <a:pt x="400050" y="3943350"/>
                </a:lnTo>
                <a:lnTo>
                  <a:pt x="400050" y="3952875"/>
                </a:lnTo>
                <a:lnTo>
                  <a:pt x="390525" y="3952875"/>
                </a:lnTo>
                <a:close/>
                <a:moveTo>
                  <a:pt x="1162050" y="3943350"/>
                </a:moveTo>
                <a:lnTo>
                  <a:pt x="1171575" y="3943350"/>
                </a:lnTo>
                <a:lnTo>
                  <a:pt x="1171575" y="3952875"/>
                </a:lnTo>
                <a:lnTo>
                  <a:pt x="1162050" y="3952875"/>
                </a:lnTo>
                <a:close/>
                <a:moveTo>
                  <a:pt x="2571750" y="3943350"/>
                </a:moveTo>
                <a:lnTo>
                  <a:pt x="2581275" y="3943350"/>
                </a:lnTo>
                <a:lnTo>
                  <a:pt x="2581275" y="3952875"/>
                </a:lnTo>
                <a:lnTo>
                  <a:pt x="2571750" y="3952875"/>
                </a:lnTo>
                <a:close/>
                <a:moveTo>
                  <a:pt x="1000125" y="3952875"/>
                </a:moveTo>
                <a:lnTo>
                  <a:pt x="1019175" y="3952875"/>
                </a:lnTo>
                <a:lnTo>
                  <a:pt x="1019175" y="3962400"/>
                </a:lnTo>
                <a:lnTo>
                  <a:pt x="1000125" y="3962400"/>
                </a:lnTo>
                <a:close/>
                <a:moveTo>
                  <a:pt x="1771650" y="3952875"/>
                </a:moveTo>
                <a:lnTo>
                  <a:pt x="1781175" y="3952875"/>
                </a:lnTo>
                <a:lnTo>
                  <a:pt x="1781175" y="3962400"/>
                </a:lnTo>
                <a:lnTo>
                  <a:pt x="1771650" y="3962400"/>
                </a:lnTo>
                <a:close/>
                <a:moveTo>
                  <a:pt x="2628900" y="3952875"/>
                </a:moveTo>
                <a:lnTo>
                  <a:pt x="2647950" y="3952875"/>
                </a:lnTo>
                <a:lnTo>
                  <a:pt x="2647950" y="3962400"/>
                </a:lnTo>
                <a:lnTo>
                  <a:pt x="2628900" y="3962400"/>
                </a:lnTo>
                <a:close/>
                <a:moveTo>
                  <a:pt x="428625" y="3962400"/>
                </a:moveTo>
                <a:lnTo>
                  <a:pt x="438150" y="3962400"/>
                </a:lnTo>
                <a:lnTo>
                  <a:pt x="438150" y="3971925"/>
                </a:lnTo>
                <a:lnTo>
                  <a:pt x="428625" y="3971925"/>
                </a:lnTo>
                <a:close/>
                <a:moveTo>
                  <a:pt x="838200" y="3962400"/>
                </a:moveTo>
                <a:lnTo>
                  <a:pt x="866775" y="3962400"/>
                </a:lnTo>
                <a:lnTo>
                  <a:pt x="866775" y="3971925"/>
                </a:lnTo>
                <a:lnTo>
                  <a:pt x="838200" y="3971925"/>
                </a:lnTo>
                <a:close/>
                <a:moveTo>
                  <a:pt x="1695450" y="3962400"/>
                </a:moveTo>
                <a:lnTo>
                  <a:pt x="1714500" y="3962400"/>
                </a:lnTo>
                <a:lnTo>
                  <a:pt x="1714500" y="3971925"/>
                </a:lnTo>
                <a:lnTo>
                  <a:pt x="1695450" y="3971925"/>
                </a:lnTo>
                <a:close/>
                <a:moveTo>
                  <a:pt x="2686050" y="3962400"/>
                </a:moveTo>
                <a:lnTo>
                  <a:pt x="2695575" y="3962400"/>
                </a:lnTo>
                <a:lnTo>
                  <a:pt x="2695575" y="3971925"/>
                </a:lnTo>
                <a:lnTo>
                  <a:pt x="2686050" y="3971925"/>
                </a:lnTo>
                <a:close/>
                <a:moveTo>
                  <a:pt x="685800" y="3971925"/>
                </a:moveTo>
                <a:lnTo>
                  <a:pt x="695325" y="3971925"/>
                </a:lnTo>
                <a:lnTo>
                  <a:pt x="695325" y="3981450"/>
                </a:lnTo>
                <a:lnTo>
                  <a:pt x="685800" y="3981450"/>
                </a:lnTo>
                <a:close/>
                <a:moveTo>
                  <a:pt x="1533525" y="3971925"/>
                </a:moveTo>
                <a:lnTo>
                  <a:pt x="1543050" y="3971925"/>
                </a:lnTo>
                <a:lnTo>
                  <a:pt x="1543050" y="3981450"/>
                </a:lnTo>
                <a:lnTo>
                  <a:pt x="1533525" y="3981450"/>
                </a:lnTo>
                <a:close/>
                <a:moveTo>
                  <a:pt x="2752725" y="3971925"/>
                </a:moveTo>
                <a:lnTo>
                  <a:pt x="2762250" y="3971925"/>
                </a:lnTo>
                <a:lnTo>
                  <a:pt x="2762250" y="3981450"/>
                </a:lnTo>
                <a:lnTo>
                  <a:pt x="2752725" y="3981450"/>
                </a:lnTo>
                <a:close/>
                <a:moveTo>
                  <a:pt x="3133725" y="3971925"/>
                </a:moveTo>
                <a:lnTo>
                  <a:pt x="3143250" y="3971925"/>
                </a:lnTo>
                <a:lnTo>
                  <a:pt x="3143250" y="3981450"/>
                </a:lnTo>
                <a:lnTo>
                  <a:pt x="3133725" y="3981450"/>
                </a:lnTo>
                <a:close/>
                <a:moveTo>
                  <a:pt x="495300" y="3981450"/>
                </a:moveTo>
                <a:lnTo>
                  <a:pt x="504825" y="3981450"/>
                </a:lnTo>
                <a:lnTo>
                  <a:pt x="504825" y="3990975"/>
                </a:lnTo>
                <a:lnTo>
                  <a:pt x="495300" y="3990975"/>
                </a:lnTo>
                <a:close/>
                <a:moveTo>
                  <a:pt x="561975" y="3981450"/>
                </a:moveTo>
                <a:lnTo>
                  <a:pt x="571500" y="3981450"/>
                </a:lnTo>
                <a:lnTo>
                  <a:pt x="571500" y="3990975"/>
                </a:lnTo>
                <a:lnTo>
                  <a:pt x="561975" y="3990975"/>
                </a:lnTo>
                <a:close/>
                <a:moveTo>
                  <a:pt x="1400175" y="3981450"/>
                </a:moveTo>
                <a:lnTo>
                  <a:pt x="1409700" y="3981450"/>
                </a:lnTo>
                <a:lnTo>
                  <a:pt x="1409700" y="3990975"/>
                </a:lnTo>
                <a:lnTo>
                  <a:pt x="1400175" y="3990975"/>
                </a:lnTo>
                <a:close/>
                <a:moveTo>
                  <a:pt x="2809875" y="3981450"/>
                </a:moveTo>
                <a:lnTo>
                  <a:pt x="2819400" y="3981450"/>
                </a:lnTo>
                <a:lnTo>
                  <a:pt x="2819400" y="3990975"/>
                </a:lnTo>
                <a:lnTo>
                  <a:pt x="2809875" y="3990975"/>
                </a:lnTo>
                <a:close/>
                <a:moveTo>
                  <a:pt x="371475" y="3990975"/>
                </a:moveTo>
                <a:lnTo>
                  <a:pt x="381000" y="3990975"/>
                </a:lnTo>
                <a:lnTo>
                  <a:pt x="381000" y="4000500"/>
                </a:lnTo>
                <a:lnTo>
                  <a:pt x="371475" y="4000500"/>
                </a:lnTo>
                <a:close/>
                <a:moveTo>
                  <a:pt x="1247775" y="3990975"/>
                </a:moveTo>
                <a:lnTo>
                  <a:pt x="1257300" y="3990975"/>
                </a:lnTo>
                <a:lnTo>
                  <a:pt x="1257300" y="4000500"/>
                </a:lnTo>
                <a:lnTo>
                  <a:pt x="1247775" y="4000500"/>
                </a:lnTo>
                <a:close/>
                <a:moveTo>
                  <a:pt x="2867025" y="3990975"/>
                </a:moveTo>
                <a:lnTo>
                  <a:pt x="2876550" y="3990975"/>
                </a:lnTo>
                <a:lnTo>
                  <a:pt x="2876550" y="4000500"/>
                </a:lnTo>
                <a:lnTo>
                  <a:pt x="2867025" y="4000500"/>
                </a:lnTo>
                <a:close/>
                <a:moveTo>
                  <a:pt x="3095625" y="3990975"/>
                </a:moveTo>
                <a:lnTo>
                  <a:pt x="3105150" y="3990975"/>
                </a:lnTo>
                <a:lnTo>
                  <a:pt x="3105150" y="4000500"/>
                </a:lnTo>
                <a:lnTo>
                  <a:pt x="3095625" y="4000500"/>
                </a:lnTo>
                <a:close/>
                <a:moveTo>
                  <a:pt x="1104900" y="4000500"/>
                </a:moveTo>
                <a:lnTo>
                  <a:pt x="1114425" y="4000500"/>
                </a:lnTo>
                <a:lnTo>
                  <a:pt x="1114425" y="4010025"/>
                </a:lnTo>
                <a:lnTo>
                  <a:pt x="1104900" y="4010025"/>
                </a:lnTo>
                <a:close/>
                <a:moveTo>
                  <a:pt x="2924175" y="4000500"/>
                </a:moveTo>
                <a:lnTo>
                  <a:pt x="2933700" y="4000500"/>
                </a:lnTo>
                <a:lnTo>
                  <a:pt x="2933700" y="4010025"/>
                </a:lnTo>
                <a:lnTo>
                  <a:pt x="2924175" y="4010025"/>
                </a:lnTo>
                <a:close/>
                <a:moveTo>
                  <a:pt x="3067050" y="4000500"/>
                </a:moveTo>
                <a:lnTo>
                  <a:pt x="3076575" y="4000500"/>
                </a:lnTo>
                <a:lnTo>
                  <a:pt x="3076575" y="4010025"/>
                </a:lnTo>
                <a:lnTo>
                  <a:pt x="3067050" y="4010025"/>
                </a:lnTo>
                <a:close/>
                <a:moveTo>
                  <a:pt x="942975" y="4010025"/>
                </a:moveTo>
                <a:lnTo>
                  <a:pt x="962025" y="4010025"/>
                </a:lnTo>
                <a:lnTo>
                  <a:pt x="962025" y="4019550"/>
                </a:lnTo>
                <a:lnTo>
                  <a:pt x="942975" y="4019550"/>
                </a:lnTo>
                <a:close/>
                <a:moveTo>
                  <a:pt x="428625" y="4019550"/>
                </a:moveTo>
                <a:lnTo>
                  <a:pt x="438150" y="4019550"/>
                </a:lnTo>
                <a:lnTo>
                  <a:pt x="438150" y="4029075"/>
                </a:lnTo>
                <a:lnTo>
                  <a:pt x="428625" y="4029075"/>
                </a:lnTo>
                <a:close/>
                <a:moveTo>
                  <a:pt x="790575" y="4019550"/>
                </a:moveTo>
                <a:lnTo>
                  <a:pt x="809625" y="4019550"/>
                </a:lnTo>
                <a:lnTo>
                  <a:pt x="809625" y="4029075"/>
                </a:lnTo>
                <a:lnTo>
                  <a:pt x="790575" y="4029075"/>
                </a:lnTo>
                <a:close/>
                <a:moveTo>
                  <a:pt x="476250" y="4029075"/>
                </a:moveTo>
                <a:lnTo>
                  <a:pt x="485775" y="4029075"/>
                </a:lnTo>
                <a:lnTo>
                  <a:pt x="485775" y="4038600"/>
                </a:lnTo>
                <a:lnTo>
                  <a:pt x="476250" y="4038600"/>
                </a:lnTo>
                <a:close/>
                <a:moveTo>
                  <a:pt x="628650" y="4029075"/>
                </a:moveTo>
                <a:lnTo>
                  <a:pt x="666750" y="4029075"/>
                </a:lnTo>
                <a:lnTo>
                  <a:pt x="666750" y="4038600"/>
                </a:lnTo>
                <a:lnTo>
                  <a:pt x="628650" y="4038600"/>
                </a:lnTo>
                <a:close/>
              </a:path>
            </a:pathLst>
          </a:custGeom>
          <a:solidFill xmlns:a="http://schemas.openxmlformats.org/drawingml/2006/main">
            <a:srgbClr val="0A172A"/>
          </a:solidFill>
          <a:ln xmlns:a="http://schemas.openxmlformats.org/drawingml/2006/main" w="0">
            <a:noFill/>
          </a:ln>
        </p:spPr>
      </p:sp>
      <p:sp>
        <p:nvSpPr>
          <p:cNvPr id="31" name="phones vector #044fb7">
            <a:extLst xmlns:a="http://schemas.openxmlformats.org/drawingml/2006/main">
              <a:ext uri="{FF2B5EF4-FFF2-40B4-BE49-F238E27FC236}">
                <a16:creationId xmlns:a16="http://schemas.microsoft.com/office/drawing/2014/main" id="{A8A53156-6832-41D0-A098-E21D929664A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48500" y="190500"/>
            <a:ext cx="5905500" cy="6619875"/>
          </a:xfrm>
          <a:custGeom xmlns:a="http://schemas.openxmlformats.org/drawingml/2006/main">
            <a:pathLst>
              <a:path w="3838575" h="4295775">
                <a:moveTo>
                  <a:pt x="1590675" y="76200"/>
                </a:moveTo>
                <a:lnTo>
                  <a:pt x="1600200" y="76200"/>
                </a:lnTo>
                <a:lnTo>
                  <a:pt x="1600200" y="85725"/>
                </a:lnTo>
                <a:lnTo>
                  <a:pt x="1609725" y="85725"/>
                </a:lnTo>
                <a:lnTo>
                  <a:pt x="1609725" y="95250"/>
                </a:lnTo>
                <a:lnTo>
                  <a:pt x="1590675" y="95250"/>
                </a:lnTo>
                <a:close/>
                <a:moveTo>
                  <a:pt x="1609725" y="95250"/>
                </a:moveTo>
                <a:lnTo>
                  <a:pt x="1628775" y="95250"/>
                </a:lnTo>
                <a:lnTo>
                  <a:pt x="1628775" y="104775"/>
                </a:lnTo>
                <a:lnTo>
                  <a:pt x="1609725" y="104775"/>
                </a:lnTo>
                <a:close/>
                <a:moveTo>
                  <a:pt x="1628775" y="104775"/>
                </a:moveTo>
                <a:lnTo>
                  <a:pt x="1638300" y="104775"/>
                </a:lnTo>
                <a:lnTo>
                  <a:pt x="1638300" y="114300"/>
                </a:lnTo>
                <a:lnTo>
                  <a:pt x="1628775" y="114300"/>
                </a:lnTo>
                <a:close/>
                <a:moveTo>
                  <a:pt x="1647825" y="114300"/>
                </a:moveTo>
                <a:lnTo>
                  <a:pt x="1657350" y="114300"/>
                </a:lnTo>
                <a:lnTo>
                  <a:pt x="1657350" y="123825"/>
                </a:lnTo>
                <a:lnTo>
                  <a:pt x="1647825" y="123825"/>
                </a:lnTo>
                <a:close/>
                <a:moveTo>
                  <a:pt x="1657350" y="123825"/>
                </a:moveTo>
                <a:lnTo>
                  <a:pt x="1666875" y="123825"/>
                </a:lnTo>
                <a:lnTo>
                  <a:pt x="1666875" y="133350"/>
                </a:lnTo>
                <a:lnTo>
                  <a:pt x="1657350" y="133350"/>
                </a:lnTo>
                <a:close/>
                <a:moveTo>
                  <a:pt x="1666875" y="133350"/>
                </a:moveTo>
                <a:lnTo>
                  <a:pt x="1676400" y="133350"/>
                </a:lnTo>
                <a:lnTo>
                  <a:pt x="1676400" y="142875"/>
                </a:lnTo>
                <a:lnTo>
                  <a:pt x="1666875" y="142875"/>
                </a:lnTo>
                <a:close/>
                <a:moveTo>
                  <a:pt x="1676400" y="142875"/>
                </a:moveTo>
                <a:lnTo>
                  <a:pt x="1685925" y="142875"/>
                </a:lnTo>
                <a:lnTo>
                  <a:pt x="1685925" y="152400"/>
                </a:lnTo>
                <a:lnTo>
                  <a:pt x="1676400" y="152400"/>
                </a:lnTo>
                <a:close/>
                <a:moveTo>
                  <a:pt x="1685925" y="152400"/>
                </a:moveTo>
                <a:lnTo>
                  <a:pt x="1695450" y="152400"/>
                </a:lnTo>
                <a:lnTo>
                  <a:pt x="1695450" y="161925"/>
                </a:lnTo>
                <a:lnTo>
                  <a:pt x="1685925" y="161925"/>
                </a:lnTo>
                <a:close/>
                <a:moveTo>
                  <a:pt x="1695450" y="161925"/>
                </a:moveTo>
                <a:lnTo>
                  <a:pt x="1704975" y="161925"/>
                </a:lnTo>
                <a:lnTo>
                  <a:pt x="1704975" y="171450"/>
                </a:lnTo>
                <a:lnTo>
                  <a:pt x="1695450" y="171450"/>
                </a:lnTo>
                <a:close/>
                <a:moveTo>
                  <a:pt x="1714500" y="190500"/>
                </a:moveTo>
                <a:lnTo>
                  <a:pt x="1724025" y="190500"/>
                </a:lnTo>
                <a:lnTo>
                  <a:pt x="1724025" y="200025"/>
                </a:lnTo>
                <a:lnTo>
                  <a:pt x="1714500" y="200025"/>
                </a:lnTo>
                <a:close/>
                <a:moveTo>
                  <a:pt x="1733550" y="219075"/>
                </a:moveTo>
                <a:lnTo>
                  <a:pt x="1743075" y="219075"/>
                </a:lnTo>
                <a:lnTo>
                  <a:pt x="1743075" y="228600"/>
                </a:lnTo>
                <a:lnTo>
                  <a:pt x="1733550" y="228600"/>
                </a:lnTo>
                <a:close/>
                <a:moveTo>
                  <a:pt x="1743075" y="238125"/>
                </a:moveTo>
                <a:lnTo>
                  <a:pt x="1752600" y="238125"/>
                </a:lnTo>
                <a:lnTo>
                  <a:pt x="1752600" y="247650"/>
                </a:lnTo>
                <a:lnTo>
                  <a:pt x="1743075" y="247650"/>
                </a:lnTo>
                <a:close/>
                <a:moveTo>
                  <a:pt x="1752600" y="257175"/>
                </a:moveTo>
                <a:lnTo>
                  <a:pt x="1762125" y="257175"/>
                </a:lnTo>
                <a:lnTo>
                  <a:pt x="1762125" y="276225"/>
                </a:lnTo>
                <a:lnTo>
                  <a:pt x="1752600" y="276225"/>
                </a:lnTo>
                <a:close/>
                <a:moveTo>
                  <a:pt x="1762125" y="285750"/>
                </a:moveTo>
                <a:lnTo>
                  <a:pt x="1771650" y="285750"/>
                </a:lnTo>
                <a:lnTo>
                  <a:pt x="1771650" y="333375"/>
                </a:lnTo>
                <a:lnTo>
                  <a:pt x="1762125" y="333375"/>
                </a:lnTo>
                <a:close/>
                <a:moveTo>
                  <a:pt x="2085975" y="323850"/>
                </a:moveTo>
                <a:lnTo>
                  <a:pt x="2095500" y="323850"/>
                </a:lnTo>
                <a:lnTo>
                  <a:pt x="2095500" y="333375"/>
                </a:lnTo>
                <a:lnTo>
                  <a:pt x="2085975" y="333375"/>
                </a:lnTo>
                <a:close/>
                <a:moveTo>
                  <a:pt x="2076450" y="333375"/>
                </a:moveTo>
                <a:lnTo>
                  <a:pt x="2085975" y="333375"/>
                </a:lnTo>
                <a:lnTo>
                  <a:pt x="2085975" y="342900"/>
                </a:lnTo>
                <a:lnTo>
                  <a:pt x="2076450" y="342900"/>
                </a:lnTo>
                <a:close/>
                <a:moveTo>
                  <a:pt x="2047875" y="352425"/>
                </a:moveTo>
                <a:lnTo>
                  <a:pt x="2057400" y="352425"/>
                </a:lnTo>
                <a:lnTo>
                  <a:pt x="2057400" y="361950"/>
                </a:lnTo>
                <a:lnTo>
                  <a:pt x="2047875" y="361950"/>
                </a:lnTo>
                <a:close/>
                <a:moveTo>
                  <a:pt x="2038350" y="361950"/>
                </a:moveTo>
                <a:lnTo>
                  <a:pt x="2047875" y="361950"/>
                </a:lnTo>
                <a:lnTo>
                  <a:pt x="2047875" y="371475"/>
                </a:lnTo>
                <a:lnTo>
                  <a:pt x="2038350" y="371475"/>
                </a:lnTo>
                <a:close/>
                <a:moveTo>
                  <a:pt x="2028825" y="371475"/>
                </a:moveTo>
                <a:lnTo>
                  <a:pt x="2038350" y="371475"/>
                </a:lnTo>
                <a:lnTo>
                  <a:pt x="2038350" y="381000"/>
                </a:lnTo>
                <a:lnTo>
                  <a:pt x="2028825" y="381000"/>
                </a:lnTo>
                <a:close/>
                <a:moveTo>
                  <a:pt x="2009775" y="400050"/>
                </a:moveTo>
                <a:lnTo>
                  <a:pt x="2019300" y="400050"/>
                </a:lnTo>
                <a:lnTo>
                  <a:pt x="2019300" y="409575"/>
                </a:lnTo>
                <a:lnTo>
                  <a:pt x="2009775" y="409575"/>
                </a:lnTo>
                <a:close/>
                <a:moveTo>
                  <a:pt x="3524250" y="400050"/>
                </a:moveTo>
                <a:lnTo>
                  <a:pt x="3533775" y="400050"/>
                </a:lnTo>
                <a:lnTo>
                  <a:pt x="3533775" y="409575"/>
                </a:lnTo>
                <a:lnTo>
                  <a:pt x="3524250" y="409575"/>
                </a:lnTo>
                <a:close/>
                <a:moveTo>
                  <a:pt x="2000250" y="409575"/>
                </a:moveTo>
                <a:lnTo>
                  <a:pt x="2009775" y="409575"/>
                </a:lnTo>
                <a:lnTo>
                  <a:pt x="2009775" y="428625"/>
                </a:lnTo>
                <a:lnTo>
                  <a:pt x="2000250" y="428625"/>
                </a:lnTo>
                <a:close/>
                <a:moveTo>
                  <a:pt x="3543300" y="409575"/>
                </a:moveTo>
                <a:lnTo>
                  <a:pt x="3562350" y="409575"/>
                </a:lnTo>
                <a:lnTo>
                  <a:pt x="3562350" y="419100"/>
                </a:lnTo>
                <a:lnTo>
                  <a:pt x="3543300" y="419100"/>
                </a:lnTo>
                <a:close/>
                <a:moveTo>
                  <a:pt x="3571875" y="419100"/>
                </a:moveTo>
                <a:lnTo>
                  <a:pt x="3581400" y="419100"/>
                </a:lnTo>
                <a:lnTo>
                  <a:pt x="3581400" y="428625"/>
                </a:lnTo>
                <a:lnTo>
                  <a:pt x="3571875" y="428625"/>
                </a:lnTo>
                <a:close/>
                <a:moveTo>
                  <a:pt x="3590925" y="428625"/>
                </a:moveTo>
                <a:lnTo>
                  <a:pt x="3600450" y="428625"/>
                </a:lnTo>
                <a:lnTo>
                  <a:pt x="3600450" y="438150"/>
                </a:lnTo>
                <a:lnTo>
                  <a:pt x="3590925" y="438150"/>
                </a:lnTo>
                <a:close/>
                <a:moveTo>
                  <a:pt x="1990725" y="438150"/>
                </a:moveTo>
                <a:lnTo>
                  <a:pt x="2000250" y="438150"/>
                </a:lnTo>
                <a:lnTo>
                  <a:pt x="2000250" y="447675"/>
                </a:lnTo>
                <a:lnTo>
                  <a:pt x="1990725" y="447675"/>
                </a:lnTo>
                <a:close/>
                <a:moveTo>
                  <a:pt x="3600450" y="438150"/>
                </a:moveTo>
                <a:lnTo>
                  <a:pt x="3609975" y="438150"/>
                </a:lnTo>
                <a:lnTo>
                  <a:pt x="3609975" y="447675"/>
                </a:lnTo>
                <a:lnTo>
                  <a:pt x="3600450" y="447675"/>
                </a:lnTo>
                <a:close/>
                <a:moveTo>
                  <a:pt x="3609975" y="447675"/>
                </a:moveTo>
                <a:lnTo>
                  <a:pt x="3619500" y="447675"/>
                </a:lnTo>
                <a:lnTo>
                  <a:pt x="3619500" y="457200"/>
                </a:lnTo>
                <a:lnTo>
                  <a:pt x="3609975" y="457200"/>
                </a:lnTo>
                <a:close/>
                <a:moveTo>
                  <a:pt x="1981200" y="457200"/>
                </a:moveTo>
                <a:lnTo>
                  <a:pt x="1990725" y="457200"/>
                </a:lnTo>
                <a:lnTo>
                  <a:pt x="1990725" y="466725"/>
                </a:lnTo>
                <a:lnTo>
                  <a:pt x="1981200" y="466725"/>
                </a:lnTo>
                <a:close/>
                <a:moveTo>
                  <a:pt x="1971675" y="485775"/>
                </a:moveTo>
                <a:lnTo>
                  <a:pt x="1981200" y="485775"/>
                </a:lnTo>
                <a:lnTo>
                  <a:pt x="1981200" y="504825"/>
                </a:lnTo>
                <a:lnTo>
                  <a:pt x="1971675" y="504825"/>
                </a:lnTo>
                <a:close/>
                <a:moveTo>
                  <a:pt x="3648075" y="485775"/>
                </a:moveTo>
                <a:lnTo>
                  <a:pt x="3657600" y="485775"/>
                </a:lnTo>
                <a:lnTo>
                  <a:pt x="3657600" y="495300"/>
                </a:lnTo>
                <a:lnTo>
                  <a:pt x="3648075" y="495300"/>
                </a:lnTo>
                <a:close/>
                <a:moveTo>
                  <a:pt x="3657600" y="495300"/>
                </a:moveTo>
                <a:lnTo>
                  <a:pt x="3667125" y="495300"/>
                </a:lnTo>
                <a:lnTo>
                  <a:pt x="3667125" y="504825"/>
                </a:lnTo>
                <a:lnTo>
                  <a:pt x="3657600" y="504825"/>
                </a:lnTo>
                <a:close/>
                <a:moveTo>
                  <a:pt x="3667125" y="504825"/>
                </a:moveTo>
                <a:lnTo>
                  <a:pt x="3676650" y="504825"/>
                </a:lnTo>
                <a:lnTo>
                  <a:pt x="3676650" y="514350"/>
                </a:lnTo>
                <a:lnTo>
                  <a:pt x="3667125" y="514350"/>
                </a:lnTo>
                <a:close/>
                <a:moveTo>
                  <a:pt x="3676650" y="514350"/>
                </a:moveTo>
                <a:lnTo>
                  <a:pt x="3686175" y="514350"/>
                </a:lnTo>
                <a:lnTo>
                  <a:pt x="3686175" y="523875"/>
                </a:lnTo>
                <a:lnTo>
                  <a:pt x="3676650" y="523875"/>
                </a:lnTo>
                <a:close/>
                <a:moveTo>
                  <a:pt x="1962150" y="523875"/>
                </a:moveTo>
                <a:lnTo>
                  <a:pt x="1971675" y="523875"/>
                </a:lnTo>
                <a:lnTo>
                  <a:pt x="1971675" y="552450"/>
                </a:lnTo>
                <a:lnTo>
                  <a:pt x="1962150" y="552450"/>
                </a:lnTo>
                <a:close/>
                <a:moveTo>
                  <a:pt x="3686175" y="533400"/>
                </a:moveTo>
                <a:lnTo>
                  <a:pt x="3695700" y="533400"/>
                </a:lnTo>
                <a:lnTo>
                  <a:pt x="3695700" y="542925"/>
                </a:lnTo>
                <a:lnTo>
                  <a:pt x="3686175" y="542925"/>
                </a:lnTo>
                <a:close/>
                <a:moveTo>
                  <a:pt x="3695700" y="552450"/>
                </a:moveTo>
                <a:lnTo>
                  <a:pt x="3705225" y="552450"/>
                </a:lnTo>
                <a:lnTo>
                  <a:pt x="3705225" y="561975"/>
                </a:lnTo>
                <a:lnTo>
                  <a:pt x="3695700" y="561975"/>
                </a:lnTo>
                <a:close/>
                <a:moveTo>
                  <a:pt x="3705225" y="571500"/>
                </a:moveTo>
                <a:lnTo>
                  <a:pt x="3714750" y="571500"/>
                </a:lnTo>
                <a:lnTo>
                  <a:pt x="3714750" y="590550"/>
                </a:lnTo>
                <a:lnTo>
                  <a:pt x="3705225" y="590550"/>
                </a:lnTo>
                <a:close/>
                <a:moveTo>
                  <a:pt x="1952625" y="590550"/>
                </a:moveTo>
                <a:lnTo>
                  <a:pt x="1962150" y="590550"/>
                </a:lnTo>
                <a:lnTo>
                  <a:pt x="1962150" y="600075"/>
                </a:lnTo>
                <a:lnTo>
                  <a:pt x="1952625" y="600075"/>
                </a:lnTo>
                <a:close/>
                <a:moveTo>
                  <a:pt x="2152650" y="590550"/>
                </a:moveTo>
                <a:lnTo>
                  <a:pt x="2181225" y="590550"/>
                </a:lnTo>
                <a:lnTo>
                  <a:pt x="2181225" y="600075"/>
                </a:lnTo>
                <a:lnTo>
                  <a:pt x="2152650" y="600075"/>
                </a:lnTo>
                <a:close/>
                <a:moveTo>
                  <a:pt x="2181225" y="600075"/>
                </a:moveTo>
                <a:lnTo>
                  <a:pt x="2190750" y="600075"/>
                </a:lnTo>
                <a:lnTo>
                  <a:pt x="2190750" y="609600"/>
                </a:lnTo>
                <a:lnTo>
                  <a:pt x="2181225" y="609600"/>
                </a:lnTo>
                <a:close/>
                <a:moveTo>
                  <a:pt x="3714750" y="600075"/>
                </a:moveTo>
                <a:lnTo>
                  <a:pt x="3724275" y="600075"/>
                </a:lnTo>
                <a:lnTo>
                  <a:pt x="3724275" y="628650"/>
                </a:lnTo>
                <a:lnTo>
                  <a:pt x="3714750" y="628650"/>
                </a:lnTo>
                <a:close/>
                <a:moveTo>
                  <a:pt x="2105025" y="609600"/>
                </a:moveTo>
                <a:lnTo>
                  <a:pt x="2114550" y="609600"/>
                </a:lnTo>
                <a:lnTo>
                  <a:pt x="2114550" y="628650"/>
                </a:lnTo>
                <a:lnTo>
                  <a:pt x="2105025" y="628650"/>
                </a:lnTo>
                <a:close/>
                <a:moveTo>
                  <a:pt x="2190750" y="609600"/>
                </a:moveTo>
                <a:lnTo>
                  <a:pt x="2200275" y="609600"/>
                </a:lnTo>
                <a:lnTo>
                  <a:pt x="2200275" y="638175"/>
                </a:lnTo>
                <a:lnTo>
                  <a:pt x="2190750" y="638175"/>
                </a:lnTo>
                <a:close/>
                <a:moveTo>
                  <a:pt x="1790700" y="657225"/>
                </a:moveTo>
                <a:lnTo>
                  <a:pt x="1800225" y="657225"/>
                </a:lnTo>
                <a:lnTo>
                  <a:pt x="1800225" y="666750"/>
                </a:lnTo>
                <a:lnTo>
                  <a:pt x="1790700" y="666750"/>
                </a:lnTo>
                <a:close/>
                <a:moveTo>
                  <a:pt x="1943100" y="657225"/>
                </a:moveTo>
                <a:lnTo>
                  <a:pt x="1952625" y="657225"/>
                </a:lnTo>
                <a:lnTo>
                  <a:pt x="1952625" y="676275"/>
                </a:lnTo>
                <a:lnTo>
                  <a:pt x="1943100" y="676275"/>
                </a:lnTo>
                <a:close/>
                <a:moveTo>
                  <a:pt x="2181225" y="666750"/>
                </a:moveTo>
                <a:lnTo>
                  <a:pt x="2190750" y="666750"/>
                </a:lnTo>
                <a:lnTo>
                  <a:pt x="2190750" y="676275"/>
                </a:lnTo>
                <a:lnTo>
                  <a:pt x="2181225" y="676275"/>
                </a:lnTo>
                <a:close/>
                <a:moveTo>
                  <a:pt x="1800225" y="676275"/>
                </a:moveTo>
                <a:lnTo>
                  <a:pt x="1809750" y="676275"/>
                </a:lnTo>
                <a:lnTo>
                  <a:pt x="1809750" y="714375"/>
                </a:lnTo>
                <a:lnTo>
                  <a:pt x="1800225" y="714375"/>
                </a:lnTo>
                <a:close/>
                <a:moveTo>
                  <a:pt x="2171700" y="676275"/>
                </a:moveTo>
                <a:lnTo>
                  <a:pt x="2181225" y="676275"/>
                </a:lnTo>
                <a:lnTo>
                  <a:pt x="2181225" y="685800"/>
                </a:lnTo>
                <a:lnTo>
                  <a:pt x="2171700" y="685800"/>
                </a:lnTo>
                <a:close/>
                <a:moveTo>
                  <a:pt x="2152650" y="685800"/>
                </a:moveTo>
                <a:lnTo>
                  <a:pt x="2171700" y="685800"/>
                </a:lnTo>
                <a:lnTo>
                  <a:pt x="2171700" y="695325"/>
                </a:lnTo>
                <a:lnTo>
                  <a:pt x="2152650" y="695325"/>
                </a:lnTo>
                <a:close/>
                <a:moveTo>
                  <a:pt x="1933575" y="714375"/>
                </a:moveTo>
                <a:lnTo>
                  <a:pt x="1943100" y="714375"/>
                </a:lnTo>
                <a:lnTo>
                  <a:pt x="1943100" y="752475"/>
                </a:lnTo>
                <a:lnTo>
                  <a:pt x="1933575" y="752475"/>
                </a:lnTo>
                <a:close/>
                <a:moveTo>
                  <a:pt x="1924050" y="790575"/>
                </a:moveTo>
                <a:lnTo>
                  <a:pt x="1933575" y="790575"/>
                </a:lnTo>
                <a:lnTo>
                  <a:pt x="1933575" y="809625"/>
                </a:lnTo>
                <a:lnTo>
                  <a:pt x="1924050" y="809625"/>
                </a:lnTo>
                <a:close/>
                <a:moveTo>
                  <a:pt x="1809750" y="800100"/>
                </a:moveTo>
                <a:lnTo>
                  <a:pt x="1819275" y="800100"/>
                </a:lnTo>
                <a:lnTo>
                  <a:pt x="1819275" y="866775"/>
                </a:lnTo>
                <a:lnTo>
                  <a:pt x="1809750" y="866775"/>
                </a:lnTo>
                <a:close/>
                <a:moveTo>
                  <a:pt x="3705225" y="800100"/>
                </a:moveTo>
                <a:lnTo>
                  <a:pt x="3714750" y="800100"/>
                </a:lnTo>
                <a:lnTo>
                  <a:pt x="3714750" y="819150"/>
                </a:lnTo>
                <a:lnTo>
                  <a:pt x="3705225" y="819150"/>
                </a:lnTo>
                <a:close/>
                <a:moveTo>
                  <a:pt x="1914525" y="838200"/>
                </a:moveTo>
                <a:lnTo>
                  <a:pt x="1924050" y="838200"/>
                </a:lnTo>
                <a:lnTo>
                  <a:pt x="1924050" y="866775"/>
                </a:lnTo>
                <a:lnTo>
                  <a:pt x="1914525" y="866775"/>
                </a:lnTo>
                <a:close/>
                <a:moveTo>
                  <a:pt x="3695700" y="876300"/>
                </a:moveTo>
                <a:lnTo>
                  <a:pt x="3705225" y="876300"/>
                </a:lnTo>
                <a:lnTo>
                  <a:pt x="3705225" y="895350"/>
                </a:lnTo>
                <a:lnTo>
                  <a:pt x="3695700" y="895350"/>
                </a:lnTo>
                <a:close/>
                <a:moveTo>
                  <a:pt x="1905000" y="904875"/>
                </a:moveTo>
                <a:lnTo>
                  <a:pt x="1914525" y="904875"/>
                </a:lnTo>
                <a:lnTo>
                  <a:pt x="1914525" y="923925"/>
                </a:lnTo>
                <a:lnTo>
                  <a:pt x="1905000" y="923925"/>
                </a:lnTo>
                <a:close/>
                <a:moveTo>
                  <a:pt x="1819275" y="942975"/>
                </a:moveTo>
                <a:lnTo>
                  <a:pt x="1828800" y="942975"/>
                </a:lnTo>
                <a:lnTo>
                  <a:pt x="1828800" y="981075"/>
                </a:lnTo>
                <a:lnTo>
                  <a:pt x="1819275" y="981075"/>
                </a:lnTo>
                <a:close/>
                <a:moveTo>
                  <a:pt x="1895475" y="942975"/>
                </a:moveTo>
                <a:lnTo>
                  <a:pt x="1905000" y="942975"/>
                </a:lnTo>
                <a:lnTo>
                  <a:pt x="1905000" y="962025"/>
                </a:lnTo>
                <a:lnTo>
                  <a:pt x="1895475" y="962025"/>
                </a:lnTo>
                <a:close/>
                <a:moveTo>
                  <a:pt x="3695700" y="952500"/>
                </a:moveTo>
                <a:lnTo>
                  <a:pt x="3705225" y="952500"/>
                </a:lnTo>
                <a:lnTo>
                  <a:pt x="3705225" y="990600"/>
                </a:lnTo>
                <a:lnTo>
                  <a:pt x="3695700" y="990600"/>
                </a:lnTo>
                <a:close/>
                <a:moveTo>
                  <a:pt x="3686175" y="990600"/>
                </a:moveTo>
                <a:lnTo>
                  <a:pt x="3695700" y="990600"/>
                </a:lnTo>
                <a:lnTo>
                  <a:pt x="3695700" y="1066800"/>
                </a:lnTo>
                <a:lnTo>
                  <a:pt x="3686175" y="1066800"/>
                </a:lnTo>
                <a:close/>
                <a:moveTo>
                  <a:pt x="1885950" y="1009650"/>
                </a:moveTo>
                <a:lnTo>
                  <a:pt x="1895475" y="1009650"/>
                </a:lnTo>
                <a:lnTo>
                  <a:pt x="1895475" y="1085850"/>
                </a:lnTo>
                <a:lnTo>
                  <a:pt x="1885950" y="1085850"/>
                </a:lnTo>
                <a:close/>
                <a:moveTo>
                  <a:pt x="3676650" y="1066800"/>
                </a:moveTo>
                <a:lnTo>
                  <a:pt x="3686175" y="1066800"/>
                </a:lnTo>
                <a:lnTo>
                  <a:pt x="3686175" y="1152525"/>
                </a:lnTo>
                <a:lnTo>
                  <a:pt x="3676650" y="1152525"/>
                </a:lnTo>
                <a:lnTo>
                  <a:pt x="3676650" y="1219200"/>
                </a:lnTo>
                <a:lnTo>
                  <a:pt x="3667125" y="1219200"/>
                </a:lnTo>
                <a:lnTo>
                  <a:pt x="3667125" y="1143000"/>
                </a:lnTo>
                <a:lnTo>
                  <a:pt x="3676650" y="1143000"/>
                </a:lnTo>
                <a:close/>
                <a:moveTo>
                  <a:pt x="1876425" y="1114425"/>
                </a:moveTo>
                <a:lnTo>
                  <a:pt x="1885950" y="1114425"/>
                </a:lnTo>
                <a:lnTo>
                  <a:pt x="1885950" y="1123950"/>
                </a:lnTo>
                <a:lnTo>
                  <a:pt x="1876425" y="1123950"/>
                </a:lnTo>
                <a:close/>
                <a:moveTo>
                  <a:pt x="1866900" y="1152525"/>
                </a:moveTo>
                <a:lnTo>
                  <a:pt x="1876425" y="1152525"/>
                </a:lnTo>
                <a:lnTo>
                  <a:pt x="1876425" y="1181100"/>
                </a:lnTo>
                <a:lnTo>
                  <a:pt x="1866900" y="1181100"/>
                </a:lnTo>
                <a:close/>
                <a:moveTo>
                  <a:pt x="1838325" y="1171575"/>
                </a:moveTo>
                <a:lnTo>
                  <a:pt x="1847850" y="1171575"/>
                </a:lnTo>
                <a:lnTo>
                  <a:pt x="1847850" y="1181100"/>
                </a:lnTo>
                <a:lnTo>
                  <a:pt x="1838325" y="1181100"/>
                </a:lnTo>
                <a:close/>
                <a:moveTo>
                  <a:pt x="3657600" y="1219200"/>
                </a:moveTo>
                <a:lnTo>
                  <a:pt x="3667125" y="1219200"/>
                </a:lnTo>
                <a:lnTo>
                  <a:pt x="3667125" y="1285875"/>
                </a:lnTo>
                <a:lnTo>
                  <a:pt x="3657600" y="1285875"/>
                </a:lnTo>
                <a:close/>
                <a:moveTo>
                  <a:pt x="3648075" y="1285875"/>
                </a:moveTo>
                <a:lnTo>
                  <a:pt x="3657600" y="1285875"/>
                </a:lnTo>
                <a:lnTo>
                  <a:pt x="3657600" y="1352550"/>
                </a:lnTo>
                <a:lnTo>
                  <a:pt x="3648075" y="1352550"/>
                </a:lnTo>
                <a:close/>
                <a:moveTo>
                  <a:pt x="2057400" y="1314450"/>
                </a:moveTo>
                <a:lnTo>
                  <a:pt x="2066925" y="1314450"/>
                </a:lnTo>
                <a:lnTo>
                  <a:pt x="2066925" y="1323975"/>
                </a:lnTo>
                <a:lnTo>
                  <a:pt x="2057400" y="1323975"/>
                </a:lnTo>
                <a:close/>
                <a:moveTo>
                  <a:pt x="2133600" y="1314450"/>
                </a:moveTo>
                <a:lnTo>
                  <a:pt x="2171700" y="1314450"/>
                </a:lnTo>
                <a:lnTo>
                  <a:pt x="2171700" y="1323975"/>
                </a:lnTo>
                <a:lnTo>
                  <a:pt x="2133600" y="1323975"/>
                </a:lnTo>
                <a:close/>
                <a:moveTo>
                  <a:pt x="2038350" y="1323975"/>
                </a:moveTo>
                <a:lnTo>
                  <a:pt x="2047875" y="1323975"/>
                </a:lnTo>
                <a:lnTo>
                  <a:pt x="2047875" y="1333500"/>
                </a:lnTo>
                <a:lnTo>
                  <a:pt x="2038350" y="1333500"/>
                </a:lnTo>
                <a:close/>
                <a:moveTo>
                  <a:pt x="2219325" y="1323975"/>
                </a:moveTo>
                <a:lnTo>
                  <a:pt x="2247900" y="1323975"/>
                </a:lnTo>
                <a:lnTo>
                  <a:pt x="2247900" y="1333500"/>
                </a:lnTo>
                <a:lnTo>
                  <a:pt x="2219325" y="1333500"/>
                </a:lnTo>
                <a:close/>
                <a:moveTo>
                  <a:pt x="2028825" y="1333500"/>
                </a:moveTo>
                <a:lnTo>
                  <a:pt x="2038350" y="1333500"/>
                </a:lnTo>
                <a:lnTo>
                  <a:pt x="2038350" y="1343025"/>
                </a:lnTo>
                <a:lnTo>
                  <a:pt x="2028825" y="1343025"/>
                </a:lnTo>
                <a:close/>
                <a:moveTo>
                  <a:pt x="2019300" y="1343025"/>
                </a:moveTo>
                <a:lnTo>
                  <a:pt x="2028825" y="1343025"/>
                </a:lnTo>
                <a:lnTo>
                  <a:pt x="2028825" y="1352550"/>
                </a:lnTo>
                <a:lnTo>
                  <a:pt x="2019300" y="1352550"/>
                </a:lnTo>
                <a:close/>
                <a:moveTo>
                  <a:pt x="2286000" y="1343025"/>
                </a:moveTo>
                <a:lnTo>
                  <a:pt x="2295525" y="1343025"/>
                </a:lnTo>
                <a:lnTo>
                  <a:pt x="2295525" y="1352550"/>
                </a:lnTo>
                <a:lnTo>
                  <a:pt x="2286000" y="1352550"/>
                </a:lnTo>
                <a:close/>
                <a:moveTo>
                  <a:pt x="2009775" y="1352550"/>
                </a:moveTo>
                <a:lnTo>
                  <a:pt x="2019300" y="1352550"/>
                </a:lnTo>
                <a:lnTo>
                  <a:pt x="2019300" y="1362075"/>
                </a:lnTo>
                <a:lnTo>
                  <a:pt x="2009775" y="1362075"/>
                </a:lnTo>
                <a:close/>
                <a:moveTo>
                  <a:pt x="2295525" y="1352550"/>
                </a:moveTo>
                <a:lnTo>
                  <a:pt x="2305050" y="1352550"/>
                </a:lnTo>
                <a:lnTo>
                  <a:pt x="2305050" y="1362075"/>
                </a:lnTo>
                <a:lnTo>
                  <a:pt x="2295525" y="1362075"/>
                </a:lnTo>
                <a:close/>
                <a:moveTo>
                  <a:pt x="2305050" y="1362075"/>
                </a:moveTo>
                <a:lnTo>
                  <a:pt x="2314575" y="1362075"/>
                </a:lnTo>
                <a:lnTo>
                  <a:pt x="2314575" y="1371600"/>
                </a:lnTo>
                <a:lnTo>
                  <a:pt x="2305050" y="1371600"/>
                </a:lnTo>
                <a:close/>
                <a:moveTo>
                  <a:pt x="3638550" y="1362075"/>
                </a:moveTo>
                <a:lnTo>
                  <a:pt x="3648075" y="1362075"/>
                </a:lnTo>
                <a:lnTo>
                  <a:pt x="3648075" y="1428750"/>
                </a:lnTo>
                <a:lnTo>
                  <a:pt x="3638550" y="1428750"/>
                </a:lnTo>
                <a:close/>
                <a:moveTo>
                  <a:pt x="2000250" y="1381125"/>
                </a:moveTo>
                <a:lnTo>
                  <a:pt x="2009775" y="1381125"/>
                </a:lnTo>
                <a:lnTo>
                  <a:pt x="2009775" y="1438275"/>
                </a:lnTo>
                <a:lnTo>
                  <a:pt x="2000250" y="1438275"/>
                </a:lnTo>
                <a:close/>
                <a:moveTo>
                  <a:pt x="2314575" y="1381125"/>
                </a:moveTo>
                <a:lnTo>
                  <a:pt x="2324100" y="1381125"/>
                </a:lnTo>
                <a:lnTo>
                  <a:pt x="2324100" y="1390650"/>
                </a:lnTo>
                <a:lnTo>
                  <a:pt x="2314575" y="1390650"/>
                </a:lnTo>
                <a:close/>
                <a:moveTo>
                  <a:pt x="3629025" y="1428750"/>
                </a:moveTo>
                <a:lnTo>
                  <a:pt x="3638550" y="1428750"/>
                </a:lnTo>
                <a:lnTo>
                  <a:pt x="3638550" y="1504950"/>
                </a:lnTo>
                <a:lnTo>
                  <a:pt x="3629025" y="1504950"/>
                </a:lnTo>
                <a:close/>
                <a:moveTo>
                  <a:pt x="2314575" y="1438275"/>
                </a:moveTo>
                <a:lnTo>
                  <a:pt x="2324100" y="1438275"/>
                </a:lnTo>
                <a:lnTo>
                  <a:pt x="2324100" y="1457325"/>
                </a:lnTo>
                <a:lnTo>
                  <a:pt x="2314575" y="1457325"/>
                </a:lnTo>
                <a:close/>
                <a:moveTo>
                  <a:pt x="2019300" y="1466850"/>
                </a:moveTo>
                <a:lnTo>
                  <a:pt x="2028825" y="1466850"/>
                </a:lnTo>
                <a:lnTo>
                  <a:pt x="2028825" y="1476375"/>
                </a:lnTo>
                <a:lnTo>
                  <a:pt x="2019300" y="1476375"/>
                </a:lnTo>
                <a:close/>
                <a:moveTo>
                  <a:pt x="2305050" y="1466850"/>
                </a:moveTo>
                <a:lnTo>
                  <a:pt x="2314575" y="1466850"/>
                </a:lnTo>
                <a:lnTo>
                  <a:pt x="2314575" y="1476375"/>
                </a:lnTo>
                <a:lnTo>
                  <a:pt x="2305050" y="1476375"/>
                </a:lnTo>
                <a:close/>
                <a:moveTo>
                  <a:pt x="2028825" y="1476375"/>
                </a:moveTo>
                <a:lnTo>
                  <a:pt x="2038350" y="1476375"/>
                </a:lnTo>
                <a:lnTo>
                  <a:pt x="2038350" y="1485900"/>
                </a:lnTo>
                <a:lnTo>
                  <a:pt x="2028825" y="1485900"/>
                </a:lnTo>
                <a:close/>
                <a:moveTo>
                  <a:pt x="2047875" y="1485900"/>
                </a:moveTo>
                <a:lnTo>
                  <a:pt x="2057400" y="1485900"/>
                </a:lnTo>
                <a:lnTo>
                  <a:pt x="2057400" y="1495425"/>
                </a:lnTo>
                <a:lnTo>
                  <a:pt x="2047875" y="1495425"/>
                </a:lnTo>
                <a:close/>
                <a:moveTo>
                  <a:pt x="2095500" y="1495425"/>
                </a:moveTo>
                <a:lnTo>
                  <a:pt x="2124075" y="1495425"/>
                </a:lnTo>
                <a:lnTo>
                  <a:pt x="2124075" y="1504950"/>
                </a:lnTo>
                <a:lnTo>
                  <a:pt x="2095500" y="1504950"/>
                </a:lnTo>
                <a:close/>
                <a:moveTo>
                  <a:pt x="2276475" y="1495425"/>
                </a:moveTo>
                <a:lnTo>
                  <a:pt x="2286000" y="1495425"/>
                </a:lnTo>
                <a:lnTo>
                  <a:pt x="2286000" y="1504950"/>
                </a:lnTo>
                <a:lnTo>
                  <a:pt x="2276475" y="1504950"/>
                </a:lnTo>
                <a:close/>
                <a:moveTo>
                  <a:pt x="2181225" y="1504950"/>
                </a:moveTo>
                <a:lnTo>
                  <a:pt x="2209800" y="1504950"/>
                </a:lnTo>
                <a:lnTo>
                  <a:pt x="2209800" y="1514475"/>
                </a:lnTo>
                <a:lnTo>
                  <a:pt x="2181225" y="1514475"/>
                </a:lnTo>
                <a:close/>
                <a:moveTo>
                  <a:pt x="2247900" y="1504950"/>
                </a:moveTo>
                <a:lnTo>
                  <a:pt x="2266950" y="1504950"/>
                </a:lnTo>
                <a:lnTo>
                  <a:pt x="2266950" y="1514475"/>
                </a:lnTo>
                <a:lnTo>
                  <a:pt x="2247900" y="1514475"/>
                </a:lnTo>
                <a:close/>
                <a:moveTo>
                  <a:pt x="3619500" y="1504950"/>
                </a:moveTo>
                <a:lnTo>
                  <a:pt x="3629025" y="1504950"/>
                </a:lnTo>
                <a:lnTo>
                  <a:pt x="3629025" y="1581150"/>
                </a:lnTo>
                <a:lnTo>
                  <a:pt x="3619500" y="1581150"/>
                </a:lnTo>
                <a:lnTo>
                  <a:pt x="3619500" y="1647825"/>
                </a:lnTo>
                <a:lnTo>
                  <a:pt x="3609975" y="1647825"/>
                </a:lnTo>
                <a:lnTo>
                  <a:pt x="3609975" y="1571625"/>
                </a:lnTo>
                <a:lnTo>
                  <a:pt x="3619500" y="1571625"/>
                </a:lnTo>
                <a:close/>
                <a:moveTo>
                  <a:pt x="3600450" y="1647825"/>
                </a:moveTo>
                <a:lnTo>
                  <a:pt x="3609975" y="1647825"/>
                </a:lnTo>
                <a:lnTo>
                  <a:pt x="3609975" y="1733550"/>
                </a:lnTo>
                <a:lnTo>
                  <a:pt x="3600450" y="1733550"/>
                </a:lnTo>
                <a:close/>
                <a:moveTo>
                  <a:pt x="3590925" y="1733550"/>
                </a:moveTo>
                <a:lnTo>
                  <a:pt x="3600450" y="1733550"/>
                </a:lnTo>
                <a:lnTo>
                  <a:pt x="3600450" y="1819275"/>
                </a:lnTo>
                <a:lnTo>
                  <a:pt x="3590925" y="1819275"/>
                </a:lnTo>
                <a:lnTo>
                  <a:pt x="3590925" y="1895475"/>
                </a:lnTo>
                <a:lnTo>
                  <a:pt x="3581400" y="1895475"/>
                </a:lnTo>
                <a:lnTo>
                  <a:pt x="3581400" y="1952625"/>
                </a:lnTo>
                <a:lnTo>
                  <a:pt x="3571875" y="1952625"/>
                </a:lnTo>
                <a:lnTo>
                  <a:pt x="3571875" y="1876425"/>
                </a:lnTo>
                <a:lnTo>
                  <a:pt x="3581400" y="1876425"/>
                </a:lnTo>
                <a:lnTo>
                  <a:pt x="3581400" y="1809750"/>
                </a:lnTo>
                <a:lnTo>
                  <a:pt x="3590925" y="1809750"/>
                </a:lnTo>
                <a:close/>
                <a:moveTo>
                  <a:pt x="3552825" y="1943100"/>
                </a:moveTo>
                <a:lnTo>
                  <a:pt x="3562350" y="1943100"/>
                </a:lnTo>
                <a:lnTo>
                  <a:pt x="3562350" y="1952625"/>
                </a:lnTo>
                <a:lnTo>
                  <a:pt x="3571875" y="1952625"/>
                </a:lnTo>
                <a:lnTo>
                  <a:pt x="3571875" y="1981200"/>
                </a:lnTo>
                <a:lnTo>
                  <a:pt x="3562350" y="1981200"/>
                </a:lnTo>
                <a:lnTo>
                  <a:pt x="3562350" y="1971675"/>
                </a:lnTo>
                <a:lnTo>
                  <a:pt x="3552825" y="1971675"/>
                </a:lnTo>
                <a:close/>
                <a:moveTo>
                  <a:pt x="3552825" y="1981200"/>
                </a:moveTo>
                <a:lnTo>
                  <a:pt x="3562350" y="1981200"/>
                </a:lnTo>
                <a:lnTo>
                  <a:pt x="3562350" y="2057400"/>
                </a:lnTo>
                <a:lnTo>
                  <a:pt x="3552825" y="2057400"/>
                </a:lnTo>
                <a:close/>
                <a:moveTo>
                  <a:pt x="3543300" y="2057400"/>
                </a:moveTo>
                <a:lnTo>
                  <a:pt x="3552825" y="2057400"/>
                </a:lnTo>
                <a:lnTo>
                  <a:pt x="3552825" y="2124075"/>
                </a:lnTo>
                <a:lnTo>
                  <a:pt x="3543300" y="2124075"/>
                </a:lnTo>
                <a:close/>
                <a:moveTo>
                  <a:pt x="3533775" y="2133600"/>
                </a:moveTo>
                <a:lnTo>
                  <a:pt x="3543300" y="2133600"/>
                </a:lnTo>
                <a:lnTo>
                  <a:pt x="3543300" y="2200275"/>
                </a:lnTo>
                <a:lnTo>
                  <a:pt x="3533775" y="2200275"/>
                </a:lnTo>
                <a:close/>
                <a:moveTo>
                  <a:pt x="3524250" y="2200275"/>
                </a:moveTo>
                <a:lnTo>
                  <a:pt x="3533775" y="2200275"/>
                </a:lnTo>
                <a:lnTo>
                  <a:pt x="3533775" y="2247900"/>
                </a:lnTo>
                <a:lnTo>
                  <a:pt x="3524250" y="2247900"/>
                </a:lnTo>
                <a:close/>
                <a:moveTo>
                  <a:pt x="3514725" y="2257425"/>
                </a:moveTo>
                <a:lnTo>
                  <a:pt x="3524250" y="2257425"/>
                </a:lnTo>
                <a:lnTo>
                  <a:pt x="3524250" y="2314575"/>
                </a:lnTo>
                <a:lnTo>
                  <a:pt x="3514725" y="2314575"/>
                </a:lnTo>
                <a:close/>
                <a:moveTo>
                  <a:pt x="3505200" y="2324100"/>
                </a:moveTo>
                <a:lnTo>
                  <a:pt x="3514725" y="2324100"/>
                </a:lnTo>
                <a:lnTo>
                  <a:pt x="3514725" y="2400300"/>
                </a:lnTo>
                <a:lnTo>
                  <a:pt x="3505200" y="2400300"/>
                </a:lnTo>
                <a:close/>
                <a:moveTo>
                  <a:pt x="3495675" y="2400300"/>
                </a:moveTo>
                <a:lnTo>
                  <a:pt x="3505200" y="2400300"/>
                </a:lnTo>
                <a:lnTo>
                  <a:pt x="3505200" y="2476500"/>
                </a:lnTo>
                <a:lnTo>
                  <a:pt x="3495675" y="2476500"/>
                </a:lnTo>
                <a:lnTo>
                  <a:pt x="3495675" y="2543175"/>
                </a:lnTo>
                <a:lnTo>
                  <a:pt x="3486150" y="2543175"/>
                </a:lnTo>
                <a:lnTo>
                  <a:pt x="3486150" y="2466975"/>
                </a:lnTo>
                <a:lnTo>
                  <a:pt x="3495675" y="2466975"/>
                </a:lnTo>
                <a:close/>
                <a:moveTo>
                  <a:pt x="3476625" y="2543175"/>
                </a:moveTo>
                <a:lnTo>
                  <a:pt x="3486150" y="2543175"/>
                </a:lnTo>
                <a:lnTo>
                  <a:pt x="3486150" y="2609850"/>
                </a:lnTo>
                <a:lnTo>
                  <a:pt x="3476625" y="2609850"/>
                </a:lnTo>
                <a:close/>
                <a:moveTo>
                  <a:pt x="3467100" y="2609850"/>
                </a:moveTo>
                <a:lnTo>
                  <a:pt x="3476625" y="2609850"/>
                </a:lnTo>
                <a:lnTo>
                  <a:pt x="3476625" y="2695575"/>
                </a:lnTo>
                <a:lnTo>
                  <a:pt x="3467100" y="2695575"/>
                </a:lnTo>
                <a:lnTo>
                  <a:pt x="3467100" y="2762250"/>
                </a:lnTo>
                <a:lnTo>
                  <a:pt x="3457575" y="2762250"/>
                </a:lnTo>
                <a:lnTo>
                  <a:pt x="3457575" y="2809875"/>
                </a:lnTo>
                <a:lnTo>
                  <a:pt x="3448050" y="2809875"/>
                </a:lnTo>
                <a:lnTo>
                  <a:pt x="3448050" y="2743200"/>
                </a:lnTo>
                <a:lnTo>
                  <a:pt x="3457575" y="2743200"/>
                </a:lnTo>
                <a:lnTo>
                  <a:pt x="3457575" y="2676525"/>
                </a:lnTo>
                <a:lnTo>
                  <a:pt x="3467100" y="2676525"/>
                </a:lnTo>
                <a:close/>
                <a:moveTo>
                  <a:pt x="3438525" y="2819400"/>
                </a:moveTo>
                <a:lnTo>
                  <a:pt x="3448050" y="2819400"/>
                </a:lnTo>
                <a:lnTo>
                  <a:pt x="3448050" y="2886075"/>
                </a:lnTo>
                <a:lnTo>
                  <a:pt x="3438525" y="2886075"/>
                </a:lnTo>
                <a:close/>
                <a:moveTo>
                  <a:pt x="3429000" y="2886075"/>
                </a:moveTo>
                <a:lnTo>
                  <a:pt x="3438525" y="2886075"/>
                </a:lnTo>
                <a:lnTo>
                  <a:pt x="3438525" y="2962275"/>
                </a:lnTo>
                <a:lnTo>
                  <a:pt x="3429000" y="2962275"/>
                </a:lnTo>
                <a:lnTo>
                  <a:pt x="3429000" y="3028950"/>
                </a:lnTo>
                <a:lnTo>
                  <a:pt x="3419475" y="3028950"/>
                </a:lnTo>
                <a:lnTo>
                  <a:pt x="3419475" y="3057525"/>
                </a:lnTo>
                <a:lnTo>
                  <a:pt x="3409950" y="3057525"/>
                </a:lnTo>
                <a:lnTo>
                  <a:pt x="3409950" y="3048000"/>
                </a:lnTo>
                <a:lnTo>
                  <a:pt x="3400425" y="3048000"/>
                </a:lnTo>
                <a:lnTo>
                  <a:pt x="3400425" y="3038475"/>
                </a:lnTo>
                <a:lnTo>
                  <a:pt x="3409950" y="3038475"/>
                </a:lnTo>
                <a:lnTo>
                  <a:pt x="3409950" y="3000375"/>
                </a:lnTo>
                <a:lnTo>
                  <a:pt x="3419475" y="3000375"/>
                </a:lnTo>
                <a:lnTo>
                  <a:pt x="3419475" y="2943225"/>
                </a:lnTo>
                <a:lnTo>
                  <a:pt x="3429000" y="2943225"/>
                </a:lnTo>
                <a:close/>
                <a:moveTo>
                  <a:pt x="3400425" y="3057525"/>
                </a:moveTo>
                <a:lnTo>
                  <a:pt x="3409950" y="3057525"/>
                </a:lnTo>
                <a:lnTo>
                  <a:pt x="3409950" y="3067050"/>
                </a:lnTo>
                <a:lnTo>
                  <a:pt x="3400425" y="3067050"/>
                </a:lnTo>
                <a:close/>
                <a:moveTo>
                  <a:pt x="523875" y="3095625"/>
                </a:moveTo>
                <a:lnTo>
                  <a:pt x="533400" y="3095625"/>
                </a:lnTo>
                <a:lnTo>
                  <a:pt x="533400" y="3105150"/>
                </a:lnTo>
                <a:lnTo>
                  <a:pt x="542925" y="3105150"/>
                </a:lnTo>
                <a:lnTo>
                  <a:pt x="542925" y="3124200"/>
                </a:lnTo>
                <a:lnTo>
                  <a:pt x="523875" y="3124200"/>
                </a:lnTo>
                <a:close/>
                <a:moveTo>
                  <a:pt x="3390900" y="3133725"/>
                </a:moveTo>
                <a:lnTo>
                  <a:pt x="3400425" y="3133725"/>
                </a:lnTo>
                <a:lnTo>
                  <a:pt x="3400425" y="3143250"/>
                </a:lnTo>
                <a:lnTo>
                  <a:pt x="3390900" y="3143250"/>
                </a:lnTo>
                <a:close/>
                <a:moveTo>
                  <a:pt x="3381375" y="3190875"/>
                </a:moveTo>
                <a:lnTo>
                  <a:pt x="3390900" y="3190875"/>
                </a:lnTo>
                <a:lnTo>
                  <a:pt x="3390900" y="3219450"/>
                </a:lnTo>
                <a:lnTo>
                  <a:pt x="3381375" y="3219450"/>
                </a:lnTo>
                <a:close/>
                <a:moveTo>
                  <a:pt x="3371850" y="3248025"/>
                </a:moveTo>
                <a:lnTo>
                  <a:pt x="3381375" y="3248025"/>
                </a:lnTo>
                <a:lnTo>
                  <a:pt x="3381375" y="3305175"/>
                </a:lnTo>
                <a:lnTo>
                  <a:pt x="3371850" y="3305175"/>
                </a:lnTo>
                <a:close/>
                <a:moveTo>
                  <a:pt x="3362325" y="3314700"/>
                </a:moveTo>
                <a:lnTo>
                  <a:pt x="3371850" y="3314700"/>
                </a:lnTo>
                <a:lnTo>
                  <a:pt x="3371850" y="3390900"/>
                </a:lnTo>
                <a:lnTo>
                  <a:pt x="3362325" y="3390900"/>
                </a:lnTo>
                <a:close/>
                <a:moveTo>
                  <a:pt x="209550" y="3362325"/>
                </a:moveTo>
                <a:lnTo>
                  <a:pt x="219075" y="3362325"/>
                </a:lnTo>
                <a:lnTo>
                  <a:pt x="219075" y="3371850"/>
                </a:lnTo>
                <a:lnTo>
                  <a:pt x="209550" y="3371850"/>
                </a:lnTo>
                <a:close/>
                <a:moveTo>
                  <a:pt x="3352800" y="3390900"/>
                </a:moveTo>
                <a:lnTo>
                  <a:pt x="3362325" y="3390900"/>
                </a:lnTo>
                <a:lnTo>
                  <a:pt x="3362325" y="3476625"/>
                </a:lnTo>
                <a:lnTo>
                  <a:pt x="3352800" y="3476625"/>
                </a:lnTo>
                <a:lnTo>
                  <a:pt x="3352800" y="3609975"/>
                </a:lnTo>
                <a:lnTo>
                  <a:pt x="3343275" y="3609975"/>
                </a:lnTo>
                <a:lnTo>
                  <a:pt x="3343275" y="3686175"/>
                </a:lnTo>
                <a:lnTo>
                  <a:pt x="3333750" y="3686175"/>
                </a:lnTo>
                <a:lnTo>
                  <a:pt x="3333750" y="3733800"/>
                </a:lnTo>
                <a:lnTo>
                  <a:pt x="3324225" y="3733800"/>
                </a:lnTo>
                <a:lnTo>
                  <a:pt x="3324225" y="3790950"/>
                </a:lnTo>
                <a:lnTo>
                  <a:pt x="3314700" y="3790950"/>
                </a:lnTo>
                <a:lnTo>
                  <a:pt x="3314700" y="3838575"/>
                </a:lnTo>
                <a:lnTo>
                  <a:pt x="3305175" y="3838575"/>
                </a:lnTo>
                <a:lnTo>
                  <a:pt x="3305175" y="3848100"/>
                </a:lnTo>
                <a:lnTo>
                  <a:pt x="3314700" y="3848100"/>
                </a:lnTo>
                <a:lnTo>
                  <a:pt x="3314700" y="3867150"/>
                </a:lnTo>
                <a:lnTo>
                  <a:pt x="3305175" y="3867150"/>
                </a:lnTo>
                <a:lnTo>
                  <a:pt x="3305175" y="3876675"/>
                </a:lnTo>
                <a:lnTo>
                  <a:pt x="3295650" y="3876675"/>
                </a:lnTo>
                <a:lnTo>
                  <a:pt x="3295650" y="3886200"/>
                </a:lnTo>
                <a:lnTo>
                  <a:pt x="3286125" y="3886200"/>
                </a:lnTo>
                <a:lnTo>
                  <a:pt x="3286125" y="3924300"/>
                </a:lnTo>
                <a:lnTo>
                  <a:pt x="3314700" y="3924300"/>
                </a:lnTo>
                <a:lnTo>
                  <a:pt x="3314700" y="3914775"/>
                </a:lnTo>
                <a:lnTo>
                  <a:pt x="3371850" y="3914775"/>
                </a:lnTo>
                <a:lnTo>
                  <a:pt x="3371850" y="3905250"/>
                </a:lnTo>
                <a:lnTo>
                  <a:pt x="3409950" y="3905250"/>
                </a:lnTo>
                <a:lnTo>
                  <a:pt x="3409950" y="3895725"/>
                </a:lnTo>
                <a:lnTo>
                  <a:pt x="3457575" y="3895725"/>
                </a:lnTo>
                <a:lnTo>
                  <a:pt x="3457575" y="3886200"/>
                </a:lnTo>
                <a:lnTo>
                  <a:pt x="3476625" y="3886200"/>
                </a:lnTo>
                <a:lnTo>
                  <a:pt x="3476625" y="3876675"/>
                </a:lnTo>
                <a:lnTo>
                  <a:pt x="3505200" y="3876675"/>
                </a:lnTo>
                <a:lnTo>
                  <a:pt x="3505200" y="3886200"/>
                </a:lnTo>
                <a:lnTo>
                  <a:pt x="3486150" y="3886200"/>
                </a:lnTo>
                <a:lnTo>
                  <a:pt x="3486150" y="3895725"/>
                </a:lnTo>
                <a:lnTo>
                  <a:pt x="3457575" y="3895725"/>
                </a:lnTo>
                <a:lnTo>
                  <a:pt x="3457575" y="3905250"/>
                </a:lnTo>
                <a:lnTo>
                  <a:pt x="3419475" y="3905250"/>
                </a:lnTo>
                <a:lnTo>
                  <a:pt x="3419475" y="3914775"/>
                </a:lnTo>
                <a:lnTo>
                  <a:pt x="3390900" y="3914775"/>
                </a:lnTo>
                <a:lnTo>
                  <a:pt x="3390900" y="3924300"/>
                </a:lnTo>
                <a:lnTo>
                  <a:pt x="3352800" y="3924300"/>
                </a:lnTo>
                <a:lnTo>
                  <a:pt x="3352800" y="3933825"/>
                </a:lnTo>
                <a:lnTo>
                  <a:pt x="3314700" y="3933825"/>
                </a:lnTo>
                <a:lnTo>
                  <a:pt x="3314700" y="3943350"/>
                </a:lnTo>
                <a:lnTo>
                  <a:pt x="3267075" y="3943350"/>
                </a:lnTo>
                <a:lnTo>
                  <a:pt x="3267075" y="3952875"/>
                </a:lnTo>
                <a:lnTo>
                  <a:pt x="3238500" y="3952875"/>
                </a:lnTo>
                <a:lnTo>
                  <a:pt x="3238500" y="3943350"/>
                </a:lnTo>
                <a:lnTo>
                  <a:pt x="3248025" y="3943350"/>
                </a:lnTo>
                <a:lnTo>
                  <a:pt x="3248025" y="3924300"/>
                </a:lnTo>
                <a:lnTo>
                  <a:pt x="3257550" y="3924300"/>
                </a:lnTo>
                <a:lnTo>
                  <a:pt x="3257550" y="3905250"/>
                </a:lnTo>
                <a:lnTo>
                  <a:pt x="3267075" y="3905250"/>
                </a:lnTo>
                <a:lnTo>
                  <a:pt x="3267075" y="3895725"/>
                </a:lnTo>
                <a:lnTo>
                  <a:pt x="3276600" y="3895725"/>
                </a:lnTo>
                <a:lnTo>
                  <a:pt x="3276600" y="3867150"/>
                </a:lnTo>
                <a:lnTo>
                  <a:pt x="3286125" y="3867150"/>
                </a:lnTo>
                <a:lnTo>
                  <a:pt x="3286125" y="3848100"/>
                </a:lnTo>
                <a:lnTo>
                  <a:pt x="3295650" y="3848100"/>
                </a:lnTo>
                <a:lnTo>
                  <a:pt x="3295650" y="3810000"/>
                </a:lnTo>
                <a:lnTo>
                  <a:pt x="3305175" y="3810000"/>
                </a:lnTo>
                <a:lnTo>
                  <a:pt x="3305175" y="3743325"/>
                </a:lnTo>
                <a:lnTo>
                  <a:pt x="3314700" y="3743325"/>
                </a:lnTo>
                <a:lnTo>
                  <a:pt x="3314700" y="3695700"/>
                </a:lnTo>
                <a:lnTo>
                  <a:pt x="3324225" y="3695700"/>
                </a:lnTo>
                <a:lnTo>
                  <a:pt x="3324225" y="3619500"/>
                </a:lnTo>
                <a:lnTo>
                  <a:pt x="3333750" y="3619500"/>
                </a:lnTo>
                <a:lnTo>
                  <a:pt x="3333750" y="3552825"/>
                </a:lnTo>
                <a:lnTo>
                  <a:pt x="3343275" y="3552825"/>
                </a:lnTo>
                <a:lnTo>
                  <a:pt x="3343275" y="3467100"/>
                </a:lnTo>
                <a:lnTo>
                  <a:pt x="3352800" y="3467100"/>
                </a:lnTo>
                <a:close/>
                <a:moveTo>
                  <a:pt x="219075" y="3448050"/>
                </a:moveTo>
                <a:lnTo>
                  <a:pt x="228600" y="3448050"/>
                </a:lnTo>
                <a:lnTo>
                  <a:pt x="228600" y="3619500"/>
                </a:lnTo>
                <a:lnTo>
                  <a:pt x="238125" y="3619500"/>
                </a:lnTo>
                <a:lnTo>
                  <a:pt x="238125" y="3762375"/>
                </a:lnTo>
                <a:lnTo>
                  <a:pt x="228600" y="3762375"/>
                </a:lnTo>
                <a:lnTo>
                  <a:pt x="228600" y="3638550"/>
                </a:lnTo>
                <a:lnTo>
                  <a:pt x="219075" y="3638550"/>
                </a:lnTo>
                <a:close/>
                <a:moveTo>
                  <a:pt x="2400300" y="3581400"/>
                </a:moveTo>
                <a:lnTo>
                  <a:pt x="2447925" y="3581400"/>
                </a:lnTo>
                <a:lnTo>
                  <a:pt x="2447925" y="3590925"/>
                </a:lnTo>
                <a:lnTo>
                  <a:pt x="2457450" y="3590925"/>
                </a:lnTo>
                <a:lnTo>
                  <a:pt x="2457450" y="3600450"/>
                </a:lnTo>
                <a:lnTo>
                  <a:pt x="2438400" y="3600450"/>
                </a:lnTo>
                <a:lnTo>
                  <a:pt x="2438400" y="3609975"/>
                </a:lnTo>
                <a:lnTo>
                  <a:pt x="2447925" y="3609975"/>
                </a:lnTo>
                <a:lnTo>
                  <a:pt x="2447925" y="3619500"/>
                </a:lnTo>
                <a:lnTo>
                  <a:pt x="2438400" y="3619500"/>
                </a:lnTo>
                <a:lnTo>
                  <a:pt x="2438400" y="3629025"/>
                </a:lnTo>
                <a:lnTo>
                  <a:pt x="2447925" y="3629025"/>
                </a:lnTo>
                <a:lnTo>
                  <a:pt x="2447925" y="3638550"/>
                </a:lnTo>
                <a:lnTo>
                  <a:pt x="2438400" y="3638550"/>
                </a:lnTo>
                <a:lnTo>
                  <a:pt x="2438400" y="3648075"/>
                </a:lnTo>
                <a:lnTo>
                  <a:pt x="2419350" y="3648075"/>
                </a:lnTo>
                <a:lnTo>
                  <a:pt x="2419350" y="3629025"/>
                </a:lnTo>
                <a:lnTo>
                  <a:pt x="2409825" y="3629025"/>
                </a:lnTo>
                <a:lnTo>
                  <a:pt x="2409825" y="3619500"/>
                </a:lnTo>
                <a:lnTo>
                  <a:pt x="2390775" y="3619500"/>
                </a:lnTo>
                <a:lnTo>
                  <a:pt x="2390775" y="3638550"/>
                </a:lnTo>
                <a:lnTo>
                  <a:pt x="2381250" y="3638550"/>
                </a:lnTo>
                <a:lnTo>
                  <a:pt x="2381250" y="3609975"/>
                </a:lnTo>
                <a:lnTo>
                  <a:pt x="2390775" y="3609975"/>
                </a:lnTo>
                <a:lnTo>
                  <a:pt x="2390775" y="3590925"/>
                </a:lnTo>
                <a:lnTo>
                  <a:pt x="2400300" y="3590925"/>
                </a:lnTo>
                <a:close/>
                <a:moveTo>
                  <a:pt x="2466975" y="3600450"/>
                </a:moveTo>
                <a:lnTo>
                  <a:pt x="2476500" y="3600450"/>
                </a:lnTo>
                <a:lnTo>
                  <a:pt x="2476500" y="3629025"/>
                </a:lnTo>
                <a:lnTo>
                  <a:pt x="2466975" y="3629025"/>
                </a:lnTo>
                <a:lnTo>
                  <a:pt x="2466975" y="3619500"/>
                </a:lnTo>
                <a:lnTo>
                  <a:pt x="2457450" y="3619500"/>
                </a:lnTo>
                <a:lnTo>
                  <a:pt x="2457450" y="3609975"/>
                </a:lnTo>
                <a:lnTo>
                  <a:pt x="2466975" y="3609975"/>
                </a:lnTo>
                <a:close/>
                <a:moveTo>
                  <a:pt x="2381250" y="3657600"/>
                </a:moveTo>
                <a:lnTo>
                  <a:pt x="2390775" y="3657600"/>
                </a:lnTo>
                <a:lnTo>
                  <a:pt x="2390775" y="3667125"/>
                </a:lnTo>
                <a:lnTo>
                  <a:pt x="2381250" y="3667125"/>
                </a:lnTo>
                <a:close/>
                <a:moveTo>
                  <a:pt x="2466975" y="3657600"/>
                </a:moveTo>
                <a:lnTo>
                  <a:pt x="2476500" y="3657600"/>
                </a:lnTo>
                <a:lnTo>
                  <a:pt x="2476500" y="3676650"/>
                </a:lnTo>
                <a:lnTo>
                  <a:pt x="2466975" y="3676650"/>
                </a:lnTo>
                <a:lnTo>
                  <a:pt x="2466975" y="3686175"/>
                </a:lnTo>
                <a:lnTo>
                  <a:pt x="2419350" y="3686175"/>
                </a:lnTo>
                <a:lnTo>
                  <a:pt x="2419350" y="3676650"/>
                </a:lnTo>
                <a:lnTo>
                  <a:pt x="2457450" y="3676650"/>
                </a:lnTo>
                <a:lnTo>
                  <a:pt x="2457450" y="3667125"/>
                </a:lnTo>
                <a:lnTo>
                  <a:pt x="2466975" y="3667125"/>
                </a:lnTo>
                <a:close/>
                <a:moveTo>
                  <a:pt x="2390775" y="3667125"/>
                </a:moveTo>
                <a:lnTo>
                  <a:pt x="2400300" y="3667125"/>
                </a:lnTo>
                <a:lnTo>
                  <a:pt x="2400300" y="3676650"/>
                </a:lnTo>
                <a:lnTo>
                  <a:pt x="2390775" y="3676650"/>
                </a:lnTo>
                <a:close/>
                <a:moveTo>
                  <a:pt x="238125" y="3800475"/>
                </a:moveTo>
                <a:lnTo>
                  <a:pt x="247650" y="3800475"/>
                </a:lnTo>
                <a:lnTo>
                  <a:pt x="247650" y="3838575"/>
                </a:lnTo>
                <a:lnTo>
                  <a:pt x="238125" y="3838575"/>
                </a:lnTo>
                <a:close/>
                <a:moveTo>
                  <a:pt x="247650" y="3838575"/>
                </a:moveTo>
                <a:lnTo>
                  <a:pt x="257175" y="3838575"/>
                </a:lnTo>
                <a:lnTo>
                  <a:pt x="257175" y="3867150"/>
                </a:lnTo>
                <a:lnTo>
                  <a:pt x="266700" y="3867150"/>
                </a:lnTo>
                <a:lnTo>
                  <a:pt x="266700" y="3895725"/>
                </a:lnTo>
                <a:lnTo>
                  <a:pt x="257175" y="3895725"/>
                </a:lnTo>
                <a:lnTo>
                  <a:pt x="257175" y="3876675"/>
                </a:lnTo>
                <a:lnTo>
                  <a:pt x="247650" y="3876675"/>
                </a:lnTo>
                <a:close/>
                <a:moveTo>
                  <a:pt x="3571875" y="3848100"/>
                </a:moveTo>
                <a:lnTo>
                  <a:pt x="3590925" y="3848100"/>
                </a:lnTo>
                <a:lnTo>
                  <a:pt x="3590925" y="3857625"/>
                </a:lnTo>
                <a:lnTo>
                  <a:pt x="3571875" y="3857625"/>
                </a:lnTo>
                <a:close/>
                <a:moveTo>
                  <a:pt x="3543300" y="3857625"/>
                </a:moveTo>
                <a:lnTo>
                  <a:pt x="3571875" y="3857625"/>
                </a:lnTo>
                <a:lnTo>
                  <a:pt x="3571875" y="3867150"/>
                </a:lnTo>
                <a:lnTo>
                  <a:pt x="3543300" y="3867150"/>
                </a:lnTo>
                <a:close/>
                <a:moveTo>
                  <a:pt x="3514725" y="3867150"/>
                </a:moveTo>
                <a:lnTo>
                  <a:pt x="3533775" y="3867150"/>
                </a:lnTo>
                <a:lnTo>
                  <a:pt x="3533775" y="3876675"/>
                </a:lnTo>
                <a:lnTo>
                  <a:pt x="3514725" y="3876675"/>
                </a:lnTo>
                <a:close/>
                <a:moveTo>
                  <a:pt x="266700" y="3905250"/>
                </a:moveTo>
                <a:lnTo>
                  <a:pt x="276225" y="3905250"/>
                </a:lnTo>
                <a:lnTo>
                  <a:pt x="276225" y="3914775"/>
                </a:lnTo>
                <a:lnTo>
                  <a:pt x="266700" y="3914775"/>
                </a:lnTo>
                <a:close/>
                <a:moveTo>
                  <a:pt x="276225" y="3924300"/>
                </a:moveTo>
                <a:lnTo>
                  <a:pt x="285750" y="3924300"/>
                </a:lnTo>
                <a:lnTo>
                  <a:pt x="285750" y="3933825"/>
                </a:lnTo>
                <a:lnTo>
                  <a:pt x="276225" y="3933825"/>
                </a:lnTo>
                <a:close/>
                <a:moveTo>
                  <a:pt x="285750" y="3943350"/>
                </a:moveTo>
                <a:lnTo>
                  <a:pt x="295275" y="3943350"/>
                </a:lnTo>
                <a:lnTo>
                  <a:pt x="295275" y="3952875"/>
                </a:lnTo>
                <a:lnTo>
                  <a:pt x="285750" y="3952875"/>
                </a:lnTo>
                <a:close/>
                <a:moveTo>
                  <a:pt x="295275" y="3952875"/>
                </a:moveTo>
                <a:lnTo>
                  <a:pt x="304800" y="3952875"/>
                </a:lnTo>
                <a:lnTo>
                  <a:pt x="304800" y="3962400"/>
                </a:lnTo>
                <a:lnTo>
                  <a:pt x="295275" y="3962400"/>
                </a:lnTo>
                <a:close/>
                <a:moveTo>
                  <a:pt x="304800" y="3962400"/>
                </a:moveTo>
                <a:lnTo>
                  <a:pt x="314325" y="3962400"/>
                </a:lnTo>
                <a:lnTo>
                  <a:pt x="314325" y="3971925"/>
                </a:lnTo>
                <a:lnTo>
                  <a:pt x="304800" y="3971925"/>
                </a:lnTo>
                <a:close/>
                <a:moveTo>
                  <a:pt x="314325" y="3981450"/>
                </a:moveTo>
                <a:lnTo>
                  <a:pt x="323850" y="3981450"/>
                </a:lnTo>
                <a:lnTo>
                  <a:pt x="323850" y="3990975"/>
                </a:lnTo>
                <a:lnTo>
                  <a:pt x="314325" y="3990975"/>
                </a:lnTo>
                <a:close/>
                <a:moveTo>
                  <a:pt x="323850" y="3990975"/>
                </a:moveTo>
                <a:lnTo>
                  <a:pt x="333375" y="3990975"/>
                </a:lnTo>
                <a:lnTo>
                  <a:pt x="333375" y="4000500"/>
                </a:lnTo>
                <a:lnTo>
                  <a:pt x="323850" y="4000500"/>
                </a:lnTo>
                <a:close/>
                <a:moveTo>
                  <a:pt x="333375" y="4000500"/>
                </a:moveTo>
                <a:lnTo>
                  <a:pt x="342900" y="4000500"/>
                </a:lnTo>
                <a:lnTo>
                  <a:pt x="342900" y="4010025"/>
                </a:lnTo>
                <a:lnTo>
                  <a:pt x="333375" y="4010025"/>
                </a:lnTo>
                <a:close/>
                <a:moveTo>
                  <a:pt x="342900" y="4010025"/>
                </a:moveTo>
                <a:lnTo>
                  <a:pt x="361950" y="4010025"/>
                </a:lnTo>
                <a:lnTo>
                  <a:pt x="361950" y="4019550"/>
                </a:lnTo>
                <a:lnTo>
                  <a:pt x="371475" y="4019550"/>
                </a:lnTo>
                <a:lnTo>
                  <a:pt x="371475" y="4029075"/>
                </a:lnTo>
                <a:lnTo>
                  <a:pt x="390525" y="4029075"/>
                </a:lnTo>
                <a:lnTo>
                  <a:pt x="390525" y="4038600"/>
                </a:lnTo>
                <a:lnTo>
                  <a:pt x="400050" y="4038600"/>
                </a:lnTo>
                <a:lnTo>
                  <a:pt x="400050" y="4048125"/>
                </a:lnTo>
                <a:lnTo>
                  <a:pt x="409575" y="4048125"/>
                </a:lnTo>
                <a:lnTo>
                  <a:pt x="409575" y="4057650"/>
                </a:lnTo>
                <a:lnTo>
                  <a:pt x="419100" y="4057650"/>
                </a:lnTo>
                <a:lnTo>
                  <a:pt x="419100" y="4067175"/>
                </a:lnTo>
                <a:lnTo>
                  <a:pt x="438150" y="4067175"/>
                </a:lnTo>
                <a:lnTo>
                  <a:pt x="438150" y="4076700"/>
                </a:lnTo>
                <a:lnTo>
                  <a:pt x="466725" y="4076700"/>
                </a:lnTo>
                <a:lnTo>
                  <a:pt x="466725" y="4086225"/>
                </a:lnTo>
                <a:lnTo>
                  <a:pt x="1143000" y="4086225"/>
                </a:lnTo>
                <a:lnTo>
                  <a:pt x="1143000" y="4095750"/>
                </a:lnTo>
                <a:lnTo>
                  <a:pt x="1152525" y="4095750"/>
                </a:lnTo>
                <a:lnTo>
                  <a:pt x="1152525" y="4105275"/>
                </a:lnTo>
                <a:lnTo>
                  <a:pt x="1143000" y="4105275"/>
                </a:lnTo>
                <a:lnTo>
                  <a:pt x="1143000" y="4114800"/>
                </a:lnTo>
                <a:lnTo>
                  <a:pt x="1123950" y="4114800"/>
                </a:lnTo>
                <a:lnTo>
                  <a:pt x="1123950" y="4124325"/>
                </a:lnTo>
                <a:lnTo>
                  <a:pt x="1114425" y="4124325"/>
                </a:lnTo>
                <a:lnTo>
                  <a:pt x="1114425" y="4114800"/>
                </a:lnTo>
                <a:lnTo>
                  <a:pt x="1104900" y="4114800"/>
                </a:lnTo>
                <a:lnTo>
                  <a:pt x="1104900" y="4105275"/>
                </a:lnTo>
                <a:lnTo>
                  <a:pt x="581025" y="4105275"/>
                </a:lnTo>
                <a:lnTo>
                  <a:pt x="581025" y="4095750"/>
                </a:lnTo>
                <a:lnTo>
                  <a:pt x="447675" y="4095750"/>
                </a:lnTo>
                <a:lnTo>
                  <a:pt x="447675" y="4086225"/>
                </a:lnTo>
                <a:lnTo>
                  <a:pt x="400050" y="4086225"/>
                </a:lnTo>
                <a:lnTo>
                  <a:pt x="400050" y="4076700"/>
                </a:lnTo>
                <a:lnTo>
                  <a:pt x="381000" y="4076700"/>
                </a:lnTo>
                <a:lnTo>
                  <a:pt x="381000" y="4067175"/>
                </a:lnTo>
                <a:lnTo>
                  <a:pt x="371475" y="4067175"/>
                </a:lnTo>
                <a:lnTo>
                  <a:pt x="371475" y="4038600"/>
                </a:lnTo>
                <a:lnTo>
                  <a:pt x="361950" y="4038600"/>
                </a:lnTo>
                <a:lnTo>
                  <a:pt x="361950" y="4029075"/>
                </a:lnTo>
                <a:lnTo>
                  <a:pt x="352425" y="4029075"/>
                </a:lnTo>
                <a:lnTo>
                  <a:pt x="352425" y="4019550"/>
                </a:lnTo>
                <a:lnTo>
                  <a:pt x="342900" y="4019550"/>
                </a:lnTo>
                <a:close/>
              </a:path>
            </a:pathLst>
          </a:custGeom>
          <a:solidFill xmlns:a="http://schemas.openxmlformats.org/drawingml/2006/main">
            <a:srgbClr val="044FB7"/>
          </a:solidFill>
          <a:ln xmlns:a="http://schemas.openxmlformats.org/drawingml/2006/main" w="0">
            <a:noFill/>
          </a:ln>
        </p:spPr>
      </p:sp>
      <p:sp>
        <p:nvSpPr>
          <p:cNvPr id="32" name="phones vector #04172e">
            <a:extLst xmlns:a="http://schemas.openxmlformats.org/drawingml/2006/main">
              <a:ext uri="{FF2B5EF4-FFF2-40B4-BE49-F238E27FC236}">
                <a16:creationId xmlns:a16="http://schemas.microsoft.com/office/drawing/2014/main" id="{B4259B4B-6591-4A0A-92A5-576253593B0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48500" y="190500"/>
            <a:ext cx="5905500" cy="6619875"/>
          </a:xfrm>
          <a:custGeom xmlns:a="http://schemas.openxmlformats.org/drawingml/2006/main">
            <a:pathLst>
              <a:path w="3838575" h="4295775">
                <a:moveTo>
                  <a:pt x="3552825" y="542925"/>
                </a:moveTo>
                <a:lnTo>
                  <a:pt x="3571875" y="542925"/>
                </a:lnTo>
                <a:lnTo>
                  <a:pt x="3571875" y="552450"/>
                </a:lnTo>
                <a:lnTo>
                  <a:pt x="3552825" y="552450"/>
                </a:lnTo>
                <a:close/>
                <a:moveTo>
                  <a:pt x="2105025" y="581025"/>
                </a:moveTo>
                <a:lnTo>
                  <a:pt x="2114550" y="581025"/>
                </a:lnTo>
                <a:lnTo>
                  <a:pt x="2114550" y="590550"/>
                </a:lnTo>
                <a:lnTo>
                  <a:pt x="2105025" y="590550"/>
                </a:lnTo>
                <a:close/>
                <a:moveTo>
                  <a:pt x="2171700" y="581025"/>
                </a:moveTo>
                <a:lnTo>
                  <a:pt x="2181225" y="581025"/>
                </a:lnTo>
                <a:lnTo>
                  <a:pt x="2181225" y="590550"/>
                </a:lnTo>
                <a:lnTo>
                  <a:pt x="2171700" y="590550"/>
                </a:lnTo>
                <a:close/>
                <a:moveTo>
                  <a:pt x="2190750" y="590550"/>
                </a:moveTo>
                <a:lnTo>
                  <a:pt x="2200275" y="590550"/>
                </a:lnTo>
                <a:lnTo>
                  <a:pt x="2200275" y="600075"/>
                </a:lnTo>
                <a:lnTo>
                  <a:pt x="2190750" y="600075"/>
                </a:lnTo>
                <a:close/>
                <a:moveTo>
                  <a:pt x="2095500" y="600075"/>
                </a:moveTo>
                <a:lnTo>
                  <a:pt x="2105025" y="600075"/>
                </a:lnTo>
                <a:lnTo>
                  <a:pt x="2105025" y="628650"/>
                </a:lnTo>
                <a:lnTo>
                  <a:pt x="2095500" y="628650"/>
                </a:lnTo>
                <a:close/>
                <a:moveTo>
                  <a:pt x="2200275" y="600075"/>
                </a:moveTo>
                <a:lnTo>
                  <a:pt x="2228850" y="600075"/>
                </a:lnTo>
                <a:lnTo>
                  <a:pt x="2228850" y="628650"/>
                </a:lnTo>
                <a:lnTo>
                  <a:pt x="2219325" y="628650"/>
                </a:lnTo>
                <a:lnTo>
                  <a:pt x="2219325" y="657225"/>
                </a:lnTo>
                <a:lnTo>
                  <a:pt x="2209800" y="657225"/>
                </a:lnTo>
                <a:lnTo>
                  <a:pt x="2209800" y="666750"/>
                </a:lnTo>
                <a:lnTo>
                  <a:pt x="2200275" y="666750"/>
                </a:lnTo>
                <a:close/>
                <a:moveTo>
                  <a:pt x="2085975" y="628650"/>
                </a:moveTo>
                <a:lnTo>
                  <a:pt x="2095500" y="628650"/>
                </a:lnTo>
                <a:lnTo>
                  <a:pt x="2095500" y="676275"/>
                </a:lnTo>
                <a:lnTo>
                  <a:pt x="2085975" y="676275"/>
                </a:lnTo>
                <a:close/>
                <a:moveTo>
                  <a:pt x="2095500" y="676275"/>
                </a:moveTo>
                <a:lnTo>
                  <a:pt x="2105025" y="676275"/>
                </a:lnTo>
                <a:lnTo>
                  <a:pt x="2105025" y="685800"/>
                </a:lnTo>
                <a:lnTo>
                  <a:pt x="2095500" y="685800"/>
                </a:lnTo>
                <a:close/>
                <a:moveTo>
                  <a:pt x="2190750" y="676275"/>
                </a:moveTo>
                <a:lnTo>
                  <a:pt x="2200275" y="676275"/>
                </a:lnTo>
                <a:lnTo>
                  <a:pt x="2200275" y="685800"/>
                </a:lnTo>
                <a:lnTo>
                  <a:pt x="2190750" y="685800"/>
                </a:lnTo>
                <a:close/>
                <a:moveTo>
                  <a:pt x="2409825" y="676275"/>
                </a:moveTo>
                <a:lnTo>
                  <a:pt x="2428875" y="676275"/>
                </a:lnTo>
                <a:lnTo>
                  <a:pt x="2428875" y="685800"/>
                </a:lnTo>
                <a:lnTo>
                  <a:pt x="2409825" y="685800"/>
                </a:lnTo>
                <a:close/>
                <a:moveTo>
                  <a:pt x="2105025" y="685800"/>
                </a:moveTo>
                <a:lnTo>
                  <a:pt x="2114550" y="685800"/>
                </a:lnTo>
                <a:lnTo>
                  <a:pt x="2114550" y="695325"/>
                </a:lnTo>
                <a:lnTo>
                  <a:pt x="2105025" y="695325"/>
                </a:lnTo>
                <a:close/>
                <a:moveTo>
                  <a:pt x="2181225" y="685800"/>
                </a:moveTo>
                <a:lnTo>
                  <a:pt x="2190750" y="685800"/>
                </a:lnTo>
                <a:lnTo>
                  <a:pt x="2190750" y="695325"/>
                </a:lnTo>
                <a:lnTo>
                  <a:pt x="2181225" y="695325"/>
                </a:lnTo>
                <a:close/>
                <a:moveTo>
                  <a:pt x="2133600" y="695325"/>
                </a:moveTo>
                <a:lnTo>
                  <a:pt x="2181225" y="695325"/>
                </a:lnTo>
                <a:lnTo>
                  <a:pt x="2181225" y="704850"/>
                </a:lnTo>
                <a:lnTo>
                  <a:pt x="2133600" y="704850"/>
                </a:lnTo>
                <a:close/>
                <a:moveTo>
                  <a:pt x="1781175" y="714375"/>
                </a:moveTo>
                <a:lnTo>
                  <a:pt x="1800225" y="714375"/>
                </a:lnTo>
                <a:lnTo>
                  <a:pt x="1800225" y="742950"/>
                </a:lnTo>
                <a:lnTo>
                  <a:pt x="1781175" y="742950"/>
                </a:lnTo>
                <a:close/>
                <a:moveTo>
                  <a:pt x="3429000" y="762000"/>
                </a:moveTo>
                <a:lnTo>
                  <a:pt x="3438525" y="762000"/>
                </a:lnTo>
                <a:lnTo>
                  <a:pt x="3438525" y="771525"/>
                </a:lnTo>
                <a:lnTo>
                  <a:pt x="3429000" y="771525"/>
                </a:lnTo>
                <a:close/>
                <a:moveTo>
                  <a:pt x="3419475" y="771525"/>
                </a:moveTo>
                <a:lnTo>
                  <a:pt x="3429000" y="771525"/>
                </a:lnTo>
                <a:lnTo>
                  <a:pt x="3429000" y="781050"/>
                </a:lnTo>
                <a:lnTo>
                  <a:pt x="3419475" y="781050"/>
                </a:lnTo>
                <a:close/>
                <a:moveTo>
                  <a:pt x="3448050" y="771525"/>
                </a:moveTo>
                <a:lnTo>
                  <a:pt x="3457575" y="771525"/>
                </a:lnTo>
                <a:lnTo>
                  <a:pt x="3457575" y="790575"/>
                </a:lnTo>
                <a:lnTo>
                  <a:pt x="3448050" y="790575"/>
                </a:lnTo>
                <a:close/>
                <a:moveTo>
                  <a:pt x="3486150" y="771525"/>
                </a:moveTo>
                <a:lnTo>
                  <a:pt x="3495675" y="771525"/>
                </a:lnTo>
                <a:lnTo>
                  <a:pt x="3495675" y="781050"/>
                </a:lnTo>
                <a:lnTo>
                  <a:pt x="3514725" y="781050"/>
                </a:lnTo>
                <a:lnTo>
                  <a:pt x="3514725" y="800100"/>
                </a:lnTo>
                <a:lnTo>
                  <a:pt x="3524250" y="800100"/>
                </a:lnTo>
                <a:lnTo>
                  <a:pt x="3524250" y="819150"/>
                </a:lnTo>
                <a:lnTo>
                  <a:pt x="3505200" y="819150"/>
                </a:lnTo>
                <a:lnTo>
                  <a:pt x="3505200" y="809625"/>
                </a:lnTo>
                <a:lnTo>
                  <a:pt x="3486150" y="809625"/>
                </a:lnTo>
                <a:close/>
                <a:moveTo>
                  <a:pt x="1790700" y="781050"/>
                </a:moveTo>
                <a:lnTo>
                  <a:pt x="1800225" y="781050"/>
                </a:lnTo>
                <a:lnTo>
                  <a:pt x="1800225" y="828675"/>
                </a:lnTo>
                <a:lnTo>
                  <a:pt x="1809750" y="828675"/>
                </a:lnTo>
                <a:lnTo>
                  <a:pt x="1809750" y="933450"/>
                </a:lnTo>
                <a:lnTo>
                  <a:pt x="1819275" y="933450"/>
                </a:lnTo>
                <a:lnTo>
                  <a:pt x="1819275" y="990600"/>
                </a:lnTo>
                <a:lnTo>
                  <a:pt x="1800225" y="990600"/>
                </a:lnTo>
                <a:lnTo>
                  <a:pt x="1800225" y="904875"/>
                </a:lnTo>
                <a:lnTo>
                  <a:pt x="1790700" y="904875"/>
                </a:lnTo>
                <a:close/>
                <a:moveTo>
                  <a:pt x="2095500" y="1009650"/>
                </a:moveTo>
                <a:lnTo>
                  <a:pt x="2114550" y="1009650"/>
                </a:lnTo>
                <a:lnTo>
                  <a:pt x="2114550" y="1019175"/>
                </a:lnTo>
                <a:lnTo>
                  <a:pt x="2095500" y="1019175"/>
                </a:lnTo>
                <a:close/>
                <a:moveTo>
                  <a:pt x="2190750" y="1009650"/>
                </a:moveTo>
                <a:lnTo>
                  <a:pt x="2209800" y="1009650"/>
                </a:lnTo>
                <a:lnTo>
                  <a:pt x="2209800" y="1019175"/>
                </a:lnTo>
                <a:lnTo>
                  <a:pt x="2190750" y="1019175"/>
                </a:lnTo>
                <a:close/>
                <a:moveTo>
                  <a:pt x="2257425" y="1019175"/>
                </a:moveTo>
                <a:lnTo>
                  <a:pt x="2286000" y="1019175"/>
                </a:lnTo>
                <a:lnTo>
                  <a:pt x="2286000" y="1028700"/>
                </a:lnTo>
                <a:lnTo>
                  <a:pt x="2257425" y="1028700"/>
                </a:lnTo>
                <a:close/>
                <a:moveTo>
                  <a:pt x="2295525" y="1019175"/>
                </a:moveTo>
                <a:lnTo>
                  <a:pt x="2305050" y="1019175"/>
                </a:lnTo>
                <a:lnTo>
                  <a:pt x="2305050" y="1028700"/>
                </a:lnTo>
                <a:lnTo>
                  <a:pt x="2295525" y="1028700"/>
                </a:lnTo>
                <a:close/>
                <a:moveTo>
                  <a:pt x="2381250" y="1028700"/>
                </a:moveTo>
                <a:lnTo>
                  <a:pt x="2400300" y="1028700"/>
                </a:lnTo>
                <a:lnTo>
                  <a:pt x="2400300" y="1038225"/>
                </a:lnTo>
                <a:lnTo>
                  <a:pt x="2381250" y="1038225"/>
                </a:lnTo>
                <a:close/>
                <a:moveTo>
                  <a:pt x="2457450" y="1038225"/>
                </a:moveTo>
                <a:lnTo>
                  <a:pt x="2514600" y="1038225"/>
                </a:lnTo>
                <a:lnTo>
                  <a:pt x="2514600" y="1047750"/>
                </a:lnTo>
                <a:lnTo>
                  <a:pt x="2457450" y="1047750"/>
                </a:lnTo>
                <a:close/>
                <a:moveTo>
                  <a:pt x="2562225" y="1047750"/>
                </a:moveTo>
                <a:lnTo>
                  <a:pt x="2600325" y="1047750"/>
                </a:lnTo>
                <a:lnTo>
                  <a:pt x="2600325" y="1057275"/>
                </a:lnTo>
                <a:lnTo>
                  <a:pt x="2562225" y="1057275"/>
                </a:lnTo>
                <a:close/>
                <a:moveTo>
                  <a:pt x="2657475" y="1057275"/>
                </a:moveTo>
                <a:lnTo>
                  <a:pt x="2705100" y="1057275"/>
                </a:lnTo>
                <a:lnTo>
                  <a:pt x="2705100" y="1066800"/>
                </a:lnTo>
                <a:lnTo>
                  <a:pt x="2657475" y="1066800"/>
                </a:lnTo>
                <a:close/>
                <a:moveTo>
                  <a:pt x="2752725" y="1066800"/>
                </a:moveTo>
                <a:lnTo>
                  <a:pt x="2790825" y="1066800"/>
                </a:lnTo>
                <a:lnTo>
                  <a:pt x="2790825" y="1076325"/>
                </a:lnTo>
                <a:lnTo>
                  <a:pt x="2752725" y="1076325"/>
                </a:lnTo>
                <a:close/>
                <a:moveTo>
                  <a:pt x="2847975" y="1076325"/>
                </a:moveTo>
                <a:lnTo>
                  <a:pt x="2895600" y="1076325"/>
                </a:lnTo>
                <a:lnTo>
                  <a:pt x="2895600" y="1085850"/>
                </a:lnTo>
                <a:lnTo>
                  <a:pt x="2847975" y="1085850"/>
                </a:lnTo>
                <a:close/>
                <a:moveTo>
                  <a:pt x="2962275" y="1085850"/>
                </a:moveTo>
                <a:lnTo>
                  <a:pt x="2981325" y="1085850"/>
                </a:lnTo>
                <a:lnTo>
                  <a:pt x="2981325" y="1095375"/>
                </a:lnTo>
                <a:lnTo>
                  <a:pt x="2962275" y="1095375"/>
                </a:lnTo>
                <a:close/>
                <a:moveTo>
                  <a:pt x="3048000" y="1095375"/>
                </a:moveTo>
                <a:lnTo>
                  <a:pt x="3086100" y="1095375"/>
                </a:lnTo>
                <a:lnTo>
                  <a:pt x="3086100" y="1104900"/>
                </a:lnTo>
                <a:lnTo>
                  <a:pt x="3048000" y="1104900"/>
                </a:lnTo>
                <a:close/>
                <a:moveTo>
                  <a:pt x="3143250" y="1104900"/>
                </a:moveTo>
                <a:lnTo>
                  <a:pt x="3162300" y="1104900"/>
                </a:lnTo>
                <a:lnTo>
                  <a:pt x="3162300" y="1114425"/>
                </a:lnTo>
                <a:lnTo>
                  <a:pt x="3143250" y="1114425"/>
                </a:lnTo>
                <a:close/>
                <a:moveTo>
                  <a:pt x="3171825" y="1114425"/>
                </a:moveTo>
                <a:lnTo>
                  <a:pt x="3190875" y="1114425"/>
                </a:lnTo>
                <a:lnTo>
                  <a:pt x="3190875" y="1123950"/>
                </a:lnTo>
                <a:lnTo>
                  <a:pt x="3171825" y="1123950"/>
                </a:lnTo>
                <a:close/>
                <a:moveTo>
                  <a:pt x="3190875" y="1123950"/>
                </a:moveTo>
                <a:lnTo>
                  <a:pt x="3200400" y="1123950"/>
                </a:lnTo>
                <a:lnTo>
                  <a:pt x="3200400" y="1133475"/>
                </a:lnTo>
                <a:lnTo>
                  <a:pt x="3190875" y="1133475"/>
                </a:lnTo>
                <a:close/>
                <a:moveTo>
                  <a:pt x="3200400" y="1133475"/>
                </a:moveTo>
                <a:lnTo>
                  <a:pt x="3209925" y="1133475"/>
                </a:lnTo>
                <a:lnTo>
                  <a:pt x="3209925" y="1143000"/>
                </a:lnTo>
                <a:lnTo>
                  <a:pt x="3200400" y="1143000"/>
                </a:lnTo>
                <a:close/>
                <a:moveTo>
                  <a:pt x="3324225" y="1133475"/>
                </a:moveTo>
                <a:lnTo>
                  <a:pt x="3343275" y="1133475"/>
                </a:lnTo>
                <a:lnTo>
                  <a:pt x="3343275" y="1143000"/>
                </a:lnTo>
                <a:lnTo>
                  <a:pt x="3324225" y="1143000"/>
                </a:lnTo>
                <a:close/>
                <a:moveTo>
                  <a:pt x="3371850" y="1133475"/>
                </a:moveTo>
                <a:lnTo>
                  <a:pt x="3381375" y="1133475"/>
                </a:lnTo>
                <a:lnTo>
                  <a:pt x="3381375" y="1143000"/>
                </a:lnTo>
                <a:lnTo>
                  <a:pt x="3371850" y="1143000"/>
                </a:lnTo>
                <a:close/>
                <a:moveTo>
                  <a:pt x="3209925" y="1143000"/>
                </a:moveTo>
                <a:lnTo>
                  <a:pt x="3219450" y="1143000"/>
                </a:lnTo>
                <a:lnTo>
                  <a:pt x="3219450" y="1152525"/>
                </a:lnTo>
                <a:lnTo>
                  <a:pt x="3209925" y="1152525"/>
                </a:lnTo>
                <a:close/>
                <a:moveTo>
                  <a:pt x="3286125" y="1143000"/>
                </a:moveTo>
                <a:lnTo>
                  <a:pt x="3324225" y="1143000"/>
                </a:lnTo>
                <a:lnTo>
                  <a:pt x="3324225" y="1152525"/>
                </a:lnTo>
                <a:lnTo>
                  <a:pt x="3305175" y="1152525"/>
                </a:lnTo>
                <a:lnTo>
                  <a:pt x="3305175" y="1162050"/>
                </a:lnTo>
                <a:lnTo>
                  <a:pt x="3295650" y="1162050"/>
                </a:lnTo>
                <a:lnTo>
                  <a:pt x="3295650" y="1171575"/>
                </a:lnTo>
                <a:lnTo>
                  <a:pt x="3286125" y="1171575"/>
                </a:lnTo>
                <a:close/>
                <a:moveTo>
                  <a:pt x="3409950" y="1143000"/>
                </a:moveTo>
                <a:lnTo>
                  <a:pt x="3419475" y="1143000"/>
                </a:lnTo>
                <a:lnTo>
                  <a:pt x="3419475" y="1152525"/>
                </a:lnTo>
                <a:lnTo>
                  <a:pt x="3409950" y="1152525"/>
                </a:lnTo>
                <a:close/>
                <a:moveTo>
                  <a:pt x="2038350" y="1152525"/>
                </a:moveTo>
                <a:lnTo>
                  <a:pt x="2047875" y="1152525"/>
                </a:lnTo>
                <a:lnTo>
                  <a:pt x="2047875" y="1162050"/>
                </a:lnTo>
                <a:lnTo>
                  <a:pt x="2038350" y="1162050"/>
                </a:lnTo>
                <a:close/>
                <a:moveTo>
                  <a:pt x="3429000" y="1152525"/>
                </a:moveTo>
                <a:lnTo>
                  <a:pt x="3438525" y="1152525"/>
                </a:lnTo>
                <a:lnTo>
                  <a:pt x="3438525" y="1162050"/>
                </a:lnTo>
                <a:lnTo>
                  <a:pt x="3429000" y="1162050"/>
                </a:lnTo>
                <a:close/>
                <a:moveTo>
                  <a:pt x="3438525" y="1162050"/>
                </a:moveTo>
                <a:lnTo>
                  <a:pt x="3448050" y="1162050"/>
                </a:lnTo>
                <a:lnTo>
                  <a:pt x="3448050" y="1171575"/>
                </a:lnTo>
                <a:lnTo>
                  <a:pt x="3438525" y="1171575"/>
                </a:lnTo>
                <a:close/>
                <a:moveTo>
                  <a:pt x="1819275" y="1171575"/>
                </a:moveTo>
                <a:lnTo>
                  <a:pt x="1838325" y="1171575"/>
                </a:lnTo>
                <a:lnTo>
                  <a:pt x="1838325" y="1190625"/>
                </a:lnTo>
                <a:lnTo>
                  <a:pt x="1819275" y="1190625"/>
                </a:lnTo>
                <a:close/>
                <a:moveTo>
                  <a:pt x="2047875" y="1171575"/>
                </a:moveTo>
                <a:lnTo>
                  <a:pt x="2057400" y="1171575"/>
                </a:lnTo>
                <a:lnTo>
                  <a:pt x="2057400" y="1181100"/>
                </a:lnTo>
                <a:lnTo>
                  <a:pt x="2047875" y="1181100"/>
                </a:lnTo>
                <a:close/>
                <a:moveTo>
                  <a:pt x="3276600" y="1171575"/>
                </a:moveTo>
                <a:lnTo>
                  <a:pt x="3286125" y="1171575"/>
                </a:lnTo>
                <a:lnTo>
                  <a:pt x="3286125" y="1181100"/>
                </a:lnTo>
                <a:lnTo>
                  <a:pt x="3276600" y="1181100"/>
                </a:lnTo>
                <a:close/>
                <a:moveTo>
                  <a:pt x="2057400" y="1181100"/>
                </a:moveTo>
                <a:lnTo>
                  <a:pt x="2066925" y="1181100"/>
                </a:lnTo>
                <a:lnTo>
                  <a:pt x="2066925" y="1190625"/>
                </a:lnTo>
                <a:lnTo>
                  <a:pt x="2057400" y="1190625"/>
                </a:lnTo>
                <a:close/>
                <a:moveTo>
                  <a:pt x="3228975" y="1181100"/>
                </a:moveTo>
                <a:lnTo>
                  <a:pt x="3238500" y="1181100"/>
                </a:lnTo>
                <a:lnTo>
                  <a:pt x="3238500" y="1238250"/>
                </a:lnTo>
                <a:lnTo>
                  <a:pt x="3228975" y="1238250"/>
                </a:lnTo>
                <a:close/>
                <a:moveTo>
                  <a:pt x="3448050" y="1181100"/>
                </a:moveTo>
                <a:lnTo>
                  <a:pt x="3457575" y="1181100"/>
                </a:lnTo>
                <a:lnTo>
                  <a:pt x="3457575" y="1190625"/>
                </a:lnTo>
                <a:lnTo>
                  <a:pt x="3448050" y="1190625"/>
                </a:lnTo>
                <a:close/>
                <a:moveTo>
                  <a:pt x="2066925" y="1190625"/>
                </a:moveTo>
                <a:lnTo>
                  <a:pt x="2076450" y="1190625"/>
                </a:lnTo>
                <a:lnTo>
                  <a:pt x="2076450" y="1200150"/>
                </a:lnTo>
                <a:lnTo>
                  <a:pt x="2066925" y="1200150"/>
                </a:lnTo>
                <a:close/>
                <a:moveTo>
                  <a:pt x="3267075" y="1190625"/>
                </a:moveTo>
                <a:lnTo>
                  <a:pt x="3276600" y="1190625"/>
                </a:lnTo>
                <a:lnTo>
                  <a:pt x="3276600" y="1200150"/>
                </a:lnTo>
                <a:lnTo>
                  <a:pt x="3267075" y="1200150"/>
                </a:lnTo>
                <a:close/>
                <a:moveTo>
                  <a:pt x="3457575" y="1190625"/>
                </a:moveTo>
                <a:lnTo>
                  <a:pt x="3467100" y="1190625"/>
                </a:lnTo>
                <a:lnTo>
                  <a:pt x="3467100" y="1247775"/>
                </a:lnTo>
                <a:lnTo>
                  <a:pt x="3457575" y="1247775"/>
                </a:lnTo>
                <a:close/>
                <a:moveTo>
                  <a:pt x="2076450" y="1200150"/>
                </a:moveTo>
                <a:lnTo>
                  <a:pt x="2085975" y="1200150"/>
                </a:lnTo>
                <a:lnTo>
                  <a:pt x="2085975" y="1209675"/>
                </a:lnTo>
                <a:lnTo>
                  <a:pt x="2076450" y="1209675"/>
                </a:lnTo>
                <a:close/>
                <a:moveTo>
                  <a:pt x="2095500" y="1209675"/>
                </a:moveTo>
                <a:lnTo>
                  <a:pt x="2105025" y="1209675"/>
                </a:lnTo>
                <a:lnTo>
                  <a:pt x="2105025" y="1219200"/>
                </a:lnTo>
                <a:lnTo>
                  <a:pt x="2095500" y="1219200"/>
                </a:lnTo>
                <a:close/>
                <a:moveTo>
                  <a:pt x="2171700" y="1219200"/>
                </a:moveTo>
                <a:lnTo>
                  <a:pt x="2181225" y="1219200"/>
                </a:lnTo>
                <a:lnTo>
                  <a:pt x="2181225" y="1228725"/>
                </a:lnTo>
                <a:lnTo>
                  <a:pt x="2171700" y="1228725"/>
                </a:lnTo>
                <a:close/>
                <a:moveTo>
                  <a:pt x="2257425" y="1228725"/>
                </a:moveTo>
                <a:lnTo>
                  <a:pt x="2266950" y="1228725"/>
                </a:lnTo>
                <a:lnTo>
                  <a:pt x="2266950" y="1238250"/>
                </a:lnTo>
                <a:lnTo>
                  <a:pt x="2257425" y="1238250"/>
                </a:lnTo>
                <a:close/>
                <a:moveTo>
                  <a:pt x="2276475" y="1228725"/>
                </a:moveTo>
                <a:lnTo>
                  <a:pt x="2286000" y="1228725"/>
                </a:lnTo>
                <a:lnTo>
                  <a:pt x="2286000" y="1238250"/>
                </a:lnTo>
                <a:lnTo>
                  <a:pt x="2276475" y="1238250"/>
                </a:lnTo>
                <a:close/>
                <a:moveTo>
                  <a:pt x="3257550" y="1228725"/>
                </a:moveTo>
                <a:lnTo>
                  <a:pt x="3267075" y="1228725"/>
                </a:lnTo>
                <a:lnTo>
                  <a:pt x="3267075" y="1257300"/>
                </a:lnTo>
                <a:lnTo>
                  <a:pt x="3257550" y="1257300"/>
                </a:lnTo>
                <a:close/>
                <a:moveTo>
                  <a:pt x="2333625" y="1238250"/>
                </a:moveTo>
                <a:lnTo>
                  <a:pt x="2381250" y="1238250"/>
                </a:lnTo>
                <a:lnTo>
                  <a:pt x="2381250" y="1247775"/>
                </a:lnTo>
                <a:lnTo>
                  <a:pt x="2333625" y="1247775"/>
                </a:lnTo>
                <a:close/>
                <a:moveTo>
                  <a:pt x="2447925" y="1247775"/>
                </a:moveTo>
                <a:lnTo>
                  <a:pt x="2457450" y="1247775"/>
                </a:lnTo>
                <a:lnTo>
                  <a:pt x="2457450" y="1257300"/>
                </a:lnTo>
                <a:lnTo>
                  <a:pt x="2447925" y="1257300"/>
                </a:lnTo>
                <a:close/>
                <a:moveTo>
                  <a:pt x="2524125" y="1257300"/>
                </a:moveTo>
                <a:lnTo>
                  <a:pt x="2552700" y="1257300"/>
                </a:lnTo>
                <a:lnTo>
                  <a:pt x="2552700" y="1266825"/>
                </a:lnTo>
                <a:lnTo>
                  <a:pt x="2524125" y="1266825"/>
                </a:lnTo>
                <a:close/>
                <a:moveTo>
                  <a:pt x="3219450" y="1257300"/>
                </a:moveTo>
                <a:lnTo>
                  <a:pt x="3228975" y="1257300"/>
                </a:lnTo>
                <a:lnTo>
                  <a:pt x="3228975" y="1266825"/>
                </a:lnTo>
                <a:lnTo>
                  <a:pt x="3219450" y="1266825"/>
                </a:lnTo>
                <a:close/>
                <a:moveTo>
                  <a:pt x="3457575" y="1266825"/>
                </a:moveTo>
                <a:lnTo>
                  <a:pt x="3467100" y="1266825"/>
                </a:lnTo>
                <a:lnTo>
                  <a:pt x="3467100" y="1276350"/>
                </a:lnTo>
                <a:lnTo>
                  <a:pt x="3457575" y="1276350"/>
                </a:lnTo>
                <a:close/>
                <a:moveTo>
                  <a:pt x="2724150" y="1276350"/>
                </a:moveTo>
                <a:lnTo>
                  <a:pt x="2733675" y="1276350"/>
                </a:lnTo>
                <a:lnTo>
                  <a:pt x="2733675" y="1285875"/>
                </a:lnTo>
                <a:lnTo>
                  <a:pt x="2724150" y="1285875"/>
                </a:lnTo>
                <a:close/>
                <a:moveTo>
                  <a:pt x="3209925" y="1276350"/>
                </a:moveTo>
                <a:lnTo>
                  <a:pt x="3219450" y="1276350"/>
                </a:lnTo>
                <a:lnTo>
                  <a:pt x="3219450" y="1285875"/>
                </a:lnTo>
                <a:lnTo>
                  <a:pt x="3209925" y="1285875"/>
                </a:lnTo>
                <a:close/>
                <a:moveTo>
                  <a:pt x="2819400" y="1285875"/>
                </a:moveTo>
                <a:lnTo>
                  <a:pt x="2828925" y="1285875"/>
                </a:lnTo>
                <a:lnTo>
                  <a:pt x="2828925" y="1295400"/>
                </a:lnTo>
                <a:lnTo>
                  <a:pt x="2819400" y="1295400"/>
                </a:lnTo>
                <a:close/>
                <a:moveTo>
                  <a:pt x="3200400" y="1285875"/>
                </a:moveTo>
                <a:lnTo>
                  <a:pt x="3209925" y="1285875"/>
                </a:lnTo>
                <a:lnTo>
                  <a:pt x="3209925" y="1295400"/>
                </a:lnTo>
                <a:lnTo>
                  <a:pt x="3200400" y="1295400"/>
                </a:lnTo>
                <a:close/>
                <a:moveTo>
                  <a:pt x="3448050" y="1285875"/>
                </a:moveTo>
                <a:lnTo>
                  <a:pt x="3457575" y="1285875"/>
                </a:lnTo>
                <a:lnTo>
                  <a:pt x="3457575" y="1295400"/>
                </a:lnTo>
                <a:lnTo>
                  <a:pt x="3448050" y="1295400"/>
                </a:lnTo>
                <a:close/>
                <a:moveTo>
                  <a:pt x="2924175" y="1295400"/>
                </a:moveTo>
                <a:lnTo>
                  <a:pt x="2943225" y="1295400"/>
                </a:lnTo>
                <a:lnTo>
                  <a:pt x="2943225" y="1304925"/>
                </a:lnTo>
                <a:lnTo>
                  <a:pt x="2924175" y="1304925"/>
                </a:lnTo>
                <a:close/>
                <a:moveTo>
                  <a:pt x="3190875" y="1295400"/>
                </a:moveTo>
                <a:lnTo>
                  <a:pt x="3200400" y="1295400"/>
                </a:lnTo>
                <a:lnTo>
                  <a:pt x="3200400" y="1304925"/>
                </a:lnTo>
                <a:lnTo>
                  <a:pt x="3190875" y="1304925"/>
                </a:lnTo>
                <a:close/>
                <a:moveTo>
                  <a:pt x="3276600" y="1295400"/>
                </a:moveTo>
                <a:lnTo>
                  <a:pt x="3286125" y="1295400"/>
                </a:lnTo>
                <a:lnTo>
                  <a:pt x="3286125" y="1304925"/>
                </a:lnTo>
                <a:lnTo>
                  <a:pt x="3276600" y="1304925"/>
                </a:lnTo>
                <a:close/>
                <a:moveTo>
                  <a:pt x="2057400" y="1304925"/>
                </a:moveTo>
                <a:lnTo>
                  <a:pt x="2066925" y="1304925"/>
                </a:lnTo>
                <a:lnTo>
                  <a:pt x="2066925" y="1314450"/>
                </a:lnTo>
                <a:lnTo>
                  <a:pt x="2057400" y="1314450"/>
                </a:lnTo>
                <a:close/>
                <a:moveTo>
                  <a:pt x="2143125" y="1304925"/>
                </a:moveTo>
                <a:lnTo>
                  <a:pt x="2209800" y="1304925"/>
                </a:lnTo>
                <a:lnTo>
                  <a:pt x="2209800" y="1314450"/>
                </a:lnTo>
                <a:lnTo>
                  <a:pt x="2143125" y="1314450"/>
                </a:lnTo>
                <a:close/>
                <a:moveTo>
                  <a:pt x="3000375" y="1304925"/>
                </a:moveTo>
                <a:lnTo>
                  <a:pt x="3019425" y="1304925"/>
                </a:lnTo>
                <a:lnTo>
                  <a:pt x="3019425" y="1314450"/>
                </a:lnTo>
                <a:lnTo>
                  <a:pt x="3000375" y="1314450"/>
                </a:lnTo>
                <a:close/>
                <a:moveTo>
                  <a:pt x="3286125" y="1304925"/>
                </a:moveTo>
                <a:lnTo>
                  <a:pt x="3295650" y="1304925"/>
                </a:lnTo>
                <a:lnTo>
                  <a:pt x="3295650" y="1314450"/>
                </a:lnTo>
                <a:lnTo>
                  <a:pt x="3286125" y="1314450"/>
                </a:lnTo>
                <a:close/>
                <a:moveTo>
                  <a:pt x="3438525" y="1304925"/>
                </a:moveTo>
                <a:lnTo>
                  <a:pt x="3448050" y="1304925"/>
                </a:lnTo>
                <a:lnTo>
                  <a:pt x="3448050" y="1314450"/>
                </a:lnTo>
                <a:lnTo>
                  <a:pt x="3438525" y="1314450"/>
                </a:lnTo>
                <a:close/>
                <a:moveTo>
                  <a:pt x="2038350" y="1314450"/>
                </a:moveTo>
                <a:lnTo>
                  <a:pt x="2047875" y="1314450"/>
                </a:lnTo>
                <a:lnTo>
                  <a:pt x="2047875" y="1323975"/>
                </a:lnTo>
                <a:lnTo>
                  <a:pt x="2038350" y="1323975"/>
                </a:lnTo>
                <a:close/>
                <a:moveTo>
                  <a:pt x="2228850" y="1314450"/>
                </a:moveTo>
                <a:lnTo>
                  <a:pt x="2266950" y="1314450"/>
                </a:lnTo>
                <a:lnTo>
                  <a:pt x="2266950" y="1323975"/>
                </a:lnTo>
                <a:lnTo>
                  <a:pt x="2228850" y="1323975"/>
                </a:lnTo>
                <a:close/>
                <a:moveTo>
                  <a:pt x="3105150" y="1314450"/>
                </a:moveTo>
                <a:lnTo>
                  <a:pt x="3124200" y="1314450"/>
                </a:lnTo>
                <a:lnTo>
                  <a:pt x="3124200" y="1323975"/>
                </a:lnTo>
                <a:lnTo>
                  <a:pt x="3105150" y="1323975"/>
                </a:lnTo>
                <a:close/>
                <a:moveTo>
                  <a:pt x="3152775" y="1314450"/>
                </a:moveTo>
                <a:lnTo>
                  <a:pt x="3162300" y="1314450"/>
                </a:lnTo>
                <a:lnTo>
                  <a:pt x="3162300" y="1323975"/>
                </a:lnTo>
                <a:lnTo>
                  <a:pt x="3152775" y="1323975"/>
                </a:lnTo>
                <a:close/>
                <a:moveTo>
                  <a:pt x="3295650" y="1314450"/>
                </a:moveTo>
                <a:lnTo>
                  <a:pt x="3305175" y="1314450"/>
                </a:lnTo>
                <a:lnTo>
                  <a:pt x="3305175" y="1323975"/>
                </a:lnTo>
                <a:lnTo>
                  <a:pt x="3295650" y="1323975"/>
                </a:lnTo>
                <a:close/>
                <a:moveTo>
                  <a:pt x="3429000" y="1314450"/>
                </a:moveTo>
                <a:lnTo>
                  <a:pt x="3438525" y="1314450"/>
                </a:lnTo>
                <a:lnTo>
                  <a:pt x="3438525" y="1323975"/>
                </a:lnTo>
                <a:lnTo>
                  <a:pt x="3429000" y="1323975"/>
                </a:lnTo>
                <a:close/>
                <a:moveTo>
                  <a:pt x="2276475" y="1323975"/>
                </a:moveTo>
                <a:lnTo>
                  <a:pt x="2286000" y="1323975"/>
                </a:lnTo>
                <a:lnTo>
                  <a:pt x="2286000" y="1333500"/>
                </a:lnTo>
                <a:lnTo>
                  <a:pt x="2276475" y="1333500"/>
                </a:lnTo>
                <a:close/>
                <a:moveTo>
                  <a:pt x="3305175" y="1323975"/>
                </a:moveTo>
                <a:lnTo>
                  <a:pt x="3314700" y="1323975"/>
                </a:lnTo>
                <a:lnTo>
                  <a:pt x="3314700" y="1333500"/>
                </a:lnTo>
                <a:lnTo>
                  <a:pt x="3305175" y="1333500"/>
                </a:lnTo>
                <a:close/>
                <a:moveTo>
                  <a:pt x="3419475" y="1323975"/>
                </a:moveTo>
                <a:lnTo>
                  <a:pt x="3429000" y="1323975"/>
                </a:lnTo>
                <a:lnTo>
                  <a:pt x="3429000" y="1333500"/>
                </a:lnTo>
                <a:lnTo>
                  <a:pt x="3419475" y="1333500"/>
                </a:lnTo>
                <a:close/>
                <a:moveTo>
                  <a:pt x="2295525" y="1333500"/>
                </a:moveTo>
                <a:lnTo>
                  <a:pt x="2305050" y="1333500"/>
                </a:lnTo>
                <a:lnTo>
                  <a:pt x="2305050" y="1343025"/>
                </a:lnTo>
                <a:lnTo>
                  <a:pt x="2295525" y="1343025"/>
                </a:lnTo>
                <a:close/>
                <a:moveTo>
                  <a:pt x="3314700" y="1333500"/>
                </a:moveTo>
                <a:lnTo>
                  <a:pt x="3333750" y="1333500"/>
                </a:lnTo>
                <a:lnTo>
                  <a:pt x="3333750" y="1343025"/>
                </a:lnTo>
                <a:lnTo>
                  <a:pt x="3314700" y="1343025"/>
                </a:lnTo>
                <a:close/>
                <a:moveTo>
                  <a:pt x="3390900" y="1333500"/>
                </a:moveTo>
                <a:lnTo>
                  <a:pt x="3409950" y="1333500"/>
                </a:lnTo>
                <a:lnTo>
                  <a:pt x="3409950" y="1343025"/>
                </a:lnTo>
                <a:lnTo>
                  <a:pt x="3390900" y="1343025"/>
                </a:lnTo>
                <a:close/>
                <a:moveTo>
                  <a:pt x="2305050" y="1343025"/>
                </a:moveTo>
                <a:lnTo>
                  <a:pt x="2324100" y="1343025"/>
                </a:lnTo>
                <a:lnTo>
                  <a:pt x="2324100" y="1352550"/>
                </a:lnTo>
                <a:lnTo>
                  <a:pt x="2333625" y="1352550"/>
                </a:lnTo>
                <a:lnTo>
                  <a:pt x="2333625" y="1362075"/>
                </a:lnTo>
                <a:lnTo>
                  <a:pt x="2343150" y="1362075"/>
                </a:lnTo>
                <a:lnTo>
                  <a:pt x="2343150" y="1371600"/>
                </a:lnTo>
                <a:lnTo>
                  <a:pt x="2371725" y="1371600"/>
                </a:lnTo>
                <a:lnTo>
                  <a:pt x="2371725" y="1381125"/>
                </a:lnTo>
                <a:lnTo>
                  <a:pt x="2381250" y="1381125"/>
                </a:lnTo>
                <a:lnTo>
                  <a:pt x="2381250" y="1371600"/>
                </a:lnTo>
                <a:lnTo>
                  <a:pt x="2390775" y="1371600"/>
                </a:lnTo>
                <a:lnTo>
                  <a:pt x="2390775" y="1362075"/>
                </a:lnTo>
                <a:lnTo>
                  <a:pt x="2400300" y="1362075"/>
                </a:lnTo>
                <a:lnTo>
                  <a:pt x="2400300" y="1352550"/>
                </a:lnTo>
                <a:lnTo>
                  <a:pt x="2409825" y="1352550"/>
                </a:lnTo>
                <a:lnTo>
                  <a:pt x="2409825" y="1362075"/>
                </a:lnTo>
                <a:lnTo>
                  <a:pt x="2400300" y="1362075"/>
                </a:lnTo>
                <a:lnTo>
                  <a:pt x="2400300" y="1371600"/>
                </a:lnTo>
                <a:lnTo>
                  <a:pt x="2390775" y="1371600"/>
                </a:lnTo>
                <a:lnTo>
                  <a:pt x="2390775" y="1381125"/>
                </a:lnTo>
                <a:lnTo>
                  <a:pt x="2381250" y="1381125"/>
                </a:lnTo>
                <a:lnTo>
                  <a:pt x="2381250" y="1390650"/>
                </a:lnTo>
                <a:lnTo>
                  <a:pt x="2371725" y="1390650"/>
                </a:lnTo>
                <a:lnTo>
                  <a:pt x="2371725" y="1409700"/>
                </a:lnTo>
                <a:lnTo>
                  <a:pt x="2362200" y="1409700"/>
                </a:lnTo>
                <a:lnTo>
                  <a:pt x="2362200" y="1447800"/>
                </a:lnTo>
                <a:lnTo>
                  <a:pt x="2352675" y="1447800"/>
                </a:lnTo>
                <a:lnTo>
                  <a:pt x="2352675" y="1419225"/>
                </a:lnTo>
                <a:lnTo>
                  <a:pt x="2333625" y="1419225"/>
                </a:lnTo>
                <a:lnTo>
                  <a:pt x="2333625" y="1381125"/>
                </a:lnTo>
                <a:lnTo>
                  <a:pt x="2324100" y="1381125"/>
                </a:lnTo>
                <a:lnTo>
                  <a:pt x="2324100" y="1362075"/>
                </a:lnTo>
                <a:lnTo>
                  <a:pt x="2314575" y="1362075"/>
                </a:lnTo>
                <a:lnTo>
                  <a:pt x="2314575" y="1352550"/>
                </a:lnTo>
                <a:lnTo>
                  <a:pt x="2305050" y="1352550"/>
                </a:lnTo>
                <a:close/>
                <a:moveTo>
                  <a:pt x="2419350" y="1343025"/>
                </a:moveTo>
                <a:lnTo>
                  <a:pt x="2486025" y="1343025"/>
                </a:lnTo>
                <a:lnTo>
                  <a:pt x="2486025" y="1352550"/>
                </a:lnTo>
                <a:lnTo>
                  <a:pt x="2419350" y="1352550"/>
                </a:lnTo>
                <a:close/>
                <a:moveTo>
                  <a:pt x="3343275" y="1343025"/>
                </a:moveTo>
                <a:lnTo>
                  <a:pt x="3381375" y="1343025"/>
                </a:lnTo>
                <a:lnTo>
                  <a:pt x="3381375" y="1352550"/>
                </a:lnTo>
                <a:lnTo>
                  <a:pt x="3343275" y="1352550"/>
                </a:lnTo>
                <a:close/>
                <a:moveTo>
                  <a:pt x="2000250" y="1352550"/>
                </a:moveTo>
                <a:lnTo>
                  <a:pt x="2009775" y="1352550"/>
                </a:lnTo>
                <a:lnTo>
                  <a:pt x="2009775" y="1362075"/>
                </a:lnTo>
                <a:lnTo>
                  <a:pt x="2000250" y="1362075"/>
                </a:lnTo>
                <a:close/>
                <a:moveTo>
                  <a:pt x="2562225" y="1352550"/>
                </a:moveTo>
                <a:lnTo>
                  <a:pt x="2571750" y="1352550"/>
                </a:lnTo>
                <a:lnTo>
                  <a:pt x="2571750" y="1362075"/>
                </a:lnTo>
                <a:lnTo>
                  <a:pt x="2562225" y="1362075"/>
                </a:lnTo>
                <a:close/>
                <a:moveTo>
                  <a:pt x="2619375" y="1362075"/>
                </a:moveTo>
                <a:lnTo>
                  <a:pt x="2638425" y="1362075"/>
                </a:lnTo>
                <a:lnTo>
                  <a:pt x="2638425" y="1371600"/>
                </a:lnTo>
                <a:lnTo>
                  <a:pt x="2619375" y="1371600"/>
                </a:lnTo>
                <a:close/>
                <a:moveTo>
                  <a:pt x="1990725" y="1371600"/>
                </a:moveTo>
                <a:lnTo>
                  <a:pt x="2000250" y="1371600"/>
                </a:lnTo>
                <a:lnTo>
                  <a:pt x="2000250" y="1400175"/>
                </a:lnTo>
                <a:lnTo>
                  <a:pt x="1990725" y="1400175"/>
                </a:lnTo>
                <a:close/>
                <a:moveTo>
                  <a:pt x="2647950" y="1371600"/>
                </a:moveTo>
                <a:lnTo>
                  <a:pt x="2657475" y="1371600"/>
                </a:lnTo>
                <a:lnTo>
                  <a:pt x="2657475" y="1381125"/>
                </a:lnTo>
                <a:lnTo>
                  <a:pt x="2647950" y="1381125"/>
                </a:lnTo>
                <a:close/>
                <a:moveTo>
                  <a:pt x="2790825" y="1381125"/>
                </a:moveTo>
                <a:lnTo>
                  <a:pt x="2819400" y="1381125"/>
                </a:lnTo>
                <a:lnTo>
                  <a:pt x="2819400" y="1390650"/>
                </a:lnTo>
                <a:lnTo>
                  <a:pt x="2790825" y="1390650"/>
                </a:lnTo>
                <a:close/>
                <a:moveTo>
                  <a:pt x="2828925" y="1381125"/>
                </a:moveTo>
                <a:lnTo>
                  <a:pt x="2857500" y="1381125"/>
                </a:lnTo>
                <a:lnTo>
                  <a:pt x="2857500" y="1390650"/>
                </a:lnTo>
                <a:lnTo>
                  <a:pt x="2828925" y="1390650"/>
                </a:lnTo>
                <a:close/>
                <a:moveTo>
                  <a:pt x="2771775" y="1390650"/>
                </a:moveTo>
                <a:lnTo>
                  <a:pt x="2781300" y="1390650"/>
                </a:lnTo>
                <a:lnTo>
                  <a:pt x="2781300" y="1400175"/>
                </a:lnTo>
                <a:lnTo>
                  <a:pt x="2771775" y="1400175"/>
                </a:lnTo>
                <a:close/>
                <a:moveTo>
                  <a:pt x="2914650" y="1390650"/>
                </a:moveTo>
                <a:lnTo>
                  <a:pt x="2952750" y="1390650"/>
                </a:lnTo>
                <a:lnTo>
                  <a:pt x="2952750" y="1400175"/>
                </a:lnTo>
                <a:lnTo>
                  <a:pt x="2914650" y="1400175"/>
                </a:lnTo>
                <a:close/>
                <a:moveTo>
                  <a:pt x="2676525" y="1400175"/>
                </a:moveTo>
                <a:lnTo>
                  <a:pt x="2686050" y="1400175"/>
                </a:lnTo>
                <a:lnTo>
                  <a:pt x="2686050" y="1409700"/>
                </a:lnTo>
                <a:lnTo>
                  <a:pt x="2676525" y="1409700"/>
                </a:lnTo>
                <a:close/>
                <a:moveTo>
                  <a:pt x="2990850" y="1400175"/>
                </a:moveTo>
                <a:lnTo>
                  <a:pt x="3028950" y="1400175"/>
                </a:lnTo>
                <a:lnTo>
                  <a:pt x="3028950" y="1409700"/>
                </a:lnTo>
                <a:lnTo>
                  <a:pt x="2990850" y="1409700"/>
                </a:lnTo>
                <a:close/>
                <a:moveTo>
                  <a:pt x="2686050" y="1409700"/>
                </a:moveTo>
                <a:lnTo>
                  <a:pt x="2695575" y="1409700"/>
                </a:lnTo>
                <a:lnTo>
                  <a:pt x="2695575" y="1447800"/>
                </a:lnTo>
                <a:lnTo>
                  <a:pt x="2686050" y="1447800"/>
                </a:lnTo>
                <a:close/>
                <a:moveTo>
                  <a:pt x="3038475" y="1409700"/>
                </a:moveTo>
                <a:lnTo>
                  <a:pt x="3057525" y="1409700"/>
                </a:lnTo>
                <a:lnTo>
                  <a:pt x="3057525" y="1419225"/>
                </a:lnTo>
                <a:lnTo>
                  <a:pt x="3038475" y="1419225"/>
                </a:lnTo>
                <a:close/>
                <a:moveTo>
                  <a:pt x="1990725" y="1419225"/>
                </a:moveTo>
                <a:lnTo>
                  <a:pt x="2000250" y="1419225"/>
                </a:lnTo>
                <a:lnTo>
                  <a:pt x="2000250" y="1447800"/>
                </a:lnTo>
                <a:lnTo>
                  <a:pt x="1990725" y="1447800"/>
                </a:lnTo>
                <a:close/>
                <a:moveTo>
                  <a:pt x="3057525" y="1419225"/>
                </a:moveTo>
                <a:lnTo>
                  <a:pt x="3067050" y="1419225"/>
                </a:lnTo>
                <a:lnTo>
                  <a:pt x="3067050" y="1428750"/>
                </a:lnTo>
                <a:lnTo>
                  <a:pt x="3057525" y="1428750"/>
                </a:lnTo>
                <a:close/>
                <a:moveTo>
                  <a:pt x="3067050" y="1428750"/>
                </a:moveTo>
                <a:lnTo>
                  <a:pt x="3076575" y="1428750"/>
                </a:lnTo>
                <a:lnTo>
                  <a:pt x="3076575" y="1438275"/>
                </a:lnTo>
                <a:lnTo>
                  <a:pt x="3067050" y="1438275"/>
                </a:lnTo>
                <a:close/>
                <a:moveTo>
                  <a:pt x="3181350" y="1428750"/>
                </a:moveTo>
                <a:lnTo>
                  <a:pt x="3190875" y="1428750"/>
                </a:lnTo>
                <a:lnTo>
                  <a:pt x="3190875" y="1438275"/>
                </a:lnTo>
                <a:lnTo>
                  <a:pt x="3181350" y="1438275"/>
                </a:lnTo>
                <a:close/>
                <a:moveTo>
                  <a:pt x="3286125" y="1428750"/>
                </a:moveTo>
                <a:lnTo>
                  <a:pt x="3295650" y="1428750"/>
                </a:lnTo>
                <a:lnTo>
                  <a:pt x="3295650" y="1438275"/>
                </a:lnTo>
                <a:lnTo>
                  <a:pt x="3286125" y="1438275"/>
                </a:lnTo>
                <a:close/>
                <a:moveTo>
                  <a:pt x="2724150" y="1438275"/>
                </a:moveTo>
                <a:lnTo>
                  <a:pt x="2733675" y="1438275"/>
                </a:lnTo>
                <a:lnTo>
                  <a:pt x="2733675" y="1457325"/>
                </a:lnTo>
                <a:lnTo>
                  <a:pt x="2724150" y="1457325"/>
                </a:lnTo>
                <a:close/>
                <a:moveTo>
                  <a:pt x="3076575" y="1438275"/>
                </a:moveTo>
                <a:lnTo>
                  <a:pt x="3086100" y="1438275"/>
                </a:lnTo>
                <a:lnTo>
                  <a:pt x="3086100" y="1447800"/>
                </a:lnTo>
                <a:lnTo>
                  <a:pt x="3076575" y="1447800"/>
                </a:lnTo>
                <a:close/>
                <a:moveTo>
                  <a:pt x="3343275" y="1438275"/>
                </a:moveTo>
                <a:lnTo>
                  <a:pt x="3362325" y="1438275"/>
                </a:lnTo>
                <a:lnTo>
                  <a:pt x="3362325" y="1447800"/>
                </a:lnTo>
                <a:lnTo>
                  <a:pt x="3343275" y="1447800"/>
                </a:lnTo>
                <a:close/>
                <a:moveTo>
                  <a:pt x="2324100" y="1447800"/>
                </a:moveTo>
                <a:lnTo>
                  <a:pt x="2333625" y="1447800"/>
                </a:lnTo>
                <a:lnTo>
                  <a:pt x="2333625" y="1466850"/>
                </a:lnTo>
                <a:lnTo>
                  <a:pt x="2324100" y="1466850"/>
                </a:lnTo>
                <a:close/>
                <a:moveTo>
                  <a:pt x="3086100" y="1447800"/>
                </a:moveTo>
                <a:lnTo>
                  <a:pt x="3095625" y="1447800"/>
                </a:lnTo>
                <a:lnTo>
                  <a:pt x="3095625" y="1466850"/>
                </a:lnTo>
                <a:lnTo>
                  <a:pt x="3086100" y="1466850"/>
                </a:lnTo>
                <a:close/>
                <a:moveTo>
                  <a:pt x="3133725" y="1447800"/>
                </a:moveTo>
                <a:lnTo>
                  <a:pt x="3143250" y="1447800"/>
                </a:lnTo>
                <a:lnTo>
                  <a:pt x="3143250" y="1457325"/>
                </a:lnTo>
                <a:lnTo>
                  <a:pt x="3152775" y="1457325"/>
                </a:lnTo>
                <a:lnTo>
                  <a:pt x="3152775" y="1447800"/>
                </a:lnTo>
                <a:lnTo>
                  <a:pt x="3162300" y="1447800"/>
                </a:lnTo>
                <a:lnTo>
                  <a:pt x="3162300" y="1457325"/>
                </a:lnTo>
                <a:lnTo>
                  <a:pt x="3152775" y="1457325"/>
                </a:lnTo>
                <a:lnTo>
                  <a:pt x="3152775" y="1466850"/>
                </a:lnTo>
                <a:lnTo>
                  <a:pt x="3143250" y="1466850"/>
                </a:lnTo>
                <a:lnTo>
                  <a:pt x="3143250" y="1485900"/>
                </a:lnTo>
                <a:lnTo>
                  <a:pt x="3133725" y="1485900"/>
                </a:lnTo>
                <a:lnTo>
                  <a:pt x="3133725" y="1524000"/>
                </a:lnTo>
                <a:lnTo>
                  <a:pt x="3124200" y="1524000"/>
                </a:lnTo>
                <a:lnTo>
                  <a:pt x="3124200" y="1485900"/>
                </a:lnTo>
                <a:lnTo>
                  <a:pt x="3114675" y="1485900"/>
                </a:lnTo>
                <a:lnTo>
                  <a:pt x="3114675" y="1476375"/>
                </a:lnTo>
                <a:lnTo>
                  <a:pt x="3124200" y="1476375"/>
                </a:lnTo>
                <a:lnTo>
                  <a:pt x="3124200" y="1457325"/>
                </a:lnTo>
                <a:lnTo>
                  <a:pt x="3133725" y="1457325"/>
                </a:lnTo>
                <a:close/>
                <a:moveTo>
                  <a:pt x="3429000" y="1447800"/>
                </a:moveTo>
                <a:lnTo>
                  <a:pt x="3438525" y="1447800"/>
                </a:lnTo>
                <a:lnTo>
                  <a:pt x="3438525" y="1457325"/>
                </a:lnTo>
                <a:lnTo>
                  <a:pt x="3429000" y="1457325"/>
                </a:lnTo>
                <a:close/>
                <a:moveTo>
                  <a:pt x="2000250" y="1457325"/>
                </a:moveTo>
                <a:lnTo>
                  <a:pt x="2009775" y="1457325"/>
                </a:lnTo>
                <a:lnTo>
                  <a:pt x="2009775" y="1466850"/>
                </a:lnTo>
                <a:lnTo>
                  <a:pt x="2000250" y="1466850"/>
                </a:lnTo>
                <a:close/>
                <a:moveTo>
                  <a:pt x="2352675" y="1457325"/>
                </a:moveTo>
                <a:lnTo>
                  <a:pt x="2362200" y="1457325"/>
                </a:lnTo>
                <a:lnTo>
                  <a:pt x="2362200" y="1485900"/>
                </a:lnTo>
                <a:lnTo>
                  <a:pt x="2352675" y="1485900"/>
                </a:lnTo>
                <a:close/>
                <a:moveTo>
                  <a:pt x="3438525" y="1457325"/>
                </a:moveTo>
                <a:lnTo>
                  <a:pt x="3448050" y="1457325"/>
                </a:lnTo>
                <a:lnTo>
                  <a:pt x="3448050" y="1466850"/>
                </a:lnTo>
                <a:lnTo>
                  <a:pt x="3438525" y="1466850"/>
                </a:lnTo>
                <a:close/>
                <a:moveTo>
                  <a:pt x="2009775" y="1466850"/>
                </a:moveTo>
                <a:lnTo>
                  <a:pt x="2019300" y="1466850"/>
                </a:lnTo>
                <a:lnTo>
                  <a:pt x="2019300" y="1476375"/>
                </a:lnTo>
                <a:lnTo>
                  <a:pt x="2009775" y="1476375"/>
                </a:lnTo>
                <a:close/>
                <a:moveTo>
                  <a:pt x="2314575" y="1466850"/>
                </a:moveTo>
                <a:lnTo>
                  <a:pt x="2324100" y="1466850"/>
                </a:lnTo>
                <a:lnTo>
                  <a:pt x="2324100" y="1476375"/>
                </a:lnTo>
                <a:lnTo>
                  <a:pt x="2314575" y="1476375"/>
                </a:lnTo>
                <a:close/>
                <a:moveTo>
                  <a:pt x="2019300" y="1476375"/>
                </a:moveTo>
                <a:lnTo>
                  <a:pt x="2028825" y="1476375"/>
                </a:lnTo>
                <a:lnTo>
                  <a:pt x="2028825" y="1485900"/>
                </a:lnTo>
                <a:lnTo>
                  <a:pt x="2019300" y="1485900"/>
                </a:lnTo>
                <a:close/>
                <a:moveTo>
                  <a:pt x="3095625" y="1476375"/>
                </a:moveTo>
                <a:lnTo>
                  <a:pt x="3105150" y="1476375"/>
                </a:lnTo>
                <a:lnTo>
                  <a:pt x="3105150" y="1533525"/>
                </a:lnTo>
                <a:lnTo>
                  <a:pt x="3095625" y="1533525"/>
                </a:lnTo>
                <a:close/>
                <a:moveTo>
                  <a:pt x="2028825" y="1485900"/>
                </a:moveTo>
                <a:lnTo>
                  <a:pt x="2038350" y="1485900"/>
                </a:lnTo>
                <a:lnTo>
                  <a:pt x="2038350" y="1495425"/>
                </a:lnTo>
                <a:lnTo>
                  <a:pt x="2028825" y="1495425"/>
                </a:lnTo>
                <a:close/>
                <a:moveTo>
                  <a:pt x="3467100" y="1485900"/>
                </a:moveTo>
                <a:lnTo>
                  <a:pt x="3476625" y="1485900"/>
                </a:lnTo>
                <a:lnTo>
                  <a:pt x="3476625" y="1495425"/>
                </a:lnTo>
                <a:lnTo>
                  <a:pt x="3467100" y="1495425"/>
                </a:lnTo>
                <a:close/>
                <a:moveTo>
                  <a:pt x="2038350" y="1495425"/>
                </a:moveTo>
                <a:lnTo>
                  <a:pt x="2057400" y="1495425"/>
                </a:lnTo>
                <a:lnTo>
                  <a:pt x="2057400" y="1504950"/>
                </a:lnTo>
                <a:lnTo>
                  <a:pt x="2038350" y="1504950"/>
                </a:lnTo>
                <a:close/>
                <a:moveTo>
                  <a:pt x="3476625" y="1495425"/>
                </a:moveTo>
                <a:lnTo>
                  <a:pt x="3486150" y="1495425"/>
                </a:lnTo>
                <a:lnTo>
                  <a:pt x="3486150" y="1514475"/>
                </a:lnTo>
                <a:lnTo>
                  <a:pt x="3476625" y="1514475"/>
                </a:lnTo>
                <a:close/>
                <a:moveTo>
                  <a:pt x="2066925" y="1504950"/>
                </a:moveTo>
                <a:lnTo>
                  <a:pt x="2124075" y="1504950"/>
                </a:lnTo>
                <a:lnTo>
                  <a:pt x="2124075" y="1514475"/>
                </a:lnTo>
                <a:lnTo>
                  <a:pt x="2066925" y="1514475"/>
                </a:lnTo>
                <a:close/>
                <a:moveTo>
                  <a:pt x="2276475" y="1504950"/>
                </a:moveTo>
                <a:lnTo>
                  <a:pt x="2286000" y="1504950"/>
                </a:lnTo>
                <a:lnTo>
                  <a:pt x="2286000" y="1514475"/>
                </a:lnTo>
                <a:lnTo>
                  <a:pt x="2276475" y="1514475"/>
                </a:lnTo>
                <a:close/>
                <a:moveTo>
                  <a:pt x="2143125" y="1514475"/>
                </a:moveTo>
                <a:lnTo>
                  <a:pt x="2209800" y="1514475"/>
                </a:lnTo>
                <a:lnTo>
                  <a:pt x="2209800" y="1524000"/>
                </a:lnTo>
                <a:lnTo>
                  <a:pt x="2143125" y="1524000"/>
                </a:lnTo>
                <a:close/>
                <a:moveTo>
                  <a:pt x="2247900" y="1514475"/>
                </a:moveTo>
                <a:lnTo>
                  <a:pt x="2276475" y="1514475"/>
                </a:lnTo>
                <a:lnTo>
                  <a:pt x="2276475" y="1524000"/>
                </a:lnTo>
                <a:lnTo>
                  <a:pt x="2257425" y="1524000"/>
                </a:lnTo>
                <a:lnTo>
                  <a:pt x="2257425" y="1533525"/>
                </a:lnTo>
                <a:lnTo>
                  <a:pt x="2247900" y="1533525"/>
                </a:lnTo>
                <a:close/>
                <a:moveTo>
                  <a:pt x="2676525" y="1514475"/>
                </a:moveTo>
                <a:lnTo>
                  <a:pt x="2686050" y="1514475"/>
                </a:lnTo>
                <a:lnTo>
                  <a:pt x="2686050" y="1524000"/>
                </a:lnTo>
                <a:lnTo>
                  <a:pt x="2676525" y="1524000"/>
                </a:lnTo>
                <a:close/>
                <a:moveTo>
                  <a:pt x="2724150" y="1514475"/>
                </a:moveTo>
                <a:lnTo>
                  <a:pt x="2733675" y="1514475"/>
                </a:lnTo>
                <a:lnTo>
                  <a:pt x="2733675" y="1533525"/>
                </a:lnTo>
                <a:lnTo>
                  <a:pt x="2724150" y="1533525"/>
                </a:lnTo>
                <a:close/>
                <a:moveTo>
                  <a:pt x="2390775" y="1524000"/>
                </a:moveTo>
                <a:lnTo>
                  <a:pt x="2400300" y="1524000"/>
                </a:lnTo>
                <a:lnTo>
                  <a:pt x="2400300" y="1533525"/>
                </a:lnTo>
                <a:lnTo>
                  <a:pt x="2390775" y="1533525"/>
                </a:lnTo>
                <a:close/>
                <a:moveTo>
                  <a:pt x="2667000" y="1524000"/>
                </a:moveTo>
                <a:lnTo>
                  <a:pt x="2676525" y="1524000"/>
                </a:lnTo>
                <a:lnTo>
                  <a:pt x="2676525" y="1533525"/>
                </a:lnTo>
                <a:lnTo>
                  <a:pt x="2667000" y="1533525"/>
                </a:lnTo>
                <a:close/>
                <a:moveTo>
                  <a:pt x="2409825" y="1533525"/>
                </a:moveTo>
                <a:lnTo>
                  <a:pt x="2438400" y="1533525"/>
                </a:lnTo>
                <a:lnTo>
                  <a:pt x="2438400" y="1543050"/>
                </a:lnTo>
                <a:lnTo>
                  <a:pt x="2409825" y="1543050"/>
                </a:lnTo>
                <a:close/>
                <a:moveTo>
                  <a:pt x="2657475" y="1533525"/>
                </a:moveTo>
                <a:lnTo>
                  <a:pt x="2667000" y="1533525"/>
                </a:lnTo>
                <a:lnTo>
                  <a:pt x="2667000" y="1543050"/>
                </a:lnTo>
                <a:lnTo>
                  <a:pt x="2657475" y="1543050"/>
                </a:lnTo>
                <a:close/>
                <a:moveTo>
                  <a:pt x="2733675" y="1533525"/>
                </a:moveTo>
                <a:lnTo>
                  <a:pt x="2743200" y="1533525"/>
                </a:lnTo>
                <a:lnTo>
                  <a:pt x="2743200" y="1543050"/>
                </a:lnTo>
                <a:lnTo>
                  <a:pt x="2733675" y="1543050"/>
                </a:lnTo>
                <a:close/>
                <a:moveTo>
                  <a:pt x="2486025" y="1543050"/>
                </a:moveTo>
                <a:lnTo>
                  <a:pt x="2505075" y="1543050"/>
                </a:lnTo>
                <a:lnTo>
                  <a:pt x="2505075" y="1552575"/>
                </a:lnTo>
                <a:lnTo>
                  <a:pt x="2486025" y="1552575"/>
                </a:lnTo>
                <a:close/>
                <a:moveTo>
                  <a:pt x="2638425" y="1543050"/>
                </a:moveTo>
                <a:lnTo>
                  <a:pt x="2657475" y="1543050"/>
                </a:lnTo>
                <a:lnTo>
                  <a:pt x="2657475" y="1552575"/>
                </a:lnTo>
                <a:lnTo>
                  <a:pt x="2638425" y="1552575"/>
                </a:lnTo>
                <a:close/>
                <a:moveTo>
                  <a:pt x="3086100" y="1543050"/>
                </a:moveTo>
                <a:lnTo>
                  <a:pt x="3095625" y="1543050"/>
                </a:lnTo>
                <a:lnTo>
                  <a:pt x="3095625" y="1552575"/>
                </a:lnTo>
                <a:lnTo>
                  <a:pt x="3086100" y="1552575"/>
                </a:lnTo>
                <a:close/>
                <a:moveTo>
                  <a:pt x="2571750" y="1552575"/>
                </a:moveTo>
                <a:lnTo>
                  <a:pt x="2628900" y="1552575"/>
                </a:lnTo>
                <a:lnTo>
                  <a:pt x="2628900" y="1562100"/>
                </a:lnTo>
                <a:lnTo>
                  <a:pt x="2571750" y="1562100"/>
                </a:lnTo>
                <a:close/>
                <a:moveTo>
                  <a:pt x="2781300" y="1571625"/>
                </a:moveTo>
                <a:lnTo>
                  <a:pt x="2800350" y="1571625"/>
                </a:lnTo>
                <a:lnTo>
                  <a:pt x="2800350" y="1581150"/>
                </a:lnTo>
                <a:lnTo>
                  <a:pt x="2781300" y="1581150"/>
                </a:lnTo>
                <a:close/>
                <a:moveTo>
                  <a:pt x="3133725" y="1571625"/>
                </a:moveTo>
                <a:lnTo>
                  <a:pt x="3143250" y="1571625"/>
                </a:lnTo>
                <a:lnTo>
                  <a:pt x="3143250" y="1581150"/>
                </a:lnTo>
                <a:lnTo>
                  <a:pt x="3133725" y="1581150"/>
                </a:lnTo>
                <a:close/>
                <a:moveTo>
                  <a:pt x="2828925" y="1581150"/>
                </a:moveTo>
                <a:lnTo>
                  <a:pt x="2838450" y="1581150"/>
                </a:lnTo>
                <a:lnTo>
                  <a:pt x="2838450" y="1590675"/>
                </a:lnTo>
                <a:lnTo>
                  <a:pt x="2828925" y="1590675"/>
                </a:lnTo>
                <a:close/>
                <a:moveTo>
                  <a:pt x="3143250" y="1581150"/>
                </a:moveTo>
                <a:lnTo>
                  <a:pt x="3152775" y="1581150"/>
                </a:lnTo>
                <a:lnTo>
                  <a:pt x="3152775" y="1600200"/>
                </a:lnTo>
                <a:lnTo>
                  <a:pt x="3162300" y="1600200"/>
                </a:lnTo>
                <a:lnTo>
                  <a:pt x="3162300" y="1609725"/>
                </a:lnTo>
                <a:lnTo>
                  <a:pt x="3143250" y="1609725"/>
                </a:lnTo>
                <a:close/>
                <a:moveTo>
                  <a:pt x="2933700" y="1590675"/>
                </a:moveTo>
                <a:lnTo>
                  <a:pt x="2971800" y="1590675"/>
                </a:lnTo>
                <a:lnTo>
                  <a:pt x="2971800" y="1600200"/>
                </a:lnTo>
                <a:lnTo>
                  <a:pt x="2933700" y="1600200"/>
                </a:lnTo>
                <a:close/>
                <a:moveTo>
                  <a:pt x="3038475" y="1590675"/>
                </a:moveTo>
                <a:lnTo>
                  <a:pt x="3048000" y="1590675"/>
                </a:lnTo>
                <a:lnTo>
                  <a:pt x="3048000" y="1600200"/>
                </a:lnTo>
                <a:lnTo>
                  <a:pt x="3038475" y="1600200"/>
                </a:lnTo>
                <a:close/>
                <a:moveTo>
                  <a:pt x="2209800" y="1609725"/>
                </a:moveTo>
                <a:lnTo>
                  <a:pt x="2228850" y="1609725"/>
                </a:lnTo>
                <a:lnTo>
                  <a:pt x="2228850" y="1619250"/>
                </a:lnTo>
                <a:lnTo>
                  <a:pt x="2209800" y="1619250"/>
                </a:lnTo>
                <a:close/>
                <a:moveTo>
                  <a:pt x="3162300" y="1609725"/>
                </a:moveTo>
                <a:lnTo>
                  <a:pt x="3181350" y="1609725"/>
                </a:lnTo>
                <a:lnTo>
                  <a:pt x="3181350" y="1619250"/>
                </a:lnTo>
                <a:lnTo>
                  <a:pt x="3162300" y="1619250"/>
                </a:lnTo>
                <a:close/>
                <a:moveTo>
                  <a:pt x="2247900" y="1619250"/>
                </a:moveTo>
                <a:lnTo>
                  <a:pt x="2276475" y="1619250"/>
                </a:lnTo>
                <a:lnTo>
                  <a:pt x="2276475" y="1628775"/>
                </a:lnTo>
                <a:lnTo>
                  <a:pt x="2286000" y="1628775"/>
                </a:lnTo>
                <a:lnTo>
                  <a:pt x="2286000" y="1638300"/>
                </a:lnTo>
                <a:lnTo>
                  <a:pt x="2276475" y="1638300"/>
                </a:lnTo>
                <a:lnTo>
                  <a:pt x="2276475" y="1647825"/>
                </a:lnTo>
                <a:lnTo>
                  <a:pt x="2266950" y="1647825"/>
                </a:lnTo>
                <a:lnTo>
                  <a:pt x="2266950" y="1638300"/>
                </a:lnTo>
                <a:lnTo>
                  <a:pt x="2257425" y="1638300"/>
                </a:lnTo>
                <a:lnTo>
                  <a:pt x="2257425" y="1628775"/>
                </a:lnTo>
                <a:lnTo>
                  <a:pt x="2247900" y="1628775"/>
                </a:lnTo>
                <a:close/>
                <a:moveTo>
                  <a:pt x="2352675" y="1619250"/>
                </a:moveTo>
                <a:lnTo>
                  <a:pt x="2362200" y="1619250"/>
                </a:lnTo>
                <a:lnTo>
                  <a:pt x="2362200" y="1628775"/>
                </a:lnTo>
                <a:lnTo>
                  <a:pt x="2371725" y="1628775"/>
                </a:lnTo>
                <a:lnTo>
                  <a:pt x="2371725" y="1638300"/>
                </a:lnTo>
                <a:lnTo>
                  <a:pt x="2409825" y="1638300"/>
                </a:lnTo>
                <a:lnTo>
                  <a:pt x="2409825" y="1657350"/>
                </a:lnTo>
                <a:lnTo>
                  <a:pt x="2381250" y="1657350"/>
                </a:lnTo>
                <a:lnTo>
                  <a:pt x="2381250" y="1647825"/>
                </a:lnTo>
                <a:lnTo>
                  <a:pt x="2362200" y="1647825"/>
                </a:lnTo>
                <a:lnTo>
                  <a:pt x="2362200" y="1638300"/>
                </a:lnTo>
                <a:lnTo>
                  <a:pt x="2343150" y="1638300"/>
                </a:lnTo>
                <a:lnTo>
                  <a:pt x="2343150" y="1628775"/>
                </a:lnTo>
                <a:lnTo>
                  <a:pt x="2352675" y="1628775"/>
                </a:lnTo>
                <a:close/>
                <a:moveTo>
                  <a:pt x="3190875" y="1619250"/>
                </a:moveTo>
                <a:lnTo>
                  <a:pt x="3248025" y="1619250"/>
                </a:lnTo>
                <a:lnTo>
                  <a:pt x="3248025" y="1628775"/>
                </a:lnTo>
                <a:lnTo>
                  <a:pt x="3190875" y="1628775"/>
                </a:lnTo>
                <a:close/>
                <a:moveTo>
                  <a:pt x="3267075" y="1628775"/>
                </a:moveTo>
                <a:lnTo>
                  <a:pt x="3276600" y="1628775"/>
                </a:lnTo>
                <a:lnTo>
                  <a:pt x="3276600" y="1638300"/>
                </a:lnTo>
                <a:lnTo>
                  <a:pt x="3267075" y="1638300"/>
                </a:lnTo>
                <a:close/>
                <a:moveTo>
                  <a:pt x="3286125" y="1628775"/>
                </a:moveTo>
                <a:lnTo>
                  <a:pt x="3305175" y="1628775"/>
                </a:lnTo>
                <a:lnTo>
                  <a:pt x="3305175" y="1638300"/>
                </a:lnTo>
                <a:lnTo>
                  <a:pt x="3286125" y="1638300"/>
                </a:lnTo>
                <a:close/>
                <a:moveTo>
                  <a:pt x="3352800" y="1638300"/>
                </a:moveTo>
                <a:lnTo>
                  <a:pt x="3409950" y="1638300"/>
                </a:lnTo>
                <a:lnTo>
                  <a:pt x="3409950" y="1647825"/>
                </a:lnTo>
                <a:lnTo>
                  <a:pt x="3352800" y="1647825"/>
                </a:lnTo>
                <a:close/>
                <a:moveTo>
                  <a:pt x="2647950" y="1657350"/>
                </a:moveTo>
                <a:lnTo>
                  <a:pt x="2686050" y="1657350"/>
                </a:lnTo>
                <a:lnTo>
                  <a:pt x="2686050" y="1666875"/>
                </a:lnTo>
                <a:lnTo>
                  <a:pt x="2676525" y="1666875"/>
                </a:lnTo>
                <a:lnTo>
                  <a:pt x="2676525" y="1676400"/>
                </a:lnTo>
                <a:lnTo>
                  <a:pt x="2657475" y="1676400"/>
                </a:lnTo>
                <a:lnTo>
                  <a:pt x="2657475" y="1666875"/>
                </a:lnTo>
                <a:lnTo>
                  <a:pt x="2647950" y="1666875"/>
                </a:lnTo>
                <a:close/>
                <a:moveTo>
                  <a:pt x="2295525" y="1676400"/>
                </a:moveTo>
                <a:lnTo>
                  <a:pt x="2333625" y="1676400"/>
                </a:lnTo>
                <a:lnTo>
                  <a:pt x="2333625" y="1685925"/>
                </a:lnTo>
                <a:lnTo>
                  <a:pt x="2343150" y="1685925"/>
                </a:lnTo>
                <a:lnTo>
                  <a:pt x="2343150" y="1704975"/>
                </a:lnTo>
                <a:lnTo>
                  <a:pt x="2324100" y="1704975"/>
                </a:lnTo>
                <a:lnTo>
                  <a:pt x="2324100" y="1695450"/>
                </a:lnTo>
                <a:lnTo>
                  <a:pt x="2305050" y="1695450"/>
                </a:lnTo>
                <a:lnTo>
                  <a:pt x="2305050" y="1685925"/>
                </a:lnTo>
                <a:lnTo>
                  <a:pt x="2295525" y="1685925"/>
                </a:lnTo>
                <a:close/>
                <a:moveTo>
                  <a:pt x="2600325" y="1676400"/>
                </a:moveTo>
                <a:lnTo>
                  <a:pt x="2619375" y="1676400"/>
                </a:lnTo>
                <a:lnTo>
                  <a:pt x="2619375" y="1685925"/>
                </a:lnTo>
                <a:lnTo>
                  <a:pt x="2628900" y="1685925"/>
                </a:lnTo>
                <a:lnTo>
                  <a:pt x="2628900" y="1695450"/>
                </a:lnTo>
                <a:lnTo>
                  <a:pt x="2667000" y="1695450"/>
                </a:lnTo>
                <a:lnTo>
                  <a:pt x="2667000" y="1714500"/>
                </a:lnTo>
                <a:lnTo>
                  <a:pt x="2657475" y="1714500"/>
                </a:lnTo>
                <a:lnTo>
                  <a:pt x="2657475" y="1724025"/>
                </a:lnTo>
                <a:lnTo>
                  <a:pt x="2638425" y="1724025"/>
                </a:lnTo>
                <a:lnTo>
                  <a:pt x="2638425" y="1733550"/>
                </a:lnTo>
                <a:lnTo>
                  <a:pt x="2647950" y="1733550"/>
                </a:lnTo>
                <a:lnTo>
                  <a:pt x="2647950" y="1743075"/>
                </a:lnTo>
                <a:lnTo>
                  <a:pt x="2609850" y="1743075"/>
                </a:lnTo>
                <a:lnTo>
                  <a:pt x="2609850" y="1752600"/>
                </a:lnTo>
                <a:lnTo>
                  <a:pt x="2600325" y="1752600"/>
                </a:lnTo>
                <a:lnTo>
                  <a:pt x="2600325" y="1743075"/>
                </a:lnTo>
                <a:lnTo>
                  <a:pt x="2571750" y="1743075"/>
                </a:lnTo>
                <a:lnTo>
                  <a:pt x="2571750" y="1733550"/>
                </a:lnTo>
                <a:lnTo>
                  <a:pt x="2581275" y="1733550"/>
                </a:lnTo>
                <a:lnTo>
                  <a:pt x="2581275" y="1724025"/>
                </a:lnTo>
                <a:lnTo>
                  <a:pt x="2571750" y="1724025"/>
                </a:lnTo>
                <a:lnTo>
                  <a:pt x="2571750" y="1695450"/>
                </a:lnTo>
                <a:lnTo>
                  <a:pt x="2600325" y="1695450"/>
                </a:lnTo>
                <a:close/>
                <a:moveTo>
                  <a:pt x="2819400" y="1676400"/>
                </a:moveTo>
                <a:lnTo>
                  <a:pt x="2838450" y="1676400"/>
                </a:lnTo>
                <a:lnTo>
                  <a:pt x="2838450" y="1685925"/>
                </a:lnTo>
                <a:lnTo>
                  <a:pt x="2819400" y="1685925"/>
                </a:lnTo>
                <a:close/>
                <a:moveTo>
                  <a:pt x="2447925" y="1695450"/>
                </a:moveTo>
                <a:lnTo>
                  <a:pt x="2466975" y="1695450"/>
                </a:lnTo>
                <a:lnTo>
                  <a:pt x="2466975" y="1704975"/>
                </a:lnTo>
                <a:lnTo>
                  <a:pt x="2447925" y="1704975"/>
                </a:lnTo>
                <a:close/>
                <a:moveTo>
                  <a:pt x="2771775" y="1695450"/>
                </a:moveTo>
                <a:lnTo>
                  <a:pt x="2800350" y="1695450"/>
                </a:lnTo>
                <a:lnTo>
                  <a:pt x="2800350" y="1724025"/>
                </a:lnTo>
                <a:lnTo>
                  <a:pt x="2809875" y="1724025"/>
                </a:lnTo>
                <a:lnTo>
                  <a:pt x="2809875" y="1743075"/>
                </a:lnTo>
                <a:lnTo>
                  <a:pt x="2790825" y="1743075"/>
                </a:lnTo>
                <a:lnTo>
                  <a:pt x="2790825" y="1752600"/>
                </a:lnTo>
                <a:lnTo>
                  <a:pt x="2762250" y="1752600"/>
                </a:lnTo>
                <a:lnTo>
                  <a:pt x="2762250" y="1743075"/>
                </a:lnTo>
                <a:lnTo>
                  <a:pt x="2743200" y="1743075"/>
                </a:lnTo>
                <a:lnTo>
                  <a:pt x="2743200" y="1733550"/>
                </a:lnTo>
                <a:lnTo>
                  <a:pt x="2733675" y="1733550"/>
                </a:lnTo>
                <a:lnTo>
                  <a:pt x="2733675" y="1714500"/>
                </a:lnTo>
                <a:lnTo>
                  <a:pt x="2724150" y="1714500"/>
                </a:lnTo>
                <a:lnTo>
                  <a:pt x="2724150" y="1704975"/>
                </a:lnTo>
                <a:lnTo>
                  <a:pt x="2733675" y="1704975"/>
                </a:lnTo>
                <a:lnTo>
                  <a:pt x="2733675" y="1714500"/>
                </a:lnTo>
                <a:lnTo>
                  <a:pt x="2743200" y="1714500"/>
                </a:lnTo>
                <a:lnTo>
                  <a:pt x="2743200" y="1704975"/>
                </a:lnTo>
                <a:lnTo>
                  <a:pt x="2771775" y="1704975"/>
                </a:lnTo>
                <a:close/>
                <a:moveTo>
                  <a:pt x="3028950" y="1704975"/>
                </a:moveTo>
                <a:lnTo>
                  <a:pt x="3086100" y="1704975"/>
                </a:lnTo>
                <a:lnTo>
                  <a:pt x="3086100" y="1714500"/>
                </a:lnTo>
                <a:lnTo>
                  <a:pt x="3057525" y="1714500"/>
                </a:lnTo>
                <a:lnTo>
                  <a:pt x="3057525" y="1733550"/>
                </a:lnTo>
                <a:lnTo>
                  <a:pt x="3048000" y="1733550"/>
                </a:lnTo>
                <a:lnTo>
                  <a:pt x="3048000" y="1724025"/>
                </a:lnTo>
                <a:lnTo>
                  <a:pt x="3038475" y="1724025"/>
                </a:lnTo>
                <a:lnTo>
                  <a:pt x="3038475" y="1743075"/>
                </a:lnTo>
                <a:lnTo>
                  <a:pt x="3028950" y="1743075"/>
                </a:lnTo>
                <a:lnTo>
                  <a:pt x="3028950" y="1752600"/>
                </a:lnTo>
                <a:lnTo>
                  <a:pt x="3038475" y="1752600"/>
                </a:lnTo>
                <a:lnTo>
                  <a:pt x="3038475" y="1762125"/>
                </a:lnTo>
                <a:lnTo>
                  <a:pt x="3076575" y="1762125"/>
                </a:lnTo>
                <a:lnTo>
                  <a:pt x="3076575" y="1771650"/>
                </a:lnTo>
                <a:lnTo>
                  <a:pt x="3067050" y="1771650"/>
                </a:lnTo>
                <a:lnTo>
                  <a:pt x="3067050" y="1781175"/>
                </a:lnTo>
                <a:lnTo>
                  <a:pt x="3038475" y="1781175"/>
                </a:lnTo>
                <a:lnTo>
                  <a:pt x="3038475" y="1771650"/>
                </a:lnTo>
                <a:lnTo>
                  <a:pt x="3019425" y="1771650"/>
                </a:lnTo>
                <a:lnTo>
                  <a:pt x="3019425" y="1762125"/>
                </a:lnTo>
                <a:lnTo>
                  <a:pt x="3009900" y="1762125"/>
                </a:lnTo>
                <a:lnTo>
                  <a:pt x="3009900" y="1724025"/>
                </a:lnTo>
                <a:lnTo>
                  <a:pt x="3019425" y="1724025"/>
                </a:lnTo>
                <a:lnTo>
                  <a:pt x="3019425" y="1714500"/>
                </a:lnTo>
                <a:lnTo>
                  <a:pt x="3028950" y="1714500"/>
                </a:lnTo>
                <a:close/>
                <a:moveTo>
                  <a:pt x="3124200" y="1704975"/>
                </a:moveTo>
                <a:lnTo>
                  <a:pt x="3133725" y="1704975"/>
                </a:lnTo>
                <a:lnTo>
                  <a:pt x="3133725" y="1714500"/>
                </a:lnTo>
                <a:lnTo>
                  <a:pt x="3143250" y="1714500"/>
                </a:lnTo>
                <a:lnTo>
                  <a:pt x="3143250" y="1724025"/>
                </a:lnTo>
                <a:lnTo>
                  <a:pt x="3162300" y="1724025"/>
                </a:lnTo>
                <a:lnTo>
                  <a:pt x="3162300" y="1714500"/>
                </a:lnTo>
                <a:lnTo>
                  <a:pt x="3171825" y="1714500"/>
                </a:lnTo>
                <a:lnTo>
                  <a:pt x="3171825" y="1704975"/>
                </a:lnTo>
                <a:lnTo>
                  <a:pt x="3181350" y="1704975"/>
                </a:lnTo>
                <a:lnTo>
                  <a:pt x="3181350" y="1714500"/>
                </a:lnTo>
                <a:lnTo>
                  <a:pt x="3228975" y="1714500"/>
                </a:lnTo>
                <a:lnTo>
                  <a:pt x="3228975" y="1724025"/>
                </a:lnTo>
                <a:lnTo>
                  <a:pt x="3286125" y="1724025"/>
                </a:lnTo>
                <a:lnTo>
                  <a:pt x="3286125" y="1733550"/>
                </a:lnTo>
                <a:lnTo>
                  <a:pt x="3295650" y="1733550"/>
                </a:lnTo>
                <a:lnTo>
                  <a:pt x="3295650" y="1752600"/>
                </a:lnTo>
                <a:lnTo>
                  <a:pt x="3314700" y="1752600"/>
                </a:lnTo>
                <a:lnTo>
                  <a:pt x="3314700" y="1733550"/>
                </a:lnTo>
                <a:lnTo>
                  <a:pt x="3333750" y="1733550"/>
                </a:lnTo>
                <a:lnTo>
                  <a:pt x="3333750" y="1724025"/>
                </a:lnTo>
                <a:lnTo>
                  <a:pt x="3362325" y="1724025"/>
                </a:lnTo>
                <a:lnTo>
                  <a:pt x="3362325" y="1762125"/>
                </a:lnTo>
                <a:lnTo>
                  <a:pt x="3371850" y="1762125"/>
                </a:lnTo>
                <a:lnTo>
                  <a:pt x="3371850" y="1771650"/>
                </a:lnTo>
                <a:lnTo>
                  <a:pt x="3381375" y="1771650"/>
                </a:lnTo>
                <a:lnTo>
                  <a:pt x="3381375" y="1781175"/>
                </a:lnTo>
                <a:lnTo>
                  <a:pt x="3371850" y="1781175"/>
                </a:lnTo>
                <a:lnTo>
                  <a:pt x="3371850" y="1790700"/>
                </a:lnTo>
                <a:lnTo>
                  <a:pt x="3362325" y="1790700"/>
                </a:lnTo>
                <a:lnTo>
                  <a:pt x="3362325" y="1781175"/>
                </a:lnTo>
                <a:lnTo>
                  <a:pt x="3352800" y="1781175"/>
                </a:lnTo>
                <a:lnTo>
                  <a:pt x="3352800" y="1790700"/>
                </a:lnTo>
                <a:lnTo>
                  <a:pt x="3362325" y="1790700"/>
                </a:lnTo>
                <a:lnTo>
                  <a:pt x="3362325" y="1809750"/>
                </a:lnTo>
                <a:lnTo>
                  <a:pt x="3371850" y="1809750"/>
                </a:lnTo>
                <a:lnTo>
                  <a:pt x="3371850" y="1819275"/>
                </a:lnTo>
                <a:lnTo>
                  <a:pt x="3381375" y="1819275"/>
                </a:lnTo>
                <a:lnTo>
                  <a:pt x="3381375" y="1828800"/>
                </a:lnTo>
                <a:lnTo>
                  <a:pt x="3390900" y="1828800"/>
                </a:lnTo>
                <a:lnTo>
                  <a:pt x="3390900" y="1866900"/>
                </a:lnTo>
                <a:lnTo>
                  <a:pt x="3381375" y="1866900"/>
                </a:lnTo>
                <a:lnTo>
                  <a:pt x="3381375" y="1895475"/>
                </a:lnTo>
                <a:lnTo>
                  <a:pt x="3371850" y="1895475"/>
                </a:lnTo>
                <a:lnTo>
                  <a:pt x="3371850" y="1905000"/>
                </a:lnTo>
                <a:lnTo>
                  <a:pt x="3381375" y="1905000"/>
                </a:lnTo>
                <a:lnTo>
                  <a:pt x="3381375" y="1962150"/>
                </a:lnTo>
                <a:lnTo>
                  <a:pt x="3371850" y="1962150"/>
                </a:lnTo>
                <a:lnTo>
                  <a:pt x="3371850" y="1981200"/>
                </a:lnTo>
                <a:lnTo>
                  <a:pt x="3362325" y="1981200"/>
                </a:lnTo>
                <a:lnTo>
                  <a:pt x="3362325" y="1990725"/>
                </a:lnTo>
                <a:lnTo>
                  <a:pt x="3352800" y="1990725"/>
                </a:lnTo>
                <a:lnTo>
                  <a:pt x="3352800" y="2000250"/>
                </a:lnTo>
                <a:lnTo>
                  <a:pt x="3343275" y="2000250"/>
                </a:lnTo>
                <a:lnTo>
                  <a:pt x="3343275" y="2009775"/>
                </a:lnTo>
                <a:lnTo>
                  <a:pt x="3352800" y="2009775"/>
                </a:lnTo>
                <a:lnTo>
                  <a:pt x="3352800" y="2028825"/>
                </a:lnTo>
                <a:lnTo>
                  <a:pt x="3362325" y="2028825"/>
                </a:lnTo>
                <a:lnTo>
                  <a:pt x="3362325" y="2047875"/>
                </a:lnTo>
                <a:lnTo>
                  <a:pt x="3352800" y="2047875"/>
                </a:lnTo>
                <a:lnTo>
                  <a:pt x="3352800" y="2057400"/>
                </a:lnTo>
                <a:lnTo>
                  <a:pt x="3343275" y="2057400"/>
                </a:lnTo>
                <a:lnTo>
                  <a:pt x="3343275" y="2066925"/>
                </a:lnTo>
                <a:lnTo>
                  <a:pt x="3324225" y="2066925"/>
                </a:lnTo>
                <a:lnTo>
                  <a:pt x="3324225" y="2095500"/>
                </a:lnTo>
                <a:lnTo>
                  <a:pt x="3333750" y="2095500"/>
                </a:lnTo>
                <a:lnTo>
                  <a:pt x="3333750" y="2105025"/>
                </a:lnTo>
                <a:lnTo>
                  <a:pt x="3352800" y="2105025"/>
                </a:lnTo>
                <a:lnTo>
                  <a:pt x="3352800" y="2276475"/>
                </a:lnTo>
                <a:lnTo>
                  <a:pt x="3343275" y="2276475"/>
                </a:lnTo>
                <a:lnTo>
                  <a:pt x="3343275" y="2314575"/>
                </a:lnTo>
                <a:lnTo>
                  <a:pt x="3333750" y="2314575"/>
                </a:lnTo>
                <a:lnTo>
                  <a:pt x="3333750" y="2371725"/>
                </a:lnTo>
                <a:lnTo>
                  <a:pt x="3324225" y="2371725"/>
                </a:lnTo>
                <a:lnTo>
                  <a:pt x="3324225" y="2400300"/>
                </a:lnTo>
                <a:lnTo>
                  <a:pt x="3314700" y="2400300"/>
                </a:lnTo>
                <a:lnTo>
                  <a:pt x="3314700" y="2409825"/>
                </a:lnTo>
                <a:lnTo>
                  <a:pt x="3305175" y="2409825"/>
                </a:lnTo>
                <a:lnTo>
                  <a:pt x="3305175" y="2419350"/>
                </a:lnTo>
                <a:lnTo>
                  <a:pt x="3295650" y="2419350"/>
                </a:lnTo>
                <a:lnTo>
                  <a:pt x="3295650" y="2428875"/>
                </a:lnTo>
                <a:lnTo>
                  <a:pt x="3286125" y="2428875"/>
                </a:lnTo>
                <a:lnTo>
                  <a:pt x="3286125" y="2447925"/>
                </a:lnTo>
                <a:lnTo>
                  <a:pt x="3295650" y="2447925"/>
                </a:lnTo>
                <a:lnTo>
                  <a:pt x="3295650" y="2457450"/>
                </a:lnTo>
                <a:lnTo>
                  <a:pt x="3305175" y="2457450"/>
                </a:lnTo>
                <a:lnTo>
                  <a:pt x="3305175" y="2476500"/>
                </a:lnTo>
                <a:lnTo>
                  <a:pt x="3314700" y="2476500"/>
                </a:lnTo>
                <a:lnTo>
                  <a:pt x="3314700" y="2514600"/>
                </a:lnTo>
                <a:lnTo>
                  <a:pt x="3305175" y="2514600"/>
                </a:lnTo>
                <a:lnTo>
                  <a:pt x="3305175" y="2628900"/>
                </a:lnTo>
                <a:lnTo>
                  <a:pt x="3295650" y="2628900"/>
                </a:lnTo>
                <a:lnTo>
                  <a:pt x="3295650" y="2667000"/>
                </a:lnTo>
                <a:lnTo>
                  <a:pt x="3286125" y="2667000"/>
                </a:lnTo>
                <a:lnTo>
                  <a:pt x="3286125" y="2743200"/>
                </a:lnTo>
                <a:lnTo>
                  <a:pt x="3276600" y="2743200"/>
                </a:lnTo>
                <a:lnTo>
                  <a:pt x="3276600" y="2762250"/>
                </a:lnTo>
                <a:lnTo>
                  <a:pt x="3267075" y="2762250"/>
                </a:lnTo>
                <a:lnTo>
                  <a:pt x="3267075" y="2771775"/>
                </a:lnTo>
                <a:lnTo>
                  <a:pt x="3257550" y="2771775"/>
                </a:lnTo>
                <a:lnTo>
                  <a:pt x="3257550" y="2781300"/>
                </a:lnTo>
                <a:lnTo>
                  <a:pt x="3238500" y="2781300"/>
                </a:lnTo>
                <a:lnTo>
                  <a:pt x="3238500" y="2790825"/>
                </a:lnTo>
                <a:lnTo>
                  <a:pt x="3228975" y="2790825"/>
                </a:lnTo>
                <a:lnTo>
                  <a:pt x="3228975" y="2809875"/>
                </a:lnTo>
                <a:lnTo>
                  <a:pt x="3238500" y="2809875"/>
                </a:lnTo>
                <a:lnTo>
                  <a:pt x="3238500" y="2819400"/>
                </a:lnTo>
                <a:lnTo>
                  <a:pt x="3248025" y="2819400"/>
                </a:lnTo>
                <a:lnTo>
                  <a:pt x="3248025" y="2828925"/>
                </a:lnTo>
                <a:lnTo>
                  <a:pt x="3257550" y="2828925"/>
                </a:lnTo>
                <a:lnTo>
                  <a:pt x="3257550" y="2876550"/>
                </a:lnTo>
                <a:lnTo>
                  <a:pt x="3267075" y="2876550"/>
                </a:lnTo>
                <a:lnTo>
                  <a:pt x="3267075" y="2886075"/>
                </a:lnTo>
                <a:lnTo>
                  <a:pt x="3257550" y="2886075"/>
                </a:lnTo>
                <a:lnTo>
                  <a:pt x="3257550" y="2933700"/>
                </a:lnTo>
                <a:lnTo>
                  <a:pt x="3248025" y="2933700"/>
                </a:lnTo>
                <a:lnTo>
                  <a:pt x="3248025" y="2952750"/>
                </a:lnTo>
                <a:lnTo>
                  <a:pt x="3238500" y="2952750"/>
                </a:lnTo>
                <a:lnTo>
                  <a:pt x="3238500" y="2962275"/>
                </a:lnTo>
                <a:lnTo>
                  <a:pt x="3228975" y="2962275"/>
                </a:lnTo>
                <a:lnTo>
                  <a:pt x="3228975" y="2943225"/>
                </a:lnTo>
                <a:lnTo>
                  <a:pt x="3219450" y="2943225"/>
                </a:lnTo>
                <a:lnTo>
                  <a:pt x="3219450" y="2924175"/>
                </a:lnTo>
                <a:lnTo>
                  <a:pt x="3209925" y="2924175"/>
                </a:lnTo>
                <a:lnTo>
                  <a:pt x="3209925" y="2914650"/>
                </a:lnTo>
                <a:lnTo>
                  <a:pt x="3200400" y="2914650"/>
                </a:lnTo>
                <a:lnTo>
                  <a:pt x="3200400" y="2905125"/>
                </a:lnTo>
                <a:lnTo>
                  <a:pt x="3190875" y="2905125"/>
                </a:lnTo>
                <a:lnTo>
                  <a:pt x="3190875" y="2895600"/>
                </a:lnTo>
                <a:lnTo>
                  <a:pt x="3181350" y="2895600"/>
                </a:lnTo>
                <a:lnTo>
                  <a:pt x="3181350" y="2886075"/>
                </a:lnTo>
                <a:lnTo>
                  <a:pt x="3133725" y="2886075"/>
                </a:lnTo>
                <a:lnTo>
                  <a:pt x="3133725" y="2876550"/>
                </a:lnTo>
                <a:lnTo>
                  <a:pt x="3105150" y="2876550"/>
                </a:lnTo>
                <a:lnTo>
                  <a:pt x="3105150" y="2867025"/>
                </a:lnTo>
                <a:lnTo>
                  <a:pt x="3114675" y="2867025"/>
                </a:lnTo>
                <a:lnTo>
                  <a:pt x="3114675" y="2857500"/>
                </a:lnTo>
                <a:lnTo>
                  <a:pt x="3076575" y="2857500"/>
                </a:lnTo>
                <a:lnTo>
                  <a:pt x="3076575" y="2847975"/>
                </a:lnTo>
                <a:lnTo>
                  <a:pt x="3048000" y="2847975"/>
                </a:lnTo>
                <a:lnTo>
                  <a:pt x="3048000" y="2838450"/>
                </a:lnTo>
                <a:lnTo>
                  <a:pt x="3009900" y="2838450"/>
                </a:lnTo>
                <a:lnTo>
                  <a:pt x="3009900" y="2847975"/>
                </a:lnTo>
                <a:lnTo>
                  <a:pt x="3000375" y="2847975"/>
                </a:lnTo>
                <a:lnTo>
                  <a:pt x="3000375" y="2828925"/>
                </a:lnTo>
                <a:lnTo>
                  <a:pt x="2990850" y="2828925"/>
                </a:lnTo>
                <a:lnTo>
                  <a:pt x="2990850" y="2838450"/>
                </a:lnTo>
                <a:lnTo>
                  <a:pt x="2952750" y="2838450"/>
                </a:lnTo>
                <a:lnTo>
                  <a:pt x="2952750" y="2847975"/>
                </a:lnTo>
                <a:lnTo>
                  <a:pt x="2886075" y="2847975"/>
                </a:lnTo>
                <a:lnTo>
                  <a:pt x="2886075" y="2867025"/>
                </a:lnTo>
                <a:lnTo>
                  <a:pt x="2895600" y="2867025"/>
                </a:lnTo>
                <a:lnTo>
                  <a:pt x="2895600" y="2876550"/>
                </a:lnTo>
                <a:lnTo>
                  <a:pt x="2886075" y="2876550"/>
                </a:lnTo>
                <a:lnTo>
                  <a:pt x="2886075" y="2886075"/>
                </a:lnTo>
                <a:lnTo>
                  <a:pt x="2876550" y="2886075"/>
                </a:lnTo>
                <a:lnTo>
                  <a:pt x="2876550" y="2905125"/>
                </a:lnTo>
                <a:lnTo>
                  <a:pt x="2867025" y="2905125"/>
                </a:lnTo>
                <a:lnTo>
                  <a:pt x="2867025" y="2962275"/>
                </a:lnTo>
                <a:lnTo>
                  <a:pt x="2876550" y="2962275"/>
                </a:lnTo>
                <a:lnTo>
                  <a:pt x="2876550" y="2971800"/>
                </a:lnTo>
                <a:lnTo>
                  <a:pt x="2886075" y="2971800"/>
                </a:lnTo>
                <a:lnTo>
                  <a:pt x="2886075" y="2990850"/>
                </a:lnTo>
                <a:lnTo>
                  <a:pt x="2895600" y="2990850"/>
                </a:lnTo>
                <a:lnTo>
                  <a:pt x="2895600" y="3000375"/>
                </a:lnTo>
                <a:lnTo>
                  <a:pt x="2905125" y="3000375"/>
                </a:lnTo>
                <a:lnTo>
                  <a:pt x="2905125" y="3009900"/>
                </a:lnTo>
                <a:lnTo>
                  <a:pt x="2933700" y="3009900"/>
                </a:lnTo>
                <a:lnTo>
                  <a:pt x="2933700" y="3019425"/>
                </a:lnTo>
                <a:lnTo>
                  <a:pt x="3000375" y="3019425"/>
                </a:lnTo>
                <a:lnTo>
                  <a:pt x="3000375" y="3028950"/>
                </a:lnTo>
                <a:lnTo>
                  <a:pt x="3067050" y="3028950"/>
                </a:lnTo>
                <a:lnTo>
                  <a:pt x="3067050" y="3038475"/>
                </a:lnTo>
                <a:lnTo>
                  <a:pt x="3124200" y="3038475"/>
                </a:lnTo>
                <a:lnTo>
                  <a:pt x="3124200" y="3048000"/>
                </a:lnTo>
                <a:lnTo>
                  <a:pt x="3152775" y="3048000"/>
                </a:lnTo>
                <a:lnTo>
                  <a:pt x="3152775" y="3028950"/>
                </a:lnTo>
                <a:lnTo>
                  <a:pt x="3171825" y="3028950"/>
                </a:lnTo>
                <a:lnTo>
                  <a:pt x="3171825" y="3038475"/>
                </a:lnTo>
                <a:lnTo>
                  <a:pt x="3190875" y="3038475"/>
                </a:lnTo>
                <a:lnTo>
                  <a:pt x="3190875" y="3028950"/>
                </a:lnTo>
                <a:lnTo>
                  <a:pt x="3200400" y="3028950"/>
                </a:lnTo>
                <a:lnTo>
                  <a:pt x="3200400" y="3019425"/>
                </a:lnTo>
                <a:lnTo>
                  <a:pt x="3209925" y="3019425"/>
                </a:lnTo>
                <a:lnTo>
                  <a:pt x="3209925" y="3009900"/>
                </a:lnTo>
                <a:lnTo>
                  <a:pt x="3219450" y="3009900"/>
                </a:lnTo>
                <a:lnTo>
                  <a:pt x="3219450" y="3000375"/>
                </a:lnTo>
                <a:lnTo>
                  <a:pt x="3228975" y="3000375"/>
                </a:lnTo>
                <a:lnTo>
                  <a:pt x="3228975" y="2990850"/>
                </a:lnTo>
                <a:lnTo>
                  <a:pt x="3238500" y="2990850"/>
                </a:lnTo>
                <a:lnTo>
                  <a:pt x="3238500" y="3000375"/>
                </a:lnTo>
                <a:lnTo>
                  <a:pt x="3248025" y="3000375"/>
                </a:lnTo>
                <a:lnTo>
                  <a:pt x="3248025" y="3038475"/>
                </a:lnTo>
                <a:lnTo>
                  <a:pt x="3238500" y="3038475"/>
                </a:lnTo>
                <a:lnTo>
                  <a:pt x="3238500" y="3086100"/>
                </a:lnTo>
                <a:lnTo>
                  <a:pt x="3228975" y="3086100"/>
                </a:lnTo>
                <a:lnTo>
                  <a:pt x="3228975" y="3114675"/>
                </a:lnTo>
                <a:lnTo>
                  <a:pt x="3219450" y="3114675"/>
                </a:lnTo>
                <a:lnTo>
                  <a:pt x="3219450" y="3124200"/>
                </a:lnTo>
                <a:lnTo>
                  <a:pt x="3209925" y="3124200"/>
                </a:lnTo>
                <a:lnTo>
                  <a:pt x="3209925" y="3133725"/>
                </a:lnTo>
                <a:lnTo>
                  <a:pt x="3200400" y="3133725"/>
                </a:lnTo>
                <a:lnTo>
                  <a:pt x="3200400" y="3143250"/>
                </a:lnTo>
                <a:lnTo>
                  <a:pt x="3162300" y="3143250"/>
                </a:lnTo>
                <a:lnTo>
                  <a:pt x="3162300" y="3162300"/>
                </a:lnTo>
                <a:lnTo>
                  <a:pt x="3200400" y="3162300"/>
                </a:lnTo>
                <a:lnTo>
                  <a:pt x="3200400" y="3171825"/>
                </a:lnTo>
                <a:lnTo>
                  <a:pt x="3209925" y="3171825"/>
                </a:lnTo>
                <a:lnTo>
                  <a:pt x="3209925" y="3181350"/>
                </a:lnTo>
                <a:lnTo>
                  <a:pt x="3219450" y="3181350"/>
                </a:lnTo>
                <a:lnTo>
                  <a:pt x="3219450" y="3267075"/>
                </a:lnTo>
                <a:lnTo>
                  <a:pt x="3209925" y="3267075"/>
                </a:lnTo>
                <a:lnTo>
                  <a:pt x="3209925" y="3324225"/>
                </a:lnTo>
                <a:lnTo>
                  <a:pt x="3200400" y="3324225"/>
                </a:lnTo>
                <a:lnTo>
                  <a:pt x="3200400" y="3409950"/>
                </a:lnTo>
                <a:lnTo>
                  <a:pt x="3190875" y="3409950"/>
                </a:lnTo>
                <a:lnTo>
                  <a:pt x="3190875" y="3467100"/>
                </a:lnTo>
                <a:lnTo>
                  <a:pt x="3181350" y="3467100"/>
                </a:lnTo>
                <a:lnTo>
                  <a:pt x="3181350" y="3476625"/>
                </a:lnTo>
                <a:lnTo>
                  <a:pt x="3171825" y="3476625"/>
                </a:lnTo>
                <a:lnTo>
                  <a:pt x="3171825" y="3486150"/>
                </a:lnTo>
                <a:lnTo>
                  <a:pt x="3162300" y="3486150"/>
                </a:lnTo>
                <a:lnTo>
                  <a:pt x="3162300" y="3495675"/>
                </a:lnTo>
                <a:lnTo>
                  <a:pt x="3152775" y="3495675"/>
                </a:lnTo>
                <a:lnTo>
                  <a:pt x="3152775" y="3505200"/>
                </a:lnTo>
                <a:lnTo>
                  <a:pt x="3095625" y="3505200"/>
                </a:lnTo>
                <a:lnTo>
                  <a:pt x="3095625" y="3486150"/>
                </a:lnTo>
                <a:lnTo>
                  <a:pt x="3067050" y="3486150"/>
                </a:lnTo>
                <a:lnTo>
                  <a:pt x="3067050" y="3495675"/>
                </a:lnTo>
                <a:lnTo>
                  <a:pt x="3057525" y="3495675"/>
                </a:lnTo>
                <a:lnTo>
                  <a:pt x="3057525" y="3505200"/>
                </a:lnTo>
                <a:lnTo>
                  <a:pt x="3048000" y="3505200"/>
                </a:lnTo>
                <a:lnTo>
                  <a:pt x="3048000" y="3495675"/>
                </a:lnTo>
                <a:lnTo>
                  <a:pt x="3009900" y="3495675"/>
                </a:lnTo>
                <a:lnTo>
                  <a:pt x="3009900" y="3486150"/>
                </a:lnTo>
                <a:lnTo>
                  <a:pt x="2943225" y="3486150"/>
                </a:lnTo>
                <a:lnTo>
                  <a:pt x="2943225" y="3476625"/>
                </a:lnTo>
                <a:lnTo>
                  <a:pt x="2876550" y="3476625"/>
                </a:lnTo>
                <a:lnTo>
                  <a:pt x="2876550" y="3467100"/>
                </a:lnTo>
                <a:lnTo>
                  <a:pt x="2819400" y="3467100"/>
                </a:lnTo>
                <a:lnTo>
                  <a:pt x="2819400" y="3457575"/>
                </a:lnTo>
                <a:lnTo>
                  <a:pt x="2781300" y="3457575"/>
                </a:lnTo>
                <a:lnTo>
                  <a:pt x="2781300" y="3448050"/>
                </a:lnTo>
                <a:lnTo>
                  <a:pt x="2724150" y="3448050"/>
                </a:lnTo>
                <a:lnTo>
                  <a:pt x="2724150" y="3438525"/>
                </a:lnTo>
                <a:lnTo>
                  <a:pt x="2638425" y="3438525"/>
                </a:lnTo>
                <a:lnTo>
                  <a:pt x="2638425" y="3429000"/>
                </a:lnTo>
                <a:lnTo>
                  <a:pt x="2590800" y="3429000"/>
                </a:lnTo>
                <a:lnTo>
                  <a:pt x="2590800" y="3419475"/>
                </a:lnTo>
                <a:lnTo>
                  <a:pt x="2533650" y="3419475"/>
                </a:lnTo>
                <a:lnTo>
                  <a:pt x="2533650" y="3409950"/>
                </a:lnTo>
                <a:lnTo>
                  <a:pt x="2524125" y="3409950"/>
                </a:lnTo>
                <a:lnTo>
                  <a:pt x="2524125" y="3400425"/>
                </a:lnTo>
                <a:lnTo>
                  <a:pt x="2514600" y="3400425"/>
                </a:lnTo>
                <a:lnTo>
                  <a:pt x="2514600" y="3409950"/>
                </a:lnTo>
                <a:lnTo>
                  <a:pt x="2457450" y="3409950"/>
                </a:lnTo>
                <a:lnTo>
                  <a:pt x="2457450" y="3400425"/>
                </a:lnTo>
                <a:lnTo>
                  <a:pt x="2438400" y="3400425"/>
                </a:lnTo>
                <a:lnTo>
                  <a:pt x="2438400" y="3390900"/>
                </a:lnTo>
                <a:lnTo>
                  <a:pt x="2371725" y="3390900"/>
                </a:lnTo>
                <a:lnTo>
                  <a:pt x="2371725" y="3381375"/>
                </a:lnTo>
                <a:lnTo>
                  <a:pt x="2352675" y="3381375"/>
                </a:lnTo>
                <a:lnTo>
                  <a:pt x="2352675" y="3352800"/>
                </a:lnTo>
                <a:lnTo>
                  <a:pt x="2343150" y="3352800"/>
                </a:lnTo>
                <a:lnTo>
                  <a:pt x="2343150" y="3343275"/>
                </a:lnTo>
                <a:lnTo>
                  <a:pt x="2333625" y="3343275"/>
                </a:lnTo>
                <a:lnTo>
                  <a:pt x="2333625" y="3362325"/>
                </a:lnTo>
                <a:lnTo>
                  <a:pt x="2324100" y="3362325"/>
                </a:lnTo>
                <a:lnTo>
                  <a:pt x="2324100" y="3371850"/>
                </a:lnTo>
                <a:lnTo>
                  <a:pt x="2305050" y="3371850"/>
                </a:lnTo>
                <a:lnTo>
                  <a:pt x="2305050" y="3362325"/>
                </a:lnTo>
                <a:lnTo>
                  <a:pt x="2295525" y="3362325"/>
                </a:lnTo>
                <a:lnTo>
                  <a:pt x="2295525" y="3333750"/>
                </a:lnTo>
                <a:lnTo>
                  <a:pt x="2286000" y="3333750"/>
                </a:lnTo>
                <a:lnTo>
                  <a:pt x="2286000" y="3343275"/>
                </a:lnTo>
                <a:lnTo>
                  <a:pt x="2276475" y="3343275"/>
                </a:lnTo>
                <a:lnTo>
                  <a:pt x="2276475" y="3352800"/>
                </a:lnTo>
                <a:lnTo>
                  <a:pt x="2286000" y="3352800"/>
                </a:lnTo>
                <a:lnTo>
                  <a:pt x="2286000" y="3371850"/>
                </a:lnTo>
                <a:lnTo>
                  <a:pt x="2266950" y="3371850"/>
                </a:lnTo>
                <a:lnTo>
                  <a:pt x="2266950" y="3362325"/>
                </a:lnTo>
                <a:lnTo>
                  <a:pt x="2219325" y="3362325"/>
                </a:lnTo>
                <a:lnTo>
                  <a:pt x="2219325" y="3352800"/>
                </a:lnTo>
                <a:lnTo>
                  <a:pt x="2200275" y="3352800"/>
                </a:lnTo>
                <a:lnTo>
                  <a:pt x="2200275" y="3343275"/>
                </a:lnTo>
                <a:lnTo>
                  <a:pt x="2209800" y="3343275"/>
                </a:lnTo>
                <a:lnTo>
                  <a:pt x="2209800" y="3333750"/>
                </a:lnTo>
                <a:lnTo>
                  <a:pt x="2228850" y="3333750"/>
                </a:lnTo>
                <a:lnTo>
                  <a:pt x="2228850" y="3324225"/>
                </a:lnTo>
                <a:lnTo>
                  <a:pt x="2247900" y="3324225"/>
                </a:lnTo>
                <a:lnTo>
                  <a:pt x="2247900" y="3314700"/>
                </a:lnTo>
                <a:lnTo>
                  <a:pt x="2266950" y="3314700"/>
                </a:lnTo>
                <a:lnTo>
                  <a:pt x="2266950" y="3305175"/>
                </a:lnTo>
                <a:lnTo>
                  <a:pt x="2276475" y="3305175"/>
                </a:lnTo>
                <a:lnTo>
                  <a:pt x="2276475" y="3286125"/>
                </a:lnTo>
                <a:lnTo>
                  <a:pt x="2314575" y="3286125"/>
                </a:lnTo>
                <a:lnTo>
                  <a:pt x="2314575" y="3295650"/>
                </a:lnTo>
                <a:lnTo>
                  <a:pt x="2362200" y="3295650"/>
                </a:lnTo>
                <a:lnTo>
                  <a:pt x="2362200" y="3305175"/>
                </a:lnTo>
                <a:lnTo>
                  <a:pt x="2390775" y="3305175"/>
                </a:lnTo>
                <a:lnTo>
                  <a:pt x="2390775" y="3267075"/>
                </a:lnTo>
                <a:lnTo>
                  <a:pt x="2381250" y="3267075"/>
                </a:lnTo>
                <a:lnTo>
                  <a:pt x="2381250" y="3257550"/>
                </a:lnTo>
                <a:lnTo>
                  <a:pt x="2371725" y="3257550"/>
                </a:lnTo>
                <a:lnTo>
                  <a:pt x="2371725" y="3248025"/>
                </a:lnTo>
                <a:lnTo>
                  <a:pt x="2381250" y="3248025"/>
                </a:lnTo>
                <a:lnTo>
                  <a:pt x="2381250" y="3238500"/>
                </a:lnTo>
                <a:lnTo>
                  <a:pt x="2409825" y="3238500"/>
                </a:lnTo>
                <a:lnTo>
                  <a:pt x="2409825" y="3228975"/>
                </a:lnTo>
                <a:lnTo>
                  <a:pt x="2438400" y="3228975"/>
                </a:lnTo>
                <a:lnTo>
                  <a:pt x="2438400" y="3209925"/>
                </a:lnTo>
                <a:lnTo>
                  <a:pt x="2505075" y="3209925"/>
                </a:lnTo>
                <a:lnTo>
                  <a:pt x="2505075" y="3219450"/>
                </a:lnTo>
                <a:lnTo>
                  <a:pt x="2514600" y="3219450"/>
                </a:lnTo>
                <a:lnTo>
                  <a:pt x="2514600" y="3209925"/>
                </a:lnTo>
                <a:lnTo>
                  <a:pt x="2533650" y="3209925"/>
                </a:lnTo>
                <a:lnTo>
                  <a:pt x="2533650" y="3219450"/>
                </a:lnTo>
                <a:lnTo>
                  <a:pt x="2543175" y="3219450"/>
                </a:lnTo>
                <a:lnTo>
                  <a:pt x="2543175" y="3238500"/>
                </a:lnTo>
                <a:lnTo>
                  <a:pt x="2552700" y="3238500"/>
                </a:lnTo>
                <a:lnTo>
                  <a:pt x="2552700" y="3248025"/>
                </a:lnTo>
                <a:lnTo>
                  <a:pt x="2571750" y="3248025"/>
                </a:lnTo>
                <a:lnTo>
                  <a:pt x="2571750" y="3238500"/>
                </a:lnTo>
                <a:lnTo>
                  <a:pt x="2590800" y="3238500"/>
                </a:lnTo>
                <a:lnTo>
                  <a:pt x="2590800" y="3228975"/>
                </a:lnTo>
                <a:lnTo>
                  <a:pt x="2638425" y="3228975"/>
                </a:lnTo>
                <a:lnTo>
                  <a:pt x="2638425" y="3238500"/>
                </a:lnTo>
                <a:lnTo>
                  <a:pt x="2667000" y="3238500"/>
                </a:lnTo>
                <a:lnTo>
                  <a:pt x="2667000" y="3248025"/>
                </a:lnTo>
                <a:lnTo>
                  <a:pt x="2695575" y="3248025"/>
                </a:lnTo>
                <a:lnTo>
                  <a:pt x="2695575" y="3238500"/>
                </a:lnTo>
                <a:lnTo>
                  <a:pt x="2705100" y="3238500"/>
                </a:lnTo>
                <a:lnTo>
                  <a:pt x="2705100" y="3171825"/>
                </a:lnTo>
                <a:lnTo>
                  <a:pt x="2695575" y="3171825"/>
                </a:lnTo>
                <a:lnTo>
                  <a:pt x="2695575" y="3162300"/>
                </a:lnTo>
                <a:lnTo>
                  <a:pt x="2667000" y="3162300"/>
                </a:lnTo>
                <a:lnTo>
                  <a:pt x="2667000" y="3152775"/>
                </a:lnTo>
                <a:lnTo>
                  <a:pt x="2609850" y="3152775"/>
                </a:lnTo>
                <a:lnTo>
                  <a:pt x="2609850" y="3143250"/>
                </a:lnTo>
                <a:lnTo>
                  <a:pt x="2600325" y="3143250"/>
                </a:lnTo>
                <a:lnTo>
                  <a:pt x="2600325" y="3152775"/>
                </a:lnTo>
                <a:lnTo>
                  <a:pt x="2571750" y="3152775"/>
                </a:lnTo>
                <a:lnTo>
                  <a:pt x="2571750" y="3143250"/>
                </a:lnTo>
                <a:lnTo>
                  <a:pt x="2562225" y="3143250"/>
                </a:lnTo>
                <a:lnTo>
                  <a:pt x="2562225" y="3114675"/>
                </a:lnTo>
                <a:lnTo>
                  <a:pt x="2552700" y="3114675"/>
                </a:lnTo>
                <a:lnTo>
                  <a:pt x="2552700" y="3105150"/>
                </a:lnTo>
                <a:lnTo>
                  <a:pt x="2533650" y="3105150"/>
                </a:lnTo>
                <a:lnTo>
                  <a:pt x="2533650" y="3114675"/>
                </a:lnTo>
                <a:lnTo>
                  <a:pt x="2524125" y="3114675"/>
                </a:lnTo>
                <a:lnTo>
                  <a:pt x="2524125" y="3133725"/>
                </a:lnTo>
                <a:lnTo>
                  <a:pt x="2514600" y="3133725"/>
                </a:lnTo>
                <a:lnTo>
                  <a:pt x="2514600" y="3143250"/>
                </a:lnTo>
                <a:lnTo>
                  <a:pt x="2486025" y="3143250"/>
                </a:lnTo>
                <a:lnTo>
                  <a:pt x="2486025" y="3152775"/>
                </a:lnTo>
                <a:lnTo>
                  <a:pt x="2476500" y="3152775"/>
                </a:lnTo>
                <a:lnTo>
                  <a:pt x="2476500" y="3162300"/>
                </a:lnTo>
                <a:lnTo>
                  <a:pt x="2466975" y="3162300"/>
                </a:lnTo>
                <a:lnTo>
                  <a:pt x="2466975" y="3143250"/>
                </a:lnTo>
                <a:lnTo>
                  <a:pt x="2457450" y="3143250"/>
                </a:lnTo>
                <a:lnTo>
                  <a:pt x="2457450" y="3133725"/>
                </a:lnTo>
                <a:lnTo>
                  <a:pt x="2447925" y="3133725"/>
                </a:lnTo>
                <a:lnTo>
                  <a:pt x="2447925" y="3124200"/>
                </a:lnTo>
                <a:lnTo>
                  <a:pt x="2438400" y="3124200"/>
                </a:lnTo>
                <a:lnTo>
                  <a:pt x="2438400" y="3114675"/>
                </a:lnTo>
                <a:lnTo>
                  <a:pt x="2428875" y="3114675"/>
                </a:lnTo>
                <a:lnTo>
                  <a:pt x="2428875" y="3095625"/>
                </a:lnTo>
                <a:lnTo>
                  <a:pt x="2400300" y="3095625"/>
                </a:lnTo>
                <a:lnTo>
                  <a:pt x="2400300" y="3133725"/>
                </a:lnTo>
                <a:lnTo>
                  <a:pt x="2390775" y="3133725"/>
                </a:lnTo>
                <a:lnTo>
                  <a:pt x="2390775" y="3143250"/>
                </a:lnTo>
                <a:lnTo>
                  <a:pt x="2400300" y="3143250"/>
                </a:lnTo>
                <a:lnTo>
                  <a:pt x="2400300" y="3152775"/>
                </a:lnTo>
                <a:lnTo>
                  <a:pt x="2381250" y="3152775"/>
                </a:lnTo>
                <a:lnTo>
                  <a:pt x="2381250" y="3133725"/>
                </a:lnTo>
                <a:lnTo>
                  <a:pt x="2371725" y="3133725"/>
                </a:lnTo>
                <a:lnTo>
                  <a:pt x="2371725" y="3114675"/>
                </a:lnTo>
                <a:lnTo>
                  <a:pt x="2381250" y="3114675"/>
                </a:lnTo>
                <a:lnTo>
                  <a:pt x="2381250" y="3095625"/>
                </a:lnTo>
                <a:lnTo>
                  <a:pt x="2390775" y="3095625"/>
                </a:lnTo>
                <a:lnTo>
                  <a:pt x="2390775" y="3067050"/>
                </a:lnTo>
                <a:lnTo>
                  <a:pt x="2381250" y="3067050"/>
                </a:lnTo>
                <a:lnTo>
                  <a:pt x="2381250" y="3057525"/>
                </a:lnTo>
                <a:lnTo>
                  <a:pt x="2390775" y="3057525"/>
                </a:lnTo>
                <a:lnTo>
                  <a:pt x="2390775" y="3048000"/>
                </a:lnTo>
                <a:lnTo>
                  <a:pt x="2400300" y="3048000"/>
                </a:lnTo>
                <a:lnTo>
                  <a:pt x="2400300" y="3057525"/>
                </a:lnTo>
                <a:lnTo>
                  <a:pt x="2409825" y="3057525"/>
                </a:lnTo>
                <a:lnTo>
                  <a:pt x="2409825" y="3067050"/>
                </a:lnTo>
                <a:lnTo>
                  <a:pt x="2428875" y="3067050"/>
                </a:lnTo>
                <a:lnTo>
                  <a:pt x="2428875" y="3076575"/>
                </a:lnTo>
                <a:lnTo>
                  <a:pt x="2457450" y="3076575"/>
                </a:lnTo>
                <a:lnTo>
                  <a:pt x="2457450" y="3067050"/>
                </a:lnTo>
                <a:lnTo>
                  <a:pt x="2495550" y="3067050"/>
                </a:lnTo>
                <a:lnTo>
                  <a:pt x="2495550" y="3057525"/>
                </a:lnTo>
                <a:lnTo>
                  <a:pt x="2514600" y="3057525"/>
                </a:lnTo>
                <a:lnTo>
                  <a:pt x="2514600" y="3067050"/>
                </a:lnTo>
                <a:lnTo>
                  <a:pt x="2543175" y="3067050"/>
                </a:lnTo>
                <a:lnTo>
                  <a:pt x="2543175" y="3076575"/>
                </a:lnTo>
                <a:lnTo>
                  <a:pt x="2552700" y="3076575"/>
                </a:lnTo>
                <a:lnTo>
                  <a:pt x="2552700" y="3067050"/>
                </a:lnTo>
                <a:lnTo>
                  <a:pt x="2571750" y="3067050"/>
                </a:lnTo>
                <a:lnTo>
                  <a:pt x="2571750" y="3076575"/>
                </a:lnTo>
                <a:lnTo>
                  <a:pt x="2609850" y="3076575"/>
                </a:lnTo>
                <a:lnTo>
                  <a:pt x="2609850" y="3086100"/>
                </a:lnTo>
                <a:lnTo>
                  <a:pt x="2619375" y="3086100"/>
                </a:lnTo>
                <a:lnTo>
                  <a:pt x="2619375" y="3076575"/>
                </a:lnTo>
                <a:lnTo>
                  <a:pt x="2628900" y="3076575"/>
                </a:lnTo>
                <a:lnTo>
                  <a:pt x="2628900" y="3057525"/>
                </a:lnTo>
                <a:lnTo>
                  <a:pt x="2571750" y="3057525"/>
                </a:lnTo>
                <a:lnTo>
                  <a:pt x="2571750" y="3048000"/>
                </a:lnTo>
                <a:lnTo>
                  <a:pt x="2514600" y="3048000"/>
                </a:lnTo>
                <a:lnTo>
                  <a:pt x="2514600" y="3038475"/>
                </a:lnTo>
                <a:lnTo>
                  <a:pt x="2428875" y="3038475"/>
                </a:lnTo>
                <a:lnTo>
                  <a:pt x="2428875" y="3028950"/>
                </a:lnTo>
                <a:lnTo>
                  <a:pt x="2390775" y="3028950"/>
                </a:lnTo>
                <a:lnTo>
                  <a:pt x="2390775" y="3019425"/>
                </a:lnTo>
                <a:lnTo>
                  <a:pt x="2362200" y="3019425"/>
                </a:lnTo>
                <a:lnTo>
                  <a:pt x="2362200" y="3009900"/>
                </a:lnTo>
                <a:lnTo>
                  <a:pt x="2314575" y="3009900"/>
                </a:lnTo>
                <a:lnTo>
                  <a:pt x="2314575" y="3019425"/>
                </a:lnTo>
                <a:lnTo>
                  <a:pt x="2305050" y="3019425"/>
                </a:lnTo>
                <a:lnTo>
                  <a:pt x="2305050" y="3009900"/>
                </a:lnTo>
                <a:lnTo>
                  <a:pt x="2266950" y="3009900"/>
                </a:lnTo>
                <a:lnTo>
                  <a:pt x="2266950" y="3000375"/>
                </a:lnTo>
                <a:lnTo>
                  <a:pt x="2200275" y="3000375"/>
                </a:lnTo>
                <a:lnTo>
                  <a:pt x="2200275" y="2990850"/>
                </a:lnTo>
                <a:lnTo>
                  <a:pt x="2124075" y="2990850"/>
                </a:lnTo>
                <a:lnTo>
                  <a:pt x="2124075" y="3028950"/>
                </a:lnTo>
                <a:lnTo>
                  <a:pt x="2114550" y="3028950"/>
                </a:lnTo>
                <a:lnTo>
                  <a:pt x="2114550" y="3038475"/>
                </a:lnTo>
                <a:lnTo>
                  <a:pt x="2105025" y="3038475"/>
                </a:lnTo>
                <a:lnTo>
                  <a:pt x="2105025" y="3019425"/>
                </a:lnTo>
                <a:lnTo>
                  <a:pt x="2076450" y="3019425"/>
                </a:lnTo>
                <a:lnTo>
                  <a:pt x="2076450" y="3009900"/>
                </a:lnTo>
                <a:lnTo>
                  <a:pt x="2057400" y="3009900"/>
                </a:lnTo>
                <a:lnTo>
                  <a:pt x="2057400" y="2990850"/>
                </a:lnTo>
                <a:lnTo>
                  <a:pt x="2066925" y="2990850"/>
                </a:lnTo>
                <a:lnTo>
                  <a:pt x="2066925" y="2981325"/>
                </a:lnTo>
                <a:lnTo>
                  <a:pt x="2076450" y="2981325"/>
                </a:lnTo>
                <a:lnTo>
                  <a:pt x="2076450" y="2990850"/>
                </a:lnTo>
                <a:lnTo>
                  <a:pt x="2085975" y="2990850"/>
                </a:lnTo>
                <a:lnTo>
                  <a:pt x="2085975" y="3000375"/>
                </a:lnTo>
                <a:lnTo>
                  <a:pt x="2105025" y="3000375"/>
                </a:lnTo>
                <a:lnTo>
                  <a:pt x="2105025" y="2990850"/>
                </a:lnTo>
                <a:lnTo>
                  <a:pt x="2114550" y="2990850"/>
                </a:lnTo>
                <a:lnTo>
                  <a:pt x="2114550" y="2981325"/>
                </a:lnTo>
                <a:lnTo>
                  <a:pt x="2124075" y="2981325"/>
                </a:lnTo>
                <a:lnTo>
                  <a:pt x="2124075" y="2971800"/>
                </a:lnTo>
                <a:lnTo>
                  <a:pt x="2133600" y="2971800"/>
                </a:lnTo>
                <a:lnTo>
                  <a:pt x="2133600" y="2962275"/>
                </a:lnTo>
                <a:lnTo>
                  <a:pt x="2143125" y="2962275"/>
                </a:lnTo>
                <a:lnTo>
                  <a:pt x="2143125" y="2924175"/>
                </a:lnTo>
                <a:lnTo>
                  <a:pt x="2152650" y="2924175"/>
                </a:lnTo>
                <a:lnTo>
                  <a:pt x="2152650" y="2933700"/>
                </a:lnTo>
                <a:lnTo>
                  <a:pt x="2171700" y="2933700"/>
                </a:lnTo>
                <a:lnTo>
                  <a:pt x="2171700" y="2943225"/>
                </a:lnTo>
                <a:lnTo>
                  <a:pt x="2181225" y="2943225"/>
                </a:lnTo>
                <a:lnTo>
                  <a:pt x="2181225" y="2933700"/>
                </a:lnTo>
                <a:lnTo>
                  <a:pt x="2266950" y="2933700"/>
                </a:lnTo>
                <a:lnTo>
                  <a:pt x="2266950" y="2924175"/>
                </a:lnTo>
                <a:lnTo>
                  <a:pt x="2305050" y="2924175"/>
                </a:lnTo>
                <a:lnTo>
                  <a:pt x="2305050" y="2933700"/>
                </a:lnTo>
                <a:lnTo>
                  <a:pt x="2352675" y="2933700"/>
                </a:lnTo>
                <a:lnTo>
                  <a:pt x="2352675" y="2943225"/>
                </a:lnTo>
                <a:lnTo>
                  <a:pt x="2333625" y="2943225"/>
                </a:lnTo>
                <a:lnTo>
                  <a:pt x="2333625" y="2952750"/>
                </a:lnTo>
                <a:lnTo>
                  <a:pt x="2343150" y="2952750"/>
                </a:lnTo>
                <a:lnTo>
                  <a:pt x="2343150" y="2962275"/>
                </a:lnTo>
                <a:lnTo>
                  <a:pt x="2333625" y="2962275"/>
                </a:lnTo>
                <a:lnTo>
                  <a:pt x="2333625" y="2971800"/>
                </a:lnTo>
                <a:lnTo>
                  <a:pt x="2324100" y="2971800"/>
                </a:lnTo>
                <a:lnTo>
                  <a:pt x="2324100" y="2981325"/>
                </a:lnTo>
                <a:lnTo>
                  <a:pt x="2333625" y="2981325"/>
                </a:lnTo>
                <a:lnTo>
                  <a:pt x="2333625" y="3000375"/>
                </a:lnTo>
                <a:lnTo>
                  <a:pt x="2352675" y="3000375"/>
                </a:lnTo>
                <a:lnTo>
                  <a:pt x="2352675" y="2990850"/>
                </a:lnTo>
                <a:lnTo>
                  <a:pt x="2362200" y="2990850"/>
                </a:lnTo>
                <a:lnTo>
                  <a:pt x="2362200" y="2981325"/>
                </a:lnTo>
                <a:lnTo>
                  <a:pt x="2371725" y="2981325"/>
                </a:lnTo>
                <a:lnTo>
                  <a:pt x="2371725" y="2971800"/>
                </a:lnTo>
                <a:lnTo>
                  <a:pt x="2390775" y="2971800"/>
                </a:lnTo>
                <a:lnTo>
                  <a:pt x="2390775" y="2962275"/>
                </a:lnTo>
                <a:lnTo>
                  <a:pt x="2409825" y="2962275"/>
                </a:lnTo>
                <a:lnTo>
                  <a:pt x="2409825" y="2943225"/>
                </a:lnTo>
                <a:lnTo>
                  <a:pt x="2438400" y="2943225"/>
                </a:lnTo>
                <a:lnTo>
                  <a:pt x="2438400" y="2952750"/>
                </a:lnTo>
                <a:lnTo>
                  <a:pt x="2447925" y="2952750"/>
                </a:lnTo>
                <a:lnTo>
                  <a:pt x="2447925" y="2962275"/>
                </a:lnTo>
                <a:lnTo>
                  <a:pt x="2457450" y="2962275"/>
                </a:lnTo>
                <a:lnTo>
                  <a:pt x="2457450" y="2943225"/>
                </a:lnTo>
                <a:lnTo>
                  <a:pt x="2476500" y="2943225"/>
                </a:lnTo>
                <a:lnTo>
                  <a:pt x="2476500" y="2933700"/>
                </a:lnTo>
                <a:lnTo>
                  <a:pt x="2495550" y="2933700"/>
                </a:lnTo>
                <a:lnTo>
                  <a:pt x="2495550" y="2943225"/>
                </a:lnTo>
                <a:lnTo>
                  <a:pt x="2524125" y="2943225"/>
                </a:lnTo>
                <a:lnTo>
                  <a:pt x="2524125" y="2933700"/>
                </a:lnTo>
                <a:lnTo>
                  <a:pt x="2543175" y="2933700"/>
                </a:lnTo>
                <a:lnTo>
                  <a:pt x="2543175" y="2924175"/>
                </a:lnTo>
                <a:lnTo>
                  <a:pt x="2552700" y="2924175"/>
                </a:lnTo>
                <a:lnTo>
                  <a:pt x="2552700" y="2914650"/>
                </a:lnTo>
                <a:lnTo>
                  <a:pt x="2543175" y="2914650"/>
                </a:lnTo>
                <a:lnTo>
                  <a:pt x="2543175" y="2905125"/>
                </a:lnTo>
                <a:lnTo>
                  <a:pt x="2533650" y="2905125"/>
                </a:lnTo>
                <a:lnTo>
                  <a:pt x="2533650" y="2914650"/>
                </a:lnTo>
                <a:lnTo>
                  <a:pt x="2524125" y="2914650"/>
                </a:lnTo>
                <a:lnTo>
                  <a:pt x="2524125" y="2905125"/>
                </a:lnTo>
                <a:lnTo>
                  <a:pt x="2514600" y="2905125"/>
                </a:lnTo>
                <a:lnTo>
                  <a:pt x="2514600" y="2924175"/>
                </a:lnTo>
                <a:lnTo>
                  <a:pt x="2495550" y="2924175"/>
                </a:lnTo>
                <a:lnTo>
                  <a:pt x="2495550" y="2905125"/>
                </a:lnTo>
                <a:lnTo>
                  <a:pt x="2486025" y="2905125"/>
                </a:lnTo>
                <a:lnTo>
                  <a:pt x="2486025" y="2895600"/>
                </a:lnTo>
                <a:lnTo>
                  <a:pt x="2495550" y="2895600"/>
                </a:lnTo>
                <a:lnTo>
                  <a:pt x="2495550" y="2876550"/>
                </a:lnTo>
                <a:lnTo>
                  <a:pt x="2524125" y="2876550"/>
                </a:lnTo>
                <a:lnTo>
                  <a:pt x="2524125" y="2857500"/>
                </a:lnTo>
                <a:lnTo>
                  <a:pt x="2514600" y="2857500"/>
                </a:lnTo>
                <a:lnTo>
                  <a:pt x="2514600" y="2867025"/>
                </a:lnTo>
                <a:lnTo>
                  <a:pt x="2505075" y="2867025"/>
                </a:lnTo>
                <a:lnTo>
                  <a:pt x="2505075" y="2847975"/>
                </a:lnTo>
                <a:lnTo>
                  <a:pt x="2514600" y="2847975"/>
                </a:lnTo>
                <a:lnTo>
                  <a:pt x="2514600" y="2838450"/>
                </a:lnTo>
                <a:lnTo>
                  <a:pt x="2533650" y="2838450"/>
                </a:lnTo>
                <a:lnTo>
                  <a:pt x="2533650" y="2828925"/>
                </a:lnTo>
                <a:lnTo>
                  <a:pt x="2524125" y="2828925"/>
                </a:lnTo>
                <a:lnTo>
                  <a:pt x="2524125" y="2819400"/>
                </a:lnTo>
                <a:lnTo>
                  <a:pt x="2514600" y="2819400"/>
                </a:lnTo>
                <a:lnTo>
                  <a:pt x="2514600" y="2800350"/>
                </a:lnTo>
                <a:lnTo>
                  <a:pt x="2505075" y="2800350"/>
                </a:lnTo>
                <a:lnTo>
                  <a:pt x="2505075" y="2781300"/>
                </a:lnTo>
                <a:lnTo>
                  <a:pt x="2524125" y="2781300"/>
                </a:lnTo>
                <a:lnTo>
                  <a:pt x="2524125" y="2771775"/>
                </a:lnTo>
                <a:lnTo>
                  <a:pt x="2514600" y="2771775"/>
                </a:lnTo>
                <a:lnTo>
                  <a:pt x="2514600" y="2752725"/>
                </a:lnTo>
                <a:lnTo>
                  <a:pt x="2543175" y="2752725"/>
                </a:lnTo>
                <a:lnTo>
                  <a:pt x="2543175" y="2743200"/>
                </a:lnTo>
                <a:lnTo>
                  <a:pt x="2552700" y="2743200"/>
                </a:lnTo>
                <a:lnTo>
                  <a:pt x="2552700" y="2733675"/>
                </a:lnTo>
                <a:lnTo>
                  <a:pt x="2543175" y="2733675"/>
                </a:lnTo>
                <a:lnTo>
                  <a:pt x="2543175" y="2714625"/>
                </a:lnTo>
                <a:lnTo>
                  <a:pt x="2590800" y="2714625"/>
                </a:lnTo>
                <a:lnTo>
                  <a:pt x="2590800" y="2695575"/>
                </a:lnTo>
                <a:lnTo>
                  <a:pt x="2524125" y="2695575"/>
                </a:lnTo>
                <a:lnTo>
                  <a:pt x="2524125" y="2686050"/>
                </a:lnTo>
                <a:lnTo>
                  <a:pt x="2486025" y="2686050"/>
                </a:lnTo>
                <a:lnTo>
                  <a:pt x="2486025" y="2695575"/>
                </a:lnTo>
                <a:lnTo>
                  <a:pt x="2476500" y="2695575"/>
                </a:lnTo>
                <a:lnTo>
                  <a:pt x="2476500" y="2686050"/>
                </a:lnTo>
                <a:lnTo>
                  <a:pt x="2466975" y="2686050"/>
                </a:lnTo>
                <a:lnTo>
                  <a:pt x="2466975" y="2676525"/>
                </a:lnTo>
                <a:lnTo>
                  <a:pt x="2428875" y="2676525"/>
                </a:lnTo>
                <a:lnTo>
                  <a:pt x="2428875" y="2714625"/>
                </a:lnTo>
                <a:lnTo>
                  <a:pt x="2419350" y="2714625"/>
                </a:lnTo>
                <a:lnTo>
                  <a:pt x="2419350" y="2705100"/>
                </a:lnTo>
                <a:lnTo>
                  <a:pt x="2400300" y="2705100"/>
                </a:lnTo>
                <a:lnTo>
                  <a:pt x="2400300" y="2695575"/>
                </a:lnTo>
                <a:lnTo>
                  <a:pt x="2419350" y="2695575"/>
                </a:lnTo>
                <a:lnTo>
                  <a:pt x="2419350" y="2686050"/>
                </a:lnTo>
                <a:lnTo>
                  <a:pt x="2400300" y="2686050"/>
                </a:lnTo>
                <a:lnTo>
                  <a:pt x="2400300" y="2676525"/>
                </a:lnTo>
                <a:lnTo>
                  <a:pt x="2390775" y="2676525"/>
                </a:lnTo>
                <a:lnTo>
                  <a:pt x="2390775" y="2667000"/>
                </a:lnTo>
                <a:lnTo>
                  <a:pt x="2343150" y="2667000"/>
                </a:lnTo>
                <a:lnTo>
                  <a:pt x="2343150" y="2676525"/>
                </a:lnTo>
                <a:lnTo>
                  <a:pt x="2333625" y="2676525"/>
                </a:lnTo>
                <a:lnTo>
                  <a:pt x="2333625" y="2686050"/>
                </a:lnTo>
                <a:lnTo>
                  <a:pt x="2343150" y="2686050"/>
                </a:lnTo>
                <a:lnTo>
                  <a:pt x="2343150" y="2705100"/>
                </a:lnTo>
                <a:lnTo>
                  <a:pt x="2305050" y="2705100"/>
                </a:lnTo>
                <a:lnTo>
                  <a:pt x="2305050" y="2686050"/>
                </a:lnTo>
                <a:lnTo>
                  <a:pt x="2314575" y="2686050"/>
                </a:lnTo>
                <a:lnTo>
                  <a:pt x="2314575" y="2676525"/>
                </a:lnTo>
                <a:lnTo>
                  <a:pt x="2324100" y="2676525"/>
                </a:lnTo>
                <a:lnTo>
                  <a:pt x="2324100" y="2657475"/>
                </a:lnTo>
                <a:lnTo>
                  <a:pt x="2257425" y="2657475"/>
                </a:lnTo>
                <a:lnTo>
                  <a:pt x="2257425" y="2647950"/>
                </a:lnTo>
                <a:lnTo>
                  <a:pt x="2171700" y="2647950"/>
                </a:lnTo>
                <a:lnTo>
                  <a:pt x="2171700" y="2667000"/>
                </a:lnTo>
                <a:lnTo>
                  <a:pt x="2181225" y="2667000"/>
                </a:lnTo>
                <a:lnTo>
                  <a:pt x="2181225" y="2676525"/>
                </a:lnTo>
                <a:lnTo>
                  <a:pt x="2219325" y="2676525"/>
                </a:lnTo>
                <a:lnTo>
                  <a:pt x="2219325" y="2686050"/>
                </a:lnTo>
                <a:lnTo>
                  <a:pt x="2238375" y="2686050"/>
                </a:lnTo>
                <a:lnTo>
                  <a:pt x="2238375" y="2695575"/>
                </a:lnTo>
                <a:lnTo>
                  <a:pt x="2276475" y="2695575"/>
                </a:lnTo>
                <a:lnTo>
                  <a:pt x="2276475" y="2705100"/>
                </a:lnTo>
                <a:lnTo>
                  <a:pt x="2295525" y="2705100"/>
                </a:lnTo>
                <a:lnTo>
                  <a:pt x="2295525" y="2724150"/>
                </a:lnTo>
                <a:lnTo>
                  <a:pt x="2286000" y="2724150"/>
                </a:lnTo>
                <a:lnTo>
                  <a:pt x="2286000" y="2752725"/>
                </a:lnTo>
                <a:lnTo>
                  <a:pt x="2257425" y="2752725"/>
                </a:lnTo>
                <a:lnTo>
                  <a:pt x="2257425" y="2743200"/>
                </a:lnTo>
                <a:lnTo>
                  <a:pt x="2209800" y="2743200"/>
                </a:lnTo>
                <a:lnTo>
                  <a:pt x="2209800" y="2733675"/>
                </a:lnTo>
                <a:lnTo>
                  <a:pt x="2200275" y="2733675"/>
                </a:lnTo>
                <a:lnTo>
                  <a:pt x="2200275" y="2724150"/>
                </a:lnTo>
                <a:lnTo>
                  <a:pt x="2190750" y="2724150"/>
                </a:lnTo>
                <a:lnTo>
                  <a:pt x="2190750" y="2733675"/>
                </a:lnTo>
                <a:lnTo>
                  <a:pt x="2171700" y="2733675"/>
                </a:lnTo>
                <a:lnTo>
                  <a:pt x="2171700" y="2724150"/>
                </a:lnTo>
                <a:lnTo>
                  <a:pt x="2152650" y="2724150"/>
                </a:lnTo>
                <a:lnTo>
                  <a:pt x="2152650" y="2676525"/>
                </a:lnTo>
                <a:lnTo>
                  <a:pt x="2143125" y="2676525"/>
                </a:lnTo>
                <a:lnTo>
                  <a:pt x="2143125" y="2638425"/>
                </a:lnTo>
                <a:lnTo>
                  <a:pt x="2133600" y="2638425"/>
                </a:lnTo>
                <a:lnTo>
                  <a:pt x="2133600" y="2628900"/>
                </a:lnTo>
                <a:lnTo>
                  <a:pt x="2143125" y="2628900"/>
                </a:lnTo>
                <a:lnTo>
                  <a:pt x="2143125" y="2619375"/>
                </a:lnTo>
                <a:lnTo>
                  <a:pt x="2152650" y="2619375"/>
                </a:lnTo>
                <a:lnTo>
                  <a:pt x="2152650" y="2628900"/>
                </a:lnTo>
                <a:lnTo>
                  <a:pt x="2181225" y="2628900"/>
                </a:lnTo>
                <a:lnTo>
                  <a:pt x="2181225" y="2619375"/>
                </a:lnTo>
                <a:lnTo>
                  <a:pt x="2190750" y="2619375"/>
                </a:lnTo>
                <a:lnTo>
                  <a:pt x="2190750" y="2609850"/>
                </a:lnTo>
                <a:lnTo>
                  <a:pt x="2181225" y="2609850"/>
                </a:lnTo>
                <a:lnTo>
                  <a:pt x="2181225" y="2562225"/>
                </a:lnTo>
                <a:lnTo>
                  <a:pt x="2171700" y="2562225"/>
                </a:lnTo>
                <a:lnTo>
                  <a:pt x="2171700" y="2543175"/>
                </a:lnTo>
                <a:lnTo>
                  <a:pt x="2181225" y="2543175"/>
                </a:lnTo>
                <a:lnTo>
                  <a:pt x="2181225" y="2533650"/>
                </a:lnTo>
                <a:lnTo>
                  <a:pt x="2171700" y="2533650"/>
                </a:lnTo>
                <a:lnTo>
                  <a:pt x="2171700" y="2505075"/>
                </a:lnTo>
                <a:lnTo>
                  <a:pt x="2181225" y="2505075"/>
                </a:lnTo>
                <a:lnTo>
                  <a:pt x="2181225" y="2428875"/>
                </a:lnTo>
                <a:lnTo>
                  <a:pt x="2190750" y="2428875"/>
                </a:lnTo>
                <a:lnTo>
                  <a:pt x="2190750" y="2371725"/>
                </a:lnTo>
                <a:lnTo>
                  <a:pt x="2200275" y="2371725"/>
                </a:lnTo>
                <a:lnTo>
                  <a:pt x="2200275" y="2352675"/>
                </a:lnTo>
                <a:lnTo>
                  <a:pt x="2209800" y="2352675"/>
                </a:lnTo>
                <a:lnTo>
                  <a:pt x="2209800" y="2362200"/>
                </a:lnTo>
                <a:lnTo>
                  <a:pt x="2219325" y="2362200"/>
                </a:lnTo>
                <a:lnTo>
                  <a:pt x="2219325" y="2343150"/>
                </a:lnTo>
                <a:lnTo>
                  <a:pt x="2209800" y="2343150"/>
                </a:lnTo>
                <a:lnTo>
                  <a:pt x="2209800" y="2333625"/>
                </a:lnTo>
                <a:lnTo>
                  <a:pt x="2200275" y="2333625"/>
                </a:lnTo>
                <a:lnTo>
                  <a:pt x="2200275" y="2324100"/>
                </a:lnTo>
                <a:lnTo>
                  <a:pt x="2190750" y="2324100"/>
                </a:lnTo>
                <a:lnTo>
                  <a:pt x="2190750" y="2314575"/>
                </a:lnTo>
                <a:lnTo>
                  <a:pt x="2162175" y="2314575"/>
                </a:lnTo>
                <a:lnTo>
                  <a:pt x="2162175" y="2295525"/>
                </a:lnTo>
                <a:lnTo>
                  <a:pt x="2143125" y="2295525"/>
                </a:lnTo>
                <a:lnTo>
                  <a:pt x="2143125" y="2305050"/>
                </a:lnTo>
                <a:lnTo>
                  <a:pt x="2133600" y="2305050"/>
                </a:lnTo>
                <a:lnTo>
                  <a:pt x="2133600" y="2295525"/>
                </a:lnTo>
                <a:lnTo>
                  <a:pt x="2124075" y="2295525"/>
                </a:lnTo>
                <a:lnTo>
                  <a:pt x="2124075" y="2276475"/>
                </a:lnTo>
                <a:lnTo>
                  <a:pt x="2105025" y="2276475"/>
                </a:lnTo>
                <a:lnTo>
                  <a:pt x="2105025" y="2266950"/>
                </a:lnTo>
                <a:lnTo>
                  <a:pt x="2190750" y="2266950"/>
                </a:lnTo>
                <a:lnTo>
                  <a:pt x="2190750" y="2257425"/>
                </a:lnTo>
                <a:lnTo>
                  <a:pt x="2209800" y="2257425"/>
                </a:lnTo>
                <a:lnTo>
                  <a:pt x="2209800" y="2247900"/>
                </a:lnTo>
                <a:lnTo>
                  <a:pt x="2219325" y="2247900"/>
                </a:lnTo>
                <a:lnTo>
                  <a:pt x="2219325" y="2238375"/>
                </a:lnTo>
                <a:lnTo>
                  <a:pt x="2209800" y="2238375"/>
                </a:lnTo>
                <a:lnTo>
                  <a:pt x="2209800" y="2190750"/>
                </a:lnTo>
                <a:lnTo>
                  <a:pt x="2219325" y="2190750"/>
                </a:lnTo>
                <a:lnTo>
                  <a:pt x="2219325" y="2181225"/>
                </a:lnTo>
                <a:lnTo>
                  <a:pt x="2228850" y="2181225"/>
                </a:lnTo>
                <a:lnTo>
                  <a:pt x="2228850" y="2133600"/>
                </a:lnTo>
                <a:lnTo>
                  <a:pt x="2238375" y="2133600"/>
                </a:lnTo>
                <a:lnTo>
                  <a:pt x="2238375" y="2105025"/>
                </a:lnTo>
                <a:lnTo>
                  <a:pt x="2228850" y="2105025"/>
                </a:lnTo>
                <a:lnTo>
                  <a:pt x="2228850" y="2095500"/>
                </a:lnTo>
                <a:lnTo>
                  <a:pt x="2238375" y="2095500"/>
                </a:lnTo>
                <a:lnTo>
                  <a:pt x="2238375" y="2066925"/>
                </a:lnTo>
                <a:lnTo>
                  <a:pt x="2228850" y="2066925"/>
                </a:lnTo>
                <a:lnTo>
                  <a:pt x="2228850" y="2047875"/>
                </a:lnTo>
                <a:lnTo>
                  <a:pt x="2257425" y="2047875"/>
                </a:lnTo>
                <a:lnTo>
                  <a:pt x="2257425" y="2028825"/>
                </a:lnTo>
                <a:lnTo>
                  <a:pt x="2247900" y="2028825"/>
                </a:lnTo>
                <a:lnTo>
                  <a:pt x="2247900" y="2019300"/>
                </a:lnTo>
                <a:lnTo>
                  <a:pt x="2257425" y="2019300"/>
                </a:lnTo>
                <a:lnTo>
                  <a:pt x="2257425" y="2009775"/>
                </a:lnTo>
                <a:lnTo>
                  <a:pt x="2266950" y="2009775"/>
                </a:lnTo>
                <a:lnTo>
                  <a:pt x="2266950" y="1990725"/>
                </a:lnTo>
                <a:lnTo>
                  <a:pt x="2247900" y="1990725"/>
                </a:lnTo>
                <a:lnTo>
                  <a:pt x="2247900" y="2009775"/>
                </a:lnTo>
                <a:lnTo>
                  <a:pt x="2238375" y="2009775"/>
                </a:lnTo>
                <a:lnTo>
                  <a:pt x="2238375" y="1981200"/>
                </a:lnTo>
                <a:lnTo>
                  <a:pt x="2228850" y="1981200"/>
                </a:lnTo>
                <a:lnTo>
                  <a:pt x="2228850" y="1971675"/>
                </a:lnTo>
                <a:lnTo>
                  <a:pt x="2209800" y="1971675"/>
                </a:lnTo>
                <a:lnTo>
                  <a:pt x="2209800" y="1952625"/>
                </a:lnTo>
                <a:lnTo>
                  <a:pt x="2181225" y="1952625"/>
                </a:lnTo>
                <a:lnTo>
                  <a:pt x="2181225" y="1933575"/>
                </a:lnTo>
                <a:lnTo>
                  <a:pt x="2209800" y="1933575"/>
                </a:lnTo>
                <a:lnTo>
                  <a:pt x="2209800" y="1924050"/>
                </a:lnTo>
                <a:lnTo>
                  <a:pt x="2228850" y="1924050"/>
                </a:lnTo>
                <a:lnTo>
                  <a:pt x="2228850" y="1914525"/>
                </a:lnTo>
                <a:lnTo>
                  <a:pt x="2238375" y="1914525"/>
                </a:lnTo>
                <a:lnTo>
                  <a:pt x="2238375" y="1905000"/>
                </a:lnTo>
                <a:lnTo>
                  <a:pt x="2247900" y="1905000"/>
                </a:lnTo>
                <a:lnTo>
                  <a:pt x="2247900" y="1895475"/>
                </a:lnTo>
                <a:lnTo>
                  <a:pt x="2266950" y="1895475"/>
                </a:lnTo>
                <a:lnTo>
                  <a:pt x="2266950" y="1885950"/>
                </a:lnTo>
                <a:lnTo>
                  <a:pt x="2276475" y="1885950"/>
                </a:lnTo>
                <a:lnTo>
                  <a:pt x="2276475" y="1876425"/>
                </a:lnTo>
                <a:lnTo>
                  <a:pt x="2286000" y="1876425"/>
                </a:lnTo>
                <a:lnTo>
                  <a:pt x="2286000" y="1866900"/>
                </a:lnTo>
                <a:lnTo>
                  <a:pt x="2305050" y="1866900"/>
                </a:lnTo>
                <a:lnTo>
                  <a:pt x="2305050" y="1857375"/>
                </a:lnTo>
                <a:lnTo>
                  <a:pt x="2314575" y="1857375"/>
                </a:lnTo>
                <a:lnTo>
                  <a:pt x="2314575" y="1866900"/>
                </a:lnTo>
                <a:lnTo>
                  <a:pt x="2362200" y="1866900"/>
                </a:lnTo>
                <a:lnTo>
                  <a:pt x="2362200" y="1876425"/>
                </a:lnTo>
                <a:lnTo>
                  <a:pt x="2352675" y="1876425"/>
                </a:lnTo>
                <a:lnTo>
                  <a:pt x="2352675" y="1885950"/>
                </a:lnTo>
                <a:lnTo>
                  <a:pt x="2362200" y="1885950"/>
                </a:lnTo>
                <a:lnTo>
                  <a:pt x="2362200" y="1895475"/>
                </a:lnTo>
                <a:lnTo>
                  <a:pt x="2352675" y="1895475"/>
                </a:lnTo>
                <a:lnTo>
                  <a:pt x="2352675" y="1905000"/>
                </a:lnTo>
                <a:lnTo>
                  <a:pt x="2343150" y="1905000"/>
                </a:lnTo>
                <a:lnTo>
                  <a:pt x="2343150" y="1895475"/>
                </a:lnTo>
                <a:lnTo>
                  <a:pt x="2333625" y="1895475"/>
                </a:lnTo>
                <a:lnTo>
                  <a:pt x="2333625" y="1905000"/>
                </a:lnTo>
                <a:lnTo>
                  <a:pt x="2324100" y="1905000"/>
                </a:lnTo>
                <a:lnTo>
                  <a:pt x="2324100" y="1914525"/>
                </a:lnTo>
                <a:lnTo>
                  <a:pt x="2314575" y="1914525"/>
                </a:lnTo>
                <a:lnTo>
                  <a:pt x="2314575" y="1924050"/>
                </a:lnTo>
                <a:lnTo>
                  <a:pt x="2295525" y="1924050"/>
                </a:lnTo>
                <a:lnTo>
                  <a:pt x="2295525" y="1933575"/>
                </a:lnTo>
                <a:lnTo>
                  <a:pt x="2266950" y="1933575"/>
                </a:lnTo>
                <a:lnTo>
                  <a:pt x="2266950" y="1962150"/>
                </a:lnTo>
                <a:lnTo>
                  <a:pt x="2276475" y="1962150"/>
                </a:lnTo>
                <a:lnTo>
                  <a:pt x="2276475" y="1952625"/>
                </a:lnTo>
                <a:lnTo>
                  <a:pt x="2295525" y="1952625"/>
                </a:lnTo>
                <a:lnTo>
                  <a:pt x="2295525" y="1962150"/>
                </a:lnTo>
                <a:lnTo>
                  <a:pt x="2371725" y="1962150"/>
                </a:lnTo>
                <a:lnTo>
                  <a:pt x="2371725" y="1971675"/>
                </a:lnTo>
                <a:lnTo>
                  <a:pt x="2447925" y="1971675"/>
                </a:lnTo>
                <a:lnTo>
                  <a:pt x="2447925" y="1981200"/>
                </a:lnTo>
                <a:lnTo>
                  <a:pt x="2533650" y="1981200"/>
                </a:lnTo>
                <a:lnTo>
                  <a:pt x="2533650" y="1990725"/>
                </a:lnTo>
                <a:lnTo>
                  <a:pt x="2609850" y="1990725"/>
                </a:lnTo>
                <a:lnTo>
                  <a:pt x="2609850" y="2000250"/>
                </a:lnTo>
                <a:lnTo>
                  <a:pt x="2667000" y="2000250"/>
                </a:lnTo>
                <a:lnTo>
                  <a:pt x="2667000" y="1981200"/>
                </a:lnTo>
                <a:lnTo>
                  <a:pt x="2638425" y="1981200"/>
                </a:lnTo>
                <a:lnTo>
                  <a:pt x="2638425" y="1971675"/>
                </a:lnTo>
                <a:lnTo>
                  <a:pt x="2628900" y="1971675"/>
                </a:lnTo>
                <a:lnTo>
                  <a:pt x="2628900" y="1952625"/>
                </a:lnTo>
                <a:lnTo>
                  <a:pt x="2667000" y="1952625"/>
                </a:lnTo>
                <a:lnTo>
                  <a:pt x="2667000" y="1962150"/>
                </a:lnTo>
                <a:lnTo>
                  <a:pt x="2676525" y="1962150"/>
                </a:lnTo>
                <a:lnTo>
                  <a:pt x="2676525" y="1971675"/>
                </a:lnTo>
                <a:lnTo>
                  <a:pt x="2686050" y="1971675"/>
                </a:lnTo>
                <a:lnTo>
                  <a:pt x="2686050" y="1962150"/>
                </a:lnTo>
                <a:lnTo>
                  <a:pt x="2705100" y="1962150"/>
                </a:lnTo>
                <a:lnTo>
                  <a:pt x="2705100" y="1952625"/>
                </a:lnTo>
                <a:lnTo>
                  <a:pt x="2733675" y="1952625"/>
                </a:lnTo>
                <a:lnTo>
                  <a:pt x="2733675" y="1962150"/>
                </a:lnTo>
                <a:lnTo>
                  <a:pt x="2743200" y="1962150"/>
                </a:lnTo>
                <a:lnTo>
                  <a:pt x="2743200" y="1981200"/>
                </a:lnTo>
                <a:lnTo>
                  <a:pt x="2762250" y="1981200"/>
                </a:lnTo>
                <a:lnTo>
                  <a:pt x="2762250" y="1971675"/>
                </a:lnTo>
                <a:lnTo>
                  <a:pt x="2752725" y="1971675"/>
                </a:lnTo>
                <a:lnTo>
                  <a:pt x="2752725" y="1962150"/>
                </a:lnTo>
                <a:lnTo>
                  <a:pt x="2762250" y="1962150"/>
                </a:lnTo>
                <a:lnTo>
                  <a:pt x="2762250" y="1952625"/>
                </a:lnTo>
                <a:lnTo>
                  <a:pt x="2771775" y="1952625"/>
                </a:lnTo>
                <a:lnTo>
                  <a:pt x="2771775" y="1943100"/>
                </a:lnTo>
                <a:lnTo>
                  <a:pt x="2762250" y="1943100"/>
                </a:lnTo>
                <a:lnTo>
                  <a:pt x="2762250" y="1933575"/>
                </a:lnTo>
                <a:lnTo>
                  <a:pt x="2752725" y="1933575"/>
                </a:lnTo>
                <a:lnTo>
                  <a:pt x="2752725" y="1905000"/>
                </a:lnTo>
                <a:lnTo>
                  <a:pt x="2762250" y="1905000"/>
                </a:lnTo>
                <a:lnTo>
                  <a:pt x="2762250" y="1895475"/>
                </a:lnTo>
                <a:lnTo>
                  <a:pt x="2771775" y="1895475"/>
                </a:lnTo>
                <a:lnTo>
                  <a:pt x="2771775" y="1905000"/>
                </a:lnTo>
                <a:lnTo>
                  <a:pt x="2781300" y="1905000"/>
                </a:lnTo>
                <a:lnTo>
                  <a:pt x="2781300" y="1933575"/>
                </a:lnTo>
                <a:lnTo>
                  <a:pt x="2771775" y="1933575"/>
                </a:lnTo>
                <a:lnTo>
                  <a:pt x="2771775" y="1943100"/>
                </a:lnTo>
                <a:lnTo>
                  <a:pt x="2800350" y="1943100"/>
                </a:lnTo>
                <a:lnTo>
                  <a:pt x="2800350" y="1914525"/>
                </a:lnTo>
                <a:lnTo>
                  <a:pt x="2809875" y="1914525"/>
                </a:lnTo>
                <a:lnTo>
                  <a:pt x="2809875" y="1905000"/>
                </a:lnTo>
                <a:lnTo>
                  <a:pt x="2819400" y="1905000"/>
                </a:lnTo>
                <a:lnTo>
                  <a:pt x="2819400" y="1914525"/>
                </a:lnTo>
                <a:lnTo>
                  <a:pt x="2876550" y="1914525"/>
                </a:lnTo>
                <a:lnTo>
                  <a:pt x="2876550" y="1905000"/>
                </a:lnTo>
                <a:lnTo>
                  <a:pt x="2886075" y="1905000"/>
                </a:lnTo>
                <a:lnTo>
                  <a:pt x="2886075" y="1914525"/>
                </a:lnTo>
                <a:lnTo>
                  <a:pt x="2895600" y="1914525"/>
                </a:lnTo>
                <a:lnTo>
                  <a:pt x="2895600" y="1905000"/>
                </a:lnTo>
                <a:lnTo>
                  <a:pt x="2905125" y="1905000"/>
                </a:lnTo>
                <a:lnTo>
                  <a:pt x="2905125" y="1895475"/>
                </a:lnTo>
                <a:lnTo>
                  <a:pt x="2886075" y="1895475"/>
                </a:lnTo>
                <a:lnTo>
                  <a:pt x="2886075" y="1885950"/>
                </a:lnTo>
                <a:lnTo>
                  <a:pt x="2876550" y="1885950"/>
                </a:lnTo>
                <a:lnTo>
                  <a:pt x="2876550" y="1895475"/>
                </a:lnTo>
                <a:lnTo>
                  <a:pt x="2857500" y="1895475"/>
                </a:lnTo>
                <a:lnTo>
                  <a:pt x="2857500" y="1885950"/>
                </a:lnTo>
                <a:lnTo>
                  <a:pt x="2847975" y="1885950"/>
                </a:lnTo>
                <a:lnTo>
                  <a:pt x="2847975" y="1895475"/>
                </a:lnTo>
                <a:lnTo>
                  <a:pt x="2819400" y="1895475"/>
                </a:lnTo>
                <a:lnTo>
                  <a:pt x="2819400" y="1885950"/>
                </a:lnTo>
                <a:lnTo>
                  <a:pt x="2809875" y="1885950"/>
                </a:lnTo>
                <a:lnTo>
                  <a:pt x="2809875" y="1866900"/>
                </a:lnTo>
                <a:lnTo>
                  <a:pt x="2800350" y="1866900"/>
                </a:lnTo>
                <a:lnTo>
                  <a:pt x="2800350" y="1857375"/>
                </a:lnTo>
                <a:lnTo>
                  <a:pt x="2809875" y="1857375"/>
                </a:lnTo>
                <a:lnTo>
                  <a:pt x="2809875" y="1847850"/>
                </a:lnTo>
                <a:lnTo>
                  <a:pt x="2819400" y="1847850"/>
                </a:lnTo>
                <a:lnTo>
                  <a:pt x="2819400" y="1857375"/>
                </a:lnTo>
                <a:lnTo>
                  <a:pt x="2828925" y="1857375"/>
                </a:lnTo>
                <a:lnTo>
                  <a:pt x="2828925" y="1847850"/>
                </a:lnTo>
                <a:lnTo>
                  <a:pt x="2838450" y="1847850"/>
                </a:lnTo>
                <a:lnTo>
                  <a:pt x="2838450" y="1838325"/>
                </a:lnTo>
                <a:lnTo>
                  <a:pt x="2847975" y="1838325"/>
                </a:lnTo>
                <a:lnTo>
                  <a:pt x="2847975" y="1828800"/>
                </a:lnTo>
                <a:lnTo>
                  <a:pt x="2838450" y="1828800"/>
                </a:lnTo>
                <a:lnTo>
                  <a:pt x="2838450" y="1819275"/>
                </a:lnTo>
                <a:lnTo>
                  <a:pt x="2867025" y="1819275"/>
                </a:lnTo>
                <a:lnTo>
                  <a:pt x="2867025" y="1809750"/>
                </a:lnTo>
                <a:lnTo>
                  <a:pt x="2895600" y="1809750"/>
                </a:lnTo>
                <a:lnTo>
                  <a:pt x="2895600" y="1838325"/>
                </a:lnTo>
                <a:lnTo>
                  <a:pt x="2867025" y="1838325"/>
                </a:lnTo>
                <a:lnTo>
                  <a:pt x="2867025" y="1828800"/>
                </a:lnTo>
                <a:lnTo>
                  <a:pt x="2857500" y="1828800"/>
                </a:lnTo>
                <a:lnTo>
                  <a:pt x="2857500" y="1838325"/>
                </a:lnTo>
                <a:lnTo>
                  <a:pt x="2867025" y="1838325"/>
                </a:lnTo>
                <a:lnTo>
                  <a:pt x="2867025" y="1857375"/>
                </a:lnTo>
                <a:lnTo>
                  <a:pt x="2876550" y="1857375"/>
                </a:lnTo>
                <a:lnTo>
                  <a:pt x="2876550" y="1847850"/>
                </a:lnTo>
                <a:lnTo>
                  <a:pt x="2886075" y="1847850"/>
                </a:lnTo>
                <a:lnTo>
                  <a:pt x="2886075" y="1857375"/>
                </a:lnTo>
                <a:lnTo>
                  <a:pt x="2895600" y="1857375"/>
                </a:lnTo>
                <a:lnTo>
                  <a:pt x="2895600" y="1847850"/>
                </a:lnTo>
                <a:lnTo>
                  <a:pt x="2952750" y="1847850"/>
                </a:lnTo>
                <a:lnTo>
                  <a:pt x="2952750" y="1857375"/>
                </a:lnTo>
                <a:lnTo>
                  <a:pt x="2971800" y="1857375"/>
                </a:lnTo>
                <a:lnTo>
                  <a:pt x="2971800" y="1866900"/>
                </a:lnTo>
                <a:lnTo>
                  <a:pt x="2981325" y="1866900"/>
                </a:lnTo>
                <a:lnTo>
                  <a:pt x="2981325" y="1885950"/>
                </a:lnTo>
                <a:lnTo>
                  <a:pt x="2971800" y="1885950"/>
                </a:lnTo>
                <a:lnTo>
                  <a:pt x="2971800" y="1905000"/>
                </a:lnTo>
                <a:lnTo>
                  <a:pt x="2962275" y="1905000"/>
                </a:lnTo>
                <a:lnTo>
                  <a:pt x="2962275" y="1914525"/>
                </a:lnTo>
                <a:lnTo>
                  <a:pt x="2971800" y="1914525"/>
                </a:lnTo>
                <a:lnTo>
                  <a:pt x="2971800" y="1924050"/>
                </a:lnTo>
                <a:lnTo>
                  <a:pt x="2990850" y="1924050"/>
                </a:lnTo>
                <a:lnTo>
                  <a:pt x="2990850" y="1914525"/>
                </a:lnTo>
                <a:lnTo>
                  <a:pt x="3000375" y="1914525"/>
                </a:lnTo>
                <a:lnTo>
                  <a:pt x="3000375" y="1924050"/>
                </a:lnTo>
                <a:lnTo>
                  <a:pt x="3009900" y="1924050"/>
                </a:lnTo>
                <a:lnTo>
                  <a:pt x="3009900" y="1933575"/>
                </a:lnTo>
                <a:lnTo>
                  <a:pt x="3038475" y="1933575"/>
                </a:lnTo>
                <a:lnTo>
                  <a:pt x="3038475" y="1943100"/>
                </a:lnTo>
                <a:lnTo>
                  <a:pt x="3095625" y="1943100"/>
                </a:lnTo>
                <a:lnTo>
                  <a:pt x="3095625" y="1952625"/>
                </a:lnTo>
                <a:lnTo>
                  <a:pt x="3143250" y="1952625"/>
                </a:lnTo>
                <a:lnTo>
                  <a:pt x="3143250" y="1962150"/>
                </a:lnTo>
                <a:lnTo>
                  <a:pt x="3267075" y="1962150"/>
                </a:lnTo>
                <a:lnTo>
                  <a:pt x="3267075" y="1971675"/>
                </a:lnTo>
                <a:lnTo>
                  <a:pt x="3295650" y="1971675"/>
                </a:lnTo>
                <a:lnTo>
                  <a:pt x="3295650" y="1952625"/>
                </a:lnTo>
                <a:lnTo>
                  <a:pt x="3305175" y="1952625"/>
                </a:lnTo>
                <a:lnTo>
                  <a:pt x="3305175" y="1962150"/>
                </a:lnTo>
                <a:lnTo>
                  <a:pt x="3314700" y="1962150"/>
                </a:lnTo>
                <a:lnTo>
                  <a:pt x="3314700" y="1952625"/>
                </a:lnTo>
                <a:lnTo>
                  <a:pt x="3324225" y="1952625"/>
                </a:lnTo>
                <a:lnTo>
                  <a:pt x="3324225" y="1943100"/>
                </a:lnTo>
                <a:lnTo>
                  <a:pt x="3343275" y="1943100"/>
                </a:lnTo>
                <a:lnTo>
                  <a:pt x="3343275" y="1924050"/>
                </a:lnTo>
                <a:lnTo>
                  <a:pt x="3352800" y="1924050"/>
                </a:lnTo>
                <a:lnTo>
                  <a:pt x="3352800" y="1905000"/>
                </a:lnTo>
                <a:lnTo>
                  <a:pt x="3362325" y="1905000"/>
                </a:lnTo>
                <a:lnTo>
                  <a:pt x="3362325" y="1876425"/>
                </a:lnTo>
                <a:lnTo>
                  <a:pt x="3352800" y="1876425"/>
                </a:lnTo>
                <a:lnTo>
                  <a:pt x="3352800" y="1885950"/>
                </a:lnTo>
                <a:lnTo>
                  <a:pt x="3343275" y="1885950"/>
                </a:lnTo>
                <a:lnTo>
                  <a:pt x="3343275" y="1838325"/>
                </a:lnTo>
                <a:lnTo>
                  <a:pt x="3333750" y="1838325"/>
                </a:lnTo>
                <a:lnTo>
                  <a:pt x="3333750" y="1819275"/>
                </a:lnTo>
                <a:lnTo>
                  <a:pt x="3314700" y="1819275"/>
                </a:lnTo>
                <a:lnTo>
                  <a:pt x="3314700" y="1809750"/>
                </a:lnTo>
                <a:lnTo>
                  <a:pt x="3295650" y="1809750"/>
                </a:lnTo>
                <a:lnTo>
                  <a:pt x="3295650" y="1800225"/>
                </a:lnTo>
                <a:lnTo>
                  <a:pt x="3314700" y="1800225"/>
                </a:lnTo>
                <a:lnTo>
                  <a:pt x="3314700" y="1790700"/>
                </a:lnTo>
                <a:lnTo>
                  <a:pt x="3305175" y="1790700"/>
                </a:lnTo>
                <a:lnTo>
                  <a:pt x="3305175" y="1762125"/>
                </a:lnTo>
                <a:lnTo>
                  <a:pt x="3267075" y="1762125"/>
                </a:lnTo>
                <a:lnTo>
                  <a:pt x="3267075" y="1752600"/>
                </a:lnTo>
                <a:lnTo>
                  <a:pt x="3248025" y="1752600"/>
                </a:lnTo>
                <a:lnTo>
                  <a:pt x="3248025" y="1762125"/>
                </a:lnTo>
                <a:lnTo>
                  <a:pt x="3228975" y="1762125"/>
                </a:lnTo>
                <a:lnTo>
                  <a:pt x="3228975" y="1752600"/>
                </a:lnTo>
                <a:lnTo>
                  <a:pt x="3219450" y="1752600"/>
                </a:lnTo>
                <a:lnTo>
                  <a:pt x="3219450" y="1771650"/>
                </a:lnTo>
                <a:lnTo>
                  <a:pt x="3200400" y="1771650"/>
                </a:lnTo>
                <a:lnTo>
                  <a:pt x="3200400" y="1781175"/>
                </a:lnTo>
                <a:lnTo>
                  <a:pt x="3190875" y="1781175"/>
                </a:lnTo>
                <a:lnTo>
                  <a:pt x="3190875" y="1800225"/>
                </a:lnTo>
                <a:lnTo>
                  <a:pt x="3171825" y="1800225"/>
                </a:lnTo>
                <a:lnTo>
                  <a:pt x="3171825" y="1790700"/>
                </a:lnTo>
                <a:lnTo>
                  <a:pt x="3181350" y="1790700"/>
                </a:lnTo>
                <a:lnTo>
                  <a:pt x="3181350" y="1781175"/>
                </a:lnTo>
                <a:lnTo>
                  <a:pt x="3143250" y="1781175"/>
                </a:lnTo>
                <a:lnTo>
                  <a:pt x="3143250" y="1752600"/>
                </a:lnTo>
                <a:lnTo>
                  <a:pt x="3124200" y="1752600"/>
                </a:lnTo>
                <a:lnTo>
                  <a:pt x="3124200" y="1733550"/>
                </a:lnTo>
                <a:lnTo>
                  <a:pt x="3105150" y="1733550"/>
                </a:lnTo>
                <a:lnTo>
                  <a:pt x="3105150" y="1724025"/>
                </a:lnTo>
                <a:lnTo>
                  <a:pt x="3114675" y="1724025"/>
                </a:lnTo>
                <a:lnTo>
                  <a:pt x="3114675" y="1714500"/>
                </a:lnTo>
                <a:lnTo>
                  <a:pt x="3124200" y="1714500"/>
                </a:lnTo>
                <a:close/>
                <a:moveTo>
                  <a:pt x="3086100" y="1714500"/>
                </a:moveTo>
                <a:lnTo>
                  <a:pt x="3095625" y="1714500"/>
                </a:lnTo>
                <a:lnTo>
                  <a:pt x="3095625" y="1733550"/>
                </a:lnTo>
                <a:lnTo>
                  <a:pt x="3086100" y="1733550"/>
                </a:lnTo>
                <a:close/>
                <a:moveTo>
                  <a:pt x="2771775" y="1724025"/>
                </a:moveTo>
                <a:lnTo>
                  <a:pt x="2790825" y="1724025"/>
                </a:lnTo>
                <a:lnTo>
                  <a:pt x="2790825" y="1714500"/>
                </a:lnTo>
                <a:lnTo>
                  <a:pt x="2771775" y="1714500"/>
                </a:lnTo>
                <a:close/>
                <a:moveTo>
                  <a:pt x="2286000" y="1733550"/>
                </a:moveTo>
                <a:lnTo>
                  <a:pt x="2295525" y="1733550"/>
                </a:lnTo>
                <a:lnTo>
                  <a:pt x="2295525" y="1743075"/>
                </a:lnTo>
                <a:lnTo>
                  <a:pt x="2305050" y="1743075"/>
                </a:lnTo>
                <a:lnTo>
                  <a:pt x="2305050" y="1762125"/>
                </a:lnTo>
                <a:lnTo>
                  <a:pt x="2276475" y="1762125"/>
                </a:lnTo>
                <a:lnTo>
                  <a:pt x="2276475" y="1752600"/>
                </a:lnTo>
                <a:lnTo>
                  <a:pt x="2286000" y="1752600"/>
                </a:lnTo>
                <a:close/>
                <a:moveTo>
                  <a:pt x="3248025" y="1743075"/>
                </a:moveTo>
                <a:lnTo>
                  <a:pt x="3257550" y="1743075"/>
                </a:lnTo>
                <a:lnTo>
                  <a:pt x="3257550" y="1733550"/>
                </a:lnTo>
                <a:lnTo>
                  <a:pt x="3248025" y="1733550"/>
                </a:lnTo>
                <a:close/>
                <a:moveTo>
                  <a:pt x="2962275" y="1752600"/>
                </a:moveTo>
                <a:lnTo>
                  <a:pt x="2971800" y="1752600"/>
                </a:lnTo>
                <a:lnTo>
                  <a:pt x="2971800" y="1771650"/>
                </a:lnTo>
                <a:lnTo>
                  <a:pt x="2962275" y="1771650"/>
                </a:lnTo>
                <a:close/>
                <a:moveTo>
                  <a:pt x="3114675" y="1752600"/>
                </a:moveTo>
                <a:lnTo>
                  <a:pt x="3124200" y="1752600"/>
                </a:lnTo>
                <a:lnTo>
                  <a:pt x="3124200" y="1762125"/>
                </a:lnTo>
                <a:lnTo>
                  <a:pt x="3133725" y="1762125"/>
                </a:lnTo>
                <a:lnTo>
                  <a:pt x="3133725" y="1771650"/>
                </a:lnTo>
                <a:lnTo>
                  <a:pt x="3114675" y="1771650"/>
                </a:lnTo>
                <a:close/>
                <a:moveTo>
                  <a:pt x="2495550" y="1781175"/>
                </a:moveTo>
                <a:lnTo>
                  <a:pt x="2505075" y="1781175"/>
                </a:lnTo>
                <a:lnTo>
                  <a:pt x="2505075" y="1790700"/>
                </a:lnTo>
                <a:lnTo>
                  <a:pt x="2495550" y="1790700"/>
                </a:lnTo>
                <a:close/>
                <a:moveTo>
                  <a:pt x="2867025" y="1781175"/>
                </a:moveTo>
                <a:lnTo>
                  <a:pt x="2886075" y="1781175"/>
                </a:lnTo>
                <a:lnTo>
                  <a:pt x="2886075" y="1790700"/>
                </a:lnTo>
                <a:lnTo>
                  <a:pt x="2867025" y="1790700"/>
                </a:lnTo>
                <a:close/>
                <a:moveTo>
                  <a:pt x="2971800" y="1781175"/>
                </a:moveTo>
                <a:lnTo>
                  <a:pt x="2981325" y="1781175"/>
                </a:lnTo>
                <a:lnTo>
                  <a:pt x="2981325" y="1800225"/>
                </a:lnTo>
                <a:lnTo>
                  <a:pt x="2962275" y="1800225"/>
                </a:lnTo>
                <a:lnTo>
                  <a:pt x="2962275" y="1790700"/>
                </a:lnTo>
                <a:lnTo>
                  <a:pt x="2971800" y="1790700"/>
                </a:lnTo>
                <a:close/>
                <a:moveTo>
                  <a:pt x="2476500" y="1800225"/>
                </a:moveTo>
                <a:lnTo>
                  <a:pt x="2495550" y="1800225"/>
                </a:lnTo>
                <a:lnTo>
                  <a:pt x="2495550" y="1819275"/>
                </a:lnTo>
                <a:lnTo>
                  <a:pt x="2486025" y="1819275"/>
                </a:lnTo>
                <a:lnTo>
                  <a:pt x="2486025" y="1809750"/>
                </a:lnTo>
                <a:lnTo>
                  <a:pt x="2476500" y="1809750"/>
                </a:lnTo>
                <a:close/>
                <a:moveTo>
                  <a:pt x="2943225" y="1800225"/>
                </a:moveTo>
                <a:lnTo>
                  <a:pt x="2962275" y="1800225"/>
                </a:lnTo>
                <a:lnTo>
                  <a:pt x="2962275" y="1809750"/>
                </a:lnTo>
                <a:lnTo>
                  <a:pt x="2981325" y="1809750"/>
                </a:lnTo>
                <a:lnTo>
                  <a:pt x="2981325" y="1828800"/>
                </a:lnTo>
                <a:lnTo>
                  <a:pt x="2943225" y="1828800"/>
                </a:lnTo>
                <a:lnTo>
                  <a:pt x="2943225" y="1819275"/>
                </a:lnTo>
                <a:lnTo>
                  <a:pt x="2933700" y="1819275"/>
                </a:lnTo>
                <a:lnTo>
                  <a:pt x="2933700" y="1809750"/>
                </a:lnTo>
                <a:lnTo>
                  <a:pt x="2943225" y="1809750"/>
                </a:lnTo>
                <a:close/>
                <a:moveTo>
                  <a:pt x="3257550" y="1800225"/>
                </a:moveTo>
                <a:lnTo>
                  <a:pt x="3267075" y="1800225"/>
                </a:lnTo>
                <a:lnTo>
                  <a:pt x="3267075" y="1809750"/>
                </a:lnTo>
                <a:lnTo>
                  <a:pt x="3257550" y="1809750"/>
                </a:lnTo>
                <a:close/>
                <a:moveTo>
                  <a:pt x="2447925" y="1809750"/>
                </a:moveTo>
                <a:lnTo>
                  <a:pt x="2466975" y="1809750"/>
                </a:lnTo>
                <a:lnTo>
                  <a:pt x="2466975" y="1828800"/>
                </a:lnTo>
                <a:lnTo>
                  <a:pt x="2457450" y="1828800"/>
                </a:lnTo>
                <a:lnTo>
                  <a:pt x="2457450" y="1819275"/>
                </a:lnTo>
                <a:lnTo>
                  <a:pt x="2447925" y="1819275"/>
                </a:lnTo>
                <a:close/>
                <a:moveTo>
                  <a:pt x="2514600" y="1809750"/>
                </a:moveTo>
                <a:lnTo>
                  <a:pt x="2524125" y="1809750"/>
                </a:lnTo>
                <a:lnTo>
                  <a:pt x="2524125" y="1819275"/>
                </a:lnTo>
                <a:lnTo>
                  <a:pt x="2514600" y="1819275"/>
                </a:lnTo>
                <a:close/>
                <a:moveTo>
                  <a:pt x="2362200" y="1895475"/>
                </a:moveTo>
                <a:lnTo>
                  <a:pt x="2371725" y="1895475"/>
                </a:lnTo>
                <a:lnTo>
                  <a:pt x="2371725" y="1905000"/>
                </a:lnTo>
                <a:lnTo>
                  <a:pt x="2362200" y="1905000"/>
                </a:lnTo>
                <a:close/>
                <a:moveTo>
                  <a:pt x="2600325" y="1895475"/>
                </a:moveTo>
                <a:lnTo>
                  <a:pt x="2609850" y="1895475"/>
                </a:lnTo>
                <a:lnTo>
                  <a:pt x="2609850" y="1914525"/>
                </a:lnTo>
                <a:lnTo>
                  <a:pt x="2600325" y="1914525"/>
                </a:lnTo>
                <a:close/>
                <a:moveTo>
                  <a:pt x="2352675" y="1905000"/>
                </a:moveTo>
                <a:lnTo>
                  <a:pt x="2362200" y="1905000"/>
                </a:lnTo>
                <a:lnTo>
                  <a:pt x="2362200" y="1914525"/>
                </a:lnTo>
                <a:lnTo>
                  <a:pt x="2371725" y="1914525"/>
                </a:lnTo>
                <a:lnTo>
                  <a:pt x="2371725" y="1924050"/>
                </a:lnTo>
                <a:lnTo>
                  <a:pt x="2409825" y="1924050"/>
                </a:lnTo>
                <a:lnTo>
                  <a:pt x="2409825" y="1943100"/>
                </a:lnTo>
                <a:lnTo>
                  <a:pt x="2390775" y="1943100"/>
                </a:lnTo>
                <a:lnTo>
                  <a:pt x="2390775" y="1933575"/>
                </a:lnTo>
                <a:lnTo>
                  <a:pt x="2381250" y="1933575"/>
                </a:lnTo>
                <a:lnTo>
                  <a:pt x="2381250" y="1943100"/>
                </a:lnTo>
                <a:lnTo>
                  <a:pt x="2362200" y="1943100"/>
                </a:lnTo>
                <a:lnTo>
                  <a:pt x="2362200" y="1924050"/>
                </a:lnTo>
                <a:lnTo>
                  <a:pt x="2352675" y="1924050"/>
                </a:lnTo>
                <a:close/>
                <a:moveTo>
                  <a:pt x="2409825" y="1905000"/>
                </a:moveTo>
                <a:lnTo>
                  <a:pt x="2419350" y="1905000"/>
                </a:lnTo>
                <a:lnTo>
                  <a:pt x="2419350" y="1914525"/>
                </a:lnTo>
                <a:lnTo>
                  <a:pt x="2409825" y="1914525"/>
                </a:lnTo>
                <a:close/>
                <a:moveTo>
                  <a:pt x="2028825" y="1914525"/>
                </a:moveTo>
                <a:lnTo>
                  <a:pt x="2047875" y="1914525"/>
                </a:lnTo>
                <a:lnTo>
                  <a:pt x="2047875" y="1924050"/>
                </a:lnTo>
                <a:lnTo>
                  <a:pt x="2057400" y="1924050"/>
                </a:lnTo>
                <a:lnTo>
                  <a:pt x="2057400" y="1933575"/>
                </a:lnTo>
                <a:lnTo>
                  <a:pt x="2028825" y="1933575"/>
                </a:lnTo>
                <a:close/>
                <a:moveTo>
                  <a:pt x="2705100" y="1924050"/>
                </a:moveTo>
                <a:lnTo>
                  <a:pt x="2714625" y="1924050"/>
                </a:lnTo>
                <a:lnTo>
                  <a:pt x="2714625" y="1933575"/>
                </a:lnTo>
                <a:lnTo>
                  <a:pt x="2705100" y="1933575"/>
                </a:lnTo>
                <a:close/>
                <a:moveTo>
                  <a:pt x="2724150" y="1924050"/>
                </a:moveTo>
                <a:lnTo>
                  <a:pt x="2733675" y="1924050"/>
                </a:lnTo>
                <a:lnTo>
                  <a:pt x="2733675" y="1943100"/>
                </a:lnTo>
                <a:lnTo>
                  <a:pt x="2724150" y="1943100"/>
                </a:lnTo>
                <a:close/>
                <a:moveTo>
                  <a:pt x="2228850" y="1952625"/>
                </a:moveTo>
                <a:lnTo>
                  <a:pt x="2257425" y="1952625"/>
                </a:lnTo>
                <a:lnTo>
                  <a:pt x="2257425" y="1933575"/>
                </a:lnTo>
                <a:lnTo>
                  <a:pt x="2228850" y="1933575"/>
                </a:lnTo>
                <a:close/>
                <a:moveTo>
                  <a:pt x="2581275" y="1952625"/>
                </a:moveTo>
                <a:lnTo>
                  <a:pt x="2590800" y="1952625"/>
                </a:lnTo>
                <a:lnTo>
                  <a:pt x="2590800" y="1962150"/>
                </a:lnTo>
                <a:lnTo>
                  <a:pt x="2581275" y="1962150"/>
                </a:lnTo>
                <a:close/>
                <a:moveTo>
                  <a:pt x="2876550" y="1952625"/>
                </a:moveTo>
                <a:lnTo>
                  <a:pt x="2895600" y="1952625"/>
                </a:lnTo>
                <a:lnTo>
                  <a:pt x="2895600" y="1943100"/>
                </a:lnTo>
                <a:lnTo>
                  <a:pt x="2886075" y="1943100"/>
                </a:lnTo>
                <a:lnTo>
                  <a:pt x="2886075" y="1933575"/>
                </a:lnTo>
                <a:lnTo>
                  <a:pt x="2876550" y="1933575"/>
                </a:lnTo>
                <a:close/>
                <a:moveTo>
                  <a:pt x="2819400" y="1971675"/>
                </a:moveTo>
                <a:lnTo>
                  <a:pt x="2838450" y="1971675"/>
                </a:lnTo>
                <a:lnTo>
                  <a:pt x="2838450" y="1981200"/>
                </a:lnTo>
                <a:lnTo>
                  <a:pt x="2857500" y="1981200"/>
                </a:lnTo>
                <a:lnTo>
                  <a:pt x="2857500" y="1971675"/>
                </a:lnTo>
                <a:lnTo>
                  <a:pt x="2847975" y="1971675"/>
                </a:lnTo>
                <a:lnTo>
                  <a:pt x="2847975" y="1962150"/>
                </a:lnTo>
                <a:lnTo>
                  <a:pt x="2828925" y="1962150"/>
                </a:lnTo>
                <a:lnTo>
                  <a:pt x="2828925" y="1952625"/>
                </a:lnTo>
                <a:lnTo>
                  <a:pt x="2819400" y="1952625"/>
                </a:lnTo>
                <a:close/>
                <a:moveTo>
                  <a:pt x="3086100" y="1990725"/>
                </a:moveTo>
                <a:lnTo>
                  <a:pt x="3095625" y="1990725"/>
                </a:lnTo>
                <a:lnTo>
                  <a:pt x="3095625" y="2000250"/>
                </a:lnTo>
                <a:lnTo>
                  <a:pt x="3152775" y="2000250"/>
                </a:lnTo>
                <a:lnTo>
                  <a:pt x="3152775" y="1971675"/>
                </a:lnTo>
                <a:lnTo>
                  <a:pt x="3095625" y="1971675"/>
                </a:lnTo>
                <a:lnTo>
                  <a:pt x="3095625" y="1981200"/>
                </a:lnTo>
                <a:lnTo>
                  <a:pt x="3086100" y="1981200"/>
                </a:lnTo>
                <a:close/>
                <a:moveTo>
                  <a:pt x="2695575" y="2000250"/>
                </a:moveTo>
                <a:lnTo>
                  <a:pt x="2705100" y="2000250"/>
                </a:lnTo>
                <a:lnTo>
                  <a:pt x="2705100" y="2009775"/>
                </a:lnTo>
                <a:lnTo>
                  <a:pt x="2743200" y="2009775"/>
                </a:lnTo>
                <a:lnTo>
                  <a:pt x="2743200" y="2000250"/>
                </a:lnTo>
                <a:lnTo>
                  <a:pt x="2762250" y="2000250"/>
                </a:lnTo>
                <a:lnTo>
                  <a:pt x="2762250" y="1990725"/>
                </a:lnTo>
                <a:lnTo>
                  <a:pt x="2733675" y="1990725"/>
                </a:lnTo>
                <a:lnTo>
                  <a:pt x="2733675" y="1981200"/>
                </a:lnTo>
                <a:lnTo>
                  <a:pt x="2705100" y="1981200"/>
                </a:lnTo>
                <a:lnTo>
                  <a:pt x="2705100" y="1971675"/>
                </a:lnTo>
                <a:lnTo>
                  <a:pt x="2695575" y="1971675"/>
                </a:lnTo>
                <a:close/>
                <a:moveTo>
                  <a:pt x="2771775" y="2000250"/>
                </a:moveTo>
                <a:lnTo>
                  <a:pt x="2781300" y="2000250"/>
                </a:lnTo>
                <a:lnTo>
                  <a:pt x="2781300" y="1990725"/>
                </a:lnTo>
                <a:lnTo>
                  <a:pt x="2771775" y="1990725"/>
                </a:lnTo>
                <a:close/>
                <a:moveTo>
                  <a:pt x="2286000" y="2009775"/>
                </a:moveTo>
                <a:lnTo>
                  <a:pt x="2295525" y="2009775"/>
                </a:lnTo>
                <a:lnTo>
                  <a:pt x="2295525" y="1990725"/>
                </a:lnTo>
                <a:lnTo>
                  <a:pt x="2286000" y="1990725"/>
                </a:lnTo>
                <a:lnTo>
                  <a:pt x="2286000" y="2000250"/>
                </a:lnTo>
                <a:lnTo>
                  <a:pt x="2276475" y="2000250"/>
                </a:lnTo>
                <a:lnTo>
                  <a:pt x="2276475" y="2009775"/>
                </a:lnTo>
                <a:lnTo>
                  <a:pt x="2266950" y="2009775"/>
                </a:lnTo>
                <a:lnTo>
                  <a:pt x="2266950" y="2019300"/>
                </a:lnTo>
                <a:lnTo>
                  <a:pt x="2257425" y="2019300"/>
                </a:lnTo>
                <a:lnTo>
                  <a:pt x="2257425" y="2028825"/>
                </a:lnTo>
                <a:lnTo>
                  <a:pt x="2266950" y="2028825"/>
                </a:lnTo>
                <a:lnTo>
                  <a:pt x="2266950" y="2047875"/>
                </a:lnTo>
                <a:lnTo>
                  <a:pt x="2276475" y="2047875"/>
                </a:lnTo>
                <a:lnTo>
                  <a:pt x="2276475" y="2066925"/>
                </a:lnTo>
                <a:lnTo>
                  <a:pt x="2286000" y="2066925"/>
                </a:lnTo>
                <a:lnTo>
                  <a:pt x="2286000" y="2076450"/>
                </a:lnTo>
                <a:lnTo>
                  <a:pt x="2276475" y="2076450"/>
                </a:lnTo>
                <a:lnTo>
                  <a:pt x="2276475" y="2095500"/>
                </a:lnTo>
                <a:lnTo>
                  <a:pt x="2266950" y="2095500"/>
                </a:lnTo>
                <a:lnTo>
                  <a:pt x="2266950" y="2114550"/>
                </a:lnTo>
                <a:lnTo>
                  <a:pt x="2276475" y="2114550"/>
                </a:lnTo>
                <a:lnTo>
                  <a:pt x="2276475" y="2124075"/>
                </a:lnTo>
                <a:lnTo>
                  <a:pt x="2324100" y="2124075"/>
                </a:lnTo>
                <a:lnTo>
                  <a:pt x="2324100" y="2133600"/>
                </a:lnTo>
                <a:lnTo>
                  <a:pt x="2343150" y="2133600"/>
                </a:lnTo>
                <a:lnTo>
                  <a:pt x="2343150" y="2124075"/>
                </a:lnTo>
                <a:lnTo>
                  <a:pt x="2419350" y="2124075"/>
                </a:lnTo>
                <a:lnTo>
                  <a:pt x="2419350" y="2114550"/>
                </a:lnTo>
                <a:lnTo>
                  <a:pt x="2428875" y="2114550"/>
                </a:lnTo>
                <a:lnTo>
                  <a:pt x="2428875" y="2124075"/>
                </a:lnTo>
                <a:lnTo>
                  <a:pt x="2457450" y="2124075"/>
                </a:lnTo>
                <a:lnTo>
                  <a:pt x="2457450" y="2133600"/>
                </a:lnTo>
                <a:lnTo>
                  <a:pt x="2466975" y="2133600"/>
                </a:lnTo>
                <a:lnTo>
                  <a:pt x="2466975" y="2143125"/>
                </a:lnTo>
                <a:lnTo>
                  <a:pt x="2486025" y="2143125"/>
                </a:lnTo>
                <a:lnTo>
                  <a:pt x="2486025" y="2133600"/>
                </a:lnTo>
                <a:lnTo>
                  <a:pt x="2543175" y="2133600"/>
                </a:lnTo>
                <a:lnTo>
                  <a:pt x="2543175" y="2143125"/>
                </a:lnTo>
                <a:lnTo>
                  <a:pt x="2571750" y="2143125"/>
                </a:lnTo>
                <a:lnTo>
                  <a:pt x="2571750" y="2124075"/>
                </a:lnTo>
                <a:lnTo>
                  <a:pt x="2562225" y="2124075"/>
                </a:lnTo>
                <a:lnTo>
                  <a:pt x="2562225" y="2095500"/>
                </a:lnTo>
                <a:lnTo>
                  <a:pt x="2552700" y="2095500"/>
                </a:lnTo>
                <a:lnTo>
                  <a:pt x="2552700" y="2085975"/>
                </a:lnTo>
                <a:lnTo>
                  <a:pt x="2543175" y="2085975"/>
                </a:lnTo>
                <a:lnTo>
                  <a:pt x="2543175" y="2076450"/>
                </a:lnTo>
                <a:lnTo>
                  <a:pt x="2524125" y="2076450"/>
                </a:lnTo>
                <a:lnTo>
                  <a:pt x="2524125" y="2085975"/>
                </a:lnTo>
                <a:lnTo>
                  <a:pt x="2514600" y="2085975"/>
                </a:lnTo>
                <a:lnTo>
                  <a:pt x="2514600" y="2076450"/>
                </a:lnTo>
                <a:lnTo>
                  <a:pt x="2495550" y="2076450"/>
                </a:lnTo>
                <a:lnTo>
                  <a:pt x="2495550" y="2085975"/>
                </a:lnTo>
                <a:lnTo>
                  <a:pt x="2466975" y="2085975"/>
                </a:lnTo>
                <a:lnTo>
                  <a:pt x="2466975" y="2076450"/>
                </a:lnTo>
                <a:lnTo>
                  <a:pt x="2428875" y="2076450"/>
                </a:lnTo>
                <a:lnTo>
                  <a:pt x="2428875" y="2085975"/>
                </a:lnTo>
                <a:lnTo>
                  <a:pt x="2419350" y="2085975"/>
                </a:lnTo>
                <a:lnTo>
                  <a:pt x="2419350" y="2076450"/>
                </a:lnTo>
                <a:lnTo>
                  <a:pt x="2371725" y="2076450"/>
                </a:lnTo>
                <a:lnTo>
                  <a:pt x="2371725" y="2066925"/>
                </a:lnTo>
                <a:lnTo>
                  <a:pt x="2362200" y="2066925"/>
                </a:lnTo>
                <a:lnTo>
                  <a:pt x="2362200" y="2057400"/>
                </a:lnTo>
                <a:lnTo>
                  <a:pt x="2352675" y="2057400"/>
                </a:lnTo>
                <a:lnTo>
                  <a:pt x="2352675" y="2066925"/>
                </a:lnTo>
                <a:lnTo>
                  <a:pt x="2333625" y="2066925"/>
                </a:lnTo>
                <a:lnTo>
                  <a:pt x="2333625" y="2057400"/>
                </a:lnTo>
                <a:lnTo>
                  <a:pt x="2314575" y="2057400"/>
                </a:lnTo>
                <a:lnTo>
                  <a:pt x="2314575" y="2038350"/>
                </a:lnTo>
                <a:lnTo>
                  <a:pt x="2286000" y="2038350"/>
                </a:lnTo>
                <a:close/>
                <a:moveTo>
                  <a:pt x="2781300" y="2009775"/>
                </a:moveTo>
                <a:lnTo>
                  <a:pt x="2790825" y="2009775"/>
                </a:lnTo>
                <a:lnTo>
                  <a:pt x="2790825" y="2019300"/>
                </a:lnTo>
                <a:lnTo>
                  <a:pt x="2819400" y="2019300"/>
                </a:lnTo>
                <a:lnTo>
                  <a:pt x="2819400" y="2000250"/>
                </a:lnTo>
                <a:lnTo>
                  <a:pt x="2800350" y="2000250"/>
                </a:lnTo>
                <a:lnTo>
                  <a:pt x="2800350" y="1990725"/>
                </a:lnTo>
                <a:lnTo>
                  <a:pt x="2790825" y="1990725"/>
                </a:lnTo>
                <a:lnTo>
                  <a:pt x="2790825" y="2000250"/>
                </a:lnTo>
                <a:lnTo>
                  <a:pt x="2781300" y="2000250"/>
                </a:lnTo>
                <a:close/>
                <a:moveTo>
                  <a:pt x="2838450" y="2009775"/>
                </a:moveTo>
                <a:lnTo>
                  <a:pt x="2847975" y="2009775"/>
                </a:lnTo>
                <a:lnTo>
                  <a:pt x="2847975" y="2000250"/>
                </a:lnTo>
                <a:lnTo>
                  <a:pt x="2838450" y="2000250"/>
                </a:lnTo>
                <a:close/>
                <a:moveTo>
                  <a:pt x="2238375" y="2028825"/>
                </a:moveTo>
                <a:lnTo>
                  <a:pt x="2247900" y="2028825"/>
                </a:lnTo>
                <a:lnTo>
                  <a:pt x="2247900" y="2038350"/>
                </a:lnTo>
                <a:lnTo>
                  <a:pt x="2238375" y="2038350"/>
                </a:lnTo>
                <a:close/>
                <a:moveTo>
                  <a:pt x="2867025" y="2028825"/>
                </a:moveTo>
                <a:lnTo>
                  <a:pt x="2924175" y="2028825"/>
                </a:lnTo>
                <a:lnTo>
                  <a:pt x="2924175" y="2009775"/>
                </a:lnTo>
                <a:lnTo>
                  <a:pt x="2867025" y="2009775"/>
                </a:lnTo>
                <a:close/>
                <a:moveTo>
                  <a:pt x="3028950" y="2047875"/>
                </a:moveTo>
                <a:lnTo>
                  <a:pt x="3057525" y="2047875"/>
                </a:lnTo>
                <a:lnTo>
                  <a:pt x="3057525" y="2028825"/>
                </a:lnTo>
                <a:lnTo>
                  <a:pt x="3028950" y="2028825"/>
                </a:lnTo>
                <a:close/>
                <a:moveTo>
                  <a:pt x="2305050" y="2057400"/>
                </a:moveTo>
                <a:lnTo>
                  <a:pt x="2314575" y="2057400"/>
                </a:lnTo>
                <a:lnTo>
                  <a:pt x="2314575" y="2066925"/>
                </a:lnTo>
                <a:lnTo>
                  <a:pt x="2305050" y="2066925"/>
                </a:lnTo>
                <a:close/>
                <a:moveTo>
                  <a:pt x="3057525" y="2057400"/>
                </a:moveTo>
                <a:lnTo>
                  <a:pt x="3067050" y="2057400"/>
                </a:lnTo>
                <a:lnTo>
                  <a:pt x="3067050" y="2047875"/>
                </a:lnTo>
                <a:lnTo>
                  <a:pt x="3057525" y="2047875"/>
                </a:lnTo>
                <a:close/>
                <a:moveTo>
                  <a:pt x="3114675" y="2057400"/>
                </a:moveTo>
                <a:lnTo>
                  <a:pt x="3133725" y="2057400"/>
                </a:lnTo>
                <a:lnTo>
                  <a:pt x="3133725" y="2038350"/>
                </a:lnTo>
                <a:lnTo>
                  <a:pt x="3114675" y="2038350"/>
                </a:lnTo>
                <a:close/>
                <a:moveTo>
                  <a:pt x="3190875" y="2066925"/>
                </a:moveTo>
                <a:lnTo>
                  <a:pt x="3219450" y="2066925"/>
                </a:lnTo>
                <a:lnTo>
                  <a:pt x="3219450" y="2047875"/>
                </a:lnTo>
                <a:lnTo>
                  <a:pt x="3190875" y="2047875"/>
                </a:lnTo>
                <a:close/>
                <a:moveTo>
                  <a:pt x="3276600" y="2076450"/>
                </a:moveTo>
                <a:lnTo>
                  <a:pt x="3286125" y="2076450"/>
                </a:lnTo>
                <a:lnTo>
                  <a:pt x="3286125" y="2057400"/>
                </a:lnTo>
                <a:lnTo>
                  <a:pt x="3276600" y="2057400"/>
                </a:lnTo>
                <a:close/>
                <a:moveTo>
                  <a:pt x="2257425" y="2200275"/>
                </a:moveTo>
                <a:lnTo>
                  <a:pt x="2266950" y="2200275"/>
                </a:lnTo>
                <a:lnTo>
                  <a:pt x="2266950" y="2209800"/>
                </a:lnTo>
                <a:lnTo>
                  <a:pt x="2314575" y="2209800"/>
                </a:lnTo>
                <a:lnTo>
                  <a:pt x="2314575" y="2219325"/>
                </a:lnTo>
                <a:lnTo>
                  <a:pt x="2400300" y="2219325"/>
                </a:lnTo>
                <a:lnTo>
                  <a:pt x="2400300" y="2228850"/>
                </a:lnTo>
                <a:lnTo>
                  <a:pt x="2428875" y="2228850"/>
                </a:lnTo>
                <a:lnTo>
                  <a:pt x="2428875" y="2238375"/>
                </a:lnTo>
                <a:lnTo>
                  <a:pt x="2438400" y="2238375"/>
                </a:lnTo>
                <a:lnTo>
                  <a:pt x="2438400" y="2247900"/>
                </a:lnTo>
                <a:lnTo>
                  <a:pt x="2495550" y="2247900"/>
                </a:lnTo>
                <a:lnTo>
                  <a:pt x="2495550" y="2200275"/>
                </a:lnTo>
                <a:lnTo>
                  <a:pt x="2486025" y="2200275"/>
                </a:lnTo>
                <a:lnTo>
                  <a:pt x="2486025" y="2190750"/>
                </a:lnTo>
                <a:lnTo>
                  <a:pt x="2457450" y="2190750"/>
                </a:lnTo>
                <a:lnTo>
                  <a:pt x="2457450" y="2181225"/>
                </a:lnTo>
                <a:lnTo>
                  <a:pt x="2428875" y="2181225"/>
                </a:lnTo>
                <a:lnTo>
                  <a:pt x="2428875" y="2171700"/>
                </a:lnTo>
                <a:lnTo>
                  <a:pt x="2409825" y="2171700"/>
                </a:lnTo>
                <a:lnTo>
                  <a:pt x="2409825" y="2162175"/>
                </a:lnTo>
                <a:lnTo>
                  <a:pt x="2381250" y="2162175"/>
                </a:lnTo>
                <a:lnTo>
                  <a:pt x="2381250" y="2171700"/>
                </a:lnTo>
                <a:lnTo>
                  <a:pt x="2352675" y="2171700"/>
                </a:lnTo>
                <a:lnTo>
                  <a:pt x="2352675" y="2162175"/>
                </a:lnTo>
                <a:lnTo>
                  <a:pt x="2333625" y="2162175"/>
                </a:lnTo>
                <a:lnTo>
                  <a:pt x="2333625" y="2171700"/>
                </a:lnTo>
                <a:lnTo>
                  <a:pt x="2305050" y="2171700"/>
                </a:lnTo>
                <a:lnTo>
                  <a:pt x="2305050" y="2162175"/>
                </a:lnTo>
                <a:lnTo>
                  <a:pt x="2295525" y="2162175"/>
                </a:lnTo>
                <a:lnTo>
                  <a:pt x="2295525" y="2152650"/>
                </a:lnTo>
                <a:lnTo>
                  <a:pt x="2276475" y="2152650"/>
                </a:lnTo>
                <a:lnTo>
                  <a:pt x="2276475" y="2162175"/>
                </a:lnTo>
                <a:lnTo>
                  <a:pt x="2266950" y="2162175"/>
                </a:lnTo>
                <a:lnTo>
                  <a:pt x="2266950" y="2181225"/>
                </a:lnTo>
                <a:lnTo>
                  <a:pt x="2257425" y="2181225"/>
                </a:lnTo>
                <a:close/>
                <a:moveTo>
                  <a:pt x="2952750" y="2257425"/>
                </a:moveTo>
                <a:lnTo>
                  <a:pt x="2962275" y="2257425"/>
                </a:lnTo>
                <a:lnTo>
                  <a:pt x="2962275" y="2266950"/>
                </a:lnTo>
                <a:lnTo>
                  <a:pt x="2971800" y="2266950"/>
                </a:lnTo>
                <a:lnTo>
                  <a:pt x="2971800" y="2276475"/>
                </a:lnTo>
                <a:lnTo>
                  <a:pt x="2981325" y="2276475"/>
                </a:lnTo>
                <a:lnTo>
                  <a:pt x="2981325" y="2286000"/>
                </a:lnTo>
                <a:lnTo>
                  <a:pt x="2990850" y="2286000"/>
                </a:lnTo>
                <a:lnTo>
                  <a:pt x="2990850" y="2295525"/>
                </a:lnTo>
                <a:lnTo>
                  <a:pt x="3019425" y="2295525"/>
                </a:lnTo>
                <a:lnTo>
                  <a:pt x="3019425" y="2305050"/>
                </a:lnTo>
                <a:lnTo>
                  <a:pt x="3105150" y="2305050"/>
                </a:lnTo>
                <a:lnTo>
                  <a:pt x="3105150" y="2314575"/>
                </a:lnTo>
                <a:lnTo>
                  <a:pt x="3152775" y="2314575"/>
                </a:lnTo>
                <a:lnTo>
                  <a:pt x="3152775" y="2324100"/>
                </a:lnTo>
                <a:lnTo>
                  <a:pt x="3267075" y="2324100"/>
                </a:lnTo>
                <a:lnTo>
                  <a:pt x="3267075" y="2314575"/>
                </a:lnTo>
                <a:lnTo>
                  <a:pt x="3286125" y="2314575"/>
                </a:lnTo>
                <a:lnTo>
                  <a:pt x="3286125" y="2305050"/>
                </a:lnTo>
                <a:lnTo>
                  <a:pt x="3295650" y="2305050"/>
                </a:lnTo>
                <a:lnTo>
                  <a:pt x="3295650" y="2295525"/>
                </a:lnTo>
                <a:lnTo>
                  <a:pt x="3305175" y="2295525"/>
                </a:lnTo>
                <a:lnTo>
                  <a:pt x="3305175" y="2266950"/>
                </a:lnTo>
                <a:lnTo>
                  <a:pt x="3314700" y="2266950"/>
                </a:lnTo>
                <a:lnTo>
                  <a:pt x="3314700" y="2219325"/>
                </a:lnTo>
                <a:lnTo>
                  <a:pt x="3305175" y="2219325"/>
                </a:lnTo>
                <a:lnTo>
                  <a:pt x="3305175" y="2209800"/>
                </a:lnTo>
                <a:lnTo>
                  <a:pt x="3295650" y="2209800"/>
                </a:lnTo>
                <a:lnTo>
                  <a:pt x="3295650" y="2190750"/>
                </a:lnTo>
                <a:lnTo>
                  <a:pt x="3286125" y="2190750"/>
                </a:lnTo>
                <a:lnTo>
                  <a:pt x="3286125" y="2181225"/>
                </a:lnTo>
                <a:lnTo>
                  <a:pt x="3267075" y="2181225"/>
                </a:lnTo>
                <a:lnTo>
                  <a:pt x="3267075" y="2171700"/>
                </a:lnTo>
                <a:lnTo>
                  <a:pt x="3238500" y="2171700"/>
                </a:lnTo>
                <a:lnTo>
                  <a:pt x="3238500" y="2162175"/>
                </a:lnTo>
                <a:lnTo>
                  <a:pt x="3152775" y="2162175"/>
                </a:lnTo>
                <a:lnTo>
                  <a:pt x="3152775" y="2152650"/>
                </a:lnTo>
                <a:lnTo>
                  <a:pt x="3105150" y="2152650"/>
                </a:lnTo>
                <a:lnTo>
                  <a:pt x="3105150" y="2143125"/>
                </a:lnTo>
                <a:lnTo>
                  <a:pt x="2990850" y="2143125"/>
                </a:lnTo>
                <a:lnTo>
                  <a:pt x="2990850" y="2152650"/>
                </a:lnTo>
                <a:lnTo>
                  <a:pt x="2981325" y="2152650"/>
                </a:lnTo>
                <a:lnTo>
                  <a:pt x="2981325" y="2162175"/>
                </a:lnTo>
                <a:lnTo>
                  <a:pt x="2971800" y="2162175"/>
                </a:lnTo>
                <a:lnTo>
                  <a:pt x="2971800" y="2171700"/>
                </a:lnTo>
                <a:lnTo>
                  <a:pt x="2962275" y="2171700"/>
                </a:lnTo>
                <a:lnTo>
                  <a:pt x="2962275" y="2190750"/>
                </a:lnTo>
                <a:lnTo>
                  <a:pt x="2952750" y="2190750"/>
                </a:lnTo>
                <a:close/>
                <a:moveTo>
                  <a:pt x="2209800" y="2305050"/>
                </a:moveTo>
                <a:lnTo>
                  <a:pt x="2228850" y="2305050"/>
                </a:lnTo>
                <a:lnTo>
                  <a:pt x="2228850" y="2286000"/>
                </a:lnTo>
                <a:lnTo>
                  <a:pt x="2209800" y="2286000"/>
                </a:lnTo>
                <a:close/>
                <a:moveTo>
                  <a:pt x="2266950" y="2314575"/>
                </a:moveTo>
                <a:lnTo>
                  <a:pt x="2314575" y="2314575"/>
                </a:lnTo>
                <a:lnTo>
                  <a:pt x="2314575" y="2295525"/>
                </a:lnTo>
                <a:lnTo>
                  <a:pt x="2266950" y="2295525"/>
                </a:lnTo>
                <a:close/>
                <a:moveTo>
                  <a:pt x="2333625" y="2324100"/>
                </a:moveTo>
                <a:lnTo>
                  <a:pt x="2352675" y="2324100"/>
                </a:lnTo>
                <a:lnTo>
                  <a:pt x="2352675" y="2333625"/>
                </a:lnTo>
                <a:lnTo>
                  <a:pt x="2371725" y="2333625"/>
                </a:lnTo>
                <a:lnTo>
                  <a:pt x="2371725" y="2324100"/>
                </a:lnTo>
                <a:lnTo>
                  <a:pt x="2381250" y="2324100"/>
                </a:lnTo>
                <a:lnTo>
                  <a:pt x="2381250" y="2305050"/>
                </a:lnTo>
                <a:lnTo>
                  <a:pt x="2333625" y="2305050"/>
                </a:lnTo>
                <a:close/>
                <a:moveTo>
                  <a:pt x="2409825" y="2333625"/>
                </a:moveTo>
                <a:lnTo>
                  <a:pt x="2419350" y="2333625"/>
                </a:lnTo>
                <a:lnTo>
                  <a:pt x="2419350" y="2343150"/>
                </a:lnTo>
                <a:lnTo>
                  <a:pt x="2438400" y="2343150"/>
                </a:lnTo>
                <a:lnTo>
                  <a:pt x="2438400" y="2333625"/>
                </a:lnTo>
                <a:lnTo>
                  <a:pt x="2447925" y="2333625"/>
                </a:lnTo>
                <a:lnTo>
                  <a:pt x="2447925" y="2324100"/>
                </a:lnTo>
                <a:lnTo>
                  <a:pt x="2438400" y="2324100"/>
                </a:lnTo>
                <a:lnTo>
                  <a:pt x="2438400" y="2314575"/>
                </a:lnTo>
                <a:lnTo>
                  <a:pt x="2409825" y="2314575"/>
                </a:lnTo>
                <a:close/>
                <a:moveTo>
                  <a:pt x="2495550" y="2343150"/>
                </a:moveTo>
                <a:lnTo>
                  <a:pt x="2524125" y="2343150"/>
                </a:lnTo>
                <a:lnTo>
                  <a:pt x="2524125" y="2324100"/>
                </a:lnTo>
                <a:lnTo>
                  <a:pt x="2495550" y="2324100"/>
                </a:lnTo>
                <a:close/>
                <a:moveTo>
                  <a:pt x="2552700" y="2352675"/>
                </a:moveTo>
                <a:lnTo>
                  <a:pt x="2590800" y="2352675"/>
                </a:lnTo>
                <a:lnTo>
                  <a:pt x="2590800" y="2333625"/>
                </a:lnTo>
                <a:lnTo>
                  <a:pt x="2552700" y="2333625"/>
                </a:lnTo>
                <a:close/>
                <a:moveTo>
                  <a:pt x="2638425" y="2362200"/>
                </a:moveTo>
                <a:lnTo>
                  <a:pt x="2647950" y="2362200"/>
                </a:lnTo>
                <a:lnTo>
                  <a:pt x="2647950" y="2343150"/>
                </a:lnTo>
                <a:lnTo>
                  <a:pt x="2638425" y="2343150"/>
                </a:lnTo>
                <a:close/>
                <a:moveTo>
                  <a:pt x="2781300" y="2381250"/>
                </a:moveTo>
                <a:lnTo>
                  <a:pt x="2800350" y="2381250"/>
                </a:lnTo>
                <a:lnTo>
                  <a:pt x="2800350" y="2362200"/>
                </a:lnTo>
                <a:lnTo>
                  <a:pt x="2781300" y="2362200"/>
                </a:lnTo>
                <a:close/>
                <a:moveTo>
                  <a:pt x="3038475" y="2428875"/>
                </a:moveTo>
                <a:lnTo>
                  <a:pt x="3057525" y="2428875"/>
                </a:lnTo>
                <a:lnTo>
                  <a:pt x="3057525" y="2419350"/>
                </a:lnTo>
                <a:lnTo>
                  <a:pt x="3038475" y="2419350"/>
                </a:lnTo>
                <a:close/>
                <a:moveTo>
                  <a:pt x="2219325" y="2447925"/>
                </a:moveTo>
                <a:lnTo>
                  <a:pt x="2238375" y="2447925"/>
                </a:lnTo>
                <a:lnTo>
                  <a:pt x="2238375" y="2457450"/>
                </a:lnTo>
                <a:lnTo>
                  <a:pt x="2247900" y="2457450"/>
                </a:lnTo>
                <a:lnTo>
                  <a:pt x="2247900" y="2466975"/>
                </a:lnTo>
                <a:lnTo>
                  <a:pt x="2324100" y="2466975"/>
                </a:lnTo>
                <a:lnTo>
                  <a:pt x="2324100" y="2476500"/>
                </a:lnTo>
                <a:lnTo>
                  <a:pt x="2314575" y="2476500"/>
                </a:lnTo>
                <a:lnTo>
                  <a:pt x="2314575" y="2486025"/>
                </a:lnTo>
                <a:lnTo>
                  <a:pt x="2362200" y="2486025"/>
                </a:lnTo>
                <a:lnTo>
                  <a:pt x="2362200" y="2495550"/>
                </a:lnTo>
                <a:lnTo>
                  <a:pt x="2400300" y="2495550"/>
                </a:lnTo>
                <a:lnTo>
                  <a:pt x="2400300" y="2505075"/>
                </a:lnTo>
                <a:lnTo>
                  <a:pt x="2438400" y="2505075"/>
                </a:lnTo>
                <a:lnTo>
                  <a:pt x="2438400" y="2533650"/>
                </a:lnTo>
                <a:lnTo>
                  <a:pt x="2419350" y="2533650"/>
                </a:lnTo>
                <a:lnTo>
                  <a:pt x="2419350" y="2524125"/>
                </a:lnTo>
                <a:lnTo>
                  <a:pt x="2362200" y="2524125"/>
                </a:lnTo>
                <a:lnTo>
                  <a:pt x="2362200" y="2514600"/>
                </a:lnTo>
                <a:lnTo>
                  <a:pt x="2343150" y="2514600"/>
                </a:lnTo>
                <a:lnTo>
                  <a:pt x="2343150" y="2505075"/>
                </a:lnTo>
                <a:lnTo>
                  <a:pt x="2333625" y="2505075"/>
                </a:lnTo>
                <a:lnTo>
                  <a:pt x="2333625" y="2495550"/>
                </a:lnTo>
                <a:lnTo>
                  <a:pt x="2305050" y="2495550"/>
                </a:lnTo>
                <a:lnTo>
                  <a:pt x="2305050" y="2505075"/>
                </a:lnTo>
                <a:lnTo>
                  <a:pt x="2295525" y="2505075"/>
                </a:lnTo>
                <a:lnTo>
                  <a:pt x="2295525" y="2514600"/>
                </a:lnTo>
                <a:lnTo>
                  <a:pt x="2286000" y="2514600"/>
                </a:lnTo>
                <a:lnTo>
                  <a:pt x="2286000" y="2505075"/>
                </a:lnTo>
                <a:lnTo>
                  <a:pt x="2276475" y="2505075"/>
                </a:lnTo>
                <a:lnTo>
                  <a:pt x="2276475" y="2514600"/>
                </a:lnTo>
                <a:lnTo>
                  <a:pt x="2238375" y="2514600"/>
                </a:lnTo>
                <a:lnTo>
                  <a:pt x="2238375" y="2524125"/>
                </a:lnTo>
                <a:lnTo>
                  <a:pt x="2219325" y="2524125"/>
                </a:lnTo>
                <a:lnTo>
                  <a:pt x="2219325" y="2533650"/>
                </a:lnTo>
                <a:lnTo>
                  <a:pt x="2228850" y="2533650"/>
                </a:lnTo>
                <a:lnTo>
                  <a:pt x="2228850" y="2543175"/>
                </a:lnTo>
                <a:lnTo>
                  <a:pt x="2219325" y="2543175"/>
                </a:lnTo>
                <a:lnTo>
                  <a:pt x="2219325" y="2552700"/>
                </a:lnTo>
                <a:lnTo>
                  <a:pt x="2228850" y="2552700"/>
                </a:lnTo>
                <a:lnTo>
                  <a:pt x="2228850" y="2562225"/>
                </a:lnTo>
                <a:lnTo>
                  <a:pt x="2247900" y="2562225"/>
                </a:lnTo>
                <a:lnTo>
                  <a:pt x="2247900" y="2571750"/>
                </a:lnTo>
                <a:lnTo>
                  <a:pt x="2257425" y="2571750"/>
                </a:lnTo>
                <a:lnTo>
                  <a:pt x="2257425" y="2562225"/>
                </a:lnTo>
                <a:lnTo>
                  <a:pt x="2276475" y="2562225"/>
                </a:lnTo>
                <a:lnTo>
                  <a:pt x="2276475" y="2571750"/>
                </a:lnTo>
                <a:lnTo>
                  <a:pt x="2352675" y="2571750"/>
                </a:lnTo>
                <a:lnTo>
                  <a:pt x="2352675" y="2581275"/>
                </a:lnTo>
                <a:lnTo>
                  <a:pt x="2381250" y="2581275"/>
                </a:lnTo>
                <a:lnTo>
                  <a:pt x="2381250" y="2571750"/>
                </a:lnTo>
                <a:lnTo>
                  <a:pt x="2409825" y="2571750"/>
                </a:lnTo>
                <a:lnTo>
                  <a:pt x="2409825" y="2581275"/>
                </a:lnTo>
                <a:lnTo>
                  <a:pt x="2419350" y="2581275"/>
                </a:lnTo>
                <a:lnTo>
                  <a:pt x="2419350" y="2590800"/>
                </a:lnTo>
                <a:lnTo>
                  <a:pt x="2476500" y="2590800"/>
                </a:lnTo>
                <a:lnTo>
                  <a:pt x="2476500" y="2600325"/>
                </a:lnTo>
                <a:lnTo>
                  <a:pt x="2495550" y="2600325"/>
                </a:lnTo>
                <a:lnTo>
                  <a:pt x="2495550" y="2590800"/>
                </a:lnTo>
                <a:lnTo>
                  <a:pt x="2505075" y="2590800"/>
                </a:lnTo>
                <a:lnTo>
                  <a:pt x="2505075" y="2562225"/>
                </a:lnTo>
                <a:lnTo>
                  <a:pt x="2495550" y="2562225"/>
                </a:lnTo>
                <a:lnTo>
                  <a:pt x="2495550" y="2552700"/>
                </a:lnTo>
                <a:lnTo>
                  <a:pt x="2466975" y="2552700"/>
                </a:lnTo>
                <a:lnTo>
                  <a:pt x="2466975" y="2543175"/>
                </a:lnTo>
                <a:lnTo>
                  <a:pt x="2457450" y="2543175"/>
                </a:lnTo>
                <a:lnTo>
                  <a:pt x="2457450" y="2524125"/>
                </a:lnTo>
                <a:lnTo>
                  <a:pt x="2495550" y="2524125"/>
                </a:lnTo>
                <a:lnTo>
                  <a:pt x="2495550" y="2514600"/>
                </a:lnTo>
                <a:lnTo>
                  <a:pt x="2505075" y="2514600"/>
                </a:lnTo>
                <a:lnTo>
                  <a:pt x="2505075" y="2505075"/>
                </a:lnTo>
                <a:lnTo>
                  <a:pt x="2543175" y="2505075"/>
                </a:lnTo>
                <a:lnTo>
                  <a:pt x="2543175" y="2514600"/>
                </a:lnTo>
                <a:lnTo>
                  <a:pt x="2552700" y="2514600"/>
                </a:lnTo>
                <a:lnTo>
                  <a:pt x="2552700" y="2505075"/>
                </a:lnTo>
                <a:lnTo>
                  <a:pt x="2581275" y="2505075"/>
                </a:lnTo>
                <a:lnTo>
                  <a:pt x="2581275" y="2524125"/>
                </a:lnTo>
                <a:lnTo>
                  <a:pt x="2600325" y="2524125"/>
                </a:lnTo>
                <a:lnTo>
                  <a:pt x="2600325" y="2514600"/>
                </a:lnTo>
                <a:lnTo>
                  <a:pt x="2590800" y="2514600"/>
                </a:lnTo>
                <a:lnTo>
                  <a:pt x="2590800" y="2505075"/>
                </a:lnTo>
                <a:lnTo>
                  <a:pt x="2600325" y="2505075"/>
                </a:lnTo>
                <a:lnTo>
                  <a:pt x="2600325" y="2514600"/>
                </a:lnTo>
                <a:lnTo>
                  <a:pt x="2657475" y="2514600"/>
                </a:lnTo>
                <a:lnTo>
                  <a:pt x="2657475" y="2533650"/>
                </a:lnTo>
                <a:lnTo>
                  <a:pt x="2676525" y="2533650"/>
                </a:lnTo>
                <a:lnTo>
                  <a:pt x="2676525" y="2524125"/>
                </a:lnTo>
                <a:lnTo>
                  <a:pt x="2686050" y="2524125"/>
                </a:lnTo>
                <a:lnTo>
                  <a:pt x="2686050" y="2533650"/>
                </a:lnTo>
                <a:lnTo>
                  <a:pt x="2762250" y="2533650"/>
                </a:lnTo>
                <a:lnTo>
                  <a:pt x="2762250" y="2524125"/>
                </a:lnTo>
                <a:lnTo>
                  <a:pt x="2771775" y="2524125"/>
                </a:lnTo>
                <a:lnTo>
                  <a:pt x="2771775" y="2495550"/>
                </a:lnTo>
                <a:lnTo>
                  <a:pt x="2762250" y="2495550"/>
                </a:lnTo>
                <a:lnTo>
                  <a:pt x="2762250" y="2486025"/>
                </a:lnTo>
                <a:lnTo>
                  <a:pt x="2752725" y="2486025"/>
                </a:lnTo>
                <a:lnTo>
                  <a:pt x="2752725" y="2476500"/>
                </a:lnTo>
                <a:lnTo>
                  <a:pt x="2743200" y="2476500"/>
                </a:lnTo>
                <a:lnTo>
                  <a:pt x="2743200" y="2466975"/>
                </a:lnTo>
                <a:lnTo>
                  <a:pt x="2733675" y="2466975"/>
                </a:lnTo>
                <a:lnTo>
                  <a:pt x="2733675" y="2476500"/>
                </a:lnTo>
                <a:lnTo>
                  <a:pt x="2724150" y="2476500"/>
                </a:lnTo>
                <a:lnTo>
                  <a:pt x="2724150" y="2466975"/>
                </a:lnTo>
                <a:lnTo>
                  <a:pt x="2714625" y="2466975"/>
                </a:lnTo>
                <a:lnTo>
                  <a:pt x="2714625" y="2457450"/>
                </a:lnTo>
                <a:lnTo>
                  <a:pt x="2657475" y="2457450"/>
                </a:lnTo>
                <a:lnTo>
                  <a:pt x="2657475" y="2466975"/>
                </a:lnTo>
                <a:lnTo>
                  <a:pt x="2619375" y="2466975"/>
                </a:lnTo>
                <a:lnTo>
                  <a:pt x="2619375" y="2457450"/>
                </a:lnTo>
                <a:lnTo>
                  <a:pt x="2609850" y="2457450"/>
                </a:lnTo>
                <a:lnTo>
                  <a:pt x="2609850" y="2447925"/>
                </a:lnTo>
                <a:lnTo>
                  <a:pt x="2581275" y="2447925"/>
                </a:lnTo>
                <a:lnTo>
                  <a:pt x="2581275" y="2428875"/>
                </a:lnTo>
                <a:lnTo>
                  <a:pt x="2562225" y="2428875"/>
                </a:lnTo>
                <a:lnTo>
                  <a:pt x="2562225" y="2419350"/>
                </a:lnTo>
                <a:lnTo>
                  <a:pt x="2552700" y="2419350"/>
                </a:lnTo>
                <a:lnTo>
                  <a:pt x="2552700" y="2428875"/>
                </a:lnTo>
                <a:lnTo>
                  <a:pt x="2533650" y="2428875"/>
                </a:lnTo>
                <a:lnTo>
                  <a:pt x="2533650" y="2447925"/>
                </a:lnTo>
                <a:lnTo>
                  <a:pt x="2476500" y="2447925"/>
                </a:lnTo>
                <a:lnTo>
                  <a:pt x="2476500" y="2438400"/>
                </a:lnTo>
                <a:lnTo>
                  <a:pt x="2447925" y="2438400"/>
                </a:lnTo>
                <a:lnTo>
                  <a:pt x="2447925" y="2428875"/>
                </a:lnTo>
                <a:lnTo>
                  <a:pt x="2428875" y="2428875"/>
                </a:lnTo>
                <a:lnTo>
                  <a:pt x="2428875" y="2419350"/>
                </a:lnTo>
                <a:lnTo>
                  <a:pt x="2409825" y="2419350"/>
                </a:lnTo>
                <a:lnTo>
                  <a:pt x="2409825" y="2428875"/>
                </a:lnTo>
                <a:lnTo>
                  <a:pt x="2400300" y="2428875"/>
                </a:lnTo>
                <a:lnTo>
                  <a:pt x="2400300" y="2419350"/>
                </a:lnTo>
                <a:lnTo>
                  <a:pt x="2390775" y="2419350"/>
                </a:lnTo>
                <a:lnTo>
                  <a:pt x="2390775" y="2428875"/>
                </a:lnTo>
                <a:lnTo>
                  <a:pt x="2371725" y="2428875"/>
                </a:lnTo>
                <a:lnTo>
                  <a:pt x="2371725" y="2419350"/>
                </a:lnTo>
                <a:lnTo>
                  <a:pt x="2343150" y="2419350"/>
                </a:lnTo>
                <a:lnTo>
                  <a:pt x="2343150" y="2409825"/>
                </a:lnTo>
                <a:lnTo>
                  <a:pt x="2324100" y="2409825"/>
                </a:lnTo>
                <a:lnTo>
                  <a:pt x="2324100" y="2419350"/>
                </a:lnTo>
                <a:lnTo>
                  <a:pt x="2295525" y="2419350"/>
                </a:lnTo>
                <a:lnTo>
                  <a:pt x="2295525" y="2409825"/>
                </a:lnTo>
                <a:lnTo>
                  <a:pt x="2276475" y="2409825"/>
                </a:lnTo>
                <a:lnTo>
                  <a:pt x="2276475" y="2400300"/>
                </a:lnTo>
                <a:lnTo>
                  <a:pt x="2247900" y="2400300"/>
                </a:lnTo>
                <a:lnTo>
                  <a:pt x="2247900" y="2409825"/>
                </a:lnTo>
                <a:lnTo>
                  <a:pt x="2238375" y="2409825"/>
                </a:lnTo>
                <a:lnTo>
                  <a:pt x="2238375" y="2419350"/>
                </a:lnTo>
                <a:lnTo>
                  <a:pt x="2219325" y="2419350"/>
                </a:lnTo>
                <a:close/>
                <a:moveTo>
                  <a:pt x="2476500" y="2543175"/>
                </a:moveTo>
                <a:lnTo>
                  <a:pt x="2486025" y="2543175"/>
                </a:lnTo>
                <a:lnTo>
                  <a:pt x="2486025" y="2533650"/>
                </a:lnTo>
                <a:lnTo>
                  <a:pt x="2476500" y="2533650"/>
                </a:lnTo>
                <a:close/>
                <a:moveTo>
                  <a:pt x="2181225" y="2562225"/>
                </a:moveTo>
                <a:lnTo>
                  <a:pt x="2190750" y="2562225"/>
                </a:lnTo>
                <a:lnTo>
                  <a:pt x="2190750" y="2552700"/>
                </a:lnTo>
                <a:lnTo>
                  <a:pt x="2181225" y="2552700"/>
                </a:lnTo>
                <a:close/>
                <a:moveTo>
                  <a:pt x="2381250" y="2590800"/>
                </a:moveTo>
                <a:lnTo>
                  <a:pt x="2390775" y="2590800"/>
                </a:lnTo>
                <a:lnTo>
                  <a:pt x="2390775" y="2581275"/>
                </a:lnTo>
                <a:lnTo>
                  <a:pt x="2381250" y="2581275"/>
                </a:lnTo>
                <a:close/>
                <a:moveTo>
                  <a:pt x="2905125" y="2600325"/>
                </a:moveTo>
                <a:lnTo>
                  <a:pt x="2914650" y="2600325"/>
                </a:lnTo>
                <a:lnTo>
                  <a:pt x="2914650" y="2619375"/>
                </a:lnTo>
                <a:lnTo>
                  <a:pt x="2924175" y="2619375"/>
                </a:lnTo>
                <a:lnTo>
                  <a:pt x="2924175" y="2628900"/>
                </a:lnTo>
                <a:lnTo>
                  <a:pt x="2933700" y="2628900"/>
                </a:lnTo>
                <a:lnTo>
                  <a:pt x="2933700" y="2647950"/>
                </a:lnTo>
                <a:lnTo>
                  <a:pt x="2943225" y="2647950"/>
                </a:lnTo>
                <a:lnTo>
                  <a:pt x="2943225" y="2657475"/>
                </a:lnTo>
                <a:lnTo>
                  <a:pt x="2990850" y="2657475"/>
                </a:lnTo>
                <a:lnTo>
                  <a:pt x="2990850" y="2667000"/>
                </a:lnTo>
                <a:lnTo>
                  <a:pt x="3076575" y="2667000"/>
                </a:lnTo>
                <a:lnTo>
                  <a:pt x="3076575" y="2676525"/>
                </a:lnTo>
                <a:lnTo>
                  <a:pt x="3133725" y="2676525"/>
                </a:lnTo>
                <a:lnTo>
                  <a:pt x="3133725" y="2686050"/>
                </a:lnTo>
                <a:lnTo>
                  <a:pt x="3228975" y="2686050"/>
                </a:lnTo>
                <a:lnTo>
                  <a:pt x="3228975" y="2676525"/>
                </a:lnTo>
                <a:lnTo>
                  <a:pt x="3248025" y="2676525"/>
                </a:lnTo>
                <a:lnTo>
                  <a:pt x="3248025" y="2667000"/>
                </a:lnTo>
                <a:lnTo>
                  <a:pt x="3257550" y="2667000"/>
                </a:lnTo>
                <a:lnTo>
                  <a:pt x="3257550" y="2657475"/>
                </a:lnTo>
                <a:lnTo>
                  <a:pt x="3267075" y="2657475"/>
                </a:lnTo>
                <a:lnTo>
                  <a:pt x="3267075" y="2638425"/>
                </a:lnTo>
                <a:lnTo>
                  <a:pt x="3276600" y="2638425"/>
                </a:lnTo>
                <a:lnTo>
                  <a:pt x="3276600" y="2571750"/>
                </a:lnTo>
                <a:lnTo>
                  <a:pt x="3267075" y="2571750"/>
                </a:lnTo>
                <a:lnTo>
                  <a:pt x="3267075" y="2562225"/>
                </a:lnTo>
                <a:lnTo>
                  <a:pt x="3257550" y="2562225"/>
                </a:lnTo>
                <a:lnTo>
                  <a:pt x="3257550" y="2543175"/>
                </a:lnTo>
                <a:lnTo>
                  <a:pt x="3248025" y="2543175"/>
                </a:lnTo>
                <a:lnTo>
                  <a:pt x="3248025" y="2533650"/>
                </a:lnTo>
                <a:lnTo>
                  <a:pt x="3238500" y="2533650"/>
                </a:lnTo>
                <a:lnTo>
                  <a:pt x="3238500" y="2524125"/>
                </a:lnTo>
                <a:lnTo>
                  <a:pt x="3200400" y="2524125"/>
                </a:lnTo>
                <a:lnTo>
                  <a:pt x="3200400" y="2514600"/>
                </a:lnTo>
                <a:lnTo>
                  <a:pt x="3190875" y="2514600"/>
                </a:lnTo>
                <a:lnTo>
                  <a:pt x="3190875" y="2524125"/>
                </a:lnTo>
                <a:lnTo>
                  <a:pt x="3171825" y="2524125"/>
                </a:lnTo>
                <a:lnTo>
                  <a:pt x="3171825" y="2514600"/>
                </a:lnTo>
                <a:lnTo>
                  <a:pt x="3114675" y="2514600"/>
                </a:lnTo>
                <a:lnTo>
                  <a:pt x="3114675" y="2505075"/>
                </a:lnTo>
                <a:lnTo>
                  <a:pt x="3038475" y="2505075"/>
                </a:lnTo>
                <a:lnTo>
                  <a:pt x="3038475" y="2495550"/>
                </a:lnTo>
                <a:lnTo>
                  <a:pt x="2952750" y="2495550"/>
                </a:lnTo>
                <a:lnTo>
                  <a:pt x="2952750" y="2505075"/>
                </a:lnTo>
                <a:lnTo>
                  <a:pt x="2943225" y="2505075"/>
                </a:lnTo>
                <a:lnTo>
                  <a:pt x="2943225" y="2514600"/>
                </a:lnTo>
                <a:lnTo>
                  <a:pt x="2933700" y="2514600"/>
                </a:lnTo>
                <a:lnTo>
                  <a:pt x="2933700" y="2524125"/>
                </a:lnTo>
                <a:lnTo>
                  <a:pt x="2924175" y="2524125"/>
                </a:lnTo>
                <a:lnTo>
                  <a:pt x="2924175" y="2533650"/>
                </a:lnTo>
                <a:lnTo>
                  <a:pt x="2914650" y="2533650"/>
                </a:lnTo>
                <a:lnTo>
                  <a:pt x="2914650" y="2562225"/>
                </a:lnTo>
                <a:lnTo>
                  <a:pt x="2905125" y="2562225"/>
                </a:lnTo>
                <a:close/>
                <a:moveTo>
                  <a:pt x="2057400" y="2628900"/>
                </a:moveTo>
                <a:lnTo>
                  <a:pt x="2114550" y="2628900"/>
                </a:lnTo>
                <a:lnTo>
                  <a:pt x="2114550" y="2638425"/>
                </a:lnTo>
                <a:lnTo>
                  <a:pt x="2085975" y="2638425"/>
                </a:lnTo>
                <a:lnTo>
                  <a:pt x="2085975" y="2647950"/>
                </a:lnTo>
                <a:lnTo>
                  <a:pt x="2076450" y="2647950"/>
                </a:lnTo>
                <a:lnTo>
                  <a:pt x="2076450" y="2657475"/>
                </a:lnTo>
                <a:lnTo>
                  <a:pt x="2066925" y="2657475"/>
                </a:lnTo>
                <a:lnTo>
                  <a:pt x="2066925" y="2647950"/>
                </a:lnTo>
                <a:lnTo>
                  <a:pt x="2047875" y="2647950"/>
                </a:lnTo>
                <a:lnTo>
                  <a:pt x="2047875" y="2638425"/>
                </a:lnTo>
                <a:lnTo>
                  <a:pt x="2057400" y="2638425"/>
                </a:lnTo>
                <a:close/>
                <a:moveTo>
                  <a:pt x="2381250" y="2686050"/>
                </a:moveTo>
                <a:lnTo>
                  <a:pt x="2390775" y="2686050"/>
                </a:lnTo>
                <a:lnTo>
                  <a:pt x="2390775" y="2695575"/>
                </a:lnTo>
                <a:lnTo>
                  <a:pt x="2381250" y="2695575"/>
                </a:lnTo>
                <a:close/>
                <a:moveTo>
                  <a:pt x="2476500" y="2705100"/>
                </a:moveTo>
                <a:lnTo>
                  <a:pt x="2495550" y="2705100"/>
                </a:lnTo>
                <a:lnTo>
                  <a:pt x="2495550" y="2714625"/>
                </a:lnTo>
                <a:lnTo>
                  <a:pt x="2476500" y="2714625"/>
                </a:lnTo>
                <a:close/>
                <a:moveTo>
                  <a:pt x="2343150" y="2714625"/>
                </a:moveTo>
                <a:lnTo>
                  <a:pt x="2362200" y="2714625"/>
                </a:lnTo>
                <a:lnTo>
                  <a:pt x="2362200" y="2724150"/>
                </a:lnTo>
                <a:lnTo>
                  <a:pt x="2371725" y="2724150"/>
                </a:lnTo>
                <a:lnTo>
                  <a:pt x="2371725" y="2714625"/>
                </a:lnTo>
                <a:lnTo>
                  <a:pt x="2390775" y="2714625"/>
                </a:lnTo>
                <a:lnTo>
                  <a:pt x="2390775" y="2733675"/>
                </a:lnTo>
                <a:lnTo>
                  <a:pt x="2381250" y="2733675"/>
                </a:lnTo>
                <a:lnTo>
                  <a:pt x="2381250" y="2743200"/>
                </a:lnTo>
                <a:lnTo>
                  <a:pt x="2390775" y="2743200"/>
                </a:lnTo>
                <a:lnTo>
                  <a:pt x="2390775" y="2733675"/>
                </a:lnTo>
                <a:lnTo>
                  <a:pt x="2400300" y="2733675"/>
                </a:lnTo>
                <a:lnTo>
                  <a:pt x="2400300" y="2752725"/>
                </a:lnTo>
                <a:lnTo>
                  <a:pt x="2371725" y="2752725"/>
                </a:lnTo>
                <a:lnTo>
                  <a:pt x="2371725" y="2743200"/>
                </a:lnTo>
                <a:lnTo>
                  <a:pt x="2362200" y="2743200"/>
                </a:lnTo>
                <a:lnTo>
                  <a:pt x="2362200" y="2752725"/>
                </a:lnTo>
                <a:lnTo>
                  <a:pt x="2352675" y="2752725"/>
                </a:lnTo>
                <a:lnTo>
                  <a:pt x="2352675" y="2762250"/>
                </a:lnTo>
                <a:lnTo>
                  <a:pt x="2324100" y="2762250"/>
                </a:lnTo>
                <a:lnTo>
                  <a:pt x="2324100" y="2743200"/>
                </a:lnTo>
                <a:lnTo>
                  <a:pt x="2333625" y="2743200"/>
                </a:lnTo>
                <a:lnTo>
                  <a:pt x="2333625" y="2733675"/>
                </a:lnTo>
                <a:lnTo>
                  <a:pt x="2343150" y="2733675"/>
                </a:lnTo>
                <a:close/>
                <a:moveTo>
                  <a:pt x="2495550" y="2714625"/>
                </a:moveTo>
                <a:lnTo>
                  <a:pt x="2505075" y="2714625"/>
                </a:lnTo>
                <a:lnTo>
                  <a:pt x="2505075" y="2724150"/>
                </a:lnTo>
                <a:lnTo>
                  <a:pt x="2495550" y="2724150"/>
                </a:lnTo>
                <a:close/>
                <a:moveTo>
                  <a:pt x="2638425" y="2724150"/>
                </a:moveTo>
                <a:lnTo>
                  <a:pt x="2676525" y="2724150"/>
                </a:lnTo>
                <a:lnTo>
                  <a:pt x="2676525" y="2705100"/>
                </a:lnTo>
                <a:lnTo>
                  <a:pt x="2638425" y="2705100"/>
                </a:lnTo>
                <a:close/>
                <a:moveTo>
                  <a:pt x="2695575" y="2733675"/>
                </a:moveTo>
                <a:lnTo>
                  <a:pt x="2714625" y="2733675"/>
                </a:lnTo>
                <a:lnTo>
                  <a:pt x="2714625" y="2714625"/>
                </a:lnTo>
                <a:lnTo>
                  <a:pt x="2695575" y="2714625"/>
                </a:lnTo>
                <a:close/>
                <a:moveTo>
                  <a:pt x="2409825" y="2743200"/>
                </a:moveTo>
                <a:lnTo>
                  <a:pt x="2419350" y="2743200"/>
                </a:lnTo>
                <a:lnTo>
                  <a:pt x="2419350" y="2752725"/>
                </a:lnTo>
                <a:lnTo>
                  <a:pt x="2428875" y="2752725"/>
                </a:lnTo>
                <a:lnTo>
                  <a:pt x="2428875" y="2762250"/>
                </a:lnTo>
                <a:lnTo>
                  <a:pt x="2409825" y="2762250"/>
                </a:lnTo>
                <a:close/>
                <a:moveTo>
                  <a:pt x="2771775" y="2743200"/>
                </a:moveTo>
                <a:lnTo>
                  <a:pt x="2800350" y="2743200"/>
                </a:lnTo>
                <a:lnTo>
                  <a:pt x="2800350" y="2752725"/>
                </a:lnTo>
                <a:lnTo>
                  <a:pt x="2809875" y="2752725"/>
                </a:lnTo>
                <a:lnTo>
                  <a:pt x="2809875" y="2762250"/>
                </a:lnTo>
                <a:lnTo>
                  <a:pt x="2819400" y="2762250"/>
                </a:lnTo>
                <a:lnTo>
                  <a:pt x="2819400" y="2752725"/>
                </a:lnTo>
                <a:lnTo>
                  <a:pt x="2838450" y="2752725"/>
                </a:lnTo>
                <a:lnTo>
                  <a:pt x="2838450" y="2743200"/>
                </a:lnTo>
                <a:lnTo>
                  <a:pt x="2819400" y="2743200"/>
                </a:lnTo>
                <a:lnTo>
                  <a:pt x="2819400" y="2733675"/>
                </a:lnTo>
                <a:lnTo>
                  <a:pt x="2809875" y="2733675"/>
                </a:lnTo>
                <a:lnTo>
                  <a:pt x="2809875" y="2724150"/>
                </a:lnTo>
                <a:lnTo>
                  <a:pt x="2771775" y="2724150"/>
                </a:lnTo>
                <a:close/>
                <a:moveTo>
                  <a:pt x="2466975" y="2752725"/>
                </a:moveTo>
                <a:lnTo>
                  <a:pt x="2486025" y="2752725"/>
                </a:lnTo>
                <a:lnTo>
                  <a:pt x="2486025" y="2771775"/>
                </a:lnTo>
                <a:lnTo>
                  <a:pt x="2476500" y="2771775"/>
                </a:lnTo>
                <a:lnTo>
                  <a:pt x="2476500" y="2762250"/>
                </a:lnTo>
                <a:lnTo>
                  <a:pt x="2466975" y="2762250"/>
                </a:lnTo>
                <a:close/>
                <a:moveTo>
                  <a:pt x="2895600" y="2762250"/>
                </a:moveTo>
                <a:lnTo>
                  <a:pt x="2943225" y="2762250"/>
                </a:lnTo>
                <a:lnTo>
                  <a:pt x="2943225" y="2743200"/>
                </a:lnTo>
                <a:lnTo>
                  <a:pt x="2895600" y="2743200"/>
                </a:lnTo>
                <a:close/>
                <a:moveTo>
                  <a:pt x="2524125" y="2771775"/>
                </a:moveTo>
                <a:lnTo>
                  <a:pt x="2533650" y="2771775"/>
                </a:lnTo>
                <a:lnTo>
                  <a:pt x="2533650" y="2762250"/>
                </a:lnTo>
                <a:lnTo>
                  <a:pt x="2524125" y="2762250"/>
                </a:lnTo>
                <a:close/>
                <a:moveTo>
                  <a:pt x="2571750" y="2771775"/>
                </a:moveTo>
                <a:lnTo>
                  <a:pt x="2562225" y="2771775"/>
                </a:lnTo>
                <a:lnTo>
                  <a:pt x="2562225" y="2800350"/>
                </a:lnTo>
                <a:lnTo>
                  <a:pt x="2571750" y="2800350"/>
                </a:lnTo>
                <a:close/>
                <a:moveTo>
                  <a:pt x="2571750" y="2771775"/>
                </a:moveTo>
                <a:lnTo>
                  <a:pt x="2590800" y="2771775"/>
                </a:lnTo>
                <a:lnTo>
                  <a:pt x="2590800" y="2752725"/>
                </a:lnTo>
                <a:lnTo>
                  <a:pt x="2581275" y="2752725"/>
                </a:lnTo>
                <a:lnTo>
                  <a:pt x="2581275" y="2743200"/>
                </a:lnTo>
                <a:lnTo>
                  <a:pt x="2571750" y="2743200"/>
                </a:lnTo>
                <a:close/>
                <a:moveTo>
                  <a:pt x="2962275" y="2771775"/>
                </a:moveTo>
                <a:lnTo>
                  <a:pt x="3009900" y="2771775"/>
                </a:lnTo>
                <a:lnTo>
                  <a:pt x="3009900" y="2781300"/>
                </a:lnTo>
                <a:lnTo>
                  <a:pt x="3076575" y="2781300"/>
                </a:lnTo>
                <a:lnTo>
                  <a:pt x="3076575" y="2790825"/>
                </a:lnTo>
                <a:lnTo>
                  <a:pt x="3133725" y="2790825"/>
                </a:lnTo>
                <a:lnTo>
                  <a:pt x="3133725" y="2800350"/>
                </a:lnTo>
                <a:lnTo>
                  <a:pt x="3200400" y="2800350"/>
                </a:lnTo>
                <a:lnTo>
                  <a:pt x="3200400" y="2781300"/>
                </a:lnTo>
                <a:lnTo>
                  <a:pt x="3162300" y="2781300"/>
                </a:lnTo>
                <a:lnTo>
                  <a:pt x="3162300" y="2771775"/>
                </a:lnTo>
                <a:lnTo>
                  <a:pt x="3076575" y="2771775"/>
                </a:lnTo>
                <a:lnTo>
                  <a:pt x="3076575" y="2762250"/>
                </a:lnTo>
                <a:lnTo>
                  <a:pt x="3019425" y="2762250"/>
                </a:lnTo>
                <a:lnTo>
                  <a:pt x="3019425" y="2752725"/>
                </a:lnTo>
                <a:lnTo>
                  <a:pt x="2971800" y="2752725"/>
                </a:lnTo>
                <a:lnTo>
                  <a:pt x="2971800" y="2762250"/>
                </a:lnTo>
                <a:lnTo>
                  <a:pt x="2962275" y="2762250"/>
                </a:lnTo>
                <a:close/>
                <a:moveTo>
                  <a:pt x="2152650" y="2781300"/>
                </a:moveTo>
                <a:lnTo>
                  <a:pt x="2181225" y="2781300"/>
                </a:lnTo>
                <a:lnTo>
                  <a:pt x="2181225" y="2800350"/>
                </a:lnTo>
                <a:lnTo>
                  <a:pt x="2171700" y="2800350"/>
                </a:lnTo>
                <a:lnTo>
                  <a:pt x="2171700" y="2809875"/>
                </a:lnTo>
                <a:lnTo>
                  <a:pt x="2162175" y="2809875"/>
                </a:lnTo>
                <a:lnTo>
                  <a:pt x="2162175" y="2847975"/>
                </a:lnTo>
                <a:lnTo>
                  <a:pt x="2143125" y="2847975"/>
                </a:lnTo>
                <a:lnTo>
                  <a:pt x="2143125" y="2819400"/>
                </a:lnTo>
                <a:lnTo>
                  <a:pt x="2152650" y="2819400"/>
                </a:lnTo>
                <a:close/>
                <a:moveTo>
                  <a:pt x="2476500" y="2790825"/>
                </a:moveTo>
                <a:lnTo>
                  <a:pt x="2486025" y="2790825"/>
                </a:lnTo>
                <a:lnTo>
                  <a:pt x="2486025" y="2800350"/>
                </a:lnTo>
                <a:lnTo>
                  <a:pt x="2476500" y="2800350"/>
                </a:lnTo>
                <a:close/>
                <a:moveTo>
                  <a:pt x="2514600" y="2800350"/>
                </a:moveTo>
                <a:lnTo>
                  <a:pt x="2552700" y="2800350"/>
                </a:lnTo>
                <a:lnTo>
                  <a:pt x="2552700" y="2781300"/>
                </a:lnTo>
                <a:lnTo>
                  <a:pt x="2524125" y="2781300"/>
                </a:lnTo>
                <a:lnTo>
                  <a:pt x="2524125" y="2790825"/>
                </a:lnTo>
                <a:lnTo>
                  <a:pt x="2514600" y="2790825"/>
                </a:lnTo>
                <a:close/>
                <a:moveTo>
                  <a:pt x="2581275" y="2800350"/>
                </a:moveTo>
                <a:lnTo>
                  <a:pt x="2590800" y="2800350"/>
                </a:lnTo>
                <a:lnTo>
                  <a:pt x="2590800" y="2790825"/>
                </a:lnTo>
                <a:lnTo>
                  <a:pt x="2581275" y="2790825"/>
                </a:lnTo>
                <a:close/>
                <a:moveTo>
                  <a:pt x="2619375" y="2838450"/>
                </a:moveTo>
                <a:lnTo>
                  <a:pt x="2628900" y="2838450"/>
                </a:lnTo>
                <a:lnTo>
                  <a:pt x="2628900" y="2847975"/>
                </a:lnTo>
                <a:lnTo>
                  <a:pt x="2638425" y="2847975"/>
                </a:lnTo>
                <a:lnTo>
                  <a:pt x="2638425" y="2828925"/>
                </a:lnTo>
                <a:lnTo>
                  <a:pt x="2619375" y="2828925"/>
                </a:lnTo>
                <a:close/>
                <a:moveTo>
                  <a:pt x="2133600" y="2847975"/>
                </a:moveTo>
                <a:lnTo>
                  <a:pt x="2143125" y="2847975"/>
                </a:lnTo>
                <a:lnTo>
                  <a:pt x="2143125" y="2857500"/>
                </a:lnTo>
                <a:lnTo>
                  <a:pt x="2133600" y="2857500"/>
                </a:lnTo>
                <a:close/>
                <a:moveTo>
                  <a:pt x="2419350" y="2867025"/>
                </a:moveTo>
                <a:lnTo>
                  <a:pt x="2438400" y="2867025"/>
                </a:lnTo>
                <a:lnTo>
                  <a:pt x="2438400" y="2886075"/>
                </a:lnTo>
                <a:lnTo>
                  <a:pt x="2419350" y="2886075"/>
                </a:lnTo>
                <a:close/>
                <a:moveTo>
                  <a:pt x="3171825" y="2895600"/>
                </a:moveTo>
                <a:lnTo>
                  <a:pt x="3181350" y="2895600"/>
                </a:lnTo>
                <a:lnTo>
                  <a:pt x="3181350" y="2905125"/>
                </a:lnTo>
                <a:lnTo>
                  <a:pt x="3171825" y="2905125"/>
                </a:lnTo>
                <a:close/>
                <a:moveTo>
                  <a:pt x="2562225" y="2905125"/>
                </a:moveTo>
                <a:lnTo>
                  <a:pt x="2571750" y="2905125"/>
                </a:lnTo>
                <a:lnTo>
                  <a:pt x="2571750" y="2895600"/>
                </a:lnTo>
                <a:lnTo>
                  <a:pt x="2562225" y="2895600"/>
                </a:lnTo>
                <a:close/>
                <a:moveTo>
                  <a:pt x="2581275" y="2933700"/>
                </a:moveTo>
                <a:lnTo>
                  <a:pt x="2590800" y="2933700"/>
                </a:lnTo>
                <a:lnTo>
                  <a:pt x="2590800" y="2905125"/>
                </a:lnTo>
                <a:lnTo>
                  <a:pt x="2571750" y="2905125"/>
                </a:lnTo>
                <a:lnTo>
                  <a:pt x="2571750" y="2943225"/>
                </a:lnTo>
                <a:lnTo>
                  <a:pt x="2581275" y="2943225"/>
                </a:lnTo>
                <a:close/>
                <a:moveTo>
                  <a:pt x="2266950" y="2981325"/>
                </a:moveTo>
                <a:lnTo>
                  <a:pt x="2276475" y="2981325"/>
                </a:lnTo>
                <a:lnTo>
                  <a:pt x="2276475" y="2990850"/>
                </a:lnTo>
                <a:lnTo>
                  <a:pt x="2286000" y="2990850"/>
                </a:lnTo>
                <a:lnTo>
                  <a:pt x="2286000" y="2971800"/>
                </a:lnTo>
                <a:lnTo>
                  <a:pt x="2266950" y="2971800"/>
                </a:lnTo>
                <a:close/>
                <a:moveTo>
                  <a:pt x="2562225" y="2990850"/>
                </a:moveTo>
                <a:lnTo>
                  <a:pt x="2581275" y="2990850"/>
                </a:lnTo>
                <a:lnTo>
                  <a:pt x="2581275" y="2952750"/>
                </a:lnTo>
                <a:lnTo>
                  <a:pt x="2571750" y="2952750"/>
                </a:lnTo>
                <a:lnTo>
                  <a:pt x="2571750" y="2962275"/>
                </a:lnTo>
                <a:lnTo>
                  <a:pt x="2562225" y="2962275"/>
                </a:lnTo>
                <a:close/>
                <a:moveTo>
                  <a:pt x="2133600" y="3019425"/>
                </a:moveTo>
                <a:lnTo>
                  <a:pt x="2143125" y="3019425"/>
                </a:lnTo>
                <a:lnTo>
                  <a:pt x="2143125" y="3028950"/>
                </a:lnTo>
                <a:lnTo>
                  <a:pt x="2133600" y="3028950"/>
                </a:lnTo>
                <a:close/>
                <a:moveTo>
                  <a:pt x="2143125" y="3028950"/>
                </a:moveTo>
                <a:lnTo>
                  <a:pt x="2171700" y="3028950"/>
                </a:lnTo>
                <a:lnTo>
                  <a:pt x="2171700" y="3038475"/>
                </a:lnTo>
                <a:lnTo>
                  <a:pt x="2143125" y="3038475"/>
                </a:lnTo>
                <a:close/>
                <a:moveTo>
                  <a:pt x="2124075" y="3038475"/>
                </a:moveTo>
                <a:lnTo>
                  <a:pt x="2143125" y="3038475"/>
                </a:lnTo>
                <a:lnTo>
                  <a:pt x="2143125" y="3067050"/>
                </a:lnTo>
                <a:lnTo>
                  <a:pt x="2124075" y="3067050"/>
                </a:lnTo>
                <a:lnTo>
                  <a:pt x="2124075" y="3057525"/>
                </a:lnTo>
                <a:lnTo>
                  <a:pt x="2114550" y="3057525"/>
                </a:lnTo>
                <a:lnTo>
                  <a:pt x="2114550" y="3095625"/>
                </a:lnTo>
                <a:lnTo>
                  <a:pt x="2105025" y="3095625"/>
                </a:lnTo>
                <a:lnTo>
                  <a:pt x="2105025" y="3048000"/>
                </a:lnTo>
                <a:lnTo>
                  <a:pt x="2124075" y="3048000"/>
                </a:lnTo>
                <a:close/>
                <a:moveTo>
                  <a:pt x="2143125" y="3067050"/>
                </a:moveTo>
                <a:lnTo>
                  <a:pt x="2152650" y="3067050"/>
                </a:lnTo>
                <a:lnTo>
                  <a:pt x="2152650" y="3076575"/>
                </a:lnTo>
                <a:lnTo>
                  <a:pt x="2143125" y="3076575"/>
                </a:lnTo>
                <a:close/>
                <a:moveTo>
                  <a:pt x="2152650" y="3076575"/>
                </a:moveTo>
                <a:lnTo>
                  <a:pt x="2171700" y="3076575"/>
                </a:lnTo>
                <a:lnTo>
                  <a:pt x="2171700" y="3086100"/>
                </a:lnTo>
                <a:lnTo>
                  <a:pt x="2152650" y="3086100"/>
                </a:lnTo>
                <a:close/>
                <a:moveTo>
                  <a:pt x="2209800" y="3076575"/>
                </a:moveTo>
                <a:lnTo>
                  <a:pt x="2228850" y="3076575"/>
                </a:lnTo>
                <a:lnTo>
                  <a:pt x="2228850" y="3086100"/>
                </a:lnTo>
                <a:lnTo>
                  <a:pt x="2286000" y="3086100"/>
                </a:lnTo>
                <a:lnTo>
                  <a:pt x="2286000" y="3095625"/>
                </a:lnTo>
                <a:lnTo>
                  <a:pt x="2324100" y="3095625"/>
                </a:lnTo>
                <a:lnTo>
                  <a:pt x="2324100" y="3114675"/>
                </a:lnTo>
                <a:lnTo>
                  <a:pt x="2314575" y="3114675"/>
                </a:lnTo>
                <a:lnTo>
                  <a:pt x="2314575" y="3124200"/>
                </a:lnTo>
                <a:lnTo>
                  <a:pt x="2305050" y="3124200"/>
                </a:lnTo>
                <a:lnTo>
                  <a:pt x="2305050" y="3143250"/>
                </a:lnTo>
                <a:lnTo>
                  <a:pt x="2286000" y="3143250"/>
                </a:lnTo>
                <a:lnTo>
                  <a:pt x="2286000" y="3133725"/>
                </a:lnTo>
                <a:lnTo>
                  <a:pt x="2257425" y="3133725"/>
                </a:lnTo>
                <a:lnTo>
                  <a:pt x="2257425" y="3124200"/>
                </a:lnTo>
                <a:lnTo>
                  <a:pt x="2247900" y="3124200"/>
                </a:lnTo>
                <a:lnTo>
                  <a:pt x="2247900" y="3114675"/>
                </a:lnTo>
                <a:lnTo>
                  <a:pt x="2219325" y="3114675"/>
                </a:lnTo>
                <a:lnTo>
                  <a:pt x="2219325" y="3105150"/>
                </a:lnTo>
                <a:lnTo>
                  <a:pt x="2200275" y="3105150"/>
                </a:lnTo>
                <a:lnTo>
                  <a:pt x="2200275" y="3095625"/>
                </a:lnTo>
                <a:lnTo>
                  <a:pt x="2209800" y="3095625"/>
                </a:lnTo>
                <a:close/>
                <a:moveTo>
                  <a:pt x="2124075" y="3086100"/>
                </a:moveTo>
                <a:lnTo>
                  <a:pt x="2133600" y="3086100"/>
                </a:lnTo>
                <a:lnTo>
                  <a:pt x="2133600" y="3095625"/>
                </a:lnTo>
                <a:lnTo>
                  <a:pt x="2124075" y="3095625"/>
                </a:lnTo>
                <a:close/>
                <a:moveTo>
                  <a:pt x="2457450" y="3086100"/>
                </a:moveTo>
                <a:lnTo>
                  <a:pt x="2476500" y="3086100"/>
                </a:lnTo>
                <a:lnTo>
                  <a:pt x="2476500" y="3076575"/>
                </a:lnTo>
                <a:lnTo>
                  <a:pt x="2457450" y="3076575"/>
                </a:lnTo>
                <a:close/>
                <a:moveTo>
                  <a:pt x="2647950" y="3086100"/>
                </a:moveTo>
                <a:lnTo>
                  <a:pt x="2657475" y="3086100"/>
                </a:lnTo>
                <a:lnTo>
                  <a:pt x="2657475" y="3095625"/>
                </a:lnTo>
                <a:lnTo>
                  <a:pt x="2667000" y="3095625"/>
                </a:lnTo>
                <a:lnTo>
                  <a:pt x="2667000" y="3086100"/>
                </a:lnTo>
                <a:lnTo>
                  <a:pt x="2695575" y="3086100"/>
                </a:lnTo>
                <a:lnTo>
                  <a:pt x="2695575" y="3095625"/>
                </a:lnTo>
                <a:lnTo>
                  <a:pt x="2743200" y="3095625"/>
                </a:lnTo>
                <a:lnTo>
                  <a:pt x="2743200" y="3105150"/>
                </a:lnTo>
                <a:lnTo>
                  <a:pt x="2752725" y="3105150"/>
                </a:lnTo>
                <a:lnTo>
                  <a:pt x="2752725" y="3095625"/>
                </a:lnTo>
                <a:lnTo>
                  <a:pt x="2771775" y="3095625"/>
                </a:lnTo>
                <a:lnTo>
                  <a:pt x="2771775" y="3105150"/>
                </a:lnTo>
                <a:lnTo>
                  <a:pt x="2809875" y="3105150"/>
                </a:lnTo>
                <a:lnTo>
                  <a:pt x="2809875" y="3114675"/>
                </a:lnTo>
                <a:lnTo>
                  <a:pt x="2838450" y="3114675"/>
                </a:lnTo>
                <a:lnTo>
                  <a:pt x="2838450" y="3124200"/>
                </a:lnTo>
                <a:lnTo>
                  <a:pt x="2857500" y="3124200"/>
                </a:lnTo>
                <a:lnTo>
                  <a:pt x="2857500" y="3114675"/>
                </a:lnTo>
                <a:lnTo>
                  <a:pt x="2876550" y="3114675"/>
                </a:lnTo>
                <a:lnTo>
                  <a:pt x="2876550" y="3124200"/>
                </a:lnTo>
                <a:lnTo>
                  <a:pt x="2905125" y="3124200"/>
                </a:lnTo>
                <a:lnTo>
                  <a:pt x="2905125" y="3133725"/>
                </a:lnTo>
                <a:lnTo>
                  <a:pt x="2924175" y="3133725"/>
                </a:lnTo>
                <a:lnTo>
                  <a:pt x="2924175" y="3143250"/>
                </a:lnTo>
                <a:lnTo>
                  <a:pt x="2943225" y="3143250"/>
                </a:lnTo>
                <a:lnTo>
                  <a:pt x="2943225" y="3133725"/>
                </a:lnTo>
                <a:lnTo>
                  <a:pt x="3019425" y="3133725"/>
                </a:lnTo>
                <a:lnTo>
                  <a:pt x="3019425" y="3143250"/>
                </a:lnTo>
                <a:lnTo>
                  <a:pt x="3038475" y="3143250"/>
                </a:lnTo>
                <a:lnTo>
                  <a:pt x="3038475" y="3152775"/>
                </a:lnTo>
                <a:lnTo>
                  <a:pt x="3048000" y="3152775"/>
                </a:lnTo>
                <a:lnTo>
                  <a:pt x="3048000" y="3162300"/>
                </a:lnTo>
                <a:lnTo>
                  <a:pt x="3067050" y="3162300"/>
                </a:lnTo>
                <a:lnTo>
                  <a:pt x="3067050" y="3143250"/>
                </a:lnTo>
                <a:lnTo>
                  <a:pt x="3095625" y="3143250"/>
                </a:lnTo>
                <a:lnTo>
                  <a:pt x="3095625" y="3152775"/>
                </a:lnTo>
                <a:lnTo>
                  <a:pt x="3133725" y="3152775"/>
                </a:lnTo>
                <a:lnTo>
                  <a:pt x="3133725" y="3133725"/>
                </a:lnTo>
                <a:lnTo>
                  <a:pt x="3095625" y="3133725"/>
                </a:lnTo>
                <a:lnTo>
                  <a:pt x="3095625" y="3124200"/>
                </a:lnTo>
                <a:lnTo>
                  <a:pt x="3038475" y="3124200"/>
                </a:lnTo>
                <a:lnTo>
                  <a:pt x="3038475" y="3114675"/>
                </a:lnTo>
                <a:lnTo>
                  <a:pt x="2952750" y="3114675"/>
                </a:lnTo>
                <a:lnTo>
                  <a:pt x="2952750" y="3105150"/>
                </a:lnTo>
                <a:lnTo>
                  <a:pt x="2886075" y="3105150"/>
                </a:lnTo>
                <a:lnTo>
                  <a:pt x="2886075" y="3095625"/>
                </a:lnTo>
                <a:lnTo>
                  <a:pt x="2828925" y="3095625"/>
                </a:lnTo>
                <a:lnTo>
                  <a:pt x="2828925" y="3086100"/>
                </a:lnTo>
                <a:lnTo>
                  <a:pt x="2771775" y="3086100"/>
                </a:lnTo>
                <a:lnTo>
                  <a:pt x="2771775" y="3076575"/>
                </a:lnTo>
                <a:lnTo>
                  <a:pt x="2695575" y="3076575"/>
                </a:lnTo>
                <a:lnTo>
                  <a:pt x="2695575" y="3067050"/>
                </a:lnTo>
                <a:lnTo>
                  <a:pt x="2647950" y="3067050"/>
                </a:lnTo>
                <a:close/>
                <a:moveTo>
                  <a:pt x="2162175" y="3095625"/>
                </a:moveTo>
                <a:lnTo>
                  <a:pt x="2171700" y="3095625"/>
                </a:lnTo>
                <a:lnTo>
                  <a:pt x="2171700" y="3105150"/>
                </a:lnTo>
                <a:lnTo>
                  <a:pt x="2162175" y="3105150"/>
                </a:lnTo>
                <a:close/>
                <a:moveTo>
                  <a:pt x="2476500" y="3105150"/>
                </a:moveTo>
                <a:lnTo>
                  <a:pt x="2486025" y="3105150"/>
                </a:lnTo>
                <a:lnTo>
                  <a:pt x="2486025" y="3095625"/>
                </a:lnTo>
                <a:lnTo>
                  <a:pt x="2476500" y="3095625"/>
                </a:lnTo>
                <a:close/>
                <a:moveTo>
                  <a:pt x="2333625" y="3114675"/>
                </a:moveTo>
                <a:lnTo>
                  <a:pt x="2352675" y="3114675"/>
                </a:lnTo>
                <a:lnTo>
                  <a:pt x="2352675" y="3143250"/>
                </a:lnTo>
                <a:lnTo>
                  <a:pt x="2333625" y="3143250"/>
                </a:lnTo>
                <a:lnTo>
                  <a:pt x="2333625" y="3133725"/>
                </a:lnTo>
                <a:lnTo>
                  <a:pt x="2343150" y="3133725"/>
                </a:lnTo>
                <a:lnTo>
                  <a:pt x="2343150" y="3124200"/>
                </a:lnTo>
                <a:lnTo>
                  <a:pt x="2333625" y="3124200"/>
                </a:lnTo>
                <a:close/>
                <a:moveTo>
                  <a:pt x="2533650" y="3114675"/>
                </a:moveTo>
                <a:lnTo>
                  <a:pt x="2543175" y="3114675"/>
                </a:lnTo>
                <a:lnTo>
                  <a:pt x="2543175" y="3124200"/>
                </a:lnTo>
                <a:lnTo>
                  <a:pt x="2533650" y="3124200"/>
                </a:lnTo>
                <a:close/>
                <a:moveTo>
                  <a:pt x="2114550" y="3124200"/>
                </a:moveTo>
                <a:lnTo>
                  <a:pt x="2133600" y="3124200"/>
                </a:lnTo>
                <a:lnTo>
                  <a:pt x="2133600" y="3133725"/>
                </a:lnTo>
                <a:lnTo>
                  <a:pt x="2152650" y="3133725"/>
                </a:lnTo>
                <a:lnTo>
                  <a:pt x="2152650" y="3171825"/>
                </a:lnTo>
                <a:lnTo>
                  <a:pt x="2124075" y="3171825"/>
                </a:lnTo>
                <a:lnTo>
                  <a:pt x="2124075" y="3190875"/>
                </a:lnTo>
                <a:lnTo>
                  <a:pt x="2133600" y="3190875"/>
                </a:lnTo>
                <a:lnTo>
                  <a:pt x="2133600" y="3200400"/>
                </a:lnTo>
                <a:lnTo>
                  <a:pt x="2143125" y="3200400"/>
                </a:lnTo>
                <a:lnTo>
                  <a:pt x="2143125" y="3209925"/>
                </a:lnTo>
                <a:lnTo>
                  <a:pt x="2162175" y="3209925"/>
                </a:lnTo>
                <a:lnTo>
                  <a:pt x="2162175" y="3219450"/>
                </a:lnTo>
                <a:lnTo>
                  <a:pt x="2143125" y="3219450"/>
                </a:lnTo>
                <a:lnTo>
                  <a:pt x="2143125" y="3228975"/>
                </a:lnTo>
                <a:lnTo>
                  <a:pt x="2133600" y="3228975"/>
                </a:lnTo>
                <a:lnTo>
                  <a:pt x="2133600" y="3257550"/>
                </a:lnTo>
                <a:lnTo>
                  <a:pt x="2143125" y="3257550"/>
                </a:lnTo>
                <a:lnTo>
                  <a:pt x="2143125" y="3267075"/>
                </a:lnTo>
                <a:lnTo>
                  <a:pt x="2152650" y="3267075"/>
                </a:lnTo>
                <a:lnTo>
                  <a:pt x="2152650" y="3276600"/>
                </a:lnTo>
                <a:lnTo>
                  <a:pt x="2143125" y="3276600"/>
                </a:lnTo>
                <a:lnTo>
                  <a:pt x="2143125" y="3286125"/>
                </a:lnTo>
                <a:lnTo>
                  <a:pt x="2133600" y="3286125"/>
                </a:lnTo>
                <a:lnTo>
                  <a:pt x="2133600" y="3295650"/>
                </a:lnTo>
                <a:lnTo>
                  <a:pt x="2114550" y="3295650"/>
                </a:lnTo>
                <a:lnTo>
                  <a:pt x="2114550" y="3305175"/>
                </a:lnTo>
                <a:lnTo>
                  <a:pt x="2105025" y="3305175"/>
                </a:lnTo>
                <a:lnTo>
                  <a:pt x="2105025" y="3314700"/>
                </a:lnTo>
                <a:lnTo>
                  <a:pt x="2057400" y="3314700"/>
                </a:lnTo>
                <a:lnTo>
                  <a:pt x="2057400" y="3305175"/>
                </a:lnTo>
                <a:lnTo>
                  <a:pt x="2066925" y="3305175"/>
                </a:lnTo>
                <a:lnTo>
                  <a:pt x="2066925" y="3295650"/>
                </a:lnTo>
                <a:lnTo>
                  <a:pt x="2076450" y="3295650"/>
                </a:lnTo>
                <a:lnTo>
                  <a:pt x="2076450" y="3276600"/>
                </a:lnTo>
                <a:lnTo>
                  <a:pt x="2085975" y="3276600"/>
                </a:lnTo>
                <a:lnTo>
                  <a:pt x="2085975" y="3228975"/>
                </a:lnTo>
                <a:lnTo>
                  <a:pt x="2114550" y="3228975"/>
                </a:lnTo>
                <a:lnTo>
                  <a:pt x="2114550" y="3238500"/>
                </a:lnTo>
                <a:lnTo>
                  <a:pt x="2124075" y="3238500"/>
                </a:lnTo>
                <a:lnTo>
                  <a:pt x="2124075" y="3219450"/>
                </a:lnTo>
                <a:lnTo>
                  <a:pt x="2114550" y="3219450"/>
                </a:lnTo>
                <a:lnTo>
                  <a:pt x="2114550" y="3162300"/>
                </a:lnTo>
                <a:lnTo>
                  <a:pt x="2105025" y="3162300"/>
                </a:lnTo>
                <a:lnTo>
                  <a:pt x="2105025" y="3171825"/>
                </a:lnTo>
                <a:lnTo>
                  <a:pt x="2095500" y="3171825"/>
                </a:lnTo>
                <a:lnTo>
                  <a:pt x="2095500" y="3133725"/>
                </a:lnTo>
                <a:lnTo>
                  <a:pt x="2114550" y="3133725"/>
                </a:lnTo>
                <a:close/>
                <a:moveTo>
                  <a:pt x="2190750" y="3162300"/>
                </a:moveTo>
                <a:lnTo>
                  <a:pt x="2200275" y="3162300"/>
                </a:lnTo>
                <a:lnTo>
                  <a:pt x="2200275" y="3171825"/>
                </a:lnTo>
                <a:lnTo>
                  <a:pt x="2190750" y="3171825"/>
                </a:lnTo>
                <a:close/>
                <a:moveTo>
                  <a:pt x="2705100" y="3171825"/>
                </a:moveTo>
                <a:lnTo>
                  <a:pt x="2714625" y="3171825"/>
                </a:lnTo>
                <a:lnTo>
                  <a:pt x="2714625" y="3152775"/>
                </a:lnTo>
                <a:lnTo>
                  <a:pt x="2705100" y="3152775"/>
                </a:lnTo>
                <a:close/>
                <a:moveTo>
                  <a:pt x="2190750" y="3181350"/>
                </a:moveTo>
                <a:lnTo>
                  <a:pt x="2200275" y="3181350"/>
                </a:lnTo>
                <a:lnTo>
                  <a:pt x="2200275" y="3190875"/>
                </a:lnTo>
                <a:lnTo>
                  <a:pt x="2209800" y="3190875"/>
                </a:lnTo>
                <a:lnTo>
                  <a:pt x="2209800" y="3200400"/>
                </a:lnTo>
                <a:lnTo>
                  <a:pt x="2200275" y="3200400"/>
                </a:lnTo>
                <a:lnTo>
                  <a:pt x="2200275" y="3209925"/>
                </a:lnTo>
                <a:lnTo>
                  <a:pt x="2190750" y="3209925"/>
                </a:lnTo>
                <a:lnTo>
                  <a:pt x="2190750" y="3200400"/>
                </a:lnTo>
                <a:lnTo>
                  <a:pt x="2181225" y="3200400"/>
                </a:lnTo>
                <a:lnTo>
                  <a:pt x="2181225" y="3190875"/>
                </a:lnTo>
                <a:lnTo>
                  <a:pt x="2190750" y="3190875"/>
                </a:lnTo>
                <a:close/>
                <a:moveTo>
                  <a:pt x="2257425" y="3181350"/>
                </a:moveTo>
                <a:lnTo>
                  <a:pt x="2276475" y="3181350"/>
                </a:lnTo>
                <a:lnTo>
                  <a:pt x="2276475" y="3190875"/>
                </a:lnTo>
                <a:lnTo>
                  <a:pt x="2257425" y="3190875"/>
                </a:lnTo>
                <a:close/>
                <a:moveTo>
                  <a:pt x="2162175" y="3219450"/>
                </a:moveTo>
                <a:lnTo>
                  <a:pt x="2181225" y="3219450"/>
                </a:lnTo>
                <a:lnTo>
                  <a:pt x="2181225" y="3228975"/>
                </a:lnTo>
                <a:lnTo>
                  <a:pt x="2162175" y="3228975"/>
                </a:lnTo>
                <a:close/>
                <a:moveTo>
                  <a:pt x="2190750" y="3219450"/>
                </a:moveTo>
                <a:lnTo>
                  <a:pt x="2200275" y="3219450"/>
                </a:lnTo>
                <a:lnTo>
                  <a:pt x="2200275" y="3228975"/>
                </a:lnTo>
                <a:lnTo>
                  <a:pt x="2190750" y="3228975"/>
                </a:lnTo>
                <a:close/>
                <a:moveTo>
                  <a:pt x="2162175" y="3267075"/>
                </a:moveTo>
                <a:lnTo>
                  <a:pt x="2171700" y="3267075"/>
                </a:lnTo>
                <a:lnTo>
                  <a:pt x="2171700" y="3276600"/>
                </a:lnTo>
                <a:lnTo>
                  <a:pt x="2162175" y="3276600"/>
                </a:lnTo>
                <a:close/>
                <a:moveTo>
                  <a:pt x="2828925" y="3343275"/>
                </a:moveTo>
                <a:lnTo>
                  <a:pt x="2838450" y="3343275"/>
                </a:lnTo>
                <a:lnTo>
                  <a:pt x="2838450" y="3352800"/>
                </a:lnTo>
                <a:lnTo>
                  <a:pt x="2847975" y="3352800"/>
                </a:lnTo>
                <a:lnTo>
                  <a:pt x="2847975" y="3362325"/>
                </a:lnTo>
                <a:lnTo>
                  <a:pt x="2867025" y="3362325"/>
                </a:lnTo>
                <a:lnTo>
                  <a:pt x="2867025" y="3371850"/>
                </a:lnTo>
                <a:lnTo>
                  <a:pt x="2895600" y="3371850"/>
                </a:lnTo>
                <a:lnTo>
                  <a:pt x="2895600" y="3381375"/>
                </a:lnTo>
                <a:lnTo>
                  <a:pt x="2962275" y="3381375"/>
                </a:lnTo>
                <a:lnTo>
                  <a:pt x="2962275" y="3390900"/>
                </a:lnTo>
                <a:lnTo>
                  <a:pt x="3009900" y="3390900"/>
                </a:lnTo>
                <a:lnTo>
                  <a:pt x="3009900" y="3400425"/>
                </a:lnTo>
                <a:lnTo>
                  <a:pt x="3143250" y="3400425"/>
                </a:lnTo>
                <a:lnTo>
                  <a:pt x="3143250" y="3390900"/>
                </a:lnTo>
                <a:lnTo>
                  <a:pt x="3162300" y="3390900"/>
                </a:lnTo>
                <a:lnTo>
                  <a:pt x="3162300" y="3371850"/>
                </a:lnTo>
                <a:lnTo>
                  <a:pt x="3171825" y="3371850"/>
                </a:lnTo>
                <a:lnTo>
                  <a:pt x="3171825" y="3362325"/>
                </a:lnTo>
                <a:lnTo>
                  <a:pt x="3181350" y="3362325"/>
                </a:lnTo>
                <a:lnTo>
                  <a:pt x="3181350" y="3295650"/>
                </a:lnTo>
                <a:lnTo>
                  <a:pt x="3171825" y="3295650"/>
                </a:lnTo>
                <a:lnTo>
                  <a:pt x="3171825" y="3276600"/>
                </a:lnTo>
                <a:lnTo>
                  <a:pt x="3162300" y="3276600"/>
                </a:lnTo>
                <a:lnTo>
                  <a:pt x="3162300" y="3267075"/>
                </a:lnTo>
                <a:lnTo>
                  <a:pt x="3152775" y="3267075"/>
                </a:lnTo>
                <a:lnTo>
                  <a:pt x="3152775" y="3257550"/>
                </a:lnTo>
                <a:lnTo>
                  <a:pt x="3133725" y="3257550"/>
                </a:lnTo>
                <a:lnTo>
                  <a:pt x="3133725" y="3248025"/>
                </a:lnTo>
                <a:lnTo>
                  <a:pt x="3095625" y="3248025"/>
                </a:lnTo>
                <a:lnTo>
                  <a:pt x="3095625" y="3238500"/>
                </a:lnTo>
                <a:lnTo>
                  <a:pt x="3057525" y="3238500"/>
                </a:lnTo>
                <a:lnTo>
                  <a:pt x="3057525" y="3228975"/>
                </a:lnTo>
                <a:lnTo>
                  <a:pt x="3048000" y="3228975"/>
                </a:lnTo>
                <a:lnTo>
                  <a:pt x="3048000" y="3238500"/>
                </a:lnTo>
                <a:lnTo>
                  <a:pt x="3038475" y="3238500"/>
                </a:lnTo>
                <a:lnTo>
                  <a:pt x="3038475" y="3228975"/>
                </a:lnTo>
                <a:lnTo>
                  <a:pt x="3000375" y="3228975"/>
                </a:lnTo>
                <a:lnTo>
                  <a:pt x="3000375" y="3219450"/>
                </a:lnTo>
                <a:lnTo>
                  <a:pt x="2981325" y="3219450"/>
                </a:lnTo>
                <a:lnTo>
                  <a:pt x="2981325" y="3228975"/>
                </a:lnTo>
                <a:lnTo>
                  <a:pt x="2962275" y="3228975"/>
                </a:lnTo>
                <a:lnTo>
                  <a:pt x="2962275" y="3219450"/>
                </a:lnTo>
                <a:lnTo>
                  <a:pt x="2867025" y="3219450"/>
                </a:lnTo>
                <a:lnTo>
                  <a:pt x="2867025" y="3228975"/>
                </a:lnTo>
                <a:lnTo>
                  <a:pt x="2857500" y="3228975"/>
                </a:lnTo>
                <a:lnTo>
                  <a:pt x="2857500" y="3238500"/>
                </a:lnTo>
                <a:lnTo>
                  <a:pt x="2847975" y="3238500"/>
                </a:lnTo>
                <a:lnTo>
                  <a:pt x="2847975" y="3248025"/>
                </a:lnTo>
                <a:lnTo>
                  <a:pt x="2838450" y="3248025"/>
                </a:lnTo>
                <a:lnTo>
                  <a:pt x="2838450" y="3267075"/>
                </a:lnTo>
                <a:lnTo>
                  <a:pt x="2828925" y="3267075"/>
                </a:lnTo>
                <a:close/>
                <a:moveTo>
                  <a:pt x="2543175" y="3381375"/>
                </a:moveTo>
                <a:lnTo>
                  <a:pt x="2552700" y="3381375"/>
                </a:lnTo>
                <a:lnTo>
                  <a:pt x="2552700" y="3371850"/>
                </a:lnTo>
                <a:lnTo>
                  <a:pt x="2524125" y="3371850"/>
                </a:lnTo>
                <a:lnTo>
                  <a:pt x="2524125" y="3381375"/>
                </a:lnTo>
                <a:lnTo>
                  <a:pt x="2514600" y="3381375"/>
                </a:lnTo>
                <a:lnTo>
                  <a:pt x="2514600" y="3390900"/>
                </a:lnTo>
                <a:lnTo>
                  <a:pt x="2543175" y="3390900"/>
                </a:lnTo>
                <a:close/>
                <a:moveTo>
                  <a:pt x="2505075" y="3524250"/>
                </a:moveTo>
                <a:lnTo>
                  <a:pt x="2524125" y="3524250"/>
                </a:lnTo>
                <a:lnTo>
                  <a:pt x="2524125" y="3543300"/>
                </a:lnTo>
                <a:lnTo>
                  <a:pt x="2505075" y="3543300"/>
                </a:lnTo>
                <a:close/>
                <a:moveTo>
                  <a:pt x="2400300" y="3571875"/>
                </a:moveTo>
                <a:lnTo>
                  <a:pt x="2409825" y="3571875"/>
                </a:lnTo>
                <a:lnTo>
                  <a:pt x="2409825" y="3581400"/>
                </a:lnTo>
                <a:lnTo>
                  <a:pt x="2400300" y="3581400"/>
                </a:lnTo>
                <a:close/>
                <a:moveTo>
                  <a:pt x="2438400" y="3571875"/>
                </a:moveTo>
                <a:lnTo>
                  <a:pt x="2457450" y="3571875"/>
                </a:lnTo>
                <a:lnTo>
                  <a:pt x="2457450" y="3581400"/>
                </a:lnTo>
                <a:lnTo>
                  <a:pt x="2438400" y="3581400"/>
                </a:lnTo>
                <a:close/>
                <a:moveTo>
                  <a:pt x="2381250" y="3581400"/>
                </a:moveTo>
                <a:lnTo>
                  <a:pt x="2390775" y="3581400"/>
                </a:lnTo>
                <a:lnTo>
                  <a:pt x="2390775" y="3590925"/>
                </a:lnTo>
                <a:lnTo>
                  <a:pt x="2381250" y="3590925"/>
                </a:lnTo>
                <a:close/>
                <a:moveTo>
                  <a:pt x="2466975" y="3581400"/>
                </a:moveTo>
                <a:lnTo>
                  <a:pt x="2476500" y="3581400"/>
                </a:lnTo>
                <a:lnTo>
                  <a:pt x="2476500" y="3590925"/>
                </a:lnTo>
                <a:lnTo>
                  <a:pt x="2466975" y="3590925"/>
                </a:lnTo>
                <a:close/>
                <a:moveTo>
                  <a:pt x="2867025" y="3581400"/>
                </a:moveTo>
                <a:lnTo>
                  <a:pt x="2886075" y="3581400"/>
                </a:lnTo>
                <a:lnTo>
                  <a:pt x="2886075" y="3600450"/>
                </a:lnTo>
                <a:lnTo>
                  <a:pt x="2867025" y="3600450"/>
                </a:lnTo>
                <a:close/>
                <a:moveTo>
                  <a:pt x="2476500" y="3590925"/>
                </a:moveTo>
                <a:lnTo>
                  <a:pt x="2486025" y="3590925"/>
                </a:lnTo>
                <a:lnTo>
                  <a:pt x="2486025" y="3600450"/>
                </a:lnTo>
                <a:lnTo>
                  <a:pt x="2476500" y="3600450"/>
                </a:lnTo>
                <a:close/>
                <a:moveTo>
                  <a:pt x="2933700" y="3590925"/>
                </a:moveTo>
                <a:lnTo>
                  <a:pt x="2962275" y="3590925"/>
                </a:lnTo>
                <a:lnTo>
                  <a:pt x="2962275" y="3609975"/>
                </a:lnTo>
                <a:lnTo>
                  <a:pt x="2933700" y="3609975"/>
                </a:lnTo>
                <a:close/>
                <a:moveTo>
                  <a:pt x="2371725" y="3600450"/>
                </a:moveTo>
                <a:lnTo>
                  <a:pt x="2381250" y="3600450"/>
                </a:lnTo>
                <a:lnTo>
                  <a:pt x="2381250" y="3629025"/>
                </a:lnTo>
                <a:lnTo>
                  <a:pt x="2371725" y="3629025"/>
                </a:lnTo>
                <a:close/>
                <a:moveTo>
                  <a:pt x="2990850" y="3600450"/>
                </a:moveTo>
                <a:lnTo>
                  <a:pt x="3019425" y="3600450"/>
                </a:lnTo>
                <a:lnTo>
                  <a:pt x="3019425" y="3619500"/>
                </a:lnTo>
                <a:lnTo>
                  <a:pt x="2990850" y="3619500"/>
                </a:lnTo>
                <a:close/>
                <a:moveTo>
                  <a:pt x="3048000" y="3609975"/>
                </a:moveTo>
                <a:lnTo>
                  <a:pt x="3086100" y="3609975"/>
                </a:lnTo>
                <a:lnTo>
                  <a:pt x="3086100" y="3629025"/>
                </a:lnTo>
                <a:lnTo>
                  <a:pt x="3048000" y="3629025"/>
                </a:lnTo>
                <a:close/>
                <a:moveTo>
                  <a:pt x="3114675" y="3619500"/>
                </a:moveTo>
                <a:lnTo>
                  <a:pt x="3133725" y="3619500"/>
                </a:lnTo>
                <a:lnTo>
                  <a:pt x="3133725" y="3638550"/>
                </a:lnTo>
                <a:lnTo>
                  <a:pt x="3114675" y="3638550"/>
                </a:lnTo>
                <a:close/>
                <a:moveTo>
                  <a:pt x="2476500" y="3648075"/>
                </a:moveTo>
                <a:lnTo>
                  <a:pt x="2486025" y="3648075"/>
                </a:lnTo>
                <a:lnTo>
                  <a:pt x="2486025" y="3676650"/>
                </a:lnTo>
                <a:lnTo>
                  <a:pt x="2476500" y="3676650"/>
                </a:lnTo>
                <a:close/>
                <a:moveTo>
                  <a:pt x="2371725" y="3667125"/>
                </a:moveTo>
                <a:lnTo>
                  <a:pt x="2381250" y="3667125"/>
                </a:lnTo>
                <a:lnTo>
                  <a:pt x="2381250" y="3676650"/>
                </a:lnTo>
                <a:lnTo>
                  <a:pt x="2371725" y="3676650"/>
                </a:lnTo>
                <a:close/>
                <a:moveTo>
                  <a:pt x="2143125" y="3676650"/>
                </a:moveTo>
                <a:lnTo>
                  <a:pt x="2152650" y="3676650"/>
                </a:lnTo>
                <a:lnTo>
                  <a:pt x="2152650" y="3686175"/>
                </a:lnTo>
                <a:lnTo>
                  <a:pt x="2143125" y="3686175"/>
                </a:lnTo>
                <a:close/>
                <a:moveTo>
                  <a:pt x="2381250" y="3676650"/>
                </a:moveTo>
                <a:lnTo>
                  <a:pt x="2390775" y="3676650"/>
                </a:lnTo>
                <a:lnTo>
                  <a:pt x="2390775" y="3686175"/>
                </a:lnTo>
                <a:lnTo>
                  <a:pt x="2381250" y="3686175"/>
                </a:lnTo>
                <a:close/>
                <a:moveTo>
                  <a:pt x="2466975" y="3676650"/>
                </a:moveTo>
                <a:lnTo>
                  <a:pt x="2476500" y="3676650"/>
                </a:lnTo>
                <a:lnTo>
                  <a:pt x="2476500" y="3686175"/>
                </a:lnTo>
                <a:lnTo>
                  <a:pt x="2466975" y="3686175"/>
                </a:lnTo>
                <a:close/>
                <a:moveTo>
                  <a:pt x="2152650" y="3686175"/>
                </a:moveTo>
                <a:lnTo>
                  <a:pt x="2162175" y="3686175"/>
                </a:lnTo>
                <a:lnTo>
                  <a:pt x="2162175" y="3695700"/>
                </a:lnTo>
                <a:lnTo>
                  <a:pt x="2152650" y="3695700"/>
                </a:lnTo>
                <a:close/>
                <a:moveTo>
                  <a:pt x="2409825" y="3686175"/>
                </a:moveTo>
                <a:lnTo>
                  <a:pt x="2466975" y="3686175"/>
                </a:lnTo>
                <a:lnTo>
                  <a:pt x="2466975" y="3695700"/>
                </a:lnTo>
                <a:lnTo>
                  <a:pt x="2409825" y="3695700"/>
                </a:lnTo>
                <a:close/>
                <a:moveTo>
                  <a:pt x="2305050" y="3695700"/>
                </a:moveTo>
                <a:lnTo>
                  <a:pt x="2324100" y="3695700"/>
                </a:lnTo>
                <a:lnTo>
                  <a:pt x="2324100" y="3705225"/>
                </a:lnTo>
                <a:lnTo>
                  <a:pt x="2305050" y="3705225"/>
                </a:lnTo>
                <a:close/>
                <a:moveTo>
                  <a:pt x="2295525" y="3705225"/>
                </a:moveTo>
                <a:lnTo>
                  <a:pt x="2305050" y="3705225"/>
                </a:lnTo>
                <a:lnTo>
                  <a:pt x="2305050" y="3714750"/>
                </a:lnTo>
                <a:lnTo>
                  <a:pt x="2295525" y="3714750"/>
                </a:lnTo>
                <a:close/>
                <a:moveTo>
                  <a:pt x="2333625" y="3705225"/>
                </a:moveTo>
                <a:lnTo>
                  <a:pt x="2352675" y="3705225"/>
                </a:lnTo>
                <a:lnTo>
                  <a:pt x="2352675" y="3714750"/>
                </a:lnTo>
                <a:lnTo>
                  <a:pt x="2333625" y="3714750"/>
                </a:lnTo>
                <a:close/>
                <a:moveTo>
                  <a:pt x="2371725" y="3714750"/>
                </a:moveTo>
                <a:lnTo>
                  <a:pt x="2419350" y="3714750"/>
                </a:lnTo>
                <a:lnTo>
                  <a:pt x="2419350" y="3724275"/>
                </a:lnTo>
                <a:lnTo>
                  <a:pt x="2371725" y="3724275"/>
                </a:lnTo>
                <a:close/>
                <a:moveTo>
                  <a:pt x="2428875" y="3724275"/>
                </a:moveTo>
                <a:lnTo>
                  <a:pt x="2486025" y="3724275"/>
                </a:lnTo>
                <a:lnTo>
                  <a:pt x="2486025" y="3733800"/>
                </a:lnTo>
                <a:lnTo>
                  <a:pt x="2428875" y="3733800"/>
                </a:lnTo>
                <a:close/>
                <a:moveTo>
                  <a:pt x="2295525" y="3733800"/>
                </a:moveTo>
                <a:lnTo>
                  <a:pt x="2305050" y="3733800"/>
                </a:lnTo>
                <a:lnTo>
                  <a:pt x="2305050" y="3743325"/>
                </a:lnTo>
                <a:lnTo>
                  <a:pt x="2352675" y="3743325"/>
                </a:lnTo>
                <a:lnTo>
                  <a:pt x="2352675" y="3752850"/>
                </a:lnTo>
                <a:lnTo>
                  <a:pt x="2295525" y="3752850"/>
                </a:lnTo>
                <a:close/>
                <a:moveTo>
                  <a:pt x="2486025" y="3733800"/>
                </a:moveTo>
                <a:lnTo>
                  <a:pt x="2514600" y="3733800"/>
                </a:lnTo>
                <a:lnTo>
                  <a:pt x="2514600" y="3743325"/>
                </a:lnTo>
                <a:lnTo>
                  <a:pt x="2486025" y="3743325"/>
                </a:lnTo>
                <a:close/>
                <a:moveTo>
                  <a:pt x="2381250" y="3752850"/>
                </a:moveTo>
                <a:lnTo>
                  <a:pt x="2400300" y="3752850"/>
                </a:lnTo>
                <a:lnTo>
                  <a:pt x="2400300" y="3762375"/>
                </a:lnTo>
                <a:lnTo>
                  <a:pt x="2381250" y="3762375"/>
                </a:lnTo>
                <a:close/>
                <a:moveTo>
                  <a:pt x="2533650" y="3752850"/>
                </a:moveTo>
                <a:lnTo>
                  <a:pt x="2543175" y="3752850"/>
                </a:lnTo>
                <a:lnTo>
                  <a:pt x="2543175" y="3781425"/>
                </a:lnTo>
                <a:lnTo>
                  <a:pt x="2524125" y="3781425"/>
                </a:lnTo>
                <a:lnTo>
                  <a:pt x="2524125" y="3771900"/>
                </a:lnTo>
                <a:lnTo>
                  <a:pt x="2533650" y="3771900"/>
                </a:lnTo>
                <a:close/>
                <a:moveTo>
                  <a:pt x="2428875" y="3762375"/>
                </a:moveTo>
                <a:lnTo>
                  <a:pt x="2457450" y="3762375"/>
                </a:lnTo>
                <a:lnTo>
                  <a:pt x="2457450" y="3771900"/>
                </a:lnTo>
                <a:lnTo>
                  <a:pt x="2428875" y="3771900"/>
                </a:lnTo>
                <a:close/>
                <a:moveTo>
                  <a:pt x="2457450" y="3771900"/>
                </a:moveTo>
                <a:lnTo>
                  <a:pt x="2466975" y="3771900"/>
                </a:lnTo>
                <a:lnTo>
                  <a:pt x="2466975" y="3781425"/>
                </a:lnTo>
                <a:lnTo>
                  <a:pt x="2457450" y="3781425"/>
                </a:lnTo>
                <a:close/>
                <a:moveTo>
                  <a:pt x="2476500" y="3771900"/>
                </a:moveTo>
                <a:lnTo>
                  <a:pt x="2514600" y="3771900"/>
                </a:lnTo>
                <a:lnTo>
                  <a:pt x="2514600" y="3781425"/>
                </a:lnTo>
                <a:lnTo>
                  <a:pt x="2476500" y="3781425"/>
                </a:lnTo>
                <a:close/>
                <a:moveTo>
                  <a:pt x="1143000" y="4029075"/>
                </a:moveTo>
                <a:lnTo>
                  <a:pt x="1200150" y="4029075"/>
                </a:lnTo>
                <a:lnTo>
                  <a:pt x="1200150" y="4038600"/>
                </a:lnTo>
                <a:lnTo>
                  <a:pt x="1143000" y="4038600"/>
                </a:lnTo>
                <a:close/>
                <a:moveTo>
                  <a:pt x="990600" y="4038600"/>
                </a:moveTo>
                <a:lnTo>
                  <a:pt x="1104900" y="4038600"/>
                </a:lnTo>
                <a:lnTo>
                  <a:pt x="1104900" y="4048125"/>
                </a:lnTo>
                <a:lnTo>
                  <a:pt x="990600" y="4048125"/>
                </a:lnTo>
                <a:close/>
                <a:moveTo>
                  <a:pt x="771525" y="4048125"/>
                </a:moveTo>
                <a:lnTo>
                  <a:pt x="952500" y="4048125"/>
                </a:lnTo>
                <a:lnTo>
                  <a:pt x="952500" y="4057650"/>
                </a:lnTo>
                <a:lnTo>
                  <a:pt x="819150" y="4057650"/>
                </a:lnTo>
                <a:lnTo>
                  <a:pt x="819150" y="4067175"/>
                </a:lnTo>
                <a:lnTo>
                  <a:pt x="676275" y="4067175"/>
                </a:lnTo>
                <a:lnTo>
                  <a:pt x="676275" y="4057650"/>
                </a:lnTo>
                <a:lnTo>
                  <a:pt x="771525" y="4057650"/>
                </a:lnTo>
                <a:close/>
              </a:path>
            </a:pathLst>
          </a:custGeom>
          <a:solidFill xmlns:a="http://schemas.openxmlformats.org/drawingml/2006/main">
            <a:srgbClr val="04172E"/>
          </a:solidFill>
          <a:ln xmlns:a="http://schemas.openxmlformats.org/drawingml/2006/main" w="0">
            <a:noFill/>
          </a:ln>
        </p:spPr>
      </p:sp>
      <p:sp>
        <p:nvSpPr>
          <p:cNvPr id="33" name="phones vector #04152c">
            <a:extLst xmlns:a="http://schemas.openxmlformats.org/drawingml/2006/main">
              <a:ext uri="{FF2B5EF4-FFF2-40B4-BE49-F238E27FC236}">
                <a16:creationId xmlns:a16="http://schemas.microsoft.com/office/drawing/2014/main" id="{735F37C7-150A-4C05-8412-D6FF65CD05E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48500" y="190500"/>
            <a:ext cx="5905500" cy="6619875"/>
          </a:xfrm>
          <a:custGeom xmlns:a="http://schemas.openxmlformats.org/drawingml/2006/main">
            <a:pathLst>
              <a:path w="3838575" h="4295775">
                <a:moveTo>
                  <a:pt x="3552825" y="533400"/>
                </a:moveTo>
                <a:lnTo>
                  <a:pt x="3571875" y="533400"/>
                </a:lnTo>
                <a:lnTo>
                  <a:pt x="3571875" y="542925"/>
                </a:lnTo>
                <a:lnTo>
                  <a:pt x="3552825" y="542925"/>
                </a:lnTo>
                <a:close/>
                <a:moveTo>
                  <a:pt x="3543300" y="542925"/>
                </a:moveTo>
                <a:lnTo>
                  <a:pt x="3552825" y="542925"/>
                </a:lnTo>
                <a:lnTo>
                  <a:pt x="3552825" y="552450"/>
                </a:lnTo>
                <a:lnTo>
                  <a:pt x="3571875" y="552450"/>
                </a:lnTo>
                <a:lnTo>
                  <a:pt x="3571875" y="542925"/>
                </a:lnTo>
                <a:lnTo>
                  <a:pt x="3581400" y="542925"/>
                </a:lnTo>
                <a:lnTo>
                  <a:pt x="3581400" y="552450"/>
                </a:lnTo>
                <a:lnTo>
                  <a:pt x="3571875" y="552450"/>
                </a:lnTo>
                <a:lnTo>
                  <a:pt x="3571875" y="561975"/>
                </a:lnTo>
                <a:lnTo>
                  <a:pt x="3543300" y="561975"/>
                </a:lnTo>
                <a:close/>
                <a:moveTo>
                  <a:pt x="3362325" y="571500"/>
                </a:moveTo>
                <a:lnTo>
                  <a:pt x="3371850" y="571500"/>
                </a:lnTo>
                <a:lnTo>
                  <a:pt x="3371850" y="581025"/>
                </a:lnTo>
                <a:lnTo>
                  <a:pt x="3362325" y="581025"/>
                </a:lnTo>
                <a:close/>
                <a:moveTo>
                  <a:pt x="3438525" y="581025"/>
                </a:moveTo>
                <a:lnTo>
                  <a:pt x="3448050" y="581025"/>
                </a:lnTo>
                <a:lnTo>
                  <a:pt x="3448050" y="590550"/>
                </a:lnTo>
                <a:lnTo>
                  <a:pt x="3438525" y="590550"/>
                </a:lnTo>
                <a:close/>
                <a:moveTo>
                  <a:pt x="3543300" y="581025"/>
                </a:moveTo>
                <a:lnTo>
                  <a:pt x="3552825" y="581025"/>
                </a:lnTo>
                <a:lnTo>
                  <a:pt x="3552825" y="590550"/>
                </a:lnTo>
                <a:lnTo>
                  <a:pt x="3543300" y="590550"/>
                </a:lnTo>
                <a:close/>
                <a:moveTo>
                  <a:pt x="2095500" y="590550"/>
                </a:moveTo>
                <a:lnTo>
                  <a:pt x="2105025" y="590550"/>
                </a:lnTo>
                <a:lnTo>
                  <a:pt x="2105025" y="600075"/>
                </a:lnTo>
                <a:lnTo>
                  <a:pt x="2095500" y="600075"/>
                </a:lnTo>
                <a:close/>
                <a:moveTo>
                  <a:pt x="3448050" y="590550"/>
                </a:moveTo>
                <a:lnTo>
                  <a:pt x="3457575" y="590550"/>
                </a:lnTo>
                <a:lnTo>
                  <a:pt x="3457575" y="600075"/>
                </a:lnTo>
                <a:lnTo>
                  <a:pt x="3448050" y="600075"/>
                </a:lnTo>
                <a:close/>
                <a:moveTo>
                  <a:pt x="3533775" y="590550"/>
                </a:moveTo>
                <a:lnTo>
                  <a:pt x="3543300" y="590550"/>
                </a:lnTo>
                <a:lnTo>
                  <a:pt x="3543300" y="600075"/>
                </a:lnTo>
                <a:lnTo>
                  <a:pt x="3533775" y="600075"/>
                </a:lnTo>
                <a:close/>
                <a:moveTo>
                  <a:pt x="2219325" y="628650"/>
                </a:moveTo>
                <a:lnTo>
                  <a:pt x="2238375" y="628650"/>
                </a:lnTo>
                <a:lnTo>
                  <a:pt x="2238375" y="638175"/>
                </a:lnTo>
                <a:lnTo>
                  <a:pt x="2219325" y="638175"/>
                </a:lnTo>
                <a:close/>
                <a:moveTo>
                  <a:pt x="2400300" y="657225"/>
                </a:moveTo>
                <a:lnTo>
                  <a:pt x="2409825" y="657225"/>
                </a:lnTo>
                <a:lnTo>
                  <a:pt x="2409825" y="676275"/>
                </a:lnTo>
                <a:lnTo>
                  <a:pt x="2400300" y="676275"/>
                </a:lnTo>
                <a:close/>
                <a:moveTo>
                  <a:pt x="2447925" y="666750"/>
                </a:moveTo>
                <a:lnTo>
                  <a:pt x="2466975" y="666750"/>
                </a:lnTo>
                <a:lnTo>
                  <a:pt x="2466975" y="685800"/>
                </a:lnTo>
                <a:lnTo>
                  <a:pt x="2476500" y="685800"/>
                </a:lnTo>
                <a:lnTo>
                  <a:pt x="2476500" y="695325"/>
                </a:lnTo>
                <a:lnTo>
                  <a:pt x="2466975" y="695325"/>
                </a:lnTo>
                <a:lnTo>
                  <a:pt x="2466975" y="704850"/>
                </a:lnTo>
                <a:lnTo>
                  <a:pt x="2457450" y="704850"/>
                </a:lnTo>
                <a:lnTo>
                  <a:pt x="2457450" y="676275"/>
                </a:lnTo>
                <a:lnTo>
                  <a:pt x="2447925" y="676275"/>
                </a:lnTo>
                <a:close/>
                <a:moveTo>
                  <a:pt x="2476500" y="695325"/>
                </a:moveTo>
                <a:lnTo>
                  <a:pt x="2486025" y="695325"/>
                </a:lnTo>
                <a:lnTo>
                  <a:pt x="2486025" y="704850"/>
                </a:lnTo>
                <a:lnTo>
                  <a:pt x="2476500" y="704850"/>
                </a:lnTo>
                <a:close/>
                <a:moveTo>
                  <a:pt x="2447925" y="704850"/>
                </a:moveTo>
                <a:lnTo>
                  <a:pt x="2457450" y="704850"/>
                </a:lnTo>
                <a:lnTo>
                  <a:pt x="2457450" y="714375"/>
                </a:lnTo>
                <a:lnTo>
                  <a:pt x="2447925" y="714375"/>
                </a:lnTo>
                <a:close/>
                <a:moveTo>
                  <a:pt x="2371725" y="714375"/>
                </a:moveTo>
                <a:lnTo>
                  <a:pt x="2390775" y="714375"/>
                </a:lnTo>
                <a:lnTo>
                  <a:pt x="2390775" y="723900"/>
                </a:lnTo>
                <a:lnTo>
                  <a:pt x="2371725" y="723900"/>
                </a:lnTo>
                <a:close/>
                <a:moveTo>
                  <a:pt x="3438525" y="762000"/>
                </a:moveTo>
                <a:lnTo>
                  <a:pt x="3448050" y="762000"/>
                </a:lnTo>
                <a:lnTo>
                  <a:pt x="3448050" y="771525"/>
                </a:lnTo>
                <a:lnTo>
                  <a:pt x="3438525" y="771525"/>
                </a:lnTo>
                <a:close/>
                <a:moveTo>
                  <a:pt x="3429000" y="771525"/>
                </a:moveTo>
                <a:lnTo>
                  <a:pt x="3438525" y="771525"/>
                </a:lnTo>
                <a:lnTo>
                  <a:pt x="3438525" y="781050"/>
                </a:lnTo>
                <a:lnTo>
                  <a:pt x="3448050" y="781050"/>
                </a:lnTo>
                <a:lnTo>
                  <a:pt x="3448050" y="800100"/>
                </a:lnTo>
                <a:lnTo>
                  <a:pt x="3438525" y="800100"/>
                </a:lnTo>
                <a:lnTo>
                  <a:pt x="3438525" y="790575"/>
                </a:lnTo>
                <a:lnTo>
                  <a:pt x="3419475" y="790575"/>
                </a:lnTo>
                <a:lnTo>
                  <a:pt x="3419475" y="781050"/>
                </a:lnTo>
                <a:lnTo>
                  <a:pt x="3429000" y="781050"/>
                </a:lnTo>
                <a:close/>
                <a:moveTo>
                  <a:pt x="3514725" y="790575"/>
                </a:moveTo>
                <a:lnTo>
                  <a:pt x="3524250" y="790575"/>
                </a:lnTo>
                <a:lnTo>
                  <a:pt x="3524250" y="800100"/>
                </a:lnTo>
                <a:lnTo>
                  <a:pt x="3514725" y="800100"/>
                </a:lnTo>
                <a:close/>
                <a:moveTo>
                  <a:pt x="3429000" y="800100"/>
                </a:moveTo>
                <a:lnTo>
                  <a:pt x="3438525" y="800100"/>
                </a:lnTo>
                <a:lnTo>
                  <a:pt x="3438525" y="809625"/>
                </a:lnTo>
                <a:lnTo>
                  <a:pt x="3429000" y="809625"/>
                </a:lnTo>
                <a:close/>
                <a:moveTo>
                  <a:pt x="3486150" y="809625"/>
                </a:moveTo>
                <a:lnTo>
                  <a:pt x="3505200" y="809625"/>
                </a:lnTo>
                <a:lnTo>
                  <a:pt x="3505200" y="819150"/>
                </a:lnTo>
                <a:lnTo>
                  <a:pt x="3486150" y="819150"/>
                </a:lnTo>
                <a:close/>
                <a:moveTo>
                  <a:pt x="3505200" y="819150"/>
                </a:moveTo>
                <a:lnTo>
                  <a:pt x="3524250" y="819150"/>
                </a:lnTo>
                <a:lnTo>
                  <a:pt x="3524250" y="838200"/>
                </a:lnTo>
                <a:lnTo>
                  <a:pt x="3514725" y="838200"/>
                </a:lnTo>
                <a:lnTo>
                  <a:pt x="3514725" y="828675"/>
                </a:lnTo>
                <a:lnTo>
                  <a:pt x="3505200" y="828675"/>
                </a:lnTo>
                <a:close/>
                <a:moveTo>
                  <a:pt x="3448050" y="838200"/>
                </a:moveTo>
                <a:lnTo>
                  <a:pt x="3457575" y="838200"/>
                </a:lnTo>
                <a:lnTo>
                  <a:pt x="3457575" y="847725"/>
                </a:lnTo>
                <a:lnTo>
                  <a:pt x="3448050" y="847725"/>
                </a:lnTo>
                <a:close/>
                <a:moveTo>
                  <a:pt x="2181225" y="866775"/>
                </a:moveTo>
                <a:lnTo>
                  <a:pt x="2219325" y="866775"/>
                </a:lnTo>
                <a:lnTo>
                  <a:pt x="2219325" y="876300"/>
                </a:lnTo>
                <a:lnTo>
                  <a:pt x="2181225" y="876300"/>
                </a:lnTo>
                <a:close/>
                <a:moveTo>
                  <a:pt x="1990725" y="914400"/>
                </a:moveTo>
                <a:lnTo>
                  <a:pt x="2000250" y="914400"/>
                </a:lnTo>
                <a:lnTo>
                  <a:pt x="2000250" y="923925"/>
                </a:lnTo>
                <a:lnTo>
                  <a:pt x="2009775" y="923925"/>
                </a:lnTo>
                <a:lnTo>
                  <a:pt x="2009775" y="933450"/>
                </a:lnTo>
                <a:lnTo>
                  <a:pt x="2000250" y="933450"/>
                </a:lnTo>
                <a:lnTo>
                  <a:pt x="2000250" y="952500"/>
                </a:lnTo>
                <a:lnTo>
                  <a:pt x="1990725" y="952500"/>
                </a:lnTo>
                <a:close/>
                <a:moveTo>
                  <a:pt x="2409825" y="952500"/>
                </a:moveTo>
                <a:lnTo>
                  <a:pt x="2419350" y="952500"/>
                </a:lnTo>
                <a:lnTo>
                  <a:pt x="2419350" y="962025"/>
                </a:lnTo>
                <a:lnTo>
                  <a:pt x="2409825" y="962025"/>
                </a:lnTo>
                <a:close/>
                <a:moveTo>
                  <a:pt x="2495550" y="962025"/>
                </a:moveTo>
                <a:lnTo>
                  <a:pt x="2514600" y="962025"/>
                </a:lnTo>
                <a:lnTo>
                  <a:pt x="2514600" y="971550"/>
                </a:lnTo>
                <a:lnTo>
                  <a:pt x="2495550" y="971550"/>
                </a:lnTo>
                <a:close/>
                <a:moveTo>
                  <a:pt x="2600325" y="990600"/>
                </a:moveTo>
                <a:lnTo>
                  <a:pt x="2609850" y="990600"/>
                </a:lnTo>
                <a:lnTo>
                  <a:pt x="2609850" y="1000125"/>
                </a:lnTo>
                <a:lnTo>
                  <a:pt x="2600325" y="1000125"/>
                </a:lnTo>
                <a:close/>
                <a:moveTo>
                  <a:pt x="2209800" y="1009650"/>
                </a:moveTo>
                <a:lnTo>
                  <a:pt x="2228850" y="1009650"/>
                </a:lnTo>
                <a:lnTo>
                  <a:pt x="2228850" y="1019175"/>
                </a:lnTo>
                <a:lnTo>
                  <a:pt x="2209800" y="1019175"/>
                </a:lnTo>
                <a:close/>
                <a:moveTo>
                  <a:pt x="2305050" y="1019175"/>
                </a:moveTo>
                <a:lnTo>
                  <a:pt x="2333625" y="1019175"/>
                </a:lnTo>
                <a:lnTo>
                  <a:pt x="2333625" y="1028700"/>
                </a:lnTo>
                <a:lnTo>
                  <a:pt x="2305050" y="1028700"/>
                </a:lnTo>
                <a:close/>
                <a:moveTo>
                  <a:pt x="2066925" y="1028700"/>
                </a:moveTo>
                <a:lnTo>
                  <a:pt x="2076450" y="1028700"/>
                </a:lnTo>
                <a:lnTo>
                  <a:pt x="2076450" y="1038225"/>
                </a:lnTo>
                <a:lnTo>
                  <a:pt x="2066925" y="1038225"/>
                </a:lnTo>
                <a:close/>
                <a:moveTo>
                  <a:pt x="2400300" y="1028700"/>
                </a:moveTo>
                <a:lnTo>
                  <a:pt x="2409825" y="1028700"/>
                </a:lnTo>
                <a:lnTo>
                  <a:pt x="2409825" y="1038225"/>
                </a:lnTo>
                <a:lnTo>
                  <a:pt x="2400300" y="1038225"/>
                </a:lnTo>
                <a:close/>
                <a:moveTo>
                  <a:pt x="2057400" y="1038225"/>
                </a:moveTo>
                <a:lnTo>
                  <a:pt x="2066925" y="1038225"/>
                </a:lnTo>
                <a:lnTo>
                  <a:pt x="2066925" y="1047750"/>
                </a:lnTo>
                <a:lnTo>
                  <a:pt x="2057400" y="1047750"/>
                </a:lnTo>
                <a:close/>
                <a:moveTo>
                  <a:pt x="2514600" y="1038225"/>
                </a:moveTo>
                <a:lnTo>
                  <a:pt x="2524125" y="1038225"/>
                </a:lnTo>
                <a:lnTo>
                  <a:pt x="2524125" y="1047750"/>
                </a:lnTo>
                <a:lnTo>
                  <a:pt x="2514600" y="1047750"/>
                </a:lnTo>
                <a:close/>
                <a:moveTo>
                  <a:pt x="2600325" y="1047750"/>
                </a:moveTo>
                <a:lnTo>
                  <a:pt x="2619375" y="1047750"/>
                </a:lnTo>
                <a:lnTo>
                  <a:pt x="2619375" y="1057275"/>
                </a:lnTo>
                <a:lnTo>
                  <a:pt x="2600325" y="1057275"/>
                </a:lnTo>
                <a:close/>
                <a:moveTo>
                  <a:pt x="2705100" y="1057275"/>
                </a:moveTo>
                <a:lnTo>
                  <a:pt x="2724150" y="1057275"/>
                </a:lnTo>
                <a:lnTo>
                  <a:pt x="2724150" y="1066800"/>
                </a:lnTo>
                <a:lnTo>
                  <a:pt x="2705100" y="1066800"/>
                </a:lnTo>
                <a:close/>
                <a:moveTo>
                  <a:pt x="2790825" y="1066800"/>
                </a:moveTo>
                <a:lnTo>
                  <a:pt x="2809875" y="1066800"/>
                </a:lnTo>
                <a:lnTo>
                  <a:pt x="2809875" y="1076325"/>
                </a:lnTo>
                <a:lnTo>
                  <a:pt x="2790825" y="1076325"/>
                </a:lnTo>
                <a:close/>
                <a:moveTo>
                  <a:pt x="3048000" y="1066800"/>
                </a:moveTo>
                <a:lnTo>
                  <a:pt x="3067050" y="1066800"/>
                </a:lnTo>
                <a:lnTo>
                  <a:pt x="3067050" y="1076325"/>
                </a:lnTo>
                <a:lnTo>
                  <a:pt x="3057525" y="1076325"/>
                </a:lnTo>
                <a:lnTo>
                  <a:pt x="3057525" y="1085850"/>
                </a:lnTo>
                <a:lnTo>
                  <a:pt x="3067050" y="1085850"/>
                </a:lnTo>
                <a:lnTo>
                  <a:pt x="3067050" y="1095375"/>
                </a:lnTo>
                <a:lnTo>
                  <a:pt x="3038475" y="1095375"/>
                </a:lnTo>
                <a:lnTo>
                  <a:pt x="3038475" y="1085850"/>
                </a:lnTo>
                <a:lnTo>
                  <a:pt x="3048000" y="1085850"/>
                </a:lnTo>
                <a:close/>
                <a:moveTo>
                  <a:pt x="2895600" y="1076325"/>
                </a:moveTo>
                <a:lnTo>
                  <a:pt x="2914650" y="1076325"/>
                </a:lnTo>
                <a:lnTo>
                  <a:pt x="2914650" y="1085850"/>
                </a:lnTo>
                <a:lnTo>
                  <a:pt x="2895600" y="1085850"/>
                </a:lnTo>
                <a:close/>
                <a:moveTo>
                  <a:pt x="2981325" y="1085850"/>
                </a:moveTo>
                <a:lnTo>
                  <a:pt x="3000375" y="1085850"/>
                </a:lnTo>
                <a:lnTo>
                  <a:pt x="3000375" y="1095375"/>
                </a:lnTo>
                <a:lnTo>
                  <a:pt x="2981325" y="1095375"/>
                </a:lnTo>
                <a:close/>
                <a:moveTo>
                  <a:pt x="3086100" y="1095375"/>
                </a:moveTo>
                <a:lnTo>
                  <a:pt x="3095625" y="1095375"/>
                </a:lnTo>
                <a:lnTo>
                  <a:pt x="3095625" y="1104900"/>
                </a:lnTo>
                <a:lnTo>
                  <a:pt x="3086100" y="1104900"/>
                </a:lnTo>
                <a:close/>
                <a:moveTo>
                  <a:pt x="3152775" y="1095375"/>
                </a:moveTo>
                <a:lnTo>
                  <a:pt x="3162300" y="1095375"/>
                </a:lnTo>
                <a:lnTo>
                  <a:pt x="3162300" y="1104900"/>
                </a:lnTo>
                <a:lnTo>
                  <a:pt x="3152775" y="1104900"/>
                </a:lnTo>
                <a:close/>
                <a:moveTo>
                  <a:pt x="2028825" y="1104900"/>
                </a:moveTo>
                <a:lnTo>
                  <a:pt x="2038350" y="1104900"/>
                </a:lnTo>
                <a:lnTo>
                  <a:pt x="2038350" y="1143000"/>
                </a:lnTo>
                <a:lnTo>
                  <a:pt x="2028825" y="1143000"/>
                </a:lnTo>
                <a:close/>
                <a:moveTo>
                  <a:pt x="3162300" y="1104900"/>
                </a:moveTo>
                <a:lnTo>
                  <a:pt x="3181350" y="1104900"/>
                </a:lnTo>
                <a:lnTo>
                  <a:pt x="3181350" y="1114425"/>
                </a:lnTo>
                <a:lnTo>
                  <a:pt x="3162300" y="1114425"/>
                </a:lnTo>
                <a:close/>
                <a:moveTo>
                  <a:pt x="3333750" y="1123950"/>
                </a:moveTo>
                <a:lnTo>
                  <a:pt x="3343275" y="1123950"/>
                </a:lnTo>
                <a:lnTo>
                  <a:pt x="3343275" y="1133475"/>
                </a:lnTo>
                <a:lnTo>
                  <a:pt x="3333750" y="1133475"/>
                </a:lnTo>
                <a:close/>
                <a:moveTo>
                  <a:pt x="3352800" y="1123950"/>
                </a:moveTo>
                <a:lnTo>
                  <a:pt x="3362325" y="1123950"/>
                </a:lnTo>
                <a:lnTo>
                  <a:pt x="3362325" y="1133475"/>
                </a:lnTo>
                <a:lnTo>
                  <a:pt x="3352800" y="1133475"/>
                </a:lnTo>
                <a:close/>
                <a:moveTo>
                  <a:pt x="3305175" y="1133475"/>
                </a:moveTo>
                <a:lnTo>
                  <a:pt x="3324225" y="1133475"/>
                </a:lnTo>
                <a:lnTo>
                  <a:pt x="3324225" y="1143000"/>
                </a:lnTo>
                <a:lnTo>
                  <a:pt x="3305175" y="1143000"/>
                </a:lnTo>
                <a:close/>
                <a:moveTo>
                  <a:pt x="3400425" y="1133475"/>
                </a:moveTo>
                <a:lnTo>
                  <a:pt x="3409950" y="1133475"/>
                </a:lnTo>
                <a:lnTo>
                  <a:pt x="3409950" y="1143000"/>
                </a:lnTo>
                <a:lnTo>
                  <a:pt x="3400425" y="1143000"/>
                </a:lnTo>
                <a:close/>
                <a:moveTo>
                  <a:pt x="3267075" y="1162050"/>
                </a:moveTo>
                <a:lnTo>
                  <a:pt x="3286125" y="1162050"/>
                </a:lnTo>
                <a:lnTo>
                  <a:pt x="3286125" y="1171575"/>
                </a:lnTo>
                <a:lnTo>
                  <a:pt x="3276600" y="1171575"/>
                </a:lnTo>
                <a:lnTo>
                  <a:pt x="3276600" y="1190625"/>
                </a:lnTo>
                <a:lnTo>
                  <a:pt x="3267075" y="1190625"/>
                </a:lnTo>
                <a:close/>
                <a:moveTo>
                  <a:pt x="3257550" y="1190625"/>
                </a:moveTo>
                <a:lnTo>
                  <a:pt x="3267075" y="1190625"/>
                </a:lnTo>
                <a:lnTo>
                  <a:pt x="3267075" y="1200150"/>
                </a:lnTo>
                <a:lnTo>
                  <a:pt x="3257550" y="1200150"/>
                </a:lnTo>
                <a:close/>
                <a:moveTo>
                  <a:pt x="2085975" y="1209675"/>
                </a:moveTo>
                <a:lnTo>
                  <a:pt x="2095500" y="1209675"/>
                </a:lnTo>
                <a:lnTo>
                  <a:pt x="2095500" y="1219200"/>
                </a:lnTo>
                <a:lnTo>
                  <a:pt x="2133600" y="1219200"/>
                </a:lnTo>
                <a:lnTo>
                  <a:pt x="2133600" y="1228725"/>
                </a:lnTo>
                <a:lnTo>
                  <a:pt x="2114550" y="1228725"/>
                </a:lnTo>
                <a:lnTo>
                  <a:pt x="2114550" y="1247775"/>
                </a:lnTo>
                <a:lnTo>
                  <a:pt x="2105025" y="1247775"/>
                </a:lnTo>
                <a:lnTo>
                  <a:pt x="2105025" y="1257300"/>
                </a:lnTo>
                <a:lnTo>
                  <a:pt x="2085975" y="1257300"/>
                </a:lnTo>
                <a:lnTo>
                  <a:pt x="2085975" y="1247775"/>
                </a:lnTo>
                <a:lnTo>
                  <a:pt x="2076450" y="1247775"/>
                </a:lnTo>
                <a:lnTo>
                  <a:pt x="2076450" y="1228725"/>
                </a:lnTo>
                <a:lnTo>
                  <a:pt x="2085975" y="1228725"/>
                </a:lnTo>
                <a:close/>
                <a:moveTo>
                  <a:pt x="3257550" y="1209675"/>
                </a:moveTo>
                <a:lnTo>
                  <a:pt x="3267075" y="1209675"/>
                </a:lnTo>
                <a:lnTo>
                  <a:pt x="3267075" y="1228725"/>
                </a:lnTo>
                <a:lnTo>
                  <a:pt x="3257550" y="1228725"/>
                </a:lnTo>
                <a:close/>
                <a:moveTo>
                  <a:pt x="2143125" y="1219200"/>
                </a:moveTo>
                <a:lnTo>
                  <a:pt x="2171700" y="1219200"/>
                </a:lnTo>
                <a:lnTo>
                  <a:pt x="2171700" y="1228725"/>
                </a:lnTo>
                <a:lnTo>
                  <a:pt x="2143125" y="1228725"/>
                </a:lnTo>
                <a:close/>
                <a:moveTo>
                  <a:pt x="2238375" y="1228725"/>
                </a:moveTo>
                <a:lnTo>
                  <a:pt x="2257425" y="1228725"/>
                </a:lnTo>
                <a:lnTo>
                  <a:pt x="2257425" y="1238250"/>
                </a:lnTo>
                <a:lnTo>
                  <a:pt x="2238375" y="1238250"/>
                </a:lnTo>
                <a:close/>
                <a:moveTo>
                  <a:pt x="2324100" y="1238250"/>
                </a:moveTo>
                <a:lnTo>
                  <a:pt x="2333625" y="1238250"/>
                </a:lnTo>
                <a:lnTo>
                  <a:pt x="2333625" y="1247775"/>
                </a:lnTo>
                <a:lnTo>
                  <a:pt x="2324100" y="1247775"/>
                </a:lnTo>
                <a:close/>
                <a:moveTo>
                  <a:pt x="3228975" y="1238250"/>
                </a:moveTo>
                <a:lnTo>
                  <a:pt x="3238500" y="1238250"/>
                </a:lnTo>
                <a:lnTo>
                  <a:pt x="3238500" y="1247775"/>
                </a:lnTo>
                <a:lnTo>
                  <a:pt x="3228975" y="1247775"/>
                </a:lnTo>
                <a:close/>
                <a:moveTo>
                  <a:pt x="2438400" y="1247775"/>
                </a:moveTo>
                <a:lnTo>
                  <a:pt x="2447925" y="1247775"/>
                </a:lnTo>
                <a:lnTo>
                  <a:pt x="2447925" y="1257300"/>
                </a:lnTo>
                <a:lnTo>
                  <a:pt x="2438400" y="1257300"/>
                </a:lnTo>
                <a:close/>
                <a:moveTo>
                  <a:pt x="2514600" y="1257300"/>
                </a:moveTo>
                <a:lnTo>
                  <a:pt x="2524125" y="1257300"/>
                </a:lnTo>
                <a:lnTo>
                  <a:pt x="2524125" y="1266825"/>
                </a:lnTo>
                <a:lnTo>
                  <a:pt x="2514600" y="1266825"/>
                </a:lnTo>
                <a:close/>
                <a:moveTo>
                  <a:pt x="3257550" y="1257300"/>
                </a:moveTo>
                <a:lnTo>
                  <a:pt x="3267075" y="1257300"/>
                </a:lnTo>
                <a:lnTo>
                  <a:pt x="3267075" y="1266825"/>
                </a:lnTo>
                <a:lnTo>
                  <a:pt x="3257550" y="1266825"/>
                </a:lnTo>
                <a:close/>
                <a:moveTo>
                  <a:pt x="2628900" y="1266825"/>
                </a:moveTo>
                <a:lnTo>
                  <a:pt x="2638425" y="1266825"/>
                </a:lnTo>
                <a:lnTo>
                  <a:pt x="2638425" y="1276350"/>
                </a:lnTo>
                <a:lnTo>
                  <a:pt x="2628900" y="1276350"/>
                </a:lnTo>
                <a:close/>
                <a:moveTo>
                  <a:pt x="2705100" y="1276350"/>
                </a:moveTo>
                <a:lnTo>
                  <a:pt x="2724150" y="1276350"/>
                </a:lnTo>
                <a:lnTo>
                  <a:pt x="2724150" y="1285875"/>
                </a:lnTo>
                <a:lnTo>
                  <a:pt x="2705100" y="1285875"/>
                </a:lnTo>
                <a:close/>
                <a:moveTo>
                  <a:pt x="3457575" y="1276350"/>
                </a:moveTo>
                <a:lnTo>
                  <a:pt x="3467100" y="1276350"/>
                </a:lnTo>
                <a:lnTo>
                  <a:pt x="3467100" y="1285875"/>
                </a:lnTo>
                <a:lnTo>
                  <a:pt x="3457575" y="1285875"/>
                </a:lnTo>
                <a:close/>
                <a:moveTo>
                  <a:pt x="2247900" y="1285875"/>
                </a:moveTo>
                <a:lnTo>
                  <a:pt x="2257425" y="1285875"/>
                </a:lnTo>
                <a:lnTo>
                  <a:pt x="2257425" y="1295400"/>
                </a:lnTo>
                <a:lnTo>
                  <a:pt x="2247900" y="1295400"/>
                </a:lnTo>
                <a:close/>
                <a:moveTo>
                  <a:pt x="2800350" y="1285875"/>
                </a:moveTo>
                <a:lnTo>
                  <a:pt x="2819400" y="1285875"/>
                </a:lnTo>
                <a:lnTo>
                  <a:pt x="2819400" y="1295400"/>
                </a:lnTo>
                <a:lnTo>
                  <a:pt x="2800350" y="1295400"/>
                </a:lnTo>
                <a:close/>
                <a:moveTo>
                  <a:pt x="3209925" y="1285875"/>
                </a:moveTo>
                <a:lnTo>
                  <a:pt x="3228975" y="1285875"/>
                </a:lnTo>
                <a:lnTo>
                  <a:pt x="3228975" y="1304925"/>
                </a:lnTo>
                <a:lnTo>
                  <a:pt x="3238500" y="1304925"/>
                </a:lnTo>
                <a:lnTo>
                  <a:pt x="3238500" y="1314450"/>
                </a:lnTo>
                <a:lnTo>
                  <a:pt x="3228975" y="1314450"/>
                </a:lnTo>
                <a:lnTo>
                  <a:pt x="3228975" y="1323975"/>
                </a:lnTo>
                <a:lnTo>
                  <a:pt x="3219450" y="1323975"/>
                </a:lnTo>
                <a:lnTo>
                  <a:pt x="3219450" y="1333500"/>
                </a:lnTo>
                <a:lnTo>
                  <a:pt x="3200400" y="1333500"/>
                </a:lnTo>
                <a:lnTo>
                  <a:pt x="3200400" y="1323975"/>
                </a:lnTo>
                <a:lnTo>
                  <a:pt x="3181350" y="1323975"/>
                </a:lnTo>
                <a:lnTo>
                  <a:pt x="3181350" y="1304925"/>
                </a:lnTo>
                <a:lnTo>
                  <a:pt x="3200400" y="1304925"/>
                </a:lnTo>
                <a:lnTo>
                  <a:pt x="3200400" y="1295400"/>
                </a:lnTo>
                <a:lnTo>
                  <a:pt x="3209925" y="1295400"/>
                </a:lnTo>
                <a:close/>
                <a:moveTo>
                  <a:pt x="3267075" y="1285875"/>
                </a:moveTo>
                <a:lnTo>
                  <a:pt x="3276600" y="1285875"/>
                </a:lnTo>
                <a:lnTo>
                  <a:pt x="3276600" y="1295400"/>
                </a:lnTo>
                <a:lnTo>
                  <a:pt x="3267075" y="1295400"/>
                </a:lnTo>
                <a:close/>
                <a:moveTo>
                  <a:pt x="2143125" y="1295400"/>
                </a:moveTo>
                <a:lnTo>
                  <a:pt x="2162175" y="1295400"/>
                </a:lnTo>
                <a:lnTo>
                  <a:pt x="2162175" y="1304925"/>
                </a:lnTo>
                <a:lnTo>
                  <a:pt x="2143125" y="1304925"/>
                </a:lnTo>
                <a:close/>
                <a:moveTo>
                  <a:pt x="2886075" y="1295400"/>
                </a:moveTo>
                <a:lnTo>
                  <a:pt x="2905125" y="1295400"/>
                </a:lnTo>
                <a:lnTo>
                  <a:pt x="2905125" y="1304925"/>
                </a:lnTo>
                <a:lnTo>
                  <a:pt x="2886075" y="1304925"/>
                </a:lnTo>
                <a:close/>
                <a:moveTo>
                  <a:pt x="2047875" y="1304925"/>
                </a:moveTo>
                <a:lnTo>
                  <a:pt x="2057400" y="1304925"/>
                </a:lnTo>
                <a:lnTo>
                  <a:pt x="2057400" y="1314450"/>
                </a:lnTo>
                <a:lnTo>
                  <a:pt x="2047875" y="1314450"/>
                </a:lnTo>
                <a:close/>
                <a:moveTo>
                  <a:pt x="2209800" y="1304925"/>
                </a:moveTo>
                <a:lnTo>
                  <a:pt x="2247900" y="1304925"/>
                </a:lnTo>
                <a:lnTo>
                  <a:pt x="2247900" y="1314450"/>
                </a:lnTo>
                <a:lnTo>
                  <a:pt x="2209800" y="1314450"/>
                </a:lnTo>
                <a:close/>
                <a:moveTo>
                  <a:pt x="2981325" y="1304925"/>
                </a:moveTo>
                <a:lnTo>
                  <a:pt x="3000375" y="1304925"/>
                </a:lnTo>
                <a:lnTo>
                  <a:pt x="3000375" y="1314450"/>
                </a:lnTo>
                <a:lnTo>
                  <a:pt x="2981325" y="1314450"/>
                </a:lnTo>
                <a:close/>
                <a:moveTo>
                  <a:pt x="3448050" y="1304925"/>
                </a:moveTo>
                <a:lnTo>
                  <a:pt x="3457575" y="1304925"/>
                </a:lnTo>
                <a:lnTo>
                  <a:pt x="3457575" y="1323975"/>
                </a:lnTo>
                <a:lnTo>
                  <a:pt x="3438525" y="1323975"/>
                </a:lnTo>
                <a:lnTo>
                  <a:pt x="3438525" y="1314450"/>
                </a:lnTo>
                <a:lnTo>
                  <a:pt x="3448050" y="1314450"/>
                </a:lnTo>
                <a:close/>
                <a:moveTo>
                  <a:pt x="2266950" y="1314450"/>
                </a:moveTo>
                <a:lnTo>
                  <a:pt x="2276475" y="1314450"/>
                </a:lnTo>
                <a:lnTo>
                  <a:pt x="2276475" y="1323975"/>
                </a:lnTo>
                <a:lnTo>
                  <a:pt x="2266950" y="1323975"/>
                </a:lnTo>
                <a:close/>
                <a:moveTo>
                  <a:pt x="3086100" y="1314450"/>
                </a:moveTo>
                <a:lnTo>
                  <a:pt x="3105150" y="1314450"/>
                </a:lnTo>
                <a:lnTo>
                  <a:pt x="3105150" y="1323975"/>
                </a:lnTo>
                <a:lnTo>
                  <a:pt x="3086100" y="1323975"/>
                </a:lnTo>
                <a:close/>
                <a:moveTo>
                  <a:pt x="3162300" y="1314450"/>
                </a:moveTo>
                <a:lnTo>
                  <a:pt x="3171825" y="1314450"/>
                </a:lnTo>
                <a:lnTo>
                  <a:pt x="3171825" y="1323975"/>
                </a:lnTo>
                <a:lnTo>
                  <a:pt x="3162300" y="1323975"/>
                </a:lnTo>
                <a:close/>
                <a:moveTo>
                  <a:pt x="3238500" y="1314450"/>
                </a:moveTo>
                <a:lnTo>
                  <a:pt x="3248025" y="1314450"/>
                </a:lnTo>
                <a:lnTo>
                  <a:pt x="3248025" y="1323975"/>
                </a:lnTo>
                <a:lnTo>
                  <a:pt x="3238500" y="1323975"/>
                </a:lnTo>
                <a:close/>
                <a:moveTo>
                  <a:pt x="3286125" y="1314450"/>
                </a:moveTo>
                <a:lnTo>
                  <a:pt x="3295650" y="1314450"/>
                </a:lnTo>
                <a:lnTo>
                  <a:pt x="3295650" y="1323975"/>
                </a:lnTo>
                <a:lnTo>
                  <a:pt x="3286125" y="1323975"/>
                </a:lnTo>
                <a:close/>
                <a:moveTo>
                  <a:pt x="2962275" y="1333500"/>
                </a:moveTo>
                <a:lnTo>
                  <a:pt x="2990850" y="1333500"/>
                </a:lnTo>
                <a:lnTo>
                  <a:pt x="2990850" y="1352550"/>
                </a:lnTo>
                <a:lnTo>
                  <a:pt x="2981325" y="1352550"/>
                </a:lnTo>
                <a:lnTo>
                  <a:pt x="2981325" y="1362075"/>
                </a:lnTo>
                <a:lnTo>
                  <a:pt x="2971800" y="1362075"/>
                </a:lnTo>
                <a:lnTo>
                  <a:pt x="2971800" y="1352550"/>
                </a:lnTo>
                <a:lnTo>
                  <a:pt x="2962275" y="1352550"/>
                </a:lnTo>
                <a:close/>
                <a:moveTo>
                  <a:pt x="2400300" y="1343025"/>
                </a:moveTo>
                <a:lnTo>
                  <a:pt x="2419350" y="1343025"/>
                </a:lnTo>
                <a:lnTo>
                  <a:pt x="2419350" y="1352550"/>
                </a:lnTo>
                <a:lnTo>
                  <a:pt x="2400300" y="1352550"/>
                </a:lnTo>
                <a:close/>
                <a:moveTo>
                  <a:pt x="2486025" y="1343025"/>
                </a:moveTo>
                <a:lnTo>
                  <a:pt x="2495550" y="1343025"/>
                </a:lnTo>
                <a:lnTo>
                  <a:pt x="2495550" y="1352550"/>
                </a:lnTo>
                <a:lnTo>
                  <a:pt x="2486025" y="1352550"/>
                </a:lnTo>
                <a:close/>
                <a:moveTo>
                  <a:pt x="3381375" y="1343025"/>
                </a:moveTo>
                <a:lnTo>
                  <a:pt x="3390900" y="1343025"/>
                </a:lnTo>
                <a:lnTo>
                  <a:pt x="3390900" y="1352550"/>
                </a:lnTo>
                <a:lnTo>
                  <a:pt x="3381375" y="1352550"/>
                </a:lnTo>
                <a:close/>
                <a:moveTo>
                  <a:pt x="2381250" y="1352550"/>
                </a:moveTo>
                <a:lnTo>
                  <a:pt x="2400300" y="1352550"/>
                </a:lnTo>
                <a:lnTo>
                  <a:pt x="2400300" y="1362075"/>
                </a:lnTo>
                <a:lnTo>
                  <a:pt x="2390775" y="1362075"/>
                </a:lnTo>
                <a:lnTo>
                  <a:pt x="2390775" y="1371600"/>
                </a:lnTo>
                <a:lnTo>
                  <a:pt x="2381250" y="1371600"/>
                </a:lnTo>
                <a:lnTo>
                  <a:pt x="2381250" y="1381125"/>
                </a:lnTo>
                <a:lnTo>
                  <a:pt x="2371725" y="1381125"/>
                </a:lnTo>
                <a:lnTo>
                  <a:pt x="2371725" y="1362075"/>
                </a:lnTo>
                <a:lnTo>
                  <a:pt x="2381250" y="1362075"/>
                </a:lnTo>
                <a:close/>
                <a:moveTo>
                  <a:pt x="2571750" y="1352550"/>
                </a:moveTo>
                <a:lnTo>
                  <a:pt x="2600325" y="1352550"/>
                </a:lnTo>
                <a:lnTo>
                  <a:pt x="2600325" y="1362075"/>
                </a:lnTo>
                <a:lnTo>
                  <a:pt x="2571750" y="1362075"/>
                </a:lnTo>
                <a:close/>
                <a:moveTo>
                  <a:pt x="2838450" y="1371600"/>
                </a:moveTo>
                <a:lnTo>
                  <a:pt x="2867025" y="1371600"/>
                </a:lnTo>
                <a:lnTo>
                  <a:pt x="2867025" y="1390650"/>
                </a:lnTo>
                <a:lnTo>
                  <a:pt x="2857500" y="1390650"/>
                </a:lnTo>
                <a:lnTo>
                  <a:pt x="2857500" y="1381125"/>
                </a:lnTo>
                <a:lnTo>
                  <a:pt x="2838450" y="1381125"/>
                </a:lnTo>
                <a:close/>
                <a:moveTo>
                  <a:pt x="2952750" y="1390650"/>
                </a:moveTo>
                <a:lnTo>
                  <a:pt x="2962275" y="1390650"/>
                </a:lnTo>
                <a:lnTo>
                  <a:pt x="2962275" y="1400175"/>
                </a:lnTo>
                <a:lnTo>
                  <a:pt x="2952750" y="1400175"/>
                </a:lnTo>
                <a:close/>
                <a:moveTo>
                  <a:pt x="3028950" y="1400175"/>
                </a:moveTo>
                <a:lnTo>
                  <a:pt x="3038475" y="1400175"/>
                </a:lnTo>
                <a:lnTo>
                  <a:pt x="3038475" y="1409700"/>
                </a:lnTo>
                <a:lnTo>
                  <a:pt x="3028950" y="1409700"/>
                </a:lnTo>
                <a:close/>
                <a:moveTo>
                  <a:pt x="2695575" y="1419225"/>
                </a:moveTo>
                <a:lnTo>
                  <a:pt x="2724150" y="1419225"/>
                </a:lnTo>
                <a:lnTo>
                  <a:pt x="2724150" y="1428750"/>
                </a:lnTo>
                <a:lnTo>
                  <a:pt x="2733675" y="1428750"/>
                </a:lnTo>
                <a:lnTo>
                  <a:pt x="2733675" y="1419225"/>
                </a:lnTo>
                <a:lnTo>
                  <a:pt x="2743200" y="1419225"/>
                </a:lnTo>
                <a:lnTo>
                  <a:pt x="2743200" y="1428750"/>
                </a:lnTo>
                <a:lnTo>
                  <a:pt x="2733675" y="1428750"/>
                </a:lnTo>
                <a:lnTo>
                  <a:pt x="2733675" y="1438275"/>
                </a:lnTo>
                <a:lnTo>
                  <a:pt x="2724150" y="1438275"/>
                </a:lnTo>
                <a:lnTo>
                  <a:pt x="2724150" y="1476375"/>
                </a:lnTo>
                <a:lnTo>
                  <a:pt x="2714625" y="1476375"/>
                </a:lnTo>
                <a:lnTo>
                  <a:pt x="2714625" y="1457325"/>
                </a:lnTo>
                <a:lnTo>
                  <a:pt x="2695575" y="1457325"/>
                </a:lnTo>
                <a:close/>
                <a:moveTo>
                  <a:pt x="3067050" y="1419225"/>
                </a:moveTo>
                <a:lnTo>
                  <a:pt x="3076575" y="1419225"/>
                </a:lnTo>
                <a:lnTo>
                  <a:pt x="3076575" y="1428750"/>
                </a:lnTo>
                <a:lnTo>
                  <a:pt x="3067050" y="1428750"/>
                </a:lnTo>
                <a:close/>
                <a:moveTo>
                  <a:pt x="3190875" y="1419225"/>
                </a:moveTo>
                <a:lnTo>
                  <a:pt x="3228975" y="1419225"/>
                </a:lnTo>
                <a:lnTo>
                  <a:pt x="3228975" y="1428750"/>
                </a:lnTo>
                <a:lnTo>
                  <a:pt x="3190875" y="1428750"/>
                </a:lnTo>
                <a:close/>
                <a:moveTo>
                  <a:pt x="3076575" y="1428750"/>
                </a:moveTo>
                <a:lnTo>
                  <a:pt x="3086100" y="1428750"/>
                </a:lnTo>
                <a:lnTo>
                  <a:pt x="3086100" y="1438275"/>
                </a:lnTo>
                <a:lnTo>
                  <a:pt x="3076575" y="1438275"/>
                </a:lnTo>
                <a:close/>
                <a:moveTo>
                  <a:pt x="3295650" y="1428750"/>
                </a:moveTo>
                <a:lnTo>
                  <a:pt x="3314700" y="1428750"/>
                </a:lnTo>
                <a:lnTo>
                  <a:pt x="3314700" y="1438275"/>
                </a:lnTo>
                <a:lnTo>
                  <a:pt x="3295650" y="1438275"/>
                </a:lnTo>
                <a:close/>
                <a:moveTo>
                  <a:pt x="2705100" y="1438275"/>
                </a:moveTo>
                <a:lnTo>
                  <a:pt x="2714625" y="1438275"/>
                </a:lnTo>
                <a:lnTo>
                  <a:pt x="2714625" y="1428750"/>
                </a:lnTo>
                <a:lnTo>
                  <a:pt x="2705100" y="1428750"/>
                </a:lnTo>
                <a:close/>
                <a:moveTo>
                  <a:pt x="3086100" y="1438275"/>
                </a:moveTo>
                <a:lnTo>
                  <a:pt x="3095625" y="1438275"/>
                </a:lnTo>
                <a:lnTo>
                  <a:pt x="3095625" y="1447800"/>
                </a:lnTo>
                <a:lnTo>
                  <a:pt x="3086100" y="1447800"/>
                </a:lnTo>
                <a:close/>
                <a:moveTo>
                  <a:pt x="3162300" y="1438275"/>
                </a:moveTo>
                <a:lnTo>
                  <a:pt x="3171825" y="1438275"/>
                </a:lnTo>
                <a:lnTo>
                  <a:pt x="3171825" y="1447800"/>
                </a:lnTo>
                <a:lnTo>
                  <a:pt x="3162300" y="1447800"/>
                </a:lnTo>
                <a:close/>
                <a:moveTo>
                  <a:pt x="3400425" y="1438275"/>
                </a:moveTo>
                <a:lnTo>
                  <a:pt x="3409950" y="1438275"/>
                </a:lnTo>
                <a:lnTo>
                  <a:pt x="3409950" y="1447800"/>
                </a:lnTo>
                <a:lnTo>
                  <a:pt x="3400425" y="1447800"/>
                </a:lnTo>
                <a:close/>
                <a:moveTo>
                  <a:pt x="3095625" y="1447800"/>
                </a:moveTo>
                <a:lnTo>
                  <a:pt x="3105150" y="1447800"/>
                </a:lnTo>
                <a:lnTo>
                  <a:pt x="3105150" y="1457325"/>
                </a:lnTo>
                <a:lnTo>
                  <a:pt x="3095625" y="1457325"/>
                </a:lnTo>
                <a:close/>
                <a:moveTo>
                  <a:pt x="3143250" y="1447800"/>
                </a:moveTo>
                <a:lnTo>
                  <a:pt x="3152775" y="1447800"/>
                </a:lnTo>
                <a:lnTo>
                  <a:pt x="3152775" y="1457325"/>
                </a:lnTo>
                <a:lnTo>
                  <a:pt x="3143250" y="1457325"/>
                </a:lnTo>
                <a:close/>
                <a:moveTo>
                  <a:pt x="3448050" y="1457325"/>
                </a:moveTo>
                <a:lnTo>
                  <a:pt x="3457575" y="1457325"/>
                </a:lnTo>
                <a:lnTo>
                  <a:pt x="3457575" y="1466850"/>
                </a:lnTo>
                <a:lnTo>
                  <a:pt x="3448050" y="1466850"/>
                </a:lnTo>
                <a:close/>
                <a:moveTo>
                  <a:pt x="2324100" y="1466850"/>
                </a:moveTo>
                <a:lnTo>
                  <a:pt x="2333625" y="1466850"/>
                </a:lnTo>
                <a:lnTo>
                  <a:pt x="2333625" y="1476375"/>
                </a:lnTo>
                <a:lnTo>
                  <a:pt x="2324100" y="1476375"/>
                </a:lnTo>
                <a:close/>
                <a:moveTo>
                  <a:pt x="3457575" y="1466850"/>
                </a:moveTo>
                <a:lnTo>
                  <a:pt x="3467100" y="1466850"/>
                </a:lnTo>
                <a:lnTo>
                  <a:pt x="3467100" y="1476375"/>
                </a:lnTo>
                <a:lnTo>
                  <a:pt x="3457575" y="1476375"/>
                </a:lnTo>
                <a:close/>
                <a:moveTo>
                  <a:pt x="2314575" y="1476375"/>
                </a:moveTo>
                <a:lnTo>
                  <a:pt x="2324100" y="1476375"/>
                </a:lnTo>
                <a:lnTo>
                  <a:pt x="2324100" y="1485900"/>
                </a:lnTo>
                <a:lnTo>
                  <a:pt x="2314575" y="1485900"/>
                </a:lnTo>
                <a:close/>
                <a:moveTo>
                  <a:pt x="3105150" y="1485900"/>
                </a:moveTo>
                <a:lnTo>
                  <a:pt x="3124200" y="1485900"/>
                </a:lnTo>
                <a:lnTo>
                  <a:pt x="3124200" y="1504950"/>
                </a:lnTo>
                <a:lnTo>
                  <a:pt x="3105150" y="1504950"/>
                </a:lnTo>
                <a:close/>
                <a:moveTo>
                  <a:pt x="2686050" y="1495425"/>
                </a:moveTo>
                <a:lnTo>
                  <a:pt x="2695575" y="1495425"/>
                </a:lnTo>
                <a:lnTo>
                  <a:pt x="2695575" y="1514475"/>
                </a:lnTo>
                <a:lnTo>
                  <a:pt x="2714625" y="1514475"/>
                </a:lnTo>
                <a:lnTo>
                  <a:pt x="2714625" y="1504950"/>
                </a:lnTo>
                <a:lnTo>
                  <a:pt x="2724150" y="1504950"/>
                </a:lnTo>
                <a:lnTo>
                  <a:pt x="2724150" y="1524000"/>
                </a:lnTo>
                <a:lnTo>
                  <a:pt x="2686050" y="1524000"/>
                </a:lnTo>
                <a:close/>
                <a:moveTo>
                  <a:pt x="2286000" y="1504950"/>
                </a:moveTo>
                <a:lnTo>
                  <a:pt x="2295525" y="1504950"/>
                </a:lnTo>
                <a:lnTo>
                  <a:pt x="2295525" y="1514475"/>
                </a:lnTo>
                <a:lnTo>
                  <a:pt x="2286000" y="1514475"/>
                </a:lnTo>
                <a:close/>
                <a:moveTo>
                  <a:pt x="2124075" y="1514475"/>
                </a:moveTo>
                <a:lnTo>
                  <a:pt x="2143125" y="1514475"/>
                </a:lnTo>
                <a:lnTo>
                  <a:pt x="2143125" y="1524000"/>
                </a:lnTo>
                <a:lnTo>
                  <a:pt x="2124075" y="1524000"/>
                </a:lnTo>
                <a:close/>
                <a:moveTo>
                  <a:pt x="2152650" y="1524000"/>
                </a:moveTo>
                <a:lnTo>
                  <a:pt x="2181225" y="1524000"/>
                </a:lnTo>
                <a:lnTo>
                  <a:pt x="2181225" y="1533525"/>
                </a:lnTo>
                <a:lnTo>
                  <a:pt x="2152650" y="1533525"/>
                </a:lnTo>
                <a:close/>
                <a:moveTo>
                  <a:pt x="2209800" y="1524000"/>
                </a:moveTo>
                <a:lnTo>
                  <a:pt x="2247900" y="1524000"/>
                </a:lnTo>
                <a:lnTo>
                  <a:pt x="2247900" y="1533525"/>
                </a:lnTo>
                <a:lnTo>
                  <a:pt x="2209800" y="1533525"/>
                </a:lnTo>
                <a:close/>
                <a:moveTo>
                  <a:pt x="2676525" y="1524000"/>
                </a:moveTo>
                <a:lnTo>
                  <a:pt x="2686050" y="1524000"/>
                </a:lnTo>
                <a:lnTo>
                  <a:pt x="2686050" y="1533525"/>
                </a:lnTo>
                <a:lnTo>
                  <a:pt x="2676525" y="1533525"/>
                </a:lnTo>
                <a:close/>
                <a:moveTo>
                  <a:pt x="3486150" y="1524000"/>
                </a:moveTo>
                <a:lnTo>
                  <a:pt x="3495675" y="1524000"/>
                </a:lnTo>
                <a:lnTo>
                  <a:pt x="3495675" y="1533525"/>
                </a:lnTo>
                <a:lnTo>
                  <a:pt x="3486150" y="1533525"/>
                </a:lnTo>
                <a:close/>
                <a:moveTo>
                  <a:pt x="2466975" y="1543050"/>
                </a:moveTo>
                <a:lnTo>
                  <a:pt x="2486025" y="1543050"/>
                </a:lnTo>
                <a:lnTo>
                  <a:pt x="2486025" y="1552575"/>
                </a:lnTo>
                <a:lnTo>
                  <a:pt x="2466975" y="1552575"/>
                </a:lnTo>
                <a:close/>
                <a:moveTo>
                  <a:pt x="2562225" y="1552575"/>
                </a:moveTo>
                <a:lnTo>
                  <a:pt x="2571750" y="1552575"/>
                </a:lnTo>
                <a:lnTo>
                  <a:pt x="2571750" y="1562100"/>
                </a:lnTo>
                <a:lnTo>
                  <a:pt x="2562225" y="1562100"/>
                </a:lnTo>
                <a:close/>
                <a:moveTo>
                  <a:pt x="2628900" y="1552575"/>
                </a:moveTo>
                <a:lnTo>
                  <a:pt x="2638425" y="1552575"/>
                </a:lnTo>
                <a:lnTo>
                  <a:pt x="2638425" y="1562100"/>
                </a:lnTo>
                <a:lnTo>
                  <a:pt x="2628900" y="1562100"/>
                </a:lnTo>
                <a:close/>
                <a:moveTo>
                  <a:pt x="2809875" y="1581150"/>
                </a:moveTo>
                <a:lnTo>
                  <a:pt x="2828925" y="1581150"/>
                </a:lnTo>
                <a:lnTo>
                  <a:pt x="2828925" y="1590675"/>
                </a:lnTo>
                <a:lnTo>
                  <a:pt x="2809875" y="1590675"/>
                </a:lnTo>
                <a:close/>
                <a:moveTo>
                  <a:pt x="3124200" y="1581150"/>
                </a:moveTo>
                <a:lnTo>
                  <a:pt x="3143250" y="1581150"/>
                </a:lnTo>
                <a:lnTo>
                  <a:pt x="3143250" y="1609725"/>
                </a:lnTo>
                <a:lnTo>
                  <a:pt x="3162300" y="1609725"/>
                </a:lnTo>
                <a:lnTo>
                  <a:pt x="3162300" y="1619250"/>
                </a:lnTo>
                <a:lnTo>
                  <a:pt x="3190875" y="1619250"/>
                </a:lnTo>
                <a:lnTo>
                  <a:pt x="3190875" y="1628775"/>
                </a:lnTo>
                <a:lnTo>
                  <a:pt x="3152775" y="1628775"/>
                </a:lnTo>
                <a:lnTo>
                  <a:pt x="3152775" y="1619250"/>
                </a:lnTo>
                <a:lnTo>
                  <a:pt x="3124200" y="1619250"/>
                </a:lnTo>
                <a:lnTo>
                  <a:pt x="3124200" y="1609725"/>
                </a:lnTo>
                <a:lnTo>
                  <a:pt x="3114675" y="1609725"/>
                </a:lnTo>
                <a:lnTo>
                  <a:pt x="3114675" y="1590675"/>
                </a:lnTo>
                <a:lnTo>
                  <a:pt x="3124200" y="1590675"/>
                </a:lnTo>
                <a:close/>
                <a:moveTo>
                  <a:pt x="2000250" y="1590675"/>
                </a:moveTo>
                <a:lnTo>
                  <a:pt x="2009775" y="1590675"/>
                </a:lnTo>
                <a:lnTo>
                  <a:pt x="2009775" y="1600200"/>
                </a:lnTo>
                <a:lnTo>
                  <a:pt x="2000250" y="1600200"/>
                </a:lnTo>
                <a:close/>
                <a:moveTo>
                  <a:pt x="2047875" y="1590675"/>
                </a:moveTo>
                <a:lnTo>
                  <a:pt x="2057400" y="1590675"/>
                </a:lnTo>
                <a:lnTo>
                  <a:pt x="2057400" y="1600200"/>
                </a:lnTo>
                <a:lnTo>
                  <a:pt x="2047875" y="1600200"/>
                </a:lnTo>
                <a:close/>
                <a:moveTo>
                  <a:pt x="2171700" y="1590675"/>
                </a:moveTo>
                <a:lnTo>
                  <a:pt x="2190750" y="1590675"/>
                </a:lnTo>
                <a:lnTo>
                  <a:pt x="2190750" y="1609725"/>
                </a:lnTo>
                <a:lnTo>
                  <a:pt x="2133600" y="1609725"/>
                </a:lnTo>
                <a:lnTo>
                  <a:pt x="2133600" y="1600200"/>
                </a:lnTo>
                <a:lnTo>
                  <a:pt x="2171700" y="1600200"/>
                </a:lnTo>
                <a:close/>
                <a:moveTo>
                  <a:pt x="2914650" y="1590675"/>
                </a:moveTo>
                <a:lnTo>
                  <a:pt x="2933700" y="1590675"/>
                </a:lnTo>
                <a:lnTo>
                  <a:pt x="2933700" y="1600200"/>
                </a:lnTo>
                <a:lnTo>
                  <a:pt x="2914650" y="1600200"/>
                </a:lnTo>
                <a:close/>
                <a:moveTo>
                  <a:pt x="1981200" y="1600200"/>
                </a:moveTo>
                <a:lnTo>
                  <a:pt x="2000250" y="1600200"/>
                </a:lnTo>
                <a:lnTo>
                  <a:pt x="2000250" y="1609725"/>
                </a:lnTo>
                <a:lnTo>
                  <a:pt x="1990725" y="1609725"/>
                </a:lnTo>
                <a:lnTo>
                  <a:pt x="1990725" y="1619250"/>
                </a:lnTo>
                <a:lnTo>
                  <a:pt x="1981200" y="1619250"/>
                </a:lnTo>
                <a:close/>
                <a:moveTo>
                  <a:pt x="2209800" y="1600200"/>
                </a:moveTo>
                <a:lnTo>
                  <a:pt x="2219325" y="1600200"/>
                </a:lnTo>
                <a:lnTo>
                  <a:pt x="2219325" y="1609725"/>
                </a:lnTo>
                <a:lnTo>
                  <a:pt x="2209800" y="1609725"/>
                </a:lnTo>
                <a:close/>
                <a:moveTo>
                  <a:pt x="2295525" y="1600200"/>
                </a:moveTo>
                <a:lnTo>
                  <a:pt x="2305050" y="1600200"/>
                </a:lnTo>
                <a:lnTo>
                  <a:pt x="2305050" y="1609725"/>
                </a:lnTo>
                <a:lnTo>
                  <a:pt x="2381250" y="1609725"/>
                </a:lnTo>
                <a:lnTo>
                  <a:pt x="2381250" y="1619250"/>
                </a:lnTo>
                <a:lnTo>
                  <a:pt x="2419350" y="1619250"/>
                </a:lnTo>
                <a:lnTo>
                  <a:pt x="2419350" y="1628775"/>
                </a:lnTo>
                <a:lnTo>
                  <a:pt x="2428875" y="1628775"/>
                </a:lnTo>
                <a:lnTo>
                  <a:pt x="2428875" y="1638300"/>
                </a:lnTo>
                <a:lnTo>
                  <a:pt x="2476500" y="1638300"/>
                </a:lnTo>
                <a:lnTo>
                  <a:pt x="2476500" y="1628775"/>
                </a:lnTo>
                <a:lnTo>
                  <a:pt x="2514600" y="1628775"/>
                </a:lnTo>
                <a:lnTo>
                  <a:pt x="2514600" y="1638300"/>
                </a:lnTo>
                <a:lnTo>
                  <a:pt x="2524125" y="1638300"/>
                </a:lnTo>
                <a:lnTo>
                  <a:pt x="2524125" y="1647825"/>
                </a:lnTo>
                <a:lnTo>
                  <a:pt x="2543175" y="1647825"/>
                </a:lnTo>
                <a:lnTo>
                  <a:pt x="2543175" y="1638300"/>
                </a:lnTo>
                <a:lnTo>
                  <a:pt x="2552700" y="1638300"/>
                </a:lnTo>
                <a:lnTo>
                  <a:pt x="2552700" y="1647825"/>
                </a:lnTo>
                <a:lnTo>
                  <a:pt x="2581275" y="1647825"/>
                </a:lnTo>
                <a:lnTo>
                  <a:pt x="2581275" y="1638300"/>
                </a:lnTo>
                <a:lnTo>
                  <a:pt x="2600325" y="1638300"/>
                </a:lnTo>
                <a:lnTo>
                  <a:pt x="2600325" y="1647825"/>
                </a:lnTo>
                <a:lnTo>
                  <a:pt x="2667000" y="1647825"/>
                </a:lnTo>
                <a:lnTo>
                  <a:pt x="2667000" y="1657350"/>
                </a:lnTo>
                <a:lnTo>
                  <a:pt x="2647950" y="1657350"/>
                </a:lnTo>
                <a:lnTo>
                  <a:pt x="2647950" y="1666875"/>
                </a:lnTo>
                <a:lnTo>
                  <a:pt x="2657475" y="1666875"/>
                </a:lnTo>
                <a:lnTo>
                  <a:pt x="2657475" y="1676400"/>
                </a:lnTo>
                <a:lnTo>
                  <a:pt x="2676525" y="1676400"/>
                </a:lnTo>
                <a:lnTo>
                  <a:pt x="2676525" y="1666875"/>
                </a:lnTo>
                <a:lnTo>
                  <a:pt x="2686050" y="1666875"/>
                </a:lnTo>
                <a:lnTo>
                  <a:pt x="2686050" y="1657350"/>
                </a:lnTo>
                <a:lnTo>
                  <a:pt x="2809875" y="1657350"/>
                </a:lnTo>
                <a:lnTo>
                  <a:pt x="2809875" y="1666875"/>
                </a:lnTo>
                <a:lnTo>
                  <a:pt x="2828925" y="1666875"/>
                </a:lnTo>
                <a:lnTo>
                  <a:pt x="2828925" y="1676400"/>
                </a:lnTo>
                <a:lnTo>
                  <a:pt x="2819400" y="1676400"/>
                </a:lnTo>
                <a:lnTo>
                  <a:pt x="2819400" y="1685925"/>
                </a:lnTo>
                <a:lnTo>
                  <a:pt x="2838450" y="1685925"/>
                </a:lnTo>
                <a:lnTo>
                  <a:pt x="2838450" y="1676400"/>
                </a:lnTo>
                <a:lnTo>
                  <a:pt x="2847975" y="1676400"/>
                </a:lnTo>
                <a:lnTo>
                  <a:pt x="2847975" y="1666875"/>
                </a:lnTo>
                <a:lnTo>
                  <a:pt x="2886075" y="1666875"/>
                </a:lnTo>
                <a:lnTo>
                  <a:pt x="2886075" y="1676400"/>
                </a:lnTo>
                <a:lnTo>
                  <a:pt x="2952750" y="1676400"/>
                </a:lnTo>
                <a:lnTo>
                  <a:pt x="2952750" y="1685925"/>
                </a:lnTo>
                <a:lnTo>
                  <a:pt x="3028950" y="1685925"/>
                </a:lnTo>
                <a:lnTo>
                  <a:pt x="3028950" y="1695450"/>
                </a:lnTo>
                <a:lnTo>
                  <a:pt x="3143250" y="1695450"/>
                </a:lnTo>
                <a:lnTo>
                  <a:pt x="3143250" y="1704975"/>
                </a:lnTo>
                <a:lnTo>
                  <a:pt x="3171825" y="1704975"/>
                </a:lnTo>
                <a:lnTo>
                  <a:pt x="3171825" y="1714500"/>
                </a:lnTo>
                <a:lnTo>
                  <a:pt x="3162300" y="1714500"/>
                </a:lnTo>
                <a:lnTo>
                  <a:pt x="3162300" y="1724025"/>
                </a:lnTo>
                <a:lnTo>
                  <a:pt x="3143250" y="1724025"/>
                </a:lnTo>
                <a:lnTo>
                  <a:pt x="3143250" y="1714500"/>
                </a:lnTo>
                <a:lnTo>
                  <a:pt x="3133725" y="1714500"/>
                </a:lnTo>
                <a:lnTo>
                  <a:pt x="3133725" y="1704975"/>
                </a:lnTo>
                <a:lnTo>
                  <a:pt x="3124200" y="1704975"/>
                </a:lnTo>
                <a:lnTo>
                  <a:pt x="3124200" y="1714500"/>
                </a:lnTo>
                <a:lnTo>
                  <a:pt x="3114675" y="1714500"/>
                </a:lnTo>
                <a:lnTo>
                  <a:pt x="3114675" y="1724025"/>
                </a:lnTo>
                <a:lnTo>
                  <a:pt x="3105150" y="1724025"/>
                </a:lnTo>
                <a:lnTo>
                  <a:pt x="3105150" y="1733550"/>
                </a:lnTo>
                <a:lnTo>
                  <a:pt x="3124200" y="1733550"/>
                </a:lnTo>
                <a:lnTo>
                  <a:pt x="3124200" y="1752600"/>
                </a:lnTo>
                <a:lnTo>
                  <a:pt x="3114675" y="1752600"/>
                </a:lnTo>
                <a:lnTo>
                  <a:pt x="3114675" y="1771650"/>
                </a:lnTo>
                <a:lnTo>
                  <a:pt x="3133725" y="1771650"/>
                </a:lnTo>
                <a:lnTo>
                  <a:pt x="3133725" y="1762125"/>
                </a:lnTo>
                <a:lnTo>
                  <a:pt x="3124200" y="1762125"/>
                </a:lnTo>
                <a:lnTo>
                  <a:pt x="3124200" y="1752600"/>
                </a:lnTo>
                <a:lnTo>
                  <a:pt x="3143250" y="1752600"/>
                </a:lnTo>
                <a:lnTo>
                  <a:pt x="3143250" y="1781175"/>
                </a:lnTo>
                <a:lnTo>
                  <a:pt x="3181350" y="1781175"/>
                </a:lnTo>
                <a:lnTo>
                  <a:pt x="3181350" y="1790700"/>
                </a:lnTo>
                <a:lnTo>
                  <a:pt x="3124200" y="1790700"/>
                </a:lnTo>
                <a:lnTo>
                  <a:pt x="3124200" y="1781175"/>
                </a:lnTo>
                <a:lnTo>
                  <a:pt x="3067050" y="1781175"/>
                </a:lnTo>
                <a:lnTo>
                  <a:pt x="3067050" y="1771650"/>
                </a:lnTo>
                <a:lnTo>
                  <a:pt x="3076575" y="1771650"/>
                </a:lnTo>
                <a:lnTo>
                  <a:pt x="3076575" y="1762125"/>
                </a:lnTo>
                <a:lnTo>
                  <a:pt x="3038475" y="1762125"/>
                </a:lnTo>
                <a:lnTo>
                  <a:pt x="3038475" y="1752600"/>
                </a:lnTo>
                <a:lnTo>
                  <a:pt x="3028950" y="1752600"/>
                </a:lnTo>
                <a:lnTo>
                  <a:pt x="3028950" y="1743075"/>
                </a:lnTo>
                <a:lnTo>
                  <a:pt x="3038475" y="1743075"/>
                </a:lnTo>
                <a:lnTo>
                  <a:pt x="3038475" y="1724025"/>
                </a:lnTo>
                <a:lnTo>
                  <a:pt x="3048000" y="1724025"/>
                </a:lnTo>
                <a:lnTo>
                  <a:pt x="3048000" y="1733550"/>
                </a:lnTo>
                <a:lnTo>
                  <a:pt x="3057525" y="1733550"/>
                </a:lnTo>
                <a:lnTo>
                  <a:pt x="3057525" y="1714500"/>
                </a:lnTo>
                <a:lnTo>
                  <a:pt x="3086100" y="1714500"/>
                </a:lnTo>
                <a:lnTo>
                  <a:pt x="3086100" y="1704975"/>
                </a:lnTo>
                <a:lnTo>
                  <a:pt x="3028950" y="1704975"/>
                </a:lnTo>
                <a:lnTo>
                  <a:pt x="3028950" y="1714500"/>
                </a:lnTo>
                <a:lnTo>
                  <a:pt x="3019425" y="1714500"/>
                </a:lnTo>
                <a:lnTo>
                  <a:pt x="3019425" y="1724025"/>
                </a:lnTo>
                <a:lnTo>
                  <a:pt x="3009900" y="1724025"/>
                </a:lnTo>
                <a:lnTo>
                  <a:pt x="3009900" y="1762125"/>
                </a:lnTo>
                <a:lnTo>
                  <a:pt x="3019425" y="1762125"/>
                </a:lnTo>
                <a:lnTo>
                  <a:pt x="3019425" y="1771650"/>
                </a:lnTo>
                <a:lnTo>
                  <a:pt x="3038475" y="1771650"/>
                </a:lnTo>
                <a:lnTo>
                  <a:pt x="3038475" y="1790700"/>
                </a:lnTo>
                <a:lnTo>
                  <a:pt x="3028950" y="1790700"/>
                </a:lnTo>
                <a:lnTo>
                  <a:pt x="3028950" y="1800225"/>
                </a:lnTo>
                <a:lnTo>
                  <a:pt x="3009900" y="1800225"/>
                </a:lnTo>
                <a:lnTo>
                  <a:pt x="3009900" y="1809750"/>
                </a:lnTo>
                <a:lnTo>
                  <a:pt x="3000375" y="1809750"/>
                </a:lnTo>
                <a:lnTo>
                  <a:pt x="3000375" y="1819275"/>
                </a:lnTo>
                <a:lnTo>
                  <a:pt x="2990850" y="1819275"/>
                </a:lnTo>
                <a:lnTo>
                  <a:pt x="2990850" y="1847850"/>
                </a:lnTo>
                <a:lnTo>
                  <a:pt x="2981325" y="1847850"/>
                </a:lnTo>
                <a:lnTo>
                  <a:pt x="2981325" y="1866900"/>
                </a:lnTo>
                <a:lnTo>
                  <a:pt x="2971800" y="1866900"/>
                </a:lnTo>
                <a:lnTo>
                  <a:pt x="2971800" y="1857375"/>
                </a:lnTo>
                <a:lnTo>
                  <a:pt x="2952750" y="1857375"/>
                </a:lnTo>
                <a:lnTo>
                  <a:pt x="2952750" y="1847850"/>
                </a:lnTo>
                <a:lnTo>
                  <a:pt x="2895600" y="1847850"/>
                </a:lnTo>
                <a:lnTo>
                  <a:pt x="2895600" y="1857375"/>
                </a:lnTo>
                <a:lnTo>
                  <a:pt x="2886075" y="1857375"/>
                </a:lnTo>
                <a:lnTo>
                  <a:pt x="2886075" y="1847850"/>
                </a:lnTo>
                <a:lnTo>
                  <a:pt x="2876550" y="1847850"/>
                </a:lnTo>
                <a:lnTo>
                  <a:pt x="2876550" y="1857375"/>
                </a:lnTo>
                <a:lnTo>
                  <a:pt x="2867025" y="1857375"/>
                </a:lnTo>
                <a:lnTo>
                  <a:pt x="2867025" y="1838325"/>
                </a:lnTo>
                <a:lnTo>
                  <a:pt x="2857500" y="1838325"/>
                </a:lnTo>
                <a:lnTo>
                  <a:pt x="2857500" y="1828800"/>
                </a:lnTo>
                <a:lnTo>
                  <a:pt x="2867025" y="1828800"/>
                </a:lnTo>
                <a:lnTo>
                  <a:pt x="2867025" y="1838325"/>
                </a:lnTo>
                <a:lnTo>
                  <a:pt x="2895600" y="1838325"/>
                </a:lnTo>
                <a:lnTo>
                  <a:pt x="2895600" y="1809750"/>
                </a:lnTo>
                <a:lnTo>
                  <a:pt x="2867025" y="1809750"/>
                </a:lnTo>
                <a:lnTo>
                  <a:pt x="2867025" y="1819275"/>
                </a:lnTo>
                <a:lnTo>
                  <a:pt x="2838450" y="1819275"/>
                </a:lnTo>
                <a:lnTo>
                  <a:pt x="2838450" y="1828800"/>
                </a:lnTo>
                <a:lnTo>
                  <a:pt x="2847975" y="1828800"/>
                </a:lnTo>
                <a:lnTo>
                  <a:pt x="2847975" y="1838325"/>
                </a:lnTo>
                <a:lnTo>
                  <a:pt x="2838450" y="1838325"/>
                </a:lnTo>
                <a:lnTo>
                  <a:pt x="2838450" y="1847850"/>
                </a:lnTo>
                <a:lnTo>
                  <a:pt x="2828925" y="1847850"/>
                </a:lnTo>
                <a:lnTo>
                  <a:pt x="2828925" y="1857375"/>
                </a:lnTo>
                <a:lnTo>
                  <a:pt x="2819400" y="1857375"/>
                </a:lnTo>
                <a:lnTo>
                  <a:pt x="2819400" y="1847850"/>
                </a:lnTo>
                <a:lnTo>
                  <a:pt x="2809875" y="1847850"/>
                </a:lnTo>
                <a:lnTo>
                  <a:pt x="2809875" y="1857375"/>
                </a:lnTo>
                <a:lnTo>
                  <a:pt x="2800350" y="1857375"/>
                </a:lnTo>
                <a:lnTo>
                  <a:pt x="2800350" y="1866900"/>
                </a:lnTo>
                <a:lnTo>
                  <a:pt x="2809875" y="1866900"/>
                </a:lnTo>
                <a:lnTo>
                  <a:pt x="2809875" y="1885950"/>
                </a:lnTo>
                <a:lnTo>
                  <a:pt x="2819400" y="1885950"/>
                </a:lnTo>
                <a:lnTo>
                  <a:pt x="2819400" y="1895475"/>
                </a:lnTo>
                <a:lnTo>
                  <a:pt x="2847975" y="1895475"/>
                </a:lnTo>
                <a:lnTo>
                  <a:pt x="2847975" y="1885950"/>
                </a:lnTo>
                <a:lnTo>
                  <a:pt x="2857500" y="1885950"/>
                </a:lnTo>
                <a:lnTo>
                  <a:pt x="2857500" y="1895475"/>
                </a:lnTo>
                <a:lnTo>
                  <a:pt x="2876550" y="1895475"/>
                </a:lnTo>
                <a:lnTo>
                  <a:pt x="2876550" y="1885950"/>
                </a:lnTo>
                <a:lnTo>
                  <a:pt x="2886075" y="1885950"/>
                </a:lnTo>
                <a:lnTo>
                  <a:pt x="2886075" y="1895475"/>
                </a:lnTo>
                <a:lnTo>
                  <a:pt x="2905125" y="1895475"/>
                </a:lnTo>
                <a:lnTo>
                  <a:pt x="2905125" y="1905000"/>
                </a:lnTo>
                <a:lnTo>
                  <a:pt x="2895600" y="1905000"/>
                </a:lnTo>
                <a:lnTo>
                  <a:pt x="2895600" y="1914525"/>
                </a:lnTo>
                <a:lnTo>
                  <a:pt x="2886075" y="1914525"/>
                </a:lnTo>
                <a:lnTo>
                  <a:pt x="2886075" y="1905000"/>
                </a:lnTo>
                <a:lnTo>
                  <a:pt x="2876550" y="1905000"/>
                </a:lnTo>
                <a:lnTo>
                  <a:pt x="2876550" y="1914525"/>
                </a:lnTo>
                <a:lnTo>
                  <a:pt x="2819400" y="1914525"/>
                </a:lnTo>
                <a:lnTo>
                  <a:pt x="2819400" y="1905000"/>
                </a:lnTo>
                <a:lnTo>
                  <a:pt x="2809875" y="1905000"/>
                </a:lnTo>
                <a:lnTo>
                  <a:pt x="2809875" y="1914525"/>
                </a:lnTo>
                <a:lnTo>
                  <a:pt x="2800350" y="1914525"/>
                </a:lnTo>
                <a:lnTo>
                  <a:pt x="2800350" y="1943100"/>
                </a:lnTo>
                <a:lnTo>
                  <a:pt x="2771775" y="1943100"/>
                </a:lnTo>
                <a:lnTo>
                  <a:pt x="2771775" y="1933575"/>
                </a:lnTo>
                <a:lnTo>
                  <a:pt x="2781300" y="1933575"/>
                </a:lnTo>
                <a:lnTo>
                  <a:pt x="2781300" y="1905000"/>
                </a:lnTo>
                <a:lnTo>
                  <a:pt x="2771775" y="1905000"/>
                </a:lnTo>
                <a:lnTo>
                  <a:pt x="2771775" y="1895475"/>
                </a:lnTo>
                <a:lnTo>
                  <a:pt x="2762250" y="1895475"/>
                </a:lnTo>
                <a:lnTo>
                  <a:pt x="2762250" y="1905000"/>
                </a:lnTo>
                <a:lnTo>
                  <a:pt x="2752725" y="1905000"/>
                </a:lnTo>
                <a:lnTo>
                  <a:pt x="2752725" y="1933575"/>
                </a:lnTo>
                <a:lnTo>
                  <a:pt x="2762250" y="1933575"/>
                </a:lnTo>
                <a:lnTo>
                  <a:pt x="2762250" y="1943100"/>
                </a:lnTo>
                <a:lnTo>
                  <a:pt x="2771775" y="1943100"/>
                </a:lnTo>
                <a:lnTo>
                  <a:pt x="2771775" y="1952625"/>
                </a:lnTo>
                <a:lnTo>
                  <a:pt x="2762250" y="1952625"/>
                </a:lnTo>
                <a:lnTo>
                  <a:pt x="2762250" y="1962150"/>
                </a:lnTo>
                <a:lnTo>
                  <a:pt x="2752725" y="1962150"/>
                </a:lnTo>
                <a:lnTo>
                  <a:pt x="2752725" y="1971675"/>
                </a:lnTo>
                <a:lnTo>
                  <a:pt x="2762250" y="1971675"/>
                </a:lnTo>
                <a:lnTo>
                  <a:pt x="2762250" y="1981200"/>
                </a:lnTo>
                <a:lnTo>
                  <a:pt x="2743200" y="1981200"/>
                </a:lnTo>
                <a:lnTo>
                  <a:pt x="2743200" y="1962150"/>
                </a:lnTo>
                <a:lnTo>
                  <a:pt x="2733675" y="1962150"/>
                </a:lnTo>
                <a:lnTo>
                  <a:pt x="2733675" y="1952625"/>
                </a:lnTo>
                <a:lnTo>
                  <a:pt x="2705100" y="1952625"/>
                </a:lnTo>
                <a:lnTo>
                  <a:pt x="2705100" y="1962150"/>
                </a:lnTo>
                <a:lnTo>
                  <a:pt x="2686050" y="1962150"/>
                </a:lnTo>
                <a:lnTo>
                  <a:pt x="2686050" y="1971675"/>
                </a:lnTo>
                <a:lnTo>
                  <a:pt x="2676525" y="1971675"/>
                </a:lnTo>
                <a:lnTo>
                  <a:pt x="2676525" y="1962150"/>
                </a:lnTo>
                <a:lnTo>
                  <a:pt x="2667000" y="1962150"/>
                </a:lnTo>
                <a:lnTo>
                  <a:pt x="2667000" y="1952625"/>
                </a:lnTo>
                <a:lnTo>
                  <a:pt x="2628900" y="1952625"/>
                </a:lnTo>
                <a:lnTo>
                  <a:pt x="2628900" y="1971675"/>
                </a:lnTo>
                <a:lnTo>
                  <a:pt x="2638425" y="1971675"/>
                </a:lnTo>
                <a:lnTo>
                  <a:pt x="2638425" y="1981200"/>
                </a:lnTo>
                <a:lnTo>
                  <a:pt x="2657475" y="1981200"/>
                </a:lnTo>
                <a:lnTo>
                  <a:pt x="2657475" y="2000250"/>
                </a:lnTo>
                <a:lnTo>
                  <a:pt x="2609850" y="2000250"/>
                </a:lnTo>
                <a:lnTo>
                  <a:pt x="2609850" y="1990725"/>
                </a:lnTo>
                <a:lnTo>
                  <a:pt x="2590800" y="1990725"/>
                </a:lnTo>
                <a:lnTo>
                  <a:pt x="2590800" y="1981200"/>
                </a:lnTo>
                <a:lnTo>
                  <a:pt x="2600325" y="1981200"/>
                </a:lnTo>
                <a:lnTo>
                  <a:pt x="2600325" y="1971675"/>
                </a:lnTo>
                <a:lnTo>
                  <a:pt x="2552700" y="1971675"/>
                </a:lnTo>
                <a:lnTo>
                  <a:pt x="2552700" y="1981200"/>
                </a:lnTo>
                <a:lnTo>
                  <a:pt x="2562225" y="1981200"/>
                </a:lnTo>
                <a:lnTo>
                  <a:pt x="2562225" y="1990725"/>
                </a:lnTo>
                <a:lnTo>
                  <a:pt x="2533650" y="1990725"/>
                </a:lnTo>
                <a:lnTo>
                  <a:pt x="2533650" y="1971675"/>
                </a:lnTo>
                <a:lnTo>
                  <a:pt x="2543175" y="1971675"/>
                </a:lnTo>
                <a:lnTo>
                  <a:pt x="2543175" y="1962150"/>
                </a:lnTo>
                <a:lnTo>
                  <a:pt x="2533650" y="1962150"/>
                </a:lnTo>
                <a:lnTo>
                  <a:pt x="2533650" y="1943100"/>
                </a:lnTo>
                <a:lnTo>
                  <a:pt x="2514600" y="1943100"/>
                </a:lnTo>
                <a:lnTo>
                  <a:pt x="2514600" y="1962150"/>
                </a:lnTo>
                <a:lnTo>
                  <a:pt x="2505075" y="1962150"/>
                </a:lnTo>
                <a:lnTo>
                  <a:pt x="2505075" y="1981200"/>
                </a:lnTo>
                <a:lnTo>
                  <a:pt x="2447925" y="1981200"/>
                </a:lnTo>
                <a:lnTo>
                  <a:pt x="2447925" y="1971675"/>
                </a:lnTo>
                <a:lnTo>
                  <a:pt x="2428875" y="1971675"/>
                </a:lnTo>
                <a:lnTo>
                  <a:pt x="2428875" y="1952625"/>
                </a:lnTo>
                <a:lnTo>
                  <a:pt x="2400300" y="1952625"/>
                </a:lnTo>
                <a:lnTo>
                  <a:pt x="2400300" y="1943100"/>
                </a:lnTo>
                <a:lnTo>
                  <a:pt x="2409825" y="1943100"/>
                </a:lnTo>
                <a:lnTo>
                  <a:pt x="2409825" y="1924050"/>
                </a:lnTo>
                <a:lnTo>
                  <a:pt x="2371725" y="1924050"/>
                </a:lnTo>
                <a:lnTo>
                  <a:pt x="2371725" y="1914525"/>
                </a:lnTo>
                <a:lnTo>
                  <a:pt x="2362200" y="1914525"/>
                </a:lnTo>
                <a:lnTo>
                  <a:pt x="2362200" y="1905000"/>
                </a:lnTo>
                <a:lnTo>
                  <a:pt x="2352675" y="1905000"/>
                </a:lnTo>
                <a:lnTo>
                  <a:pt x="2352675" y="1895475"/>
                </a:lnTo>
                <a:lnTo>
                  <a:pt x="2362200" y="1895475"/>
                </a:lnTo>
                <a:lnTo>
                  <a:pt x="2362200" y="1885950"/>
                </a:lnTo>
                <a:lnTo>
                  <a:pt x="2352675" y="1885950"/>
                </a:lnTo>
                <a:lnTo>
                  <a:pt x="2352675" y="1876425"/>
                </a:lnTo>
                <a:lnTo>
                  <a:pt x="2362200" y="1876425"/>
                </a:lnTo>
                <a:lnTo>
                  <a:pt x="2362200" y="1866900"/>
                </a:lnTo>
                <a:lnTo>
                  <a:pt x="2371725" y="1866900"/>
                </a:lnTo>
                <a:lnTo>
                  <a:pt x="2371725" y="1876425"/>
                </a:lnTo>
                <a:lnTo>
                  <a:pt x="2362200" y="1876425"/>
                </a:lnTo>
                <a:lnTo>
                  <a:pt x="2362200" y="1885950"/>
                </a:lnTo>
                <a:lnTo>
                  <a:pt x="2371725" y="1885950"/>
                </a:lnTo>
                <a:lnTo>
                  <a:pt x="2371725" y="1895475"/>
                </a:lnTo>
                <a:lnTo>
                  <a:pt x="2362200" y="1895475"/>
                </a:lnTo>
                <a:lnTo>
                  <a:pt x="2362200" y="1905000"/>
                </a:lnTo>
                <a:lnTo>
                  <a:pt x="2371725" y="1905000"/>
                </a:lnTo>
                <a:lnTo>
                  <a:pt x="2371725" y="1895475"/>
                </a:lnTo>
                <a:lnTo>
                  <a:pt x="2428875" y="1895475"/>
                </a:lnTo>
                <a:lnTo>
                  <a:pt x="2428875" y="1885950"/>
                </a:lnTo>
                <a:lnTo>
                  <a:pt x="2438400" y="1885950"/>
                </a:lnTo>
                <a:lnTo>
                  <a:pt x="2438400" y="1895475"/>
                </a:lnTo>
                <a:lnTo>
                  <a:pt x="2466975" y="1895475"/>
                </a:lnTo>
                <a:lnTo>
                  <a:pt x="2466975" y="1885950"/>
                </a:lnTo>
                <a:lnTo>
                  <a:pt x="2457450" y="1885950"/>
                </a:lnTo>
                <a:lnTo>
                  <a:pt x="2457450" y="1876425"/>
                </a:lnTo>
                <a:lnTo>
                  <a:pt x="2466975" y="1876425"/>
                </a:lnTo>
                <a:lnTo>
                  <a:pt x="2466975" y="1885950"/>
                </a:lnTo>
                <a:lnTo>
                  <a:pt x="2476500" y="1885950"/>
                </a:lnTo>
                <a:lnTo>
                  <a:pt x="2476500" y="1895475"/>
                </a:lnTo>
                <a:lnTo>
                  <a:pt x="2486025" y="1895475"/>
                </a:lnTo>
                <a:lnTo>
                  <a:pt x="2486025" y="1885950"/>
                </a:lnTo>
                <a:lnTo>
                  <a:pt x="2514600" y="1885950"/>
                </a:lnTo>
                <a:lnTo>
                  <a:pt x="2514600" y="1876425"/>
                </a:lnTo>
                <a:lnTo>
                  <a:pt x="2524125" y="1876425"/>
                </a:lnTo>
                <a:lnTo>
                  <a:pt x="2524125" y="1857375"/>
                </a:lnTo>
                <a:lnTo>
                  <a:pt x="2533650" y="1857375"/>
                </a:lnTo>
                <a:lnTo>
                  <a:pt x="2533650" y="1866900"/>
                </a:lnTo>
                <a:lnTo>
                  <a:pt x="2543175" y="1866900"/>
                </a:lnTo>
                <a:lnTo>
                  <a:pt x="2543175" y="1847850"/>
                </a:lnTo>
                <a:lnTo>
                  <a:pt x="2514600" y="1847850"/>
                </a:lnTo>
                <a:lnTo>
                  <a:pt x="2514600" y="1838325"/>
                </a:lnTo>
                <a:lnTo>
                  <a:pt x="2486025" y="1838325"/>
                </a:lnTo>
                <a:lnTo>
                  <a:pt x="2486025" y="1819275"/>
                </a:lnTo>
                <a:lnTo>
                  <a:pt x="2466975" y="1819275"/>
                </a:lnTo>
                <a:lnTo>
                  <a:pt x="2466975" y="1809750"/>
                </a:lnTo>
                <a:lnTo>
                  <a:pt x="2447925" y="1809750"/>
                </a:lnTo>
                <a:lnTo>
                  <a:pt x="2447925" y="1828800"/>
                </a:lnTo>
                <a:lnTo>
                  <a:pt x="2428875" y="1828800"/>
                </a:lnTo>
                <a:lnTo>
                  <a:pt x="2428875" y="1819275"/>
                </a:lnTo>
                <a:lnTo>
                  <a:pt x="2409825" y="1819275"/>
                </a:lnTo>
                <a:lnTo>
                  <a:pt x="2409825" y="1809750"/>
                </a:lnTo>
                <a:lnTo>
                  <a:pt x="2390775" y="1809750"/>
                </a:lnTo>
                <a:lnTo>
                  <a:pt x="2390775" y="1819275"/>
                </a:lnTo>
                <a:lnTo>
                  <a:pt x="2371725" y="1819275"/>
                </a:lnTo>
                <a:lnTo>
                  <a:pt x="2371725" y="1809750"/>
                </a:lnTo>
                <a:lnTo>
                  <a:pt x="2381250" y="1809750"/>
                </a:lnTo>
                <a:lnTo>
                  <a:pt x="2381250" y="1800225"/>
                </a:lnTo>
                <a:lnTo>
                  <a:pt x="2352675" y="1800225"/>
                </a:lnTo>
                <a:lnTo>
                  <a:pt x="2352675" y="1781175"/>
                </a:lnTo>
                <a:lnTo>
                  <a:pt x="2371725" y="1781175"/>
                </a:lnTo>
                <a:lnTo>
                  <a:pt x="2371725" y="1790700"/>
                </a:lnTo>
                <a:lnTo>
                  <a:pt x="2466975" y="1790700"/>
                </a:lnTo>
                <a:lnTo>
                  <a:pt x="2466975" y="1800225"/>
                </a:lnTo>
                <a:lnTo>
                  <a:pt x="2476500" y="1800225"/>
                </a:lnTo>
                <a:lnTo>
                  <a:pt x="2476500" y="1809750"/>
                </a:lnTo>
                <a:lnTo>
                  <a:pt x="2486025" y="1809750"/>
                </a:lnTo>
                <a:lnTo>
                  <a:pt x="2486025" y="1819275"/>
                </a:lnTo>
                <a:lnTo>
                  <a:pt x="2495550" y="1819275"/>
                </a:lnTo>
                <a:lnTo>
                  <a:pt x="2495550" y="1800225"/>
                </a:lnTo>
                <a:lnTo>
                  <a:pt x="2486025" y="1800225"/>
                </a:lnTo>
                <a:lnTo>
                  <a:pt x="2486025" y="1781175"/>
                </a:lnTo>
                <a:lnTo>
                  <a:pt x="2495550" y="1781175"/>
                </a:lnTo>
                <a:lnTo>
                  <a:pt x="2495550" y="1790700"/>
                </a:lnTo>
                <a:lnTo>
                  <a:pt x="2505075" y="1790700"/>
                </a:lnTo>
                <a:lnTo>
                  <a:pt x="2505075" y="1781175"/>
                </a:lnTo>
                <a:lnTo>
                  <a:pt x="2524125" y="1781175"/>
                </a:lnTo>
                <a:lnTo>
                  <a:pt x="2524125" y="1790700"/>
                </a:lnTo>
                <a:lnTo>
                  <a:pt x="2533650" y="1790700"/>
                </a:lnTo>
                <a:lnTo>
                  <a:pt x="2533650" y="1800225"/>
                </a:lnTo>
                <a:lnTo>
                  <a:pt x="2543175" y="1800225"/>
                </a:lnTo>
                <a:lnTo>
                  <a:pt x="2543175" y="1790700"/>
                </a:lnTo>
                <a:lnTo>
                  <a:pt x="2552700" y="1790700"/>
                </a:lnTo>
                <a:lnTo>
                  <a:pt x="2552700" y="1800225"/>
                </a:lnTo>
                <a:lnTo>
                  <a:pt x="2543175" y="1800225"/>
                </a:lnTo>
                <a:lnTo>
                  <a:pt x="2543175" y="1809750"/>
                </a:lnTo>
                <a:lnTo>
                  <a:pt x="2562225" y="1809750"/>
                </a:lnTo>
                <a:lnTo>
                  <a:pt x="2562225" y="1819275"/>
                </a:lnTo>
                <a:lnTo>
                  <a:pt x="2543175" y="1819275"/>
                </a:lnTo>
                <a:lnTo>
                  <a:pt x="2543175" y="1838325"/>
                </a:lnTo>
                <a:lnTo>
                  <a:pt x="2552700" y="1838325"/>
                </a:lnTo>
                <a:lnTo>
                  <a:pt x="2552700" y="1847850"/>
                </a:lnTo>
                <a:lnTo>
                  <a:pt x="2571750" y="1847850"/>
                </a:lnTo>
                <a:lnTo>
                  <a:pt x="2571750" y="1819275"/>
                </a:lnTo>
                <a:lnTo>
                  <a:pt x="2581275" y="1819275"/>
                </a:lnTo>
                <a:lnTo>
                  <a:pt x="2581275" y="1828800"/>
                </a:lnTo>
                <a:lnTo>
                  <a:pt x="2590800" y="1828800"/>
                </a:lnTo>
                <a:lnTo>
                  <a:pt x="2590800" y="1819275"/>
                </a:lnTo>
                <a:lnTo>
                  <a:pt x="2600325" y="1819275"/>
                </a:lnTo>
                <a:lnTo>
                  <a:pt x="2600325" y="1838325"/>
                </a:lnTo>
                <a:lnTo>
                  <a:pt x="2609850" y="1838325"/>
                </a:lnTo>
                <a:lnTo>
                  <a:pt x="2609850" y="1847850"/>
                </a:lnTo>
                <a:lnTo>
                  <a:pt x="2628900" y="1847850"/>
                </a:lnTo>
                <a:lnTo>
                  <a:pt x="2628900" y="1838325"/>
                </a:lnTo>
                <a:lnTo>
                  <a:pt x="2657475" y="1838325"/>
                </a:lnTo>
                <a:lnTo>
                  <a:pt x="2657475" y="1828800"/>
                </a:lnTo>
                <a:lnTo>
                  <a:pt x="2676525" y="1828800"/>
                </a:lnTo>
                <a:lnTo>
                  <a:pt x="2676525" y="1847850"/>
                </a:lnTo>
                <a:lnTo>
                  <a:pt x="2686050" y="1847850"/>
                </a:lnTo>
                <a:lnTo>
                  <a:pt x="2686050" y="1857375"/>
                </a:lnTo>
                <a:lnTo>
                  <a:pt x="2705100" y="1857375"/>
                </a:lnTo>
                <a:lnTo>
                  <a:pt x="2705100" y="1847850"/>
                </a:lnTo>
                <a:lnTo>
                  <a:pt x="2714625" y="1847850"/>
                </a:lnTo>
                <a:lnTo>
                  <a:pt x="2714625" y="1857375"/>
                </a:lnTo>
                <a:lnTo>
                  <a:pt x="2705100" y="1857375"/>
                </a:lnTo>
                <a:lnTo>
                  <a:pt x="2705100" y="1866900"/>
                </a:lnTo>
                <a:lnTo>
                  <a:pt x="2714625" y="1866900"/>
                </a:lnTo>
                <a:lnTo>
                  <a:pt x="2714625" y="1857375"/>
                </a:lnTo>
                <a:lnTo>
                  <a:pt x="2724150" y="1857375"/>
                </a:lnTo>
                <a:lnTo>
                  <a:pt x="2724150" y="1866900"/>
                </a:lnTo>
                <a:lnTo>
                  <a:pt x="2714625" y="1866900"/>
                </a:lnTo>
                <a:lnTo>
                  <a:pt x="2714625" y="1876425"/>
                </a:lnTo>
                <a:lnTo>
                  <a:pt x="2724150" y="1876425"/>
                </a:lnTo>
                <a:lnTo>
                  <a:pt x="2724150" y="1866900"/>
                </a:lnTo>
                <a:lnTo>
                  <a:pt x="2733675" y="1866900"/>
                </a:lnTo>
                <a:lnTo>
                  <a:pt x="2733675" y="1847850"/>
                </a:lnTo>
                <a:lnTo>
                  <a:pt x="2762250" y="1847850"/>
                </a:lnTo>
                <a:lnTo>
                  <a:pt x="2762250" y="1838325"/>
                </a:lnTo>
                <a:lnTo>
                  <a:pt x="2781300" y="1838325"/>
                </a:lnTo>
                <a:lnTo>
                  <a:pt x="2781300" y="1847850"/>
                </a:lnTo>
                <a:lnTo>
                  <a:pt x="2790825" y="1847850"/>
                </a:lnTo>
                <a:lnTo>
                  <a:pt x="2790825" y="1838325"/>
                </a:lnTo>
                <a:lnTo>
                  <a:pt x="2809875" y="1838325"/>
                </a:lnTo>
                <a:lnTo>
                  <a:pt x="2809875" y="1819275"/>
                </a:lnTo>
                <a:lnTo>
                  <a:pt x="2819400" y="1819275"/>
                </a:lnTo>
                <a:lnTo>
                  <a:pt x="2819400" y="1790700"/>
                </a:lnTo>
                <a:lnTo>
                  <a:pt x="2838450" y="1790700"/>
                </a:lnTo>
                <a:lnTo>
                  <a:pt x="2838450" y="1762125"/>
                </a:lnTo>
                <a:lnTo>
                  <a:pt x="2800350" y="1762125"/>
                </a:lnTo>
                <a:lnTo>
                  <a:pt x="2800350" y="1752600"/>
                </a:lnTo>
                <a:lnTo>
                  <a:pt x="2790825" y="1752600"/>
                </a:lnTo>
                <a:lnTo>
                  <a:pt x="2790825" y="1743075"/>
                </a:lnTo>
                <a:lnTo>
                  <a:pt x="2809875" y="1743075"/>
                </a:lnTo>
                <a:lnTo>
                  <a:pt x="2809875" y="1724025"/>
                </a:lnTo>
                <a:lnTo>
                  <a:pt x="2800350" y="1724025"/>
                </a:lnTo>
                <a:lnTo>
                  <a:pt x="2800350" y="1695450"/>
                </a:lnTo>
                <a:lnTo>
                  <a:pt x="2771775" y="1695450"/>
                </a:lnTo>
                <a:lnTo>
                  <a:pt x="2771775" y="1704975"/>
                </a:lnTo>
                <a:lnTo>
                  <a:pt x="2743200" y="1704975"/>
                </a:lnTo>
                <a:lnTo>
                  <a:pt x="2743200" y="1714500"/>
                </a:lnTo>
                <a:lnTo>
                  <a:pt x="2733675" y="1714500"/>
                </a:lnTo>
                <a:lnTo>
                  <a:pt x="2733675" y="1704975"/>
                </a:lnTo>
                <a:lnTo>
                  <a:pt x="2724150" y="1704975"/>
                </a:lnTo>
                <a:lnTo>
                  <a:pt x="2724150" y="1714500"/>
                </a:lnTo>
                <a:lnTo>
                  <a:pt x="2733675" y="1714500"/>
                </a:lnTo>
                <a:lnTo>
                  <a:pt x="2733675" y="1733550"/>
                </a:lnTo>
                <a:lnTo>
                  <a:pt x="2743200" y="1733550"/>
                </a:lnTo>
                <a:lnTo>
                  <a:pt x="2743200" y="1743075"/>
                </a:lnTo>
                <a:lnTo>
                  <a:pt x="2762250" y="1743075"/>
                </a:lnTo>
                <a:lnTo>
                  <a:pt x="2762250" y="1762125"/>
                </a:lnTo>
                <a:lnTo>
                  <a:pt x="2743200" y="1762125"/>
                </a:lnTo>
                <a:lnTo>
                  <a:pt x="2743200" y="1752600"/>
                </a:lnTo>
                <a:lnTo>
                  <a:pt x="2714625" y="1752600"/>
                </a:lnTo>
                <a:lnTo>
                  <a:pt x="2714625" y="1743075"/>
                </a:lnTo>
                <a:lnTo>
                  <a:pt x="2647950" y="1743075"/>
                </a:lnTo>
                <a:lnTo>
                  <a:pt x="2647950" y="1733550"/>
                </a:lnTo>
                <a:lnTo>
                  <a:pt x="2638425" y="1733550"/>
                </a:lnTo>
                <a:lnTo>
                  <a:pt x="2638425" y="1724025"/>
                </a:lnTo>
                <a:lnTo>
                  <a:pt x="2657475" y="1724025"/>
                </a:lnTo>
                <a:lnTo>
                  <a:pt x="2657475" y="1714500"/>
                </a:lnTo>
                <a:lnTo>
                  <a:pt x="2667000" y="1714500"/>
                </a:lnTo>
                <a:lnTo>
                  <a:pt x="2667000" y="1695450"/>
                </a:lnTo>
                <a:lnTo>
                  <a:pt x="2628900" y="1695450"/>
                </a:lnTo>
                <a:lnTo>
                  <a:pt x="2628900" y="1685925"/>
                </a:lnTo>
                <a:lnTo>
                  <a:pt x="2619375" y="1685925"/>
                </a:lnTo>
                <a:lnTo>
                  <a:pt x="2619375" y="1676400"/>
                </a:lnTo>
                <a:lnTo>
                  <a:pt x="2600325" y="1676400"/>
                </a:lnTo>
                <a:lnTo>
                  <a:pt x="2600325" y="1695450"/>
                </a:lnTo>
                <a:lnTo>
                  <a:pt x="2571750" y="1695450"/>
                </a:lnTo>
                <a:lnTo>
                  <a:pt x="2571750" y="1724025"/>
                </a:lnTo>
                <a:lnTo>
                  <a:pt x="2581275" y="1724025"/>
                </a:lnTo>
                <a:lnTo>
                  <a:pt x="2581275" y="1733550"/>
                </a:lnTo>
                <a:lnTo>
                  <a:pt x="2552700" y="1733550"/>
                </a:lnTo>
                <a:lnTo>
                  <a:pt x="2552700" y="1724025"/>
                </a:lnTo>
                <a:lnTo>
                  <a:pt x="2400300" y="1724025"/>
                </a:lnTo>
                <a:lnTo>
                  <a:pt x="2400300" y="1714500"/>
                </a:lnTo>
                <a:lnTo>
                  <a:pt x="2419350" y="1714500"/>
                </a:lnTo>
                <a:lnTo>
                  <a:pt x="2419350" y="1704975"/>
                </a:lnTo>
                <a:lnTo>
                  <a:pt x="2409825" y="1704975"/>
                </a:lnTo>
                <a:lnTo>
                  <a:pt x="2409825" y="1695450"/>
                </a:lnTo>
                <a:lnTo>
                  <a:pt x="2428875" y="1695450"/>
                </a:lnTo>
                <a:lnTo>
                  <a:pt x="2428875" y="1666875"/>
                </a:lnTo>
                <a:lnTo>
                  <a:pt x="2381250" y="1666875"/>
                </a:lnTo>
                <a:lnTo>
                  <a:pt x="2381250" y="1676400"/>
                </a:lnTo>
                <a:lnTo>
                  <a:pt x="2390775" y="1676400"/>
                </a:lnTo>
                <a:lnTo>
                  <a:pt x="2390775" y="1685925"/>
                </a:lnTo>
                <a:lnTo>
                  <a:pt x="2400300" y="1685925"/>
                </a:lnTo>
                <a:lnTo>
                  <a:pt x="2400300" y="1695450"/>
                </a:lnTo>
                <a:lnTo>
                  <a:pt x="2390775" y="1695450"/>
                </a:lnTo>
                <a:lnTo>
                  <a:pt x="2390775" y="1704975"/>
                </a:lnTo>
                <a:lnTo>
                  <a:pt x="2371725" y="1704975"/>
                </a:lnTo>
                <a:lnTo>
                  <a:pt x="2371725" y="1695450"/>
                </a:lnTo>
                <a:lnTo>
                  <a:pt x="2352675" y="1695450"/>
                </a:lnTo>
                <a:lnTo>
                  <a:pt x="2352675" y="1704975"/>
                </a:lnTo>
                <a:lnTo>
                  <a:pt x="2343150" y="1704975"/>
                </a:lnTo>
                <a:lnTo>
                  <a:pt x="2343150" y="1685925"/>
                </a:lnTo>
                <a:lnTo>
                  <a:pt x="2333625" y="1685925"/>
                </a:lnTo>
                <a:lnTo>
                  <a:pt x="2333625" y="1676400"/>
                </a:lnTo>
                <a:lnTo>
                  <a:pt x="2324100" y="1676400"/>
                </a:lnTo>
                <a:lnTo>
                  <a:pt x="2324100" y="1666875"/>
                </a:lnTo>
                <a:lnTo>
                  <a:pt x="2314575" y="1666875"/>
                </a:lnTo>
                <a:lnTo>
                  <a:pt x="2314575" y="1676400"/>
                </a:lnTo>
                <a:lnTo>
                  <a:pt x="2295525" y="1676400"/>
                </a:lnTo>
                <a:lnTo>
                  <a:pt x="2295525" y="1685925"/>
                </a:lnTo>
                <a:lnTo>
                  <a:pt x="2305050" y="1685925"/>
                </a:lnTo>
                <a:lnTo>
                  <a:pt x="2305050" y="1695450"/>
                </a:lnTo>
                <a:lnTo>
                  <a:pt x="2324100" y="1695450"/>
                </a:lnTo>
                <a:lnTo>
                  <a:pt x="2324100" y="1704975"/>
                </a:lnTo>
                <a:lnTo>
                  <a:pt x="2314575" y="1704975"/>
                </a:lnTo>
                <a:lnTo>
                  <a:pt x="2314575" y="1733550"/>
                </a:lnTo>
                <a:lnTo>
                  <a:pt x="2305050" y="1733550"/>
                </a:lnTo>
                <a:lnTo>
                  <a:pt x="2305050" y="1743075"/>
                </a:lnTo>
                <a:lnTo>
                  <a:pt x="2295525" y="1743075"/>
                </a:lnTo>
                <a:lnTo>
                  <a:pt x="2295525" y="1733550"/>
                </a:lnTo>
                <a:lnTo>
                  <a:pt x="2286000" y="1733550"/>
                </a:lnTo>
                <a:lnTo>
                  <a:pt x="2286000" y="1647825"/>
                </a:lnTo>
                <a:lnTo>
                  <a:pt x="2276475" y="1647825"/>
                </a:lnTo>
                <a:lnTo>
                  <a:pt x="2276475" y="1638300"/>
                </a:lnTo>
                <a:lnTo>
                  <a:pt x="2286000" y="1638300"/>
                </a:lnTo>
                <a:lnTo>
                  <a:pt x="2286000" y="1628775"/>
                </a:lnTo>
                <a:lnTo>
                  <a:pt x="2276475" y="1628775"/>
                </a:lnTo>
                <a:lnTo>
                  <a:pt x="2276475" y="1619250"/>
                </a:lnTo>
                <a:lnTo>
                  <a:pt x="2228850" y="1619250"/>
                </a:lnTo>
                <a:lnTo>
                  <a:pt x="2228850" y="1609725"/>
                </a:lnTo>
                <a:lnTo>
                  <a:pt x="2276475" y="1609725"/>
                </a:lnTo>
                <a:lnTo>
                  <a:pt x="2276475" y="1619250"/>
                </a:lnTo>
                <a:lnTo>
                  <a:pt x="2286000" y="1619250"/>
                </a:lnTo>
                <a:lnTo>
                  <a:pt x="2286000" y="1609725"/>
                </a:lnTo>
                <a:lnTo>
                  <a:pt x="2295525" y="1609725"/>
                </a:lnTo>
                <a:close/>
                <a:moveTo>
                  <a:pt x="3000375" y="1600200"/>
                </a:moveTo>
                <a:lnTo>
                  <a:pt x="3019425" y="1600200"/>
                </a:lnTo>
                <a:lnTo>
                  <a:pt x="3019425" y="1609725"/>
                </a:lnTo>
                <a:lnTo>
                  <a:pt x="3000375" y="1609725"/>
                </a:lnTo>
                <a:close/>
                <a:moveTo>
                  <a:pt x="3457575" y="1609725"/>
                </a:moveTo>
                <a:lnTo>
                  <a:pt x="3467100" y="1609725"/>
                </a:lnTo>
                <a:lnTo>
                  <a:pt x="3467100" y="1619250"/>
                </a:lnTo>
                <a:lnTo>
                  <a:pt x="3457575" y="1619250"/>
                </a:lnTo>
                <a:close/>
                <a:moveTo>
                  <a:pt x="3448050" y="1619250"/>
                </a:moveTo>
                <a:lnTo>
                  <a:pt x="3457575" y="1619250"/>
                </a:lnTo>
                <a:lnTo>
                  <a:pt x="3457575" y="1628775"/>
                </a:lnTo>
                <a:lnTo>
                  <a:pt x="3448050" y="1628775"/>
                </a:lnTo>
                <a:close/>
                <a:moveTo>
                  <a:pt x="3257550" y="1628775"/>
                </a:moveTo>
                <a:lnTo>
                  <a:pt x="3267075" y="1628775"/>
                </a:lnTo>
                <a:lnTo>
                  <a:pt x="3267075" y="1638300"/>
                </a:lnTo>
                <a:lnTo>
                  <a:pt x="3257550" y="1638300"/>
                </a:lnTo>
                <a:close/>
                <a:moveTo>
                  <a:pt x="2305050" y="1638300"/>
                </a:moveTo>
                <a:lnTo>
                  <a:pt x="2314575" y="1638300"/>
                </a:lnTo>
                <a:lnTo>
                  <a:pt x="2314575" y="1647825"/>
                </a:lnTo>
                <a:lnTo>
                  <a:pt x="2324100" y="1647825"/>
                </a:lnTo>
                <a:lnTo>
                  <a:pt x="2324100" y="1638300"/>
                </a:lnTo>
                <a:lnTo>
                  <a:pt x="2333625" y="1638300"/>
                </a:lnTo>
                <a:lnTo>
                  <a:pt x="2333625" y="1628775"/>
                </a:lnTo>
                <a:lnTo>
                  <a:pt x="2305050" y="1628775"/>
                </a:lnTo>
                <a:close/>
                <a:moveTo>
                  <a:pt x="2343150" y="1638300"/>
                </a:moveTo>
                <a:lnTo>
                  <a:pt x="2362200" y="1638300"/>
                </a:lnTo>
                <a:lnTo>
                  <a:pt x="2362200" y="1647825"/>
                </a:lnTo>
                <a:lnTo>
                  <a:pt x="2381250" y="1647825"/>
                </a:lnTo>
                <a:lnTo>
                  <a:pt x="2381250" y="1657350"/>
                </a:lnTo>
                <a:lnTo>
                  <a:pt x="2409825" y="1657350"/>
                </a:lnTo>
                <a:lnTo>
                  <a:pt x="2409825" y="1638300"/>
                </a:lnTo>
                <a:lnTo>
                  <a:pt x="2371725" y="1638300"/>
                </a:lnTo>
                <a:lnTo>
                  <a:pt x="2371725" y="1628775"/>
                </a:lnTo>
                <a:lnTo>
                  <a:pt x="2362200" y="1628775"/>
                </a:lnTo>
                <a:lnTo>
                  <a:pt x="2362200" y="1619250"/>
                </a:lnTo>
                <a:lnTo>
                  <a:pt x="2352675" y="1619250"/>
                </a:lnTo>
                <a:lnTo>
                  <a:pt x="2352675" y="1628775"/>
                </a:lnTo>
                <a:lnTo>
                  <a:pt x="2343150" y="1628775"/>
                </a:lnTo>
                <a:close/>
                <a:moveTo>
                  <a:pt x="3286125" y="1638300"/>
                </a:moveTo>
                <a:lnTo>
                  <a:pt x="3295650" y="1638300"/>
                </a:lnTo>
                <a:lnTo>
                  <a:pt x="3295650" y="1647825"/>
                </a:lnTo>
                <a:lnTo>
                  <a:pt x="3286125" y="1647825"/>
                </a:lnTo>
                <a:close/>
                <a:moveTo>
                  <a:pt x="3343275" y="1638300"/>
                </a:moveTo>
                <a:lnTo>
                  <a:pt x="3352800" y="1638300"/>
                </a:lnTo>
                <a:lnTo>
                  <a:pt x="3352800" y="1647825"/>
                </a:lnTo>
                <a:lnTo>
                  <a:pt x="3343275" y="1647825"/>
                </a:lnTo>
                <a:close/>
                <a:moveTo>
                  <a:pt x="3409950" y="1638300"/>
                </a:moveTo>
                <a:lnTo>
                  <a:pt x="3419475" y="1638300"/>
                </a:lnTo>
                <a:lnTo>
                  <a:pt x="3419475" y="1647825"/>
                </a:lnTo>
                <a:lnTo>
                  <a:pt x="3409950" y="1647825"/>
                </a:lnTo>
                <a:close/>
                <a:moveTo>
                  <a:pt x="2266950" y="1647825"/>
                </a:moveTo>
                <a:lnTo>
                  <a:pt x="2276475" y="1647825"/>
                </a:lnTo>
                <a:lnTo>
                  <a:pt x="2276475" y="1657350"/>
                </a:lnTo>
                <a:lnTo>
                  <a:pt x="2266950" y="1657350"/>
                </a:lnTo>
                <a:close/>
                <a:moveTo>
                  <a:pt x="3219450" y="1647825"/>
                </a:moveTo>
                <a:lnTo>
                  <a:pt x="3238500" y="1647825"/>
                </a:lnTo>
                <a:lnTo>
                  <a:pt x="3238500" y="1666875"/>
                </a:lnTo>
                <a:lnTo>
                  <a:pt x="3228975" y="1666875"/>
                </a:lnTo>
                <a:lnTo>
                  <a:pt x="3228975" y="1657350"/>
                </a:lnTo>
                <a:lnTo>
                  <a:pt x="3219450" y="1657350"/>
                </a:lnTo>
                <a:close/>
                <a:moveTo>
                  <a:pt x="3352800" y="1647825"/>
                </a:moveTo>
                <a:lnTo>
                  <a:pt x="3409950" y="1647825"/>
                </a:lnTo>
                <a:lnTo>
                  <a:pt x="3409950" y="1657350"/>
                </a:lnTo>
                <a:lnTo>
                  <a:pt x="3352800" y="1657350"/>
                </a:lnTo>
                <a:close/>
                <a:moveTo>
                  <a:pt x="2295525" y="1657350"/>
                </a:moveTo>
                <a:lnTo>
                  <a:pt x="2305050" y="1657350"/>
                </a:lnTo>
                <a:lnTo>
                  <a:pt x="2305050" y="1647825"/>
                </a:lnTo>
                <a:lnTo>
                  <a:pt x="2295525" y="1647825"/>
                </a:lnTo>
                <a:close/>
                <a:moveTo>
                  <a:pt x="3286125" y="1657350"/>
                </a:moveTo>
                <a:lnTo>
                  <a:pt x="3295650" y="1657350"/>
                </a:lnTo>
                <a:lnTo>
                  <a:pt x="3295650" y="1666875"/>
                </a:lnTo>
                <a:lnTo>
                  <a:pt x="3286125" y="1666875"/>
                </a:lnTo>
                <a:close/>
                <a:moveTo>
                  <a:pt x="2438400" y="1676400"/>
                </a:moveTo>
                <a:lnTo>
                  <a:pt x="2457450" y="1676400"/>
                </a:lnTo>
                <a:lnTo>
                  <a:pt x="2457450" y="1666875"/>
                </a:lnTo>
                <a:lnTo>
                  <a:pt x="2447925" y="1666875"/>
                </a:lnTo>
                <a:lnTo>
                  <a:pt x="2447925" y="1657350"/>
                </a:lnTo>
                <a:lnTo>
                  <a:pt x="2438400" y="1657350"/>
                </a:lnTo>
                <a:close/>
                <a:moveTo>
                  <a:pt x="2466975" y="1685925"/>
                </a:moveTo>
                <a:lnTo>
                  <a:pt x="2514600" y="1685925"/>
                </a:lnTo>
                <a:lnTo>
                  <a:pt x="2514600" y="1695450"/>
                </a:lnTo>
                <a:lnTo>
                  <a:pt x="2552700" y="1695450"/>
                </a:lnTo>
                <a:lnTo>
                  <a:pt x="2552700" y="1676400"/>
                </a:lnTo>
                <a:lnTo>
                  <a:pt x="2524125" y="1676400"/>
                </a:lnTo>
                <a:lnTo>
                  <a:pt x="2524125" y="1666875"/>
                </a:lnTo>
                <a:lnTo>
                  <a:pt x="2476500" y="1666875"/>
                </a:lnTo>
                <a:lnTo>
                  <a:pt x="2476500" y="1676400"/>
                </a:lnTo>
                <a:lnTo>
                  <a:pt x="2466975" y="1676400"/>
                </a:lnTo>
                <a:close/>
                <a:moveTo>
                  <a:pt x="2438400" y="1695450"/>
                </a:moveTo>
                <a:lnTo>
                  <a:pt x="2447925" y="1695450"/>
                </a:lnTo>
                <a:lnTo>
                  <a:pt x="2447925" y="1685925"/>
                </a:lnTo>
                <a:lnTo>
                  <a:pt x="2438400" y="1685925"/>
                </a:lnTo>
                <a:close/>
                <a:moveTo>
                  <a:pt x="2447925" y="1704975"/>
                </a:moveTo>
                <a:lnTo>
                  <a:pt x="2466975" y="1704975"/>
                </a:lnTo>
                <a:lnTo>
                  <a:pt x="2466975" y="1695450"/>
                </a:lnTo>
                <a:lnTo>
                  <a:pt x="2447925" y="1695450"/>
                </a:lnTo>
                <a:close/>
                <a:moveTo>
                  <a:pt x="3181350" y="1704975"/>
                </a:moveTo>
                <a:lnTo>
                  <a:pt x="3228975" y="1704975"/>
                </a:lnTo>
                <a:lnTo>
                  <a:pt x="3228975" y="1714500"/>
                </a:lnTo>
                <a:lnTo>
                  <a:pt x="3181350" y="1714500"/>
                </a:lnTo>
                <a:close/>
                <a:moveTo>
                  <a:pt x="2495550" y="1714500"/>
                </a:moveTo>
                <a:lnTo>
                  <a:pt x="2505075" y="1714500"/>
                </a:lnTo>
                <a:lnTo>
                  <a:pt x="2505075" y="1704975"/>
                </a:lnTo>
                <a:lnTo>
                  <a:pt x="2495550" y="1704975"/>
                </a:lnTo>
                <a:close/>
                <a:moveTo>
                  <a:pt x="2676525" y="1714500"/>
                </a:moveTo>
                <a:lnTo>
                  <a:pt x="2686050" y="1714500"/>
                </a:lnTo>
                <a:lnTo>
                  <a:pt x="2686050" y="1704975"/>
                </a:lnTo>
                <a:lnTo>
                  <a:pt x="2676525" y="1704975"/>
                </a:lnTo>
                <a:close/>
                <a:moveTo>
                  <a:pt x="2771775" y="1714500"/>
                </a:moveTo>
                <a:lnTo>
                  <a:pt x="2790825" y="1714500"/>
                </a:lnTo>
                <a:lnTo>
                  <a:pt x="2790825" y="1724025"/>
                </a:lnTo>
                <a:lnTo>
                  <a:pt x="2771775" y="1724025"/>
                </a:lnTo>
                <a:close/>
                <a:moveTo>
                  <a:pt x="3228975" y="1714500"/>
                </a:moveTo>
                <a:lnTo>
                  <a:pt x="3324225" y="1714500"/>
                </a:lnTo>
                <a:lnTo>
                  <a:pt x="3324225" y="1724025"/>
                </a:lnTo>
                <a:lnTo>
                  <a:pt x="3333750" y="1724025"/>
                </a:lnTo>
                <a:lnTo>
                  <a:pt x="3333750" y="1733550"/>
                </a:lnTo>
                <a:lnTo>
                  <a:pt x="3314700" y="1733550"/>
                </a:lnTo>
                <a:lnTo>
                  <a:pt x="3314700" y="1752600"/>
                </a:lnTo>
                <a:lnTo>
                  <a:pt x="3295650" y="1752600"/>
                </a:lnTo>
                <a:lnTo>
                  <a:pt x="3295650" y="1733550"/>
                </a:lnTo>
                <a:lnTo>
                  <a:pt x="3286125" y="1733550"/>
                </a:lnTo>
                <a:lnTo>
                  <a:pt x="3286125" y="1724025"/>
                </a:lnTo>
                <a:lnTo>
                  <a:pt x="3228975" y="1724025"/>
                </a:lnTo>
                <a:close/>
                <a:moveTo>
                  <a:pt x="2266950" y="1733550"/>
                </a:moveTo>
                <a:lnTo>
                  <a:pt x="2286000" y="1733550"/>
                </a:lnTo>
                <a:lnTo>
                  <a:pt x="2286000" y="1752600"/>
                </a:lnTo>
                <a:lnTo>
                  <a:pt x="2266950" y="1752600"/>
                </a:lnTo>
                <a:close/>
                <a:moveTo>
                  <a:pt x="2657475" y="1733550"/>
                </a:moveTo>
                <a:lnTo>
                  <a:pt x="2686050" y="1733550"/>
                </a:lnTo>
                <a:lnTo>
                  <a:pt x="2686050" y="1724025"/>
                </a:lnTo>
                <a:lnTo>
                  <a:pt x="2657475" y="1724025"/>
                </a:lnTo>
                <a:close/>
                <a:moveTo>
                  <a:pt x="3086100" y="1733550"/>
                </a:moveTo>
                <a:lnTo>
                  <a:pt x="3095625" y="1733550"/>
                </a:lnTo>
                <a:lnTo>
                  <a:pt x="3095625" y="1714500"/>
                </a:lnTo>
                <a:lnTo>
                  <a:pt x="3086100" y="1714500"/>
                </a:lnTo>
                <a:close/>
                <a:moveTo>
                  <a:pt x="3248025" y="1733550"/>
                </a:moveTo>
                <a:lnTo>
                  <a:pt x="3257550" y="1733550"/>
                </a:lnTo>
                <a:lnTo>
                  <a:pt x="3257550" y="1743075"/>
                </a:lnTo>
                <a:lnTo>
                  <a:pt x="3248025" y="1743075"/>
                </a:lnTo>
                <a:close/>
                <a:moveTo>
                  <a:pt x="3362325" y="1733550"/>
                </a:moveTo>
                <a:lnTo>
                  <a:pt x="3381375" y="1733550"/>
                </a:lnTo>
                <a:lnTo>
                  <a:pt x="3381375" y="1743075"/>
                </a:lnTo>
                <a:lnTo>
                  <a:pt x="3390900" y="1743075"/>
                </a:lnTo>
                <a:lnTo>
                  <a:pt x="3390900" y="1828800"/>
                </a:lnTo>
                <a:lnTo>
                  <a:pt x="3381375" y="1828800"/>
                </a:lnTo>
                <a:lnTo>
                  <a:pt x="3381375" y="1819275"/>
                </a:lnTo>
                <a:lnTo>
                  <a:pt x="3371850" y="1819275"/>
                </a:lnTo>
                <a:lnTo>
                  <a:pt x="3371850" y="1809750"/>
                </a:lnTo>
                <a:lnTo>
                  <a:pt x="3362325" y="1809750"/>
                </a:lnTo>
                <a:lnTo>
                  <a:pt x="3362325" y="1790700"/>
                </a:lnTo>
                <a:lnTo>
                  <a:pt x="3352800" y="1790700"/>
                </a:lnTo>
                <a:lnTo>
                  <a:pt x="3352800" y="1781175"/>
                </a:lnTo>
                <a:lnTo>
                  <a:pt x="3362325" y="1781175"/>
                </a:lnTo>
                <a:lnTo>
                  <a:pt x="3362325" y="1790700"/>
                </a:lnTo>
                <a:lnTo>
                  <a:pt x="3371850" y="1790700"/>
                </a:lnTo>
                <a:lnTo>
                  <a:pt x="3371850" y="1781175"/>
                </a:lnTo>
                <a:lnTo>
                  <a:pt x="3381375" y="1781175"/>
                </a:lnTo>
                <a:lnTo>
                  <a:pt x="3381375" y="1771650"/>
                </a:lnTo>
                <a:lnTo>
                  <a:pt x="3371850" y="1771650"/>
                </a:lnTo>
                <a:lnTo>
                  <a:pt x="3371850" y="1762125"/>
                </a:lnTo>
                <a:lnTo>
                  <a:pt x="3362325" y="1762125"/>
                </a:lnTo>
                <a:close/>
                <a:moveTo>
                  <a:pt x="3219450" y="1752600"/>
                </a:moveTo>
                <a:lnTo>
                  <a:pt x="3228975" y="1752600"/>
                </a:lnTo>
                <a:lnTo>
                  <a:pt x="3228975" y="1762125"/>
                </a:lnTo>
                <a:lnTo>
                  <a:pt x="3248025" y="1762125"/>
                </a:lnTo>
                <a:lnTo>
                  <a:pt x="3248025" y="1752600"/>
                </a:lnTo>
                <a:lnTo>
                  <a:pt x="3267075" y="1752600"/>
                </a:lnTo>
                <a:lnTo>
                  <a:pt x="3267075" y="1762125"/>
                </a:lnTo>
                <a:lnTo>
                  <a:pt x="3305175" y="1762125"/>
                </a:lnTo>
                <a:lnTo>
                  <a:pt x="3305175" y="1790700"/>
                </a:lnTo>
                <a:lnTo>
                  <a:pt x="3314700" y="1790700"/>
                </a:lnTo>
                <a:lnTo>
                  <a:pt x="3314700" y="1800225"/>
                </a:lnTo>
                <a:lnTo>
                  <a:pt x="3295650" y="1800225"/>
                </a:lnTo>
                <a:lnTo>
                  <a:pt x="3295650" y="1809750"/>
                </a:lnTo>
                <a:lnTo>
                  <a:pt x="3267075" y="1809750"/>
                </a:lnTo>
                <a:lnTo>
                  <a:pt x="3267075" y="1800225"/>
                </a:lnTo>
                <a:lnTo>
                  <a:pt x="3257550" y="1800225"/>
                </a:lnTo>
                <a:lnTo>
                  <a:pt x="3257550" y="1809750"/>
                </a:lnTo>
                <a:lnTo>
                  <a:pt x="3248025" y="1809750"/>
                </a:lnTo>
                <a:lnTo>
                  <a:pt x="3248025" y="1800225"/>
                </a:lnTo>
                <a:lnTo>
                  <a:pt x="3190875" y="1800225"/>
                </a:lnTo>
                <a:lnTo>
                  <a:pt x="3190875" y="1781175"/>
                </a:lnTo>
                <a:lnTo>
                  <a:pt x="3200400" y="1781175"/>
                </a:lnTo>
                <a:lnTo>
                  <a:pt x="3200400" y="1771650"/>
                </a:lnTo>
                <a:lnTo>
                  <a:pt x="3219450" y="1771650"/>
                </a:lnTo>
                <a:close/>
                <a:moveTo>
                  <a:pt x="2276475" y="1762125"/>
                </a:moveTo>
                <a:lnTo>
                  <a:pt x="2295525" y="1762125"/>
                </a:lnTo>
                <a:lnTo>
                  <a:pt x="2295525" y="1771650"/>
                </a:lnTo>
                <a:lnTo>
                  <a:pt x="2276475" y="1771650"/>
                </a:lnTo>
                <a:close/>
                <a:moveTo>
                  <a:pt x="2905125" y="1762125"/>
                </a:moveTo>
                <a:lnTo>
                  <a:pt x="2914650" y="1762125"/>
                </a:lnTo>
                <a:lnTo>
                  <a:pt x="2914650" y="1752600"/>
                </a:lnTo>
                <a:lnTo>
                  <a:pt x="2905125" y="1752600"/>
                </a:lnTo>
                <a:close/>
                <a:moveTo>
                  <a:pt x="2962275" y="1771650"/>
                </a:moveTo>
                <a:lnTo>
                  <a:pt x="2971800" y="1771650"/>
                </a:lnTo>
                <a:lnTo>
                  <a:pt x="2971800" y="1752600"/>
                </a:lnTo>
                <a:lnTo>
                  <a:pt x="2962275" y="1752600"/>
                </a:lnTo>
                <a:close/>
                <a:moveTo>
                  <a:pt x="3276600" y="1781175"/>
                </a:moveTo>
                <a:lnTo>
                  <a:pt x="3286125" y="1781175"/>
                </a:lnTo>
                <a:lnTo>
                  <a:pt x="3286125" y="1771650"/>
                </a:lnTo>
                <a:lnTo>
                  <a:pt x="3276600" y="1771650"/>
                </a:lnTo>
                <a:close/>
                <a:moveTo>
                  <a:pt x="2257425" y="1790700"/>
                </a:moveTo>
                <a:lnTo>
                  <a:pt x="2266950" y="1790700"/>
                </a:lnTo>
                <a:lnTo>
                  <a:pt x="2266950" y="1819275"/>
                </a:lnTo>
                <a:lnTo>
                  <a:pt x="2257425" y="1819275"/>
                </a:lnTo>
                <a:close/>
                <a:moveTo>
                  <a:pt x="2867025" y="1790700"/>
                </a:moveTo>
                <a:lnTo>
                  <a:pt x="2886075" y="1790700"/>
                </a:lnTo>
                <a:lnTo>
                  <a:pt x="2886075" y="1781175"/>
                </a:lnTo>
                <a:lnTo>
                  <a:pt x="2867025" y="1781175"/>
                </a:lnTo>
                <a:close/>
                <a:moveTo>
                  <a:pt x="2324100" y="1800225"/>
                </a:moveTo>
                <a:lnTo>
                  <a:pt x="2333625" y="1800225"/>
                </a:lnTo>
                <a:lnTo>
                  <a:pt x="2333625" y="1809750"/>
                </a:lnTo>
                <a:lnTo>
                  <a:pt x="2324100" y="1809750"/>
                </a:lnTo>
                <a:close/>
                <a:moveTo>
                  <a:pt x="2962275" y="1800225"/>
                </a:moveTo>
                <a:lnTo>
                  <a:pt x="2943225" y="1800225"/>
                </a:lnTo>
                <a:lnTo>
                  <a:pt x="2943225" y="1809750"/>
                </a:lnTo>
                <a:lnTo>
                  <a:pt x="2933700" y="1809750"/>
                </a:lnTo>
                <a:lnTo>
                  <a:pt x="2933700" y="1819275"/>
                </a:lnTo>
                <a:lnTo>
                  <a:pt x="2943225" y="1819275"/>
                </a:lnTo>
                <a:lnTo>
                  <a:pt x="2943225" y="1828800"/>
                </a:lnTo>
                <a:lnTo>
                  <a:pt x="2981325" y="1828800"/>
                </a:lnTo>
                <a:lnTo>
                  <a:pt x="2981325" y="1809750"/>
                </a:lnTo>
                <a:lnTo>
                  <a:pt x="2962275" y="1809750"/>
                </a:lnTo>
                <a:close/>
                <a:moveTo>
                  <a:pt x="2962275" y="1800225"/>
                </a:moveTo>
                <a:lnTo>
                  <a:pt x="2981325" y="1800225"/>
                </a:lnTo>
                <a:lnTo>
                  <a:pt x="2981325" y="1781175"/>
                </a:lnTo>
                <a:lnTo>
                  <a:pt x="2971800" y="1781175"/>
                </a:lnTo>
                <a:lnTo>
                  <a:pt x="2971800" y="1790700"/>
                </a:lnTo>
                <a:lnTo>
                  <a:pt x="2962275" y="1790700"/>
                </a:lnTo>
                <a:close/>
                <a:moveTo>
                  <a:pt x="2333625" y="1809750"/>
                </a:moveTo>
                <a:lnTo>
                  <a:pt x="2343150" y="1809750"/>
                </a:lnTo>
                <a:lnTo>
                  <a:pt x="2343150" y="1819275"/>
                </a:lnTo>
                <a:lnTo>
                  <a:pt x="2333625" y="1819275"/>
                </a:lnTo>
                <a:close/>
                <a:moveTo>
                  <a:pt x="3295650" y="1809750"/>
                </a:moveTo>
                <a:lnTo>
                  <a:pt x="3314700" y="1809750"/>
                </a:lnTo>
                <a:lnTo>
                  <a:pt x="3314700" y="1819275"/>
                </a:lnTo>
                <a:lnTo>
                  <a:pt x="3295650" y="1819275"/>
                </a:lnTo>
                <a:close/>
                <a:moveTo>
                  <a:pt x="2514600" y="1819275"/>
                </a:moveTo>
                <a:lnTo>
                  <a:pt x="2524125" y="1819275"/>
                </a:lnTo>
                <a:lnTo>
                  <a:pt x="2524125" y="1809750"/>
                </a:lnTo>
                <a:lnTo>
                  <a:pt x="2514600" y="1809750"/>
                </a:lnTo>
                <a:close/>
                <a:moveTo>
                  <a:pt x="2790825" y="1819275"/>
                </a:moveTo>
                <a:lnTo>
                  <a:pt x="2800350" y="1819275"/>
                </a:lnTo>
                <a:lnTo>
                  <a:pt x="2800350" y="1828800"/>
                </a:lnTo>
                <a:lnTo>
                  <a:pt x="2790825" y="1828800"/>
                </a:lnTo>
                <a:close/>
                <a:moveTo>
                  <a:pt x="3314700" y="1819275"/>
                </a:moveTo>
                <a:lnTo>
                  <a:pt x="3333750" y="1819275"/>
                </a:lnTo>
                <a:lnTo>
                  <a:pt x="3333750" y="1828800"/>
                </a:lnTo>
                <a:lnTo>
                  <a:pt x="3314700" y="1828800"/>
                </a:lnTo>
                <a:close/>
                <a:moveTo>
                  <a:pt x="2266950" y="1838325"/>
                </a:moveTo>
                <a:lnTo>
                  <a:pt x="2286000" y="1838325"/>
                </a:lnTo>
                <a:lnTo>
                  <a:pt x="2286000" y="1847850"/>
                </a:lnTo>
                <a:lnTo>
                  <a:pt x="2305050" y="1847850"/>
                </a:lnTo>
                <a:lnTo>
                  <a:pt x="2305050" y="1866900"/>
                </a:lnTo>
                <a:lnTo>
                  <a:pt x="2286000" y="1866900"/>
                </a:lnTo>
                <a:lnTo>
                  <a:pt x="2286000" y="1876425"/>
                </a:lnTo>
                <a:lnTo>
                  <a:pt x="2276475" y="1876425"/>
                </a:lnTo>
                <a:lnTo>
                  <a:pt x="2276475" y="1857375"/>
                </a:lnTo>
                <a:lnTo>
                  <a:pt x="2266950" y="1857375"/>
                </a:lnTo>
                <a:close/>
                <a:moveTo>
                  <a:pt x="3381375" y="1866900"/>
                </a:moveTo>
                <a:lnTo>
                  <a:pt x="3390900" y="1866900"/>
                </a:lnTo>
                <a:lnTo>
                  <a:pt x="3390900" y="1885950"/>
                </a:lnTo>
                <a:lnTo>
                  <a:pt x="3381375" y="1885950"/>
                </a:lnTo>
                <a:close/>
                <a:moveTo>
                  <a:pt x="2266950" y="1876425"/>
                </a:moveTo>
                <a:lnTo>
                  <a:pt x="2276475" y="1876425"/>
                </a:lnTo>
                <a:lnTo>
                  <a:pt x="2276475" y="1885950"/>
                </a:lnTo>
                <a:lnTo>
                  <a:pt x="2266950" y="1885950"/>
                </a:lnTo>
                <a:close/>
                <a:moveTo>
                  <a:pt x="2647950" y="1876425"/>
                </a:moveTo>
                <a:lnTo>
                  <a:pt x="2667000" y="1876425"/>
                </a:lnTo>
                <a:lnTo>
                  <a:pt x="2667000" y="1866900"/>
                </a:lnTo>
                <a:lnTo>
                  <a:pt x="2647950" y="1866900"/>
                </a:lnTo>
                <a:close/>
                <a:moveTo>
                  <a:pt x="2247900" y="1885950"/>
                </a:moveTo>
                <a:lnTo>
                  <a:pt x="2266950" y="1885950"/>
                </a:lnTo>
                <a:lnTo>
                  <a:pt x="2266950" y="1895475"/>
                </a:lnTo>
                <a:lnTo>
                  <a:pt x="2247900" y="1895475"/>
                </a:lnTo>
                <a:close/>
                <a:moveTo>
                  <a:pt x="2971800" y="1885950"/>
                </a:moveTo>
                <a:lnTo>
                  <a:pt x="2981325" y="1885950"/>
                </a:lnTo>
                <a:lnTo>
                  <a:pt x="2981325" y="1895475"/>
                </a:lnTo>
                <a:lnTo>
                  <a:pt x="2990850" y="1895475"/>
                </a:lnTo>
                <a:lnTo>
                  <a:pt x="2990850" y="1905000"/>
                </a:lnTo>
                <a:lnTo>
                  <a:pt x="3000375" y="1905000"/>
                </a:lnTo>
                <a:lnTo>
                  <a:pt x="3000375" y="1914525"/>
                </a:lnTo>
                <a:lnTo>
                  <a:pt x="2990850" y="1914525"/>
                </a:lnTo>
                <a:lnTo>
                  <a:pt x="2990850" y="1924050"/>
                </a:lnTo>
                <a:lnTo>
                  <a:pt x="2971800" y="1924050"/>
                </a:lnTo>
                <a:lnTo>
                  <a:pt x="2971800" y="1914525"/>
                </a:lnTo>
                <a:lnTo>
                  <a:pt x="2962275" y="1914525"/>
                </a:lnTo>
                <a:lnTo>
                  <a:pt x="2962275" y="1905000"/>
                </a:lnTo>
                <a:lnTo>
                  <a:pt x="2971800" y="1905000"/>
                </a:lnTo>
                <a:close/>
                <a:moveTo>
                  <a:pt x="1971675" y="1895475"/>
                </a:moveTo>
                <a:lnTo>
                  <a:pt x="2000250" y="1895475"/>
                </a:lnTo>
                <a:lnTo>
                  <a:pt x="2000250" y="1905000"/>
                </a:lnTo>
                <a:lnTo>
                  <a:pt x="2057400" y="1905000"/>
                </a:lnTo>
                <a:lnTo>
                  <a:pt x="2057400" y="1914525"/>
                </a:lnTo>
                <a:lnTo>
                  <a:pt x="2085975" y="1914525"/>
                </a:lnTo>
                <a:lnTo>
                  <a:pt x="2085975" y="1924050"/>
                </a:lnTo>
                <a:lnTo>
                  <a:pt x="2124075" y="1924050"/>
                </a:lnTo>
                <a:lnTo>
                  <a:pt x="2124075" y="1914525"/>
                </a:lnTo>
                <a:lnTo>
                  <a:pt x="2143125" y="1914525"/>
                </a:lnTo>
                <a:lnTo>
                  <a:pt x="2143125" y="1924050"/>
                </a:lnTo>
                <a:lnTo>
                  <a:pt x="2181225" y="1924050"/>
                </a:lnTo>
                <a:lnTo>
                  <a:pt x="2181225" y="1943100"/>
                </a:lnTo>
                <a:lnTo>
                  <a:pt x="2162175" y="1943100"/>
                </a:lnTo>
                <a:lnTo>
                  <a:pt x="2162175" y="1952625"/>
                </a:lnTo>
                <a:lnTo>
                  <a:pt x="2124075" y="1952625"/>
                </a:lnTo>
                <a:lnTo>
                  <a:pt x="2124075" y="1933575"/>
                </a:lnTo>
                <a:lnTo>
                  <a:pt x="2105025" y="1933575"/>
                </a:lnTo>
                <a:lnTo>
                  <a:pt x="2105025" y="1943100"/>
                </a:lnTo>
                <a:lnTo>
                  <a:pt x="2038350" y="1943100"/>
                </a:lnTo>
                <a:lnTo>
                  <a:pt x="2038350" y="1933575"/>
                </a:lnTo>
                <a:lnTo>
                  <a:pt x="2057400" y="1933575"/>
                </a:lnTo>
                <a:lnTo>
                  <a:pt x="2057400" y="1924050"/>
                </a:lnTo>
                <a:lnTo>
                  <a:pt x="2047875" y="1924050"/>
                </a:lnTo>
                <a:lnTo>
                  <a:pt x="2047875" y="1914525"/>
                </a:lnTo>
                <a:lnTo>
                  <a:pt x="2028825" y="1914525"/>
                </a:lnTo>
                <a:lnTo>
                  <a:pt x="2028825" y="1924050"/>
                </a:lnTo>
                <a:lnTo>
                  <a:pt x="2019300" y="1924050"/>
                </a:lnTo>
                <a:lnTo>
                  <a:pt x="2019300" y="1933575"/>
                </a:lnTo>
                <a:lnTo>
                  <a:pt x="2000250" y="1933575"/>
                </a:lnTo>
                <a:lnTo>
                  <a:pt x="2000250" y="1943100"/>
                </a:lnTo>
                <a:lnTo>
                  <a:pt x="1981200" y="1943100"/>
                </a:lnTo>
                <a:lnTo>
                  <a:pt x="1981200" y="1933575"/>
                </a:lnTo>
                <a:lnTo>
                  <a:pt x="1990725" y="1933575"/>
                </a:lnTo>
                <a:lnTo>
                  <a:pt x="1990725" y="1924050"/>
                </a:lnTo>
                <a:lnTo>
                  <a:pt x="1981200" y="1924050"/>
                </a:lnTo>
                <a:lnTo>
                  <a:pt x="1981200" y="1905000"/>
                </a:lnTo>
                <a:lnTo>
                  <a:pt x="1971675" y="1905000"/>
                </a:lnTo>
                <a:close/>
                <a:moveTo>
                  <a:pt x="2333625" y="1895475"/>
                </a:moveTo>
                <a:lnTo>
                  <a:pt x="2343150" y="1895475"/>
                </a:lnTo>
                <a:lnTo>
                  <a:pt x="2343150" y="1905000"/>
                </a:lnTo>
                <a:lnTo>
                  <a:pt x="2352675" y="1905000"/>
                </a:lnTo>
                <a:lnTo>
                  <a:pt x="2352675" y="1924050"/>
                </a:lnTo>
                <a:lnTo>
                  <a:pt x="2362200" y="1924050"/>
                </a:lnTo>
                <a:lnTo>
                  <a:pt x="2362200" y="1943100"/>
                </a:lnTo>
                <a:lnTo>
                  <a:pt x="2305050" y="1943100"/>
                </a:lnTo>
                <a:lnTo>
                  <a:pt x="2305050" y="1962150"/>
                </a:lnTo>
                <a:lnTo>
                  <a:pt x="2295525" y="1962150"/>
                </a:lnTo>
                <a:lnTo>
                  <a:pt x="2295525" y="1952625"/>
                </a:lnTo>
                <a:lnTo>
                  <a:pt x="2266950" y="1952625"/>
                </a:lnTo>
                <a:lnTo>
                  <a:pt x="2266950" y="1933575"/>
                </a:lnTo>
                <a:lnTo>
                  <a:pt x="2295525" y="1933575"/>
                </a:lnTo>
                <a:lnTo>
                  <a:pt x="2295525" y="1924050"/>
                </a:lnTo>
                <a:lnTo>
                  <a:pt x="2314575" y="1924050"/>
                </a:lnTo>
                <a:lnTo>
                  <a:pt x="2314575" y="1914525"/>
                </a:lnTo>
                <a:lnTo>
                  <a:pt x="2324100" y="1914525"/>
                </a:lnTo>
                <a:lnTo>
                  <a:pt x="2324100" y="1905000"/>
                </a:lnTo>
                <a:lnTo>
                  <a:pt x="2333625" y="1905000"/>
                </a:lnTo>
                <a:close/>
                <a:moveTo>
                  <a:pt x="3371850" y="1895475"/>
                </a:moveTo>
                <a:lnTo>
                  <a:pt x="3381375" y="1895475"/>
                </a:lnTo>
                <a:lnTo>
                  <a:pt x="3381375" y="1905000"/>
                </a:lnTo>
                <a:lnTo>
                  <a:pt x="3371850" y="1905000"/>
                </a:lnTo>
                <a:close/>
                <a:moveTo>
                  <a:pt x="2409825" y="1914525"/>
                </a:moveTo>
                <a:lnTo>
                  <a:pt x="2419350" y="1914525"/>
                </a:lnTo>
                <a:lnTo>
                  <a:pt x="2419350" y="1905000"/>
                </a:lnTo>
                <a:lnTo>
                  <a:pt x="2409825" y="1905000"/>
                </a:lnTo>
                <a:close/>
                <a:moveTo>
                  <a:pt x="2600325" y="1914525"/>
                </a:moveTo>
                <a:lnTo>
                  <a:pt x="2609850" y="1914525"/>
                </a:lnTo>
                <a:lnTo>
                  <a:pt x="2609850" y="1895475"/>
                </a:lnTo>
                <a:lnTo>
                  <a:pt x="2600325" y="1895475"/>
                </a:lnTo>
                <a:close/>
                <a:moveTo>
                  <a:pt x="3000375" y="1914525"/>
                </a:moveTo>
                <a:lnTo>
                  <a:pt x="3009900" y="1914525"/>
                </a:lnTo>
                <a:lnTo>
                  <a:pt x="3009900" y="1924050"/>
                </a:lnTo>
                <a:lnTo>
                  <a:pt x="3000375" y="1924050"/>
                </a:lnTo>
                <a:close/>
                <a:moveTo>
                  <a:pt x="3343275" y="1914525"/>
                </a:moveTo>
                <a:lnTo>
                  <a:pt x="3352800" y="1914525"/>
                </a:lnTo>
                <a:lnTo>
                  <a:pt x="3352800" y="1924050"/>
                </a:lnTo>
                <a:lnTo>
                  <a:pt x="3343275" y="1924050"/>
                </a:lnTo>
                <a:close/>
                <a:moveTo>
                  <a:pt x="2200275" y="1924050"/>
                </a:moveTo>
                <a:lnTo>
                  <a:pt x="2209800" y="1924050"/>
                </a:lnTo>
                <a:lnTo>
                  <a:pt x="2209800" y="1933575"/>
                </a:lnTo>
                <a:lnTo>
                  <a:pt x="2200275" y="1933575"/>
                </a:lnTo>
                <a:close/>
                <a:moveTo>
                  <a:pt x="3009900" y="1924050"/>
                </a:moveTo>
                <a:lnTo>
                  <a:pt x="3019425" y="1924050"/>
                </a:lnTo>
                <a:lnTo>
                  <a:pt x="3019425" y="1933575"/>
                </a:lnTo>
                <a:lnTo>
                  <a:pt x="3009900" y="1933575"/>
                </a:lnTo>
                <a:close/>
                <a:moveTo>
                  <a:pt x="3333750" y="1924050"/>
                </a:moveTo>
                <a:lnTo>
                  <a:pt x="3343275" y="1924050"/>
                </a:lnTo>
                <a:lnTo>
                  <a:pt x="3343275" y="1943100"/>
                </a:lnTo>
                <a:lnTo>
                  <a:pt x="3333750" y="1943100"/>
                </a:lnTo>
                <a:close/>
                <a:moveTo>
                  <a:pt x="2228850" y="1933575"/>
                </a:moveTo>
                <a:lnTo>
                  <a:pt x="2257425" y="1933575"/>
                </a:lnTo>
                <a:lnTo>
                  <a:pt x="2257425" y="1952625"/>
                </a:lnTo>
                <a:lnTo>
                  <a:pt x="2228850" y="1952625"/>
                </a:lnTo>
                <a:close/>
                <a:moveTo>
                  <a:pt x="2381250" y="1933575"/>
                </a:moveTo>
                <a:lnTo>
                  <a:pt x="2390775" y="1933575"/>
                </a:lnTo>
                <a:lnTo>
                  <a:pt x="2390775" y="1943100"/>
                </a:lnTo>
                <a:lnTo>
                  <a:pt x="2381250" y="1943100"/>
                </a:lnTo>
                <a:close/>
                <a:moveTo>
                  <a:pt x="2495550" y="1933575"/>
                </a:moveTo>
                <a:lnTo>
                  <a:pt x="2505075" y="1933575"/>
                </a:lnTo>
                <a:lnTo>
                  <a:pt x="2505075" y="1924050"/>
                </a:lnTo>
                <a:lnTo>
                  <a:pt x="2495550" y="1924050"/>
                </a:lnTo>
                <a:close/>
                <a:moveTo>
                  <a:pt x="2705100" y="1933575"/>
                </a:moveTo>
                <a:lnTo>
                  <a:pt x="2714625" y="1933575"/>
                </a:lnTo>
                <a:lnTo>
                  <a:pt x="2714625" y="1924050"/>
                </a:lnTo>
                <a:lnTo>
                  <a:pt x="2705100" y="1924050"/>
                </a:lnTo>
                <a:close/>
                <a:moveTo>
                  <a:pt x="2876550" y="1933575"/>
                </a:moveTo>
                <a:lnTo>
                  <a:pt x="2886075" y="1933575"/>
                </a:lnTo>
                <a:lnTo>
                  <a:pt x="2886075" y="1943100"/>
                </a:lnTo>
                <a:lnTo>
                  <a:pt x="2895600" y="1943100"/>
                </a:lnTo>
                <a:lnTo>
                  <a:pt x="2895600" y="1952625"/>
                </a:lnTo>
                <a:lnTo>
                  <a:pt x="2876550" y="1952625"/>
                </a:lnTo>
                <a:close/>
                <a:moveTo>
                  <a:pt x="3038475" y="1933575"/>
                </a:moveTo>
                <a:lnTo>
                  <a:pt x="3048000" y="1933575"/>
                </a:lnTo>
                <a:lnTo>
                  <a:pt x="3048000" y="1943100"/>
                </a:lnTo>
                <a:lnTo>
                  <a:pt x="3038475" y="1943100"/>
                </a:lnTo>
                <a:close/>
                <a:moveTo>
                  <a:pt x="3400425" y="1933575"/>
                </a:moveTo>
                <a:lnTo>
                  <a:pt x="3419475" y="1933575"/>
                </a:lnTo>
                <a:lnTo>
                  <a:pt x="3419475" y="1943100"/>
                </a:lnTo>
                <a:lnTo>
                  <a:pt x="3429000" y="1943100"/>
                </a:lnTo>
                <a:lnTo>
                  <a:pt x="3429000" y="1952625"/>
                </a:lnTo>
                <a:lnTo>
                  <a:pt x="3400425" y="1952625"/>
                </a:lnTo>
                <a:close/>
                <a:moveTo>
                  <a:pt x="2362200" y="1943100"/>
                </a:moveTo>
                <a:lnTo>
                  <a:pt x="2381250" y="1943100"/>
                </a:lnTo>
                <a:lnTo>
                  <a:pt x="2381250" y="1952625"/>
                </a:lnTo>
                <a:lnTo>
                  <a:pt x="2371725" y="1952625"/>
                </a:lnTo>
                <a:lnTo>
                  <a:pt x="2371725" y="1962150"/>
                </a:lnTo>
                <a:lnTo>
                  <a:pt x="2352675" y="1962150"/>
                </a:lnTo>
                <a:lnTo>
                  <a:pt x="2352675" y="1952625"/>
                </a:lnTo>
                <a:lnTo>
                  <a:pt x="2362200" y="1952625"/>
                </a:lnTo>
                <a:close/>
                <a:moveTo>
                  <a:pt x="2724150" y="1943100"/>
                </a:moveTo>
                <a:lnTo>
                  <a:pt x="2733675" y="1943100"/>
                </a:lnTo>
                <a:lnTo>
                  <a:pt x="2733675" y="1924050"/>
                </a:lnTo>
                <a:lnTo>
                  <a:pt x="2724150" y="1924050"/>
                </a:lnTo>
                <a:close/>
                <a:moveTo>
                  <a:pt x="3381375" y="1943100"/>
                </a:moveTo>
                <a:lnTo>
                  <a:pt x="3390900" y="1943100"/>
                </a:lnTo>
                <a:lnTo>
                  <a:pt x="3390900" y="1962150"/>
                </a:lnTo>
                <a:lnTo>
                  <a:pt x="3381375" y="1962150"/>
                </a:lnTo>
                <a:close/>
                <a:moveTo>
                  <a:pt x="2819400" y="1952625"/>
                </a:moveTo>
                <a:lnTo>
                  <a:pt x="2828925" y="1952625"/>
                </a:lnTo>
                <a:lnTo>
                  <a:pt x="2828925" y="1962150"/>
                </a:lnTo>
                <a:lnTo>
                  <a:pt x="2847975" y="1962150"/>
                </a:lnTo>
                <a:lnTo>
                  <a:pt x="2847975" y="1971675"/>
                </a:lnTo>
                <a:lnTo>
                  <a:pt x="2857500" y="1971675"/>
                </a:lnTo>
                <a:lnTo>
                  <a:pt x="2857500" y="1981200"/>
                </a:lnTo>
                <a:lnTo>
                  <a:pt x="2838450" y="1981200"/>
                </a:lnTo>
                <a:lnTo>
                  <a:pt x="2838450" y="1971675"/>
                </a:lnTo>
                <a:lnTo>
                  <a:pt x="2819400" y="1971675"/>
                </a:lnTo>
                <a:close/>
                <a:moveTo>
                  <a:pt x="3143250" y="1952625"/>
                </a:moveTo>
                <a:lnTo>
                  <a:pt x="3152775" y="1952625"/>
                </a:lnTo>
                <a:lnTo>
                  <a:pt x="3152775" y="1962150"/>
                </a:lnTo>
                <a:lnTo>
                  <a:pt x="3143250" y="1962150"/>
                </a:lnTo>
                <a:close/>
                <a:moveTo>
                  <a:pt x="3305175" y="1952625"/>
                </a:moveTo>
                <a:lnTo>
                  <a:pt x="3314700" y="1952625"/>
                </a:lnTo>
                <a:lnTo>
                  <a:pt x="3314700" y="1962150"/>
                </a:lnTo>
                <a:lnTo>
                  <a:pt x="3305175" y="1962150"/>
                </a:lnTo>
                <a:close/>
                <a:moveTo>
                  <a:pt x="2371725" y="1962150"/>
                </a:moveTo>
                <a:lnTo>
                  <a:pt x="2381250" y="1962150"/>
                </a:lnTo>
                <a:lnTo>
                  <a:pt x="2381250" y="1971675"/>
                </a:lnTo>
                <a:lnTo>
                  <a:pt x="2371725" y="1971675"/>
                </a:lnTo>
                <a:close/>
                <a:moveTo>
                  <a:pt x="2581275" y="1962150"/>
                </a:moveTo>
                <a:lnTo>
                  <a:pt x="2590800" y="1962150"/>
                </a:lnTo>
                <a:lnTo>
                  <a:pt x="2590800" y="1952625"/>
                </a:lnTo>
                <a:lnTo>
                  <a:pt x="2581275" y="1952625"/>
                </a:lnTo>
                <a:close/>
                <a:moveTo>
                  <a:pt x="3267075" y="1962150"/>
                </a:moveTo>
                <a:lnTo>
                  <a:pt x="3276600" y="1962150"/>
                </a:lnTo>
                <a:lnTo>
                  <a:pt x="3276600" y="1971675"/>
                </a:lnTo>
                <a:lnTo>
                  <a:pt x="3267075" y="1971675"/>
                </a:lnTo>
                <a:close/>
                <a:moveTo>
                  <a:pt x="3371850" y="1962150"/>
                </a:moveTo>
                <a:lnTo>
                  <a:pt x="3381375" y="1962150"/>
                </a:lnTo>
                <a:lnTo>
                  <a:pt x="3381375" y="1981200"/>
                </a:lnTo>
                <a:lnTo>
                  <a:pt x="3371850" y="1981200"/>
                </a:lnTo>
                <a:close/>
                <a:moveTo>
                  <a:pt x="2695575" y="1971675"/>
                </a:moveTo>
                <a:lnTo>
                  <a:pt x="2705100" y="1971675"/>
                </a:lnTo>
                <a:lnTo>
                  <a:pt x="2705100" y="1981200"/>
                </a:lnTo>
                <a:lnTo>
                  <a:pt x="2733675" y="1981200"/>
                </a:lnTo>
                <a:lnTo>
                  <a:pt x="2733675" y="1990725"/>
                </a:lnTo>
                <a:lnTo>
                  <a:pt x="2762250" y="1990725"/>
                </a:lnTo>
                <a:lnTo>
                  <a:pt x="2762250" y="2000250"/>
                </a:lnTo>
                <a:lnTo>
                  <a:pt x="2743200" y="2000250"/>
                </a:lnTo>
                <a:lnTo>
                  <a:pt x="2743200" y="2009775"/>
                </a:lnTo>
                <a:lnTo>
                  <a:pt x="2705100" y="2009775"/>
                </a:lnTo>
                <a:lnTo>
                  <a:pt x="2705100" y="2000250"/>
                </a:lnTo>
                <a:lnTo>
                  <a:pt x="2695575" y="2000250"/>
                </a:lnTo>
                <a:close/>
                <a:moveTo>
                  <a:pt x="3095625" y="1971675"/>
                </a:moveTo>
                <a:lnTo>
                  <a:pt x="3152775" y="1971675"/>
                </a:lnTo>
                <a:lnTo>
                  <a:pt x="3152775" y="2000250"/>
                </a:lnTo>
                <a:lnTo>
                  <a:pt x="3095625" y="2000250"/>
                </a:lnTo>
                <a:lnTo>
                  <a:pt x="3095625" y="1990725"/>
                </a:lnTo>
                <a:lnTo>
                  <a:pt x="3086100" y="1990725"/>
                </a:lnTo>
                <a:lnTo>
                  <a:pt x="3086100" y="1981200"/>
                </a:lnTo>
                <a:lnTo>
                  <a:pt x="3095625" y="1981200"/>
                </a:lnTo>
                <a:close/>
                <a:moveTo>
                  <a:pt x="3362325" y="1981200"/>
                </a:moveTo>
                <a:lnTo>
                  <a:pt x="3371850" y="1981200"/>
                </a:lnTo>
                <a:lnTo>
                  <a:pt x="3371850" y="2009775"/>
                </a:lnTo>
                <a:lnTo>
                  <a:pt x="3362325" y="2009775"/>
                </a:lnTo>
                <a:lnTo>
                  <a:pt x="3362325" y="2028825"/>
                </a:lnTo>
                <a:lnTo>
                  <a:pt x="3352800" y="2028825"/>
                </a:lnTo>
                <a:lnTo>
                  <a:pt x="3352800" y="2009775"/>
                </a:lnTo>
                <a:lnTo>
                  <a:pt x="3343275" y="2009775"/>
                </a:lnTo>
                <a:lnTo>
                  <a:pt x="3343275" y="2000250"/>
                </a:lnTo>
                <a:lnTo>
                  <a:pt x="3352800" y="2000250"/>
                </a:lnTo>
                <a:lnTo>
                  <a:pt x="3352800" y="1990725"/>
                </a:lnTo>
                <a:lnTo>
                  <a:pt x="3362325" y="1990725"/>
                </a:lnTo>
                <a:close/>
                <a:moveTo>
                  <a:pt x="2771775" y="1990725"/>
                </a:moveTo>
                <a:lnTo>
                  <a:pt x="2781300" y="1990725"/>
                </a:lnTo>
                <a:lnTo>
                  <a:pt x="2781300" y="2000250"/>
                </a:lnTo>
                <a:lnTo>
                  <a:pt x="2771775" y="2000250"/>
                </a:lnTo>
                <a:close/>
                <a:moveTo>
                  <a:pt x="2790825" y="1990725"/>
                </a:moveTo>
                <a:lnTo>
                  <a:pt x="2800350" y="1990725"/>
                </a:lnTo>
                <a:lnTo>
                  <a:pt x="2800350" y="2000250"/>
                </a:lnTo>
                <a:lnTo>
                  <a:pt x="2819400" y="2000250"/>
                </a:lnTo>
                <a:lnTo>
                  <a:pt x="2819400" y="2019300"/>
                </a:lnTo>
                <a:lnTo>
                  <a:pt x="2790825" y="2019300"/>
                </a:lnTo>
                <a:lnTo>
                  <a:pt x="2790825" y="2009775"/>
                </a:lnTo>
                <a:lnTo>
                  <a:pt x="2781300" y="2009775"/>
                </a:lnTo>
                <a:lnTo>
                  <a:pt x="2781300" y="2000250"/>
                </a:lnTo>
                <a:lnTo>
                  <a:pt x="2790825" y="2000250"/>
                </a:lnTo>
                <a:close/>
                <a:moveTo>
                  <a:pt x="2838450" y="2000250"/>
                </a:moveTo>
                <a:lnTo>
                  <a:pt x="2847975" y="2000250"/>
                </a:lnTo>
                <a:lnTo>
                  <a:pt x="2847975" y="2009775"/>
                </a:lnTo>
                <a:lnTo>
                  <a:pt x="2838450" y="2009775"/>
                </a:lnTo>
                <a:close/>
                <a:moveTo>
                  <a:pt x="2867025" y="2009775"/>
                </a:moveTo>
                <a:lnTo>
                  <a:pt x="2924175" y="2009775"/>
                </a:lnTo>
                <a:lnTo>
                  <a:pt x="2924175" y="2028825"/>
                </a:lnTo>
                <a:lnTo>
                  <a:pt x="2867025" y="2028825"/>
                </a:lnTo>
                <a:close/>
                <a:moveTo>
                  <a:pt x="3028950" y="2028825"/>
                </a:moveTo>
                <a:lnTo>
                  <a:pt x="3057525" y="2028825"/>
                </a:lnTo>
                <a:lnTo>
                  <a:pt x="3057525" y="2047875"/>
                </a:lnTo>
                <a:lnTo>
                  <a:pt x="3028950" y="2047875"/>
                </a:lnTo>
                <a:close/>
                <a:moveTo>
                  <a:pt x="3114675" y="2038350"/>
                </a:moveTo>
                <a:lnTo>
                  <a:pt x="3133725" y="2038350"/>
                </a:lnTo>
                <a:lnTo>
                  <a:pt x="3133725" y="2057400"/>
                </a:lnTo>
                <a:lnTo>
                  <a:pt x="3114675" y="2057400"/>
                </a:lnTo>
                <a:close/>
                <a:moveTo>
                  <a:pt x="3190875" y="2047875"/>
                </a:moveTo>
                <a:lnTo>
                  <a:pt x="3219450" y="2047875"/>
                </a:lnTo>
                <a:lnTo>
                  <a:pt x="3219450" y="2066925"/>
                </a:lnTo>
                <a:lnTo>
                  <a:pt x="3190875" y="2066925"/>
                </a:lnTo>
                <a:close/>
                <a:moveTo>
                  <a:pt x="3352800" y="2047875"/>
                </a:moveTo>
                <a:lnTo>
                  <a:pt x="3362325" y="2047875"/>
                </a:lnTo>
                <a:lnTo>
                  <a:pt x="3362325" y="2057400"/>
                </a:lnTo>
                <a:lnTo>
                  <a:pt x="3352800" y="2057400"/>
                </a:lnTo>
                <a:close/>
                <a:moveTo>
                  <a:pt x="3276600" y="2057400"/>
                </a:moveTo>
                <a:lnTo>
                  <a:pt x="3286125" y="2057400"/>
                </a:lnTo>
                <a:lnTo>
                  <a:pt x="3286125" y="2076450"/>
                </a:lnTo>
                <a:lnTo>
                  <a:pt x="3276600" y="2076450"/>
                </a:lnTo>
                <a:close/>
                <a:moveTo>
                  <a:pt x="3343275" y="2057400"/>
                </a:moveTo>
                <a:lnTo>
                  <a:pt x="3352800" y="2057400"/>
                </a:lnTo>
                <a:lnTo>
                  <a:pt x="3352800" y="2066925"/>
                </a:lnTo>
                <a:lnTo>
                  <a:pt x="3343275" y="2066925"/>
                </a:lnTo>
                <a:close/>
                <a:moveTo>
                  <a:pt x="3324225" y="2066925"/>
                </a:moveTo>
                <a:lnTo>
                  <a:pt x="3343275" y="2066925"/>
                </a:lnTo>
                <a:lnTo>
                  <a:pt x="3343275" y="2095500"/>
                </a:lnTo>
                <a:lnTo>
                  <a:pt x="3333750" y="2095500"/>
                </a:lnTo>
                <a:lnTo>
                  <a:pt x="3333750" y="2085975"/>
                </a:lnTo>
                <a:lnTo>
                  <a:pt x="3324225" y="2085975"/>
                </a:lnTo>
                <a:close/>
                <a:moveTo>
                  <a:pt x="2438400" y="2076450"/>
                </a:moveTo>
                <a:lnTo>
                  <a:pt x="2447925" y="2076450"/>
                </a:lnTo>
                <a:lnTo>
                  <a:pt x="2447925" y="2085975"/>
                </a:lnTo>
                <a:lnTo>
                  <a:pt x="2438400" y="2085975"/>
                </a:lnTo>
                <a:close/>
                <a:moveTo>
                  <a:pt x="2476500" y="2085975"/>
                </a:moveTo>
                <a:lnTo>
                  <a:pt x="2486025" y="2085975"/>
                </a:lnTo>
                <a:lnTo>
                  <a:pt x="2486025" y="2095500"/>
                </a:lnTo>
                <a:lnTo>
                  <a:pt x="2476500" y="2095500"/>
                </a:lnTo>
                <a:close/>
                <a:moveTo>
                  <a:pt x="3343275" y="2095500"/>
                </a:moveTo>
                <a:lnTo>
                  <a:pt x="3352800" y="2095500"/>
                </a:lnTo>
                <a:lnTo>
                  <a:pt x="3352800" y="2105025"/>
                </a:lnTo>
                <a:lnTo>
                  <a:pt x="3343275" y="2105025"/>
                </a:lnTo>
                <a:close/>
                <a:moveTo>
                  <a:pt x="2438400" y="2114550"/>
                </a:moveTo>
                <a:lnTo>
                  <a:pt x="2447925" y="2114550"/>
                </a:lnTo>
                <a:lnTo>
                  <a:pt x="2447925" y="2124075"/>
                </a:lnTo>
                <a:lnTo>
                  <a:pt x="2438400" y="2124075"/>
                </a:lnTo>
                <a:close/>
                <a:moveTo>
                  <a:pt x="3352800" y="2124075"/>
                </a:moveTo>
                <a:lnTo>
                  <a:pt x="3362325" y="2124075"/>
                </a:lnTo>
                <a:lnTo>
                  <a:pt x="3362325" y="2152650"/>
                </a:lnTo>
                <a:lnTo>
                  <a:pt x="3352800" y="2152650"/>
                </a:lnTo>
                <a:close/>
                <a:moveTo>
                  <a:pt x="3352800" y="2219325"/>
                </a:moveTo>
                <a:lnTo>
                  <a:pt x="3362325" y="2219325"/>
                </a:lnTo>
                <a:lnTo>
                  <a:pt x="3362325" y="2228850"/>
                </a:lnTo>
                <a:lnTo>
                  <a:pt x="3381375" y="2228850"/>
                </a:lnTo>
                <a:lnTo>
                  <a:pt x="3381375" y="2238375"/>
                </a:lnTo>
                <a:lnTo>
                  <a:pt x="3390900" y="2238375"/>
                </a:lnTo>
                <a:lnTo>
                  <a:pt x="3390900" y="2295525"/>
                </a:lnTo>
                <a:lnTo>
                  <a:pt x="3371850" y="2295525"/>
                </a:lnTo>
                <a:lnTo>
                  <a:pt x="3371850" y="2286000"/>
                </a:lnTo>
                <a:lnTo>
                  <a:pt x="3362325" y="2286000"/>
                </a:lnTo>
                <a:lnTo>
                  <a:pt x="3362325" y="2314575"/>
                </a:lnTo>
                <a:lnTo>
                  <a:pt x="3371850" y="2314575"/>
                </a:lnTo>
                <a:lnTo>
                  <a:pt x="3371850" y="2305050"/>
                </a:lnTo>
                <a:lnTo>
                  <a:pt x="3381375" y="2305050"/>
                </a:lnTo>
                <a:lnTo>
                  <a:pt x="3381375" y="2314575"/>
                </a:lnTo>
                <a:lnTo>
                  <a:pt x="3371850" y="2314575"/>
                </a:lnTo>
                <a:lnTo>
                  <a:pt x="3371850" y="2324100"/>
                </a:lnTo>
                <a:lnTo>
                  <a:pt x="3343275" y="2324100"/>
                </a:lnTo>
                <a:lnTo>
                  <a:pt x="3343275" y="2333625"/>
                </a:lnTo>
                <a:lnTo>
                  <a:pt x="3333750" y="2333625"/>
                </a:lnTo>
                <a:lnTo>
                  <a:pt x="3333750" y="2314575"/>
                </a:lnTo>
                <a:lnTo>
                  <a:pt x="3343275" y="2314575"/>
                </a:lnTo>
                <a:lnTo>
                  <a:pt x="3343275" y="2276475"/>
                </a:lnTo>
                <a:lnTo>
                  <a:pt x="3352800" y="2276475"/>
                </a:lnTo>
                <a:close/>
                <a:moveTo>
                  <a:pt x="2438400" y="2228850"/>
                </a:moveTo>
                <a:lnTo>
                  <a:pt x="2466975" y="2228850"/>
                </a:lnTo>
                <a:lnTo>
                  <a:pt x="2466975" y="2247900"/>
                </a:lnTo>
                <a:lnTo>
                  <a:pt x="2438400" y="2247900"/>
                </a:lnTo>
                <a:close/>
                <a:moveTo>
                  <a:pt x="2066925" y="2266950"/>
                </a:moveTo>
                <a:lnTo>
                  <a:pt x="2105025" y="2266950"/>
                </a:lnTo>
                <a:lnTo>
                  <a:pt x="2105025" y="2276475"/>
                </a:lnTo>
                <a:lnTo>
                  <a:pt x="2095500" y="2276475"/>
                </a:lnTo>
                <a:lnTo>
                  <a:pt x="2095500" y="2286000"/>
                </a:lnTo>
                <a:lnTo>
                  <a:pt x="2105025" y="2286000"/>
                </a:lnTo>
                <a:lnTo>
                  <a:pt x="2105025" y="2295525"/>
                </a:lnTo>
                <a:lnTo>
                  <a:pt x="2038350" y="2295525"/>
                </a:lnTo>
                <a:lnTo>
                  <a:pt x="2038350" y="2286000"/>
                </a:lnTo>
                <a:lnTo>
                  <a:pt x="2066925" y="2286000"/>
                </a:lnTo>
                <a:close/>
                <a:moveTo>
                  <a:pt x="2000250" y="2276475"/>
                </a:moveTo>
                <a:lnTo>
                  <a:pt x="2019300" y="2276475"/>
                </a:lnTo>
                <a:lnTo>
                  <a:pt x="2019300" y="2286000"/>
                </a:lnTo>
                <a:lnTo>
                  <a:pt x="2000250" y="2286000"/>
                </a:lnTo>
                <a:close/>
                <a:moveTo>
                  <a:pt x="2209800" y="2286000"/>
                </a:moveTo>
                <a:lnTo>
                  <a:pt x="2228850" y="2286000"/>
                </a:lnTo>
                <a:lnTo>
                  <a:pt x="2228850" y="2305050"/>
                </a:lnTo>
                <a:lnTo>
                  <a:pt x="2209800" y="2305050"/>
                </a:lnTo>
                <a:close/>
                <a:moveTo>
                  <a:pt x="2124075" y="2295525"/>
                </a:moveTo>
                <a:lnTo>
                  <a:pt x="2133600" y="2295525"/>
                </a:lnTo>
                <a:lnTo>
                  <a:pt x="2133600" y="2305050"/>
                </a:lnTo>
                <a:lnTo>
                  <a:pt x="2124075" y="2305050"/>
                </a:lnTo>
                <a:close/>
                <a:moveTo>
                  <a:pt x="2266950" y="2295525"/>
                </a:moveTo>
                <a:lnTo>
                  <a:pt x="2286000" y="2295525"/>
                </a:lnTo>
                <a:lnTo>
                  <a:pt x="2286000" y="2314575"/>
                </a:lnTo>
                <a:lnTo>
                  <a:pt x="2266950" y="2314575"/>
                </a:lnTo>
                <a:close/>
                <a:moveTo>
                  <a:pt x="2295525" y="2295525"/>
                </a:moveTo>
                <a:lnTo>
                  <a:pt x="2314575" y="2295525"/>
                </a:lnTo>
                <a:lnTo>
                  <a:pt x="2314575" y="2314575"/>
                </a:lnTo>
                <a:lnTo>
                  <a:pt x="2295525" y="2314575"/>
                </a:lnTo>
                <a:close/>
                <a:moveTo>
                  <a:pt x="2333625" y="2305050"/>
                </a:moveTo>
                <a:lnTo>
                  <a:pt x="2381250" y="2305050"/>
                </a:lnTo>
                <a:lnTo>
                  <a:pt x="2381250" y="2324100"/>
                </a:lnTo>
                <a:lnTo>
                  <a:pt x="2333625" y="2324100"/>
                </a:lnTo>
                <a:close/>
                <a:moveTo>
                  <a:pt x="2409825" y="2314575"/>
                </a:moveTo>
                <a:lnTo>
                  <a:pt x="2438400" y="2314575"/>
                </a:lnTo>
                <a:lnTo>
                  <a:pt x="2438400" y="2324100"/>
                </a:lnTo>
                <a:lnTo>
                  <a:pt x="2447925" y="2324100"/>
                </a:lnTo>
                <a:lnTo>
                  <a:pt x="2447925" y="2333625"/>
                </a:lnTo>
                <a:lnTo>
                  <a:pt x="2409825" y="2333625"/>
                </a:lnTo>
                <a:close/>
                <a:moveTo>
                  <a:pt x="2495550" y="2324100"/>
                </a:moveTo>
                <a:lnTo>
                  <a:pt x="2524125" y="2324100"/>
                </a:lnTo>
                <a:lnTo>
                  <a:pt x="2524125" y="2343150"/>
                </a:lnTo>
                <a:lnTo>
                  <a:pt x="2495550" y="2343150"/>
                </a:lnTo>
                <a:close/>
                <a:moveTo>
                  <a:pt x="2552700" y="2333625"/>
                </a:moveTo>
                <a:lnTo>
                  <a:pt x="2590800" y="2333625"/>
                </a:lnTo>
                <a:lnTo>
                  <a:pt x="2590800" y="2352675"/>
                </a:lnTo>
                <a:lnTo>
                  <a:pt x="2552700" y="2352675"/>
                </a:lnTo>
                <a:close/>
                <a:moveTo>
                  <a:pt x="2638425" y="2343150"/>
                </a:moveTo>
                <a:lnTo>
                  <a:pt x="2647950" y="2343150"/>
                </a:lnTo>
                <a:lnTo>
                  <a:pt x="2647950" y="2362200"/>
                </a:lnTo>
                <a:lnTo>
                  <a:pt x="2638425" y="2362200"/>
                </a:lnTo>
                <a:close/>
                <a:moveTo>
                  <a:pt x="3352800" y="2343150"/>
                </a:moveTo>
                <a:lnTo>
                  <a:pt x="3371850" y="2343150"/>
                </a:lnTo>
                <a:lnTo>
                  <a:pt x="3371850" y="2362200"/>
                </a:lnTo>
                <a:lnTo>
                  <a:pt x="3352800" y="2362200"/>
                </a:lnTo>
                <a:close/>
                <a:moveTo>
                  <a:pt x="2781300" y="2362200"/>
                </a:moveTo>
                <a:lnTo>
                  <a:pt x="2800350" y="2362200"/>
                </a:lnTo>
                <a:lnTo>
                  <a:pt x="2800350" y="2381250"/>
                </a:lnTo>
                <a:lnTo>
                  <a:pt x="2781300" y="2381250"/>
                </a:lnTo>
                <a:close/>
                <a:moveTo>
                  <a:pt x="3324225" y="2371725"/>
                </a:moveTo>
                <a:lnTo>
                  <a:pt x="3362325" y="2371725"/>
                </a:lnTo>
                <a:lnTo>
                  <a:pt x="3362325" y="2381250"/>
                </a:lnTo>
                <a:lnTo>
                  <a:pt x="3371850" y="2381250"/>
                </a:lnTo>
                <a:lnTo>
                  <a:pt x="3371850" y="2371725"/>
                </a:lnTo>
                <a:lnTo>
                  <a:pt x="3381375" y="2371725"/>
                </a:lnTo>
                <a:lnTo>
                  <a:pt x="3381375" y="2409825"/>
                </a:lnTo>
                <a:lnTo>
                  <a:pt x="3371850" y="2409825"/>
                </a:lnTo>
                <a:lnTo>
                  <a:pt x="3371850" y="2419350"/>
                </a:lnTo>
                <a:lnTo>
                  <a:pt x="3324225" y="2419350"/>
                </a:lnTo>
                <a:lnTo>
                  <a:pt x="3324225" y="2428875"/>
                </a:lnTo>
                <a:lnTo>
                  <a:pt x="3305175" y="2428875"/>
                </a:lnTo>
                <a:lnTo>
                  <a:pt x="3305175" y="2438400"/>
                </a:lnTo>
                <a:lnTo>
                  <a:pt x="3295650" y="2438400"/>
                </a:lnTo>
                <a:lnTo>
                  <a:pt x="3295650" y="2447925"/>
                </a:lnTo>
                <a:lnTo>
                  <a:pt x="3286125" y="2447925"/>
                </a:lnTo>
                <a:lnTo>
                  <a:pt x="3286125" y="2428875"/>
                </a:lnTo>
                <a:lnTo>
                  <a:pt x="3295650" y="2428875"/>
                </a:lnTo>
                <a:lnTo>
                  <a:pt x="3295650" y="2419350"/>
                </a:lnTo>
                <a:lnTo>
                  <a:pt x="3305175" y="2419350"/>
                </a:lnTo>
                <a:lnTo>
                  <a:pt x="3305175" y="2409825"/>
                </a:lnTo>
                <a:lnTo>
                  <a:pt x="3314700" y="2409825"/>
                </a:lnTo>
                <a:lnTo>
                  <a:pt x="3314700" y="2400300"/>
                </a:lnTo>
                <a:lnTo>
                  <a:pt x="3324225" y="2400300"/>
                </a:lnTo>
                <a:close/>
                <a:moveTo>
                  <a:pt x="2219325" y="2419350"/>
                </a:moveTo>
                <a:lnTo>
                  <a:pt x="2238375" y="2419350"/>
                </a:lnTo>
                <a:lnTo>
                  <a:pt x="2238375" y="2428875"/>
                </a:lnTo>
                <a:lnTo>
                  <a:pt x="2219325" y="2428875"/>
                </a:lnTo>
                <a:close/>
                <a:moveTo>
                  <a:pt x="2324100" y="2466975"/>
                </a:moveTo>
                <a:lnTo>
                  <a:pt x="2333625" y="2466975"/>
                </a:lnTo>
                <a:lnTo>
                  <a:pt x="2333625" y="2486025"/>
                </a:lnTo>
                <a:lnTo>
                  <a:pt x="2314575" y="2486025"/>
                </a:lnTo>
                <a:lnTo>
                  <a:pt x="2314575" y="2476500"/>
                </a:lnTo>
                <a:lnTo>
                  <a:pt x="2324100" y="2476500"/>
                </a:lnTo>
                <a:close/>
                <a:moveTo>
                  <a:pt x="3305175" y="2466975"/>
                </a:moveTo>
                <a:lnTo>
                  <a:pt x="3314700" y="2466975"/>
                </a:lnTo>
                <a:lnTo>
                  <a:pt x="3314700" y="2476500"/>
                </a:lnTo>
                <a:lnTo>
                  <a:pt x="3305175" y="2476500"/>
                </a:lnTo>
                <a:close/>
                <a:moveTo>
                  <a:pt x="2352675" y="2476500"/>
                </a:moveTo>
                <a:lnTo>
                  <a:pt x="2390775" y="2476500"/>
                </a:lnTo>
                <a:lnTo>
                  <a:pt x="2390775" y="2486025"/>
                </a:lnTo>
                <a:lnTo>
                  <a:pt x="2371725" y="2486025"/>
                </a:lnTo>
                <a:lnTo>
                  <a:pt x="2371725" y="2495550"/>
                </a:lnTo>
                <a:lnTo>
                  <a:pt x="2362200" y="2495550"/>
                </a:lnTo>
                <a:lnTo>
                  <a:pt x="2362200" y="2486025"/>
                </a:lnTo>
                <a:lnTo>
                  <a:pt x="2352675" y="2486025"/>
                </a:lnTo>
                <a:close/>
                <a:moveTo>
                  <a:pt x="2400300" y="2486025"/>
                </a:moveTo>
                <a:lnTo>
                  <a:pt x="2419350" y="2486025"/>
                </a:lnTo>
                <a:lnTo>
                  <a:pt x="2419350" y="2495550"/>
                </a:lnTo>
                <a:lnTo>
                  <a:pt x="2428875" y="2495550"/>
                </a:lnTo>
                <a:lnTo>
                  <a:pt x="2428875" y="2505075"/>
                </a:lnTo>
                <a:lnTo>
                  <a:pt x="2400300" y="2505075"/>
                </a:lnTo>
                <a:close/>
                <a:moveTo>
                  <a:pt x="2305050" y="2495550"/>
                </a:moveTo>
                <a:lnTo>
                  <a:pt x="2333625" y="2495550"/>
                </a:lnTo>
                <a:lnTo>
                  <a:pt x="2333625" y="2505075"/>
                </a:lnTo>
                <a:lnTo>
                  <a:pt x="2343150" y="2505075"/>
                </a:lnTo>
                <a:lnTo>
                  <a:pt x="2343150" y="2514600"/>
                </a:lnTo>
                <a:lnTo>
                  <a:pt x="2324100" y="2514600"/>
                </a:lnTo>
                <a:lnTo>
                  <a:pt x="2324100" y="2505075"/>
                </a:lnTo>
                <a:lnTo>
                  <a:pt x="2305050" y="2505075"/>
                </a:lnTo>
                <a:close/>
                <a:moveTo>
                  <a:pt x="2505075" y="2495550"/>
                </a:moveTo>
                <a:lnTo>
                  <a:pt x="2514600" y="2495550"/>
                </a:lnTo>
                <a:lnTo>
                  <a:pt x="2514600" y="2505075"/>
                </a:lnTo>
                <a:lnTo>
                  <a:pt x="2505075" y="2505075"/>
                </a:lnTo>
                <a:close/>
                <a:moveTo>
                  <a:pt x="2524125" y="2495550"/>
                </a:moveTo>
                <a:lnTo>
                  <a:pt x="2543175" y="2495550"/>
                </a:lnTo>
                <a:lnTo>
                  <a:pt x="2543175" y="2505075"/>
                </a:lnTo>
                <a:lnTo>
                  <a:pt x="2524125" y="2505075"/>
                </a:lnTo>
                <a:close/>
                <a:moveTo>
                  <a:pt x="2438400" y="2505075"/>
                </a:moveTo>
                <a:lnTo>
                  <a:pt x="2447925" y="2505075"/>
                </a:lnTo>
                <a:lnTo>
                  <a:pt x="2447925" y="2533650"/>
                </a:lnTo>
                <a:lnTo>
                  <a:pt x="2457450" y="2533650"/>
                </a:lnTo>
                <a:lnTo>
                  <a:pt x="2457450" y="2543175"/>
                </a:lnTo>
                <a:lnTo>
                  <a:pt x="2438400" y="2543175"/>
                </a:lnTo>
                <a:close/>
                <a:moveTo>
                  <a:pt x="2495550" y="2505075"/>
                </a:moveTo>
                <a:lnTo>
                  <a:pt x="2505075" y="2505075"/>
                </a:lnTo>
                <a:lnTo>
                  <a:pt x="2505075" y="2514600"/>
                </a:lnTo>
                <a:lnTo>
                  <a:pt x="2495550" y="2514600"/>
                </a:lnTo>
                <a:close/>
                <a:moveTo>
                  <a:pt x="2543175" y="2505075"/>
                </a:moveTo>
                <a:lnTo>
                  <a:pt x="2552700" y="2505075"/>
                </a:lnTo>
                <a:lnTo>
                  <a:pt x="2552700" y="2514600"/>
                </a:lnTo>
                <a:lnTo>
                  <a:pt x="2543175" y="2514600"/>
                </a:lnTo>
                <a:close/>
                <a:moveTo>
                  <a:pt x="2581275" y="2505075"/>
                </a:moveTo>
                <a:lnTo>
                  <a:pt x="2590800" y="2505075"/>
                </a:lnTo>
                <a:lnTo>
                  <a:pt x="2590800" y="2514600"/>
                </a:lnTo>
                <a:lnTo>
                  <a:pt x="2600325" y="2514600"/>
                </a:lnTo>
                <a:lnTo>
                  <a:pt x="2600325" y="2524125"/>
                </a:lnTo>
                <a:lnTo>
                  <a:pt x="2581275" y="2524125"/>
                </a:lnTo>
                <a:close/>
                <a:moveTo>
                  <a:pt x="2314575" y="2514600"/>
                </a:moveTo>
                <a:lnTo>
                  <a:pt x="2324100" y="2514600"/>
                </a:lnTo>
                <a:lnTo>
                  <a:pt x="2324100" y="2524125"/>
                </a:lnTo>
                <a:lnTo>
                  <a:pt x="2314575" y="2524125"/>
                </a:lnTo>
                <a:close/>
                <a:moveTo>
                  <a:pt x="2352675" y="2514600"/>
                </a:moveTo>
                <a:lnTo>
                  <a:pt x="2362200" y="2514600"/>
                </a:lnTo>
                <a:lnTo>
                  <a:pt x="2362200" y="2524125"/>
                </a:lnTo>
                <a:lnTo>
                  <a:pt x="2371725" y="2524125"/>
                </a:lnTo>
                <a:lnTo>
                  <a:pt x="2371725" y="2533650"/>
                </a:lnTo>
                <a:lnTo>
                  <a:pt x="2352675" y="2533650"/>
                </a:lnTo>
                <a:close/>
                <a:moveTo>
                  <a:pt x="2457450" y="2514600"/>
                </a:moveTo>
                <a:lnTo>
                  <a:pt x="2495550" y="2514600"/>
                </a:lnTo>
                <a:lnTo>
                  <a:pt x="2495550" y="2524125"/>
                </a:lnTo>
                <a:lnTo>
                  <a:pt x="2457450" y="2524125"/>
                </a:lnTo>
                <a:close/>
                <a:moveTo>
                  <a:pt x="3305175" y="2514600"/>
                </a:moveTo>
                <a:lnTo>
                  <a:pt x="3314700" y="2514600"/>
                </a:lnTo>
                <a:lnTo>
                  <a:pt x="3314700" y="2543175"/>
                </a:lnTo>
                <a:lnTo>
                  <a:pt x="3305175" y="2543175"/>
                </a:lnTo>
                <a:close/>
                <a:moveTo>
                  <a:pt x="2219325" y="2524125"/>
                </a:moveTo>
                <a:lnTo>
                  <a:pt x="2228850" y="2524125"/>
                </a:lnTo>
                <a:lnTo>
                  <a:pt x="2228850" y="2533650"/>
                </a:lnTo>
                <a:lnTo>
                  <a:pt x="2219325" y="2533650"/>
                </a:lnTo>
                <a:close/>
                <a:moveTo>
                  <a:pt x="2409825" y="2524125"/>
                </a:moveTo>
                <a:lnTo>
                  <a:pt x="2419350" y="2524125"/>
                </a:lnTo>
                <a:lnTo>
                  <a:pt x="2419350" y="2543175"/>
                </a:lnTo>
                <a:lnTo>
                  <a:pt x="2409825" y="2543175"/>
                </a:lnTo>
                <a:close/>
                <a:moveTo>
                  <a:pt x="2657475" y="2524125"/>
                </a:moveTo>
                <a:lnTo>
                  <a:pt x="2676525" y="2524125"/>
                </a:lnTo>
                <a:lnTo>
                  <a:pt x="2676525" y="2533650"/>
                </a:lnTo>
                <a:lnTo>
                  <a:pt x="2657475" y="2533650"/>
                </a:lnTo>
                <a:close/>
                <a:moveTo>
                  <a:pt x="2476500" y="2533650"/>
                </a:moveTo>
                <a:lnTo>
                  <a:pt x="2486025" y="2533650"/>
                </a:lnTo>
                <a:lnTo>
                  <a:pt x="2486025" y="2543175"/>
                </a:lnTo>
                <a:lnTo>
                  <a:pt x="2476500" y="2543175"/>
                </a:lnTo>
                <a:close/>
                <a:moveTo>
                  <a:pt x="2181225" y="2552700"/>
                </a:moveTo>
                <a:lnTo>
                  <a:pt x="2190750" y="2552700"/>
                </a:lnTo>
                <a:lnTo>
                  <a:pt x="2190750" y="2562225"/>
                </a:lnTo>
                <a:lnTo>
                  <a:pt x="2181225" y="2562225"/>
                </a:lnTo>
                <a:close/>
                <a:moveTo>
                  <a:pt x="2171700" y="2562225"/>
                </a:moveTo>
                <a:lnTo>
                  <a:pt x="2181225" y="2562225"/>
                </a:lnTo>
                <a:lnTo>
                  <a:pt x="2181225" y="2581275"/>
                </a:lnTo>
                <a:lnTo>
                  <a:pt x="2171700" y="2581275"/>
                </a:lnTo>
                <a:close/>
                <a:moveTo>
                  <a:pt x="3305175" y="2581275"/>
                </a:moveTo>
                <a:lnTo>
                  <a:pt x="3314700" y="2581275"/>
                </a:lnTo>
                <a:lnTo>
                  <a:pt x="3314700" y="2609850"/>
                </a:lnTo>
                <a:lnTo>
                  <a:pt x="3305175" y="2609850"/>
                </a:lnTo>
                <a:close/>
                <a:moveTo>
                  <a:pt x="3324225" y="2600325"/>
                </a:moveTo>
                <a:lnTo>
                  <a:pt x="3343275" y="2600325"/>
                </a:lnTo>
                <a:lnTo>
                  <a:pt x="3343275" y="2619375"/>
                </a:lnTo>
                <a:lnTo>
                  <a:pt x="3333750" y="2619375"/>
                </a:lnTo>
                <a:lnTo>
                  <a:pt x="3333750" y="2609850"/>
                </a:lnTo>
                <a:lnTo>
                  <a:pt x="3324225" y="2609850"/>
                </a:lnTo>
                <a:close/>
                <a:moveTo>
                  <a:pt x="2019300" y="2619375"/>
                </a:moveTo>
                <a:lnTo>
                  <a:pt x="2028825" y="2619375"/>
                </a:lnTo>
                <a:lnTo>
                  <a:pt x="2028825" y="2638425"/>
                </a:lnTo>
                <a:lnTo>
                  <a:pt x="2019300" y="2638425"/>
                </a:lnTo>
                <a:close/>
                <a:moveTo>
                  <a:pt x="2105025" y="2619375"/>
                </a:moveTo>
                <a:lnTo>
                  <a:pt x="2133600" y="2619375"/>
                </a:lnTo>
                <a:lnTo>
                  <a:pt x="2133600" y="2638425"/>
                </a:lnTo>
                <a:lnTo>
                  <a:pt x="2143125" y="2638425"/>
                </a:lnTo>
                <a:lnTo>
                  <a:pt x="2143125" y="2667000"/>
                </a:lnTo>
                <a:lnTo>
                  <a:pt x="2114550" y="2667000"/>
                </a:lnTo>
                <a:lnTo>
                  <a:pt x="2114550" y="2657475"/>
                </a:lnTo>
                <a:lnTo>
                  <a:pt x="2085975" y="2657475"/>
                </a:lnTo>
                <a:lnTo>
                  <a:pt x="2085975" y="2638425"/>
                </a:lnTo>
                <a:lnTo>
                  <a:pt x="2114550" y="2638425"/>
                </a:lnTo>
                <a:lnTo>
                  <a:pt x="2114550" y="2628900"/>
                </a:lnTo>
                <a:lnTo>
                  <a:pt x="2105025" y="2628900"/>
                </a:lnTo>
                <a:close/>
                <a:moveTo>
                  <a:pt x="2171700" y="2647950"/>
                </a:moveTo>
                <a:lnTo>
                  <a:pt x="2190750" y="2647950"/>
                </a:lnTo>
                <a:lnTo>
                  <a:pt x="2190750" y="2667000"/>
                </a:lnTo>
                <a:lnTo>
                  <a:pt x="2219325" y="2667000"/>
                </a:lnTo>
                <a:lnTo>
                  <a:pt x="2219325" y="2676525"/>
                </a:lnTo>
                <a:lnTo>
                  <a:pt x="2181225" y="2676525"/>
                </a:lnTo>
                <a:lnTo>
                  <a:pt x="2181225" y="2667000"/>
                </a:lnTo>
                <a:lnTo>
                  <a:pt x="2171700" y="2667000"/>
                </a:lnTo>
                <a:close/>
                <a:moveTo>
                  <a:pt x="2200275" y="2647950"/>
                </a:moveTo>
                <a:lnTo>
                  <a:pt x="2209800" y="2647950"/>
                </a:lnTo>
                <a:lnTo>
                  <a:pt x="2209800" y="2657475"/>
                </a:lnTo>
                <a:lnTo>
                  <a:pt x="2200275" y="2657475"/>
                </a:lnTo>
                <a:close/>
                <a:moveTo>
                  <a:pt x="2238375" y="2647950"/>
                </a:moveTo>
                <a:lnTo>
                  <a:pt x="2257425" y="2647950"/>
                </a:lnTo>
                <a:lnTo>
                  <a:pt x="2257425" y="2657475"/>
                </a:lnTo>
                <a:lnTo>
                  <a:pt x="2324100" y="2657475"/>
                </a:lnTo>
                <a:lnTo>
                  <a:pt x="2324100" y="2676525"/>
                </a:lnTo>
                <a:lnTo>
                  <a:pt x="2314575" y="2676525"/>
                </a:lnTo>
                <a:lnTo>
                  <a:pt x="2314575" y="2686050"/>
                </a:lnTo>
                <a:lnTo>
                  <a:pt x="2305050" y="2686050"/>
                </a:lnTo>
                <a:lnTo>
                  <a:pt x="2305050" y="2705100"/>
                </a:lnTo>
                <a:lnTo>
                  <a:pt x="2343150" y="2705100"/>
                </a:lnTo>
                <a:lnTo>
                  <a:pt x="2343150" y="2686050"/>
                </a:lnTo>
                <a:lnTo>
                  <a:pt x="2333625" y="2686050"/>
                </a:lnTo>
                <a:lnTo>
                  <a:pt x="2333625" y="2676525"/>
                </a:lnTo>
                <a:lnTo>
                  <a:pt x="2343150" y="2676525"/>
                </a:lnTo>
                <a:lnTo>
                  <a:pt x="2343150" y="2667000"/>
                </a:lnTo>
                <a:lnTo>
                  <a:pt x="2390775" y="2667000"/>
                </a:lnTo>
                <a:lnTo>
                  <a:pt x="2390775" y="2676525"/>
                </a:lnTo>
                <a:lnTo>
                  <a:pt x="2400300" y="2676525"/>
                </a:lnTo>
                <a:lnTo>
                  <a:pt x="2400300" y="2686050"/>
                </a:lnTo>
                <a:lnTo>
                  <a:pt x="2419350" y="2686050"/>
                </a:lnTo>
                <a:lnTo>
                  <a:pt x="2419350" y="2695575"/>
                </a:lnTo>
                <a:lnTo>
                  <a:pt x="2400300" y="2695575"/>
                </a:lnTo>
                <a:lnTo>
                  <a:pt x="2400300" y="2705100"/>
                </a:lnTo>
                <a:lnTo>
                  <a:pt x="2419350" y="2705100"/>
                </a:lnTo>
                <a:lnTo>
                  <a:pt x="2419350" y="2714625"/>
                </a:lnTo>
                <a:lnTo>
                  <a:pt x="2428875" y="2714625"/>
                </a:lnTo>
                <a:lnTo>
                  <a:pt x="2428875" y="2676525"/>
                </a:lnTo>
                <a:lnTo>
                  <a:pt x="2438400" y="2676525"/>
                </a:lnTo>
                <a:lnTo>
                  <a:pt x="2438400" y="2695575"/>
                </a:lnTo>
                <a:lnTo>
                  <a:pt x="2447925" y="2695575"/>
                </a:lnTo>
                <a:lnTo>
                  <a:pt x="2447925" y="2676525"/>
                </a:lnTo>
                <a:lnTo>
                  <a:pt x="2457450" y="2676525"/>
                </a:lnTo>
                <a:lnTo>
                  <a:pt x="2457450" y="2695575"/>
                </a:lnTo>
                <a:lnTo>
                  <a:pt x="2486025" y="2695575"/>
                </a:lnTo>
                <a:lnTo>
                  <a:pt x="2486025" y="2705100"/>
                </a:lnTo>
                <a:lnTo>
                  <a:pt x="2476500" y="2705100"/>
                </a:lnTo>
                <a:lnTo>
                  <a:pt x="2476500" y="2714625"/>
                </a:lnTo>
                <a:lnTo>
                  <a:pt x="2495550" y="2714625"/>
                </a:lnTo>
                <a:lnTo>
                  <a:pt x="2495550" y="2705100"/>
                </a:lnTo>
                <a:lnTo>
                  <a:pt x="2533650" y="2705100"/>
                </a:lnTo>
                <a:lnTo>
                  <a:pt x="2533650" y="2695575"/>
                </a:lnTo>
                <a:lnTo>
                  <a:pt x="2590800" y="2695575"/>
                </a:lnTo>
                <a:lnTo>
                  <a:pt x="2590800" y="2714625"/>
                </a:lnTo>
                <a:lnTo>
                  <a:pt x="2543175" y="2714625"/>
                </a:lnTo>
                <a:lnTo>
                  <a:pt x="2543175" y="2733675"/>
                </a:lnTo>
                <a:lnTo>
                  <a:pt x="2552700" y="2733675"/>
                </a:lnTo>
                <a:lnTo>
                  <a:pt x="2552700" y="2743200"/>
                </a:lnTo>
                <a:lnTo>
                  <a:pt x="2543175" y="2743200"/>
                </a:lnTo>
                <a:lnTo>
                  <a:pt x="2543175" y="2752725"/>
                </a:lnTo>
                <a:lnTo>
                  <a:pt x="2514600" y="2752725"/>
                </a:lnTo>
                <a:lnTo>
                  <a:pt x="2514600" y="2771775"/>
                </a:lnTo>
                <a:lnTo>
                  <a:pt x="2524125" y="2771775"/>
                </a:lnTo>
                <a:lnTo>
                  <a:pt x="2524125" y="2762250"/>
                </a:lnTo>
                <a:lnTo>
                  <a:pt x="2533650" y="2762250"/>
                </a:lnTo>
                <a:lnTo>
                  <a:pt x="2533650" y="2771775"/>
                </a:lnTo>
                <a:lnTo>
                  <a:pt x="2524125" y="2771775"/>
                </a:lnTo>
                <a:lnTo>
                  <a:pt x="2524125" y="2781300"/>
                </a:lnTo>
                <a:lnTo>
                  <a:pt x="2505075" y="2781300"/>
                </a:lnTo>
                <a:lnTo>
                  <a:pt x="2505075" y="2800350"/>
                </a:lnTo>
                <a:lnTo>
                  <a:pt x="2514600" y="2800350"/>
                </a:lnTo>
                <a:lnTo>
                  <a:pt x="2514600" y="2790825"/>
                </a:lnTo>
                <a:lnTo>
                  <a:pt x="2524125" y="2790825"/>
                </a:lnTo>
                <a:lnTo>
                  <a:pt x="2524125" y="2781300"/>
                </a:lnTo>
                <a:lnTo>
                  <a:pt x="2552700" y="2781300"/>
                </a:lnTo>
                <a:lnTo>
                  <a:pt x="2552700" y="2800350"/>
                </a:lnTo>
                <a:lnTo>
                  <a:pt x="2514600" y="2800350"/>
                </a:lnTo>
                <a:lnTo>
                  <a:pt x="2514600" y="2819400"/>
                </a:lnTo>
                <a:lnTo>
                  <a:pt x="2524125" y="2819400"/>
                </a:lnTo>
                <a:lnTo>
                  <a:pt x="2524125" y="2828925"/>
                </a:lnTo>
                <a:lnTo>
                  <a:pt x="2533650" y="2828925"/>
                </a:lnTo>
                <a:lnTo>
                  <a:pt x="2533650" y="2838450"/>
                </a:lnTo>
                <a:lnTo>
                  <a:pt x="2514600" y="2838450"/>
                </a:lnTo>
                <a:lnTo>
                  <a:pt x="2514600" y="2847975"/>
                </a:lnTo>
                <a:lnTo>
                  <a:pt x="2505075" y="2847975"/>
                </a:lnTo>
                <a:lnTo>
                  <a:pt x="2505075" y="2867025"/>
                </a:lnTo>
                <a:lnTo>
                  <a:pt x="2495550" y="2867025"/>
                </a:lnTo>
                <a:lnTo>
                  <a:pt x="2495550" y="2809875"/>
                </a:lnTo>
                <a:lnTo>
                  <a:pt x="2486025" y="2809875"/>
                </a:lnTo>
                <a:lnTo>
                  <a:pt x="2486025" y="2790825"/>
                </a:lnTo>
                <a:lnTo>
                  <a:pt x="2476500" y="2790825"/>
                </a:lnTo>
                <a:lnTo>
                  <a:pt x="2476500" y="2800350"/>
                </a:lnTo>
                <a:lnTo>
                  <a:pt x="2457450" y="2800350"/>
                </a:lnTo>
                <a:lnTo>
                  <a:pt x="2457450" y="2781300"/>
                </a:lnTo>
                <a:lnTo>
                  <a:pt x="2438400" y="2781300"/>
                </a:lnTo>
                <a:lnTo>
                  <a:pt x="2438400" y="2790825"/>
                </a:lnTo>
                <a:lnTo>
                  <a:pt x="2400300" y="2790825"/>
                </a:lnTo>
                <a:lnTo>
                  <a:pt x="2400300" y="2781300"/>
                </a:lnTo>
                <a:lnTo>
                  <a:pt x="2371725" y="2781300"/>
                </a:lnTo>
                <a:lnTo>
                  <a:pt x="2371725" y="2771775"/>
                </a:lnTo>
                <a:lnTo>
                  <a:pt x="2352675" y="2771775"/>
                </a:lnTo>
                <a:lnTo>
                  <a:pt x="2352675" y="2781300"/>
                </a:lnTo>
                <a:lnTo>
                  <a:pt x="2324100" y="2781300"/>
                </a:lnTo>
                <a:lnTo>
                  <a:pt x="2324100" y="2771775"/>
                </a:lnTo>
                <a:lnTo>
                  <a:pt x="2314575" y="2771775"/>
                </a:lnTo>
                <a:lnTo>
                  <a:pt x="2314575" y="2762250"/>
                </a:lnTo>
                <a:lnTo>
                  <a:pt x="2276475" y="2762250"/>
                </a:lnTo>
                <a:lnTo>
                  <a:pt x="2276475" y="2771775"/>
                </a:lnTo>
                <a:lnTo>
                  <a:pt x="2257425" y="2771775"/>
                </a:lnTo>
                <a:lnTo>
                  <a:pt x="2257425" y="2762250"/>
                </a:lnTo>
                <a:lnTo>
                  <a:pt x="2238375" y="2762250"/>
                </a:lnTo>
                <a:lnTo>
                  <a:pt x="2238375" y="2752725"/>
                </a:lnTo>
                <a:lnTo>
                  <a:pt x="2228850" y="2752725"/>
                </a:lnTo>
                <a:lnTo>
                  <a:pt x="2228850" y="2743200"/>
                </a:lnTo>
                <a:lnTo>
                  <a:pt x="2257425" y="2743200"/>
                </a:lnTo>
                <a:lnTo>
                  <a:pt x="2257425" y="2752725"/>
                </a:lnTo>
                <a:lnTo>
                  <a:pt x="2286000" y="2752725"/>
                </a:lnTo>
                <a:lnTo>
                  <a:pt x="2286000" y="2724150"/>
                </a:lnTo>
                <a:lnTo>
                  <a:pt x="2295525" y="2724150"/>
                </a:lnTo>
                <a:lnTo>
                  <a:pt x="2295525" y="2705100"/>
                </a:lnTo>
                <a:lnTo>
                  <a:pt x="2276475" y="2705100"/>
                </a:lnTo>
                <a:lnTo>
                  <a:pt x="2276475" y="2695575"/>
                </a:lnTo>
                <a:lnTo>
                  <a:pt x="2238375" y="2695575"/>
                </a:lnTo>
                <a:lnTo>
                  <a:pt x="2238375" y="2686050"/>
                </a:lnTo>
                <a:lnTo>
                  <a:pt x="2219325" y="2686050"/>
                </a:lnTo>
                <a:lnTo>
                  <a:pt x="2219325" y="2676525"/>
                </a:lnTo>
                <a:lnTo>
                  <a:pt x="2228850" y="2676525"/>
                </a:lnTo>
                <a:lnTo>
                  <a:pt x="2228850" y="2667000"/>
                </a:lnTo>
                <a:lnTo>
                  <a:pt x="2238375" y="2667000"/>
                </a:lnTo>
                <a:close/>
                <a:moveTo>
                  <a:pt x="3286125" y="2667000"/>
                </a:moveTo>
                <a:lnTo>
                  <a:pt x="3295650" y="2667000"/>
                </a:lnTo>
                <a:lnTo>
                  <a:pt x="3295650" y="2695575"/>
                </a:lnTo>
                <a:lnTo>
                  <a:pt x="3286125" y="2695575"/>
                </a:lnTo>
                <a:close/>
                <a:moveTo>
                  <a:pt x="2381250" y="2695575"/>
                </a:moveTo>
                <a:lnTo>
                  <a:pt x="2390775" y="2695575"/>
                </a:lnTo>
                <a:lnTo>
                  <a:pt x="2390775" y="2686050"/>
                </a:lnTo>
                <a:lnTo>
                  <a:pt x="2381250" y="2686050"/>
                </a:lnTo>
                <a:close/>
                <a:moveTo>
                  <a:pt x="2638425" y="2705100"/>
                </a:moveTo>
                <a:lnTo>
                  <a:pt x="2676525" y="2705100"/>
                </a:lnTo>
                <a:lnTo>
                  <a:pt x="2676525" y="2724150"/>
                </a:lnTo>
                <a:lnTo>
                  <a:pt x="2667000" y="2724150"/>
                </a:lnTo>
                <a:lnTo>
                  <a:pt x="2667000" y="2714625"/>
                </a:lnTo>
                <a:lnTo>
                  <a:pt x="2657475" y="2714625"/>
                </a:lnTo>
                <a:lnTo>
                  <a:pt x="2657475" y="2724150"/>
                </a:lnTo>
                <a:lnTo>
                  <a:pt x="2638425" y="2724150"/>
                </a:lnTo>
                <a:close/>
                <a:moveTo>
                  <a:pt x="3286125" y="2705100"/>
                </a:moveTo>
                <a:lnTo>
                  <a:pt x="3295650" y="2705100"/>
                </a:lnTo>
                <a:lnTo>
                  <a:pt x="3295650" y="2743200"/>
                </a:lnTo>
                <a:lnTo>
                  <a:pt x="3286125" y="2743200"/>
                </a:lnTo>
                <a:close/>
                <a:moveTo>
                  <a:pt x="2695575" y="2714625"/>
                </a:moveTo>
                <a:lnTo>
                  <a:pt x="2714625" y="2714625"/>
                </a:lnTo>
                <a:lnTo>
                  <a:pt x="2714625" y="2733675"/>
                </a:lnTo>
                <a:lnTo>
                  <a:pt x="2695575" y="2733675"/>
                </a:lnTo>
                <a:close/>
                <a:moveTo>
                  <a:pt x="2152650" y="2724150"/>
                </a:moveTo>
                <a:lnTo>
                  <a:pt x="2171700" y="2724150"/>
                </a:lnTo>
                <a:lnTo>
                  <a:pt x="2171700" y="2733675"/>
                </a:lnTo>
                <a:lnTo>
                  <a:pt x="2190750" y="2733675"/>
                </a:lnTo>
                <a:lnTo>
                  <a:pt x="2190750" y="2724150"/>
                </a:lnTo>
                <a:lnTo>
                  <a:pt x="2200275" y="2724150"/>
                </a:lnTo>
                <a:lnTo>
                  <a:pt x="2200275" y="2733675"/>
                </a:lnTo>
                <a:lnTo>
                  <a:pt x="2209800" y="2733675"/>
                </a:lnTo>
                <a:lnTo>
                  <a:pt x="2209800" y="2752725"/>
                </a:lnTo>
                <a:lnTo>
                  <a:pt x="2200275" y="2752725"/>
                </a:lnTo>
                <a:lnTo>
                  <a:pt x="2200275" y="2762250"/>
                </a:lnTo>
                <a:lnTo>
                  <a:pt x="2190750" y="2762250"/>
                </a:lnTo>
                <a:lnTo>
                  <a:pt x="2190750" y="2771775"/>
                </a:lnTo>
                <a:lnTo>
                  <a:pt x="2181225" y="2771775"/>
                </a:lnTo>
                <a:lnTo>
                  <a:pt x="2181225" y="2781300"/>
                </a:lnTo>
                <a:lnTo>
                  <a:pt x="2152650" y="2781300"/>
                </a:lnTo>
                <a:close/>
                <a:moveTo>
                  <a:pt x="2495550" y="2724150"/>
                </a:moveTo>
                <a:lnTo>
                  <a:pt x="2505075" y="2724150"/>
                </a:lnTo>
                <a:lnTo>
                  <a:pt x="2505075" y="2714625"/>
                </a:lnTo>
                <a:lnTo>
                  <a:pt x="2495550" y="2714625"/>
                </a:lnTo>
                <a:close/>
                <a:moveTo>
                  <a:pt x="2771775" y="2724150"/>
                </a:moveTo>
                <a:lnTo>
                  <a:pt x="2809875" y="2724150"/>
                </a:lnTo>
                <a:lnTo>
                  <a:pt x="2809875" y="2733675"/>
                </a:lnTo>
                <a:lnTo>
                  <a:pt x="2819400" y="2733675"/>
                </a:lnTo>
                <a:lnTo>
                  <a:pt x="2819400" y="2743200"/>
                </a:lnTo>
                <a:lnTo>
                  <a:pt x="2838450" y="2743200"/>
                </a:lnTo>
                <a:lnTo>
                  <a:pt x="2838450" y="2752725"/>
                </a:lnTo>
                <a:lnTo>
                  <a:pt x="2819400" y="2752725"/>
                </a:lnTo>
                <a:lnTo>
                  <a:pt x="2819400" y="2762250"/>
                </a:lnTo>
                <a:lnTo>
                  <a:pt x="2809875" y="2762250"/>
                </a:lnTo>
                <a:lnTo>
                  <a:pt x="2809875" y="2752725"/>
                </a:lnTo>
                <a:lnTo>
                  <a:pt x="2800350" y="2752725"/>
                </a:lnTo>
                <a:lnTo>
                  <a:pt x="2800350" y="2743200"/>
                </a:lnTo>
                <a:lnTo>
                  <a:pt x="2771775" y="2743200"/>
                </a:lnTo>
                <a:close/>
                <a:moveTo>
                  <a:pt x="2381250" y="2733675"/>
                </a:moveTo>
                <a:lnTo>
                  <a:pt x="2390775" y="2733675"/>
                </a:lnTo>
                <a:lnTo>
                  <a:pt x="2390775" y="2714625"/>
                </a:lnTo>
                <a:lnTo>
                  <a:pt x="2371725" y="2714625"/>
                </a:lnTo>
                <a:lnTo>
                  <a:pt x="2371725" y="2724150"/>
                </a:lnTo>
                <a:lnTo>
                  <a:pt x="2362200" y="2724150"/>
                </a:lnTo>
                <a:lnTo>
                  <a:pt x="2362200" y="2714625"/>
                </a:lnTo>
                <a:lnTo>
                  <a:pt x="2343150" y="2714625"/>
                </a:lnTo>
                <a:lnTo>
                  <a:pt x="2343150" y="2733675"/>
                </a:lnTo>
                <a:lnTo>
                  <a:pt x="2333625" y="2733675"/>
                </a:lnTo>
                <a:lnTo>
                  <a:pt x="2333625" y="2743200"/>
                </a:lnTo>
                <a:lnTo>
                  <a:pt x="2324100" y="2743200"/>
                </a:lnTo>
                <a:lnTo>
                  <a:pt x="2324100" y="2762250"/>
                </a:lnTo>
                <a:lnTo>
                  <a:pt x="2352675" y="2762250"/>
                </a:lnTo>
                <a:lnTo>
                  <a:pt x="2352675" y="2752725"/>
                </a:lnTo>
                <a:lnTo>
                  <a:pt x="2362200" y="2752725"/>
                </a:lnTo>
                <a:lnTo>
                  <a:pt x="2362200" y="2743200"/>
                </a:lnTo>
                <a:lnTo>
                  <a:pt x="2371725" y="2743200"/>
                </a:lnTo>
                <a:lnTo>
                  <a:pt x="2371725" y="2752725"/>
                </a:lnTo>
                <a:lnTo>
                  <a:pt x="2400300" y="2752725"/>
                </a:lnTo>
                <a:lnTo>
                  <a:pt x="2400300" y="2733675"/>
                </a:lnTo>
                <a:lnTo>
                  <a:pt x="2390775" y="2733675"/>
                </a:lnTo>
                <a:lnTo>
                  <a:pt x="2390775" y="2743200"/>
                </a:lnTo>
                <a:lnTo>
                  <a:pt x="2381250" y="2743200"/>
                </a:lnTo>
                <a:close/>
                <a:moveTo>
                  <a:pt x="2571750" y="2743200"/>
                </a:moveTo>
                <a:lnTo>
                  <a:pt x="2581275" y="2743200"/>
                </a:lnTo>
                <a:lnTo>
                  <a:pt x="2581275" y="2752725"/>
                </a:lnTo>
                <a:lnTo>
                  <a:pt x="2590800" y="2752725"/>
                </a:lnTo>
                <a:lnTo>
                  <a:pt x="2590800" y="2771775"/>
                </a:lnTo>
                <a:lnTo>
                  <a:pt x="2571750" y="2771775"/>
                </a:lnTo>
                <a:close/>
                <a:moveTo>
                  <a:pt x="2895600" y="2743200"/>
                </a:moveTo>
                <a:lnTo>
                  <a:pt x="2943225" y="2743200"/>
                </a:lnTo>
                <a:lnTo>
                  <a:pt x="2943225" y="2762250"/>
                </a:lnTo>
                <a:lnTo>
                  <a:pt x="2895600" y="2762250"/>
                </a:lnTo>
                <a:close/>
                <a:moveTo>
                  <a:pt x="3276600" y="2743200"/>
                </a:moveTo>
                <a:lnTo>
                  <a:pt x="3286125" y="2743200"/>
                </a:lnTo>
                <a:lnTo>
                  <a:pt x="3286125" y="2762250"/>
                </a:lnTo>
                <a:lnTo>
                  <a:pt x="3276600" y="2762250"/>
                </a:lnTo>
                <a:close/>
                <a:moveTo>
                  <a:pt x="2981325" y="2752725"/>
                </a:moveTo>
                <a:lnTo>
                  <a:pt x="3019425" y="2752725"/>
                </a:lnTo>
                <a:lnTo>
                  <a:pt x="3019425" y="2762250"/>
                </a:lnTo>
                <a:lnTo>
                  <a:pt x="3076575" y="2762250"/>
                </a:lnTo>
                <a:lnTo>
                  <a:pt x="3076575" y="2771775"/>
                </a:lnTo>
                <a:lnTo>
                  <a:pt x="3124200" y="2771775"/>
                </a:lnTo>
                <a:lnTo>
                  <a:pt x="3124200" y="2790825"/>
                </a:lnTo>
                <a:lnTo>
                  <a:pt x="3076575" y="2790825"/>
                </a:lnTo>
                <a:lnTo>
                  <a:pt x="3076575" y="2781300"/>
                </a:lnTo>
                <a:lnTo>
                  <a:pt x="3009900" y="2781300"/>
                </a:lnTo>
                <a:lnTo>
                  <a:pt x="3009900" y="2771775"/>
                </a:lnTo>
                <a:lnTo>
                  <a:pt x="2990850" y="2771775"/>
                </a:lnTo>
                <a:lnTo>
                  <a:pt x="2990850" y="2762250"/>
                </a:lnTo>
                <a:lnTo>
                  <a:pt x="2981325" y="2762250"/>
                </a:lnTo>
                <a:close/>
                <a:moveTo>
                  <a:pt x="2409825" y="2762250"/>
                </a:moveTo>
                <a:lnTo>
                  <a:pt x="2428875" y="2762250"/>
                </a:lnTo>
                <a:lnTo>
                  <a:pt x="2428875" y="2752725"/>
                </a:lnTo>
                <a:lnTo>
                  <a:pt x="2419350" y="2752725"/>
                </a:lnTo>
                <a:lnTo>
                  <a:pt x="2419350" y="2743200"/>
                </a:lnTo>
                <a:lnTo>
                  <a:pt x="2409825" y="2743200"/>
                </a:lnTo>
                <a:close/>
                <a:moveTo>
                  <a:pt x="2466975" y="2762250"/>
                </a:moveTo>
                <a:lnTo>
                  <a:pt x="2476500" y="2762250"/>
                </a:lnTo>
                <a:lnTo>
                  <a:pt x="2476500" y="2771775"/>
                </a:lnTo>
                <a:lnTo>
                  <a:pt x="2486025" y="2771775"/>
                </a:lnTo>
                <a:lnTo>
                  <a:pt x="2486025" y="2752725"/>
                </a:lnTo>
                <a:lnTo>
                  <a:pt x="2466975" y="2752725"/>
                </a:lnTo>
                <a:close/>
                <a:moveTo>
                  <a:pt x="2962275" y="2762250"/>
                </a:moveTo>
                <a:lnTo>
                  <a:pt x="2971800" y="2762250"/>
                </a:lnTo>
                <a:lnTo>
                  <a:pt x="2971800" y="2771775"/>
                </a:lnTo>
                <a:lnTo>
                  <a:pt x="2962275" y="2771775"/>
                </a:lnTo>
                <a:close/>
                <a:moveTo>
                  <a:pt x="3267075" y="2762250"/>
                </a:moveTo>
                <a:lnTo>
                  <a:pt x="3276600" y="2762250"/>
                </a:lnTo>
                <a:lnTo>
                  <a:pt x="3276600" y="2771775"/>
                </a:lnTo>
                <a:lnTo>
                  <a:pt x="3267075" y="2771775"/>
                </a:lnTo>
                <a:close/>
                <a:moveTo>
                  <a:pt x="2190750" y="2771775"/>
                </a:moveTo>
                <a:lnTo>
                  <a:pt x="2200275" y="2771775"/>
                </a:lnTo>
                <a:lnTo>
                  <a:pt x="2200275" y="2809875"/>
                </a:lnTo>
                <a:lnTo>
                  <a:pt x="2190750" y="2809875"/>
                </a:lnTo>
                <a:lnTo>
                  <a:pt x="2190750" y="2828925"/>
                </a:lnTo>
                <a:lnTo>
                  <a:pt x="2181225" y="2828925"/>
                </a:lnTo>
                <a:lnTo>
                  <a:pt x="2181225" y="2847975"/>
                </a:lnTo>
                <a:lnTo>
                  <a:pt x="2171700" y="2847975"/>
                </a:lnTo>
                <a:lnTo>
                  <a:pt x="2171700" y="2857500"/>
                </a:lnTo>
                <a:lnTo>
                  <a:pt x="2162175" y="2857500"/>
                </a:lnTo>
                <a:lnTo>
                  <a:pt x="2162175" y="2867025"/>
                </a:lnTo>
                <a:lnTo>
                  <a:pt x="2152650" y="2867025"/>
                </a:lnTo>
                <a:lnTo>
                  <a:pt x="2152650" y="2876550"/>
                </a:lnTo>
                <a:lnTo>
                  <a:pt x="2143125" y="2876550"/>
                </a:lnTo>
                <a:lnTo>
                  <a:pt x="2143125" y="2895600"/>
                </a:lnTo>
                <a:lnTo>
                  <a:pt x="2162175" y="2895600"/>
                </a:lnTo>
                <a:lnTo>
                  <a:pt x="2162175" y="2905125"/>
                </a:lnTo>
                <a:lnTo>
                  <a:pt x="2171700" y="2905125"/>
                </a:lnTo>
                <a:lnTo>
                  <a:pt x="2171700" y="2924175"/>
                </a:lnTo>
                <a:lnTo>
                  <a:pt x="2209800" y="2924175"/>
                </a:lnTo>
                <a:lnTo>
                  <a:pt x="2209800" y="2933700"/>
                </a:lnTo>
                <a:lnTo>
                  <a:pt x="2181225" y="2933700"/>
                </a:lnTo>
                <a:lnTo>
                  <a:pt x="2181225" y="2943225"/>
                </a:lnTo>
                <a:lnTo>
                  <a:pt x="2171700" y="2943225"/>
                </a:lnTo>
                <a:lnTo>
                  <a:pt x="2171700" y="2933700"/>
                </a:lnTo>
                <a:lnTo>
                  <a:pt x="2152650" y="2933700"/>
                </a:lnTo>
                <a:lnTo>
                  <a:pt x="2152650" y="2924175"/>
                </a:lnTo>
                <a:lnTo>
                  <a:pt x="2143125" y="2924175"/>
                </a:lnTo>
                <a:lnTo>
                  <a:pt x="2143125" y="2962275"/>
                </a:lnTo>
                <a:lnTo>
                  <a:pt x="2133600" y="2962275"/>
                </a:lnTo>
                <a:lnTo>
                  <a:pt x="2133600" y="2952750"/>
                </a:lnTo>
                <a:lnTo>
                  <a:pt x="2114550" y="2952750"/>
                </a:lnTo>
                <a:lnTo>
                  <a:pt x="2114550" y="2943225"/>
                </a:lnTo>
                <a:lnTo>
                  <a:pt x="2124075" y="2943225"/>
                </a:lnTo>
                <a:lnTo>
                  <a:pt x="2124075" y="2933700"/>
                </a:lnTo>
                <a:lnTo>
                  <a:pt x="2133600" y="2933700"/>
                </a:lnTo>
                <a:lnTo>
                  <a:pt x="2133600" y="2857500"/>
                </a:lnTo>
                <a:lnTo>
                  <a:pt x="2143125" y="2857500"/>
                </a:lnTo>
                <a:lnTo>
                  <a:pt x="2143125" y="2847975"/>
                </a:lnTo>
                <a:lnTo>
                  <a:pt x="2162175" y="2847975"/>
                </a:lnTo>
                <a:lnTo>
                  <a:pt x="2162175" y="2809875"/>
                </a:lnTo>
                <a:lnTo>
                  <a:pt x="2171700" y="2809875"/>
                </a:lnTo>
                <a:lnTo>
                  <a:pt x="2171700" y="2800350"/>
                </a:lnTo>
                <a:lnTo>
                  <a:pt x="2181225" y="2800350"/>
                </a:lnTo>
                <a:lnTo>
                  <a:pt x="2181225" y="2790825"/>
                </a:lnTo>
                <a:lnTo>
                  <a:pt x="2190750" y="2790825"/>
                </a:lnTo>
                <a:close/>
                <a:moveTo>
                  <a:pt x="2562225" y="2771775"/>
                </a:moveTo>
                <a:lnTo>
                  <a:pt x="2571750" y="2771775"/>
                </a:lnTo>
                <a:lnTo>
                  <a:pt x="2571750" y="2800350"/>
                </a:lnTo>
                <a:lnTo>
                  <a:pt x="2562225" y="2800350"/>
                </a:lnTo>
                <a:close/>
                <a:moveTo>
                  <a:pt x="3143250" y="2771775"/>
                </a:moveTo>
                <a:lnTo>
                  <a:pt x="3162300" y="2771775"/>
                </a:lnTo>
                <a:lnTo>
                  <a:pt x="3162300" y="2781300"/>
                </a:lnTo>
                <a:lnTo>
                  <a:pt x="3200400" y="2781300"/>
                </a:lnTo>
                <a:lnTo>
                  <a:pt x="3200400" y="2800350"/>
                </a:lnTo>
                <a:lnTo>
                  <a:pt x="3133725" y="2800350"/>
                </a:lnTo>
                <a:lnTo>
                  <a:pt x="3133725" y="2790825"/>
                </a:lnTo>
                <a:lnTo>
                  <a:pt x="3143250" y="2790825"/>
                </a:lnTo>
                <a:close/>
                <a:moveTo>
                  <a:pt x="3257550" y="2771775"/>
                </a:moveTo>
                <a:lnTo>
                  <a:pt x="3267075" y="2771775"/>
                </a:lnTo>
                <a:lnTo>
                  <a:pt x="3267075" y="2781300"/>
                </a:lnTo>
                <a:lnTo>
                  <a:pt x="3257550" y="2781300"/>
                </a:lnTo>
                <a:close/>
                <a:moveTo>
                  <a:pt x="3238500" y="2781300"/>
                </a:moveTo>
                <a:lnTo>
                  <a:pt x="3248025" y="2781300"/>
                </a:lnTo>
                <a:lnTo>
                  <a:pt x="3248025" y="2790825"/>
                </a:lnTo>
                <a:lnTo>
                  <a:pt x="3238500" y="2790825"/>
                </a:lnTo>
                <a:close/>
                <a:moveTo>
                  <a:pt x="2581275" y="2790825"/>
                </a:moveTo>
                <a:lnTo>
                  <a:pt x="2590800" y="2790825"/>
                </a:lnTo>
                <a:lnTo>
                  <a:pt x="2590800" y="2800350"/>
                </a:lnTo>
                <a:lnTo>
                  <a:pt x="2581275" y="2800350"/>
                </a:lnTo>
                <a:close/>
                <a:moveTo>
                  <a:pt x="3228975" y="2790825"/>
                </a:moveTo>
                <a:lnTo>
                  <a:pt x="3238500" y="2790825"/>
                </a:lnTo>
                <a:lnTo>
                  <a:pt x="3238500" y="2809875"/>
                </a:lnTo>
                <a:lnTo>
                  <a:pt x="3228975" y="2809875"/>
                </a:lnTo>
                <a:close/>
                <a:moveTo>
                  <a:pt x="3238500" y="2809875"/>
                </a:moveTo>
                <a:lnTo>
                  <a:pt x="3248025" y="2809875"/>
                </a:lnTo>
                <a:lnTo>
                  <a:pt x="3248025" y="2819400"/>
                </a:lnTo>
                <a:lnTo>
                  <a:pt x="3238500" y="2819400"/>
                </a:lnTo>
                <a:close/>
                <a:moveTo>
                  <a:pt x="3248025" y="2819400"/>
                </a:moveTo>
                <a:lnTo>
                  <a:pt x="3257550" y="2819400"/>
                </a:lnTo>
                <a:lnTo>
                  <a:pt x="3257550" y="2828925"/>
                </a:lnTo>
                <a:lnTo>
                  <a:pt x="3248025" y="2828925"/>
                </a:lnTo>
                <a:close/>
                <a:moveTo>
                  <a:pt x="2381250" y="2828925"/>
                </a:moveTo>
                <a:lnTo>
                  <a:pt x="2390775" y="2828925"/>
                </a:lnTo>
                <a:lnTo>
                  <a:pt x="2390775" y="2838450"/>
                </a:lnTo>
                <a:lnTo>
                  <a:pt x="2381250" y="2838450"/>
                </a:lnTo>
                <a:close/>
                <a:moveTo>
                  <a:pt x="2619375" y="2828925"/>
                </a:moveTo>
                <a:lnTo>
                  <a:pt x="2638425" y="2828925"/>
                </a:lnTo>
                <a:lnTo>
                  <a:pt x="2638425" y="2847975"/>
                </a:lnTo>
                <a:lnTo>
                  <a:pt x="2628900" y="2847975"/>
                </a:lnTo>
                <a:lnTo>
                  <a:pt x="2628900" y="2838450"/>
                </a:lnTo>
                <a:lnTo>
                  <a:pt x="2619375" y="2838450"/>
                </a:lnTo>
                <a:close/>
                <a:moveTo>
                  <a:pt x="2990850" y="2828925"/>
                </a:moveTo>
                <a:lnTo>
                  <a:pt x="3000375" y="2828925"/>
                </a:lnTo>
                <a:lnTo>
                  <a:pt x="3000375" y="2847975"/>
                </a:lnTo>
                <a:lnTo>
                  <a:pt x="2952750" y="2847975"/>
                </a:lnTo>
                <a:lnTo>
                  <a:pt x="2952750" y="2838450"/>
                </a:lnTo>
                <a:lnTo>
                  <a:pt x="2990850" y="2838450"/>
                </a:lnTo>
                <a:close/>
                <a:moveTo>
                  <a:pt x="3257550" y="2828925"/>
                </a:moveTo>
                <a:lnTo>
                  <a:pt x="3267075" y="2828925"/>
                </a:lnTo>
                <a:lnTo>
                  <a:pt x="3267075" y="2867025"/>
                </a:lnTo>
                <a:lnTo>
                  <a:pt x="3295650" y="2867025"/>
                </a:lnTo>
                <a:lnTo>
                  <a:pt x="3295650" y="2876550"/>
                </a:lnTo>
                <a:lnTo>
                  <a:pt x="3305175" y="2876550"/>
                </a:lnTo>
                <a:lnTo>
                  <a:pt x="3305175" y="2895600"/>
                </a:lnTo>
                <a:lnTo>
                  <a:pt x="3267075" y="2895600"/>
                </a:lnTo>
                <a:lnTo>
                  <a:pt x="3267075" y="2914650"/>
                </a:lnTo>
                <a:lnTo>
                  <a:pt x="3257550" y="2914650"/>
                </a:lnTo>
                <a:lnTo>
                  <a:pt x="3257550" y="2886075"/>
                </a:lnTo>
                <a:lnTo>
                  <a:pt x="3267075" y="2886075"/>
                </a:lnTo>
                <a:lnTo>
                  <a:pt x="3267075" y="2876550"/>
                </a:lnTo>
                <a:lnTo>
                  <a:pt x="3257550" y="2876550"/>
                </a:lnTo>
                <a:close/>
                <a:moveTo>
                  <a:pt x="3009900" y="2838450"/>
                </a:moveTo>
                <a:lnTo>
                  <a:pt x="3048000" y="2838450"/>
                </a:lnTo>
                <a:lnTo>
                  <a:pt x="3048000" y="2847975"/>
                </a:lnTo>
                <a:lnTo>
                  <a:pt x="3076575" y="2847975"/>
                </a:lnTo>
                <a:lnTo>
                  <a:pt x="3076575" y="2857500"/>
                </a:lnTo>
                <a:lnTo>
                  <a:pt x="3114675" y="2857500"/>
                </a:lnTo>
                <a:lnTo>
                  <a:pt x="3114675" y="2867025"/>
                </a:lnTo>
                <a:lnTo>
                  <a:pt x="3105150" y="2867025"/>
                </a:lnTo>
                <a:lnTo>
                  <a:pt x="3105150" y="2876550"/>
                </a:lnTo>
                <a:lnTo>
                  <a:pt x="3086100" y="2876550"/>
                </a:lnTo>
                <a:lnTo>
                  <a:pt x="3086100" y="2867025"/>
                </a:lnTo>
                <a:lnTo>
                  <a:pt x="3067050" y="2867025"/>
                </a:lnTo>
                <a:lnTo>
                  <a:pt x="3067050" y="2857500"/>
                </a:lnTo>
                <a:lnTo>
                  <a:pt x="3019425" y="2857500"/>
                </a:lnTo>
                <a:lnTo>
                  <a:pt x="3019425" y="2847975"/>
                </a:lnTo>
                <a:lnTo>
                  <a:pt x="3009900" y="2847975"/>
                </a:lnTo>
                <a:close/>
                <a:moveTo>
                  <a:pt x="2438400" y="2847975"/>
                </a:moveTo>
                <a:lnTo>
                  <a:pt x="2447925" y="2847975"/>
                </a:lnTo>
                <a:lnTo>
                  <a:pt x="2447925" y="2857500"/>
                </a:lnTo>
                <a:lnTo>
                  <a:pt x="2438400" y="2857500"/>
                </a:lnTo>
                <a:close/>
                <a:moveTo>
                  <a:pt x="2886075" y="2847975"/>
                </a:moveTo>
                <a:lnTo>
                  <a:pt x="2933700" y="2847975"/>
                </a:lnTo>
                <a:lnTo>
                  <a:pt x="2933700" y="2857500"/>
                </a:lnTo>
                <a:lnTo>
                  <a:pt x="2895600" y="2857500"/>
                </a:lnTo>
                <a:lnTo>
                  <a:pt x="2895600" y="2867025"/>
                </a:lnTo>
                <a:lnTo>
                  <a:pt x="2886075" y="2867025"/>
                </a:lnTo>
                <a:close/>
                <a:moveTo>
                  <a:pt x="2371725" y="2857500"/>
                </a:moveTo>
                <a:lnTo>
                  <a:pt x="2381250" y="2857500"/>
                </a:lnTo>
                <a:lnTo>
                  <a:pt x="2381250" y="2867025"/>
                </a:lnTo>
                <a:lnTo>
                  <a:pt x="2371725" y="2867025"/>
                </a:lnTo>
                <a:close/>
                <a:moveTo>
                  <a:pt x="2419350" y="2857500"/>
                </a:moveTo>
                <a:lnTo>
                  <a:pt x="2438400" y="2857500"/>
                </a:lnTo>
                <a:lnTo>
                  <a:pt x="2438400" y="2867025"/>
                </a:lnTo>
                <a:lnTo>
                  <a:pt x="2419350" y="2867025"/>
                </a:lnTo>
                <a:close/>
                <a:moveTo>
                  <a:pt x="2409825" y="2867025"/>
                </a:moveTo>
                <a:lnTo>
                  <a:pt x="2419350" y="2867025"/>
                </a:lnTo>
                <a:lnTo>
                  <a:pt x="2419350" y="2886075"/>
                </a:lnTo>
                <a:lnTo>
                  <a:pt x="2438400" y="2886075"/>
                </a:lnTo>
                <a:lnTo>
                  <a:pt x="2438400" y="2867025"/>
                </a:lnTo>
                <a:lnTo>
                  <a:pt x="2457450" y="2867025"/>
                </a:lnTo>
                <a:lnTo>
                  <a:pt x="2457450" y="2886075"/>
                </a:lnTo>
                <a:lnTo>
                  <a:pt x="2486025" y="2886075"/>
                </a:lnTo>
                <a:lnTo>
                  <a:pt x="2486025" y="2905125"/>
                </a:lnTo>
                <a:lnTo>
                  <a:pt x="2495550" y="2905125"/>
                </a:lnTo>
                <a:lnTo>
                  <a:pt x="2495550" y="2924175"/>
                </a:lnTo>
                <a:lnTo>
                  <a:pt x="2514600" y="2924175"/>
                </a:lnTo>
                <a:lnTo>
                  <a:pt x="2514600" y="2905125"/>
                </a:lnTo>
                <a:lnTo>
                  <a:pt x="2524125" y="2905125"/>
                </a:lnTo>
                <a:lnTo>
                  <a:pt x="2524125" y="2914650"/>
                </a:lnTo>
                <a:lnTo>
                  <a:pt x="2533650" y="2914650"/>
                </a:lnTo>
                <a:lnTo>
                  <a:pt x="2533650" y="2905125"/>
                </a:lnTo>
                <a:lnTo>
                  <a:pt x="2543175" y="2905125"/>
                </a:lnTo>
                <a:lnTo>
                  <a:pt x="2543175" y="2914650"/>
                </a:lnTo>
                <a:lnTo>
                  <a:pt x="2552700" y="2914650"/>
                </a:lnTo>
                <a:lnTo>
                  <a:pt x="2552700" y="2924175"/>
                </a:lnTo>
                <a:lnTo>
                  <a:pt x="2543175" y="2924175"/>
                </a:lnTo>
                <a:lnTo>
                  <a:pt x="2543175" y="2933700"/>
                </a:lnTo>
                <a:lnTo>
                  <a:pt x="2524125" y="2933700"/>
                </a:lnTo>
                <a:lnTo>
                  <a:pt x="2524125" y="2943225"/>
                </a:lnTo>
                <a:lnTo>
                  <a:pt x="2495550" y="2943225"/>
                </a:lnTo>
                <a:lnTo>
                  <a:pt x="2495550" y="2933700"/>
                </a:lnTo>
                <a:lnTo>
                  <a:pt x="2476500" y="2933700"/>
                </a:lnTo>
                <a:lnTo>
                  <a:pt x="2476500" y="2943225"/>
                </a:lnTo>
                <a:lnTo>
                  <a:pt x="2466975" y="2943225"/>
                </a:lnTo>
                <a:lnTo>
                  <a:pt x="2466975" y="2924175"/>
                </a:lnTo>
                <a:lnTo>
                  <a:pt x="2457450" y="2924175"/>
                </a:lnTo>
                <a:lnTo>
                  <a:pt x="2457450" y="2914650"/>
                </a:lnTo>
                <a:lnTo>
                  <a:pt x="2466975" y="2914650"/>
                </a:lnTo>
                <a:lnTo>
                  <a:pt x="2466975" y="2924175"/>
                </a:lnTo>
                <a:lnTo>
                  <a:pt x="2476500" y="2924175"/>
                </a:lnTo>
                <a:lnTo>
                  <a:pt x="2476500" y="2905125"/>
                </a:lnTo>
                <a:lnTo>
                  <a:pt x="2419350" y="2905125"/>
                </a:lnTo>
                <a:lnTo>
                  <a:pt x="2419350" y="2895600"/>
                </a:lnTo>
                <a:lnTo>
                  <a:pt x="2409825" y="2895600"/>
                </a:lnTo>
                <a:lnTo>
                  <a:pt x="2409825" y="2886075"/>
                </a:lnTo>
                <a:lnTo>
                  <a:pt x="2400300" y="2886075"/>
                </a:lnTo>
                <a:lnTo>
                  <a:pt x="2400300" y="2876550"/>
                </a:lnTo>
                <a:lnTo>
                  <a:pt x="2409825" y="2876550"/>
                </a:lnTo>
                <a:close/>
                <a:moveTo>
                  <a:pt x="2362200" y="2876550"/>
                </a:moveTo>
                <a:lnTo>
                  <a:pt x="2381250" y="2876550"/>
                </a:lnTo>
                <a:lnTo>
                  <a:pt x="2381250" y="2886075"/>
                </a:lnTo>
                <a:lnTo>
                  <a:pt x="2362200" y="2886075"/>
                </a:lnTo>
                <a:close/>
                <a:moveTo>
                  <a:pt x="3114675" y="2876550"/>
                </a:moveTo>
                <a:lnTo>
                  <a:pt x="3133725" y="2876550"/>
                </a:lnTo>
                <a:lnTo>
                  <a:pt x="3133725" y="2886075"/>
                </a:lnTo>
                <a:lnTo>
                  <a:pt x="3114675" y="2886075"/>
                </a:lnTo>
                <a:close/>
                <a:moveTo>
                  <a:pt x="3162300" y="2886075"/>
                </a:moveTo>
                <a:lnTo>
                  <a:pt x="3181350" y="2886075"/>
                </a:lnTo>
                <a:lnTo>
                  <a:pt x="3181350" y="2895600"/>
                </a:lnTo>
                <a:lnTo>
                  <a:pt x="3162300" y="2895600"/>
                </a:lnTo>
                <a:close/>
                <a:moveTo>
                  <a:pt x="2562225" y="2895600"/>
                </a:moveTo>
                <a:lnTo>
                  <a:pt x="2571750" y="2895600"/>
                </a:lnTo>
                <a:lnTo>
                  <a:pt x="2571750" y="2905125"/>
                </a:lnTo>
                <a:lnTo>
                  <a:pt x="2562225" y="2905125"/>
                </a:lnTo>
                <a:close/>
                <a:moveTo>
                  <a:pt x="2571750" y="2905125"/>
                </a:moveTo>
                <a:lnTo>
                  <a:pt x="2590800" y="2905125"/>
                </a:lnTo>
                <a:lnTo>
                  <a:pt x="2590800" y="2933700"/>
                </a:lnTo>
                <a:lnTo>
                  <a:pt x="2581275" y="2933700"/>
                </a:lnTo>
                <a:lnTo>
                  <a:pt x="2581275" y="2943225"/>
                </a:lnTo>
                <a:lnTo>
                  <a:pt x="2571750" y="2943225"/>
                </a:lnTo>
                <a:close/>
                <a:moveTo>
                  <a:pt x="2867025" y="2905125"/>
                </a:moveTo>
                <a:lnTo>
                  <a:pt x="2876550" y="2905125"/>
                </a:lnTo>
                <a:lnTo>
                  <a:pt x="2876550" y="2914650"/>
                </a:lnTo>
                <a:lnTo>
                  <a:pt x="2867025" y="2914650"/>
                </a:lnTo>
                <a:close/>
                <a:moveTo>
                  <a:pt x="2238375" y="2914650"/>
                </a:moveTo>
                <a:lnTo>
                  <a:pt x="2247900" y="2914650"/>
                </a:lnTo>
                <a:lnTo>
                  <a:pt x="2247900" y="2924175"/>
                </a:lnTo>
                <a:lnTo>
                  <a:pt x="2238375" y="2924175"/>
                </a:lnTo>
                <a:close/>
                <a:moveTo>
                  <a:pt x="2247900" y="2924175"/>
                </a:moveTo>
                <a:lnTo>
                  <a:pt x="2266950" y="2924175"/>
                </a:lnTo>
                <a:lnTo>
                  <a:pt x="2266950" y="2933700"/>
                </a:lnTo>
                <a:lnTo>
                  <a:pt x="2247900" y="2933700"/>
                </a:lnTo>
                <a:close/>
                <a:moveTo>
                  <a:pt x="2352675" y="2933700"/>
                </a:moveTo>
                <a:lnTo>
                  <a:pt x="2381250" y="2933700"/>
                </a:lnTo>
                <a:lnTo>
                  <a:pt x="2381250" y="2952750"/>
                </a:lnTo>
                <a:lnTo>
                  <a:pt x="2390775" y="2952750"/>
                </a:lnTo>
                <a:lnTo>
                  <a:pt x="2390775" y="2943225"/>
                </a:lnTo>
                <a:lnTo>
                  <a:pt x="2409825" y="2943225"/>
                </a:lnTo>
                <a:lnTo>
                  <a:pt x="2409825" y="2962275"/>
                </a:lnTo>
                <a:lnTo>
                  <a:pt x="2390775" y="2962275"/>
                </a:lnTo>
                <a:lnTo>
                  <a:pt x="2390775" y="2971800"/>
                </a:lnTo>
                <a:lnTo>
                  <a:pt x="2371725" y="2971800"/>
                </a:lnTo>
                <a:lnTo>
                  <a:pt x="2371725" y="2981325"/>
                </a:lnTo>
                <a:lnTo>
                  <a:pt x="2362200" y="2981325"/>
                </a:lnTo>
                <a:lnTo>
                  <a:pt x="2362200" y="2990850"/>
                </a:lnTo>
                <a:lnTo>
                  <a:pt x="2352675" y="2990850"/>
                </a:lnTo>
                <a:lnTo>
                  <a:pt x="2352675" y="3000375"/>
                </a:lnTo>
                <a:lnTo>
                  <a:pt x="2333625" y="3000375"/>
                </a:lnTo>
                <a:lnTo>
                  <a:pt x="2333625" y="2981325"/>
                </a:lnTo>
                <a:lnTo>
                  <a:pt x="2324100" y="2981325"/>
                </a:lnTo>
                <a:lnTo>
                  <a:pt x="2324100" y="2971800"/>
                </a:lnTo>
                <a:lnTo>
                  <a:pt x="2333625" y="2971800"/>
                </a:lnTo>
                <a:lnTo>
                  <a:pt x="2333625" y="2962275"/>
                </a:lnTo>
                <a:lnTo>
                  <a:pt x="2343150" y="2962275"/>
                </a:lnTo>
                <a:lnTo>
                  <a:pt x="2343150" y="2952750"/>
                </a:lnTo>
                <a:lnTo>
                  <a:pt x="2333625" y="2952750"/>
                </a:lnTo>
                <a:lnTo>
                  <a:pt x="2333625" y="2943225"/>
                </a:lnTo>
                <a:lnTo>
                  <a:pt x="2352675" y="2943225"/>
                </a:lnTo>
                <a:close/>
                <a:moveTo>
                  <a:pt x="3248025" y="2933700"/>
                </a:moveTo>
                <a:lnTo>
                  <a:pt x="3257550" y="2933700"/>
                </a:lnTo>
                <a:lnTo>
                  <a:pt x="3257550" y="2962275"/>
                </a:lnTo>
                <a:lnTo>
                  <a:pt x="3248025" y="2962275"/>
                </a:lnTo>
                <a:lnTo>
                  <a:pt x="3248025" y="2981325"/>
                </a:lnTo>
                <a:lnTo>
                  <a:pt x="3257550" y="2981325"/>
                </a:lnTo>
                <a:lnTo>
                  <a:pt x="3257550" y="3019425"/>
                </a:lnTo>
                <a:lnTo>
                  <a:pt x="3267075" y="3019425"/>
                </a:lnTo>
                <a:lnTo>
                  <a:pt x="3267075" y="3009900"/>
                </a:lnTo>
                <a:lnTo>
                  <a:pt x="3276600" y="3009900"/>
                </a:lnTo>
                <a:lnTo>
                  <a:pt x="3276600" y="3019425"/>
                </a:lnTo>
                <a:lnTo>
                  <a:pt x="3286125" y="3019425"/>
                </a:lnTo>
                <a:lnTo>
                  <a:pt x="3286125" y="3057525"/>
                </a:lnTo>
                <a:lnTo>
                  <a:pt x="3276600" y="3057525"/>
                </a:lnTo>
                <a:lnTo>
                  <a:pt x="3276600" y="3048000"/>
                </a:lnTo>
                <a:lnTo>
                  <a:pt x="3248025" y="3048000"/>
                </a:lnTo>
                <a:lnTo>
                  <a:pt x="3248025" y="3057525"/>
                </a:lnTo>
                <a:lnTo>
                  <a:pt x="3257550" y="3057525"/>
                </a:lnTo>
                <a:lnTo>
                  <a:pt x="3257550" y="3067050"/>
                </a:lnTo>
                <a:lnTo>
                  <a:pt x="3248025" y="3067050"/>
                </a:lnTo>
                <a:lnTo>
                  <a:pt x="3248025" y="3086100"/>
                </a:lnTo>
                <a:lnTo>
                  <a:pt x="3238500" y="3086100"/>
                </a:lnTo>
                <a:lnTo>
                  <a:pt x="3238500" y="3038475"/>
                </a:lnTo>
                <a:lnTo>
                  <a:pt x="3248025" y="3038475"/>
                </a:lnTo>
                <a:lnTo>
                  <a:pt x="3248025" y="3000375"/>
                </a:lnTo>
                <a:lnTo>
                  <a:pt x="3238500" y="3000375"/>
                </a:lnTo>
                <a:lnTo>
                  <a:pt x="3238500" y="2990850"/>
                </a:lnTo>
                <a:lnTo>
                  <a:pt x="3228975" y="2990850"/>
                </a:lnTo>
                <a:lnTo>
                  <a:pt x="3228975" y="2962275"/>
                </a:lnTo>
                <a:lnTo>
                  <a:pt x="3238500" y="2962275"/>
                </a:lnTo>
                <a:lnTo>
                  <a:pt x="3238500" y="2952750"/>
                </a:lnTo>
                <a:lnTo>
                  <a:pt x="3248025" y="2952750"/>
                </a:lnTo>
                <a:close/>
                <a:moveTo>
                  <a:pt x="2105025" y="2952750"/>
                </a:moveTo>
                <a:lnTo>
                  <a:pt x="2114550" y="2952750"/>
                </a:lnTo>
                <a:lnTo>
                  <a:pt x="2114550" y="2971800"/>
                </a:lnTo>
                <a:lnTo>
                  <a:pt x="2085975" y="2971800"/>
                </a:lnTo>
                <a:lnTo>
                  <a:pt x="2085975" y="2962275"/>
                </a:lnTo>
                <a:lnTo>
                  <a:pt x="2105025" y="2962275"/>
                </a:lnTo>
                <a:close/>
                <a:moveTo>
                  <a:pt x="2447925" y="2952750"/>
                </a:moveTo>
                <a:lnTo>
                  <a:pt x="2457450" y="2952750"/>
                </a:lnTo>
                <a:lnTo>
                  <a:pt x="2457450" y="2962275"/>
                </a:lnTo>
                <a:lnTo>
                  <a:pt x="2447925" y="2962275"/>
                </a:lnTo>
                <a:close/>
                <a:moveTo>
                  <a:pt x="2571750" y="2952750"/>
                </a:moveTo>
                <a:lnTo>
                  <a:pt x="2581275" y="2952750"/>
                </a:lnTo>
                <a:lnTo>
                  <a:pt x="2581275" y="2990850"/>
                </a:lnTo>
                <a:lnTo>
                  <a:pt x="2562225" y="2990850"/>
                </a:lnTo>
                <a:lnTo>
                  <a:pt x="2562225" y="2962275"/>
                </a:lnTo>
                <a:lnTo>
                  <a:pt x="2571750" y="2962275"/>
                </a:lnTo>
                <a:close/>
                <a:moveTo>
                  <a:pt x="2867025" y="2952750"/>
                </a:moveTo>
                <a:lnTo>
                  <a:pt x="2876550" y="2952750"/>
                </a:lnTo>
                <a:lnTo>
                  <a:pt x="2876550" y="2962275"/>
                </a:lnTo>
                <a:lnTo>
                  <a:pt x="2867025" y="2962275"/>
                </a:lnTo>
                <a:close/>
                <a:moveTo>
                  <a:pt x="2124075" y="2962275"/>
                </a:moveTo>
                <a:lnTo>
                  <a:pt x="2133600" y="2962275"/>
                </a:lnTo>
                <a:lnTo>
                  <a:pt x="2133600" y="2971800"/>
                </a:lnTo>
                <a:lnTo>
                  <a:pt x="2124075" y="2971800"/>
                </a:lnTo>
                <a:close/>
                <a:moveTo>
                  <a:pt x="2114550" y="2971800"/>
                </a:moveTo>
                <a:lnTo>
                  <a:pt x="2124075" y="2971800"/>
                </a:lnTo>
                <a:lnTo>
                  <a:pt x="2124075" y="2981325"/>
                </a:lnTo>
                <a:lnTo>
                  <a:pt x="2114550" y="2981325"/>
                </a:lnTo>
                <a:close/>
                <a:moveTo>
                  <a:pt x="2266950" y="2971800"/>
                </a:moveTo>
                <a:lnTo>
                  <a:pt x="2286000" y="2971800"/>
                </a:lnTo>
                <a:lnTo>
                  <a:pt x="2286000" y="2990850"/>
                </a:lnTo>
                <a:lnTo>
                  <a:pt x="2276475" y="2990850"/>
                </a:lnTo>
                <a:lnTo>
                  <a:pt x="2276475" y="2981325"/>
                </a:lnTo>
                <a:lnTo>
                  <a:pt x="2266950" y="2981325"/>
                </a:lnTo>
                <a:close/>
                <a:moveTo>
                  <a:pt x="2047875" y="2981325"/>
                </a:moveTo>
                <a:lnTo>
                  <a:pt x="2057400" y="2981325"/>
                </a:lnTo>
                <a:lnTo>
                  <a:pt x="2057400" y="3000375"/>
                </a:lnTo>
                <a:lnTo>
                  <a:pt x="2047875" y="3000375"/>
                </a:lnTo>
                <a:close/>
                <a:moveTo>
                  <a:pt x="2076450" y="2981325"/>
                </a:moveTo>
                <a:lnTo>
                  <a:pt x="2095500" y="2981325"/>
                </a:lnTo>
                <a:lnTo>
                  <a:pt x="2095500" y="2990850"/>
                </a:lnTo>
                <a:lnTo>
                  <a:pt x="2105025" y="2990850"/>
                </a:lnTo>
                <a:lnTo>
                  <a:pt x="2105025" y="2981325"/>
                </a:lnTo>
                <a:lnTo>
                  <a:pt x="2114550" y="2981325"/>
                </a:lnTo>
                <a:lnTo>
                  <a:pt x="2114550" y="2990850"/>
                </a:lnTo>
                <a:lnTo>
                  <a:pt x="2105025" y="2990850"/>
                </a:lnTo>
                <a:lnTo>
                  <a:pt x="2105025" y="3000375"/>
                </a:lnTo>
                <a:lnTo>
                  <a:pt x="2085975" y="3000375"/>
                </a:lnTo>
                <a:lnTo>
                  <a:pt x="2085975" y="2990850"/>
                </a:lnTo>
                <a:lnTo>
                  <a:pt x="2076450" y="2990850"/>
                </a:lnTo>
                <a:close/>
                <a:moveTo>
                  <a:pt x="2124075" y="2990850"/>
                </a:moveTo>
                <a:lnTo>
                  <a:pt x="2162175" y="2990850"/>
                </a:lnTo>
                <a:lnTo>
                  <a:pt x="2162175" y="3000375"/>
                </a:lnTo>
                <a:lnTo>
                  <a:pt x="2133600" y="3000375"/>
                </a:lnTo>
                <a:lnTo>
                  <a:pt x="2133600" y="3038475"/>
                </a:lnTo>
                <a:lnTo>
                  <a:pt x="2124075" y="3038475"/>
                </a:lnTo>
                <a:lnTo>
                  <a:pt x="2124075" y="3048000"/>
                </a:lnTo>
                <a:lnTo>
                  <a:pt x="2114550" y="3048000"/>
                </a:lnTo>
                <a:lnTo>
                  <a:pt x="2114550" y="3028950"/>
                </a:lnTo>
                <a:lnTo>
                  <a:pt x="2124075" y="3028950"/>
                </a:lnTo>
                <a:close/>
                <a:moveTo>
                  <a:pt x="2171700" y="2990850"/>
                </a:moveTo>
                <a:lnTo>
                  <a:pt x="2200275" y="2990850"/>
                </a:lnTo>
                <a:lnTo>
                  <a:pt x="2200275" y="3000375"/>
                </a:lnTo>
                <a:lnTo>
                  <a:pt x="2171700" y="3000375"/>
                </a:lnTo>
                <a:close/>
                <a:moveTo>
                  <a:pt x="2247900" y="3000375"/>
                </a:moveTo>
                <a:lnTo>
                  <a:pt x="2266950" y="3000375"/>
                </a:lnTo>
                <a:lnTo>
                  <a:pt x="2266950" y="3009900"/>
                </a:lnTo>
                <a:lnTo>
                  <a:pt x="2286000" y="3009900"/>
                </a:lnTo>
                <a:lnTo>
                  <a:pt x="2286000" y="3038475"/>
                </a:lnTo>
                <a:lnTo>
                  <a:pt x="2295525" y="3038475"/>
                </a:lnTo>
                <a:lnTo>
                  <a:pt x="2295525" y="3057525"/>
                </a:lnTo>
                <a:lnTo>
                  <a:pt x="2314575" y="3057525"/>
                </a:lnTo>
                <a:lnTo>
                  <a:pt x="2314575" y="3048000"/>
                </a:lnTo>
                <a:lnTo>
                  <a:pt x="2324100" y="3048000"/>
                </a:lnTo>
                <a:lnTo>
                  <a:pt x="2324100" y="3038475"/>
                </a:lnTo>
                <a:lnTo>
                  <a:pt x="2343150" y="3038475"/>
                </a:lnTo>
                <a:lnTo>
                  <a:pt x="2343150" y="3019425"/>
                </a:lnTo>
                <a:lnTo>
                  <a:pt x="2314575" y="3019425"/>
                </a:lnTo>
                <a:lnTo>
                  <a:pt x="2314575" y="3009900"/>
                </a:lnTo>
                <a:lnTo>
                  <a:pt x="2362200" y="3009900"/>
                </a:lnTo>
                <a:lnTo>
                  <a:pt x="2362200" y="3019425"/>
                </a:lnTo>
                <a:lnTo>
                  <a:pt x="2371725" y="3019425"/>
                </a:lnTo>
                <a:lnTo>
                  <a:pt x="2371725" y="3028950"/>
                </a:lnTo>
                <a:lnTo>
                  <a:pt x="2362200" y="3028950"/>
                </a:lnTo>
                <a:lnTo>
                  <a:pt x="2362200" y="3038475"/>
                </a:lnTo>
                <a:lnTo>
                  <a:pt x="2371725" y="3038475"/>
                </a:lnTo>
                <a:lnTo>
                  <a:pt x="2371725" y="3048000"/>
                </a:lnTo>
                <a:lnTo>
                  <a:pt x="2390775" y="3048000"/>
                </a:lnTo>
                <a:lnTo>
                  <a:pt x="2390775" y="3057525"/>
                </a:lnTo>
                <a:lnTo>
                  <a:pt x="2381250" y="3057525"/>
                </a:lnTo>
                <a:lnTo>
                  <a:pt x="2381250" y="3067050"/>
                </a:lnTo>
                <a:lnTo>
                  <a:pt x="2390775" y="3067050"/>
                </a:lnTo>
                <a:lnTo>
                  <a:pt x="2390775" y="3095625"/>
                </a:lnTo>
                <a:lnTo>
                  <a:pt x="2381250" y="3095625"/>
                </a:lnTo>
                <a:lnTo>
                  <a:pt x="2381250" y="3114675"/>
                </a:lnTo>
                <a:lnTo>
                  <a:pt x="2371725" y="3114675"/>
                </a:lnTo>
                <a:lnTo>
                  <a:pt x="2371725" y="3133725"/>
                </a:lnTo>
                <a:lnTo>
                  <a:pt x="2381250" y="3133725"/>
                </a:lnTo>
                <a:lnTo>
                  <a:pt x="2381250" y="3152775"/>
                </a:lnTo>
                <a:lnTo>
                  <a:pt x="2352675" y="3152775"/>
                </a:lnTo>
                <a:lnTo>
                  <a:pt x="2352675" y="3114675"/>
                </a:lnTo>
                <a:lnTo>
                  <a:pt x="2333625" y="3114675"/>
                </a:lnTo>
                <a:lnTo>
                  <a:pt x="2333625" y="3124200"/>
                </a:lnTo>
                <a:lnTo>
                  <a:pt x="2343150" y="3124200"/>
                </a:lnTo>
                <a:lnTo>
                  <a:pt x="2343150" y="3133725"/>
                </a:lnTo>
                <a:lnTo>
                  <a:pt x="2333625" y="3133725"/>
                </a:lnTo>
                <a:lnTo>
                  <a:pt x="2333625" y="3143250"/>
                </a:lnTo>
                <a:lnTo>
                  <a:pt x="2305050" y="3143250"/>
                </a:lnTo>
                <a:lnTo>
                  <a:pt x="2305050" y="3124200"/>
                </a:lnTo>
                <a:lnTo>
                  <a:pt x="2314575" y="3124200"/>
                </a:lnTo>
                <a:lnTo>
                  <a:pt x="2314575" y="3114675"/>
                </a:lnTo>
                <a:lnTo>
                  <a:pt x="2324100" y="3114675"/>
                </a:lnTo>
                <a:lnTo>
                  <a:pt x="2324100" y="3095625"/>
                </a:lnTo>
                <a:lnTo>
                  <a:pt x="2314575" y="3095625"/>
                </a:lnTo>
                <a:lnTo>
                  <a:pt x="2314575" y="3086100"/>
                </a:lnTo>
                <a:lnTo>
                  <a:pt x="2305050" y="3086100"/>
                </a:lnTo>
                <a:lnTo>
                  <a:pt x="2305050" y="3095625"/>
                </a:lnTo>
                <a:lnTo>
                  <a:pt x="2286000" y="3095625"/>
                </a:lnTo>
                <a:lnTo>
                  <a:pt x="2286000" y="3086100"/>
                </a:lnTo>
                <a:lnTo>
                  <a:pt x="2228850" y="3086100"/>
                </a:lnTo>
                <a:lnTo>
                  <a:pt x="2228850" y="3076575"/>
                </a:lnTo>
                <a:lnTo>
                  <a:pt x="2247900" y="3076575"/>
                </a:lnTo>
                <a:close/>
                <a:moveTo>
                  <a:pt x="2295525" y="3009900"/>
                </a:moveTo>
                <a:lnTo>
                  <a:pt x="2305050" y="3009900"/>
                </a:lnTo>
                <a:lnTo>
                  <a:pt x="2305050" y="3019425"/>
                </a:lnTo>
                <a:lnTo>
                  <a:pt x="2295525" y="3019425"/>
                </a:lnTo>
                <a:close/>
                <a:moveTo>
                  <a:pt x="2171700" y="3019425"/>
                </a:moveTo>
                <a:lnTo>
                  <a:pt x="2228850" y="3019425"/>
                </a:lnTo>
                <a:lnTo>
                  <a:pt x="2228850" y="3048000"/>
                </a:lnTo>
                <a:lnTo>
                  <a:pt x="2219325" y="3048000"/>
                </a:lnTo>
                <a:lnTo>
                  <a:pt x="2219325" y="3057525"/>
                </a:lnTo>
                <a:lnTo>
                  <a:pt x="2209800" y="3057525"/>
                </a:lnTo>
                <a:lnTo>
                  <a:pt x="2209800" y="3067050"/>
                </a:lnTo>
                <a:lnTo>
                  <a:pt x="2200275" y="3067050"/>
                </a:lnTo>
                <a:lnTo>
                  <a:pt x="2200275" y="3076575"/>
                </a:lnTo>
                <a:lnTo>
                  <a:pt x="2209800" y="3076575"/>
                </a:lnTo>
                <a:lnTo>
                  <a:pt x="2209800" y="3095625"/>
                </a:lnTo>
                <a:lnTo>
                  <a:pt x="2200275" y="3095625"/>
                </a:lnTo>
                <a:lnTo>
                  <a:pt x="2200275" y="3105150"/>
                </a:lnTo>
                <a:lnTo>
                  <a:pt x="2219325" y="3105150"/>
                </a:lnTo>
                <a:lnTo>
                  <a:pt x="2219325" y="3114675"/>
                </a:lnTo>
                <a:lnTo>
                  <a:pt x="2247900" y="3114675"/>
                </a:lnTo>
                <a:lnTo>
                  <a:pt x="2247900" y="3124200"/>
                </a:lnTo>
                <a:lnTo>
                  <a:pt x="2209800" y="3124200"/>
                </a:lnTo>
                <a:lnTo>
                  <a:pt x="2209800" y="3114675"/>
                </a:lnTo>
                <a:lnTo>
                  <a:pt x="2190750" y="3114675"/>
                </a:lnTo>
                <a:lnTo>
                  <a:pt x="2190750" y="3105150"/>
                </a:lnTo>
                <a:lnTo>
                  <a:pt x="2171700" y="3105150"/>
                </a:lnTo>
                <a:lnTo>
                  <a:pt x="2171700" y="3076575"/>
                </a:lnTo>
                <a:lnTo>
                  <a:pt x="2152650" y="3076575"/>
                </a:lnTo>
                <a:lnTo>
                  <a:pt x="2152650" y="3067050"/>
                </a:lnTo>
                <a:lnTo>
                  <a:pt x="2143125" y="3067050"/>
                </a:lnTo>
                <a:lnTo>
                  <a:pt x="2143125" y="3038475"/>
                </a:lnTo>
                <a:lnTo>
                  <a:pt x="2171700" y="3038475"/>
                </a:lnTo>
                <a:close/>
                <a:moveTo>
                  <a:pt x="2400300" y="3028950"/>
                </a:moveTo>
                <a:lnTo>
                  <a:pt x="2428875" y="3028950"/>
                </a:lnTo>
                <a:lnTo>
                  <a:pt x="2428875" y="3038475"/>
                </a:lnTo>
                <a:lnTo>
                  <a:pt x="2457450" y="3038475"/>
                </a:lnTo>
                <a:lnTo>
                  <a:pt x="2457450" y="3057525"/>
                </a:lnTo>
                <a:lnTo>
                  <a:pt x="2486025" y="3057525"/>
                </a:lnTo>
                <a:lnTo>
                  <a:pt x="2486025" y="3038475"/>
                </a:lnTo>
                <a:lnTo>
                  <a:pt x="2514600" y="3038475"/>
                </a:lnTo>
                <a:lnTo>
                  <a:pt x="2514600" y="3048000"/>
                </a:lnTo>
                <a:lnTo>
                  <a:pt x="2524125" y="3048000"/>
                </a:lnTo>
                <a:lnTo>
                  <a:pt x="2524125" y="3067050"/>
                </a:lnTo>
                <a:lnTo>
                  <a:pt x="2514600" y="3067050"/>
                </a:lnTo>
                <a:lnTo>
                  <a:pt x="2514600" y="3057525"/>
                </a:lnTo>
                <a:lnTo>
                  <a:pt x="2495550" y="3057525"/>
                </a:lnTo>
                <a:lnTo>
                  <a:pt x="2495550" y="3067050"/>
                </a:lnTo>
                <a:lnTo>
                  <a:pt x="2457450" y="3067050"/>
                </a:lnTo>
                <a:lnTo>
                  <a:pt x="2457450" y="3076575"/>
                </a:lnTo>
                <a:lnTo>
                  <a:pt x="2428875" y="3076575"/>
                </a:lnTo>
                <a:lnTo>
                  <a:pt x="2428875" y="3067050"/>
                </a:lnTo>
                <a:lnTo>
                  <a:pt x="2409825" y="3067050"/>
                </a:lnTo>
                <a:lnTo>
                  <a:pt x="2409825" y="3057525"/>
                </a:lnTo>
                <a:lnTo>
                  <a:pt x="2400300" y="3057525"/>
                </a:lnTo>
                <a:close/>
                <a:moveTo>
                  <a:pt x="2562225" y="3048000"/>
                </a:moveTo>
                <a:lnTo>
                  <a:pt x="2571750" y="3048000"/>
                </a:lnTo>
                <a:lnTo>
                  <a:pt x="2571750" y="3057525"/>
                </a:lnTo>
                <a:lnTo>
                  <a:pt x="2590800" y="3057525"/>
                </a:lnTo>
                <a:lnTo>
                  <a:pt x="2590800" y="3076575"/>
                </a:lnTo>
                <a:lnTo>
                  <a:pt x="2571750" y="3076575"/>
                </a:lnTo>
                <a:lnTo>
                  <a:pt x="2571750" y="3067050"/>
                </a:lnTo>
                <a:lnTo>
                  <a:pt x="2562225" y="3067050"/>
                </a:lnTo>
                <a:close/>
                <a:moveTo>
                  <a:pt x="2114550" y="3057525"/>
                </a:moveTo>
                <a:lnTo>
                  <a:pt x="2124075" y="3057525"/>
                </a:lnTo>
                <a:lnTo>
                  <a:pt x="2124075" y="3067050"/>
                </a:lnTo>
                <a:lnTo>
                  <a:pt x="2143125" y="3067050"/>
                </a:lnTo>
                <a:lnTo>
                  <a:pt x="2143125" y="3076575"/>
                </a:lnTo>
                <a:lnTo>
                  <a:pt x="2152650" y="3076575"/>
                </a:lnTo>
                <a:lnTo>
                  <a:pt x="2152650" y="3095625"/>
                </a:lnTo>
                <a:lnTo>
                  <a:pt x="2162175" y="3095625"/>
                </a:lnTo>
                <a:lnTo>
                  <a:pt x="2162175" y="3114675"/>
                </a:lnTo>
                <a:lnTo>
                  <a:pt x="2152650" y="3114675"/>
                </a:lnTo>
                <a:lnTo>
                  <a:pt x="2152650" y="3133725"/>
                </a:lnTo>
                <a:lnTo>
                  <a:pt x="2133600" y="3133725"/>
                </a:lnTo>
                <a:lnTo>
                  <a:pt x="2133600" y="3124200"/>
                </a:lnTo>
                <a:lnTo>
                  <a:pt x="2114550" y="3124200"/>
                </a:lnTo>
                <a:lnTo>
                  <a:pt x="2114550" y="3105150"/>
                </a:lnTo>
                <a:lnTo>
                  <a:pt x="2105025" y="3105150"/>
                </a:lnTo>
                <a:lnTo>
                  <a:pt x="2105025" y="3095625"/>
                </a:lnTo>
                <a:lnTo>
                  <a:pt x="2114550" y="3095625"/>
                </a:lnTo>
                <a:close/>
                <a:moveTo>
                  <a:pt x="2619375" y="3057525"/>
                </a:moveTo>
                <a:lnTo>
                  <a:pt x="2628900" y="3057525"/>
                </a:lnTo>
                <a:lnTo>
                  <a:pt x="2628900" y="3076575"/>
                </a:lnTo>
                <a:lnTo>
                  <a:pt x="2619375" y="3076575"/>
                </a:lnTo>
                <a:close/>
                <a:moveTo>
                  <a:pt x="3267075" y="3057525"/>
                </a:moveTo>
                <a:lnTo>
                  <a:pt x="3276600" y="3057525"/>
                </a:lnTo>
                <a:lnTo>
                  <a:pt x="3276600" y="3067050"/>
                </a:lnTo>
                <a:lnTo>
                  <a:pt x="3267075" y="3067050"/>
                </a:lnTo>
                <a:close/>
                <a:moveTo>
                  <a:pt x="2543175" y="3067050"/>
                </a:moveTo>
                <a:lnTo>
                  <a:pt x="2552700" y="3067050"/>
                </a:lnTo>
                <a:lnTo>
                  <a:pt x="2552700" y="3076575"/>
                </a:lnTo>
                <a:lnTo>
                  <a:pt x="2543175" y="3076575"/>
                </a:lnTo>
                <a:close/>
                <a:moveTo>
                  <a:pt x="2647950" y="3067050"/>
                </a:moveTo>
                <a:lnTo>
                  <a:pt x="2695575" y="3067050"/>
                </a:lnTo>
                <a:lnTo>
                  <a:pt x="2695575" y="3076575"/>
                </a:lnTo>
                <a:lnTo>
                  <a:pt x="2771775" y="3076575"/>
                </a:lnTo>
                <a:lnTo>
                  <a:pt x="2771775" y="3095625"/>
                </a:lnTo>
                <a:lnTo>
                  <a:pt x="2752725" y="3095625"/>
                </a:lnTo>
                <a:lnTo>
                  <a:pt x="2752725" y="3105150"/>
                </a:lnTo>
                <a:lnTo>
                  <a:pt x="2743200" y="3105150"/>
                </a:lnTo>
                <a:lnTo>
                  <a:pt x="2743200" y="3095625"/>
                </a:lnTo>
                <a:lnTo>
                  <a:pt x="2695575" y="3095625"/>
                </a:lnTo>
                <a:lnTo>
                  <a:pt x="2695575" y="3086100"/>
                </a:lnTo>
                <a:lnTo>
                  <a:pt x="2667000" y="3086100"/>
                </a:lnTo>
                <a:lnTo>
                  <a:pt x="2667000" y="3095625"/>
                </a:lnTo>
                <a:lnTo>
                  <a:pt x="2657475" y="3095625"/>
                </a:lnTo>
                <a:lnTo>
                  <a:pt x="2657475" y="3086100"/>
                </a:lnTo>
                <a:lnTo>
                  <a:pt x="2647950" y="3086100"/>
                </a:lnTo>
                <a:close/>
                <a:moveTo>
                  <a:pt x="2457450" y="3076575"/>
                </a:moveTo>
                <a:lnTo>
                  <a:pt x="2476500" y="3076575"/>
                </a:lnTo>
                <a:lnTo>
                  <a:pt x="2476500" y="3086100"/>
                </a:lnTo>
                <a:lnTo>
                  <a:pt x="2457450" y="3086100"/>
                </a:lnTo>
                <a:close/>
                <a:moveTo>
                  <a:pt x="2609850" y="3076575"/>
                </a:moveTo>
                <a:lnTo>
                  <a:pt x="2619375" y="3076575"/>
                </a:lnTo>
                <a:lnTo>
                  <a:pt x="2619375" y="3086100"/>
                </a:lnTo>
                <a:lnTo>
                  <a:pt x="2609850" y="3086100"/>
                </a:lnTo>
                <a:close/>
                <a:moveTo>
                  <a:pt x="2800350" y="3086100"/>
                </a:moveTo>
                <a:lnTo>
                  <a:pt x="2828925" y="3086100"/>
                </a:lnTo>
                <a:lnTo>
                  <a:pt x="2828925" y="3095625"/>
                </a:lnTo>
                <a:lnTo>
                  <a:pt x="2847975" y="3095625"/>
                </a:lnTo>
                <a:lnTo>
                  <a:pt x="2847975" y="3114675"/>
                </a:lnTo>
                <a:lnTo>
                  <a:pt x="2857500" y="3114675"/>
                </a:lnTo>
                <a:lnTo>
                  <a:pt x="2857500" y="3095625"/>
                </a:lnTo>
                <a:lnTo>
                  <a:pt x="2886075" y="3095625"/>
                </a:lnTo>
                <a:lnTo>
                  <a:pt x="2886075" y="3105150"/>
                </a:lnTo>
                <a:lnTo>
                  <a:pt x="2943225" y="3105150"/>
                </a:lnTo>
                <a:lnTo>
                  <a:pt x="2943225" y="3114675"/>
                </a:lnTo>
                <a:lnTo>
                  <a:pt x="2924175" y="3114675"/>
                </a:lnTo>
                <a:lnTo>
                  <a:pt x="2924175" y="3124200"/>
                </a:lnTo>
                <a:lnTo>
                  <a:pt x="2943225" y="3124200"/>
                </a:lnTo>
                <a:lnTo>
                  <a:pt x="2943225" y="3143250"/>
                </a:lnTo>
                <a:lnTo>
                  <a:pt x="2924175" y="3143250"/>
                </a:lnTo>
                <a:lnTo>
                  <a:pt x="2924175" y="3133725"/>
                </a:lnTo>
                <a:lnTo>
                  <a:pt x="2905125" y="3133725"/>
                </a:lnTo>
                <a:lnTo>
                  <a:pt x="2905125" y="3124200"/>
                </a:lnTo>
                <a:lnTo>
                  <a:pt x="2876550" y="3124200"/>
                </a:lnTo>
                <a:lnTo>
                  <a:pt x="2876550" y="3114675"/>
                </a:lnTo>
                <a:lnTo>
                  <a:pt x="2857500" y="3114675"/>
                </a:lnTo>
                <a:lnTo>
                  <a:pt x="2857500" y="3124200"/>
                </a:lnTo>
                <a:lnTo>
                  <a:pt x="2838450" y="3124200"/>
                </a:lnTo>
                <a:lnTo>
                  <a:pt x="2838450" y="3114675"/>
                </a:lnTo>
                <a:lnTo>
                  <a:pt x="2809875" y="3114675"/>
                </a:lnTo>
                <a:lnTo>
                  <a:pt x="2809875" y="3105150"/>
                </a:lnTo>
                <a:lnTo>
                  <a:pt x="2800350" y="3105150"/>
                </a:lnTo>
                <a:close/>
                <a:moveTo>
                  <a:pt x="3228975" y="3086100"/>
                </a:moveTo>
                <a:lnTo>
                  <a:pt x="3238500" y="3086100"/>
                </a:lnTo>
                <a:lnTo>
                  <a:pt x="3238500" y="3105150"/>
                </a:lnTo>
                <a:lnTo>
                  <a:pt x="3228975" y="3105150"/>
                </a:lnTo>
                <a:close/>
                <a:moveTo>
                  <a:pt x="2124075" y="3095625"/>
                </a:moveTo>
                <a:lnTo>
                  <a:pt x="2133600" y="3095625"/>
                </a:lnTo>
                <a:lnTo>
                  <a:pt x="2133600" y="3086100"/>
                </a:lnTo>
                <a:lnTo>
                  <a:pt x="2124075" y="3086100"/>
                </a:lnTo>
                <a:close/>
                <a:moveTo>
                  <a:pt x="2400300" y="3095625"/>
                </a:moveTo>
                <a:lnTo>
                  <a:pt x="2428875" y="3095625"/>
                </a:lnTo>
                <a:lnTo>
                  <a:pt x="2428875" y="3114675"/>
                </a:lnTo>
                <a:lnTo>
                  <a:pt x="2438400" y="3114675"/>
                </a:lnTo>
                <a:lnTo>
                  <a:pt x="2438400" y="3124200"/>
                </a:lnTo>
                <a:lnTo>
                  <a:pt x="2447925" y="3124200"/>
                </a:lnTo>
                <a:lnTo>
                  <a:pt x="2447925" y="3133725"/>
                </a:lnTo>
                <a:lnTo>
                  <a:pt x="2457450" y="3133725"/>
                </a:lnTo>
                <a:lnTo>
                  <a:pt x="2457450" y="3143250"/>
                </a:lnTo>
                <a:lnTo>
                  <a:pt x="2466975" y="3143250"/>
                </a:lnTo>
                <a:lnTo>
                  <a:pt x="2466975" y="3162300"/>
                </a:lnTo>
                <a:lnTo>
                  <a:pt x="2447925" y="3162300"/>
                </a:lnTo>
                <a:lnTo>
                  <a:pt x="2447925" y="3152775"/>
                </a:lnTo>
                <a:lnTo>
                  <a:pt x="2400300" y="3152775"/>
                </a:lnTo>
                <a:lnTo>
                  <a:pt x="2400300" y="3143250"/>
                </a:lnTo>
                <a:lnTo>
                  <a:pt x="2390775" y="3143250"/>
                </a:lnTo>
                <a:lnTo>
                  <a:pt x="2390775" y="3133725"/>
                </a:lnTo>
                <a:lnTo>
                  <a:pt x="2400300" y="3133725"/>
                </a:lnTo>
                <a:close/>
                <a:moveTo>
                  <a:pt x="2476500" y="3095625"/>
                </a:moveTo>
                <a:lnTo>
                  <a:pt x="2486025" y="3095625"/>
                </a:lnTo>
                <a:lnTo>
                  <a:pt x="2486025" y="3105150"/>
                </a:lnTo>
                <a:lnTo>
                  <a:pt x="2476500" y="3105150"/>
                </a:lnTo>
                <a:close/>
                <a:moveTo>
                  <a:pt x="2533650" y="3105150"/>
                </a:moveTo>
                <a:lnTo>
                  <a:pt x="2552700" y="3105150"/>
                </a:lnTo>
                <a:lnTo>
                  <a:pt x="2552700" y="3114675"/>
                </a:lnTo>
                <a:lnTo>
                  <a:pt x="2562225" y="3114675"/>
                </a:lnTo>
                <a:lnTo>
                  <a:pt x="2562225" y="3124200"/>
                </a:lnTo>
                <a:lnTo>
                  <a:pt x="2543175" y="3124200"/>
                </a:lnTo>
                <a:lnTo>
                  <a:pt x="2543175" y="3114675"/>
                </a:lnTo>
                <a:lnTo>
                  <a:pt x="2533650" y="3114675"/>
                </a:lnTo>
                <a:close/>
                <a:moveTo>
                  <a:pt x="2095500" y="3114675"/>
                </a:moveTo>
                <a:lnTo>
                  <a:pt x="2105025" y="3114675"/>
                </a:lnTo>
                <a:lnTo>
                  <a:pt x="2105025" y="3124200"/>
                </a:lnTo>
                <a:lnTo>
                  <a:pt x="2114550" y="3124200"/>
                </a:lnTo>
                <a:lnTo>
                  <a:pt x="2114550" y="3133725"/>
                </a:lnTo>
                <a:lnTo>
                  <a:pt x="2095500" y="3133725"/>
                </a:lnTo>
                <a:close/>
                <a:moveTo>
                  <a:pt x="2524125" y="3114675"/>
                </a:moveTo>
                <a:lnTo>
                  <a:pt x="2533650" y="3114675"/>
                </a:lnTo>
                <a:lnTo>
                  <a:pt x="2533650" y="3124200"/>
                </a:lnTo>
                <a:lnTo>
                  <a:pt x="2543175" y="3124200"/>
                </a:lnTo>
                <a:lnTo>
                  <a:pt x="2543175" y="3133725"/>
                </a:lnTo>
                <a:lnTo>
                  <a:pt x="2552700" y="3133725"/>
                </a:lnTo>
                <a:lnTo>
                  <a:pt x="2552700" y="3143250"/>
                </a:lnTo>
                <a:lnTo>
                  <a:pt x="2514600" y="3143250"/>
                </a:lnTo>
                <a:lnTo>
                  <a:pt x="2514600" y="3133725"/>
                </a:lnTo>
                <a:lnTo>
                  <a:pt x="2524125" y="3133725"/>
                </a:lnTo>
                <a:close/>
                <a:moveTo>
                  <a:pt x="3009900" y="3114675"/>
                </a:moveTo>
                <a:lnTo>
                  <a:pt x="3038475" y="3114675"/>
                </a:lnTo>
                <a:lnTo>
                  <a:pt x="3038475" y="3143250"/>
                </a:lnTo>
                <a:lnTo>
                  <a:pt x="3019425" y="3143250"/>
                </a:lnTo>
                <a:lnTo>
                  <a:pt x="3019425" y="3133725"/>
                </a:lnTo>
                <a:lnTo>
                  <a:pt x="3000375" y="3133725"/>
                </a:lnTo>
                <a:lnTo>
                  <a:pt x="3000375" y="3124200"/>
                </a:lnTo>
                <a:lnTo>
                  <a:pt x="3009900" y="3124200"/>
                </a:lnTo>
                <a:close/>
                <a:moveTo>
                  <a:pt x="3219450" y="3114675"/>
                </a:moveTo>
                <a:lnTo>
                  <a:pt x="3228975" y="3114675"/>
                </a:lnTo>
                <a:lnTo>
                  <a:pt x="3228975" y="3143250"/>
                </a:lnTo>
                <a:lnTo>
                  <a:pt x="3219450" y="3143250"/>
                </a:lnTo>
                <a:lnTo>
                  <a:pt x="3219450" y="3152775"/>
                </a:lnTo>
                <a:lnTo>
                  <a:pt x="3209925" y="3152775"/>
                </a:lnTo>
                <a:lnTo>
                  <a:pt x="3209925" y="3162300"/>
                </a:lnTo>
                <a:lnTo>
                  <a:pt x="3162300" y="3162300"/>
                </a:lnTo>
                <a:lnTo>
                  <a:pt x="3162300" y="3143250"/>
                </a:lnTo>
                <a:lnTo>
                  <a:pt x="3200400" y="3143250"/>
                </a:lnTo>
                <a:lnTo>
                  <a:pt x="3200400" y="3133725"/>
                </a:lnTo>
                <a:lnTo>
                  <a:pt x="3209925" y="3133725"/>
                </a:lnTo>
                <a:lnTo>
                  <a:pt x="3209925" y="3124200"/>
                </a:lnTo>
                <a:lnTo>
                  <a:pt x="3219450" y="3124200"/>
                </a:lnTo>
                <a:close/>
                <a:moveTo>
                  <a:pt x="3057525" y="3124200"/>
                </a:moveTo>
                <a:lnTo>
                  <a:pt x="3067050" y="3124200"/>
                </a:lnTo>
                <a:lnTo>
                  <a:pt x="3067050" y="3133725"/>
                </a:lnTo>
                <a:lnTo>
                  <a:pt x="3057525" y="3133725"/>
                </a:lnTo>
                <a:close/>
                <a:moveTo>
                  <a:pt x="3076575" y="3124200"/>
                </a:moveTo>
                <a:lnTo>
                  <a:pt x="3095625" y="3124200"/>
                </a:lnTo>
                <a:lnTo>
                  <a:pt x="3095625" y="3143250"/>
                </a:lnTo>
                <a:lnTo>
                  <a:pt x="3076575" y="3143250"/>
                </a:lnTo>
                <a:close/>
                <a:moveTo>
                  <a:pt x="3267075" y="3124200"/>
                </a:moveTo>
                <a:lnTo>
                  <a:pt x="3276600" y="3124200"/>
                </a:lnTo>
                <a:lnTo>
                  <a:pt x="3276600" y="3143250"/>
                </a:lnTo>
                <a:lnTo>
                  <a:pt x="3267075" y="3143250"/>
                </a:lnTo>
                <a:close/>
                <a:moveTo>
                  <a:pt x="3114675" y="3133725"/>
                </a:moveTo>
                <a:lnTo>
                  <a:pt x="3133725" y="3133725"/>
                </a:lnTo>
                <a:lnTo>
                  <a:pt x="3133725" y="3152775"/>
                </a:lnTo>
                <a:lnTo>
                  <a:pt x="3105150" y="3152775"/>
                </a:lnTo>
                <a:lnTo>
                  <a:pt x="3105150" y="3143250"/>
                </a:lnTo>
                <a:lnTo>
                  <a:pt x="3114675" y="3143250"/>
                </a:lnTo>
                <a:close/>
                <a:moveTo>
                  <a:pt x="2486025" y="3143250"/>
                </a:moveTo>
                <a:lnTo>
                  <a:pt x="2505075" y="3143250"/>
                </a:lnTo>
                <a:lnTo>
                  <a:pt x="2505075" y="3152775"/>
                </a:lnTo>
                <a:lnTo>
                  <a:pt x="2486025" y="3152775"/>
                </a:lnTo>
                <a:close/>
                <a:moveTo>
                  <a:pt x="2552700" y="3143250"/>
                </a:moveTo>
                <a:lnTo>
                  <a:pt x="2571750" y="3143250"/>
                </a:lnTo>
                <a:lnTo>
                  <a:pt x="2571750" y="3152775"/>
                </a:lnTo>
                <a:lnTo>
                  <a:pt x="2590800" y="3152775"/>
                </a:lnTo>
                <a:lnTo>
                  <a:pt x="2590800" y="3162300"/>
                </a:lnTo>
                <a:lnTo>
                  <a:pt x="2600325" y="3162300"/>
                </a:lnTo>
                <a:lnTo>
                  <a:pt x="2600325" y="3143250"/>
                </a:lnTo>
                <a:lnTo>
                  <a:pt x="2609850" y="3143250"/>
                </a:lnTo>
                <a:lnTo>
                  <a:pt x="2609850" y="3152775"/>
                </a:lnTo>
                <a:lnTo>
                  <a:pt x="2638425" y="3152775"/>
                </a:lnTo>
                <a:lnTo>
                  <a:pt x="2638425" y="3171825"/>
                </a:lnTo>
                <a:lnTo>
                  <a:pt x="2628900" y="3171825"/>
                </a:lnTo>
                <a:lnTo>
                  <a:pt x="2628900" y="3190875"/>
                </a:lnTo>
                <a:lnTo>
                  <a:pt x="2619375" y="3190875"/>
                </a:lnTo>
                <a:lnTo>
                  <a:pt x="2619375" y="3181350"/>
                </a:lnTo>
                <a:lnTo>
                  <a:pt x="2609850" y="3181350"/>
                </a:lnTo>
                <a:lnTo>
                  <a:pt x="2609850" y="3171825"/>
                </a:lnTo>
                <a:lnTo>
                  <a:pt x="2571750" y="3171825"/>
                </a:lnTo>
                <a:lnTo>
                  <a:pt x="2571750" y="3162300"/>
                </a:lnTo>
                <a:lnTo>
                  <a:pt x="2562225" y="3162300"/>
                </a:lnTo>
                <a:lnTo>
                  <a:pt x="2562225" y="3152775"/>
                </a:lnTo>
                <a:lnTo>
                  <a:pt x="2552700" y="3152775"/>
                </a:lnTo>
                <a:close/>
                <a:moveTo>
                  <a:pt x="3038475" y="3143250"/>
                </a:moveTo>
                <a:lnTo>
                  <a:pt x="3067050" y="3143250"/>
                </a:lnTo>
                <a:lnTo>
                  <a:pt x="3067050" y="3162300"/>
                </a:lnTo>
                <a:lnTo>
                  <a:pt x="3048000" y="3162300"/>
                </a:lnTo>
                <a:lnTo>
                  <a:pt x="3048000" y="3152775"/>
                </a:lnTo>
                <a:lnTo>
                  <a:pt x="3038475" y="3152775"/>
                </a:lnTo>
                <a:close/>
                <a:moveTo>
                  <a:pt x="2152650" y="3152775"/>
                </a:moveTo>
                <a:lnTo>
                  <a:pt x="2162175" y="3152775"/>
                </a:lnTo>
                <a:lnTo>
                  <a:pt x="2162175" y="3162300"/>
                </a:lnTo>
                <a:lnTo>
                  <a:pt x="2171700" y="3162300"/>
                </a:lnTo>
                <a:lnTo>
                  <a:pt x="2171700" y="3171825"/>
                </a:lnTo>
                <a:lnTo>
                  <a:pt x="2238375" y="3171825"/>
                </a:lnTo>
                <a:lnTo>
                  <a:pt x="2238375" y="3181350"/>
                </a:lnTo>
                <a:lnTo>
                  <a:pt x="2257425" y="3181350"/>
                </a:lnTo>
                <a:lnTo>
                  <a:pt x="2257425" y="3200400"/>
                </a:lnTo>
                <a:lnTo>
                  <a:pt x="2238375" y="3200400"/>
                </a:lnTo>
                <a:lnTo>
                  <a:pt x="2238375" y="3190875"/>
                </a:lnTo>
                <a:lnTo>
                  <a:pt x="2228850" y="3190875"/>
                </a:lnTo>
                <a:lnTo>
                  <a:pt x="2228850" y="3181350"/>
                </a:lnTo>
                <a:lnTo>
                  <a:pt x="2190750" y="3181350"/>
                </a:lnTo>
                <a:lnTo>
                  <a:pt x="2190750" y="3190875"/>
                </a:lnTo>
                <a:lnTo>
                  <a:pt x="2181225" y="3190875"/>
                </a:lnTo>
                <a:lnTo>
                  <a:pt x="2181225" y="3200400"/>
                </a:lnTo>
                <a:lnTo>
                  <a:pt x="2171700" y="3200400"/>
                </a:lnTo>
                <a:lnTo>
                  <a:pt x="2171700" y="3209925"/>
                </a:lnTo>
                <a:lnTo>
                  <a:pt x="2181225" y="3209925"/>
                </a:lnTo>
                <a:lnTo>
                  <a:pt x="2181225" y="3200400"/>
                </a:lnTo>
                <a:lnTo>
                  <a:pt x="2190750" y="3200400"/>
                </a:lnTo>
                <a:lnTo>
                  <a:pt x="2190750" y="3209925"/>
                </a:lnTo>
                <a:lnTo>
                  <a:pt x="2228850" y="3209925"/>
                </a:lnTo>
                <a:lnTo>
                  <a:pt x="2228850" y="3219450"/>
                </a:lnTo>
                <a:lnTo>
                  <a:pt x="2238375" y="3219450"/>
                </a:lnTo>
                <a:lnTo>
                  <a:pt x="2238375" y="3228975"/>
                </a:lnTo>
                <a:lnTo>
                  <a:pt x="2247900" y="3228975"/>
                </a:lnTo>
                <a:lnTo>
                  <a:pt x="2247900" y="3238500"/>
                </a:lnTo>
                <a:lnTo>
                  <a:pt x="2228850" y="3238500"/>
                </a:lnTo>
                <a:lnTo>
                  <a:pt x="2228850" y="3228975"/>
                </a:lnTo>
                <a:lnTo>
                  <a:pt x="2200275" y="3228975"/>
                </a:lnTo>
                <a:lnTo>
                  <a:pt x="2200275" y="3219450"/>
                </a:lnTo>
                <a:lnTo>
                  <a:pt x="2162175" y="3219450"/>
                </a:lnTo>
                <a:lnTo>
                  <a:pt x="2162175" y="3209925"/>
                </a:lnTo>
                <a:lnTo>
                  <a:pt x="2143125" y="3209925"/>
                </a:lnTo>
                <a:lnTo>
                  <a:pt x="2143125" y="3171825"/>
                </a:lnTo>
                <a:lnTo>
                  <a:pt x="2152650" y="3171825"/>
                </a:lnTo>
                <a:close/>
                <a:moveTo>
                  <a:pt x="2505075" y="3152775"/>
                </a:moveTo>
                <a:lnTo>
                  <a:pt x="2514600" y="3152775"/>
                </a:lnTo>
                <a:lnTo>
                  <a:pt x="2514600" y="3162300"/>
                </a:lnTo>
                <a:lnTo>
                  <a:pt x="2505075" y="3162300"/>
                </a:lnTo>
                <a:close/>
                <a:moveTo>
                  <a:pt x="2705100" y="3152775"/>
                </a:moveTo>
                <a:lnTo>
                  <a:pt x="2714625" y="3152775"/>
                </a:lnTo>
                <a:lnTo>
                  <a:pt x="2714625" y="3171825"/>
                </a:lnTo>
                <a:lnTo>
                  <a:pt x="2705100" y="3171825"/>
                </a:lnTo>
                <a:close/>
                <a:moveTo>
                  <a:pt x="2105025" y="3162300"/>
                </a:moveTo>
                <a:lnTo>
                  <a:pt x="2114550" y="3162300"/>
                </a:lnTo>
                <a:lnTo>
                  <a:pt x="2114550" y="3219450"/>
                </a:lnTo>
                <a:lnTo>
                  <a:pt x="2124075" y="3219450"/>
                </a:lnTo>
                <a:lnTo>
                  <a:pt x="2124075" y="3238500"/>
                </a:lnTo>
                <a:lnTo>
                  <a:pt x="2114550" y="3238500"/>
                </a:lnTo>
                <a:lnTo>
                  <a:pt x="2114550" y="3228975"/>
                </a:lnTo>
                <a:lnTo>
                  <a:pt x="2085975" y="3228975"/>
                </a:lnTo>
                <a:lnTo>
                  <a:pt x="2085975" y="3209925"/>
                </a:lnTo>
                <a:lnTo>
                  <a:pt x="2095500" y="3209925"/>
                </a:lnTo>
                <a:lnTo>
                  <a:pt x="2095500" y="3171825"/>
                </a:lnTo>
                <a:lnTo>
                  <a:pt x="2105025" y="3171825"/>
                </a:lnTo>
                <a:close/>
                <a:moveTo>
                  <a:pt x="2657475" y="3162300"/>
                </a:moveTo>
                <a:lnTo>
                  <a:pt x="2667000" y="3162300"/>
                </a:lnTo>
                <a:lnTo>
                  <a:pt x="2667000" y="3171825"/>
                </a:lnTo>
                <a:lnTo>
                  <a:pt x="2657475" y="3171825"/>
                </a:lnTo>
                <a:close/>
                <a:moveTo>
                  <a:pt x="3228975" y="3162300"/>
                </a:moveTo>
                <a:lnTo>
                  <a:pt x="3248025" y="3162300"/>
                </a:lnTo>
                <a:lnTo>
                  <a:pt x="3248025" y="3181350"/>
                </a:lnTo>
                <a:lnTo>
                  <a:pt x="3267075" y="3181350"/>
                </a:lnTo>
                <a:lnTo>
                  <a:pt x="3267075" y="3190875"/>
                </a:lnTo>
                <a:lnTo>
                  <a:pt x="3248025" y="3190875"/>
                </a:lnTo>
                <a:lnTo>
                  <a:pt x="3248025" y="3200400"/>
                </a:lnTo>
                <a:lnTo>
                  <a:pt x="3228975" y="3200400"/>
                </a:lnTo>
                <a:lnTo>
                  <a:pt x="3228975" y="3209925"/>
                </a:lnTo>
                <a:lnTo>
                  <a:pt x="3238500" y="3209925"/>
                </a:lnTo>
                <a:lnTo>
                  <a:pt x="3238500" y="3219450"/>
                </a:lnTo>
                <a:lnTo>
                  <a:pt x="3228975" y="3219450"/>
                </a:lnTo>
                <a:lnTo>
                  <a:pt x="3228975" y="3248025"/>
                </a:lnTo>
                <a:lnTo>
                  <a:pt x="3219450" y="3248025"/>
                </a:lnTo>
                <a:lnTo>
                  <a:pt x="3219450" y="3181350"/>
                </a:lnTo>
                <a:lnTo>
                  <a:pt x="3209925" y="3181350"/>
                </a:lnTo>
                <a:lnTo>
                  <a:pt x="3209925" y="3171825"/>
                </a:lnTo>
                <a:lnTo>
                  <a:pt x="3228975" y="3171825"/>
                </a:lnTo>
                <a:close/>
                <a:moveTo>
                  <a:pt x="2695575" y="3171825"/>
                </a:moveTo>
                <a:lnTo>
                  <a:pt x="2705100" y="3171825"/>
                </a:lnTo>
                <a:lnTo>
                  <a:pt x="2705100" y="3190875"/>
                </a:lnTo>
                <a:lnTo>
                  <a:pt x="2695575" y="3190875"/>
                </a:lnTo>
                <a:close/>
                <a:moveTo>
                  <a:pt x="2276475" y="3181350"/>
                </a:moveTo>
                <a:lnTo>
                  <a:pt x="2295525" y="3181350"/>
                </a:lnTo>
                <a:lnTo>
                  <a:pt x="2295525" y="3190875"/>
                </a:lnTo>
                <a:lnTo>
                  <a:pt x="2276475" y="3190875"/>
                </a:lnTo>
                <a:close/>
                <a:moveTo>
                  <a:pt x="2638425" y="3181350"/>
                </a:moveTo>
                <a:lnTo>
                  <a:pt x="2667000" y="3181350"/>
                </a:lnTo>
                <a:lnTo>
                  <a:pt x="2667000" y="3190875"/>
                </a:lnTo>
                <a:lnTo>
                  <a:pt x="2638425" y="3190875"/>
                </a:lnTo>
                <a:close/>
                <a:moveTo>
                  <a:pt x="2428875" y="3209925"/>
                </a:moveTo>
                <a:lnTo>
                  <a:pt x="2438400" y="3209925"/>
                </a:lnTo>
                <a:lnTo>
                  <a:pt x="2438400" y="3228975"/>
                </a:lnTo>
                <a:lnTo>
                  <a:pt x="2390775" y="3228975"/>
                </a:lnTo>
                <a:lnTo>
                  <a:pt x="2390775" y="3219450"/>
                </a:lnTo>
                <a:lnTo>
                  <a:pt x="2428875" y="3219450"/>
                </a:lnTo>
                <a:close/>
                <a:moveTo>
                  <a:pt x="2867025" y="3219450"/>
                </a:moveTo>
                <a:lnTo>
                  <a:pt x="2876550" y="3219450"/>
                </a:lnTo>
                <a:lnTo>
                  <a:pt x="2876550" y="3228975"/>
                </a:lnTo>
                <a:lnTo>
                  <a:pt x="2867025" y="3228975"/>
                </a:lnTo>
                <a:close/>
                <a:moveTo>
                  <a:pt x="2952750" y="3219450"/>
                </a:moveTo>
                <a:lnTo>
                  <a:pt x="2962275" y="3219450"/>
                </a:lnTo>
                <a:lnTo>
                  <a:pt x="2962275" y="3228975"/>
                </a:lnTo>
                <a:lnTo>
                  <a:pt x="2952750" y="3228975"/>
                </a:lnTo>
                <a:close/>
                <a:moveTo>
                  <a:pt x="2981325" y="3219450"/>
                </a:moveTo>
                <a:lnTo>
                  <a:pt x="3000375" y="3219450"/>
                </a:lnTo>
                <a:lnTo>
                  <a:pt x="3000375" y="3228975"/>
                </a:lnTo>
                <a:lnTo>
                  <a:pt x="2981325" y="3228975"/>
                </a:lnTo>
                <a:close/>
                <a:moveTo>
                  <a:pt x="2543175" y="3228975"/>
                </a:moveTo>
                <a:lnTo>
                  <a:pt x="2590800" y="3228975"/>
                </a:lnTo>
                <a:lnTo>
                  <a:pt x="2590800" y="3238500"/>
                </a:lnTo>
                <a:lnTo>
                  <a:pt x="2562225" y="3238500"/>
                </a:lnTo>
                <a:lnTo>
                  <a:pt x="2562225" y="3248025"/>
                </a:lnTo>
                <a:lnTo>
                  <a:pt x="2552700" y="3248025"/>
                </a:lnTo>
                <a:lnTo>
                  <a:pt x="2552700" y="3238500"/>
                </a:lnTo>
                <a:lnTo>
                  <a:pt x="2543175" y="3238500"/>
                </a:lnTo>
                <a:close/>
                <a:moveTo>
                  <a:pt x="3019425" y="3228975"/>
                </a:moveTo>
                <a:lnTo>
                  <a:pt x="3038475" y="3228975"/>
                </a:lnTo>
                <a:lnTo>
                  <a:pt x="3038475" y="3238500"/>
                </a:lnTo>
                <a:lnTo>
                  <a:pt x="3019425" y="3238500"/>
                </a:lnTo>
                <a:close/>
                <a:moveTo>
                  <a:pt x="3048000" y="3228975"/>
                </a:moveTo>
                <a:lnTo>
                  <a:pt x="3057525" y="3228975"/>
                </a:lnTo>
                <a:lnTo>
                  <a:pt x="3057525" y="3238500"/>
                </a:lnTo>
                <a:lnTo>
                  <a:pt x="3048000" y="3238500"/>
                </a:lnTo>
                <a:close/>
                <a:moveTo>
                  <a:pt x="3057525" y="3238500"/>
                </a:moveTo>
                <a:lnTo>
                  <a:pt x="3095625" y="3238500"/>
                </a:lnTo>
                <a:lnTo>
                  <a:pt x="3095625" y="3248025"/>
                </a:lnTo>
                <a:lnTo>
                  <a:pt x="3057525" y="3248025"/>
                </a:lnTo>
                <a:close/>
                <a:moveTo>
                  <a:pt x="2352675" y="3248025"/>
                </a:moveTo>
                <a:lnTo>
                  <a:pt x="2371725" y="3248025"/>
                </a:lnTo>
                <a:lnTo>
                  <a:pt x="2371725" y="3257550"/>
                </a:lnTo>
                <a:lnTo>
                  <a:pt x="2352675" y="3257550"/>
                </a:lnTo>
                <a:close/>
                <a:moveTo>
                  <a:pt x="3124200" y="3248025"/>
                </a:moveTo>
                <a:lnTo>
                  <a:pt x="3133725" y="3248025"/>
                </a:lnTo>
                <a:lnTo>
                  <a:pt x="3133725" y="3257550"/>
                </a:lnTo>
                <a:lnTo>
                  <a:pt x="3124200" y="3257550"/>
                </a:lnTo>
                <a:close/>
                <a:moveTo>
                  <a:pt x="2152650" y="3267075"/>
                </a:moveTo>
                <a:lnTo>
                  <a:pt x="2162175" y="3267075"/>
                </a:lnTo>
                <a:lnTo>
                  <a:pt x="2162175" y="3276600"/>
                </a:lnTo>
                <a:lnTo>
                  <a:pt x="2152650" y="3276600"/>
                </a:lnTo>
                <a:close/>
                <a:moveTo>
                  <a:pt x="3209925" y="3267075"/>
                </a:moveTo>
                <a:lnTo>
                  <a:pt x="3219450" y="3267075"/>
                </a:lnTo>
                <a:lnTo>
                  <a:pt x="3219450" y="3305175"/>
                </a:lnTo>
                <a:lnTo>
                  <a:pt x="3238500" y="3305175"/>
                </a:lnTo>
                <a:lnTo>
                  <a:pt x="3238500" y="3295650"/>
                </a:lnTo>
                <a:lnTo>
                  <a:pt x="3248025" y="3295650"/>
                </a:lnTo>
                <a:lnTo>
                  <a:pt x="3248025" y="3324225"/>
                </a:lnTo>
                <a:lnTo>
                  <a:pt x="3257550" y="3324225"/>
                </a:lnTo>
                <a:lnTo>
                  <a:pt x="3257550" y="3343275"/>
                </a:lnTo>
                <a:lnTo>
                  <a:pt x="3248025" y="3343275"/>
                </a:lnTo>
                <a:lnTo>
                  <a:pt x="3248025" y="3362325"/>
                </a:lnTo>
                <a:lnTo>
                  <a:pt x="3209925" y="3362325"/>
                </a:lnTo>
                <a:lnTo>
                  <a:pt x="3209925" y="3371850"/>
                </a:lnTo>
                <a:lnTo>
                  <a:pt x="3200400" y="3371850"/>
                </a:lnTo>
                <a:lnTo>
                  <a:pt x="3200400" y="3324225"/>
                </a:lnTo>
                <a:lnTo>
                  <a:pt x="3209925" y="3324225"/>
                </a:lnTo>
                <a:close/>
                <a:moveTo>
                  <a:pt x="2143125" y="3276600"/>
                </a:moveTo>
                <a:lnTo>
                  <a:pt x="2152650" y="3276600"/>
                </a:lnTo>
                <a:lnTo>
                  <a:pt x="2152650" y="3286125"/>
                </a:lnTo>
                <a:lnTo>
                  <a:pt x="2162175" y="3286125"/>
                </a:lnTo>
                <a:lnTo>
                  <a:pt x="2162175" y="3276600"/>
                </a:lnTo>
                <a:lnTo>
                  <a:pt x="2171700" y="3276600"/>
                </a:lnTo>
                <a:lnTo>
                  <a:pt x="2171700" y="3305175"/>
                </a:lnTo>
                <a:lnTo>
                  <a:pt x="2200275" y="3305175"/>
                </a:lnTo>
                <a:lnTo>
                  <a:pt x="2200275" y="3286125"/>
                </a:lnTo>
                <a:lnTo>
                  <a:pt x="2190750" y="3286125"/>
                </a:lnTo>
                <a:lnTo>
                  <a:pt x="2190750" y="3276600"/>
                </a:lnTo>
                <a:lnTo>
                  <a:pt x="2228850" y="3276600"/>
                </a:lnTo>
                <a:lnTo>
                  <a:pt x="2228850" y="3286125"/>
                </a:lnTo>
                <a:lnTo>
                  <a:pt x="2219325" y="3286125"/>
                </a:lnTo>
                <a:lnTo>
                  <a:pt x="2219325" y="3295650"/>
                </a:lnTo>
                <a:lnTo>
                  <a:pt x="2228850" y="3295650"/>
                </a:lnTo>
                <a:lnTo>
                  <a:pt x="2228850" y="3305175"/>
                </a:lnTo>
                <a:lnTo>
                  <a:pt x="2247900" y="3305175"/>
                </a:lnTo>
                <a:lnTo>
                  <a:pt x="2247900" y="3295650"/>
                </a:lnTo>
                <a:lnTo>
                  <a:pt x="2238375" y="3295650"/>
                </a:lnTo>
                <a:lnTo>
                  <a:pt x="2238375" y="3286125"/>
                </a:lnTo>
                <a:lnTo>
                  <a:pt x="2257425" y="3286125"/>
                </a:lnTo>
                <a:lnTo>
                  <a:pt x="2257425" y="3295650"/>
                </a:lnTo>
                <a:lnTo>
                  <a:pt x="2266950" y="3295650"/>
                </a:lnTo>
                <a:lnTo>
                  <a:pt x="2266950" y="3286125"/>
                </a:lnTo>
                <a:lnTo>
                  <a:pt x="2276475" y="3286125"/>
                </a:lnTo>
                <a:lnTo>
                  <a:pt x="2276475" y="3305175"/>
                </a:lnTo>
                <a:lnTo>
                  <a:pt x="2266950" y="3305175"/>
                </a:lnTo>
                <a:lnTo>
                  <a:pt x="2266950" y="3314700"/>
                </a:lnTo>
                <a:lnTo>
                  <a:pt x="2247900" y="3314700"/>
                </a:lnTo>
                <a:lnTo>
                  <a:pt x="2247900" y="3324225"/>
                </a:lnTo>
                <a:lnTo>
                  <a:pt x="2228850" y="3324225"/>
                </a:lnTo>
                <a:lnTo>
                  <a:pt x="2228850" y="3333750"/>
                </a:lnTo>
                <a:lnTo>
                  <a:pt x="2209800" y="3333750"/>
                </a:lnTo>
                <a:lnTo>
                  <a:pt x="2209800" y="3343275"/>
                </a:lnTo>
                <a:lnTo>
                  <a:pt x="2200275" y="3343275"/>
                </a:lnTo>
                <a:lnTo>
                  <a:pt x="2200275" y="3352800"/>
                </a:lnTo>
                <a:lnTo>
                  <a:pt x="2219325" y="3352800"/>
                </a:lnTo>
                <a:lnTo>
                  <a:pt x="2219325" y="3362325"/>
                </a:lnTo>
                <a:lnTo>
                  <a:pt x="2266950" y="3362325"/>
                </a:lnTo>
                <a:lnTo>
                  <a:pt x="2266950" y="3371850"/>
                </a:lnTo>
                <a:lnTo>
                  <a:pt x="2209800" y="3371850"/>
                </a:lnTo>
                <a:lnTo>
                  <a:pt x="2209800" y="3362325"/>
                </a:lnTo>
                <a:lnTo>
                  <a:pt x="2143125" y="3362325"/>
                </a:lnTo>
                <a:lnTo>
                  <a:pt x="2143125" y="3352800"/>
                </a:lnTo>
                <a:lnTo>
                  <a:pt x="2114550" y="3352800"/>
                </a:lnTo>
                <a:lnTo>
                  <a:pt x="2114550" y="3343275"/>
                </a:lnTo>
                <a:lnTo>
                  <a:pt x="2076450" y="3343275"/>
                </a:lnTo>
                <a:lnTo>
                  <a:pt x="2076450" y="3333750"/>
                </a:lnTo>
                <a:lnTo>
                  <a:pt x="2066925" y="3333750"/>
                </a:lnTo>
                <a:lnTo>
                  <a:pt x="2066925" y="3324225"/>
                </a:lnTo>
                <a:lnTo>
                  <a:pt x="2057400" y="3324225"/>
                </a:lnTo>
                <a:lnTo>
                  <a:pt x="2057400" y="3314700"/>
                </a:lnTo>
                <a:lnTo>
                  <a:pt x="2105025" y="3314700"/>
                </a:lnTo>
                <a:lnTo>
                  <a:pt x="2105025" y="3305175"/>
                </a:lnTo>
                <a:lnTo>
                  <a:pt x="2114550" y="3305175"/>
                </a:lnTo>
                <a:lnTo>
                  <a:pt x="2114550" y="3295650"/>
                </a:lnTo>
                <a:lnTo>
                  <a:pt x="2133600" y="3295650"/>
                </a:lnTo>
                <a:lnTo>
                  <a:pt x="2133600" y="3286125"/>
                </a:lnTo>
                <a:lnTo>
                  <a:pt x="2143125" y="3286125"/>
                </a:lnTo>
                <a:close/>
                <a:moveTo>
                  <a:pt x="2381250" y="3295650"/>
                </a:moveTo>
                <a:lnTo>
                  <a:pt x="2390775" y="3295650"/>
                </a:lnTo>
                <a:lnTo>
                  <a:pt x="2390775" y="3305175"/>
                </a:lnTo>
                <a:lnTo>
                  <a:pt x="2381250" y="3305175"/>
                </a:lnTo>
                <a:close/>
                <a:moveTo>
                  <a:pt x="3171825" y="3295650"/>
                </a:moveTo>
                <a:lnTo>
                  <a:pt x="3181350" y="3295650"/>
                </a:lnTo>
                <a:lnTo>
                  <a:pt x="3181350" y="3305175"/>
                </a:lnTo>
                <a:lnTo>
                  <a:pt x="3171825" y="3305175"/>
                </a:lnTo>
                <a:close/>
                <a:moveTo>
                  <a:pt x="2143125" y="3324225"/>
                </a:moveTo>
                <a:lnTo>
                  <a:pt x="2171700" y="3324225"/>
                </a:lnTo>
                <a:lnTo>
                  <a:pt x="2171700" y="3314700"/>
                </a:lnTo>
                <a:lnTo>
                  <a:pt x="2152650" y="3314700"/>
                </a:lnTo>
                <a:lnTo>
                  <a:pt x="2152650" y="3295650"/>
                </a:lnTo>
                <a:lnTo>
                  <a:pt x="2143125" y="3295650"/>
                </a:lnTo>
                <a:close/>
                <a:moveTo>
                  <a:pt x="2828925" y="3324225"/>
                </a:moveTo>
                <a:lnTo>
                  <a:pt x="2838450" y="3324225"/>
                </a:lnTo>
                <a:lnTo>
                  <a:pt x="2838450" y="3343275"/>
                </a:lnTo>
                <a:lnTo>
                  <a:pt x="2828925" y="3343275"/>
                </a:lnTo>
                <a:close/>
                <a:moveTo>
                  <a:pt x="2286000" y="3333750"/>
                </a:moveTo>
                <a:lnTo>
                  <a:pt x="2295525" y="3333750"/>
                </a:lnTo>
                <a:lnTo>
                  <a:pt x="2295525" y="3362325"/>
                </a:lnTo>
                <a:lnTo>
                  <a:pt x="2305050" y="3362325"/>
                </a:lnTo>
                <a:lnTo>
                  <a:pt x="2305050" y="3371850"/>
                </a:lnTo>
                <a:lnTo>
                  <a:pt x="2324100" y="3371850"/>
                </a:lnTo>
                <a:lnTo>
                  <a:pt x="2324100" y="3362325"/>
                </a:lnTo>
                <a:lnTo>
                  <a:pt x="2333625" y="3362325"/>
                </a:lnTo>
                <a:lnTo>
                  <a:pt x="2333625" y="3343275"/>
                </a:lnTo>
                <a:lnTo>
                  <a:pt x="2343150" y="3343275"/>
                </a:lnTo>
                <a:lnTo>
                  <a:pt x="2343150" y="3352800"/>
                </a:lnTo>
                <a:lnTo>
                  <a:pt x="2352675" y="3352800"/>
                </a:lnTo>
                <a:lnTo>
                  <a:pt x="2352675" y="3381375"/>
                </a:lnTo>
                <a:lnTo>
                  <a:pt x="2371725" y="3381375"/>
                </a:lnTo>
                <a:lnTo>
                  <a:pt x="2371725" y="3390900"/>
                </a:lnTo>
                <a:lnTo>
                  <a:pt x="2333625" y="3390900"/>
                </a:lnTo>
                <a:lnTo>
                  <a:pt x="2333625" y="3381375"/>
                </a:lnTo>
                <a:lnTo>
                  <a:pt x="2266950" y="3381375"/>
                </a:lnTo>
                <a:lnTo>
                  <a:pt x="2266950" y="3371850"/>
                </a:lnTo>
                <a:lnTo>
                  <a:pt x="2286000" y="3371850"/>
                </a:lnTo>
                <a:lnTo>
                  <a:pt x="2286000" y="3352800"/>
                </a:lnTo>
                <a:lnTo>
                  <a:pt x="2276475" y="3352800"/>
                </a:lnTo>
                <a:lnTo>
                  <a:pt x="2276475" y="3343275"/>
                </a:lnTo>
                <a:lnTo>
                  <a:pt x="2286000" y="3343275"/>
                </a:lnTo>
                <a:close/>
                <a:moveTo>
                  <a:pt x="2838450" y="3343275"/>
                </a:moveTo>
                <a:lnTo>
                  <a:pt x="2847975" y="3343275"/>
                </a:lnTo>
                <a:lnTo>
                  <a:pt x="2847975" y="3352800"/>
                </a:lnTo>
                <a:lnTo>
                  <a:pt x="2838450" y="3352800"/>
                </a:lnTo>
                <a:close/>
                <a:moveTo>
                  <a:pt x="3219450" y="3343275"/>
                </a:moveTo>
                <a:lnTo>
                  <a:pt x="3228975" y="3343275"/>
                </a:lnTo>
                <a:lnTo>
                  <a:pt x="3228975" y="3352800"/>
                </a:lnTo>
                <a:lnTo>
                  <a:pt x="3238500" y="3352800"/>
                </a:lnTo>
                <a:lnTo>
                  <a:pt x="3238500" y="3324225"/>
                </a:lnTo>
                <a:lnTo>
                  <a:pt x="3228975" y="3324225"/>
                </a:lnTo>
                <a:lnTo>
                  <a:pt x="3228975" y="3314700"/>
                </a:lnTo>
                <a:lnTo>
                  <a:pt x="3219450" y="3314700"/>
                </a:lnTo>
                <a:lnTo>
                  <a:pt x="3219450" y="3333750"/>
                </a:lnTo>
                <a:lnTo>
                  <a:pt x="3209925" y="3333750"/>
                </a:lnTo>
                <a:lnTo>
                  <a:pt x="3209925" y="3352800"/>
                </a:lnTo>
                <a:lnTo>
                  <a:pt x="3219450" y="3352800"/>
                </a:lnTo>
                <a:close/>
                <a:moveTo>
                  <a:pt x="2847975" y="3352800"/>
                </a:moveTo>
                <a:lnTo>
                  <a:pt x="2857500" y="3352800"/>
                </a:lnTo>
                <a:lnTo>
                  <a:pt x="2857500" y="3362325"/>
                </a:lnTo>
                <a:lnTo>
                  <a:pt x="2847975" y="3362325"/>
                </a:lnTo>
                <a:close/>
                <a:moveTo>
                  <a:pt x="2524125" y="3371850"/>
                </a:moveTo>
                <a:lnTo>
                  <a:pt x="2552700" y="3371850"/>
                </a:lnTo>
                <a:lnTo>
                  <a:pt x="2552700" y="3381375"/>
                </a:lnTo>
                <a:lnTo>
                  <a:pt x="2543175" y="3381375"/>
                </a:lnTo>
                <a:lnTo>
                  <a:pt x="2543175" y="3390900"/>
                </a:lnTo>
                <a:lnTo>
                  <a:pt x="2514600" y="3390900"/>
                </a:lnTo>
                <a:lnTo>
                  <a:pt x="2514600" y="3381375"/>
                </a:lnTo>
                <a:lnTo>
                  <a:pt x="2524125" y="3381375"/>
                </a:lnTo>
                <a:close/>
                <a:moveTo>
                  <a:pt x="2895600" y="3371850"/>
                </a:moveTo>
                <a:lnTo>
                  <a:pt x="2905125" y="3371850"/>
                </a:lnTo>
                <a:lnTo>
                  <a:pt x="2905125" y="3381375"/>
                </a:lnTo>
                <a:lnTo>
                  <a:pt x="2895600" y="3381375"/>
                </a:lnTo>
                <a:close/>
                <a:moveTo>
                  <a:pt x="2962275" y="3381375"/>
                </a:moveTo>
                <a:lnTo>
                  <a:pt x="2971800" y="3381375"/>
                </a:lnTo>
                <a:lnTo>
                  <a:pt x="2971800" y="3390900"/>
                </a:lnTo>
                <a:lnTo>
                  <a:pt x="2962275" y="3390900"/>
                </a:lnTo>
                <a:close/>
                <a:moveTo>
                  <a:pt x="2400300" y="3390900"/>
                </a:moveTo>
                <a:lnTo>
                  <a:pt x="2438400" y="3390900"/>
                </a:lnTo>
                <a:lnTo>
                  <a:pt x="2438400" y="3400425"/>
                </a:lnTo>
                <a:lnTo>
                  <a:pt x="2400300" y="3400425"/>
                </a:lnTo>
                <a:close/>
                <a:moveTo>
                  <a:pt x="3009900" y="3390900"/>
                </a:moveTo>
                <a:lnTo>
                  <a:pt x="3019425" y="3390900"/>
                </a:lnTo>
                <a:lnTo>
                  <a:pt x="3019425" y="3400425"/>
                </a:lnTo>
                <a:lnTo>
                  <a:pt x="3009900" y="3400425"/>
                </a:lnTo>
                <a:close/>
                <a:moveTo>
                  <a:pt x="3028950" y="3390900"/>
                </a:moveTo>
                <a:lnTo>
                  <a:pt x="3038475" y="3390900"/>
                </a:lnTo>
                <a:lnTo>
                  <a:pt x="3038475" y="3400425"/>
                </a:lnTo>
                <a:lnTo>
                  <a:pt x="3028950" y="3400425"/>
                </a:lnTo>
                <a:close/>
                <a:moveTo>
                  <a:pt x="3200400" y="3390900"/>
                </a:moveTo>
                <a:lnTo>
                  <a:pt x="3209925" y="3390900"/>
                </a:lnTo>
                <a:lnTo>
                  <a:pt x="3209925" y="3429000"/>
                </a:lnTo>
                <a:lnTo>
                  <a:pt x="3200400" y="3429000"/>
                </a:lnTo>
                <a:lnTo>
                  <a:pt x="3200400" y="3448050"/>
                </a:lnTo>
                <a:lnTo>
                  <a:pt x="3190875" y="3448050"/>
                </a:lnTo>
                <a:lnTo>
                  <a:pt x="3190875" y="3409950"/>
                </a:lnTo>
                <a:lnTo>
                  <a:pt x="3200400" y="3409950"/>
                </a:lnTo>
                <a:close/>
                <a:moveTo>
                  <a:pt x="2514600" y="3400425"/>
                </a:moveTo>
                <a:lnTo>
                  <a:pt x="2524125" y="3400425"/>
                </a:lnTo>
                <a:lnTo>
                  <a:pt x="2524125" y="3409950"/>
                </a:lnTo>
                <a:lnTo>
                  <a:pt x="2533650" y="3409950"/>
                </a:lnTo>
                <a:lnTo>
                  <a:pt x="2533650" y="3419475"/>
                </a:lnTo>
                <a:lnTo>
                  <a:pt x="2495550" y="3419475"/>
                </a:lnTo>
                <a:lnTo>
                  <a:pt x="2495550" y="3409950"/>
                </a:lnTo>
                <a:lnTo>
                  <a:pt x="2514600" y="3409950"/>
                </a:lnTo>
                <a:close/>
                <a:moveTo>
                  <a:pt x="2562225" y="3419475"/>
                </a:moveTo>
                <a:lnTo>
                  <a:pt x="2590800" y="3419475"/>
                </a:lnTo>
                <a:lnTo>
                  <a:pt x="2590800" y="3429000"/>
                </a:lnTo>
                <a:lnTo>
                  <a:pt x="2562225" y="3429000"/>
                </a:lnTo>
                <a:close/>
                <a:moveTo>
                  <a:pt x="2628900" y="3429000"/>
                </a:moveTo>
                <a:lnTo>
                  <a:pt x="2638425" y="3429000"/>
                </a:lnTo>
                <a:lnTo>
                  <a:pt x="2638425" y="3438525"/>
                </a:lnTo>
                <a:lnTo>
                  <a:pt x="2628900" y="3438525"/>
                </a:lnTo>
                <a:close/>
                <a:moveTo>
                  <a:pt x="2695575" y="3438525"/>
                </a:moveTo>
                <a:lnTo>
                  <a:pt x="2724150" y="3438525"/>
                </a:lnTo>
                <a:lnTo>
                  <a:pt x="2724150" y="3448050"/>
                </a:lnTo>
                <a:lnTo>
                  <a:pt x="2695575" y="3448050"/>
                </a:lnTo>
                <a:close/>
                <a:moveTo>
                  <a:pt x="2743200" y="3448050"/>
                </a:moveTo>
                <a:lnTo>
                  <a:pt x="2781300" y="3448050"/>
                </a:lnTo>
                <a:lnTo>
                  <a:pt x="2781300" y="3457575"/>
                </a:lnTo>
                <a:lnTo>
                  <a:pt x="2743200" y="3457575"/>
                </a:lnTo>
                <a:close/>
                <a:moveTo>
                  <a:pt x="2809875" y="3457575"/>
                </a:moveTo>
                <a:lnTo>
                  <a:pt x="2819400" y="3457575"/>
                </a:lnTo>
                <a:lnTo>
                  <a:pt x="2819400" y="3467100"/>
                </a:lnTo>
                <a:lnTo>
                  <a:pt x="2809875" y="3467100"/>
                </a:lnTo>
                <a:close/>
                <a:moveTo>
                  <a:pt x="2143125" y="3467100"/>
                </a:moveTo>
                <a:lnTo>
                  <a:pt x="2162175" y="3467100"/>
                </a:lnTo>
                <a:lnTo>
                  <a:pt x="2162175" y="3486150"/>
                </a:lnTo>
                <a:lnTo>
                  <a:pt x="2143125" y="3486150"/>
                </a:lnTo>
                <a:close/>
                <a:moveTo>
                  <a:pt x="2857500" y="3467100"/>
                </a:moveTo>
                <a:lnTo>
                  <a:pt x="2876550" y="3467100"/>
                </a:lnTo>
                <a:lnTo>
                  <a:pt x="2876550" y="3476625"/>
                </a:lnTo>
                <a:lnTo>
                  <a:pt x="2857500" y="3476625"/>
                </a:lnTo>
                <a:close/>
                <a:moveTo>
                  <a:pt x="3181350" y="3467100"/>
                </a:moveTo>
                <a:lnTo>
                  <a:pt x="3190875" y="3467100"/>
                </a:lnTo>
                <a:lnTo>
                  <a:pt x="3190875" y="3476625"/>
                </a:lnTo>
                <a:lnTo>
                  <a:pt x="3181350" y="3476625"/>
                </a:lnTo>
                <a:close/>
                <a:moveTo>
                  <a:pt x="2200275" y="3476625"/>
                </a:moveTo>
                <a:lnTo>
                  <a:pt x="2228850" y="3476625"/>
                </a:lnTo>
                <a:lnTo>
                  <a:pt x="2228850" y="3495675"/>
                </a:lnTo>
                <a:lnTo>
                  <a:pt x="2200275" y="3495675"/>
                </a:lnTo>
                <a:close/>
                <a:moveTo>
                  <a:pt x="2933700" y="3476625"/>
                </a:moveTo>
                <a:lnTo>
                  <a:pt x="2943225" y="3476625"/>
                </a:lnTo>
                <a:lnTo>
                  <a:pt x="2943225" y="3486150"/>
                </a:lnTo>
                <a:lnTo>
                  <a:pt x="2933700" y="3486150"/>
                </a:lnTo>
                <a:close/>
                <a:moveTo>
                  <a:pt x="3171825" y="3476625"/>
                </a:moveTo>
                <a:lnTo>
                  <a:pt x="3181350" y="3476625"/>
                </a:lnTo>
                <a:lnTo>
                  <a:pt x="3181350" y="3486150"/>
                </a:lnTo>
                <a:lnTo>
                  <a:pt x="3171825" y="3486150"/>
                </a:lnTo>
                <a:close/>
                <a:moveTo>
                  <a:pt x="2266950" y="3486150"/>
                </a:moveTo>
                <a:lnTo>
                  <a:pt x="2286000" y="3486150"/>
                </a:lnTo>
                <a:lnTo>
                  <a:pt x="2286000" y="3505200"/>
                </a:lnTo>
                <a:lnTo>
                  <a:pt x="2266950" y="3505200"/>
                </a:lnTo>
                <a:close/>
                <a:moveTo>
                  <a:pt x="3000375" y="3486150"/>
                </a:moveTo>
                <a:lnTo>
                  <a:pt x="3009900" y="3486150"/>
                </a:lnTo>
                <a:lnTo>
                  <a:pt x="3009900" y="3495675"/>
                </a:lnTo>
                <a:lnTo>
                  <a:pt x="3000375" y="3495675"/>
                </a:lnTo>
                <a:close/>
                <a:moveTo>
                  <a:pt x="3067050" y="3486150"/>
                </a:moveTo>
                <a:lnTo>
                  <a:pt x="3095625" y="3486150"/>
                </a:lnTo>
                <a:lnTo>
                  <a:pt x="3095625" y="3505200"/>
                </a:lnTo>
                <a:lnTo>
                  <a:pt x="3057525" y="3505200"/>
                </a:lnTo>
                <a:lnTo>
                  <a:pt x="3057525" y="3495675"/>
                </a:lnTo>
                <a:lnTo>
                  <a:pt x="3067050" y="3495675"/>
                </a:lnTo>
                <a:close/>
                <a:moveTo>
                  <a:pt x="3162300" y="3486150"/>
                </a:moveTo>
                <a:lnTo>
                  <a:pt x="3171825" y="3486150"/>
                </a:lnTo>
                <a:lnTo>
                  <a:pt x="3171825" y="3495675"/>
                </a:lnTo>
                <a:lnTo>
                  <a:pt x="3162300" y="3495675"/>
                </a:lnTo>
                <a:close/>
                <a:moveTo>
                  <a:pt x="2314575" y="3495675"/>
                </a:moveTo>
                <a:lnTo>
                  <a:pt x="2343150" y="3495675"/>
                </a:lnTo>
                <a:lnTo>
                  <a:pt x="2343150" y="3514725"/>
                </a:lnTo>
                <a:lnTo>
                  <a:pt x="2314575" y="3514725"/>
                </a:lnTo>
                <a:close/>
                <a:moveTo>
                  <a:pt x="3152775" y="3495675"/>
                </a:moveTo>
                <a:lnTo>
                  <a:pt x="3162300" y="3495675"/>
                </a:lnTo>
                <a:lnTo>
                  <a:pt x="3162300" y="3505200"/>
                </a:lnTo>
                <a:lnTo>
                  <a:pt x="3152775" y="3505200"/>
                </a:lnTo>
                <a:close/>
                <a:moveTo>
                  <a:pt x="3209925" y="3495675"/>
                </a:moveTo>
                <a:lnTo>
                  <a:pt x="3219450" y="3495675"/>
                </a:lnTo>
                <a:lnTo>
                  <a:pt x="3219450" y="3505200"/>
                </a:lnTo>
                <a:lnTo>
                  <a:pt x="3209925" y="3505200"/>
                </a:lnTo>
                <a:close/>
                <a:moveTo>
                  <a:pt x="2381250" y="3505200"/>
                </a:moveTo>
                <a:lnTo>
                  <a:pt x="2409825" y="3505200"/>
                </a:lnTo>
                <a:lnTo>
                  <a:pt x="2409825" y="3524250"/>
                </a:lnTo>
                <a:lnTo>
                  <a:pt x="2381250" y="3524250"/>
                </a:lnTo>
                <a:close/>
                <a:moveTo>
                  <a:pt x="3105150" y="3505200"/>
                </a:moveTo>
                <a:lnTo>
                  <a:pt x="3152775" y="3505200"/>
                </a:lnTo>
                <a:lnTo>
                  <a:pt x="3152775" y="3514725"/>
                </a:lnTo>
                <a:lnTo>
                  <a:pt x="3105150" y="3514725"/>
                </a:lnTo>
                <a:close/>
                <a:moveTo>
                  <a:pt x="2438400" y="3514725"/>
                </a:moveTo>
                <a:lnTo>
                  <a:pt x="2476500" y="3514725"/>
                </a:lnTo>
                <a:lnTo>
                  <a:pt x="2476500" y="3533775"/>
                </a:lnTo>
                <a:lnTo>
                  <a:pt x="2438400" y="3533775"/>
                </a:lnTo>
                <a:close/>
                <a:moveTo>
                  <a:pt x="2495550" y="3524250"/>
                </a:moveTo>
                <a:lnTo>
                  <a:pt x="2505075" y="3524250"/>
                </a:lnTo>
                <a:lnTo>
                  <a:pt x="2505075" y="3543300"/>
                </a:lnTo>
                <a:lnTo>
                  <a:pt x="2495550" y="3543300"/>
                </a:lnTo>
                <a:close/>
                <a:moveTo>
                  <a:pt x="2524125" y="3524250"/>
                </a:moveTo>
                <a:lnTo>
                  <a:pt x="2543175" y="3524250"/>
                </a:lnTo>
                <a:lnTo>
                  <a:pt x="2543175" y="3543300"/>
                </a:lnTo>
                <a:lnTo>
                  <a:pt x="2524125" y="3543300"/>
                </a:lnTo>
                <a:close/>
                <a:moveTo>
                  <a:pt x="2562225" y="3533775"/>
                </a:moveTo>
                <a:lnTo>
                  <a:pt x="2590800" y="3533775"/>
                </a:lnTo>
                <a:lnTo>
                  <a:pt x="2590800" y="3552825"/>
                </a:lnTo>
                <a:lnTo>
                  <a:pt x="2562225" y="3552825"/>
                </a:lnTo>
                <a:close/>
                <a:moveTo>
                  <a:pt x="2619375" y="3543300"/>
                </a:moveTo>
                <a:lnTo>
                  <a:pt x="2657475" y="3543300"/>
                </a:lnTo>
                <a:lnTo>
                  <a:pt x="2657475" y="3562350"/>
                </a:lnTo>
                <a:lnTo>
                  <a:pt x="2619375" y="3562350"/>
                </a:lnTo>
                <a:close/>
                <a:moveTo>
                  <a:pt x="2676525" y="3552825"/>
                </a:moveTo>
                <a:lnTo>
                  <a:pt x="2714625" y="3552825"/>
                </a:lnTo>
                <a:lnTo>
                  <a:pt x="2714625" y="3571875"/>
                </a:lnTo>
                <a:lnTo>
                  <a:pt x="2676525" y="3571875"/>
                </a:lnTo>
                <a:close/>
                <a:moveTo>
                  <a:pt x="2752725" y="3562350"/>
                </a:moveTo>
                <a:lnTo>
                  <a:pt x="2790825" y="3562350"/>
                </a:lnTo>
                <a:lnTo>
                  <a:pt x="2790825" y="3581400"/>
                </a:lnTo>
                <a:lnTo>
                  <a:pt x="2752725" y="3581400"/>
                </a:lnTo>
                <a:close/>
                <a:moveTo>
                  <a:pt x="2809875" y="3571875"/>
                </a:moveTo>
                <a:lnTo>
                  <a:pt x="2867025" y="3571875"/>
                </a:lnTo>
                <a:lnTo>
                  <a:pt x="2867025" y="3590925"/>
                </a:lnTo>
                <a:lnTo>
                  <a:pt x="2809875" y="3590925"/>
                </a:lnTo>
                <a:close/>
                <a:moveTo>
                  <a:pt x="2886075" y="3581400"/>
                </a:moveTo>
                <a:lnTo>
                  <a:pt x="2914650" y="3581400"/>
                </a:lnTo>
                <a:lnTo>
                  <a:pt x="2914650" y="3590925"/>
                </a:lnTo>
                <a:lnTo>
                  <a:pt x="2933700" y="3590925"/>
                </a:lnTo>
                <a:lnTo>
                  <a:pt x="2933700" y="3609975"/>
                </a:lnTo>
                <a:lnTo>
                  <a:pt x="2914650" y="3609975"/>
                </a:lnTo>
                <a:lnTo>
                  <a:pt x="2914650" y="3600450"/>
                </a:lnTo>
                <a:lnTo>
                  <a:pt x="2886075" y="3600450"/>
                </a:lnTo>
                <a:close/>
                <a:moveTo>
                  <a:pt x="2876550" y="3600450"/>
                </a:moveTo>
                <a:lnTo>
                  <a:pt x="2886075" y="3600450"/>
                </a:lnTo>
                <a:lnTo>
                  <a:pt x="2886075" y="3609975"/>
                </a:lnTo>
                <a:lnTo>
                  <a:pt x="2876550" y="3609975"/>
                </a:lnTo>
                <a:close/>
                <a:moveTo>
                  <a:pt x="2981325" y="3600450"/>
                </a:moveTo>
                <a:lnTo>
                  <a:pt x="2990850" y="3600450"/>
                </a:lnTo>
                <a:lnTo>
                  <a:pt x="2990850" y="3619500"/>
                </a:lnTo>
                <a:lnTo>
                  <a:pt x="2981325" y="3619500"/>
                </a:lnTo>
                <a:close/>
                <a:moveTo>
                  <a:pt x="3019425" y="3600450"/>
                </a:moveTo>
                <a:lnTo>
                  <a:pt x="3038475" y="3600450"/>
                </a:lnTo>
                <a:lnTo>
                  <a:pt x="3038475" y="3609975"/>
                </a:lnTo>
                <a:lnTo>
                  <a:pt x="3048000" y="3609975"/>
                </a:lnTo>
                <a:lnTo>
                  <a:pt x="3048000" y="3629025"/>
                </a:lnTo>
                <a:lnTo>
                  <a:pt x="3038475" y="3629025"/>
                </a:lnTo>
                <a:lnTo>
                  <a:pt x="3038475" y="3619500"/>
                </a:lnTo>
                <a:lnTo>
                  <a:pt x="3019425" y="3619500"/>
                </a:lnTo>
                <a:close/>
                <a:moveTo>
                  <a:pt x="3086100" y="3609975"/>
                </a:moveTo>
                <a:lnTo>
                  <a:pt x="3095625" y="3609975"/>
                </a:lnTo>
                <a:lnTo>
                  <a:pt x="3095625" y="3619500"/>
                </a:lnTo>
                <a:lnTo>
                  <a:pt x="3114675" y="3619500"/>
                </a:lnTo>
                <a:lnTo>
                  <a:pt x="3114675" y="3638550"/>
                </a:lnTo>
                <a:lnTo>
                  <a:pt x="3095625" y="3638550"/>
                </a:lnTo>
                <a:lnTo>
                  <a:pt x="3095625" y="3629025"/>
                </a:lnTo>
                <a:lnTo>
                  <a:pt x="3086100" y="3629025"/>
                </a:lnTo>
                <a:close/>
                <a:moveTo>
                  <a:pt x="3133725" y="3619500"/>
                </a:moveTo>
                <a:lnTo>
                  <a:pt x="3143250" y="3619500"/>
                </a:lnTo>
                <a:lnTo>
                  <a:pt x="3143250" y="3638550"/>
                </a:lnTo>
                <a:lnTo>
                  <a:pt x="3133725" y="3638550"/>
                </a:lnTo>
                <a:close/>
                <a:moveTo>
                  <a:pt x="3048000" y="3629025"/>
                </a:moveTo>
                <a:lnTo>
                  <a:pt x="3057525" y="3629025"/>
                </a:lnTo>
                <a:lnTo>
                  <a:pt x="3057525" y="3638550"/>
                </a:lnTo>
                <a:lnTo>
                  <a:pt x="3048000" y="3638550"/>
                </a:lnTo>
                <a:close/>
                <a:moveTo>
                  <a:pt x="3181350" y="3629025"/>
                </a:moveTo>
                <a:lnTo>
                  <a:pt x="3200400" y="3629025"/>
                </a:lnTo>
                <a:lnTo>
                  <a:pt x="3200400" y="3648075"/>
                </a:lnTo>
                <a:lnTo>
                  <a:pt x="3181350" y="3648075"/>
                </a:lnTo>
                <a:close/>
                <a:moveTo>
                  <a:pt x="2847975" y="3638550"/>
                </a:moveTo>
                <a:lnTo>
                  <a:pt x="2867025" y="3638550"/>
                </a:lnTo>
                <a:lnTo>
                  <a:pt x="2867025" y="3657600"/>
                </a:lnTo>
                <a:lnTo>
                  <a:pt x="2857500" y="3657600"/>
                </a:lnTo>
                <a:lnTo>
                  <a:pt x="2857500" y="3648075"/>
                </a:lnTo>
                <a:lnTo>
                  <a:pt x="2847975" y="3648075"/>
                </a:lnTo>
                <a:close/>
                <a:moveTo>
                  <a:pt x="2152650" y="3705225"/>
                </a:moveTo>
                <a:lnTo>
                  <a:pt x="2162175" y="3705225"/>
                </a:lnTo>
                <a:lnTo>
                  <a:pt x="2162175" y="3714750"/>
                </a:lnTo>
                <a:lnTo>
                  <a:pt x="2152650" y="3714750"/>
                </a:lnTo>
                <a:close/>
                <a:moveTo>
                  <a:pt x="2781300" y="3705225"/>
                </a:moveTo>
                <a:lnTo>
                  <a:pt x="2790825" y="3705225"/>
                </a:lnTo>
                <a:lnTo>
                  <a:pt x="2790825" y="3733800"/>
                </a:lnTo>
                <a:lnTo>
                  <a:pt x="2781300" y="3733800"/>
                </a:lnTo>
                <a:close/>
                <a:moveTo>
                  <a:pt x="3000375" y="3705225"/>
                </a:moveTo>
                <a:lnTo>
                  <a:pt x="3009900" y="3705225"/>
                </a:lnTo>
                <a:lnTo>
                  <a:pt x="3009900" y="3714750"/>
                </a:lnTo>
                <a:lnTo>
                  <a:pt x="3000375" y="3714750"/>
                </a:lnTo>
                <a:close/>
                <a:moveTo>
                  <a:pt x="3019425" y="3810000"/>
                </a:moveTo>
                <a:lnTo>
                  <a:pt x="3038475" y="3810000"/>
                </a:lnTo>
                <a:lnTo>
                  <a:pt x="3038475" y="3819525"/>
                </a:lnTo>
                <a:lnTo>
                  <a:pt x="3019425" y="3819525"/>
                </a:lnTo>
                <a:close/>
                <a:moveTo>
                  <a:pt x="3048000" y="3810000"/>
                </a:moveTo>
                <a:lnTo>
                  <a:pt x="3057525" y="3810000"/>
                </a:lnTo>
                <a:lnTo>
                  <a:pt x="3057525" y="3819525"/>
                </a:lnTo>
                <a:lnTo>
                  <a:pt x="3048000" y="3819525"/>
                </a:lnTo>
                <a:close/>
                <a:moveTo>
                  <a:pt x="2781300" y="3819525"/>
                </a:moveTo>
                <a:lnTo>
                  <a:pt x="2809875" y="3819525"/>
                </a:lnTo>
                <a:lnTo>
                  <a:pt x="2809875" y="3829050"/>
                </a:lnTo>
                <a:lnTo>
                  <a:pt x="2781300" y="3829050"/>
                </a:lnTo>
                <a:close/>
                <a:moveTo>
                  <a:pt x="3067050" y="3819525"/>
                </a:moveTo>
                <a:lnTo>
                  <a:pt x="3076575" y="3819525"/>
                </a:lnTo>
                <a:lnTo>
                  <a:pt x="3076575" y="3829050"/>
                </a:lnTo>
                <a:lnTo>
                  <a:pt x="3067050" y="3829050"/>
                </a:lnTo>
                <a:close/>
                <a:moveTo>
                  <a:pt x="3076575" y="3829050"/>
                </a:moveTo>
                <a:lnTo>
                  <a:pt x="3086100" y="3829050"/>
                </a:lnTo>
                <a:lnTo>
                  <a:pt x="3086100" y="3838575"/>
                </a:lnTo>
                <a:lnTo>
                  <a:pt x="3076575" y="3838575"/>
                </a:lnTo>
                <a:close/>
                <a:moveTo>
                  <a:pt x="3076575" y="3848100"/>
                </a:moveTo>
                <a:lnTo>
                  <a:pt x="3086100" y="3848100"/>
                </a:lnTo>
                <a:lnTo>
                  <a:pt x="3086100" y="3857625"/>
                </a:lnTo>
                <a:lnTo>
                  <a:pt x="3076575" y="3857625"/>
                </a:lnTo>
                <a:close/>
              </a:path>
            </a:pathLst>
          </a:custGeom>
          <a:solidFill xmlns:a="http://schemas.openxmlformats.org/drawingml/2006/main">
            <a:srgbClr val="04152C"/>
          </a:solidFill>
          <a:ln xmlns:a="http://schemas.openxmlformats.org/drawingml/2006/main" w="0">
            <a:noFill/>
          </a:ln>
        </p:spPr>
      </p:sp>
      <p:sp>
        <p:nvSpPr>
          <p:cNvPr id="34" name="phones vector #040910">
            <a:extLst xmlns:a="http://schemas.openxmlformats.org/drawingml/2006/main">
              <a:ext uri="{FF2B5EF4-FFF2-40B4-BE49-F238E27FC236}">
                <a16:creationId xmlns:a16="http://schemas.microsoft.com/office/drawing/2014/main" id="{124DB920-8789-4A51-8DCD-7B49C5D3D64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48500" y="190500"/>
            <a:ext cx="5905500" cy="6619875"/>
          </a:xfrm>
          <a:custGeom xmlns:a="http://schemas.openxmlformats.org/drawingml/2006/main">
            <a:pathLst>
              <a:path w="3838575" h="4295775">
                <a:moveTo>
                  <a:pt x="1400175" y="85725"/>
                </a:moveTo>
                <a:lnTo>
                  <a:pt x="1438275" y="85725"/>
                </a:lnTo>
                <a:lnTo>
                  <a:pt x="1438275" y="95250"/>
                </a:lnTo>
                <a:lnTo>
                  <a:pt x="1400175" y="95250"/>
                </a:lnTo>
                <a:close/>
                <a:moveTo>
                  <a:pt x="1524000" y="85725"/>
                </a:moveTo>
                <a:lnTo>
                  <a:pt x="1533525" y="85725"/>
                </a:lnTo>
                <a:lnTo>
                  <a:pt x="1533525" y="95250"/>
                </a:lnTo>
                <a:lnTo>
                  <a:pt x="1524000" y="95250"/>
                </a:lnTo>
                <a:close/>
                <a:moveTo>
                  <a:pt x="1295400" y="95250"/>
                </a:moveTo>
                <a:lnTo>
                  <a:pt x="1323975" y="95250"/>
                </a:lnTo>
                <a:lnTo>
                  <a:pt x="1323975" y="104775"/>
                </a:lnTo>
                <a:lnTo>
                  <a:pt x="1295400" y="104775"/>
                </a:lnTo>
                <a:close/>
                <a:moveTo>
                  <a:pt x="1552575" y="95250"/>
                </a:moveTo>
                <a:lnTo>
                  <a:pt x="1562100" y="95250"/>
                </a:lnTo>
                <a:lnTo>
                  <a:pt x="1562100" y="104775"/>
                </a:lnTo>
                <a:lnTo>
                  <a:pt x="1552575" y="104775"/>
                </a:lnTo>
                <a:close/>
                <a:moveTo>
                  <a:pt x="1200150" y="104775"/>
                </a:moveTo>
                <a:lnTo>
                  <a:pt x="1219200" y="104775"/>
                </a:lnTo>
                <a:lnTo>
                  <a:pt x="1219200" y="114300"/>
                </a:lnTo>
                <a:lnTo>
                  <a:pt x="1200150" y="114300"/>
                </a:lnTo>
                <a:close/>
                <a:moveTo>
                  <a:pt x="1581150" y="104775"/>
                </a:moveTo>
                <a:lnTo>
                  <a:pt x="1590675" y="104775"/>
                </a:lnTo>
                <a:lnTo>
                  <a:pt x="1590675" y="114300"/>
                </a:lnTo>
                <a:lnTo>
                  <a:pt x="1581150" y="114300"/>
                </a:lnTo>
                <a:close/>
                <a:moveTo>
                  <a:pt x="1104900" y="114300"/>
                </a:moveTo>
                <a:lnTo>
                  <a:pt x="1133475" y="114300"/>
                </a:lnTo>
                <a:lnTo>
                  <a:pt x="1133475" y="123825"/>
                </a:lnTo>
                <a:lnTo>
                  <a:pt x="1104900" y="123825"/>
                </a:lnTo>
                <a:close/>
                <a:moveTo>
                  <a:pt x="1600200" y="114300"/>
                </a:moveTo>
                <a:lnTo>
                  <a:pt x="1609725" y="114300"/>
                </a:lnTo>
                <a:lnTo>
                  <a:pt x="1609725" y="123825"/>
                </a:lnTo>
                <a:lnTo>
                  <a:pt x="1600200" y="123825"/>
                </a:lnTo>
                <a:close/>
                <a:moveTo>
                  <a:pt x="1019175" y="123825"/>
                </a:moveTo>
                <a:lnTo>
                  <a:pt x="1047750" y="123825"/>
                </a:lnTo>
                <a:lnTo>
                  <a:pt x="1047750" y="133350"/>
                </a:lnTo>
                <a:lnTo>
                  <a:pt x="1019175" y="133350"/>
                </a:lnTo>
                <a:close/>
                <a:moveTo>
                  <a:pt x="1447800" y="123825"/>
                </a:moveTo>
                <a:lnTo>
                  <a:pt x="1457325" y="123825"/>
                </a:lnTo>
                <a:lnTo>
                  <a:pt x="1457325" y="133350"/>
                </a:lnTo>
                <a:lnTo>
                  <a:pt x="1447800" y="133350"/>
                </a:lnTo>
                <a:close/>
                <a:moveTo>
                  <a:pt x="1485900" y="123825"/>
                </a:moveTo>
                <a:lnTo>
                  <a:pt x="1504950" y="123825"/>
                </a:lnTo>
                <a:lnTo>
                  <a:pt x="1504950" y="133350"/>
                </a:lnTo>
                <a:lnTo>
                  <a:pt x="1485900" y="133350"/>
                </a:lnTo>
                <a:close/>
                <a:moveTo>
                  <a:pt x="933450" y="133350"/>
                </a:moveTo>
                <a:lnTo>
                  <a:pt x="952500" y="133350"/>
                </a:lnTo>
                <a:lnTo>
                  <a:pt x="952500" y="142875"/>
                </a:lnTo>
                <a:lnTo>
                  <a:pt x="933450" y="142875"/>
                </a:lnTo>
                <a:close/>
                <a:moveTo>
                  <a:pt x="1343025" y="133350"/>
                </a:moveTo>
                <a:lnTo>
                  <a:pt x="1362075" y="133350"/>
                </a:lnTo>
                <a:lnTo>
                  <a:pt x="1362075" y="142875"/>
                </a:lnTo>
                <a:lnTo>
                  <a:pt x="1343025" y="142875"/>
                </a:lnTo>
                <a:close/>
                <a:moveTo>
                  <a:pt x="1543050" y="133350"/>
                </a:moveTo>
                <a:lnTo>
                  <a:pt x="1552575" y="133350"/>
                </a:lnTo>
                <a:lnTo>
                  <a:pt x="1552575" y="142875"/>
                </a:lnTo>
                <a:lnTo>
                  <a:pt x="1543050" y="142875"/>
                </a:lnTo>
                <a:close/>
                <a:moveTo>
                  <a:pt x="838200" y="142875"/>
                </a:moveTo>
                <a:lnTo>
                  <a:pt x="857250" y="142875"/>
                </a:lnTo>
                <a:lnTo>
                  <a:pt x="857250" y="152400"/>
                </a:lnTo>
                <a:lnTo>
                  <a:pt x="838200" y="152400"/>
                </a:lnTo>
                <a:close/>
                <a:moveTo>
                  <a:pt x="1257300" y="142875"/>
                </a:moveTo>
                <a:lnTo>
                  <a:pt x="1276350" y="142875"/>
                </a:lnTo>
                <a:lnTo>
                  <a:pt x="1276350" y="152400"/>
                </a:lnTo>
                <a:lnTo>
                  <a:pt x="1257300" y="152400"/>
                </a:lnTo>
                <a:close/>
                <a:moveTo>
                  <a:pt x="1562100" y="142875"/>
                </a:moveTo>
                <a:lnTo>
                  <a:pt x="1571625" y="142875"/>
                </a:lnTo>
                <a:lnTo>
                  <a:pt x="1571625" y="152400"/>
                </a:lnTo>
                <a:lnTo>
                  <a:pt x="1562100" y="152400"/>
                </a:lnTo>
                <a:close/>
                <a:moveTo>
                  <a:pt x="1638300" y="142875"/>
                </a:moveTo>
                <a:lnTo>
                  <a:pt x="1647825" y="142875"/>
                </a:lnTo>
                <a:lnTo>
                  <a:pt x="1647825" y="152400"/>
                </a:lnTo>
                <a:lnTo>
                  <a:pt x="1638300" y="152400"/>
                </a:lnTo>
                <a:close/>
                <a:moveTo>
                  <a:pt x="752475" y="152400"/>
                </a:moveTo>
                <a:lnTo>
                  <a:pt x="781050" y="152400"/>
                </a:lnTo>
                <a:lnTo>
                  <a:pt x="781050" y="161925"/>
                </a:lnTo>
                <a:lnTo>
                  <a:pt x="752475" y="161925"/>
                </a:lnTo>
                <a:close/>
                <a:moveTo>
                  <a:pt x="1152525" y="152400"/>
                </a:moveTo>
                <a:lnTo>
                  <a:pt x="1181100" y="152400"/>
                </a:lnTo>
                <a:lnTo>
                  <a:pt x="1181100" y="161925"/>
                </a:lnTo>
                <a:lnTo>
                  <a:pt x="1152525" y="161925"/>
                </a:lnTo>
                <a:close/>
                <a:moveTo>
                  <a:pt x="1647825" y="152400"/>
                </a:moveTo>
                <a:lnTo>
                  <a:pt x="1657350" y="152400"/>
                </a:lnTo>
                <a:lnTo>
                  <a:pt x="1657350" y="161925"/>
                </a:lnTo>
                <a:lnTo>
                  <a:pt x="1647825" y="161925"/>
                </a:lnTo>
                <a:close/>
                <a:moveTo>
                  <a:pt x="666750" y="161925"/>
                </a:moveTo>
                <a:lnTo>
                  <a:pt x="685800" y="161925"/>
                </a:lnTo>
                <a:lnTo>
                  <a:pt x="685800" y="171450"/>
                </a:lnTo>
                <a:lnTo>
                  <a:pt x="666750" y="171450"/>
                </a:lnTo>
                <a:close/>
                <a:moveTo>
                  <a:pt x="1076325" y="161925"/>
                </a:moveTo>
                <a:lnTo>
                  <a:pt x="1095375" y="161925"/>
                </a:lnTo>
                <a:lnTo>
                  <a:pt x="1095375" y="171450"/>
                </a:lnTo>
                <a:lnTo>
                  <a:pt x="1076325" y="171450"/>
                </a:lnTo>
                <a:close/>
                <a:moveTo>
                  <a:pt x="1590675" y="161925"/>
                </a:moveTo>
                <a:lnTo>
                  <a:pt x="1600200" y="161925"/>
                </a:lnTo>
                <a:lnTo>
                  <a:pt x="1600200" y="171450"/>
                </a:lnTo>
                <a:lnTo>
                  <a:pt x="1590675" y="171450"/>
                </a:lnTo>
                <a:close/>
                <a:moveTo>
                  <a:pt x="571500" y="171450"/>
                </a:moveTo>
                <a:lnTo>
                  <a:pt x="609600" y="171450"/>
                </a:lnTo>
                <a:lnTo>
                  <a:pt x="609600" y="180975"/>
                </a:lnTo>
                <a:lnTo>
                  <a:pt x="571500" y="180975"/>
                </a:lnTo>
                <a:close/>
                <a:moveTo>
                  <a:pt x="990600" y="171450"/>
                </a:moveTo>
                <a:lnTo>
                  <a:pt x="1009650" y="171450"/>
                </a:lnTo>
                <a:lnTo>
                  <a:pt x="1009650" y="180975"/>
                </a:lnTo>
                <a:lnTo>
                  <a:pt x="990600" y="180975"/>
                </a:lnTo>
                <a:close/>
                <a:moveTo>
                  <a:pt x="485775" y="180975"/>
                </a:moveTo>
                <a:lnTo>
                  <a:pt x="504825" y="180975"/>
                </a:lnTo>
                <a:lnTo>
                  <a:pt x="504825" y="190500"/>
                </a:lnTo>
                <a:lnTo>
                  <a:pt x="485775" y="190500"/>
                </a:lnTo>
                <a:close/>
                <a:moveTo>
                  <a:pt x="904875" y="180975"/>
                </a:moveTo>
                <a:lnTo>
                  <a:pt x="914400" y="180975"/>
                </a:lnTo>
                <a:lnTo>
                  <a:pt x="914400" y="190500"/>
                </a:lnTo>
                <a:lnTo>
                  <a:pt x="904875" y="190500"/>
                </a:lnTo>
                <a:close/>
                <a:moveTo>
                  <a:pt x="400050" y="190500"/>
                </a:moveTo>
                <a:lnTo>
                  <a:pt x="438150" y="190500"/>
                </a:lnTo>
                <a:lnTo>
                  <a:pt x="438150" y="200025"/>
                </a:lnTo>
                <a:lnTo>
                  <a:pt x="400050" y="200025"/>
                </a:lnTo>
                <a:close/>
                <a:moveTo>
                  <a:pt x="809625" y="190500"/>
                </a:moveTo>
                <a:lnTo>
                  <a:pt x="819150" y="190500"/>
                </a:lnTo>
                <a:lnTo>
                  <a:pt x="819150" y="200025"/>
                </a:lnTo>
                <a:lnTo>
                  <a:pt x="809625" y="200025"/>
                </a:lnTo>
                <a:close/>
                <a:moveTo>
                  <a:pt x="1676400" y="190500"/>
                </a:moveTo>
                <a:lnTo>
                  <a:pt x="1685925" y="190500"/>
                </a:lnTo>
                <a:lnTo>
                  <a:pt x="1685925" y="200025"/>
                </a:lnTo>
                <a:lnTo>
                  <a:pt x="1676400" y="200025"/>
                </a:lnTo>
                <a:close/>
                <a:moveTo>
                  <a:pt x="323850" y="200025"/>
                </a:moveTo>
                <a:lnTo>
                  <a:pt x="333375" y="200025"/>
                </a:lnTo>
                <a:lnTo>
                  <a:pt x="333375" y="209550"/>
                </a:lnTo>
                <a:lnTo>
                  <a:pt x="323850" y="209550"/>
                </a:lnTo>
                <a:close/>
                <a:moveTo>
                  <a:pt x="723900" y="200025"/>
                </a:moveTo>
                <a:lnTo>
                  <a:pt x="742950" y="200025"/>
                </a:lnTo>
                <a:lnTo>
                  <a:pt x="742950" y="209550"/>
                </a:lnTo>
                <a:lnTo>
                  <a:pt x="723900" y="209550"/>
                </a:lnTo>
                <a:close/>
                <a:moveTo>
                  <a:pt x="285750" y="209550"/>
                </a:moveTo>
                <a:lnTo>
                  <a:pt x="295275" y="209550"/>
                </a:lnTo>
                <a:lnTo>
                  <a:pt x="295275" y="219075"/>
                </a:lnTo>
                <a:lnTo>
                  <a:pt x="285750" y="219075"/>
                </a:lnTo>
                <a:close/>
                <a:moveTo>
                  <a:pt x="628650" y="209550"/>
                </a:moveTo>
                <a:lnTo>
                  <a:pt x="647700" y="209550"/>
                </a:lnTo>
                <a:lnTo>
                  <a:pt x="647700" y="219075"/>
                </a:lnTo>
                <a:lnTo>
                  <a:pt x="628650" y="219075"/>
                </a:lnTo>
                <a:close/>
                <a:moveTo>
                  <a:pt x="1638300" y="209550"/>
                </a:moveTo>
                <a:lnTo>
                  <a:pt x="1647825" y="209550"/>
                </a:lnTo>
                <a:lnTo>
                  <a:pt x="1647825" y="219075"/>
                </a:lnTo>
                <a:lnTo>
                  <a:pt x="1638300" y="219075"/>
                </a:lnTo>
                <a:close/>
                <a:moveTo>
                  <a:pt x="552450" y="219075"/>
                </a:moveTo>
                <a:lnTo>
                  <a:pt x="561975" y="219075"/>
                </a:lnTo>
                <a:lnTo>
                  <a:pt x="561975" y="228600"/>
                </a:lnTo>
                <a:lnTo>
                  <a:pt x="552450" y="228600"/>
                </a:lnTo>
                <a:close/>
                <a:moveTo>
                  <a:pt x="238125" y="228600"/>
                </a:moveTo>
                <a:lnTo>
                  <a:pt x="247650" y="228600"/>
                </a:lnTo>
                <a:lnTo>
                  <a:pt x="247650" y="238125"/>
                </a:lnTo>
                <a:lnTo>
                  <a:pt x="238125" y="238125"/>
                </a:lnTo>
                <a:close/>
                <a:moveTo>
                  <a:pt x="457200" y="228600"/>
                </a:moveTo>
                <a:lnTo>
                  <a:pt x="466725" y="228600"/>
                </a:lnTo>
                <a:lnTo>
                  <a:pt x="466725" y="238125"/>
                </a:lnTo>
                <a:lnTo>
                  <a:pt x="457200" y="238125"/>
                </a:lnTo>
                <a:close/>
                <a:moveTo>
                  <a:pt x="981075" y="228600"/>
                </a:moveTo>
                <a:lnTo>
                  <a:pt x="1000125" y="228600"/>
                </a:lnTo>
                <a:lnTo>
                  <a:pt x="1000125" y="238125"/>
                </a:lnTo>
                <a:lnTo>
                  <a:pt x="981075" y="238125"/>
                </a:lnTo>
                <a:close/>
                <a:moveTo>
                  <a:pt x="1524000" y="228600"/>
                </a:moveTo>
                <a:lnTo>
                  <a:pt x="1552575" y="228600"/>
                </a:lnTo>
                <a:lnTo>
                  <a:pt x="1552575" y="247650"/>
                </a:lnTo>
                <a:lnTo>
                  <a:pt x="1543050" y="247650"/>
                </a:lnTo>
                <a:lnTo>
                  <a:pt x="1543050" y="257175"/>
                </a:lnTo>
                <a:lnTo>
                  <a:pt x="1524000" y="257175"/>
                </a:lnTo>
                <a:close/>
                <a:moveTo>
                  <a:pt x="1647825" y="228600"/>
                </a:moveTo>
                <a:lnTo>
                  <a:pt x="1657350" y="228600"/>
                </a:lnTo>
                <a:lnTo>
                  <a:pt x="1657350" y="238125"/>
                </a:lnTo>
                <a:lnTo>
                  <a:pt x="1647825" y="238125"/>
                </a:lnTo>
                <a:close/>
                <a:moveTo>
                  <a:pt x="1695450" y="228600"/>
                </a:moveTo>
                <a:lnTo>
                  <a:pt x="1704975" y="228600"/>
                </a:lnTo>
                <a:lnTo>
                  <a:pt x="1704975" y="238125"/>
                </a:lnTo>
                <a:lnTo>
                  <a:pt x="1695450" y="238125"/>
                </a:lnTo>
                <a:close/>
                <a:moveTo>
                  <a:pt x="371475" y="238125"/>
                </a:moveTo>
                <a:lnTo>
                  <a:pt x="381000" y="238125"/>
                </a:lnTo>
                <a:lnTo>
                  <a:pt x="381000" y="247650"/>
                </a:lnTo>
                <a:lnTo>
                  <a:pt x="371475" y="247650"/>
                </a:lnTo>
                <a:close/>
                <a:moveTo>
                  <a:pt x="904875" y="238125"/>
                </a:moveTo>
                <a:lnTo>
                  <a:pt x="914400" y="238125"/>
                </a:lnTo>
                <a:lnTo>
                  <a:pt x="914400" y="247650"/>
                </a:lnTo>
                <a:lnTo>
                  <a:pt x="904875" y="247650"/>
                </a:lnTo>
                <a:close/>
                <a:moveTo>
                  <a:pt x="209550" y="247650"/>
                </a:moveTo>
                <a:lnTo>
                  <a:pt x="219075" y="247650"/>
                </a:lnTo>
                <a:lnTo>
                  <a:pt x="219075" y="257175"/>
                </a:lnTo>
                <a:lnTo>
                  <a:pt x="209550" y="257175"/>
                </a:lnTo>
                <a:close/>
                <a:moveTo>
                  <a:pt x="314325" y="247650"/>
                </a:moveTo>
                <a:lnTo>
                  <a:pt x="323850" y="247650"/>
                </a:lnTo>
                <a:lnTo>
                  <a:pt x="323850" y="257175"/>
                </a:lnTo>
                <a:lnTo>
                  <a:pt x="314325" y="257175"/>
                </a:lnTo>
                <a:close/>
                <a:moveTo>
                  <a:pt x="809625" y="247650"/>
                </a:moveTo>
                <a:lnTo>
                  <a:pt x="819150" y="247650"/>
                </a:lnTo>
                <a:lnTo>
                  <a:pt x="819150" y="257175"/>
                </a:lnTo>
                <a:lnTo>
                  <a:pt x="809625" y="257175"/>
                </a:lnTo>
                <a:close/>
                <a:moveTo>
                  <a:pt x="1704975" y="247650"/>
                </a:moveTo>
                <a:lnTo>
                  <a:pt x="1714500" y="247650"/>
                </a:lnTo>
                <a:lnTo>
                  <a:pt x="1714500" y="257175"/>
                </a:lnTo>
                <a:lnTo>
                  <a:pt x="1704975" y="257175"/>
                </a:lnTo>
                <a:close/>
                <a:moveTo>
                  <a:pt x="285750" y="257175"/>
                </a:moveTo>
                <a:lnTo>
                  <a:pt x="295275" y="257175"/>
                </a:lnTo>
                <a:lnTo>
                  <a:pt x="295275" y="266700"/>
                </a:lnTo>
                <a:lnTo>
                  <a:pt x="285750" y="266700"/>
                </a:lnTo>
                <a:close/>
                <a:moveTo>
                  <a:pt x="723900" y="257175"/>
                </a:moveTo>
                <a:lnTo>
                  <a:pt x="733425" y="257175"/>
                </a:lnTo>
                <a:lnTo>
                  <a:pt x="733425" y="266700"/>
                </a:lnTo>
                <a:lnTo>
                  <a:pt x="723900" y="266700"/>
                </a:lnTo>
                <a:close/>
                <a:moveTo>
                  <a:pt x="247650" y="276225"/>
                </a:moveTo>
                <a:lnTo>
                  <a:pt x="257175" y="276225"/>
                </a:lnTo>
                <a:lnTo>
                  <a:pt x="257175" y="285750"/>
                </a:lnTo>
                <a:lnTo>
                  <a:pt x="247650" y="285750"/>
                </a:lnTo>
                <a:close/>
                <a:moveTo>
                  <a:pt x="1104900" y="295275"/>
                </a:moveTo>
                <a:lnTo>
                  <a:pt x="1114425" y="295275"/>
                </a:lnTo>
                <a:lnTo>
                  <a:pt x="1114425" y="314325"/>
                </a:lnTo>
                <a:lnTo>
                  <a:pt x="1104900" y="314325"/>
                </a:lnTo>
                <a:close/>
                <a:moveTo>
                  <a:pt x="1666875" y="295275"/>
                </a:moveTo>
                <a:lnTo>
                  <a:pt x="1676400" y="295275"/>
                </a:lnTo>
                <a:lnTo>
                  <a:pt x="1676400" y="314325"/>
                </a:lnTo>
                <a:lnTo>
                  <a:pt x="1666875" y="314325"/>
                </a:lnTo>
                <a:close/>
                <a:moveTo>
                  <a:pt x="1714500" y="295275"/>
                </a:moveTo>
                <a:lnTo>
                  <a:pt x="1724025" y="295275"/>
                </a:lnTo>
                <a:lnTo>
                  <a:pt x="1724025" y="352425"/>
                </a:lnTo>
                <a:lnTo>
                  <a:pt x="1714500" y="352425"/>
                </a:lnTo>
                <a:close/>
                <a:moveTo>
                  <a:pt x="2200275" y="304800"/>
                </a:moveTo>
                <a:lnTo>
                  <a:pt x="2219325" y="304800"/>
                </a:lnTo>
                <a:lnTo>
                  <a:pt x="2219325" y="314325"/>
                </a:lnTo>
                <a:lnTo>
                  <a:pt x="2200275" y="314325"/>
                </a:lnTo>
                <a:close/>
                <a:moveTo>
                  <a:pt x="2305050" y="304800"/>
                </a:moveTo>
                <a:lnTo>
                  <a:pt x="2333625" y="304800"/>
                </a:lnTo>
                <a:lnTo>
                  <a:pt x="2333625" y="314325"/>
                </a:lnTo>
                <a:lnTo>
                  <a:pt x="2305050" y="314325"/>
                </a:lnTo>
                <a:close/>
                <a:moveTo>
                  <a:pt x="142875" y="314325"/>
                </a:moveTo>
                <a:lnTo>
                  <a:pt x="152400" y="314325"/>
                </a:lnTo>
                <a:lnTo>
                  <a:pt x="152400" y="323850"/>
                </a:lnTo>
                <a:lnTo>
                  <a:pt x="142875" y="323850"/>
                </a:lnTo>
                <a:close/>
                <a:moveTo>
                  <a:pt x="1095375" y="314325"/>
                </a:moveTo>
                <a:lnTo>
                  <a:pt x="1104900" y="314325"/>
                </a:lnTo>
                <a:lnTo>
                  <a:pt x="1104900" y="323850"/>
                </a:lnTo>
                <a:lnTo>
                  <a:pt x="1095375" y="323850"/>
                </a:lnTo>
                <a:close/>
                <a:moveTo>
                  <a:pt x="2162175" y="314325"/>
                </a:moveTo>
                <a:lnTo>
                  <a:pt x="2171700" y="314325"/>
                </a:lnTo>
                <a:lnTo>
                  <a:pt x="2171700" y="323850"/>
                </a:lnTo>
                <a:lnTo>
                  <a:pt x="2162175" y="323850"/>
                </a:lnTo>
                <a:close/>
                <a:moveTo>
                  <a:pt x="2419350" y="314325"/>
                </a:moveTo>
                <a:lnTo>
                  <a:pt x="2447925" y="314325"/>
                </a:lnTo>
                <a:lnTo>
                  <a:pt x="2447925" y="323850"/>
                </a:lnTo>
                <a:lnTo>
                  <a:pt x="2419350" y="323850"/>
                </a:lnTo>
                <a:close/>
                <a:moveTo>
                  <a:pt x="1076325" y="323850"/>
                </a:moveTo>
                <a:lnTo>
                  <a:pt x="1095375" y="323850"/>
                </a:lnTo>
                <a:lnTo>
                  <a:pt x="1095375" y="333375"/>
                </a:lnTo>
                <a:lnTo>
                  <a:pt x="1076325" y="333375"/>
                </a:lnTo>
                <a:close/>
                <a:moveTo>
                  <a:pt x="2133600" y="323850"/>
                </a:moveTo>
                <a:lnTo>
                  <a:pt x="2143125" y="323850"/>
                </a:lnTo>
                <a:lnTo>
                  <a:pt x="2143125" y="333375"/>
                </a:lnTo>
                <a:lnTo>
                  <a:pt x="2133600" y="333375"/>
                </a:lnTo>
                <a:close/>
                <a:moveTo>
                  <a:pt x="2543175" y="323850"/>
                </a:moveTo>
                <a:lnTo>
                  <a:pt x="2562225" y="323850"/>
                </a:lnTo>
                <a:lnTo>
                  <a:pt x="2562225" y="333375"/>
                </a:lnTo>
                <a:lnTo>
                  <a:pt x="2543175" y="333375"/>
                </a:lnTo>
                <a:close/>
                <a:moveTo>
                  <a:pt x="133350" y="333375"/>
                </a:moveTo>
                <a:lnTo>
                  <a:pt x="142875" y="333375"/>
                </a:lnTo>
                <a:lnTo>
                  <a:pt x="142875" y="342900"/>
                </a:lnTo>
                <a:lnTo>
                  <a:pt x="133350" y="342900"/>
                </a:lnTo>
                <a:close/>
                <a:moveTo>
                  <a:pt x="1028700" y="333375"/>
                </a:moveTo>
                <a:lnTo>
                  <a:pt x="1038225" y="333375"/>
                </a:lnTo>
                <a:lnTo>
                  <a:pt x="1038225" y="342900"/>
                </a:lnTo>
                <a:lnTo>
                  <a:pt x="1028700" y="342900"/>
                </a:lnTo>
                <a:close/>
                <a:moveTo>
                  <a:pt x="2114550" y="333375"/>
                </a:moveTo>
                <a:lnTo>
                  <a:pt x="2124075" y="333375"/>
                </a:lnTo>
                <a:lnTo>
                  <a:pt x="2124075" y="342900"/>
                </a:lnTo>
                <a:lnTo>
                  <a:pt x="2114550" y="342900"/>
                </a:lnTo>
                <a:close/>
                <a:moveTo>
                  <a:pt x="2647950" y="333375"/>
                </a:moveTo>
                <a:lnTo>
                  <a:pt x="2676525" y="333375"/>
                </a:lnTo>
                <a:lnTo>
                  <a:pt x="2676525" y="342900"/>
                </a:lnTo>
                <a:lnTo>
                  <a:pt x="2647950" y="342900"/>
                </a:lnTo>
                <a:close/>
                <a:moveTo>
                  <a:pt x="933450" y="342900"/>
                </a:moveTo>
                <a:lnTo>
                  <a:pt x="952500" y="342900"/>
                </a:lnTo>
                <a:lnTo>
                  <a:pt x="952500" y="352425"/>
                </a:lnTo>
                <a:lnTo>
                  <a:pt x="933450" y="352425"/>
                </a:lnTo>
                <a:close/>
                <a:moveTo>
                  <a:pt x="2095500" y="342900"/>
                </a:moveTo>
                <a:lnTo>
                  <a:pt x="2105025" y="342900"/>
                </a:lnTo>
                <a:lnTo>
                  <a:pt x="2105025" y="352425"/>
                </a:lnTo>
                <a:lnTo>
                  <a:pt x="2095500" y="352425"/>
                </a:lnTo>
                <a:close/>
                <a:moveTo>
                  <a:pt x="2752725" y="342900"/>
                </a:moveTo>
                <a:lnTo>
                  <a:pt x="2781300" y="342900"/>
                </a:lnTo>
                <a:lnTo>
                  <a:pt x="2781300" y="352425"/>
                </a:lnTo>
                <a:lnTo>
                  <a:pt x="2752725" y="352425"/>
                </a:lnTo>
                <a:close/>
                <a:moveTo>
                  <a:pt x="857250" y="352425"/>
                </a:moveTo>
                <a:lnTo>
                  <a:pt x="866775" y="352425"/>
                </a:lnTo>
                <a:lnTo>
                  <a:pt x="866775" y="361950"/>
                </a:lnTo>
                <a:lnTo>
                  <a:pt x="857250" y="361950"/>
                </a:lnTo>
                <a:close/>
                <a:moveTo>
                  <a:pt x="2200275" y="352425"/>
                </a:moveTo>
                <a:lnTo>
                  <a:pt x="2295525" y="352425"/>
                </a:lnTo>
                <a:lnTo>
                  <a:pt x="2295525" y="361950"/>
                </a:lnTo>
                <a:lnTo>
                  <a:pt x="2200275" y="361950"/>
                </a:lnTo>
                <a:close/>
                <a:moveTo>
                  <a:pt x="2867025" y="352425"/>
                </a:moveTo>
                <a:lnTo>
                  <a:pt x="2895600" y="352425"/>
                </a:lnTo>
                <a:lnTo>
                  <a:pt x="2895600" y="361950"/>
                </a:lnTo>
                <a:lnTo>
                  <a:pt x="2867025" y="361950"/>
                </a:lnTo>
                <a:close/>
                <a:moveTo>
                  <a:pt x="695325" y="361950"/>
                </a:moveTo>
                <a:lnTo>
                  <a:pt x="704850" y="361950"/>
                </a:lnTo>
                <a:lnTo>
                  <a:pt x="704850" y="371475"/>
                </a:lnTo>
                <a:lnTo>
                  <a:pt x="695325" y="371475"/>
                </a:lnTo>
                <a:close/>
                <a:moveTo>
                  <a:pt x="762000" y="361950"/>
                </a:moveTo>
                <a:lnTo>
                  <a:pt x="781050" y="361950"/>
                </a:lnTo>
                <a:lnTo>
                  <a:pt x="781050" y="371475"/>
                </a:lnTo>
                <a:lnTo>
                  <a:pt x="762000" y="371475"/>
                </a:lnTo>
                <a:close/>
                <a:moveTo>
                  <a:pt x="2162175" y="361950"/>
                </a:moveTo>
                <a:lnTo>
                  <a:pt x="2181225" y="361950"/>
                </a:lnTo>
                <a:lnTo>
                  <a:pt x="2181225" y="371475"/>
                </a:lnTo>
                <a:lnTo>
                  <a:pt x="2162175" y="371475"/>
                </a:lnTo>
                <a:close/>
                <a:moveTo>
                  <a:pt x="2381250" y="361950"/>
                </a:moveTo>
                <a:lnTo>
                  <a:pt x="2419350" y="361950"/>
                </a:lnTo>
                <a:lnTo>
                  <a:pt x="2419350" y="371475"/>
                </a:lnTo>
                <a:lnTo>
                  <a:pt x="2381250" y="371475"/>
                </a:lnTo>
                <a:close/>
                <a:moveTo>
                  <a:pt x="2981325" y="361950"/>
                </a:moveTo>
                <a:lnTo>
                  <a:pt x="3009900" y="361950"/>
                </a:lnTo>
                <a:lnTo>
                  <a:pt x="3009900" y="371475"/>
                </a:lnTo>
                <a:lnTo>
                  <a:pt x="2981325" y="371475"/>
                </a:lnTo>
                <a:close/>
                <a:moveTo>
                  <a:pt x="114300" y="371475"/>
                </a:moveTo>
                <a:lnTo>
                  <a:pt x="123825" y="371475"/>
                </a:lnTo>
                <a:lnTo>
                  <a:pt x="123825" y="381000"/>
                </a:lnTo>
                <a:lnTo>
                  <a:pt x="114300" y="381000"/>
                </a:lnTo>
                <a:close/>
                <a:moveTo>
                  <a:pt x="1676400" y="371475"/>
                </a:moveTo>
                <a:lnTo>
                  <a:pt x="1685925" y="371475"/>
                </a:lnTo>
                <a:lnTo>
                  <a:pt x="1685925" y="381000"/>
                </a:lnTo>
                <a:lnTo>
                  <a:pt x="1695450" y="381000"/>
                </a:lnTo>
                <a:lnTo>
                  <a:pt x="1695450" y="400050"/>
                </a:lnTo>
                <a:lnTo>
                  <a:pt x="1685925" y="400050"/>
                </a:lnTo>
                <a:lnTo>
                  <a:pt x="1685925" y="409575"/>
                </a:lnTo>
                <a:lnTo>
                  <a:pt x="1676400" y="409575"/>
                </a:lnTo>
                <a:close/>
                <a:moveTo>
                  <a:pt x="2143125" y="371475"/>
                </a:moveTo>
                <a:lnTo>
                  <a:pt x="2152650" y="371475"/>
                </a:lnTo>
                <a:lnTo>
                  <a:pt x="2152650" y="381000"/>
                </a:lnTo>
                <a:lnTo>
                  <a:pt x="2143125" y="381000"/>
                </a:lnTo>
                <a:close/>
                <a:moveTo>
                  <a:pt x="2486025" y="371475"/>
                </a:moveTo>
                <a:lnTo>
                  <a:pt x="2543175" y="371475"/>
                </a:lnTo>
                <a:lnTo>
                  <a:pt x="2543175" y="381000"/>
                </a:lnTo>
                <a:lnTo>
                  <a:pt x="2486025" y="381000"/>
                </a:lnTo>
                <a:close/>
                <a:moveTo>
                  <a:pt x="3076575" y="371475"/>
                </a:moveTo>
                <a:lnTo>
                  <a:pt x="3105150" y="371475"/>
                </a:lnTo>
                <a:lnTo>
                  <a:pt x="3105150" y="381000"/>
                </a:lnTo>
                <a:lnTo>
                  <a:pt x="3076575" y="381000"/>
                </a:lnTo>
                <a:close/>
                <a:moveTo>
                  <a:pt x="2124075" y="381000"/>
                </a:moveTo>
                <a:lnTo>
                  <a:pt x="2133600" y="381000"/>
                </a:lnTo>
                <a:lnTo>
                  <a:pt x="2133600" y="390525"/>
                </a:lnTo>
                <a:lnTo>
                  <a:pt x="2124075" y="390525"/>
                </a:lnTo>
                <a:close/>
                <a:moveTo>
                  <a:pt x="2609850" y="381000"/>
                </a:moveTo>
                <a:lnTo>
                  <a:pt x="2638425" y="381000"/>
                </a:lnTo>
                <a:lnTo>
                  <a:pt x="2638425" y="390525"/>
                </a:lnTo>
                <a:lnTo>
                  <a:pt x="2609850" y="390525"/>
                </a:lnTo>
                <a:close/>
                <a:moveTo>
                  <a:pt x="3190875" y="381000"/>
                </a:moveTo>
                <a:lnTo>
                  <a:pt x="3209925" y="381000"/>
                </a:lnTo>
                <a:lnTo>
                  <a:pt x="3209925" y="390525"/>
                </a:lnTo>
                <a:lnTo>
                  <a:pt x="3190875" y="390525"/>
                </a:lnTo>
                <a:close/>
                <a:moveTo>
                  <a:pt x="2114550" y="390525"/>
                </a:moveTo>
                <a:lnTo>
                  <a:pt x="2124075" y="390525"/>
                </a:lnTo>
                <a:lnTo>
                  <a:pt x="2124075" y="400050"/>
                </a:lnTo>
                <a:lnTo>
                  <a:pt x="2114550" y="400050"/>
                </a:lnTo>
                <a:close/>
                <a:moveTo>
                  <a:pt x="2705100" y="390525"/>
                </a:moveTo>
                <a:lnTo>
                  <a:pt x="2752725" y="390525"/>
                </a:lnTo>
                <a:lnTo>
                  <a:pt x="2752725" y="400050"/>
                </a:lnTo>
                <a:lnTo>
                  <a:pt x="2705100" y="400050"/>
                </a:lnTo>
                <a:close/>
                <a:moveTo>
                  <a:pt x="3276600" y="390525"/>
                </a:moveTo>
                <a:lnTo>
                  <a:pt x="3295650" y="390525"/>
                </a:lnTo>
                <a:lnTo>
                  <a:pt x="3295650" y="400050"/>
                </a:lnTo>
                <a:lnTo>
                  <a:pt x="3276600" y="400050"/>
                </a:lnTo>
                <a:close/>
                <a:moveTo>
                  <a:pt x="152400" y="400050"/>
                </a:moveTo>
                <a:lnTo>
                  <a:pt x="161925" y="400050"/>
                </a:lnTo>
                <a:lnTo>
                  <a:pt x="161925" y="409575"/>
                </a:lnTo>
                <a:lnTo>
                  <a:pt x="152400" y="409575"/>
                </a:lnTo>
                <a:close/>
                <a:moveTo>
                  <a:pt x="1724025" y="400050"/>
                </a:moveTo>
                <a:lnTo>
                  <a:pt x="1733550" y="400050"/>
                </a:lnTo>
                <a:lnTo>
                  <a:pt x="1733550" y="419100"/>
                </a:lnTo>
                <a:lnTo>
                  <a:pt x="1724025" y="419100"/>
                </a:lnTo>
                <a:close/>
                <a:moveTo>
                  <a:pt x="2105025" y="400050"/>
                </a:moveTo>
                <a:lnTo>
                  <a:pt x="2114550" y="400050"/>
                </a:lnTo>
                <a:lnTo>
                  <a:pt x="2114550" y="409575"/>
                </a:lnTo>
                <a:lnTo>
                  <a:pt x="2105025" y="409575"/>
                </a:lnTo>
                <a:close/>
                <a:moveTo>
                  <a:pt x="2800350" y="400050"/>
                </a:moveTo>
                <a:lnTo>
                  <a:pt x="2857500" y="400050"/>
                </a:lnTo>
                <a:lnTo>
                  <a:pt x="2857500" y="409575"/>
                </a:lnTo>
                <a:lnTo>
                  <a:pt x="2800350" y="409575"/>
                </a:lnTo>
                <a:close/>
                <a:moveTo>
                  <a:pt x="3352800" y="400050"/>
                </a:moveTo>
                <a:lnTo>
                  <a:pt x="3400425" y="400050"/>
                </a:lnTo>
                <a:lnTo>
                  <a:pt x="3400425" y="409575"/>
                </a:lnTo>
                <a:lnTo>
                  <a:pt x="3352800" y="409575"/>
                </a:lnTo>
                <a:close/>
                <a:moveTo>
                  <a:pt x="104775" y="409575"/>
                </a:moveTo>
                <a:lnTo>
                  <a:pt x="114300" y="409575"/>
                </a:lnTo>
                <a:lnTo>
                  <a:pt x="114300" y="428625"/>
                </a:lnTo>
                <a:lnTo>
                  <a:pt x="104775" y="428625"/>
                </a:lnTo>
                <a:close/>
                <a:moveTo>
                  <a:pt x="2095500" y="409575"/>
                </a:moveTo>
                <a:lnTo>
                  <a:pt x="2105025" y="409575"/>
                </a:lnTo>
                <a:lnTo>
                  <a:pt x="2105025" y="419100"/>
                </a:lnTo>
                <a:lnTo>
                  <a:pt x="2095500" y="419100"/>
                </a:lnTo>
                <a:close/>
                <a:moveTo>
                  <a:pt x="2924175" y="409575"/>
                </a:moveTo>
                <a:lnTo>
                  <a:pt x="2971800" y="409575"/>
                </a:lnTo>
                <a:lnTo>
                  <a:pt x="2971800" y="419100"/>
                </a:lnTo>
                <a:lnTo>
                  <a:pt x="2924175" y="419100"/>
                </a:lnTo>
                <a:close/>
                <a:moveTo>
                  <a:pt x="3457575" y="409575"/>
                </a:moveTo>
                <a:lnTo>
                  <a:pt x="3476625" y="409575"/>
                </a:lnTo>
                <a:lnTo>
                  <a:pt x="3476625" y="419100"/>
                </a:lnTo>
                <a:lnTo>
                  <a:pt x="3457575" y="419100"/>
                </a:lnTo>
                <a:close/>
                <a:moveTo>
                  <a:pt x="2019300" y="419100"/>
                </a:moveTo>
                <a:lnTo>
                  <a:pt x="2028825" y="419100"/>
                </a:lnTo>
                <a:lnTo>
                  <a:pt x="2028825" y="428625"/>
                </a:lnTo>
                <a:lnTo>
                  <a:pt x="2019300" y="428625"/>
                </a:lnTo>
                <a:close/>
                <a:moveTo>
                  <a:pt x="2085975" y="419100"/>
                </a:moveTo>
                <a:lnTo>
                  <a:pt x="2095500" y="419100"/>
                </a:lnTo>
                <a:lnTo>
                  <a:pt x="2095500" y="428625"/>
                </a:lnTo>
                <a:lnTo>
                  <a:pt x="2085975" y="428625"/>
                </a:lnTo>
                <a:close/>
                <a:moveTo>
                  <a:pt x="2638425" y="419100"/>
                </a:moveTo>
                <a:lnTo>
                  <a:pt x="2667000" y="419100"/>
                </a:lnTo>
                <a:lnTo>
                  <a:pt x="2667000" y="428625"/>
                </a:lnTo>
                <a:lnTo>
                  <a:pt x="2638425" y="428625"/>
                </a:lnTo>
                <a:close/>
                <a:moveTo>
                  <a:pt x="3028950" y="419100"/>
                </a:moveTo>
                <a:lnTo>
                  <a:pt x="3067050" y="419100"/>
                </a:lnTo>
                <a:lnTo>
                  <a:pt x="3067050" y="428625"/>
                </a:lnTo>
                <a:lnTo>
                  <a:pt x="3028950" y="428625"/>
                </a:lnTo>
                <a:close/>
                <a:moveTo>
                  <a:pt x="3495675" y="419100"/>
                </a:moveTo>
                <a:lnTo>
                  <a:pt x="3505200" y="419100"/>
                </a:lnTo>
                <a:lnTo>
                  <a:pt x="3505200" y="428625"/>
                </a:lnTo>
                <a:lnTo>
                  <a:pt x="3495675" y="428625"/>
                </a:lnTo>
                <a:close/>
                <a:moveTo>
                  <a:pt x="2076450" y="428625"/>
                </a:moveTo>
                <a:lnTo>
                  <a:pt x="2085975" y="428625"/>
                </a:lnTo>
                <a:lnTo>
                  <a:pt x="2085975" y="438150"/>
                </a:lnTo>
                <a:lnTo>
                  <a:pt x="2076450" y="438150"/>
                </a:lnTo>
                <a:close/>
                <a:moveTo>
                  <a:pt x="2619375" y="428625"/>
                </a:moveTo>
                <a:lnTo>
                  <a:pt x="2628900" y="428625"/>
                </a:lnTo>
                <a:lnTo>
                  <a:pt x="2628900" y="438150"/>
                </a:lnTo>
                <a:lnTo>
                  <a:pt x="2619375" y="438150"/>
                </a:lnTo>
                <a:close/>
                <a:moveTo>
                  <a:pt x="2743200" y="428625"/>
                </a:moveTo>
                <a:lnTo>
                  <a:pt x="2809875" y="428625"/>
                </a:lnTo>
                <a:lnTo>
                  <a:pt x="2809875" y="438150"/>
                </a:lnTo>
                <a:lnTo>
                  <a:pt x="2743200" y="438150"/>
                </a:lnTo>
                <a:close/>
                <a:moveTo>
                  <a:pt x="3133725" y="428625"/>
                </a:moveTo>
                <a:lnTo>
                  <a:pt x="3162300" y="428625"/>
                </a:lnTo>
                <a:lnTo>
                  <a:pt x="3162300" y="438150"/>
                </a:lnTo>
                <a:lnTo>
                  <a:pt x="3133725" y="438150"/>
                </a:lnTo>
                <a:close/>
                <a:moveTo>
                  <a:pt x="3524250" y="428625"/>
                </a:moveTo>
                <a:lnTo>
                  <a:pt x="3533775" y="428625"/>
                </a:lnTo>
                <a:lnTo>
                  <a:pt x="3533775" y="438150"/>
                </a:lnTo>
                <a:lnTo>
                  <a:pt x="3524250" y="438150"/>
                </a:lnTo>
                <a:close/>
                <a:moveTo>
                  <a:pt x="2009775" y="438150"/>
                </a:moveTo>
                <a:lnTo>
                  <a:pt x="2019300" y="438150"/>
                </a:lnTo>
                <a:lnTo>
                  <a:pt x="2019300" y="447675"/>
                </a:lnTo>
                <a:lnTo>
                  <a:pt x="2009775" y="447675"/>
                </a:lnTo>
                <a:close/>
                <a:moveTo>
                  <a:pt x="2066925" y="438150"/>
                </a:moveTo>
                <a:lnTo>
                  <a:pt x="2076450" y="438150"/>
                </a:lnTo>
                <a:lnTo>
                  <a:pt x="2076450" y="447675"/>
                </a:lnTo>
                <a:lnTo>
                  <a:pt x="2066925" y="447675"/>
                </a:lnTo>
                <a:close/>
                <a:moveTo>
                  <a:pt x="2609850" y="438150"/>
                </a:moveTo>
                <a:lnTo>
                  <a:pt x="2619375" y="438150"/>
                </a:lnTo>
                <a:lnTo>
                  <a:pt x="2619375" y="447675"/>
                </a:lnTo>
                <a:lnTo>
                  <a:pt x="2609850" y="447675"/>
                </a:lnTo>
                <a:close/>
                <a:moveTo>
                  <a:pt x="2847975" y="438150"/>
                </a:moveTo>
                <a:lnTo>
                  <a:pt x="2905125" y="438150"/>
                </a:lnTo>
                <a:lnTo>
                  <a:pt x="2905125" y="447675"/>
                </a:lnTo>
                <a:lnTo>
                  <a:pt x="2847975" y="447675"/>
                </a:lnTo>
                <a:close/>
                <a:moveTo>
                  <a:pt x="3228975" y="438150"/>
                </a:moveTo>
                <a:lnTo>
                  <a:pt x="3286125" y="438150"/>
                </a:lnTo>
                <a:lnTo>
                  <a:pt x="3286125" y="447675"/>
                </a:lnTo>
                <a:lnTo>
                  <a:pt x="3228975" y="447675"/>
                </a:lnTo>
                <a:close/>
                <a:moveTo>
                  <a:pt x="3543300" y="438150"/>
                </a:moveTo>
                <a:lnTo>
                  <a:pt x="3552825" y="438150"/>
                </a:lnTo>
                <a:lnTo>
                  <a:pt x="3552825" y="447675"/>
                </a:lnTo>
                <a:lnTo>
                  <a:pt x="3543300" y="447675"/>
                </a:lnTo>
                <a:close/>
                <a:moveTo>
                  <a:pt x="2600325" y="447675"/>
                </a:moveTo>
                <a:lnTo>
                  <a:pt x="2609850" y="447675"/>
                </a:lnTo>
                <a:lnTo>
                  <a:pt x="2609850" y="457200"/>
                </a:lnTo>
                <a:lnTo>
                  <a:pt x="2600325" y="457200"/>
                </a:lnTo>
                <a:close/>
                <a:moveTo>
                  <a:pt x="2952750" y="447675"/>
                </a:moveTo>
                <a:lnTo>
                  <a:pt x="3000375" y="447675"/>
                </a:lnTo>
                <a:lnTo>
                  <a:pt x="3000375" y="457200"/>
                </a:lnTo>
                <a:lnTo>
                  <a:pt x="2952750" y="457200"/>
                </a:lnTo>
                <a:close/>
                <a:moveTo>
                  <a:pt x="3343275" y="447675"/>
                </a:moveTo>
                <a:lnTo>
                  <a:pt x="3390900" y="447675"/>
                </a:lnTo>
                <a:lnTo>
                  <a:pt x="3390900" y="457200"/>
                </a:lnTo>
                <a:lnTo>
                  <a:pt x="3343275" y="457200"/>
                </a:lnTo>
                <a:close/>
                <a:moveTo>
                  <a:pt x="3562350" y="447675"/>
                </a:moveTo>
                <a:lnTo>
                  <a:pt x="3571875" y="447675"/>
                </a:lnTo>
                <a:lnTo>
                  <a:pt x="3571875" y="457200"/>
                </a:lnTo>
                <a:lnTo>
                  <a:pt x="3562350" y="457200"/>
                </a:lnTo>
                <a:close/>
                <a:moveTo>
                  <a:pt x="3028950" y="457200"/>
                </a:moveTo>
                <a:lnTo>
                  <a:pt x="3038475" y="457200"/>
                </a:lnTo>
                <a:lnTo>
                  <a:pt x="3038475" y="466725"/>
                </a:lnTo>
                <a:lnTo>
                  <a:pt x="3028950" y="466725"/>
                </a:lnTo>
                <a:close/>
                <a:moveTo>
                  <a:pt x="3438525" y="457200"/>
                </a:moveTo>
                <a:lnTo>
                  <a:pt x="3467100" y="457200"/>
                </a:lnTo>
                <a:lnTo>
                  <a:pt x="3467100" y="466725"/>
                </a:lnTo>
                <a:lnTo>
                  <a:pt x="3438525" y="466725"/>
                </a:lnTo>
                <a:close/>
                <a:moveTo>
                  <a:pt x="3571875" y="457200"/>
                </a:moveTo>
                <a:lnTo>
                  <a:pt x="3581400" y="457200"/>
                </a:lnTo>
                <a:lnTo>
                  <a:pt x="3581400" y="466725"/>
                </a:lnTo>
                <a:lnTo>
                  <a:pt x="3571875" y="466725"/>
                </a:lnTo>
                <a:close/>
                <a:moveTo>
                  <a:pt x="3038475" y="466725"/>
                </a:moveTo>
                <a:lnTo>
                  <a:pt x="3048000" y="466725"/>
                </a:lnTo>
                <a:lnTo>
                  <a:pt x="3048000" y="476250"/>
                </a:lnTo>
                <a:lnTo>
                  <a:pt x="3038475" y="476250"/>
                </a:lnTo>
                <a:close/>
                <a:moveTo>
                  <a:pt x="3486150" y="466725"/>
                </a:moveTo>
                <a:lnTo>
                  <a:pt x="3495675" y="466725"/>
                </a:lnTo>
                <a:lnTo>
                  <a:pt x="3495675" y="476250"/>
                </a:lnTo>
                <a:lnTo>
                  <a:pt x="3486150" y="476250"/>
                </a:lnTo>
                <a:close/>
                <a:moveTo>
                  <a:pt x="2047875" y="476250"/>
                </a:moveTo>
                <a:lnTo>
                  <a:pt x="2057400" y="476250"/>
                </a:lnTo>
                <a:lnTo>
                  <a:pt x="2057400" y="485775"/>
                </a:lnTo>
                <a:lnTo>
                  <a:pt x="2047875" y="485775"/>
                </a:lnTo>
                <a:close/>
                <a:moveTo>
                  <a:pt x="3048000" y="476250"/>
                </a:moveTo>
                <a:lnTo>
                  <a:pt x="3057525" y="476250"/>
                </a:lnTo>
                <a:lnTo>
                  <a:pt x="3057525" y="485775"/>
                </a:lnTo>
                <a:lnTo>
                  <a:pt x="3048000" y="485775"/>
                </a:lnTo>
                <a:close/>
                <a:moveTo>
                  <a:pt x="3505200" y="476250"/>
                </a:moveTo>
                <a:lnTo>
                  <a:pt x="3514725" y="476250"/>
                </a:lnTo>
                <a:lnTo>
                  <a:pt x="3514725" y="485775"/>
                </a:lnTo>
                <a:lnTo>
                  <a:pt x="3505200" y="485775"/>
                </a:lnTo>
                <a:close/>
                <a:moveTo>
                  <a:pt x="3524250" y="485775"/>
                </a:moveTo>
                <a:lnTo>
                  <a:pt x="3533775" y="485775"/>
                </a:lnTo>
                <a:lnTo>
                  <a:pt x="3533775" y="495300"/>
                </a:lnTo>
                <a:lnTo>
                  <a:pt x="3524250" y="495300"/>
                </a:lnTo>
                <a:close/>
                <a:moveTo>
                  <a:pt x="2038350" y="495300"/>
                </a:moveTo>
                <a:lnTo>
                  <a:pt x="2047875" y="495300"/>
                </a:lnTo>
                <a:lnTo>
                  <a:pt x="2047875" y="514350"/>
                </a:lnTo>
                <a:lnTo>
                  <a:pt x="2038350" y="514350"/>
                </a:lnTo>
                <a:close/>
                <a:moveTo>
                  <a:pt x="3057525" y="495300"/>
                </a:moveTo>
                <a:lnTo>
                  <a:pt x="3067050" y="495300"/>
                </a:lnTo>
                <a:lnTo>
                  <a:pt x="3067050" y="504825"/>
                </a:lnTo>
                <a:lnTo>
                  <a:pt x="3057525" y="504825"/>
                </a:lnTo>
                <a:close/>
                <a:moveTo>
                  <a:pt x="3533775" y="495300"/>
                </a:moveTo>
                <a:lnTo>
                  <a:pt x="3543300" y="495300"/>
                </a:lnTo>
                <a:lnTo>
                  <a:pt x="3543300" y="504825"/>
                </a:lnTo>
                <a:lnTo>
                  <a:pt x="3533775" y="504825"/>
                </a:lnTo>
                <a:close/>
                <a:moveTo>
                  <a:pt x="447675" y="504825"/>
                </a:moveTo>
                <a:lnTo>
                  <a:pt x="457200" y="504825"/>
                </a:lnTo>
                <a:lnTo>
                  <a:pt x="457200" y="514350"/>
                </a:lnTo>
                <a:lnTo>
                  <a:pt x="447675" y="514350"/>
                </a:lnTo>
                <a:close/>
                <a:moveTo>
                  <a:pt x="466725" y="504825"/>
                </a:moveTo>
                <a:lnTo>
                  <a:pt x="476250" y="504825"/>
                </a:lnTo>
                <a:lnTo>
                  <a:pt x="476250" y="514350"/>
                </a:lnTo>
                <a:lnTo>
                  <a:pt x="466725" y="514350"/>
                </a:lnTo>
                <a:close/>
                <a:moveTo>
                  <a:pt x="3552825" y="504825"/>
                </a:moveTo>
                <a:lnTo>
                  <a:pt x="3562350" y="504825"/>
                </a:lnTo>
                <a:lnTo>
                  <a:pt x="3562350" y="514350"/>
                </a:lnTo>
                <a:lnTo>
                  <a:pt x="3552825" y="514350"/>
                </a:lnTo>
                <a:close/>
                <a:moveTo>
                  <a:pt x="1733550" y="514350"/>
                </a:moveTo>
                <a:lnTo>
                  <a:pt x="1743075" y="514350"/>
                </a:lnTo>
                <a:lnTo>
                  <a:pt x="1743075" y="561975"/>
                </a:lnTo>
                <a:lnTo>
                  <a:pt x="1733550" y="561975"/>
                </a:lnTo>
                <a:close/>
                <a:moveTo>
                  <a:pt x="1981200" y="514350"/>
                </a:moveTo>
                <a:lnTo>
                  <a:pt x="1990725" y="514350"/>
                </a:lnTo>
                <a:lnTo>
                  <a:pt x="1990725" y="523875"/>
                </a:lnTo>
                <a:lnTo>
                  <a:pt x="1981200" y="523875"/>
                </a:lnTo>
                <a:close/>
                <a:moveTo>
                  <a:pt x="3562350" y="514350"/>
                </a:moveTo>
                <a:lnTo>
                  <a:pt x="3571875" y="514350"/>
                </a:lnTo>
                <a:lnTo>
                  <a:pt x="3571875" y="523875"/>
                </a:lnTo>
                <a:lnTo>
                  <a:pt x="3562350" y="523875"/>
                </a:lnTo>
                <a:close/>
                <a:moveTo>
                  <a:pt x="3629025" y="514350"/>
                </a:moveTo>
                <a:lnTo>
                  <a:pt x="3638550" y="514350"/>
                </a:lnTo>
                <a:lnTo>
                  <a:pt x="3638550" y="523875"/>
                </a:lnTo>
                <a:lnTo>
                  <a:pt x="3629025" y="523875"/>
                </a:lnTo>
                <a:close/>
                <a:moveTo>
                  <a:pt x="1685925" y="523875"/>
                </a:moveTo>
                <a:lnTo>
                  <a:pt x="1695450" y="523875"/>
                </a:lnTo>
                <a:lnTo>
                  <a:pt x="1695450" y="533400"/>
                </a:lnTo>
                <a:lnTo>
                  <a:pt x="1685925" y="533400"/>
                </a:lnTo>
                <a:close/>
                <a:moveTo>
                  <a:pt x="2600325" y="523875"/>
                </a:moveTo>
                <a:lnTo>
                  <a:pt x="2609850" y="523875"/>
                </a:lnTo>
                <a:lnTo>
                  <a:pt x="2609850" y="533400"/>
                </a:lnTo>
                <a:lnTo>
                  <a:pt x="2600325" y="533400"/>
                </a:lnTo>
                <a:close/>
                <a:moveTo>
                  <a:pt x="3571875" y="523875"/>
                </a:moveTo>
                <a:lnTo>
                  <a:pt x="3581400" y="523875"/>
                </a:lnTo>
                <a:lnTo>
                  <a:pt x="3581400" y="533400"/>
                </a:lnTo>
                <a:lnTo>
                  <a:pt x="3571875" y="533400"/>
                </a:lnTo>
                <a:close/>
                <a:moveTo>
                  <a:pt x="2609850" y="533400"/>
                </a:moveTo>
                <a:lnTo>
                  <a:pt x="2619375" y="533400"/>
                </a:lnTo>
                <a:lnTo>
                  <a:pt x="2619375" y="542925"/>
                </a:lnTo>
                <a:lnTo>
                  <a:pt x="2609850" y="542925"/>
                </a:lnTo>
                <a:close/>
                <a:moveTo>
                  <a:pt x="3057525" y="533400"/>
                </a:moveTo>
                <a:lnTo>
                  <a:pt x="3067050" y="533400"/>
                </a:lnTo>
                <a:lnTo>
                  <a:pt x="3067050" y="542925"/>
                </a:lnTo>
                <a:lnTo>
                  <a:pt x="3057525" y="542925"/>
                </a:lnTo>
                <a:close/>
                <a:moveTo>
                  <a:pt x="3581400" y="533400"/>
                </a:moveTo>
                <a:lnTo>
                  <a:pt x="3590925" y="533400"/>
                </a:lnTo>
                <a:lnTo>
                  <a:pt x="3590925" y="542925"/>
                </a:lnTo>
                <a:lnTo>
                  <a:pt x="3581400" y="542925"/>
                </a:lnTo>
                <a:close/>
                <a:moveTo>
                  <a:pt x="3638550" y="533400"/>
                </a:moveTo>
                <a:lnTo>
                  <a:pt x="3648075" y="533400"/>
                </a:lnTo>
                <a:lnTo>
                  <a:pt x="3648075" y="542925"/>
                </a:lnTo>
                <a:lnTo>
                  <a:pt x="3638550" y="542925"/>
                </a:lnTo>
                <a:close/>
                <a:moveTo>
                  <a:pt x="2028825" y="542925"/>
                </a:moveTo>
                <a:lnTo>
                  <a:pt x="2038350" y="542925"/>
                </a:lnTo>
                <a:lnTo>
                  <a:pt x="2038350" y="561975"/>
                </a:lnTo>
                <a:lnTo>
                  <a:pt x="2028825" y="561975"/>
                </a:lnTo>
                <a:close/>
                <a:moveTo>
                  <a:pt x="2628900" y="542925"/>
                </a:moveTo>
                <a:lnTo>
                  <a:pt x="2638425" y="542925"/>
                </a:lnTo>
                <a:lnTo>
                  <a:pt x="2638425" y="552450"/>
                </a:lnTo>
                <a:lnTo>
                  <a:pt x="2628900" y="552450"/>
                </a:lnTo>
                <a:close/>
                <a:moveTo>
                  <a:pt x="447675" y="552450"/>
                </a:moveTo>
                <a:lnTo>
                  <a:pt x="457200" y="552450"/>
                </a:lnTo>
                <a:lnTo>
                  <a:pt x="457200" y="561975"/>
                </a:lnTo>
                <a:lnTo>
                  <a:pt x="447675" y="561975"/>
                </a:lnTo>
                <a:close/>
                <a:moveTo>
                  <a:pt x="2686050" y="552450"/>
                </a:moveTo>
                <a:lnTo>
                  <a:pt x="2733675" y="552450"/>
                </a:lnTo>
                <a:lnTo>
                  <a:pt x="2733675" y="561975"/>
                </a:lnTo>
                <a:lnTo>
                  <a:pt x="2686050" y="561975"/>
                </a:lnTo>
                <a:close/>
                <a:moveTo>
                  <a:pt x="3048000" y="552450"/>
                </a:moveTo>
                <a:lnTo>
                  <a:pt x="3057525" y="552450"/>
                </a:lnTo>
                <a:lnTo>
                  <a:pt x="3057525" y="561975"/>
                </a:lnTo>
                <a:lnTo>
                  <a:pt x="3048000" y="561975"/>
                </a:lnTo>
                <a:close/>
                <a:moveTo>
                  <a:pt x="3590925" y="552450"/>
                </a:moveTo>
                <a:lnTo>
                  <a:pt x="3600450" y="552450"/>
                </a:lnTo>
                <a:lnTo>
                  <a:pt x="3600450" y="561975"/>
                </a:lnTo>
                <a:lnTo>
                  <a:pt x="3590925" y="561975"/>
                </a:lnTo>
                <a:close/>
                <a:moveTo>
                  <a:pt x="3648075" y="552450"/>
                </a:moveTo>
                <a:lnTo>
                  <a:pt x="3657600" y="552450"/>
                </a:lnTo>
                <a:lnTo>
                  <a:pt x="3657600" y="561975"/>
                </a:lnTo>
                <a:lnTo>
                  <a:pt x="3648075" y="561975"/>
                </a:lnTo>
                <a:close/>
                <a:moveTo>
                  <a:pt x="95250" y="561975"/>
                </a:moveTo>
                <a:lnTo>
                  <a:pt x="114300" y="561975"/>
                </a:lnTo>
                <a:lnTo>
                  <a:pt x="114300" y="657225"/>
                </a:lnTo>
                <a:lnTo>
                  <a:pt x="104775" y="657225"/>
                </a:lnTo>
                <a:lnTo>
                  <a:pt x="104775" y="581025"/>
                </a:lnTo>
                <a:lnTo>
                  <a:pt x="95250" y="581025"/>
                </a:lnTo>
                <a:close/>
                <a:moveTo>
                  <a:pt x="2809875" y="561975"/>
                </a:moveTo>
                <a:lnTo>
                  <a:pt x="2838450" y="561975"/>
                </a:lnTo>
                <a:lnTo>
                  <a:pt x="2838450" y="571500"/>
                </a:lnTo>
                <a:lnTo>
                  <a:pt x="2809875" y="571500"/>
                </a:lnTo>
                <a:close/>
                <a:moveTo>
                  <a:pt x="3038475" y="561975"/>
                </a:moveTo>
                <a:lnTo>
                  <a:pt x="3048000" y="561975"/>
                </a:lnTo>
                <a:lnTo>
                  <a:pt x="3048000" y="571500"/>
                </a:lnTo>
                <a:lnTo>
                  <a:pt x="3038475" y="571500"/>
                </a:lnTo>
                <a:close/>
                <a:moveTo>
                  <a:pt x="2914650" y="571500"/>
                </a:moveTo>
                <a:lnTo>
                  <a:pt x="2962275" y="571500"/>
                </a:lnTo>
                <a:lnTo>
                  <a:pt x="2962275" y="581025"/>
                </a:lnTo>
                <a:lnTo>
                  <a:pt x="2914650" y="581025"/>
                </a:lnTo>
                <a:close/>
                <a:moveTo>
                  <a:pt x="3019425" y="571500"/>
                </a:moveTo>
                <a:lnTo>
                  <a:pt x="3028950" y="571500"/>
                </a:lnTo>
                <a:lnTo>
                  <a:pt x="3028950" y="581025"/>
                </a:lnTo>
                <a:lnTo>
                  <a:pt x="3019425" y="581025"/>
                </a:lnTo>
                <a:close/>
                <a:moveTo>
                  <a:pt x="3600450" y="571500"/>
                </a:moveTo>
                <a:lnTo>
                  <a:pt x="3609975" y="571500"/>
                </a:lnTo>
                <a:lnTo>
                  <a:pt x="3609975" y="581025"/>
                </a:lnTo>
                <a:lnTo>
                  <a:pt x="3600450" y="581025"/>
                </a:lnTo>
                <a:close/>
                <a:moveTo>
                  <a:pt x="1971675" y="581025"/>
                </a:moveTo>
                <a:lnTo>
                  <a:pt x="1981200" y="581025"/>
                </a:lnTo>
                <a:lnTo>
                  <a:pt x="1981200" y="609600"/>
                </a:lnTo>
                <a:lnTo>
                  <a:pt x="1971675" y="609600"/>
                </a:lnTo>
                <a:close/>
                <a:moveTo>
                  <a:pt x="3657600" y="581025"/>
                </a:moveTo>
                <a:lnTo>
                  <a:pt x="3667125" y="581025"/>
                </a:lnTo>
                <a:lnTo>
                  <a:pt x="3667125" y="590550"/>
                </a:lnTo>
                <a:lnTo>
                  <a:pt x="3657600" y="590550"/>
                </a:lnTo>
                <a:close/>
                <a:moveTo>
                  <a:pt x="2019300" y="590550"/>
                </a:moveTo>
                <a:lnTo>
                  <a:pt x="2028825" y="590550"/>
                </a:lnTo>
                <a:lnTo>
                  <a:pt x="2028825" y="619125"/>
                </a:lnTo>
                <a:lnTo>
                  <a:pt x="2019300" y="619125"/>
                </a:lnTo>
                <a:close/>
                <a:moveTo>
                  <a:pt x="3609975" y="600075"/>
                </a:moveTo>
                <a:lnTo>
                  <a:pt x="3619500" y="600075"/>
                </a:lnTo>
                <a:lnTo>
                  <a:pt x="3619500" y="619125"/>
                </a:lnTo>
                <a:lnTo>
                  <a:pt x="3609975" y="619125"/>
                </a:lnTo>
                <a:close/>
                <a:moveTo>
                  <a:pt x="2371725" y="619125"/>
                </a:moveTo>
                <a:lnTo>
                  <a:pt x="2390775" y="619125"/>
                </a:lnTo>
                <a:lnTo>
                  <a:pt x="2390775" y="628650"/>
                </a:lnTo>
                <a:lnTo>
                  <a:pt x="2371725" y="628650"/>
                </a:lnTo>
                <a:close/>
                <a:moveTo>
                  <a:pt x="1695450" y="638175"/>
                </a:moveTo>
                <a:lnTo>
                  <a:pt x="1704975" y="638175"/>
                </a:lnTo>
                <a:lnTo>
                  <a:pt x="1704975" y="666750"/>
                </a:lnTo>
                <a:lnTo>
                  <a:pt x="1695450" y="666750"/>
                </a:lnTo>
                <a:close/>
                <a:moveTo>
                  <a:pt x="1962150" y="638175"/>
                </a:moveTo>
                <a:lnTo>
                  <a:pt x="1971675" y="638175"/>
                </a:lnTo>
                <a:lnTo>
                  <a:pt x="1971675" y="657225"/>
                </a:lnTo>
                <a:lnTo>
                  <a:pt x="1962150" y="657225"/>
                </a:lnTo>
                <a:close/>
                <a:moveTo>
                  <a:pt x="3667125" y="638175"/>
                </a:moveTo>
                <a:lnTo>
                  <a:pt x="3676650" y="638175"/>
                </a:lnTo>
                <a:lnTo>
                  <a:pt x="3676650" y="666750"/>
                </a:lnTo>
                <a:lnTo>
                  <a:pt x="3667125" y="666750"/>
                </a:lnTo>
                <a:close/>
                <a:moveTo>
                  <a:pt x="1743075" y="647700"/>
                </a:moveTo>
                <a:lnTo>
                  <a:pt x="1752600" y="647700"/>
                </a:lnTo>
                <a:lnTo>
                  <a:pt x="1752600" y="695325"/>
                </a:lnTo>
                <a:lnTo>
                  <a:pt x="1743075" y="695325"/>
                </a:lnTo>
                <a:close/>
                <a:moveTo>
                  <a:pt x="2276475" y="657225"/>
                </a:moveTo>
                <a:lnTo>
                  <a:pt x="2295525" y="657225"/>
                </a:lnTo>
                <a:lnTo>
                  <a:pt x="2295525" y="666750"/>
                </a:lnTo>
                <a:lnTo>
                  <a:pt x="2276475" y="666750"/>
                </a:lnTo>
                <a:close/>
                <a:moveTo>
                  <a:pt x="2009775" y="666750"/>
                </a:moveTo>
                <a:lnTo>
                  <a:pt x="2019300" y="666750"/>
                </a:lnTo>
                <a:lnTo>
                  <a:pt x="2019300" y="685800"/>
                </a:lnTo>
                <a:lnTo>
                  <a:pt x="2009775" y="685800"/>
                </a:lnTo>
                <a:close/>
                <a:moveTo>
                  <a:pt x="152400" y="685800"/>
                </a:moveTo>
                <a:lnTo>
                  <a:pt x="161925" y="685800"/>
                </a:lnTo>
                <a:lnTo>
                  <a:pt x="161925" y="723900"/>
                </a:lnTo>
                <a:lnTo>
                  <a:pt x="152400" y="723900"/>
                </a:lnTo>
                <a:close/>
                <a:moveTo>
                  <a:pt x="3609975" y="695325"/>
                </a:moveTo>
                <a:lnTo>
                  <a:pt x="3619500" y="695325"/>
                </a:lnTo>
                <a:lnTo>
                  <a:pt x="3619500" y="733425"/>
                </a:lnTo>
                <a:lnTo>
                  <a:pt x="3609975" y="733425"/>
                </a:lnTo>
                <a:close/>
                <a:moveTo>
                  <a:pt x="1952625" y="714375"/>
                </a:moveTo>
                <a:lnTo>
                  <a:pt x="1962150" y="714375"/>
                </a:lnTo>
                <a:lnTo>
                  <a:pt x="1962150" y="733425"/>
                </a:lnTo>
                <a:lnTo>
                  <a:pt x="1952625" y="733425"/>
                </a:lnTo>
                <a:close/>
                <a:moveTo>
                  <a:pt x="3657600" y="714375"/>
                </a:moveTo>
                <a:lnTo>
                  <a:pt x="3667125" y="714375"/>
                </a:lnTo>
                <a:lnTo>
                  <a:pt x="3667125" y="762000"/>
                </a:lnTo>
                <a:lnTo>
                  <a:pt x="3657600" y="762000"/>
                </a:lnTo>
                <a:close/>
                <a:moveTo>
                  <a:pt x="2000250" y="752475"/>
                </a:moveTo>
                <a:lnTo>
                  <a:pt x="2009775" y="752475"/>
                </a:lnTo>
                <a:lnTo>
                  <a:pt x="2009775" y="781050"/>
                </a:lnTo>
                <a:lnTo>
                  <a:pt x="2000250" y="781050"/>
                </a:lnTo>
                <a:close/>
                <a:moveTo>
                  <a:pt x="1752600" y="762000"/>
                </a:moveTo>
                <a:lnTo>
                  <a:pt x="1762125" y="762000"/>
                </a:lnTo>
                <a:lnTo>
                  <a:pt x="1762125" y="828675"/>
                </a:lnTo>
                <a:lnTo>
                  <a:pt x="1752600" y="828675"/>
                </a:lnTo>
                <a:close/>
                <a:moveTo>
                  <a:pt x="1943100" y="771525"/>
                </a:moveTo>
                <a:lnTo>
                  <a:pt x="1952625" y="771525"/>
                </a:lnTo>
                <a:lnTo>
                  <a:pt x="1952625" y="781050"/>
                </a:lnTo>
                <a:lnTo>
                  <a:pt x="1943100" y="781050"/>
                </a:lnTo>
                <a:close/>
                <a:moveTo>
                  <a:pt x="3600450" y="771525"/>
                </a:moveTo>
                <a:lnTo>
                  <a:pt x="3609975" y="771525"/>
                </a:lnTo>
                <a:lnTo>
                  <a:pt x="3609975" y="800100"/>
                </a:lnTo>
                <a:lnTo>
                  <a:pt x="3600450" y="800100"/>
                </a:lnTo>
                <a:close/>
                <a:moveTo>
                  <a:pt x="1704975" y="781050"/>
                </a:moveTo>
                <a:lnTo>
                  <a:pt x="1714500" y="781050"/>
                </a:lnTo>
                <a:lnTo>
                  <a:pt x="1714500" y="800100"/>
                </a:lnTo>
                <a:lnTo>
                  <a:pt x="1704975" y="800100"/>
                </a:lnTo>
                <a:close/>
                <a:moveTo>
                  <a:pt x="3648075" y="800100"/>
                </a:moveTo>
                <a:lnTo>
                  <a:pt x="3657600" y="800100"/>
                </a:lnTo>
                <a:lnTo>
                  <a:pt x="3657600" y="828675"/>
                </a:lnTo>
                <a:lnTo>
                  <a:pt x="3648075" y="828675"/>
                </a:lnTo>
                <a:close/>
                <a:moveTo>
                  <a:pt x="114300" y="819150"/>
                </a:moveTo>
                <a:lnTo>
                  <a:pt x="123825" y="819150"/>
                </a:lnTo>
                <a:lnTo>
                  <a:pt x="123825" y="866775"/>
                </a:lnTo>
                <a:lnTo>
                  <a:pt x="114300" y="866775"/>
                </a:lnTo>
                <a:close/>
                <a:moveTo>
                  <a:pt x="1990725" y="819150"/>
                </a:moveTo>
                <a:lnTo>
                  <a:pt x="2000250" y="819150"/>
                </a:lnTo>
                <a:lnTo>
                  <a:pt x="2000250" y="876300"/>
                </a:lnTo>
                <a:lnTo>
                  <a:pt x="1990725" y="876300"/>
                </a:lnTo>
                <a:close/>
                <a:moveTo>
                  <a:pt x="1933575" y="838200"/>
                </a:moveTo>
                <a:lnTo>
                  <a:pt x="1943100" y="838200"/>
                </a:lnTo>
                <a:lnTo>
                  <a:pt x="1943100" y="857250"/>
                </a:lnTo>
                <a:lnTo>
                  <a:pt x="1933575" y="857250"/>
                </a:lnTo>
                <a:close/>
                <a:moveTo>
                  <a:pt x="3590925" y="847725"/>
                </a:moveTo>
                <a:lnTo>
                  <a:pt x="3600450" y="847725"/>
                </a:lnTo>
                <a:lnTo>
                  <a:pt x="3600450" y="876300"/>
                </a:lnTo>
                <a:lnTo>
                  <a:pt x="3590925" y="876300"/>
                </a:lnTo>
                <a:close/>
                <a:moveTo>
                  <a:pt x="161925" y="866775"/>
                </a:moveTo>
                <a:lnTo>
                  <a:pt x="171450" y="866775"/>
                </a:lnTo>
                <a:lnTo>
                  <a:pt x="171450" y="904875"/>
                </a:lnTo>
                <a:lnTo>
                  <a:pt x="161925" y="904875"/>
                </a:lnTo>
                <a:close/>
                <a:moveTo>
                  <a:pt x="3638550" y="876300"/>
                </a:moveTo>
                <a:lnTo>
                  <a:pt x="3648075" y="876300"/>
                </a:lnTo>
                <a:lnTo>
                  <a:pt x="3648075" y="904875"/>
                </a:lnTo>
                <a:lnTo>
                  <a:pt x="3638550" y="904875"/>
                </a:lnTo>
                <a:close/>
                <a:moveTo>
                  <a:pt x="1714500" y="895350"/>
                </a:moveTo>
                <a:lnTo>
                  <a:pt x="1724025" y="895350"/>
                </a:lnTo>
                <a:lnTo>
                  <a:pt x="1724025" y="923925"/>
                </a:lnTo>
                <a:lnTo>
                  <a:pt x="1714500" y="923925"/>
                </a:lnTo>
                <a:close/>
                <a:moveTo>
                  <a:pt x="1924050" y="895350"/>
                </a:moveTo>
                <a:lnTo>
                  <a:pt x="1933575" y="895350"/>
                </a:lnTo>
                <a:lnTo>
                  <a:pt x="1933575" y="923925"/>
                </a:lnTo>
                <a:lnTo>
                  <a:pt x="1924050" y="923925"/>
                </a:lnTo>
                <a:close/>
                <a:moveTo>
                  <a:pt x="1981200" y="895350"/>
                </a:moveTo>
                <a:lnTo>
                  <a:pt x="1990725" y="895350"/>
                </a:lnTo>
                <a:lnTo>
                  <a:pt x="1990725" y="914400"/>
                </a:lnTo>
                <a:lnTo>
                  <a:pt x="1981200" y="914400"/>
                </a:lnTo>
                <a:close/>
                <a:moveTo>
                  <a:pt x="1762125" y="904875"/>
                </a:moveTo>
                <a:lnTo>
                  <a:pt x="1771650" y="904875"/>
                </a:lnTo>
                <a:lnTo>
                  <a:pt x="1771650" y="942975"/>
                </a:lnTo>
                <a:lnTo>
                  <a:pt x="1762125" y="942975"/>
                </a:lnTo>
                <a:close/>
                <a:moveTo>
                  <a:pt x="2152650" y="914400"/>
                </a:moveTo>
                <a:lnTo>
                  <a:pt x="2171700" y="914400"/>
                </a:lnTo>
                <a:lnTo>
                  <a:pt x="2171700" y="933450"/>
                </a:lnTo>
                <a:lnTo>
                  <a:pt x="2143125" y="933450"/>
                </a:lnTo>
                <a:lnTo>
                  <a:pt x="2143125" y="923925"/>
                </a:lnTo>
                <a:lnTo>
                  <a:pt x="2152650" y="923925"/>
                </a:lnTo>
                <a:close/>
                <a:moveTo>
                  <a:pt x="3581400" y="914400"/>
                </a:moveTo>
                <a:lnTo>
                  <a:pt x="3590925" y="914400"/>
                </a:lnTo>
                <a:lnTo>
                  <a:pt x="3590925" y="952500"/>
                </a:lnTo>
                <a:lnTo>
                  <a:pt x="3581400" y="952500"/>
                </a:lnTo>
                <a:close/>
                <a:moveTo>
                  <a:pt x="1971675" y="962025"/>
                </a:moveTo>
                <a:lnTo>
                  <a:pt x="1981200" y="962025"/>
                </a:lnTo>
                <a:lnTo>
                  <a:pt x="1981200" y="1009650"/>
                </a:lnTo>
                <a:lnTo>
                  <a:pt x="1971675" y="1009650"/>
                </a:lnTo>
                <a:close/>
                <a:moveTo>
                  <a:pt x="3629025" y="962025"/>
                </a:moveTo>
                <a:lnTo>
                  <a:pt x="3638550" y="962025"/>
                </a:lnTo>
                <a:lnTo>
                  <a:pt x="3638550" y="981075"/>
                </a:lnTo>
                <a:lnTo>
                  <a:pt x="3629025" y="981075"/>
                </a:lnTo>
                <a:close/>
                <a:moveTo>
                  <a:pt x="1914525" y="971550"/>
                </a:moveTo>
                <a:lnTo>
                  <a:pt x="1924050" y="971550"/>
                </a:lnTo>
                <a:lnTo>
                  <a:pt x="1924050" y="1000125"/>
                </a:lnTo>
                <a:lnTo>
                  <a:pt x="1914525" y="1000125"/>
                </a:lnTo>
                <a:close/>
                <a:moveTo>
                  <a:pt x="3571875" y="990600"/>
                </a:moveTo>
                <a:lnTo>
                  <a:pt x="3581400" y="990600"/>
                </a:lnTo>
                <a:lnTo>
                  <a:pt x="3581400" y="1019175"/>
                </a:lnTo>
                <a:lnTo>
                  <a:pt x="3571875" y="1019175"/>
                </a:lnTo>
                <a:close/>
                <a:moveTo>
                  <a:pt x="123825" y="1009650"/>
                </a:moveTo>
                <a:lnTo>
                  <a:pt x="133350" y="1009650"/>
                </a:lnTo>
                <a:lnTo>
                  <a:pt x="133350" y="1057275"/>
                </a:lnTo>
                <a:lnTo>
                  <a:pt x="123825" y="1057275"/>
                </a:lnTo>
                <a:close/>
                <a:moveTo>
                  <a:pt x="1771650" y="1019175"/>
                </a:moveTo>
                <a:lnTo>
                  <a:pt x="1781175" y="1019175"/>
                </a:lnTo>
                <a:lnTo>
                  <a:pt x="1781175" y="1057275"/>
                </a:lnTo>
                <a:lnTo>
                  <a:pt x="1771650" y="1057275"/>
                </a:lnTo>
                <a:close/>
                <a:moveTo>
                  <a:pt x="3619500" y="1028700"/>
                </a:moveTo>
                <a:lnTo>
                  <a:pt x="3629025" y="1028700"/>
                </a:lnTo>
                <a:lnTo>
                  <a:pt x="3629025" y="1047750"/>
                </a:lnTo>
                <a:lnTo>
                  <a:pt x="3619500" y="1047750"/>
                </a:lnTo>
                <a:close/>
                <a:moveTo>
                  <a:pt x="1905000" y="1038225"/>
                </a:moveTo>
                <a:lnTo>
                  <a:pt x="1914525" y="1038225"/>
                </a:lnTo>
                <a:lnTo>
                  <a:pt x="1914525" y="1057275"/>
                </a:lnTo>
                <a:lnTo>
                  <a:pt x="1905000" y="1057275"/>
                </a:lnTo>
                <a:close/>
                <a:moveTo>
                  <a:pt x="1724025" y="1047750"/>
                </a:moveTo>
                <a:lnTo>
                  <a:pt x="1733550" y="1047750"/>
                </a:lnTo>
                <a:lnTo>
                  <a:pt x="1733550" y="1057275"/>
                </a:lnTo>
                <a:lnTo>
                  <a:pt x="1724025" y="1057275"/>
                </a:lnTo>
                <a:close/>
                <a:moveTo>
                  <a:pt x="1962150" y="1057275"/>
                </a:moveTo>
                <a:lnTo>
                  <a:pt x="1971675" y="1057275"/>
                </a:lnTo>
                <a:lnTo>
                  <a:pt x="1971675" y="1104900"/>
                </a:lnTo>
                <a:lnTo>
                  <a:pt x="1962150" y="1104900"/>
                </a:lnTo>
                <a:close/>
                <a:moveTo>
                  <a:pt x="3562350" y="1057275"/>
                </a:moveTo>
                <a:lnTo>
                  <a:pt x="3571875" y="1057275"/>
                </a:lnTo>
                <a:lnTo>
                  <a:pt x="3571875" y="1085850"/>
                </a:lnTo>
                <a:lnTo>
                  <a:pt x="3562350" y="1085850"/>
                </a:lnTo>
                <a:close/>
                <a:moveTo>
                  <a:pt x="171450" y="1066800"/>
                </a:moveTo>
                <a:lnTo>
                  <a:pt x="180975" y="1066800"/>
                </a:lnTo>
                <a:lnTo>
                  <a:pt x="180975" y="1104900"/>
                </a:lnTo>
                <a:lnTo>
                  <a:pt x="171450" y="1104900"/>
                </a:lnTo>
                <a:close/>
                <a:moveTo>
                  <a:pt x="3609975" y="1085850"/>
                </a:moveTo>
                <a:lnTo>
                  <a:pt x="3619500" y="1085850"/>
                </a:lnTo>
                <a:lnTo>
                  <a:pt x="3619500" y="1114425"/>
                </a:lnTo>
                <a:lnTo>
                  <a:pt x="3609975" y="1114425"/>
                </a:lnTo>
                <a:close/>
                <a:moveTo>
                  <a:pt x="1895475" y="1104900"/>
                </a:moveTo>
                <a:lnTo>
                  <a:pt x="1905000" y="1104900"/>
                </a:lnTo>
                <a:lnTo>
                  <a:pt x="1905000" y="1114425"/>
                </a:lnTo>
                <a:lnTo>
                  <a:pt x="1895475" y="1114425"/>
                </a:lnTo>
                <a:close/>
                <a:moveTo>
                  <a:pt x="1781175" y="1123950"/>
                </a:moveTo>
                <a:lnTo>
                  <a:pt x="1790700" y="1123950"/>
                </a:lnTo>
                <a:lnTo>
                  <a:pt x="1790700" y="1171575"/>
                </a:lnTo>
                <a:lnTo>
                  <a:pt x="1781175" y="1171575"/>
                </a:lnTo>
                <a:close/>
                <a:moveTo>
                  <a:pt x="1733550" y="1133475"/>
                </a:moveTo>
                <a:lnTo>
                  <a:pt x="1743075" y="1133475"/>
                </a:lnTo>
                <a:lnTo>
                  <a:pt x="1743075" y="1171575"/>
                </a:lnTo>
                <a:lnTo>
                  <a:pt x="1733550" y="1171575"/>
                </a:lnTo>
                <a:close/>
                <a:moveTo>
                  <a:pt x="1952625" y="1133475"/>
                </a:moveTo>
                <a:lnTo>
                  <a:pt x="1962150" y="1133475"/>
                </a:lnTo>
                <a:lnTo>
                  <a:pt x="1962150" y="1162050"/>
                </a:lnTo>
                <a:lnTo>
                  <a:pt x="1952625" y="1162050"/>
                </a:lnTo>
                <a:close/>
                <a:moveTo>
                  <a:pt x="3552825" y="1133475"/>
                </a:moveTo>
                <a:lnTo>
                  <a:pt x="3562350" y="1133475"/>
                </a:lnTo>
                <a:lnTo>
                  <a:pt x="3562350" y="1171575"/>
                </a:lnTo>
                <a:lnTo>
                  <a:pt x="3552825" y="1171575"/>
                </a:lnTo>
                <a:close/>
                <a:moveTo>
                  <a:pt x="3600450" y="1162050"/>
                </a:moveTo>
                <a:lnTo>
                  <a:pt x="3609975" y="1162050"/>
                </a:lnTo>
                <a:lnTo>
                  <a:pt x="3609975" y="1190625"/>
                </a:lnTo>
                <a:lnTo>
                  <a:pt x="3600450" y="1190625"/>
                </a:lnTo>
                <a:close/>
                <a:moveTo>
                  <a:pt x="133350" y="1171575"/>
                </a:moveTo>
                <a:lnTo>
                  <a:pt x="142875" y="1171575"/>
                </a:lnTo>
                <a:lnTo>
                  <a:pt x="142875" y="1238250"/>
                </a:lnTo>
                <a:lnTo>
                  <a:pt x="133350" y="1238250"/>
                </a:lnTo>
                <a:close/>
                <a:moveTo>
                  <a:pt x="1943100" y="1190625"/>
                </a:moveTo>
                <a:lnTo>
                  <a:pt x="1952625" y="1190625"/>
                </a:lnTo>
                <a:lnTo>
                  <a:pt x="1952625" y="1228725"/>
                </a:lnTo>
                <a:lnTo>
                  <a:pt x="1943100" y="1228725"/>
                </a:lnTo>
                <a:close/>
                <a:moveTo>
                  <a:pt x="1885950" y="1200150"/>
                </a:moveTo>
                <a:lnTo>
                  <a:pt x="1895475" y="1200150"/>
                </a:lnTo>
                <a:lnTo>
                  <a:pt x="1895475" y="1228725"/>
                </a:lnTo>
                <a:lnTo>
                  <a:pt x="1885950" y="1228725"/>
                </a:lnTo>
                <a:close/>
                <a:moveTo>
                  <a:pt x="3543300" y="1209675"/>
                </a:moveTo>
                <a:lnTo>
                  <a:pt x="3552825" y="1209675"/>
                </a:lnTo>
                <a:lnTo>
                  <a:pt x="3552825" y="1247775"/>
                </a:lnTo>
                <a:lnTo>
                  <a:pt x="3543300" y="1247775"/>
                </a:lnTo>
                <a:close/>
                <a:moveTo>
                  <a:pt x="3590925" y="1228725"/>
                </a:moveTo>
                <a:lnTo>
                  <a:pt x="3600450" y="1228725"/>
                </a:lnTo>
                <a:lnTo>
                  <a:pt x="3600450" y="1257300"/>
                </a:lnTo>
                <a:lnTo>
                  <a:pt x="3590925" y="1257300"/>
                </a:lnTo>
                <a:close/>
                <a:moveTo>
                  <a:pt x="180975" y="1247775"/>
                </a:moveTo>
                <a:lnTo>
                  <a:pt x="190500" y="1247775"/>
                </a:lnTo>
                <a:lnTo>
                  <a:pt x="190500" y="1276350"/>
                </a:lnTo>
                <a:lnTo>
                  <a:pt x="180975" y="1276350"/>
                </a:lnTo>
                <a:close/>
                <a:moveTo>
                  <a:pt x="1790700" y="1257300"/>
                </a:moveTo>
                <a:lnTo>
                  <a:pt x="1800225" y="1257300"/>
                </a:lnTo>
                <a:lnTo>
                  <a:pt x="1800225" y="1304925"/>
                </a:lnTo>
                <a:lnTo>
                  <a:pt x="1790700" y="1304925"/>
                </a:lnTo>
                <a:close/>
                <a:moveTo>
                  <a:pt x="1876425" y="1266825"/>
                </a:moveTo>
                <a:lnTo>
                  <a:pt x="1885950" y="1266825"/>
                </a:lnTo>
                <a:lnTo>
                  <a:pt x="1885950" y="1295400"/>
                </a:lnTo>
                <a:lnTo>
                  <a:pt x="1876425" y="1295400"/>
                </a:lnTo>
                <a:close/>
                <a:moveTo>
                  <a:pt x="1933575" y="1266825"/>
                </a:moveTo>
                <a:lnTo>
                  <a:pt x="1943100" y="1266825"/>
                </a:lnTo>
                <a:lnTo>
                  <a:pt x="1943100" y="1323975"/>
                </a:lnTo>
                <a:lnTo>
                  <a:pt x="1933575" y="1323975"/>
                </a:lnTo>
                <a:close/>
                <a:moveTo>
                  <a:pt x="1743075" y="1276350"/>
                </a:moveTo>
                <a:lnTo>
                  <a:pt x="1752600" y="1276350"/>
                </a:lnTo>
                <a:lnTo>
                  <a:pt x="1752600" y="1304925"/>
                </a:lnTo>
                <a:lnTo>
                  <a:pt x="1743075" y="1304925"/>
                </a:lnTo>
                <a:close/>
                <a:moveTo>
                  <a:pt x="3533775" y="1276350"/>
                </a:moveTo>
                <a:lnTo>
                  <a:pt x="3543300" y="1276350"/>
                </a:lnTo>
                <a:lnTo>
                  <a:pt x="3543300" y="1304925"/>
                </a:lnTo>
                <a:lnTo>
                  <a:pt x="3533775" y="1304925"/>
                </a:lnTo>
                <a:close/>
                <a:moveTo>
                  <a:pt x="3581400" y="1304925"/>
                </a:moveTo>
                <a:lnTo>
                  <a:pt x="3590925" y="1304925"/>
                </a:lnTo>
                <a:lnTo>
                  <a:pt x="3590925" y="1333500"/>
                </a:lnTo>
                <a:lnTo>
                  <a:pt x="3581400" y="1333500"/>
                </a:lnTo>
                <a:close/>
                <a:moveTo>
                  <a:pt x="1866900" y="1333500"/>
                </a:moveTo>
                <a:lnTo>
                  <a:pt x="1876425" y="1333500"/>
                </a:lnTo>
                <a:lnTo>
                  <a:pt x="1876425" y="1409700"/>
                </a:lnTo>
                <a:lnTo>
                  <a:pt x="1866900" y="1409700"/>
                </a:lnTo>
                <a:close/>
                <a:moveTo>
                  <a:pt x="1924050" y="1343025"/>
                </a:moveTo>
                <a:lnTo>
                  <a:pt x="1933575" y="1343025"/>
                </a:lnTo>
                <a:lnTo>
                  <a:pt x="1933575" y="1362075"/>
                </a:lnTo>
                <a:lnTo>
                  <a:pt x="1924050" y="1362075"/>
                </a:lnTo>
                <a:close/>
                <a:moveTo>
                  <a:pt x="3524250" y="1343025"/>
                </a:moveTo>
                <a:lnTo>
                  <a:pt x="3533775" y="1343025"/>
                </a:lnTo>
                <a:lnTo>
                  <a:pt x="3533775" y="1371600"/>
                </a:lnTo>
                <a:lnTo>
                  <a:pt x="3524250" y="1371600"/>
                </a:lnTo>
                <a:close/>
                <a:moveTo>
                  <a:pt x="1800225" y="1371600"/>
                </a:moveTo>
                <a:lnTo>
                  <a:pt x="1809750" y="1371600"/>
                </a:lnTo>
                <a:lnTo>
                  <a:pt x="1809750" y="1419225"/>
                </a:lnTo>
                <a:lnTo>
                  <a:pt x="1800225" y="1419225"/>
                </a:lnTo>
                <a:close/>
                <a:moveTo>
                  <a:pt x="3571875" y="1371600"/>
                </a:moveTo>
                <a:lnTo>
                  <a:pt x="3581400" y="1371600"/>
                </a:lnTo>
                <a:lnTo>
                  <a:pt x="3581400" y="1400175"/>
                </a:lnTo>
                <a:lnTo>
                  <a:pt x="3571875" y="1400175"/>
                </a:lnTo>
                <a:close/>
                <a:moveTo>
                  <a:pt x="142875" y="1381125"/>
                </a:moveTo>
                <a:lnTo>
                  <a:pt x="152400" y="1381125"/>
                </a:lnTo>
                <a:lnTo>
                  <a:pt x="152400" y="1447800"/>
                </a:lnTo>
                <a:lnTo>
                  <a:pt x="142875" y="1447800"/>
                </a:lnTo>
                <a:close/>
                <a:moveTo>
                  <a:pt x="1752600" y="1390650"/>
                </a:moveTo>
                <a:lnTo>
                  <a:pt x="1762125" y="1390650"/>
                </a:lnTo>
                <a:lnTo>
                  <a:pt x="1762125" y="1409700"/>
                </a:lnTo>
                <a:lnTo>
                  <a:pt x="1752600" y="1409700"/>
                </a:lnTo>
                <a:close/>
                <a:moveTo>
                  <a:pt x="1914525" y="1400175"/>
                </a:moveTo>
                <a:lnTo>
                  <a:pt x="1924050" y="1400175"/>
                </a:lnTo>
                <a:lnTo>
                  <a:pt x="1924050" y="1466850"/>
                </a:lnTo>
                <a:lnTo>
                  <a:pt x="1914525" y="1466850"/>
                </a:lnTo>
                <a:close/>
                <a:moveTo>
                  <a:pt x="3514725" y="1409700"/>
                </a:moveTo>
                <a:lnTo>
                  <a:pt x="3524250" y="1409700"/>
                </a:lnTo>
                <a:lnTo>
                  <a:pt x="3524250" y="1447800"/>
                </a:lnTo>
                <a:lnTo>
                  <a:pt x="3514725" y="1447800"/>
                </a:lnTo>
                <a:close/>
                <a:moveTo>
                  <a:pt x="190500" y="1447800"/>
                </a:moveTo>
                <a:lnTo>
                  <a:pt x="200025" y="1447800"/>
                </a:lnTo>
                <a:lnTo>
                  <a:pt x="200025" y="1533525"/>
                </a:lnTo>
                <a:lnTo>
                  <a:pt x="190500" y="1533525"/>
                </a:lnTo>
                <a:lnTo>
                  <a:pt x="190500" y="1495425"/>
                </a:lnTo>
                <a:lnTo>
                  <a:pt x="180975" y="1495425"/>
                </a:lnTo>
                <a:lnTo>
                  <a:pt x="180975" y="1466850"/>
                </a:lnTo>
                <a:lnTo>
                  <a:pt x="190500" y="1466850"/>
                </a:lnTo>
                <a:close/>
                <a:moveTo>
                  <a:pt x="3562350" y="1457325"/>
                </a:moveTo>
                <a:lnTo>
                  <a:pt x="3571875" y="1457325"/>
                </a:lnTo>
                <a:lnTo>
                  <a:pt x="3571875" y="1476375"/>
                </a:lnTo>
                <a:lnTo>
                  <a:pt x="3562350" y="1476375"/>
                </a:lnTo>
                <a:close/>
                <a:moveTo>
                  <a:pt x="1905000" y="1485900"/>
                </a:moveTo>
                <a:lnTo>
                  <a:pt x="1914525" y="1485900"/>
                </a:lnTo>
                <a:lnTo>
                  <a:pt x="1914525" y="1571625"/>
                </a:lnTo>
                <a:lnTo>
                  <a:pt x="1905000" y="1571625"/>
                </a:lnTo>
                <a:close/>
                <a:moveTo>
                  <a:pt x="3505200" y="1485900"/>
                </a:moveTo>
                <a:lnTo>
                  <a:pt x="3514725" y="1485900"/>
                </a:lnTo>
                <a:lnTo>
                  <a:pt x="3514725" y="1524000"/>
                </a:lnTo>
                <a:lnTo>
                  <a:pt x="3505200" y="1524000"/>
                </a:lnTo>
                <a:close/>
                <a:moveTo>
                  <a:pt x="1762125" y="1504950"/>
                </a:moveTo>
                <a:lnTo>
                  <a:pt x="1771650" y="1504950"/>
                </a:lnTo>
                <a:lnTo>
                  <a:pt x="1771650" y="1524000"/>
                </a:lnTo>
                <a:lnTo>
                  <a:pt x="1762125" y="1524000"/>
                </a:lnTo>
                <a:close/>
                <a:moveTo>
                  <a:pt x="1876425" y="1504950"/>
                </a:moveTo>
                <a:lnTo>
                  <a:pt x="1885950" y="1504950"/>
                </a:lnTo>
                <a:lnTo>
                  <a:pt x="1885950" y="1533525"/>
                </a:lnTo>
                <a:lnTo>
                  <a:pt x="1876425" y="1533525"/>
                </a:lnTo>
                <a:close/>
                <a:moveTo>
                  <a:pt x="1809750" y="1514475"/>
                </a:moveTo>
                <a:lnTo>
                  <a:pt x="1819275" y="1514475"/>
                </a:lnTo>
                <a:lnTo>
                  <a:pt x="1819275" y="1562100"/>
                </a:lnTo>
                <a:lnTo>
                  <a:pt x="1809750" y="1562100"/>
                </a:lnTo>
                <a:close/>
                <a:moveTo>
                  <a:pt x="3552825" y="1514475"/>
                </a:moveTo>
                <a:lnTo>
                  <a:pt x="3562350" y="1514475"/>
                </a:lnTo>
                <a:lnTo>
                  <a:pt x="3562350" y="1543050"/>
                </a:lnTo>
                <a:lnTo>
                  <a:pt x="3552825" y="1543050"/>
                </a:lnTo>
                <a:close/>
                <a:moveTo>
                  <a:pt x="3495675" y="1552575"/>
                </a:moveTo>
                <a:lnTo>
                  <a:pt x="3505200" y="1552575"/>
                </a:lnTo>
                <a:lnTo>
                  <a:pt x="3505200" y="1581150"/>
                </a:lnTo>
                <a:lnTo>
                  <a:pt x="3495675" y="1581150"/>
                </a:lnTo>
                <a:close/>
                <a:moveTo>
                  <a:pt x="152400" y="1562100"/>
                </a:moveTo>
                <a:lnTo>
                  <a:pt x="161925" y="1562100"/>
                </a:lnTo>
                <a:lnTo>
                  <a:pt x="161925" y="1638300"/>
                </a:lnTo>
                <a:lnTo>
                  <a:pt x="152400" y="1638300"/>
                </a:lnTo>
                <a:close/>
                <a:moveTo>
                  <a:pt x="1885950" y="1581150"/>
                </a:moveTo>
                <a:lnTo>
                  <a:pt x="1905000" y="1581150"/>
                </a:lnTo>
                <a:lnTo>
                  <a:pt x="1905000" y="1628775"/>
                </a:lnTo>
                <a:lnTo>
                  <a:pt x="1895475" y="1628775"/>
                </a:lnTo>
                <a:lnTo>
                  <a:pt x="1895475" y="1609725"/>
                </a:lnTo>
                <a:lnTo>
                  <a:pt x="1876425" y="1609725"/>
                </a:lnTo>
                <a:lnTo>
                  <a:pt x="1876425" y="1600200"/>
                </a:lnTo>
                <a:lnTo>
                  <a:pt x="1885950" y="1600200"/>
                </a:lnTo>
                <a:close/>
                <a:moveTo>
                  <a:pt x="3543300" y="1590675"/>
                </a:moveTo>
                <a:lnTo>
                  <a:pt x="3552825" y="1590675"/>
                </a:lnTo>
                <a:lnTo>
                  <a:pt x="3552825" y="1609725"/>
                </a:lnTo>
                <a:lnTo>
                  <a:pt x="3543300" y="1609725"/>
                </a:lnTo>
                <a:close/>
                <a:moveTo>
                  <a:pt x="1819275" y="1619250"/>
                </a:moveTo>
                <a:lnTo>
                  <a:pt x="1828800" y="1619250"/>
                </a:lnTo>
                <a:lnTo>
                  <a:pt x="1828800" y="1657350"/>
                </a:lnTo>
                <a:lnTo>
                  <a:pt x="1819275" y="1657350"/>
                </a:lnTo>
                <a:close/>
                <a:moveTo>
                  <a:pt x="3486150" y="1619250"/>
                </a:moveTo>
                <a:lnTo>
                  <a:pt x="3495675" y="1619250"/>
                </a:lnTo>
                <a:lnTo>
                  <a:pt x="3495675" y="1657350"/>
                </a:lnTo>
                <a:lnTo>
                  <a:pt x="3486150" y="1657350"/>
                </a:lnTo>
                <a:close/>
                <a:moveTo>
                  <a:pt x="200025" y="1628775"/>
                </a:moveTo>
                <a:lnTo>
                  <a:pt x="209550" y="1628775"/>
                </a:lnTo>
                <a:lnTo>
                  <a:pt x="209550" y="1657350"/>
                </a:lnTo>
                <a:lnTo>
                  <a:pt x="200025" y="1657350"/>
                </a:lnTo>
                <a:close/>
                <a:moveTo>
                  <a:pt x="1876425" y="1638300"/>
                </a:moveTo>
                <a:lnTo>
                  <a:pt x="1895475" y="1638300"/>
                </a:lnTo>
                <a:lnTo>
                  <a:pt x="1895475" y="1676400"/>
                </a:lnTo>
                <a:lnTo>
                  <a:pt x="1885950" y="1676400"/>
                </a:lnTo>
                <a:lnTo>
                  <a:pt x="1885950" y="1685925"/>
                </a:lnTo>
                <a:lnTo>
                  <a:pt x="1876425" y="1685925"/>
                </a:lnTo>
                <a:close/>
                <a:moveTo>
                  <a:pt x="1771650" y="1647825"/>
                </a:moveTo>
                <a:lnTo>
                  <a:pt x="1781175" y="1647825"/>
                </a:lnTo>
                <a:lnTo>
                  <a:pt x="1781175" y="1657350"/>
                </a:lnTo>
                <a:lnTo>
                  <a:pt x="1790700" y="1657350"/>
                </a:lnTo>
                <a:lnTo>
                  <a:pt x="1790700" y="1771650"/>
                </a:lnTo>
                <a:lnTo>
                  <a:pt x="1781175" y="1771650"/>
                </a:lnTo>
                <a:lnTo>
                  <a:pt x="1781175" y="1666875"/>
                </a:lnTo>
                <a:lnTo>
                  <a:pt x="1771650" y="1666875"/>
                </a:lnTo>
                <a:close/>
                <a:moveTo>
                  <a:pt x="3533775" y="1647825"/>
                </a:moveTo>
                <a:lnTo>
                  <a:pt x="3543300" y="1647825"/>
                </a:lnTo>
                <a:lnTo>
                  <a:pt x="3543300" y="1685925"/>
                </a:lnTo>
                <a:lnTo>
                  <a:pt x="3533775" y="1685925"/>
                </a:lnTo>
                <a:close/>
                <a:moveTo>
                  <a:pt x="200025" y="1685925"/>
                </a:moveTo>
                <a:lnTo>
                  <a:pt x="209550" y="1685925"/>
                </a:lnTo>
                <a:lnTo>
                  <a:pt x="209550" y="1762125"/>
                </a:lnTo>
                <a:lnTo>
                  <a:pt x="180975" y="1762125"/>
                </a:lnTo>
                <a:lnTo>
                  <a:pt x="180975" y="1714500"/>
                </a:lnTo>
                <a:lnTo>
                  <a:pt x="200025" y="1714500"/>
                </a:lnTo>
                <a:close/>
                <a:moveTo>
                  <a:pt x="3476625" y="1695450"/>
                </a:moveTo>
                <a:lnTo>
                  <a:pt x="3486150" y="1695450"/>
                </a:lnTo>
                <a:lnTo>
                  <a:pt x="3486150" y="1724025"/>
                </a:lnTo>
                <a:lnTo>
                  <a:pt x="3476625" y="1724025"/>
                </a:lnTo>
                <a:close/>
                <a:moveTo>
                  <a:pt x="3524250" y="1724025"/>
                </a:moveTo>
                <a:lnTo>
                  <a:pt x="3533775" y="1724025"/>
                </a:lnTo>
                <a:lnTo>
                  <a:pt x="3533775" y="1752600"/>
                </a:lnTo>
                <a:lnTo>
                  <a:pt x="3524250" y="1752600"/>
                </a:lnTo>
                <a:close/>
                <a:moveTo>
                  <a:pt x="1828800" y="1733550"/>
                </a:moveTo>
                <a:lnTo>
                  <a:pt x="1838325" y="1733550"/>
                </a:lnTo>
                <a:lnTo>
                  <a:pt x="1838325" y="1790700"/>
                </a:lnTo>
                <a:lnTo>
                  <a:pt x="1828800" y="1790700"/>
                </a:lnTo>
                <a:close/>
                <a:moveTo>
                  <a:pt x="161925" y="1762125"/>
                </a:moveTo>
                <a:lnTo>
                  <a:pt x="171450" y="1762125"/>
                </a:lnTo>
                <a:lnTo>
                  <a:pt x="171450" y="1847850"/>
                </a:lnTo>
                <a:lnTo>
                  <a:pt x="161925" y="1847850"/>
                </a:lnTo>
                <a:close/>
                <a:moveTo>
                  <a:pt x="3467100" y="1762125"/>
                </a:moveTo>
                <a:lnTo>
                  <a:pt x="3476625" y="1762125"/>
                </a:lnTo>
                <a:lnTo>
                  <a:pt x="3476625" y="1790700"/>
                </a:lnTo>
                <a:lnTo>
                  <a:pt x="3467100" y="1790700"/>
                </a:lnTo>
                <a:close/>
                <a:moveTo>
                  <a:pt x="2114550" y="1771650"/>
                </a:moveTo>
                <a:lnTo>
                  <a:pt x="2124075" y="1771650"/>
                </a:lnTo>
                <a:lnTo>
                  <a:pt x="2124075" y="1781175"/>
                </a:lnTo>
                <a:lnTo>
                  <a:pt x="2133600" y="1781175"/>
                </a:lnTo>
                <a:lnTo>
                  <a:pt x="2133600" y="1790700"/>
                </a:lnTo>
                <a:lnTo>
                  <a:pt x="2124075" y="1790700"/>
                </a:lnTo>
                <a:lnTo>
                  <a:pt x="2124075" y="1800225"/>
                </a:lnTo>
                <a:lnTo>
                  <a:pt x="2105025" y="1800225"/>
                </a:lnTo>
                <a:lnTo>
                  <a:pt x="2105025" y="1781175"/>
                </a:lnTo>
                <a:lnTo>
                  <a:pt x="2114550" y="1781175"/>
                </a:lnTo>
                <a:close/>
                <a:moveTo>
                  <a:pt x="1924050" y="1800225"/>
                </a:moveTo>
                <a:lnTo>
                  <a:pt x="1952625" y="1800225"/>
                </a:lnTo>
                <a:lnTo>
                  <a:pt x="1952625" y="1809750"/>
                </a:lnTo>
                <a:lnTo>
                  <a:pt x="1962150" y="1809750"/>
                </a:lnTo>
                <a:lnTo>
                  <a:pt x="1962150" y="1819275"/>
                </a:lnTo>
                <a:lnTo>
                  <a:pt x="1952625" y="1819275"/>
                </a:lnTo>
                <a:lnTo>
                  <a:pt x="1952625" y="1838325"/>
                </a:lnTo>
                <a:lnTo>
                  <a:pt x="1943100" y="1838325"/>
                </a:lnTo>
                <a:lnTo>
                  <a:pt x="1943100" y="1828800"/>
                </a:lnTo>
                <a:lnTo>
                  <a:pt x="1924050" y="1828800"/>
                </a:lnTo>
                <a:close/>
                <a:moveTo>
                  <a:pt x="3514725" y="1800225"/>
                </a:moveTo>
                <a:lnTo>
                  <a:pt x="3524250" y="1800225"/>
                </a:lnTo>
                <a:lnTo>
                  <a:pt x="3524250" y="1828800"/>
                </a:lnTo>
                <a:lnTo>
                  <a:pt x="3514725" y="1828800"/>
                </a:lnTo>
                <a:close/>
                <a:moveTo>
                  <a:pt x="1905000" y="1809750"/>
                </a:moveTo>
                <a:lnTo>
                  <a:pt x="1914525" y="1809750"/>
                </a:lnTo>
                <a:lnTo>
                  <a:pt x="1914525" y="1819275"/>
                </a:lnTo>
                <a:lnTo>
                  <a:pt x="1905000" y="1819275"/>
                </a:lnTo>
                <a:close/>
                <a:moveTo>
                  <a:pt x="209550" y="1819275"/>
                </a:moveTo>
                <a:lnTo>
                  <a:pt x="219075" y="1819275"/>
                </a:lnTo>
                <a:lnTo>
                  <a:pt x="219075" y="1838325"/>
                </a:lnTo>
                <a:lnTo>
                  <a:pt x="209550" y="1838325"/>
                </a:lnTo>
                <a:close/>
                <a:moveTo>
                  <a:pt x="3457575" y="1828800"/>
                </a:moveTo>
                <a:lnTo>
                  <a:pt x="3467100" y="1828800"/>
                </a:lnTo>
                <a:lnTo>
                  <a:pt x="3467100" y="1866900"/>
                </a:lnTo>
                <a:lnTo>
                  <a:pt x="3457575" y="1866900"/>
                </a:lnTo>
                <a:close/>
                <a:moveTo>
                  <a:pt x="2085975" y="1838325"/>
                </a:moveTo>
                <a:lnTo>
                  <a:pt x="2095500" y="1838325"/>
                </a:lnTo>
                <a:lnTo>
                  <a:pt x="2095500" y="1847850"/>
                </a:lnTo>
                <a:lnTo>
                  <a:pt x="2085975" y="1847850"/>
                </a:lnTo>
                <a:close/>
                <a:moveTo>
                  <a:pt x="2105025" y="1838325"/>
                </a:moveTo>
                <a:lnTo>
                  <a:pt x="2124075" y="1838325"/>
                </a:lnTo>
                <a:lnTo>
                  <a:pt x="2124075" y="1857375"/>
                </a:lnTo>
                <a:lnTo>
                  <a:pt x="2114550" y="1857375"/>
                </a:lnTo>
                <a:lnTo>
                  <a:pt x="2114550" y="1847850"/>
                </a:lnTo>
                <a:lnTo>
                  <a:pt x="2105025" y="1847850"/>
                </a:lnTo>
                <a:close/>
                <a:moveTo>
                  <a:pt x="1838325" y="1857375"/>
                </a:moveTo>
                <a:lnTo>
                  <a:pt x="1847850" y="1857375"/>
                </a:lnTo>
                <a:lnTo>
                  <a:pt x="1847850" y="1905000"/>
                </a:lnTo>
                <a:lnTo>
                  <a:pt x="1838325" y="1905000"/>
                </a:lnTo>
                <a:close/>
                <a:moveTo>
                  <a:pt x="3505200" y="1866900"/>
                </a:moveTo>
                <a:lnTo>
                  <a:pt x="3514725" y="1866900"/>
                </a:lnTo>
                <a:lnTo>
                  <a:pt x="3514725" y="1885950"/>
                </a:lnTo>
                <a:lnTo>
                  <a:pt x="3505200" y="1885950"/>
                </a:lnTo>
                <a:close/>
                <a:moveTo>
                  <a:pt x="1895475" y="1876425"/>
                </a:moveTo>
                <a:lnTo>
                  <a:pt x="1914525" y="1876425"/>
                </a:lnTo>
                <a:lnTo>
                  <a:pt x="1914525" y="1914525"/>
                </a:lnTo>
                <a:lnTo>
                  <a:pt x="1895475" y="1914525"/>
                </a:lnTo>
                <a:close/>
                <a:moveTo>
                  <a:pt x="1790700" y="1885950"/>
                </a:moveTo>
                <a:lnTo>
                  <a:pt x="1800225" y="1885950"/>
                </a:lnTo>
                <a:lnTo>
                  <a:pt x="1800225" y="1914525"/>
                </a:lnTo>
                <a:lnTo>
                  <a:pt x="1809750" y="1914525"/>
                </a:lnTo>
                <a:lnTo>
                  <a:pt x="1809750" y="1924050"/>
                </a:lnTo>
                <a:lnTo>
                  <a:pt x="1790700" y="1924050"/>
                </a:lnTo>
                <a:close/>
                <a:moveTo>
                  <a:pt x="3448050" y="1895475"/>
                </a:moveTo>
                <a:lnTo>
                  <a:pt x="3457575" y="1895475"/>
                </a:lnTo>
                <a:lnTo>
                  <a:pt x="3457575" y="1933575"/>
                </a:lnTo>
                <a:lnTo>
                  <a:pt x="3448050" y="1933575"/>
                </a:lnTo>
                <a:close/>
                <a:moveTo>
                  <a:pt x="3495675" y="1933575"/>
                </a:moveTo>
                <a:lnTo>
                  <a:pt x="3505200" y="1933575"/>
                </a:lnTo>
                <a:lnTo>
                  <a:pt x="3505200" y="1952625"/>
                </a:lnTo>
                <a:lnTo>
                  <a:pt x="3495675" y="1952625"/>
                </a:lnTo>
                <a:close/>
                <a:moveTo>
                  <a:pt x="171450" y="1943100"/>
                </a:moveTo>
                <a:lnTo>
                  <a:pt x="180975" y="1943100"/>
                </a:lnTo>
                <a:lnTo>
                  <a:pt x="180975" y="2028825"/>
                </a:lnTo>
                <a:lnTo>
                  <a:pt x="171450" y="2028825"/>
                </a:lnTo>
                <a:close/>
                <a:moveTo>
                  <a:pt x="1847850" y="1971675"/>
                </a:moveTo>
                <a:lnTo>
                  <a:pt x="1857375" y="1971675"/>
                </a:lnTo>
                <a:lnTo>
                  <a:pt x="1857375" y="2028825"/>
                </a:lnTo>
                <a:lnTo>
                  <a:pt x="1847850" y="2028825"/>
                </a:lnTo>
                <a:close/>
                <a:moveTo>
                  <a:pt x="3438525" y="1971675"/>
                </a:moveTo>
                <a:lnTo>
                  <a:pt x="3448050" y="1971675"/>
                </a:lnTo>
                <a:lnTo>
                  <a:pt x="3448050" y="2000250"/>
                </a:lnTo>
                <a:lnTo>
                  <a:pt x="3438525" y="2000250"/>
                </a:lnTo>
                <a:close/>
                <a:moveTo>
                  <a:pt x="219075" y="1981200"/>
                </a:moveTo>
                <a:lnTo>
                  <a:pt x="228600" y="1981200"/>
                </a:lnTo>
                <a:lnTo>
                  <a:pt x="228600" y="2028825"/>
                </a:lnTo>
                <a:lnTo>
                  <a:pt x="219075" y="2028825"/>
                </a:lnTo>
                <a:close/>
                <a:moveTo>
                  <a:pt x="1800225" y="2009775"/>
                </a:moveTo>
                <a:lnTo>
                  <a:pt x="1809750" y="2009775"/>
                </a:lnTo>
                <a:lnTo>
                  <a:pt x="1809750" y="2038350"/>
                </a:lnTo>
                <a:lnTo>
                  <a:pt x="1800225" y="2038350"/>
                </a:lnTo>
                <a:close/>
                <a:moveTo>
                  <a:pt x="3486150" y="2009775"/>
                </a:moveTo>
                <a:lnTo>
                  <a:pt x="3495675" y="2009775"/>
                </a:lnTo>
                <a:lnTo>
                  <a:pt x="3495675" y="2028825"/>
                </a:lnTo>
                <a:lnTo>
                  <a:pt x="3486150" y="2028825"/>
                </a:lnTo>
                <a:close/>
                <a:moveTo>
                  <a:pt x="3429000" y="2047875"/>
                </a:moveTo>
                <a:lnTo>
                  <a:pt x="3438525" y="2047875"/>
                </a:lnTo>
                <a:lnTo>
                  <a:pt x="3438525" y="2066925"/>
                </a:lnTo>
                <a:lnTo>
                  <a:pt x="3429000" y="2066925"/>
                </a:lnTo>
                <a:close/>
                <a:moveTo>
                  <a:pt x="3476625" y="2076450"/>
                </a:moveTo>
                <a:lnTo>
                  <a:pt x="3486150" y="2076450"/>
                </a:lnTo>
                <a:lnTo>
                  <a:pt x="3486150" y="2105025"/>
                </a:lnTo>
                <a:lnTo>
                  <a:pt x="3476625" y="2105025"/>
                </a:lnTo>
                <a:close/>
                <a:moveTo>
                  <a:pt x="1857375" y="2095500"/>
                </a:moveTo>
                <a:lnTo>
                  <a:pt x="1866900" y="2095500"/>
                </a:lnTo>
                <a:lnTo>
                  <a:pt x="1866900" y="2152650"/>
                </a:lnTo>
                <a:lnTo>
                  <a:pt x="1857375" y="2152650"/>
                </a:lnTo>
                <a:close/>
                <a:moveTo>
                  <a:pt x="1809750" y="2105025"/>
                </a:moveTo>
                <a:lnTo>
                  <a:pt x="1819275" y="2105025"/>
                </a:lnTo>
                <a:lnTo>
                  <a:pt x="1819275" y="2133600"/>
                </a:lnTo>
                <a:lnTo>
                  <a:pt x="1809750" y="2133600"/>
                </a:lnTo>
                <a:close/>
                <a:moveTo>
                  <a:pt x="3419475" y="2105025"/>
                </a:moveTo>
                <a:lnTo>
                  <a:pt x="3429000" y="2105025"/>
                </a:lnTo>
                <a:lnTo>
                  <a:pt x="3429000" y="2143125"/>
                </a:lnTo>
                <a:lnTo>
                  <a:pt x="3419475" y="2143125"/>
                </a:lnTo>
                <a:close/>
                <a:moveTo>
                  <a:pt x="3467100" y="2143125"/>
                </a:moveTo>
                <a:lnTo>
                  <a:pt x="3476625" y="2143125"/>
                </a:lnTo>
                <a:lnTo>
                  <a:pt x="3476625" y="2181225"/>
                </a:lnTo>
                <a:lnTo>
                  <a:pt x="3467100" y="2181225"/>
                </a:lnTo>
                <a:close/>
                <a:moveTo>
                  <a:pt x="1809750" y="2162175"/>
                </a:moveTo>
                <a:lnTo>
                  <a:pt x="1819275" y="2162175"/>
                </a:lnTo>
                <a:lnTo>
                  <a:pt x="1819275" y="2171700"/>
                </a:lnTo>
                <a:lnTo>
                  <a:pt x="1809750" y="2171700"/>
                </a:lnTo>
                <a:close/>
                <a:moveTo>
                  <a:pt x="1819275" y="2171700"/>
                </a:moveTo>
                <a:lnTo>
                  <a:pt x="1866900" y="2171700"/>
                </a:lnTo>
                <a:lnTo>
                  <a:pt x="1866900" y="2190750"/>
                </a:lnTo>
                <a:lnTo>
                  <a:pt x="1857375" y="2190750"/>
                </a:lnTo>
                <a:lnTo>
                  <a:pt x="1857375" y="2181225"/>
                </a:lnTo>
                <a:lnTo>
                  <a:pt x="1847850" y="2181225"/>
                </a:lnTo>
                <a:lnTo>
                  <a:pt x="1847850" y="2200275"/>
                </a:lnTo>
                <a:lnTo>
                  <a:pt x="1838325" y="2200275"/>
                </a:lnTo>
                <a:lnTo>
                  <a:pt x="1838325" y="2190750"/>
                </a:lnTo>
                <a:lnTo>
                  <a:pt x="1828800" y="2190750"/>
                </a:lnTo>
                <a:lnTo>
                  <a:pt x="1828800" y="2219325"/>
                </a:lnTo>
                <a:lnTo>
                  <a:pt x="1819275" y="2219325"/>
                </a:lnTo>
                <a:close/>
                <a:moveTo>
                  <a:pt x="228600" y="2181225"/>
                </a:moveTo>
                <a:lnTo>
                  <a:pt x="238125" y="2181225"/>
                </a:lnTo>
                <a:lnTo>
                  <a:pt x="238125" y="2200275"/>
                </a:lnTo>
                <a:lnTo>
                  <a:pt x="228600" y="2200275"/>
                </a:lnTo>
                <a:close/>
                <a:moveTo>
                  <a:pt x="3409950" y="2181225"/>
                </a:moveTo>
                <a:lnTo>
                  <a:pt x="3419475" y="2181225"/>
                </a:lnTo>
                <a:lnTo>
                  <a:pt x="3419475" y="2209800"/>
                </a:lnTo>
                <a:lnTo>
                  <a:pt x="3409950" y="2209800"/>
                </a:lnTo>
                <a:close/>
                <a:moveTo>
                  <a:pt x="180975" y="2219325"/>
                </a:moveTo>
                <a:lnTo>
                  <a:pt x="190500" y="2219325"/>
                </a:lnTo>
                <a:lnTo>
                  <a:pt x="190500" y="2247900"/>
                </a:lnTo>
                <a:lnTo>
                  <a:pt x="180975" y="2247900"/>
                </a:lnTo>
                <a:close/>
                <a:moveTo>
                  <a:pt x="3457575" y="2219325"/>
                </a:moveTo>
                <a:lnTo>
                  <a:pt x="3467100" y="2219325"/>
                </a:lnTo>
                <a:lnTo>
                  <a:pt x="3467100" y="2247900"/>
                </a:lnTo>
                <a:lnTo>
                  <a:pt x="3457575" y="2247900"/>
                </a:lnTo>
                <a:close/>
                <a:moveTo>
                  <a:pt x="228600" y="2228850"/>
                </a:moveTo>
                <a:lnTo>
                  <a:pt x="238125" y="2228850"/>
                </a:lnTo>
                <a:lnTo>
                  <a:pt x="238125" y="2247900"/>
                </a:lnTo>
                <a:lnTo>
                  <a:pt x="228600" y="2247900"/>
                </a:lnTo>
                <a:close/>
                <a:moveTo>
                  <a:pt x="1866900" y="2238375"/>
                </a:moveTo>
                <a:lnTo>
                  <a:pt x="1876425" y="2238375"/>
                </a:lnTo>
                <a:lnTo>
                  <a:pt x="1876425" y="2266950"/>
                </a:lnTo>
                <a:lnTo>
                  <a:pt x="1866900" y="2266950"/>
                </a:lnTo>
                <a:close/>
                <a:moveTo>
                  <a:pt x="1819275" y="2257425"/>
                </a:moveTo>
                <a:lnTo>
                  <a:pt x="1828800" y="2257425"/>
                </a:lnTo>
                <a:lnTo>
                  <a:pt x="1828800" y="2286000"/>
                </a:lnTo>
                <a:lnTo>
                  <a:pt x="1819275" y="2286000"/>
                </a:lnTo>
                <a:close/>
                <a:moveTo>
                  <a:pt x="3400425" y="2257425"/>
                </a:moveTo>
                <a:lnTo>
                  <a:pt x="3409950" y="2257425"/>
                </a:lnTo>
                <a:lnTo>
                  <a:pt x="3409950" y="2286000"/>
                </a:lnTo>
                <a:lnTo>
                  <a:pt x="3400425" y="2286000"/>
                </a:lnTo>
                <a:close/>
                <a:moveTo>
                  <a:pt x="228600" y="2266950"/>
                </a:moveTo>
                <a:lnTo>
                  <a:pt x="238125" y="2266950"/>
                </a:lnTo>
                <a:lnTo>
                  <a:pt x="238125" y="2343150"/>
                </a:lnTo>
                <a:lnTo>
                  <a:pt x="228600" y="2343150"/>
                </a:lnTo>
                <a:lnTo>
                  <a:pt x="228600" y="2314575"/>
                </a:lnTo>
                <a:lnTo>
                  <a:pt x="209550" y="2314575"/>
                </a:lnTo>
                <a:lnTo>
                  <a:pt x="209550" y="2276475"/>
                </a:lnTo>
                <a:lnTo>
                  <a:pt x="228600" y="2276475"/>
                </a:lnTo>
                <a:close/>
                <a:moveTo>
                  <a:pt x="190500" y="2276475"/>
                </a:moveTo>
                <a:lnTo>
                  <a:pt x="200025" y="2276475"/>
                </a:lnTo>
                <a:lnTo>
                  <a:pt x="200025" y="2286000"/>
                </a:lnTo>
                <a:lnTo>
                  <a:pt x="190500" y="2286000"/>
                </a:lnTo>
                <a:close/>
                <a:moveTo>
                  <a:pt x="3448050" y="2286000"/>
                </a:moveTo>
                <a:lnTo>
                  <a:pt x="3457575" y="2286000"/>
                </a:lnTo>
                <a:lnTo>
                  <a:pt x="3457575" y="2314575"/>
                </a:lnTo>
                <a:lnTo>
                  <a:pt x="3448050" y="2314575"/>
                </a:lnTo>
                <a:close/>
                <a:moveTo>
                  <a:pt x="1914525" y="2295525"/>
                </a:moveTo>
                <a:lnTo>
                  <a:pt x="1924050" y="2295525"/>
                </a:lnTo>
                <a:lnTo>
                  <a:pt x="1924050" y="2305050"/>
                </a:lnTo>
                <a:lnTo>
                  <a:pt x="1914525" y="2305050"/>
                </a:lnTo>
                <a:close/>
                <a:moveTo>
                  <a:pt x="3390900" y="2333625"/>
                </a:moveTo>
                <a:lnTo>
                  <a:pt x="3400425" y="2333625"/>
                </a:lnTo>
                <a:lnTo>
                  <a:pt x="3400425" y="2352675"/>
                </a:lnTo>
                <a:lnTo>
                  <a:pt x="3390900" y="2352675"/>
                </a:lnTo>
                <a:close/>
                <a:moveTo>
                  <a:pt x="3438525" y="2362200"/>
                </a:moveTo>
                <a:lnTo>
                  <a:pt x="3448050" y="2362200"/>
                </a:lnTo>
                <a:lnTo>
                  <a:pt x="3448050" y="2381250"/>
                </a:lnTo>
                <a:lnTo>
                  <a:pt x="3438525" y="2381250"/>
                </a:lnTo>
                <a:close/>
                <a:moveTo>
                  <a:pt x="190500" y="2371725"/>
                </a:moveTo>
                <a:lnTo>
                  <a:pt x="200025" y="2371725"/>
                </a:lnTo>
                <a:lnTo>
                  <a:pt x="200025" y="2409825"/>
                </a:lnTo>
                <a:lnTo>
                  <a:pt x="190500" y="2409825"/>
                </a:lnTo>
                <a:close/>
                <a:moveTo>
                  <a:pt x="238125" y="2371725"/>
                </a:moveTo>
                <a:lnTo>
                  <a:pt x="247650" y="2371725"/>
                </a:lnTo>
                <a:lnTo>
                  <a:pt x="247650" y="2400300"/>
                </a:lnTo>
                <a:lnTo>
                  <a:pt x="238125" y="2400300"/>
                </a:lnTo>
                <a:close/>
                <a:moveTo>
                  <a:pt x="1876425" y="2371725"/>
                </a:moveTo>
                <a:lnTo>
                  <a:pt x="1885950" y="2371725"/>
                </a:lnTo>
                <a:lnTo>
                  <a:pt x="1885950" y="2400300"/>
                </a:lnTo>
                <a:lnTo>
                  <a:pt x="1876425" y="2400300"/>
                </a:lnTo>
                <a:close/>
                <a:moveTo>
                  <a:pt x="1828800" y="2400300"/>
                </a:moveTo>
                <a:lnTo>
                  <a:pt x="1838325" y="2400300"/>
                </a:lnTo>
                <a:lnTo>
                  <a:pt x="1838325" y="2419350"/>
                </a:lnTo>
                <a:lnTo>
                  <a:pt x="1828800" y="2419350"/>
                </a:lnTo>
                <a:close/>
                <a:moveTo>
                  <a:pt x="3381375" y="2400300"/>
                </a:moveTo>
                <a:lnTo>
                  <a:pt x="3390900" y="2400300"/>
                </a:lnTo>
                <a:lnTo>
                  <a:pt x="3390900" y="2428875"/>
                </a:lnTo>
                <a:lnTo>
                  <a:pt x="3381375" y="2428875"/>
                </a:lnTo>
                <a:close/>
                <a:moveTo>
                  <a:pt x="3429000" y="2428875"/>
                </a:moveTo>
                <a:lnTo>
                  <a:pt x="3438525" y="2428875"/>
                </a:lnTo>
                <a:lnTo>
                  <a:pt x="3438525" y="2457450"/>
                </a:lnTo>
                <a:lnTo>
                  <a:pt x="3429000" y="2457450"/>
                </a:lnTo>
                <a:close/>
                <a:moveTo>
                  <a:pt x="1914525" y="2466975"/>
                </a:moveTo>
                <a:lnTo>
                  <a:pt x="1933575" y="2466975"/>
                </a:lnTo>
                <a:lnTo>
                  <a:pt x="1933575" y="2495550"/>
                </a:lnTo>
                <a:lnTo>
                  <a:pt x="1914525" y="2495550"/>
                </a:lnTo>
                <a:close/>
                <a:moveTo>
                  <a:pt x="3371850" y="2466975"/>
                </a:moveTo>
                <a:lnTo>
                  <a:pt x="3381375" y="2466975"/>
                </a:lnTo>
                <a:lnTo>
                  <a:pt x="3381375" y="2495550"/>
                </a:lnTo>
                <a:lnTo>
                  <a:pt x="3371850" y="2495550"/>
                </a:lnTo>
                <a:close/>
                <a:moveTo>
                  <a:pt x="1885950" y="2476500"/>
                </a:moveTo>
                <a:lnTo>
                  <a:pt x="1895475" y="2476500"/>
                </a:lnTo>
                <a:lnTo>
                  <a:pt x="1895475" y="2514600"/>
                </a:lnTo>
                <a:lnTo>
                  <a:pt x="1885950" y="2514600"/>
                </a:lnTo>
                <a:close/>
                <a:moveTo>
                  <a:pt x="3419475" y="2495550"/>
                </a:moveTo>
                <a:lnTo>
                  <a:pt x="3429000" y="2495550"/>
                </a:lnTo>
                <a:lnTo>
                  <a:pt x="3429000" y="2524125"/>
                </a:lnTo>
                <a:lnTo>
                  <a:pt x="3419475" y="2524125"/>
                </a:lnTo>
                <a:close/>
                <a:moveTo>
                  <a:pt x="1838325" y="2514600"/>
                </a:moveTo>
                <a:lnTo>
                  <a:pt x="1847850" y="2514600"/>
                </a:lnTo>
                <a:lnTo>
                  <a:pt x="1847850" y="2533650"/>
                </a:lnTo>
                <a:lnTo>
                  <a:pt x="1838325" y="2533650"/>
                </a:lnTo>
                <a:close/>
                <a:moveTo>
                  <a:pt x="1924050" y="2524125"/>
                </a:moveTo>
                <a:lnTo>
                  <a:pt x="1943100" y="2524125"/>
                </a:lnTo>
                <a:lnTo>
                  <a:pt x="1943100" y="2543175"/>
                </a:lnTo>
                <a:lnTo>
                  <a:pt x="1924050" y="2543175"/>
                </a:lnTo>
                <a:close/>
                <a:moveTo>
                  <a:pt x="3362325" y="2533650"/>
                </a:moveTo>
                <a:lnTo>
                  <a:pt x="3371850" y="2533650"/>
                </a:lnTo>
                <a:lnTo>
                  <a:pt x="3371850" y="2562225"/>
                </a:lnTo>
                <a:lnTo>
                  <a:pt x="3362325" y="2562225"/>
                </a:lnTo>
                <a:close/>
                <a:moveTo>
                  <a:pt x="247650" y="2552700"/>
                </a:moveTo>
                <a:lnTo>
                  <a:pt x="257175" y="2552700"/>
                </a:lnTo>
                <a:lnTo>
                  <a:pt x="257175" y="2581275"/>
                </a:lnTo>
                <a:lnTo>
                  <a:pt x="247650" y="2581275"/>
                </a:lnTo>
                <a:close/>
                <a:moveTo>
                  <a:pt x="200025" y="2562225"/>
                </a:moveTo>
                <a:lnTo>
                  <a:pt x="209550" y="2562225"/>
                </a:lnTo>
                <a:lnTo>
                  <a:pt x="209550" y="2609850"/>
                </a:lnTo>
                <a:lnTo>
                  <a:pt x="200025" y="2609850"/>
                </a:lnTo>
                <a:close/>
                <a:moveTo>
                  <a:pt x="1847850" y="2571750"/>
                </a:moveTo>
                <a:lnTo>
                  <a:pt x="1857375" y="2571750"/>
                </a:lnTo>
                <a:lnTo>
                  <a:pt x="1857375" y="2609850"/>
                </a:lnTo>
                <a:lnTo>
                  <a:pt x="1866900" y="2609850"/>
                </a:lnTo>
                <a:lnTo>
                  <a:pt x="1866900" y="2619375"/>
                </a:lnTo>
                <a:lnTo>
                  <a:pt x="1857375" y="2619375"/>
                </a:lnTo>
                <a:lnTo>
                  <a:pt x="1857375" y="2657475"/>
                </a:lnTo>
                <a:lnTo>
                  <a:pt x="1847850" y="2657475"/>
                </a:lnTo>
                <a:close/>
                <a:moveTo>
                  <a:pt x="3409950" y="2571750"/>
                </a:moveTo>
                <a:lnTo>
                  <a:pt x="3419475" y="2571750"/>
                </a:lnTo>
                <a:lnTo>
                  <a:pt x="3419475" y="2600325"/>
                </a:lnTo>
                <a:lnTo>
                  <a:pt x="3409950" y="2600325"/>
                </a:lnTo>
                <a:close/>
                <a:moveTo>
                  <a:pt x="3352800" y="2609850"/>
                </a:moveTo>
                <a:lnTo>
                  <a:pt x="3362325" y="2609850"/>
                </a:lnTo>
                <a:lnTo>
                  <a:pt x="3362325" y="2638425"/>
                </a:lnTo>
                <a:lnTo>
                  <a:pt x="3352800" y="2638425"/>
                </a:lnTo>
                <a:close/>
                <a:moveTo>
                  <a:pt x="1895475" y="2628900"/>
                </a:moveTo>
                <a:lnTo>
                  <a:pt x="1905000" y="2628900"/>
                </a:lnTo>
                <a:lnTo>
                  <a:pt x="1905000" y="2676525"/>
                </a:lnTo>
                <a:lnTo>
                  <a:pt x="1895475" y="2676525"/>
                </a:lnTo>
                <a:close/>
                <a:moveTo>
                  <a:pt x="1962150" y="2628900"/>
                </a:moveTo>
                <a:lnTo>
                  <a:pt x="1971675" y="2628900"/>
                </a:lnTo>
                <a:lnTo>
                  <a:pt x="1971675" y="2638425"/>
                </a:lnTo>
                <a:lnTo>
                  <a:pt x="1962150" y="2638425"/>
                </a:lnTo>
                <a:close/>
                <a:moveTo>
                  <a:pt x="3400425" y="2638425"/>
                </a:moveTo>
                <a:lnTo>
                  <a:pt x="3409950" y="2638425"/>
                </a:lnTo>
                <a:lnTo>
                  <a:pt x="3409950" y="2667000"/>
                </a:lnTo>
                <a:lnTo>
                  <a:pt x="3400425" y="2667000"/>
                </a:lnTo>
                <a:close/>
                <a:moveTo>
                  <a:pt x="3343275" y="2676525"/>
                </a:moveTo>
                <a:lnTo>
                  <a:pt x="3352800" y="2676525"/>
                </a:lnTo>
                <a:lnTo>
                  <a:pt x="3352800" y="2705100"/>
                </a:lnTo>
                <a:lnTo>
                  <a:pt x="3343275" y="2705100"/>
                </a:lnTo>
                <a:close/>
                <a:moveTo>
                  <a:pt x="1857375" y="2705100"/>
                </a:moveTo>
                <a:lnTo>
                  <a:pt x="1866900" y="2705100"/>
                </a:lnTo>
                <a:lnTo>
                  <a:pt x="1866900" y="2733675"/>
                </a:lnTo>
                <a:lnTo>
                  <a:pt x="1857375" y="2733675"/>
                </a:lnTo>
                <a:close/>
                <a:moveTo>
                  <a:pt x="3390900" y="2705100"/>
                </a:moveTo>
                <a:lnTo>
                  <a:pt x="3400425" y="2705100"/>
                </a:lnTo>
                <a:lnTo>
                  <a:pt x="3400425" y="2743200"/>
                </a:lnTo>
                <a:lnTo>
                  <a:pt x="3390900" y="2743200"/>
                </a:lnTo>
                <a:close/>
                <a:moveTo>
                  <a:pt x="1905000" y="2733675"/>
                </a:moveTo>
                <a:lnTo>
                  <a:pt x="1914525" y="2733675"/>
                </a:lnTo>
                <a:lnTo>
                  <a:pt x="1914525" y="2762250"/>
                </a:lnTo>
                <a:lnTo>
                  <a:pt x="1905000" y="2762250"/>
                </a:lnTo>
                <a:close/>
                <a:moveTo>
                  <a:pt x="209550" y="2743200"/>
                </a:moveTo>
                <a:lnTo>
                  <a:pt x="219075" y="2743200"/>
                </a:lnTo>
                <a:lnTo>
                  <a:pt x="219075" y="2809875"/>
                </a:lnTo>
                <a:lnTo>
                  <a:pt x="209550" y="2809875"/>
                </a:lnTo>
                <a:close/>
                <a:moveTo>
                  <a:pt x="257175" y="2743200"/>
                </a:moveTo>
                <a:lnTo>
                  <a:pt x="266700" y="2743200"/>
                </a:lnTo>
                <a:lnTo>
                  <a:pt x="266700" y="2781300"/>
                </a:lnTo>
                <a:lnTo>
                  <a:pt x="257175" y="2781300"/>
                </a:lnTo>
                <a:close/>
                <a:moveTo>
                  <a:pt x="1857375" y="2743200"/>
                </a:moveTo>
                <a:lnTo>
                  <a:pt x="1866900" y="2743200"/>
                </a:lnTo>
                <a:lnTo>
                  <a:pt x="1866900" y="2781300"/>
                </a:lnTo>
                <a:lnTo>
                  <a:pt x="1857375" y="2781300"/>
                </a:lnTo>
                <a:close/>
                <a:moveTo>
                  <a:pt x="3333750" y="2752725"/>
                </a:moveTo>
                <a:lnTo>
                  <a:pt x="3343275" y="2752725"/>
                </a:lnTo>
                <a:lnTo>
                  <a:pt x="3343275" y="2781300"/>
                </a:lnTo>
                <a:lnTo>
                  <a:pt x="3333750" y="2781300"/>
                </a:lnTo>
                <a:close/>
                <a:moveTo>
                  <a:pt x="3381375" y="2781300"/>
                </a:moveTo>
                <a:lnTo>
                  <a:pt x="3390900" y="2781300"/>
                </a:lnTo>
                <a:lnTo>
                  <a:pt x="3390900" y="2809875"/>
                </a:lnTo>
                <a:lnTo>
                  <a:pt x="3381375" y="2809875"/>
                </a:lnTo>
                <a:close/>
                <a:moveTo>
                  <a:pt x="3324225" y="2809875"/>
                </a:moveTo>
                <a:lnTo>
                  <a:pt x="3333750" y="2809875"/>
                </a:lnTo>
                <a:lnTo>
                  <a:pt x="3333750" y="2847975"/>
                </a:lnTo>
                <a:lnTo>
                  <a:pt x="3324225" y="2847975"/>
                </a:lnTo>
                <a:close/>
                <a:moveTo>
                  <a:pt x="1914525" y="2847975"/>
                </a:moveTo>
                <a:lnTo>
                  <a:pt x="1924050" y="2847975"/>
                </a:lnTo>
                <a:lnTo>
                  <a:pt x="1924050" y="2905125"/>
                </a:lnTo>
                <a:lnTo>
                  <a:pt x="1914525" y="2905125"/>
                </a:lnTo>
                <a:close/>
                <a:moveTo>
                  <a:pt x="3371850" y="2847975"/>
                </a:moveTo>
                <a:lnTo>
                  <a:pt x="3381375" y="2847975"/>
                </a:lnTo>
                <a:lnTo>
                  <a:pt x="3381375" y="2876550"/>
                </a:lnTo>
                <a:lnTo>
                  <a:pt x="3371850" y="2876550"/>
                </a:lnTo>
                <a:close/>
                <a:moveTo>
                  <a:pt x="1866900" y="2867025"/>
                </a:moveTo>
                <a:lnTo>
                  <a:pt x="1876425" y="2867025"/>
                </a:lnTo>
                <a:lnTo>
                  <a:pt x="1876425" y="2905125"/>
                </a:lnTo>
                <a:lnTo>
                  <a:pt x="1866900" y="2905125"/>
                </a:lnTo>
                <a:close/>
                <a:moveTo>
                  <a:pt x="1952625" y="2867025"/>
                </a:moveTo>
                <a:lnTo>
                  <a:pt x="1971675" y="2867025"/>
                </a:lnTo>
                <a:lnTo>
                  <a:pt x="1971675" y="2886075"/>
                </a:lnTo>
                <a:lnTo>
                  <a:pt x="1952625" y="2886075"/>
                </a:lnTo>
                <a:close/>
                <a:moveTo>
                  <a:pt x="3314700" y="2886075"/>
                </a:moveTo>
                <a:lnTo>
                  <a:pt x="3324225" y="2886075"/>
                </a:lnTo>
                <a:lnTo>
                  <a:pt x="3324225" y="2924175"/>
                </a:lnTo>
                <a:lnTo>
                  <a:pt x="3314700" y="2924175"/>
                </a:lnTo>
                <a:close/>
                <a:moveTo>
                  <a:pt x="219075" y="2895600"/>
                </a:moveTo>
                <a:lnTo>
                  <a:pt x="228600" y="2895600"/>
                </a:lnTo>
                <a:lnTo>
                  <a:pt x="228600" y="2952750"/>
                </a:lnTo>
                <a:lnTo>
                  <a:pt x="219075" y="2952750"/>
                </a:lnTo>
                <a:close/>
                <a:moveTo>
                  <a:pt x="3362325" y="2924175"/>
                </a:moveTo>
                <a:lnTo>
                  <a:pt x="3371850" y="2924175"/>
                </a:lnTo>
                <a:lnTo>
                  <a:pt x="3371850" y="2952750"/>
                </a:lnTo>
                <a:lnTo>
                  <a:pt x="3362325" y="2952750"/>
                </a:lnTo>
                <a:close/>
                <a:moveTo>
                  <a:pt x="266700" y="2933700"/>
                </a:moveTo>
                <a:lnTo>
                  <a:pt x="276225" y="2933700"/>
                </a:lnTo>
                <a:lnTo>
                  <a:pt x="276225" y="2962275"/>
                </a:lnTo>
                <a:lnTo>
                  <a:pt x="266700" y="2962275"/>
                </a:lnTo>
                <a:close/>
                <a:moveTo>
                  <a:pt x="3305175" y="2952750"/>
                </a:moveTo>
                <a:lnTo>
                  <a:pt x="3314700" y="2952750"/>
                </a:lnTo>
                <a:lnTo>
                  <a:pt x="3314700" y="2981325"/>
                </a:lnTo>
                <a:lnTo>
                  <a:pt x="3305175" y="2981325"/>
                </a:lnTo>
                <a:close/>
                <a:moveTo>
                  <a:pt x="1876425" y="2962275"/>
                </a:moveTo>
                <a:lnTo>
                  <a:pt x="1885950" y="2962275"/>
                </a:lnTo>
                <a:lnTo>
                  <a:pt x="1885950" y="3000375"/>
                </a:lnTo>
                <a:lnTo>
                  <a:pt x="1876425" y="3000375"/>
                </a:lnTo>
                <a:close/>
                <a:moveTo>
                  <a:pt x="1924050" y="2962275"/>
                </a:moveTo>
                <a:lnTo>
                  <a:pt x="1933575" y="2962275"/>
                </a:lnTo>
                <a:lnTo>
                  <a:pt x="1933575" y="3000375"/>
                </a:lnTo>
                <a:lnTo>
                  <a:pt x="1924050" y="3000375"/>
                </a:lnTo>
                <a:close/>
                <a:moveTo>
                  <a:pt x="3352800" y="2990850"/>
                </a:moveTo>
                <a:lnTo>
                  <a:pt x="3362325" y="2990850"/>
                </a:lnTo>
                <a:lnTo>
                  <a:pt x="3362325" y="3019425"/>
                </a:lnTo>
                <a:lnTo>
                  <a:pt x="3352800" y="3019425"/>
                </a:lnTo>
                <a:close/>
                <a:moveTo>
                  <a:pt x="1876425" y="3028950"/>
                </a:moveTo>
                <a:lnTo>
                  <a:pt x="1885950" y="3028950"/>
                </a:lnTo>
                <a:lnTo>
                  <a:pt x="1885950" y="3048000"/>
                </a:lnTo>
                <a:lnTo>
                  <a:pt x="1876425" y="3048000"/>
                </a:lnTo>
                <a:close/>
                <a:moveTo>
                  <a:pt x="3295650" y="3028950"/>
                </a:moveTo>
                <a:lnTo>
                  <a:pt x="3305175" y="3028950"/>
                </a:lnTo>
                <a:lnTo>
                  <a:pt x="3305175" y="3057525"/>
                </a:lnTo>
                <a:lnTo>
                  <a:pt x="3295650" y="3057525"/>
                </a:lnTo>
                <a:close/>
                <a:moveTo>
                  <a:pt x="3343275" y="3048000"/>
                </a:moveTo>
                <a:lnTo>
                  <a:pt x="3352800" y="3048000"/>
                </a:lnTo>
                <a:lnTo>
                  <a:pt x="3352800" y="3086100"/>
                </a:lnTo>
                <a:lnTo>
                  <a:pt x="3343275" y="3086100"/>
                </a:lnTo>
                <a:close/>
                <a:moveTo>
                  <a:pt x="1933575" y="3086100"/>
                </a:moveTo>
                <a:lnTo>
                  <a:pt x="1943100" y="3086100"/>
                </a:lnTo>
                <a:lnTo>
                  <a:pt x="1943100" y="3143250"/>
                </a:lnTo>
                <a:lnTo>
                  <a:pt x="1933575" y="3143250"/>
                </a:lnTo>
                <a:close/>
                <a:moveTo>
                  <a:pt x="3286125" y="3095625"/>
                </a:moveTo>
                <a:lnTo>
                  <a:pt x="3295650" y="3095625"/>
                </a:lnTo>
                <a:lnTo>
                  <a:pt x="3295650" y="3124200"/>
                </a:lnTo>
                <a:lnTo>
                  <a:pt x="3286125" y="3124200"/>
                </a:lnTo>
                <a:close/>
                <a:moveTo>
                  <a:pt x="228600" y="3105150"/>
                </a:moveTo>
                <a:lnTo>
                  <a:pt x="238125" y="3105150"/>
                </a:lnTo>
                <a:lnTo>
                  <a:pt x="238125" y="3143250"/>
                </a:lnTo>
                <a:lnTo>
                  <a:pt x="228600" y="3143250"/>
                </a:lnTo>
                <a:close/>
                <a:moveTo>
                  <a:pt x="276225" y="3114675"/>
                </a:moveTo>
                <a:lnTo>
                  <a:pt x="285750" y="3114675"/>
                </a:lnTo>
                <a:lnTo>
                  <a:pt x="285750" y="3181350"/>
                </a:lnTo>
                <a:lnTo>
                  <a:pt x="276225" y="3181350"/>
                </a:lnTo>
                <a:close/>
                <a:moveTo>
                  <a:pt x="1885950" y="3124200"/>
                </a:moveTo>
                <a:lnTo>
                  <a:pt x="1895475" y="3124200"/>
                </a:lnTo>
                <a:lnTo>
                  <a:pt x="1895475" y="3152775"/>
                </a:lnTo>
                <a:lnTo>
                  <a:pt x="1885950" y="3152775"/>
                </a:lnTo>
                <a:close/>
                <a:moveTo>
                  <a:pt x="3333750" y="3133725"/>
                </a:moveTo>
                <a:lnTo>
                  <a:pt x="3343275" y="3133725"/>
                </a:lnTo>
                <a:lnTo>
                  <a:pt x="3343275" y="3152775"/>
                </a:lnTo>
                <a:lnTo>
                  <a:pt x="3333750" y="3152775"/>
                </a:lnTo>
                <a:close/>
                <a:moveTo>
                  <a:pt x="3276600" y="3171825"/>
                </a:moveTo>
                <a:lnTo>
                  <a:pt x="3286125" y="3171825"/>
                </a:lnTo>
                <a:lnTo>
                  <a:pt x="3286125" y="3200400"/>
                </a:lnTo>
                <a:lnTo>
                  <a:pt x="3276600" y="3200400"/>
                </a:lnTo>
                <a:close/>
                <a:moveTo>
                  <a:pt x="3324225" y="3200400"/>
                </a:moveTo>
                <a:lnTo>
                  <a:pt x="3333750" y="3200400"/>
                </a:lnTo>
                <a:lnTo>
                  <a:pt x="3333750" y="3238500"/>
                </a:lnTo>
                <a:lnTo>
                  <a:pt x="3324225" y="3238500"/>
                </a:lnTo>
                <a:close/>
                <a:moveTo>
                  <a:pt x="1895475" y="3219450"/>
                </a:moveTo>
                <a:lnTo>
                  <a:pt x="1905000" y="3219450"/>
                </a:lnTo>
                <a:lnTo>
                  <a:pt x="1905000" y="3238500"/>
                </a:lnTo>
                <a:lnTo>
                  <a:pt x="1895475" y="3238500"/>
                </a:lnTo>
                <a:close/>
                <a:moveTo>
                  <a:pt x="1943100" y="3219450"/>
                </a:moveTo>
                <a:lnTo>
                  <a:pt x="1952625" y="3219450"/>
                </a:lnTo>
                <a:lnTo>
                  <a:pt x="1952625" y="3267075"/>
                </a:lnTo>
                <a:lnTo>
                  <a:pt x="1943100" y="3267075"/>
                </a:lnTo>
                <a:close/>
                <a:moveTo>
                  <a:pt x="3267075" y="3238500"/>
                </a:moveTo>
                <a:lnTo>
                  <a:pt x="3276600" y="3238500"/>
                </a:lnTo>
                <a:lnTo>
                  <a:pt x="3276600" y="3276600"/>
                </a:lnTo>
                <a:lnTo>
                  <a:pt x="3267075" y="3276600"/>
                </a:lnTo>
                <a:close/>
                <a:moveTo>
                  <a:pt x="238125" y="3257550"/>
                </a:moveTo>
                <a:lnTo>
                  <a:pt x="247650" y="3257550"/>
                </a:lnTo>
                <a:lnTo>
                  <a:pt x="247650" y="3324225"/>
                </a:lnTo>
                <a:lnTo>
                  <a:pt x="238125" y="3324225"/>
                </a:lnTo>
                <a:close/>
                <a:moveTo>
                  <a:pt x="1981200" y="3257550"/>
                </a:moveTo>
                <a:lnTo>
                  <a:pt x="2000250" y="3257550"/>
                </a:lnTo>
                <a:lnTo>
                  <a:pt x="2000250" y="3276600"/>
                </a:lnTo>
                <a:lnTo>
                  <a:pt x="1981200" y="3276600"/>
                </a:lnTo>
                <a:close/>
                <a:moveTo>
                  <a:pt x="1895475" y="3286125"/>
                </a:moveTo>
                <a:lnTo>
                  <a:pt x="1905000" y="3286125"/>
                </a:lnTo>
                <a:lnTo>
                  <a:pt x="1905000" y="3305175"/>
                </a:lnTo>
                <a:lnTo>
                  <a:pt x="1895475" y="3305175"/>
                </a:lnTo>
                <a:close/>
                <a:moveTo>
                  <a:pt x="3314700" y="3286125"/>
                </a:moveTo>
                <a:lnTo>
                  <a:pt x="3324225" y="3286125"/>
                </a:lnTo>
                <a:lnTo>
                  <a:pt x="3324225" y="3305175"/>
                </a:lnTo>
                <a:lnTo>
                  <a:pt x="3314700" y="3305175"/>
                </a:lnTo>
                <a:close/>
                <a:moveTo>
                  <a:pt x="285750" y="3314700"/>
                </a:moveTo>
                <a:lnTo>
                  <a:pt x="295275" y="3314700"/>
                </a:lnTo>
                <a:lnTo>
                  <a:pt x="295275" y="3333750"/>
                </a:lnTo>
                <a:lnTo>
                  <a:pt x="285750" y="3333750"/>
                </a:lnTo>
                <a:close/>
                <a:moveTo>
                  <a:pt x="1952625" y="3324225"/>
                </a:moveTo>
                <a:lnTo>
                  <a:pt x="1962150" y="3324225"/>
                </a:lnTo>
                <a:lnTo>
                  <a:pt x="1962150" y="3390900"/>
                </a:lnTo>
                <a:lnTo>
                  <a:pt x="1952625" y="3390900"/>
                </a:lnTo>
                <a:close/>
                <a:moveTo>
                  <a:pt x="3257550" y="3324225"/>
                </a:moveTo>
                <a:lnTo>
                  <a:pt x="3267075" y="3324225"/>
                </a:lnTo>
                <a:lnTo>
                  <a:pt x="3267075" y="3352800"/>
                </a:lnTo>
                <a:lnTo>
                  <a:pt x="3257550" y="3352800"/>
                </a:lnTo>
                <a:close/>
                <a:moveTo>
                  <a:pt x="3305175" y="3352800"/>
                </a:moveTo>
                <a:lnTo>
                  <a:pt x="3314700" y="3352800"/>
                </a:lnTo>
                <a:lnTo>
                  <a:pt x="3314700" y="3371850"/>
                </a:lnTo>
                <a:lnTo>
                  <a:pt x="3305175" y="3371850"/>
                </a:lnTo>
                <a:close/>
                <a:moveTo>
                  <a:pt x="1905000" y="3381375"/>
                </a:moveTo>
                <a:lnTo>
                  <a:pt x="1914525" y="3381375"/>
                </a:lnTo>
                <a:lnTo>
                  <a:pt x="1914525" y="3400425"/>
                </a:lnTo>
                <a:lnTo>
                  <a:pt x="1905000" y="3400425"/>
                </a:lnTo>
                <a:close/>
                <a:moveTo>
                  <a:pt x="3248025" y="3390900"/>
                </a:moveTo>
                <a:lnTo>
                  <a:pt x="3257550" y="3390900"/>
                </a:lnTo>
                <a:lnTo>
                  <a:pt x="3257550" y="3409950"/>
                </a:lnTo>
                <a:lnTo>
                  <a:pt x="3248025" y="3409950"/>
                </a:lnTo>
                <a:close/>
                <a:moveTo>
                  <a:pt x="2000250" y="3409950"/>
                </a:moveTo>
                <a:lnTo>
                  <a:pt x="2009775" y="3409950"/>
                </a:lnTo>
                <a:lnTo>
                  <a:pt x="2009775" y="3419475"/>
                </a:lnTo>
                <a:lnTo>
                  <a:pt x="2019300" y="3419475"/>
                </a:lnTo>
                <a:lnTo>
                  <a:pt x="2019300" y="3476625"/>
                </a:lnTo>
                <a:lnTo>
                  <a:pt x="2009775" y="3476625"/>
                </a:lnTo>
                <a:lnTo>
                  <a:pt x="2009775" y="3467100"/>
                </a:lnTo>
                <a:lnTo>
                  <a:pt x="2000250" y="3467100"/>
                </a:lnTo>
                <a:lnTo>
                  <a:pt x="2000250" y="3448050"/>
                </a:lnTo>
                <a:lnTo>
                  <a:pt x="1990725" y="3448050"/>
                </a:lnTo>
                <a:lnTo>
                  <a:pt x="1990725" y="3419475"/>
                </a:lnTo>
                <a:lnTo>
                  <a:pt x="2000250" y="3419475"/>
                </a:lnTo>
                <a:close/>
                <a:moveTo>
                  <a:pt x="3295650" y="3419475"/>
                </a:moveTo>
                <a:lnTo>
                  <a:pt x="3305175" y="3419475"/>
                </a:lnTo>
                <a:lnTo>
                  <a:pt x="3305175" y="3438525"/>
                </a:lnTo>
                <a:lnTo>
                  <a:pt x="3295650" y="3438525"/>
                </a:lnTo>
                <a:close/>
                <a:moveTo>
                  <a:pt x="247650" y="3448050"/>
                </a:moveTo>
                <a:lnTo>
                  <a:pt x="257175" y="3448050"/>
                </a:lnTo>
                <a:lnTo>
                  <a:pt x="257175" y="3524250"/>
                </a:lnTo>
                <a:lnTo>
                  <a:pt x="247650" y="3524250"/>
                </a:lnTo>
                <a:close/>
                <a:moveTo>
                  <a:pt x="3238500" y="3457575"/>
                </a:moveTo>
                <a:lnTo>
                  <a:pt x="3248025" y="3457575"/>
                </a:lnTo>
                <a:lnTo>
                  <a:pt x="3248025" y="3476625"/>
                </a:lnTo>
                <a:lnTo>
                  <a:pt x="3238500" y="3476625"/>
                </a:lnTo>
                <a:close/>
                <a:moveTo>
                  <a:pt x="1962150" y="3467100"/>
                </a:moveTo>
                <a:lnTo>
                  <a:pt x="1971675" y="3467100"/>
                </a:lnTo>
                <a:lnTo>
                  <a:pt x="1971675" y="3505200"/>
                </a:lnTo>
                <a:lnTo>
                  <a:pt x="1962150" y="3505200"/>
                </a:lnTo>
                <a:close/>
                <a:moveTo>
                  <a:pt x="2009775" y="3486150"/>
                </a:moveTo>
                <a:lnTo>
                  <a:pt x="2019300" y="3486150"/>
                </a:lnTo>
                <a:lnTo>
                  <a:pt x="2019300" y="3505200"/>
                </a:lnTo>
                <a:lnTo>
                  <a:pt x="2028825" y="3505200"/>
                </a:lnTo>
                <a:lnTo>
                  <a:pt x="2028825" y="3533775"/>
                </a:lnTo>
                <a:lnTo>
                  <a:pt x="2038350" y="3533775"/>
                </a:lnTo>
                <a:lnTo>
                  <a:pt x="2038350" y="3543300"/>
                </a:lnTo>
                <a:lnTo>
                  <a:pt x="2028825" y="3543300"/>
                </a:lnTo>
                <a:lnTo>
                  <a:pt x="2028825" y="3571875"/>
                </a:lnTo>
                <a:lnTo>
                  <a:pt x="2009775" y="3571875"/>
                </a:lnTo>
                <a:lnTo>
                  <a:pt x="2009775" y="3562350"/>
                </a:lnTo>
                <a:lnTo>
                  <a:pt x="2000250" y="3562350"/>
                </a:lnTo>
                <a:lnTo>
                  <a:pt x="2000250" y="3505200"/>
                </a:lnTo>
                <a:lnTo>
                  <a:pt x="2009775" y="3505200"/>
                </a:lnTo>
                <a:close/>
                <a:moveTo>
                  <a:pt x="3286125" y="3486150"/>
                </a:moveTo>
                <a:lnTo>
                  <a:pt x="3295650" y="3486150"/>
                </a:lnTo>
                <a:lnTo>
                  <a:pt x="3295650" y="3514725"/>
                </a:lnTo>
                <a:lnTo>
                  <a:pt x="3286125" y="3514725"/>
                </a:lnTo>
                <a:close/>
                <a:moveTo>
                  <a:pt x="295275" y="3495675"/>
                </a:moveTo>
                <a:lnTo>
                  <a:pt x="304800" y="3495675"/>
                </a:lnTo>
                <a:lnTo>
                  <a:pt x="304800" y="3562350"/>
                </a:lnTo>
                <a:lnTo>
                  <a:pt x="295275" y="3562350"/>
                </a:lnTo>
                <a:lnTo>
                  <a:pt x="295275" y="3552825"/>
                </a:lnTo>
                <a:lnTo>
                  <a:pt x="276225" y="3552825"/>
                </a:lnTo>
                <a:lnTo>
                  <a:pt x="276225" y="3543300"/>
                </a:lnTo>
                <a:lnTo>
                  <a:pt x="285750" y="3543300"/>
                </a:lnTo>
                <a:lnTo>
                  <a:pt x="285750" y="3524250"/>
                </a:lnTo>
                <a:lnTo>
                  <a:pt x="295275" y="3524250"/>
                </a:lnTo>
                <a:close/>
                <a:moveTo>
                  <a:pt x="1914525" y="3514725"/>
                </a:moveTo>
                <a:lnTo>
                  <a:pt x="1924050" y="3514725"/>
                </a:lnTo>
                <a:lnTo>
                  <a:pt x="1924050" y="3533775"/>
                </a:lnTo>
                <a:lnTo>
                  <a:pt x="1914525" y="3533775"/>
                </a:lnTo>
                <a:close/>
                <a:moveTo>
                  <a:pt x="3228975" y="3524250"/>
                </a:moveTo>
                <a:lnTo>
                  <a:pt x="3238500" y="3524250"/>
                </a:lnTo>
                <a:lnTo>
                  <a:pt x="3238500" y="3552825"/>
                </a:lnTo>
                <a:lnTo>
                  <a:pt x="3228975" y="3552825"/>
                </a:lnTo>
                <a:close/>
                <a:moveTo>
                  <a:pt x="2095500" y="3552825"/>
                </a:moveTo>
                <a:lnTo>
                  <a:pt x="2114550" y="3552825"/>
                </a:lnTo>
                <a:lnTo>
                  <a:pt x="2114550" y="3571875"/>
                </a:lnTo>
                <a:lnTo>
                  <a:pt x="2105025" y="3571875"/>
                </a:lnTo>
                <a:lnTo>
                  <a:pt x="2105025" y="3581400"/>
                </a:lnTo>
                <a:lnTo>
                  <a:pt x="2095500" y="3581400"/>
                </a:lnTo>
                <a:lnTo>
                  <a:pt x="2095500" y="3590925"/>
                </a:lnTo>
                <a:lnTo>
                  <a:pt x="2085975" y="3590925"/>
                </a:lnTo>
                <a:lnTo>
                  <a:pt x="2085975" y="3562350"/>
                </a:lnTo>
                <a:lnTo>
                  <a:pt x="2095500" y="3562350"/>
                </a:lnTo>
                <a:close/>
                <a:moveTo>
                  <a:pt x="3276600" y="3562350"/>
                </a:moveTo>
                <a:lnTo>
                  <a:pt x="3286125" y="3562350"/>
                </a:lnTo>
                <a:lnTo>
                  <a:pt x="3286125" y="3581400"/>
                </a:lnTo>
                <a:lnTo>
                  <a:pt x="3276600" y="3581400"/>
                </a:lnTo>
                <a:close/>
                <a:moveTo>
                  <a:pt x="1971675" y="3581400"/>
                </a:moveTo>
                <a:lnTo>
                  <a:pt x="1981200" y="3581400"/>
                </a:lnTo>
                <a:lnTo>
                  <a:pt x="1981200" y="3619500"/>
                </a:lnTo>
                <a:lnTo>
                  <a:pt x="1971675" y="3619500"/>
                </a:lnTo>
                <a:close/>
                <a:moveTo>
                  <a:pt x="295275" y="3590925"/>
                </a:moveTo>
                <a:lnTo>
                  <a:pt x="304800" y="3590925"/>
                </a:lnTo>
                <a:lnTo>
                  <a:pt x="304800" y="3619500"/>
                </a:lnTo>
                <a:lnTo>
                  <a:pt x="295275" y="3619500"/>
                </a:lnTo>
                <a:close/>
                <a:moveTo>
                  <a:pt x="3219450" y="3600450"/>
                </a:moveTo>
                <a:lnTo>
                  <a:pt x="3228975" y="3600450"/>
                </a:lnTo>
                <a:lnTo>
                  <a:pt x="3228975" y="3619500"/>
                </a:lnTo>
                <a:lnTo>
                  <a:pt x="3219450" y="3619500"/>
                </a:lnTo>
                <a:close/>
                <a:moveTo>
                  <a:pt x="257175" y="3619500"/>
                </a:moveTo>
                <a:lnTo>
                  <a:pt x="266700" y="3619500"/>
                </a:lnTo>
                <a:lnTo>
                  <a:pt x="266700" y="3686175"/>
                </a:lnTo>
                <a:lnTo>
                  <a:pt x="257175" y="3686175"/>
                </a:lnTo>
                <a:close/>
                <a:moveTo>
                  <a:pt x="1924050" y="3619500"/>
                </a:moveTo>
                <a:lnTo>
                  <a:pt x="1933575" y="3619500"/>
                </a:lnTo>
                <a:lnTo>
                  <a:pt x="1933575" y="3638550"/>
                </a:lnTo>
                <a:lnTo>
                  <a:pt x="1924050" y="3638550"/>
                </a:lnTo>
                <a:close/>
                <a:moveTo>
                  <a:pt x="3267075" y="3619500"/>
                </a:moveTo>
                <a:lnTo>
                  <a:pt x="3276600" y="3619500"/>
                </a:lnTo>
                <a:lnTo>
                  <a:pt x="3276600" y="3648075"/>
                </a:lnTo>
                <a:lnTo>
                  <a:pt x="3267075" y="3648075"/>
                </a:lnTo>
                <a:close/>
                <a:moveTo>
                  <a:pt x="2019300" y="3629025"/>
                </a:moveTo>
                <a:lnTo>
                  <a:pt x="2028825" y="3629025"/>
                </a:lnTo>
                <a:lnTo>
                  <a:pt x="2028825" y="3638550"/>
                </a:lnTo>
                <a:lnTo>
                  <a:pt x="2057400" y="3638550"/>
                </a:lnTo>
                <a:lnTo>
                  <a:pt x="2057400" y="3629025"/>
                </a:lnTo>
                <a:lnTo>
                  <a:pt x="2076450" y="3629025"/>
                </a:lnTo>
                <a:lnTo>
                  <a:pt x="2076450" y="3638550"/>
                </a:lnTo>
                <a:lnTo>
                  <a:pt x="2085975" y="3638550"/>
                </a:lnTo>
                <a:lnTo>
                  <a:pt x="2085975" y="3667125"/>
                </a:lnTo>
                <a:lnTo>
                  <a:pt x="2038350" y="3667125"/>
                </a:lnTo>
                <a:lnTo>
                  <a:pt x="2038350" y="3743325"/>
                </a:lnTo>
                <a:lnTo>
                  <a:pt x="2028825" y="3743325"/>
                </a:lnTo>
                <a:lnTo>
                  <a:pt x="2028825" y="3790950"/>
                </a:lnTo>
                <a:lnTo>
                  <a:pt x="2038350" y="3790950"/>
                </a:lnTo>
                <a:lnTo>
                  <a:pt x="2038350" y="3800475"/>
                </a:lnTo>
                <a:lnTo>
                  <a:pt x="2028825" y="3800475"/>
                </a:lnTo>
                <a:lnTo>
                  <a:pt x="2028825" y="3810000"/>
                </a:lnTo>
                <a:lnTo>
                  <a:pt x="2019300" y="3810000"/>
                </a:lnTo>
                <a:lnTo>
                  <a:pt x="2019300" y="3771900"/>
                </a:lnTo>
                <a:lnTo>
                  <a:pt x="2009775" y="3771900"/>
                </a:lnTo>
                <a:lnTo>
                  <a:pt x="2009775" y="3762375"/>
                </a:lnTo>
                <a:lnTo>
                  <a:pt x="2000250" y="3762375"/>
                </a:lnTo>
                <a:lnTo>
                  <a:pt x="2000250" y="3752850"/>
                </a:lnTo>
                <a:lnTo>
                  <a:pt x="2009775" y="3752850"/>
                </a:lnTo>
                <a:lnTo>
                  <a:pt x="2009775" y="3648075"/>
                </a:lnTo>
                <a:lnTo>
                  <a:pt x="2019300" y="3648075"/>
                </a:lnTo>
                <a:close/>
                <a:moveTo>
                  <a:pt x="1971675" y="3657600"/>
                </a:moveTo>
                <a:lnTo>
                  <a:pt x="1981200" y="3657600"/>
                </a:lnTo>
                <a:lnTo>
                  <a:pt x="1981200" y="3686175"/>
                </a:lnTo>
                <a:lnTo>
                  <a:pt x="1971675" y="3686175"/>
                </a:lnTo>
                <a:close/>
                <a:moveTo>
                  <a:pt x="3209925" y="3657600"/>
                </a:moveTo>
                <a:lnTo>
                  <a:pt x="3219450" y="3657600"/>
                </a:lnTo>
                <a:lnTo>
                  <a:pt x="3219450" y="3676650"/>
                </a:lnTo>
                <a:lnTo>
                  <a:pt x="3209925" y="3676650"/>
                </a:lnTo>
                <a:close/>
                <a:moveTo>
                  <a:pt x="552450" y="3667125"/>
                </a:moveTo>
                <a:lnTo>
                  <a:pt x="561975" y="3667125"/>
                </a:lnTo>
                <a:lnTo>
                  <a:pt x="561975" y="3676650"/>
                </a:lnTo>
                <a:lnTo>
                  <a:pt x="552450" y="3676650"/>
                </a:lnTo>
                <a:close/>
                <a:moveTo>
                  <a:pt x="3257550" y="3676650"/>
                </a:moveTo>
                <a:lnTo>
                  <a:pt x="3267075" y="3676650"/>
                </a:lnTo>
                <a:lnTo>
                  <a:pt x="3267075" y="3714750"/>
                </a:lnTo>
                <a:lnTo>
                  <a:pt x="3257550" y="3714750"/>
                </a:lnTo>
                <a:close/>
                <a:moveTo>
                  <a:pt x="304800" y="3686175"/>
                </a:moveTo>
                <a:lnTo>
                  <a:pt x="314325" y="3686175"/>
                </a:lnTo>
                <a:lnTo>
                  <a:pt x="314325" y="3705225"/>
                </a:lnTo>
                <a:lnTo>
                  <a:pt x="304800" y="3705225"/>
                </a:lnTo>
                <a:close/>
                <a:moveTo>
                  <a:pt x="3200400" y="3724275"/>
                </a:moveTo>
                <a:lnTo>
                  <a:pt x="3209925" y="3724275"/>
                </a:lnTo>
                <a:lnTo>
                  <a:pt x="3209925" y="3743325"/>
                </a:lnTo>
                <a:lnTo>
                  <a:pt x="3200400" y="3743325"/>
                </a:lnTo>
                <a:close/>
                <a:moveTo>
                  <a:pt x="1924050" y="3733800"/>
                </a:moveTo>
                <a:lnTo>
                  <a:pt x="1933575" y="3733800"/>
                </a:lnTo>
                <a:lnTo>
                  <a:pt x="1933575" y="3743325"/>
                </a:lnTo>
                <a:lnTo>
                  <a:pt x="1924050" y="3743325"/>
                </a:lnTo>
                <a:close/>
                <a:moveTo>
                  <a:pt x="1971675" y="3743325"/>
                </a:moveTo>
                <a:lnTo>
                  <a:pt x="1981200" y="3743325"/>
                </a:lnTo>
                <a:lnTo>
                  <a:pt x="1981200" y="3752850"/>
                </a:lnTo>
                <a:lnTo>
                  <a:pt x="1971675" y="3752850"/>
                </a:lnTo>
                <a:close/>
                <a:moveTo>
                  <a:pt x="3248025" y="3743325"/>
                </a:moveTo>
                <a:lnTo>
                  <a:pt x="3257550" y="3743325"/>
                </a:lnTo>
                <a:lnTo>
                  <a:pt x="3257550" y="3771900"/>
                </a:lnTo>
                <a:lnTo>
                  <a:pt x="3248025" y="3771900"/>
                </a:lnTo>
                <a:close/>
                <a:moveTo>
                  <a:pt x="266700" y="3762375"/>
                </a:moveTo>
                <a:lnTo>
                  <a:pt x="276225" y="3762375"/>
                </a:lnTo>
                <a:lnTo>
                  <a:pt x="276225" y="3819525"/>
                </a:lnTo>
                <a:lnTo>
                  <a:pt x="266700" y="3819525"/>
                </a:lnTo>
                <a:close/>
                <a:moveTo>
                  <a:pt x="1914525" y="3762375"/>
                </a:moveTo>
                <a:lnTo>
                  <a:pt x="1924050" y="3762375"/>
                </a:lnTo>
                <a:lnTo>
                  <a:pt x="1924050" y="3771900"/>
                </a:lnTo>
                <a:lnTo>
                  <a:pt x="1914525" y="3771900"/>
                </a:lnTo>
                <a:close/>
                <a:moveTo>
                  <a:pt x="1962150" y="3781425"/>
                </a:moveTo>
                <a:lnTo>
                  <a:pt x="1971675" y="3781425"/>
                </a:lnTo>
                <a:lnTo>
                  <a:pt x="1971675" y="3790950"/>
                </a:lnTo>
                <a:lnTo>
                  <a:pt x="1962150" y="3790950"/>
                </a:lnTo>
                <a:close/>
                <a:moveTo>
                  <a:pt x="3190875" y="3781425"/>
                </a:moveTo>
                <a:lnTo>
                  <a:pt x="3200400" y="3781425"/>
                </a:lnTo>
                <a:lnTo>
                  <a:pt x="3200400" y="3800475"/>
                </a:lnTo>
                <a:lnTo>
                  <a:pt x="3190875" y="3800475"/>
                </a:lnTo>
                <a:close/>
                <a:moveTo>
                  <a:pt x="1905000" y="3790950"/>
                </a:moveTo>
                <a:lnTo>
                  <a:pt x="1914525" y="3790950"/>
                </a:lnTo>
                <a:lnTo>
                  <a:pt x="1914525" y="3800475"/>
                </a:lnTo>
                <a:lnTo>
                  <a:pt x="1905000" y="3800475"/>
                </a:lnTo>
                <a:close/>
                <a:moveTo>
                  <a:pt x="2057400" y="3800475"/>
                </a:moveTo>
                <a:lnTo>
                  <a:pt x="2066925" y="3800475"/>
                </a:lnTo>
                <a:lnTo>
                  <a:pt x="2066925" y="3810000"/>
                </a:lnTo>
                <a:lnTo>
                  <a:pt x="2057400" y="3810000"/>
                </a:lnTo>
                <a:close/>
                <a:moveTo>
                  <a:pt x="1952625" y="3810000"/>
                </a:moveTo>
                <a:lnTo>
                  <a:pt x="1962150" y="3810000"/>
                </a:lnTo>
                <a:lnTo>
                  <a:pt x="1962150" y="3819525"/>
                </a:lnTo>
                <a:lnTo>
                  <a:pt x="1952625" y="3819525"/>
                </a:lnTo>
                <a:close/>
                <a:moveTo>
                  <a:pt x="2114550" y="3810000"/>
                </a:moveTo>
                <a:lnTo>
                  <a:pt x="2143125" y="3810000"/>
                </a:lnTo>
                <a:lnTo>
                  <a:pt x="2143125" y="3819525"/>
                </a:lnTo>
                <a:lnTo>
                  <a:pt x="2114550" y="3819525"/>
                </a:lnTo>
                <a:close/>
                <a:moveTo>
                  <a:pt x="3238500" y="3810000"/>
                </a:moveTo>
                <a:lnTo>
                  <a:pt x="3248025" y="3810000"/>
                </a:lnTo>
                <a:lnTo>
                  <a:pt x="3248025" y="3829050"/>
                </a:lnTo>
                <a:lnTo>
                  <a:pt x="3238500" y="3829050"/>
                </a:lnTo>
                <a:close/>
                <a:moveTo>
                  <a:pt x="314325" y="3819525"/>
                </a:moveTo>
                <a:lnTo>
                  <a:pt x="323850" y="3819525"/>
                </a:lnTo>
                <a:lnTo>
                  <a:pt x="323850" y="3848100"/>
                </a:lnTo>
                <a:lnTo>
                  <a:pt x="314325" y="3848100"/>
                </a:lnTo>
                <a:close/>
                <a:moveTo>
                  <a:pt x="1943100" y="3819525"/>
                </a:moveTo>
                <a:lnTo>
                  <a:pt x="1952625" y="3819525"/>
                </a:lnTo>
                <a:lnTo>
                  <a:pt x="1952625" y="3829050"/>
                </a:lnTo>
                <a:lnTo>
                  <a:pt x="1943100" y="3829050"/>
                </a:lnTo>
                <a:close/>
                <a:moveTo>
                  <a:pt x="2181225" y="3819525"/>
                </a:moveTo>
                <a:lnTo>
                  <a:pt x="2200275" y="3819525"/>
                </a:lnTo>
                <a:lnTo>
                  <a:pt x="2200275" y="3829050"/>
                </a:lnTo>
                <a:lnTo>
                  <a:pt x="2181225" y="3829050"/>
                </a:lnTo>
                <a:close/>
                <a:moveTo>
                  <a:pt x="3181350" y="3819525"/>
                </a:moveTo>
                <a:lnTo>
                  <a:pt x="3190875" y="3819525"/>
                </a:lnTo>
                <a:lnTo>
                  <a:pt x="3190875" y="3829050"/>
                </a:lnTo>
                <a:lnTo>
                  <a:pt x="3181350" y="3829050"/>
                </a:lnTo>
                <a:close/>
                <a:moveTo>
                  <a:pt x="2238375" y="3829050"/>
                </a:moveTo>
                <a:lnTo>
                  <a:pt x="2257425" y="3829050"/>
                </a:lnTo>
                <a:lnTo>
                  <a:pt x="2257425" y="3838575"/>
                </a:lnTo>
                <a:lnTo>
                  <a:pt x="2238375" y="3838575"/>
                </a:lnTo>
                <a:close/>
                <a:moveTo>
                  <a:pt x="276225" y="3838575"/>
                </a:moveTo>
                <a:lnTo>
                  <a:pt x="285750" y="3838575"/>
                </a:lnTo>
                <a:lnTo>
                  <a:pt x="285750" y="3857625"/>
                </a:lnTo>
                <a:lnTo>
                  <a:pt x="276225" y="3857625"/>
                </a:lnTo>
                <a:close/>
                <a:moveTo>
                  <a:pt x="2295525" y="3838575"/>
                </a:moveTo>
                <a:lnTo>
                  <a:pt x="2314575" y="3838575"/>
                </a:lnTo>
                <a:lnTo>
                  <a:pt x="2314575" y="3848100"/>
                </a:lnTo>
                <a:lnTo>
                  <a:pt x="2295525" y="3848100"/>
                </a:lnTo>
                <a:close/>
                <a:moveTo>
                  <a:pt x="323850" y="3848100"/>
                </a:moveTo>
                <a:lnTo>
                  <a:pt x="333375" y="3848100"/>
                </a:lnTo>
                <a:lnTo>
                  <a:pt x="333375" y="3867150"/>
                </a:lnTo>
                <a:lnTo>
                  <a:pt x="323850" y="3867150"/>
                </a:lnTo>
                <a:close/>
                <a:moveTo>
                  <a:pt x="2343150" y="3848100"/>
                </a:moveTo>
                <a:lnTo>
                  <a:pt x="2371725" y="3848100"/>
                </a:lnTo>
                <a:lnTo>
                  <a:pt x="2371725" y="3857625"/>
                </a:lnTo>
                <a:lnTo>
                  <a:pt x="2343150" y="3857625"/>
                </a:lnTo>
                <a:close/>
                <a:moveTo>
                  <a:pt x="3228975" y="3848100"/>
                </a:moveTo>
                <a:lnTo>
                  <a:pt x="3238500" y="3848100"/>
                </a:lnTo>
                <a:lnTo>
                  <a:pt x="3238500" y="3857625"/>
                </a:lnTo>
                <a:lnTo>
                  <a:pt x="3228975" y="3857625"/>
                </a:lnTo>
                <a:close/>
                <a:moveTo>
                  <a:pt x="2019300" y="3857625"/>
                </a:moveTo>
                <a:lnTo>
                  <a:pt x="2047875" y="3857625"/>
                </a:lnTo>
                <a:lnTo>
                  <a:pt x="2047875" y="3867150"/>
                </a:lnTo>
                <a:lnTo>
                  <a:pt x="2019300" y="3867150"/>
                </a:lnTo>
                <a:close/>
                <a:moveTo>
                  <a:pt x="2409825" y="3857625"/>
                </a:moveTo>
                <a:lnTo>
                  <a:pt x="2428875" y="3857625"/>
                </a:lnTo>
                <a:lnTo>
                  <a:pt x="2428875" y="3867150"/>
                </a:lnTo>
                <a:lnTo>
                  <a:pt x="2409825" y="3867150"/>
                </a:lnTo>
                <a:close/>
                <a:moveTo>
                  <a:pt x="1838325" y="3867150"/>
                </a:moveTo>
                <a:lnTo>
                  <a:pt x="1847850" y="3867150"/>
                </a:lnTo>
                <a:lnTo>
                  <a:pt x="1847850" y="3876675"/>
                </a:lnTo>
                <a:lnTo>
                  <a:pt x="1838325" y="3876675"/>
                </a:lnTo>
                <a:close/>
                <a:moveTo>
                  <a:pt x="1914525" y="3867150"/>
                </a:moveTo>
                <a:lnTo>
                  <a:pt x="1924050" y="3867150"/>
                </a:lnTo>
                <a:lnTo>
                  <a:pt x="1924050" y="3876675"/>
                </a:lnTo>
                <a:lnTo>
                  <a:pt x="1914525" y="3876675"/>
                </a:lnTo>
                <a:close/>
                <a:moveTo>
                  <a:pt x="2066925" y="3867150"/>
                </a:moveTo>
                <a:lnTo>
                  <a:pt x="2133600" y="3867150"/>
                </a:lnTo>
                <a:lnTo>
                  <a:pt x="2133600" y="3876675"/>
                </a:lnTo>
                <a:lnTo>
                  <a:pt x="2066925" y="3876675"/>
                </a:lnTo>
                <a:close/>
                <a:moveTo>
                  <a:pt x="2466975" y="3867150"/>
                </a:moveTo>
                <a:lnTo>
                  <a:pt x="2495550" y="3867150"/>
                </a:lnTo>
                <a:lnTo>
                  <a:pt x="2495550" y="3876675"/>
                </a:lnTo>
                <a:lnTo>
                  <a:pt x="2466975" y="3876675"/>
                </a:lnTo>
                <a:close/>
                <a:moveTo>
                  <a:pt x="3219450" y="3867150"/>
                </a:moveTo>
                <a:lnTo>
                  <a:pt x="3228975" y="3867150"/>
                </a:lnTo>
                <a:lnTo>
                  <a:pt x="3228975" y="3876675"/>
                </a:lnTo>
                <a:lnTo>
                  <a:pt x="3219450" y="3876675"/>
                </a:lnTo>
                <a:close/>
                <a:moveTo>
                  <a:pt x="285750" y="3876675"/>
                </a:moveTo>
                <a:lnTo>
                  <a:pt x="295275" y="3876675"/>
                </a:lnTo>
                <a:lnTo>
                  <a:pt x="295275" y="3886200"/>
                </a:lnTo>
                <a:lnTo>
                  <a:pt x="285750" y="3886200"/>
                </a:lnTo>
                <a:close/>
                <a:moveTo>
                  <a:pt x="1905000" y="3876675"/>
                </a:moveTo>
                <a:lnTo>
                  <a:pt x="1914525" y="3876675"/>
                </a:lnTo>
                <a:lnTo>
                  <a:pt x="1914525" y="3886200"/>
                </a:lnTo>
                <a:lnTo>
                  <a:pt x="1905000" y="3886200"/>
                </a:lnTo>
                <a:close/>
                <a:moveTo>
                  <a:pt x="2171700" y="3876675"/>
                </a:moveTo>
                <a:lnTo>
                  <a:pt x="2181225" y="3876675"/>
                </a:lnTo>
                <a:lnTo>
                  <a:pt x="2181225" y="3886200"/>
                </a:lnTo>
                <a:lnTo>
                  <a:pt x="2171700" y="3886200"/>
                </a:lnTo>
                <a:close/>
                <a:moveTo>
                  <a:pt x="2524125" y="3876675"/>
                </a:moveTo>
                <a:lnTo>
                  <a:pt x="2552700" y="3876675"/>
                </a:lnTo>
                <a:lnTo>
                  <a:pt x="2552700" y="3886200"/>
                </a:lnTo>
                <a:lnTo>
                  <a:pt x="2524125" y="3886200"/>
                </a:lnTo>
                <a:close/>
                <a:moveTo>
                  <a:pt x="3152775" y="3876675"/>
                </a:moveTo>
                <a:lnTo>
                  <a:pt x="3162300" y="3876675"/>
                </a:lnTo>
                <a:lnTo>
                  <a:pt x="3162300" y="3886200"/>
                </a:lnTo>
                <a:lnTo>
                  <a:pt x="3152775" y="3886200"/>
                </a:lnTo>
                <a:close/>
                <a:moveTo>
                  <a:pt x="342900" y="3886200"/>
                </a:moveTo>
                <a:lnTo>
                  <a:pt x="352425" y="3886200"/>
                </a:lnTo>
                <a:lnTo>
                  <a:pt x="352425" y="3895725"/>
                </a:lnTo>
                <a:lnTo>
                  <a:pt x="342900" y="3895725"/>
                </a:lnTo>
                <a:close/>
                <a:moveTo>
                  <a:pt x="1895475" y="3886200"/>
                </a:moveTo>
                <a:lnTo>
                  <a:pt x="1905000" y="3886200"/>
                </a:lnTo>
                <a:lnTo>
                  <a:pt x="1905000" y="3895725"/>
                </a:lnTo>
                <a:lnTo>
                  <a:pt x="1895475" y="3895725"/>
                </a:lnTo>
                <a:close/>
                <a:moveTo>
                  <a:pt x="2219325" y="3886200"/>
                </a:moveTo>
                <a:lnTo>
                  <a:pt x="2247900" y="3886200"/>
                </a:lnTo>
                <a:lnTo>
                  <a:pt x="2247900" y="3895725"/>
                </a:lnTo>
                <a:lnTo>
                  <a:pt x="2219325" y="3895725"/>
                </a:lnTo>
                <a:close/>
                <a:moveTo>
                  <a:pt x="2581275" y="3886200"/>
                </a:moveTo>
                <a:lnTo>
                  <a:pt x="2600325" y="3886200"/>
                </a:lnTo>
                <a:lnTo>
                  <a:pt x="2600325" y="3895725"/>
                </a:lnTo>
                <a:lnTo>
                  <a:pt x="2581275" y="3895725"/>
                </a:lnTo>
                <a:close/>
                <a:moveTo>
                  <a:pt x="3143250" y="3886200"/>
                </a:moveTo>
                <a:lnTo>
                  <a:pt x="3152775" y="3886200"/>
                </a:lnTo>
                <a:lnTo>
                  <a:pt x="3152775" y="3895725"/>
                </a:lnTo>
                <a:lnTo>
                  <a:pt x="3143250" y="3895725"/>
                </a:lnTo>
                <a:close/>
                <a:moveTo>
                  <a:pt x="3209925" y="3886200"/>
                </a:moveTo>
                <a:lnTo>
                  <a:pt x="3219450" y="3886200"/>
                </a:lnTo>
                <a:lnTo>
                  <a:pt x="3219450" y="3895725"/>
                </a:lnTo>
                <a:lnTo>
                  <a:pt x="3209925" y="3895725"/>
                </a:lnTo>
                <a:close/>
                <a:moveTo>
                  <a:pt x="295275" y="3895725"/>
                </a:moveTo>
                <a:lnTo>
                  <a:pt x="304800" y="3895725"/>
                </a:lnTo>
                <a:lnTo>
                  <a:pt x="304800" y="3905250"/>
                </a:lnTo>
                <a:lnTo>
                  <a:pt x="295275" y="3905250"/>
                </a:lnTo>
                <a:close/>
                <a:moveTo>
                  <a:pt x="1781175" y="3895725"/>
                </a:moveTo>
                <a:lnTo>
                  <a:pt x="1790700" y="3895725"/>
                </a:lnTo>
                <a:lnTo>
                  <a:pt x="1790700" y="3905250"/>
                </a:lnTo>
                <a:lnTo>
                  <a:pt x="1781175" y="3905250"/>
                </a:lnTo>
                <a:close/>
                <a:moveTo>
                  <a:pt x="1885950" y="3895725"/>
                </a:moveTo>
                <a:lnTo>
                  <a:pt x="1895475" y="3895725"/>
                </a:lnTo>
                <a:lnTo>
                  <a:pt x="1895475" y="3905250"/>
                </a:lnTo>
                <a:lnTo>
                  <a:pt x="1885950" y="3905250"/>
                </a:lnTo>
                <a:close/>
                <a:moveTo>
                  <a:pt x="2286000" y="3895725"/>
                </a:moveTo>
                <a:lnTo>
                  <a:pt x="2305050" y="3895725"/>
                </a:lnTo>
                <a:lnTo>
                  <a:pt x="2305050" y="3905250"/>
                </a:lnTo>
                <a:lnTo>
                  <a:pt x="2286000" y="3905250"/>
                </a:lnTo>
                <a:close/>
                <a:moveTo>
                  <a:pt x="2647950" y="3895725"/>
                </a:moveTo>
                <a:lnTo>
                  <a:pt x="2667000" y="3895725"/>
                </a:lnTo>
                <a:lnTo>
                  <a:pt x="2667000" y="3905250"/>
                </a:lnTo>
                <a:lnTo>
                  <a:pt x="2647950" y="3905250"/>
                </a:lnTo>
                <a:close/>
                <a:moveTo>
                  <a:pt x="3133725" y="3895725"/>
                </a:moveTo>
                <a:lnTo>
                  <a:pt x="3143250" y="3895725"/>
                </a:lnTo>
                <a:lnTo>
                  <a:pt x="3143250" y="3905250"/>
                </a:lnTo>
                <a:lnTo>
                  <a:pt x="3133725" y="3905250"/>
                </a:lnTo>
                <a:close/>
                <a:moveTo>
                  <a:pt x="304800" y="3905250"/>
                </a:moveTo>
                <a:lnTo>
                  <a:pt x="314325" y="3905250"/>
                </a:lnTo>
                <a:lnTo>
                  <a:pt x="314325" y="3914775"/>
                </a:lnTo>
                <a:lnTo>
                  <a:pt x="323850" y="3914775"/>
                </a:lnTo>
                <a:lnTo>
                  <a:pt x="323850" y="3933825"/>
                </a:lnTo>
                <a:lnTo>
                  <a:pt x="314325" y="3933825"/>
                </a:lnTo>
                <a:lnTo>
                  <a:pt x="314325" y="3924300"/>
                </a:lnTo>
                <a:lnTo>
                  <a:pt x="304800" y="3924300"/>
                </a:lnTo>
                <a:close/>
                <a:moveTo>
                  <a:pt x="1752600" y="3905250"/>
                </a:moveTo>
                <a:lnTo>
                  <a:pt x="1762125" y="3905250"/>
                </a:lnTo>
                <a:lnTo>
                  <a:pt x="1762125" y="3914775"/>
                </a:lnTo>
                <a:lnTo>
                  <a:pt x="1752600" y="3914775"/>
                </a:lnTo>
                <a:close/>
                <a:moveTo>
                  <a:pt x="2343150" y="3905250"/>
                </a:moveTo>
                <a:lnTo>
                  <a:pt x="2371725" y="3905250"/>
                </a:lnTo>
                <a:lnTo>
                  <a:pt x="2371725" y="3914775"/>
                </a:lnTo>
                <a:lnTo>
                  <a:pt x="2343150" y="3914775"/>
                </a:lnTo>
                <a:close/>
                <a:moveTo>
                  <a:pt x="2705100" y="3905250"/>
                </a:moveTo>
                <a:lnTo>
                  <a:pt x="2724150" y="3905250"/>
                </a:lnTo>
                <a:lnTo>
                  <a:pt x="2724150" y="3914775"/>
                </a:lnTo>
                <a:lnTo>
                  <a:pt x="2705100" y="3914775"/>
                </a:lnTo>
                <a:close/>
                <a:moveTo>
                  <a:pt x="3124200" y="3905250"/>
                </a:moveTo>
                <a:lnTo>
                  <a:pt x="3133725" y="3905250"/>
                </a:lnTo>
                <a:lnTo>
                  <a:pt x="3133725" y="3914775"/>
                </a:lnTo>
                <a:lnTo>
                  <a:pt x="3124200" y="3914775"/>
                </a:lnTo>
                <a:close/>
                <a:moveTo>
                  <a:pt x="3200400" y="3905250"/>
                </a:moveTo>
                <a:lnTo>
                  <a:pt x="3209925" y="3905250"/>
                </a:lnTo>
                <a:lnTo>
                  <a:pt x="3209925" y="3914775"/>
                </a:lnTo>
                <a:lnTo>
                  <a:pt x="3200400" y="3914775"/>
                </a:lnTo>
                <a:close/>
                <a:moveTo>
                  <a:pt x="361950" y="3914775"/>
                </a:moveTo>
                <a:lnTo>
                  <a:pt x="371475" y="3914775"/>
                </a:lnTo>
                <a:lnTo>
                  <a:pt x="371475" y="3924300"/>
                </a:lnTo>
                <a:lnTo>
                  <a:pt x="361950" y="3924300"/>
                </a:lnTo>
                <a:close/>
                <a:moveTo>
                  <a:pt x="1609725" y="3914775"/>
                </a:moveTo>
                <a:lnTo>
                  <a:pt x="1628775" y="3914775"/>
                </a:lnTo>
                <a:lnTo>
                  <a:pt x="1628775" y="3924300"/>
                </a:lnTo>
                <a:lnTo>
                  <a:pt x="1609725" y="3924300"/>
                </a:lnTo>
                <a:close/>
                <a:moveTo>
                  <a:pt x="2409825" y="3914775"/>
                </a:moveTo>
                <a:lnTo>
                  <a:pt x="2419350" y="3914775"/>
                </a:lnTo>
                <a:lnTo>
                  <a:pt x="2419350" y="3924300"/>
                </a:lnTo>
                <a:lnTo>
                  <a:pt x="2409825" y="3924300"/>
                </a:lnTo>
                <a:close/>
                <a:moveTo>
                  <a:pt x="2762250" y="3914775"/>
                </a:moveTo>
                <a:lnTo>
                  <a:pt x="2781300" y="3914775"/>
                </a:lnTo>
                <a:lnTo>
                  <a:pt x="2781300" y="3924300"/>
                </a:lnTo>
                <a:lnTo>
                  <a:pt x="2762250" y="3924300"/>
                </a:lnTo>
                <a:close/>
                <a:moveTo>
                  <a:pt x="371475" y="3924300"/>
                </a:moveTo>
                <a:lnTo>
                  <a:pt x="381000" y="3924300"/>
                </a:lnTo>
                <a:lnTo>
                  <a:pt x="381000" y="3933825"/>
                </a:lnTo>
                <a:lnTo>
                  <a:pt x="371475" y="3933825"/>
                </a:lnTo>
                <a:close/>
                <a:moveTo>
                  <a:pt x="1466850" y="3924300"/>
                </a:moveTo>
                <a:lnTo>
                  <a:pt x="1495425" y="3924300"/>
                </a:lnTo>
                <a:lnTo>
                  <a:pt x="1495425" y="3933825"/>
                </a:lnTo>
                <a:lnTo>
                  <a:pt x="1466850" y="3933825"/>
                </a:lnTo>
                <a:close/>
                <a:moveTo>
                  <a:pt x="1847850" y="3924300"/>
                </a:moveTo>
                <a:lnTo>
                  <a:pt x="1857375" y="3924300"/>
                </a:lnTo>
                <a:lnTo>
                  <a:pt x="1857375" y="3933825"/>
                </a:lnTo>
                <a:lnTo>
                  <a:pt x="1847850" y="3933825"/>
                </a:lnTo>
                <a:close/>
                <a:moveTo>
                  <a:pt x="2466975" y="3924300"/>
                </a:moveTo>
                <a:lnTo>
                  <a:pt x="2486025" y="3924300"/>
                </a:lnTo>
                <a:lnTo>
                  <a:pt x="2486025" y="3933825"/>
                </a:lnTo>
                <a:lnTo>
                  <a:pt x="2466975" y="3933825"/>
                </a:lnTo>
                <a:close/>
                <a:moveTo>
                  <a:pt x="2819400" y="3924300"/>
                </a:moveTo>
                <a:lnTo>
                  <a:pt x="2838450" y="3924300"/>
                </a:lnTo>
                <a:lnTo>
                  <a:pt x="2838450" y="3933825"/>
                </a:lnTo>
                <a:lnTo>
                  <a:pt x="2819400" y="3933825"/>
                </a:lnTo>
                <a:close/>
                <a:moveTo>
                  <a:pt x="3095625" y="3924300"/>
                </a:moveTo>
                <a:lnTo>
                  <a:pt x="3105150" y="3924300"/>
                </a:lnTo>
                <a:lnTo>
                  <a:pt x="3105150" y="3933825"/>
                </a:lnTo>
                <a:lnTo>
                  <a:pt x="3095625" y="3933825"/>
                </a:lnTo>
                <a:close/>
                <a:moveTo>
                  <a:pt x="323850" y="3933825"/>
                </a:moveTo>
                <a:lnTo>
                  <a:pt x="333375" y="3933825"/>
                </a:lnTo>
                <a:lnTo>
                  <a:pt x="333375" y="3943350"/>
                </a:lnTo>
                <a:lnTo>
                  <a:pt x="342900" y="3943350"/>
                </a:lnTo>
                <a:lnTo>
                  <a:pt x="342900" y="3952875"/>
                </a:lnTo>
                <a:lnTo>
                  <a:pt x="352425" y="3952875"/>
                </a:lnTo>
                <a:lnTo>
                  <a:pt x="352425" y="3962400"/>
                </a:lnTo>
                <a:lnTo>
                  <a:pt x="361950" y="3962400"/>
                </a:lnTo>
                <a:lnTo>
                  <a:pt x="361950" y="3971925"/>
                </a:lnTo>
                <a:lnTo>
                  <a:pt x="371475" y="3971925"/>
                </a:lnTo>
                <a:lnTo>
                  <a:pt x="371475" y="3990975"/>
                </a:lnTo>
                <a:lnTo>
                  <a:pt x="361950" y="3990975"/>
                </a:lnTo>
                <a:lnTo>
                  <a:pt x="361950" y="3981450"/>
                </a:lnTo>
                <a:lnTo>
                  <a:pt x="352425" y="3981450"/>
                </a:lnTo>
                <a:lnTo>
                  <a:pt x="352425" y="3971925"/>
                </a:lnTo>
                <a:lnTo>
                  <a:pt x="342900" y="3971925"/>
                </a:lnTo>
                <a:lnTo>
                  <a:pt x="342900" y="3962400"/>
                </a:lnTo>
                <a:lnTo>
                  <a:pt x="333375" y="3962400"/>
                </a:lnTo>
                <a:lnTo>
                  <a:pt x="333375" y="3952875"/>
                </a:lnTo>
                <a:lnTo>
                  <a:pt x="323850" y="3952875"/>
                </a:lnTo>
                <a:close/>
                <a:moveTo>
                  <a:pt x="1333500" y="3933825"/>
                </a:moveTo>
                <a:lnTo>
                  <a:pt x="1362075" y="3933825"/>
                </a:lnTo>
                <a:lnTo>
                  <a:pt x="1362075" y="3943350"/>
                </a:lnTo>
                <a:lnTo>
                  <a:pt x="1333500" y="3943350"/>
                </a:lnTo>
                <a:close/>
                <a:moveTo>
                  <a:pt x="1828800" y="3933825"/>
                </a:moveTo>
                <a:lnTo>
                  <a:pt x="1838325" y="3933825"/>
                </a:lnTo>
                <a:lnTo>
                  <a:pt x="1838325" y="3943350"/>
                </a:lnTo>
                <a:lnTo>
                  <a:pt x="1828800" y="3943350"/>
                </a:lnTo>
                <a:close/>
                <a:moveTo>
                  <a:pt x="2524125" y="3933825"/>
                </a:moveTo>
                <a:lnTo>
                  <a:pt x="2543175" y="3933825"/>
                </a:lnTo>
                <a:lnTo>
                  <a:pt x="2543175" y="3943350"/>
                </a:lnTo>
                <a:lnTo>
                  <a:pt x="2524125" y="3943350"/>
                </a:lnTo>
                <a:close/>
                <a:moveTo>
                  <a:pt x="2876550" y="3933825"/>
                </a:moveTo>
                <a:lnTo>
                  <a:pt x="2895600" y="3933825"/>
                </a:lnTo>
                <a:lnTo>
                  <a:pt x="2895600" y="3943350"/>
                </a:lnTo>
                <a:lnTo>
                  <a:pt x="2876550" y="3943350"/>
                </a:lnTo>
                <a:close/>
                <a:moveTo>
                  <a:pt x="3076575" y="3933825"/>
                </a:moveTo>
                <a:lnTo>
                  <a:pt x="3086100" y="3933825"/>
                </a:lnTo>
                <a:lnTo>
                  <a:pt x="3086100" y="3943350"/>
                </a:lnTo>
                <a:lnTo>
                  <a:pt x="3076575" y="3943350"/>
                </a:lnTo>
                <a:close/>
                <a:moveTo>
                  <a:pt x="1171575" y="3943350"/>
                </a:moveTo>
                <a:lnTo>
                  <a:pt x="1181100" y="3943350"/>
                </a:lnTo>
                <a:lnTo>
                  <a:pt x="1181100" y="3952875"/>
                </a:lnTo>
                <a:lnTo>
                  <a:pt x="1171575" y="3952875"/>
                </a:lnTo>
                <a:close/>
                <a:moveTo>
                  <a:pt x="1800225" y="3943350"/>
                </a:moveTo>
                <a:lnTo>
                  <a:pt x="1809750" y="3943350"/>
                </a:lnTo>
                <a:lnTo>
                  <a:pt x="1809750" y="3952875"/>
                </a:lnTo>
                <a:lnTo>
                  <a:pt x="1800225" y="3952875"/>
                </a:lnTo>
                <a:close/>
                <a:moveTo>
                  <a:pt x="2581275" y="3943350"/>
                </a:moveTo>
                <a:lnTo>
                  <a:pt x="2600325" y="3943350"/>
                </a:lnTo>
                <a:lnTo>
                  <a:pt x="2600325" y="3952875"/>
                </a:lnTo>
                <a:lnTo>
                  <a:pt x="2581275" y="3952875"/>
                </a:lnTo>
                <a:close/>
                <a:moveTo>
                  <a:pt x="2924175" y="3943350"/>
                </a:moveTo>
                <a:lnTo>
                  <a:pt x="2952750" y="3943350"/>
                </a:lnTo>
                <a:lnTo>
                  <a:pt x="2952750" y="3952875"/>
                </a:lnTo>
                <a:lnTo>
                  <a:pt x="2924175" y="3952875"/>
                </a:lnTo>
                <a:close/>
                <a:moveTo>
                  <a:pt x="3048000" y="3943350"/>
                </a:moveTo>
                <a:lnTo>
                  <a:pt x="3067050" y="3943350"/>
                </a:lnTo>
                <a:lnTo>
                  <a:pt x="3067050" y="3952875"/>
                </a:lnTo>
                <a:lnTo>
                  <a:pt x="3048000" y="3952875"/>
                </a:lnTo>
                <a:close/>
                <a:moveTo>
                  <a:pt x="409575" y="3952875"/>
                </a:moveTo>
                <a:lnTo>
                  <a:pt x="419100" y="3952875"/>
                </a:lnTo>
                <a:lnTo>
                  <a:pt x="419100" y="3962400"/>
                </a:lnTo>
                <a:lnTo>
                  <a:pt x="409575" y="3962400"/>
                </a:lnTo>
                <a:close/>
                <a:moveTo>
                  <a:pt x="1019175" y="3952875"/>
                </a:moveTo>
                <a:lnTo>
                  <a:pt x="1047750" y="3952875"/>
                </a:lnTo>
                <a:lnTo>
                  <a:pt x="1047750" y="3962400"/>
                </a:lnTo>
                <a:lnTo>
                  <a:pt x="1019175" y="3962400"/>
                </a:lnTo>
                <a:close/>
                <a:moveTo>
                  <a:pt x="1752600" y="3952875"/>
                </a:moveTo>
                <a:lnTo>
                  <a:pt x="1771650" y="3952875"/>
                </a:lnTo>
                <a:lnTo>
                  <a:pt x="1771650" y="3962400"/>
                </a:lnTo>
                <a:lnTo>
                  <a:pt x="1752600" y="3962400"/>
                </a:lnTo>
                <a:close/>
                <a:moveTo>
                  <a:pt x="2647950" y="3952875"/>
                </a:moveTo>
                <a:lnTo>
                  <a:pt x="2657475" y="3952875"/>
                </a:lnTo>
                <a:lnTo>
                  <a:pt x="2657475" y="3962400"/>
                </a:lnTo>
                <a:lnTo>
                  <a:pt x="2647950" y="3962400"/>
                </a:lnTo>
                <a:close/>
                <a:moveTo>
                  <a:pt x="866775" y="3962400"/>
                </a:moveTo>
                <a:lnTo>
                  <a:pt x="876300" y="3962400"/>
                </a:lnTo>
                <a:lnTo>
                  <a:pt x="876300" y="3971925"/>
                </a:lnTo>
                <a:lnTo>
                  <a:pt x="866775" y="3971925"/>
                </a:lnTo>
                <a:close/>
                <a:moveTo>
                  <a:pt x="1657350" y="3962400"/>
                </a:moveTo>
                <a:lnTo>
                  <a:pt x="1695450" y="3962400"/>
                </a:lnTo>
                <a:lnTo>
                  <a:pt x="1695450" y="3971925"/>
                </a:lnTo>
                <a:lnTo>
                  <a:pt x="1657350" y="3971925"/>
                </a:lnTo>
                <a:close/>
                <a:moveTo>
                  <a:pt x="2695575" y="3962400"/>
                </a:moveTo>
                <a:lnTo>
                  <a:pt x="2714625" y="3962400"/>
                </a:lnTo>
                <a:lnTo>
                  <a:pt x="2714625" y="3971925"/>
                </a:lnTo>
                <a:lnTo>
                  <a:pt x="2695575" y="3971925"/>
                </a:lnTo>
                <a:close/>
                <a:moveTo>
                  <a:pt x="3143250" y="3962400"/>
                </a:moveTo>
                <a:lnTo>
                  <a:pt x="3152775" y="3962400"/>
                </a:lnTo>
                <a:lnTo>
                  <a:pt x="3152775" y="3971925"/>
                </a:lnTo>
                <a:lnTo>
                  <a:pt x="3143250" y="3971925"/>
                </a:lnTo>
                <a:close/>
                <a:moveTo>
                  <a:pt x="447675" y="3971925"/>
                </a:moveTo>
                <a:lnTo>
                  <a:pt x="457200" y="3971925"/>
                </a:lnTo>
                <a:lnTo>
                  <a:pt x="457200" y="3981450"/>
                </a:lnTo>
                <a:lnTo>
                  <a:pt x="447675" y="3981450"/>
                </a:lnTo>
                <a:close/>
                <a:moveTo>
                  <a:pt x="695325" y="3971925"/>
                </a:moveTo>
                <a:lnTo>
                  <a:pt x="742950" y="3971925"/>
                </a:lnTo>
                <a:lnTo>
                  <a:pt x="742950" y="3981450"/>
                </a:lnTo>
                <a:lnTo>
                  <a:pt x="695325" y="3981450"/>
                </a:lnTo>
                <a:close/>
                <a:moveTo>
                  <a:pt x="1495425" y="3971925"/>
                </a:moveTo>
                <a:lnTo>
                  <a:pt x="1533525" y="3971925"/>
                </a:lnTo>
                <a:lnTo>
                  <a:pt x="1533525" y="3981450"/>
                </a:lnTo>
                <a:lnTo>
                  <a:pt x="1495425" y="3981450"/>
                </a:lnTo>
                <a:close/>
                <a:moveTo>
                  <a:pt x="2762250" y="3971925"/>
                </a:moveTo>
                <a:lnTo>
                  <a:pt x="2781300" y="3971925"/>
                </a:lnTo>
                <a:lnTo>
                  <a:pt x="2781300" y="3981450"/>
                </a:lnTo>
                <a:lnTo>
                  <a:pt x="2762250" y="3981450"/>
                </a:lnTo>
                <a:close/>
                <a:moveTo>
                  <a:pt x="571500" y="3981450"/>
                </a:moveTo>
                <a:lnTo>
                  <a:pt x="590550" y="3981450"/>
                </a:lnTo>
                <a:lnTo>
                  <a:pt x="590550" y="3990975"/>
                </a:lnTo>
                <a:lnTo>
                  <a:pt x="571500" y="3990975"/>
                </a:lnTo>
                <a:close/>
                <a:moveTo>
                  <a:pt x="1352550" y="3981450"/>
                </a:moveTo>
                <a:lnTo>
                  <a:pt x="1400175" y="3981450"/>
                </a:lnTo>
                <a:lnTo>
                  <a:pt x="1400175" y="3990975"/>
                </a:lnTo>
                <a:lnTo>
                  <a:pt x="1352550" y="3990975"/>
                </a:lnTo>
                <a:close/>
                <a:moveTo>
                  <a:pt x="2819400" y="3981450"/>
                </a:moveTo>
                <a:lnTo>
                  <a:pt x="2828925" y="3981450"/>
                </a:lnTo>
                <a:lnTo>
                  <a:pt x="2828925" y="3990975"/>
                </a:lnTo>
                <a:lnTo>
                  <a:pt x="2819400" y="3990975"/>
                </a:lnTo>
                <a:close/>
                <a:moveTo>
                  <a:pt x="3114675" y="3981450"/>
                </a:moveTo>
                <a:lnTo>
                  <a:pt x="3124200" y="3981450"/>
                </a:lnTo>
                <a:lnTo>
                  <a:pt x="3124200" y="3990975"/>
                </a:lnTo>
                <a:lnTo>
                  <a:pt x="3114675" y="3990975"/>
                </a:lnTo>
                <a:close/>
                <a:moveTo>
                  <a:pt x="1209675" y="3990975"/>
                </a:moveTo>
                <a:lnTo>
                  <a:pt x="1247775" y="3990975"/>
                </a:lnTo>
                <a:lnTo>
                  <a:pt x="1247775" y="4000500"/>
                </a:lnTo>
                <a:lnTo>
                  <a:pt x="1209675" y="4000500"/>
                </a:lnTo>
                <a:close/>
                <a:moveTo>
                  <a:pt x="2876550" y="3990975"/>
                </a:moveTo>
                <a:lnTo>
                  <a:pt x="2905125" y="3990975"/>
                </a:lnTo>
                <a:lnTo>
                  <a:pt x="2905125" y="4000500"/>
                </a:lnTo>
                <a:lnTo>
                  <a:pt x="2876550" y="4000500"/>
                </a:lnTo>
                <a:close/>
                <a:moveTo>
                  <a:pt x="3086100" y="3990975"/>
                </a:moveTo>
                <a:lnTo>
                  <a:pt x="3095625" y="3990975"/>
                </a:lnTo>
                <a:lnTo>
                  <a:pt x="3095625" y="4000500"/>
                </a:lnTo>
                <a:lnTo>
                  <a:pt x="3086100" y="4000500"/>
                </a:lnTo>
                <a:close/>
                <a:moveTo>
                  <a:pt x="390525" y="4000500"/>
                </a:moveTo>
                <a:lnTo>
                  <a:pt x="400050" y="4000500"/>
                </a:lnTo>
                <a:lnTo>
                  <a:pt x="400050" y="4010025"/>
                </a:lnTo>
                <a:lnTo>
                  <a:pt x="390525" y="4010025"/>
                </a:lnTo>
                <a:close/>
                <a:moveTo>
                  <a:pt x="1076325" y="4000500"/>
                </a:moveTo>
                <a:lnTo>
                  <a:pt x="1104900" y="4000500"/>
                </a:lnTo>
                <a:lnTo>
                  <a:pt x="1104900" y="4010025"/>
                </a:lnTo>
                <a:lnTo>
                  <a:pt x="1076325" y="4010025"/>
                </a:lnTo>
                <a:close/>
                <a:moveTo>
                  <a:pt x="2933700" y="4000500"/>
                </a:moveTo>
                <a:lnTo>
                  <a:pt x="2952750" y="4000500"/>
                </a:lnTo>
                <a:lnTo>
                  <a:pt x="2952750" y="4010025"/>
                </a:lnTo>
                <a:lnTo>
                  <a:pt x="2933700" y="4010025"/>
                </a:lnTo>
                <a:close/>
                <a:moveTo>
                  <a:pt x="3057525" y="4000500"/>
                </a:moveTo>
                <a:lnTo>
                  <a:pt x="3067050" y="4000500"/>
                </a:lnTo>
                <a:lnTo>
                  <a:pt x="3067050" y="4010025"/>
                </a:lnTo>
                <a:lnTo>
                  <a:pt x="3057525" y="4010025"/>
                </a:lnTo>
                <a:close/>
                <a:moveTo>
                  <a:pt x="409575" y="4010025"/>
                </a:moveTo>
                <a:lnTo>
                  <a:pt x="419100" y="4010025"/>
                </a:lnTo>
                <a:lnTo>
                  <a:pt x="419100" y="4019550"/>
                </a:lnTo>
                <a:lnTo>
                  <a:pt x="409575" y="4019550"/>
                </a:lnTo>
                <a:close/>
                <a:moveTo>
                  <a:pt x="904875" y="4010025"/>
                </a:moveTo>
                <a:lnTo>
                  <a:pt x="942975" y="4010025"/>
                </a:lnTo>
                <a:lnTo>
                  <a:pt x="942975" y="4019550"/>
                </a:lnTo>
                <a:lnTo>
                  <a:pt x="904875" y="4019550"/>
                </a:lnTo>
                <a:close/>
                <a:moveTo>
                  <a:pt x="438150" y="4019550"/>
                </a:moveTo>
                <a:lnTo>
                  <a:pt x="447675" y="4019550"/>
                </a:lnTo>
                <a:lnTo>
                  <a:pt x="447675" y="4029075"/>
                </a:lnTo>
                <a:lnTo>
                  <a:pt x="438150" y="4029075"/>
                </a:lnTo>
                <a:close/>
                <a:moveTo>
                  <a:pt x="771525" y="4019550"/>
                </a:moveTo>
                <a:lnTo>
                  <a:pt x="790575" y="4019550"/>
                </a:lnTo>
                <a:lnTo>
                  <a:pt x="790575" y="4029075"/>
                </a:lnTo>
                <a:lnTo>
                  <a:pt x="771525" y="4029075"/>
                </a:lnTo>
                <a:close/>
                <a:moveTo>
                  <a:pt x="485775" y="4029075"/>
                </a:moveTo>
                <a:lnTo>
                  <a:pt x="495300" y="4029075"/>
                </a:lnTo>
                <a:lnTo>
                  <a:pt x="495300" y="4038600"/>
                </a:lnTo>
                <a:lnTo>
                  <a:pt x="485775" y="4038600"/>
                </a:lnTo>
                <a:close/>
                <a:moveTo>
                  <a:pt x="590550" y="4029075"/>
                </a:moveTo>
                <a:lnTo>
                  <a:pt x="628650" y="4029075"/>
                </a:lnTo>
                <a:lnTo>
                  <a:pt x="628650" y="4038600"/>
                </a:lnTo>
                <a:lnTo>
                  <a:pt x="590550" y="4038600"/>
                </a:lnTo>
                <a:close/>
              </a:path>
            </a:pathLst>
          </a:custGeom>
          <a:solidFill xmlns:a="http://schemas.openxmlformats.org/drawingml/2006/main">
            <a:srgbClr val="040910"/>
          </a:solidFill>
          <a:ln xmlns:a="http://schemas.openxmlformats.org/drawingml/2006/main" w="0">
            <a:noFill/>
          </a:ln>
        </p:spPr>
      </p:sp>
      <p:sp>
        <p:nvSpPr>
          <p:cNvPr id="35" name="phones vector #0060fc">
            <a:extLst xmlns:a="http://schemas.openxmlformats.org/drawingml/2006/main">
              <a:ext uri="{FF2B5EF4-FFF2-40B4-BE49-F238E27FC236}">
                <a16:creationId xmlns:a16="http://schemas.microsoft.com/office/drawing/2014/main" id="{46FF76EA-0539-4251-A447-A74FB6BD7AD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48500" y="190500"/>
            <a:ext cx="5905500" cy="6619875"/>
          </a:xfrm>
          <a:custGeom xmlns:a="http://schemas.openxmlformats.org/drawingml/2006/main">
            <a:pathLst>
              <a:path w="3838575" h="4295775">
                <a:moveTo>
                  <a:pt x="1743075" y="0"/>
                </a:moveTo>
                <a:lnTo>
                  <a:pt x="3790950" y="0"/>
                </a:lnTo>
                <a:lnTo>
                  <a:pt x="3790950" y="9525"/>
                </a:lnTo>
                <a:lnTo>
                  <a:pt x="3781425" y="9525"/>
                </a:lnTo>
                <a:lnTo>
                  <a:pt x="3781425" y="19050"/>
                </a:lnTo>
                <a:lnTo>
                  <a:pt x="3771900" y="19050"/>
                </a:lnTo>
                <a:lnTo>
                  <a:pt x="3771900" y="38100"/>
                </a:lnTo>
                <a:lnTo>
                  <a:pt x="3810000" y="38100"/>
                </a:lnTo>
                <a:lnTo>
                  <a:pt x="3810000" y="47625"/>
                </a:lnTo>
                <a:lnTo>
                  <a:pt x="3819525" y="47625"/>
                </a:lnTo>
                <a:lnTo>
                  <a:pt x="3819525" y="123825"/>
                </a:lnTo>
                <a:lnTo>
                  <a:pt x="3829050" y="123825"/>
                </a:lnTo>
                <a:lnTo>
                  <a:pt x="3829050" y="133350"/>
                </a:lnTo>
                <a:lnTo>
                  <a:pt x="3838575" y="133350"/>
                </a:lnTo>
                <a:lnTo>
                  <a:pt x="3838575" y="152400"/>
                </a:lnTo>
                <a:lnTo>
                  <a:pt x="3819525" y="152400"/>
                </a:lnTo>
                <a:lnTo>
                  <a:pt x="3819525" y="200025"/>
                </a:lnTo>
                <a:lnTo>
                  <a:pt x="3762375" y="200025"/>
                </a:lnTo>
                <a:lnTo>
                  <a:pt x="3762375" y="209550"/>
                </a:lnTo>
                <a:lnTo>
                  <a:pt x="3752850" y="209550"/>
                </a:lnTo>
                <a:lnTo>
                  <a:pt x="3752850" y="228600"/>
                </a:lnTo>
                <a:lnTo>
                  <a:pt x="3733800" y="228600"/>
                </a:lnTo>
                <a:lnTo>
                  <a:pt x="3733800" y="209550"/>
                </a:lnTo>
                <a:lnTo>
                  <a:pt x="3705225" y="209550"/>
                </a:lnTo>
                <a:lnTo>
                  <a:pt x="3705225" y="219075"/>
                </a:lnTo>
                <a:lnTo>
                  <a:pt x="3686175" y="219075"/>
                </a:lnTo>
                <a:lnTo>
                  <a:pt x="3686175" y="238125"/>
                </a:lnTo>
                <a:lnTo>
                  <a:pt x="3676650" y="238125"/>
                </a:lnTo>
                <a:lnTo>
                  <a:pt x="3676650" y="247650"/>
                </a:lnTo>
                <a:lnTo>
                  <a:pt x="3657600" y="247650"/>
                </a:lnTo>
                <a:lnTo>
                  <a:pt x="3657600" y="266700"/>
                </a:lnTo>
                <a:lnTo>
                  <a:pt x="3638550" y="266700"/>
                </a:lnTo>
                <a:lnTo>
                  <a:pt x="3638550" y="238125"/>
                </a:lnTo>
                <a:lnTo>
                  <a:pt x="3629025" y="238125"/>
                </a:lnTo>
                <a:lnTo>
                  <a:pt x="3629025" y="247650"/>
                </a:lnTo>
                <a:lnTo>
                  <a:pt x="3619500" y="247650"/>
                </a:lnTo>
                <a:lnTo>
                  <a:pt x="3619500" y="266700"/>
                </a:lnTo>
                <a:lnTo>
                  <a:pt x="3609975" y="266700"/>
                </a:lnTo>
                <a:lnTo>
                  <a:pt x="3609975" y="276225"/>
                </a:lnTo>
                <a:lnTo>
                  <a:pt x="3562350" y="276225"/>
                </a:lnTo>
                <a:lnTo>
                  <a:pt x="3562350" y="285750"/>
                </a:lnTo>
                <a:lnTo>
                  <a:pt x="3543300" y="285750"/>
                </a:lnTo>
                <a:lnTo>
                  <a:pt x="3543300" y="276225"/>
                </a:lnTo>
                <a:lnTo>
                  <a:pt x="3514725" y="276225"/>
                </a:lnTo>
                <a:lnTo>
                  <a:pt x="3514725" y="285750"/>
                </a:lnTo>
                <a:lnTo>
                  <a:pt x="3505200" y="285750"/>
                </a:lnTo>
                <a:lnTo>
                  <a:pt x="3505200" y="295275"/>
                </a:lnTo>
                <a:lnTo>
                  <a:pt x="3495675" y="295275"/>
                </a:lnTo>
                <a:lnTo>
                  <a:pt x="3495675" y="304800"/>
                </a:lnTo>
                <a:lnTo>
                  <a:pt x="3486150" y="304800"/>
                </a:lnTo>
                <a:lnTo>
                  <a:pt x="3486150" y="295275"/>
                </a:lnTo>
                <a:lnTo>
                  <a:pt x="3476625" y="295275"/>
                </a:lnTo>
                <a:lnTo>
                  <a:pt x="3476625" y="304800"/>
                </a:lnTo>
                <a:lnTo>
                  <a:pt x="3467100" y="304800"/>
                </a:lnTo>
                <a:lnTo>
                  <a:pt x="3467100" y="314325"/>
                </a:lnTo>
                <a:lnTo>
                  <a:pt x="3476625" y="314325"/>
                </a:lnTo>
                <a:lnTo>
                  <a:pt x="3476625" y="342900"/>
                </a:lnTo>
                <a:lnTo>
                  <a:pt x="3467100" y="342900"/>
                </a:lnTo>
                <a:lnTo>
                  <a:pt x="3467100" y="352425"/>
                </a:lnTo>
                <a:lnTo>
                  <a:pt x="3438525" y="352425"/>
                </a:lnTo>
                <a:lnTo>
                  <a:pt x="3438525" y="333375"/>
                </a:lnTo>
                <a:lnTo>
                  <a:pt x="3429000" y="333375"/>
                </a:lnTo>
                <a:lnTo>
                  <a:pt x="3429000" y="323850"/>
                </a:lnTo>
                <a:lnTo>
                  <a:pt x="3419475" y="323850"/>
                </a:lnTo>
                <a:lnTo>
                  <a:pt x="3419475" y="352425"/>
                </a:lnTo>
                <a:lnTo>
                  <a:pt x="3409950" y="352425"/>
                </a:lnTo>
                <a:lnTo>
                  <a:pt x="3409950" y="361950"/>
                </a:lnTo>
                <a:lnTo>
                  <a:pt x="3400425" y="361950"/>
                </a:lnTo>
                <a:lnTo>
                  <a:pt x="3400425" y="352425"/>
                </a:lnTo>
                <a:lnTo>
                  <a:pt x="3286125" y="352425"/>
                </a:lnTo>
                <a:lnTo>
                  <a:pt x="3286125" y="342900"/>
                </a:lnTo>
                <a:lnTo>
                  <a:pt x="3152775" y="342900"/>
                </a:lnTo>
                <a:lnTo>
                  <a:pt x="3152775" y="333375"/>
                </a:lnTo>
                <a:lnTo>
                  <a:pt x="3143250" y="333375"/>
                </a:lnTo>
                <a:lnTo>
                  <a:pt x="3143250" y="323850"/>
                </a:lnTo>
                <a:lnTo>
                  <a:pt x="3086100" y="323850"/>
                </a:lnTo>
                <a:lnTo>
                  <a:pt x="3086100" y="314325"/>
                </a:lnTo>
                <a:lnTo>
                  <a:pt x="3057525" y="314325"/>
                </a:lnTo>
                <a:lnTo>
                  <a:pt x="3057525" y="323850"/>
                </a:lnTo>
                <a:lnTo>
                  <a:pt x="3009900" y="323850"/>
                </a:lnTo>
                <a:lnTo>
                  <a:pt x="3009900" y="314325"/>
                </a:lnTo>
                <a:lnTo>
                  <a:pt x="2952750" y="314325"/>
                </a:lnTo>
                <a:lnTo>
                  <a:pt x="2952750" y="304800"/>
                </a:lnTo>
                <a:lnTo>
                  <a:pt x="2933700" y="304800"/>
                </a:lnTo>
                <a:lnTo>
                  <a:pt x="2933700" y="295275"/>
                </a:lnTo>
                <a:lnTo>
                  <a:pt x="2943225" y="295275"/>
                </a:lnTo>
                <a:lnTo>
                  <a:pt x="2943225" y="285750"/>
                </a:lnTo>
                <a:lnTo>
                  <a:pt x="2914650" y="285750"/>
                </a:lnTo>
                <a:lnTo>
                  <a:pt x="2914650" y="304800"/>
                </a:lnTo>
                <a:lnTo>
                  <a:pt x="2886075" y="304800"/>
                </a:lnTo>
                <a:lnTo>
                  <a:pt x="2886075" y="295275"/>
                </a:lnTo>
                <a:lnTo>
                  <a:pt x="2847975" y="295275"/>
                </a:lnTo>
                <a:lnTo>
                  <a:pt x="2847975" y="285750"/>
                </a:lnTo>
                <a:lnTo>
                  <a:pt x="2809875" y="285750"/>
                </a:lnTo>
                <a:lnTo>
                  <a:pt x="2809875" y="276225"/>
                </a:lnTo>
                <a:lnTo>
                  <a:pt x="2800350" y="276225"/>
                </a:lnTo>
                <a:lnTo>
                  <a:pt x="2800350" y="285750"/>
                </a:lnTo>
                <a:lnTo>
                  <a:pt x="2762250" y="285750"/>
                </a:lnTo>
                <a:lnTo>
                  <a:pt x="2762250" y="257175"/>
                </a:lnTo>
                <a:lnTo>
                  <a:pt x="2724150" y="257175"/>
                </a:lnTo>
                <a:lnTo>
                  <a:pt x="2724150" y="276225"/>
                </a:lnTo>
                <a:lnTo>
                  <a:pt x="2657475" y="276225"/>
                </a:lnTo>
                <a:lnTo>
                  <a:pt x="2657475" y="266700"/>
                </a:lnTo>
                <a:lnTo>
                  <a:pt x="2647950" y="266700"/>
                </a:lnTo>
                <a:lnTo>
                  <a:pt x="2647950" y="276225"/>
                </a:lnTo>
                <a:lnTo>
                  <a:pt x="2600325" y="276225"/>
                </a:lnTo>
                <a:lnTo>
                  <a:pt x="2600325" y="266700"/>
                </a:lnTo>
                <a:lnTo>
                  <a:pt x="2590800" y="266700"/>
                </a:lnTo>
                <a:lnTo>
                  <a:pt x="2590800" y="257175"/>
                </a:lnTo>
                <a:lnTo>
                  <a:pt x="2581275" y="257175"/>
                </a:lnTo>
                <a:lnTo>
                  <a:pt x="2581275" y="266700"/>
                </a:lnTo>
                <a:lnTo>
                  <a:pt x="2571750" y="266700"/>
                </a:lnTo>
                <a:lnTo>
                  <a:pt x="2571750" y="276225"/>
                </a:lnTo>
                <a:lnTo>
                  <a:pt x="2438400" y="276225"/>
                </a:lnTo>
                <a:lnTo>
                  <a:pt x="2438400" y="266700"/>
                </a:lnTo>
                <a:lnTo>
                  <a:pt x="2428875" y="266700"/>
                </a:lnTo>
                <a:lnTo>
                  <a:pt x="2428875" y="276225"/>
                </a:lnTo>
                <a:lnTo>
                  <a:pt x="2409825" y="276225"/>
                </a:lnTo>
                <a:lnTo>
                  <a:pt x="2409825" y="266700"/>
                </a:lnTo>
                <a:lnTo>
                  <a:pt x="2286000" y="266700"/>
                </a:lnTo>
                <a:lnTo>
                  <a:pt x="2286000" y="257175"/>
                </a:lnTo>
                <a:lnTo>
                  <a:pt x="2247900" y="257175"/>
                </a:lnTo>
                <a:lnTo>
                  <a:pt x="2247900" y="266700"/>
                </a:lnTo>
                <a:lnTo>
                  <a:pt x="2152650" y="266700"/>
                </a:lnTo>
                <a:lnTo>
                  <a:pt x="2152650" y="276225"/>
                </a:lnTo>
                <a:lnTo>
                  <a:pt x="2114550" y="276225"/>
                </a:lnTo>
                <a:lnTo>
                  <a:pt x="2114550" y="285750"/>
                </a:lnTo>
                <a:lnTo>
                  <a:pt x="2095500" y="285750"/>
                </a:lnTo>
                <a:lnTo>
                  <a:pt x="2095500" y="295275"/>
                </a:lnTo>
                <a:lnTo>
                  <a:pt x="2085975" y="295275"/>
                </a:lnTo>
                <a:lnTo>
                  <a:pt x="2085975" y="304800"/>
                </a:lnTo>
                <a:lnTo>
                  <a:pt x="2057400" y="304800"/>
                </a:lnTo>
                <a:lnTo>
                  <a:pt x="2057400" y="314325"/>
                </a:lnTo>
                <a:lnTo>
                  <a:pt x="2047875" y="314325"/>
                </a:lnTo>
                <a:lnTo>
                  <a:pt x="2047875" y="323850"/>
                </a:lnTo>
                <a:lnTo>
                  <a:pt x="2038350" y="323850"/>
                </a:lnTo>
                <a:lnTo>
                  <a:pt x="2038350" y="333375"/>
                </a:lnTo>
                <a:lnTo>
                  <a:pt x="2009775" y="333375"/>
                </a:lnTo>
                <a:lnTo>
                  <a:pt x="2009775" y="352425"/>
                </a:lnTo>
                <a:lnTo>
                  <a:pt x="2000250" y="352425"/>
                </a:lnTo>
                <a:lnTo>
                  <a:pt x="2000250" y="371475"/>
                </a:lnTo>
                <a:lnTo>
                  <a:pt x="1990725" y="371475"/>
                </a:lnTo>
                <a:lnTo>
                  <a:pt x="1990725" y="390525"/>
                </a:lnTo>
                <a:lnTo>
                  <a:pt x="1981200" y="390525"/>
                </a:lnTo>
                <a:lnTo>
                  <a:pt x="1981200" y="381000"/>
                </a:lnTo>
                <a:lnTo>
                  <a:pt x="1971675" y="381000"/>
                </a:lnTo>
                <a:lnTo>
                  <a:pt x="1971675" y="438150"/>
                </a:lnTo>
                <a:lnTo>
                  <a:pt x="1962150" y="438150"/>
                </a:lnTo>
                <a:lnTo>
                  <a:pt x="1962150" y="457200"/>
                </a:lnTo>
                <a:lnTo>
                  <a:pt x="1952625" y="457200"/>
                </a:lnTo>
                <a:lnTo>
                  <a:pt x="1952625" y="466725"/>
                </a:lnTo>
                <a:lnTo>
                  <a:pt x="1943100" y="466725"/>
                </a:lnTo>
                <a:lnTo>
                  <a:pt x="1943100" y="476250"/>
                </a:lnTo>
                <a:lnTo>
                  <a:pt x="1933575" y="476250"/>
                </a:lnTo>
                <a:lnTo>
                  <a:pt x="1933575" y="485775"/>
                </a:lnTo>
                <a:lnTo>
                  <a:pt x="1924050" y="485775"/>
                </a:lnTo>
                <a:lnTo>
                  <a:pt x="1924050" y="495300"/>
                </a:lnTo>
                <a:lnTo>
                  <a:pt x="1905000" y="495300"/>
                </a:lnTo>
                <a:lnTo>
                  <a:pt x="1905000" y="504825"/>
                </a:lnTo>
                <a:lnTo>
                  <a:pt x="1895475" y="504825"/>
                </a:lnTo>
                <a:lnTo>
                  <a:pt x="1895475" y="514350"/>
                </a:lnTo>
                <a:lnTo>
                  <a:pt x="1876425" y="514350"/>
                </a:lnTo>
                <a:lnTo>
                  <a:pt x="1876425" y="523875"/>
                </a:lnTo>
                <a:lnTo>
                  <a:pt x="1847850" y="523875"/>
                </a:lnTo>
                <a:lnTo>
                  <a:pt x="1847850" y="533400"/>
                </a:lnTo>
                <a:lnTo>
                  <a:pt x="1819275" y="533400"/>
                </a:lnTo>
                <a:lnTo>
                  <a:pt x="1819275" y="523875"/>
                </a:lnTo>
                <a:lnTo>
                  <a:pt x="1809750" y="523875"/>
                </a:lnTo>
                <a:lnTo>
                  <a:pt x="1809750" y="447675"/>
                </a:lnTo>
                <a:lnTo>
                  <a:pt x="1800225" y="447675"/>
                </a:lnTo>
                <a:lnTo>
                  <a:pt x="1800225" y="419100"/>
                </a:lnTo>
                <a:lnTo>
                  <a:pt x="1809750" y="419100"/>
                </a:lnTo>
                <a:lnTo>
                  <a:pt x="1809750" y="361950"/>
                </a:lnTo>
                <a:lnTo>
                  <a:pt x="1800225" y="361950"/>
                </a:lnTo>
                <a:lnTo>
                  <a:pt x="1800225" y="333375"/>
                </a:lnTo>
                <a:lnTo>
                  <a:pt x="1790700" y="333375"/>
                </a:lnTo>
                <a:lnTo>
                  <a:pt x="1790700" y="276225"/>
                </a:lnTo>
                <a:lnTo>
                  <a:pt x="1781175" y="276225"/>
                </a:lnTo>
                <a:lnTo>
                  <a:pt x="1781175" y="247650"/>
                </a:lnTo>
                <a:lnTo>
                  <a:pt x="1790700" y="247650"/>
                </a:lnTo>
                <a:lnTo>
                  <a:pt x="1790700" y="238125"/>
                </a:lnTo>
                <a:lnTo>
                  <a:pt x="1771650" y="238125"/>
                </a:lnTo>
                <a:lnTo>
                  <a:pt x="1771650" y="228600"/>
                </a:lnTo>
                <a:lnTo>
                  <a:pt x="1762125" y="228600"/>
                </a:lnTo>
                <a:lnTo>
                  <a:pt x="1762125" y="209550"/>
                </a:lnTo>
                <a:lnTo>
                  <a:pt x="1752600" y="209550"/>
                </a:lnTo>
                <a:lnTo>
                  <a:pt x="1752600" y="200025"/>
                </a:lnTo>
                <a:lnTo>
                  <a:pt x="1743075" y="200025"/>
                </a:lnTo>
                <a:lnTo>
                  <a:pt x="1743075" y="180975"/>
                </a:lnTo>
                <a:lnTo>
                  <a:pt x="1733550" y="180975"/>
                </a:lnTo>
                <a:lnTo>
                  <a:pt x="1733550" y="171450"/>
                </a:lnTo>
                <a:lnTo>
                  <a:pt x="1724025" y="171450"/>
                </a:lnTo>
                <a:lnTo>
                  <a:pt x="1724025" y="152400"/>
                </a:lnTo>
                <a:lnTo>
                  <a:pt x="1714500" y="152400"/>
                </a:lnTo>
                <a:lnTo>
                  <a:pt x="1714500" y="133350"/>
                </a:lnTo>
                <a:lnTo>
                  <a:pt x="1704975" y="133350"/>
                </a:lnTo>
                <a:lnTo>
                  <a:pt x="1704975" y="123825"/>
                </a:lnTo>
                <a:lnTo>
                  <a:pt x="1695450" y="123825"/>
                </a:lnTo>
                <a:lnTo>
                  <a:pt x="1695450" y="114300"/>
                </a:lnTo>
                <a:lnTo>
                  <a:pt x="1676400" y="114300"/>
                </a:lnTo>
                <a:lnTo>
                  <a:pt x="1676400" y="104775"/>
                </a:lnTo>
                <a:lnTo>
                  <a:pt x="1657350" y="104775"/>
                </a:lnTo>
                <a:lnTo>
                  <a:pt x="1657350" y="95250"/>
                </a:lnTo>
                <a:lnTo>
                  <a:pt x="1638300" y="95250"/>
                </a:lnTo>
                <a:lnTo>
                  <a:pt x="1638300" y="66675"/>
                </a:lnTo>
                <a:lnTo>
                  <a:pt x="1647825" y="66675"/>
                </a:lnTo>
                <a:lnTo>
                  <a:pt x="1647825" y="57150"/>
                </a:lnTo>
                <a:lnTo>
                  <a:pt x="1666875" y="57150"/>
                </a:lnTo>
                <a:lnTo>
                  <a:pt x="1666875" y="47625"/>
                </a:lnTo>
                <a:lnTo>
                  <a:pt x="1695450" y="47625"/>
                </a:lnTo>
                <a:lnTo>
                  <a:pt x="1695450" y="38100"/>
                </a:lnTo>
                <a:lnTo>
                  <a:pt x="1704975" y="38100"/>
                </a:lnTo>
                <a:lnTo>
                  <a:pt x="1704975" y="28575"/>
                </a:lnTo>
                <a:lnTo>
                  <a:pt x="1724025" y="28575"/>
                </a:lnTo>
                <a:lnTo>
                  <a:pt x="1724025" y="19050"/>
                </a:lnTo>
                <a:lnTo>
                  <a:pt x="1743075" y="19050"/>
                </a:lnTo>
                <a:close/>
                <a:moveTo>
                  <a:pt x="1714500" y="57150"/>
                </a:moveTo>
                <a:lnTo>
                  <a:pt x="1733550" y="57150"/>
                </a:lnTo>
                <a:lnTo>
                  <a:pt x="1733550" y="47625"/>
                </a:lnTo>
                <a:lnTo>
                  <a:pt x="1714500" y="47625"/>
                </a:lnTo>
                <a:close/>
                <a:moveTo>
                  <a:pt x="3600450" y="190500"/>
                </a:moveTo>
                <a:lnTo>
                  <a:pt x="3619500" y="190500"/>
                </a:lnTo>
                <a:lnTo>
                  <a:pt x="3619500" y="180975"/>
                </a:lnTo>
                <a:lnTo>
                  <a:pt x="3600450" y="180975"/>
                </a:lnTo>
                <a:close/>
                <a:moveTo>
                  <a:pt x="2543175" y="209550"/>
                </a:moveTo>
                <a:lnTo>
                  <a:pt x="2552700" y="209550"/>
                </a:lnTo>
                <a:lnTo>
                  <a:pt x="2552700" y="200025"/>
                </a:lnTo>
                <a:lnTo>
                  <a:pt x="2543175" y="200025"/>
                </a:lnTo>
                <a:close/>
                <a:moveTo>
                  <a:pt x="3400425" y="238125"/>
                </a:moveTo>
                <a:lnTo>
                  <a:pt x="3419475" y="238125"/>
                </a:lnTo>
                <a:lnTo>
                  <a:pt x="3419475" y="247650"/>
                </a:lnTo>
                <a:lnTo>
                  <a:pt x="3438525" y="247650"/>
                </a:lnTo>
                <a:lnTo>
                  <a:pt x="3438525" y="209550"/>
                </a:lnTo>
                <a:lnTo>
                  <a:pt x="3419475" y="209550"/>
                </a:lnTo>
                <a:lnTo>
                  <a:pt x="3419475" y="219075"/>
                </a:lnTo>
                <a:lnTo>
                  <a:pt x="3400425" y="219075"/>
                </a:lnTo>
                <a:close/>
                <a:moveTo>
                  <a:pt x="1819275" y="266700"/>
                </a:moveTo>
                <a:lnTo>
                  <a:pt x="1828800" y="266700"/>
                </a:lnTo>
                <a:lnTo>
                  <a:pt x="1828800" y="247650"/>
                </a:lnTo>
                <a:lnTo>
                  <a:pt x="1819275" y="247650"/>
                </a:lnTo>
                <a:close/>
                <a:moveTo>
                  <a:pt x="3829050" y="295275"/>
                </a:moveTo>
                <a:lnTo>
                  <a:pt x="3838575" y="295275"/>
                </a:lnTo>
                <a:lnTo>
                  <a:pt x="3838575" y="304800"/>
                </a:lnTo>
                <a:lnTo>
                  <a:pt x="3829050" y="304800"/>
                </a:lnTo>
                <a:close/>
                <a:moveTo>
                  <a:pt x="3486150" y="314325"/>
                </a:moveTo>
                <a:lnTo>
                  <a:pt x="3495675" y="314325"/>
                </a:lnTo>
                <a:lnTo>
                  <a:pt x="3495675" y="333375"/>
                </a:lnTo>
                <a:lnTo>
                  <a:pt x="3486150" y="333375"/>
                </a:lnTo>
                <a:close/>
                <a:moveTo>
                  <a:pt x="3552825" y="342900"/>
                </a:moveTo>
                <a:lnTo>
                  <a:pt x="3562350" y="342900"/>
                </a:lnTo>
                <a:lnTo>
                  <a:pt x="3562350" y="352425"/>
                </a:lnTo>
                <a:lnTo>
                  <a:pt x="3600450" y="352425"/>
                </a:lnTo>
                <a:lnTo>
                  <a:pt x="3600450" y="342900"/>
                </a:lnTo>
                <a:lnTo>
                  <a:pt x="3609975" y="342900"/>
                </a:lnTo>
                <a:lnTo>
                  <a:pt x="3609975" y="361950"/>
                </a:lnTo>
                <a:lnTo>
                  <a:pt x="3533775" y="361950"/>
                </a:lnTo>
                <a:lnTo>
                  <a:pt x="3533775" y="352425"/>
                </a:lnTo>
                <a:lnTo>
                  <a:pt x="3552825" y="352425"/>
                </a:lnTo>
                <a:close/>
                <a:moveTo>
                  <a:pt x="3648075" y="438150"/>
                </a:moveTo>
                <a:lnTo>
                  <a:pt x="3667125" y="438150"/>
                </a:lnTo>
                <a:lnTo>
                  <a:pt x="3667125" y="447675"/>
                </a:lnTo>
                <a:lnTo>
                  <a:pt x="3676650" y="447675"/>
                </a:lnTo>
                <a:lnTo>
                  <a:pt x="3676650" y="457200"/>
                </a:lnTo>
                <a:lnTo>
                  <a:pt x="3705225" y="457200"/>
                </a:lnTo>
                <a:lnTo>
                  <a:pt x="3705225" y="466725"/>
                </a:lnTo>
                <a:lnTo>
                  <a:pt x="3714750" y="466725"/>
                </a:lnTo>
                <a:lnTo>
                  <a:pt x="3714750" y="476250"/>
                </a:lnTo>
                <a:lnTo>
                  <a:pt x="3705225" y="476250"/>
                </a:lnTo>
                <a:lnTo>
                  <a:pt x="3705225" y="485775"/>
                </a:lnTo>
                <a:lnTo>
                  <a:pt x="3676650" y="485775"/>
                </a:lnTo>
                <a:lnTo>
                  <a:pt x="3676650" y="476250"/>
                </a:lnTo>
                <a:lnTo>
                  <a:pt x="3667125" y="476250"/>
                </a:lnTo>
                <a:lnTo>
                  <a:pt x="3667125" y="466725"/>
                </a:lnTo>
                <a:lnTo>
                  <a:pt x="3657600" y="466725"/>
                </a:lnTo>
                <a:lnTo>
                  <a:pt x="3657600" y="457200"/>
                </a:lnTo>
                <a:lnTo>
                  <a:pt x="3648075" y="457200"/>
                </a:lnTo>
                <a:close/>
                <a:moveTo>
                  <a:pt x="3743325" y="581025"/>
                </a:moveTo>
                <a:lnTo>
                  <a:pt x="3762375" y="581025"/>
                </a:lnTo>
                <a:lnTo>
                  <a:pt x="3762375" y="609600"/>
                </a:lnTo>
                <a:lnTo>
                  <a:pt x="3771900" y="609600"/>
                </a:lnTo>
                <a:lnTo>
                  <a:pt x="3771900" y="619125"/>
                </a:lnTo>
                <a:lnTo>
                  <a:pt x="3781425" y="619125"/>
                </a:lnTo>
                <a:lnTo>
                  <a:pt x="3781425" y="628650"/>
                </a:lnTo>
                <a:lnTo>
                  <a:pt x="3790950" y="628650"/>
                </a:lnTo>
                <a:lnTo>
                  <a:pt x="3790950" y="638175"/>
                </a:lnTo>
                <a:lnTo>
                  <a:pt x="3800475" y="638175"/>
                </a:lnTo>
                <a:lnTo>
                  <a:pt x="3800475" y="647700"/>
                </a:lnTo>
                <a:lnTo>
                  <a:pt x="3781425" y="647700"/>
                </a:lnTo>
                <a:lnTo>
                  <a:pt x="3781425" y="657225"/>
                </a:lnTo>
                <a:lnTo>
                  <a:pt x="3752850" y="657225"/>
                </a:lnTo>
                <a:lnTo>
                  <a:pt x="3752850" y="647700"/>
                </a:lnTo>
                <a:lnTo>
                  <a:pt x="3743325" y="647700"/>
                </a:lnTo>
                <a:close/>
                <a:moveTo>
                  <a:pt x="3819525" y="695325"/>
                </a:moveTo>
                <a:lnTo>
                  <a:pt x="3829050" y="695325"/>
                </a:lnTo>
                <a:lnTo>
                  <a:pt x="3829050" y="704850"/>
                </a:lnTo>
                <a:lnTo>
                  <a:pt x="3838575" y="704850"/>
                </a:lnTo>
                <a:lnTo>
                  <a:pt x="3838575" y="752475"/>
                </a:lnTo>
                <a:lnTo>
                  <a:pt x="3829050" y="752475"/>
                </a:lnTo>
                <a:lnTo>
                  <a:pt x="3829050" y="742950"/>
                </a:lnTo>
                <a:lnTo>
                  <a:pt x="3819525" y="742950"/>
                </a:lnTo>
                <a:lnTo>
                  <a:pt x="3819525" y="733425"/>
                </a:lnTo>
                <a:lnTo>
                  <a:pt x="3810000" y="733425"/>
                </a:lnTo>
                <a:lnTo>
                  <a:pt x="3810000" y="723900"/>
                </a:lnTo>
                <a:lnTo>
                  <a:pt x="3800475" y="723900"/>
                </a:lnTo>
                <a:lnTo>
                  <a:pt x="3800475" y="704850"/>
                </a:lnTo>
                <a:lnTo>
                  <a:pt x="3819525" y="704850"/>
                </a:lnTo>
                <a:close/>
              </a:path>
            </a:pathLst>
          </a:custGeom>
          <a:solidFill xmlns:a="http://schemas.openxmlformats.org/drawingml/2006/main">
            <a:srgbClr val="0060FC"/>
          </a:solidFill>
          <a:ln xmlns:a="http://schemas.openxmlformats.org/drawingml/2006/main" w="0">
            <a:noFill/>
          </a:ln>
        </p:spPr>
      </p:sp>
      <p:sp>
        <p:nvSpPr>
          <p:cNvPr id="36" name="phones vector #0160f8">
            <a:extLst xmlns:a="http://schemas.openxmlformats.org/drawingml/2006/main">
              <a:ext uri="{FF2B5EF4-FFF2-40B4-BE49-F238E27FC236}">
                <a16:creationId xmlns:a16="http://schemas.microsoft.com/office/drawing/2014/main" id="{7A741EAB-2928-47D1-824F-A7EB2243D8F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48500" y="190500"/>
            <a:ext cx="5905500" cy="6619875"/>
          </a:xfrm>
          <a:custGeom xmlns:a="http://schemas.openxmlformats.org/drawingml/2006/main">
            <a:pathLst>
              <a:path w="3838575" h="4295775">
                <a:moveTo>
                  <a:pt x="1724025" y="0"/>
                </a:moveTo>
                <a:lnTo>
                  <a:pt x="1743075" y="0"/>
                </a:lnTo>
                <a:lnTo>
                  <a:pt x="1743075" y="19050"/>
                </a:lnTo>
                <a:lnTo>
                  <a:pt x="1724025" y="19050"/>
                </a:lnTo>
                <a:lnTo>
                  <a:pt x="1724025" y="28575"/>
                </a:lnTo>
                <a:lnTo>
                  <a:pt x="1704975" y="28575"/>
                </a:lnTo>
                <a:lnTo>
                  <a:pt x="1704975" y="38100"/>
                </a:lnTo>
                <a:lnTo>
                  <a:pt x="1695450" y="38100"/>
                </a:lnTo>
                <a:lnTo>
                  <a:pt x="1695450" y="47625"/>
                </a:lnTo>
                <a:lnTo>
                  <a:pt x="1666875" y="47625"/>
                </a:lnTo>
                <a:lnTo>
                  <a:pt x="1666875" y="38100"/>
                </a:lnTo>
                <a:lnTo>
                  <a:pt x="1685925" y="38100"/>
                </a:lnTo>
                <a:lnTo>
                  <a:pt x="1685925" y="28575"/>
                </a:lnTo>
                <a:lnTo>
                  <a:pt x="1695450" y="28575"/>
                </a:lnTo>
                <a:lnTo>
                  <a:pt x="1695450" y="19050"/>
                </a:lnTo>
                <a:lnTo>
                  <a:pt x="1714500" y="19050"/>
                </a:lnTo>
                <a:lnTo>
                  <a:pt x="1714500" y="9525"/>
                </a:lnTo>
                <a:lnTo>
                  <a:pt x="1724025" y="9525"/>
                </a:lnTo>
                <a:close/>
                <a:moveTo>
                  <a:pt x="3790950" y="0"/>
                </a:moveTo>
                <a:lnTo>
                  <a:pt x="3838575" y="0"/>
                </a:lnTo>
                <a:lnTo>
                  <a:pt x="3838575" y="133350"/>
                </a:lnTo>
                <a:lnTo>
                  <a:pt x="3829050" y="133350"/>
                </a:lnTo>
                <a:lnTo>
                  <a:pt x="3829050" y="123825"/>
                </a:lnTo>
                <a:lnTo>
                  <a:pt x="3819525" y="123825"/>
                </a:lnTo>
                <a:lnTo>
                  <a:pt x="3819525" y="47625"/>
                </a:lnTo>
                <a:lnTo>
                  <a:pt x="3810000" y="47625"/>
                </a:lnTo>
                <a:lnTo>
                  <a:pt x="3810000" y="38100"/>
                </a:lnTo>
                <a:lnTo>
                  <a:pt x="3771900" y="38100"/>
                </a:lnTo>
                <a:lnTo>
                  <a:pt x="3771900" y="19050"/>
                </a:lnTo>
                <a:lnTo>
                  <a:pt x="3781425" y="19050"/>
                </a:lnTo>
                <a:lnTo>
                  <a:pt x="3781425" y="9525"/>
                </a:lnTo>
                <a:lnTo>
                  <a:pt x="3790950" y="9525"/>
                </a:lnTo>
                <a:close/>
                <a:moveTo>
                  <a:pt x="1647825" y="47625"/>
                </a:moveTo>
                <a:lnTo>
                  <a:pt x="1666875" y="47625"/>
                </a:lnTo>
                <a:lnTo>
                  <a:pt x="1666875" y="57150"/>
                </a:lnTo>
                <a:lnTo>
                  <a:pt x="1647825" y="57150"/>
                </a:lnTo>
                <a:close/>
                <a:moveTo>
                  <a:pt x="1714500" y="47625"/>
                </a:moveTo>
                <a:lnTo>
                  <a:pt x="1733550" y="47625"/>
                </a:lnTo>
                <a:lnTo>
                  <a:pt x="1733550" y="57150"/>
                </a:lnTo>
                <a:lnTo>
                  <a:pt x="1714500" y="57150"/>
                </a:lnTo>
                <a:close/>
                <a:moveTo>
                  <a:pt x="1628775" y="57150"/>
                </a:moveTo>
                <a:lnTo>
                  <a:pt x="1647825" y="57150"/>
                </a:lnTo>
                <a:lnTo>
                  <a:pt x="1647825" y="66675"/>
                </a:lnTo>
                <a:lnTo>
                  <a:pt x="1638300" y="66675"/>
                </a:lnTo>
                <a:lnTo>
                  <a:pt x="1638300" y="95250"/>
                </a:lnTo>
                <a:lnTo>
                  <a:pt x="1628775" y="95250"/>
                </a:lnTo>
                <a:lnTo>
                  <a:pt x="1628775" y="85725"/>
                </a:lnTo>
                <a:lnTo>
                  <a:pt x="1619250" y="85725"/>
                </a:lnTo>
                <a:lnTo>
                  <a:pt x="1619250" y="66675"/>
                </a:lnTo>
                <a:lnTo>
                  <a:pt x="1628775" y="66675"/>
                </a:lnTo>
                <a:close/>
                <a:moveTo>
                  <a:pt x="1647825" y="95250"/>
                </a:moveTo>
                <a:lnTo>
                  <a:pt x="1657350" y="95250"/>
                </a:lnTo>
                <a:lnTo>
                  <a:pt x="1657350" y="104775"/>
                </a:lnTo>
                <a:lnTo>
                  <a:pt x="1647825" y="104775"/>
                </a:lnTo>
                <a:close/>
                <a:moveTo>
                  <a:pt x="1657350" y="104775"/>
                </a:moveTo>
                <a:lnTo>
                  <a:pt x="1676400" y="104775"/>
                </a:lnTo>
                <a:lnTo>
                  <a:pt x="1676400" y="114300"/>
                </a:lnTo>
                <a:lnTo>
                  <a:pt x="1657350" y="114300"/>
                </a:lnTo>
                <a:close/>
                <a:moveTo>
                  <a:pt x="1676400" y="114300"/>
                </a:moveTo>
                <a:lnTo>
                  <a:pt x="1695450" y="114300"/>
                </a:lnTo>
                <a:lnTo>
                  <a:pt x="1695450" y="123825"/>
                </a:lnTo>
                <a:lnTo>
                  <a:pt x="1704975" y="123825"/>
                </a:lnTo>
                <a:lnTo>
                  <a:pt x="1704975" y="133350"/>
                </a:lnTo>
                <a:lnTo>
                  <a:pt x="1714500" y="133350"/>
                </a:lnTo>
                <a:lnTo>
                  <a:pt x="1714500" y="152400"/>
                </a:lnTo>
                <a:lnTo>
                  <a:pt x="1704975" y="152400"/>
                </a:lnTo>
                <a:lnTo>
                  <a:pt x="1704975" y="142875"/>
                </a:lnTo>
                <a:lnTo>
                  <a:pt x="1695450" y="142875"/>
                </a:lnTo>
                <a:lnTo>
                  <a:pt x="1695450" y="133350"/>
                </a:lnTo>
                <a:lnTo>
                  <a:pt x="1685925" y="133350"/>
                </a:lnTo>
                <a:lnTo>
                  <a:pt x="1685925" y="123825"/>
                </a:lnTo>
                <a:lnTo>
                  <a:pt x="1676400" y="123825"/>
                </a:lnTo>
                <a:close/>
                <a:moveTo>
                  <a:pt x="1714500" y="152400"/>
                </a:moveTo>
                <a:lnTo>
                  <a:pt x="1724025" y="152400"/>
                </a:lnTo>
                <a:lnTo>
                  <a:pt x="1724025" y="171450"/>
                </a:lnTo>
                <a:lnTo>
                  <a:pt x="1714500" y="171450"/>
                </a:lnTo>
                <a:close/>
                <a:moveTo>
                  <a:pt x="3819525" y="152400"/>
                </a:moveTo>
                <a:lnTo>
                  <a:pt x="3838575" y="152400"/>
                </a:lnTo>
                <a:lnTo>
                  <a:pt x="3838575" y="295275"/>
                </a:lnTo>
                <a:lnTo>
                  <a:pt x="3829050" y="295275"/>
                </a:lnTo>
                <a:lnTo>
                  <a:pt x="3829050" y="304800"/>
                </a:lnTo>
                <a:lnTo>
                  <a:pt x="3838575" y="304800"/>
                </a:lnTo>
                <a:lnTo>
                  <a:pt x="3838575" y="704850"/>
                </a:lnTo>
                <a:lnTo>
                  <a:pt x="3829050" y="704850"/>
                </a:lnTo>
                <a:lnTo>
                  <a:pt x="3829050" y="695325"/>
                </a:lnTo>
                <a:lnTo>
                  <a:pt x="3819525" y="695325"/>
                </a:lnTo>
                <a:lnTo>
                  <a:pt x="3819525" y="704850"/>
                </a:lnTo>
                <a:lnTo>
                  <a:pt x="3800475" y="704850"/>
                </a:lnTo>
                <a:lnTo>
                  <a:pt x="3800475" y="723900"/>
                </a:lnTo>
                <a:lnTo>
                  <a:pt x="3810000" y="723900"/>
                </a:lnTo>
                <a:lnTo>
                  <a:pt x="3810000" y="733425"/>
                </a:lnTo>
                <a:lnTo>
                  <a:pt x="3819525" y="733425"/>
                </a:lnTo>
                <a:lnTo>
                  <a:pt x="3819525" y="742950"/>
                </a:lnTo>
                <a:lnTo>
                  <a:pt x="3829050" y="742950"/>
                </a:lnTo>
                <a:lnTo>
                  <a:pt x="3829050" y="752475"/>
                </a:lnTo>
                <a:lnTo>
                  <a:pt x="3838575" y="752475"/>
                </a:lnTo>
                <a:lnTo>
                  <a:pt x="3838575" y="790575"/>
                </a:lnTo>
                <a:lnTo>
                  <a:pt x="3819525" y="790575"/>
                </a:lnTo>
                <a:lnTo>
                  <a:pt x="3819525" y="781050"/>
                </a:lnTo>
                <a:lnTo>
                  <a:pt x="3810000" y="781050"/>
                </a:lnTo>
                <a:lnTo>
                  <a:pt x="3810000" y="771525"/>
                </a:lnTo>
                <a:lnTo>
                  <a:pt x="3800475" y="771525"/>
                </a:lnTo>
                <a:lnTo>
                  <a:pt x="3800475" y="762000"/>
                </a:lnTo>
                <a:lnTo>
                  <a:pt x="3790950" y="762000"/>
                </a:lnTo>
                <a:lnTo>
                  <a:pt x="3790950" y="752475"/>
                </a:lnTo>
                <a:lnTo>
                  <a:pt x="3771900" y="752475"/>
                </a:lnTo>
                <a:lnTo>
                  <a:pt x="3771900" y="742950"/>
                </a:lnTo>
                <a:lnTo>
                  <a:pt x="3762375" y="742950"/>
                </a:lnTo>
                <a:lnTo>
                  <a:pt x="3762375" y="733425"/>
                </a:lnTo>
                <a:lnTo>
                  <a:pt x="3752850" y="733425"/>
                </a:lnTo>
                <a:lnTo>
                  <a:pt x="3752850" y="723900"/>
                </a:lnTo>
                <a:lnTo>
                  <a:pt x="3743325" y="723900"/>
                </a:lnTo>
                <a:lnTo>
                  <a:pt x="3743325" y="657225"/>
                </a:lnTo>
                <a:lnTo>
                  <a:pt x="3733800" y="657225"/>
                </a:lnTo>
                <a:lnTo>
                  <a:pt x="3733800" y="590550"/>
                </a:lnTo>
                <a:lnTo>
                  <a:pt x="3724275" y="590550"/>
                </a:lnTo>
                <a:lnTo>
                  <a:pt x="3724275" y="552450"/>
                </a:lnTo>
                <a:lnTo>
                  <a:pt x="3714750" y="552450"/>
                </a:lnTo>
                <a:lnTo>
                  <a:pt x="3714750" y="533400"/>
                </a:lnTo>
                <a:lnTo>
                  <a:pt x="3705225" y="533400"/>
                </a:lnTo>
                <a:lnTo>
                  <a:pt x="3705225" y="514350"/>
                </a:lnTo>
                <a:lnTo>
                  <a:pt x="3695700" y="514350"/>
                </a:lnTo>
                <a:lnTo>
                  <a:pt x="3695700" y="504825"/>
                </a:lnTo>
                <a:lnTo>
                  <a:pt x="3686175" y="504825"/>
                </a:lnTo>
                <a:lnTo>
                  <a:pt x="3686175" y="495300"/>
                </a:lnTo>
                <a:lnTo>
                  <a:pt x="3676650" y="495300"/>
                </a:lnTo>
                <a:lnTo>
                  <a:pt x="3676650" y="485775"/>
                </a:lnTo>
                <a:lnTo>
                  <a:pt x="3667125" y="485775"/>
                </a:lnTo>
                <a:lnTo>
                  <a:pt x="3667125" y="476250"/>
                </a:lnTo>
                <a:lnTo>
                  <a:pt x="3657600" y="476250"/>
                </a:lnTo>
                <a:lnTo>
                  <a:pt x="3657600" y="466725"/>
                </a:lnTo>
                <a:lnTo>
                  <a:pt x="3648075" y="466725"/>
                </a:lnTo>
                <a:lnTo>
                  <a:pt x="3648075" y="457200"/>
                </a:lnTo>
                <a:lnTo>
                  <a:pt x="3638550" y="457200"/>
                </a:lnTo>
                <a:lnTo>
                  <a:pt x="3638550" y="447675"/>
                </a:lnTo>
                <a:lnTo>
                  <a:pt x="3629025" y="447675"/>
                </a:lnTo>
                <a:lnTo>
                  <a:pt x="3629025" y="438150"/>
                </a:lnTo>
                <a:lnTo>
                  <a:pt x="3619500" y="438150"/>
                </a:lnTo>
                <a:lnTo>
                  <a:pt x="3619500" y="428625"/>
                </a:lnTo>
                <a:lnTo>
                  <a:pt x="3609975" y="428625"/>
                </a:lnTo>
                <a:lnTo>
                  <a:pt x="3609975" y="419100"/>
                </a:lnTo>
                <a:lnTo>
                  <a:pt x="3590925" y="419100"/>
                </a:lnTo>
                <a:lnTo>
                  <a:pt x="3590925" y="409575"/>
                </a:lnTo>
                <a:lnTo>
                  <a:pt x="3571875" y="409575"/>
                </a:lnTo>
                <a:lnTo>
                  <a:pt x="3571875" y="400050"/>
                </a:lnTo>
                <a:lnTo>
                  <a:pt x="3552825" y="400050"/>
                </a:lnTo>
                <a:lnTo>
                  <a:pt x="3552825" y="390525"/>
                </a:lnTo>
                <a:lnTo>
                  <a:pt x="3524250" y="390525"/>
                </a:lnTo>
                <a:lnTo>
                  <a:pt x="3524250" y="381000"/>
                </a:lnTo>
                <a:lnTo>
                  <a:pt x="3486150" y="381000"/>
                </a:lnTo>
                <a:lnTo>
                  <a:pt x="3486150" y="371475"/>
                </a:lnTo>
                <a:lnTo>
                  <a:pt x="3409950" y="371475"/>
                </a:lnTo>
                <a:lnTo>
                  <a:pt x="3409950" y="352425"/>
                </a:lnTo>
                <a:lnTo>
                  <a:pt x="3419475" y="352425"/>
                </a:lnTo>
                <a:lnTo>
                  <a:pt x="3419475" y="323850"/>
                </a:lnTo>
                <a:lnTo>
                  <a:pt x="3429000" y="323850"/>
                </a:lnTo>
                <a:lnTo>
                  <a:pt x="3429000" y="333375"/>
                </a:lnTo>
                <a:lnTo>
                  <a:pt x="3438525" y="333375"/>
                </a:lnTo>
                <a:lnTo>
                  <a:pt x="3438525" y="352425"/>
                </a:lnTo>
                <a:lnTo>
                  <a:pt x="3467100" y="352425"/>
                </a:lnTo>
                <a:lnTo>
                  <a:pt x="3467100" y="342900"/>
                </a:lnTo>
                <a:lnTo>
                  <a:pt x="3476625" y="342900"/>
                </a:lnTo>
                <a:lnTo>
                  <a:pt x="3476625" y="314325"/>
                </a:lnTo>
                <a:lnTo>
                  <a:pt x="3467100" y="314325"/>
                </a:lnTo>
                <a:lnTo>
                  <a:pt x="3467100" y="304800"/>
                </a:lnTo>
                <a:lnTo>
                  <a:pt x="3476625" y="304800"/>
                </a:lnTo>
                <a:lnTo>
                  <a:pt x="3476625" y="295275"/>
                </a:lnTo>
                <a:lnTo>
                  <a:pt x="3486150" y="295275"/>
                </a:lnTo>
                <a:lnTo>
                  <a:pt x="3486150" y="304800"/>
                </a:lnTo>
                <a:lnTo>
                  <a:pt x="3495675" y="304800"/>
                </a:lnTo>
                <a:lnTo>
                  <a:pt x="3495675" y="295275"/>
                </a:lnTo>
                <a:lnTo>
                  <a:pt x="3505200" y="295275"/>
                </a:lnTo>
                <a:lnTo>
                  <a:pt x="3505200" y="285750"/>
                </a:lnTo>
                <a:lnTo>
                  <a:pt x="3514725" y="285750"/>
                </a:lnTo>
                <a:lnTo>
                  <a:pt x="3514725" y="276225"/>
                </a:lnTo>
                <a:lnTo>
                  <a:pt x="3543300" y="276225"/>
                </a:lnTo>
                <a:lnTo>
                  <a:pt x="3543300" y="285750"/>
                </a:lnTo>
                <a:lnTo>
                  <a:pt x="3562350" y="285750"/>
                </a:lnTo>
                <a:lnTo>
                  <a:pt x="3562350" y="276225"/>
                </a:lnTo>
                <a:lnTo>
                  <a:pt x="3609975" y="276225"/>
                </a:lnTo>
                <a:lnTo>
                  <a:pt x="3609975" y="266700"/>
                </a:lnTo>
                <a:lnTo>
                  <a:pt x="3619500" y="266700"/>
                </a:lnTo>
                <a:lnTo>
                  <a:pt x="3619500" y="247650"/>
                </a:lnTo>
                <a:lnTo>
                  <a:pt x="3629025" y="247650"/>
                </a:lnTo>
                <a:lnTo>
                  <a:pt x="3629025" y="238125"/>
                </a:lnTo>
                <a:lnTo>
                  <a:pt x="3638550" y="238125"/>
                </a:lnTo>
                <a:lnTo>
                  <a:pt x="3638550" y="266700"/>
                </a:lnTo>
                <a:lnTo>
                  <a:pt x="3657600" y="266700"/>
                </a:lnTo>
                <a:lnTo>
                  <a:pt x="3657600" y="247650"/>
                </a:lnTo>
                <a:lnTo>
                  <a:pt x="3676650" y="247650"/>
                </a:lnTo>
                <a:lnTo>
                  <a:pt x="3676650" y="238125"/>
                </a:lnTo>
                <a:lnTo>
                  <a:pt x="3686175" y="238125"/>
                </a:lnTo>
                <a:lnTo>
                  <a:pt x="3686175" y="219075"/>
                </a:lnTo>
                <a:lnTo>
                  <a:pt x="3705225" y="219075"/>
                </a:lnTo>
                <a:lnTo>
                  <a:pt x="3705225" y="209550"/>
                </a:lnTo>
                <a:lnTo>
                  <a:pt x="3733800" y="209550"/>
                </a:lnTo>
                <a:lnTo>
                  <a:pt x="3733800" y="228600"/>
                </a:lnTo>
                <a:lnTo>
                  <a:pt x="3752850" y="228600"/>
                </a:lnTo>
                <a:lnTo>
                  <a:pt x="3752850" y="209550"/>
                </a:lnTo>
                <a:lnTo>
                  <a:pt x="3762375" y="209550"/>
                </a:lnTo>
                <a:lnTo>
                  <a:pt x="3762375" y="200025"/>
                </a:lnTo>
                <a:lnTo>
                  <a:pt x="3819525" y="200025"/>
                </a:lnTo>
                <a:close/>
                <a:moveTo>
                  <a:pt x="1724025" y="171450"/>
                </a:moveTo>
                <a:lnTo>
                  <a:pt x="1733550" y="171450"/>
                </a:lnTo>
                <a:lnTo>
                  <a:pt x="1733550" y="180975"/>
                </a:lnTo>
                <a:lnTo>
                  <a:pt x="1724025" y="180975"/>
                </a:lnTo>
                <a:close/>
                <a:moveTo>
                  <a:pt x="1733550" y="180975"/>
                </a:moveTo>
                <a:lnTo>
                  <a:pt x="1743075" y="180975"/>
                </a:lnTo>
                <a:lnTo>
                  <a:pt x="1743075" y="200025"/>
                </a:lnTo>
                <a:lnTo>
                  <a:pt x="1733550" y="200025"/>
                </a:lnTo>
                <a:close/>
                <a:moveTo>
                  <a:pt x="3600450" y="180975"/>
                </a:moveTo>
                <a:lnTo>
                  <a:pt x="3619500" y="180975"/>
                </a:lnTo>
                <a:lnTo>
                  <a:pt x="3619500" y="190500"/>
                </a:lnTo>
                <a:lnTo>
                  <a:pt x="3600450" y="190500"/>
                </a:lnTo>
                <a:close/>
                <a:moveTo>
                  <a:pt x="1743075" y="200025"/>
                </a:moveTo>
                <a:lnTo>
                  <a:pt x="1752600" y="200025"/>
                </a:lnTo>
                <a:lnTo>
                  <a:pt x="1752600" y="209550"/>
                </a:lnTo>
                <a:lnTo>
                  <a:pt x="1762125" y="209550"/>
                </a:lnTo>
                <a:lnTo>
                  <a:pt x="1762125" y="228600"/>
                </a:lnTo>
                <a:lnTo>
                  <a:pt x="1752600" y="228600"/>
                </a:lnTo>
                <a:lnTo>
                  <a:pt x="1752600" y="219075"/>
                </a:lnTo>
                <a:lnTo>
                  <a:pt x="1743075" y="219075"/>
                </a:lnTo>
                <a:close/>
                <a:moveTo>
                  <a:pt x="2543175" y="200025"/>
                </a:moveTo>
                <a:lnTo>
                  <a:pt x="2552700" y="200025"/>
                </a:lnTo>
                <a:lnTo>
                  <a:pt x="2552700" y="209550"/>
                </a:lnTo>
                <a:lnTo>
                  <a:pt x="2543175" y="209550"/>
                </a:lnTo>
                <a:close/>
                <a:moveTo>
                  <a:pt x="3419475" y="209550"/>
                </a:moveTo>
                <a:lnTo>
                  <a:pt x="3438525" y="209550"/>
                </a:lnTo>
                <a:lnTo>
                  <a:pt x="3438525" y="247650"/>
                </a:lnTo>
                <a:lnTo>
                  <a:pt x="3419475" y="247650"/>
                </a:lnTo>
                <a:lnTo>
                  <a:pt x="3419475" y="238125"/>
                </a:lnTo>
                <a:lnTo>
                  <a:pt x="3400425" y="238125"/>
                </a:lnTo>
                <a:lnTo>
                  <a:pt x="3400425" y="219075"/>
                </a:lnTo>
                <a:lnTo>
                  <a:pt x="3419475" y="219075"/>
                </a:lnTo>
                <a:close/>
                <a:moveTo>
                  <a:pt x="1762125" y="228600"/>
                </a:moveTo>
                <a:lnTo>
                  <a:pt x="1771650" y="228600"/>
                </a:lnTo>
                <a:lnTo>
                  <a:pt x="1771650" y="238125"/>
                </a:lnTo>
                <a:lnTo>
                  <a:pt x="1790700" y="238125"/>
                </a:lnTo>
                <a:lnTo>
                  <a:pt x="1790700" y="247650"/>
                </a:lnTo>
                <a:lnTo>
                  <a:pt x="1781175" y="247650"/>
                </a:lnTo>
                <a:lnTo>
                  <a:pt x="1781175" y="276225"/>
                </a:lnTo>
                <a:lnTo>
                  <a:pt x="1771650" y="276225"/>
                </a:lnTo>
                <a:lnTo>
                  <a:pt x="1771650" y="247650"/>
                </a:lnTo>
                <a:lnTo>
                  <a:pt x="1762125" y="247650"/>
                </a:lnTo>
                <a:close/>
                <a:moveTo>
                  <a:pt x="1819275" y="247650"/>
                </a:moveTo>
                <a:lnTo>
                  <a:pt x="1828800" y="247650"/>
                </a:lnTo>
                <a:lnTo>
                  <a:pt x="1828800" y="266700"/>
                </a:lnTo>
                <a:lnTo>
                  <a:pt x="1819275" y="266700"/>
                </a:lnTo>
                <a:close/>
                <a:moveTo>
                  <a:pt x="2247900" y="257175"/>
                </a:moveTo>
                <a:lnTo>
                  <a:pt x="2286000" y="257175"/>
                </a:lnTo>
                <a:lnTo>
                  <a:pt x="2286000" y="266700"/>
                </a:lnTo>
                <a:lnTo>
                  <a:pt x="2247900" y="266700"/>
                </a:lnTo>
                <a:close/>
                <a:moveTo>
                  <a:pt x="2581275" y="257175"/>
                </a:moveTo>
                <a:lnTo>
                  <a:pt x="2590800" y="257175"/>
                </a:lnTo>
                <a:lnTo>
                  <a:pt x="2590800" y="266700"/>
                </a:lnTo>
                <a:lnTo>
                  <a:pt x="2600325" y="266700"/>
                </a:lnTo>
                <a:lnTo>
                  <a:pt x="2600325" y="276225"/>
                </a:lnTo>
                <a:lnTo>
                  <a:pt x="2647950" y="276225"/>
                </a:lnTo>
                <a:lnTo>
                  <a:pt x="2647950" y="266700"/>
                </a:lnTo>
                <a:lnTo>
                  <a:pt x="2657475" y="266700"/>
                </a:lnTo>
                <a:lnTo>
                  <a:pt x="2657475" y="276225"/>
                </a:lnTo>
                <a:lnTo>
                  <a:pt x="2724150" y="276225"/>
                </a:lnTo>
                <a:lnTo>
                  <a:pt x="2724150" y="257175"/>
                </a:lnTo>
                <a:lnTo>
                  <a:pt x="2762250" y="257175"/>
                </a:lnTo>
                <a:lnTo>
                  <a:pt x="2762250" y="285750"/>
                </a:lnTo>
                <a:lnTo>
                  <a:pt x="2800350" y="285750"/>
                </a:lnTo>
                <a:lnTo>
                  <a:pt x="2800350" y="276225"/>
                </a:lnTo>
                <a:lnTo>
                  <a:pt x="2809875" y="276225"/>
                </a:lnTo>
                <a:lnTo>
                  <a:pt x="2809875" y="285750"/>
                </a:lnTo>
                <a:lnTo>
                  <a:pt x="2847975" y="285750"/>
                </a:lnTo>
                <a:lnTo>
                  <a:pt x="2847975" y="295275"/>
                </a:lnTo>
                <a:lnTo>
                  <a:pt x="2886075" y="295275"/>
                </a:lnTo>
                <a:lnTo>
                  <a:pt x="2886075" y="304800"/>
                </a:lnTo>
                <a:lnTo>
                  <a:pt x="2914650" y="304800"/>
                </a:lnTo>
                <a:lnTo>
                  <a:pt x="2914650" y="285750"/>
                </a:lnTo>
                <a:lnTo>
                  <a:pt x="2943225" y="285750"/>
                </a:lnTo>
                <a:lnTo>
                  <a:pt x="2943225" y="295275"/>
                </a:lnTo>
                <a:lnTo>
                  <a:pt x="2933700" y="295275"/>
                </a:lnTo>
                <a:lnTo>
                  <a:pt x="2933700" y="304800"/>
                </a:lnTo>
                <a:lnTo>
                  <a:pt x="2952750" y="304800"/>
                </a:lnTo>
                <a:lnTo>
                  <a:pt x="2952750" y="314325"/>
                </a:lnTo>
                <a:lnTo>
                  <a:pt x="3009900" y="314325"/>
                </a:lnTo>
                <a:lnTo>
                  <a:pt x="3009900" y="323850"/>
                </a:lnTo>
                <a:lnTo>
                  <a:pt x="2905125" y="323850"/>
                </a:lnTo>
                <a:lnTo>
                  <a:pt x="2905125" y="314325"/>
                </a:lnTo>
                <a:lnTo>
                  <a:pt x="2790825" y="314325"/>
                </a:lnTo>
                <a:lnTo>
                  <a:pt x="2790825" y="304800"/>
                </a:lnTo>
                <a:lnTo>
                  <a:pt x="2705100" y="304800"/>
                </a:lnTo>
                <a:lnTo>
                  <a:pt x="2705100" y="295275"/>
                </a:lnTo>
                <a:lnTo>
                  <a:pt x="2571750" y="295275"/>
                </a:lnTo>
                <a:lnTo>
                  <a:pt x="2571750" y="285750"/>
                </a:lnTo>
                <a:lnTo>
                  <a:pt x="2447925" y="285750"/>
                </a:lnTo>
                <a:lnTo>
                  <a:pt x="2447925" y="276225"/>
                </a:lnTo>
                <a:lnTo>
                  <a:pt x="2571750" y="276225"/>
                </a:lnTo>
                <a:lnTo>
                  <a:pt x="2571750" y="266700"/>
                </a:lnTo>
                <a:lnTo>
                  <a:pt x="2581275" y="266700"/>
                </a:lnTo>
                <a:close/>
                <a:moveTo>
                  <a:pt x="2152650" y="266700"/>
                </a:moveTo>
                <a:lnTo>
                  <a:pt x="2219325" y="266700"/>
                </a:lnTo>
                <a:lnTo>
                  <a:pt x="2219325" y="276225"/>
                </a:lnTo>
                <a:lnTo>
                  <a:pt x="2152650" y="276225"/>
                </a:lnTo>
                <a:close/>
                <a:moveTo>
                  <a:pt x="2314575" y="266700"/>
                </a:moveTo>
                <a:lnTo>
                  <a:pt x="2409825" y="266700"/>
                </a:lnTo>
                <a:lnTo>
                  <a:pt x="2409825" y="276225"/>
                </a:lnTo>
                <a:lnTo>
                  <a:pt x="2314575" y="276225"/>
                </a:lnTo>
                <a:close/>
                <a:moveTo>
                  <a:pt x="2428875" y="266700"/>
                </a:moveTo>
                <a:lnTo>
                  <a:pt x="2438400" y="266700"/>
                </a:lnTo>
                <a:lnTo>
                  <a:pt x="2438400" y="276225"/>
                </a:lnTo>
                <a:lnTo>
                  <a:pt x="2428875" y="276225"/>
                </a:lnTo>
                <a:close/>
                <a:moveTo>
                  <a:pt x="1781175" y="276225"/>
                </a:moveTo>
                <a:lnTo>
                  <a:pt x="1790700" y="276225"/>
                </a:lnTo>
                <a:lnTo>
                  <a:pt x="1790700" y="323850"/>
                </a:lnTo>
                <a:lnTo>
                  <a:pt x="1781175" y="323850"/>
                </a:lnTo>
                <a:close/>
                <a:moveTo>
                  <a:pt x="2114550" y="276225"/>
                </a:moveTo>
                <a:lnTo>
                  <a:pt x="2152650" y="276225"/>
                </a:lnTo>
                <a:lnTo>
                  <a:pt x="2152650" y="285750"/>
                </a:lnTo>
                <a:lnTo>
                  <a:pt x="2124075" y="285750"/>
                </a:lnTo>
                <a:lnTo>
                  <a:pt x="2124075" y="295275"/>
                </a:lnTo>
                <a:lnTo>
                  <a:pt x="2105025" y="295275"/>
                </a:lnTo>
                <a:lnTo>
                  <a:pt x="2105025" y="304800"/>
                </a:lnTo>
                <a:lnTo>
                  <a:pt x="2095500" y="304800"/>
                </a:lnTo>
                <a:lnTo>
                  <a:pt x="2095500" y="314325"/>
                </a:lnTo>
                <a:lnTo>
                  <a:pt x="2076450" y="314325"/>
                </a:lnTo>
                <a:lnTo>
                  <a:pt x="2076450" y="323850"/>
                </a:lnTo>
                <a:lnTo>
                  <a:pt x="2057400" y="323850"/>
                </a:lnTo>
                <a:lnTo>
                  <a:pt x="2057400" y="342900"/>
                </a:lnTo>
                <a:lnTo>
                  <a:pt x="2038350" y="342900"/>
                </a:lnTo>
                <a:lnTo>
                  <a:pt x="2038350" y="352425"/>
                </a:lnTo>
                <a:lnTo>
                  <a:pt x="2028825" y="352425"/>
                </a:lnTo>
                <a:lnTo>
                  <a:pt x="2028825" y="361950"/>
                </a:lnTo>
                <a:lnTo>
                  <a:pt x="2019300" y="361950"/>
                </a:lnTo>
                <a:lnTo>
                  <a:pt x="2019300" y="381000"/>
                </a:lnTo>
                <a:lnTo>
                  <a:pt x="2009775" y="381000"/>
                </a:lnTo>
                <a:lnTo>
                  <a:pt x="2009775" y="390525"/>
                </a:lnTo>
                <a:lnTo>
                  <a:pt x="2000250" y="390525"/>
                </a:lnTo>
                <a:lnTo>
                  <a:pt x="2000250" y="400050"/>
                </a:lnTo>
                <a:lnTo>
                  <a:pt x="1990725" y="400050"/>
                </a:lnTo>
                <a:lnTo>
                  <a:pt x="1990725" y="409575"/>
                </a:lnTo>
                <a:lnTo>
                  <a:pt x="1981200" y="409575"/>
                </a:lnTo>
                <a:lnTo>
                  <a:pt x="1981200" y="438150"/>
                </a:lnTo>
                <a:lnTo>
                  <a:pt x="1971675" y="438150"/>
                </a:lnTo>
                <a:lnTo>
                  <a:pt x="1971675" y="381000"/>
                </a:lnTo>
                <a:lnTo>
                  <a:pt x="1981200" y="381000"/>
                </a:lnTo>
                <a:lnTo>
                  <a:pt x="1981200" y="390525"/>
                </a:lnTo>
                <a:lnTo>
                  <a:pt x="1990725" y="390525"/>
                </a:lnTo>
                <a:lnTo>
                  <a:pt x="1990725" y="371475"/>
                </a:lnTo>
                <a:lnTo>
                  <a:pt x="2000250" y="371475"/>
                </a:lnTo>
                <a:lnTo>
                  <a:pt x="2000250" y="352425"/>
                </a:lnTo>
                <a:lnTo>
                  <a:pt x="2009775" y="352425"/>
                </a:lnTo>
                <a:lnTo>
                  <a:pt x="2009775" y="333375"/>
                </a:lnTo>
                <a:lnTo>
                  <a:pt x="2038350" y="333375"/>
                </a:lnTo>
                <a:lnTo>
                  <a:pt x="2038350" y="323850"/>
                </a:lnTo>
                <a:lnTo>
                  <a:pt x="2047875" y="323850"/>
                </a:lnTo>
                <a:lnTo>
                  <a:pt x="2047875" y="314325"/>
                </a:lnTo>
                <a:lnTo>
                  <a:pt x="2057400" y="314325"/>
                </a:lnTo>
                <a:lnTo>
                  <a:pt x="2057400" y="304800"/>
                </a:lnTo>
                <a:lnTo>
                  <a:pt x="2085975" y="304800"/>
                </a:lnTo>
                <a:lnTo>
                  <a:pt x="2085975" y="295275"/>
                </a:lnTo>
                <a:lnTo>
                  <a:pt x="2095500" y="295275"/>
                </a:lnTo>
                <a:lnTo>
                  <a:pt x="2095500" y="285750"/>
                </a:lnTo>
                <a:lnTo>
                  <a:pt x="2114550" y="285750"/>
                </a:lnTo>
                <a:close/>
                <a:moveTo>
                  <a:pt x="3057525" y="314325"/>
                </a:moveTo>
                <a:lnTo>
                  <a:pt x="3086100" y="314325"/>
                </a:lnTo>
                <a:lnTo>
                  <a:pt x="3086100" y="323850"/>
                </a:lnTo>
                <a:lnTo>
                  <a:pt x="3143250" y="323850"/>
                </a:lnTo>
                <a:lnTo>
                  <a:pt x="3143250" y="333375"/>
                </a:lnTo>
                <a:lnTo>
                  <a:pt x="3152775" y="333375"/>
                </a:lnTo>
                <a:lnTo>
                  <a:pt x="3152775" y="342900"/>
                </a:lnTo>
                <a:lnTo>
                  <a:pt x="3124200" y="342900"/>
                </a:lnTo>
                <a:lnTo>
                  <a:pt x="3124200" y="333375"/>
                </a:lnTo>
                <a:lnTo>
                  <a:pt x="3009900" y="333375"/>
                </a:lnTo>
                <a:lnTo>
                  <a:pt x="3009900" y="323850"/>
                </a:lnTo>
                <a:lnTo>
                  <a:pt x="3057525" y="323850"/>
                </a:lnTo>
                <a:close/>
                <a:moveTo>
                  <a:pt x="1790700" y="333375"/>
                </a:moveTo>
                <a:lnTo>
                  <a:pt x="1800225" y="333375"/>
                </a:lnTo>
                <a:lnTo>
                  <a:pt x="1800225" y="361950"/>
                </a:lnTo>
                <a:lnTo>
                  <a:pt x="1809750" y="361950"/>
                </a:lnTo>
                <a:lnTo>
                  <a:pt x="1809750" y="419100"/>
                </a:lnTo>
                <a:lnTo>
                  <a:pt x="1800225" y="419100"/>
                </a:lnTo>
                <a:lnTo>
                  <a:pt x="1800225" y="371475"/>
                </a:lnTo>
                <a:lnTo>
                  <a:pt x="1790700" y="371475"/>
                </a:lnTo>
                <a:close/>
                <a:moveTo>
                  <a:pt x="3486150" y="333375"/>
                </a:moveTo>
                <a:lnTo>
                  <a:pt x="3495675" y="333375"/>
                </a:lnTo>
                <a:lnTo>
                  <a:pt x="3495675" y="314325"/>
                </a:lnTo>
                <a:lnTo>
                  <a:pt x="3486150" y="314325"/>
                </a:lnTo>
                <a:close/>
                <a:moveTo>
                  <a:pt x="3190875" y="342900"/>
                </a:moveTo>
                <a:lnTo>
                  <a:pt x="3286125" y="342900"/>
                </a:lnTo>
                <a:lnTo>
                  <a:pt x="3286125" y="352425"/>
                </a:lnTo>
                <a:lnTo>
                  <a:pt x="3190875" y="352425"/>
                </a:lnTo>
                <a:close/>
                <a:moveTo>
                  <a:pt x="3295650" y="352425"/>
                </a:moveTo>
                <a:lnTo>
                  <a:pt x="3400425" y="352425"/>
                </a:lnTo>
                <a:lnTo>
                  <a:pt x="3400425" y="361950"/>
                </a:lnTo>
                <a:lnTo>
                  <a:pt x="3295650" y="361950"/>
                </a:lnTo>
                <a:close/>
                <a:moveTo>
                  <a:pt x="3533775" y="361950"/>
                </a:moveTo>
                <a:lnTo>
                  <a:pt x="3609975" y="361950"/>
                </a:lnTo>
                <a:lnTo>
                  <a:pt x="3609975" y="342900"/>
                </a:lnTo>
                <a:lnTo>
                  <a:pt x="3600450" y="342900"/>
                </a:lnTo>
                <a:lnTo>
                  <a:pt x="3600450" y="352425"/>
                </a:lnTo>
                <a:lnTo>
                  <a:pt x="3562350" y="352425"/>
                </a:lnTo>
                <a:lnTo>
                  <a:pt x="3562350" y="342900"/>
                </a:lnTo>
                <a:lnTo>
                  <a:pt x="3552825" y="342900"/>
                </a:lnTo>
                <a:lnTo>
                  <a:pt x="3552825" y="352425"/>
                </a:lnTo>
                <a:lnTo>
                  <a:pt x="3533775" y="352425"/>
                </a:lnTo>
                <a:close/>
                <a:moveTo>
                  <a:pt x="1962150" y="438150"/>
                </a:moveTo>
                <a:lnTo>
                  <a:pt x="1971675" y="438150"/>
                </a:lnTo>
                <a:lnTo>
                  <a:pt x="1971675" y="457200"/>
                </a:lnTo>
                <a:lnTo>
                  <a:pt x="1962150" y="457200"/>
                </a:lnTo>
                <a:close/>
                <a:moveTo>
                  <a:pt x="1800225" y="447675"/>
                </a:moveTo>
                <a:lnTo>
                  <a:pt x="1809750" y="447675"/>
                </a:lnTo>
                <a:lnTo>
                  <a:pt x="1809750" y="514350"/>
                </a:lnTo>
                <a:lnTo>
                  <a:pt x="1800225" y="514350"/>
                </a:lnTo>
                <a:close/>
                <a:moveTo>
                  <a:pt x="1952625" y="457200"/>
                </a:moveTo>
                <a:lnTo>
                  <a:pt x="1962150" y="457200"/>
                </a:lnTo>
                <a:lnTo>
                  <a:pt x="1962150" y="476250"/>
                </a:lnTo>
                <a:lnTo>
                  <a:pt x="1952625" y="476250"/>
                </a:lnTo>
                <a:lnTo>
                  <a:pt x="1952625" y="485775"/>
                </a:lnTo>
                <a:lnTo>
                  <a:pt x="1943100" y="485775"/>
                </a:lnTo>
                <a:lnTo>
                  <a:pt x="1943100" y="514350"/>
                </a:lnTo>
                <a:lnTo>
                  <a:pt x="1924050" y="514350"/>
                </a:lnTo>
                <a:lnTo>
                  <a:pt x="1924050" y="542925"/>
                </a:lnTo>
                <a:lnTo>
                  <a:pt x="1933575" y="542925"/>
                </a:lnTo>
                <a:lnTo>
                  <a:pt x="1933575" y="571500"/>
                </a:lnTo>
                <a:lnTo>
                  <a:pt x="1905000" y="571500"/>
                </a:lnTo>
                <a:lnTo>
                  <a:pt x="1905000" y="561975"/>
                </a:lnTo>
                <a:lnTo>
                  <a:pt x="1828800" y="561975"/>
                </a:lnTo>
                <a:lnTo>
                  <a:pt x="1828800" y="571500"/>
                </a:lnTo>
                <a:lnTo>
                  <a:pt x="1819275" y="571500"/>
                </a:lnTo>
                <a:lnTo>
                  <a:pt x="1819275" y="561975"/>
                </a:lnTo>
                <a:lnTo>
                  <a:pt x="1809750" y="561975"/>
                </a:lnTo>
                <a:lnTo>
                  <a:pt x="1809750" y="552450"/>
                </a:lnTo>
                <a:lnTo>
                  <a:pt x="1819275" y="552450"/>
                </a:lnTo>
                <a:lnTo>
                  <a:pt x="1819275" y="542925"/>
                </a:lnTo>
                <a:lnTo>
                  <a:pt x="1809750" y="542925"/>
                </a:lnTo>
                <a:lnTo>
                  <a:pt x="1809750" y="523875"/>
                </a:lnTo>
                <a:lnTo>
                  <a:pt x="1819275" y="523875"/>
                </a:lnTo>
                <a:lnTo>
                  <a:pt x="1819275" y="533400"/>
                </a:lnTo>
                <a:lnTo>
                  <a:pt x="1847850" y="533400"/>
                </a:lnTo>
                <a:lnTo>
                  <a:pt x="1847850" y="523875"/>
                </a:lnTo>
                <a:lnTo>
                  <a:pt x="1876425" y="523875"/>
                </a:lnTo>
                <a:lnTo>
                  <a:pt x="1876425" y="514350"/>
                </a:lnTo>
                <a:lnTo>
                  <a:pt x="1895475" y="514350"/>
                </a:lnTo>
                <a:lnTo>
                  <a:pt x="1895475" y="504825"/>
                </a:lnTo>
                <a:lnTo>
                  <a:pt x="1905000" y="504825"/>
                </a:lnTo>
                <a:lnTo>
                  <a:pt x="1905000" y="495300"/>
                </a:lnTo>
                <a:lnTo>
                  <a:pt x="1924050" y="495300"/>
                </a:lnTo>
                <a:lnTo>
                  <a:pt x="1924050" y="485775"/>
                </a:lnTo>
                <a:lnTo>
                  <a:pt x="1933575" y="485775"/>
                </a:lnTo>
                <a:lnTo>
                  <a:pt x="1933575" y="476250"/>
                </a:lnTo>
                <a:lnTo>
                  <a:pt x="1943100" y="476250"/>
                </a:lnTo>
                <a:lnTo>
                  <a:pt x="1943100" y="466725"/>
                </a:lnTo>
                <a:lnTo>
                  <a:pt x="1952625" y="466725"/>
                </a:lnTo>
                <a:close/>
                <a:moveTo>
                  <a:pt x="3648075" y="457200"/>
                </a:moveTo>
                <a:lnTo>
                  <a:pt x="3657600" y="457200"/>
                </a:lnTo>
                <a:lnTo>
                  <a:pt x="3657600" y="466725"/>
                </a:lnTo>
                <a:lnTo>
                  <a:pt x="3667125" y="466725"/>
                </a:lnTo>
                <a:lnTo>
                  <a:pt x="3667125" y="476250"/>
                </a:lnTo>
                <a:lnTo>
                  <a:pt x="3676650" y="476250"/>
                </a:lnTo>
                <a:lnTo>
                  <a:pt x="3676650" y="485775"/>
                </a:lnTo>
                <a:lnTo>
                  <a:pt x="3705225" y="485775"/>
                </a:lnTo>
                <a:lnTo>
                  <a:pt x="3705225" y="476250"/>
                </a:lnTo>
                <a:lnTo>
                  <a:pt x="3714750" y="476250"/>
                </a:lnTo>
                <a:lnTo>
                  <a:pt x="3714750" y="466725"/>
                </a:lnTo>
                <a:lnTo>
                  <a:pt x="3705225" y="466725"/>
                </a:lnTo>
                <a:lnTo>
                  <a:pt x="3705225" y="457200"/>
                </a:lnTo>
                <a:lnTo>
                  <a:pt x="3676650" y="457200"/>
                </a:lnTo>
                <a:lnTo>
                  <a:pt x="3676650" y="447675"/>
                </a:lnTo>
                <a:lnTo>
                  <a:pt x="3667125" y="447675"/>
                </a:lnTo>
                <a:lnTo>
                  <a:pt x="3667125" y="438150"/>
                </a:lnTo>
                <a:lnTo>
                  <a:pt x="3648075" y="438150"/>
                </a:lnTo>
                <a:close/>
                <a:moveTo>
                  <a:pt x="276225" y="523875"/>
                </a:moveTo>
                <a:lnTo>
                  <a:pt x="295275" y="523875"/>
                </a:lnTo>
                <a:lnTo>
                  <a:pt x="295275" y="533400"/>
                </a:lnTo>
                <a:lnTo>
                  <a:pt x="304800" y="533400"/>
                </a:lnTo>
                <a:lnTo>
                  <a:pt x="304800" y="542925"/>
                </a:lnTo>
                <a:lnTo>
                  <a:pt x="285750" y="542925"/>
                </a:lnTo>
                <a:lnTo>
                  <a:pt x="285750" y="533400"/>
                </a:lnTo>
                <a:lnTo>
                  <a:pt x="276225" y="533400"/>
                </a:lnTo>
                <a:close/>
                <a:moveTo>
                  <a:pt x="2124075" y="628650"/>
                </a:moveTo>
                <a:lnTo>
                  <a:pt x="2162175" y="628650"/>
                </a:lnTo>
                <a:lnTo>
                  <a:pt x="2162175" y="638175"/>
                </a:lnTo>
                <a:lnTo>
                  <a:pt x="2171700" y="638175"/>
                </a:lnTo>
                <a:lnTo>
                  <a:pt x="2171700" y="657225"/>
                </a:lnTo>
                <a:lnTo>
                  <a:pt x="2162175" y="657225"/>
                </a:lnTo>
                <a:lnTo>
                  <a:pt x="2162175" y="666750"/>
                </a:lnTo>
                <a:lnTo>
                  <a:pt x="2133600" y="666750"/>
                </a:lnTo>
                <a:lnTo>
                  <a:pt x="2133600" y="657225"/>
                </a:lnTo>
                <a:lnTo>
                  <a:pt x="2124075" y="657225"/>
                </a:lnTo>
                <a:close/>
                <a:moveTo>
                  <a:pt x="3743325" y="647700"/>
                </a:moveTo>
                <a:lnTo>
                  <a:pt x="3752850" y="647700"/>
                </a:lnTo>
                <a:lnTo>
                  <a:pt x="3752850" y="657225"/>
                </a:lnTo>
                <a:lnTo>
                  <a:pt x="3781425" y="657225"/>
                </a:lnTo>
                <a:lnTo>
                  <a:pt x="3781425" y="647700"/>
                </a:lnTo>
                <a:lnTo>
                  <a:pt x="3800475" y="647700"/>
                </a:lnTo>
                <a:lnTo>
                  <a:pt x="3800475" y="638175"/>
                </a:lnTo>
                <a:lnTo>
                  <a:pt x="3790950" y="638175"/>
                </a:lnTo>
                <a:lnTo>
                  <a:pt x="3790950" y="628650"/>
                </a:lnTo>
                <a:lnTo>
                  <a:pt x="3781425" y="628650"/>
                </a:lnTo>
                <a:lnTo>
                  <a:pt x="3781425" y="619125"/>
                </a:lnTo>
                <a:lnTo>
                  <a:pt x="3771900" y="619125"/>
                </a:lnTo>
                <a:lnTo>
                  <a:pt x="3771900" y="609600"/>
                </a:lnTo>
                <a:lnTo>
                  <a:pt x="3762375" y="609600"/>
                </a:lnTo>
                <a:lnTo>
                  <a:pt x="3762375" y="581025"/>
                </a:lnTo>
                <a:lnTo>
                  <a:pt x="3743325" y="581025"/>
                </a:lnTo>
                <a:close/>
                <a:moveTo>
                  <a:pt x="1885950" y="733425"/>
                </a:moveTo>
                <a:lnTo>
                  <a:pt x="1905000" y="733425"/>
                </a:lnTo>
                <a:lnTo>
                  <a:pt x="1905000" y="752475"/>
                </a:lnTo>
                <a:lnTo>
                  <a:pt x="1895475" y="752475"/>
                </a:lnTo>
                <a:lnTo>
                  <a:pt x="1895475" y="762000"/>
                </a:lnTo>
                <a:lnTo>
                  <a:pt x="1885950" y="762000"/>
                </a:lnTo>
                <a:close/>
                <a:moveTo>
                  <a:pt x="1847850" y="752475"/>
                </a:moveTo>
                <a:lnTo>
                  <a:pt x="1857375" y="752475"/>
                </a:lnTo>
                <a:lnTo>
                  <a:pt x="1857375" y="809625"/>
                </a:lnTo>
                <a:lnTo>
                  <a:pt x="1847850" y="809625"/>
                </a:lnTo>
                <a:lnTo>
                  <a:pt x="1847850" y="819150"/>
                </a:lnTo>
                <a:lnTo>
                  <a:pt x="1838325" y="819150"/>
                </a:lnTo>
                <a:lnTo>
                  <a:pt x="1838325" y="809625"/>
                </a:lnTo>
                <a:lnTo>
                  <a:pt x="1828800" y="809625"/>
                </a:lnTo>
                <a:lnTo>
                  <a:pt x="1828800" y="781050"/>
                </a:lnTo>
                <a:lnTo>
                  <a:pt x="1838325" y="781050"/>
                </a:lnTo>
                <a:lnTo>
                  <a:pt x="1838325" y="762000"/>
                </a:lnTo>
                <a:lnTo>
                  <a:pt x="1847850" y="762000"/>
                </a:lnTo>
                <a:close/>
                <a:moveTo>
                  <a:pt x="1847850" y="819150"/>
                </a:moveTo>
                <a:lnTo>
                  <a:pt x="1857375" y="819150"/>
                </a:lnTo>
                <a:lnTo>
                  <a:pt x="1857375" y="857250"/>
                </a:lnTo>
                <a:lnTo>
                  <a:pt x="1838325" y="857250"/>
                </a:lnTo>
                <a:lnTo>
                  <a:pt x="1838325" y="847725"/>
                </a:lnTo>
                <a:lnTo>
                  <a:pt x="1847850" y="847725"/>
                </a:lnTo>
                <a:close/>
                <a:moveTo>
                  <a:pt x="2085975" y="1323975"/>
                </a:moveTo>
                <a:lnTo>
                  <a:pt x="2105025" y="1323975"/>
                </a:lnTo>
                <a:lnTo>
                  <a:pt x="2105025" y="1333500"/>
                </a:lnTo>
                <a:lnTo>
                  <a:pt x="2209800" y="1333500"/>
                </a:lnTo>
                <a:lnTo>
                  <a:pt x="2209800" y="1343025"/>
                </a:lnTo>
                <a:lnTo>
                  <a:pt x="2266950" y="1343025"/>
                </a:lnTo>
                <a:lnTo>
                  <a:pt x="2266950" y="1352550"/>
                </a:lnTo>
                <a:lnTo>
                  <a:pt x="2286000" y="1352550"/>
                </a:lnTo>
                <a:lnTo>
                  <a:pt x="2286000" y="1362075"/>
                </a:lnTo>
                <a:lnTo>
                  <a:pt x="2295525" y="1362075"/>
                </a:lnTo>
                <a:lnTo>
                  <a:pt x="2295525" y="1371600"/>
                </a:lnTo>
                <a:lnTo>
                  <a:pt x="2305050" y="1371600"/>
                </a:lnTo>
                <a:lnTo>
                  <a:pt x="2305050" y="1457325"/>
                </a:lnTo>
                <a:lnTo>
                  <a:pt x="2295525" y="1457325"/>
                </a:lnTo>
                <a:lnTo>
                  <a:pt x="2295525" y="1466850"/>
                </a:lnTo>
                <a:lnTo>
                  <a:pt x="2286000" y="1466850"/>
                </a:lnTo>
                <a:lnTo>
                  <a:pt x="2286000" y="1476375"/>
                </a:lnTo>
                <a:lnTo>
                  <a:pt x="2276475" y="1476375"/>
                </a:lnTo>
                <a:lnTo>
                  <a:pt x="2276475" y="1485900"/>
                </a:lnTo>
                <a:lnTo>
                  <a:pt x="2257425" y="1485900"/>
                </a:lnTo>
                <a:lnTo>
                  <a:pt x="2257425" y="1495425"/>
                </a:lnTo>
                <a:lnTo>
                  <a:pt x="2152650" y="1495425"/>
                </a:lnTo>
                <a:lnTo>
                  <a:pt x="2152650" y="1485900"/>
                </a:lnTo>
                <a:lnTo>
                  <a:pt x="2066925" y="1485900"/>
                </a:lnTo>
                <a:lnTo>
                  <a:pt x="2066925" y="1476375"/>
                </a:lnTo>
                <a:lnTo>
                  <a:pt x="2047875" y="1476375"/>
                </a:lnTo>
                <a:lnTo>
                  <a:pt x="2047875" y="1466850"/>
                </a:lnTo>
                <a:lnTo>
                  <a:pt x="2038350" y="1466850"/>
                </a:lnTo>
                <a:lnTo>
                  <a:pt x="2038350" y="1457325"/>
                </a:lnTo>
                <a:lnTo>
                  <a:pt x="2028825" y="1457325"/>
                </a:lnTo>
                <a:lnTo>
                  <a:pt x="2028825" y="1438275"/>
                </a:lnTo>
                <a:lnTo>
                  <a:pt x="2019300" y="1438275"/>
                </a:lnTo>
                <a:lnTo>
                  <a:pt x="2019300" y="1371600"/>
                </a:lnTo>
                <a:lnTo>
                  <a:pt x="2028825" y="1371600"/>
                </a:lnTo>
                <a:lnTo>
                  <a:pt x="2028825" y="1362075"/>
                </a:lnTo>
                <a:lnTo>
                  <a:pt x="2038350" y="1362075"/>
                </a:lnTo>
                <a:lnTo>
                  <a:pt x="2038350" y="1352550"/>
                </a:lnTo>
                <a:lnTo>
                  <a:pt x="2057400" y="1352550"/>
                </a:lnTo>
                <a:lnTo>
                  <a:pt x="2057400" y="1343025"/>
                </a:lnTo>
                <a:lnTo>
                  <a:pt x="2066925" y="1343025"/>
                </a:lnTo>
                <a:lnTo>
                  <a:pt x="2066925" y="1333500"/>
                </a:lnTo>
                <a:lnTo>
                  <a:pt x="2085975" y="1333500"/>
                </a:lnTo>
                <a:close/>
                <a:moveTo>
                  <a:pt x="2066925" y="1400175"/>
                </a:moveTo>
                <a:lnTo>
                  <a:pt x="2076450" y="1400175"/>
                </a:lnTo>
                <a:lnTo>
                  <a:pt x="2076450" y="1428750"/>
                </a:lnTo>
                <a:lnTo>
                  <a:pt x="2095500" y="1428750"/>
                </a:lnTo>
                <a:lnTo>
                  <a:pt x="2095500" y="1438275"/>
                </a:lnTo>
                <a:lnTo>
                  <a:pt x="2114550" y="1438275"/>
                </a:lnTo>
                <a:lnTo>
                  <a:pt x="2114550" y="1447800"/>
                </a:lnTo>
                <a:lnTo>
                  <a:pt x="2190750" y="1447800"/>
                </a:lnTo>
                <a:lnTo>
                  <a:pt x="2190750" y="1457325"/>
                </a:lnTo>
                <a:lnTo>
                  <a:pt x="2219325" y="1457325"/>
                </a:lnTo>
                <a:lnTo>
                  <a:pt x="2219325" y="1447800"/>
                </a:lnTo>
                <a:lnTo>
                  <a:pt x="2257425" y="1447800"/>
                </a:lnTo>
                <a:lnTo>
                  <a:pt x="2257425" y="1409700"/>
                </a:lnTo>
                <a:lnTo>
                  <a:pt x="2247900" y="1409700"/>
                </a:lnTo>
                <a:lnTo>
                  <a:pt x="2247900" y="1400175"/>
                </a:lnTo>
                <a:lnTo>
                  <a:pt x="2228850" y="1400175"/>
                </a:lnTo>
                <a:lnTo>
                  <a:pt x="2228850" y="1390650"/>
                </a:lnTo>
                <a:lnTo>
                  <a:pt x="2200275" y="1390650"/>
                </a:lnTo>
                <a:lnTo>
                  <a:pt x="2200275" y="1381125"/>
                </a:lnTo>
                <a:lnTo>
                  <a:pt x="2114550" y="1381125"/>
                </a:lnTo>
                <a:lnTo>
                  <a:pt x="2114550" y="1371600"/>
                </a:lnTo>
                <a:lnTo>
                  <a:pt x="2105025" y="1371600"/>
                </a:lnTo>
                <a:lnTo>
                  <a:pt x="2105025" y="1362075"/>
                </a:lnTo>
                <a:lnTo>
                  <a:pt x="2085975" y="1362075"/>
                </a:lnTo>
                <a:lnTo>
                  <a:pt x="2085975" y="1371600"/>
                </a:lnTo>
                <a:lnTo>
                  <a:pt x="2076450" y="1371600"/>
                </a:lnTo>
                <a:lnTo>
                  <a:pt x="2076450" y="1381125"/>
                </a:lnTo>
                <a:lnTo>
                  <a:pt x="2066925" y="1381125"/>
                </a:lnTo>
                <a:close/>
                <a:moveTo>
                  <a:pt x="3829050" y="2762250"/>
                </a:moveTo>
                <a:lnTo>
                  <a:pt x="3838575" y="2762250"/>
                </a:lnTo>
                <a:lnTo>
                  <a:pt x="3838575" y="3133725"/>
                </a:lnTo>
                <a:lnTo>
                  <a:pt x="3819525" y="3133725"/>
                </a:lnTo>
                <a:lnTo>
                  <a:pt x="3819525" y="3124200"/>
                </a:lnTo>
                <a:lnTo>
                  <a:pt x="3810000" y="3124200"/>
                </a:lnTo>
                <a:lnTo>
                  <a:pt x="3810000" y="3133725"/>
                </a:lnTo>
                <a:lnTo>
                  <a:pt x="3790950" y="3133725"/>
                </a:lnTo>
                <a:lnTo>
                  <a:pt x="3790950" y="3143250"/>
                </a:lnTo>
                <a:lnTo>
                  <a:pt x="3771900" y="3143250"/>
                </a:lnTo>
                <a:lnTo>
                  <a:pt x="3771900" y="3152775"/>
                </a:lnTo>
                <a:lnTo>
                  <a:pt x="3762375" y="3152775"/>
                </a:lnTo>
                <a:lnTo>
                  <a:pt x="3762375" y="3162300"/>
                </a:lnTo>
                <a:lnTo>
                  <a:pt x="3733800" y="3162300"/>
                </a:lnTo>
                <a:lnTo>
                  <a:pt x="3733800" y="3152775"/>
                </a:lnTo>
                <a:lnTo>
                  <a:pt x="3629025" y="3152775"/>
                </a:lnTo>
                <a:lnTo>
                  <a:pt x="3629025" y="3162300"/>
                </a:lnTo>
                <a:lnTo>
                  <a:pt x="3609975" y="3162300"/>
                </a:lnTo>
                <a:lnTo>
                  <a:pt x="3609975" y="3152775"/>
                </a:lnTo>
                <a:lnTo>
                  <a:pt x="3590925" y="3152775"/>
                </a:lnTo>
                <a:lnTo>
                  <a:pt x="3590925" y="3143250"/>
                </a:lnTo>
                <a:lnTo>
                  <a:pt x="3581400" y="3143250"/>
                </a:lnTo>
                <a:lnTo>
                  <a:pt x="3581400" y="3152775"/>
                </a:lnTo>
                <a:lnTo>
                  <a:pt x="3571875" y="3152775"/>
                </a:lnTo>
                <a:lnTo>
                  <a:pt x="3571875" y="3171825"/>
                </a:lnTo>
                <a:lnTo>
                  <a:pt x="3543300" y="3171825"/>
                </a:lnTo>
                <a:lnTo>
                  <a:pt x="3543300" y="3162300"/>
                </a:lnTo>
                <a:lnTo>
                  <a:pt x="3524250" y="3162300"/>
                </a:lnTo>
                <a:lnTo>
                  <a:pt x="3524250" y="3181350"/>
                </a:lnTo>
                <a:lnTo>
                  <a:pt x="3505200" y="3181350"/>
                </a:lnTo>
                <a:lnTo>
                  <a:pt x="3505200" y="3200400"/>
                </a:lnTo>
                <a:lnTo>
                  <a:pt x="3514725" y="3200400"/>
                </a:lnTo>
                <a:lnTo>
                  <a:pt x="3514725" y="3219450"/>
                </a:lnTo>
                <a:lnTo>
                  <a:pt x="3505200" y="3219450"/>
                </a:lnTo>
                <a:lnTo>
                  <a:pt x="3505200" y="3209925"/>
                </a:lnTo>
                <a:lnTo>
                  <a:pt x="3495675" y="3209925"/>
                </a:lnTo>
                <a:lnTo>
                  <a:pt x="3495675" y="3200400"/>
                </a:lnTo>
                <a:lnTo>
                  <a:pt x="3486150" y="3200400"/>
                </a:lnTo>
                <a:lnTo>
                  <a:pt x="3486150" y="3209925"/>
                </a:lnTo>
                <a:lnTo>
                  <a:pt x="3457575" y="3209925"/>
                </a:lnTo>
                <a:lnTo>
                  <a:pt x="3457575" y="3238500"/>
                </a:lnTo>
                <a:lnTo>
                  <a:pt x="3429000" y="3238500"/>
                </a:lnTo>
                <a:lnTo>
                  <a:pt x="3429000" y="3248025"/>
                </a:lnTo>
                <a:lnTo>
                  <a:pt x="3419475" y="3248025"/>
                </a:lnTo>
                <a:lnTo>
                  <a:pt x="3419475" y="3228975"/>
                </a:lnTo>
                <a:lnTo>
                  <a:pt x="3409950" y="3228975"/>
                </a:lnTo>
                <a:lnTo>
                  <a:pt x="3409950" y="3133725"/>
                </a:lnTo>
                <a:lnTo>
                  <a:pt x="3419475" y="3133725"/>
                </a:lnTo>
                <a:lnTo>
                  <a:pt x="3419475" y="3067050"/>
                </a:lnTo>
                <a:lnTo>
                  <a:pt x="3429000" y="3067050"/>
                </a:lnTo>
                <a:lnTo>
                  <a:pt x="3429000" y="3057525"/>
                </a:lnTo>
                <a:lnTo>
                  <a:pt x="3448050" y="3057525"/>
                </a:lnTo>
                <a:lnTo>
                  <a:pt x="3448050" y="3048000"/>
                </a:lnTo>
                <a:lnTo>
                  <a:pt x="3457575" y="3048000"/>
                </a:lnTo>
                <a:lnTo>
                  <a:pt x="3457575" y="3038475"/>
                </a:lnTo>
                <a:lnTo>
                  <a:pt x="3476625" y="3038475"/>
                </a:lnTo>
                <a:lnTo>
                  <a:pt x="3476625" y="3028950"/>
                </a:lnTo>
                <a:lnTo>
                  <a:pt x="3495675" y="3028950"/>
                </a:lnTo>
                <a:lnTo>
                  <a:pt x="3495675" y="3019425"/>
                </a:lnTo>
                <a:lnTo>
                  <a:pt x="3514725" y="3019425"/>
                </a:lnTo>
                <a:lnTo>
                  <a:pt x="3514725" y="3009900"/>
                </a:lnTo>
                <a:lnTo>
                  <a:pt x="3533775" y="3009900"/>
                </a:lnTo>
                <a:lnTo>
                  <a:pt x="3533775" y="3000375"/>
                </a:lnTo>
                <a:lnTo>
                  <a:pt x="3543300" y="3000375"/>
                </a:lnTo>
                <a:lnTo>
                  <a:pt x="3543300" y="2990850"/>
                </a:lnTo>
                <a:lnTo>
                  <a:pt x="3562350" y="2990850"/>
                </a:lnTo>
                <a:lnTo>
                  <a:pt x="3562350" y="2981325"/>
                </a:lnTo>
                <a:lnTo>
                  <a:pt x="3571875" y="2981325"/>
                </a:lnTo>
                <a:lnTo>
                  <a:pt x="3571875" y="2971800"/>
                </a:lnTo>
                <a:lnTo>
                  <a:pt x="3590925" y="2971800"/>
                </a:lnTo>
                <a:lnTo>
                  <a:pt x="3590925" y="2962275"/>
                </a:lnTo>
                <a:lnTo>
                  <a:pt x="3600450" y="2962275"/>
                </a:lnTo>
                <a:lnTo>
                  <a:pt x="3600450" y="2952750"/>
                </a:lnTo>
                <a:lnTo>
                  <a:pt x="3619500" y="2952750"/>
                </a:lnTo>
                <a:lnTo>
                  <a:pt x="3619500" y="2943225"/>
                </a:lnTo>
                <a:lnTo>
                  <a:pt x="3629025" y="2943225"/>
                </a:lnTo>
                <a:lnTo>
                  <a:pt x="3629025" y="2933700"/>
                </a:lnTo>
                <a:lnTo>
                  <a:pt x="3638550" y="2933700"/>
                </a:lnTo>
                <a:lnTo>
                  <a:pt x="3638550" y="2924175"/>
                </a:lnTo>
                <a:lnTo>
                  <a:pt x="3657600" y="2924175"/>
                </a:lnTo>
                <a:lnTo>
                  <a:pt x="3657600" y="2914650"/>
                </a:lnTo>
                <a:lnTo>
                  <a:pt x="3667125" y="2914650"/>
                </a:lnTo>
                <a:lnTo>
                  <a:pt x="3667125" y="2905125"/>
                </a:lnTo>
                <a:lnTo>
                  <a:pt x="3686175" y="2905125"/>
                </a:lnTo>
                <a:lnTo>
                  <a:pt x="3686175" y="2895600"/>
                </a:lnTo>
                <a:lnTo>
                  <a:pt x="3695700" y="2895600"/>
                </a:lnTo>
                <a:lnTo>
                  <a:pt x="3695700" y="2886075"/>
                </a:lnTo>
                <a:lnTo>
                  <a:pt x="3705225" y="2886075"/>
                </a:lnTo>
                <a:lnTo>
                  <a:pt x="3705225" y="2876550"/>
                </a:lnTo>
                <a:lnTo>
                  <a:pt x="3714750" y="2876550"/>
                </a:lnTo>
                <a:lnTo>
                  <a:pt x="3714750" y="2867025"/>
                </a:lnTo>
                <a:lnTo>
                  <a:pt x="3724275" y="2867025"/>
                </a:lnTo>
                <a:lnTo>
                  <a:pt x="3724275" y="2857500"/>
                </a:lnTo>
                <a:lnTo>
                  <a:pt x="3733800" y="2857500"/>
                </a:lnTo>
                <a:lnTo>
                  <a:pt x="3733800" y="2847975"/>
                </a:lnTo>
                <a:lnTo>
                  <a:pt x="3743325" y="2847975"/>
                </a:lnTo>
                <a:lnTo>
                  <a:pt x="3743325" y="2838450"/>
                </a:lnTo>
                <a:lnTo>
                  <a:pt x="3762375" y="2838450"/>
                </a:lnTo>
                <a:lnTo>
                  <a:pt x="3762375" y="2828925"/>
                </a:lnTo>
                <a:lnTo>
                  <a:pt x="3771900" y="2828925"/>
                </a:lnTo>
                <a:lnTo>
                  <a:pt x="3771900" y="2819400"/>
                </a:lnTo>
                <a:lnTo>
                  <a:pt x="3781425" y="2819400"/>
                </a:lnTo>
                <a:lnTo>
                  <a:pt x="3781425" y="2809875"/>
                </a:lnTo>
                <a:lnTo>
                  <a:pt x="3790950" y="2809875"/>
                </a:lnTo>
                <a:lnTo>
                  <a:pt x="3790950" y="2800350"/>
                </a:lnTo>
                <a:lnTo>
                  <a:pt x="3800475" y="2800350"/>
                </a:lnTo>
                <a:lnTo>
                  <a:pt x="3800475" y="2790825"/>
                </a:lnTo>
                <a:lnTo>
                  <a:pt x="3810000" y="2790825"/>
                </a:lnTo>
                <a:lnTo>
                  <a:pt x="3810000" y="2781300"/>
                </a:lnTo>
                <a:lnTo>
                  <a:pt x="3819525" y="2781300"/>
                </a:lnTo>
                <a:lnTo>
                  <a:pt x="3819525" y="2771775"/>
                </a:lnTo>
                <a:lnTo>
                  <a:pt x="3829050" y="2771775"/>
                </a:lnTo>
                <a:close/>
                <a:moveTo>
                  <a:pt x="161925" y="3114675"/>
                </a:moveTo>
                <a:lnTo>
                  <a:pt x="190500" y="3114675"/>
                </a:lnTo>
                <a:lnTo>
                  <a:pt x="190500" y="3133725"/>
                </a:lnTo>
                <a:lnTo>
                  <a:pt x="180975" y="3133725"/>
                </a:lnTo>
                <a:lnTo>
                  <a:pt x="180975" y="3152775"/>
                </a:lnTo>
                <a:lnTo>
                  <a:pt x="171450" y="3152775"/>
                </a:lnTo>
                <a:lnTo>
                  <a:pt x="171450" y="3171825"/>
                </a:lnTo>
                <a:lnTo>
                  <a:pt x="161925" y="3171825"/>
                </a:lnTo>
                <a:lnTo>
                  <a:pt x="161925" y="3181350"/>
                </a:lnTo>
                <a:lnTo>
                  <a:pt x="152400" y="3181350"/>
                </a:lnTo>
                <a:lnTo>
                  <a:pt x="152400" y="3200400"/>
                </a:lnTo>
                <a:lnTo>
                  <a:pt x="171450" y="3200400"/>
                </a:lnTo>
                <a:lnTo>
                  <a:pt x="171450" y="3219450"/>
                </a:lnTo>
                <a:lnTo>
                  <a:pt x="180975" y="3219450"/>
                </a:lnTo>
                <a:lnTo>
                  <a:pt x="180975" y="3228975"/>
                </a:lnTo>
                <a:lnTo>
                  <a:pt x="190500" y="3228975"/>
                </a:lnTo>
                <a:lnTo>
                  <a:pt x="190500" y="3257550"/>
                </a:lnTo>
                <a:lnTo>
                  <a:pt x="180975" y="3257550"/>
                </a:lnTo>
                <a:lnTo>
                  <a:pt x="180975" y="3276600"/>
                </a:lnTo>
                <a:lnTo>
                  <a:pt x="142875" y="3276600"/>
                </a:lnTo>
                <a:lnTo>
                  <a:pt x="142875" y="3267075"/>
                </a:lnTo>
                <a:lnTo>
                  <a:pt x="133350" y="3267075"/>
                </a:lnTo>
                <a:lnTo>
                  <a:pt x="133350" y="3257550"/>
                </a:lnTo>
                <a:lnTo>
                  <a:pt x="104775" y="3257550"/>
                </a:lnTo>
                <a:lnTo>
                  <a:pt x="104775" y="3267075"/>
                </a:lnTo>
                <a:lnTo>
                  <a:pt x="57150" y="3267075"/>
                </a:lnTo>
                <a:lnTo>
                  <a:pt x="57150" y="3276600"/>
                </a:lnTo>
                <a:lnTo>
                  <a:pt x="47625" y="3276600"/>
                </a:lnTo>
                <a:lnTo>
                  <a:pt x="47625" y="3286125"/>
                </a:lnTo>
                <a:lnTo>
                  <a:pt x="38100" y="3286125"/>
                </a:lnTo>
                <a:lnTo>
                  <a:pt x="38100" y="3276600"/>
                </a:lnTo>
                <a:lnTo>
                  <a:pt x="28575" y="3276600"/>
                </a:lnTo>
                <a:lnTo>
                  <a:pt x="28575" y="3267075"/>
                </a:lnTo>
                <a:lnTo>
                  <a:pt x="38100" y="3267075"/>
                </a:lnTo>
                <a:lnTo>
                  <a:pt x="38100" y="3248025"/>
                </a:lnTo>
                <a:lnTo>
                  <a:pt x="47625" y="3248025"/>
                </a:lnTo>
                <a:lnTo>
                  <a:pt x="47625" y="3228975"/>
                </a:lnTo>
                <a:lnTo>
                  <a:pt x="57150" y="3228975"/>
                </a:lnTo>
                <a:lnTo>
                  <a:pt x="57150" y="3219450"/>
                </a:lnTo>
                <a:lnTo>
                  <a:pt x="66675" y="3219450"/>
                </a:lnTo>
                <a:lnTo>
                  <a:pt x="66675" y="3209925"/>
                </a:lnTo>
                <a:lnTo>
                  <a:pt x="76200" y="3209925"/>
                </a:lnTo>
                <a:lnTo>
                  <a:pt x="76200" y="3200400"/>
                </a:lnTo>
                <a:lnTo>
                  <a:pt x="85725" y="3200400"/>
                </a:lnTo>
                <a:lnTo>
                  <a:pt x="85725" y="3190875"/>
                </a:lnTo>
                <a:lnTo>
                  <a:pt x="95250" y="3190875"/>
                </a:lnTo>
                <a:lnTo>
                  <a:pt x="95250" y="3181350"/>
                </a:lnTo>
                <a:lnTo>
                  <a:pt x="114300" y="3181350"/>
                </a:lnTo>
                <a:lnTo>
                  <a:pt x="114300" y="3171825"/>
                </a:lnTo>
                <a:lnTo>
                  <a:pt x="123825" y="3171825"/>
                </a:lnTo>
                <a:lnTo>
                  <a:pt x="123825" y="3162300"/>
                </a:lnTo>
                <a:lnTo>
                  <a:pt x="133350" y="3162300"/>
                </a:lnTo>
                <a:lnTo>
                  <a:pt x="133350" y="3152775"/>
                </a:lnTo>
                <a:lnTo>
                  <a:pt x="142875" y="3152775"/>
                </a:lnTo>
                <a:lnTo>
                  <a:pt x="142875" y="3143250"/>
                </a:lnTo>
                <a:lnTo>
                  <a:pt x="152400" y="3143250"/>
                </a:lnTo>
                <a:lnTo>
                  <a:pt x="152400" y="3133725"/>
                </a:lnTo>
                <a:lnTo>
                  <a:pt x="161925" y="3133725"/>
                </a:lnTo>
                <a:close/>
                <a:moveTo>
                  <a:pt x="2400300" y="3648075"/>
                </a:moveTo>
                <a:lnTo>
                  <a:pt x="2409825" y="3648075"/>
                </a:lnTo>
                <a:lnTo>
                  <a:pt x="2409825" y="3657600"/>
                </a:lnTo>
                <a:lnTo>
                  <a:pt x="2400300" y="3657600"/>
                </a:lnTo>
                <a:close/>
                <a:moveTo>
                  <a:pt x="2447925" y="3648075"/>
                </a:moveTo>
                <a:lnTo>
                  <a:pt x="2457450" y="3648075"/>
                </a:lnTo>
                <a:lnTo>
                  <a:pt x="2457450" y="3657600"/>
                </a:lnTo>
                <a:lnTo>
                  <a:pt x="2447925" y="3657600"/>
                </a:lnTo>
                <a:close/>
                <a:moveTo>
                  <a:pt x="542925" y="3781425"/>
                </a:moveTo>
                <a:lnTo>
                  <a:pt x="561975" y="3781425"/>
                </a:lnTo>
                <a:lnTo>
                  <a:pt x="561975" y="3800475"/>
                </a:lnTo>
                <a:lnTo>
                  <a:pt x="542925" y="3800475"/>
                </a:lnTo>
                <a:close/>
                <a:moveTo>
                  <a:pt x="28575" y="4010025"/>
                </a:moveTo>
                <a:lnTo>
                  <a:pt x="38100" y="4010025"/>
                </a:lnTo>
                <a:lnTo>
                  <a:pt x="38100" y="4019550"/>
                </a:lnTo>
                <a:lnTo>
                  <a:pt x="47625" y="4019550"/>
                </a:lnTo>
                <a:lnTo>
                  <a:pt x="47625" y="4029075"/>
                </a:lnTo>
                <a:lnTo>
                  <a:pt x="57150" y="4029075"/>
                </a:lnTo>
                <a:lnTo>
                  <a:pt x="57150" y="4038600"/>
                </a:lnTo>
                <a:lnTo>
                  <a:pt x="76200" y="4038600"/>
                </a:lnTo>
                <a:lnTo>
                  <a:pt x="76200" y="4048125"/>
                </a:lnTo>
                <a:lnTo>
                  <a:pt x="85725" y="4048125"/>
                </a:lnTo>
                <a:lnTo>
                  <a:pt x="85725" y="4038600"/>
                </a:lnTo>
                <a:lnTo>
                  <a:pt x="152400" y="4038600"/>
                </a:lnTo>
                <a:lnTo>
                  <a:pt x="152400" y="4057650"/>
                </a:lnTo>
                <a:lnTo>
                  <a:pt x="180975" y="4057650"/>
                </a:lnTo>
                <a:lnTo>
                  <a:pt x="180975" y="4048125"/>
                </a:lnTo>
                <a:lnTo>
                  <a:pt x="200025" y="4048125"/>
                </a:lnTo>
                <a:lnTo>
                  <a:pt x="200025" y="4057650"/>
                </a:lnTo>
                <a:lnTo>
                  <a:pt x="209550" y="4057650"/>
                </a:lnTo>
                <a:lnTo>
                  <a:pt x="209550" y="4067175"/>
                </a:lnTo>
                <a:lnTo>
                  <a:pt x="228600" y="4067175"/>
                </a:lnTo>
                <a:lnTo>
                  <a:pt x="228600" y="4076700"/>
                </a:lnTo>
                <a:lnTo>
                  <a:pt x="257175" y="4076700"/>
                </a:lnTo>
                <a:lnTo>
                  <a:pt x="257175" y="4086225"/>
                </a:lnTo>
                <a:lnTo>
                  <a:pt x="304800" y="4086225"/>
                </a:lnTo>
                <a:lnTo>
                  <a:pt x="304800" y="4095750"/>
                </a:lnTo>
                <a:lnTo>
                  <a:pt x="333375" y="4095750"/>
                </a:lnTo>
                <a:lnTo>
                  <a:pt x="333375" y="4105275"/>
                </a:lnTo>
                <a:lnTo>
                  <a:pt x="419100" y="4105275"/>
                </a:lnTo>
                <a:lnTo>
                  <a:pt x="419100" y="4114800"/>
                </a:lnTo>
                <a:lnTo>
                  <a:pt x="457200" y="4114800"/>
                </a:lnTo>
                <a:lnTo>
                  <a:pt x="457200" y="4124325"/>
                </a:lnTo>
                <a:lnTo>
                  <a:pt x="466725" y="4124325"/>
                </a:lnTo>
                <a:lnTo>
                  <a:pt x="466725" y="4133850"/>
                </a:lnTo>
                <a:lnTo>
                  <a:pt x="476250" y="4133850"/>
                </a:lnTo>
                <a:lnTo>
                  <a:pt x="476250" y="4143375"/>
                </a:lnTo>
                <a:lnTo>
                  <a:pt x="485775" y="4143375"/>
                </a:lnTo>
                <a:lnTo>
                  <a:pt x="485775" y="4133850"/>
                </a:lnTo>
                <a:lnTo>
                  <a:pt x="495300" y="4133850"/>
                </a:lnTo>
                <a:lnTo>
                  <a:pt x="495300" y="4143375"/>
                </a:lnTo>
                <a:lnTo>
                  <a:pt x="552450" y="4143375"/>
                </a:lnTo>
                <a:lnTo>
                  <a:pt x="552450" y="4152900"/>
                </a:lnTo>
                <a:lnTo>
                  <a:pt x="561975" y="4152900"/>
                </a:lnTo>
                <a:lnTo>
                  <a:pt x="561975" y="4171950"/>
                </a:lnTo>
                <a:lnTo>
                  <a:pt x="571500" y="4171950"/>
                </a:lnTo>
                <a:lnTo>
                  <a:pt x="571500" y="4181475"/>
                </a:lnTo>
                <a:lnTo>
                  <a:pt x="590550" y="4181475"/>
                </a:lnTo>
                <a:lnTo>
                  <a:pt x="590550" y="4171950"/>
                </a:lnTo>
                <a:lnTo>
                  <a:pt x="628650" y="4171950"/>
                </a:lnTo>
                <a:lnTo>
                  <a:pt x="628650" y="4181475"/>
                </a:lnTo>
                <a:lnTo>
                  <a:pt x="647700" y="4181475"/>
                </a:lnTo>
                <a:lnTo>
                  <a:pt x="647700" y="4191000"/>
                </a:lnTo>
                <a:lnTo>
                  <a:pt x="676275" y="4191000"/>
                </a:lnTo>
                <a:lnTo>
                  <a:pt x="676275" y="4181475"/>
                </a:lnTo>
                <a:lnTo>
                  <a:pt x="685800" y="4181475"/>
                </a:lnTo>
                <a:lnTo>
                  <a:pt x="685800" y="4191000"/>
                </a:lnTo>
                <a:lnTo>
                  <a:pt x="733425" y="4191000"/>
                </a:lnTo>
                <a:lnTo>
                  <a:pt x="733425" y="4200525"/>
                </a:lnTo>
                <a:lnTo>
                  <a:pt x="771525" y="4200525"/>
                </a:lnTo>
                <a:lnTo>
                  <a:pt x="771525" y="4191000"/>
                </a:lnTo>
                <a:lnTo>
                  <a:pt x="781050" y="4191000"/>
                </a:lnTo>
                <a:lnTo>
                  <a:pt x="781050" y="4200525"/>
                </a:lnTo>
                <a:lnTo>
                  <a:pt x="838200" y="4200525"/>
                </a:lnTo>
                <a:lnTo>
                  <a:pt x="838200" y="4191000"/>
                </a:lnTo>
                <a:lnTo>
                  <a:pt x="847725" y="4191000"/>
                </a:lnTo>
                <a:lnTo>
                  <a:pt x="847725" y="4200525"/>
                </a:lnTo>
                <a:lnTo>
                  <a:pt x="895350" y="4200525"/>
                </a:lnTo>
                <a:lnTo>
                  <a:pt x="895350" y="4210050"/>
                </a:lnTo>
                <a:lnTo>
                  <a:pt x="904875" y="4210050"/>
                </a:lnTo>
                <a:lnTo>
                  <a:pt x="904875" y="4200525"/>
                </a:lnTo>
                <a:lnTo>
                  <a:pt x="914400" y="4200525"/>
                </a:lnTo>
                <a:lnTo>
                  <a:pt x="914400" y="4210050"/>
                </a:lnTo>
                <a:lnTo>
                  <a:pt x="942975" y="4210050"/>
                </a:lnTo>
                <a:lnTo>
                  <a:pt x="942975" y="4200525"/>
                </a:lnTo>
                <a:lnTo>
                  <a:pt x="971550" y="4200525"/>
                </a:lnTo>
                <a:lnTo>
                  <a:pt x="971550" y="4210050"/>
                </a:lnTo>
                <a:lnTo>
                  <a:pt x="981075" y="4210050"/>
                </a:lnTo>
                <a:lnTo>
                  <a:pt x="981075" y="4219575"/>
                </a:lnTo>
                <a:lnTo>
                  <a:pt x="990600" y="4219575"/>
                </a:lnTo>
                <a:lnTo>
                  <a:pt x="990600" y="4238625"/>
                </a:lnTo>
                <a:lnTo>
                  <a:pt x="981075" y="4238625"/>
                </a:lnTo>
                <a:lnTo>
                  <a:pt x="981075" y="4257675"/>
                </a:lnTo>
                <a:lnTo>
                  <a:pt x="971550" y="4257675"/>
                </a:lnTo>
                <a:lnTo>
                  <a:pt x="971550" y="4267200"/>
                </a:lnTo>
                <a:lnTo>
                  <a:pt x="962025" y="4267200"/>
                </a:lnTo>
                <a:lnTo>
                  <a:pt x="962025" y="4276725"/>
                </a:lnTo>
                <a:lnTo>
                  <a:pt x="952500" y="4276725"/>
                </a:lnTo>
                <a:lnTo>
                  <a:pt x="952500" y="4286250"/>
                </a:lnTo>
                <a:lnTo>
                  <a:pt x="942975" y="4286250"/>
                </a:lnTo>
                <a:lnTo>
                  <a:pt x="942975" y="4295775"/>
                </a:lnTo>
                <a:lnTo>
                  <a:pt x="0" y="4295775"/>
                </a:lnTo>
                <a:lnTo>
                  <a:pt x="0" y="4019550"/>
                </a:lnTo>
                <a:lnTo>
                  <a:pt x="28575" y="4019550"/>
                </a:lnTo>
                <a:close/>
              </a:path>
            </a:pathLst>
          </a:custGeom>
          <a:solidFill xmlns:a="http://schemas.openxmlformats.org/drawingml/2006/main">
            <a:srgbClr val="0160F8"/>
          </a:solidFill>
          <a:ln xmlns:a="http://schemas.openxmlformats.org/drawingml/2006/main" w="0">
            <a:noFill/>
          </a:ln>
        </p:spPr>
      </p:sp>
      <p:sp>
        <p:nvSpPr>
          <p:cNvPr id="37" name="phones vector #015bef">
            <a:extLst xmlns:a="http://schemas.openxmlformats.org/drawingml/2006/main">
              <a:ext uri="{FF2B5EF4-FFF2-40B4-BE49-F238E27FC236}">
                <a16:creationId xmlns:a16="http://schemas.microsoft.com/office/drawing/2014/main" id="{601FD515-259B-4094-80F5-70CCD60A77B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48500" y="190500"/>
            <a:ext cx="5905500" cy="6619875"/>
          </a:xfrm>
          <a:custGeom xmlns:a="http://schemas.openxmlformats.org/drawingml/2006/main">
            <a:pathLst>
              <a:path w="3838575" h="4295775">
                <a:moveTo>
                  <a:pt x="1714500" y="0"/>
                </a:moveTo>
                <a:lnTo>
                  <a:pt x="1724025" y="0"/>
                </a:lnTo>
                <a:lnTo>
                  <a:pt x="1724025" y="9525"/>
                </a:lnTo>
                <a:lnTo>
                  <a:pt x="1714500" y="9525"/>
                </a:lnTo>
                <a:close/>
                <a:moveTo>
                  <a:pt x="1695450" y="9525"/>
                </a:moveTo>
                <a:lnTo>
                  <a:pt x="1714500" y="9525"/>
                </a:lnTo>
                <a:lnTo>
                  <a:pt x="1714500" y="19050"/>
                </a:lnTo>
                <a:lnTo>
                  <a:pt x="1695450" y="19050"/>
                </a:lnTo>
                <a:close/>
                <a:moveTo>
                  <a:pt x="1685925" y="19050"/>
                </a:moveTo>
                <a:lnTo>
                  <a:pt x="1695450" y="19050"/>
                </a:lnTo>
                <a:lnTo>
                  <a:pt x="1695450" y="28575"/>
                </a:lnTo>
                <a:lnTo>
                  <a:pt x="1685925" y="28575"/>
                </a:lnTo>
                <a:close/>
                <a:moveTo>
                  <a:pt x="1666875" y="28575"/>
                </a:moveTo>
                <a:lnTo>
                  <a:pt x="1685925" y="28575"/>
                </a:lnTo>
                <a:lnTo>
                  <a:pt x="1685925" y="38100"/>
                </a:lnTo>
                <a:lnTo>
                  <a:pt x="1666875" y="38100"/>
                </a:lnTo>
                <a:close/>
                <a:moveTo>
                  <a:pt x="1647825" y="38100"/>
                </a:moveTo>
                <a:lnTo>
                  <a:pt x="1666875" y="38100"/>
                </a:lnTo>
                <a:lnTo>
                  <a:pt x="1666875" y="47625"/>
                </a:lnTo>
                <a:lnTo>
                  <a:pt x="1647825" y="47625"/>
                </a:lnTo>
                <a:close/>
                <a:moveTo>
                  <a:pt x="1628775" y="47625"/>
                </a:moveTo>
                <a:lnTo>
                  <a:pt x="1647825" y="47625"/>
                </a:lnTo>
                <a:lnTo>
                  <a:pt x="1647825" y="57150"/>
                </a:lnTo>
                <a:lnTo>
                  <a:pt x="1628775" y="57150"/>
                </a:lnTo>
                <a:close/>
                <a:moveTo>
                  <a:pt x="1619250" y="57150"/>
                </a:moveTo>
                <a:lnTo>
                  <a:pt x="1628775" y="57150"/>
                </a:lnTo>
                <a:lnTo>
                  <a:pt x="1628775" y="66675"/>
                </a:lnTo>
                <a:lnTo>
                  <a:pt x="1619250" y="66675"/>
                </a:lnTo>
                <a:close/>
                <a:moveTo>
                  <a:pt x="1609725" y="66675"/>
                </a:moveTo>
                <a:lnTo>
                  <a:pt x="1619250" y="66675"/>
                </a:lnTo>
                <a:lnTo>
                  <a:pt x="1619250" y="85725"/>
                </a:lnTo>
                <a:lnTo>
                  <a:pt x="1609725" y="85725"/>
                </a:lnTo>
                <a:close/>
                <a:moveTo>
                  <a:pt x="1619250" y="85725"/>
                </a:moveTo>
                <a:lnTo>
                  <a:pt x="1628775" y="85725"/>
                </a:lnTo>
                <a:lnTo>
                  <a:pt x="1628775" y="95250"/>
                </a:lnTo>
                <a:lnTo>
                  <a:pt x="1619250" y="95250"/>
                </a:lnTo>
                <a:close/>
                <a:moveTo>
                  <a:pt x="1638300" y="95250"/>
                </a:moveTo>
                <a:lnTo>
                  <a:pt x="1647825" y="95250"/>
                </a:lnTo>
                <a:lnTo>
                  <a:pt x="1647825" y="104775"/>
                </a:lnTo>
                <a:lnTo>
                  <a:pt x="1638300" y="104775"/>
                </a:lnTo>
                <a:close/>
                <a:moveTo>
                  <a:pt x="1647825" y="104775"/>
                </a:moveTo>
                <a:lnTo>
                  <a:pt x="1657350" y="104775"/>
                </a:lnTo>
                <a:lnTo>
                  <a:pt x="1657350" y="114300"/>
                </a:lnTo>
                <a:lnTo>
                  <a:pt x="1647825" y="114300"/>
                </a:lnTo>
                <a:close/>
                <a:moveTo>
                  <a:pt x="1666875" y="114300"/>
                </a:moveTo>
                <a:lnTo>
                  <a:pt x="1676400" y="114300"/>
                </a:lnTo>
                <a:lnTo>
                  <a:pt x="1676400" y="123825"/>
                </a:lnTo>
                <a:lnTo>
                  <a:pt x="1666875" y="123825"/>
                </a:lnTo>
                <a:close/>
                <a:moveTo>
                  <a:pt x="1676400" y="123825"/>
                </a:moveTo>
                <a:lnTo>
                  <a:pt x="1685925" y="123825"/>
                </a:lnTo>
                <a:lnTo>
                  <a:pt x="1685925" y="133350"/>
                </a:lnTo>
                <a:lnTo>
                  <a:pt x="1676400" y="133350"/>
                </a:lnTo>
                <a:close/>
                <a:moveTo>
                  <a:pt x="1685925" y="133350"/>
                </a:moveTo>
                <a:lnTo>
                  <a:pt x="1695450" y="133350"/>
                </a:lnTo>
                <a:lnTo>
                  <a:pt x="1695450" y="142875"/>
                </a:lnTo>
                <a:lnTo>
                  <a:pt x="1685925" y="142875"/>
                </a:lnTo>
                <a:close/>
                <a:moveTo>
                  <a:pt x="1695450" y="142875"/>
                </a:moveTo>
                <a:lnTo>
                  <a:pt x="1704975" y="142875"/>
                </a:lnTo>
                <a:lnTo>
                  <a:pt x="1704975" y="152400"/>
                </a:lnTo>
                <a:lnTo>
                  <a:pt x="1695450" y="152400"/>
                </a:lnTo>
                <a:close/>
                <a:moveTo>
                  <a:pt x="1704975" y="152400"/>
                </a:moveTo>
                <a:lnTo>
                  <a:pt x="1714500" y="152400"/>
                </a:lnTo>
                <a:lnTo>
                  <a:pt x="1714500" y="171450"/>
                </a:lnTo>
                <a:lnTo>
                  <a:pt x="1704975" y="171450"/>
                </a:lnTo>
                <a:close/>
                <a:moveTo>
                  <a:pt x="1714500" y="171450"/>
                </a:moveTo>
                <a:lnTo>
                  <a:pt x="1724025" y="171450"/>
                </a:lnTo>
                <a:lnTo>
                  <a:pt x="1724025" y="180975"/>
                </a:lnTo>
                <a:lnTo>
                  <a:pt x="1714500" y="180975"/>
                </a:lnTo>
                <a:close/>
                <a:moveTo>
                  <a:pt x="1724025" y="180975"/>
                </a:moveTo>
                <a:lnTo>
                  <a:pt x="1733550" y="180975"/>
                </a:lnTo>
                <a:lnTo>
                  <a:pt x="1733550" y="200025"/>
                </a:lnTo>
                <a:lnTo>
                  <a:pt x="1724025" y="200025"/>
                </a:lnTo>
                <a:close/>
                <a:moveTo>
                  <a:pt x="1733550" y="200025"/>
                </a:moveTo>
                <a:lnTo>
                  <a:pt x="1743075" y="200025"/>
                </a:lnTo>
                <a:lnTo>
                  <a:pt x="1743075" y="209550"/>
                </a:lnTo>
                <a:lnTo>
                  <a:pt x="1733550" y="209550"/>
                </a:lnTo>
                <a:close/>
                <a:moveTo>
                  <a:pt x="1743075" y="219075"/>
                </a:moveTo>
                <a:lnTo>
                  <a:pt x="1752600" y="219075"/>
                </a:lnTo>
                <a:lnTo>
                  <a:pt x="1752600" y="228600"/>
                </a:lnTo>
                <a:lnTo>
                  <a:pt x="1743075" y="228600"/>
                </a:lnTo>
                <a:close/>
                <a:moveTo>
                  <a:pt x="1752600" y="228600"/>
                </a:moveTo>
                <a:lnTo>
                  <a:pt x="1762125" y="228600"/>
                </a:lnTo>
                <a:lnTo>
                  <a:pt x="1762125" y="247650"/>
                </a:lnTo>
                <a:lnTo>
                  <a:pt x="1752600" y="247650"/>
                </a:lnTo>
                <a:close/>
                <a:moveTo>
                  <a:pt x="1762125" y="247650"/>
                </a:moveTo>
                <a:lnTo>
                  <a:pt x="1771650" y="247650"/>
                </a:lnTo>
                <a:lnTo>
                  <a:pt x="1771650" y="276225"/>
                </a:lnTo>
                <a:lnTo>
                  <a:pt x="1762125" y="276225"/>
                </a:lnTo>
                <a:close/>
                <a:moveTo>
                  <a:pt x="2219325" y="266700"/>
                </a:moveTo>
                <a:lnTo>
                  <a:pt x="2314575" y="266700"/>
                </a:lnTo>
                <a:lnTo>
                  <a:pt x="2314575" y="276225"/>
                </a:lnTo>
                <a:lnTo>
                  <a:pt x="2219325" y="276225"/>
                </a:lnTo>
                <a:close/>
                <a:moveTo>
                  <a:pt x="1771650" y="276225"/>
                </a:moveTo>
                <a:lnTo>
                  <a:pt x="1781175" y="276225"/>
                </a:lnTo>
                <a:lnTo>
                  <a:pt x="1781175" y="304800"/>
                </a:lnTo>
                <a:lnTo>
                  <a:pt x="1771650" y="304800"/>
                </a:lnTo>
                <a:close/>
                <a:moveTo>
                  <a:pt x="2152650" y="276225"/>
                </a:moveTo>
                <a:lnTo>
                  <a:pt x="2181225" y="276225"/>
                </a:lnTo>
                <a:lnTo>
                  <a:pt x="2181225" y="285750"/>
                </a:lnTo>
                <a:lnTo>
                  <a:pt x="2152650" y="285750"/>
                </a:lnTo>
                <a:close/>
                <a:moveTo>
                  <a:pt x="2381250" y="276225"/>
                </a:moveTo>
                <a:lnTo>
                  <a:pt x="2447925" y="276225"/>
                </a:lnTo>
                <a:lnTo>
                  <a:pt x="2447925" y="285750"/>
                </a:lnTo>
                <a:lnTo>
                  <a:pt x="2381250" y="285750"/>
                </a:lnTo>
                <a:close/>
                <a:moveTo>
                  <a:pt x="2124075" y="285750"/>
                </a:moveTo>
                <a:lnTo>
                  <a:pt x="2143125" y="285750"/>
                </a:lnTo>
                <a:lnTo>
                  <a:pt x="2143125" y="295275"/>
                </a:lnTo>
                <a:lnTo>
                  <a:pt x="2124075" y="295275"/>
                </a:lnTo>
                <a:close/>
                <a:moveTo>
                  <a:pt x="2495550" y="285750"/>
                </a:moveTo>
                <a:lnTo>
                  <a:pt x="2571750" y="285750"/>
                </a:lnTo>
                <a:lnTo>
                  <a:pt x="2571750" y="295275"/>
                </a:lnTo>
                <a:lnTo>
                  <a:pt x="2495550" y="295275"/>
                </a:lnTo>
                <a:close/>
                <a:moveTo>
                  <a:pt x="2105025" y="295275"/>
                </a:moveTo>
                <a:lnTo>
                  <a:pt x="2124075" y="295275"/>
                </a:lnTo>
                <a:lnTo>
                  <a:pt x="2124075" y="304800"/>
                </a:lnTo>
                <a:lnTo>
                  <a:pt x="2105025" y="304800"/>
                </a:lnTo>
                <a:close/>
                <a:moveTo>
                  <a:pt x="2600325" y="295275"/>
                </a:moveTo>
                <a:lnTo>
                  <a:pt x="2705100" y="295275"/>
                </a:lnTo>
                <a:lnTo>
                  <a:pt x="2705100" y="304800"/>
                </a:lnTo>
                <a:lnTo>
                  <a:pt x="2600325" y="304800"/>
                </a:lnTo>
                <a:close/>
                <a:moveTo>
                  <a:pt x="2095500" y="304800"/>
                </a:moveTo>
                <a:lnTo>
                  <a:pt x="2105025" y="304800"/>
                </a:lnTo>
                <a:lnTo>
                  <a:pt x="2105025" y="314325"/>
                </a:lnTo>
                <a:lnTo>
                  <a:pt x="2095500" y="314325"/>
                </a:lnTo>
                <a:close/>
                <a:moveTo>
                  <a:pt x="2714625" y="304800"/>
                </a:moveTo>
                <a:lnTo>
                  <a:pt x="2790825" y="304800"/>
                </a:lnTo>
                <a:lnTo>
                  <a:pt x="2790825" y="314325"/>
                </a:lnTo>
                <a:lnTo>
                  <a:pt x="2714625" y="314325"/>
                </a:lnTo>
                <a:close/>
                <a:moveTo>
                  <a:pt x="2076450" y="314325"/>
                </a:moveTo>
                <a:lnTo>
                  <a:pt x="2085975" y="314325"/>
                </a:lnTo>
                <a:lnTo>
                  <a:pt x="2085975" y="323850"/>
                </a:lnTo>
                <a:lnTo>
                  <a:pt x="2076450" y="323850"/>
                </a:lnTo>
                <a:close/>
                <a:moveTo>
                  <a:pt x="2828925" y="314325"/>
                </a:moveTo>
                <a:lnTo>
                  <a:pt x="2905125" y="314325"/>
                </a:lnTo>
                <a:lnTo>
                  <a:pt x="2905125" y="323850"/>
                </a:lnTo>
                <a:lnTo>
                  <a:pt x="2828925" y="323850"/>
                </a:lnTo>
                <a:close/>
                <a:moveTo>
                  <a:pt x="1781175" y="323850"/>
                </a:moveTo>
                <a:lnTo>
                  <a:pt x="1790700" y="323850"/>
                </a:lnTo>
                <a:lnTo>
                  <a:pt x="1790700" y="352425"/>
                </a:lnTo>
                <a:lnTo>
                  <a:pt x="1781175" y="352425"/>
                </a:lnTo>
                <a:close/>
                <a:moveTo>
                  <a:pt x="2057400" y="323850"/>
                </a:moveTo>
                <a:lnTo>
                  <a:pt x="2076450" y="323850"/>
                </a:lnTo>
                <a:lnTo>
                  <a:pt x="2076450" y="333375"/>
                </a:lnTo>
                <a:lnTo>
                  <a:pt x="2066925" y="333375"/>
                </a:lnTo>
                <a:lnTo>
                  <a:pt x="2066925" y="342900"/>
                </a:lnTo>
                <a:lnTo>
                  <a:pt x="2057400" y="342900"/>
                </a:lnTo>
                <a:close/>
                <a:moveTo>
                  <a:pt x="2943225" y="323850"/>
                </a:moveTo>
                <a:lnTo>
                  <a:pt x="3009900" y="323850"/>
                </a:lnTo>
                <a:lnTo>
                  <a:pt x="3009900" y="333375"/>
                </a:lnTo>
                <a:lnTo>
                  <a:pt x="2943225" y="333375"/>
                </a:lnTo>
                <a:close/>
                <a:moveTo>
                  <a:pt x="3048000" y="333375"/>
                </a:moveTo>
                <a:lnTo>
                  <a:pt x="3124200" y="333375"/>
                </a:lnTo>
                <a:lnTo>
                  <a:pt x="3124200" y="342900"/>
                </a:lnTo>
                <a:lnTo>
                  <a:pt x="3048000" y="342900"/>
                </a:lnTo>
                <a:close/>
                <a:moveTo>
                  <a:pt x="2038350" y="342900"/>
                </a:moveTo>
                <a:lnTo>
                  <a:pt x="2047875" y="342900"/>
                </a:lnTo>
                <a:lnTo>
                  <a:pt x="2047875" y="352425"/>
                </a:lnTo>
                <a:lnTo>
                  <a:pt x="2038350" y="352425"/>
                </a:lnTo>
                <a:close/>
                <a:moveTo>
                  <a:pt x="3133725" y="342900"/>
                </a:moveTo>
                <a:lnTo>
                  <a:pt x="3190875" y="342900"/>
                </a:lnTo>
                <a:lnTo>
                  <a:pt x="3190875" y="352425"/>
                </a:lnTo>
                <a:lnTo>
                  <a:pt x="3133725" y="352425"/>
                </a:lnTo>
                <a:close/>
                <a:moveTo>
                  <a:pt x="2028825" y="352425"/>
                </a:moveTo>
                <a:lnTo>
                  <a:pt x="2038350" y="352425"/>
                </a:lnTo>
                <a:lnTo>
                  <a:pt x="2038350" y="361950"/>
                </a:lnTo>
                <a:lnTo>
                  <a:pt x="2028825" y="361950"/>
                </a:lnTo>
                <a:close/>
                <a:moveTo>
                  <a:pt x="3257550" y="352425"/>
                </a:moveTo>
                <a:lnTo>
                  <a:pt x="3295650" y="352425"/>
                </a:lnTo>
                <a:lnTo>
                  <a:pt x="3295650" y="361950"/>
                </a:lnTo>
                <a:lnTo>
                  <a:pt x="3257550" y="361950"/>
                </a:lnTo>
                <a:close/>
                <a:moveTo>
                  <a:pt x="2019300" y="361950"/>
                </a:moveTo>
                <a:lnTo>
                  <a:pt x="2028825" y="361950"/>
                </a:lnTo>
                <a:lnTo>
                  <a:pt x="2028825" y="371475"/>
                </a:lnTo>
                <a:lnTo>
                  <a:pt x="2019300" y="371475"/>
                </a:lnTo>
                <a:close/>
                <a:moveTo>
                  <a:pt x="3352800" y="361950"/>
                </a:moveTo>
                <a:lnTo>
                  <a:pt x="3409950" y="361950"/>
                </a:lnTo>
                <a:lnTo>
                  <a:pt x="3409950" y="371475"/>
                </a:lnTo>
                <a:lnTo>
                  <a:pt x="3352800" y="371475"/>
                </a:lnTo>
                <a:close/>
                <a:moveTo>
                  <a:pt x="1790700" y="371475"/>
                </a:moveTo>
                <a:lnTo>
                  <a:pt x="1800225" y="371475"/>
                </a:lnTo>
                <a:lnTo>
                  <a:pt x="1800225" y="466725"/>
                </a:lnTo>
                <a:lnTo>
                  <a:pt x="1790700" y="466725"/>
                </a:lnTo>
                <a:close/>
                <a:moveTo>
                  <a:pt x="3429000" y="371475"/>
                </a:moveTo>
                <a:lnTo>
                  <a:pt x="3486150" y="371475"/>
                </a:lnTo>
                <a:lnTo>
                  <a:pt x="3486150" y="381000"/>
                </a:lnTo>
                <a:lnTo>
                  <a:pt x="3429000" y="381000"/>
                </a:lnTo>
                <a:close/>
                <a:moveTo>
                  <a:pt x="2009775" y="381000"/>
                </a:moveTo>
                <a:lnTo>
                  <a:pt x="2019300" y="381000"/>
                </a:lnTo>
                <a:lnTo>
                  <a:pt x="2019300" y="390525"/>
                </a:lnTo>
                <a:lnTo>
                  <a:pt x="2009775" y="390525"/>
                </a:lnTo>
                <a:close/>
                <a:moveTo>
                  <a:pt x="3495675" y="381000"/>
                </a:moveTo>
                <a:lnTo>
                  <a:pt x="3524250" y="381000"/>
                </a:lnTo>
                <a:lnTo>
                  <a:pt x="3524250" y="390525"/>
                </a:lnTo>
                <a:lnTo>
                  <a:pt x="3495675" y="390525"/>
                </a:lnTo>
                <a:close/>
                <a:moveTo>
                  <a:pt x="2000250" y="390525"/>
                </a:moveTo>
                <a:lnTo>
                  <a:pt x="2009775" y="390525"/>
                </a:lnTo>
                <a:lnTo>
                  <a:pt x="2009775" y="400050"/>
                </a:lnTo>
                <a:lnTo>
                  <a:pt x="2000250" y="400050"/>
                </a:lnTo>
                <a:close/>
                <a:moveTo>
                  <a:pt x="3533775" y="390525"/>
                </a:moveTo>
                <a:lnTo>
                  <a:pt x="3552825" y="390525"/>
                </a:lnTo>
                <a:lnTo>
                  <a:pt x="3552825" y="400050"/>
                </a:lnTo>
                <a:lnTo>
                  <a:pt x="3533775" y="400050"/>
                </a:lnTo>
                <a:close/>
                <a:moveTo>
                  <a:pt x="1990725" y="400050"/>
                </a:moveTo>
                <a:lnTo>
                  <a:pt x="2000250" y="400050"/>
                </a:lnTo>
                <a:lnTo>
                  <a:pt x="2000250" y="409575"/>
                </a:lnTo>
                <a:lnTo>
                  <a:pt x="1990725" y="409575"/>
                </a:lnTo>
                <a:close/>
                <a:moveTo>
                  <a:pt x="3552825" y="400050"/>
                </a:moveTo>
                <a:lnTo>
                  <a:pt x="3571875" y="400050"/>
                </a:lnTo>
                <a:lnTo>
                  <a:pt x="3571875" y="409575"/>
                </a:lnTo>
                <a:lnTo>
                  <a:pt x="3552825" y="409575"/>
                </a:lnTo>
                <a:close/>
                <a:moveTo>
                  <a:pt x="1981200" y="409575"/>
                </a:moveTo>
                <a:lnTo>
                  <a:pt x="1990725" y="409575"/>
                </a:lnTo>
                <a:lnTo>
                  <a:pt x="1990725" y="428625"/>
                </a:lnTo>
                <a:lnTo>
                  <a:pt x="1981200" y="428625"/>
                </a:lnTo>
                <a:close/>
                <a:moveTo>
                  <a:pt x="3571875" y="409575"/>
                </a:moveTo>
                <a:lnTo>
                  <a:pt x="3590925" y="409575"/>
                </a:lnTo>
                <a:lnTo>
                  <a:pt x="3590925" y="419100"/>
                </a:lnTo>
                <a:lnTo>
                  <a:pt x="3571875" y="419100"/>
                </a:lnTo>
                <a:close/>
                <a:moveTo>
                  <a:pt x="3590925" y="419100"/>
                </a:moveTo>
                <a:lnTo>
                  <a:pt x="3609975" y="419100"/>
                </a:lnTo>
                <a:lnTo>
                  <a:pt x="3609975" y="428625"/>
                </a:lnTo>
                <a:lnTo>
                  <a:pt x="3590925" y="428625"/>
                </a:lnTo>
                <a:close/>
                <a:moveTo>
                  <a:pt x="3609975" y="428625"/>
                </a:moveTo>
                <a:lnTo>
                  <a:pt x="3619500" y="428625"/>
                </a:lnTo>
                <a:lnTo>
                  <a:pt x="3619500" y="438150"/>
                </a:lnTo>
                <a:lnTo>
                  <a:pt x="3609975" y="438150"/>
                </a:lnTo>
                <a:close/>
                <a:moveTo>
                  <a:pt x="1971675" y="438150"/>
                </a:moveTo>
                <a:lnTo>
                  <a:pt x="1981200" y="438150"/>
                </a:lnTo>
                <a:lnTo>
                  <a:pt x="1981200" y="447675"/>
                </a:lnTo>
                <a:lnTo>
                  <a:pt x="1971675" y="447675"/>
                </a:lnTo>
                <a:close/>
                <a:moveTo>
                  <a:pt x="3619500" y="438150"/>
                </a:moveTo>
                <a:lnTo>
                  <a:pt x="3629025" y="438150"/>
                </a:lnTo>
                <a:lnTo>
                  <a:pt x="3629025" y="447675"/>
                </a:lnTo>
                <a:lnTo>
                  <a:pt x="3619500" y="447675"/>
                </a:lnTo>
                <a:close/>
                <a:moveTo>
                  <a:pt x="3629025" y="447675"/>
                </a:moveTo>
                <a:lnTo>
                  <a:pt x="3638550" y="447675"/>
                </a:lnTo>
                <a:lnTo>
                  <a:pt x="3638550" y="457200"/>
                </a:lnTo>
                <a:lnTo>
                  <a:pt x="3629025" y="457200"/>
                </a:lnTo>
                <a:close/>
                <a:moveTo>
                  <a:pt x="1962150" y="457200"/>
                </a:moveTo>
                <a:lnTo>
                  <a:pt x="1971675" y="457200"/>
                </a:lnTo>
                <a:lnTo>
                  <a:pt x="1971675" y="476250"/>
                </a:lnTo>
                <a:lnTo>
                  <a:pt x="1962150" y="476250"/>
                </a:lnTo>
                <a:close/>
                <a:moveTo>
                  <a:pt x="3638550" y="457200"/>
                </a:moveTo>
                <a:lnTo>
                  <a:pt x="3648075" y="457200"/>
                </a:lnTo>
                <a:lnTo>
                  <a:pt x="3648075" y="466725"/>
                </a:lnTo>
                <a:lnTo>
                  <a:pt x="3638550" y="466725"/>
                </a:lnTo>
                <a:close/>
                <a:moveTo>
                  <a:pt x="3648075" y="466725"/>
                </a:moveTo>
                <a:lnTo>
                  <a:pt x="3657600" y="466725"/>
                </a:lnTo>
                <a:lnTo>
                  <a:pt x="3657600" y="476250"/>
                </a:lnTo>
                <a:lnTo>
                  <a:pt x="3648075" y="476250"/>
                </a:lnTo>
                <a:close/>
                <a:moveTo>
                  <a:pt x="1952625" y="476250"/>
                </a:moveTo>
                <a:lnTo>
                  <a:pt x="1962150" y="476250"/>
                </a:lnTo>
                <a:lnTo>
                  <a:pt x="1962150" y="495300"/>
                </a:lnTo>
                <a:lnTo>
                  <a:pt x="1952625" y="495300"/>
                </a:lnTo>
                <a:lnTo>
                  <a:pt x="1952625" y="514350"/>
                </a:lnTo>
                <a:lnTo>
                  <a:pt x="1943100" y="514350"/>
                </a:lnTo>
                <a:lnTo>
                  <a:pt x="1943100" y="485775"/>
                </a:lnTo>
                <a:lnTo>
                  <a:pt x="1952625" y="485775"/>
                </a:lnTo>
                <a:close/>
                <a:moveTo>
                  <a:pt x="3657600" y="476250"/>
                </a:moveTo>
                <a:lnTo>
                  <a:pt x="3667125" y="476250"/>
                </a:lnTo>
                <a:lnTo>
                  <a:pt x="3667125" y="485775"/>
                </a:lnTo>
                <a:lnTo>
                  <a:pt x="3657600" y="485775"/>
                </a:lnTo>
                <a:close/>
                <a:moveTo>
                  <a:pt x="3667125" y="485775"/>
                </a:moveTo>
                <a:lnTo>
                  <a:pt x="3676650" y="485775"/>
                </a:lnTo>
                <a:lnTo>
                  <a:pt x="3676650" y="495300"/>
                </a:lnTo>
                <a:lnTo>
                  <a:pt x="3667125" y="495300"/>
                </a:lnTo>
                <a:close/>
                <a:moveTo>
                  <a:pt x="3676650" y="495300"/>
                </a:moveTo>
                <a:lnTo>
                  <a:pt x="3686175" y="495300"/>
                </a:lnTo>
                <a:lnTo>
                  <a:pt x="3686175" y="504825"/>
                </a:lnTo>
                <a:lnTo>
                  <a:pt x="3676650" y="504825"/>
                </a:lnTo>
                <a:close/>
                <a:moveTo>
                  <a:pt x="3686175" y="504825"/>
                </a:moveTo>
                <a:lnTo>
                  <a:pt x="3695700" y="504825"/>
                </a:lnTo>
                <a:lnTo>
                  <a:pt x="3695700" y="514350"/>
                </a:lnTo>
                <a:lnTo>
                  <a:pt x="3705225" y="514350"/>
                </a:lnTo>
                <a:lnTo>
                  <a:pt x="3705225" y="533400"/>
                </a:lnTo>
                <a:lnTo>
                  <a:pt x="3695700" y="533400"/>
                </a:lnTo>
                <a:lnTo>
                  <a:pt x="3695700" y="523875"/>
                </a:lnTo>
                <a:lnTo>
                  <a:pt x="3686175" y="523875"/>
                </a:lnTo>
                <a:close/>
                <a:moveTo>
                  <a:pt x="266700" y="514350"/>
                </a:moveTo>
                <a:lnTo>
                  <a:pt x="304800" y="514350"/>
                </a:lnTo>
                <a:lnTo>
                  <a:pt x="304800" y="523875"/>
                </a:lnTo>
                <a:lnTo>
                  <a:pt x="314325" y="523875"/>
                </a:lnTo>
                <a:lnTo>
                  <a:pt x="314325" y="571500"/>
                </a:lnTo>
                <a:lnTo>
                  <a:pt x="304800" y="571500"/>
                </a:lnTo>
                <a:lnTo>
                  <a:pt x="304800" y="581025"/>
                </a:lnTo>
                <a:lnTo>
                  <a:pt x="266700" y="581025"/>
                </a:lnTo>
                <a:lnTo>
                  <a:pt x="266700" y="571500"/>
                </a:lnTo>
                <a:lnTo>
                  <a:pt x="257175" y="571500"/>
                </a:lnTo>
                <a:lnTo>
                  <a:pt x="257175" y="523875"/>
                </a:lnTo>
                <a:lnTo>
                  <a:pt x="266700" y="523875"/>
                </a:lnTo>
                <a:close/>
                <a:moveTo>
                  <a:pt x="1800225" y="514350"/>
                </a:moveTo>
                <a:lnTo>
                  <a:pt x="1809750" y="514350"/>
                </a:lnTo>
                <a:lnTo>
                  <a:pt x="1809750" y="542925"/>
                </a:lnTo>
                <a:lnTo>
                  <a:pt x="1819275" y="542925"/>
                </a:lnTo>
                <a:lnTo>
                  <a:pt x="1819275" y="552450"/>
                </a:lnTo>
                <a:lnTo>
                  <a:pt x="1800225" y="552450"/>
                </a:lnTo>
                <a:close/>
                <a:moveTo>
                  <a:pt x="1924050" y="514350"/>
                </a:moveTo>
                <a:lnTo>
                  <a:pt x="1943100" y="514350"/>
                </a:lnTo>
                <a:lnTo>
                  <a:pt x="1943100" y="600075"/>
                </a:lnTo>
                <a:lnTo>
                  <a:pt x="1933575" y="600075"/>
                </a:lnTo>
                <a:lnTo>
                  <a:pt x="1933575" y="666750"/>
                </a:lnTo>
                <a:lnTo>
                  <a:pt x="1924050" y="666750"/>
                </a:lnTo>
                <a:lnTo>
                  <a:pt x="1924050" y="695325"/>
                </a:lnTo>
                <a:lnTo>
                  <a:pt x="1914525" y="695325"/>
                </a:lnTo>
                <a:lnTo>
                  <a:pt x="1914525" y="781050"/>
                </a:lnTo>
                <a:lnTo>
                  <a:pt x="1905000" y="781050"/>
                </a:lnTo>
                <a:lnTo>
                  <a:pt x="1905000" y="819150"/>
                </a:lnTo>
                <a:lnTo>
                  <a:pt x="1895475" y="819150"/>
                </a:lnTo>
                <a:lnTo>
                  <a:pt x="1895475" y="828675"/>
                </a:lnTo>
                <a:lnTo>
                  <a:pt x="1885950" y="828675"/>
                </a:lnTo>
                <a:lnTo>
                  <a:pt x="1885950" y="847725"/>
                </a:lnTo>
                <a:lnTo>
                  <a:pt x="1876425" y="847725"/>
                </a:lnTo>
                <a:lnTo>
                  <a:pt x="1876425" y="857250"/>
                </a:lnTo>
                <a:lnTo>
                  <a:pt x="1866900" y="857250"/>
                </a:lnTo>
                <a:lnTo>
                  <a:pt x="1866900" y="866775"/>
                </a:lnTo>
                <a:lnTo>
                  <a:pt x="1857375" y="866775"/>
                </a:lnTo>
                <a:lnTo>
                  <a:pt x="1857375" y="876300"/>
                </a:lnTo>
                <a:lnTo>
                  <a:pt x="1847850" y="876300"/>
                </a:lnTo>
                <a:lnTo>
                  <a:pt x="1847850" y="866775"/>
                </a:lnTo>
                <a:lnTo>
                  <a:pt x="1838325" y="866775"/>
                </a:lnTo>
                <a:lnTo>
                  <a:pt x="1838325" y="857250"/>
                </a:lnTo>
                <a:lnTo>
                  <a:pt x="1857375" y="857250"/>
                </a:lnTo>
                <a:lnTo>
                  <a:pt x="1857375" y="819150"/>
                </a:lnTo>
                <a:lnTo>
                  <a:pt x="1847850" y="819150"/>
                </a:lnTo>
                <a:lnTo>
                  <a:pt x="1847850" y="809625"/>
                </a:lnTo>
                <a:lnTo>
                  <a:pt x="1857375" y="809625"/>
                </a:lnTo>
                <a:lnTo>
                  <a:pt x="1857375" y="752475"/>
                </a:lnTo>
                <a:lnTo>
                  <a:pt x="1847850" y="752475"/>
                </a:lnTo>
                <a:lnTo>
                  <a:pt x="1847850" y="762000"/>
                </a:lnTo>
                <a:lnTo>
                  <a:pt x="1838325" y="762000"/>
                </a:lnTo>
                <a:lnTo>
                  <a:pt x="1838325" y="781050"/>
                </a:lnTo>
                <a:lnTo>
                  <a:pt x="1828800" y="781050"/>
                </a:lnTo>
                <a:lnTo>
                  <a:pt x="1828800" y="742950"/>
                </a:lnTo>
                <a:lnTo>
                  <a:pt x="1819275" y="742950"/>
                </a:lnTo>
                <a:lnTo>
                  <a:pt x="1819275" y="619125"/>
                </a:lnTo>
                <a:lnTo>
                  <a:pt x="1809750" y="619125"/>
                </a:lnTo>
                <a:lnTo>
                  <a:pt x="1809750" y="561975"/>
                </a:lnTo>
                <a:lnTo>
                  <a:pt x="1819275" y="561975"/>
                </a:lnTo>
                <a:lnTo>
                  <a:pt x="1819275" y="571500"/>
                </a:lnTo>
                <a:lnTo>
                  <a:pt x="1828800" y="571500"/>
                </a:lnTo>
                <a:lnTo>
                  <a:pt x="1828800" y="561975"/>
                </a:lnTo>
                <a:lnTo>
                  <a:pt x="1905000" y="561975"/>
                </a:lnTo>
                <a:lnTo>
                  <a:pt x="1905000" y="571500"/>
                </a:lnTo>
                <a:lnTo>
                  <a:pt x="1933575" y="571500"/>
                </a:lnTo>
                <a:lnTo>
                  <a:pt x="1933575" y="542925"/>
                </a:lnTo>
                <a:lnTo>
                  <a:pt x="1924050" y="542925"/>
                </a:lnTo>
                <a:close/>
                <a:moveTo>
                  <a:pt x="276225" y="533400"/>
                </a:moveTo>
                <a:lnTo>
                  <a:pt x="285750" y="533400"/>
                </a:lnTo>
                <a:lnTo>
                  <a:pt x="285750" y="542925"/>
                </a:lnTo>
                <a:lnTo>
                  <a:pt x="304800" y="542925"/>
                </a:lnTo>
                <a:lnTo>
                  <a:pt x="304800" y="533400"/>
                </a:lnTo>
                <a:lnTo>
                  <a:pt x="295275" y="533400"/>
                </a:lnTo>
                <a:lnTo>
                  <a:pt x="295275" y="523875"/>
                </a:lnTo>
                <a:lnTo>
                  <a:pt x="276225" y="523875"/>
                </a:lnTo>
                <a:close/>
                <a:moveTo>
                  <a:pt x="3705225" y="533400"/>
                </a:moveTo>
                <a:lnTo>
                  <a:pt x="3714750" y="533400"/>
                </a:lnTo>
                <a:lnTo>
                  <a:pt x="3714750" y="552450"/>
                </a:lnTo>
                <a:lnTo>
                  <a:pt x="3724275" y="552450"/>
                </a:lnTo>
                <a:lnTo>
                  <a:pt x="3724275" y="581025"/>
                </a:lnTo>
                <a:lnTo>
                  <a:pt x="3714750" y="581025"/>
                </a:lnTo>
                <a:lnTo>
                  <a:pt x="3714750" y="561975"/>
                </a:lnTo>
                <a:lnTo>
                  <a:pt x="3705225" y="561975"/>
                </a:lnTo>
                <a:close/>
                <a:moveTo>
                  <a:pt x="3724275" y="590550"/>
                </a:moveTo>
                <a:lnTo>
                  <a:pt x="3733800" y="590550"/>
                </a:lnTo>
                <a:lnTo>
                  <a:pt x="3733800" y="619125"/>
                </a:lnTo>
                <a:lnTo>
                  <a:pt x="3724275" y="619125"/>
                </a:lnTo>
                <a:close/>
                <a:moveTo>
                  <a:pt x="2133600" y="600075"/>
                </a:moveTo>
                <a:lnTo>
                  <a:pt x="2171700" y="600075"/>
                </a:lnTo>
                <a:lnTo>
                  <a:pt x="2171700" y="609600"/>
                </a:lnTo>
                <a:lnTo>
                  <a:pt x="2181225" y="609600"/>
                </a:lnTo>
                <a:lnTo>
                  <a:pt x="2181225" y="666750"/>
                </a:lnTo>
                <a:lnTo>
                  <a:pt x="2171700" y="666750"/>
                </a:lnTo>
                <a:lnTo>
                  <a:pt x="2171700" y="676275"/>
                </a:lnTo>
                <a:lnTo>
                  <a:pt x="2124075" y="676275"/>
                </a:lnTo>
                <a:lnTo>
                  <a:pt x="2124075" y="666750"/>
                </a:lnTo>
                <a:lnTo>
                  <a:pt x="2114550" y="666750"/>
                </a:lnTo>
                <a:lnTo>
                  <a:pt x="2114550" y="619125"/>
                </a:lnTo>
                <a:lnTo>
                  <a:pt x="2124075" y="619125"/>
                </a:lnTo>
                <a:lnTo>
                  <a:pt x="2124075" y="609600"/>
                </a:lnTo>
                <a:lnTo>
                  <a:pt x="2133600" y="609600"/>
                </a:lnTo>
                <a:close/>
                <a:moveTo>
                  <a:pt x="2124075" y="657225"/>
                </a:moveTo>
                <a:lnTo>
                  <a:pt x="2133600" y="657225"/>
                </a:lnTo>
                <a:lnTo>
                  <a:pt x="2133600" y="666750"/>
                </a:lnTo>
                <a:lnTo>
                  <a:pt x="2162175" y="666750"/>
                </a:lnTo>
                <a:lnTo>
                  <a:pt x="2162175" y="657225"/>
                </a:lnTo>
                <a:lnTo>
                  <a:pt x="2171700" y="657225"/>
                </a:lnTo>
                <a:lnTo>
                  <a:pt x="2171700" y="638175"/>
                </a:lnTo>
                <a:lnTo>
                  <a:pt x="2162175" y="638175"/>
                </a:lnTo>
                <a:lnTo>
                  <a:pt x="2162175" y="628650"/>
                </a:lnTo>
                <a:lnTo>
                  <a:pt x="2124075" y="628650"/>
                </a:lnTo>
                <a:close/>
                <a:moveTo>
                  <a:pt x="3733800" y="657225"/>
                </a:moveTo>
                <a:lnTo>
                  <a:pt x="3743325" y="657225"/>
                </a:lnTo>
                <a:lnTo>
                  <a:pt x="3743325" y="704850"/>
                </a:lnTo>
                <a:lnTo>
                  <a:pt x="3733800" y="704850"/>
                </a:lnTo>
                <a:close/>
                <a:moveTo>
                  <a:pt x="1895475" y="752475"/>
                </a:moveTo>
                <a:lnTo>
                  <a:pt x="1905000" y="752475"/>
                </a:lnTo>
                <a:lnTo>
                  <a:pt x="1905000" y="733425"/>
                </a:lnTo>
                <a:lnTo>
                  <a:pt x="1885950" y="733425"/>
                </a:lnTo>
                <a:lnTo>
                  <a:pt x="1885950" y="762000"/>
                </a:lnTo>
                <a:lnTo>
                  <a:pt x="1895475" y="762000"/>
                </a:lnTo>
                <a:close/>
                <a:moveTo>
                  <a:pt x="1828800" y="809625"/>
                </a:moveTo>
                <a:lnTo>
                  <a:pt x="1838325" y="809625"/>
                </a:lnTo>
                <a:lnTo>
                  <a:pt x="1838325" y="819150"/>
                </a:lnTo>
                <a:lnTo>
                  <a:pt x="1847850" y="819150"/>
                </a:lnTo>
                <a:lnTo>
                  <a:pt x="1847850" y="847725"/>
                </a:lnTo>
                <a:lnTo>
                  <a:pt x="1838325" y="847725"/>
                </a:lnTo>
                <a:lnTo>
                  <a:pt x="1838325" y="828675"/>
                </a:lnTo>
                <a:lnTo>
                  <a:pt x="1828800" y="828675"/>
                </a:lnTo>
                <a:close/>
                <a:moveTo>
                  <a:pt x="3724275" y="952500"/>
                </a:moveTo>
                <a:lnTo>
                  <a:pt x="3733800" y="952500"/>
                </a:lnTo>
                <a:lnTo>
                  <a:pt x="3733800" y="962025"/>
                </a:lnTo>
                <a:lnTo>
                  <a:pt x="3724275" y="962025"/>
                </a:lnTo>
                <a:close/>
                <a:moveTo>
                  <a:pt x="3743325" y="962025"/>
                </a:moveTo>
                <a:lnTo>
                  <a:pt x="3752850" y="962025"/>
                </a:lnTo>
                <a:lnTo>
                  <a:pt x="3752850" y="971550"/>
                </a:lnTo>
                <a:lnTo>
                  <a:pt x="3743325" y="971550"/>
                </a:lnTo>
                <a:close/>
                <a:moveTo>
                  <a:pt x="3762375" y="971550"/>
                </a:moveTo>
                <a:lnTo>
                  <a:pt x="3771900" y="971550"/>
                </a:lnTo>
                <a:lnTo>
                  <a:pt x="3771900" y="981075"/>
                </a:lnTo>
                <a:lnTo>
                  <a:pt x="3762375" y="981075"/>
                </a:lnTo>
                <a:close/>
                <a:moveTo>
                  <a:pt x="3800475" y="990600"/>
                </a:moveTo>
                <a:lnTo>
                  <a:pt x="3810000" y="990600"/>
                </a:lnTo>
                <a:lnTo>
                  <a:pt x="3810000" y="1000125"/>
                </a:lnTo>
                <a:lnTo>
                  <a:pt x="3800475" y="1000125"/>
                </a:lnTo>
                <a:close/>
                <a:moveTo>
                  <a:pt x="3810000" y="1000125"/>
                </a:moveTo>
                <a:lnTo>
                  <a:pt x="3819525" y="1000125"/>
                </a:lnTo>
                <a:lnTo>
                  <a:pt x="3819525" y="1009650"/>
                </a:lnTo>
                <a:lnTo>
                  <a:pt x="3810000" y="1009650"/>
                </a:lnTo>
                <a:close/>
                <a:moveTo>
                  <a:pt x="2076450" y="1323975"/>
                </a:moveTo>
                <a:lnTo>
                  <a:pt x="2085975" y="1323975"/>
                </a:lnTo>
                <a:lnTo>
                  <a:pt x="2085975" y="1333500"/>
                </a:lnTo>
                <a:lnTo>
                  <a:pt x="2076450" y="1333500"/>
                </a:lnTo>
                <a:close/>
                <a:moveTo>
                  <a:pt x="2105025" y="1323975"/>
                </a:moveTo>
                <a:lnTo>
                  <a:pt x="2124075" y="1323975"/>
                </a:lnTo>
                <a:lnTo>
                  <a:pt x="2124075" y="1333500"/>
                </a:lnTo>
                <a:lnTo>
                  <a:pt x="2105025" y="1333500"/>
                </a:lnTo>
                <a:close/>
                <a:moveTo>
                  <a:pt x="2057400" y="1333500"/>
                </a:moveTo>
                <a:lnTo>
                  <a:pt x="2066925" y="1333500"/>
                </a:lnTo>
                <a:lnTo>
                  <a:pt x="2066925" y="1343025"/>
                </a:lnTo>
                <a:lnTo>
                  <a:pt x="2057400" y="1343025"/>
                </a:lnTo>
                <a:close/>
                <a:moveTo>
                  <a:pt x="2047875" y="1343025"/>
                </a:moveTo>
                <a:lnTo>
                  <a:pt x="2057400" y="1343025"/>
                </a:lnTo>
                <a:lnTo>
                  <a:pt x="2057400" y="1352550"/>
                </a:lnTo>
                <a:lnTo>
                  <a:pt x="2047875" y="1352550"/>
                </a:lnTo>
                <a:close/>
                <a:moveTo>
                  <a:pt x="2085975" y="1362075"/>
                </a:moveTo>
                <a:lnTo>
                  <a:pt x="2105025" y="1362075"/>
                </a:lnTo>
                <a:lnTo>
                  <a:pt x="2105025" y="1371600"/>
                </a:lnTo>
                <a:lnTo>
                  <a:pt x="2114550" y="1371600"/>
                </a:lnTo>
                <a:lnTo>
                  <a:pt x="2114550" y="1381125"/>
                </a:lnTo>
                <a:lnTo>
                  <a:pt x="2076450" y="1381125"/>
                </a:lnTo>
                <a:lnTo>
                  <a:pt x="2076450" y="1371600"/>
                </a:lnTo>
                <a:lnTo>
                  <a:pt x="2085975" y="1371600"/>
                </a:lnTo>
                <a:close/>
                <a:moveTo>
                  <a:pt x="2066925" y="1381125"/>
                </a:moveTo>
                <a:lnTo>
                  <a:pt x="2076450" y="1381125"/>
                </a:lnTo>
                <a:lnTo>
                  <a:pt x="2076450" y="1400175"/>
                </a:lnTo>
                <a:lnTo>
                  <a:pt x="2066925" y="1400175"/>
                </a:lnTo>
                <a:close/>
                <a:moveTo>
                  <a:pt x="2133600" y="1381125"/>
                </a:moveTo>
                <a:lnTo>
                  <a:pt x="2200275" y="1381125"/>
                </a:lnTo>
                <a:lnTo>
                  <a:pt x="2200275" y="1390650"/>
                </a:lnTo>
                <a:lnTo>
                  <a:pt x="2133600" y="1390650"/>
                </a:lnTo>
                <a:close/>
                <a:moveTo>
                  <a:pt x="2200275" y="1390650"/>
                </a:moveTo>
                <a:lnTo>
                  <a:pt x="2228850" y="1390650"/>
                </a:lnTo>
                <a:lnTo>
                  <a:pt x="2228850" y="1400175"/>
                </a:lnTo>
                <a:lnTo>
                  <a:pt x="2200275" y="1400175"/>
                </a:lnTo>
                <a:close/>
                <a:moveTo>
                  <a:pt x="2076450" y="1409700"/>
                </a:moveTo>
                <a:lnTo>
                  <a:pt x="2085975" y="1409700"/>
                </a:lnTo>
                <a:lnTo>
                  <a:pt x="2085975" y="1428750"/>
                </a:lnTo>
                <a:lnTo>
                  <a:pt x="2076450" y="1428750"/>
                </a:lnTo>
                <a:close/>
                <a:moveTo>
                  <a:pt x="2019300" y="1438275"/>
                </a:moveTo>
                <a:lnTo>
                  <a:pt x="2028825" y="1438275"/>
                </a:lnTo>
                <a:lnTo>
                  <a:pt x="2028825" y="1447800"/>
                </a:lnTo>
                <a:lnTo>
                  <a:pt x="2019300" y="1447800"/>
                </a:lnTo>
                <a:close/>
                <a:moveTo>
                  <a:pt x="2114550" y="1438275"/>
                </a:moveTo>
                <a:lnTo>
                  <a:pt x="2124075" y="1438275"/>
                </a:lnTo>
                <a:lnTo>
                  <a:pt x="2124075" y="1447800"/>
                </a:lnTo>
                <a:lnTo>
                  <a:pt x="2114550" y="1447800"/>
                </a:lnTo>
                <a:close/>
                <a:moveTo>
                  <a:pt x="2257425" y="1485900"/>
                </a:moveTo>
                <a:lnTo>
                  <a:pt x="2266950" y="1485900"/>
                </a:lnTo>
                <a:lnTo>
                  <a:pt x="2266950" y="1495425"/>
                </a:lnTo>
                <a:lnTo>
                  <a:pt x="2257425" y="1495425"/>
                </a:lnTo>
                <a:close/>
                <a:moveTo>
                  <a:pt x="3829050" y="2752725"/>
                </a:moveTo>
                <a:lnTo>
                  <a:pt x="3838575" y="2752725"/>
                </a:lnTo>
                <a:lnTo>
                  <a:pt x="3838575" y="2762250"/>
                </a:lnTo>
                <a:lnTo>
                  <a:pt x="3829050" y="2762250"/>
                </a:lnTo>
                <a:close/>
                <a:moveTo>
                  <a:pt x="3819525" y="2762250"/>
                </a:moveTo>
                <a:lnTo>
                  <a:pt x="3829050" y="2762250"/>
                </a:lnTo>
                <a:lnTo>
                  <a:pt x="3829050" y="2771775"/>
                </a:lnTo>
                <a:lnTo>
                  <a:pt x="3819525" y="2771775"/>
                </a:lnTo>
                <a:close/>
                <a:moveTo>
                  <a:pt x="3810000" y="2771775"/>
                </a:moveTo>
                <a:lnTo>
                  <a:pt x="3819525" y="2771775"/>
                </a:lnTo>
                <a:lnTo>
                  <a:pt x="3819525" y="2781300"/>
                </a:lnTo>
                <a:lnTo>
                  <a:pt x="3810000" y="2781300"/>
                </a:lnTo>
                <a:close/>
                <a:moveTo>
                  <a:pt x="3800475" y="2781300"/>
                </a:moveTo>
                <a:lnTo>
                  <a:pt x="3810000" y="2781300"/>
                </a:lnTo>
                <a:lnTo>
                  <a:pt x="3810000" y="2790825"/>
                </a:lnTo>
                <a:lnTo>
                  <a:pt x="3800475" y="2790825"/>
                </a:lnTo>
                <a:close/>
                <a:moveTo>
                  <a:pt x="3790950" y="2790825"/>
                </a:moveTo>
                <a:lnTo>
                  <a:pt x="3800475" y="2790825"/>
                </a:lnTo>
                <a:lnTo>
                  <a:pt x="3800475" y="2800350"/>
                </a:lnTo>
                <a:lnTo>
                  <a:pt x="3790950" y="2800350"/>
                </a:lnTo>
                <a:close/>
                <a:moveTo>
                  <a:pt x="3781425" y="2800350"/>
                </a:moveTo>
                <a:lnTo>
                  <a:pt x="3790950" y="2800350"/>
                </a:lnTo>
                <a:lnTo>
                  <a:pt x="3790950" y="2809875"/>
                </a:lnTo>
                <a:lnTo>
                  <a:pt x="3781425" y="2809875"/>
                </a:lnTo>
                <a:close/>
                <a:moveTo>
                  <a:pt x="3771900" y="2809875"/>
                </a:moveTo>
                <a:lnTo>
                  <a:pt x="3781425" y="2809875"/>
                </a:lnTo>
                <a:lnTo>
                  <a:pt x="3781425" y="2819400"/>
                </a:lnTo>
                <a:lnTo>
                  <a:pt x="3771900" y="2819400"/>
                </a:lnTo>
                <a:close/>
                <a:moveTo>
                  <a:pt x="3762375" y="2819400"/>
                </a:moveTo>
                <a:lnTo>
                  <a:pt x="3771900" y="2819400"/>
                </a:lnTo>
                <a:lnTo>
                  <a:pt x="3771900" y="2828925"/>
                </a:lnTo>
                <a:lnTo>
                  <a:pt x="3762375" y="2828925"/>
                </a:lnTo>
                <a:close/>
                <a:moveTo>
                  <a:pt x="3752850" y="2828925"/>
                </a:moveTo>
                <a:lnTo>
                  <a:pt x="3762375" y="2828925"/>
                </a:lnTo>
                <a:lnTo>
                  <a:pt x="3762375" y="2838450"/>
                </a:lnTo>
                <a:lnTo>
                  <a:pt x="3752850" y="2838450"/>
                </a:lnTo>
                <a:close/>
                <a:moveTo>
                  <a:pt x="3733800" y="2838450"/>
                </a:moveTo>
                <a:lnTo>
                  <a:pt x="3743325" y="2838450"/>
                </a:lnTo>
                <a:lnTo>
                  <a:pt x="3743325" y="2847975"/>
                </a:lnTo>
                <a:lnTo>
                  <a:pt x="3733800" y="2847975"/>
                </a:lnTo>
                <a:close/>
                <a:moveTo>
                  <a:pt x="3724275" y="2847975"/>
                </a:moveTo>
                <a:lnTo>
                  <a:pt x="3733800" y="2847975"/>
                </a:lnTo>
                <a:lnTo>
                  <a:pt x="3733800" y="2857500"/>
                </a:lnTo>
                <a:lnTo>
                  <a:pt x="3724275" y="2857500"/>
                </a:lnTo>
                <a:close/>
                <a:moveTo>
                  <a:pt x="3714750" y="2857500"/>
                </a:moveTo>
                <a:lnTo>
                  <a:pt x="3724275" y="2857500"/>
                </a:lnTo>
                <a:lnTo>
                  <a:pt x="3724275" y="2867025"/>
                </a:lnTo>
                <a:lnTo>
                  <a:pt x="3714750" y="2867025"/>
                </a:lnTo>
                <a:close/>
                <a:moveTo>
                  <a:pt x="3705225" y="2867025"/>
                </a:moveTo>
                <a:lnTo>
                  <a:pt x="3714750" y="2867025"/>
                </a:lnTo>
                <a:lnTo>
                  <a:pt x="3714750" y="2876550"/>
                </a:lnTo>
                <a:lnTo>
                  <a:pt x="3705225" y="2876550"/>
                </a:lnTo>
                <a:close/>
                <a:moveTo>
                  <a:pt x="3695700" y="2876550"/>
                </a:moveTo>
                <a:lnTo>
                  <a:pt x="3705225" y="2876550"/>
                </a:lnTo>
                <a:lnTo>
                  <a:pt x="3705225" y="2886075"/>
                </a:lnTo>
                <a:lnTo>
                  <a:pt x="3695700" y="2886075"/>
                </a:lnTo>
                <a:close/>
                <a:moveTo>
                  <a:pt x="3686175" y="2886075"/>
                </a:moveTo>
                <a:lnTo>
                  <a:pt x="3695700" y="2886075"/>
                </a:lnTo>
                <a:lnTo>
                  <a:pt x="3695700" y="2895600"/>
                </a:lnTo>
                <a:lnTo>
                  <a:pt x="3686175" y="2895600"/>
                </a:lnTo>
                <a:close/>
                <a:moveTo>
                  <a:pt x="3667125" y="2895600"/>
                </a:moveTo>
                <a:lnTo>
                  <a:pt x="3686175" y="2895600"/>
                </a:lnTo>
                <a:lnTo>
                  <a:pt x="3686175" y="2905125"/>
                </a:lnTo>
                <a:lnTo>
                  <a:pt x="3667125" y="2905125"/>
                </a:lnTo>
                <a:close/>
                <a:moveTo>
                  <a:pt x="3657600" y="2905125"/>
                </a:moveTo>
                <a:lnTo>
                  <a:pt x="3667125" y="2905125"/>
                </a:lnTo>
                <a:lnTo>
                  <a:pt x="3667125" y="2914650"/>
                </a:lnTo>
                <a:lnTo>
                  <a:pt x="3657600" y="2914650"/>
                </a:lnTo>
                <a:close/>
                <a:moveTo>
                  <a:pt x="3648075" y="2914650"/>
                </a:moveTo>
                <a:lnTo>
                  <a:pt x="3657600" y="2914650"/>
                </a:lnTo>
                <a:lnTo>
                  <a:pt x="3657600" y="2924175"/>
                </a:lnTo>
                <a:lnTo>
                  <a:pt x="3648075" y="2924175"/>
                </a:lnTo>
                <a:close/>
                <a:moveTo>
                  <a:pt x="3629025" y="2924175"/>
                </a:moveTo>
                <a:lnTo>
                  <a:pt x="3638550" y="2924175"/>
                </a:lnTo>
                <a:lnTo>
                  <a:pt x="3638550" y="2933700"/>
                </a:lnTo>
                <a:lnTo>
                  <a:pt x="3629025" y="2933700"/>
                </a:lnTo>
                <a:close/>
                <a:moveTo>
                  <a:pt x="3619500" y="2933700"/>
                </a:moveTo>
                <a:lnTo>
                  <a:pt x="3629025" y="2933700"/>
                </a:lnTo>
                <a:lnTo>
                  <a:pt x="3629025" y="2943225"/>
                </a:lnTo>
                <a:lnTo>
                  <a:pt x="3619500" y="2943225"/>
                </a:lnTo>
                <a:close/>
                <a:moveTo>
                  <a:pt x="3609975" y="2943225"/>
                </a:moveTo>
                <a:lnTo>
                  <a:pt x="3619500" y="2943225"/>
                </a:lnTo>
                <a:lnTo>
                  <a:pt x="3619500" y="2952750"/>
                </a:lnTo>
                <a:lnTo>
                  <a:pt x="3609975" y="2952750"/>
                </a:lnTo>
                <a:close/>
                <a:moveTo>
                  <a:pt x="3590925" y="2952750"/>
                </a:moveTo>
                <a:lnTo>
                  <a:pt x="3600450" y="2952750"/>
                </a:lnTo>
                <a:lnTo>
                  <a:pt x="3600450" y="2962275"/>
                </a:lnTo>
                <a:lnTo>
                  <a:pt x="3590925" y="2962275"/>
                </a:lnTo>
                <a:close/>
                <a:moveTo>
                  <a:pt x="3571875" y="2962275"/>
                </a:moveTo>
                <a:lnTo>
                  <a:pt x="3590925" y="2962275"/>
                </a:lnTo>
                <a:lnTo>
                  <a:pt x="3590925" y="2971800"/>
                </a:lnTo>
                <a:lnTo>
                  <a:pt x="3571875" y="2971800"/>
                </a:lnTo>
                <a:close/>
                <a:moveTo>
                  <a:pt x="3562350" y="2971800"/>
                </a:moveTo>
                <a:lnTo>
                  <a:pt x="3571875" y="2971800"/>
                </a:lnTo>
                <a:lnTo>
                  <a:pt x="3571875" y="2981325"/>
                </a:lnTo>
                <a:lnTo>
                  <a:pt x="3562350" y="2981325"/>
                </a:lnTo>
                <a:close/>
                <a:moveTo>
                  <a:pt x="3543300" y="2981325"/>
                </a:moveTo>
                <a:lnTo>
                  <a:pt x="3562350" y="2981325"/>
                </a:lnTo>
                <a:lnTo>
                  <a:pt x="3562350" y="2990850"/>
                </a:lnTo>
                <a:lnTo>
                  <a:pt x="3543300" y="2990850"/>
                </a:lnTo>
                <a:close/>
                <a:moveTo>
                  <a:pt x="3533775" y="2990850"/>
                </a:moveTo>
                <a:lnTo>
                  <a:pt x="3543300" y="2990850"/>
                </a:lnTo>
                <a:lnTo>
                  <a:pt x="3543300" y="3000375"/>
                </a:lnTo>
                <a:lnTo>
                  <a:pt x="3533775" y="3000375"/>
                </a:lnTo>
                <a:close/>
                <a:moveTo>
                  <a:pt x="3514725" y="3000375"/>
                </a:moveTo>
                <a:lnTo>
                  <a:pt x="3533775" y="3000375"/>
                </a:lnTo>
                <a:lnTo>
                  <a:pt x="3533775" y="3009900"/>
                </a:lnTo>
                <a:lnTo>
                  <a:pt x="3514725" y="3009900"/>
                </a:lnTo>
                <a:close/>
                <a:moveTo>
                  <a:pt x="3505200" y="3009900"/>
                </a:moveTo>
                <a:lnTo>
                  <a:pt x="3514725" y="3009900"/>
                </a:lnTo>
                <a:lnTo>
                  <a:pt x="3514725" y="3019425"/>
                </a:lnTo>
                <a:lnTo>
                  <a:pt x="3505200" y="3019425"/>
                </a:lnTo>
                <a:close/>
                <a:moveTo>
                  <a:pt x="3486150" y="3019425"/>
                </a:moveTo>
                <a:lnTo>
                  <a:pt x="3495675" y="3019425"/>
                </a:lnTo>
                <a:lnTo>
                  <a:pt x="3495675" y="3028950"/>
                </a:lnTo>
                <a:lnTo>
                  <a:pt x="3486150" y="3028950"/>
                </a:lnTo>
                <a:close/>
                <a:moveTo>
                  <a:pt x="3467100" y="3028950"/>
                </a:moveTo>
                <a:lnTo>
                  <a:pt x="3476625" y="3028950"/>
                </a:lnTo>
                <a:lnTo>
                  <a:pt x="3476625" y="3038475"/>
                </a:lnTo>
                <a:lnTo>
                  <a:pt x="3467100" y="3038475"/>
                </a:lnTo>
                <a:close/>
                <a:moveTo>
                  <a:pt x="3448050" y="3038475"/>
                </a:moveTo>
                <a:lnTo>
                  <a:pt x="3457575" y="3038475"/>
                </a:lnTo>
                <a:lnTo>
                  <a:pt x="3457575" y="3048000"/>
                </a:lnTo>
                <a:lnTo>
                  <a:pt x="3448050" y="3048000"/>
                </a:lnTo>
                <a:close/>
                <a:moveTo>
                  <a:pt x="3429000" y="3048000"/>
                </a:moveTo>
                <a:lnTo>
                  <a:pt x="3448050" y="3048000"/>
                </a:lnTo>
                <a:lnTo>
                  <a:pt x="3448050" y="3057525"/>
                </a:lnTo>
                <a:lnTo>
                  <a:pt x="3429000" y="3057525"/>
                </a:lnTo>
                <a:close/>
                <a:moveTo>
                  <a:pt x="3419475" y="3057525"/>
                </a:moveTo>
                <a:lnTo>
                  <a:pt x="3429000" y="3057525"/>
                </a:lnTo>
                <a:lnTo>
                  <a:pt x="3429000" y="3067050"/>
                </a:lnTo>
                <a:lnTo>
                  <a:pt x="3419475" y="3067050"/>
                </a:lnTo>
                <a:close/>
                <a:moveTo>
                  <a:pt x="3409950" y="3086100"/>
                </a:moveTo>
                <a:lnTo>
                  <a:pt x="3419475" y="3086100"/>
                </a:lnTo>
                <a:lnTo>
                  <a:pt x="3419475" y="3133725"/>
                </a:lnTo>
                <a:lnTo>
                  <a:pt x="3409950" y="3133725"/>
                </a:lnTo>
                <a:close/>
                <a:moveTo>
                  <a:pt x="171450" y="3095625"/>
                </a:moveTo>
                <a:lnTo>
                  <a:pt x="190500" y="3095625"/>
                </a:lnTo>
                <a:lnTo>
                  <a:pt x="190500" y="3105150"/>
                </a:lnTo>
                <a:lnTo>
                  <a:pt x="200025" y="3105150"/>
                </a:lnTo>
                <a:lnTo>
                  <a:pt x="200025" y="3267075"/>
                </a:lnTo>
                <a:lnTo>
                  <a:pt x="209550" y="3267075"/>
                </a:lnTo>
                <a:lnTo>
                  <a:pt x="209550" y="3343275"/>
                </a:lnTo>
                <a:lnTo>
                  <a:pt x="200025" y="3343275"/>
                </a:lnTo>
                <a:lnTo>
                  <a:pt x="200025" y="3362325"/>
                </a:lnTo>
                <a:lnTo>
                  <a:pt x="209550" y="3362325"/>
                </a:lnTo>
                <a:lnTo>
                  <a:pt x="209550" y="3438525"/>
                </a:lnTo>
                <a:lnTo>
                  <a:pt x="200025" y="3438525"/>
                </a:lnTo>
                <a:lnTo>
                  <a:pt x="200025" y="3467100"/>
                </a:lnTo>
                <a:lnTo>
                  <a:pt x="209550" y="3467100"/>
                </a:lnTo>
                <a:lnTo>
                  <a:pt x="209550" y="3486150"/>
                </a:lnTo>
                <a:lnTo>
                  <a:pt x="200025" y="3486150"/>
                </a:lnTo>
                <a:lnTo>
                  <a:pt x="200025" y="3514725"/>
                </a:lnTo>
                <a:lnTo>
                  <a:pt x="190500" y="3514725"/>
                </a:lnTo>
                <a:lnTo>
                  <a:pt x="190500" y="3524250"/>
                </a:lnTo>
                <a:lnTo>
                  <a:pt x="161925" y="3524250"/>
                </a:lnTo>
                <a:lnTo>
                  <a:pt x="161925" y="3533775"/>
                </a:lnTo>
                <a:lnTo>
                  <a:pt x="133350" y="3533775"/>
                </a:lnTo>
                <a:lnTo>
                  <a:pt x="133350" y="3543300"/>
                </a:lnTo>
                <a:lnTo>
                  <a:pt x="123825" y="3543300"/>
                </a:lnTo>
                <a:lnTo>
                  <a:pt x="123825" y="3552825"/>
                </a:lnTo>
                <a:lnTo>
                  <a:pt x="114300" y="3552825"/>
                </a:lnTo>
                <a:lnTo>
                  <a:pt x="114300" y="3571875"/>
                </a:lnTo>
                <a:lnTo>
                  <a:pt x="95250" y="3571875"/>
                </a:lnTo>
                <a:lnTo>
                  <a:pt x="95250" y="3581400"/>
                </a:lnTo>
                <a:lnTo>
                  <a:pt x="85725" y="3581400"/>
                </a:lnTo>
                <a:lnTo>
                  <a:pt x="85725" y="3590925"/>
                </a:lnTo>
                <a:lnTo>
                  <a:pt x="76200" y="3590925"/>
                </a:lnTo>
                <a:lnTo>
                  <a:pt x="76200" y="3638550"/>
                </a:lnTo>
                <a:lnTo>
                  <a:pt x="66675" y="3638550"/>
                </a:lnTo>
                <a:lnTo>
                  <a:pt x="66675" y="3648075"/>
                </a:lnTo>
                <a:lnTo>
                  <a:pt x="57150" y="3648075"/>
                </a:lnTo>
                <a:lnTo>
                  <a:pt x="57150" y="3657600"/>
                </a:lnTo>
                <a:lnTo>
                  <a:pt x="47625" y="3657600"/>
                </a:lnTo>
                <a:lnTo>
                  <a:pt x="47625" y="3676650"/>
                </a:lnTo>
                <a:lnTo>
                  <a:pt x="57150" y="3676650"/>
                </a:lnTo>
                <a:lnTo>
                  <a:pt x="57150" y="3667125"/>
                </a:lnTo>
                <a:lnTo>
                  <a:pt x="66675" y="3667125"/>
                </a:lnTo>
                <a:lnTo>
                  <a:pt x="66675" y="3657600"/>
                </a:lnTo>
                <a:lnTo>
                  <a:pt x="76200" y="3657600"/>
                </a:lnTo>
                <a:lnTo>
                  <a:pt x="76200" y="3667125"/>
                </a:lnTo>
                <a:lnTo>
                  <a:pt x="66675" y="3667125"/>
                </a:lnTo>
                <a:lnTo>
                  <a:pt x="66675" y="3686175"/>
                </a:lnTo>
                <a:lnTo>
                  <a:pt x="47625" y="3686175"/>
                </a:lnTo>
                <a:lnTo>
                  <a:pt x="47625" y="3705225"/>
                </a:lnTo>
                <a:lnTo>
                  <a:pt x="57150" y="3705225"/>
                </a:lnTo>
                <a:lnTo>
                  <a:pt x="57150" y="3714750"/>
                </a:lnTo>
                <a:lnTo>
                  <a:pt x="76200" y="3714750"/>
                </a:lnTo>
                <a:lnTo>
                  <a:pt x="76200" y="3705225"/>
                </a:lnTo>
                <a:lnTo>
                  <a:pt x="85725" y="3705225"/>
                </a:lnTo>
                <a:lnTo>
                  <a:pt x="85725" y="3695700"/>
                </a:lnTo>
                <a:lnTo>
                  <a:pt x="95250" y="3695700"/>
                </a:lnTo>
                <a:lnTo>
                  <a:pt x="95250" y="3705225"/>
                </a:lnTo>
                <a:lnTo>
                  <a:pt x="104775" y="3705225"/>
                </a:lnTo>
                <a:lnTo>
                  <a:pt x="104775" y="3724275"/>
                </a:lnTo>
                <a:lnTo>
                  <a:pt x="114300" y="3724275"/>
                </a:lnTo>
                <a:lnTo>
                  <a:pt x="114300" y="3733800"/>
                </a:lnTo>
                <a:lnTo>
                  <a:pt x="104775" y="3733800"/>
                </a:lnTo>
                <a:lnTo>
                  <a:pt x="104775" y="3752850"/>
                </a:lnTo>
                <a:lnTo>
                  <a:pt x="95250" y="3752850"/>
                </a:lnTo>
                <a:lnTo>
                  <a:pt x="95250" y="3743325"/>
                </a:lnTo>
                <a:lnTo>
                  <a:pt x="85725" y="3743325"/>
                </a:lnTo>
                <a:lnTo>
                  <a:pt x="85725" y="3752850"/>
                </a:lnTo>
                <a:lnTo>
                  <a:pt x="95250" y="3752850"/>
                </a:lnTo>
                <a:lnTo>
                  <a:pt x="95250" y="3762375"/>
                </a:lnTo>
                <a:lnTo>
                  <a:pt x="104775" y="3762375"/>
                </a:lnTo>
                <a:lnTo>
                  <a:pt x="104775" y="3752850"/>
                </a:lnTo>
                <a:lnTo>
                  <a:pt x="114300" y="3752850"/>
                </a:lnTo>
                <a:lnTo>
                  <a:pt x="114300" y="3781425"/>
                </a:lnTo>
                <a:lnTo>
                  <a:pt x="123825" y="3781425"/>
                </a:lnTo>
                <a:lnTo>
                  <a:pt x="123825" y="3771900"/>
                </a:lnTo>
                <a:lnTo>
                  <a:pt x="142875" y="3771900"/>
                </a:lnTo>
                <a:lnTo>
                  <a:pt x="142875" y="3752850"/>
                </a:lnTo>
                <a:lnTo>
                  <a:pt x="152400" y="3752850"/>
                </a:lnTo>
                <a:lnTo>
                  <a:pt x="152400" y="3762375"/>
                </a:lnTo>
                <a:lnTo>
                  <a:pt x="161925" y="3762375"/>
                </a:lnTo>
                <a:lnTo>
                  <a:pt x="161925" y="3781425"/>
                </a:lnTo>
                <a:lnTo>
                  <a:pt x="190500" y="3781425"/>
                </a:lnTo>
                <a:lnTo>
                  <a:pt x="190500" y="3771900"/>
                </a:lnTo>
                <a:lnTo>
                  <a:pt x="200025" y="3771900"/>
                </a:lnTo>
                <a:lnTo>
                  <a:pt x="200025" y="3781425"/>
                </a:lnTo>
                <a:lnTo>
                  <a:pt x="209550" y="3781425"/>
                </a:lnTo>
                <a:lnTo>
                  <a:pt x="209550" y="3800475"/>
                </a:lnTo>
                <a:lnTo>
                  <a:pt x="219075" y="3800475"/>
                </a:lnTo>
                <a:lnTo>
                  <a:pt x="219075" y="3829050"/>
                </a:lnTo>
                <a:lnTo>
                  <a:pt x="228600" y="3829050"/>
                </a:lnTo>
                <a:lnTo>
                  <a:pt x="228600" y="3857625"/>
                </a:lnTo>
                <a:lnTo>
                  <a:pt x="238125" y="3857625"/>
                </a:lnTo>
                <a:lnTo>
                  <a:pt x="238125" y="3895725"/>
                </a:lnTo>
                <a:lnTo>
                  <a:pt x="247650" y="3895725"/>
                </a:lnTo>
                <a:lnTo>
                  <a:pt x="247650" y="3905250"/>
                </a:lnTo>
                <a:lnTo>
                  <a:pt x="257175" y="3905250"/>
                </a:lnTo>
                <a:lnTo>
                  <a:pt x="257175" y="3924300"/>
                </a:lnTo>
                <a:lnTo>
                  <a:pt x="266700" y="3924300"/>
                </a:lnTo>
                <a:lnTo>
                  <a:pt x="266700" y="3943350"/>
                </a:lnTo>
                <a:lnTo>
                  <a:pt x="276225" y="3943350"/>
                </a:lnTo>
                <a:lnTo>
                  <a:pt x="276225" y="3952875"/>
                </a:lnTo>
                <a:lnTo>
                  <a:pt x="285750" y="3952875"/>
                </a:lnTo>
                <a:lnTo>
                  <a:pt x="285750" y="3962400"/>
                </a:lnTo>
                <a:lnTo>
                  <a:pt x="295275" y="3962400"/>
                </a:lnTo>
                <a:lnTo>
                  <a:pt x="295275" y="3981450"/>
                </a:lnTo>
                <a:lnTo>
                  <a:pt x="304800" y="3981450"/>
                </a:lnTo>
                <a:lnTo>
                  <a:pt x="304800" y="3990975"/>
                </a:lnTo>
                <a:lnTo>
                  <a:pt x="314325" y="3990975"/>
                </a:lnTo>
                <a:lnTo>
                  <a:pt x="314325" y="4000500"/>
                </a:lnTo>
                <a:lnTo>
                  <a:pt x="323850" y="4000500"/>
                </a:lnTo>
                <a:lnTo>
                  <a:pt x="323850" y="4019550"/>
                </a:lnTo>
                <a:lnTo>
                  <a:pt x="333375" y="4019550"/>
                </a:lnTo>
                <a:lnTo>
                  <a:pt x="333375" y="4048125"/>
                </a:lnTo>
                <a:lnTo>
                  <a:pt x="323850" y="4048125"/>
                </a:lnTo>
                <a:lnTo>
                  <a:pt x="323850" y="4067175"/>
                </a:lnTo>
                <a:lnTo>
                  <a:pt x="333375" y="4067175"/>
                </a:lnTo>
                <a:lnTo>
                  <a:pt x="333375" y="4076700"/>
                </a:lnTo>
                <a:lnTo>
                  <a:pt x="342900" y="4076700"/>
                </a:lnTo>
                <a:lnTo>
                  <a:pt x="342900" y="4086225"/>
                </a:lnTo>
                <a:lnTo>
                  <a:pt x="371475" y="4086225"/>
                </a:lnTo>
                <a:lnTo>
                  <a:pt x="371475" y="4095750"/>
                </a:lnTo>
                <a:lnTo>
                  <a:pt x="438150" y="4095750"/>
                </a:lnTo>
                <a:lnTo>
                  <a:pt x="438150" y="4105275"/>
                </a:lnTo>
                <a:lnTo>
                  <a:pt x="609600" y="4105275"/>
                </a:lnTo>
                <a:lnTo>
                  <a:pt x="609600" y="4114800"/>
                </a:lnTo>
                <a:lnTo>
                  <a:pt x="828675" y="4114800"/>
                </a:lnTo>
                <a:lnTo>
                  <a:pt x="828675" y="4124325"/>
                </a:lnTo>
                <a:lnTo>
                  <a:pt x="866775" y="4124325"/>
                </a:lnTo>
                <a:lnTo>
                  <a:pt x="866775" y="4114800"/>
                </a:lnTo>
                <a:lnTo>
                  <a:pt x="885825" y="4114800"/>
                </a:lnTo>
                <a:lnTo>
                  <a:pt x="885825" y="4124325"/>
                </a:lnTo>
                <a:lnTo>
                  <a:pt x="1066800" y="4124325"/>
                </a:lnTo>
                <a:lnTo>
                  <a:pt x="1066800" y="4133850"/>
                </a:lnTo>
                <a:lnTo>
                  <a:pt x="1085850" y="4133850"/>
                </a:lnTo>
                <a:lnTo>
                  <a:pt x="1085850" y="4143375"/>
                </a:lnTo>
                <a:lnTo>
                  <a:pt x="1076325" y="4143375"/>
                </a:lnTo>
                <a:lnTo>
                  <a:pt x="1076325" y="4152900"/>
                </a:lnTo>
                <a:lnTo>
                  <a:pt x="1066800" y="4152900"/>
                </a:lnTo>
                <a:lnTo>
                  <a:pt x="1066800" y="4171950"/>
                </a:lnTo>
                <a:lnTo>
                  <a:pt x="1057275" y="4171950"/>
                </a:lnTo>
                <a:lnTo>
                  <a:pt x="1057275" y="4181475"/>
                </a:lnTo>
                <a:lnTo>
                  <a:pt x="1047750" y="4181475"/>
                </a:lnTo>
                <a:lnTo>
                  <a:pt x="1047750" y="4191000"/>
                </a:lnTo>
                <a:lnTo>
                  <a:pt x="1038225" y="4191000"/>
                </a:lnTo>
                <a:lnTo>
                  <a:pt x="1038225" y="4200525"/>
                </a:lnTo>
                <a:lnTo>
                  <a:pt x="1028700" y="4200525"/>
                </a:lnTo>
                <a:lnTo>
                  <a:pt x="1028700" y="4210050"/>
                </a:lnTo>
                <a:lnTo>
                  <a:pt x="1019175" y="4210050"/>
                </a:lnTo>
                <a:lnTo>
                  <a:pt x="1019175" y="4219575"/>
                </a:lnTo>
                <a:lnTo>
                  <a:pt x="1009650" y="4219575"/>
                </a:lnTo>
                <a:lnTo>
                  <a:pt x="1009650" y="4229100"/>
                </a:lnTo>
                <a:lnTo>
                  <a:pt x="1000125" y="4229100"/>
                </a:lnTo>
                <a:lnTo>
                  <a:pt x="1000125" y="4238625"/>
                </a:lnTo>
                <a:lnTo>
                  <a:pt x="990600" y="4238625"/>
                </a:lnTo>
                <a:lnTo>
                  <a:pt x="990600" y="4219575"/>
                </a:lnTo>
                <a:lnTo>
                  <a:pt x="981075" y="4219575"/>
                </a:lnTo>
                <a:lnTo>
                  <a:pt x="981075" y="4210050"/>
                </a:lnTo>
                <a:lnTo>
                  <a:pt x="971550" y="4210050"/>
                </a:lnTo>
                <a:lnTo>
                  <a:pt x="971550" y="4200525"/>
                </a:lnTo>
                <a:lnTo>
                  <a:pt x="942975" y="4200525"/>
                </a:lnTo>
                <a:lnTo>
                  <a:pt x="942975" y="4210050"/>
                </a:lnTo>
                <a:lnTo>
                  <a:pt x="914400" y="4210050"/>
                </a:lnTo>
                <a:lnTo>
                  <a:pt x="914400" y="4200525"/>
                </a:lnTo>
                <a:lnTo>
                  <a:pt x="904875" y="4200525"/>
                </a:lnTo>
                <a:lnTo>
                  <a:pt x="904875" y="4210050"/>
                </a:lnTo>
                <a:lnTo>
                  <a:pt x="895350" y="4210050"/>
                </a:lnTo>
                <a:lnTo>
                  <a:pt x="895350" y="4200525"/>
                </a:lnTo>
                <a:lnTo>
                  <a:pt x="847725" y="4200525"/>
                </a:lnTo>
                <a:lnTo>
                  <a:pt x="847725" y="4191000"/>
                </a:lnTo>
                <a:lnTo>
                  <a:pt x="838200" y="4191000"/>
                </a:lnTo>
                <a:lnTo>
                  <a:pt x="838200" y="4200525"/>
                </a:lnTo>
                <a:lnTo>
                  <a:pt x="781050" y="4200525"/>
                </a:lnTo>
                <a:lnTo>
                  <a:pt x="781050" y="4191000"/>
                </a:lnTo>
                <a:lnTo>
                  <a:pt x="771525" y="4191000"/>
                </a:lnTo>
                <a:lnTo>
                  <a:pt x="771525" y="4200525"/>
                </a:lnTo>
                <a:lnTo>
                  <a:pt x="733425" y="4200525"/>
                </a:lnTo>
                <a:lnTo>
                  <a:pt x="733425" y="4191000"/>
                </a:lnTo>
                <a:lnTo>
                  <a:pt x="685800" y="4191000"/>
                </a:lnTo>
                <a:lnTo>
                  <a:pt x="685800" y="4181475"/>
                </a:lnTo>
                <a:lnTo>
                  <a:pt x="676275" y="4181475"/>
                </a:lnTo>
                <a:lnTo>
                  <a:pt x="676275" y="4191000"/>
                </a:lnTo>
                <a:lnTo>
                  <a:pt x="647700" y="4191000"/>
                </a:lnTo>
                <a:lnTo>
                  <a:pt x="647700" y="4181475"/>
                </a:lnTo>
                <a:lnTo>
                  <a:pt x="628650" y="4181475"/>
                </a:lnTo>
                <a:lnTo>
                  <a:pt x="628650" y="4171950"/>
                </a:lnTo>
                <a:lnTo>
                  <a:pt x="590550" y="4171950"/>
                </a:lnTo>
                <a:lnTo>
                  <a:pt x="590550" y="4181475"/>
                </a:lnTo>
                <a:lnTo>
                  <a:pt x="571500" y="4181475"/>
                </a:lnTo>
                <a:lnTo>
                  <a:pt x="571500" y="4171950"/>
                </a:lnTo>
                <a:lnTo>
                  <a:pt x="561975" y="4171950"/>
                </a:lnTo>
                <a:lnTo>
                  <a:pt x="561975" y="4152900"/>
                </a:lnTo>
                <a:lnTo>
                  <a:pt x="552450" y="4152900"/>
                </a:lnTo>
                <a:lnTo>
                  <a:pt x="552450" y="4143375"/>
                </a:lnTo>
                <a:lnTo>
                  <a:pt x="495300" y="4143375"/>
                </a:lnTo>
                <a:lnTo>
                  <a:pt x="495300" y="4133850"/>
                </a:lnTo>
                <a:lnTo>
                  <a:pt x="485775" y="4133850"/>
                </a:lnTo>
                <a:lnTo>
                  <a:pt x="485775" y="4143375"/>
                </a:lnTo>
                <a:lnTo>
                  <a:pt x="476250" y="4143375"/>
                </a:lnTo>
                <a:lnTo>
                  <a:pt x="476250" y="4133850"/>
                </a:lnTo>
                <a:lnTo>
                  <a:pt x="466725" y="4133850"/>
                </a:lnTo>
                <a:lnTo>
                  <a:pt x="466725" y="4124325"/>
                </a:lnTo>
                <a:lnTo>
                  <a:pt x="457200" y="4124325"/>
                </a:lnTo>
                <a:lnTo>
                  <a:pt x="457200" y="4114800"/>
                </a:lnTo>
                <a:lnTo>
                  <a:pt x="419100" y="4114800"/>
                </a:lnTo>
                <a:lnTo>
                  <a:pt x="419100" y="4105275"/>
                </a:lnTo>
                <a:lnTo>
                  <a:pt x="333375" y="4105275"/>
                </a:lnTo>
                <a:lnTo>
                  <a:pt x="333375" y="4095750"/>
                </a:lnTo>
                <a:lnTo>
                  <a:pt x="304800" y="4095750"/>
                </a:lnTo>
                <a:lnTo>
                  <a:pt x="304800" y="4086225"/>
                </a:lnTo>
                <a:lnTo>
                  <a:pt x="257175" y="4086225"/>
                </a:lnTo>
                <a:lnTo>
                  <a:pt x="257175" y="4076700"/>
                </a:lnTo>
                <a:lnTo>
                  <a:pt x="228600" y="4076700"/>
                </a:lnTo>
                <a:lnTo>
                  <a:pt x="228600" y="4067175"/>
                </a:lnTo>
                <a:lnTo>
                  <a:pt x="209550" y="4067175"/>
                </a:lnTo>
                <a:lnTo>
                  <a:pt x="209550" y="4057650"/>
                </a:lnTo>
                <a:lnTo>
                  <a:pt x="200025" y="4057650"/>
                </a:lnTo>
                <a:lnTo>
                  <a:pt x="200025" y="4048125"/>
                </a:lnTo>
                <a:lnTo>
                  <a:pt x="180975" y="4048125"/>
                </a:lnTo>
                <a:lnTo>
                  <a:pt x="180975" y="4057650"/>
                </a:lnTo>
                <a:lnTo>
                  <a:pt x="152400" y="4057650"/>
                </a:lnTo>
                <a:lnTo>
                  <a:pt x="152400" y="4038600"/>
                </a:lnTo>
                <a:lnTo>
                  <a:pt x="85725" y="4038600"/>
                </a:lnTo>
                <a:lnTo>
                  <a:pt x="85725" y="4048125"/>
                </a:lnTo>
                <a:lnTo>
                  <a:pt x="76200" y="4048125"/>
                </a:lnTo>
                <a:lnTo>
                  <a:pt x="76200" y="4038600"/>
                </a:lnTo>
                <a:lnTo>
                  <a:pt x="57150" y="4038600"/>
                </a:lnTo>
                <a:lnTo>
                  <a:pt x="57150" y="4029075"/>
                </a:lnTo>
                <a:lnTo>
                  <a:pt x="47625" y="4029075"/>
                </a:lnTo>
                <a:lnTo>
                  <a:pt x="47625" y="4019550"/>
                </a:lnTo>
                <a:lnTo>
                  <a:pt x="38100" y="4019550"/>
                </a:lnTo>
                <a:lnTo>
                  <a:pt x="38100" y="4010025"/>
                </a:lnTo>
                <a:lnTo>
                  <a:pt x="28575" y="4010025"/>
                </a:lnTo>
                <a:lnTo>
                  <a:pt x="28575" y="4019550"/>
                </a:lnTo>
                <a:lnTo>
                  <a:pt x="0" y="4019550"/>
                </a:lnTo>
                <a:lnTo>
                  <a:pt x="0" y="3276600"/>
                </a:lnTo>
                <a:lnTo>
                  <a:pt x="9525" y="3276600"/>
                </a:lnTo>
                <a:lnTo>
                  <a:pt x="9525" y="3257550"/>
                </a:lnTo>
                <a:lnTo>
                  <a:pt x="19050" y="3257550"/>
                </a:lnTo>
                <a:lnTo>
                  <a:pt x="19050" y="3248025"/>
                </a:lnTo>
                <a:lnTo>
                  <a:pt x="28575" y="3248025"/>
                </a:lnTo>
                <a:lnTo>
                  <a:pt x="28575" y="3238500"/>
                </a:lnTo>
                <a:lnTo>
                  <a:pt x="38100" y="3238500"/>
                </a:lnTo>
                <a:lnTo>
                  <a:pt x="38100" y="3228975"/>
                </a:lnTo>
                <a:lnTo>
                  <a:pt x="47625" y="3228975"/>
                </a:lnTo>
                <a:lnTo>
                  <a:pt x="47625" y="3219450"/>
                </a:lnTo>
                <a:lnTo>
                  <a:pt x="57150" y="3219450"/>
                </a:lnTo>
                <a:lnTo>
                  <a:pt x="57150" y="3209925"/>
                </a:lnTo>
                <a:lnTo>
                  <a:pt x="66675" y="3209925"/>
                </a:lnTo>
                <a:lnTo>
                  <a:pt x="66675" y="3200400"/>
                </a:lnTo>
                <a:lnTo>
                  <a:pt x="76200" y="3200400"/>
                </a:lnTo>
                <a:lnTo>
                  <a:pt x="76200" y="3190875"/>
                </a:lnTo>
                <a:lnTo>
                  <a:pt x="85725" y="3190875"/>
                </a:lnTo>
                <a:lnTo>
                  <a:pt x="85725" y="3181350"/>
                </a:lnTo>
                <a:lnTo>
                  <a:pt x="95250" y="3181350"/>
                </a:lnTo>
                <a:lnTo>
                  <a:pt x="95250" y="3171825"/>
                </a:lnTo>
                <a:lnTo>
                  <a:pt x="104775" y="3171825"/>
                </a:lnTo>
                <a:lnTo>
                  <a:pt x="104775" y="3162300"/>
                </a:lnTo>
                <a:lnTo>
                  <a:pt x="114300" y="3162300"/>
                </a:lnTo>
                <a:lnTo>
                  <a:pt x="114300" y="3152775"/>
                </a:lnTo>
                <a:lnTo>
                  <a:pt x="123825" y="3152775"/>
                </a:lnTo>
                <a:lnTo>
                  <a:pt x="123825" y="3143250"/>
                </a:lnTo>
                <a:lnTo>
                  <a:pt x="133350" y="3143250"/>
                </a:lnTo>
                <a:lnTo>
                  <a:pt x="133350" y="3133725"/>
                </a:lnTo>
                <a:lnTo>
                  <a:pt x="142875" y="3133725"/>
                </a:lnTo>
                <a:lnTo>
                  <a:pt x="142875" y="3124200"/>
                </a:lnTo>
                <a:lnTo>
                  <a:pt x="152400" y="3124200"/>
                </a:lnTo>
                <a:lnTo>
                  <a:pt x="152400" y="3114675"/>
                </a:lnTo>
                <a:lnTo>
                  <a:pt x="161925" y="3114675"/>
                </a:lnTo>
                <a:lnTo>
                  <a:pt x="161925" y="3105150"/>
                </a:lnTo>
                <a:lnTo>
                  <a:pt x="171450" y="3105150"/>
                </a:lnTo>
                <a:close/>
                <a:moveTo>
                  <a:pt x="3810000" y="3124200"/>
                </a:moveTo>
                <a:lnTo>
                  <a:pt x="3819525" y="3124200"/>
                </a:lnTo>
                <a:lnTo>
                  <a:pt x="3819525" y="3133725"/>
                </a:lnTo>
                <a:lnTo>
                  <a:pt x="3838575" y="3133725"/>
                </a:lnTo>
                <a:lnTo>
                  <a:pt x="3838575" y="3714750"/>
                </a:lnTo>
                <a:lnTo>
                  <a:pt x="3819525" y="3714750"/>
                </a:lnTo>
                <a:lnTo>
                  <a:pt x="3819525" y="3724275"/>
                </a:lnTo>
                <a:lnTo>
                  <a:pt x="3800475" y="3724275"/>
                </a:lnTo>
                <a:lnTo>
                  <a:pt x="3800475" y="3714750"/>
                </a:lnTo>
                <a:lnTo>
                  <a:pt x="3810000" y="3714750"/>
                </a:lnTo>
                <a:lnTo>
                  <a:pt x="3810000" y="3686175"/>
                </a:lnTo>
                <a:lnTo>
                  <a:pt x="3819525" y="3686175"/>
                </a:lnTo>
                <a:lnTo>
                  <a:pt x="3819525" y="3676650"/>
                </a:lnTo>
                <a:lnTo>
                  <a:pt x="3810000" y="3676650"/>
                </a:lnTo>
                <a:lnTo>
                  <a:pt x="3810000" y="3657600"/>
                </a:lnTo>
                <a:lnTo>
                  <a:pt x="3800475" y="3657600"/>
                </a:lnTo>
                <a:lnTo>
                  <a:pt x="3800475" y="3629025"/>
                </a:lnTo>
                <a:lnTo>
                  <a:pt x="3790950" y="3629025"/>
                </a:lnTo>
                <a:lnTo>
                  <a:pt x="3790950" y="3619500"/>
                </a:lnTo>
                <a:lnTo>
                  <a:pt x="3781425" y="3619500"/>
                </a:lnTo>
                <a:lnTo>
                  <a:pt x="3781425" y="3609975"/>
                </a:lnTo>
                <a:lnTo>
                  <a:pt x="3771900" y="3609975"/>
                </a:lnTo>
                <a:lnTo>
                  <a:pt x="3771900" y="3600450"/>
                </a:lnTo>
                <a:lnTo>
                  <a:pt x="3762375" y="3600450"/>
                </a:lnTo>
                <a:lnTo>
                  <a:pt x="3762375" y="3552825"/>
                </a:lnTo>
                <a:lnTo>
                  <a:pt x="3752850" y="3552825"/>
                </a:lnTo>
                <a:lnTo>
                  <a:pt x="3752850" y="3543300"/>
                </a:lnTo>
                <a:lnTo>
                  <a:pt x="3743325" y="3543300"/>
                </a:lnTo>
                <a:lnTo>
                  <a:pt x="3743325" y="3533775"/>
                </a:lnTo>
                <a:lnTo>
                  <a:pt x="3733800" y="3533775"/>
                </a:lnTo>
                <a:lnTo>
                  <a:pt x="3733800" y="3524250"/>
                </a:lnTo>
                <a:lnTo>
                  <a:pt x="3724275" y="3524250"/>
                </a:lnTo>
                <a:lnTo>
                  <a:pt x="3724275" y="3514725"/>
                </a:lnTo>
                <a:lnTo>
                  <a:pt x="3705225" y="3514725"/>
                </a:lnTo>
                <a:lnTo>
                  <a:pt x="3705225" y="3505200"/>
                </a:lnTo>
                <a:lnTo>
                  <a:pt x="3695700" y="3505200"/>
                </a:lnTo>
                <a:lnTo>
                  <a:pt x="3695700" y="3495675"/>
                </a:lnTo>
                <a:lnTo>
                  <a:pt x="3686175" y="3495675"/>
                </a:lnTo>
                <a:lnTo>
                  <a:pt x="3686175" y="3486150"/>
                </a:lnTo>
                <a:lnTo>
                  <a:pt x="3676650" y="3486150"/>
                </a:lnTo>
                <a:lnTo>
                  <a:pt x="3676650" y="3476625"/>
                </a:lnTo>
                <a:lnTo>
                  <a:pt x="3657600" y="3476625"/>
                </a:lnTo>
                <a:lnTo>
                  <a:pt x="3657600" y="3467100"/>
                </a:lnTo>
                <a:lnTo>
                  <a:pt x="3648075" y="3467100"/>
                </a:lnTo>
                <a:lnTo>
                  <a:pt x="3648075" y="3457575"/>
                </a:lnTo>
                <a:lnTo>
                  <a:pt x="3600450" y="3457575"/>
                </a:lnTo>
                <a:lnTo>
                  <a:pt x="3600450" y="3448050"/>
                </a:lnTo>
                <a:lnTo>
                  <a:pt x="3590925" y="3448050"/>
                </a:lnTo>
                <a:lnTo>
                  <a:pt x="3590925" y="3457575"/>
                </a:lnTo>
                <a:lnTo>
                  <a:pt x="3524250" y="3457575"/>
                </a:lnTo>
                <a:lnTo>
                  <a:pt x="3524250" y="3467100"/>
                </a:lnTo>
                <a:lnTo>
                  <a:pt x="3505200" y="3467100"/>
                </a:lnTo>
                <a:lnTo>
                  <a:pt x="3505200" y="3457575"/>
                </a:lnTo>
                <a:lnTo>
                  <a:pt x="3486150" y="3457575"/>
                </a:lnTo>
                <a:lnTo>
                  <a:pt x="3486150" y="3448050"/>
                </a:lnTo>
                <a:lnTo>
                  <a:pt x="3476625" y="3448050"/>
                </a:lnTo>
                <a:lnTo>
                  <a:pt x="3476625" y="3457575"/>
                </a:lnTo>
                <a:lnTo>
                  <a:pt x="3467100" y="3457575"/>
                </a:lnTo>
                <a:lnTo>
                  <a:pt x="3467100" y="3467100"/>
                </a:lnTo>
                <a:lnTo>
                  <a:pt x="3438525" y="3467100"/>
                </a:lnTo>
                <a:lnTo>
                  <a:pt x="3438525" y="3457575"/>
                </a:lnTo>
                <a:lnTo>
                  <a:pt x="3429000" y="3457575"/>
                </a:lnTo>
                <a:lnTo>
                  <a:pt x="3429000" y="3467100"/>
                </a:lnTo>
                <a:lnTo>
                  <a:pt x="3400425" y="3467100"/>
                </a:lnTo>
                <a:lnTo>
                  <a:pt x="3400425" y="3457575"/>
                </a:lnTo>
                <a:lnTo>
                  <a:pt x="3381375" y="3457575"/>
                </a:lnTo>
                <a:lnTo>
                  <a:pt x="3381375" y="3467100"/>
                </a:lnTo>
                <a:lnTo>
                  <a:pt x="3371850" y="3467100"/>
                </a:lnTo>
                <a:lnTo>
                  <a:pt x="3371850" y="3419475"/>
                </a:lnTo>
                <a:lnTo>
                  <a:pt x="3381375" y="3419475"/>
                </a:lnTo>
                <a:lnTo>
                  <a:pt x="3381375" y="3314700"/>
                </a:lnTo>
                <a:lnTo>
                  <a:pt x="3390900" y="3314700"/>
                </a:lnTo>
                <a:lnTo>
                  <a:pt x="3390900" y="3238500"/>
                </a:lnTo>
                <a:lnTo>
                  <a:pt x="3400425" y="3238500"/>
                </a:lnTo>
                <a:lnTo>
                  <a:pt x="3400425" y="3162300"/>
                </a:lnTo>
                <a:lnTo>
                  <a:pt x="3409950" y="3162300"/>
                </a:lnTo>
                <a:lnTo>
                  <a:pt x="3409950" y="3228975"/>
                </a:lnTo>
                <a:lnTo>
                  <a:pt x="3419475" y="3228975"/>
                </a:lnTo>
                <a:lnTo>
                  <a:pt x="3419475" y="3248025"/>
                </a:lnTo>
                <a:lnTo>
                  <a:pt x="3429000" y="3248025"/>
                </a:lnTo>
                <a:lnTo>
                  <a:pt x="3429000" y="3238500"/>
                </a:lnTo>
                <a:lnTo>
                  <a:pt x="3457575" y="3238500"/>
                </a:lnTo>
                <a:lnTo>
                  <a:pt x="3457575" y="3209925"/>
                </a:lnTo>
                <a:lnTo>
                  <a:pt x="3486150" y="3209925"/>
                </a:lnTo>
                <a:lnTo>
                  <a:pt x="3486150" y="3200400"/>
                </a:lnTo>
                <a:lnTo>
                  <a:pt x="3495675" y="3200400"/>
                </a:lnTo>
                <a:lnTo>
                  <a:pt x="3495675" y="3209925"/>
                </a:lnTo>
                <a:lnTo>
                  <a:pt x="3505200" y="3209925"/>
                </a:lnTo>
                <a:lnTo>
                  <a:pt x="3505200" y="3219450"/>
                </a:lnTo>
                <a:lnTo>
                  <a:pt x="3514725" y="3219450"/>
                </a:lnTo>
                <a:lnTo>
                  <a:pt x="3514725" y="3200400"/>
                </a:lnTo>
                <a:lnTo>
                  <a:pt x="3505200" y="3200400"/>
                </a:lnTo>
                <a:lnTo>
                  <a:pt x="3505200" y="3181350"/>
                </a:lnTo>
                <a:lnTo>
                  <a:pt x="3524250" y="3181350"/>
                </a:lnTo>
                <a:lnTo>
                  <a:pt x="3524250" y="3162300"/>
                </a:lnTo>
                <a:lnTo>
                  <a:pt x="3543300" y="3162300"/>
                </a:lnTo>
                <a:lnTo>
                  <a:pt x="3543300" y="3171825"/>
                </a:lnTo>
                <a:lnTo>
                  <a:pt x="3571875" y="3171825"/>
                </a:lnTo>
                <a:lnTo>
                  <a:pt x="3571875" y="3152775"/>
                </a:lnTo>
                <a:lnTo>
                  <a:pt x="3581400" y="3152775"/>
                </a:lnTo>
                <a:lnTo>
                  <a:pt x="3581400" y="3143250"/>
                </a:lnTo>
                <a:lnTo>
                  <a:pt x="3590925" y="3143250"/>
                </a:lnTo>
                <a:lnTo>
                  <a:pt x="3590925" y="3152775"/>
                </a:lnTo>
                <a:lnTo>
                  <a:pt x="3609975" y="3152775"/>
                </a:lnTo>
                <a:lnTo>
                  <a:pt x="3609975" y="3162300"/>
                </a:lnTo>
                <a:lnTo>
                  <a:pt x="3629025" y="3162300"/>
                </a:lnTo>
                <a:lnTo>
                  <a:pt x="3629025" y="3152775"/>
                </a:lnTo>
                <a:lnTo>
                  <a:pt x="3733800" y="3152775"/>
                </a:lnTo>
                <a:lnTo>
                  <a:pt x="3733800" y="3162300"/>
                </a:lnTo>
                <a:lnTo>
                  <a:pt x="3762375" y="3162300"/>
                </a:lnTo>
                <a:lnTo>
                  <a:pt x="3762375" y="3152775"/>
                </a:lnTo>
                <a:lnTo>
                  <a:pt x="3771900" y="3152775"/>
                </a:lnTo>
                <a:lnTo>
                  <a:pt x="3771900" y="3143250"/>
                </a:lnTo>
                <a:lnTo>
                  <a:pt x="3790950" y="3143250"/>
                </a:lnTo>
                <a:lnTo>
                  <a:pt x="3790950" y="3133725"/>
                </a:lnTo>
                <a:lnTo>
                  <a:pt x="3810000" y="3133725"/>
                </a:lnTo>
                <a:close/>
                <a:moveTo>
                  <a:pt x="180975" y="3133725"/>
                </a:moveTo>
                <a:lnTo>
                  <a:pt x="190500" y="3133725"/>
                </a:lnTo>
                <a:lnTo>
                  <a:pt x="190500" y="3114675"/>
                </a:lnTo>
                <a:lnTo>
                  <a:pt x="161925" y="3114675"/>
                </a:lnTo>
                <a:lnTo>
                  <a:pt x="161925" y="3133725"/>
                </a:lnTo>
                <a:lnTo>
                  <a:pt x="152400" y="3133725"/>
                </a:lnTo>
                <a:lnTo>
                  <a:pt x="152400" y="3143250"/>
                </a:lnTo>
                <a:lnTo>
                  <a:pt x="142875" y="3143250"/>
                </a:lnTo>
                <a:lnTo>
                  <a:pt x="142875" y="3152775"/>
                </a:lnTo>
                <a:lnTo>
                  <a:pt x="133350" y="3152775"/>
                </a:lnTo>
                <a:lnTo>
                  <a:pt x="133350" y="3162300"/>
                </a:lnTo>
                <a:lnTo>
                  <a:pt x="123825" y="3162300"/>
                </a:lnTo>
                <a:lnTo>
                  <a:pt x="123825" y="3171825"/>
                </a:lnTo>
                <a:lnTo>
                  <a:pt x="114300" y="3171825"/>
                </a:lnTo>
                <a:lnTo>
                  <a:pt x="114300" y="3181350"/>
                </a:lnTo>
                <a:lnTo>
                  <a:pt x="95250" y="3181350"/>
                </a:lnTo>
                <a:lnTo>
                  <a:pt x="95250" y="3190875"/>
                </a:lnTo>
                <a:lnTo>
                  <a:pt x="85725" y="3190875"/>
                </a:lnTo>
                <a:lnTo>
                  <a:pt x="85725" y="3200400"/>
                </a:lnTo>
                <a:lnTo>
                  <a:pt x="76200" y="3200400"/>
                </a:lnTo>
                <a:lnTo>
                  <a:pt x="76200" y="3209925"/>
                </a:lnTo>
                <a:lnTo>
                  <a:pt x="66675" y="3209925"/>
                </a:lnTo>
                <a:lnTo>
                  <a:pt x="66675" y="3219450"/>
                </a:lnTo>
                <a:lnTo>
                  <a:pt x="57150" y="3219450"/>
                </a:lnTo>
                <a:lnTo>
                  <a:pt x="57150" y="3228975"/>
                </a:lnTo>
                <a:lnTo>
                  <a:pt x="47625" y="3228975"/>
                </a:lnTo>
                <a:lnTo>
                  <a:pt x="47625" y="3248025"/>
                </a:lnTo>
                <a:lnTo>
                  <a:pt x="38100" y="3248025"/>
                </a:lnTo>
                <a:lnTo>
                  <a:pt x="38100" y="3267075"/>
                </a:lnTo>
                <a:lnTo>
                  <a:pt x="28575" y="3267075"/>
                </a:lnTo>
                <a:lnTo>
                  <a:pt x="28575" y="3276600"/>
                </a:lnTo>
                <a:lnTo>
                  <a:pt x="38100" y="3276600"/>
                </a:lnTo>
                <a:lnTo>
                  <a:pt x="38100" y="3286125"/>
                </a:lnTo>
                <a:lnTo>
                  <a:pt x="47625" y="3286125"/>
                </a:lnTo>
                <a:lnTo>
                  <a:pt x="47625" y="3276600"/>
                </a:lnTo>
                <a:lnTo>
                  <a:pt x="57150" y="3276600"/>
                </a:lnTo>
                <a:lnTo>
                  <a:pt x="57150" y="3267075"/>
                </a:lnTo>
                <a:lnTo>
                  <a:pt x="104775" y="3267075"/>
                </a:lnTo>
                <a:lnTo>
                  <a:pt x="104775" y="3257550"/>
                </a:lnTo>
                <a:lnTo>
                  <a:pt x="133350" y="3257550"/>
                </a:lnTo>
                <a:lnTo>
                  <a:pt x="133350" y="3267075"/>
                </a:lnTo>
                <a:lnTo>
                  <a:pt x="142875" y="3267075"/>
                </a:lnTo>
                <a:lnTo>
                  <a:pt x="142875" y="3276600"/>
                </a:lnTo>
                <a:lnTo>
                  <a:pt x="180975" y="3276600"/>
                </a:lnTo>
                <a:lnTo>
                  <a:pt x="180975" y="3257550"/>
                </a:lnTo>
                <a:lnTo>
                  <a:pt x="190500" y="3257550"/>
                </a:lnTo>
                <a:lnTo>
                  <a:pt x="190500" y="3228975"/>
                </a:lnTo>
                <a:lnTo>
                  <a:pt x="180975" y="3228975"/>
                </a:lnTo>
                <a:lnTo>
                  <a:pt x="180975" y="3219450"/>
                </a:lnTo>
                <a:lnTo>
                  <a:pt x="171450" y="3219450"/>
                </a:lnTo>
                <a:lnTo>
                  <a:pt x="171450" y="3200400"/>
                </a:lnTo>
                <a:lnTo>
                  <a:pt x="152400" y="3200400"/>
                </a:lnTo>
                <a:lnTo>
                  <a:pt x="152400" y="3181350"/>
                </a:lnTo>
                <a:lnTo>
                  <a:pt x="161925" y="3181350"/>
                </a:lnTo>
                <a:lnTo>
                  <a:pt x="161925" y="3171825"/>
                </a:lnTo>
                <a:lnTo>
                  <a:pt x="171450" y="3171825"/>
                </a:lnTo>
                <a:lnTo>
                  <a:pt x="171450" y="3152775"/>
                </a:lnTo>
                <a:lnTo>
                  <a:pt x="180975" y="3152775"/>
                </a:lnTo>
                <a:close/>
                <a:moveTo>
                  <a:pt x="2400300" y="3629025"/>
                </a:moveTo>
                <a:lnTo>
                  <a:pt x="2409825" y="3629025"/>
                </a:lnTo>
                <a:lnTo>
                  <a:pt x="2409825" y="3638550"/>
                </a:lnTo>
                <a:lnTo>
                  <a:pt x="2419350" y="3638550"/>
                </a:lnTo>
                <a:lnTo>
                  <a:pt x="2419350" y="3657600"/>
                </a:lnTo>
                <a:lnTo>
                  <a:pt x="2409825" y="3657600"/>
                </a:lnTo>
                <a:lnTo>
                  <a:pt x="2409825" y="3648075"/>
                </a:lnTo>
                <a:lnTo>
                  <a:pt x="2400300" y="3648075"/>
                </a:lnTo>
                <a:lnTo>
                  <a:pt x="2400300" y="3657600"/>
                </a:lnTo>
                <a:lnTo>
                  <a:pt x="2390775" y="3657600"/>
                </a:lnTo>
                <a:lnTo>
                  <a:pt x="2390775" y="3638550"/>
                </a:lnTo>
                <a:lnTo>
                  <a:pt x="2400300" y="3638550"/>
                </a:lnTo>
                <a:close/>
                <a:moveTo>
                  <a:pt x="2447925" y="3629025"/>
                </a:moveTo>
                <a:lnTo>
                  <a:pt x="2457450" y="3629025"/>
                </a:lnTo>
                <a:lnTo>
                  <a:pt x="2457450" y="3638550"/>
                </a:lnTo>
                <a:lnTo>
                  <a:pt x="2466975" y="3638550"/>
                </a:lnTo>
                <a:lnTo>
                  <a:pt x="2466975" y="3667125"/>
                </a:lnTo>
                <a:lnTo>
                  <a:pt x="2457450" y="3667125"/>
                </a:lnTo>
                <a:lnTo>
                  <a:pt x="2457450" y="3676650"/>
                </a:lnTo>
                <a:lnTo>
                  <a:pt x="2438400" y="3676650"/>
                </a:lnTo>
                <a:lnTo>
                  <a:pt x="2438400" y="3648075"/>
                </a:lnTo>
                <a:lnTo>
                  <a:pt x="2447925" y="3648075"/>
                </a:lnTo>
                <a:close/>
                <a:moveTo>
                  <a:pt x="2400300" y="3657600"/>
                </a:moveTo>
                <a:lnTo>
                  <a:pt x="2409825" y="3657600"/>
                </a:lnTo>
                <a:lnTo>
                  <a:pt x="2409825" y="3667125"/>
                </a:lnTo>
                <a:lnTo>
                  <a:pt x="2400300" y="3667125"/>
                </a:lnTo>
                <a:close/>
                <a:moveTo>
                  <a:pt x="2447925" y="3657600"/>
                </a:moveTo>
                <a:lnTo>
                  <a:pt x="2457450" y="3657600"/>
                </a:lnTo>
                <a:lnTo>
                  <a:pt x="2457450" y="3648075"/>
                </a:lnTo>
                <a:lnTo>
                  <a:pt x="2447925" y="3648075"/>
                </a:lnTo>
                <a:close/>
                <a:moveTo>
                  <a:pt x="542925" y="3771900"/>
                </a:moveTo>
                <a:lnTo>
                  <a:pt x="561975" y="3771900"/>
                </a:lnTo>
                <a:lnTo>
                  <a:pt x="561975" y="3781425"/>
                </a:lnTo>
                <a:lnTo>
                  <a:pt x="542925" y="3781425"/>
                </a:lnTo>
                <a:close/>
                <a:moveTo>
                  <a:pt x="533400" y="3781425"/>
                </a:moveTo>
                <a:lnTo>
                  <a:pt x="542925" y="3781425"/>
                </a:lnTo>
                <a:lnTo>
                  <a:pt x="542925" y="3800475"/>
                </a:lnTo>
                <a:lnTo>
                  <a:pt x="561975" y="3800475"/>
                </a:lnTo>
                <a:lnTo>
                  <a:pt x="561975" y="3781425"/>
                </a:lnTo>
                <a:lnTo>
                  <a:pt x="571500" y="3781425"/>
                </a:lnTo>
                <a:lnTo>
                  <a:pt x="571500" y="3790950"/>
                </a:lnTo>
                <a:lnTo>
                  <a:pt x="581025" y="3790950"/>
                </a:lnTo>
                <a:lnTo>
                  <a:pt x="581025" y="3800475"/>
                </a:lnTo>
                <a:lnTo>
                  <a:pt x="590550" y="3800475"/>
                </a:lnTo>
                <a:lnTo>
                  <a:pt x="590550" y="3819525"/>
                </a:lnTo>
                <a:lnTo>
                  <a:pt x="581025" y="3819525"/>
                </a:lnTo>
                <a:lnTo>
                  <a:pt x="581025" y="3810000"/>
                </a:lnTo>
                <a:lnTo>
                  <a:pt x="571500" y="3810000"/>
                </a:lnTo>
                <a:lnTo>
                  <a:pt x="571500" y="3819525"/>
                </a:lnTo>
                <a:lnTo>
                  <a:pt x="561975" y="3819525"/>
                </a:lnTo>
                <a:lnTo>
                  <a:pt x="561975" y="3810000"/>
                </a:lnTo>
                <a:lnTo>
                  <a:pt x="542925" y="3810000"/>
                </a:lnTo>
                <a:lnTo>
                  <a:pt x="542925" y="3819525"/>
                </a:lnTo>
                <a:lnTo>
                  <a:pt x="523875" y="3819525"/>
                </a:lnTo>
                <a:lnTo>
                  <a:pt x="523875" y="3829050"/>
                </a:lnTo>
                <a:lnTo>
                  <a:pt x="514350" y="3829050"/>
                </a:lnTo>
                <a:lnTo>
                  <a:pt x="514350" y="3810000"/>
                </a:lnTo>
                <a:lnTo>
                  <a:pt x="523875" y="3810000"/>
                </a:lnTo>
                <a:lnTo>
                  <a:pt x="523875" y="3790950"/>
                </a:lnTo>
                <a:lnTo>
                  <a:pt x="533400" y="3790950"/>
                </a:lnTo>
                <a:close/>
                <a:moveTo>
                  <a:pt x="981075" y="4238625"/>
                </a:moveTo>
                <a:lnTo>
                  <a:pt x="990600" y="4238625"/>
                </a:lnTo>
                <a:lnTo>
                  <a:pt x="990600" y="4248150"/>
                </a:lnTo>
                <a:lnTo>
                  <a:pt x="981075" y="4248150"/>
                </a:lnTo>
                <a:close/>
              </a:path>
            </a:pathLst>
          </a:custGeom>
          <a:solidFill xmlns:a="http://schemas.openxmlformats.org/drawingml/2006/main">
            <a:srgbClr val="015BEF"/>
          </a:solidFill>
          <a:ln xmlns:a="http://schemas.openxmlformats.org/drawingml/2006/main" w="0">
            <a:noFill/>
          </a:ln>
        </p:spPr>
      </p:sp>
      <p:sp>
        <p:nvSpPr>
          <p:cNvPr id="38" name="phones vector #004ed6">
            <a:extLst xmlns:a="http://schemas.openxmlformats.org/drawingml/2006/main">
              <a:ext uri="{FF2B5EF4-FFF2-40B4-BE49-F238E27FC236}">
                <a16:creationId xmlns:a16="http://schemas.microsoft.com/office/drawing/2014/main" id="{8B3DC33A-FE60-46E0-9FCA-2A851DCE1D3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48500" y="190500"/>
            <a:ext cx="5905500" cy="6619875"/>
          </a:xfrm>
          <a:custGeom xmlns:a="http://schemas.openxmlformats.org/drawingml/2006/main">
            <a:pathLst>
              <a:path w="3838575" h="4295775">
                <a:moveTo>
                  <a:pt x="257175" y="514350"/>
                </a:moveTo>
                <a:lnTo>
                  <a:pt x="266700" y="514350"/>
                </a:lnTo>
                <a:lnTo>
                  <a:pt x="266700" y="523875"/>
                </a:lnTo>
                <a:lnTo>
                  <a:pt x="257175" y="523875"/>
                </a:lnTo>
                <a:close/>
                <a:moveTo>
                  <a:pt x="247650" y="523875"/>
                </a:moveTo>
                <a:lnTo>
                  <a:pt x="257175" y="523875"/>
                </a:lnTo>
                <a:lnTo>
                  <a:pt x="257175" y="571500"/>
                </a:lnTo>
                <a:lnTo>
                  <a:pt x="266700" y="571500"/>
                </a:lnTo>
                <a:lnTo>
                  <a:pt x="266700" y="581025"/>
                </a:lnTo>
                <a:lnTo>
                  <a:pt x="295275" y="581025"/>
                </a:lnTo>
                <a:lnTo>
                  <a:pt x="295275" y="590550"/>
                </a:lnTo>
                <a:lnTo>
                  <a:pt x="257175" y="590550"/>
                </a:lnTo>
                <a:lnTo>
                  <a:pt x="257175" y="581025"/>
                </a:lnTo>
                <a:lnTo>
                  <a:pt x="247650" y="581025"/>
                </a:lnTo>
                <a:close/>
                <a:moveTo>
                  <a:pt x="314325" y="542925"/>
                </a:moveTo>
                <a:lnTo>
                  <a:pt x="323850" y="542925"/>
                </a:lnTo>
                <a:lnTo>
                  <a:pt x="323850" y="571500"/>
                </a:lnTo>
                <a:lnTo>
                  <a:pt x="314325" y="571500"/>
                </a:lnTo>
                <a:close/>
                <a:moveTo>
                  <a:pt x="304800" y="571500"/>
                </a:moveTo>
                <a:lnTo>
                  <a:pt x="314325" y="571500"/>
                </a:lnTo>
                <a:lnTo>
                  <a:pt x="314325" y="581025"/>
                </a:lnTo>
                <a:lnTo>
                  <a:pt x="304800" y="581025"/>
                </a:lnTo>
                <a:close/>
                <a:moveTo>
                  <a:pt x="3705225" y="952500"/>
                </a:moveTo>
                <a:lnTo>
                  <a:pt x="3724275" y="952500"/>
                </a:lnTo>
                <a:lnTo>
                  <a:pt x="3724275" y="962025"/>
                </a:lnTo>
                <a:lnTo>
                  <a:pt x="3743325" y="962025"/>
                </a:lnTo>
                <a:lnTo>
                  <a:pt x="3743325" y="971550"/>
                </a:lnTo>
                <a:lnTo>
                  <a:pt x="3762375" y="971550"/>
                </a:lnTo>
                <a:lnTo>
                  <a:pt x="3762375" y="981075"/>
                </a:lnTo>
                <a:lnTo>
                  <a:pt x="3781425" y="981075"/>
                </a:lnTo>
                <a:lnTo>
                  <a:pt x="3781425" y="990600"/>
                </a:lnTo>
                <a:lnTo>
                  <a:pt x="3800475" y="990600"/>
                </a:lnTo>
                <a:lnTo>
                  <a:pt x="3800475" y="1000125"/>
                </a:lnTo>
                <a:lnTo>
                  <a:pt x="3810000" y="1000125"/>
                </a:lnTo>
                <a:lnTo>
                  <a:pt x="3810000" y="1009650"/>
                </a:lnTo>
                <a:lnTo>
                  <a:pt x="3829050" y="1009650"/>
                </a:lnTo>
                <a:lnTo>
                  <a:pt x="3829050" y="1019175"/>
                </a:lnTo>
                <a:lnTo>
                  <a:pt x="3838575" y="1019175"/>
                </a:lnTo>
                <a:lnTo>
                  <a:pt x="3838575" y="2752725"/>
                </a:lnTo>
                <a:lnTo>
                  <a:pt x="3829050" y="2752725"/>
                </a:lnTo>
                <a:lnTo>
                  <a:pt x="3829050" y="2762250"/>
                </a:lnTo>
                <a:lnTo>
                  <a:pt x="3819525" y="2762250"/>
                </a:lnTo>
                <a:lnTo>
                  <a:pt x="3819525" y="2771775"/>
                </a:lnTo>
                <a:lnTo>
                  <a:pt x="3810000" y="2771775"/>
                </a:lnTo>
                <a:lnTo>
                  <a:pt x="3810000" y="2781300"/>
                </a:lnTo>
                <a:lnTo>
                  <a:pt x="3800475" y="2781300"/>
                </a:lnTo>
                <a:lnTo>
                  <a:pt x="3800475" y="2790825"/>
                </a:lnTo>
                <a:lnTo>
                  <a:pt x="3790950" y="2790825"/>
                </a:lnTo>
                <a:lnTo>
                  <a:pt x="3790950" y="2800350"/>
                </a:lnTo>
                <a:lnTo>
                  <a:pt x="3781425" y="2800350"/>
                </a:lnTo>
                <a:lnTo>
                  <a:pt x="3781425" y="2809875"/>
                </a:lnTo>
                <a:lnTo>
                  <a:pt x="3771900" y="2809875"/>
                </a:lnTo>
                <a:lnTo>
                  <a:pt x="3771900" y="2819400"/>
                </a:lnTo>
                <a:lnTo>
                  <a:pt x="3762375" y="2819400"/>
                </a:lnTo>
                <a:lnTo>
                  <a:pt x="3762375" y="2828925"/>
                </a:lnTo>
                <a:lnTo>
                  <a:pt x="3752850" y="2828925"/>
                </a:lnTo>
                <a:lnTo>
                  <a:pt x="3752850" y="2838450"/>
                </a:lnTo>
                <a:lnTo>
                  <a:pt x="3733800" y="2838450"/>
                </a:lnTo>
                <a:lnTo>
                  <a:pt x="3733800" y="2847975"/>
                </a:lnTo>
                <a:lnTo>
                  <a:pt x="3724275" y="2847975"/>
                </a:lnTo>
                <a:lnTo>
                  <a:pt x="3724275" y="2857500"/>
                </a:lnTo>
                <a:lnTo>
                  <a:pt x="3714750" y="2857500"/>
                </a:lnTo>
                <a:lnTo>
                  <a:pt x="3714750" y="2867025"/>
                </a:lnTo>
                <a:lnTo>
                  <a:pt x="3705225" y="2867025"/>
                </a:lnTo>
                <a:lnTo>
                  <a:pt x="3705225" y="2876550"/>
                </a:lnTo>
                <a:lnTo>
                  <a:pt x="3695700" y="2876550"/>
                </a:lnTo>
                <a:lnTo>
                  <a:pt x="3695700" y="2886075"/>
                </a:lnTo>
                <a:lnTo>
                  <a:pt x="3686175" y="2886075"/>
                </a:lnTo>
                <a:lnTo>
                  <a:pt x="3686175" y="2895600"/>
                </a:lnTo>
                <a:lnTo>
                  <a:pt x="3667125" y="2895600"/>
                </a:lnTo>
                <a:lnTo>
                  <a:pt x="3667125" y="2905125"/>
                </a:lnTo>
                <a:lnTo>
                  <a:pt x="3657600" y="2905125"/>
                </a:lnTo>
                <a:lnTo>
                  <a:pt x="3657600" y="2914650"/>
                </a:lnTo>
                <a:lnTo>
                  <a:pt x="3648075" y="2914650"/>
                </a:lnTo>
                <a:lnTo>
                  <a:pt x="3648075" y="2924175"/>
                </a:lnTo>
                <a:lnTo>
                  <a:pt x="3629025" y="2924175"/>
                </a:lnTo>
                <a:lnTo>
                  <a:pt x="3629025" y="2933700"/>
                </a:lnTo>
                <a:lnTo>
                  <a:pt x="3619500" y="2933700"/>
                </a:lnTo>
                <a:lnTo>
                  <a:pt x="3619500" y="2943225"/>
                </a:lnTo>
                <a:lnTo>
                  <a:pt x="3609975" y="2943225"/>
                </a:lnTo>
                <a:lnTo>
                  <a:pt x="3609975" y="2952750"/>
                </a:lnTo>
                <a:lnTo>
                  <a:pt x="3590925" y="2952750"/>
                </a:lnTo>
                <a:lnTo>
                  <a:pt x="3590925" y="2962275"/>
                </a:lnTo>
                <a:lnTo>
                  <a:pt x="3571875" y="2962275"/>
                </a:lnTo>
                <a:lnTo>
                  <a:pt x="3571875" y="2971800"/>
                </a:lnTo>
                <a:lnTo>
                  <a:pt x="3562350" y="2971800"/>
                </a:lnTo>
                <a:lnTo>
                  <a:pt x="3562350" y="2981325"/>
                </a:lnTo>
                <a:lnTo>
                  <a:pt x="3543300" y="2981325"/>
                </a:lnTo>
                <a:lnTo>
                  <a:pt x="3543300" y="2990850"/>
                </a:lnTo>
                <a:lnTo>
                  <a:pt x="3533775" y="2990850"/>
                </a:lnTo>
                <a:lnTo>
                  <a:pt x="3533775" y="3000375"/>
                </a:lnTo>
                <a:lnTo>
                  <a:pt x="3514725" y="3000375"/>
                </a:lnTo>
                <a:lnTo>
                  <a:pt x="3514725" y="3009900"/>
                </a:lnTo>
                <a:lnTo>
                  <a:pt x="3505200" y="3009900"/>
                </a:lnTo>
                <a:lnTo>
                  <a:pt x="3505200" y="3019425"/>
                </a:lnTo>
                <a:lnTo>
                  <a:pt x="3486150" y="3019425"/>
                </a:lnTo>
                <a:lnTo>
                  <a:pt x="3486150" y="3028950"/>
                </a:lnTo>
                <a:lnTo>
                  <a:pt x="3467100" y="3028950"/>
                </a:lnTo>
                <a:lnTo>
                  <a:pt x="3467100" y="3038475"/>
                </a:lnTo>
                <a:lnTo>
                  <a:pt x="3448050" y="3038475"/>
                </a:lnTo>
                <a:lnTo>
                  <a:pt x="3448050" y="3048000"/>
                </a:lnTo>
                <a:lnTo>
                  <a:pt x="3429000" y="3048000"/>
                </a:lnTo>
                <a:lnTo>
                  <a:pt x="3429000" y="3057525"/>
                </a:lnTo>
                <a:lnTo>
                  <a:pt x="3419475" y="3057525"/>
                </a:lnTo>
                <a:lnTo>
                  <a:pt x="3419475" y="3028950"/>
                </a:lnTo>
                <a:lnTo>
                  <a:pt x="3429000" y="3028950"/>
                </a:lnTo>
                <a:lnTo>
                  <a:pt x="3429000" y="2962275"/>
                </a:lnTo>
                <a:lnTo>
                  <a:pt x="3438525" y="2962275"/>
                </a:lnTo>
                <a:lnTo>
                  <a:pt x="3438525" y="2886075"/>
                </a:lnTo>
                <a:lnTo>
                  <a:pt x="3448050" y="2886075"/>
                </a:lnTo>
                <a:lnTo>
                  <a:pt x="3448050" y="2809875"/>
                </a:lnTo>
                <a:lnTo>
                  <a:pt x="3457575" y="2809875"/>
                </a:lnTo>
                <a:lnTo>
                  <a:pt x="3457575" y="2762250"/>
                </a:lnTo>
                <a:lnTo>
                  <a:pt x="3467100" y="2762250"/>
                </a:lnTo>
                <a:lnTo>
                  <a:pt x="3467100" y="2695575"/>
                </a:lnTo>
                <a:lnTo>
                  <a:pt x="3476625" y="2695575"/>
                </a:lnTo>
                <a:lnTo>
                  <a:pt x="3476625" y="2609850"/>
                </a:lnTo>
                <a:lnTo>
                  <a:pt x="3486150" y="2609850"/>
                </a:lnTo>
                <a:lnTo>
                  <a:pt x="3486150" y="2543175"/>
                </a:lnTo>
                <a:lnTo>
                  <a:pt x="3495675" y="2543175"/>
                </a:lnTo>
                <a:lnTo>
                  <a:pt x="3495675" y="2476500"/>
                </a:lnTo>
                <a:lnTo>
                  <a:pt x="3505200" y="2476500"/>
                </a:lnTo>
                <a:lnTo>
                  <a:pt x="3505200" y="2400300"/>
                </a:lnTo>
                <a:lnTo>
                  <a:pt x="3514725" y="2400300"/>
                </a:lnTo>
                <a:lnTo>
                  <a:pt x="3514725" y="2314575"/>
                </a:lnTo>
                <a:lnTo>
                  <a:pt x="3524250" y="2314575"/>
                </a:lnTo>
                <a:lnTo>
                  <a:pt x="3524250" y="2247900"/>
                </a:lnTo>
                <a:lnTo>
                  <a:pt x="3533775" y="2247900"/>
                </a:lnTo>
                <a:lnTo>
                  <a:pt x="3533775" y="2200275"/>
                </a:lnTo>
                <a:lnTo>
                  <a:pt x="3543300" y="2200275"/>
                </a:lnTo>
                <a:lnTo>
                  <a:pt x="3543300" y="2124075"/>
                </a:lnTo>
                <a:lnTo>
                  <a:pt x="3552825" y="2124075"/>
                </a:lnTo>
                <a:lnTo>
                  <a:pt x="3552825" y="2057400"/>
                </a:lnTo>
                <a:lnTo>
                  <a:pt x="3562350" y="2057400"/>
                </a:lnTo>
                <a:lnTo>
                  <a:pt x="3562350" y="1981200"/>
                </a:lnTo>
                <a:lnTo>
                  <a:pt x="3571875" y="1981200"/>
                </a:lnTo>
                <a:lnTo>
                  <a:pt x="3571875" y="1952625"/>
                </a:lnTo>
                <a:lnTo>
                  <a:pt x="3581400" y="1952625"/>
                </a:lnTo>
                <a:lnTo>
                  <a:pt x="3581400" y="1895475"/>
                </a:lnTo>
                <a:lnTo>
                  <a:pt x="3590925" y="1895475"/>
                </a:lnTo>
                <a:lnTo>
                  <a:pt x="3590925" y="1819275"/>
                </a:lnTo>
                <a:lnTo>
                  <a:pt x="3600450" y="1819275"/>
                </a:lnTo>
                <a:lnTo>
                  <a:pt x="3600450" y="1733550"/>
                </a:lnTo>
                <a:lnTo>
                  <a:pt x="3609975" y="1733550"/>
                </a:lnTo>
                <a:lnTo>
                  <a:pt x="3609975" y="1647825"/>
                </a:lnTo>
                <a:lnTo>
                  <a:pt x="3619500" y="1647825"/>
                </a:lnTo>
                <a:lnTo>
                  <a:pt x="3619500" y="1581150"/>
                </a:lnTo>
                <a:lnTo>
                  <a:pt x="3629025" y="1581150"/>
                </a:lnTo>
                <a:lnTo>
                  <a:pt x="3629025" y="1504950"/>
                </a:lnTo>
                <a:lnTo>
                  <a:pt x="3638550" y="1504950"/>
                </a:lnTo>
                <a:lnTo>
                  <a:pt x="3638550" y="1428750"/>
                </a:lnTo>
                <a:lnTo>
                  <a:pt x="3648075" y="1428750"/>
                </a:lnTo>
                <a:lnTo>
                  <a:pt x="3648075" y="1352550"/>
                </a:lnTo>
                <a:lnTo>
                  <a:pt x="3657600" y="1352550"/>
                </a:lnTo>
                <a:lnTo>
                  <a:pt x="3657600" y="1285875"/>
                </a:lnTo>
                <a:lnTo>
                  <a:pt x="3667125" y="1285875"/>
                </a:lnTo>
                <a:lnTo>
                  <a:pt x="3667125" y="1219200"/>
                </a:lnTo>
                <a:lnTo>
                  <a:pt x="3676650" y="1219200"/>
                </a:lnTo>
                <a:lnTo>
                  <a:pt x="3676650" y="1152525"/>
                </a:lnTo>
                <a:lnTo>
                  <a:pt x="3686175" y="1152525"/>
                </a:lnTo>
                <a:lnTo>
                  <a:pt x="3686175" y="1066800"/>
                </a:lnTo>
                <a:lnTo>
                  <a:pt x="3695700" y="1066800"/>
                </a:lnTo>
                <a:lnTo>
                  <a:pt x="3695700" y="990600"/>
                </a:lnTo>
                <a:lnTo>
                  <a:pt x="3705225" y="990600"/>
                </a:lnTo>
                <a:close/>
                <a:moveTo>
                  <a:pt x="200025" y="3343275"/>
                </a:moveTo>
                <a:lnTo>
                  <a:pt x="209550" y="3343275"/>
                </a:lnTo>
                <a:lnTo>
                  <a:pt x="209550" y="3362325"/>
                </a:lnTo>
                <a:lnTo>
                  <a:pt x="200025" y="3362325"/>
                </a:lnTo>
                <a:close/>
                <a:moveTo>
                  <a:pt x="3371850" y="3390900"/>
                </a:moveTo>
                <a:lnTo>
                  <a:pt x="3381375" y="3390900"/>
                </a:lnTo>
                <a:lnTo>
                  <a:pt x="3381375" y="3419475"/>
                </a:lnTo>
                <a:lnTo>
                  <a:pt x="3371850" y="3419475"/>
                </a:lnTo>
                <a:close/>
                <a:moveTo>
                  <a:pt x="200025" y="3438525"/>
                </a:moveTo>
                <a:lnTo>
                  <a:pt x="209550" y="3438525"/>
                </a:lnTo>
                <a:lnTo>
                  <a:pt x="209550" y="3467100"/>
                </a:lnTo>
                <a:lnTo>
                  <a:pt x="200025" y="3467100"/>
                </a:lnTo>
                <a:close/>
                <a:moveTo>
                  <a:pt x="3476625" y="3448050"/>
                </a:moveTo>
                <a:lnTo>
                  <a:pt x="3486150" y="3448050"/>
                </a:lnTo>
                <a:lnTo>
                  <a:pt x="3486150" y="3457575"/>
                </a:lnTo>
                <a:lnTo>
                  <a:pt x="3505200" y="3457575"/>
                </a:lnTo>
                <a:lnTo>
                  <a:pt x="3505200" y="3467100"/>
                </a:lnTo>
                <a:lnTo>
                  <a:pt x="3524250" y="3467100"/>
                </a:lnTo>
                <a:lnTo>
                  <a:pt x="3524250" y="3457575"/>
                </a:lnTo>
                <a:lnTo>
                  <a:pt x="3590925" y="3457575"/>
                </a:lnTo>
                <a:lnTo>
                  <a:pt x="3590925" y="3448050"/>
                </a:lnTo>
                <a:lnTo>
                  <a:pt x="3600450" y="3448050"/>
                </a:lnTo>
                <a:lnTo>
                  <a:pt x="3600450" y="3457575"/>
                </a:lnTo>
                <a:lnTo>
                  <a:pt x="3648075" y="3457575"/>
                </a:lnTo>
                <a:lnTo>
                  <a:pt x="3648075" y="3467100"/>
                </a:lnTo>
                <a:lnTo>
                  <a:pt x="3657600" y="3467100"/>
                </a:lnTo>
                <a:lnTo>
                  <a:pt x="3657600" y="3476625"/>
                </a:lnTo>
                <a:lnTo>
                  <a:pt x="3676650" y="3476625"/>
                </a:lnTo>
                <a:lnTo>
                  <a:pt x="3676650" y="3486150"/>
                </a:lnTo>
                <a:lnTo>
                  <a:pt x="3686175" y="3486150"/>
                </a:lnTo>
                <a:lnTo>
                  <a:pt x="3686175" y="3495675"/>
                </a:lnTo>
                <a:lnTo>
                  <a:pt x="3695700" y="3495675"/>
                </a:lnTo>
                <a:lnTo>
                  <a:pt x="3695700" y="3505200"/>
                </a:lnTo>
                <a:lnTo>
                  <a:pt x="3705225" y="3505200"/>
                </a:lnTo>
                <a:lnTo>
                  <a:pt x="3705225" y="3514725"/>
                </a:lnTo>
                <a:lnTo>
                  <a:pt x="3724275" y="3514725"/>
                </a:lnTo>
                <a:lnTo>
                  <a:pt x="3724275" y="3524250"/>
                </a:lnTo>
                <a:lnTo>
                  <a:pt x="3733800" y="3524250"/>
                </a:lnTo>
                <a:lnTo>
                  <a:pt x="3733800" y="3533775"/>
                </a:lnTo>
                <a:lnTo>
                  <a:pt x="3743325" y="3533775"/>
                </a:lnTo>
                <a:lnTo>
                  <a:pt x="3743325" y="3543300"/>
                </a:lnTo>
                <a:lnTo>
                  <a:pt x="3752850" y="3543300"/>
                </a:lnTo>
                <a:lnTo>
                  <a:pt x="3752850" y="3552825"/>
                </a:lnTo>
                <a:lnTo>
                  <a:pt x="3762375" y="3552825"/>
                </a:lnTo>
                <a:lnTo>
                  <a:pt x="3762375" y="3600450"/>
                </a:lnTo>
                <a:lnTo>
                  <a:pt x="3771900" y="3600450"/>
                </a:lnTo>
                <a:lnTo>
                  <a:pt x="3771900" y="3609975"/>
                </a:lnTo>
                <a:lnTo>
                  <a:pt x="3781425" y="3609975"/>
                </a:lnTo>
                <a:lnTo>
                  <a:pt x="3781425" y="3619500"/>
                </a:lnTo>
                <a:lnTo>
                  <a:pt x="3790950" y="3619500"/>
                </a:lnTo>
                <a:lnTo>
                  <a:pt x="3790950" y="3629025"/>
                </a:lnTo>
                <a:lnTo>
                  <a:pt x="3800475" y="3629025"/>
                </a:lnTo>
                <a:lnTo>
                  <a:pt x="3800475" y="3657600"/>
                </a:lnTo>
                <a:lnTo>
                  <a:pt x="3810000" y="3657600"/>
                </a:lnTo>
                <a:lnTo>
                  <a:pt x="3810000" y="3676650"/>
                </a:lnTo>
                <a:lnTo>
                  <a:pt x="3819525" y="3676650"/>
                </a:lnTo>
                <a:lnTo>
                  <a:pt x="3819525" y="3686175"/>
                </a:lnTo>
                <a:lnTo>
                  <a:pt x="3810000" y="3686175"/>
                </a:lnTo>
                <a:lnTo>
                  <a:pt x="3810000" y="3714750"/>
                </a:lnTo>
                <a:lnTo>
                  <a:pt x="3800475" y="3714750"/>
                </a:lnTo>
                <a:lnTo>
                  <a:pt x="3800475" y="3724275"/>
                </a:lnTo>
                <a:lnTo>
                  <a:pt x="3819525" y="3724275"/>
                </a:lnTo>
                <a:lnTo>
                  <a:pt x="3819525" y="3714750"/>
                </a:lnTo>
                <a:lnTo>
                  <a:pt x="3838575" y="3714750"/>
                </a:lnTo>
                <a:lnTo>
                  <a:pt x="3838575" y="3743325"/>
                </a:lnTo>
                <a:lnTo>
                  <a:pt x="3819525" y="3743325"/>
                </a:lnTo>
                <a:lnTo>
                  <a:pt x="3819525" y="3752850"/>
                </a:lnTo>
                <a:lnTo>
                  <a:pt x="3800475" y="3752850"/>
                </a:lnTo>
                <a:lnTo>
                  <a:pt x="3800475" y="3762375"/>
                </a:lnTo>
                <a:lnTo>
                  <a:pt x="3771900" y="3762375"/>
                </a:lnTo>
                <a:lnTo>
                  <a:pt x="3771900" y="3771900"/>
                </a:lnTo>
                <a:lnTo>
                  <a:pt x="3762375" y="3771900"/>
                </a:lnTo>
                <a:lnTo>
                  <a:pt x="3762375" y="3781425"/>
                </a:lnTo>
                <a:lnTo>
                  <a:pt x="3733800" y="3781425"/>
                </a:lnTo>
                <a:lnTo>
                  <a:pt x="3733800" y="3790950"/>
                </a:lnTo>
                <a:lnTo>
                  <a:pt x="3714750" y="3790950"/>
                </a:lnTo>
                <a:lnTo>
                  <a:pt x="3714750" y="3800475"/>
                </a:lnTo>
                <a:lnTo>
                  <a:pt x="3695700" y="3800475"/>
                </a:lnTo>
                <a:lnTo>
                  <a:pt x="3695700" y="3810000"/>
                </a:lnTo>
                <a:lnTo>
                  <a:pt x="3676650" y="3810000"/>
                </a:lnTo>
                <a:lnTo>
                  <a:pt x="3676650" y="3819525"/>
                </a:lnTo>
                <a:lnTo>
                  <a:pt x="3657600" y="3819525"/>
                </a:lnTo>
                <a:lnTo>
                  <a:pt x="3657600" y="3829050"/>
                </a:lnTo>
                <a:lnTo>
                  <a:pt x="3638550" y="3829050"/>
                </a:lnTo>
                <a:lnTo>
                  <a:pt x="3638550" y="3838575"/>
                </a:lnTo>
                <a:lnTo>
                  <a:pt x="3619500" y="3838575"/>
                </a:lnTo>
                <a:lnTo>
                  <a:pt x="3619500" y="3848100"/>
                </a:lnTo>
                <a:lnTo>
                  <a:pt x="3571875" y="3848100"/>
                </a:lnTo>
                <a:lnTo>
                  <a:pt x="3571875" y="3857625"/>
                </a:lnTo>
                <a:lnTo>
                  <a:pt x="3543300" y="3857625"/>
                </a:lnTo>
                <a:lnTo>
                  <a:pt x="3543300" y="3867150"/>
                </a:lnTo>
                <a:lnTo>
                  <a:pt x="3514725" y="3867150"/>
                </a:lnTo>
                <a:lnTo>
                  <a:pt x="3514725" y="3876675"/>
                </a:lnTo>
                <a:lnTo>
                  <a:pt x="3476625" y="3876675"/>
                </a:lnTo>
                <a:lnTo>
                  <a:pt x="3476625" y="3886200"/>
                </a:lnTo>
                <a:lnTo>
                  <a:pt x="3457575" y="3886200"/>
                </a:lnTo>
                <a:lnTo>
                  <a:pt x="3457575" y="3895725"/>
                </a:lnTo>
                <a:lnTo>
                  <a:pt x="3409950" y="3895725"/>
                </a:lnTo>
                <a:lnTo>
                  <a:pt x="3409950" y="3905250"/>
                </a:lnTo>
                <a:lnTo>
                  <a:pt x="3371850" y="3905250"/>
                </a:lnTo>
                <a:lnTo>
                  <a:pt x="3371850" y="3914775"/>
                </a:lnTo>
                <a:lnTo>
                  <a:pt x="3314700" y="3914775"/>
                </a:lnTo>
                <a:lnTo>
                  <a:pt x="3314700" y="3924300"/>
                </a:lnTo>
                <a:lnTo>
                  <a:pt x="3286125" y="3924300"/>
                </a:lnTo>
                <a:lnTo>
                  <a:pt x="3286125" y="3886200"/>
                </a:lnTo>
                <a:lnTo>
                  <a:pt x="3295650" y="3886200"/>
                </a:lnTo>
                <a:lnTo>
                  <a:pt x="3295650" y="3876675"/>
                </a:lnTo>
                <a:lnTo>
                  <a:pt x="3305175" y="3876675"/>
                </a:lnTo>
                <a:lnTo>
                  <a:pt x="3305175" y="3867150"/>
                </a:lnTo>
                <a:lnTo>
                  <a:pt x="3314700" y="3867150"/>
                </a:lnTo>
                <a:lnTo>
                  <a:pt x="3314700" y="3848100"/>
                </a:lnTo>
                <a:lnTo>
                  <a:pt x="3305175" y="3848100"/>
                </a:lnTo>
                <a:lnTo>
                  <a:pt x="3305175" y="3838575"/>
                </a:lnTo>
                <a:lnTo>
                  <a:pt x="3314700" y="3838575"/>
                </a:lnTo>
                <a:lnTo>
                  <a:pt x="3314700" y="3790950"/>
                </a:lnTo>
                <a:lnTo>
                  <a:pt x="3324225" y="3790950"/>
                </a:lnTo>
                <a:lnTo>
                  <a:pt x="3324225" y="3733800"/>
                </a:lnTo>
                <a:lnTo>
                  <a:pt x="3333750" y="3733800"/>
                </a:lnTo>
                <a:lnTo>
                  <a:pt x="3333750" y="3686175"/>
                </a:lnTo>
                <a:lnTo>
                  <a:pt x="3343275" y="3686175"/>
                </a:lnTo>
                <a:lnTo>
                  <a:pt x="3343275" y="3609975"/>
                </a:lnTo>
                <a:lnTo>
                  <a:pt x="3352800" y="3609975"/>
                </a:lnTo>
                <a:lnTo>
                  <a:pt x="3352800" y="3514725"/>
                </a:lnTo>
                <a:lnTo>
                  <a:pt x="3362325" y="3514725"/>
                </a:lnTo>
                <a:lnTo>
                  <a:pt x="3362325" y="3467100"/>
                </a:lnTo>
                <a:lnTo>
                  <a:pt x="3381375" y="3467100"/>
                </a:lnTo>
                <a:lnTo>
                  <a:pt x="3381375" y="3457575"/>
                </a:lnTo>
                <a:lnTo>
                  <a:pt x="3400425" y="3457575"/>
                </a:lnTo>
                <a:lnTo>
                  <a:pt x="3400425" y="3467100"/>
                </a:lnTo>
                <a:lnTo>
                  <a:pt x="3429000" y="3467100"/>
                </a:lnTo>
                <a:lnTo>
                  <a:pt x="3429000" y="3457575"/>
                </a:lnTo>
                <a:lnTo>
                  <a:pt x="3438525" y="3457575"/>
                </a:lnTo>
                <a:lnTo>
                  <a:pt x="3438525" y="3467100"/>
                </a:lnTo>
                <a:lnTo>
                  <a:pt x="3467100" y="3467100"/>
                </a:lnTo>
                <a:lnTo>
                  <a:pt x="3467100" y="3457575"/>
                </a:lnTo>
                <a:lnTo>
                  <a:pt x="3476625" y="3457575"/>
                </a:lnTo>
                <a:close/>
                <a:moveTo>
                  <a:pt x="209550" y="3467100"/>
                </a:moveTo>
                <a:lnTo>
                  <a:pt x="219075" y="3467100"/>
                </a:lnTo>
                <a:lnTo>
                  <a:pt x="219075" y="3638550"/>
                </a:lnTo>
                <a:lnTo>
                  <a:pt x="228600" y="3638550"/>
                </a:lnTo>
                <a:lnTo>
                  <a:pt x="228600" y="3810000"/>
                </a:lnTo>
                <a:lnTo>
                  <a:pt x="238125" y="3810000"/>
                </a:lnTo>
                <a:lnTo>
                  <a:pt x="238125" y="3857625"/>
                </a:lnTo>
                <a:lnTo>
                  <a:pt x="228600" y="3857625"/>
                </a:lnTo>
                <a:lnTo>
                  <a:pt x="228600" y="3829050"/>
                </a:lnTo>
                <a:lnTo>
                  <a:pt x="219075" y="3829050"/>
                </a:lnTo>
                <a:lnTo>
                  <a:pt x="219075" y="3800475"/>
                </a:lnTo>
                <a:lnTo>
                  <a:pt x="209550" y="3800475"/>
                </a:lnTo>
                <a:lnTo>
                  <a:pt x="209550" y="3781425"/>
                </a:lnTo>
                <a:lnTo>
                  <a:pt x="200025" y="3781425"/>
                </a:lnTo>
                <a:lnTo>
                  <a:pt x="200025" y="3771900"/>
                </a:lnTo>
                <a:lnTo>
                  <a:pt x="190500" y="3771900"/>
                </a:lnTo>
                <a:lnTo>
                  <a:pt x="190500" y="3781425"/>
                </a:lnTo>
                <a:lnTo>
                  <a:pt x="161925" y="3781425"/>
                </a:lnTo>
                <a:lnTo>
                  <a:pt x="161925" y="3762375"/>
                </a:lnTo>
                <a:lnTo>
                  <a:pt x="152400" y="3762375"/>
                </a:lnTo>
                <a:lnTo>
                  <a:pt x="152400" y="3752850"/>
                </a:lnTo>
                <a:lnTo>
                  <a:pt x="142875" y="3752850"/>
                </a:lnTo>
                <a:lnTo>
                  <a:pt x="142875" y="3771900"/>
                </a:lnTo>
                <a:lnTo>
                  <a:pt x="123825" y="3771900"/>
                </a:lnTo>
                <a:lnTo>
                  <a:pt x="123825" y="3781425"/>
                </a:lnTo>
                <a:lnTo>
                  <a:pt x="114300" y="3781425"/>
                </a:lnTo>
                <a:lnTo>
                  <a:pt x="114300" y="3752850"/>
                </a:lnTo>
                <a:lnTo>
                  <a:pt x="104775" y="3752850"/>
                </a:lnTo>
                <a:lnTo>
                  <a:pt x="104775" y="3733800"/>
                </a:lnTo>
                <a:lnTo>
                  <a:pt x="114300" y="3733800"/>
                </a:lnTo>
                <a:lnTo>
                  <a:pt x="114300" y="3724275"/>
                </a:lnTo>
                <a:lnTo>
                  <a:pt x="104775" y="3724275"/>
                </a:lnTo>
                <a:lnTo>
                  <a:pt x="104775" y="3705225"/>
                </a:lnTo>
                <a:lnTo>
                  <a:pt x="95250" y="3705225"/>
                </a:lnTo>
                <a:lnTo>
                  <a:pt x="95250" y="3695700"/>
                </a:lnTo>
                <a:lnTo>
                  <a:pt x="85725" y="3695700"/>
                </a:lnTo>
                <a:lnTo>
                  <a:pt x="85725" y="3705225"/>
                </a:lnTo>
                <a:lnTo>
                  <a:pt x="76200" y="3705225"/>
                </a:lnTo>
                <a:lnTo>
                  <a:pt x="76200" y="3714750"/>
                </a:lnTo>
                <a:lnTo>
                  <a:pt x="57150" y="3714750"/>
                </a:lnTo>
                <a:lnTo>
                  <a:pt x="57150" y="3705225"/>
                </a:lnTo>
                <a:lnTo>
                  <a:pt x="47625" y="3705225"/>
                </a:lnTo>
                <a:lnTo>
                  <a:pt x="47625" y="3686175"/>
                </a:lnTo>
                <a:lnTo>
                  <a:pt x="66675" y="3686175"/>
                </a:lnTo>
                <a:lnTo>
                  <a:pt x="66675" y="3667125"/>
                </a:lnTo>
                <a:lnTo>
                  <a:pt x="57150" y="3667125"/>
                </a:lnTo>
                <a:lnTo>
                  <a:pt x="57150" y="3676650"/>
                </a:lnTo>
                <a:lnTo>
                  <a:pt x="47625" y="3676650"/>
                </a:lnTo>
                <a:lnTo>
                  <a:pt x="47625" y="3657600"/>
                </a:lnTo>
                <a:lnTo>
                  <a:pt x="57150" y="3657600"/>
                </a:lnTo>
                <a:lnTo>
                  <a:pt x="57150" y="3648075"/>
                </a:lnTo>
                <a:lnTo>
                  <a:pt x="66675" y="3648075"/>
                </a:lnTo>
                <a:lnTo>
                  <a:pt x="66675" y="3638550"/>
                </a:lnTo>
                <a:lnTo>
                  <a:pt x="76200" y="3638550"/>
                </a:lnTo>
                <a:lnTo>
                  <a:pt x="76200" y="3590925"/>
                </a:lnTo>
                <a:lnTo>
                  <a:pt x="85725" y="3590925"/>
                </a:lnTo>
                <a:lnTo>
                  <a:pt x="85725" y="3581400"/>
                </a:lnTo>
                <a:lnTo>
                  <a:pt x="95250" y="3581400"/>
                </a:lnTo>
                <a:lnTo>
                  <a:pt x="95250" y="3571875"/>
                </a:lnTo>
                <a:lnTo>
                  <a:pt x="114300" y="3571875"/>
                </a:lnTo>
                <a:lnTo>
                  <a:pt x="114300" y="3552825"/>
                </a:lnTo>
                <a:lnTo>
                  <a:pt x="123825" y="3552825"/>
                </a:lnTo>
                <a:lnTo>
                  <a:pt x="123825" y="3543300"/>
                </a:lnTo>
                <a:lnTo>
                  <a:pt x="133350" y="3543300"/>
                </a:lnTo>
                <a:lnTo>
                  <a:pt x="133350" y="3533775"/>
                </a:lnTo>
                <a:lnTo>
                  <a:pt x="161925" y="3533775"/>
                </a:lnTo>
                <a:lnTo>
                  <a:pt x="161925" y="3524250"/>
                </a:lnTo>
                <a:lnTo>
                  <a:pt x="190500" y="3524250"/>
                </a:lnTo>
                <a:lnTo>
                  <a:pt x="190500" y="3514725"/>
                </a:lnTo>
                <a:lnTo>
                  <a:pt x="200025" y="3514725"/>
                </a:lnTo>
                <a:lnTo>
                  <a:pt x="200025" y="3486150"/>
                </a:lnTo>
                <a:lnTo>
                  <a:pt x="209550" y="3486150"/>
                </a:lnTo>
                <a:close/>
                <a:moveTo>
                  <a:pt x="2438400" y="3600450"/>
                </a:moveTo>
                <a:lnTo>
                  <a:pt x="2447925" y="3600450"/>
                </a:lnTo>
                <a:lnTo>
                  <a:pt x="2447925" y="3609975"/>
                </a:lnTo>
                <a:lnTo>
                  <a:pt x="2438400" y="3609975"/>
                </a:lnTo>
                <a:close/>
                <a:moveTo>
                  <a:pt x="2447925" y="3609975"/>
                </a:moveTo>
                <a:lnTo>
                  <a:pt x="2457450" y="3609975"/>
                </a:lnTo>
                <a:lnTo>
                  <a:pt x="2457450" y="3619500"/>
                </a:lnTo>
                <a:lnTo>
                  <a:pt x="2466975" y="3619500"/>
                </a:lnTo>
                <a:lnTo>
                  <a:pt x="2466975" y="3629025"/>
                </a:lnTo>
                <a:lnTo>
                  <a:pt x="2438400" y="3629025"/>
                </a:lnTo>
                <a:lnTo>
                  <a:pt x="2438400" y="3619500"/>
                </a:lnTo>
                <a:lnTo>
                  <a:pt x="2447925" y="3619500"/>
                </a:lnTo>
                <a:close/>
                <a:moveTo>
                  <a:pt x="2409825" y="3629025"/>
                </a:moveTo>
                <a:lnTo>
                  <a:pt x="2419350" y="3629025"/>
                </a:lnTo>
                <a:lnTo>
                  <a:pt x="2419350" y="3638550"/>
                </a:lnTo>
                <a:lnTo>
                  <a:pt x="2409825" y="3638550"/>
                </a:lnTo>
                <a:close/>
                <a:moveTo>
                  <a:pt x="2466975" y="3629025"/>
                </a:moveTo>
                <a:lnTo>
                  <a:pt x="2476500" y="3629025"/>
                </a:lnTo>
                <a:lnTo>
                  <a:pt x="2476500" y="3657600"/>
                </a:lnTo>
                <a:lnTo>
                  <a:pt x="2466975" y="3657600"/>
                </a:lnTo>
                <a:close/>
                <a:moveTo>
                  <a:pt x="2419350" y="3648075"/>
                </a:moveTo>
                <a:lnTo>
                  <a:pt x="2438400" y="3648075"/>
                </a:lnTo>
                <a:lnTo>
                  <a:pt x="2438400" y="3657600"/>
                </a:lnTo>
                <a:lnTo>
                  <a:pt x="2419350" y="3657600"/>
                </a:lnTo>
                <a:close/>
                <a:moveTo>
                  <a:pt x="66675" y="3667125"/>
                </a:moveTo>
                <a:lnTo>
                  <a:pt x="76200" y="3667125"/>
                </a:lnTo>
                <a:lnTo>
                  <a:pt x="76200" y="3657600"/>
                </a:lnTo>
                <a:lnTo>
                  <a:pt x="66675" y="3657600"/>
                </a:lnTo>
                <a:close/>
                <a:moveTo>
                  <a:pt x="2419350" y="3667125"/>
                </a:moveTo>
                <a:lnTo>
                  <a:pt x="2438400" y="3667125"/>
                </a:lnTo>
                <a:lnTo>
                  <a:pt x="2438400" y="3676650"/>
                </a:lnTo>
                <a:lnTo>
                  <a:pt x="2419350" y="3676650"/>
                </a:lnTo>
                <a:close/>
                <a:moveTo>
                  <a:pt x="85725" y="3743325"/>
                </a:moveTo>
                <a:lnTo>
                  <a:pt x="95250" y="3743325"/>
                </a:lnTo>
                <a:lnTo>
                  <a:pt x="95250" y="3752850"/>
                </a:lnTo>
                <a:lnTo>
                  <a:pt x="85725" y="3752850"/>
                </a:lnTo>
                <a:close/>
                <a:moveTo>
                  <a:pt x="95250" y="3752850"/>
                </a:moveTo>
                <a:lnTo>
                  <a:pt x="104775" y="3752850"/>
                </a:lnTo>
                <a:lnTo>
                  <a:pt x="104775" y="3762375"/>
                </a:lnTo>
                <a:lnTo>
                  <a:pt x="95250" y="3762375"/>
                </a:lnTo>
                <a:close/>
                <a:moveTo>
                  <a:pt x="523875" y="3781425"/>
                </a:moveTo>
                <a:lnTo>
                  <a:pt x="533400" y="3781425"/>
                </a:lnTo>
                <a:lnTo>
                  <a:pt x="533400" y="3790950"/>
                </a:lnTo>
                <a:lnTo>
                  <a:pt x="523875" y="3790950"/>
                </a:lnTo>
                <a:close/>
                <a:moveTo>
                  <a:pt x="514350" y="3790950"/>
                </a:moveTo>
                <a:lnTo>
                  <a:pt x="523875" y="3790950"/>
                </a:lnTo>
                <a:lnTo>
                  <a:pt x="523875" y="3810000"/>
                </a:lnTo>
                <a:lnTo>
                  <a:pt x="514350" y="3810000"/>
                </a:lnTo>
                <a:close/>
                <a:moveTo>
                  <a:pt x="523875" y="3819525"/>
                </a:moveTo>
                <a:lnTo>
                  <a:pt x="533400" y="3819525"/>
                </a:lnTo>
                <a:lnTo>
                  <a:pt x="533400" y="3829050"/>
                </a:lnTo>
                <a:lnTo>
                  <a:pt x="523875" y="3829050"/>
                </a:lnTo>
                <a:close/>
                <a:moveTo>
                  <a:pt x="238125" y="3857625"/>
                </a:moveTo>
                <a:lnTo>
                  <a:pt x="247650" y="3857625"/>
                </a:lnTo>
                <a:lnTo>
                  <a:pt x="247650" y="3895725"/>
                </a:lnTo>
                <a:lnTo>
                  <a:pt x="238125" y="3895725"/>
                </a:lnTo>
                <a:close/>
                <a:moveTo>
                  <a:pt x="247650" y="3895725"/>
                </a:moveTo>
                <a:lnTo>
                  <a:pt x="257175" y="3895725"/>
                </a:lnTo>
                <a:lnTo>
                  <a:pt x="257175" y="3905250"/>
                </a:lnTo>
                <a:lnTo>
                  <a:pt x="247650" y="3905250"/>
                </a:lnTo>
                <a:close/>
                <a:moveTo>
                  <a:pt x="257175" y="3914775"/>
                </a:moveTo>
                <a:lnTo>
                  <a:pt x="266700" y="3914775"/>
                </a:lnTo>
                <a:lnTo>
                  <a:pt x="266700" y="3924300"/>
                </a:lnTo>
                <a:lnTo>
                  <a:pt x="257175" y="3924300"/>
                </a:lnTo>
                <a:close/>
                <a:moveTo>
                  <a:pt x="266700" y="3933825"/>
                </a:moveTo>
                <a:lnTo>
                  <a:pt x="276225" y="3933825"/>
                </a:lnTo>
                <a:lnTo>
                  <a:pt x="276225" y="3943350"/>
                </a:lnTo>
                <a:lnTo>
                  <a:pt x="266700" y="3943350"/>
                </a:lnTo>
                <a:close/>
                <a:moveTo>
                  <a:pt x="295275" y="3971925"/>
                </a:moveTo>
                <a:lnTo>
                  <a:pt x="304800" y="3971925"/>
                </a:lnTo>
                <a:lnTo>
                  <a:pt x="304800" y="3981450"/>
                </a:lnTo>
                <a:lnTo>
                  <a:pt x="295275" y="3981450"/>
                </a:lnTo>
                <a:close/>
                <a:moveTo>
                  <a:pt x="304800" y="3981450"/>
                </a:moveTo>
                <a:lnTo>
                  <a:pt x="314325" y="3981450"/>
                </a:lnTo>
                <a:lnTo>
                  <a:pt x="314325" y="3990975"/>
                </a:lnTo>
                <a:lnTo>
                  <a:pt x="304800" y="3990975"/>
                </a:lnTo>
                <a:close/>
                <a:moveTo>
                  <a:pt x="323850" y="4010025"/>
                </a:moveTo>
                <a:lnTo>
                  <a:pt x="342900" y="4010025"/>
                </a:lnTo>
                <a:lnTo>
                  <a:pt x="342900" y="4019550"/>
                </a:lnTo>
                <a:lnTo>
                  <a:pt x="352425" y="4019550"/>
                </a:lnTo>
                <a:lnTo>
                  <a:pt x="352425" y="4029075"/>
                </a:lnTo>
                <a:lnTo>
                  <a:pt x="361950" y="4029075"/>
                </a:lnTo>
                <a:lnTo>
                  <a:pt x="361950" y="4038600"/>
                </a:lnTo>
                <a:lnTo>
                  <a:pt x="371475" y="4038600"/>
                </a:lnTo>
                <a:lnTo>
                  <a:pt x="371475" y="4067175"/>
                </a:lnTo>
                <a:lnTo>
                  <a:pt x="381000" y="4067175"/>
                </a:lnTo>
                <a:lnTo>
                  <a:pt x="381000" y="4076700"/>
                </a:lnTo>
                <a:lnTo>
                  <a:pt x="400050" y="4076700"/>
                </a:lnTo>
                <a:lnTo>
                  <a:pt x="400050" y="4086225"/>
                </a:lnTo>
                <a:lnTo>
                  <a:pt x="447675" y="4086225"/>
                </a:lnTo>
                <a:lnTo>
                  <a:pt x="447675" y="4095750"/>
                </a:lnTo>
                <a:lnTo>
                  <a:pt x="581025" y="4095750"/>
                </a:lnTo>
                <a:lnTo>
                  <a:pt x="581025" y="4105275"/>
                </a:lnTo>
                <a:lnTo>
                  <a:pt x="438150" y="4105275"/>
                </a:lnTo>
                <a:lnTo>
                  <a:pt x="438150" y="4095750"/>
                </a:lnTo>
                <a:lnTo>
                  <a:pt x="371475" y="4095750"/>
                </a:lnTo>
                <a:lnTo>
                  <a:pt x="371475" y="4086225"/>
                </a:lnTo>
                <a:lnTo>
                  <a:pt x="342900" y="4086225"/>
                </a:lnTo>
                <a:lnTo>
                  <a:pt x="342900" y="4076700"/>
                </a:lnTo>
                <a:lnTo>
                  <a:pt x="333375" y="4076700"/>
                </a:lnTo>
                <a:lnTo>
                  <a:pt x="333375" y="4067175"/>
                </a:lnTo>
                <a:lnTo>
                  <a:pt x="323850" y="4067175"/>
                </a:lnTo>
                <a:lnTo>
                  <a:pt x="323850" y="4048125"/>
                </a:lnTo>
                <a:lnTo>
                  <a:pt x="333375" y="4048125"/>
                </a:lnTo>
                <a:lnTo>
                  <a:pt x="333375" y="4019550"/>
                </a:lnTo>
                <a:lnTo>
                  <a:pt x="323850" y="4019550"/>
                </a:lnTo>
                <a:close/>
                <a:moveTo>
                  <a:pt x="609600" y="4105275"/>
                </a:moveTo>
                <a:lnTo>
                  <a:pt x="1104900" y="4105275"/>
                </a:lnTo>
                <a:lnTo>
                  <a:pt x="1104900" y="4114800"/>
                </a:lnTo>
                <a:lnTo>
                  <a:pt x="1114425" y="4114800"/>
                </a:lnTo>
                <a:lnTo>
                  <a:pt x="1114425" y="4133850"/>
                </a:lnTo>
                <a:lnTo>
                  <a:pt x="1095375" y="4133850"/>
                </a:lnTo>
                <a:lnTo>
                  <a:pt x="1095375" y="4143375"/>
                </a:lnTo>
                <a:lnTo>
                  <a:pt x="1085850" y="4143375"/>
                </a:lnTo>
                <a:lnTo>
                  <a:pt x="1085850" y="4133850"/>
                </a:lnTo>
                <a:lnTo>
                  <a:pt x="1066800" y="4133850"/>
                </a:lnTo>
                <a:lnTo>
                  <a:pt x="1066800" y="4124325"/>
                </a:lnTo>
                <a:lnTo>
                  <a:pt x="885825" y="4124325"/>
                </a:lnTo>
                <a:lnTo>
                  <a:pt x="885825" y="4114800"/>
                </a:lnTo>
                <a:lnTo>
                  <a:pt x="866775" y="4114800"/>
                </a:lnTo>
                <a:lnTo>
                  <a:pt x="866775" y="4124325"/>
                </a:lnTo>
                <a:lnTo>
                  <a:pt x="828675" y="4124325"/>
                </a:lnTo>
                <a:lnTo>
                  <a:pt x="828675" y="4114800"/>
                </a:lnTo>
                <a:lnTo>
                  <a:pt x="609600" y="4114800"/>
                </a:lnTo>
                <a:close/>
                <a:moveTo>
                  <a:pt x="1076325" y="4143375"/>
                </a:moveTo>
                <a:lnTo>
                  <a:pt x="1085850" y="4143375"/>
                </a:lnTo>
                <a:lnTo>
                  <a:pt x="1085850" y="4162425"/>
                </a:lnTo>
                <a:lnTo>
                  <a:pt x="1076325" y="4162425"/>
                </a:lnTo>
                <a:lnTo>
                  <a:pt x="1076325" y="4171950"/>
                </a:lnTo>
                <a:lnTo>
                  <a:pt x="1066800" y="4171950"/>
                </a:lnTo>
                <a:lnTo>
                  <a:pt x="1066800" y="4152900"/>
                </a:lnTo>
                <a:lnTo>
                  <a:pt x="1076325" y="4152900"/>
                </a:lnTo>
                <a:close/>
                <a:moveTo>
                  <a:pt x="1057275" y="4171950"/>
                </a:moveTo>
                <a:lnTo>
                  <a:pt x="1066800" y="4171950"/>
                </a:lnTo>
                <a:lnTo>
                  <a:pt x="1066800" y="4181475"/>
                </a:lnTo>
                <a:lnTo>
                  <a:pt x="1057275" y="4181475"/>
                </a:lnTo>
                <a:close/>
                <a:moveTo>
                  <a:pt x="1047750" y="4181475"/>
                </a:moveTo>
                <a:lnTo>
                  <a:pt x="1057275" y="4181475"/>
                </a:lnTo>
                <a:lnTo>
                  <a:pt x="1057275" y="4191000"/>
                </a:lnTo>
                <a:lnTo>
                  <a:pt x="1047750" y="4191000"/>
                </a:lnTo>
                <a:close/>
                <a:moveTo>
                  <a:pt x="1038225" y="4191000"/>
                </a:moveTo>
                <a:lnTo>
                  <a:pt x="1047750" y="4191000"/>
                </a:lnTo>
                <a:lnTo>
                  <a:pt x="1047750" y="4200525"/>
                </a:lnTo>
                <a:lnTo>
                  <a:pt x="1038225" y="4200525"/>
                </a:lnTo>
                <a:close/>
                <a:moveTo>
                  <a:pt x="1028700" y="4200525"/>
                </a:moveTo>
                <a:lnTo>
                  <a:pt x="1038225" y="4200525"/>
                </a:lnTo>
                <a:lnTo>
                  <a:pt x="1038225" y="4210050"/>
                </a:lnTo>
                <a:lnTo>
                  <a:pt x="1028700" y="4210050"/>
                </a:lnTo>
                <a:close/>
              </a:path>
            </a:pathLst>
          </a:custGeom>
          <a:solidFill xmlns:a="http://schemas.openxmlformats.org/drawingml/2006/main">
            <a:srgbClr val="004ED6"/>
          </a:solidFill>
          <a:ln xmlns:a="http://schemas.openxmlformats.org/drawingml/2006/main" w="0">
            <a:noFill/>
          </a:ln>
        </p:spPr>
      </p:sp>
      <p:sp>
        <p:nvSpPr>
          <p:cNvPr id="39" name="phones vector #012f7b">
            <a:extLst xmlns:a="http://schemas.openxmlformats.org/drawingml/2006/main">
              <a:ext uri="{FF2B5EF4-FFF2-40B4-BE49-F238E27FC236}">
                <a16:creationId xmlns:a16="http://schemas.microsoft.com/office/drawing/2014/main" id="{3BFA788F-1BFC-4431-B340-773FEB85A2F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48500" y="190500"/>
            <a:ext cx="5905500" cy="6619875"/>
          </a:xfrm>
          <a:custGeom xmlns:a="http://schemas.openxmlformats.org/drawingml/2006/main">
            <a:pathLst>
              <a:path w="3838575" h="4295775">
                <a:moveTo>
                  <a:pt x="1619250" y="104775"/>
                </a:moveTo>
                <a:lnTo>
                  <a:pt x="1628775" y="104775"/>
                </a:lnTo>
                <a:lnTo>
                  <a:pt x="1628775" y="114300"/>
                </a:lnTo>
                <a:lnTo>
                  <a:pt x="1619250" y="114300"/>
                </a:lnTo>
                <a:close/>
                <a:moveTo>
                  <a:pt x="1638300" y="114300"/>
                </a:moveTo>
                <a:lnTo>
                  <a:pt x="1647825" y="114300"/>
                </a:lnTo>
                <a:lnTo>
                  <a:pt x="1647825" y="123825"/>
                </a:lnTo>
                <a:lnTo>
                  <a:pt x="1638300" y="123825"/>
                </a:lnTo>
                <a:close/>
                <a:moveTo>
                  <a:pt x="1704975" y="180975"/>
                </a:moveTo>
                <a:lnTo>
                  <a:pt x="1714500" y="180975"/>
                </a:lnTo>
                <a:lnTo>
                  <a:pt x="1714500" y="190500"/>
                </a:lnTo>
                <a:lnTo>
                  <a:pt x="1704975" y="190500"/>
                </a:lnTo>
                <a:close/>
                <a:moveTo>
                  <a:pt x="1724025" y="209550"/>
                </a:moveTo>
                <a:lnTo>
                  <a:pt x="1733550" y="209550"/>
                </a:lnTo>
                <a:lnTo>
                  <a:pt x="1733550" y="219075"/>
                </a:lnTo>
                <a:lnTo>
                  <a:pt x="1724025" y="219075"/>
                </a:lnTo>
                <a:close/>
                <a:moveTo>
                  <a:pt x="1733550" y="228600"/>
                </a:moveTo>
                <a:lnTo>
                  <a:pt x="1743075" y="228600"/>
                </a:lnTo>
                <a:lnTo>
                  <a:pt x="1743075" y="247650"/>
                </a:lnTo>
                <a:lnTo>
                  <a:pt x="1733550" y="247650"/>
                </a:lnTo>
                <a:close/>
                <a:moveTo>
                  <a:pt x="1743075" y="247650"/>
                </a:moveTo>
                <a:lnTo>
                  <a:pt x="1752600" y="247650"/>
                </a:lnTo>
                <a:lnTo>
                  <a:pt x="1752600" y="257175"/>
                </a:lnTo>
                <a:lnTo>
                  <a:pt x="1743075" y="257175"/>
                </a:lnTo>
                <a:close/>
                <a:moveTo>
                  <a:pt x="1752600" y="276225"/>
                </a:moveTo>
                <a:lnTo>
                  <a:pt x="1762125" y="276225"/>
                </a:lnTo>
                <a:lnTo>
                  <a:pt x="1762125" y="285750"/>
                </a:lnTo>
                <a:lnTo>
                  <a:pt x="1752600" y="285750"/>
                </a:lnTo>
                <a:close/>
                <a:moveTo>
                  <a:pt x="2019300" y="390525"/>
                </a:moveTo>
                <a:lnTo>
                  <a:pt x="2028825" y="390525"/>
                </a:lnTo>
                <a:lnTo>
                  <a:pt x="2028825" y="400050"/>
                </a:lnTo>
                <a:lnTo>
                  <a:pt x="2019300" y="400050"/>
                </a:lnTo>
                <a:close/>
                <a:moveTo>
                  <a:pt x="3562350" y="419100"/>
                </a:moveTo>
                <a:lnTo>
                  <a:pt x="3571875" y="419100"/>
                </a:lnTo>
                <a:lnTo>
                  <a:pt x="3571875" y="428625"/>
                </a:lnTo>
                <a:lnTo>
                  <a:pt x="3562350" y="428625"/>
                </a:lnTo>
                <a:close/>
                <a:moveTo>
                  <a:pt x="3581400" y="428625"/>
                </a:moveTo>
                <a:lnTo>
                  <a:pt x="3590925" y="428625"/>
                </a:lnTo>
                <a:lnTo>
                  <a:pt x="3590925" y="438150"/>
                </a:lnTo>
                <a:lnTo>
                  <a:pt x="3581400" y="438150"/>
                </a:lnTo>
                <a:close/>
                <a:moveTo>
                  <a:pt x="3619500" y="457200"/>
                </a:moveTo>
                <a:lnTo>
                  <a:pt x="3629025" y="457200"/>
                </a:lnTo>
                <a:lnTo>
                  <a:pt x="3629025" y="466725"/>
                </a:lnTo>
                <a:lnTo>
                  <a:pt x="3619500" y="466725"/>
                </a:lnTo>
                <a:close/>
                <a:moveTo>
                  <a:pt x="3629025" y="466725"/>
                </a:moveTo>
                <a:lnTo>
                  <a:pt x="3638550" y="466725"/>
                </a:lnTo>
                <a:lnTo>
                  <a:pt x="3638550" y="476250"/>
                </a:lnTo>
                <a:lnTo>
                  <a:pt x="3629025" y="476250"/>
                </a:lnTo>
                <a:close/>
                <a:moveTo>
                  <a:pt x="3638550" y="476250"/>
                </a:moveTo>
                <a:lnTo>
                  <a:pt x="3648075" y="476250"/>
                </a:lnTo>
                <a:lnTo>
                  <a:pt x="3648075" y="485775"/>
                </a:lnTo>
                <a:lnTo>
                  <a:pt x="3638550" y="485775"/>
                </a:lnTo>
                <a:close/>
                <a:moveTo>
                  <a:pt x="3676650" y="523875"/>
                </a:moveTo>
                <a:lnTo>
                  <a:pt x="3686175" y="523875"/>
                </a:lnTo>
                <a:lnTo>
                  <a:pt x="3686175" y="533400"/>
                </a:lnTo>
                <a:lnTo>
                  <a:pt x="3676650" y="533400"/>
                </a:lnTo>
                <a:close/>
                <a:moveTo>
                  <a:pt x="3686175" y="542925"/>
                </a:moveTo>
                <a:lnTo>
                  <a:pt x="3695700" y="542925"/>
                </a:lnTo>
                <a:lnTo>
                  <a:pt x="3695700" y="552450"/>
                </a:lnTo>
                <a:lnTo>
                  <a:pt x="3686175" y="552450"/>
                </a:lnTo>
                <a:close/>
                <a:moveTo>
                  <a:pt x="3695700" y="561975"/>
                </a:moveTo>
                <a:lnTo>
                  <a:pt x="3705225" y="561975"/>
                </a:lnTo>
                <a:lnTo>
                  <a:pt x="3705225" y="571500"/>
                </a:lnTo>
                <a:lnTo>
                  <a:pt x="3695700" y="571500"/>
                </a:lnTo>
                <a:close/>
                <a:moveTo>
                  <a:pt x="2114550" y="590550"/>
                </a:moveTo>
                <a:lnTo>
                  <a:pt x="2124075" y="590550"/>
                </a:lnTo>
                <a:lnTo>
                  <a:pt x="2124075" y="600075"/>
                </a:lnTo>
                <a:lnTo>
                  <a:pt x="2114550" y="600075"/>
                </a:lnTo>
                <a:close/>
                <a:moveTo>
                  <a:pt x="2181225" y="590550"/>
                </a:moveTo>
                <a:lnTo>
                  <a:pt x="2190750" y="590550"/>
                </a:lnTo>
                <a:lnTo>
                  <a:pt x="2190750" y="600075"/>
                </a:lnTo>
                <a:lnTo>
                  <a:pt x="2181225" y="600075"/>
                </a:lnTo>
                <a:close/>
                <a:moveTo>
                  <a:pt x="1952625" y="600075"/>
                </a:moveTo>
                <a:lnTo>
                  <a:pt x="1962150" y="600075"/>
                </a:lnTo>
                <a:lnTo>
                  <a:pt x="1962150" y="609600"/>
                </a:lnTo>
                <a:lnTo>
                  <a:pt x="1952625" y="609600"/>
                </a:lnTo>
                <a:close/>
                <a:moveTo>
                  <a:pt x="2105025" y="600075"/>
                </a:moveTo>
                <a:lnTo>
                  <a:pt x="2114550" y="600075"/>
                </a:lnTo>
                <a:lnTo>
                  <a:pt x="2114550" y="609600"/>
                </a:lnTo>
                <a:lnTo>
                  <a:pt x="2105025" y="609600"/>
                </a:lnTo>
                <a:close/>
                <a:moveTo>
                  <a:pt x="2190750" y="600075"/>
                </a:moveTo>
                <a:lnTo>
                  <a:pt x="2200275" y="600075"/>
                </a:lnTo>
                <a:lnTo>
                  <a:pt x="2200275" y="609600"/>
                </a:lnTo>
                <a:lnTo>
                  <a:pt x="2190750" y="609600"/>
                </a:lnTo>
                <a:close/>
                <a:moveTo>
                  <a:pt x="3714750" y="628650"/>
                </a:moveTo>
                <a:lnTo>
                  <a:pt x="3724275" y="628650"/>
                </a:lnTo>
                <a:lnTo>
                  <a:pt x="3724275" y="666750"/>
                </a:lnTo>
                <a:lnTo>
                  <a:pt x="3714750" y="666750"/>
                </a:lnTo>
                <a:close/>
                <a:moveTo>
                  <a:pt x="2190750" y="638175"/>
                </a:moveTo>
                <a:lnTo>
                  <a:pt x="2200275" y="638175"/>
                </a:lnTo>
                <a:lnTo>
                  <a:pt x="2200275" y="666750"/>
                </a:lnTo>
                <a:lnTo>
                  <a:pt x="2190750" y="666750"/>
                </a:lnTo>
                <a:close/>
                <a:moveTo>
                  <a:pt x="2095500" y="647700"/>
                </a:moveTo>
                <a:lnTo>
                  <a:pt x="2105025" y="647700"/>
                </a:lnTo>
                <a:lnTo>
                  <a:pt x="2105025" y="657225"/>
                </a:lnTo>
                <a:lnTo>
                  <a:pt x="2095500" y="657225"/>
                </a:lnTo>
                <a:close/>
                <a:moveTo>
                  <a:pt x="1790700" y="666750"/>
                </a:moveTo>
                <a:lnTo>
                  <a:pt x="1800225" y="666750"/>
                </a:lnTo>
                <a:lnTo>
                  <a:pt x="1800225" y="676275"/>
                </a:lnTo>
                <a:lnTo>
                  <a:pt x="1790700" y="676275"/>
                </a:lnTo>
                <a:close/>
                <a:moveTo>
                  <a:pt x="2181225" y="676275"/>
                </a:moveTo>
                <a:lnTo>
                  <a:pt x="2190750" y="676275"/>
                </a:lnTo>
                <a:lnTo>
                  <a:pt x="2190750" y="685800"/>
                </a:lnTo>
                <a:lnTo>
                  <a:pt x="2181225" y="685800"/>
                </a:lnTo>
                <a:close/>
                <a:moveTo>
                  <a:pt x="3714750" y="676275"/>
                </a:moveTo>
                <a:lnTo>
                  <a:pt x="3724275" y="676275"/>
                </a:lnTo>
                <a:lnTo>
                  <a:pt x="3724275" y="685800"/>
                </a:lnTo>
                <a:lnTo>
                  <a:pt x="3714750" y="685800"/>
                </a:lnTo>
                <a:close/>
                <a:moveTo>
                  <a:pt x="2124075" y="685800"/>
                </a:moveTo>
                <a:lnTo>
                  <a:pt x="2152650" y="685800"/>
                </a:lnTo>
                <a:lnTo>
                  <a:pt x="2152650" y="695325"/>
                </a:lnTo>
                <a:lnTo>
                  <a:pt x="2124075" y="695325"/>
                </a:lnTo>
                <a:close/>
                <a:moveTo>
                  <a:pt x="2171700" y="685800"/>
                </a:moveTo>
                <a:lnTo>
                  <a:pt x="2181225" y="685800"/>
                </a:lnTo>
                <a:lnTo>
                  <a:pt x="2181225" y="695325"/>
                </a:lnTo>
                <a:lnTo>
                  <a:pt x="2171700" y="695325"/>
                </a:lnTo>
                <a:close/>
                <a:moveTo>
                  <a:pt x="1800225" y="714375"/>
                </a:moveTo>
                <a:lnTo>
                  <a:pt x="1809750" y="714375"/>
                </a:lnTo>
                <a:lnTo>
                  <a:pt x="1809750" y="733425"/>
                </a:lnTo>
                <a:lnTo>
                  <a:pt x="1800225" y="733425"/>
                </a:lnTo>
                <a:close/>
                <a:moveTo>
                  <a:pt x="1924050" y="809625"/>
                </a:moveTo>
                <a:lnTo>
                  <a:pt x="1933575" y="809625"/>
                </a:lnTo>
                <a:lnTo>
                  <a:pt x="1933575" y="819150"/>
                </a:lnTo>
                <a:lnTo>
                  <a:pt x="1924050" y="819150"/>
                </a:lnTo>
                <a:close/>
                <a:moveTo>
                  <a:pt x="1809750" y="866775"/>
                </a:moveTo>
                <a:lnTo>
                  <a:pt x="1819275" y="866775"/>
                </a:lnTo>
                <a:lnTo>
                  <a:pt x="1819275" y="885825"/>
                </a:lnTo>
                <a:lnTo>
                  <a:pt x="1809750" y="885825"/>
                </a:lnTo>
                <a:close/>
                <a:moveTo>
                  <a:pt x="1914525" y="866775"/>
                </a:moveTo>
                <a:lnTo>
                  <a:pt x="1924050" y="866775"/>
                </a:lnTo>
                <a:lnTo>
                  <a:pt x="1924050" y="876300"/>
                </a:lnTo>
                <a:lnTo>
                  <a:pt x="1914525" y="876300"/>
                </a:lnTo>
                <a:close/>
                <a:moveTo>
                  <a:pt x="1905000" y="923925"/>
                </a:moveTo>
                <a:lnTo>
                  <a:pt x="1914525" y="923925"/>
                </a:lnTo>
                <a:lnTo>
                  <a:pt x="1914525" y="933450"/>
                </a:lnTo>
                <a:lnTo>
                  <a:pt x="1905000" y="933450"/>
                </a:lnTo>
                <a:close/>
                <a:moveTo>
                  <a:pt x="1895475" y="962025"/>
                </a:moveTo>
                <a:lnTo>
                  <a:pt x="1905000" y="962025"/>
                </a:lnTo>
                <a:lnTo>
                  <a:pt x="1905000" y="971550"/>
                </a:lnTo>
                <a:lnTo>
                  <a:pt x="1895475" y="971550"/>
                </a:lnTo>
                <a:close/>
                <a:moveTo>
                  <a:pt x="1819275" y="981075"/>
                </a:moveTo>
                <a:lnTo>
                  <a:pt x="1828800" y="981075"/>
                </a:lnTo>
                <a:lnTo>
                  <a:pt x="1828800" y="1009650"/>
                </a:lnTo>
                <a:lnTo>
                  <a:pt x="1819275" y="1009650"/>
                </a:lnTo>
                <a:close/>
                <a:moveTo>
                  <a:pt x="1876425" y="1123950"/>
                </a:moveTo>
                <a:lnTo>
                  <a:pt x="1885950" y="1123950"/>
                </a:lnTo>
                <a:lnTo>
                  <a:pt x="1885950" y="1133475"/>
                </a:lnTo>
                <a:lnTo>
                  <a:pt x="1876425" y="1133475"/>
                </a:lnTo>
                <a:close/>
                <a:moveTo>
                  <a:pt x="1838325" y="1181100"/>
                </a:moveTo>
                <a:lnTo>
                  <a:pt x="1847850" y="1181100"/>
                </a:lnTo>
                <a:lnTo>
                  <a:pt x="1847850" y="1190625"/>
                </a:lnTo>
                <a:lnTo>
                  <a:pt x="1838325" y="1190625"/>
                </a:lnTo>
                <a:close/>
                <a:moveTo>
                  <a:pt x="2171700" y="1314450"/>
                </a:moveTo>
                <a:lnTo>
                  <a:pt x="2200275" y="1314450"/>
                </a:lnTo>
                <a:lnTo>
                  <a:pt x="2200275" y="1323975"/>
                </a:lnTo>
                <a:lnTo>
                  <a:pt x="2171700" y="1323975"/>
                </a:lnTo>
                <a:close/>
                <a:moveTo>
                  <a:pt x="2247900" y="1323975"/>
                </a:moveTo>
                <a:lnTo>
                  <a:pt x="2257425" y="1323975"/>
                </a:lnTo>
                <a:lnTo>
                  <a:pt x="2257425" y="1333500"/>
                </a:lnTo>
                <a:lnTo>
                  <a:pt x="2247900" y="1333500"/>
                </a:lnTo>
                <a:close/>
                <a:moveTo>
                  <a:pt x="2276475" y="1333500"/>
                </a:moveTo>
                <a:lnTo>
                  <a:pt x="2286000" y="1333500"/>
                </a:lnTo>
                <a:lnTo>
                  <a:pt x="2286000" y="1343025"/>
                </a:lnTo>
                <a:lnTo>
                  <a:pt x="2276475" y="1343025"/>
                </a:lnTo>
                <a:close/>
                <a:moveTo>
                  <a:pt x="2000250" y="1371600"/>
                </a:moveTo>
                <a:lnTo>
                  <a:pt x="2009775" y="1371600"/>
                </a:lnTo>
                <a:lnTo>
                  <a:pt x="2009775" y="1381125"/>
                </a:lnTo>
                <a:lnTo>
                  <a:pt x="2000250" y="1381125"/>
                </a:lnTo>
                <a:close/>
                <a:moveTo>
                  <a:pt x="2314575" y="1371600"/>
                </a:moveTo>
                <a:lnTo>
                  <a:pt x="2324100" y="1371600"/>
                </a:lnTo>
                <a:lnTo>
                  <a:pt x="2324100" y="1381125"/>
                </a:lnTo>
                <a:lnTo>
                  <a:pt x="2314575" y="1381125"/>
                </a:lnTo>
                <a:close/>
                <a:moveTo>
                  <a:pt x="2324100" y="1400175"/>
                </a:moveTo>
                <a:lnTo>
                  <a:pt x="2333625" y="1400175"/>
                </a:lnTo>
                <a:lnTo>
                  <a:pt x="2333625" y="1419225"/>
                </a:lnTo>
                <a:lnTo>
                  <a:pt x="2324100" y="1419225"/>
                </a:lnTo>
                <a:close/>
                <a:moveTo>
                  <a:pt x="2000250" y="1438275"/>
                </a:moveTo>
                <a:lnTo>
                  <a:pt x="2009775" y="1438275"/>
                </a:lnTo>
                <a:lnTo>
                  <a:pt x="2009775" y="1447800"/>
                </a:lnTo>
                <a:lnTo>
                  <a:pt x="2000250" y="1447800"/>
                </a:lnTo>
                <a:close/>
                <a:moveTo>
                  <a:pt x="2009775" y="1457325"/>
                </a:moveTo>
                <a:lnTo>
                  <a:pt x="2019300" y="1457325"/>
                </a:lnTo>
                <a:lnTo>
                  <a:pt x="2019300" y="1466850"/>
                </a:lnTo>
                <a:lnTo>
                  <a:pt x="2009775" y="1466850"/>
                </a:lnTo>
                <a:close/>
                <a:moveTo>
                  <a:pt x="2038350" y="1485900"/>
                </a:moveTo>
                <a:lnTo>
                  <a:pt x="2047875" y="1485900"/>
                </a:lnTo>
                <a:lnTo>
                  <a:pt x="2047875" y="1495425"/>
                </a:lnTo>
                <a:lnTo>
                  <a:pt x="2038350" y="1495425"/>
                </a:lnTo>
                <a:close/>
                <a:moveTo>
                  <a:pt x="2076450" y="1495425"/>
                </a:moveTo>
                <a:lnTo>
                  <a:pt x="2095500" y="1495425"/>
                </a:lnTo>
                <a:lnTo>
                  <a:pt x="2095500" y="1504950"/>
                </a:lnTo>
                <a:lnTo>
                  <a:pt x="2076450" y="1504950"/>
                </a:lnTo>
                <a:close/>
                <a:moveTo>
                  <a:pt x="2152650" y="1504950"/>
                </a:moveTo>
                <a:lnTo>
                  <a:pt x="2181225" y="1504950"/>
                </a:lnTo>
                <a:lnTo>
                  <a:pt x="2181225" y="1514475"/>
                </a:lnTo>
                <a:lnTo>
                  <a:pt x="2152650" y="1514475"/>
                </a:lnTo>
                <a:close/>
                <a:moveTo>
                  <a:pt x="3343275" y="3457575"/>
                </a:moveTo>
                <a:lnTo>
                  <a:pt x="3352800" y="3457575"/>
                </a:lnTo>
                <a:lnTo>
                  <a:pt x="3352800" y="3467100"/>
                </a:lnTo>
                <a:lnTo>
                  <a:pt x="3343275" y="3467100"/>
                </a:lnTo>
                <a:close/>
                <a:moveTo>
                  <a:pt x="3333750" y="3533775"/>
                </a:moveTo>
                <a:lnTo>
                  <a:pt x="3343275" y="3533775"/>
                </a:lnTo>
                <a:lnTo>
                  <a:pt x="3343275" y="3552825"/>
                </a:lnTo>
                <a:lnTo>
                  <a:pt x="3333750" y="3552825"/>
                </a:lnTo>
                <a:close/>
                <a:moveTo>
                  <a:pt x="2390775" y="3581400"/>
                </a:moveTo>
                <a:lnTo>
                  <a:pt x="2400300" y="3581400"/>
                </a:lnTo>
                <a:lnTo>
                  <a:pt x="2400300" y="3590925"/>
                </a:lnTo>
                <a:lnTo>
                  <a:pt x="2390775" y="3590925"/>
                </a:lnTo>
                <a:close/>
                <a:moveTo>
                  <a:pt x="2447925" y="3581400"/>
                </a:moveTo>
                <a:lnTo>
                  <a:pt x="2457450" y="3581400"/>
                </a:lnTo>
                <a:lnTo>
                  <a:pt x="2457450" y="3590925"/>
                </a:lnTo>
                <a:lnTo>
                  <a:pt x="2447925" y="3590925"/>
                </a:lnTo>
                <a:close/>
                <a:moveTo>
                  <a:pt x="2381250" y="3590925"/>
                </a:moveTo>
                <a:lnTo>
                  <a:pt x="2390775" y="3590925"/>
                </a:lnTo>
                <a:lnTo>
                  <a:pt x="2390775" y="3609975"/>
                </a:lnTo>
                <a:lnTo>
                  <a:pt x="2381250" y="3609975"/>
                </a:lnTo>
                <a:close/>
                <a:moveTo>
                  <a:pt x="3324225" y="3600450"/>
                </a:moveTo>
                <a:lnTo>
                  <a:pt x="3333750" y="3600450"/>
                </a:lnTo>
                <a:lnTo>
                  <a:pt x="3333750" y="3619500"/>
                </a:lnTo>
                <a:lnTo>
                  <a:pt x="3324225" y="3619500"/>
                </a:lnTo>
                <a:close/>
                <a:moveTo>
                  <a:pt x="3314700" y="3657600"/>
                </a:moveTo>
                <a:lnTo>
                  <a:pt x="3324225" y="3657600"/>
                </a:lnTo>
                <a:lnTo>
                  <a:pt x="3324225" y="3695700"/>
                </a:lnTo>
                <a:lnTo>
                  <a:pt x="3314700" y="3695700"/>
                </a:lnTo>
                <a:close/>
                <a:moveTo>
                  <a:pt x="2400300" y="3676650"/>
                </a:moveTo>
                <a:lnTo>
                  <a:pt x="2419350" y="3676650"/>
                </a:lnTo>
                <a:lnTo>
                  <a:pt x="2419350" y="3686175"/>
                </a:lnTo>
                <a:lnTo>
                  <a:pt x="2400300" y="3686175"/>
                </a:lnTo>
                <a:close/>
                <a:moveTo>
                  <a:pt x="2314575" y="3705225"/>
                </a:moveTo>
                <a:lnTo>
                  <a:pt x="2324100" y="3705225"/>
                </a:lnTo>
                <a:lnTo>
                  <a:pt x="2324100" y="3714750"/>
                </a:lnTo>
                <a:lnTo>
                  <a:pt x="2343150" y="3714750"/>
                </a:lnTo>
                <a:lnTo>
                  <a:pt x="2343150" y="3724275"/>
                </a:lnTo>
                <a:lnTo>
                  <a:pt x="2352675" y="3724275"/>
                </a:lnTo>
                <a:lnTo>
                  <a:pt x="2352675" y="3733800"/>
                </a:lnTo>
                <a:lnTo>
                  <a:pt x="2343150" y="3733800"/>
                </a:lnTo>
                <a:lnTo>
                  <a:pt x="2343150" y="3743325"/>
                </a:lnTo>
                <a:lnTo>
                  <a:pt x="2324100" y="3743325"/>
                </a:lnTo>
                <a:lnTo>
                  <a:pt x="2324100" y="3733800"/>
                </a:lnTo>
                <a:lnTo>
                  <a:pt x="2314575" y="3733800"/>
                </a:lnTo>
                <a:lnTo>
                  <a:pt x="2314575" y="3724275"/>
                </a:lnTo>
                <a:lnTo>
                  <a:pt x="2305050" y="3724275"/>
                </a:lnTo>
                <a:lnTo>
                  <a:pt x="2305050" y="3714750"/>
                </a:lnTo>
                <a:lnTo>
                  <a:pt x="2314575" y="3714750"/>
                </a:lnTo>
                <a:close/>
                <a:moveTo>
                  <a:pt x="2381250" y="3724275"/>
                </a:moveTo>
                <a:lnTo>
                  <a:pt x="2400300" y="3724275"/>
                </a:lnTo>
                <a:lnTo>
                  <a:pt x="2400300" y="3733800"/>
                </a:lnTo>
                <a:lnTo>
                  <a:pt x="2447925" y="3733800"/>
                </a:lnTo>
                <a:lnTo>
                  <a:pt x="2447925" y="3743325"/>
                </a:lnTo>
                <a:lnTo>
                  <a:pt x="2466975" y="3743325"/>
                </a:lnTo>
                <a:lnTo>
                  <a:pt x="2466975" y="3752850"/>
                </a:lnTo>
                <a:lnTo>
                  <a:pt x="2447925" y="3752850"/>
                </a:lnTo>
                <a:lnTo>
                  <a:pt x="2447925" y="3762375"/>
                </a:lnTo>
                <a:lnTo>
                  <a:pt x="2438400" y="3762375"/>
                </a:lnTo>
                <a:lnTo>
                  <a:pt x="2438400" y="3752850"/>
                </a:lnTo>
                <a:lnTo>
                  <a:pt x="2390775" y="3752850"/>
                </a:lnTo>
                <a:lnTo>
                  <a:pt x="2390775" y="3743325"/>
                </a:lnTo>
                <a:lnTo>
                  <a:pt x="2371725" y="3743325"/>
                </a:lnTo>
                <a:lnTo>
                  <a:pt x="2371725" y="3733800"/>
                </a:lnTo>
                <a:lnTo>
                  <a:pt x="2381250" y="3733800"/>
                </a:lnTo>
                <a:close/>
                <a:moveTo>
                  <a:pt x="3305175" y="3733800"/>
                </a:moveTo>
                <a:lnTo>
                  <a:pt x="3314700" y="3733800"/>
                </a:lnTo>
                <a:lnTo>
                  <a:pt x="3314700" y="3743325"/>
                </a:lnTo>
                <a:lnTo>
                  <a:pt x="3305175" y="3743325"/>
                </a:lnTo>
                <a:close/>
                <a:moveTo>
                  <a:pt x="2476500" y="3743325"/>
                </a:moveTo>
                <a:lnTo>
                  <a:pt x="2486025" y="3743325"/>
                </a:lnTo>
                <a:lnTo>
                  <a:pt x="2486025" y="3752850"/>
                </a:lnTo>
                <a:lnTo>
                  <a:pt x="2495550" y="3752850"/>
                </a:lnTo>
                <a:lnTo>
                  <a:pt x="2495550" y="3743325"/>
                </a:lnTo>
                <a:lnTo>
                  <a:pt x="2505075" y="3743325"/>
                </a:lnTo>
                <a:lnTo>
                  <a:pt x="2505075" y="3752850"/>
                </a:lnTo>
                <a:lnTo>
                  <a:pt x="2524125" y="3752850"/>
                </a:lnTo>
                <a:lnTo>
                  <a:pt x="2524125" y="3771900"/>
                </a:lnTo>
                <a:lnTo>
                  <a:pt x="2495550" y="3771900"/>
                </a:lnTo>
                <a:lnTo>
                  <a:pt x="2495550" y="3762375"/>
                </a:lnTo>
                <a:lnTo>
                  <a:pt x="2476500" y="3762375"/>
                </a:lnTo>
                <a:close/>
                <a:moveTo>
                  <a:pt x="3295650" y="3790950"/>
                </a:moveTo>
                <a:lnTo>
                  <a:pt x="3305175" y="3790950"/>
                </a:lnTo>
                <a:lnTo>
                  <a:pt x="3305175" y="3810000"/>
                </a:lnTo>
                <a:lnTo>
                  <a:pt x="3295650" y="3810000"/>
                </a:lnTo>
                <a:close/>
                <a:moveTo>
                  <a:pt x="3286125" y="3829050"/>
                </a:moveTo>
                <a:lnTo>
                  <a:pt x="3295650" y="3829050"/>
                </a:lnTo>
                <a:lnTo>
                  <a:pt x="3295650" y="3848100"/>
                </a:lnTo>
                <a:lnTo>
                  <a:pt x="3286125" y="3848100"/>
                </a:lnTo>
                <a:close/>
                <a:moveTo>
                  <a:pt x="3276600" y="3857625"/>
                </a:moveTo>
                <a:lnTo>
                  <a:pt x="3286125" y="3857625"/>
                </a:lnTo>
                <a:lnTo>
                  <a:pt x="3286125" y="3867150"/>
                </a:lnTo>
                <a:lnTo>
                  <a:pt x="3276600" y="3867150"/>
                </a:lnTo>
                <a:close/>
                <a:moveTo>
                  <a:pt x="3267075" y="3886200"/>
                </a:moveTo>
                <a:lnTo>
                  <a:pt x="3276600" y="3886200"/>
                </a:lnTo>
                <a:lnTo>
                  <a:pt x="3276600" y="3895725"/>
                </a:lnTo>
                <a:lnTo>
                  <a:pt x="3267075" y="3895725"/>
                </a:lnTo>
                <a:close/>
                <a:moveTo>
                  <a:pt x="266700" y="3895725"/>
                </a:moveTo>
                <a:lnTo>
                  <a:pt x="276225" y="3895725"/>
                </a:lnTo>
                <a:lnTo>
                  <a:pt x="276225" y="3905250"/>
                </a:lnTo>
                <a:lnTo>
                  <a:pt x="266700" y="3905250"/>
                </a:lnTo>
                <a:close/>
                <a:moveTo>
                  <a:pt x="3257550" y="3895725"/>
                </a:moveTo>
                <a:lnTo>
                  <a:pt x="3267075" y="3895725"/>
                </a:lnTo>
                <a:lnTo>
                  <a:pt x="3267075" y="3905250"/>
                </a:lnTo>
                <a:lnTo>
                  <a:pt x="3257550" y="3905250"/>
                </a:lnTo>
                <a:close/>
                <a:moveTo>
                  <a:pt x="276225" y="3914775"/>
                </a:moveTo>
                <a:lnTo>
                  <a:pt x="285750" y="3914775"/>
                </a:lnTo>
                <a:lnTo>
                  <a:pt x="285750" y="3924300"/>
                </a:lnTo>
                <a:lnTo>
                  <a:pt x="276225" y="3924300"/>
                </a:lnTo>
                <a:close/>
                <a:moveTo>
                  <a:pt x="3248025" y="3914775"/>
                </a:moveTo>
                <a:lnTo>
                  <a:pt x="3257550" y="3914775"/>
                </a:lnTo>
                <a:lnTo>
                  <a:pt x="3257550" y="3924300"/>
                </a:lnTo>
                <a:lnTo>
                  <a:pt x="3248025" y="3924300"/>
                </a:lnTo>
                <a:close/>
                <a:moveTo>
                  <a:pt x="3238500" y="3924300"/>
                </a:moveTo>
                <a:lnTo>
                  <a:pt x="3248025" y="3924300"/>
                </a:lnTo>
                <a:lnTo>
                  <a:pt x="3248025" y="3943350"/>
                </a:lnTo>
                <a:lnTo>
                  <a:pt x="3238500" y="3943350"/>
                </a:lnTo>
                <a:close/>
                <a:moveTo>
                  <a:pt x="285750" y="3933825"/>
                </a:moveTo>
                <a:lnTo>
                  <a:pt x="295275" y="3933825"/>
                </a:lnTo>
                <a:lnTo>
                  <a:pt x="295275" y="3943350"/>
                </a:lnTo>
                <a:lnTo>
                  <a:pt x="285750" y="3943350"/>
                </a:lnTo>
                <a:close/>
                <a:moveTo>
                  <a:pt x="314325" y="3971925"/>
                </a:moveTo>
                <a:lnTo>
                  <a:pt x="323850" y="3971925"/>
                </a:lnTo>
                <a:lnTo>
                  <a:pt x="323850" y="3981450"/>
                </a:lnTo>
                <a:lnTo>
                  <a:pt x="314325" y="3981450"/>
                </a:lnTo>
                <a:close/>
                <a:moveTo>
                  <a:pt x="323850" y="3981450"/>
                </a:moveTo>
                <a:lnTo>
                  <a:pt x="333375" y="3981450"/>
                </a:lnTo>
                <a:lnTo>
                  <a:pt x="333375" y="3990975"/>
                </a:lnTo>
                <a:lnTo>
                  <a:pt x="323850" y="3990975"/>
                </a:lnTo>
                <a:close/>
                <a:moveTo>
                  <a:pt x="333375" y="3990975"/>
                </a:moveTo>
                <a:lnTo>
                  <a:pt x="342900" y="3990975"/>
                </a:lnTo>
                <a:lnTo>
                  <a:pt x="342900" y="4000500"/>
                </a:lnTo>
                <a:lnTo>
                  <a:pt x="333375" y="4000500"/>
                </a:lnTo>
                <a:close/>
                <a:moveTo>
                  <a:pt x="342900" y="4000500"/>
                </a:moveTo>
                <a:lnTo>
                  <a:pt x="352425" y="4000500"/>
                </a:lnTo>
                <a:lnTo>
                  <a:pt x="352425" y="4010025"/>
                </a:lnTo>
                <a:lnTo>
                  <a:pt x="342900" y="4010025"/>
                </a:lnTo>
                <a:close/>
                <a:moveTo>
                  <a:pt x="400050" y="4038600"/>
                </a:moveTo>
                <a:lnTo>
                  <a:pt x="409575" y="4038600"/>
                </a:lnTo>
                <a:lnTo>
                  <a:pt x="409575" y="4048125"/>
                </a:lnTo>
                <a:lnTo>
                  <a:pt x="400050" y="4048125"/>
                </a:lnTo>
                <a:close/>
                <a:moveTo>
                  <a:pt x="409575" y="4048125"/>
                </a:moveTo>
                <a:lnTo>
                  <a:pt x="428625" y="4048125"/>
                </a:lnTo>
                <a:lnTo>
                  <a:pt x="428625" y="4057650"/>
                </a:lnTo>
                <a:lnTo>
                  <a:pt x="447675" y="4057650"/>
                </a:lnTo>
                <a:lnTo>
                  <a:pt x="447675" y="4067175"/>
                </a:lnTo>
                <a:lnTo>
                  <a:pt x="476250" y="4067175"/>
                </a:lnTo>
                <a:lnTo>
                  <a:pt x="476250" y="4076700"/>
                </a:lnTo>
                <a:lnTo>
                  <a:pt x="733425" y="4076700"/>
                </a:lnTo>
                <a:lnTo>
                  <a:pt x="733425" y="4067175"/>
                </a:lnTo>
                <a:lnTo>
                  <a:pt x="971550" y="4067175"/>
                </a:lnTo>
                <a:lnTo>
                  <a:pt x="971550" y="4057650"/>
                </a:lnTo>
                <a:lnTo>
                  <a:pt x="1114425" y="4057650"/>
                </a:lnTo>
                <a:lnTo>
                  <a:pt x="1114425" y="4048125"/>
                </a:lnTo>
                <a:lnTo>
                  <a:pt x="1171575" y="4048125"/>
                </a:lnTo>
                <a:lnTo>
                  <a:pt x="1171575" y="4057650"/>
                </a:lnTo>
                <a:lnTo>
                  <a:pt x="1181100" y="4057650"/>
                </a:lnTo>
                <a:lnTo>
                  <a:pt x="1181100" y="4067175"/>
                </a:lnTo>
                <a:lnTo>
                  <a:pt x="1171575" y="4067175"/>
                </a:lnTo>
                <a:lnTo>
                  <a:pt x="1171575" y="4086225"/>
                </a:lnTo>
                <a:lnTo>
                  <a:pt x="1162050" y="4086225"/>
                </a:lnTo>
                <a:lnTo>
                  <a:pt x="1162050" y="4095750"/>
                </a:lnTo>
                <a:lnTo>
                  <a:pt x="1143000" y="4095750"/>
                </a:lnTo>
                <a:lnTo>
                  <a:pt x="1143000" y="4086225"/>
                </a:lnTo>
                <a:lnTo>
                  <a:pt x="466725" y="4086225"/>
                </a:lnTo>
                <a:lnTo>
                  <a:pt x="466725" y="4076700"/>
                </a:lnTo>
                <a:lnTo>
                  <a:pt x="438150" y="4076700"/>
                </a:lnTo>
                <a:lnTo>
                  <a:pt x="438150" y="4067175"/>
                </a:lnTo>
                <a:lnTo>
                  <a:pt x="419100" y="4067175"/>
                </a:lnTo>
                <a:lnTo>
                  <a:pt x="419100" y="4057650"/>
                </a:lnTo>
                <a:lnTo>
                  <a:pt x="409575" y="4057650"/>
                </a:lnTo>
                <a:close/>
              </a:path>
            </a:pathLst>
          </a:custGeom>
          <a:solidFill xmlns:a="http://schemas.openxmlformats.org/drawingml/2006/main">
            <a:srgbClr val="012F7B"/>
          </a:solidFill>
          <a:ln xmlns:a="http://schemas.openxmlformats.org/drawingml/2006/main" w="0">
            <a:noFill/>
          </a:ln>
        </p:spPr>
      </p:sp>
      <p:sp>
        <p:nvSpPr>
          <p:cNvPr id="40" name="phones vector #02142a">
            <a:extLst xmlns:a="http://schemas.openxmlformats.org/drawingml/2006/main">
              <a:ext uri="{FF2B5EF4-FFF2-40B4-BE49-F238E27FC236}">
                <a16:creationId xmlns:a16="http://schemas.microsoft.com/office/drawing/2014/main" id="{8D16E9F5-2685-4EA7-81C6-467984ED774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48500" y="190500"/>
            <a:ext cx="5905500" cy="6619875"/>
          </a:xfrm>
          <a:custGeom xmlns:a="http://schemas.openxmlformats.org/drawingml/2006/main">
            <a:pathLst>
              <a:path w="3838575" h="4295775">
                <a:moveTo>
                  <a:pt x="2333625" y="371475"/>
                </a:moveTo>
                <a:lnTo>
                  <a:pt x="2390775" y="371475"/>
                </a:lnTo>
                <a:lnTo>
                  <a:pt x="2390775" y="381000"/>
                </a:lnTo>
                <a:lnTo>
                  <a:pt x="2381250" y="381000"/>
                </a:lnTo>
                <a:lnTo>
                  <a:pt x="2381250" y="390525"/>
                </a:lnTo>
                <a:lnTo>
                  <a:pt x="2352675" y="390525"/>
                </a:lnTo>
                <a:lnTo>
                  <a:pt x="2352675" y="381000"/>
                </a:lnTo>
                <a:lnTo>
                  <a:pt x="2333625" y="381000"/>
                </a:lnTo>
                <a:close/>
                <a:moveTo>
                  <a:pt x="2495550" y="390525"/>
                </a:moveTo>
                <a:lnTo>
                  <a:pt x="2505075" y="390525"/>
                </a:lnTo>
                <a:lnTo>
                  <a:pt x="2505075" y="400050"/>
                </a:lnTo>
                <a:lnTo>
                  <a:pt x="2495550" y="400050"/>
                </a:lnTo>
                <a:close/>
                <a:moveTo>
                  <a:pt x="2533650" y="390525"/>
                </a:moveTo>
                <a:lnTo>
                  <a:pt x="2552700" y="390525"/>
                </a:lnTo>
                <a:lnTo>
                  <a:pt x="2552700" y="400050"/>
                </a:lnTo>
                <a:lnTo>
                  <a:pt x="2562225" y="400050"/>
                </a:lnTo>
                <a:lnTo>
                  <a:pt x="2562225" y="409575"/>
                </a:lnTo>
                <a:lnTo>
                  <a:pt x="2552700" y="409575"/>
                </a:lnTo>
                <a:lnTo>
                  <a:pt x="2552700" y="419100"/>
                </a:lnTo>
                <a:lnTo>
                  <a:pt x="2533650" y="419100"/>
                </a:lnTo>
                <a:lnTo>
                  <a:pt x="2533650" y="409575"/>
                </a:lnTo>
                <a:lnTo>
                  <a:pt x="2524125" y="409575"/>
                </a:lnTo>
                <a:lnTo>
                  <a:pt x="2524125" y="400050"/>
                </a:lnTo>
                <a:lnTo>
                  <a:pt x="2533650" y="400050"/>
                </a:lnTo>
                <a:close/>
                <a:moveTo>
                  <a:pt x="2400300" y="409575"/>
                </a:moveTo>
                <a:lnTo>
                  <a:pt x="2409825" y="409575"/>
                </a:lnTo>
                <a:lnTo>
                  <a:pt x="2409825" y="419100"/>
                </a:lnTo>
                <a:lnTo>
                  <a:pt x="2400300" y="419100"/>
                </a:lnTo>
                <a:close/>
                <a:moveTo>
                  <a:pt x="3095625" y="438150"/>
                </a:moveTo>
                <a:lnTo>
                  <a:pt x="3133725" y="438150"/>
                </a:lnTo>
                <a:lnTo>
                  <a:pt x="3133725" y="447675"/>
                </a:lnTo>
                <a:lnTo>
                  <a:pt x="3095625" y="447675"/>
                </a:lnTo>
                <a:close/>
                <a:moveTo>
                  <a:pt x="2085975" y="447675"/>
                </a:moveTo>
                <a:lnTo>
                  <a:pt x="2105025" y="447675"/>
                </a:lnTo>
                <a:lnTo>
                  <a:pt x="2105025" y="457200"/>
                </a:lnTo>
                <a:lnTo>
                  <a:pt x="2085975" y="457200"/>
                </a:lnTo>
                <a:close/>
                <a:moveTo>
                  <a:pt x="3086100" y="447675"/>
                </a:moveTo>
                <a:lnTo>
                  <a:pt x="3095625" y="447675"/>
                </a:lnTo>
                <a:lnTo>
                  <a:pt x="3095625" y="457200"/>
                </a:lnTo>
                <a:lnTo>
                  <a:pt x="3086100" y="457200"/>
                </a:lnTo>
                <a:close/>
                <a:moveTo>
                  <a:pt x="3133725" y="447675"/>
                </a:moveTo>
                <a:lnTo>
                  <a:pt x="3143250" y="447675"/>
                </a:lnTo>
                <a:lnTo>
                  <a:pt x="3143250" y="457200"/>
                </a:lnTo>
                <a:lnTo>
                  <a:pt x="3133725" y="457200"/>
                </a:lnTo>
                <a:close/>
                <a:moveTo>
                  <a:pt x="3095625" y="457200"/>
                </a:moveTo>
                <a:lnTo>
                  <a:pt x="3105150" y="457200"/>
                </a:lnTo>
                <a:lnTo>
                  <a:pt x="3105150" y="466725"/>
                </a:lnTo>
                <a:lnTo>
                  <a:pt x="3095625" y="466725"/>
                </a:lnTo>
                <a:close/>
                <a:moveTo>
                  <a:pt x="3276600" y="457200"/>
                </a:moveTo>
                <a:lnTo>
                  <a:pt x="3314700" y="457200"/>
                </a:lnTo>
                <a:lnTo>
                  <a:pt x="3314700" y="466725"/>
                </a:lnTo>
                <a:lnTo>
                  <a:pt x="3295650" y="466725"/>
                </a:lnTo>
                <a:lnTo>
                  <a:pt x="3295650" y="476250"/>
                </a:lnTo>
                <a:lnTo>
                  <a:pt x="3286125" y="476250"/>
                </a:lnTo>
                <a:lnTo>
                  <a:pt x="3286125" y="485775"/>
                </a:lnTo>
                <a:lnTo>
                  <a:pt x="3276600" y="485775"/>
                </a:lnTo>
                <a:close/>
                <a:moveTo>
                  <a:pt x="2133600" y="476250"/>
                </a:moveTo>
                <a:lnTo>
                  <a:pt x="2143125" y="476250"/>
                </a:lnTo>
                <a:lnTo>
                  <a:pt x="2143125" y="485775"/>
                </a:lnTo>
                <a:lnTo>
                  <a:pt x="2133600" y="485775"/>
                </a:lnTo>
                <a:close/>
                <a:moveTo>
                  <a:pt x="3067050" y="476250"/>
                </a:moveTo>
                <a:lnTo>
                  <a:pt x="3086100" y="476250"/>
                </a:lnTo>
                <a:lnTo>
                  <a:pt x="3086100" y="485775"/>
                </a:lnTo>
                <a:lnTo>
                  <a:pt x="3067050" y="485775"/>
                </a:lnTo>
                <a:close/>
                <a:moveTo>
                  <a:pt x="2571750" y="485775"/>
                </a:moveTo>
                <a:lnTo>
                  <a:pt x="2581275" y="485775"/>
                </a:lnTo>
                <a:lnTo>
                  <a:pt x="2581275" y="495300"/>
                </a:lnTo>
                <a:lnTo>
                  <a:pt x="2571750" y="495300"/>
                </a:lnTo>
                <a:close/>
                <a:moveTo>
                  <a:pt x="3448050" y="495300"/>
                </a:moveTo>
                <a:lnTo>
                  <a:pt x="3457575" y="495300"/>
                </a:lnTo>
                <a:lnTo>
                  <a:pt x="3457575" y="504825"/>
                </a:lnTo>
                <a:lnTo>
                  <a:pt x="3448050" y="504825"/>
                </a:lnTo>
                <a:close/>
                <a:moveTo>
                  <a:pt x="2152650" y="504825"/>
                </a:moveTo>
                <a:lnTo>
                  <a:pt x="2200275" y="504825"/>
                </a:lnTo>
                <a:lnTo>
                  <a:pt x="2200275" y="523875"/>
                </a:lnTo>
                <a:lnTo>
                  <a:pt x="2162175" y="523875"/>
                </a:lnTo>
                <a:lnTo>
                  <a:pt x="2162175" y="514350"/>
                </a:lnTo>
                <a:lnTo>
                  <a:pt x="2152650" y="514350"/>
                </a:lnTo>
                <a:close/>
                <a:moveTo>
                  <a:pt x="3076575" y="504825"/>
                </a:moveTo>
                <a:lnTo>
                  <a:pt x="3095625" y="504825"/>
                </a:lnTo>
                <a:lnTo>
                  <a:pt x="3095625" y="523875"/>
                </a:lnTo>
                <a:lnTo>
                  <a:pt x="3086100" y="523875"/>
                </a:lnTo>
                <a:lnTo>
                  <a:pt x="3086100" y="533400"/>
                </a:lnTo>
                <a:lnTo>
                  <a:pt x="3076575" y="533400"/>
                </a:lnTo>
                <a:close/>
                <a:moveTo>
                  <a:pt x="3371850" y="504825"/>
                </a:moveTo>
                <a:lnTo>
                  <a:pt x="3381375" y="504825"/>
                </a:lnTo>
                <a:lnTo>
                  <a:pt x="3381375" y="514350"/>
                </a:lnTo>
                <a:lnTo>
                  <a:pt x="3371850" y="514350"/>
                </a:lnTo>
                <a:close/>
                <a:moveTo>
                  <a:pt x="2562225" y="514350"/>
                </a:moveTo>
                <a:lnTo>
                  <a:pt x="2571750" y="514350"/>
                </a:lnTo>
                <a:lnTo>
                  <a:pt x="2571750" y="523875"/>
                </a:lnTo>
                <a:lnTo>
                  <a:pt x="2581275" y="523875"/>
                </a:lnTo>
                <a:lnTo>
                  <a:pt x="2581275" y="533400"/>
                </a:lnTo>
                <a:lnTo>
                  <a:pt x="2590800" y="533400"/>
                </a:lnTo>
                <a:lnTo>
                  <a:pt x="2590800" y="542925"/>
                </a:lnTo>
                <a:lnTo>
                  <a:pt x="2562225" y="542925"/>
                </a:lnTo>
                <a:lnTo>
                  <a:pt x="2562225" y="533400"/>
                </a:lnTo>
                <a:lnTo>
                  <a:pt x="2552700" y="533400"/>
                </a:lnTo>
                <a:lnTo>
                  <a:pt x="2552700" y="523875"/>
                </a:lnTo>
                <a:lnTo>
                  <a:pt x="2562225" y="523875"/>
                </a:lnTo>
                <a:close/>
                <a:moveTo>
                  <a:pt x="3409950" y="514350"/>
                </a:moveTo>
                <a:lnTo>
                  <a:pt x="3419475" y="514350"/>
                </a:lnTo>
                <a:lnTo>
                  <a:pt x="3419475" y="523875"/>
                </a:lnTo>
                <a:lnTo>
                  <a:pt x="3409950" y="523875"/>
                </a:lnTo>
                <a:close/>
                <a:moveTo>
                  <a:pt x="3419475" y="523875"/>
                </a:moveTo>
                <a:lnTo>
                  <a:pt x="3429000" y="523875"/>
                </a:lnTo>
                <a:lnTo>
                  <a:pt x="3429000" y="542925"/>
                </a:lnTo>
                <a:lnTo>
                  <a:pt x="3448050" y="542925"/>
                </a:lnTo>
                <a:lnTo>
                  <a:pt x="3448050" y="552450"/>
                </a:lnTo>
                <a:lnTo>
                  <a:pt x="3438525" y="552450"/>
                </a:lnTo>
                <a:lnTo>
                  <a:pt x="3438525" y="581025"/>
                </a:lnTo>
                <a:lnTo>
                  <a:pt x="3429000" y="581025"/>
                </a:lnTo>
                <a:lnTo>
                  <a:pt x="3429000" y="552450"/>
                </a:lnTo>
                <a:lnTo>
                  <a:pt x="3419475" y="552450"/>
                </a:lnTo>
                <a:close/>
                <a:moveTo>
                  <a:pt x="3552825" y="523875"/>
                </a:moveTo>
                <a:lnTo>
                  <a:pt x="3571875" y="523875"/>
                </a:lnTo>
                <a:lnTo>
                  <a:pt x="3571875" y="533400"/>
                </a:lnTo>
                <a:lnTo>
                  <a:pt x="3552825" y="533400"/>
                </a:lnTo>
                <a:close/>
                <a:moveTo>
                  <a:pt x="3571875" y="533400"/>
                </a:moveTo>
                <a:lnTo>
                  <a:pt x="3581400" y="533400"/>
                </a:lnTo>
                <a:lnTo>
                  <a:pt x="3581400" y="542925"/>
                </a:lnTo>
                <a:lnTo>
                  <a:pt x="3571875" y="542925"/>
                </a:lnTo>
                <a:close/>
                <a:moveTo>
                  <a:pt x="3533775" y="542925"/>
                </a:moveTo>
                <a:lnTo>
                  <a:pt x="3543300" y="542925"/>
                </a:lnTo>
                <a:lnTo>
                  <a:pt x="3543300" y="552450"/>
                </a:lnTo>
                <a:lnTo>
                  <a:pt x="3533775" y="552450"/>
                </a:lnTo>
                <a:close/>
                <a:moveTo>
                  <a:pt x="3067050" y="552450"/>
                </a:moveTo>
                <a:lnTo>
                  <a:pt x="3086100" y="552450"/>
                </a:lnTo>
                <a:lnTo>
                  <a:pt x="3086100" y="561975"/>
                </a:lnTo>
                <a:lnTo>
                  <a:pt x="3076575" y="561975"/>
                </a:lnTo>
                <a:lnTo>
                  <a:pt x="3076575" y="571500"/>
                </a:lnTo>
                <a:lnTo>
                  <a:pt x="3086100" y="571500"/>
                </a:lnTo>
                <a:lnTo>
                  <a:pt x="3086100" y="561975"/>
                </a:lnTo>
                <a:lnTo>
                  <a:pt x="3095625" y="561975"/>
                </a:lnTo>
                <a:lnTo>
                  <a:pt x="3095625" y="571500"/>
                </a:lnTo>
                <a:lnTo>
                  <a:pt x="3086100" y="571500"/>
                </a:lnTo>
                <a:lnTo>
                  <a:pt x="3086100" y="600075"/>
                </a:lnTo>
                <a:lnTo>
                  <a:pt x="3095625" y="600075"/>
                </a:lnTo>
                <a:lnTo>
                  <a:pt x="3095625" y="609600"/>
                </a:lnTo>
                <a:lnTo>
                  <a:pt x="3105150" y="609600"/>
                </a:lnTo>
                <a:lnTo>
                  <a:pt x="3105150" y="619125"/>
                </a:lnTo>
                <a:lnTo>
                  <a:pt x="3133725" y="619125"/>
                </a:lnTo>
                <a:lnTo>
                  <a:pt x="3133725" y="609600"/>
                </a:lnTo>
                <a:lnTo>
                  <a:pt x="3171825" y="609600"/>
                </a:lnTo>
                <a:lnTo>
                  <a:pt x="3171825" y="619125"/>
                </a:lnTo>
                <a:lnTo>
                  <a:pt x="3181350" y="619125"/>
                </a:lnTo>
                <a:lnTo>
                  <a:pt x="3181350" y="628650"/>
                </a:lnTo>
                <a:lnTo>
                  <a:pt x="3171825" y="628650"/>
                </a:lnTo>
                <a:lnTo>
                  <a:pt x="3171825" y="638175"/>
                </a:lnTo>
                <a:lnTo>
                  <a:pt x="3162300" y="638175"/>
                </a:lnTo>
                <a:lnTo>
                  <a:pt x="3162300" y="647700"/>
                </a:lnTo>
                <a:lnTo>
                  <a:pt x="3181350" y="647700"/>
                </a:lnTo>
                <a:lnTo>
                  <a:pt x="3181350" y="666750"/>
                </a:lnTo>
                <a:lnTo>
                  <a:pt x="3190875" y="666750"/>
                </a:lnTo>
                <a:lnTo>
                  <a:pt x="3190875" y="657225"/>
                </a:lnTo>
                <a:lnTo>
                  <a:pt x="3200400" y="657225"/>
                </a:lnTo>
                <a:lnTo>
                  <a:pt x="3200400" y="647700"/>
                </a:lnTo>
                <a:lnTo>
                  <a:pt x="3209925" y="647700"/>
                </a:lnTo>
                <a:lnTo>
                  <a:pt x="3209925" y="638175"/>
                </a:lnTo>
                <a:lnTo>
                  <a:pt x="3200400" y="638175"/>
                </a:lnTo>
                <a:lnTo>
                  <a:pt x="3200400" y="609600"/>
                </a:lnTo>
                <a:lnTo>
                  <a:pt x="3209925" y="609600"/>
                </a:lnTo>
                <a:lnTo>
                  <a:pt x="3209925" y="628650"/>
                </a:lnTo>
                <a:lnTo>
                  <a:pt x="3219450" y="628650"/>
                </a:lnTo>
                <a:lnTo>
                  <a:pt x="3219450" y="647700"/>
                </a:lnTo>
                <a:lnTo>
                  <a:pt x="3228975" y="647700"/>
                </a:lnTo>
                <a:lnTo>
                  <a:pt x="3228975" y="657225"/>
                </a:lnTo>
                <a:lnTo>
                  <a:pt x="3219450" y="657225"/>
                </a:lnTo>
                <a:lnTo>
                  <a:pt x="3219450" y="685800"/>
                </a:lnTo>
                <a:lnTo>
                  <a:pt x="3228975" y="685800"/>
                </a:lnTo>
                <a:lnTo>
                  <a:pt x="3228975" y="695325"/>
                </a:lnTo>
                <a:lnTo>
                  <a:pt x="3238500" y="695325"/>
                </a:lnTo>
                <a:lnTo>
                  <a:pt x="3238500" y="704850"/>
                </a:lnTo>
                <a:lnTo>
                  <a:pt x="3219450" y="704850"/>
                </a:lnTo>
                <a:lnTo>
                  <a:pt x="3219450" y="695325"/>
                </a:lnTo>
                <a:lnTo>
                  <a:pt x="3190875" y="695325"/>
                </a:lnTo>
                <a:lnTo>
                  <a:pt x="3190875" y="704850"/>
                </a:lnTo>
                <a:lnTo>
                  <a:pt x="3152775" y="704850"/>
                </a:lnTo>
                <a:lnTo>
                  <a:pt x="3152775" y="714375"/>
                </a:lnTo>
                <a:lnTo>
                  <a:pt x="3162300" y="714375"/>
                </a:lnTo>
                <a:lnTo>
                  <a:pt x="3162300" y="733425"/>
                </a:lnTo>
                <a:lnTo>
                  <a:pt x="3171825" y="733425"/>
                </a:lnTo>
                <a:lnTo>
                  <a:pt x="3171825" y="752475"/>
                </a:lnTo>
                <a:lnTo>
                  <a:pt x="3162300" y="752475"/>
                </a:lnTo>
                <a:lnTo>
                  <a:pt x="3162300" y="762000"/>
                </a:lnTo>
                <a:lnTo>
                  <a:pt x="3133725" y="762000"/>
                </a:lnTo>
                <a:lnTo>
                  <a:pt x="3133725" y="752475"/>
                </a:lnTo>
                <a:lnTo>
                  <a:pt x="3124200" y="752475"/>
                </a:lnTo>
                <a:lnTo>
                  <a:pt x="3124200" y="771525"/>
                </a:lnTo>
                <a:lnTo>
                  <a:pt x="3105150" y="771525"/>
                </a:lnTo>
                <a:lnTo>
                  <a:pt x="3105150" y="781050"/>
                </a:lnTo>
                <a:lnTo>
                  <a:pt x="3086100" y="781050"/>
                </a:lnTo>
                <a:lnTo>
                  <a:pt x="3086100" y="742950"/>
                </a:lnTo>
                <a:lnTo>
                  <a:pt x="3076575" y="742950"/>
                </a:lnTo>
                <a:lnTo>
                  <a:pt x="3076575" y="733425"/>
                </a:lnTo>
                <a:lnTo>
                  <a:pt x="3095625" y="733425"/>
                </a:lnTo>
                <a:lnTo>
                  <a:pt x="3095625" y="704850"/>
                </a:lnTo>
                <a:lnTo>
                  <a:pt x="3067050" y="704850"/>
                </a:lnTo>
                <a:lnTo>
                  <a:pt x="3067050" y="714375"/>
                </a:lnTo>
                <a:lnTo>
                  <a:pt x="3057525" y="714375"/>
                </a:lnTo>
                <a:lnTo>
                  <a:pt x="3057525" y="723900"/>
                </a:lnTo>
                <a:lnTo>
                  <a:pt x="3048000" y="723900"/>
                </a:lnTo>
                <a:lnTo>
                  <a:pt x="3048000" y="733425"/>
                </a:lnTo>
                <a:lnTo>
                  <a:pt x="3038475" y="733425"/>
                </a:lnTo>
                <a:lnTo>
                  <a:pt x="3038475" y="742950"/>
                </a:lnTo>
                <a:lnTo>
                  <a:pt x="3048000" y="742950"/>
                </a:lnTo>
                <a:lnTo>
                  <a:pt x="3048000" y="733425"/>
                </a:lnTo>
                <a:lnTo>
                  <a:pt x="3057525" y="733425"/>
                </a:lnTo>
                <a:lnTo>
                  <a:pt x="3057525" y="752475"/>
                </a:lnTo>
                <a:lnTo>
                  <a:pt x="3028950" y="752475"/>
                </a:lnTo>
                <a:lnTo>
                  <a:pt x="3028950" y="762000"/>
                </a:lnTo>
                <a:lnTo>
                  <a:pt x="3019425" y="762000"/>
                </a:lnTo>
                <a:lnTo>
                  <a:pt x="3019425" y="742950"/>
                </a:lnTo>
                <a:lnTo>
                  <a:pt x="2990850" y="742950"/>
                </a:lnTo>
                <a:lnTo>
                  <a:pt x="2990850" y="733425"/>
                </a:lnTo>
                <a:lnTo>
                  <a:pt x="2981325" y="733425"/>
                </a:lnTo>
                <a:lnTo>
                  <a:pt x="2981325" y="742950"/>
                </a:lnTo>
                <a:lnTo>
                  <a:pt x="2971800" y="742950"/>
                </a:lnTo>
                <a:lnTo>
                  <a:pt x="2971800" y="752475"/>
                </a:lnTo>
                <a:lnTo>
                  <a:pt x="2962275" y="752475"/>
                </a:lnTo>
                <a:lnTo>
                  <a:pt x="2962275" y="733425"/>
                </a:lnTo>
                <a:lnTo>
                  <a:pt x="2971800" y="733425"/>
                </a:lnTo>
                <a:lnTo>
                  <a:pt x="2971800" y="723900"/>
                </a:lnTo>
                <a:lnTo>
                  <a:pt x="2990850" y="723900"/>
                </a:lnTo>
                <a:lnTo>
                  <a:pt x="2990850" y="714375"/>
                </a:lnTo>
                <a:lnTo>
                  <a:pt x="3000375" y="714375"/>
                </a:lnTo>
                <a:lnTo>
                  <a:pt x="3000375" y="723900"/>
                </a:lnTo>
                <a:lnTo>
                  <a:pt x="3009900" y="723900"/>
                </a:lnTo>
                <a:lnTo>
                  <a:pt x="3009900" y="704850"/>
                </a:lnTo>
                <a:lnTo>
                  <a:pt x="3019425" y="704850"/>
                </a:lnTo>
                <a:lnTo>
                  <a:pt x="3019425" y="695325"/>
                </a:lnTo>
                <a:lnTo>
                  <a:pt x="3028950" y="695325"/>
                </a:lnTo>
                <a:lnTo>
                  <a:pt x="3028950" y="704850"/>
                </a:lnTo>
                <a:lnTo>
                  <a:pt x="3048000" y="704850"/>
                </a:lnTo>
                <a:lnTo>
                  <a:pt x="3048000" y="695325"/>
                </a:lnTo>
                <a:lnTo>
                  <a:pt x="3057525" y="695325"/>
                </a:lnTo>
                <a:lnTo>
                  <a:pt x="3057525" y="685800"/>
                </a:lnTo>
                <a:lnTo>
                  <a:pt x="3067050" y="685800"/>
                </a:lnTo>
                <a:lnTo>
                  <a:pt x="3067050" y="676275"/>
                </a:lnTo>
                <a:lnTo>
                  <a:pt x="3048000" y="676275"/>
                </a:lnTo>
                <a:lnTo>
                  <a:pt x="3048000" y="666750"/>
                </a:lnTo>
                <a:lnTo>
                  <a:pt x="3038475" y="666750"/>
                </a:lnTo>
                <a:lnTo>
                  <a:pt x="3038475" y="676275"/>
                </a:lnTo>
                <a:lnTo>
                  <a:pt x="3019425" y="676275"/>
                </a:lnTo>
                <a:lnTo>
                  <a:pt x="3019425" y="666750"/>
                </a:lnTo>
                <a:lnTo>
                  <a:pt x="3009900" y="666750"/>
                </a:lnTo>
                <a:lnTo>
                  <a:pt x="3009900" y="657225"/>
                </a:lnTo>
                <a:lnTo>
                  <a:pt x="3019425" y="657225"/>
                </a:lnTo>
                <a:lnTo>
                  <a:pt x="3019425" y="666750"/>
                </a:lnTo>
                <a:lnTo>
                  <a:pt x="3028950" y="666750"/>
                </a:lnTo>
                <a:lnTo>
                  <a:pt x="3028950" y="647700"/>
                </a:lnTo>
                <a:lnTo>
                  <a:pt x="3038475" y="647700"/>
                </a:lnTo>
                <a:lnTo>
                  <a:pt x="3038475" y="657225"/>
                </a:lnTo>
                <a:lnTo>
                  <a:pt x="3057525" y="657225"/>
                </a:lnTo>
                <a:lnTo>
                  <a:pt x="3057525" y="647700"/>
                </a:lnTo>
                <a:lnTo>
                  <a:pt x="3048000" y="647700"/>
                </a:lnTo>
                <a:lnTo>
                  <a:pt x="3048000" y="628650"/>
                </a:lnTo>
                <a:lnTo>
                  <a:pt x="3067050" y="628650"/>
                </a:lnTo>
                <a:lnTo>
                  <a:pt x="3067050" y="657225"/>
                </a:lnTo>
                <a:lnTo>
                  <a:pt x="3076575" y="657225"/>
                </a:lnTo>
                <a:lnTo>
                  <a:pt x="3076575" y="666750"/>
                </a:lnTo>
                <a:lnTo>
                  <a:pt x="3114675" y="666750"/>
                </a:lnTo>
                <a:lnTo>
                  <a:pt x="3114675" y="676275"/>
                </a:lnTo>
                <a:lnTo>
                  <a:pt x="3143250" y="676275"/>
                </a:lnTo>
                <a:lnTo>
                  <a:pt x="3143250" y="685800"/>
                </a:lnTo>
                <a:lnTo>
                  <a:pt x="3171825" y="685800"/>
                </a:lnTo>
                <a:lnTo>
                  <a:pt x="3171825" y="666750"/>
                </a:lnTo>
                <a:lnTo>
                  <a:pt x="3162300" y="666750"/>
                </a:lnTo>
                <a:lnTo>
                  <a:pt x="3162300" y="657225"/>
                </a:lnTo>
                <a:lnTo>
                  <a:pt x="3152775" y="657225"/>
                </a:lnTo>
                <a:lnTo>
                  <a:pt x="3152775" y="647700"/>
                </a:lnTo>
                <a:lnTo>
                  <a:pt x="3095625" y="647700"/>
                </a:lnTo>
                <a:lnTo>
                  <a:pt x="3095625" y="638175"/>
                </a:lnTo>
                <a:lnTo>
                  <a:pt x="3086100" y="638175"/>
                </a:lnTo>
                <a:lnTo>
                  <a:pt x="3086100" y="619125"/>
                </a:lnTo>
                <a:lnTo>
                  <a:pt x="3076575" y="619125"/>
                </a:lnTo>
                <a:lnTo>
                  <a:pt x="3076575" y="609600"/>
                </a:lnTo>
                <a:lnTo>
                  <a:pt x="3067050" y="609600"/>
                </a:lnTo>
                <a:lnTo>
                  <a:pt x="3067050" y="590550"/>
                </a:lnTo>
                <a:lnTo>
                  <a:pt x="3038475" y="590550"/>
                </a:lnTo>
                <a:lnTo>
                  <a:pt x="3038475" y="600075"/>
                </a:lnTo>
                <a:lnTo>
                  <a:pt x="3028950" y="600075"/>
                </a:lnTo>
                <a:lnTo>
                  <a:pt x="3028950" y="581025"/>
                </a:lnTo>
                <a:lnTo>
                  <a:pt x="3048000" y="581025"/>
                </a:lnTo>
                <a:lnTo>
                  <a:pt x="3048000" y="571500"/>
                </a:lnTo>
                <a:lnTo>
                  <a:pt x="3057525" y="571500"/>
                </a:lnTo>
                <a:lnTo>
                  <a:pt x="3057525" y="561975"/>
                </a:lnTo>
                <a:lnTo>
                  <a:pt x="3067050" y="561975"/>
                </a:lnTo>
                <a:close/>
                <a:moveTo>
                  <a:pt x="3105150" y="552450"/>
                </a:moveTo>
                <a:lnTo>
                  <a:pt x="3114675" y="552450"/>
                </a:lnTo>
                <a:lnTo>
                  <a:pt x="3114675" y="561975"/>
                </a:lnTo>
                <a:lnTo>
                  <a:pt x="3124200" y="561975"/>
                </a:lnTo>
                <a:lnTo>
                  <a:pt x="3124200" y="581025"/>
                </a:lnTo>
                <a:lnTo>
                  <a:pt x="3105150" y="581025"/>
                </a:lnTo>
                <a:close/>
                <a:moveTo>
                  <a:pt x="3571875" y="552450"/>
                </a:moveTo>
                <a:lnTo>
                  <a:pt x="3581400" y="552450"/>
                </a:lnTo>
                <a:lnTo>
                  <a:pt x="3581400" y="561975"/>
                </a:lnTo>
                <a:lnTo>
                  <a:pt x="3571875" y="561975"/>
                </a:lnTo>
                <a:close/>
                <a:moveTo>
                  <a:pt x="2466975" y="561975"/>
                </a:moveTo>
                <a:lnTo>
                  <a:pt x="2476500" y="561975"/>
                </a:lnTo>
                <a:lnTo>
                  <a:pt x="2476500" y="571500"/>
                </a:lnTo>
                <a:lnTo>
                  <a:pt x="2486025" y="571500"/>
                </a:lnTo>
                <a:lnTo>
                  <a:pt x="2486025" y="590550"/>
                </a:lnTo>
                <a:lnTo>
                  <a:pt x="2476500" y="590550"/>
                </a:lnTo>
                <a:lnTo>
                  <a:pt x="2476500" y="581025"/>
                </a:lnTo>
                <a:lnTo>
                  <a:pt x="2457450" y="581025"/>
                </a:lnTo>
                <a:lnTo>
                  <a:pt x="2457450" y="571500"/>
                </a:lnTo>
                <a:lnTo>
                  <a:pt x="2466975" y="571500"/>
                </a:lnTo>
                <a:close/>
                <a:moveTo>
                  <a:pt x="3552825" y="561975"/>
                </a:moveTo>
                <a:lnTo>
                  <a:pt x="3571875" y="561975"/>
                </a:lnTo>
                <a:lnTo>
                  <a:pt x="3571875" y="571500"/>
                </a:lnTo>
                <a:lnTo>
                  <a:pt x="3552825" y="571500"/>
                </a:lnTo>
                <a:close/>
                <a:moveTo>
                  <a:pt x="3581400" y="561975"/>
                </a:moveTo>
                <a:lnTo>
                  <a:pt x="3590925" y="561975"/>
                </a:lnTo>
                <a:lnTo>
                  <a:pt x="3590925" y="571500"/>
                </a:lnTo>
                <a:lnTo>
                  <a:pt x="3581400" y="571500"/>
                </a:lnTo>
                <a:close/>
                <a:moveTo>
                  <a:pt x="2105025" y="571500"/>
                </a:moveTo>
                <a:lnTo>
                  <a:pt x="2114550" y="571500"/>
                </a:lnTo>
                <a:lnTo>
                  <a:pt x="2114550" y="581025"/>
                </a:lnTo>
                <a:lnTo>
                  <a:pt x="2105025" y="581025"/>
                </a:lnTo>
                <a:close/>
                <a:moveTo>
                  <a:pt x="2495550" y="571500"/>
                </a:moveTo>
                <a:lnTo>
                  <a:pt x="2514600" y="571500"/>
                </a:lnTo>
                <a:lnTo>
                  <a:pt x="2514600" y="581025"/>
                </a:lnTo>
                <a:lnTo>
                  <a:pt x="2495550" y="581025"/>
                </a:lnTo>
                <a:close/>
                <a:moveTo>
                  <a:pt x="2724150" y="581025"/>
                </a:moveTo>
                <a:lnTo>
                  <a:pt x="2733675" y="581025"/>
                </a:lnTo>
                <a:lnTo>
                  <a:pt x="2733675" y="590550"/>
                </a:lnTo>
                <a:lnTo>
                  <a:pt x="2743200" y="590550"/>
                </a:lnTo>
                <a:lnTo>
                  <a:pt x="2743200" y="619125"/>
                </a:lnTo>
                <a:lnTo>
                  <a:pt x="2733675" y="619125"/>
                </a:lnTo>
                <a:lnTo>
                  <a:pt x="2733675" y="628650"/>
                </a:lnTo>
                <a:lnTo>
                  <a:pt x="2752725" y="628650"/>
                </a:lnTo>
                <a:lnTo>
                  <a:pt x="2752725" y="609600"/>
                </a:lnTo>
                <a:lnTo>
                  <a:pt x="2771775" y="609600"/>
                </a:lnTo>
                <a:lnTo>
                  <a:pt x="2771775" y="600075"/>
                </a:lnTo>
                <a:lnTo>
                  <a:pt x="2762250" y="600075"/>
                </a:lnTo>
                <a:lnTo>
                  <a:pt x="2762250" y="581025"/>
                </a:lnTo>
                <a:lnTo>
                  <a:pt x="2781300" y="581025"/>
                </a:lnTo>
                <a:lnTo>
                  <a:pt x="2781300" y="590550"/>
                </a:lnTo>
                <a:lnTo>
                  <a:pt x="2790825" y="590550"/>
                </a:lnTo>
                <a:lnTo>
                  <a:pt x="2790825" y="581025"/>
                </a:lnTo>
                <a:lnTo>
                  <a:pt x="2800350" y="581025"/>
                </a:lnTo>
                <a:lnTo>
                  <a:pt x="2800350" y="590550"/>
                </a:lnTo>
                <a:lnTo>
                  <a:pt x="2819400" y="590550"/>
                </a:lnTo>
                <a:lnTo>
                  <a:pt x="2819400" y="581025"/>
                </a:lnTo>
                <a:lnTo>
                  <a:pt x="2876550" y="581025"/>
                </a:lnTo>
                <a:lnTo>
                  <a:pt x="2876550" y="590550"/>
                </a:lnTo>
                <a:lnTo>
                  <a:pt x="2905125" y="590550"/>
                </a:lnTo>
                <a:lnTo>
                  <a:pt x="2905125" y="619125"/>
                </a:lnTo>
                <a:lnTo>
                  <a:pt x="2924175" y="619125"/>
                </a:lnTo>
                <a:lnTo>
                  <a:pt x="2924175" y="590550"/>
                </a:lnTo>
                <a:lnTo>
                  <a:pt x="2943225" y="590550"/>
                </a:lnTo>
                <a:lnTo>
                  <a:pt x="2943225" y="600075"/>
                </a:lnTo>
                <a:lnTo>
                  <a:pt x="2933700" y="600075"/>
                </a:lnTo>
                <a:lnTo>
                  <a:pt x="2933700" y="609600"/>
                </a:lnTo>
                <a:lnTo>
                  <a:pt x="2952750" y="609600"/>
                </a:lnTo>
                <a:lnTo>
                  <a:pt x="2952750" y="619125"/>
                </a:lnTo>
                <a:lnTo>
                  <a:pt x="2962275" y="619125"/>
                </a:lnTo>
                <a:lnTo>
                  <a:pt x="2962275" y="628650"/>
                </a:lnTo>
                <a:lnTo>
                  <a:pt x="2943225" y="628650"/>
                </a:lnTo>
                <a:lnTo>
                  <a:pt x="2943225" y="619125"/>
                </a:lnTo>
                <a:lnTo>
                  <a:pt x="2933700" y="619125"/>
                </a:lnTo>
                <a:lnTo>
                  <a:pt x="2933700" y="628650"/>
                </a:lnTo>
                <a:lnTo>
                  <a:pt x="2914650" y="628650"/>
                </a:lnTo>
                <a:lnTo>
                  <a:pt x="2914650" y="657225"/>
                </a:lnTo>
                <a:lnTo>
                  <a:pt x="2933700" y="657225"/>
                </a:lnTo>
                <a:lnTo>
                  <a:pt x="2933700" y="676275"/>
                </a:lnTo>
                <a:lnTo>
                  <a:pt x="2943225" y="676275"/>
                </a:lnTo>
                <a:lnTo>
                  <a:pt x="2943225" y="685800"/>
                </a:lnTo>
                <a:lnTo>
                  <a:pt x="2933700" y="685800"/>
                </a:lnTo>
                <a:lnTo>
                  <a:pt x="2933700" y="704850"/>
                </a:lnTo>
                <a:lnTo>
                  <a:pt x="2924175" y="704850"/>
                </a:lnTo>
                <a:lnTo>
                  <a:pt x="2924175" y="695325"/>
                </a:lnTo>
                <a:lnTo>
                  <a:pt x="2914650" y="695325"/>
                </a:lnTo>
                <a:lnTo>
                  <a:pt x="2914650" y="676275"/>
                </a:lnTo>
                <a:lnTo>
                  <a:pt x="2905125" y="676275"/>
                </a:lnTo>
                <a:lnTo>
                  <a:pt x="2905125" y="666750"/>
                </a:lnTo>
                <a:lnTo>
                  <a:pt x="2876550" y="666750"/>
                </a:lnTo>
                <a:lnTo>
                  <a:pt x="2876550" y="657225"/>
                </a:lnTo>
                <a:lnTo>
                  <a:pt x="2867025" y="657225"/>
                </a:lnTo>
                <a:lnTo>
                  <a:pt x="2867025" y="666750"/>
                </a:lnTo>
                <a:lnTo>
                  <a:pt x="2857500" y="666750"/>
                </a:lnTo>
                <a:lnTo>
                  <a:pt x="2857500" y="647700"/>
                </a:lnTo>
                <a:lnTo>
                  <a:pt x="2847975" y="647700"/>
                </a:lnTo>
                <a:lnTo>
                  <a:pt x="2847975" y="657225"/>
                </a:lnTo>
                <a:lnTo>
                  <a:pt x="2819400" y="657225"/>
                </a:lnTo>
                <a:lnTo>
                  <a:pt x="2819400" y="666750"/>
                </a:lnTo>
                <a:lnTo>
                  <a:pt x="2781300" y="666750"/>
                </a:lnTo>
                <a:lnTo>
                  <a:pt x="2781300" y="676275"/>
                </a:lnTo>
                <a:lnTo>
                  <a:pt x="2790825" y="676275"/>
                </a:lnTo>
                <a:lnTo>
                  <a:pt x="2790825" y="685800"/>
                </a:lnTo>
                <a:lnTo>
                  <a:pt x="2809875" y="685800"/>
                </a:lnTo>
                <a:lnTo>
                  <a:pt x="2809875" y="695325"/>
                </a:lnTo>
                <a:lnTo>
                  <a:pt x="2752725" y="695325"/>
                </a:lnTo>
                <a:lnTo>
                  <a:pt x="2752725" y="685800"/>
                </a:lnTo>
                <a:lnTo>
                  <a:pt x="2743200" y="685800"/>
                </a:lnTo>
                <a:lnTo>
                  <a:pt x="2743200" y="695325"/>
                </a:lnTo>
                <a:lnTo>
                  <a:pt x="2705100" y="695325"/>
                </a:lnTo>
                <a:lnTo>
                  <a:pt x="2705100" y="704850"/>
                </a:lnTo>
                <a:lnTo>
                  <a:pt x="2695575" y="704850"/>
                </a:lnTo>
                <a:lnTo>
                  <a:pt x="2695575" y="714375"/>
                </a:lnTo>
                <a:lnTo>
                  <a:pt x="2686050" y="714375"/>
                </a:lnTo>
                <a:lnTo>
                  <a:pt x="2686050" y="723900"/>
                </a:lnTo>
                <a:lnTo>
                  <a:pt x="2667000" y="723900"/>
                </a:lnTo>
                <a:lnTo>
                  <a:pt x="2667000" y="704850"/>
                </a:lnTo>
                <a:lnTo>
                  <a:pt x="2628900" y="704850"/>
                </a:lnTo>
                <a:lnTo>
                  <a:pt x="2628900" y="685800"/>
                </a:lnTo>
                <a:lnTo>
                  <a:pt x="2638425" y="685800"/>
                </a:lnTo>
                <a:lnTo>
                  <a:pt x="2638425" y="695325"/>
                </a:lnTo>
                <a:lnTo>
                  <a:pt x="2647950" y="695325"/>
                </a:lnTo>
                <a:lnTo>
                  <a:pt x="2647950" y="676275"/>
                </a:lnTo>
                <a:lnTo>
                  <a:pt x="2667000" y="676275"/>
                </a:lnTo>
                <a:lnTo>
                  <a:pt x="2667000" y="647700"/>
                </a:lnTo>
                <a:lnTo>
                  <a:pt x="2676525" y="647700"/>
                </a:lnTo>
                <a:lnTo>
                  <a:pt x="2676525" y="638175"/>
                </a:lnTo>
                <a:lnTo>
                  <a:pt x="2657475" y="638175"/>
                </a:lnTo>
                <a:lnTo>
                  <a:pt x="2657475" y="619125"/>
                </a:lnTo>
                <a:lnTo>
                  <a:pt x="2647950" y="619125"/>
                </a:lnTo>
                <a:lnTo>
                  <a:pt x="2647950" y="609600"/>
                </a:lnTo>
                <a:lnTo>
                  <a:pt x="2667000" y="609600"/>
                </a:lnTo>
                <a:lnTo>
                  <a:pt x="2667000" y="600075"/>
                </a:lnTo>
                <a:lnTo>
                  <a:pt x="2686050" y="600075"/>
                </a:lnTo>
                <a:lnTo>
                  <a:pt x="2686050" y="590550"/>
                </a:lnTo>
                <a:lnTo>
                  <a:pt x="2695575" y="590550"/>
                </a:lnTo>
                <a:lnTo>
                  <a:pt x="2695575" y="609600"/>
                </a:lnTo>
                <a:lnTo>
                  <a:pt x="2676525" y="609600"/>
                </a:lnTo>
                <a:lnTo>
                  <a:pt x="2676525" y="619125"/>
                </a:lnTo>
                <a:lnTo>
                  <a:pt x="2686050" y="619125"/>
                </a:lnTo>
                <a:lnTo>
                  <a:pt x="2686050" y="638175"/>
                </a:lnTo>
                <a:lnTo>
                  <a:pt x="2695575" y="638175"/>
                </a:lnTo>
                <a:lnTo>
                  <a:pt x="2695575" y="619125"/>
                </a:lnTo>
                <a:lnTo>
                  <a:pt x="2705100" y="619125"/>
                </a:lnTo>
                <a:lnTo>
                  <a:pt x="2705100" y="600075"/>
                </a:lnTo>
                <a:lnTo>
                  <a:pt x="2714625" y="600075"/>
                </a:lnTo>
                <a:lnTo>
                  <a:pt x="2714625" y="590550"/>
                </a:lnTo>
                <a:lnTo>
                  <a:pt x="2724150" y="590550"/>
                </a:lnTo>
                <a:close/>
                <a:moveTo>
                  <a:pt x="2971800" y="590550"/>
                </a:moveTo>
                <a:lnTo>
                  <a:pt x="3019425" y="590550"/>
                </a:lnTo>
                <a:lnTo>
                  <a:pt x="3019425" y="600075"/>
                </a:lnTo>
                <a:lnTo>
                  <a:pt x="3009900" y="600075"/>
                </a:lnTo>
                <a:lnTo>
                  <a:pt x="3009900" y="609600"/>
                </a:lnTo>
                <a:lnTo>
                  <a:pt x="2990850" y="609600"/>
                </a:lnTo>
                <a:lnTo>
                  <a:pt x="2990850" y="600075"/>
                </a:lnTo>
                <a:lnTo>
                  <a:pt x="2971800" y="600075"/>
                </a:lnTo>
                <a:close/>
                <a:moveTo>
                  <a:pt x="3343275" y="590550"/>
                </a:moveTo>
                <a:lnTo>
                  <a:pt x="3371850" y="590550"/>
                </a:lnTo>
                <a:lnTo>
                  <a:pt x="3371850" y="600075"/>
                </a:lnTo>
                <a:lnTo>
                  <a:pt x="3352800" y="600075"/>
                </a:lnTo>
                <a:lnTo>
                  <a:pt x="3352800" y="609600"/>
                </a:lnTo>
                <a:lnTo>
                  <a:pt x="3381375" y="609600"/>
                </a:lnTo>
                <a:lnTo>
                  <a:pt x="3381375" y="619125"/>
                </a:lnTo>
                <a:lnTo>
                  <a:pt x="3333750" y="619125"/>
                </a:lnTo>
                <a:lnTo>
                  <a:pt x="3333750" y="609600"/>
                </a:lnTo>
                <a:lnTo>
                  <a:pt x="3343275" y="609600"/>
                </a:lnTo>
                <a:close/>
                <a:moveTo>
                  <a:pt x="3429000" y="590550"/>
                </a:moveTo>
                <a:lnTo>
                  <a:pt x="3448050" y="590550"/>
                </a:lnTo>
                <a:lnTo>
                  <a:pt x="3448050" y="600075"/>
                </a:lnTo>
                <a:lnTo>
                  <a:pt x="3467100" y="600075"/>
                </a:lnTo>
                <a:lnTo>
                  <a:pt x="3467100" y="609600"/>
                </a:lnTo>
                <a:lnTo>
                  <a:pt x="3448050" y="609600"/>
                </a:lnTo>
                <a:lnTo>
                  <a:pt x="3448050" y="619125"/>
                </a:lnTo>
                <a:lnTo>
                  <a:pt x="3419475" y="619125"/>
                </a:lnTo>
                <a:lnTo>
                  <a:pt x="3419475" y="600075"/>
                </a:lnTo>
                <a:lnTo>
                  <a:pt x="3429000" y="600075"/>
                </a:lnTo>
                <a:close/>
                <a:moveTo>
                  <a:pt x="3505200" y="600075"/>
                </a:moveTo>
                <a:lnTo>
                  <a:pt x="3514725" y="600075"/>
                </a:lnTo>
                <a:lnTo>
                  <a:pt x="3514725" y="609600"/>
                </a:lnTo>
                <a:lnTo>
                  <a:pt x="3505200" y="609600"/>
                </a:lnTo>
                <a:close/>
                <a:moveTo>
                  <a:pt x="3533775" y="600075"/>
                </a:moveTo>
                <a:lnTo>
                  <a:pt x="3552825" y="600075"/>
                </a:lnTo>
                <a:lnTo>
                  <a:pt x="3552825" y="609600"/>
                </a:lnTo>
                <a:lnTo>
                  <a:pt x="3571875" y="609600"/>
                </a:lnTo>
                <a:lnTo>
                  <a:pt x="3571875" y="647700"/>
                </a:lnTo>
                <a:lnTo>
                  <a:pt x="3543300" y="647700"/>
                </a:lnTo>
                <a:lnTo>
                  <a:pt x="3543300" y="628650"/>
                </a:lnTo>
                <a:lnTo>
                  <a:pt x="3533775" y="628650"/>
                </a:lnTo>
                <a:lnTo>
                  <a:pt x="3533775" y="619125"/>
                </a:lnTo>
                <a:lnTo>
                  <a:pt x="3543300" y="619125"/>
                </a:lnTo>
                <a:lnTo>
                  <a:pt x="3543300" y="609600"/>
                </a:lnTo>
                <a:lnTo>
                  <a:pt x="3533775" y="609600"/>
                </a:lnTo>
                <a:close/>
                <a:moveTo>
                  <a:pt x="2781300" y="609600"/>
                </a:moveTo>
                <a:lnTo>
                  <a:pt x="2790825" y="609600"/>
                </a:lnTo>
                <a:lnTo>
                  <a:pt x="2790825" y="619125"/>
                </a:lnTo>
                <a:lnTo>
                  <a:pt x="2781300" y="619125"/>
                </a:lnTo>
                <a:lnTo>
                  <a:pt x="2781300" y="628650"/>
                </a:lnTo>
                <a:lnTo>
                  <a:pt x="2800350" y="628650"/>
                </a:lnTo>
                <a:lnTo>
                  <a:pt x="2800350" y="638175"/>
                </a:lnTo>
                <a:lnTo>
                  <a:pt x="2828925" y="638175"/>
                </a:lnTo>
                <a:lnTo>
                  <a:pt x="2828925" y="619125"/>
                </a:lnTo>
                <a:lnTo>
                  <a:pt x="2838450" y="619125"/>
                </a:lnTo>
                <a:lnTo>
                  <a:pt x="2838450" y="609600"/>
                </a:lnTo>
                <a:lnTo>
                  <a:pt x="2819400" y="609600"/>
                </a:lnTo>
                <a:lnTo>
                  <a:pt x="2819400" y="619125"/>
                </a:lnTo>
                <a:lnTo>
                  <a:pt x="2809875" y="619125"/>
                </a:lnTo>
                <a:lnTo>
                  <a:pt x="2809875" y="600075"/>
                </a:lnTo>
                <a:lnTo>
                  <a:pt x="2781300" y="600075"/>
                </a:lnTo>
                <a:close/>
                <a:moveTo>
                  <a:pt x="3257550" y="609600"/>
                </a:moveTo>
                <a:lnTo>
                  <a:pt x="3267075" y="609600"/>
                </a:lnTo>
                <a:lnTo>
                  <a:pt x="3267075" y="619125"/>
                </a:lnTo>
                <a:lnTo>
                  <a:pt x="3257550" y="619125"/>
                </a:lnTo>
                <a:close/>
                <a:moveTo>
                  <a:pt x="2886075" y="628650"/>
                </a:moveTo>
                <a:lnTo>
                  <a:pt x="2895600" y="628650"/>
                </a:lnTo>
                <a:lnTo>
                  <a:pt x="2895600" y="619125"/>
                </a:lnTo>
                <a:lnTo>
                  <a:pt x="2886075" y="619125"/>
                </a:lnTo>
                <a:lnTo>
                  <a:pt x="2886075" y="609600"/>
                </a:lnTo>
                <a:lnTo>
                  <a:pt x="2876550" y="609600"/>
                </a:lnTo>
                <a:lnTo>
                  <a:pt x="2876550" y="638175"/>
                </a:lnTo>
                <a:lnTo>
                  <a:pt x="2886075" y="638175"/>
                </a:lnTo>
                <a:close/>
                <a:moveTo>
                  <a:pt x="3333750" y="628650"/>
                </a:moveTo>
                <a:lnTo>
                  <a:pt x="3362325" y="628650"/>
                </a:lnTo>
                <a:lnTo>
                  <a:pt x="3362325" y="647700"/>
                </a:lnTo>
                <a:lnTo>
                  <a:pt x="3352800" y="647700"/>
                </a:lnTo>
                <a:lnTo>
                  <a:pt x="3352800" y="657225"/>
                </a:lnTo>
                <a:lnTo>
                  <a:pt x="3324225" y="657225"/>
                </a:lnTo>
                <a:lnTo>
                  <a:pt x="3324225" y="638175"/>
                </a:lnTo>
                <a:lnTo>
                  <a:pt x="3333750" y="638175"/>
                </a:lnTo>
                <a:close/>
                <a:moveTo>
                  <a:pt x="2990850" y="638175"/>
                </a:moveTo>
                <a:lnTo>
                  <a:pt x="3000375" y="638175"/>
                </a:lnTo>
                <a:lnTo>
                  <a:pt x="3000375" y="666750"/>
                </a:lnTo>
                <a:lnTo>
                  <a:pt x="3009900" y="666750"/>
                </a:lnTo>
                <a:lnTo>
                  <a:pt x="3009900" y="676275"/>
                </a:lnTo>
                <a:lnTo>
                  <a:pt x="2962275" y="676275"/>
                </a:lnTo>
                <a:lnTo>
                  <a:pt x="2962275" y="666750"/>
                </a:lnTo>
                <a:lnTo>
                  <a:pt x="2943225" y="666750"/>
                </a:lnTo>
                <a:lnTo>
                  <a:pt x="2943225" y="647700"/>
                </a:lnTo>
                <a:lnTo>
                  <a:pt x="2962275" y="647700"/>
                </a:lnTo>
                <a:lnTo>
                  <a:pt x="2962275" y="657225"/>
                </a:lnTo>
                <a:lnTo>
                  <a:pt x="2971800" y="657225"/>
                </a:lnTo>
                <a:lnTo>
                  <a:pt x="2971800" y="666750"/>
                </a:lnTo>
                <a:lnTo>
                  <a:pt x="2981325" y="666750"/>
                </a:lnTo>
                <a:lnTo>
                  <a:pt x="2981325" y="647700"/>
                </a:lnTo>
                <a:lnTo>
                  <a:pt x="2990850" y="647700"/>
                </a:lnTo>
                <a:close/>
                <a:moveTo>
                  <a:pt x="3305175" y="638175"/>
                </a:moveTo>
                <a:lnTo>
                  <a:pt x="3314700" y="638175"/>
                </a:lnTo>
                <a:lnTo>
                  <a:pt x="3314700" y="647700"/>
                </a:lnTo>
                <a:lnTo>
                  <a:pt x="3305175" y="647700"/>
                </a:lnTo>
                <a:close/>
                <a:moveTo>
                  <a:pt x="2409825" y="647700"/>
                </a:moveTo>
                <a:lnTo>
                  <a:pt x="2428875" y="647700"/>
                </a:lnTo>
                <a:lnTo>
                  <a:pt x="2428875" y="666750"/>
                </a:lnTo>
                <a:lnTo>
                  <a:pt x="2438400" y="666750"/>
                </a:lnTo>
                <a:lnTo>
                  <a:pt x="2438400" y="676275"/>
                </a:lnTo>
                <a:lnTo>
                  <a:pt x="2409825" y="676275"/>
                </a:lnTo>
                <a:close/>
                <a:moveTo>
                  <a:pt x="2733675" y="647700"/>
                </a:moveTo>
                <a:lnTo>
                  <a:pt x="2743200" y="647700"/>
                </a:lnTo>
                <a:lnTo>
                  <a:pt x="2743200" y="638175"/>
                </a:lnTo>
                <a:lnTo>
                  <a:pt x="2724150" y="638175"/>
                </a:lnTo>
                <a:lnTo>
                  <a:pt x="2724150" y="657225"/>
                </a:lnTo>
                <a:lnTo>
                  <a:pt x="2733675" y="657225"/>
                </a:lnTo>
                <a:close/>
                <a:moveTo>
                  <a:pt x="2447925" y="657225"/>
                </a:moveTo>
                <a:lnTo>
                  <a:pt x="2457450" y="657225"/>
                </a:lnTo>
                <a:lnTo>
                  <a:pt x="2457450" y="666750"/>
                </a:lnTo>
                <a:lnTo>
                  <a:pt x="2447925" y="666750"/>
                </a:lnTo>
                <a:close/>
                <a:moveTo>
                  <a:pt x="2790825" y="657225"/>
                </a:moveTo>
                <a:lnTo>
                  <a:pt x="2800350" y="657225"/>
                </a:lnTo>
                <a:lnTo>
                  <a:pt x="2800350" y="647700"/>
                </a:lnTo>
                <a:lnTo>
                  <a:pt x="2790825" y="647700"/>
                </a:lnTo>
                <a:close/>
                <a:moveTo>
                  <a:pt x="2228850" y="666750"/>
                </a:moveTo>
                <a:lnTo>
                  <a:pt x="2238375" y="666750"/>
                </a:lnTo>
                <a:lnTo>
                  <a:pt x="2238375" y="676275"/>
                </a:lnTo>
                <a:lnTo>
                  <a:pt x="2228850" y="676275"/>
                </a:lnTo>
                <a:close/>
                <a:moveTo>
                  <a:pt x="2733675" y="666750"/>
                </a:moveTo>
                <a:lnTo>
                  <a:pt x="2743200" y="666750"/>
                </a:lnTo>
                <a:lnTo>
                  <a:pt x="2743200" y="657225"/>
                </a:lnTo>
                <a:lnTo>
                  <a:pt x="2733675" y="657225"/>
                </a:lnTo>
                <a:close/>
                <a:moveTo>
                  <a:pt x="2466975" y="676275"/>
                </a:moveTo>
                <a:lnTo>
                  <a:pt x="2486025" y="676275"/>
                </a:lnTo>
                <a:lnTo>
                  <a:pt x="2486025" y="685800"/>
                </a:lnTo>
                <a:lnTo>
                  <a:pt x="2466975" y="685800"/>
                </a:lnTo>
                <a:close/>
                <a:moveTo>
                  <a:pt x="2752725" y="676275"/>
                </a:moveTo>
                <a:lnTo>
                  <a:pt x="2771775" y="676275"/>
                </a:lnTo>
                <a:lnTo>
                  <a:pt x="2771775" y="657225"/>
                </a:lnTo>
                <a:lnTo>
                  <a:pt x="2752725" y="657225"/>
                </a:lnTo>
                <a:close/>
                <a:moveTo>
                  <a:pt x="2867025" y="676275"/>
                </a:moveTo>
                <a:lnTo>
                  <a:pt x="2895600" y="676275"/>
                </a:lnTo>
                <a:lnTo>
                  <a:pt x="2895600" y="685800"/>
                </a:lnTo>
                <a:lnTo>
                  <a:pt x="2886075" y="685800"/>
                </a:lnTo>
                <a:lnTo>
                  <a:pt x="2886075" y="695325"/>
                </a:lnTo>
                <a:lnTo>
                  <a:pt x="2905125" y="695325"/>
                </a:lnTo>
                <a:lnTo>
                  <a:pt x="2905125" y="714375"/>
                </a:lnTo>
                <a:lnTo>
                  <a:pt x="2924175" y="714375"/>
                </a:lnTo>
                <a:lnTo>
                  <a:pt x="2924175" y="723900"/>
                </a:lnTo>
                <a:lnTo>
                  <a:pt x="2933700" y="723900"/>
                </a:lnTo>
                <a:lnTo>
                  <a:pt x="2933700" y="742950"/>
                </a:lnTo>
                <a:lnTo>
                  <a:pt x="2952750" y="742950"/>
                </a:lnTo>
                <a:lnTo>
                  <a:pt x="2952750" y="752475"/>
                </a:lnTo>
                <a:lnTo>
                  <a:pt x="2933700" y="752475"/>
                </a:lnTo>
                <a:lnTo>
                  <a:pt x="2933700" y="828675"/>
                </a:lnTo>
                <a:lnTo>
                  <a:pt x="2924175" y="828675"/>
                </a:lnTo>
                <a:lnTo>
                  <a:pt x="2924175" y="838200"/>
                </a:lnTo>
                <a:lnTo>
                  <a:pt x="2895600" y="838200"/>
                </a:lnTo>
                <a:lnTo>
                  <a:pt x="2895600" y="809625"/>
                </a:lnTo>
                <a:lnTo>
                  <a:pt x="2905125" y="809625"/>
                </a:lnTo>
                <a:lnTo>
                  <a:pt x="2905125" y="800100"/>
                </a:lnTo>
                <a:lnTo>
                  <a:pt x="2895600" y="800100"/>
                </a:lnTo>
                <a:lnTo>
                  <a:pt x="2895600" y="790575"/>
                </a:lnTo>
                <a:lnTo>
                  <a:pt x="2905125" y="790575"/>
                </a:lnTo>
                <a:lnTo>
                  <a:pt x="2905125" y="771525"/>
                </a:lnTo>
                <a:lnTo>
                  <a:pt x="2914650" y="771525"/>
                </a:lnTo>
                <a:lnTo>
                  <a:pt x="2914650" y="762000"/>
                </a:lnTo>
                <a:lnTo>
                  <a:pt x="2905125" y="762000"/>
                </a:lnTo>
                <a:lnTo>
                  <a:pt x="2905125" y="742950"/>
                </a:lnTo>
                <a:lnTo>
                  <a:pt x="2914650" y="742950"/>
                </a:lnTo>
                <a:lnTo>
                  <a:pt x="2914650" y="723900"/>
                </a:lnTo>
                <a:lnTo>
                  <a:pt x="2886075" y="723900"/>
                </a:lnTo>
                <a:lnTo>
                  <a:pt x="2886075" y="714375"/>
                </a:lnTo>
                <a:lnTo>
                  <a:pt x="2847975" y="714375"/>
                </a:lnTo>
                <a:lnTo>
                  <a:pt x="2847975" y="704850"/>
                </a:lnTo>
                <a:lnTo>
                  <a:pt x="2867025" y="704850"/>
                </a:lnTo>
                <a:lnTo>
                  <a:pt x="2867025" y="695325"/>
                </a:lnTo>
                <a:lnTo>
                  <a:pt x="2857500" y="695325"/>
                </a:lnTo>
                <a:lnTo>
                  <a:pt x="2857500" y="685800"/>
                </a:lnTo>
                <a:lnTo>
                  <a:pt x="2867025" y="685800"/>
                </a:lnTo>
                <a:close/>
                <a:moveTo>
                  <a:pt x="3200400" y="676275"/>
                </a:moveTo>
                <a:lnTo>
                  <a:pt x="3209925" y="676275"/>
                </a:lnTo>
                <a:lnTo>
                  <a:pt x="3209925" y="666750"/>
                </a:lnTo>
                <a:lnTo>
                  <a:pt x="3200400" y="666750"/>
                </a:lnTo>
                <a:close/>
                <a:moveTo>
                  <a:pt x="3362325" y="676275"/>
                </a:moveTo>
                <a:lnTo>
                  <a:pt x="3371850" y="676275"/>
                </a:lnTo>
                <a:lnTo>
                  <a:pt x="3371850" y="704850"/>
                </a:lnTo>
                <a:lnTo>
                  <a:pt x="3362325" y="704850"/>
                </a:lnTo>
                <a:lnTo>
                  <a:pt x="3362325" y="695325"/>
                </a:lnTo>
                <a:lnTo>
                  <a:pt x="3352800" y="695325"/>
                </a:lnTo>
                <a:lnTo>
                  <a:pt x="3352800" y="685800"/>
                </a:lnTo>
                <a:lnTo>
                  <a:pt x="3362325" y="685800"/>
                </a:lnTo>
                <a:close/>
                <a:moveTo>
                  <a:pt x="3600450" y="676275"/>
                </a:moveTo>
                <a:lnTo>
                  <a:pt x="3609975" y="676275"/>
                </a:lnTo>
                <a:lnTo>
                  <a:pt x="3609975" y="685800"/>
                </a:lnTo>
                <a:lnTo>
                  <a:pt x="3600450" y="685800"/>
                </a:lnTo>
                <a:close/>
                <a:moveTo>
                  <a:pt x="2486025" y="685800"/>
                </a:moveTo>
                <a:lnTo>
                  <a:pt x="2495550" y="685800"/>
                </a:lnTo>
                <a:lnTo>
                  <a:pt x="2495550" y="704850"/>
                </a:lnTo>
                <a:lnTo>
                  <a:pt x="2514600" y="704850"/>
                </a:lnTo>
                <a:lnTo>
                  <a:pt x="2514600" y="714375"/>
                </a:lnTo>
                <a:lnTo>
                  <a:pt x="2505075" y="714375"/>
                </a:lnTo>
                <a:lnTo>
                  <a:pt x="2505075" y="733425"/>
                </a:lnTo>
                <a:lnTo>
                  <a:pt x="2495550" y="733425"/>
                </a:lnTo>
                <a:lnTo>
                  <a:pt x="2495550" y="742950"/>
                </a:lnTo>
                <a:lnTo>
                  <a:pt x="2505075" y="742950"/>
                </a:lnTo>
                <a:lnTo>
                  <a:pt x="2505075" y="752475"/>
                </a:lnTo>
                <a:lnTo>
                  <a:pt x="2514600" y="752475"/>
                </a:lnTo>
                <a:lnTo>
                  <a:pt x="2514600" y="762000"/>
                </a:lnTo>
                <a:lnTo>
                  <a:pt x="2495550" y="762000"/>
                </a:lnTo>
                <a:lnTo>
                  <a:pt x="2495550" y="752475"/>
                </a:lnTo>
                <a:lnTo>
                  <a:pt x="2486025" y="752475"/>
                </a:lnTo>
                <a:lnTo>
                  <a:pt x="2486025" y="742950"/>
                </a:lnTo>
                <a:lnTo>
                  <a:pt x="2466975" y="742950"/>
                </a:lnTo>
                <a:lnTo>
                  <a:pt x="2466975" y="733425"/>
                </a:lnTo>
                <a:lnTo>
                  <a:pt x="2438400" y="733425"/>
                </a:lnTo>
                <a:lnTo>
                  <a:pt x="2438400" y="714375"/>
                </a:lnTo>
                <a:lnTo>
                  <a:pt x="2457450" y="714375"/>
                </a:lnTo>
                <a:lnTo>
                  <a:pt x="2457450" y="704850"/>
                </a:lnTo>
                <a:lnTo>
                  <a:pt x="2466975" y="704850"/>
                </a:lnTo>
                <a:lnTo>
                  <a:pt x="2466975" y="695325"/>
                </a:lnTo>
                <a:lnTo>
                  <a:pt x="2476500" y="695325"/>
                </a:lnTo>
                <a:lnTo>
                  <a:pt x="2476500" y="704850"/>
                </a:lnTo>
                <a:lnTo>
                  <a:pt x="2486025" y="704850"/>
                </a:lnTo>
                <a:close/>
                <a:moveTo>
                  <a:pt x="2676525" y="685800"/>
                </a:moveTo>
                <a:lnTo>
                  <a:pt x="2686050" y="685800"/>
                </a:lnTo>
                <a:lnTo>
                  <a:pt x="2686050" y="666750"/>
                </a:lnTo>
                <a:lnTo>
                  <a:pt x="2676525" y="666750"/>
                </a:lnTo>
                <a:close/>
                <a:moveTo>
                  <a:pt x="2943225" y="695325"/>
                </a:moveTo>
                <a:lnTo>
                  <a:pt x="2952750" y="695325"/>
                </a:lnTo>
                <a:lnTo>
                  <a:pt x="2952750" y="704850"/>
                </a:lnTo>
                <a:lnTo>
                  <a:pt x="2943225" y="704850"/>
                </a:lnTo>
                <a:close/>
                <a:moveTo>
                  <a:pt x="2971800" y="695325"/>
                </a:moveTo>
                <a:lnTo>
                  <a:pt x="2990850" y="695325"/>
                </a:lnTo>
                <a:lnTo>
                  <a:pt x="2990850" y="704850"/>
                </a:lnTo>
                <a:lnTo>
                  <a:pt x="2971800" y="704850"/>
                </a:lnTo>
                <a:close/>
                <a:moveTo>
                  <a:pt x="3467100" y="695325"/>
                </a:moveTo>
                <a:lnTo>
                  <a:pt x="3505200" y="695325"/>
                </a:lnTo>
                <a:lnTo>
                  <a:pt x="3505200" y="704850"/>
                </a:lnTo>
                <a:lnTo>
                  <a:pt x="3495675" y="704850"/>
                </a:lnTo>
                <a:lnTo>
                  <a:pt x="3495675" y="714375"/>
                </a:lnTo>
                <a:lnTo>
                  <a:pt x="3524250" y="714375"/>
                </a:lnTo>
                <a:lnTo>
                  <a:pt x="3524250" y="723900"/>
                </a:lnTo>
                <a:lnTo>
                  <a:pt x="3514725" y="723900"/>
                </a:lnTo>
                <a:lnTo>
                  <a:pt x="3514725" y="742950"/>
                </a:lnTo>
                <a:lnTo>
                  <a:pt x="3505200" y="742950"/>
                </a:lnTo>
                <a:lnTo>
                  <a:pt x="3505200" y="771525"/>
                </a:lnTo>
                <a:lnTo>
                  <a:pt x="3486150" y="771525"/>
                </a:lnTo>
                <a:lnTo>
                  <a:pt x="3486150" y="762000"/>
                </a:lnTo>
                <a:lnTo>
                  <a:pt x="3476625" y="762000"/>
                </a:lnTo>
                <a:lnTo>
                  <a:pt x="3476625" y="752475"/>
                </a:lnTo>
                <a:lnTo>
                  <a:pt x="3467100" y="752475"/>
                </a:lnTo>
                <a:lnTo>
                  <a:pt x="3467100" y="742950"/>
                </a:lnTo>
                <a:lnTo>
                  <a:pt x="3457575" y="742950"/>
                </a:lnTo>
                <a:lnTo>
                  <a:pt x="3457575" y="733425"/>
                </a:lnTo>
                <a:lnTo>
                  <a:pt x="3467100" y="733425"/>
                </a:lnTo>
                <a:lnTo>
                  <a:pt x="3467100" y="723900"/>
                </a:lnTo>
                <a:lnTo>
                  <a:pt x="3457575" y="723900"/>
                </a:lnTo>
                <a:lnTo>
                  <a:pt x="3457575" y="714375"/>
                </a:lnTo>
                <a:lnTo>
                  <a:pt x="3448050" y="714375"/>
                </a:lnTo>
                <a:lnTo>
                  <a:pt x="3448050" y="704850"/>
                </a:lnTo>
                <a:lnTo>
                  <a:pt x="3467100" y="704850"/>
                </a:lnTo>
                <a:close/>
                <a:moveTo>
                  <a:pt x="2800350" y="704850"/>
                </a:moveTo>
                <a:lnTo>
                  <a:pt x="2838450" y="704850"/>
                </a:lnTo>
                <a:lnTo>
                  <a:pt x="2838450" y="723900"/>
                </a:lnTo>
                <a:lnTo>
                  <a:pt x="2819400" y="723900"/>
                </a:lnTo>
                <a:lnTo>
                  <a:pt x="2819400" y="733425"/>
                </a:lnTo>
                <a:lnTo>
                  <a:pt x="2809875" y="733425"/>
                </a:lnTo>
                <a:lnTo>
                  <a:pt x="2809875" y="714375"/>
                </a:lnTo>
                <a:lnTo>
                  <a:pt x="2800350" y="714375"/>
                </a:lnTo>
                <a:close/>
                <a:moveTo>
                  <a:pt x="3114675" y="704850"/>
                </a:moveTo>
                <a:lnTo>
                  <a:pt x="3124200" y="704850"/>
                </a:lnTo>
                <a:lnTo>
                  <a:pt x="3124200" y="685800"/>
                </a:lnTo>
                <a:lnTo>
                  <a:pt x="3114675" y="685800"/>
                </a:lnTo>
                <a:close/>
                <a:moveTo>
                  <a:pt x="3390900" y="704850"/>
                </a:moveTo>
                <a:lnTo>
                  <a:pt x="3419475" y="704850"/>
                </a:lnTo>
                <a:lnTo>
                  <a:pt x="3419475" y="733425"/>
                </a:lnTo>
                <a:lnTo>
                  <a:pt x="3390900" y="733425"/>
                </a:lnTo>
                <a:lnTo>
                  <a:pt x="3390900" y="723900"/>
                </a:lnTo>
                <a:lnTo>
                  <a:pt x="3409950" y="723900"/>
                </a:lnTo>
                <a:lnTo>
                  <a:pt x="3409950" y="714375"/>
                </a:lnTo>
                <a:lnTo>
                  <a:pt x="3390900" y="714375"/>
                </a:lnTo>
                <a:close/>
                <a:moveTo>
                  <a:pt x="3429000" y="704850"/>
                </a:moveTo>
                <a:lnTo>
                  <a:pt x="3438525" y="704850"/>
                </a:lnTo>
                <a:lnTo>
                  <a:pt x="3438525" y="723900"/>
                </a:lnTo>
                <a:lnTo>
                  <a:pt x="3429000" y="723900"/>
                </a:lnTo>
                <a:close/>
                <a:moveTo>
                  <a:pt x="2143125" y="714375"/>
                </a:moveTo>
                <a:lnTo>
                  <a:pt x="2181225" y="714375"/>
                </a:lnTo>
                <a:lnTo>
                  <a:pt x="2181225" y="723900"/>
                </a:lnTo>
                <a:lnTo>
                  <a:pt x="2171700" y="723900"/>
                </a:lnTo>
                <a:lnTo>
                  <a:pt x="2171700" y="733425"/>
                </a:lnTo>
                <a:lnTo>
                  <a:pt x="2152650" y="733425"/>
                </a:lnTo>
                <a:lnTo>
                  <a:pt x="2152650" y="723900"/>
                </a:lnTo>
                <a:lnTo>
                  <a:pt x="2143125" y="723900"/>
                </a:lnTo>
                <a:close/>
                <a:moveTo>
                  <a:pt x="2362200" y="714375"/>
                </a:moveTo>
                <a:lnTo>
                  <a:pt x="2371725" y="714375"/>
                </a:lnTo>
                <a:lnTo>
                  <a:pt x="2371725" y="723900"/>
                </a:lnTo>
                <a:lnTo>
                  <a:pt x="2400300" y="723900"/>
                </a:lnTo>
                <a:lnTo>
                  <a:pt x="2400300" y="733425"/>
                </a:lnTo>
                <a:lnTo>
                  <a:pt x="2390775" y="733425"/>
                </a:lnTo>
                <a:lnTo>
                  <a:pt x="2390775" y="742950"/>
                </a:lnTo>
                <a:lnTo>
                  <a:pt x="2381250" y="742950"/>
                </a:lnTo>
                <a:lnTo>
                  <a:pt x="2381250" y="752475"/>
                </a:lnTo>
                <a:lnTo>
                  <a:pt x="2371725" y="752475"/>
                </a:lnTo>
                <a:lnTo>
                  <a:pt x="2371725" y="742950"/>
                </a:lnTo>
                <a:lnTo>
                  <a:pt x="2362200" y="742950"/>
                </a:lnTo>
                <a:lnTo>
                  <a:pt x="2362200" y="733425"/>
                </a:lnTo>
                <a:lnTo>
                  <a:pt x="2352675" y="733425"/>
                </a:lnTo>
                <a:lnTo>
                  <a:pt x="2352675" y="723900"/>
                </a:lnTo>
                <a:lnTo>
                  <a:pt x="2362200" y="723900"/>
                </a:lnTo>
                <a:close/>
                <a:moveTo>
                  <a:pt x="2733675" y="714375"/>
                </a:moveTo>
                <a:lnTo>
                  <a:pt x="2752725" y="714375"/>
                </a:lnTo>
                <a:lnTo>
                  <a:pt x="2752725" y="733425"/>
                </a:lnTo>
                <a:lnTo>
                  <a:pt x="2762250" y="733425"/>
                </a:lnTo>
                <a:lnTo>
                  <a:pt x="2762250" y="752475"/>
                </a:lnTo>
                <a:lnTo>
                  <a:pt x="2752725" y="752475"/>
                </a:lnTo>
                <a:lnTo>
                  <a:pt x="2752725" y="762000"/>
                </a:lnTo>
                <a:lnTo>
                  <a:pt x="2733675" y="762000"/>
                </a:lnTo>
                <a:lnTo>
                  <a:pt x="2733675" y="752475"/>
                </a:lnTo>
                <a:lnTo>
                  <a:pt x="2724150" y="752475"/>
                </a:lnTo>
                <a:lnTo>
                  <a:pt x="2724150" y="742950"/>
                </a:lnTo>
                <a:lnTo>
                  <a:pt x="2714625" y="742950"/>
                </a:lnTo>
                <a:lnTo>
                  <a:pt x="2714625" y="752475"/>
                </a:lnTo>
                <a:lnTo>
                  <a:pt x="2705100" y="752475"/>
                </a:lnTo>
                <a:lnTo>
                  <a:pt x="2705100" y="723900"/>
                </a:lnTo>
                <a:lnTo>
                  <a:pt x="2733675" y="723900"/>
                </a:lnTo>
                <a:close/>
                <a:moveTo>
                  <a:pt x="3590925" y="714375"/>
                </a:moveTo>
                <a:lnTo>
                  <a:pt x="3600450" y="714375"/>
                </a:lnTo>
                <a:lnTo>
                  <a:pt x="3600450" y="742950"/>
                </a:lnTo>
                <a:lnTo>
                  <a:pt x="3590925" y="742950"/>
                </a:lnTo>
                <a:lnTo>
                  <a:pt x="3590925" y="752475"/>
                </a:lnTo>
                <a:lnTo>
                  <a:pt x="3552825" y="752475"/>
                </a:lnTo>
                <a:lnTo>
                  <a:pt x="3552825" y="762000"/>
                </a:lnTo>
                <a:lnTo>
                  <a:pt x="3543300" y="762000"/>
                </a:lnTo>
                <a:lnTo>
                  <a:pt x="3543300" y="742950"/>
                </a:lnTo>
                <a:lnTo>
                  <a:pt x="3562350" y="742950"/>
                </a:lnTo>
                <a:lnTo>
                  <a:pt x="3562350" y="733425"/>
                </a:lnTo>
                <a:lnTo>
                  <a:pt x="3571875" y="733425"/>
                </a:lnTo>
                <a:lnTo>
                  <a:pt x="3571875" y="723900"/>
                </a:lnTo>
                <a:lnTo>
                  <a:pt x="3590925" y="723900"/>
                </a:lnTo>
                <a:close/>
                <a:moveTo>
                  <a:pt x="3362325" y="723900"/>
                </a:moveTo>
                <a:lnTo>
                  <a:pt x="3381375" y="723900"/>
                </a:lnTo>
                <a:lnTo>
                  <a:pt x="3381375" y="733425"/>
                </a:lnTo>
                <a:lnTo>
                  <a:pt x="3390900" y="733425"/>
                </a:lnTo>
                <a:lnTo>
                  <a:pt x="3390900" y="742950"/>
                </a:lnTo>
                <a:lnTo>
                  <a:pt x="3381375" y="742950"/>
                </a:lnTo>
                <a:lnTo>
                  <a:pt x="3381375" y="752475"/>
                </a:lnTo>
                <a:lnTo>
                  <a:pt x="3371850" y="752475"/>
                </a:lnTo>
                <a:lnTo>
                  <a:pt x="3371850" y="742950"/>
                </a:lnTo>
                <a:lnTo>
                  <a:pt x="3362325" y="742950"/>
                </a:lnTo>
                <a:lnTo>
                  <a:pt x="3362325" y="752475"/>
                </a:lnTo>
                <a:lnTo>
                  <a:pt x="3352800" y="752475"/>
                </a:lnTo>
                <a:lnTo>
                  <a:pt x="3352800" y="762000"/>
                </a:lnTo>
                <a:lnTo>
                  <a:pt x="3333750" y="762000"/>
                </a:lnTo>
                <a:lnTo>
                  <a:pt x="3333750" y="771525"/>
                </a:lnTo>
                <a:lnTo>
                  <a:pt x="3324225" y="771525"/>
                </a:lnTo>
                <a:lnTo>
                  <a:pt x="3324225" y="781050"/>
                </a:lnTo>
                <a:lnTo>
                  <a:pt x="3343275" y="781050"/>
                </a:lnTo>
                <a:lnTo>
                  <a:pt x="3343275" y="809625"/>
                </a:lnTo>
                <a:lnTo>
                  <a:pt x="3333750" y="809625"/>
                </a:lnTo>
                <a:lnTo>
                  <a:pt x="3333750" y="819150"/>
                </a:lnTo>
                <a:lnTo>
                  <a:pt x="3352800" y="819150"/>
                </a:lnTo>
                <a:lnTo>
                  <a:pt x="3352800" y="828675"/>
                </a:lnTo>
                <a:lnTo>
                  <a:pt x="3371850" y="828675"/>
                </a:lnTo>
                <a:lnTo>
                  <a:pt x="3371850" y="838200"/>
                </a:lnTo>
                <a:lnTo>
                  <a:pt x="3381375" y="838200"/>
                </a:lnTo>
                <a:lnTo>
                  <a:pt x="3381375" y="847725"/>
                </a:lnTo>
                <a:lnTo>
                  <a:pt x="3390900" y="847725"/>
                </a:lnTo>
                <a:lnTo>
                  <a:pt x="3390900" y="857250"/>
                </a:lnTo>
                <a:lnTo>
                  <a:pt x="3400425" y="857250"/>
                </a:lnTo>
                <a:lnTo>
                  <a:pt x="3400425" y="876300"/>
                </a:lnTo>
                <a:lnTo>
                  <a:pt x="3409950" y="876300"/>
                </a:lnTo>
                <a:lnTo>
                  <a:pt x="3409950" y="866775"/>
                </a:lnTo>
                <a:lnTo>
                  <a:pt x="3419475" y="866775"/>
                </a:lnTo>
                <a:lnTo>
                  <a:pt x="3419475" y="876300"/>
                </a:lnTo>
                <a:lnTo>
                  <a:pt x="3429000" y="876300"/>
                </a:lnTo>
                <a:lnTo>
                  <a:pt x="3429000" y="885825"/>
                </a:lnTo>
                <a:lnTo>
                  <a:pt x="3448050" y="885825"/>
                </a:lnTo>
                <a:lnTo>
                  <a:pt x="3448050" y="866775"/>
                </a:lnTo>
                <a:lnTo>
                  <a:pt x="3476625" y="866775"/>
                </a:lnTo>
                <a:lnTo>
                  <a:pt x="3476625" y="857250"/>
                </a:lnTo>
                <a:lnTo>
                  <a:pt x="3486150" y="857250"/>
                </a:lnTo>
                <a:lnTo>
                  <a:pt x="3486150" y="838200"/>
                </a:lnTo>
                <a:lnTo>
                  <a:pt x="3495675" y="838200"/>
                </a:lnTo>
                <a:lnTo>
                  <a:pt x="3495675" y="828675"/>
                </a:lnTo>
                <a:lnTo>
                  <a:pt x="3486150" y="828675"/>
                </a:lnTo>
                <a:lnTo>
                  <a:pt x="3486150" y="819150"/>
                </a:lnTo>
                <a:lnTo>
                  <a:pt x="3505200" y="819150"/>
                </a:lnTo>
                <a:lnTo>
                  <a:pt x="3505200" y="828675"/>
                </a:lnTo>
                <a:lnTo>
                  <a:pt x="3514725" y="828675"/>
                </a:lnTo>
                <a:lnTo>
                  <a:pt x="3514725" y="838200"/>
                </a:lnTo>
                <a:lnTo>
                  <a:pt x="3524250" y="838200"/>
                </a:lnTo>
                <a:lnTo>
                  <a:pt x="3524250" y="809625"/>
                </a:lnTo>
                <a:lnTo>
                  <a:pt x="3533775" y="809625"/>
                </a:lnTo>
                <a:lnTo>
                  <a:pt x="3533775" y="790575"/>
                </a:lnTo>
                <a:lnTo>
                  <a:pt x="3543300" y="790575"/>
                </a:lnTo>
                <a:lnTo>
                  <a:pt x="3543300" y="809625"/>
                </a:lnTo>
                <a:lnTo>
                  <a:pt x="3533775" y="809625"/>
                </a:lnTo>
                <a:lnTo>
                  <a:pt x="3533775" y="819150"/>
                </a:lnTo>
                <a:lnTo>
                  <a:pt x="3543300" y="819150"/>
                </a:lnTo>
                <a:lnTo>
                  <a:pt x="3543300" y="809625"/>
                </a:lnTo>
                <a:lnTo>
                  <a:pt x="3562350" y="809625"/>
                </a:lnTo>
                <a:lnTo>
                  <a:pt x="3562350" y="819150"/>
                </a:lnTo>
                <a:lnTo>
                  <a:pt x="3552825" y="819150"/>
                </a:lnTo>
                <a:lnTo>
                  <a:pt x="3552825" y="828675"/>
                </a:lnTo>
                <a:lnTo>
                  <a:pt x="3590925" y="828675"/>
                </a:lnTo>
                <a:lnTo>
                  <a:pt x="3590925" y="857250"/>
                </a:lnTo>
                <a:lnTo>
                  <a:pt x="3581400" y="857250"/>
                </a:lnTo>
                <a:lnTo>
                  <a:pt x="3581400" y="876300"/>
                </a:lnTo>
                <a:lnTo>
                  <a:pt x="3571875" y="876300"/>
                </a:lnTo>
                <a:lnTo>
                  <a:pt x="3571875" y="885825"/>
                </a:lnTo>
                <a:lnTo>
                  <a:pt x="3562350" y="885825"/>
                </a:lnTo>
                <a:lnTo>
                  <a:pt x="3562350" y="866775"/>
                </a:lnTo>
                <a:lnTo>
                  <a:pt x="3543300" y="866775"/>
                </a:lnTo>
                <a:lnTo>
                  <a:pt x="3543300" y="857250"/>
                </a:lnTo>
                <a:lnTo>
                  <a:pt x="3505200" y="857250"/>
                </a:lnTo>
                <a:lnTo>
                  <a:pt x="3505200" y="866775"/>
                </a:lnTo>
                <a:lnTo>
                  <a:pt x="3514725" y="866775"/>
                </a:lnTo>
                <a:lnTo>
                  <a:pt x="3514725" y="876300"/>
                </a:lnTo>
                <a:lnTo>
                  <a:pt x="3505200" y="876300"/>
                </a:lnTo>
                <a:lnTo>
                  <a:pt x="3505200" y="885825"/>
                </a:lnTo>
                <a:lnTo>
                  <a:pt x="3533775" y="885825"/>
                </a:lnTo>
                <a:lnTo>
                  <a:pt x="3533775" y="904875"/>
                </a:lnTo>
                <a:lnTo>
                  <a:pt x="3495675" y="904875"/>
                </a:lnTo>
                <a:lnTo>
                  <a:pt x="3495675" y="933450"/>
                </a:lnTo>
                <a:lnTo>
                  <a:pt x="3524250" y="933450"/>
                </a:lnTo>
                <a:lnTo>
                  <a:pt x="3524250" y="942975"/>
                </a:lnTo>
                <a:lnTo>
                  <a:pt x="3533775" y="942975"/>
                </a:lnTo>
                <a:lnTo>
                  <a:pt x="3533775" y="952500"/>
                </a:lnTo>
                <a:lnTo>
                  <a:pt x="3514725" y="952500"/>
                </a:lnTo>
                <a:lnTo>
                  <a:pt x="3514725" y="962025"/>
                </a:lnTo>
                <a:lnTo>
                  <a:pt x="3524250" y="962025"/>
                </a:lnTo>
                <a:lnTo>
                  <a:pt x="3524250" y="971550"/>
                </a:lnTo>
                <a:lnTo>
                  <a:pt x="3543300" y="971550"/>
                </a:lnTo>
                <a:lnTo>
                  <a:pt x="3543300" y="962025"/>
                </a:lnTo>
                <a:lnTo>
                  <a:pt x="3552825" y="962025"/>
                </a:lnTo>
                <a:lnTo>
                  <a:pt x="3552825" y="942975"/>
                </a:lnTo>
                <a:lnTo>
                  <a:pt x="3571875" y="942975"/>
                </a:lnTo>
                <a:lnTo>
                  <a:pt x="3571875" y="952500"/>
                </a:lnTo>
                <a:lnTo>
                  <a:pt x="3562350" y="952500"/>
                </a:lnTo>
                <a:lnTo>
                  <a:pt x="3562350" y="962025"/>
                </a:lnTo>
                <a:lnTo>
                  <a:pt x="3571875" y="962025"/>
                </a:lnTo>
                <a:lnTo>
                  <a:pt x="3571875" y="971550"/>
                </a:lnTo>
                <a:lnTo>
                  <a:pt x="3562350" y="971550"/>
                </a:lnTo>
                <a:lnTo>
                  <a:pt x="3562350" y="990600"/>
                </a:lnTo>
                <a:lnTo>
                  <a:pt x="3552825" y="990600"/>
                </a:lnTo>
                <a:lnTo>
                  <a:pt x="3552825" y="1000125"/>
                </a:lnTo>
                <a:lnTo>
                  <a:pt x="3543300" y="1000125"/>
                </a:lnTo>
                <a:lnTo>
                  <a:pt x="3543300" y="1009650"/>
                </a:lnTo>
                <a:lnTo>
                  <a:pt x="3533775" y="1009650"/>
                </a:lnTo>
                <a:lnTo>
                  <a:pt x="3533775" y="1047750"/>
                </a:lnTo>
                <a:lnTo>
                  <a:pt x="3524250" y="1047750"/>
                </a:lnTo>
                <a:lnTo>
                  <a:pt x="3524250" y="1038225"/>
                </a:lnTo>
                <a:lnTo>
                  <a:pt x="3514725" y="1038225"/>
                </a:lnTo>
                <a:lnTo>
                  <a:pt x="3514725" y="1057275"/>
                </a:lnTo>
                <a:lnTo>
                  <a:pt x="3524250" y="1057275"/>
                </a:lnTo>
                <a:lnTo>
                  <a:pt x="3524250" y="1076325"/>
                </a:lnTo>
                <a:lnTo>
                  <a:pt x="3495675" y="1076325"/>
                </a:lnTo>
                <a:lnTo>
                  <a:pt x="3495675" y="1085850"/>
                </a:lnTo>
                <a:lnTo>
                  <a:pt x="3486150" y="1085850"/>
                </a:lnTo>
                <a:lnTo>
                  <a:pt x="3486150" y="1095375"/>
                </a:lnTo>
                <a:lnTo>
                  <a:pt x="3476625" y="1095375"/>
                </a:lnTo>
                <a:lnTo>
                  <a:pt x="3476625" y="1085850"/>
                </a:lnTo>
                <a:lnTo>
                  <a:pt x="3457575" y="1085850"/>
                </a:lnTo>
                <a:lnTo>
                  <a:pt x="3457575" y="1076325"/>
                </a:lnTo>
                <a:lnTo>
                  <a:pt x="3419475" y="1076325"/>
                </a:lnTo>
                <a:lnTo>
                  <a:pt x="3419475" y="1085850"/>
                </a:lnTo>
                <a:lnTo>
                  <a:pt x="3409950" y="1085850"/>
                </a:lnTo>
                <a:lnTo>
                  <a:pt x="3409950" y="1076325"/>
                </a:lnTo>
                <a:lnTo>
                  <a:pt x="3400425" y="1076325"/>
                </a:lnTo>
                <a:lnTo>
                  <a:pt x="3400425" y="1104900"/>
                </a:lnTo>
                <a:lnTo>
                  <a:pt x="3419475" y="1104900"/>
                </a:lnTo>
                <a:lnTo>
                  <a:pt x="3419475" y="1114425"/>
                </a:lnTo>
                <a:lnTo>
                  <a:pt x="3429000" y="1114425"/>
                </a:lnTo>
                <a:lnTo>
                  <a:pt x="3429000" y="1104900"/>
                </a:lnTo>
                <a:lnTo>
                  <a:pt x="3438525" y="1104900"/>
                </a:lnTo>
                <a:lnTo>
                  <a:pt x="3438525" y="1114425"/>
                </a:lnTo>
                <a:lnTo>
                  <a:pt x="3429000" y="1114425"/>
                </a:lnTo>
                <a:lnTo>
                  <a:pt x="3429000" y="1152525"/>
                </a:lnTo>
                <a:lnTo>
                  <a:pt x="3419475" y="1152525"/>
                </a:lnTo>
                <a:lnTo>
                  <a:pt x="3419475" y="1143000"/>
                </a:lnTo>
                <a:lnTo>
                  <a:pt x="3409950" y="1143000"/>
                </a:lnTo>
                <a:lnTo>
                  <a:pt x="3409950" y="1123950"/>
                </a:lnTo>
                <a:lnTo>
                  <a:pt x="3400425" y="1123950"/>
                </a:lnTo>
                <a:lnTo>
                  <a:pt x="3400425" y="1133475"/>
                </a:lnTo>
                <a:lnTo>
                  <a:pt x="3362325" y="1133475"/>
                </a:lnTo>
                <a:lnTo>
                  <a:pt x="3362325" y="1123950"/>
                </a:lnTo>
                <a:lnTo>
                  <a:pt x="3333750" y="1123950"/>
                </a:lnTo>
                <a:lnTo>
                  <a:pt x="3333750" y="1133475"/>
                </a:lnTo>
                <a:lnTo>
                  <a:pt x="3295650" y="1133475"/>
                </a:lnTo>
                <a:lnTo>
                  <a:pt x="3295650" y="1104900"/>
                </a:lnTo>
                <a:lnTo>
                  <a:pt x="3286125" y="1104900"/>
                </a:lnTo>
                <a:lnTo>
                  <a:pt x="3286125" y="1095375"/>
                </a:lnTo>
                <a:lnTo>
                  <a:pt x="3257550" y="1095375"/>
                </a:lnTo>
                <a:lnTo>
                  <a:pt x="3257550" y="1085850"/>
                </a:lnTo>
                <a:lnTo>
                  <a:pt x="3228975" y="1085850"/>
                </a:lnTo>
                <a:lnTo>
                  <a:pt x="3228975" y="1095375"/>
                </a:lnTo>
                <a:lnTo>
                  <a:pt x="3219450" y="1095375"/>
                </a:lnTo>
                <a:lnTo>
                  <a:pt x="3219450" y="1104900"/>
                </a:lnTo>
                <a:lnTo>
                  <a:pt x="3209925" y="1104900"/>
                </a:lnTo>
                <a:lnTo>
                  <a:pt x="3209925" y="1114425"/>
                </a:lnTo>
                <a:lnTo>
                  <a:pt x="3200400" y="1114425"/>
                </a:lnTo>
                <a:lnTo>
                  <a:pt x="3200400" y="1123950"/>
                </a:lnTo>
                <a:lnTo>
                  <a:pt x="3190875" y="1123950"/>
                </a:lnTo>
                <a:lnTo>
                  <a:pt x="3190875" y="1114425"/>
                </a:lnTo>
                <a:lnTo>
                  <a:pt x="3181350" y="1114425"/>
                </a:lnTo>
                <a:lnTo>
                  <a:pt x="3181350" y="1104900"/>
                </a:lnTo>
                <a:lnTo>
                  <a:pt x="3162300" y="1104900"/>
                </a:lnTo>
                <a:lnTo>
                  <a:pt x="3162300" y="1095375"/>
                </a:lnTo>
                <a:lnTo>
                  <a:pt x="3152775" y="1095375"/>
                </a:lnTo>
                <a:lnTo>
                  <a:pt x="3152775" y="1104900"/>
                </a:lnTo>
                <a:lnTo>
                  <a:pt x="3095625" y="1104900"/>
                </a:lnTo>
                <a:lnTo>
                  <a:pt x="3095625" y="1095375"/>
                </a:lnTo>
                <a:lnTo>
                  <a:pt x="3086100" y="1095375"/>
                </a:lnTo>
                <a:lnTo>
                  <a:pt x="3086100" y="1085850"/>
                </a:lnTo>
                <a:lnTo>
                  <a:pt x="3095625" y="1085850"/>
                </a:lnTo>
                <a:lnTo>
                  <a:pt x="3095625" y="1066800"/>
                </a:lnTo>
                <a:lnTo>
                  <a:pt x="3086100" y="1066800"/>
                </a:lnTo>
                <a:lnTo>
                  <a:pt x="3086100" y="1057275"/>
                </a:lnTo>
                <a:lnTo>
                  <a:pt x="3076575" y="1057275"/>
                </a:lnTo>
                <a:lnTo>
                  <a:pt x="3076575" y="1028700"/>
                </a:lnTo>
                <a:lnTo>
                  <a:pt x="3067050" y="1028700"/>
                </a:lnTo>
                <a:lnTo>
                  <a:pt x="3067050" y="1019175"/>
                </a:lnTo>
                <a:lnTo>
                  <a:pt x="3057525" y="1019175"/>
                </a:lnTo>
                <a:lnTo>
                  <a:pt x="3057525" y="1000125"/>
                </a:lnTo>
                <a:lnTo>
                  <a:pt x="3048000" y="1000125"/>
                </a:lnTo>
                <a:lnTo>
                  <a:pt x="3048000" y="990600"/>
                </a:lnTo>
                <a:lnTo>
                  <a:pt x="3028950" y="990600"/>
                </a:lnTo>
                <a:lnTo>
                  <a:pt x="3028950" y="981075"/>
                </a:lnTo>
                <a:lnTo>
                  <a:pt x="3019425" y="981075"/>
                </a:lnTo>
                <a:lnTo>
                  <a:pt x="3019425" y="1009650"/>
                </a:lnTo>
                <a:lnTo>
                  <a:pt x="3000375" y="1009650"/>
                </a:lnTo>
                <a:lnTo>
                  <a:pt x="3000375" y="990600"/>
                </a:lnTo>
                <a:lnTo>
                  <a:pt x="2990850" y="990600"/>
                </a:lnTo>
                <a:lnTo>
                  <a:pt x="2990850" y="971550"/>
                </a:lnTo>
                <a:lnTo>
                  <a:pt x="2971800" y="971550"/>
                </a:lnTo>
                <a:lnTo>
                  <a:pt x="2971800" y="962025"/>
                </a:lnTo>
                <a:lnTo>
                  <a:pt x="2952750" y="962025"/>
                </a:lnTo>
                <a:lnTo>
                  <a:pt x="2952750" y="971550"/>
                </a:lnTo>
                <a:lnTo>
                  <a:pt x="2962275" y="971550"/>
                </a:lnTo>
                <a:lnTo>
                  <a:pt x="2962275" y="1009650"/>
                </a:lnTo>
                <a:lnTo>
                  <a:pt x="2952750" y="1009650"/>
                </a:lnTo>
                <a:lnTo>
                  <a:pt x="2952750" y="990600"/>
                </a:lnTo>
                <a:lnTo>
                  <a:pt x="2943225" y="990600"/>
                </a:lnTo>
                <a:lnTo>
                  <a:pt x="2943225" y="981075"/>
                </a:lnTo>
                <a:lnTo>
                  <a:pt x="2933700" y="981075"/>
                </a:lnTo>
                <a:lnTo>
                  <a:pt x="2933700" y="971550"/>
                </a:lnTo>
                <a:lnTo>
                  <a:pt x="2914650" y="971550"/>
                </a:lnTo>
                <a:lnTo>
                  <a:pt x="2914650" y="962025"/>
                </a:lnTo>
                <a:lnTo>
                  <a:pt x="2924175" y="962025"/>
                </a:lnTo>
                <a:lnTo>
                  <a:pt x="2924175" y="952500"/>
                </a:lnTo>
                <a:lnTo>
                  <a:pt x="2943225" y="952500"/>
                </a:lnTo>
                <a:lnTo>
                  <a:pt x="2943225" y="933450"/>
                </a:lnTo>
                <a:lnTo>
                  <a:pt x="2952750" y="933450"/>
                </a:lnTo>
                <a:lnTo>
                  <a:pt x="2952750" y="923925"/>
                </a:lnTo>
                <a:lnTo>
                  <a:pt x="2981325" y="923925"/>
                </a:lnTo>
                <a:lnTo>
                  <a:pt x="2981325" y="933450"/>
                </a:lnTo>
                <a:lnTo>
                  <a:pt x="2971800" y="933450"/>
                </a:lnTo>
                <a:lnTo>
                  <a:pt x="2971800" y="942975"/>
                </a:lnTo>
                <a:lnTo>
                  <a:pt x="2990850" y="942975"/>
                </a:lnTo>
                <a:lnTo>
                  <a:pt x="2990850" y="923925"/>
                </a:lnTo>
                <a:lnTo>
                  <a:pt x="3000375" y="923925"/>
                </a:lnTo>
                <a:lnTo>
                  <a:pt x="3000375" y="914400"/>
                </a:lnTo>
                <a:lnTo>
                  <a:pt x="3009900" y="914400"/>
                </a:lnTo>
                <a:lnTo>
                  <a:pt x="3009900" y="904875"/>
                </a:lnTo>
                <a:lnTo>
                  <a:pt x="3019425" y="904875"/>
                </a:lnTo>
                <a:lnTo>
                  <a:pt x="3019425" y="895350"/>
                </a:lnTo>
                <a:lnTo>
                  <a:pt x="3009900" y="895350"/>
                </a:lnTo>
                <a:lnTo>
                  <a:pt x="3009900" y="885825"/>
                </a:lnTo>
                <a:lnTo>
                  <a:pt x="2990850" y="885825"/>
                </a:lnTo>
                <a:lnTo>
                  <a:pt x="2990850" y="857250"/>
                </a:lnTo>
                <a:lnTo>
                  <a:pt x="3000375" y="857250"/>
                </a:lnTo>
                <a:lnTo>
                  <a:pt x="3000375" y="838200"/>
                </a:lnTo>
                <a:lnTo>
                  <a:pt x="3009900" y="838200"/>
                </a:lnTo>
                <a:lnTo>
                  <a:pt x="3009900" y="819150"/>
                </a:lnTo>
                <a:lnTo>
                  <a:pt x="3019425" y="819150"/>
                </a:lnTo>
                <a:lnTo>
                  <a:pt x="3019425" y="809625"/>
                </a:lnTo>
                <a:lnTo>
                  <a:pt x="3028950" y="809625"/>
                </a:lnTo>
                <a:lnTo>
                  <a:pt x="3028950" y="781050"/>
                </a:lnTo>
                <a:lnTo>
                  <a:pt x="3038475" y="781050"/>
                </a:lnTo>
                <a:lnTo>
                  <a:pt x="3038475" y="790575"/>
                </a:lnTo>
                <a:lnTo>
                  <a:pt x="3067050" y="790575"/>
                </a:lnTo>
                <a:lnTo>
                  <a:pt x="3067050" y="819150"/>
                </a:lnTo>
                <a:lnTo>
                  <a:pt x="3057525" y="819150"/>
                </a:lnTo>
                <a:lnTo>
                  <a:pt x="3057525" y="828675"/>
                </a:lnTo>
                <a:lnTo>
                  <a:pt x="3028950" y="828675"/>
                </a:lnTo>
                <a:lnTo>
                  <a:pt x="3028950" y="838200"/>
                </a:lnTo>
                <a:lnTo>
                  <a:pt x="3048000" y="838200"/>
                </a:lnTo>
                <a:lnTo>
                  <a:pt x="3048000" y="847725"/>
                </a:lnTo>
                <a:lnTo>
                  <a:pt x="3057525" y="847725"/>
                </a:lnTo>
                <a:lnTo>
                  <a:pt x="3057525" y="866775"/>
                </a:lnTo>
                <a:lnTo>
                  <a:pt x="3067050" y="866775"/>
                </a:lnTo>
                <a:lnTo>
                  <a:pt x="3067050" y="857250"/>
                </a:lnTo>
                <a:lnTo>
                  <a:pt x="3076575" y="857250"/>
                </a:lnTo>
                <a:lnTo>
                  <a:pt x="3076575" y="838200"/>
                </a:lnTo>
                <a:lnTo>
                  <a:pt x="3105150" y="838200"/>
                </a:lnTo>
                <a:lnTo>
                  <a:pt x="3105150" y="847725"/>
                </a:lnTo>
                <a:lnTo>
                  <a:pt x="3086100" y="847725"/>
                </a:lnTo>
                <a:lnTo>
                  <a:pt x="3086100" y="866775"/>
                </a:lnTo>
                <a:lnTo>
                  <a:pt x="3095625" y="866775"/>
                </a:lnTo>
                <a:lnTo>
                  <a:pt x="3095625" y="885825"/>
                </a:lnTo>
                <a:lnTo>
                  <a:pt x="3076575" y="885825"/>
                </a:lnTo>
                <a:lnTo>
                  <a:pt x="3076575" y="904875"/>
                </a:lnTo>
                <a:lnTo>
                  <a:pt x="3057525" y="904875"/>
                </a:lnTo>
                <a:lnTo>
                  <a:pt x="3057525" y="914400"/>
                </a:lnTo>
                <a:lnTo>
                  <a:pt x="3067050" y="914400"/>
                </a:lnTo>
                <a:lnTo>
                  <a:pt x="3067050" y="923925"/>
                </a:lnTo>
                <a:lnTo>
                  <a:pt x="3076575" y="923925"/>
                </a:lnTo>
                <a:lnTo>
                  <a:pt x="3076575" y="933450"/>
                </a:lnTo>
                <a:lnTo>
                  <a:pt x="3105150" y="933450"/>
                </a:lnTo>
                <a:lnTo>
                  <a:pt x="3105150" y="923925"/>
                </a:lnTo>
                <a:lnTo>
                  <a:pt x="3095625" y="923925"/>
                </a:lnTo>
                <a:lnTo>
                  <a:pt x="3095625" y="914400"/>
                </a:lnTo>
                <a:lnTo>
                  <a:pt x="3086100" y="914400"/>
                </a:lnTo>
                <a:lnTo>
                  <a:pt x="3086100" y="904875"/>
                </a:lnTo>
                <a:lnTo>
                  <a:pt x="3095625" y="904875"/>
                </a:lnTo>
                <a:lnTo>
                  <a:pt x="3095625" y="914400"/>
                </a:lnTo>
                <a:lnTo>
                  <a:pt x="3133725" y="914400"/>
                </a:lnTo>
                <a:lnTo>
                  <a:pt x="3133725" y="933450"/>
                </a:lnTo>
                <a:lnTo>
                  <a:pt x="3114675" y="933450"/>
                </a:lnTo>
                <a:lnTo>
                  <a:pt x="3114675" y="942975"/>
                </a:lnTo>
                <a:lnTo>
                  <a:pt x="3095625" y="942975"/>
                </a:lnTo>
                <a:lnTo>
                  <a:pt x="3095625" y="952500"/>
                </a:lnTo>
                <a:lnTo>
                  <a:pt x="3114675" y="952500"/>
                </a:lnTo>
                <a:lnTo>
                  <a:pt x="3114675" y="962025"/>
                </a:lnTo>
                <a:lnTo>
                  <a:pt x="3133725" y="962025"/>
                </a:lnTo>
                <a:lnTo>
                  <a:pt x="3133725" y="952500"/>
                </a:lnTo>
                <a:lnTo>
                  <a:pt x="3143250" y="952500"/>
                </a:lnTo>
                <a:lnTo>
                  <a:pt x="3143250" y="942975"/>
                </a:lnTo>
                <a:lnTo>
                  <a:pt x="3162300" y="942975"/>
                </a:lnTo>
                <a:lnTo>
                  <a:pt x="3162300" y="952500"/>
                </a:lnTo>
                <a:lnTo>
                  <a:pt x="3190875" y="952500"/>
                </a:lnTo>
                <a:lnTo>
                  <a:pt x="3190875" y="933450"/>
                </a:lnTo>
                <a:lnTo>
                  <a:pt x="3219450" y="933450"/>
                </a:lnTo>
                <a:lnTo>
                  <a:pt x="3219450" y="952500"/>
                </a:lnTo>
                <a:lnTo>
                  <a:pt x="3209925" y="952500"/>
                </a:lnTo>
                <a:lnTo>
                  <a:pt x="3209925" y="962025"/>
                </a:lnTo>
                <a:lnTo>
                  <a:pt x="3200400" y="962025"/>
                </a:lnTo>
                <a:lnTo>
                  <a:pt x="3200400" y="971550"/>
                </a:lnTo>
                <a:lnTo>
                  <a:pt x="3209925" y="971550"/>
                </a:lnTo>
                <a:lnTo>
                  <a:pt x="3209925" y="981075"/>
                </a:lnTo>
                <a:lnTo>
                  <a:pt x="3257550" y="981075"/>
                </a:lnTo>
                <a:lnTo>
                  <a:pt x="3257550" y="990600"/>
                </a:lnTo>
                <a:lnTo>
                  <a:pt x="3267075" y="990600"/>
                </a:lnTo>
                <a:lnTo>
                  <a:pt x="3267075" y="981075"/>
                </a:lnTo>
                <a:lnTo>
                  <a:pt x="3286125" y="981075"/>
                </a:lnTo>
                <a:lnTo>
                  <a:pt x="3286125" y="971550"/>
                </a:lnTo>
                <a:lnTo>
                  <a:pt x="3276600" y="971550"/>
                </a:lnTo>
                <a:lnTo>
                  <a:pt x="3276600" y="962025"/>
                </a:lnTo>
                <a:lnTo>
                  <a:pt x="3257550" y="962025"/>
                </a:lnTo>
                <a:lnTo>
                  <a:pt x="3257550" y="933450"/>
                </a:lnTo>
                <a:lnTo>
                  <a:pt x="3267075" y="933450"/>
                </a:lnTo>
                <a:lnTo>
                  <a:pt x="3267075" y="923925"/>
                </a:lnTo>
                <a:lnTo>
                  <a:pt x="3286125" y="923925"/>
                </a:lnTo>
                <a:lnTo>
                  <a:pt x="3286125" y="914400"/>
                </a:lnTo>
                <a:lnTo>
                  <a:pt x="3314700" y="914400"/>
                </a:lnTo>
                <a:lnTo>
                  <a:pt x="3314700" y="895350"/>
                </a:lnTo>
                <a:lnTo>
                  <a:pt x="3324225" y="895350"/>
                </a:lnTo>
                <a:lnTo>
                  <a:pt x="3324225" y="885825"/>
                </a:lnTo>
                <a:lnTo>
                  <a:pt x="3314700" y="885825"/>
                </a:lnTo>
                <a:lnTo>
                  <a:pt x="3314700" y="876300"/>
                </a:lnTo>
                <a:lnTo>
                  <a:pt x="3324225" y="876300"/>
                </a:lnTo>
                <a:lnTo>
                  <a:pt x="3324225" y="866775"/>
                </a:lnTo>
                <a:lnTo>
                  <a:pt x="3343275" y="866775"/>
                </a:lnTo>
                <a:lnTo>
                  <a:pt x="3343275" y="857250"/>
                </a:lnTo>
                <a:lnTo>
                  <a:pt x="3352800" y="857250"/>
                </a:lnTo>
                <a:lnTo>
                  <a:pt x="3352800" y="847725"/>
                </a:lnTo>
                <a:lnTo>
                  <a:pt x="3324225" y="847725"/>
                </a:lnTo>
                <a:lnTo>
                  <a:pt x="3324225" y="828675"/>
                </a:lnTo>
                <a:lnTo>
                  <a:pt x="3305175" y="828675"/>
                </a:lnTo>
                <a:lnTo>
                  <a:pt x="3305175" y="819150"/>
                </a:lnTo>
                <a:lnTo>
                  <a:pt x="3295650" y="819150"/>
                </a:lnTo>
                <a:lnTo>
                  <a:pt x="3295650" y="838200"/>
                </a:lnTo>
                <a:lnTo>
                  <a:pt x="3305175" y="838200"/>
                </a:lnTo>
                <a:lnTo>
                  <a:pt x="3305175" y="857250"/>
                </a:lnTo>
                <a:lnTo>
                  <a:pt x="3286125" y="857250"/>
                </a:lnTo>
                <a:lnTo>
                  <a:pt x="3286125" y="847725"/>
                </a:lnTo>
                <a:lnTo>
                  <a:pt x="3276600" y="847725"/>
                </a:lnTo>
                <a:lnTo>
                  <a:pt x="3276600" y="819150"/>
                </a:lnTo>
                <a:lnTo>
                  <a:pt x="3267075" y="819150"/>
                </a:lnTo>
                <a:lnTo>
                  <a:pt x="3267075" y="809625"/>
                </a:lnTo>
                <a:lnTo>
                  <a:pt x="3238500" y="809625"/>
                </a:lnTo>
                <a:lnTo>
                  <a:pt x="3238500" y="790575"/>
                </a:lnTo>
                <a:lnTo>
                  <a:pt x="3228975" y="790575"/>
                </a:lnTo>
                <a:lnTo>
                  <a:pt x="3228975" y="771525"/>
                </a:lnTo>
                <a:lnTo>
                  <a:pt x="3238500" y="771525"/>
                </a:lnTo>
                <a:lnTo>
                  <a:pt x="3238500" y="762000"/>
                </a:lnTo>
                <a:lnTo>
                  <a:pt x="3228975" y="762000"/>
                </a:lnTo>
                <a:lnTo>
                  <a:pt x="3228975" y="752475"/>
                </a:lnTo>
                <a:lnTo>
                  <a:pt x="3238500" y="752475"/>
                </a:lnTo>
                <a:lnTo>
                  <a:pt x="3238500" y="762000"/>
                </a:lnTo>
                <a:lnTo>
                  <a:pt x="3248025" y="762000"/>
                </a:lnTo>
                <a:lnTo>
                  <a:pt x="3248025" y="771525"/>
                </a:lnTo>
                <a:lnTo>
                  <a:pt x="3238500" y="771525"/>
                </a:lnTo>
                <a:lnTo>
                  <a:pt x="3238500" y="790575"/>
                </a:lnTo>
                <a:lnTo>
                  <a:pt x="3248025" y="790575"/>
                </a:lnTo>
                <a:lnTo>
                  <a:pt x="3248025" y="800100"/>
                </a:lnTo>
                <a:lnTo>
                  <a:pt x="3276600" y="800100"/>
                </a:lnTo>
                <a:lnTo>
                  <a:pt x="3276600" y="790575"/>
                </a:lnTo>
                <a:lnTo>
                  <a:pt x="3286125" y="790575"/>
                </a:lnTo>
                <a:lnTo>
                  <a:pt x="3286125" y="781050"/>
                </a:lnTo>
                <a:lnTo>
                  <a:pt x="3305175" y="781050"/>
                </a:lnTo>
                <a:lnTo>
                  <a:pt x="3305175" y="771525"/>
                </a:lnTo>
                <a:lnTo>
                  <a:pt x="3314700" y="771525"/>
                </a:lnTo>
                <a:lnTo>
                  <a:pt x="3314700" y="752475"/>
                </a:lnTo>
                <a:lnTo>
                  <a:pt x="3324225" y="752475"/>
                </a:lnTo>
                <a:lnTo>
                  <a:pt x="3324225" y="742950"/>
                </a:lnTo>
                <a:lnTo>
                  <a:pt x="3352800" y="742950"/>
                </a:lnTo>
                <a:lnTo>
                  <a:pt x="3352800" y="733425"/>
                </a:lnTo>
                <a:lnTo>
                  <a:pt x="3362325" y="733425"/>
                </a:lnTo>
                <a:close/>
                <a:moveTo>
                  <a:pt x="2657475" y="733425"/>
                </a:moveTo>
                <a:lnTo>
                  <a:pt x="2676525" y="733425"/>
                </a:lnTo>
                <a:lnTo>
                  <a:pt x="2676525" y="762000"/>
                </a:lnTo>
                <a:lnTo>
                  <a:pt x="2667000" y="762000"/>
                </a:lnTo>
                <a:lnTo>
                  <a:pt x="2667000" y="752475"/>
                </a:lnTo>
                <a:lnTo>
                  <a:pt x="2657475" y="752475"/>
                </a:lnTo>
                <a:close/>
                <a:moveTo>
                  <a:pt x="3181350" y="733425"/>
                </a:moveTo>
                <a:lnTo>
                  <a:pt x="3190875" y="733425"/>
                </a:lnTo>
                <a:lnTo>
                  <a:pt x="3190875" y="742950"/>
                </a:lnTo>
                <a:lnTo>
                  <a:pt x="3181350" y="742950"/>
                </a:lnTo>
                <a:close/>
                <a:moveTo>
                  <a:pt x="3200400" y="733425"/>
                </a:moveTo>
                <a:lnTo>
                  <a:pt x="3228975" y="733425"/>
                </a:lnTo>
                <a:lnTo>
                  <a:pt x="3228975" y="742950"/>
                </a:lnTo>
                <a:lnTo>
                  <a:pt x="3209925" y="742950"/>
                </a:lnTo>
                <a:lnTo>
                  <a:pt x="3209925" y="752475"/>
                </a:lnTo>
                <a:lnTo>
                  <a:pt x="3219450" y="752475"/>
                </a:lnTo>
                <a:lnTo>
                  <a:pt x="3219450" y="762000"/>
                </a:lnTo>
                <a:lnTo>
                  <a:pt x="3190875" y="762000"/>
                </a:lnTo>
                <a:lnTo>
                  <a:pt x="3190875" y="752475"/>
                </a:lnTo>
                <a:lnTo>
                  <a:pt x="3200400" y="752475"/>
                </a:lnTo>
                <a:close/>
                <a:moveTo>
                  <a:pt x="3295650" y="733425"/>
                </a:moveTo>
                <a:lnTo>
                  <a:pt x="3305175" y="733425"/>
                </a:lnTo>
                <a:lnTo>
                  <a:pt x="3305175" y="742950"/>
                </a:lnTo>
                <a:lnTo>
                  <a:pt x="3295650" y="742950"/>
                </a:lnTo>
                <a:close/>
                <a:moveTo>
                  <a:pt x="3429000" y="733425"/>
                </a:moveTo>
                <a:lnTo>
                  <a:pt x="3438525" y="733425"/>
                </a:lnTo>
                <a:lnTo>
                  <a:pt x="3438525" y="742950"/>
                </a:lnTo>
                <a:lnTo>
                  <a:pt x="3429000" y="742950"/>
                </a:lnTo>
                <a:close/>
                <a:moveTo>
                  <a:pt x="1781175" y="742950"/>
                </a:moveTo>
                <a:lnTo>
                  <a:pt x="1800225" y="742950"/>
                </a:lnTo>
                <a:lnTo>
                  <a:pt x="1800225" y="752475"/>
                </a:lnTo>
                <a:lnTo>
                  <a:pt x="1781175" y="752475"/>
                </a:lnTo>
                <a:close/>
                <a:moveTo>
                  <a:pt x="2781300" y="742950"/>
                </a:moveTo>
                <a:lnTo>
                  <a:pt x="2800350" y="742950"/>
                </a:lnTo>
                <a:lnTo>
                  <a:pt x="2800350" y="762000"/>
                </a:lnTo>
                <a:lnTo>
                  <a:pt x="2781300" y="762000"/>
                </a:lnTo>
                <a:lnTo>
                  <a:pt x="2781300" y="771525"/>
                </a:lnTo>
                <a:lnTo>
                  <a:pt x="2790825" y="771525"/>
                </a:lnTo>
                <a:lnTo>
                  <a:pt x="2790825" y="781050"/>
                </a:lnTo>
                <a:lnTo>
                  <a:pt x="2800350" y="781050"/>
                </a:lnTo>
                <a:lnTo>
                  <a:pt x="2800350" y="790575"/>
                </a:lnTo>
                <a:lnTo>
                  <a:pt x="2790825" y="790575"/>
                </a:lnTo>
                <a:lnTo>
                  <a:pt x="2790825" y="809625"/>
                </a:lnTo>
                <a:lnTo>
                  <a:pt x="2771775" y="809625"/>
                </a:lnTo>
                <a:lnTo>
                  <a:pt x="2771775" y="781050"/>
                </a:lnTo>
                <a:lnTo>
                  <a:pt x="2762250" y="781050"/>
                </a:lnTo>
                <a:lnTo>
                  <a:pt x="2762250" y="771525"/>
                </a:lnTo>
                <a:lnTo>
                  <a:pt x="2771775" y="771525"/>
                </a:lnTo>
                <a:lnTo>
                  <a:pt x="2771775" y="752475"/>
                </a:lnTo>
                <a:lnTo>
                  <a:pt x="2781300" y="752475"/>
                </a:lnTo>
                <a:close/>
                <a:moveTo>
                  <a:pt x="2828925" y="742950"/>
                </a:moveTo>
                <a:lnTo>
                  <a:pt x="2847975" y="742950"/>
                </a:lnTo>
                <a:lnTo>
                  <a:pt x="2847975" y="752475"/>
                </a:lnTo>
                <a:lnTo>
                  <a:pt x="2857500" y="752475"/>
                </a:lnTo>
                <a:lnTo>
                  <a:pt x="2857500" y="762000"/>
                </a:lnTo>
                <a:lnTo>
                  <a:pt x="2867025" y="762000"/>
                </a:lnTo>
                <a:lnTo>
                  <a:pt x="2867025" y="781050"/>
                </a:lnTo>
                <a:lnTo>
                  <a:pt x="2847975" y="781050"/>
                </a:lnTo>
                <a:lnTo>
                  <a:pt x="2847975" y="790575"/>
                </a:lnTo>
                <a:lnTo>
                  <a:pt x="2838450" y="790575"/>
                </a:lnTo>
                <a:lnTo>
                  <a:pt x="2838450" y="800100"/>
                </a:lnTo>
                <a:lnTo>
                  <a:pt x="2828925" y="800100"/>
                </a:lnTo>
                <a:lnTo>
                  <a:pt x="2828925" y="790575"/>
                </a:lnTo>
                <a:lnTo>
                  <a:pt x="2819400" y="790575"/>
                </a:lnTo>
                <a:lnTo>
                  <a:pt x="2819400" y="781050"/>
                </a:lnTo>
                <a:lnTo>
                  <a:pt x="2828925" y="781050"/>
                </a:lnTo>
                <a:close/>
                <a:moveTo>
                  <a:pt x="3390900" y="742950"/>
                </a:moveTo>
                <a:lnTo>
                  <a:pt x="3400425" y="742950"/>
                </a:lnTo>
                <a:lnTo>
                  <a:pt x="3400425" y="752475"/>
                </a:lnTo>
                <a:lnTo>
                  <a:pt x="3390900" y="752475"/>
                </a:lnTo>
                <a:close/>
                <a:moveTo>
                  <a:pt x="3057525" y="752475"/>
                </a:moveTo>
                <a:lnTo>
                  <a:pt x="3067050" y="752475"/>
                </a:lnTo>
                <a:lnTo>
                  <a:pt x="3067050" y="762000"/>
                </a:lnTo>
                <a:lnTo>
                  <a:pt x="3057525" y="762000"/>
                </a:lnTo>
                <a:close/>
                <a:moveTo>
                  <a:pt x="3095625" y="752475"/>
                </a:moveTo>
                <a:lnTo>
                  <a:pt x="3114675" y="752475"/>
                </a:lnTo>
                <a:lnTo>
                  <a:pt x="3114675" y="742950"/>
                </a:lnTo>
                <a:lnTo>
                  <a:pt x="3095625" y="742950"/>
                </a:lnTo>
                <a:close/>
                <a:moveTo>
                  <a:pt x="2476500" y="762000"/>
                </a:moveTo>
                <a:lnTo>
                  <a:pt x="2486025" y="762000"/>
                </a:lnTo>
                <a:lnTo>
                  <a:pt x="2486025" y="771525"/>
                </a:lnTo>
                <a:lnTo>
                  <a:pt x="2476500" y="771525"/>
                </a:lnTo>
                <a:close/>
                <a:moveTo>
                  <a:pt x="3000375" y="762000"/>
                </a:moveTo>
                <a:lnTo>
                  <a:pt x="3019425" y="762000"/>
                </a:lnTo>
                <a:lnTo>
                  <a:pt x="3019425" y="771525"/>
                </a:lnTo>
                <a:lnTo>
                  <a:pt x="3009900" y="771525"/>
                </a:lnTo>
                <a:lnTo>
                  <a:pt x="3009900" y="781050"/>
                </a:lnTo>
                <a:lnTo>
                  <a:pt x="3000375" y="781050"/>
                </a:lnTo>
                <a:close/>
                <a:moveTo>
                  <a:pt x="2962275" y="771525"/>
                </a:moveTo>
                <a:lnTo>
                  <a:pt x="2971800" y="771525"/>
                </a:lnTo>
                <a:lnTo>
                  <a:pt x="2971800" y="781050"/>
                </a:lnTo>
                <a:lnTo>
                  <a:pt x="2962275" y="781050"/>
                </a:lnTo>
                <a:close/>
                <a:moveTo>
                  <a:pt x="3438525" y="771525"/>
                </a:moveTo>
                <a:lnTo>
                  <a:pt x="3448050" y="771525"/>
                </a:lnTo>
                <a:lnTo>
                  <a:pt x="3448050" y="781050"/>
                </a:lnTo>
                <a:lnTo>
                  <a:pt x="3438525" y="781050"/>
                </a:lnTo>
                <a:close/>
                <a:moveTo>
                  <a:pt x="3581400" y="771525"/>
                </a:moveTo>
                <a:lnTo>
                  <a:pt x="3590925" y="771525"/>
                </a:lnTo>
                <a:lnTo>
                  <a:pt x="3590925" y="781050"/>
                </a:lnTo>
                <a:lnTo>
                  <a:pt x="3581400" y="781050"/>
                </a:lnTo>
                <a:close/>
                <a:moveTo>
                  <a:pt x="3152775" y="781050"/>
                </a:moveTo>
                <a:lnTo>
                  <a:pt x="3181350" y="781050"/>
                </a:lnTo>
                <a:lnTo>
                  <a:pt x="3181350" y="800100"/>
                </a:lnTo>
                <a:lnTo>
                  <a:pt x="3171825" y="800100"/>
                </a:lnTo>
                <a:lnTo>
                  <a:pt x="3171825" y="809625"/>
                </a:lnTo>
                <a:lnTo>
                  <a:pt x="3181350" y="809625"/>
                </a:lnTo>
                <a:lnTo>
                  <a:pt x="3181350" y="800100"/>
                </a:lnTo>
                <a:lnTo>
                  <a:pt x="3200400" y="800100"/>
                </a:lnTo>
                <a:lnTo>
                  <a:pt x="3200400" y="809625"/>
                </a:lnTo>
                <a:lnTo>
                  <a:pt x="3209925" y="809625"/>
                </a:lnTo>
                <a:lnTo>
                  <a:pt x="3209925" y="819150"/>
                </a:lnTo>
                <a:lnTo>
                  <a:pt x="3190875" y="819150"/>
                </a:lnTo>
                <a:lnTo>
                  <a:pt x="3190875" y="838200"/>
                </a:lnTo>
                <a:lnTo>
                  <a:pt x="3181350" y="838200"/>
                </a:lnTo>
                <a:lnTo>
                  <a:pt x="3181350" y="847725"/>
                </a:lnTo>
                <a:lnTo>
                  <a:pt x="3171825" y="847725"/>
                </a:lnTo>
                <a:lnTo>
                  <a:pt x="3171825" y="857250"/>
                </a:lnTo>
                <a:lnTo>
                  <a:pt x="3162300" y="857250"/>
                </a:lnTo>
                <a:lnTo>
                  <a:pt x="3162300" y="866775"/>
                </a:lnTo>
                <a:lnTo>
                  <a:pt x="3133725" y="866775"/>
                </a:lnTo>
                <a:lnTo>
                  <a:pt x="3133725" y="857250"/>
                </a:lnTo>
                <a:lnTo>
                  <a:pt x="3124200" y="857250"/>
                </a:lnTo>
                <a:lnTo>
                  <a:pt x="3124200" y="838200"/>
                </a:lnTo>
                <a:lnTo>
                  <a:pt x="3133725" y="838200"/>
                </a:lnTo>
                <a:lnTo>
                  <a:pt x="3133725" y="828675"/>
                </a:lnTo>
                <a:lnTo>
                  <a:pt x="3143250" y="828675"/>
                </a:lnTo>
                <a:lnTo>
                  <a:pt x="3143250" y="790575"/>
                </a:lnTo>
                <a:lnTo>
                  <a:pt x="3152775" y="790575"/>
                </a:lnTo>
                <a:close/>
                <a:moveTo>
                  <a:pt x="3114675" y="809625"/>
                </a:moveTo>
                <a:lnTo>
                  <a:pt x="3133725" y="809625"/>
                </a:lnTo>
                <a:lnTo>
                  <a:pt x="3133725" y="819150"/>
                </a:lnTo>
                <a:lnTo>
                  <a:pt x="3114675" y="819150"/>
                </a:lnTo>
                <a:close/>
                <a:moveTo>
                  <a:pt x="3371850" y="809625"/>
                </a:moveTo>
                <a:lnTo>
                  <a:pt x="3381375" y="809625"/>
                </a:lnTo>
                <a:lnTo>
                  <a:pt x="3381375" y="819150"/>
                </a:lnTo>
                <a:lnTo>
                  <a:pt x="3371850" y="819150"/>
                </a:lnTo>
                <a:close/>
                <a:moveTo>
                  <a:pt x="3571875" y="809625"/>
                </a:moveTo>
                <a:lnTo>
                  <a:pt x="3581400" y="809625"/>
                </a:lnTo>
                <a:lnTo>
                  <a:pt x="3581400" y="819150"/>
                </a:lnTo>
                <a:lnTo>
                  <a:pt x="3571875" y="819150"/>
                </a:lnTo>
                <a:close/>
                <a:moveTo>
                  <a:pt x="2809875" y="819150"/>
                </a:moveTo>
                <a:lnTo>
                  <a:pt x="2838450" y="819150"/>
                </a:lnTo>
                <a:lnTo>
                  <a:pt x="2838450" y="828675"/>
                </a:lnTo>
                <a:lnTo>
                  <a:pt x="2857500" y="828675"/>
                </a:lnTo>
                <a:lnTo>
                  <a:pt x="2857500" y="847725"/>
                </a:lnTo>
                <a:lnTo>
                  <a:pt x="2847975" y="847725"/>
                </a:lnTo>
                <a:lnTo>
                  <a:pt x="2847975" y="857250"/>
                </a:lnTo>
                <a:lnTo>
                  <a:pt x="2857500" y="857250"/>
                </a:lnTo>
                <a:lnTo>
                  <a:pt x="2857500" y="876300"/>
                </a:lnTo>
                <a:lnTo>
                  <a:pt x="2876550" y="876300"/>
                </a:lnTo>
                <a:lnTo>
                  <a:pt x="2876550" y="885825"/>
                </a:lnTo>
                <a:lnTo>
                  <a:pt x="2895600" y="885825"/>
                </a:lnTo>
                <a:lnTo>
                  <a:pt x="2895600" y="895350"/>
                </a:lnTo>
                <a:lnTo>
                  <a:pt x="2905125" y="895350"/>
                </a:lnTo>
                <a:lnTo>
                  <a:pt x="2905125" y="904875"/>
                </a:lnTo>
                <a:lnTo>
                  <a:pt x="2895600" y="904875"/>
                </a:lnTo>
                <a:lnTo>
                  <a:pt x="2895600" y="914400"/>
                </a:lnTo>
                <a:lnTo>
                  <a:pt x="2876550" y="914400"/>
                </a:lnTo>
                <a:lnTo>
                  <a:pt x="2876550" y="923925"/>
                </a:lnTo>
                <a:lnTo>
                  <a:pt x="2886075" y="923925"/>
                </a:lnTo>
                <a:lnTo>
                  <a:pt x="2886075" y="942975"/>
                </a:lnTo>
                <a:lnTo>
                  <a:pt x="2876550" y="942975"/>
                </a:lnTo>
                <a:lnTo>
                  <a:pt x="2876550" y="952500"/>
                </a:lnTo>
                <a:lnTo>
                  <a:pt x="2857500" y="952500"/>
                </a:lnTo>
                <a:lnTo>
                  <a:pt x="2857500" y="990600"/>
                </a:lnTo>
                <a:lnTo>
                  <a:pt x="2867025" y="990600"/>
                </a:lnTo>
                <a:lnTo>
                  <a:pt x="2867025" y="1000125"/>
                </a:lnTo>
                <a:lnTo>
                  <a:pt x="2838450" y="1000125"/>
                </a:lnTo>
                <a:lnTo>
                  <a:pt x="2838450" y="981075"/>
                </a:lnTo>
                <a:lnTo>
                  <a:pt x="2828925" y="981075"/>
                </a:lnTo>
                <a:lnTo>
                  <a:pt x="2828925" y="942975"/>
                </a:lnTo>
                <a:lnTo>
                  <a:pt x="2809875" y="942975"/>
                </a:lnTo>
                <a:lnTo>
                  <a:pt x="2809875" y="933450"/>
                </a:lnTo>
                <a:lnTo>
                  <a:pt x="2781300" y="933450"/>
                </a:lnTo>
                <a:lnTo>
                  <a:pt x="2781300" y="942975"/>
                </a:lnTo>
                <a:lnTo>
                  <a:pt x="2790825" y="942975"/>
                </a:lnTo>
                <a:lnTo>
                  <a:pt x="2790825" y="962025"/>
                </a:lnTo>
                <a:lnTo>
                  <a:pt x="2781300" y="962025"/>
                </a:lnTo>
                <a:lnTo>
                  <a:pt x="2781300" y="971550"/>
                </a:lnTo>
                <a:lnTo>
                  <a:pt x="2771775" y="971550"/>
                </a:lnTo>
                <a:lnTo>
                  <a:pt x="2771775" y="962025"/>
                </a:lnTo>
                <a:lnTo>
                  <a:pt x="2762250" y="962025"/>
                </a:lnTo>
                <a:lnTo>
                  <a:pt x="2762250" y="952500"/>
                </a:lnTo>
                <a:lnTo>
                  <a:pt x="2771775" y="952500"/>
                </a:lnTo>
                <a:lnTo>
                  <a:pt x="2771775" y="933450"/>
                </a:lnTo>
                <a:lnTo>
                  <a:pt x="2752725" y="933450"/>
                </a:lnTo>
                <a:lnTo>
                  <a:pt x="2752725" y="942975"/>
                </a:lnTo>
                <a:lnTo>
                  <a:pt x="2724150" y="942975"/>
                </a:lnTo>
                <a:lnTo>
                  <a:pt x="2724150" y="952500"/>
                </a:lnTo>
                <a:lnTo>
                  <a:pt x="2714625" y="952500"/>
                </a:lnTo>
                <a:lnTo>
                  <a:pt x="2714625" y="962025"/>
                </a:lnTo>
                <a:lnTo>
                  <a:pt x="2705100" y="962025"/>
                </a:lnTo>
                <a:lnTo>
                  <a:pt x="2705100" y="981075"/>
                </a:lnTo>
                <a:lnTo>
                  <a:pt x="2695575" y="981075"/>
                </a:lnTo>
                <a:lnTo>
                  <a:pt x="2695575" y="1000125"/>
                </a:lnTo>
                <a:lnTo>
                  <a:pt x="2686050" y="1000125"/>
                </a:lnTo>
                <a:lnTo>
                  <a:pt x="2686050" y="990600"/>
                </a:lnTo>
                <a:lnTo>
                  <a:pt x="2647950" y="990600"/>
                </a:lnTo>
                <a:lnTo>
                  <a:pt x="2647950" y="1000125"/>
                </a:lnTo>
                <a:lnTo>
                  <a:pt x="2638425" y="1000125"/>
                </a:lnTo>
                <a:lnTo>
                  <a:pt x="2638425" y="990600"/>
                </a:lnTo>
                <a:lnTo>
                  <a:pt x="2628900" y="990600"/>
                </a:lnTo>
                <a:lnTo>
                  <a:pt x="2628900" y="1019175"/>
                </a:lnTo>
                <a:lnTo>
                  <a:pt x="2638425" y="1019175"/>
                </a:lnTo>
                <a:lnTo>
                  <a:pt x="2638425" y="1047750"/>
                </a:lnTo>
                <a:lnTo>
                  <a:pt x="2647950" y="1047750"/>
                </a:lnTo>
                <a:lnTo>
                  <a:pt x="2647950" y="1057275"/>
                </a:lnTo>
                <a:lnTo>
                  <a:pt x="2619375" y="1057275"/>
                </a:lnTo>
                <a:lnTo>
                  <a:pt x="2619375" y="1047750"/>
                </a:lnTo>
                <a:lnTo>
                  <a:pt x="2590800" y="1047750"/>
                </a:lnTo>
                <a:lnTo>
                  <a:pt x="2590800" y="1038225"/>
                </a:lnTo>
                <a:lnTo>
                  <a:pt x="2628900" y="1038225"/>
                </a:lnTo>
                <a:lnTo>
                  <a:pt x="2628900" y="1028700"/>
                </a:lnTo>
                <a:lnTo>
                  <a:pt x="2590800" y="1028700"/>
                </a:lnTo>
                <a:lnTo>
                  <a:pt x="2590800" y="1019175"/>
                </a:lnTo>
                <a:lnTo>
                  <a:pt x="2581275" y="1019175"/>
                </a:lnTo>
                <a:lnTo>
                  <a:pt x="2581275" y="1000125"/>
                </a:lnTo>
                <a:lnTo>
                  <a:pt x="2571750" y="1000125"/>
                </a:lnTo>
                <a:lnTo>
                  <a:pt x="2571750" y="990600"/>
                </a:lnTo>
                <a:lnTo>
                  <a:pt x="2581275" y="990600"/>
                </a:lnTo>
                <a:lnTo>
                  <a:pt x="2581275" y="981075"/>
                </a:lnTo>
                <a:lnTo>
                  <a:pt x="2590800" y="981075"/>
                </a:lnTo>
                <a:lnTo>
                  <a:pt x="2590800" y="971550"/>
                </a:lnTo>
                <a:lnTo>
                  <a:pt x="2609850" y="971550"/>
                </a:lnTo>
                <a:lnTo>
                  <a:pt x="2609850" y="981075"/>
                </a:lnTo>
                <a:lnTo>
                  <a:pt x="2638425" y="981075"/>
                </a:lnTo>
                <a:lnTo>
                  <a:pt x="2638425" y="971550"/>
                </a:lnTo>
                <a:lnTo>
                  <a:pt x="2667000" y="971550"/>
                </a:lnTo>
                <a:lnTo>
                  <a:pt x="2667000" y="981075"/>
                </a:lnTo>
                <a:lnTo>
                  <a:pt x="2676525" y="981075"/>
                </a:lnTo>
                <a:lnTo>
                  <a:pt x="2676525" y="971550"/>
                </a:lnTo>
                <a:lnTo>
                  <a:pt x="2695575" y="971550"/>
                </a:lnTo>
                <a:lnTo>
                  <a:pt x="2695575" y="962025"/>
                </a:lnTo>
                <a:lnTo>
                  <a:pt x="2657475" y="962025"/>
                </a:lnTo>
                <a:lnTo>
                  <a:pt x="2657475" y="942975"/>
                </a:lnTo>
                <a:lnTo>
                  <a:pt x="2676525" y="942975"/>
                </a:lnTo>
                <a:lnTo>
                  <a:pt x="2676525" y="933450"/>
                </a:lnTo>
                <a:lnTo>
                  <a:pt x="2695575" y="933450"/>
                </a:lnTo>
                <a:lnTo>
                  <a:pt x="2695575" y="923925"/>
                </a:lnTo>
                <a:lnTo>
                  <a:pt x="2705100" y="923925"/>
                </a:lnTo>
                <a:lnTo>
                  <a:pt x="2705100" y="914400"/>
                </a:lnTo>
                <a:lnTo>
                  <a:pt x="2714625" y="914400"/>
                </a:lnTo>
                <a:lnTo>
                  <a:pt x="2714625" y="904875"/>
                </a:lnTo>
                <a:lnTo>
                  <a:pt x="2733675" y="904875"/>
                </a:lnTo>
                <a:lnTo>
                  <a:pt x="2733675" y="914400"/>
                </a:lnTo>
                <a:lnTo>
                  <a:pt x="2743200" y="914400"/>
                </a:lnTo>
                <a:lnTo>
                  <a:pt x="2743200" y="904875"/>
                </a:lnTo>
                <a:lnTo>
                  <a:pt x="2752725" y="904875"/>
                </a:lnTo>
                <a:lnTo>
                  <a:pt x="2752725" y="895350"/>
                </a:lnTo>
                <a:lnTo>
                  <a:pt x="2771775" y="895350"/>
                </a:lnTo>
                <a:lnTo>
                  <a:pt x="2771775" y="904875"/>
                </a:lnTo>
                <a:lnTo>
                  <a:pt x="2781300" y="904875"/>
                </a:lnTo>
                <a:lnTo>
                  <a:pt x="2781300" y="914400"/>
                </a:lnTo>
                <a:lnTo>
                  <a:pt x="2790825" y="914400"/>
                </a:lnTo>
                <a:lnTo>
                  <a:pt x="2790825" y="904875"/>
                </a:lnTo>
                <a:lnTo>
                  <a:pt x="2800350" y="904875"/>
                </a:lnTo>
                <a:lnTo>
                  <a:pt x="2800350" y="895350"/>
                </a:lnTo>
                <a:lnTo>
                  <a:pt x="2819400" y="895350"/>
                </a:lnTo>
                <a:lnTo>
                  <a:pt x="2819400" y="904875"/>
                </a:lnTo>
                <a:lnTo>
                  <a:pt x="2838450" y="904875"/>
                </a:lnTo>
                <a:lnTo>
                  <a:pt x="2838450" y="923925"/>
                </a:lnTo>
                <a:lnTo>
                  <a:pt x="2867025" y="923925"/>
                </a:lnTo>
                <a:lnTo>
                  <a:pt x="2867025" y="904875"/>
                </a:lnTo>
                <a:lnTo>
                  <a:pt x="2847975" y="904875"/>
                </a:lnTo>
                <a:lnTo>
                  <a:pt x="2847975" y="895350"/>
                </a:lnTo>
                <a:lnTo>
                  <a:pt x="2828925" y="895350"/>
                </a:lnTo>
                <a:lnTo>
                  <a:pt x="2828925" y="876300"/>
                </a:lnTo>
                <a:lnTo>
                  <a:pt x="2809875" y="876300"/>
                </a:lnTo>
                <a:lnTo>
                  <a:pt x="2809875" y="857250"/>
                </a:lnTo>
                <a:lnTo>
                  <a:pt x="2819400" y="857250"/>
                </a:lnTo>
                <a:lnTo>
                  <a:pt x="2819400" y="847725"/>
                </a:lnTo>
                <a:lnTo>
                  <a:pt x="2828925" y="847725"/>
                </a:lnTo>
                <a:lnTo>
                  <a:pt x="2828925" y="828675"/>
                </a:lnTo>
                <a:lnTo>
                  <a:pt x="2809875" y="828675"/>
                </a:lnTo>
                <a:close/>
                <a:moveTo>
                  <a:pt x="2533650" y="828675"/>
                </a:moveTo>
                <a:lnTo>
                  <a:pt x="2543175" y="828675"/>
                </a:lnTo>
                <a:lnTo>
                  <a:pt x="2543175" y="847725"/>
                </a:lnTo>
                <a:lnTo>
                  <a:pt x="2533650" y="847725"/>
                </a:lnTo>
                <a:close/>
                <a:moveTo>
                  <a:pt x="3219450" y="828675"/>
                </a:moveTo>
                <a:lnTo>
                  <a:pt x="3238500" y="828675"/>
                </a:lnTo>
                <a:lnTo>
                  <a:pt x="3238500" y="838200"/>
                </a:lnTo>
                <a:lnTo>
                  <a:pt x="3257550" y="838200"/>
                </a:lnTo>
                <a:lnTo>
                  <a:pt x="3257550" y="847725"/>
                </a:lnTo>
                <a:lnTo>
                  <a:pt x="3267075" y="847725"/>
                </a:lnTo>
                <a:lnTo>
                  <a:pt x="3267075" y="866775"/>
                </a:lnTo>
                <a:lnTo>
                  <a:pt x="3276600" y="866775"/>
                </a:lnTo>
                <a:lnTo>
                  <a:pt x="3276600" y="885825"/>
                </a:lnTo>
                <a:lnTo>
                  <a:pt x="3257550" y="885825"/>
                </a:lnTo>
                <a:lnTo>
                  <a:pt x="3257550" y="866775"/>
                </a:lnTo>
                <a:lnTo>
                  <a:pt x="3248025" y="866775"/>
                </a:lnTo>
                <a:lnTo>
                  <a:pt x="3248025" y="857250"/>
                </a:lnTo>
                <a:lnTo>
                  <a:pt x="3219450" y="857250"/>
                </a:lnTo>
                <a:close/>
                <a:moveTo>
                  <a:pt x="2790825" y="838200"/>
                </a:moveTo>
                <a:lnTo>
                  <a:pt x="2800350" y="838200"/>
                </a:lnTo>
                <a:lnTo>
                  <a:pt x="2800350" y="866775"/>
                </a:lnTo>
                <a:lnTo>
                  <a:pt x="2790825" y="866775"/>
                </a:lnTo>
                <a:lnTo>
                  <a:pt x="2790825" y="876300"/>
                </a:lnTo>
                <a:lnTo>
                  <a:pt x="2771775" y="876300"/>
                </a:lnTo>
                <a:lnTo>
                  <a:pt x="2771775" y="857250"/>
                </a:lnTo>
                <a:lnTo>
                  <a:pt x="2781300" y="857250"/>
                </a:lnTo>
                <a:lnTo>
                  <a:pt x="2781300" y="847725"/>
                </a:lnTo>
                <a:lnTo>
                  <a:pt x="2790825" y="847725"/>
                </a:lnTo>
                <a:close/>
                <a:moveTo>
                  <a:pt x="2181225" y="847725"/>
                </a:moveTo>
                <a:lnTo>
                  <a:pt x="2200275" y="847725"/>
                </a:lnTo>
                <a:lnTo>
                  <a:pt x="2200275" y="857250"/>
                </a:lnTo>
                <a:lnTo>
                  <a:pt x="2209800" y="857250"/>
                </a:lnTo>
                <a:lnTo>
                  <a:pt x="2209800" y="866775"/>
                </a:lnTo>
                <a:lnTo>
                  <a:pt x="2181225" y="866775"/>
                </a:lnTo>
                <a:close/>
                <a:moveTo>
                  <a:pt x="2428875" y="847725"/>
                </a:moveTo>
                <a:lnTo>
                  <a:pt x="2476500" y="847725"/>
                </a:lnTo>
                <a:lnTo>
                  <a:pt x="2476500" y="857250"/>
                </a:lnTo>
                <a:lnTo>
                  <a:pt x="2486025" y="857250"/>
                </a:lnTo>
                <a:lnTo>
                  <a:pt x="2486025" y="866775"/>
                </a:lnTo>
                <a:lnTo>
                  <a:pt x="2476500" y="866775"/>
                </a:lnTo>
                <a:lnTo>
                  <a:pt x="2476500" y="876300"/>
                </a:lnTo>
                <a:lnTo>
                  <a:pt x="2457450" y="876300"/>
                </a:lnTo>
                <a:lnTo>
                  <a:pt x="2457450" y="866775"/>
                </a:lnTo>
                <a:lnTo>
                  <a:pt x="2447925" y="866775"/>
                </a:lnTo>
                <a:lnTo>
                  <a:pt x="2447925" y="857250"/>
                </a:lnTo>
                <a:lnTo>
                  <a:pt x="2438400" y="857250"/>
                </a:lnTo>
                <a:lnTo>
                  <a:pt x="2438400" y="866775"/>
                </a:lnTo>
                <a:lnTo>
                  <a:pt x="2428875" y="866775"/>
                </a:lnTo>
                <a:close/>
                <a:moveTo>
                  <a:pt x="2933700" y="847725"/>
                </a:moveTo>
                <a:lnTo>
                  <a:pt x="2962275" y="847725"/>
                </a:lnTo>
                <a:lnTo>
                  <a:pt x="2962275" y="866775"/>
                </a:lnTo>
                <a:lnTo>
                  <a:pt x="2943225" y="866775"/>
                </a:lnTo>
                <a:lnTo>
                  <a:pt x="2943225" y="895350"/>
                </a:lnTo>
                <a:lnTo>
                  <a:pt x="2952750" y="895350"/>
                </a:lnTo>
                <a:lnTo>
                  <a:pt x="2952750" y="904875"/>
                </a:lnTo>
                <a:lnTo>
                  <a:pt x="2943225" y="904875"/>
                </a:lnTo>
                <a:lnTo>
                  <a:pt x="2943225" y="914400"/>
                </a:lnTo>
                <a:lnTo>
                  <a:pt x="2924175" y="914400"/>
                </a:lnTo>
                <a:lnTo>
                  <a:pt x="2924175" y="904875"/>
                </a:lnTo>
                <a:lnTo>
                  <a:pt x="2933700" y="904875"/>
                </a:lnTo>
                <a:lnTo>
                  <a:pt x="2933700" y="885825"/>
                </a:lnTo>
                <a:lnTo>
                  <a:pt x="2924175" y="885825"/>
                </a:lnTo>
                <a:lnTo>
                  <a:pt x="2924175" y="876300"/>
                </a:lnTo>
                <a:lnTo>
                  <a:pt x="2914650" y="876300"/>
                </a:lnTo>
                <a:lnTo>
                  <a:pt x="2914650" y="866775"/>
                </a:lnTo>
                <a:lnTo>
                  <a:pt x="2924175" y="866775"/>
                </a:lnTo>
                <a:lnTo>
                  <a:pt x="2924175" y="857250"/>
                </a:lnTo>
                <a:lnTo>
                  <a:pt x="2933700" y="857250"/>
                </a:lnTo>
                <a:close/>
                <a:moveTo>
                  <a:pt x="2162175" y="857250"/>
                </a:moveTo>
                <a:lnTo>
                  <a:pt x="2171700" y="857250"/>
                </a:lnTo>
                <a:lnTo>
                  <a:pt x="2171700" y="866775"/>
                </a:lnTo>
                <a:lnTo>
                  <a:pt x="2162175" y="866775"/>
                </a:lnTo>
                <a:close/>
                <a:moveTo>
                  <a:pt x="2219325" y="866775"/>
                </a:moveTo>
                <a:lnTo>
                  <a:pt x="2228850" y="866775"/>
                </a:lnTo>
                <a:lnTo>
                  <a:pt x="2228850" y="885825"/>
                </a:lnTo>
                <a:lnTo>
                  <a:pt x="2219325" y="885825"/>
                </a:lnTo>
                <a:close/>
                <a:moveTo>
                  <a:pt x="3105150" y="866775"/>
                </a:moveTo>
                <a:lnTo>
                  <a:pt x="3114675" y="866775"/>
                </a:lnTo>
                <a:lnTo>
                  <a:pt x="3114675" y="876300"/>
                </a:lnTo>
                <a:lnTo>
                  <a:pt x="3133725" y="876300"/>
                </a:lnTo>
                <a:lnTo>
                  <a:pt x="3133725" y="885825"/>
                </a:lnTo>
                <a:lnTo>
                  <a:pt x="3124200" y="885825"/>
                </a:lnTo>
                <a:lnTo>
                  <a:pt x="3124200" y="895350"/>
                </a:lnTo>
                <a:lnTo>
                  <a:pt x="3105150" y="895350"/>
                </a:lnTo>
                <a:close/>
                <a:moveTo>
                  <a:pt x="3209925" y="866775"/>
                </a:moveTo>
                <a:lnTo>
                  <a:pt x="3219450" y="866775"/>
                </a:lnTo>
                <a:lnTo>
                  <a:pt x="3219450" y="876300"/>
                </a:lnTo>
                <a:lnTo>
                  <a:pt x="3209925" y="876300"/>
                </a:lnTo>
                <a:close/>
                <a:moveTo>
                  <a:pt x="2781300" y="885825"/>
                </a:moveTo>
                <a:lnTo>
                  <a:pt x="2790825" y="885825"/>
                </a:lnTo>
                <a:lnTo>
                  <a:pt x="2790825" y="895350"/>
                </a:lnTo>
                <a:lnTo>
                  <a:pt x="2781300" y="895350"/>
                </a:lnTo>
                <a:close/>
                <a:moveTo>
                  <a:pt x="3543300" y="885825"/>
                </a:moveTo>
                <a:lnTo>
                  <a:pt x="3562350" y="885825"/>
                </a:lnTo>
                <a:lnTo>
                  <a:pt x="3562350" y="895350"/>
                </a:lnTo>
                <a:lnTo>
                  <a:pt x="3552825" y="895350"/>
                </a:lnTo>
                <a:lnTo>
                  <a:pt x="3552825" y="904875"/>
                </a:lnTo>
                <a:lnTo>
                  <a:pt x="3571875" y="904875"/>
                </a:lnTo>
                <a:lnTo>
                  <a:pt x="3571875" y="914400"/>
                </a:lnTo>
                <a:lnTo>
                  <a:pt x="3543300" y="914400"/>
                </a:lnTo>
                <a:close/>
                <a:moveTo>
                  <a:pt x="2571750" y="895350"/>
                </a:moveTo>
                <a:lnTo>
                  <a:pt x="2590800" y="895350"/>
                </a:lnTo>
                <a:lnTo>
                  <a:pt x="2590800" y="914400"/>
                </a:lnTo>
                <a:lnTo>
                  <a:pt x="2571750" y="914400"/>
                </a:lnTo>
                <a:close/>
                <a:moveTo>
                  <a:pt x="2000250" y="904875"/>
                </a:moveTo>
                <a:lnTo>
                  <a:pt x="2009775" y="904875"/>
                </a:lnTo>
                <a:lnTo>
                  <a:pt x="2009775" y="914400"/>
                </a:lnTo>
                <a:lnTo>
                  <a:pt x="2019300" y="914400"/>
                </a:lnTo>
                <a:lnTo>
                  <a:pt x="2019300" y="923925"/>
                </a:lnTo>
                <a:lnTo>
                  <a:pt x="2000250" y="923925"/>
                </a:lnTo>
                <a:close/>
                <a:moveTo>
                  <a:pt x="3143250" y="904875"/>
                </a:moveTo>
                <a:lnTo>
                  <a:pt x="3152775" y="904875"/>
                </a:lnTo>
                <a:lnTo>
                  <a:pt x="3152775" y="914400"/>
                </a:lnTo>
                <a:lnTo>
                  <a:pt x="3162300" y="914400"/>
                </a:lnTo>
                <a:lnTo>
                  <a:pt x="3162300" y="923925"/>
                </a:lnTo>
                <a:lnTo>
                  <a:pt x="3143250" y="923925"/>
                </a:lnTo>
                <a:close/>
                <a:moveTo>
                  <a:pt x="3228975" y="914400"/>
                </a:moveTo>
                <a:lnTo>
                  <a:pt x="3238500" y="914400"/>
                </a:lnTo>
                <a:lnTo>
                  <a:pt x="3238500" y="923925"/>
                </a:lnTo>
                <a:lnTo>
                  <a:pt x="3228975" y="923925"/>
                </a:lnTo>
                <a:close/>
                <a:moveTo>
                  <a:pt x="2009775" y="933450"/>
                </a:moveTo>
                <a:lnTo>
                  <a:pt x="2019300" y="933450"/>
                </a:lnTo>
                <a:lnTo>
                  <a:pt x="2019300" y="942975"/>
                </a:lnTo>
                <a:lnTo>
                  <a:pt x="2009775" y="942975"/>
                </a:lnTo>
                <a:close/>
                <a:moveTo>
                  <a:pt x="3314700" y="933450"/>
                </a:moveTo>
                <a:lnTo>
                  <a:pt x="3333750" y="933450"/>
                </a:lnTo>
                <a:lnTo>
                  <a:pt x="3333750" y="942975"/>
                </a:lnTo>
                <a:lnTo>
                  <a:pt x="3343275" y="942975"/>
                </a:lnTo>
                <a:lnTo>
                  <a:pt x="3343275" y="933450"/>
                </a:lnTo>
                <a:lnTo>
                  <a:pt x="3362325" y="933450"/>
                </a:lnTo>
                <a:lnTo>
                  <a:pt x="3362325" y="942975"/>
                </a:lnTo>
                <a:lnTo>
                  <a:pt x="3371850" y="942975"/>
                </a:lnTo>
                <a:lnTo>
                  <a:pt x="3371850" y="952500"/>
                </a:lnTo>
                <a:lnTo>
                  <a:pt x="3381375" y="952500"/>
                </a:lnTo>
                <a:lnTo>
                  <a:pt x="3381375" y="962025"/>
                </a:lnTo>
                <a:lnTo>
                  <a:pt x="3400425" y="962025"/>
                </a:lnTo>
                <a:lnTo>
                  <a:pt x="3400425" y="942975"/>
                </a:lnTo>
                <a:lnTo>
                  <a:pt x="3390900" y="942975"/>
                </a:lnTo>
                <a:lnTo>
                  <a:pt x="3390900" y="933450"/>
                </a:lnTo>
                <a:lnTo>
                  <a:pt x="3381375" y="933450"/>
                </a:lnTo>
                <a:lnTo>
                  <a:pt x="3381375" y="923925"/>
                </a:lnTo>
                <a:lnTo>
                  <a:pt x="3352800" y="923925"/>
                </a:lnTo>
                <a:lnTo>
                  <a:pt x="3352800" y="914400"/>
                </a:lnTo>
                <a:lnTo>
                  <a:pt x="3333750" y="914400"/>
                </a:lnTo>
                <a:lnTo>
                  <a:pt x="3333750" y="923925"/>
                </a:lnTo>
                <a:lnTo>
                  <a:pt x="3314700" y="923925"/>
                </a:lnTo>
                <a:close/>
                <a:moveTo>
                  <a:pt x="3429000" y="933450"/>
                </a:moveTo>
                <a:lnTo>
                  <a:pt x="3438525" y="933450"/>
                </a:lnTo>
                <a:lnTo>
                  <a:pt x="3438525" y="942975"/>
                </a:lnTo>
                <a:lnTo>
                  <a:pt x="3448050" y="942975"/>
                </a:lnTo>
                <a:lnTo>
                  <a:pt x="3448050" y="933450"/>
                </a:lnTo>
                <a:lnTo>
                  <a:pt x="3457575" y="933450"/>
                </a:lnTo>
                <a:lnTo>
                  <a:pt x="3457575" y="914400"/>
                </a:lnTo>
                <a:lnTo>
                  <a:pt x="3429000" y="914400"/>
                </a:lnTo>
                <a:close/>
                <a:moveTo>
                  <a:pt x="2000250" y="942975"/>
                </a:moveTo>
                <a:lnTo>
                  <a:pt x="2009775" y="942975"/>
                </a:lnTo>
                <a:lnTo>
                  <a:pt x="2009775" y="952500"/>
                </a:lnTo>
                <a:lnTo>
                  <a:pt x="2000250" y="952500"/>
                </a:lnTo>
                <a:close/>
                <a:moveTo>
                  <a:pt x="1990725" y="952500"/>
                </a:moveTo>
                <a:lnTo>
                  <a:pt x="2000250" y="952500"/>
                </a:lnTo>
                <a:lnTo>
                  <a:pt x="2000250" y="971550"/>
                </a:lnTo>
                <a:lnTo>
                  <a:pt x="1990725" y="971550"/>
                </a:lnTo>
                <a:close/>
                <a:moveTo>
                  <a:pt x="2219325" y="952500"/>
                </a:moveTo>
                <a:lnTo>
                  <a:pt x="2228850" y="952500"/>
                </a:lnTo>
                <a:lnTo>
                  <a:pt x="2228850" y="962025"/>
                </a:lnTo>
                <a:lnTo>
                  <a:pt x="2238375" y="962025"/>
                </a:lnTo>
                <a:lnTo>
                  <a:pt x="2238375" y="971550"/>
                </a:lnTo>
                <a:lnTo>
                  <a:pt x="2228850" y="971550"/>
                </a:lnTo>
                <a:lnTo>
                  <a:pt x="2228850" y="981075"/>
                </a:lnTo>
                <a:lnTo>
                  <a:pt x="2190750" y="981075"/>
                </a:lnTo>
                <a:lnTo>
                  <a:pt x="2190750" y="962025"/>
                </a:lnTo>
                <a:lnTo>
                  <a:pt x="2219325" y="962025"/>
                </a:lnTo>
                <a:close/>
                <a:moveTo>
                  <a:pt x="2352675" y="962025"/>
                </a:moveTo>
                <a:lnTo>
                  <a:pt x="2419350" y="962025"/>
                </a:lnTo>
                <a:lnTo>
                  <a:pt x="2419350" y="971550"/>
                </a:lnTo>
                <a:lnTo>
                  <a:pt x="2390775" y="971550"/>
                </a:lnTo>
                <a:lnTo>
                  <a:pt x="2390775" y="981075"/>
                </a:lnTo>
                <a:lnTo>
                  <a:pt x="2381250" y="981075"/>
                </a:lnTo>
                <a:lnTo>
                  <a:pt x="2381250" y="990600"/>
                </a:lnTo>
                <a:lnTo>
                  <a:pt x="2371725" y="990600"/>
                </a:lnTo>
                <a:lnTo>
                  <a:pt x="2371725" y="1028700"/>
                </a:lnTo>
                <a:lnTo>
                  <a:pt x="2352675" y="1028700"/>
                </a:lnTo>
                <a:lnTo>
                  <a:pt x="2352675" y="1019175"/>
                </a:lnTo>
                <a:lnTo>
                  <a:pt x="2362200" y="1019175"/>
                </a:lnTo>
                <a:lnTo>
                  <a:pt x="2362200" y="1009650"/>
                </a:lnTo>
                <a:lnTo>
                  <a:pt x="2343150" y="1009650"/>
                </a:lnTo>
                <a:lnTo>
                  <a:pt x="2343150" y="1000125"/>
                </a:lnTo>
                <a:lnTo>
                  <a:pt x="2324100" y="1000125"/>
                </a:lnTo>
                <a:lnTo>
                  <a:pt x="2324100" y="990600"/>
                </a:lnTo>
                <a:lnTo>
                  <a:pt x="2314575" y="990600"/>
                </a:lnTo>
                <a:lnTo>
                  <a:pt x="2314575" y="981075"/>
                </a:lnTo>
                <a:lnTo>
                  <a:pt x="2352675" y="981075"/>
                </a:lnTo>
                <a:close/>
                <a:moveTo>
                  <a:pt x="2095500" y="971550"/>
                </a:moveTo>
                <a:lnTo>
                  <a:pt x="2105025" y="971550"/>
                </a:lnTo>
                <a:lnTo>
                  <a:pt x="2105025" y="981075"/>
                </a:lnTo>
                <a:lnTo>
                  <a:pt x="2095500" y="981075"/>
                </a:lnTo>
                <a:close/>
                <a:moveTo>
                  <a:pt x="2476500" y="971550"/>
                </a:moveTo>
                <a:lnTo>
                  <a:pt x="2552700" y="971550"/>
                </a:lnTo>
                <a:lnTo>
                  <a:pt x="2552700" y="981075"/>
                </a:lnTo>
                <a:lnTo>
                  <a:pt x="2524125" y="981075"/>
                </a:lnTo>
                <a:lnTo>
                  <a:pt x="2524125" y="990600"/>
                </a:lnTo>
                <a:lnTo>
                  <a:pt x="2533650" y="990600"/>
                </a:lnTo>
                <a:lnTo>
                  <a:pt x="2533650" y="1000125"/>
                </a:lnTo>
                <a:lnTo>
                  <a:pt x="2486025" y="1000125"/>
                </a:lnTo>
                <a:lnTo>
                  <a:pt x="2486025" y="990600"/>
                </a:lnTo>
                <a:lnTo>
                  <a:pt x="2495550" y="990600"/>
                </a:lnTo>
                <a:lnTo>
                  <a:pt x="2495550" y="981075"/>
                </a:lnTo>
                <a:lnTo>
                  <a:pt x="2476500" y="981075"/>
                </a:lnTo>
                <a:close/>
                <a:moveTo>
                  <a:pt x="2752725" y="971550"/>
                </a:moveTo>
                <a:lnTo>
                  <a:pt x="2771775" y="971550"/>
                </a:lnTo>
                <a:lnTo>
                  <a:pt x="2771775" y="981075"/>
                </a:lnTo>
                <a:lnTo>
                  <a:pt x="2762250" y="981075"/>
                </a:lnTo>
                <a:lnTo>
                  <a:pt x="2762250" y="990600"/>
                </a:lnTo>
                <a:lnTo>
                  <a:pt x="2752725" y="990600"/>
                </a:lnTo>
                <a:close/>
                <a:moveTo>
                  <a:pt x="3048000" y="971550"/>
                </a:moveTo>
                <a:lnTo>
                  <a:pt x="3076575" y="971550"/>
                </a:lnTo>
                <a:lnTo>
                  <a:pt x="3076575" y="962025"/>
                </a:lnTo>
                <a:lnTo>
                  <a:pt x="3067050" y="962025"/>
                </a:lnTo>
                <a:lnTo>
                  <a:pt x="3067050" y="952500"/>
                </a:lnTo>
                <a:lnTo>
                  <a:pt x="3048000" y="952500"/>
                </a:lnTo>
                <a:close/>
                <a:moveTo>
                  <a:pt x="3000375" y="981075"/>
                </a:moveTo>
                <a:lnTo>
                  <a:pt x="3009900" y="981075"/>
                </a:lnTo>
                <a:lnTo>
                  <a:pt x="3009900" y="971550"/>
                </a:lnTo>
                <a:lnTo>
                  <a:pt x="3000375" y="971550"/>
                </a:lnTo>
                <a:close/>
                <a:moveTo>
                  <a:pt x="3324225" y="981075"/>
                </a:moveTo>
                <a:lnTo>
                  <a:pt x="3352800" y="981075"/>
                </a:lnTo>
                <a:lnTo>
                  <a:pt x="3352800" y="962025"/>
                </a:lnTo>
                <a:lnTo>
                  <a:pt x="3324225" y="962025"/>
                </a:lnTo>
                <a:close/>
                <a:moveTo>
                  <a:pt x="2133600" y="990600"/>
                </a:moveTo>
                <a:lnTo>
                  <a:pt x="2171700" y="990600"/>
                </a:lnTo>
                <a:lnTo>
                  <a:pt x="2171700" y="1000125"/>
                </a:lnTo>
                <a:lnTo>
                  <a:pt x="2181225" y="1000125"/>
                </a:lnTo>
                <a:lnTo>
                  <a:pt x="2181225" y="1009650"/>
                </a:lnTo>
                <a:lnTo>
                  <a:pt x="2114550" y="1009650"/>
                </a:lnTo>
                <a:lnTo>
                  <a:pt x="2114550" y="1000125"/>
                </a:lnTo>
                <a:lnTo>
                  <a:pt x="2133600" y="1000125"/>
                </a:lnTo>
                <a:close/>
                <a:moveTo>
                  <a:pt x="3143250" y="990600"/>
                </a:moveTo>
                <a:lnTo>
                  <a:pt x="3152775" y="990600"/>
                </a:lnTo>
                <a:lnTo>
                  <a:pt x="3152775" y="981075"/>
                </a:lnTo>
                <a:lnTo>
                  <a:pt x="3143250" y="981075"/>
                </a:lnTo>
                <a:close/>
                <a:moveTo>
                  <a:pt x="3438525" y="990600"/>
                </a:moveTo>
                <a:lnTo>
                  <a:pt x="3467100" y="990600"/>
                </a:lnTo>
                <a:lnTo>
                  <a:pt x="3467100" y="1000125"/>
                </a:lnTo>
                <a:lnTo>
                  <a:pt x="3486150" y="1000125"/>
                </a:lnTo>
                <a:lnTo>
                  <a:pt x="3486150" y="990600"/>
                </a:lnTo>
                <a:lnTo>
                  <a:pt x="3495675" y="990600"/>
                </a:lnTo>
                <a:lnTo>
                  <a:pt x="3495675" y="981075"/>
                </a:lnTo>
                <a:lnTo>
                  <a:pt x="3476625" y="981075"/>
                </a:lnTo>
                <a:lnTo>
                  <a:pt x="3476625" y="971550"/>
                </a:lnTo>
                <a:lnTo>
                  <a:pt x="3448050" y="971550"/>
                </a:lnTo>
                <a:lnTo>
                  <a:pt x="3448050" y="981075"/>
                </a:lnTo>
                <a:lnTo>
                  <a:pt x="3438525" y="981075"/>
                </a:lnTo>
                <a:close/>
                <a:moveTo>
                  <a:pt x="2600325" y="1000125"/>
                </a:moveTo>
                <a:lnTo>
                  <a:pt x="2609850" y="1000125"/>
                </a:lnTo>
                <a:lnTo>
                  <a:pt x="2609850" y="990600"/>
                </a:lnTo>
                <a:lnTo>
                  <a:pt x="2600325" y="990600"/>
                </a:lnTo>
                <a:close/>
                <a:moveTo>
                  <a:pt x="2895600" y="1000125"/>
                </a:moveTo>
                <a:lnTo>
                  <a:pt x="2914650" y="1000125"/>
                </a:lnTo>
                <a:lnTo>
                  <a:pt x="2914650" y="1038225"/>
                </a:lnTo>
                <a:lnTo>
                  <a:pt x="2943225" y="1038225"/>
                </a:lnTo>
                <a:lnTo>
                  <a:pt x="2943225" y="1047750"/>
                </a:lnTo>
                <a:lnTo>
                  <a:pt x="2952750" y="1047750"/>
                </a:lnTo>
                <a:lnTo>
                  <a:pt x="2952750" y="1076325"/>
                </a:lnTo>
                <a:lnTo>
                  <a:pt x="3009900" y="1076325"/>
                </a:lnTo>
                <a:lnTo>
                  <a:pt x="3009900" y="1085850"/>
                </a:lnTo>
                <a:lnTo>
                  <a:pt x="3028950" y="1085850"/>
                </a:lnTo>
                <a:lnTo>
                  <a:pt x="3028950" y="1057275"/>
                </a:lnTo>
                <a:lnTo>
                  <a:pt x="3000375" y="1057275"/>
                </a:lnTo>
                <a:lnTo>
                  <a:pt x="3000375" y="1047750"/>
                </a:lnTo>
                <a:lnTo>
                  <a:pt x="3009900" y="1047750"/>
                </a:lnTo>
                <a:lnTo>
                  <a:pt x="3009900" y="1038225"/>
                </a:lnTo>
                <a:lnTo>
                  <a:pt x="3019425" y="1038225"/>
                </a:lnTo>
                <a:lnTo>
                  <a:pt x="3019425" y="1019175"/>
                </a:lnTo>
                <a:lnTo>
                  <a:pt x="3048000" y="1019175"/>
                </a:lnTo>
                <a:lnTo>
                  <a:pt x="3048000" y="1047750"/>
                </a:lnTo>
                <a:lnTo>
                  <a:pt x="3057525" y="1047750"/>
                </a:lnTo>
                <a:lnTo>
                  <a:pt x="3057525" y="1057275"/>
                </a:lnTo>
                <a:lnTo>
                  <a:pt x="3076575" y="1057275"/>
                </a:lnTo>
                <a:lnTo>
                  <a:pt x="3076575" y="1066800"/>
                </a:lnTo>
                <a:lnTo>
                  <a:pt x="3048000" y="1066800"/>
                </a:lnTo>
                <a:lnTo>
                  <a:pt x="3048000" y="1085850"/>
                </a:lnTo>
                <a:lnTo>
                  <a:pt x="3038475" y="1085850"/>
                </a:lnTo>
                <a:lnTo>
                  <a:pt x="3038475" y="1095375"/>
                </a:lnTo>
                <a:lnTo>
                  <a:pt x="3000375" y="1095375"/>
                </a:lnTo>
                <a:lnTo>
                  <a:pt x="3000375" y="1085850"/>
                </a:lnTo>
                <a:lnTo>
                  <a:pt x="2933700" y="1085850"/>
                </a:lnTo>
                <a:lnTo>
                  <a:pt x="2933700" y="1076325"/>
                </a:lnTo>
                <a:lnTo>
                  <a:pt x="2895600" y="1076325"/>
                </a:lnTo>
                <a:lnTo>
                  <a:pt x="2895600" y="1066800"/>
                </a:lnTo>
                <a:lnTo>
                  <a:pt x="2905125" y="1066800"/>
                </a:lnTo>
                <a:lnTo>
                  <a:pt x="2905125" y="1057275"/>
                </a:lnTo>
                <a:lnTo>
                  <a:pt x="2876550" y="1057275"/>
                </a:lnTo>
                <a:lnTo>
                  <a:pt x="2876550" y="1028700"/>
                </a:lnTo>
                <a:lnTo>
                  <a:pt x="2886075" y="1028700"/>
                </a:lnTo>
                <a:lnTo>
                  <a:pt x="2886075" y="1009650"/>
                </a:lnTo>
                <a:lnTo>
                  <a:pt x="2895600" y="1009650"/>
                </a:lnTo>
                <a:close/>
                <a:moveTo>
                  <a:pt x="2228850" y="1009650"/>
                </a:moveTo>
                <a:lnTo>
                  <a:pt x="2238375" y="1009650"/>
                </a:lnTo>
                <a:lnTo>
                  <a:pt x="2238375" y="1019175"/>
                </a:lnTo>
                <a:lnTo>
                  <a:pt x="2228850" y="1019175"/>
                </a:lnTo>
                <a:close/>
                <a:moveTo>
                  <a:pt x="2514600" y="1009650"/>
                </a:moveTo>
                <a:lnTo>
                  <a:pt x="2524125" y="1009650"/>
                </a:lnTo>
                <a:lnTo>
                  <a:pt x="2524125" y="1019175"/>
                </a:lnTo>
                <a:lnTo>
                  <a:pt x="2514600" y="1019175"/>
                </a:lnTo>
                <a:close/>
                <a:moveTo>
                  <a:pt x="2552700" y="1009650"/>
                </a:moveTo>
                <a:lnTo>
                  <a:pt x="2562225" y="1009650"/>
                </a:lnTo>
                <a:lnTo>
                  <a:pt x="2562225" y="1019175"/>
                </a:lnTo>
                <a:lnTo>
                  <a:pt x="2571750" y="1019175"/>
                </a:lnTo>
                <a:lnTo>
                  <a:pt x="2571750" y="1028700"/>
                </a:lnTo>
                <a:lnTo>
                  <a:pt x="2552700" y="1028700"/>
                </a:lnTo>
                <a:close/>
                <a:moveTo>
                  <a:pt x="2838450" y="1009650"/>
                </a:moveTo>
                <a:lnTo>
                  <a:pt x="2857500" y="1009650"/>
                </a:lnTo>
                <a:lnTo>
                  <a:pt x="2857500" y="1019175"/>
                </a:lnTo>
                <a:lnTo>
                  <a:pt x="2838450" y="1019175"/>
                </a:lnTo>
                <a:close/>
                <a:moveTo>
                  <a:pt x="3257550" y="1009650"/>
                </a:moveTo>
                <a:lnTo>
                  <a:pt x="3267075" y="1009650"/>
                </a:lnTo>
                <a:lnTo>
                  <a:pt x="3267075" y="1038225"/>
                </a:lnTo>
                <a:lnTo>
                  <a:pt x="3257550" y="1038225"/>
                </a:lnTo>
                <a:lnTo>
                  <a:pt x="3257550" y="1047750"/>
                </a:lnTo>
                <a:lnTo>
                  <a:pt x="3248025" y="1047750"/>
                </a:lnTo>
                <a:lnTo>
                  <a:pt x="3248025" y="1057275"/>
                </a:lnTo>
                <a:lnTo>
                  <a:pt x="3267075" y="1057275"/>
                </a:lnTo>
                <a:lnTo>
                  <a:pt x="3267075" y="1047750"/>
                </a:lnTo>
                <a:lnTo>
                  <a:pt x="3276600" y="1047750"/>
                </a:lnTo>
                <a:lnTo>
                  <a:pt x="3276600" y="1028700"/>
                </a:lnTo>
                <a:lnTo>
                  <a:pt x="3305175" y="1028700"/>
                </a:lnTo>
                <a:lnTo>
                  <a:pt x="3305175" y="1038225"/>
                </a:lnTo>
                <a:lnTo>
                  <a:pt x="3314700" y="1038225"/>
                </a:lnTo>
                <a:lnTo>
                  <a:pt x="3314700" y="1057275"/>
                </a:lnTo>
                <a:lnTo>
                  <a:pt x="3343275" y="1057275"/>
                </a:lnTo>
                <a:lnTo>
                  <a:pt x="3343275" y="1076325"/>
                </a:lnTo>
                <a:lnTo>
                  <a:pt x="3333750" y="1076325"/>
                </a:lnTo>
                <a:lnTo>
                  <a:pt x="3333750" y="1085850"/>
                </a:lnTo>
                <a:lnTo>
                  <a:pt x="3324225" y="1085850"/>
                </a:lnTo>
                <a:lnTo>
                  <a:pt x="3324225" y="1104900"/>
                </a:lnTo>
                <a:lnTo>
                  <a:pt x="3343275" y="1104900"/>
                </a:lnTo>
                <a:lnTo>
                  <a:pt x="3343275" y="1114425"/>
                </a:lnTo>
                <a:lnTo>
                  <a:pt x="3371850" y="1114425"/>
                </a:lnTo>
                <a:lnTo>
                  <a:pt x="3371850" y="1076325"/>
                </a:lnTo>
                <a:lnTo>
                  <a:pt x="3381375" y="1076325"/>
                </a:lnTo>
                <a:lnTo>
                  <a:pt x="3381375" y="1066800"/>
                </a:lnTo>
                <a:lnTo>
                  <a:pt x="3400425" y="1066800"/>
                </a:lnTo>
                <a:lnTo>
                  <a:pt x="3400425" y="1057275"/>
                </a:lnTo>
                <a:lnTo>
                  <a:pt x="3390900" y="1057275"/>
                </a:lnTo>
                <a:lnTo>
                  <a:pt x="3390900" y="1047750"/>
                </a:lnTo>
                <a:lnTo>
                  <a:pt x="3381375" y="1047750"/>
                </a:lnTo>
                <a:lnTo>
                  <a:pt x="3381375" y="1038225"/>
                </a:lnTo>
                <a:lnTo>
                  <a:pt x="3371850" y="1038225"/>
                </a:lnTo>
                <a:lnTo>
                  <a:pt x="3371850" y="1028700"/>
                </a:lnTo>
                <a:lnTo>
                  <a:pt x="3381375" y="1028700"/>
                </a:lnTo>
                <a:lnTo>
                  <a:pt x="3381375" y="1019175"/>
                </a:lnTo>
                <a:lnTo>
                  <a:pt x="3390900" y="1019175"/>
                </a:lnTo>
                <a:lnTo>
                  <a:pt x="3390900" y="1009650"/>
                </a:lnTo>
                <a:lnTo>
                  <a:pt x="3362325" y="1009650"/>
                </a:lnTo>
                <a:lnTo>
                  <a:pt x="3362325" y="1000125"/>
                </a:lnTo>
                <a:lnTo>
                  <a:pt x="3352800" y="1000125"/>
                </a:lnTo>
                <a:lnTo>
                  <a:pt x="3352800" y="1009650"/>
                </a:lnTo>
                <a:lnTo>
                  <a:pt x="3305175" y="1009650"/>
                </a:lnTo>
                <a:lnTo>
                  <a:pt x="3305175" y="1019175"/>
                </a:lnTo>
                <a:lnTo>
                  <a:pt x="3286125" y="1019175"/>
                </a:lnTo>
                <a:lnTo>
                  <a:pt x="3286125" y="1009650"/>
                </a:lnTo>
                <a:lnTo>
                  <a:pt x="3276600" y="1009650"/>
                </a:lnTo>
                <a:lnTo>
                  <a:pt x="3276600" y="1000125"/>
                </a:lnTo>
                <a:lnTo>
                  <a:pt x="3257550" y="1000125"/>
                </a:lnTo>
                <a:close/>
                <a:moveTo>
                  <a:pt x="2076450" y="1019175"/>
                </a:moveTo>
                <a:lnTo>
                  <a:pt x="2085975" y="1019175"/>
                </a:lnTo>
                <a:lnTo>
                  <a:pt x="2085975" y="1028700"/>
                </a:lnTo>
                <a:lnTo>
                  <a:pt x="2076450" y="1028700"/>
                </a:lnTo>
                <a:close/>
                <a:moveTo>
                  <a:pt x="2333625" y="1019175"/>
                </a:moveTo>
                <a:lnTo>
                  <a:pt x="2343150" y="1019175"/>
                </a:lnTo>
                <a:lnTo>
                  <a:pt x="2343150" y="1028700"/>
                </a:lnTo>
                <a:lnTo>
                  <a:pt x="2333625" y="1028700"/>
                </a:lnTo>
                <a:close/>
                <a:moveTo>
                  <a:pt x="2695575" y="1019175"/>
                </a:moveTo>
                <a:lnTo>
                  <a:pt x="2705100" y="1019175"/>
                </a:lnTo>
                <a:lnTo>
                  <a:pt x="2705100" y="1038225"/>
                </a:lnTo>
                <a:lnTo>
                  <a:pt x="2686050" y="1038225"/>
                </a:lnTo>
                <a:lnTo>
                  <a:pt x="2686050" y="1028700"/>
                </a:lnTo>
                <a:lnTo>
                  <a:pt x="2695575" y="1028700"/>
                </a:lnTo>
                <a:close/>
                <a:moveTo>
                  <a:pt x="3124200" y="1019175"/>
                </a:moveTo>
                <a:lnTo>
                  <a:pt x="3133725" y="1019175"/>
                </a:lnTo>
                <a:lnTo>
                  <a:pt x="3133725" y="1028700"/>
                </a:lnTo>
                <a:lnTo>
                  <a:pt x="3171825" y="1028700"/>
                </a:lnTo>
                <a:lnTo>
                  <a:pt x="3171825" y="1009650"/>
                </a:lnTo>
                <a:lnTo>
                  <a:pt x="3152775" y="1009650"/>
                </a:lnTo>
                <a:lnTo>
                  <a:pt x="3152775" y="1000125"/>
                </a:lnTo>
                <a:lnTo>
                  <a:pt x="3133725" y="1000125"/>
                </a:lnTo>
                <a:lnTo>
                  <a:pt x="3133725" y="990600"/>
                </a:lnTo>
                <a:lnTo>
                  <a:pt x="3124200" y="990600"/>
                </a:lnTo>
                <a:close/>
                <a:moveTo>
                  <a:pt x="2409825" y="1028700"/>
                </a:moveTo>
                <a:lnTo>
                  <a:pt x="2419350" y="1028700"/>
                </a:lnTo>
                <a:lnTo>
                  <a:pt x="2419350" y="1038225"/>
                </a:lnTo>
                <a:lnTo>
                  <a:pt x="2409825" y="1038225"/>
                </a:lnTo>
                <a:close/>
                <a:moveTo>
                  <a:pt x="2438400" y="1028700"/>
                </a:moveTo>
                <a:lnTo>
                  <a:pt x="2447925" y="1028700"/>
                </a:lnTo>
                <a:lnTo>
                  <a:pt x="2447925" y="1038225"/>
                </a:lnTo>
                <a:lnTo>
                  <a:pt x="2438400" y="1038225"/>
                </a:lnTo>
                <a:close/>
                <a:moveTo>
                  <a:pt x="2971800" y="1028700"/>
                </a:moveTo>
                <a:lnTo>
                  <a:pt x="2981325" y="1028700"/>
                </a:lnTo>
                <a:lnTo>
                  <a:pt x="2981325" y="1038225"/>
                </a:lnTo>
                <a:lnTo>
                  <a:pt x="2990850" y="1038225"/>
                </a:lnTo>
                <a:lnTo>
                  <a:pt x="2990850" y="1047750"/>
                </a:lnTo>
                <a:lnTo>
                  <a:pt x="2971800" y="1047750"/>
                </a:lnTo>
                <a:close/>
                <a:moveTo>
                  <a:pt x="3390900" y="1028700"/>
                </a:moveTo>
                <a:lnTo>
                  <a:pt x="3400425" y="1028700"/>
                </a:lnTo>
                <a:lnTo>
                  <a:pt x="3400425" y="1038225"/>
                </a:lnTo>
                <a:lnTo>
                  <a:pt x="3419475" y="1038225"/>
                </a:lnTo>
                <a:lnTo>
                  <a:pt x="3419475" y="1028700"/>
                </a:lnTo>
                <a:lnTo>
                  <a:pt x="3409950" y="1028700"/>
                </a:lnTo>
                <a:lnTo>
                  <a:pt x="3409950" y="1019175"/>
                </a:lnTo>
                <a:lnTo>
                  <a:pt x="3390900" y="1019175"/>
                </a:lnTo>
                <a:close/>
                <a:moveTo>
                  <a:pt x="2524125" y="1038225"/>
                </a:moveTo>
                <a:lnTo>
                  <a:pt x="2571750" y="1038225"/>
                </a:lnTo>
                <a:lnTo>
                  <a:pt x="2571750" y="1047750"/>
                </a:lnTo>
                <a:lnTo>
                  <a:pt x="2524125" y="1047750"/>
                </a:lnTo>
                <a:close/>
                <a:moveTo>
                  <a:pt x="2819400" y="1038225"/>
                </a:moveTo>
                <a:lnTo>
                  <a:pt x="2838450" y="1038225"/>
                </a:lnTo>
                <a:lnTo>
                  <a:pt x="2838450" y="1047750"/>
                </a:lnTo>
                <a:lnTo>
                  <a:pt x="2847975" y="1047750"/>
                </a:lnTo>
                <a:lnTo>
                  <a:pt x="2847975" y="1066800"/>
                </a:lnTo>
                <a:lnTo>
                  <a:pt x="2867025" y="1066800"/>
                </a:lnTo>
                <a:lnTo>
                  <a:pt x="2867025" y="1076325"/>
                </a:lnTo>
                <a:lnTo>
                  <a:pt x="2828925" y="1076325"/>
                </a:lnTo>
                <a:lnTo>
                  <a:pt x="2828925" y="1047750"/>
                </a:lnTo>
                <a:lnTo>
                  <a:pt x="2819400" y="1047750"/>
                </a:lnTo>
                <a:close/>
                <a:moveTo>
                  <a:pt x="3533775" y="1047750"/>
                </a:moveTo>
                <a:lnTo>
                  <a:pt x="3552825" y="1047750"/>
                </a:lnTo>
                <a:lnTo>
                  <a:pt x="3552825" y="1057275"/>
                </a:lnTo>
                <a:lnTo>
                  <a:pt x="3533775" y="1057275"/>
                </a:lnTo>
                <a:close/>
                <a:moveTo>
                  <a:pt x="2809875" y="1066800"/>
                </a:moveTo>
                <a:lnTo>
                  <a:pt x="2819400" y="1066800"/>
                </a:lnTo>
                <a:lnTo>
                  <a:pt x="2819400" y="1076325"/>
                </a:lnTo>
                <a:lnTo>
                  <a:pt x="2809875" y="1076325"/>
                </a:lnTo>
                <a:close/>
                <a:moveTo>
                  <a:pt x="3143250" y="1066800"/>
                </a:moveTo>
                <a:lnTo>
                  <a:pt x="3162300" y="1066800"/>
                </a:lnTo>
                <a:lnTo>
                  <a:pt x="3162300" y="1076325"/>
                </a:lnTo>
                <a:lnTo>
                  <a:pt x="3181350" y="1076325"/>
                </a:lnTo>
                <a:lnTo>
                  <a:pt x="3181350" y="1066800"/>
                </a:lnTo>
                <a:lnTo>
                  <a:pt x="3171825" y="1066800"/>
                </a:lnTo>
                <a:lnTo>
                  <a:pt x="3171825" y="1057275"/>
                </a:lnTo>
                <a:lnTo>
                  <a:pt x="3162300" y="1057275"/>
                </a:lnTo>
                <a:lnTo>
                  <a:pt x="3162300" y="1047750"/>
                </a:lnTo>
                <a:lnTo>
                  <a:pt x="3143250" y="1047750"/>
                </a:lnTo>
                <a:close/>
                <a:moveTo>
                  <a:pt x="3209925" y="1066800"/>
                </a:moveTo>
                <a:lnTo>
                  <a:pt x="3219450" y="1066800"/>
                </a:lnTo>
                <a:lnTo>
                  <a:pt x="3219450" y="1047750"/>
                </a:lnTo>
                <a:lnTo>
                  <a:pt x="3209925" y="1047750"/>
                </a:lnTo>
                <a:close/>
                <a:moveTo>
                  <a:pt x="3552825" y="1066800"/>
                </a:moveTo>
                <a:lnTo>
                  <a:pt x="3562350" y="1066800"/>
                </a:lnTo>
                <a:lnTo>
                  <a:pt x="3562350" y="1076325"/>
                </a:lnTo>
                <a:lnTo>
                  <a:pt x="3552825" y="1076325"/>
                </a:lnTo>
                <a:close/>
                <a:moveTo>
                  <a:pt x="3057525" y="1076325"/>
                </a:moveTo>
                <a:lnTo>
                  <a:pt x="3067050" y="1076325"/>
                </a:lnTo>
                <a:lnTo>
                  <a:pt x="3067050" y="1085850"/>
                </a:lnTo>
                <a:lnTo>
                  <a:pt x="3057525" y="1085850"/>
                </a:lnTo>
                <a:close/>
                <a:moveTo>
                  <a:pt x="3543300" y="1076325"/>
                </a:moveTo>
                <a:lnTo>
                  <a:pt x="3552825" y="1076325"/>
                </a:lnTo>
                <a:lnTo>
                  <a:pt x="3552825" y="1095375"/>
                </a:lnTo>
                <a:lnTo>
                  <a:pt x="3533775" y="1095375"/>
                </a:lnTo>
                <a:lnTo>
                  <a:pt x="3533775" y="1085850"/>
                </a:lnTo>
                <a:lnTo>
                  <a:pt x="3543300" y="1085850"/>
                </a:lnTo>
                <a:close/>
                <a:moveTo>
                  <a:pt x="2028825" y="1085850"/>
                </a:moveTo>
                <a:lnTo>
                  <a:pt x="2038350" y="1085850"/>
                </a:lnTo>
                <a:lnTo>
                  <a:pt x="2038350" y="1095375"/>
                </a:lnTo>
                <a:lnTo>
                  <a:pt x="2028825" y="1095375"/>
                </a:lnTo>
                <a:close/>
                <a:moveTo>
                  <a:pt x="3067050" y="1085850"/>
                </a:moveTo>
                <a:lnTo>
                  <a:pt x="3076575" y="1085850"/>
                </a:lnTo>
                <a:lnTo>
                  <a:pt x="3076575" y="1095375"/>
                </a:lnTo>
                <a:lnTo>
                  <a:pt x="3067050" y="1095375"/>
                </a:lnTo>
                <a:close/>
                <a:moveTo>
                  <a:pt x="2009775" y="1095375"/>
                </a:moveTo>
                <a:lnTo>
                  <a:pt x="2028825" y="1095375"/>
                </a:lnTo>
                <a:lnTo>
                  <a:pt x="2028825" y="1114425"/>
                </a:lnTo>
                <a:lnTo>
                  <a:pt x="2019300" y="1114425"/>
                </a:lnTo>
                <a:lnTo>
                  <a:pt x="2019300" y="1123950"/>
                </a:lnTo>
                <a:lnTo>
                  <a:pt x="2028825" y="1123950"/>
                </a:lnTo>
                <a:lnTo>
                  <a:pt x="2028825" y="1133475"/>
                </a:lnTo>
                <a:lnTo>
                  <a:pt x="2009775" y="1133475"/>
                </a:lnTo>
                <a:lnTo>
                  <a:pt x="2009775" y="1123950"/>
                </a:lnTo>
                <a:lnTo>
                  <a:pt x="2000250" y="1123950"/>
                </a:lnTo>
                <a:lnTo>
                  <a:pt x="2000250" y="1114425"/>
                </a:lnTo>
                <a:lnTo>
                  <a:pt x="1990725" y="1114425"/>
                </a:lnTo>
                <a:lnTo>
                  <a:pt x="1990725" y="1104900"/>
                </a:lnTo>
                <a:lnTo>
                  <a:pt x="2009775" y="1104900"/>
                </a:lnTo>
                <a:close/>
                <a:moveTo>
                  <a:pt x="3505200" y="1104900"/>
                </a:moveTo>
                <a:lnTo>
                  <a:pt x="3514725" y="1104900"/>
                </a:lnTo>
                <a:lnTo>
                  <a:pt x="3514725" y="1114425"/>
                </a:lnTo>
                <a:lnTo>
                  <a:pt x="3505200" y="1114425"/>
                </a:lnTo>
                <a:close/>
                <a:moveTo>
                  <a:pt x="3457575" y="1114425"/>
                </a:moveTo>
                <a:lnTo>
                  <a:pt x="3505200" y="1114425"/>
                </a:lnTo>
                <a:lnTo>
                  <a:pt x="3505200" y="1143000"/>
                </a:lnTo>
                <a:lnTo>
                  <a:pt x="3514725" y="1143000"/>
                </a:lnTo>
                <a:lnTo>
                  <a:pt x="3514725" y="1152525"/>
                </a:lnTo>
                <a:lnTo>
                  <a:pt x="3543300" y="1152525"/>
                </a:lnTo>
                <a:lnTo>
                  <a:pt x="3543300" y="1162050"/>
                </a:lnTo>
                <a:lnTo>
                  <a:pt x="3533775" y="1162050"/>
                </a:lnTo>
                <a:lnTo>
                  <a:pt x="3533775" y="1171575"/>
                </a:lnTo>
                <a:lnTo>
                  <a:pt x="3524250" y="1171575"/>
                </a:lnTo>
                <a:lnTo>
                  <a:pt x="3524250" y="1209675"/>
                </a:lnTo>
                <a:lnTo>
                  <a:pt x="3514725" y="1209675"/>
                </a:lnTo>
                <a:lnTo>
                  <a:pt x="3514725" y="1219200"/>
                </a:lnTo>
                <a:lnTo>
                  <a:pt x="3495675" y="1219200"/>
                </a:lnTo>
                <a:lnTo>
                  <a:pt x="3495675" y="1228725"/>
                </a:lnTo>
                <a:lnTo>
                  <a:pt x="3486150" y="1228725"/>
                </a:lnTo>
                <a:lnTo>
                  <a:pt x="3486150" y="1238250"/>
                </a:lnTo>
                <a:lnTo>
                  <a:pt x="3495675" y="1238250"/>
                </a:lnTo>
                <a:lnTo>
                  <a:pt x="3495675" y="1257300"/>
                </a:lnTo>
                <a:lnTo>
                  <a:pt x="3476625" y="1257300"/>
                </a:lnTo>
                <a:lnTo>
                  <a:pt x="3476625" y="1266825"/>
                </a:lnTo>
                <a:lnTo>
                  <a:pt x="3467100" y="1266825"/>
                </a:lnTo>
                <a:lnTo>
                  <a:pt x="3467100" y="1190625"/>
                </a:lnTo>
                <a:lnTo>
                  <a:pt x="3457575" y="1190625"/>
                </a:lnTo>
                <a:lnTo>
                  <a:pt x="3457575" y="1181100"/>
                </a:lnTo>
                <a:lnTo>
                  <a:pt x="3448050" y="1181100"/>
                </a:lnTo>
                <a:lnTo>
                  <a:pt x="3448050" y="1171575"/>
                </a:lnTo>
                <a:lnTo>
                  <a:pt x="3457575" y="1171575"/>
                </a:lnTo>
                <a:lnTo>
                  <a:pt x="3457575" y="1181100"/>
                </a:lnTo>
                <a:lnTo>
                  <a:pt x="3467100" y="1181100"/>
                </a:lnTo>
                <a:lnTo>
                  <a:pt x="3467100" y="1171575"/>
                </a:lnTo>
                <a:lnTo>
                  <a:pt x="3476625" y="1171575"/>
                </a:lnTo>
                <a:lnTo>
                  <a:pt x="3476625" y="1152525"/>
                </a:lnTo>
                <a:lnTo>
                  <a:pt x="3467100" y="1152525"/>
                </a:lnTo>
                <a:lnTo>
                  <a:pt x="3467100" y="1143000"/>
                </a:lnTo>
                <a:lnTo>
                  <a:pt x="3457575" y="1143000"/>
                </a:lnTo>
                <a:close/>
                <a:moveTo>
                  <a:pt x="3209925" y="1133475"/>
                </a:moveTo>
                <a:lnTo>
                  <a:pt x="3219450" y="1133475"/>
                </a:lnTo>
                <a:lnTo>
                  <a:pt x="3219450" y="1143000"/>
                </a:lnTo>
                <a:lnTo>
                  <a:pt x="3209925" y="1143000"/>
                </a:lnTo>
                <a:close/>
                <a:moveTo>
                  <a:pt x="3286125" y="1133475"/>
                </a:moveTo>
                <a:lnTo>
                  <a:pt x="3295650" y="1133475"/>
                </a:lnTo>
                <a:lnTo>
                  <a:pt x="3295650" y="1143000"/>
                </a:lnTo>
                <a:lnTo>
                  <a:pt x="3286125" y="1143000"/>
                </a:lnTo>
                <a:close/>
                <a:moveTo>
                  <a:pt x="3267075" y="1143000"/>
                </a:moveTo>
                <a:lnTo>
                  <a:pt x="3286125" y="1143000"/>
                </a:lnTo>
                <a:lnTo>
                  <a:pt x="3286125" y="1152525"/>
                </a:lnTo>
                <a:lnTo>
                  <a:pt x="3276600" y="1152525"/>
                </a:lnTo>
                <a:lnTo>
                  <a:pt x="3276600" y="1162050"/>
                </a:lnTo>
                <a:lnTo>
                  <a:pt x="3267075" y="1162050"/>
                </a:lnTo>
                <a:close/>
                <a:moveTo>
                  <a:pt x="3248025" y="1162050"/>
                </a:moveTo>
                <a:lnTo>
                  <a:pt x="3267075" y="1162050"/>
                </a:lnTo>
                <a:lnTo>
                  <a:pt x="3267075" y="1190625"/>
                </a:lnTo>
                <a:lnTo>
                  <a:pt x="3257550" y="1190625"/>
                </a:lnTo>
                <a:lnTo>
                  <a:pt x="3257550" y="1200150"/>
                </a:lnTo>
                <a:lnTo>
                  <a:pt x="3248025" y="1200150"/>
                </a:lnTo>
                <a:lnTo>
                  <a:pt x="3248025" y="1219200"/>
                </a:lnTo>
                <a:lnTo>
                  <a:pt x="3238500" y="1219200"/>
                </a:lnTo>
                <a:lnTo>
                  <a:pt x="3238500" y="1181100"/>
                </a:lnTo>
                <a:lnTo>
                  <a:pt x="3248025" y="1181100"/>
                </a:lnTo>
                <a:close/>
                <a:moveTo>
                  <a:pt x="3257550" y="1200150"/>
                </a:moveTo>
                <a:lnTo>
                  <a:pt x="3267075" y="1200150"/>
                </a:lnTo>
                <a:lnTo>
                  <a:pt x="3267075" y="1209675"/>
                </a:lnTo>
                <a:lnTo>
                  <a:pt x="3257550" y="1209675"/>
                </a:lnTo>
                <a:close/>
                <a:moveTo>
                  <a:pt x="2076450" y="1209675"/>
                </a:moveTo>
                <a:lnTo>
                  <a:pt x="2085975" y="1209675"/>
                </a:lnTo>
                <a:lnTo>
                  <a:pt x="2085975" y="1228725"/>
                </a:lnTo>
                <a:lnTo>
                  <a:pt x="2076450" y="1228725"/>
                </a:lnTo>
                <a:lnTo>
                  <a:pt x="2076450" y="1247775"/>
                </a:lnTo>
                <a:lnTo>
                  <a:pt x="2085975" y="1247775"/>
                </a:lnTo>
                <a:lnTo>
                  <a:pt x="2085975" y="1257300"/>
                </a:lnTo>
                <a:lnTo>
                  <a:pt x="2105025" y="1257300"/>
                </a:lnTo>
                <a:lnTo>
                  <a:pt x="2105025" y="1247775"/>
                </a:lnTo>
                <a:lnTo>
                  <a:pt x="2114550" y="1247775"/>
                </a:lnTo>
                <a:lnTo>
                  <a:pt x="2114550" y="1228725"/>
                </a:lnTo>
                <a:lnTo>
                  <a:pt x="2133600" y="1228725"/>
                </a:lnTo>
                <a:lnTo>
                  <a:pt x="2133600" y="1219200"/>
                </a:lnTo>
                <a:lnTo>
                  <a:pt x="2143125" y="1219200"/>
                </a:lnTo>
                <a:lnTo>
                  <a:pt x="2143125" y="1228725"/>
                </a:lnTo>
                <a:lnTo>
                  <a:pt x="2181225" y="1228725"/>
                </a:lnTo>
                <a:lnTo>
                  <a:pt x="2181225" y="1238250"/>
                </a:lnTo>
                <a:lnTo>
                  <a:pt x="2133600" y="1238250"/>
                </a:lnTo>
                <a:lnTo>
                  <a:pt x="2133600" y="1247775"/>
                </a:lnTo>
                <a:lnTo>
                  <a:pt x="2114550" y="1247775"/>
                </a:lnTo>
                <a:lnTo>
                  <a:pt x="2114550" y="1257300"/>
                </a:lnTo>
                <a:lnTo>
                  <a:pt x="2105025" y="1257300"/>
                </a:lnTo>
                <a:lnTo>
                  <a:pt x="2105025" y="1266825"/>
                </a:lnTo>
                <a:lnTo>
                  <a:pt x="2066925" y="1266825"/>
                </a:lnTo>
                <a:lnTo>
                  <a:pt x="2066925" y="1276350"/>
                </a:lnTo>
                <a:lnTo>
                  <a:pt x="2057400" y="1276350"/>
                </a:lnTo>
                <a:lnTo>
                  <a:pt x="2057400" y="1266825"/>
                </a:lnTo>
                <a:lnTo>
                  <a:pt x="2047875" y="1266825"/>
                </a:lnTo>
                <a:lnTo>
                  <a:pt x="2047875" y="1238250"/>
                </a:lnTo>
                <a:lnTo>
                  <a:pt x="2057400" y="1238250"/>
                </a:lnTo>
                <a:lnTo>
                  <a:pt x="2057400" y="1228725"/>
                </a:lnTo>
                <a:lnTo>
                  <a:pt x="2066925" y="1228725"/>
                </a:lnTo>
                <a:lnTo>
                  <a:pt x="2066925" y="1219200"/>
                </a:lnTo>
                <a:lnTo>
                  <a:pt x="2076450" y="1219200"/>
                </a:lnTo>
                <a:close/>
                <a:moveTo>
                  <a:pt x="2190750" y="1228725"/>
                </a:moveTo>
                <a:lnTo>
                  <a:pt x="2238375" y="1228725"/>
                </a:lnTo>
                <a:lnTo>
                  <a:pt x="2238375" y="1238250"/>
                </a:lnTo>
                <a:lnTo>
                  <a:pt x="2324100" y="1238250"/>
                </a:lnTo>
                <a:lnTo>
                  <a:pt x="2324100" y="1247775"/>
                </a:lnTo>
                <a:lnTo>
                  <a:pt x="2371725" y="1247775"/>
                </a:lnTo>
                <a:lnTo>
                  <a:pt x="2371725" y="1257300"/>
                </a:lnTo>
                <a:lnTo>
                  <a:pt x="2333625" y="1257300"/>
                </a:lnTo>
                <a:lnTo>
                  <a:pt x="2333625" y="1295400"/>
                </a:lnTo>
                <a:lnTo>
                  <a:pt x="2324100" y="1295400"/>
                </a:lnTo>
                <a:lnTo>
                  <a:pt x="2324100" y="1304925"/>
                </a:lnTo>
                <a:lnTo>
                  <a:pt x="2295525" y="1304925"/>
                </a:lnTo>
                <a:lnTo>
                  <a:pt x="2295525" y="1295400"/>
                </a:lnTo>
                <a:lnTo>
                  <a:pt x="2286000" y="1295400"/>
                </a:lnTo>
                <a:lnTo>
                  <a:pt x="2286000" y="1314450"/>
                </a:lnTo>
                <a:lnTo>
                  <a:pt x="2257425" y="1314450"/>
                </a:lnTo>
                <a:lnTo>
                  <a:pt x="2257425" y="1304925"/>
                </a:lnTo>
                <a:lnTo>
                  <a:pt x="2209800" y="1304925"/>
                </a:lnTo>
                <a:lnTo>
                  <a:pt x="2209800" y="1295400"/>
                </a:lnTo>
                <a:lnTo>
                  <a:pt x="2200275" y="1295400"/>
                </a:lnTo>
                <a:lnTo>
                  <a:pt x="2200275" y="1276350"/>
                </a:lnTo>
                <a:lnTo>
                  <a:pt x="2190750" y="1276350"/>
                </a:lnTo>
                <a:lnTo>
                  <a:pt x="2190750" y="1266825"/>
                </a:lnTo>
                <a:lnTo>
                  <a:pt x="2200275" y="1266825"/>
                </a:lnTo>
                <a:lnTo>
                  <a:pt x="2200275" y="1276350"/>
                </a:lnTo>
                <a:lnTo>
                  <a:pt x="2209800" y="1276350"/>
                </a:lnTo>
                <a:lnTo>
                  <a:pt x="2209800" y="1257300"/>
                </a:lnTo>
                <a:lnTo>
                  <a:pt x="2257425" y="1257300"/>
                </a:lnTo>
                <a:lnTo>
                  <a:pt x="2257425" y="1247775"/>
                </a:lnTo>
                <a:lnTo>
                  <a:pt x="2209800" y="1247775"/>
                </a:lnTo>
                <a:lnTo>
                  <a:pt x="2209800" y="1238250"/>
                </a:lnTo>
                <a:lnTo>
                  <a:pt x="2190750" y="1238250"/>
                </a:lnTo>
                <a:close/>
                <a:moveTo>
                  <a:pt x="2390775" y="1247775"/>
                </a:moveTo>
                <a:lnTo>
                  <a:pt x="2409825" y="1247775"/>
                </a:lnTo>
                <a:lnTo>
                  <a:pt x="2409825" y="1257300"/>
                </a:lnTo>
                <a:lnTo>
                  <a:pt x="2390775" y="1257300"/>
                </a:lnTo>
                <a:close/>
                <a:moveTo>
                  <a:pt x="2419350" y="1247775"/>
                </a:moveTo>
                <a:lnTo>
                  <a:pt x="2438400" y="1247775"/>
                </a:lnTo>
                <a:lnTo>
                  <a:pt x="2438400" y="1257300"/>
                </a:lnTo>
                <a:lnTo>
                  <a:pt x="2419350" y="1257300"/>
                </a:lnTo>
                <a:close/>
                <a:moveTo>
                  <a:pt x="3228975" y="1247775"/>
                </a:moveTo>
                <a:lnTo>
                  <a:pt x="3238500" y="1247775"/>
                </a:lnTo>
                <a:lnTo>
                  <a:pt x="3238500" y="1257300"/>
                </a:lnTo>
                <a:lnTo>
                  <a:pt x="3228975" y="1257300"/>
                </a:lnTo>
                <a:close/>
                <a:moveTo>
                  <a:pt x="3248025" y="1247775"/>
                </a:moveTo>
                <a:lnTo>
                  <a:pt x="3257550" y="1247775"/>
                </a:lnTo>
                <a:lnTo>
                  <a:pt x="3257550" y="1257300"/>
                </a:lnTo>
                <a:lnTo>
                  <a:pt x="3248025" y="1257300"/>
                </a:lnTo>
                <a:close/>
                <a:moveTo>
                  <a:pt x="2505075" y="1257300"/>
                </a:moveTo>
                <a:lnTo>
                  <a:pt x="2514600" y="1257300"/>
                </a:lnTo>
                <a:lnTo>
                  <a:pt x="2514600" y="1266825"/>
                </a:lnTo>
                <a:lnTo>
                  <a:pt x="2505075" y="1266825"/>
                </a:lnTo>
                <a:close/>
                <a:moveTo>
                  <a:pt x="2105025" y="1266825"/>
                </a:moveTo>
                <a:lnTo>
                  <a:pt x="2133600" y="1266825"/>
                </a:lnTo>
                <a:lnTo>
                  <a:pt x="2133600" y="1285875"/>
                </a:lnTo>
                <a:lnTo>
                  <a:pt x="2114550" y="1285875"/>
                </a:lnTo>
                <a:lnTo>
                  <a:pt x="2114550" y="1276350"/>
                </a:lnTo>
                <a:lnTo>
                  <a:pt x="2105025" y="1276350"/>
                </a:lnTo>
                <a:close/>
                <a:moveTo>
                  <a:pt x="2514600" y="1266825"/>
                </a:moveTo>
                <a:lnTo>
                  <a:pt x="2524125" y="1266825"/>
                </a:lnTo>
                <a:lnTo>
                  <a:pt x="2524125" y="1276350"/>
                </a:lnTo>
                <a:lnTo>
                  <a:pt x="2514600" y="1276350"/>
                </a:lnTo>
                <a:close/>
                <a:moveTo>
                  <a:pt x="2552700" y="1266825"/>
                </a:moveTo>
                <a:lnTo>
                  <a:pt x="2581275" y="1266825"/>
                </a:lnTo>
                <a:lnTo>
                  <a:pt x="2581275" y="1276350"/>
                </a:lnTo>
                <a:lnTo>
                  <a:pt x="2552700" y="1276350"/>
                </a:lnTo>
                <a:close/>
                <a:moveTo>
                  <a:pt x="2619375" y="1266825"/>
                </a:moveTo>
                <a:lnTo>
                  <a:pt x="2628900" y="1266825"/>
                </a:lnTo>
                <a:lnTo>
                  <a:pt x="2628900" y="1276350"/>
                </a:lnTo>
                <a:lnTo>
                  <a:pt x="2619375" y="1276350"/>
                </a:lnTo>
                <a:close/>
                <a:moveTo>
                  <a:pt x="3219450" y="1266825"/>
                </a:moveTo>
                <a:lnTo>
                  <a:pt x="3238500" y="1266825"/>
                </a:lnTo>
                <a:lnTo>
                  <a:pt x="3238500" y="1285875"/>
                </a:lnTo>
                <a:lnTo>
                  <a:pt x="3248025" y="1285875"/>
                </a:lnTo>
                <a:lnTo>
                  <a:pt x="3248025" y="1304925"/>
                </a:lnTo>
                <a:lnTo>
                  <a:pt x="3267075" y="1304925"/>
                </a:lnTo>
                <a:lnTo>
                  <a:pt x="3267075" y="1314450"/>
                </a:lnTo>
                <a:lnTo>
                  <a:pt x="3276600" y="1314450"/>
                </a:lnTo>
                <a:lnTo>
                  <a:pt x="3276600" y="1304925"/>
                </a:lnTo>
                <a:lnTo>
                  <a:pt x="3286125" y="1304925"/>
                </a:lnTo>
                <a:lnTo>
                  <a:pt x="3286125" y="1323975"/>
                </a:lnTo>
                <a:lnTo>
                  <a:pt x="3305175" y="1323975"/>
                </a:lnTo>
                <a:lnTo>
                  <a:pt x="3305175" y="1333500"/>
                </a:lnTo>
                <a:lnTo>
                  <a:pt x="3295650" y="1333500"/>
                </a:lnTo>
                <a:lnTo>
                  <a:pt x="3295650" y="1343025"/>
                </a:lnTo>
                <a:lnTo>
                  <a:pt x="3286125" y="1343025"/>
                </a:lnTo>
                <a:lnTo>
                  <a:pt x="3286125" y="1352550"/>
                </a:lnTo>
                <a:lnTo>
                  <a:pt x="3295650" y="1352550"/>
                </a:lnTo>
                <a:lnTo>
                  <a:pt x="3295650" y="1362075"/>
                </a:lnTo>
                <a:lnTo>
                  <a:pt x="3248025" y="1362075"/>
                </a:lnTo>
                <a:lnTo>
                  <a:pt x="3248025" y="1352550"/>
                </a:lnTo>
                <a:lnTo>
                  <a:pt x="3238500" y="1352550"/>
                </a:lnTo>
                <a:lnTo>
                  <a:pt x="3238500" y="1343025"/>
                </a:lnTo>
                <a:lnTo>
                  <a:pt x="3228975" y="1343025"/>
                </a:lnTo>
                <a:lnTo>
                  <a:pt x="3228975" y="1333500"/>
                </a:lnTo>
                <a:lnTo>
                  <a:pt x="3219450" y="1333500"/>
                </a:lnTo>
                <a:lnTo>
                  <a:pt x="3219450" y="1323975"/>
                </a:lnTo>
                <a:lnTo>
                  <a:pt x="3228975" y="1323975"/>
                </a:lnTo>
                <a:lnTo>
                  <a:pt x="3228975" y="1314450"/>
                </a:lnTo>
                <a:lnTo>
                  <a:pt x="3238500" y="1314450"/>
                </a:lnTo>
                <a:lnTo>
                  <a:pt x="3238500" y="1304925"/>
                </a:lnTo>
                <a:lnTo>
                  <a:pt x="3228975" y="1304925"/>
                </a:lnTo>
                <a:lnTo>
                  <a:pt x="3228975" y="1285875"/>
                </a:lnTo>
                <a:lnTo>
                  <a:pt x="3219450" y="1285875"/>
                </a:lnTo>
                <a:close/>
                <a:moveTo>
                  <a:pt x="3257550" y="1266825"/>
                </a:moveTo>
                <a:lnTo>
                  <a:pt x="3267075" y="1266825"/>
                </a:lnTo>
                <a:lnTo>
                  <a:pt x="3267075" y="1276350"/>
                </a:lnTo>
                <a:lnTo>
                  <a:pt x="3257550" y="1276350"/>
                </a:lnTo>
                <a:close/>
                <a:moveTo>
                  <a:pt x="2695575" y="1276350"/>
                </a:moveTo>
                <a:lnTo>
                  <a:pt x="2705100" y="1276350"/>
                </a:lnTo>
                <a:lnTo>
                  <a:pt x="2705100" y="1285875"/>
                </a:lnTo>
                <a:lnTo>
                  <a:pt x="2695575" y="1285875"/>
                </a:lnTo>
                <a:close/>
                <a:moveTo>
                  <a:pt x="3467100" y="1276350"/>
                </a:moveTo>
                <a:lnTo>
                  <a:pt x="3476625" y="1276350"/>
                </a:lnTo>
                <a:lnTo>
                  <a:pt x="3476625" y="1285875"/>
                </a:lnTo>
                <a:lnTo>
                  <a:pt x="3495675" y="1285875"/>
                </a:lnTo>
                <a:lnTo>
                  <a:pt x="3495675" y="1304925"/>
                </a:lnTo>
                <a:lnTo>
                  <a:pt x="3514725" y="1304925"/>
                </a:lnTo>
                <a:lnTo>
                  <a:pt x="3514725" y="1333500"/>
                </a:lnTo>
                <a:lnTo>
                  <a:pt x="3467100" y="1333500"/>
                </a:lnTo>
                <a:lnTo>
                  <a:pt x="3467100" y="1343025"/>
                </a:lnTo>
                <a:lnTo>
                  <a:pt x="3457575" y="1343025"/>
                </a:lnTo>
                <a:lnTo>
                  <a:pt x="3457575" y="1352550"/>
                </a:lnTo>
                <a:lnTo>
                  <a:pt x="3448050" y="1352550"/>
                </a:lnTo>
                <a:lnTo>
                  <a:pt x="3448050" y="1362075"/>
                </a:lnTo>
                <a:lnTo>
                  <a:pt x="3438525" y="1362075"/>
                </a:lnTo>
                <a:lnTo>
                  <a:pt x="3438525" y="1371600"/>
                </a:lnTo>
                <a:lnTo>
                  <a:pt x="3429000" y="1371600"/>
                </a:lnTo>
                <a:lnTo>
                  <a:pt x="3429000" y="1390650"/>
                </a:lnTo>
                <a:lnTo>
                  <a:pt x="3409950" y="1390650"/>
                </a:lnTo>
                <a:lnTo>
                  <a:pt x="3409950" y="1381125"/>
                </a:lnTo>
                <a:lnTo>
                  <a:pt x="3400425" y="1381125"/>
                </a:lnTo>
                <a:lnTo>
                  <a:pt x="3400425" y="1371600"/>
                </a:lnTo>
                <a:lnTo>
                  <a:pt x="3390900" y="1371600"/>
                </a:lnTo>
                <a:lnTo>
                  <a:pt x="3390900" y="1362075"/>
                </a:lnTo>
                <a:lnTo>
                  <a:pt x="3371850" y="1362075"/>
                </a:lnTo>
                <a:lnTo>
                  <a:pt x="3371850" y="1352550"/>
                </a:lnTo>
                <a:lnTo>
                  <a:pt x="3390900" y="1352550"/>
                </a:lnTo>
                <a:lnTo>
                  <a:pt x="3390900" y="1343025"/>
                </a:lnTo>
                <a:lnTo>
                  <a:pt x="3400425" y="1343025"/>
                </a:lnTo>
                <a:lnTo>
                  <a:pt x="3400425" y="1362075"/>
                </a:lnTo>
                <a:lnTo>
                  <a:pt x="3419475" y="1362075"/>
                </a:lnTo>
                <a:lnTo>
                  <a:pt x="3419475" y="1352550"/>
                </a:lnTo>
                <a:lnTo>
                  <a:pt x="3429000" y="1352550"/>
                </a:lnTo>
                <a:lnTo>
                  <a:pt x="3429000" y="1343025"/>
                </a:lnTo>
                <a:lnTo>
                  <a:pt x="3409950" y="1343025"/>
                </a:lnTo>
                <a:lnTo>
                  <a:pt x="3409950" y="1333500"/>
                </a:lnTo>
                <a:lnTo>
                  <a:pt x="3429000" y="1333500"/>
                </a:lnTo>
                <a:lnTo>
                  <a:pt x="3429000" y="1323975"/>
                </a:lnTo>
                <a:lnTo>
                  <a:pt x="3457575" y="1323975"/>
                </a:lnTo>
                <a:lnTo>
                  <a:pt x="3457575" y="1304925"/>
                </a:lnTo>
                <a:lnTo>
                  <a:pt x="3448050" y="1304925"/>
                </a:lnTo>
                <a:lnTo>
                  <a:pt x="3448050" y="1295400"/>
                </a:lnTo>
                <a:lnTo>
                  <a:pt x="3457575" y="1295400"/>
                </a:lnTo>
                <a:lnTo>
                  <a:pt x="3457575" y="1285875"/>
                </a:lnTo>
                <a:lnTo>
                  <a:pt x="3467100" y="1285875"/>
                </a:lnTo>
                <a:close/>
                <a:moveTo>
                  <a:pt x="2162175" y="1285875"/>
                </a:moveTo>
                <a:lnTo>
                  <a:pt x="2190750" y="1285875"/>
                </a:lnTo>
                <a:lnTo>
                  <a:pt x="2190750" y="1295400"/>
                </a:lnTo>
                <a:lnTo>
                  <a:pt x="2162175" y="1295400"/>
                </a:lnTo>
                <a:close/>
                <a:moveTo>
                  <a:pt x="2486025" y="1285875"/>
                </a:moveTo>
                <a:lnTo>
                  <a:pt x="2505075" y="1285875"/>
                </a:lnTo>
                <a:lnTo>
                  <a:pt x="2505075" y="1304925"/>
                </a:lnTo>
                <a:lnTo>
                  <a:pt x="2524125" y="1304925"/>
                </a:lnTo>
                <a:lnTo>
                  <a:pt x="2524125" y="1295400"/>
                </a:lnTo>
                <a:lnTo>
                  <a:pt x="2533650" y="1295400"/>
                </a:lnTo>
                <a:lnTo>
                  <a:pt x="2533650" y="1285875"/>
                </a:lnTo>
                <a:lnTo>
                  <a:pt x="2543175" y="1285875"/>
                </a:lnTo>
                <a:lnTo>
                  <a:pt x="2543175" y="1304925"/>
                </a:lnTo>
                <a:lnTo>
                  <a:pt x="2524125" y="1304925"/>
                </a:lnTo>
                <a:lnTo>
                  <a:pt x="2524125" y="1314450"/>
                </a:lnTo>
                <a:lnTo>
                  <a:pt x="2457450" y="1314450"/>
                </a:lnTo>
                <a:lnTo>
                  <a:pt x="2457450" y="1295400"/>
                </a:lnTo>
                <a:lnTo>
                  <a:pt x="2486025" y="1295400"/>
                </a:lnTo>
                <a:close/>
                <a:moveTo>
                  <a:pt x="2714625" y="1285875"/>
                </a:moveTo>
                <a:lnTo>
                  <a:pt x="2762250" y="1285875"/>
                </a:lnTo>
                <a:lnTo>
                  <a:pt x="2762250" y="1304925"/>
                </a:lnTo>
                <a:lnTo>
                  <a:pt x="2771775" y="1304925"/>
                </a:lnTo>
                <a:lnTo>
                  <a:pt x="2771775" y="1314450"/>
                </a:lnTo>
                <a:lnTo>
                  <a:pt x="2790825" y="1314450"/>
                </a:lnTo>
                <a:lnTo>
                  <a:pt x="2790825" y="1333500"/>
                </a:lnTo>
                <a:lnTo>
                  <a:pt x="2781300" y="1333500"/>
                </a:lnTo>
                <a:lnTo>
                  <a:pt x="2781300" y="1343025"/>
                </a:lnTo>
                <a:lnTo>
                  <a:pt x="2752725" y="1343025"/>
                </a:lnTo>
                <a:lnTo>
                  <a:pt x="2752725" y="1333500"/>
                </a:lnTo>
                <a:lnTo>
                  <a:pt x="2743200" y="1333500"/>
                </a:lnTo>
                <a:lnTo>
                  <a:pt x="2743200" y="1323975"/>
                </a:lnTo>
                <a:lnTo>
                  <a:pt x="2733675" y="1323975"/>
                </a:lnTo>
                <a:lnTo>
                  <a:pt x="2733675" y="1304925"/>
                </a:lnTo>
                <a:lnTo>
                  <a:pt x="2752725" y="1304925"/>
                </a:lnTo>
                <a:lnTo>
                  <a:pt x="2752725" y="1295400"/>
                </a:lnTo>
                <a:lnTo>
                  <a:pt x="2714625" y="1295400"/>
                </a:lnTo>
                <a:close/>
                <a:moveTo>
                  <a:pt x="2790825" y="1285875"/>
                </a:moveTo>
                <a:lnTo>
                  <a:pt x="2800350" y="1285875"/>
                </a:lnTo>
                <a:lnTo>
                  <a:pt x="2800350" y="1295400"/>
                </a:lnTo>
                <a:lnTo>
                  <a:pt x="2790825" y="1295400"/>
                </a:lnTo>
                <a:close/>
                <a:moveTo>
                  <a:pt x="2047875" y="1295400"/>
                </a:moveTo>
                <a:lnTo>
                  <a:pt x="2085975" y="1295400"/>
                </a:lnTo>
                <a:lnTo>
                  <a:pt x="2085975" y="1304925"/>
                </a:lnTo>
                <a:lnTo>
                  <a:pt x="2047875" y="1304925"/>
                </a:lnTo>
                <a:close/>
                <a:moveTo>
                  <a:pt x="2247900" y="1295400"/>
                </a:moveTo>
                <a:lnTo>
                  <a:pt x="2257425" y="1295400"/>
                </a:lnTo>
                <a:lnTo>
                  <a:pt x="2257425" y="1285875"/>
                </a:lnTo>
                <a:lnTo>
                  <a:pt x="2247900" y="1285875"/>
                </a:lnTo>
                <a:close/>
                <a:moveTo>
                  <a:pt x="2800350" y="1295400"/>
                </a:moveTo>
                <a:lnTo>
                  <a:pt x="2857500" y="1295400"/>
                </a:lnTo>
                <a:lnTo>
                  <a:pt x="2857500" y="1304925"/>
                </a:lnTo>
                <a:lnTo>
                  <a:pt x="2800350" y="1304925"/>
                </a:lnTo>
                <a:close/>
                <a:moveTo>
                  <a:pt x="2876550" y="1295400"/>
                </a:moveTo>
                <a:lnTo>
                  <a:pt x="2886075" y="1295400"/>
                </a:lnTo>
                <a:lnTo>
                  <a:pt x="2886075" y="1304925"/>
                </a:lnTo>
                <a:lnTo>
                  <a:pt x="2876550" y="1304925"/>
                </a:lnTo>
                <a:close/>
                <a:moveTo>
                  <a:pt x="2038350" y="1304925"/>
                </a:moveTo>
                <a:lnTo>
                  <a:pt x="2047875" y="1304925"/>
                </a:lnTo>
                <a:lnTo>
                  <a:pt x="2047875" y="1314450"/>
                </a:lnTo>
                <a:lnTo>
                  <a:pt x="2038350" y="1314450"/>
                </a:lnTo>
                <a:close/>
                <a:moveTo>
                  <a:pt x="2686050" y="1304925"/>
                </a:moveTo>
                <a:lnTo>
                  <a:pt x="2695575" y="1304925"/>
                </a:lnTo>
                <a:lnTo>
                  <a:pt x="2695575" y="1314450"/>
                </a:lnTo>
                <a:lnTo>
                  <a:pt x="2705100" y="1314450"/>
                </a:lnTo>
                <a:lnTo>
                  <a:pt x="2705100" y="1304925"/>
                </a:lnTo>
                <a:lnTo>
                  <a:pt x="2724150" y="1304925"/>
                </a:lnTo>
                <a:lnTo>
                  <a:pt x="2724150" y="1333500"/>
                </a:lnTo>
                <a:lnTo>
                  <a:pt x="2714625" y="1333500"/>
                </a:lnTo>
                <a:lnTo>
                  <a:pt x="2714625" y="1323975"/>
                </a:lnTo>
                <a:lnTo>
                  <a:pt x="2676525" y="1323975"/>
                </a:lnTo>
                <a:lnTo>
                  <a:pt x="2676525" y="1314450"/>
                </a:lnTo>
                <a:lnTo>
                  <a:pt x="2686050" y="1314450"/>
                </a:lnTo>
                <a:close/>
                <a:moveTo>
                  <a:pt x="2962275" y="1304925"/>
                </a:moveTo>
                <a:lnTo>
                  <a:pt x="2981325" y="1304925"/>
                </a:lnTo>
                <a:lnTo>
                  <a:pt x="2981325" y="1314450"/>
                </a:lnTo>
                <a:lnTo>
                  <a:pt x="3000375" y="1314450"/>
                </a:lnTo>
                <a:lnTo>
                  <a:pt x="3000375" y="1323975"/>
                </a:lnTo>
                <a:lnTo>
                  <a:pt x="2990850" y="1323975"/>
                </a:lnTo>
                <a:lnTo>
                  <a:pt x="2990850" y="1333500"/>
                </a:lnTo>
                <a:lnTo>
                  <a:pt x="2962275" y="1333500"/>
                </a:lnTo>
                <a:lnTo>
                  <a:pt x="2962275" y="1352550"/>
                </a:lnTo>
                <a:lnTo>
                  <a:pt x="2971800" y="1352550"/>
                </a:lnTo>
                <a:lnTo>
                  <a:pt x="2971800" y="1362075"/>
                </a:lnTo>
                <a:lnTo>
                  <a:pt x="2962275" y="1362075"/>
                </a:lnTo>
                <a:lnTo>
                  <a:pt x="2962275" y="1371600"/>
                </a:lnTo>
                <a:lnTo>
                  <a:pt x="2952750" y="1371600"/>
                </a:lnTo>
                <a:lnTo>
                  <a:pt x="2952750" y="1381125"/>
                </a:lnTo>
                <a:lnTo>
                  <a:pt x="2962275" y="1381125"/>
                </a:lnTo>
                <a:lnTo>
                  <a:pt x="2962275" y="1390650"/>
                </a:lnTo>
                <a:lnTo>
                  <a:pt x="2914650" y="1390650"/>
                </a:lnTo>
                <a:lnTo>
                  <a:pt x="2914650" y="1381125"/>
                </a:lnTo>
                <a:lnTo>
                  <a:pt x="2933700" y="1381125"/>
                </a:lnTo>
                <a:lnTo>
                  <a:pt x="2933700" y="1371600"/>
                </a:lnTo>
                <a:lnTo>
                  <a:pt x="2895600" y="1371600"/>
                </a:lnTo>
                <a:lnTo>
                  <a:pt x="2895600" y="1381125"/>
                </a:lnTo>
                <a:lnTo>
                  <a:pt x="2905125" y="1381125"/>
                </a:lnTo>
                <a:lnTo>
                  <a:pt x="2905125" y="1390650"/>
                </a:lnTo>
                <a:lnTo>
                  <a:pt x="2867025" y="1390650"/>
                </a:lnTo>
                <a:lnTo>
                  <a:pt x="2867025" y="1371600"/>
                </a:lnTo>
                <a:lnTo>
                  <a:pt x="2838450" y="1371600"/>
                </a:lnTo>
                <a:lnTo>
                  <a:pt x="2838450" y="1381125"/>
                </a:lnTo>
                <a:lnTo>
                  <a:pt x="2790825" y="1381125"/>
                </a:lnTo>
                <a:lnTo>
                  <a:pt x="2790825" y="1390650"/>
                </a:lnTo>
                <a:lnTo>
                  <a:pt x="2771775" y="1390650"/>
                </a:lnTo>
                <a:lnTo>
                  <a:pt x="2771775" y="1381125"/>
                </a:lnTo>
                <a:lnTo>
                  <a:pt x="2762250" y="1381125"/>
                </a:lnTo>
                <a:lnTo>
                  <a:pt x="2762250" y="1362075"/>
                </a:lnTo>
                <a:lnTo>
                  <a:pt x="2790825" y="1362075"/>
                </a:lnTo>
                <a:lnTo>
                  <a:pt x="2790825" y="1371600"/>
                </a:lnTo>
                <a:lnTo>
                  <a:pt x="2828925" y="1371600"/>
                </a:lnTo>
                <a:lnTo>
                  <a:pt x="2828925" y="1352550"/>
                </a:lnTo>
                <a:lnTo>
                  <a:pt x="2819400" y="1352550"/>
                </a:lnTo>
                <a:lnTo>
                  <a:pt x="2819400" y="1343025"/>
                </a:lnTo>
                <a:lnTo>
                  <a:pt x="2847975" y="1343025"/>
                </a:lnTo>
                <a:lnTo>
                  <a:pt x="2847975" y="1333500"/>
                </a:lnTo>
                <a:lnTo>
                  <a:pt x="2838450" y="1333500"/>
                </a:lnTo>
                <a:lnTo>
                  <a:pt x="2838450" y="1323975"/>
                </a:lnTo>
                <a:lnTo>
                  <a:pt x="2819400" y="1323975"/>
                </a:lnTo>
                <a:lnTo>
                  <a:pt x="2819400" y="1333500"/>
                </a:lnTo>
                <a:lnTo>
                  <a:pt x="2809875" y="1333500"/>
                </a:lnTo>
                <a:lnTo>
                  <a:pt x="2809875" y="1343025"/>
                </a:lnTo>
                <a:lnTo>
                  <a:pt x="2800350" y="1343025"/>
                </a:lnTo>
                <a:lnTo>
                  <a:pt x="2800350" y="1314450"/>
                </a:lnTo>
                <a:lnTo>
                  <a:pt x="2876550" y="1314450"/>
                </a:lnTo>
                <a:lnTo>
                  <a:pt x="2876550" y="1323975"/>
                </a:lnTo>
                <a:lnTo>
                  <a:pt x="2933700" y="1323975"/>
                </a:lnTo>
                <a:lnTo>
                  <a:pt x="2933700" y="1333500"/>
                </a:lnTo>
                <a:lnTo>
                  <a:pt x="2952750" y="1333500"/>
                </a:lnTo>
                <a:lnTo>
                  <a:pt x="2952750" y="1323975"/>
                </a:lnTo>
                <a:lnTo>
                  <a:pt x="2962275" y="1323975"/>
                </a:lnTo>
                <a:close/>
                <a:moveTo>
                  <a:pt x="2524125" y="1314450"/>
                </a:moveTo>
                <a:lnTo>
                  <a:pt x="2533650" y="1314450"/>
                </a:lnTo>
                <a:lnTo>
                  <a:pt x="2533650" y="1323975"/>
                </a:lnTo>
                <a:lnTo>
                  <a:pt x="2524125" y="1323975"/>
                </a:lnTo>
                <a:close/>
                <a:moveTo>
                  <a:pt x="3057525" y="1314450"/>
                </a:moveTo>
                <a:lnTo>
                  <a:pt x="3086100" y="1314450"/>
                </a:lnTo>
                <a:lnTo>
                  <a:pt x="3086100" y="1323975"/>
                </a:lnTo>
                <a:lnTo>
                  <a:pt x="3057525" y="1323975"/>
                </a:lnTo>
                <a:close/>
                <a:moveTo>
                  <a:pt x="3171825" y="1314450"/>
                </a:moveTo>
                <a:lnTo>
                  <a:pt x="3181350" y="1314450"/>
                </a:lnTo>
                <a:lnTo>
                  <a:pt x="3181350" y="1323975"/>
                </a:lnTo>
                <a:lnTo>
                  <a:pt x="3200400" y="1323975"/>
                </a:lnTo>
                <a:lnTo>
                  <a:pt x="3200400" y="1333500"/>
                </a:lnTo>
                <a:lnTo>
                  <a:pt x="3219450" y="1333500"/>
                </a:lnTo>
                <a:lnTo>
                  <a:pt x="3219450" y="1343025"/>
                </a:lnTo>
                <a:lnTo>
                  <a:pt x="3209925" y="1343025"/>
                </a:lnTo>
                <a:lnTo>
                  <a:pt x="3209925" y="1362075"/>
                </a:lnTo>
                <a:lnTo>
                  <a:pt x="3228975" y="1362075"/>
                </a:lnTo>
                <a:lnTo>
                  <a:pt x="3228975" y="1371600"/>
                </a:lnTo>
                <a:lnTo>
                  <a:pt x="3248025" y="1371600"/>
                </a:lnTo>
                <a:lnTo>
                  <a:pt x="3248025" y="1381125"/>
                </a:lnTo>
                <a:lnTo>
                  <a:pt x="3267075" y="1381125"/>
                </a:lnTo>
                <a:lnTo>
                  <a:pt x="3267075" y="1409700"/>
                </a:lnTo>
                <a:lnTo>
                  <a:pt x="3248025" y="1409700"/>
                </a:lnTo>
                <a:lnTo>
                  <a:pt x="3248025" y="1390650"/>
                </a:lnTo>
                <a:lnTo>
                  <a:pt x="3219450" y="1390650"/>
                </a:lnTo>
                <a:lnTo>
                  <a:pt x="3219450" y="1409700"/>
                </a:lnTo>
                <a:lnTo>
                  <a:pt x="3238500" y="1409700"/>
                </a:lnTo>
                <a:lnTo>
                  <a:pt x="3238500" y="1428750"/>
                </a:lnTo>
                <a:lnTo>
                  <a:pt x="3228975" y="1428750"/>
                </a:lnTo>
                <a:lnTo>
                  <a:pt x="3228975" y="1419225"/>
                </a:lnTo>
                <a:lnTo>
                  <a:pt x="3190875" y="1419225"/>
                </a:lnTo>
                <a:lnTo>
                  <a:pt x="3190875" y="1409700"/>
                </a:lnTo>
                <a:lnTo>
                  <a:pt x="3171825" y="1409700"/>
                </a:lnTo>
                <a:lnTo>
                  <a:pt x="3171825" y="1400175"/>
                </a:lnTo>
                <a:lnTo>
                  <a:pt x="3162300" y="1400175"/>
                </a:lnTo>
                <a:lnTo>
                  <a:pt x="3162300" y="1390650"/>
                </a:lnTo>
                <a:lnTo>
                  <a:pt x="3124200" y="1390650"/>
                </a:lnTo>
                <a:lnTo>
                  <a:pt x="3124200" y="1381125"/>
                </a:lnTo>
                <a:lnTo>
                  <a:pt x="3086100" y="1381125"/>
                </a:lnTo>
                <a:lnTo>
                  <a:pt x="3086100" y="1362075"/>
                </a:lnTo>
                <a:lnTo>
                  <a:pt x="3105150" y="1362075"/>
                </a:lnTo>
                <a:lnTo>
                  <a:pt x="3105150" y="1352550"/>
                </a:lnTo>
                <a:lnTo>
                  <a:pt x="3114675" y="1352550"/>
                </a:lnTo>
                <a:lnTo>
                  <a:pt x="3114675" y="1343025"/>
                </a:lnTo>
                <a:lnTo>
                  <a:pt x="3143250" y="1343025"/>
                </a:lnTo>
                <a:lnTo>
                  <a:pt x="3143250" y="1333500"/>
                </a:lnTo>
                <a:lnTo>
                  <a:pt x="3114675" y="1333500"/>
                </a:lnTo>
                <a:lnTo>
                  <a:pt x="3114675" y="1323975"/>
                </a:lnTo>
                <a:lnTo>
                  <a:pt x="3171825" y="1323975"/>
                </a:lnTo>
                <a:close/>
                <a:moveTo>
                  <a:pt x="2419350" y="1323975"/>
                </a:moveTo>
                <a:lnTo>
                  <a:pt x="2428875" y="1323975"/>
                </a:lnTo>
                <a:lnTo>
                  <a:pt x="2428875" y="1333500"/>
                </a:lnTo>
                <a:lnTo>
                  <a:pt x="2447925" y="1333500"/>
                </a:lnTo>
                <a:lnTo>
                  <a:pt x="2447925" y="1343025"/>
                </a:lnTo>
                <a:lnTo>
                  <a:pt x="2400300" y="1343025"/>
                </a:lnTo>
                <a:lnTo>
                  <a:pt x="2400300" y="1333500"/>
                </a:lnTo>
                <a:lnTo>
                  <a:pt x="2419350" y="1333500"/>
                </a:lnTo>
                <a:close/>
                <a:moveTo>
                  <a:pt x="3238500" y="1323975"/>
                </a:moveTo>
                <a:lnTo>
                  <a:pt x="3248025" y="1323975"/>
                </a:lnTo>
                <a:lnTo>
                  <a:pt x="3248025" y="1314450"/>
                </a:lnTo>
                <a:lnTo>
                  <a:pt x="3238500" y="1314450"/>
                </a:lnTo>
                <a:close/>
                <a:moveTo>
                  <a:pt x="2466975" y="1333500"/>
                </a:moveTo>
                <a:lnTo>
                  <a:pt x="2476500" y="1333500"/>
                </a:lnTo>
                <a:lnTo>
                  <a:pt x="2476500" y="1343025"/>
                </a:lnTo>
                <a:lnTo>
                  <a:pt x="2466975" y="1343025"/>
                </a:lnTo>
                <a:close/>
                <a:moveTo>
                  <a:pt x="2657475" y="1333500"/>
                </a:moveTo>
                <a:lnTo>
                  <a:pt x="2667000" y="1333500"/>
                </a:lnTo>
                <a:lnTo>
                  <a:pt x="2667000" y="1343025"/>
                </a:lnTo>
                <a:lnTo>
                  <a:pt x="2657475" y="1343025"/>
                </a:lnTo>
                <a:close/>
                <a:moveTo>
                  <a:pt x="2990850" y="1333500"/>
                </a:moveTo>
                <a:lnTo>
                  <a:pt x="3009900" y="1333500"/>
                </a:lnTo>
                <a:lnTo>
                  <a:pt x="3009900" y="1343025"/>
                </a:lnTo>
                <a:lnTo>
                  <a:pt x="3057525" y="1343025"/>
                </a:lnTo>
                <a:lnTo>
                  <a:pt x="3057525" y="1362075"/>
                </a:lnTo>
                <a:lnTo>
                  <a:pt x="3067050" y="1362075"/>
                </a:lnTo>
                <a:lnTo>
                  <a:pt x="3067050" y="1381125"/>
                </a:lnTo>
                <a:lnTo>
                  <a:pt x="3057525" y="1381125"/>
                </a:lnTo>
                <a:lnTo>
                  <a:pt x="3057525" y="1390650"/>
                </a:lnTo>
                <a:lnTo>
                  <a:pt x="3048000" y="1390650"/>
                </a:lnTo>
                <a:lnTo>
                  <a:pt x="3048000" y="1400175"/>
                </a:lnTo>
                <a:lnTo>
                  <a:pt x="3057525" y="1400175"/>
                </a:lnTo>
                <a:lnTo>
                  <a:pt x="3057525" y="1409700"/>
                </a:lnTo>
                <a:lnTo>
                  <a:pt x="3038475" y="1409700"/>
                </a:lnTo>
                <a:lnTo>
                  <a:pt x="3038475" y="1400175"/>
                </a:lnTo>
                <a:lnTo>
                  <a:pt x="2962275" y="1400175"/>
                </a:lnTo>
                <a:lnTo>
                  <a:pt x="2962275" y="1390650"/>
                </a:lnTo>
                <a:lnTo>
                  <a:pt x="3000375" y="1390650"/>
                </a:lnTo>
                <a:lnTo>
                  <a:pt x="3000375" y="1381125"/>
                </a:lnTo>
                <a:lnTo>
                  <a:pt x="2990850" y="1381125"/>
                </a:lnTo>
                <a:lnTo>
                  <a:pt x="2990850" y="1371600"/>
                </a:lnTo>
                <a:lnTo>
                  <a:pt x="2971800" y="1371600"/>
                </a:lnTo>
                <a:lnTo>
                  <a:pt x="2971800" y="1362075"/>
                </a:lnTo>
                <a:lnTo>
                  <a:pt x="2981325" y="1362075"/>
                </a:lnTo>
                <a:lnTo>
                  <a:pt x="2981325" y="1352550"/>
                </a:lnTo>
                <a:lnTo>
                  <a:pt x="2990850" y="1352550"/>
                </a:lnTo>
                <a:close/>
                <a:moveTo>
                  <a:pt x="3305175" y="1333500"/>
                </a:moveTo>
                <a:lnTo>
                  <a:pt x="3314700" y="1333500"/>
                </a:lnTo>
                <a:lnTo>
                  <a:pt x="3314700" y="1343025"/>
                </a:lnTo>
                <a:lnTo>
                  <a:pt x="3305175" y="1343025"/>
                </a:lnTo>
                <a:close/>
                <a:moveTo>
                  <a:pt x="1952625" y="1343025"/>
                </a:moveTo>
                <a:lnTo>
                  <a:pt x="1990725" y="1343025"/>
                </a:lnTo>
                <a:lnTo>
                  <a:pt x="1990725" y="1352550"/>
                </a:lnTo>
                <a:lnTo>
                  <a:pt x="2000250" y="1352550"/>
                </a:lnTo>
                <a:lnTo>
                  <a:pt x="2000250" y="1371600"/>
                </a:lnTo>
                <a:lnTo>
                  <a:pt x="1990725" y="1371600"/>
                </a:lnTo>
                <a:lnTo>
                  <a:pt x="1990725" y="1390650"/>
                </a:lnTo>
                <a:lnTo>
                  <a:pt x="1981200" y="1390650"/>
                </a:lnTo>
                <a:lnTo>
                  <a:pt x="1981200" y="1371600"/>
                </a:lnTo>
                <a:lnTo>
                  <a:pt x="1971675" y="1371600"/>
                </a:lnTo>
                <a:lnTo>
                  <a:pt x="1971675" y="1362075"/>
                </a:lnTo>
                <a:lnTo>
                  <a:pt x="1952625" y="1362075"/>
                </a:lnTo>
                <a:close/>
                <a:moveTo>
                  <a:pt x="2533650" y="1343025"/>
                </a:moveTo>
                <a:lnTo>
                  <a:pt x="2543175" y="1343025"/>
                </a:lnTo>
                <a:lnTo>
                  <a:pt x="2543175" y="1352550"/>
                </a:lnTo>
                <a:lnTo>
                  <a:pt x="2533650" y="1352550"/>
                </a:lnTo>
                <a:close/>
                <a:moveTo>
                  <a:pt x="3324225" y="1343025"/>
                </a:moveTo>
                <a:lnTo>
                  <a:pt x="3333750" y="1343025"/>
                </a:lnTo>
                <a:lnTo>
                  <a:pt x="3333750" y="1352550"/>
                </a:lnTo>
                <a:lnTo>
                  <a:pt x="3324225" y="1352550"/>
                </a:lnTo>
                <a:close/>
                <a:moveTo>
                  <a:pt x="3333750" y="1352550"/>
                </a:moveTo>
                <a:lnTo>
                  <a:pt x="3362325" y="1352550"/>
                </a:lnTo>
                <a:lnTo>
                  <a:pt x="3362325" y="1362075"/>
                </a:lnTo>
                <a:lnTo>
                  <a:pt x="3343275" y="1362075"/>
                </a:lnTo>
                <a:lnTo>
                  <a:pt x="3343275" y="1371600"/>
                </a:lnTo>
                <a:lnTo>
                  <a:pt x="3333750" y="1371600"/>
                </a:lnTo>
                <a:close/>
                <a:moveTo>
                  <a:pt x="2657475" y="1371600"/>
                </a:moveTo>
                <a:lnTo>
                  <a:pt x="2667000" y="1371600"/>
                </a:lnTo>
                <a:lnTo>
                  <a:pt x="2667000" y="1381125"/>
                </a:lnTo>
                <a:lnTo>
                  <a:pt x="2657475" y="1381125"/>
                </a:lnTo>
                <a:close/>
                <a:moveTo>
                  <a:pt x="3190875" y="1371600"/>
                </a:moveTo>
                <a:lnTo>
                  <a:pt x="3200400" y="1371600"/>
                </a:lnTo>
                <a:lnTo>
                  <a:pt x="3200400" y="1362075"/>
                </a:lnTo>
                <a:lnTo>
                  <a:pt x="3190875" y="1362075"/>
                </a:lnTo>
                <a:close/>
                <a:moveTo>
                  <a:pt x="2667000" y="1381125"/>
                </a:moveTo>
                <a:lnTo>
                  <a:pt x="2676525" y="1381125"/>
                </a:lnTo>
                <a:lnTo>
                  <a:pt x="2676525" y="1390650"/>
                </a:lnTo>
                <a:lnTo>
                  <a:pt x="2667000" y="1390650"/>
                </a:lnTo>
                <a:close/>
                <a:moveTo>
                  <a:pt x="2686050" y="1390650"/>
                </a:moveTo>
                <a:lnTo>
                  <a:pt x="2695575" y="1390650"/>
                </a:lnTo>
                <a:lnTo>
                  <a:pt x="2695575" y="1409700"/>
                </a:lnTo>
                <a:lnTo>
                  <a:pt x="2686050" y="1409700"/>
                </a:lnTo>
                <a:close/>
                <a:moveTo>
                  <a:pt x="3171825" y="1390650"/>
                </a:moveTo>
                <a:lnTo>
                  <a:pt x="3181350" y="1390650"/>
                </a:lnTo>
                <a:lnTo>
                  <a:pt x="3181350" y="1371600"/>
                </a:lnTo>
                <a:lnTo>
                  <a:pt x="3171825" y="1371600"/>
                </a:lnTo>
                <a:close/>
                <a:moveTo>
                  <a:pt x="2752725" y="1400175"/>
                </a:moveTo>
                <a:lnTo>
                  <a:pt x="2762250" y="1400175"/>
                </a:lnTo>
                <a:lnTo>
                  <a:pt x="2762250" y="1409700"/>
                </a:lnTo>
                <a:lnTo>
                  <a:pt x="2752725" y="1409700"/>
                </a:lnTo>
                <a:close/>
                <a:moveTo>
                  <a:pt x="3419475" y="1400175"/>
                </a:moveTo>
                <a:lnTo>
                  <a:pt x="3438525" y="1400175"/>
                </a:lnTo>
                <a:lnTo>
                  <a:pt x="3438525" y="1409700"/>
                </a:lnTo>
                <a:lnTo>
                  <a:pt x="3448050" y="1409700"/>
                </a:lnTo>
                <a:lnTo>
                  <a:pt x="3448050" y="1419225"/>
                </a:lnTo>
                <a:lnTo>
                  <a:pt x="3438525" y="1419225"/>
                </a:lnTo>
                <a:lnTo>
                  <a:pt x="3438525" y="1428750"/>
                </a:lnTo>
                <a:lnTo>
                  <a:pt x="3429000" y="1428750"/>
                </a:lnTo>
                <a:lnTo>
                  <a:pt x="3429000" y="1447800"/>
                </a:lnTo>
                <a:lnTo>
                  <a:pt x="3409950" y="1447800"/>
                </a:lnTo>
                <a:lnTo>
                  <a:pt x="3409950" y="1438275"/>
                </a:lnTo>
                <a:lnTo>
                  <a:pt x="3390900" y="1438275"/>
                </a:lnTo>
                <a:lnTo>
                  <a:pt x="3390900" y="1428750"/>
                </a:lnTo>
                <a:lnTo>
                  <a:pt x="3400425" y="1428750"/>
                </a:lnTo>
                <a:lnTo>
                  <a:pt x="3400425" y="1419225"/>
                </a:lnTo>
                <a:lnTo>
                  <a:pt x="3409950" y="1419225"/>
                </a:lnTo>
                <a:lnTo>
                  <a:pt x="3409950" y="1409700"/>
                </a:lnTo>
                <a:lnTo>
                  <a:pt x="3419475" y="1409700"/>
                </a:lnTo>
                <a:close/>
                <a:moveTo>
                  <a:pt x="2695575" y="1409700"/>
                </a:moveTo>
                <a:lnTo>
                  <a:pt x="2714625" y="1409700"/>
                </a:lnTo>
                <a:lnTo>
                  <a:pt x="2714625" y="1419225"/>
                </a:lnTo>
                <a:lnTo>
                  <a:pt x="2695575" y="1419225"/>
                </a:lnTo>
                <a:close/>
                <a:moveTo>
                  <a:pt x="2743200" y="1409700"/>
                </a:moveTo>
                <a:lnTo>
                  <a:pt x="2752725" y="1409700"/>
                </a:lnTo>
                <a:lnTo>
                  <a:pt x="2752725" y="1419225"/>
                </a:lnTo>
                <a:lnTo>
                  <a:pt x="2743200" y="1419225"/>
                </a:lnTo>
                <a:close/>
                <a:moveTo>
                  <a:pt x="3057525" y="1409700"/>
                </a:moveTo>
                <a:lnTo>
                  <a:pt x="3105150" y="1409700"/>
                </a:lnTo>
                <a:lnTo>
                  <a:pt x="3105150" y="1428750"/>
                </a:lnTo>
                <a:lnTo>
                  <a:pt x="3114675" y="1428750"/>
                </a:lnTo>
                <a:lnTo>
                  <a:pt x="3114675" y="1438275"/>
                </a:lnTo>
                <a:lnTo>
                  <a:pt x="3086100" y="1438275"/>
                </a:lnTo>
                <a:lnTo>
                  <a:pt x="3086100" y="1428750"/>
                </a:lnTo>
                <a:lnTo>
                  <a:pt x="3076575" y="1428750"/>
                </a:lnTo>
                <a:lnTo>
                  <a:pt x="3076575" y="1419225"/>
                </a:lnTo>
                <a:lnTo>
                  <a:pt x="3057525" y="1419225"/>
                </a:lnTo>
                <a:close/>
                <a:moveTo>
                  <a:pt x="2724150" y="1419225"/>
                </a:moveTo>
                <a:lnTo>
                  <a:pt x="2733675" y="1419225"/>
                </a:lnTo>
                <a:lnTo>
                  <a:pt x="2733675" y="1428750"/>
                </a:lnTo>
                <a:lnTo>
                  <a:pt x="2724150" y="1428750"/>
                </a:lnTo>
                <a:close/>
                <a:moveTo>
                  <a:pt x="3314700" y="1428750"/>
                </a:moveTo>
                <a:lnTo>
                  <a:pt x="3324225" y="1428750"/>
                </a:lnTo>
                <a:lnTo>
                  <a:pt x="3324225" y="1438275"/>
                </a:lnTo>
                <a:lnTo>
                  <a:pt x="3314700" y="1438275"/>
                </a:lnTo>
                <a:close/>
                <a:moveTo>
                  <a:pt x="3124200" y="1438275"/>
                </a:moveTo>
                <a:lnTo>
                  <a:pt x="3162300" y="1438275"/>
                </a:lnTo>
                <a:lnTo>
                  <a:pt x="3162300" y="1447800"/>
                </a:lnTo>
                <a:lnTo>
                  <a:pt x="3124200" y="1447800"/>
                </a:lnTo>
                <a:close/>
                <a:moveTo>
                  <a:pt x="3438525" y="1438275"/>
                </a:moveTo>
                <a:lnTo>
                  <a:pt x="3448050" y="1438275"/>
                </a:lnTo>
                <a:lnTo>
                  <a:pt x="3448050" y="1447800"/>
                </a:lnTo>
                <a:lnTo>
                  <a:pt x="3457575" y="1447800"/>
                </a:lnTo>
                <a:lnTo>
                  <a:pt x="3457575" y="1457325"/>
                </a:lnTo>
                <a:lnTo>
                  <a:pt x="3438525" y="1457325"/>
                </a:lnTo>
                <a:close/>
                <a:moveTo>
                  <a:pt x="1981200" y="1457325"/>
                </a:moveTo>
                <a:lnTo>
                  <a:pt x="1990725" y="1457325"/>
                </a:lnTo>
                <a:lnTo>
                  <a:pt x="1990725" y="1466850"/>
                </a:lnTo>
                <a:lnTo>
                  <a:pt x="1981200" y="1466850"/>
                </a:lnTo>
                <a:close/>
                <a:moveTo>
                  <a:pt x="2705100" y="1457325"/>
                </a:moveTo>
                <a:lnTo>
                  <a:pt x="2714625" y="1457325"/>
                </a:lnTo>
                <a:lnTo>
                  <a:pt x="2714625" y="1476375"/>
                </a:lnTo>
                <a:lnTo>
                  <a:pt x="2695575" y="1476375"/>
                </a:lnTo>
                <a:lnTo>
                  <a:pt x="2695575" y="1466850"/>
                </a:lnTo>
                <a:lnTo>
                  <a:pt x="2705100" y="1466850"/>
                </a:lnTo>
                <a:close/>
                <a:moveTo>
                  <a:pt x="3457575" y="1457325"/>
                </a:moveTo>
                <a:lnTo>
                  <a:pt x="3467100" y="1457325"/>
                </a:lnTo>
                <a:lnTo>
                  <a:pt x="3467100" y="1466850"/>
                </a:lnTo>
                <a:lnTo>
                  <a:pt x="3457575" y="1466850"/>
                </a:lnTo>
                <a:close/>
                <a:moveTo>
                  <a:pt x="1990725" y="1466850"/>
                </a:moveTo>
                <a:lnTo>
                  <a:pt x="2000250" y="1466850"/>
                </a:lnTo>
                <a:lnTo>
                  <a:pt x="2000250" y="1476375"/>
                </a:lnTo>
                <a:lnTo>
                  <a:pt x="1990725" y="1476375"/>
                </a:lnTo>
                <a:close/>
                <a:moveTo>
                  <a:pt x="2333625" y="1485900"/>
                </a:moveTo>
                <a:lnTo>
                  <a:pt x="2362200" y="1485900"/>
                </a:lnTo>
                <a:lnTo>
                  <a:pt x="2362200" y="1504950"/>
                </a:lnTo>
                <a:lnTo>
                  <a:pt x="2324100" y="1504950"/>
                </a:lnTo>
                <a:lnTo>
                  <a:pt x="2324100" y="1495425"/>
                </a:lnTo>
                <a:lnTo>
                  <a:pt x="2333625" y="1495425"/>
                </a:lnTo>
                <a:close/>
                <a:moveTo>
                  <a:pt x="2714625" y="1495425"/>
                </a:moveTo>
                <a:lnTo>
                  <a:pt x="2724150" y="1495425"/>
                </a:lnTo>
                <a:lnTo>
                  <a:pt x="2724150" y="1504950"/>
                </a:lnTo>
                <a:lnTo>
                  <a:pt x="2714625" y="1504950"/>
                </a:lnTo>
                <a:close/>
                <a:moveTo>
                  <a:pt x="2362200" y="1504950"/>
                </a:moveTo>
                <a:lnTo>
                  <a:pt x="2371725" y="1504950"/>
                </a:lnTo>
                <a:lnTo>
                  <a:pt x="2371725" y="1514475"/>
                </a:lnTo>
                <a:lnTo>
                  <a:pt x="2362200" y="1514475"/>
                </a:lnTo>
                <a:close/>
                <a:moveTo>
                  <a:pt x="2695575" y="1504950"/>
                </a:moveTo>
                <a:lnTo>
                  <a:pt x="2714625" y="1504950"/>
                </a:lnTo>
                <a:lnTo>
                  <a:pt x="2714625" y="1514475"/>
                </a:lnTo>
                <a:lnTo>
                  <a:pt x="2695575" y="1514475"/>
                </a:lnTo>
                <a:close/>
                <a:moveTo>
                  <a:pt x="3486150" y="1504950"/>
                </a:moveTo>
                <a:lnTo>
                  <a:pt x="3495675" y="1504950"/>
                </a:lnTo>
                <a:lnTo>
                  <a:pt x="3495675" y="1524000"/>
                </a:lnTo>
                <a:lnTo>
                  <a:pt x="3486150" y="1524000"/>
                </a:lnTo>
                <a:close/>
                <a:moveTo>
                  <a:pt x="2066925" y="1514475"/>
                </a:moveTo>
                <a:lnTo>
                  <a:pt x="2124075" y="1514475"/>
                </a:lnTo>
                <a:lnTo>
                  <a:pt x="2124075" y="1524000"/>
                </a:lnTo>
                <a:lnTo>
                  <a:pt x="2152650" y="1524000"/>
                </a:lnTo>
                <a:lnTo>
                  <a:pt x="2152650" y="1533525"/>
                </a:lnTo>
                <a:lnTo>
                  <a:pt x="2247900" y="1533525"/>
                </a:lnTo>
                <a:lnTo>
                  <a:pt x="2247900" y="1543050"/>
                </a:lnTo>
                <a:lnTo>
                  <a:pt x="2257425" y="1543050"/>
                </a:lnTo>
                <a:lnTo>
                  <a:pt x="2257425" y="1533525"/>
                </a:lnTo>
                <a:lnTo>
                  <a:pt x="2266950" y="1533525"/>
                </a:lnTo>
                <a:lnTo>
                  <a:pt x="2266950" y="1524000"/>
                </a:lnTo>
                <a:lnTo>
                  <a:pt x="2286000" y="1524000"/>
                </a:lnTo>
                <a:lnTo>
                  <a:pt x="2286000" y="1514475"/>
                </a:lnTo>
                <a:lnTo>
                  <a:pt x="2305050" y="1514475"/>
                </a:lnTo>
                <a:lnTo>
                  <a:pt x="2305050" y="1533525"/>
                </a:lnTo>
                <a:lnTo>
                  <a:pt x="2314575" y="1533525"/>
                </a:lnTo>
                <a:lnTo>
                  <a:pt x="2314575" y="1562100"/>
                </a:lnTo>
                <a:lnTo>
                  <a:pt x="2333625" y="1562100"/>
                </a:lnTo>
                <a:lnTo>
                  <a:pt x="2333625" y="1571625"/>
                </a:lnTo>
                <a:lnTo>
                  <a:pt x="2343150" y="1571625"/>
                </a:lnTo>
                <a:lnTo>
                  <a:pt x="2343150" y="1581150"/>
                </a:lnTo>
                <a:lnTo>
                  <a:pt x="2352675" y="1581150"/>
                </a:lnTo>
                <a:lnTo>
                  <a:pt x="2352675" y="1590675"/>
                </a:lnTo>
                <a:lnTo>
                  <a:pt x="2362200" y="1590675"/>
                </a:lnTo>
                <a:lnTo>
                  <a:pt x="2362200" y="1600200"/>
                </a:lnTo>
                <a:lnTo>
                  <a:pt x="2371725" y="1600200"/>
                </a:lnTo>
                <a:lnTo>
                  <a:pt x="2371725" y="1609725"/>
                </a:lnTo>
                <a:lnTo>
                  <a:pt x="2305050" y="1609725"/>
                </a:lnTo>
                <a:lnTo>
                  <a:pt x="2305050" y="1600200"/>
                </a:lnTo>
                <a:lnTo>
                  <a:pt x="2295525" y="1600200"/>
                </a:lnTo>
                <a:lnTo>
                  <a:pt x="2295525" y="1609725"/>
                </a:lnTo>
                <a:lnTo>
                  <a:pt x="2286000" y="1609725"/>
                </a:lnTo>
                <a:lnTo>
                  <a:pt x="2286000" y="1619250"/>
                </a:lnTo>
                <a:lnTo>
                  <a:pt x="2276475" y="1619250"/>
                </a:lnTo>
                <a:lnTo>
                  <a:pt x="2276475" y="1609725"/>
                </a:lnTo>
                <a:lnTo>
                  <a:pt x="2219325" y="1609725"/>
                </a:lnTo>
                <a:lnTo>
                  <a:pt x="2219325" y="1600200"/>
                </a:lnTo>
                <a:lnTo>
                  <a:pt x="2190750" y="1600200"/>
                </a:lnTo>
                <a:lnTo>
                  <a:pt x="2190750" y="1590675"/>
                </a:lnTo>
                <a:lnTo>
                  <a:pt x="2171700" y="1590675"/>
                </a:lnTo>
                <a:lnTo>
                  <a:pt x="2171700" y="1600200"/>
                </a:lnTo>
                <a:lnTo>
                  <a:pt x="2143125" y="1600200"/>
                </a:lnTo>
                <a:lnTo>
                  <a:pt x="2143125" y="1590675"/>
                </a:lnTo>
                <a:lnTo>
                  <a:pt x="2133600" y="1590675"/>
                </a:lnTo>
                <a:lnTo>
                  <a:pt x="2133600" y="1581150"/>
                </a:lnTo>
                <a:lnTo>
                  <a:pt x="2143125" y="1581150"/>
                </a:lnTo>
                <a:lnTo>
                  <a:pt x="2143125" y="1552575"/>
                </a:lnTo>
                <a:lnTo>
                  <a:pt x="2133600" y="1552575"/>
                </a:lnTo>
                <a:lnTo>
                  <a:pt x="2133600" y="1562100"/>
                </a:lnTo>
                <a:lnTo>
                  <a:pt x="2105025" y="1562100"/>
                </a:lnTo>
                <a:lnTo>
                  <a:pt x="2105025" y="1552575"/>
                </a:lnTo>
                <a:lnTo>
                  <a:pt x="2085975" y="1552575"/>
                </a:lnTo>
                <a:lnTo>
                  <a:pt x="2085975" y="1543050"/>
                </a:lnTo>
                <a:lnTo>
                  <a:pt x="2076450" y="1543050"/>
                </a:lnTo>
                <a:lnTo>
                  <a:pt x="2076450" y="1533525"/>
                </a:lnTo>
                <a:lnTo>
                  <a:pt x="2057400" y="1533525"/>
                </a:lnTo>
                <a:lnTo>
                  <a:pt x="2057400" y="1524000"/>
                </a:lnTo>
                <a:lnTo>
                  <a:pt x="2066925" y="1524000"/>
                </a:lnTo>
                <a:close/>
                <a:moveTo>
                  <a:pt x="2371725" y="1514475"/>
                </a:moveTo>
                <a:lnTo>
                  <a:pt x="2381250" y="1514475"/>
                </a:lnTo>
                <a:lnTo>
                  <a:pt x="2381250" y="1524000"/>
                </a:lnTo>
                <a:lnTo>
                  <a:pt x="2371725" y="1524000"/>
                </a:lnTo>
                <a:close/>
                <a:moveTo>
                  <a:pt x="2381250" y="1524000"/>
                </a:moveTo>
                <a:lnTo>
                  <a:pt x="2390775" y="1524000"/>
                </a:lnTo>
                <a:lnTo>
                  <a:pt x="2390775" y="1533525"/>
                </a:lnTo>
                <a:lnTo>
                  <a:pt x="2381250" y="1533525"/>
                </a:lnTo>
                <a:close/>
                <a:moveTo>
                  <a:pt x="2400300" y="1533525"/>
                </a:moveTo>
                <a:lnTo>
                  <a:pt x="2409825" y="1533525"/>
                </a:lnTo>
                <a:lnTo>
                  <a:pt x="2409825" y="1543050"/>
                </a:lnTo>
                <a:lnTo>
                  <a:pt x="2400300" y="1543050"/>
                </a:lnTo>
                <a:close/>
                <a:moveTo>
                  <a:pt x="2667000" y="1533525"/>
                </a:moveTo>
                <a:lnTo>
                  <a:pt x="2705100" y="1533525"/>
                </a:lnTo>
                <a:lnTo>
                  <a:pt x="2705100" y="1543050"/>
                </a:lnTo>
                <a:lnTo>
                  <a:pt x="2686050" y="1543050"/>
                </a:lnTo>
                <a:lnTo>
                  <a:pt x="2686050" y="1552575"/>
                </a:lnTo>
                <a:lnTo>
                  <a:pt x="2676525" y="1552575"/>
                </a:lnTo>
                <a:lnTo>
                  <a:pt x="2676525" y="1543050"/>
                </a:lnTo>
                <a:lnTo>
                  <a:pt x="2667000" y="1543050"/>
                </a:lnTo>
                <a:close/>
                <a:moveTo>
                  <a:pt x="3095625" y="1533525"/>
                </a:moveTo>
                <a:lnTo>
                  <a:pt x="3105150" y="1533525"/>
                </a:lnTo>
                <a:lnTo>
                  <a:pt x="3105150" y="1552575"/>
                </a:lnTo>
                <a:lnTo>
                  <a:pt x="3095625" y="1552575"/>
                </a:lnTo>
                <a:close/>
                <a:moveTo>
                  <a:pt x="3114675" y="1533525"/>
                </a:moveTo>
                <a:lnTo>
                  <a:pt x="3124200" y="1533525"/>
                </a:lnTo>
                <a:lnTo>
                  <a:pt x="3124200" y="1562100"/>
                </a:lnTo>
                <a:lnTo>
                  <a:pt x="3114675" y="1562100"/>
                </a:lnTo>
                <a:close/>
                <a:moveTo>
                  <a:pt x="2457450" y="1543050"/>
                </a:moveTo>
                <a:lnTo>
                  <a:pt x="2466975" y="1543050"/>
                </a:lnTo>
                <a:lnTo>
                  <a:pt x="2466975" y="1552575"/>
                </a:lnTo>
                <a:lnTo>
                  <a:pt x="2457450" y="1552575"/>
                </a:lnTo>
                <a:close/>
                <a:moveTo>
                  <a:pt x="2476500" y="1552575"/>
                </a:moveTo>
                <a:lnTo>
                  <a:pt x="2505075" y="1552575"/>
                </a:lnTo>
                <a:lnTo>
                  <a:pt x="2505075" y="1562100"/>
                </a:lnTo>
                <a:lnTo>
                  <a:pt x="2476500" y="1562100"/>
                </a:lnTo>
                <a:close/>
                <a:moveTo>
                  <a:pt x="2638425" y="1552575"/>
                </a:moveTo>
                <a:lnTo>
                  <a:pt x="2647950" y="1552575"/>
                </a:lnTo>
                <a:lnTo>
                  <a:pt x="2647950" y="1562100"/>
                </a:lnTo>
                <a:lnTo>
                  <a:pt x="2657475" y="1562100"/>
                </a:lnTo>
                <a:lnTo>
                  <a:pt x="2657475" y="1571625"/>
                </a:lnTo>
                <a:lnTo>
                  <a:pt x="2638425" y="1571625"/>
                </a:lnTo>
                <a:lnTo>
                  <a:pt x="2638425" y="1590675"/>
                </a:lnTo>
                <a:lnTo>
                  <a:pt x="2619375" y="1590675"/>
                </a:lnTo>
                <a:lnTo>
                  <a:pt x="2619375" y="1581150"/>
                </a:lnTo>
                <a:lnTo>
                  <a:pt x="2609850" y="1581150"/>
                </a:lnTo>
                <a:lnTo>
                  <a:pt x="2609850" y="1571625"/>
                </a:lnTo>
                <a:lnTo>
                  <a:pt x="2600325" y="1571625"/>
                </a:lnTo>
                <a:lnTo>
                  <a:pt x="2600325" y="1581150"/>
                </a:lnTo>
                <a:lnTo>
                  <a:pt x="2590800" y="1581150"/>
                </a:lnTo>
                <a:lnTo>
                  <a:pt x="2590800" y="1571625"/>
                </a:lnTo>
                <a:lnTo>
                  <a:pt x="2581275" y="1571625"/>
                </a:lnTo>
                <a:lnTo>
                  <a:pt x="2581275" y="1562100"/>
                </a:lnTo>
                <a:lnTo>
                  <a:pt x="2638425" y="1562100"/>
                </a:lnTo>
                <a:close/>
                <a:moveTo>
                  <a:pt x="2171700" y="1562100"/>
                </a:moveTo>
                <a:lnTo>
                  <a:pt x="2181225" y="1562100"/>
                </a:lnTo>
                <a:lnTo>
                  <a:pt x="2181225" y="1552575"/>
                </a:lnTo>
                <a:lnTo>
                  <a:pt x="2171700" y="1552575"/>
                </a:lnTo>
                <a:close/>
                <a:moveTo>
                  <a:pt x="2295525" y="1562100"/>
                </a:moveTo>
                <a:lnTo>
                  <a:pt x="2305050" y="1562100"/>
                </a:lnTo>
                <a:lnTo>
                  <a:pt x="2305050" y="1543050"/>
                </a:lnTo>
                <a:lnTo>
                  <a:pt x="2295525" y="1543050"/>
                </a:lnTo>
                <a:close/>
                <a:moveTo>
                  <a:pt x="2705100" y="1562100"/>
                </a:moveTo>
                <a:lnTo>
                  <a:pt x="2733675" y="1562100"/>
                </a:lnTo>
                <a:lnTo>
                  <a:pt x="2733675" y="1581150"/>
                </a:lnTo>
                <a:lnTo>
                  <a:pt x="2752725" y="1581150"/>
                </a:lnTo>
                <a:lnTo>
                  <a:pt x="2752725" y="1590675"/>
                </a:lnTo>
                <a:lnTo>
                  <a:pt x="2762250" y="1590675"/>
                </a:lnTo>
                <a:lnTo>
                  <a:pt x="2762250" y="1609725"/>
                </a:lnTo>
                <a:lnTo>
                  <a:pt x="2771775" y="1609725"/>
                </a:lnTo>
                <a:lnTo>
                  <a:pt x="2771775" y="1619250"/>
                </a:lnTo>
                <a:lnTo>
                  <a:pt x="2762250" y="1619250"/>
                </a:lnTo>
                <a:lnTo>
                  <a:pt x="2762250" y="1657350"/>
                </a:lnTo>
                <a:lnTo>
                  <a:pt x="2667000" y="1657350"/>
                </a:lnTo>
                <a:lnTo>
                  <a:pt x="2667000" y="1647825"/>
                </a:lnTo>
                <a:lnTo>
                  <a:pt x="2695575" y="1647825"/>
                </a:lnTo>
                <a:lnTo>
                  <a:pt x="2695575" y="1638300"/>
                </a:lnTo>
                <a:lnTo>
                  <a:pt x="2705100" y="1638300"/>
                </a:lnTo>
                <a:lnTo>
                  <a:pt x="2705100" y="1647825"/>
                </a:lnTo>
                <a:lnTo>
                  <a:pt x="2752725" y="1647825"/>
                </a:lnTo>
                <a:lnTo>
                  <a:pt x="2752725" y="1609725"/>
                </a:lnTo>
                <a:lnTo>
                  <a:pt x="2743200" y="1609725"/>
                </a:lnTo>
                <a:lnTo>
                  <a:pt x="2743200" y="1590675"/>
                </a:lnTo>
                <a:lnTo>
                  <a:pt x="2724150" y="1590675"/>
                </a:lnTo>
                <a:lnTo>
                  <a:pt x="2724150" y="1581150"/>
                </a:lnTo>
                <a:lnTo>
                  <a:pt x="2714625" y="1581150"/>
                </a:lnTo>
                <a:lnTo>
                  <a:pt x="2714625" y="1590675"/>
                </a:lnTo>
                <a:lnTo>
                  <a:pt x="2705100" y="1590675"/>
                </a:lnTo>
                <a:close/>
                <a:moveTo>
                  <a:pt x="3124200" y="1562100"/>
                </a:moveTo>
                <a:lnTo>
                  <a:pt x="3133725" y="1562100"/>
                </a:lnTo>
                <a:lnTo>
                  <a:pt x="3133725" y="1581150"/>
                </a:lnTo>
                <a:lnTo>
                  <a:pt x="3124200" y="1581150"/>
                </a:lnTo>
                <a:close/>
                <a:moveTo>
                  <a:pt x="2181225" y="1571625"/>
                </a:moveTo>
                <a:lnTo>
                  <a:pt x="2190750" y="1571625"/>
                </a:lnTo>
                <a:lnTo>
                  <a:pt x="2190750" y="1581150"/>
                </a:lnTo>
                <a:lnTo>
                  <a:pt x="2238375" y="1581150"/>
                </a:lnTo>
                <a:lnTo>
                  <a:pt x="2238375" y="1590675"/>
                </a:lnTo>
                <a:lnTo>
                  <a:pt x="2266950" y="1590675"/>
                </a:lnTo>
                <a:lnTo>
                  <a:pt x="2266950" y="1600200"/>
                </a:lnTo>
                <a:lnTo>
                  <a:pt x="2286000" y="1600200"/>
                </a:lnTo>
                <a:lnTo>
                  <a:pt x="2286000" y="1590675"/>
                </a:lnTo>
                <a:lnTo>
                  <a:pt x="2295525" y="1590675"/>
                </a:lnTo>
                <a:lnTo>
                  <a:pt x="2295525" y="1581150"/>
                </a:lnTo>
                <a:lnTo>
                  <a:pt x="2286000" y="1581150"/>
                </a:lnTo>
                <a:lnTo>
                  <a:pt x="2286000" y="1571625"/>
                </a:lnTo>
                <a:lnTo>
                  <a:pt x="2276475" y="1571625"/>
                </a:lnTo>
                <a:lnTo>
                  <a:pt x="2276475" y="1562100"/>
                </a:lnTo>
                <a:lnTo>
                  <a:pt x="2257425" y="1562100"/>
                </a:lnTo>
                <a:lnTo>
                  <a:pt x="2257425" y="1571625"/>
                </a:lnTo>
                <a:lnTo>
                  <a:pt x="2238375" y="1571625"/>
                </a:lnTo>
                <a:lnTo>
                  <a:pt x="2238375" y="1562100"/>
                </a:lnTo>
                <a:lnTo>
                  <a:pt x="2228850" y="1562100"/>
                </a:lnTo>
                <a:lnTo>
                  <a:pt x="2228850" y="1552575"/>
                </a:lnTo>
                <a:lnTo>
                  <a:pt x="2190750" y="1552575"/>
                </a:lnTo>
                <a:lnTo>
                  <a:pt x="2190750" y="1562100"/>
                </a:lnTo>
                <a:lnTo>
                  <a:pt x="2181225" y="1562100"/>
                </a:lnTo>
                <a:close/>
                <a:moveTo>
                  <a:pt x="2771775" y="1571625"/>
                </a:moveTo>
                <a:lnTo>
                  <a:pt x="2781300" y="1571625"/>
                </a:lnTo>
                <a:lnTo>
                  <a:pt x="2781300" y="1581150"/>
                </a:lnTo>
                <a:lnTo>
                  <a:pt x="2771775" y="1581150"/>
                </a:lnTo>
                <a:close/>
                <a:moveTo>
                  <a:pt x="2800350" y="1581150"/>
                </a:moveTo>
                <a:lnTo>
                  <a:pt x="2809875" y="1581150"/>
                </a:lnTo>
                <a:lnTo>
                  <a:pt x="2809875" y="1590675"/>
                </a:lnTo>
                <a:lnTo>
                  <a:pt x="2800350" y="1590675"/>
                </a:lnTo>
                <a:close/>
                <a:moveTo>
                  <a:pt x="3114675" y="1581150"/>
                </a:moveTo>
                <a:lnTo>
                  <a:pt x="3124200" y="1581150"/>
                </a:lnTo>
                <a:lnTo>
                  <a:pt x="3124200" y="1590675"/>
                </a:lnTo>
                <a:lnTo>
                  <a:pt x="3114675" y="1590675"/>
                </a:lnTo>
                <a:close/>
                <a:moveTo>
                  <a:pt x="1990725" y="1590675"/>
                </a:moveTo>
                <a:lnTo>
                  <a:pt x="2000250" y="1590675"/>
                </a:lnTo>
                <a:lnTo>
                  <a:pt x="2000250" y="1600200"/>
                </a:lnTo>
                <a:lnTo>
                  <a:pt x="1990725" y="1600200"/>
                </a:lnTo>
                <a:close/>
                <a:moveTo>
                  <a:pt x="3095625" y="1590675"/>
                </a:moveTo>
                <a:lnTo>
                  <a:pt x="3114675" y="1590675"/>
                </a:lnTo>
                <a:lnTo>
                  <a:pt x="3114675" y="1609725"/>
                </a:lnTo>
                <a:lnTo>
                  <a:pt x="3124200" y="1609725"/>
                </a:lnTo>
                <a:lnTo>
                  <a:pt x="3124200" y="1619250"/>
                </a:lnTo>
                <a:lnTo>
                  <a:pt x="3152775" y="1619250"/>
                </a:lnTo>
                <a:lnTo>
                  <a:pt x="3152775" y="1628775"/>
                </a:lnTo>
                <a:lnTo>
                  <a:pt x="3114675" y="1628775"/>
                </a:lnTo>
                <a:lnTo>
                  <a:pt x="3114675" y="1619250"/>
                </a:lnTo>
                <a:lnTo>
                  <a:pt x="3105150" y="1619250"/>
                </a:lnTo>
                <a:lnTo>
                  <a:pt x="3105150" y="1600200"/>
                </a:lnTo>
                <a:lnTo>
                  <a:pt x="3095625" y="1600200"/>
                </a:lnTo>
                <a:close/>
                <a:moveTo>
                  <a:pt x="2124075" y="1600200"/>
                </a:moveTo>
                <a:lnTo>
                  <a:pt x="2133600" y="1600200"/>
                </a:lnTo>
                <a:lnTo>
                  <a:pt x="2133600" y="1609725"/>
                </a:lnTo>
                <a:lnTo>
                  <a:pt x="2124075" y="1609725"/>
                </a:lnTo>
                <a:close/>
                <a:moveTo>
                  <a:pt x="2990850" y="1600200"/>
                </a:moveTo>
                <a:lnTo>
                  <a:pt x="3000375" y="1600200"/>
                </a:lnTo>
                <a:lnTo>
                  <a:pt x="3000375" y="1609725"/>
                </a:lnTo>
                <a:lnTo>
                  <a:pt x="2990850" y="1609725"/>
                </a:lnTo>
                <a:close/>
                <a:moveTo>
                  <a:pt x="3019425" y="1600200"/>
                </a:moveTo>
                <a:lnTo>
                  <a:pt x="3028950" y="1600200"/>
                </a:lnTo>
                <a:lnTo>
                  <a:pt x="3028950" y="1619250"/>
                </a:lnTo>
                <a:lnTo>
                  <a:pt x="3000375" y="1619250"/>
                </a:lnTo>
                <a:lnTo>
                  <a:pt x="3000375" y="1609725"/>
                </a:lnTo>
                <a:lnTo>
                  <a:pt x="3019425" y="1609725"/>
                </a:lnTo>
                <a:close/>
                <a:moveTo>
                  <a:pt x="3467100" y="1600200"/>
                </a:moveTo>
                <a:lnTo>
                  <a:pt x="3476625" y="1600200"/>
                </a:lnTo>
                <a:lnTo>
                  <a:pt x="3476625" y="1609725"/>
                </a:lnTo>
                <a:lnTo>
                  <a:pt x="3467100" y="1609725"/>
                </a:lnTo>
                <a:close/>
                <a:moveTo>
                  <a:pt x="1971675" y="1609725"/>
                </a:moveTo>
                <a:lnTo>
                  <a:pt x="1981200" y="1609725"/>
                </a:lnTo>
                <a:lnTo>
                  <a:pt x="1981200" y="1619250"/>
                </a:lnTo>
                <a:lnTo>
                  <a:pt x="1971675" y="1619250"/>
                </a:lnTo>
                <a:close/>
                <a:moveTo>
                  <a:pt x="2381250" y="1609725"/>
                </a:moveTo>
                <a:lnTo>
                  <a:pt x="2390775" y="1609725"/>
                </a:lnTo>
                <a:lnTo>
                  <a:pt x="2390775" y="1619250"/>
                </a:lnTo>
                <a:lnTo>
                  <a:pt x="2381250" y="1619250"/>
                </a:lnTo>
                <a:close/>
                <a:moveTo>
                  <a:pt x="2419350" y="1619250"/>
                </a:moveTo>
                <a:lnTo>
                  <a:pt x="2438400" y="1619250"/>
                </a:lnTo>
                <a:lnTo>
                  <a:pt x="2438400" y="1628775"/>
                </a:lnTo>
                <a:lnTo>
                  <a:pt x="2457450" y="1628775"/>
                </a:lnTo>
                <a:lnTo>
                  <a:pt x="2457450" y="1619250"/>
                </a:lnTo>
                <a:lnTo>
                  <a:pt x="2466975" y="1619250"/>
                </a:lnTo>
                <a:lnTo>
                  <a:pt x="2466975" y="1628775"/>
                </a:lnTo>
                <a:lnTo>
                  <a:pt x="2476500" y="1628775"/>
                </a:lnTo>
                <a:lnTo>
                  <a:pt x="2476500" y="1619250"/>
                </a:lnTo>
                <a:lnTo>
                  <a:pt x="2495550" y="1619250"/>
                </a:lnTo>
                <a:lnTo>
                  <a:pt x="2495550" y="1628775"/>
                </a:lnTo>
                <a:lnTo>
                  <a:pt x="2476500" y="1628775"/>
                </a:lnTo>
                <a:lnTo>
                  <a:pt x="2476500" y="1638300"/>
                </a:lnTo>
                <a:lnTo>
                  <a:pt x="2428875" y="1638300"/>
                </a:lnTo>
                <a:lnTo>
                  <a:pt x="2428875" y="1628775"/>
                </a:lnTo>
                <a:lnTo>
                  <a:pt x="2419350" y="1628775"/>
                </a:lnTo>
                <a:close/>
                <a:moveTo>
                  <a:pt x="2524125" y="1619250"/>
                </a:moveTo>
                <a:lnTo>
                  <a:pt x="2533650" y="1619250"/>
                </a:lnTo>
                <a:lnTo>
                  <a:pt x="2533650" y="1628775"/>
                </a:lnTo>
                <a:lnTo>
                  <a:pt x="2562225" y="1628775"/>
                </a:lnTo>
                <a:lnTo>
                  <a:pt x="2562225" y="1638300"/>
                </a:lnTo>
                <a:lnTo>
                  <a:pt x="2581275" y="1638300"/>
                </a:lnTo>
                <a:lnTo>
                  <a:pt x="2581275" y="1647825"/>
                </a:lnTo>
                <a:lnTo>
                  <a:pt x="2552700" y="1647825"/>
                </a:lnTo>
                <a:lnTo>
                  <a:pt x="2552700" y="1638300"/>
                </a:lnTo>
                <a:lnTo>
                  <a:pt x="2543175" y="1638300"/>
                </a:lnTo>
                <a:lnTo>
                  <a:pt x="2543175" y="1647825"/>
                </a:lnTo>
                <a:lnTo>
                  <a:pt x="2524125" y="1647825"/>
                </a:lnTo>
                <a:lnTo>
                  <a:pt x="2524125" y="1638300"/>
                </a:lnTo>
                <a:lnTo>
                  <a:pt x="2514600" y="1638300"/>
                </a:lnTo>
                <a:lnTo>
                  <a:pt x="2514600" y="1628775"/>
                </a:lnTo>
                <a:lnTo>
                  <a:pt x="2524125" y="1628775"/>
                </a:lnTo>
                <a:close/>
                <a:moveTo>
                  <a:pt x="2952750" y="1619250"/>
                </a:moveTo>
                <a:lnTo>
                  <a:pt x="2971800" y="1619250"/>
                </a:lnTo>
                <a:lnTo>
                  <a:pt x="2971800" y="1638300"/>
                </a:lnTo>
                <a:lnTo>
                  <a:pt x="2962275" y="1638300"/>
                </a:lnTo>
                <a:lnTo>
                  <a:pt x="2962275" y="1628775"/>
                </a:lnTo>
                <a:lnTo>
                  <a:pt x="2952750" y="1628775"/>
                </a:lnTo>
                <a:close/>
                <a:moveTo>
                  <a:pt x="2305050" y="1628775"/>
                </a:moveTo>
                <a:lnTo>
                  <a:pt x="2333625" y="1628775"/>
                </a:lnTo>
                <a:lnTo>
                  <a:pt x="2333625" y="1638300"/>
                </a:lnTo>
                <a:lnTo>
                  <a:pt x="2324100" y="1638300"/>
                </a:lnTo>
                <a:lnTo>
                  <a:pt x="2324100" y="1647825"/>
                </a:lnTo>
                <a:lnTo>
                  <a:pt x="2314575" y="1647825"/>
                </a:lnTo>
                <a:lnTo>
                  <a:pt x="2314575" y="1638300"/>
                </a:lnTo>
                <a:lnTo>
                  <a:pt x="2305050" y="1638300"/>
                </a:lnTo>
                <a:close/>
                <a:moveTo>
                  <a:pt x="3152775" y="1628775"/>
                </a:moveTo>
                <a:lnTo>
                  <a:pt x="3257550" y="1628775"/>
                </a:lnTo>
                <a:lnTo>
                  <a:pt x="3257550" y="1638300"/>
                </a:lnTo>
                <a:lnTo>
                  <a:pt x="3286125" y="1638300"/>
                </a:lnTo>
                <a:lnTo>
                  <a:pt x="3286125" y="1647825"/>
                </a:lnTo>
                <a:lnTo>
                  <a:pt x="3295650" y="1647825"/>
                </a:lnTo>
                <a:lnTo>
                  <a:pt x="3295650" y="1638300"/>
                </a:lnTo>
                <a:lnTo>
                  <a:pt x="3343275" y="1638300"/>
                </a:lnTo>
                <a:lnTo>
                  <a:pt x="3343275" y="1647825"/>
                </a:lnTo>
                <a:lnTo>
                  <a:pt x="3352800" y="1647825"/>
                </a:lnTo>
                <a:lnTo>
                  <a:pt x="3352800" y="1657350"/>
                </a:lnTo>
                <a:lnTo>
                  <a:pt x="3409950" y="1657350"/>
                </a:lnTo>
                <a:lnTo>
                  <a:pt x="3409950" y="1647825"/>
                </a:lnTo>
                <a:lnTo>
                  <a:pt x="3419475" y="1647825"/>
                </a:lnTo>
                <a:lnTo>
                  <a:pt x="3419475" y="1638300"/>
                </a:lnTo>
                <a:lnTo>
                  <a:pt x="3429000" y="1638300"/>
                </a:lnTo>
                <a:lnTo>
                  <a:pt x="3429000" y="1647825"/>
                </a:lnTo>
                <a:lnTo>
                  <a:pt x="3419475" y="1647825"/>
                </a:lnTo>
                <a:lnTo>
                  <a:pt x="3419475" y="1657350"/>
                </a:lnTo>
                <a:lnTo>
                  <a:pt x="3409950" y="1657350"/>
                </a:lnTo>
                <a:lnTo>
                  <a:pt x="3409950" y="1685925"/>
                </a:lnTo>
                <a:lnTo>
                  <a:pt x="3390900" y="1685925"/>
                </a:lnTo>
                <a:lnTo>
                  <a:pt x="3390900" y="1695450"/>
                </a:lnTo>
                <a:lnTo>
                  <a:pt x="3381375" y="1695450"/>
                </a:lnTo>
                <a:lnTo>
                  <a:pt x="3381375" y="1704975"/>
                </a:lnTo>
                <a:lnTo>
                  <a:pt x="3371850" y="1704975"/>
                </a:lnTo>
                <a:lnTo>
                  <a:pt x="3371850" y="1695450"/>
                </a:lnTo>
                <a:lnTo>
                  <a:pt x="3352800" y="1695450"/>
                </a:lnTo>
                <a:lnTo>
                  <a:pt x="3352800" y="1704975"/>
                </a:lnTo>
                <a:lnTo>
                  <a:pt x="3362325" y="1704975"/>
                </a:lnTo>
                <a:lnTo>
                  <a:pt x="3362325" y="1724025"/>
                </a:lnTo>
                <a:lnTo>
                  <a:pt x="3324225" y="1724025"/>
                </a:lnTo>
                <a:lnTo>
                  <a:pt x="3324225" y="1704975"/>
                </a:lnTo>
                <a:lnTo>
                  <a:pt x="3343275" y="1704975"/>
                </a:lnTo>
                <a:lnTo>
                  <a:pt x="3343275" y="1695450"/>
                </a:lnTo>
                <a:lnTo>
                  <a:pt x="3324225" y="1695450"/>
                </a:lnTo>
                <a:lnTo>
                  <a:pt x="3324225" y="1685925"/>
                </a:lnTo>
                <a:lnTo>
                  <a:pt x="3314700" y="1685925"/>
                </a:lnTo>
                <a:lnTo>
                  <a:pt x="3314700" y="1714500"/>
                </a:lnTo>
                <a:lnTo>
                  <a:pt x="3228975" y="1714500"/>
                </a:lnTo>
                <a:lnTo>
                  <a:pt x="3228975" y="1704975"/>
                </a:lnTo>
                <a:lnTo>
                  <a:pt x="3143250" y="1704975"/>
                </a:lnTo>
                <a:lnTo>
                  <a:pt x="3143250" y="1695450"/>
                </a:lnTo>
                <a:lnTo>
                  <a:pt x="3171825" y="1695450"/>
                </a:lnTo>
                <a:lnTo>
                  <a:pt x="3171825" y="1685925"/>
                </a:lnTo>
                <a:lnTo>
                  <a:pt x="3181350" y="1685925"/>
                </a:lnTo>
                <a:lnTo>
                  <a:pt x="3181350" y="1676400"/>
                </a:lnTo>
                <a:lnTo>
                  <a:pt x="3190875" y="1676400"/>
                </a:lnTo>
                <a:lnTo>
                  <a:pt x="3190875" y="1657350"/>
                </a:lnTo>
                <a:lnTo>
                  <a:pt x="3171825" y="1657350"/>
                </a:lnTo>
                <a:lnTo>
                  <a:pt x="3171825" y="1638300"/>
                </a:lnTo>
                <a:lnTo>
                  <a:pt x="3152775" y="1638300"/>
                </a:lnTo>
                <a:close/>
                <a:moveTo>
                  <a:pt x="3438525" y="1628775"/>
                </a:moveTo>
                <a:lnTo>
                  <a:pt x="3448050" y="1628775"/>
                </a:lnTo>
                <a:lnTo>
                  <a:pt x="3448050" y="1638300"/>
                </a:lnTo>
                <a:lnTo>
                  <a:pt x="3438525" y="1638300"/>
                </a:lnTo>
                <a:close/>
                <a:moveTo>
                  <a:pt x="2600325" y="1638300"/>
                </a:moveTo>
                <a:lnTo>
                  <a:pt x="2657475" y="1638300"/>
                </a:lnTo>
                <a:lnTo>
                  <a:pt x="2657475" y="1647825"/>
                </a:lnTo>
                <a:lnTo>
                  <a:pt x="2600325" y="1647825"/>
                </a:lnTo>
                <a:close/>
                <a:moveTo>
                  <a:pt x="2276475" y="1647825"/>
                </a:moveTo>
                <a:lnTo>
                  <a:pt x="2286000" y="1647825"/>
                </a:lnTo>
                <a:lnTo>
                  <a:pt x="2286000" y="1704975"/>
                </a:lnTo>
                <a:lnTo>
                  <a:pt x="2266950" y="1704975"/>
                </a:lnTo>
                <a:lnTo>
                  <a:pt x="2266950" y="1657350"/>
                </a:lnTo>
                <a:lnTo>
                  <a:pt x="2276475" y="1657350"/>
                </a:lnTo>
                <a:close/>
                <a:moveTo>
                  <a:pt x="2295525" y="1647825"/>
                </a:moveTo>
                <a:lnTo>
                  <a:pt x="2305050" y="1647825"/>
                </a:lnTo>
                <a:lnTo>
                  <a:pt x="2305050" y="1657350"/>
                </a:lnTo>
                <a:lnTo>
                  <a:pt x="2295525" y="1657350"/>
                </a:lnTo>
                <a:close/>
                <a:moveTo>
                  <a:pt x="2438400" y="1657350"/>
                </a:moveTo>
                <a:lnTo>
                  <a:pt x="2447925" y="1657350"/>
                </a:lnTo>
                <a:lnTo>
                  <a:pt x="2447925" y="1666875"/>
                </a:lnTo>
                <a:lnTo>
                  <a:pt x="2457450" y="1666875"/>
                </a:lnTo>
                <a:lnTo>
                  <a:pt x="2457450" y="1676400"/>
                </a:lnTo>
                <a:lnTo>
                  <a:pt x="2438400" y="1676400"/>
                </a:lnTo>
                <a:close/>
                <a:moveTo>
                  <a:pt x="2809875" y="1657350"/>
                </a:moveTo>
                <a:lnTo>
                  <a:pt x="2828925" y="1657350"/>
                </a:lnTo>
                <a:lnTo>
                  <a:pt x="2828925" y="1666875"/>
                </a:lnTo>
                <a:lnTo>
                  <a:pt x="2809875" y="1666875"/>
                </a:lnTo>
                <a:close/>
                <a:moveTo>
                  <a:pt x="3219450" y="1657350"/>
                </a:moveTo>
                <a:lnTo>
                  <a:pt x="3228975" y="1657350"/>
                </a:lnTo>
                <a:lnTo>
                  <a:pt x="3228975" y="1666875"/>
                </a:lnTo>
                <a:lnTo>
                  <a:pt x="3238500" y="1666875"/>
                </a:lnTo>
                <a:lnTo>
                  <a:pt x="3238500" y="1647825"/>
                </a:lnTo>
                <a:lnTo>
                  <a:pt x="3219450" y="1647825"/>
                </a:lnTo>
                <a:close/>
                <a:moveTo>
                  <a:pt x="2314575" y="1666875"/>
                </a:moveTo>
                <a:lnTo>
                  <a:pt x="2324100" y="1666875"/>
                </a:lnTo>
                <a:lnTo>
                  <a:pt x="2324100" y="1676400"/>
                </a:lnTo>
                <a:lnTo>
                  <a:pt x="2314575" y="1676400"/>
                </a:lnTo>
                <a:close/>
                <a:moveTo>
                  <a:pt x="2381250" y="1666875"/>
                </a:moveTo>
                <a:lnTo>
                  <a:pt x="2428875" y="1666875"/>
                </a:lnTo>
                <a:lnTo>
                  <a:pt x="2428875" y="1695450"/>
                </a:lnTo>
                <a:lnTo>
                  <a:pt x="2409825" y="1695450"/>
                </a:lnTo>
                <a:lnTo>
                  <a:pt x="2409825" y="1704975"/>
                </a:lnTo>
                <a:lnTo>
                  <a:pt x="2419350" y="1704975"/>
                </a:lnTo>
                <a:lnTo>
                  <a:pt x="2419350" y="1714500"/>
                </a:lnTo>
                <a:lnTo>
                  <a:pt x="2390775" y="1714500"/>
                </a:lnTo>
                <a:lnTo>
                  <a:pt x="2390775" y="1695450"/>
                </a:lnTo>
                <a:lnTo>
                  <a:pt x="2400300" y="1695450"/>
                </a:lnTo>
                <a:lnTo>
                  <a:pt x="2400300" y="1685925"/>
                </a:lnTo>
                <a:lnTo>
                  <a:pt x="2390775" y="1685925"/>
                </a:lnTo>
                <a:lnTo>
                  <a:pt x="2390775" y="1676400"/>
                </a:lnTo>
                <a:lnTo>
                  <a:pt x="2381250" y="1676400"/>
                </a:lnTo>
                <a:close/>
                <a:moveTo>
                  <a:pt x="2476500" y="1666875"/>
                </a:moveTo>
                <a:lnTo>
                  <a:pt x="2524125" y="1666875"/>
                </a:lnTo>
                <a:lnTo>
                  <a:pt x="2524125" y="1676400"/>
                </a:lnTo>
                <a:lnTo>
                  <a:pt x="2552700" y="1676400"/>
                </a:lnTo>
                <a:lnTo>
                  <a:pt x="2552700" y="1695450"/>
                </a:lnTo>
                <a:lnTo>
                  <a:pt x="2514600" y="1695450"/>
                </a:lnTo>
                <a:lnTo>
                  <a:pt x="2514600" y="1685925"/>
                </a:lnTo>
                <a:lnTo>
                  <a:pt x="2466975" y="1685925"/>
                </a:lnTo>
                <a:lnTo>
                  <a:pt x="2466975" y="1676400"/>
                </a:lnTo>
                <a:lnTo>
                  <a:pt x="2476500" y="1676400"/>
                </a:lnTo>
                <a:close/>
                <a:moveTo>
                  <a:pt x="2828925" y="1666875"/>
                </a:moveTo>
                <a:lnTo>
                  <a:pt x="2847975" y="1666875"/>
                </a:lnTo>
                <a:lnTo>
                  <a:pt x="2847975" y="1676400"/>
                </a:lnTo>
                <a:lnTo>
                  <a:pt x="2828925" y="1676400"/>
                </a:lnTo>
                <a:close/>
                <a:moveTo>
                  <a:pt x="2886075" y="1666875"/>
                </a:moveTo>
                <a:lnTo>
                  <a:pt x="2933700" y="1666875"/>
                </a:lnTo>
                <a:lnTo>
                  <a:pt x="2933700" y="1676400"/>
                </a:lnTo>
                <a:lnTo>
                  <a:pt x="2886075" y="1676400"/>
                </a:lnTo>
                <a:close/>
                <a:moveTo>
                  <a:pt x="3286125" y="1666875"/>
                </a:moveTo>
                <a:lnTo>
                  <a:pt x="3295650" y="1666875"/>
                </a:lnTo>
                <a:lnTo>
                  <a:pt x="3295650" y="1657350"/>
                </a:lnTo>
                <a:lnTo>
                  <a:pt x="3286125" y="1657350"/>
                </a:lnTo>
                <a:close/>
                <a:moveTo>
                  <a:pt x="2952750" y="1676400"/>
                </a:moveTo>
                <a:lnTo>
                  <a:pt x="2990850" y="1676400"/>
                </a:lnTo>
                <a:lnTo>
                  <a:pt x="2990850" y="1685925"/>
                </a:lnTo>
                <a:lnTo>
                  <a:pt x="2952750" y="1685925"/>
                </a:lnTo>
                <a:close/>
                <a:moveTo>
                  <a:pt x="2438400" y="1685925"/>
                </a:moveTo>
                <a:lnTo>
                  <a:pt x="2447925" y="1685925"/>
                </a:lnTo>
                <a:lnTo>
                  <a:pt x="2447925" y="1695450"/>
                </a:lnTo>
                <a:lnTo>
                  <a:pt x="2438400" y="1695450"/>
                </a:lnTo>
                <a:close/>
                <a:moveTo>
                  <a:pt x="3038475" y="1685925"/>
                </a:moveTo>
                <a:lnTo>
                  <a:pt x="3095625" y="1685925"/>
                </a:lnTo>
                <a:lnTo>
                  <a:pt x="3095625" y="1695450"/>
                </a:lnTo>
                <a:lnTo>
                  <a:pt x="3038475" y="1695450"/>
                </a:lnTo>
                <a:close/>
                <a:moveTo>
                  <a:pt x="3333750" y="1685925"/>
                </a:moveTo>
                <a:lnTo>
                  <a:pt x="3343275" y="1685925"/>
                </a:lnTo>
                <a:lnTo>
                  <a:pt x="3343275" y="1676400"/>
                </a:lnTo>
                <a:lnTo>
                  <a:pt x="3333750" y="1676400"/>
                </a:lnTo>
                <a:close/>
                <a:moveTo>
                  <a:pt x="2352675" y="1695450"/>
                </a:moveTo>
                <a:lnTo>
                  <a:pt x="2371725" y="1695450"/>
                </a:lnTo>
                <a:lnTo>
                  <a:pt x="2371725" y="1704975"/>
                </a:lnTo>
                <a:lnTo>
                  <a:pt x="2352675" y="1704975"/>
                </a:lnTo>
                <a:close/>
                <a:moveTo>
                  <a:pt x="3200400" y="1695450"/>
                </a:moveTo>
                <a:lnTo>
                  <a:pt x="3238500" y="1695450"/>
                </a:lnTo>
                <a:lnTo>
                  <a:pt x="3238500" y="1676400"/>
                </a:lnTo>
                <a:lnTo>
                  <a:pt x="3200400" y="1676400"/>
                </a:lnTo>
                <a:close/>
                <a:moveTo>
                  <a:pt x="2495550" y="1704975"/>
                </a:moveTo>
                <a:lnTo>
                  <a:pt x="2505075" y="1704975"/>
                </a:lnTo>
                <a:lnTo>
                  <a:pt x="2505075" y="1714500"/>
                </a:lnTo>
                <a:lnTo>
                  <a:pt x="2495550" y="1714500"/>
                </a:lnTo>
                <a:close/>
                <a:moveTo>
                  <a:pt x="2676525" y="1704975"/>
                </a:moveTo>
                <a:lnTo>
                  <a:pt x="2686050" y="1704975"/>
                </a:lnTo>
                <a:lnTo>
                  <a:pt x="2686050" y="1714500"/>
                </a:lnTo>
                <a:lnTo>
                  <a:pt x="2676525" y="1714500"/>
                </a:lnTo>
                <a:close/>
                <a:moveTo>
                  <a:pt x="2266950" y="1724025"/>
                </a:moveTo>
                <a:lnTo>
                  <a:pt x="2286000" y="1724025"/>
                </a:lnTo>
                <a:lnTo>
                  <a:pt x="2286000" y="1733550"/>
                </a:lnTo>
                <a:lnTo>
                  <a:pt x="2266950" y="1733550"/>
                </a:lnTo>
                <a:close/>
                <a:moveTo>
                  <a:pt x="2543175" y="1724025"/>
                </a:moveTo>
                <a:lnTo>
                  <a:pt x="2552700" y="1724025"/>
                </a:lnTo>
                <a:lnTo>
                  <a:pt x="2552700" y="1733550"/>
                </a:lnTo>
                <a:lnTo>
                  <a:pt x="2543175" y="1733550"/>
                </a:lnTo>
                <a:close/>
                <a:moveTo>
                  <a:pt x="2657475" y="1724025"/>
                </a:moveTo>
                <a:lnTo>
                  <a:pt x="2686050" y="1724025"/>
                </a:lnTo>
                <a:lnTo>
                  <a:pt x="2686050" y="1733550"/>
                </a:lnTo>
                <a:lnTo>
                  <a:pt x="2657475" y="1733550"/>
                </a:lnTo>
                <a:close/>
                <a:moveTo>
                  <a:pt x="3362325" y="1724025"/>
                </a:moveTo>
                <a:lnTo>
                  <a:pt x="3371850" y="1724025"/>
                </a:lnTo>
                <a:lnTo>
                  <a:pt x="3371850" y="1733550"/>
                </a:lnTo>
                <a:lnTo>
                  <a:pt x="3362325" y="1733550"/>
                </a:lnTo>
                <a:close/>
                <a:moveTo>
                  <a:pt x="2305050" y="1752600"/>
                </a:moveTo>
                <a:lnTo>
                  <a:pt x="2324100" y="1752600"/>
                </a:lnTo>
                <a:lnTo>
                  <a:pt x="2324100" y="1762125"/>
                </a:lnTo>
                <a:lnTo>
                  <a:pt x="2314575" y="1762125"/>
                </a:lnTo>
                <a:lnTo>
                  <a:pt x="2314575" y="1771650"/>
                </a:lnTo>
                <a:lnTo>
                  <a:pt x="2305050" y="1771650"/>
                </a:lnTo>
                <a:close/>
                <a:moveTo>
                  <a:pt x="2762250" y="1752600"/>
                </a:moveTo>
                <a:lnTo>
                  <a:pt x="2800350" y="1752600"/>
                </a:lnTo>
                <a:lnTo>
                  <a:pt x="2800350" y="1762125"/>
                </a:lnTo>
                <a:lnTo>
                  <a:pt x="2762250" y="1762125"/>
                </a:lnTo>
                <a:close/>
                <a:moveTo>
                  <a:pt x="2905125" y="1752600"/>
                </a:moveTo>
                <a:lnTo>
                  <a:pt x="2914650" y="1752600"/>
                </a:lnTo>
                <a:lnTo>
                  <a:pt x="2914650" y="1762125"/>
                </a:lnTo>
                <a:lnTo>
                  <a:pt x="2905125" y="1762125"/>
                </a:lnTo>
                <a:close/>
                <a:moveTo>
                  <a:pt x="2343150" y="1762125"/>
                </a:moveTo>
                <a:lnTo>
                  <a:pt x="2362200" y="1762125"/>
                </a:lnTo>
                <a:lnTo>
                  <a:pt x="2362200" y="1771650"/>
                </a:lnTo>
                <a:lnTo>
                  <a:pt x="2428875" y="1771650"/>
                </a:lnTo>
                <a:lnTo>
                  <a:pt x="2428875" y="1781175"/>
                </a:lnTo>
                <a:lnTo>
                  <a:pt x="2457450" y="1781175"/>
                </a:lnTo>
                <a:lnTo>
                  <a:pt x="2457450" y="1790700"/>
                </a:lnTo>
                <a:lnTo>
                  <a:pt x="2371725" y="1790700"/>
                </a:lnTo>
                <a:lnTo>
                  <a:pt x="2371725" y="1781175"/>
                </a:lnTo>
                <a:lnTo>
                  <a:pt x="2352675" y="1781175"/>
                </a:lnTo>
                <a:lnTo>
                  <a:pt x="2352675" y="1771650"/>
                </a:lnTo>
                <a:lnTo>
                  <a:pt x="2343150" y="1771650"/>
                </a:lnTo>
                <a:close/>
                <a:moveTo>
                  <a:pt x="2819400" y="1762125"/>
                </a:moveTo>
                <a:lnTo>
                  <a:pt x="2838450" y="1762125"/>
                </a:lnTo>
                <a:lnTo>
                  <a:pt x="2838450" y="1790700"/>
                </a:lnTo>
                <a:lnTo>
                  <a:pt x="2819400" y="1790700"/>
                </a:lnTo>
                <a:lnTo>
                  <a:pt x="2819400" y="1781175"/>
                </a:lnTo>
                <a:lnTo>
                  <a:pt x="2828925" y="1781175"/>
                </a:lnTo>
                <a:lnTo>
                  <a:pt x="2828925" y="1771650"/>
                </a:lnTo>
                <a:lnTo>
                  <a:pt x="2819400" y="1771650"/>
                </a:lnTo>
                <a:close/>
                <a:moveTo>
                  <a:pt x="2257425" y="1771650"/>
                </a:moveTo>
                <a:lnTo>
                  <a:pt x="2276475" y="1771650"/>
                </a:lnTo>
                <a:lnTo>
                  <a:pt x="2276475" y="1781175"/>
                </a:lnTo>
                <a:lnTo>
                  <a:pt x="2295525" y="1781175"/>
                </a:lnTo>
                <a:lnTo>
                  <a:pt x="2295525" y="1771650"/>
                </a:lnTo>
                <a:lnTo>
                  <a:pt x="2305050" y="1771650"/>
                </a:lnTo>
                <a:lnTo>
                  <a:pt x="2305050" y="1781175"/>
                </a:lnTo>
                <a:lnTo>
                  <a:pt x="2295525" y="1781175"/>
                </a:lnTo>
                <a:lnTo>
                  <a:pt x="2295525" y="1790700"/>
                </a:lnTo>
                <a:lnTo>
                  <a:pt x="2286000" y="1790700"/>
                </a:lnTo>
                <a:lnTo>
                  <a:pt x="2286000" y="1809750"/>
                </a:lnTo>
                <a:lnTo>
                  <a:pt x="2276475" y="1809750"/>
                </a:lnTo>
                <a:lnTo>
                  <a:pt x="2276475" y="1828800"/>
                </a:lnTo>
                <a:lnTo>
                  <a:pt x="2286000" y="1828800"/>
                </a:lnTo>
                <a:lnTo>
                  <a:pt x="2286000" y="1838325"/>
                </a:lnTo>
                <a:lnTo>
                  <a:pt x="2266950" y="1838325"/>
                </a:lnTo>
                <a:lnTo>
                  <a:pt x="2266950" y="1857375"/>
                </a:lnTo>
                <a:lnTo>
                  <a:pt x="2247900" y="1857375"/>
                </a:lnTo>
                <a:lnTo>
                  <a:pt x="2247900" y="1828800"/>
                </a:lnTo>
                <a:lnTo>
                  <a:pt x="2257425" y="1828800"/>
                </a:lnTo>
                <a:lnTo>
                  <a:pt x="2257425" y="1819275"/>
                </a:lnTo>
                <a:lnTo>
                  <a:pt x="2266950" y="1819275"/>
                </a:lnTo>
                <a:lnTo>
                  <a:pt x="2266950" y="1790700"/>
                </a:lnTo>
                <a:lnTo>
                  <a:pt x="2257425" y="1790700"/>
                </a:lnTo>
                <a:close/>
                <a:moveTo>
                  <a:pt x="3276600" y="1771650"/>
                </a:moveTo>
                <a:lnTo>
                  <a:pt x="3286125" y="1771650"/>
                </a:lnTo>
                <a:lnTo>
                  <a:pt x="3286125" y="1781175"/>
                </a:lnTo>
                <a:lnTo>
                  <a:pt x="3276600" y="1781175"/>
                </a:lnTo>
                <a:close/>
                <a:moveTo>
                  <a:pt x="3390900" y="1771650"/>
                </a:moveTo>
                <a:lnTo>
                  <a:pt x="3400425" y="1771650"/>
                </a:lnTo>
                <a:lnTo>
                  <a:pt x="3400425" y="1866900"/>
                </a:lnTo>
                <a:lnTo>
                  <a:pt x="3409950" y="1866900"/>
                </a:lnTo>
                <a:lnTo>
                  <a:pt x="3409950" y="1876425"/>
                </a:lnTo>
                <a:lnTo>
                  <a:pt x="3400425" y="1876425"/>
                </a:lnTo>
                <a:lnTo>
                  <a:pt x="3400425" y="1885950"/>
                </a:lnTo>
                <a:lnTo>
                  <a:pt x="3390900" y="1885950"/>
                </a:lnTo>
                <a:close/>
                <a:moveTo>
                  <a:pt x="2333625" y="1781175"/>
                </a:moveTo>
                <a:lnTo>
                  <a:pt x="2352675" y="1781175"/>
                </a:lnTo>
                <a:lnTo>
                  <a:pt x="2352675" y="1790700"/>
                </a:lnTo>
                <a:lnTo>
                  <a:pt x="2343150" y="1790700"/>
                </a:lnTo>
                <a:lnTo>
                  <a:pt x="2343150" y="1809750"/>
                </a:lnTo>
                <a:lnTo>
                  <a:pt x="2333625" y="1809750"/>
                </a:lnTo>
                <a:close/>
                <a:moveTo>
                  <a:pt x="2466975" y="1781175"/>
                </a:moveTo>
                <a:lnTo>
                  <a:pt x="2486025" y="1781175"/>
                </a:lnTo>
                <a:lnTo>
                  <a:pt x="2486025" y="1800225"/>
                </a:lnTo>
                <a:lnTo>
                  <a:pt x="2466975" y="1800225"/>
                </a:lnTo>
                <a:close/>
                <a:moveTo>
                  <a:pt x="3038475" y="1781175"/>
                </a:moveTo>
                <a:lnTo>
                  <a:pt x="3124200" y="1781175"/>
                </a:lnTo>
                <a:lnTo>
                  <a:pt x="3124200" y="1790700"/>
                </a:lnTo>
                <a:lnTo>
                  <a:pt x="3067050" y="1790700"/>
                </a:lnTo>
                <a:lnTo>
                  <a:pt x="3067050" y="1800225"/>
                </a:lnTo>
                <a:lnTo>
                  <a:pt x="3048000" y="1800225"/>
                </a:lnTo>
                <a:lnTo>
                  <a:pt x="3048000" y="1790700"/>
                </a:lnTo>
                <a:lnTo>
                  <a:pt x="3038475" y="1790700"/>
                </a:lnTo>
                <a:close/>
                <a:moveTo>
                  <a:pt x="2533650" y="1790700"/>
                </a:moveTo>
                <a:lnTo>
                  <a:pt x="2543175" y="1790700"/>
                </a:lnTo>
                <a:lnTo>
                  <a:pt x="2543175" y="1800225"/>
                </a:lnTo>
                <a:lnTo>
                  <a:pt x="2533650" y="1800225"/>
                </a:lnTo>
                <a:close/>
                <a:moveTo>
                  <a:pt x="2552700" y="1790700"/>
                </a:moveTo>
                <a:lnTo>
                  <a:pt x="2571750" y="1790700"/>
                </a:lnTo>
                <a:lnTo>
                  <a:pt x="2571750" y="1809750"/>
                </a:lnTo>
                <a:lnTo>
                  <a:pt x="2590800" y="1809750"/>
                </a:lnTo>
                <a:lnTo>
                  <a:pt x="2590800" y="1790700"/>
                </a:lnTo>
                <a:lnTo>
                  <a:pt x="2609850" y="1790700"/>
                </a:lnTo>
                <a:lnTo>
                  <a:pt x="2609850" y="1800225"/>
                </a:lnTo>
                <a:lnTo>
                  <a:pt x="2619375" y="1800225"/>
                </a:lnTo>
                <a:lnTo>
                  <a:pt x="2619375" y="1809750"/>
                </a:lnTo>
                <a:lnTo>
                  <a:pt x="2628900" y="1809750"/>
                </a:lnTo>
                <a:lnTo>
                  <a:pt x="2628900" y="1819275"/>
                </a:lnTo>
                <a:lnTo>
                  <a:pt x="2638425" y="1819275"/>
                </a:lnTo>
                <a:lnTo>
                  <a:pt x="2638425" y="1809750"/>
                </a:lnTo>
                <a:lnTo>
                  <a:pt x="2647950" y="1809750"/>
                </a:lnTo>
                <a:lnTo>
                  <a:pt x="2647950" y="1800225"/>
                </a:lnTo>
                <a:lnTo>
                  <a:pt x="2657475" y="1800225"/>
                </a:lnTo>
                <a:lnTo>
                  <a:pt x="2657475" y="1809750"/>
                </a:lnTo>
                <a:lnTo>
                  <a:pt x="2724150" y="1809750"/>
                </a:lnTo>
                <a:lnTo>
                  <a:pt x="2724150" y="1800225"/>
                </a:lnTo>
                <a:lnTo>
                  <a:pt x="2752725" y="1800225"/>
                </a:lnTo>
                <a:lnTo>
                  <a:pt x="2752725" y="1809750"/>
                </a:lnTo>
                <a:lnTo>
                  <a:pt x="2743200" y="1809750"/>
                </a:lnTo>
                <a:lnTo>
                  <a:pt x="2743200" y="1819275"/>
                </a:lnTo>
                <a:lnTo>
                  <a:pt x="2752725" y="1819275"/>
                </a:lnTo>
                <a:lnTo>
                  <a:pt x="2752725" y="1828800"/>
                </a:lnTo>
                <a:lnTo>
                  <a:pt x="2771775" y="1828800"/>
                </a:lnTo>
                <a:lnTo>
                  <a:pt x="2771775" y="1819275"/>
                </a:lnTo>
                <a:lnTo>
                  <a:pt x="2790825" y="1819275"/>
                </a:lnTo>
                <a:lnTo>
                  <a:pt x="2790825" y="1828800"/>
                </a:lnTo>
                <a:lnTo>
                  <a:pt x="2800350" y="1828800"/>
                </a:lnTo>
                <a:lnTo>
                  <a:pt x="2800350" y="1819275"/>
                </a:lnTo>
                <a:lnTo>
                  <a:pt x="2809875" y="1819275"/>
                </a:lnTo>
                <a:lnTo>
                  <a:pt x="2809875" y="1809750"/>
                </a:lnTo>
                <a:lnTo>
                  <a:pt x="2819400" y="1809750"/>
                </a:lnTo>
                <a:lnTo>
                  <a:pt x="2819400" y="1819275"/>
                </a:lnTo>
                <a:lnTo>
                  <a:pt x="2809875" y="1819275"/>
                </a:lnTo>
                <a:lnTo>
                  <a:pt x="2809875" y="1838325"/>
                </a:lnTo>
                <a:lnTo>
                  <a:pt x="2790825" y="1838325"/>
                </a:lnTo>
                <a:lnTo>
                  <a:pt x="2790825" y="1847850"/>
                </a:lnTo>
                <a:lnTo>
                  <a:pt x="2781300" y="1847850"/>
                </a:lnTo>
                <a:lnTo>
                  <a:pt x="2781300" y="1838325"/>
                </a:lnTo>
                <a:lnTo>
                  <a:pt x="2762250" y="1838325"/>
                </a:lnTo>
                <a:lnTo>
                  <a:pt x="2762250" y="1847850"/>
                </a:lnTo>
                <a:lnTo>
                  <a:pt x="2733675" y="1847850"/>
                </a:lnTo>
                <a:lnTo>
                  <a:pt x="2733675" y="1866900"/>
                </a:lnTo>
                <a:lnTo>
                  <a:pt x="2724150" y="1866900"/>
                </a:lnTo>
                <a:lnTo>
                  <a:pt x="2724150" y="1857375"/>
                </a:lnTo>
                <a:lnTo>
                  <a:pt x="2714625" y="1857375"/>
                </a:lnTo>
                <a:lnTo>
                  <a:pt x="2714625" y="1847850"/>
                </a:lnTo>
                <a:lnTo>
                  <a:pt x="2705100" y="1847850"/>
                </a:lnTo>
                <a:lnTo>
                  <a:pt x="2705100" y="1857375"/>
                </a:lnTo>
                <a:lnTo>
                  <a:pt x="2686050" y="1857375"/>
                </a:lnTo>
                <a:lnTo>
                  <a:pt x="2686050" y="1847850"/>
                </a:lnTo>
                <a:lnTo>
                  <a:pt x="2676525" y="1847850"/>
                </a:lnTo>
                <a:lnTo>
                  <a:pt x="2676525" y="1828800"/>
                </a:lnTo>
                <a:lnTo>
                  <a:pt x="2657475" y="1828800"/>
                </a:lnTo>
                <a:lnTo>
                  <a:pt x="2657475" y="1838325"/>
                </a:lnTo>
                <a:lnTo>
                  <a:pt x="2628900" y="1838325"/>
                </a:lnTo>
                <a:lnTo>
                  <a:pt x="2628900" y="1847850"/>
                </a:lnTo>
                <a:lnTo>
                  <a:pt x="2609850" y="1847850"/>
                </a:lnTo>
                <a:lnTo>
                  <a:pt x="2609850" y="1838325"/>
                </a:lnTo>
                <a:lnTo>
                  <a:pt x="2600325" y="1838325"/>
                </a:lnTo>
                <a:lnTo>
                  <a:pt x="2600325" y="1819275"/>
                </a:lnTo>
                <a:lnTo>
                  <a:pt x="2590800" y="1819275"/>
                </a:lnTo>
                <a:lnTo>
                  <a:pt x="2590800" y="1828800"/>
                </a:lnTo>
                <a:lnTo>
                  <a:pt x="2581275" y="1828800"/>
                </a:lnTo>
                <a:lnTo>
                  <a:pt x="2581275" y="1819275"/>
                </a:lnTo>
                <a:lnTo>
                  <a:pt x="2571750" y="1819275"/>
                </a:lnTo>
                <a:lnTo>
                  <a:pt x="2571750" y="1847850"/>
                </a:lnTo>
                <a:lnTo>
                  <a:pt x="2552700" y="1847850"/>
                </a:lnTo>
                <a:lnTo>
                  <a:pt x="2552700" y="1838325"/>
                </a:lnTo>
                <a:lnTo>
                  <a:pt x="2543175" y="1838325"/>
                </a:lnTo>
                <a:lnTo>
                  <a:pt x="2543175" y="1819275"/>
                </a:lnTo>
                <a:lnTo>
                  <a:pt x="2562225" y="1819275"/>
                </a:lnTo>
                <a:lnTo>
                  <a:pt x="2562225" y="1809750"/>
                </a:lnTo>
                <a:lnTo>
                  <a:pt x="2543175" y="1809750"/>
                </a:lnTo>
                <a:lnTo>
                  <a:pt x="2543175" y="1800225"/>
                </a:lnTo>
                <a:lnTo>
                  <a:pt x="2552700" y="1800225"/>
                </a:lnTo>
                <a:close/>
                <a:moveTo>
                  <a:pt x="3028950" y="1790700"/>
                </a:moveTo>
                <a:lnTo>
                  <a:pt x="3038475" y="1790700"/>
                </a:lnTo>
                <a:lnTo>
                  <a:pt x="3038475" y="1800225"/>
                </a:lnTo>
                <a:lnTo>
                  <a:pt x="3028950" y="1800225"/>
                </a:lnTo>
                <a:close/>
                <a:moveTo>
                  <a:pt x="3124200" y="1790700"/>
                </a:moveTo>
                <a:lnTo>
                  <a:pt x="3171825" y="1790700"/>
                </a:lnTo>
                <a:lnTo>
                  <a:pt x="3171825" y="1800225"/>
                </a:lnTo>
                <a:lnTo>
                  <a:pt x="3143250" y="1800225"/>
                </a:lnTo>
                <a:lnTo>
                  <a:pt x="3143250" y="1809750"/>
                </a:lnTo>
                <a:lnTo>
                  <a:pt x="3133725" y="1809750"/>
                </a:lnTo>
                <a:lnTo>
                  <a:pt x="3133725" y="1800225"/>
                </a:lnTo>
                <a:lnTo>
                  <a:pt x="3124200" y="1800225"/>
                </a:lnTo>
                <a:close/>
                <a:moveTo>
                  <a:pt x="2314575" y="1800225"/>
                </a:moveTo>
                <a:lnTo>
                  <a:pt x="2324100" y="1800225"/>
                </a:lnTo>
                <a:lnTo>
                  <a:pt x="2324100" y="1809750"/>
                </a:lnTo>
                <a:lnTo>
                  <a:pt x="2314575" y="1809750"/>
                </a:lnTo>
                <a:close/>
                <a:moveTo>
                  <a:pt x="2371725" y="1800225"/>
                </a:moveTo>
                <a:lnTo>
                  <a:pt x="2381250" y="1800225"/>
                </a:lnTo>
                <a:lnTo>
                  <a:pt x="2381250" y="1809750"/>
                </a:lnTo>
                <a:lnTo>
                  <a:pt x="2371725" y="1809750"/>
                </a:lnTo>
                <a:close/>
                <a:moveTo>
                  <a:pt x="3009900" y="1800225"/>
                </a:moveTo>
                <a:lnTo>
                  <a:pt x="3019425" y="1800225"/>
                </a:lnTo>
                <a:lnTo>
                  <a:pt x="3019425" y="1809750"/>
                </a:lnTo>
                <a:lnTo>
                  <a:pt x="3009900" y="1809750"/>
                </a:lnTo>
                <a:close/>
                <a:moveTo>
                  <a:pt x="3200400" y="1800225"/>
                </a:moveTo>
                <a:lnTo>
                  <a:pt x="3248025" y="1800225"/>
                </a:lnTo>
                <a:lnTo>
                  <a:pt x="3248025" y="1809750"/>
                </a:lnTo>
                <a:lnTo>
                  <a:pt x="3257550" y="1809750"/>
                </a:lnTo>
                <a:lnTo>
                  <a:pt x="3257550" y="1819275"/>
                </a:lnTo>
                <a:lnTo>
                  <a:pt x="3219450" y="1819275"/>
                </a:lnTo>
                <a:lnTo>
                  <a:pt x="3219450" y="1809750"/>
                </a:lnTo>
                <a:lnTo>
                  <a:pt x="3200400" y="1809750"/>
                </a:lnTo>
                <a:close/>
                <a:moveTo>
                  <a:pt x="2343150" y="1809750"/>
                </a:moveTo>
                <a:lnTo>
                  <a:pt x="2352675" y="1809750"/>
                </a:lnTo>
                <a:lnTo>
                  <a:pt x="2352675" y="1819275"/>
                </a:lnTo>
                <a:lnTo>
                  <a:pt x="2343150" y="1819275"/>
                </a:lnTo>
                <a:close/>
                <a:moveTo>
                  <a:pt x="2362200" y="1809750"/>
                </a:moveTo>
                <a:lnTo>
                  <a:pt x="2371725" y="1809750"/>
                </a:lnTo>
                <a:lnTo>
                  <a:pt x="2371725" y="1819275"/>
                </a:lnTo>
                <a:lnTo>
                  <a:pt x="2362200" y="1819275"/>
                </a:lnTo>
                <a:close/>
                <a:moveTo>
                  <a:pt x="3000375" y="1809750"/>
                </a:moveTo>
                <a:lnTo>
                  <a:pt x="3009900" y="1809750"/>
                </a:lnTo>
                <a:lnTo>
                  <a:pt x="3009900" y="1819275"/>
                </a:lnTo>
                <a:lnTo>
                  <a:pt x="3000375" y="1819275"/>
                </a:lnTo>
                <a:close/>
                <a:moveTo>
                  <a:pt x="3267075" y="1809750"/>
                </a:moveTo>
                <a:lnTo>
                  <a:pt x="3295650" y="1809750"/>
                </a:lnTo>
                <a:lnTo>
                  <a:pt x="3295650" y="1819275"/>
                </a:lnTo>
                <a:lnTo>
                  <a:pt x="3267075" y="1819275"/>
                </a:lnTo>
                <a:close/>
                <a:moveTo>
                  <a:pt x="2466975" y="1819275"/>
                </a:moveTo>
                <a:lnTo>
                  <a:pt x="2486025" y="1819275"/>
                </a:lnTo>
                <a:lnTo>
                  <a:pt x="2486025" y="1838325"/>
                </a:lnTo>
                <a:lnTo>
                  <a:pt x="2476500" y="1838325"/>
                </a:lnTo>
                <a:lnTo>
                  <a:pt x="2476500" y="1828800"/>
                </a:lnTo>
                <a:lnTo>
                  <a:pt x="2466975" y="1828800"/>
                </a:lnTo>
                <a:close/>
                <a:moveTo>
                  <a:pt x="2990850" y="1819275"/>
                </a:moveTo>
                <a:lnTo>
                  <a:pt x="3000375" y="1819275"/>
                </a:lnTo>
                <a:lnTo>
                  <a:pt x="3000375" y="1838325"/>
                </a:lnTo>
                <a:lnTo>
                  <a:pt x="2990850" y="1838325"/>
                </a:lnTo>
                <a:close/>
                <a:moveTo>
                  <a:pt x="3324225" y="1828800"/>
                </a:moveTo>
                <a:lnTo>
                  <a:pt x="3333750" y="1828800"/>
                </a:lnTo>
                <a:lnTo>
                  <a:pt x="3333750" y="1838325"/>
                </a:lnTo>
                <a:lnTo>
                  <a:pt x="3324225" y="1838325"/>
                </a:lnTo>
                <a:close/>
                <a:moveTo>
                  <a:pt x="2295525" y="1838325"/>
                </a:moveTo>
                <a:lnTo>
                  <a:pt x="2305050" y="1838325"/>
                </a:lnTo>
                <a:lnTo>
                  <a:pt x="2305050" y="1847850"/>
                </a:lnTo>
                <a:lnTo>
                  <a:pt x="2295525" y="1847850"/>
                </a:lnTo>
                <a:close/>
                <a:moveTo>
                  <a:pt x="3333750" y="1838325"/>
                </a:moveTo>
                <a:lnTo>
                  <a:pt x="3343275" y="1838325"/>
                </a:lnTo>
                <a:lnTo>
                  <a:pt x="3343275" y="1847850"/>
                </a:lnTo>
                <a:lnTo>
                  <a:pt x="3333750" y="1847850"/>
                </a:lnTo>
                <a:close/>
                <a:moveTo>
                  <a:pt x="2524125" y="1847850"/>
                </a:moveTo>
                <a:lnTo>
                  <a:pt x="2543175" y="1847850"/>
                </a:lnTo>
                <a:lnTo>
                  <a:pt x="2543175" y="1866900"/>
                </a:lnTo>
                <a:lnTo>
                  <a:pt x="2533650" y="1866900"/>
                </a:lnTo>
                <a:lnTo>
                  <a:pt x="2533650" y="1857375"/>
                </a:lnTo>
                <a:lnTo>
                  <a:pt x="2524125" y="1857375"/>
                </a:lnTo>
                <a:close/>
                <a:moveTo>
                  <a:pt x="2981325" y="1847850"/>
                </a:moveTo>
                <a:lnTo>
                  <a:pt x="2990850" y="1847850"/>
                </a:lnTo>
                <a:lnTo>
                  <a:pt x="2990850" y="1895475"/>
                </a:lnTo>
                <a:lnTo>
                  <a:pt x="2981325" y="1895475"/>
                </a:lnTo>
                <a:close/>
                <a:moveTo>
                  <a:pt x="2266950" y="1857375"/>
                </a:moveTo>
                <a:lnTo>
                  <a:pt x="2276475" y="1857375"/>
                </a:lnTo>
                <a:lnTo>
                  <a:pt x="2276475" y="1866900"/>
                </a:lnTo>
                <a:lnTo>
                  <a:pt x="2266950" y="1866900"/>
                </a:lnTo>
                <a:close/>
                <a:moveTo>
                  <a:pt x="2705100" y="1857375"/>
                </a:moveTo>
                <a:lnTo>
                  <a:pt x="2714625" y="1857375"/>
                </a:lnTo>
                <a:lnTo>
                  <a:pt x="2714625" y="1866900"/>
                </a:lnTo>
                <a:lnTo>
                  <a:pt x="2705100" y="1866900"/>
                </a:lnTo>
                <a:close/>
                <a:moveTo>
                  <a:pt x="1962150" y="1866900"/>
                </a:moveTo>
                <a:lnTo>
                  <a:pt x="1971675" y="1866900"/>
                </a:lnTo>
                <a:lnTo>
                  <a:pt x="1971675" y="1876425"/>
                </a:lnTo>
                <a:lnTo>
                  <a:pt x="1962150" y="1876425"/>
                </a:lnTo>
                <a:close/>
                <a:moveTo>
                  <a:pt x="2371725" y="1866900"/>
                </a:moveTo>
                <a:lnTo>
                  <a:pt x="2381250" y="1866900"/>
                </a:lnTo>
                <a:lnTo>
                  <a:pt x="2381250" y="1885950"/>
                </a:lnTo>
                <a:lnTo>
                  <a:pt x="2419350" y="1885950"/>
                </a:lnTo>
                <a:lnTo>
                  <a:pt x="2419350" y="1876425"/>
                </a:lnTo>
                <a:lnTo>
                  <a:pt x="2457450" y="1876425"/>
                </a:lnTo>
                <a:lnTo>
                  <a:pt x="2457450" y="1885950"/>
                </a:lnTo>
                <a:lnTo>
                  <a:pt x="2466975" y="1885950"/>
                </a:lnTo>
                <a:lnTo>
                  <a:pt x="2466975" y="1895475"/>
                </a:lnTo>
                <a:lnTo>
                  <a:pt x="2438400" y="1895475"/>
                </a:lnTo>
                <a:lnTo>
                  <a:pt x="2438400" y="1885950"/>
                </a:lnTo>
                <a:lnTo>
                  <a:pt x="2428875" y="1885950"/>
                </a:lnTo>
                <a:lnTo>
                  <a:pt x="2428875" y="1895475"/>
                </a:lnTo>
                <a:lnTo>
                  <a:pt x="2371725" y="1895475"/>
                </a:lnTo>
                <a:lnTo>
                  <a:pt x="2371725" y="1885950"/>
                </a:lnTo>
                <a:lnTo>
                  <a:pt x="2362200" y="1885950"/>
                </a:lnTo>
                <a:lnTo>
                  <a:pt x="2362200" y="1876425"/>
                </a:lnTo>
                <a:lnTo>
                  <a:pt x="2371725" y="1876425"/>
                </a:lnTo>
                <a:close/>
                <a:moveTo>
                  <a:pt x="2647950" y="1866900"/>
                </a:moveTo>
                <a:lnTo>
                  <a:pt x="2667000" y="1866900"/>
                </a:lnTo>
                <a:lnTo>
                  <a:pt x="2667000" y="1876425"/>
                </a:lnTo>
                <a:lnTo>
                  <a:pt x="2647950" y="1876425"/>
                </a:lnTo>
                <a:close/>
                <a:moveTo>
                  <a:pt x="2714625" y="1866900"/>
                </a:moveTo>
                <a:lnTo>
                  <a:pt x="2724150" y="1866900"/>
                </a:lnTo>
                <a:lnTo>
                  <a:pt x="2724150" y="1876425"/>
                </a:lnTo>
                <a:lnTo>
                  <a:pt x="2714625" y="1876425"/>
                </a:lnTo>
                <a:close/>
                <a:moveTo>
                  <a:pt x="2247900" y="1876425"/>
                </a:moveTo>
                <a:lnTo>
                  <a:pt x="2266950" y="1876425"/>
                </a:lnTo>
                <a:lnTo>
                  <a:pt x="2266950" y="1885950"/>
                </a:lnTo>
                <a:lnTo>
                  <a:pt x="2247900" y="1885950"/>
                </a:lnTo>
                <a:close/>
                <a:moveTo>
                  <a:pt x="3352800" y="1876425"/>
                </a:moveTo>
                <a:lnTo>
                  <a:pt x="3362325" y="1876425"/>
                </a:lnTo>
                <a:lnTo>
                  <a:pt x="3362325" y="1905000"/>
                </a:lnTo>
                <a:lnTo>
                  <a:pt x="3352800" y="1905000"/>
                </a:lnTo>
                <a:close/>
                <a:moveTo>
                  <a:pt x="1971675" y="1885950"/>
                </a:moveTo>
                <a:lnTo>
                  <a:pt x="1981200" y="1885950"/>
                </a:lnTo>
                <a:lnTo>
                  <a:pt x="1981200" y="1895475"/>
                </a:lnTo>
                <a:lnTo>
                  <a:pt x="1971675" y="1895475"/>
                </a:lnTo>
                <a:close/>
                <a:moveTo>
                  <a:pt x="2476500" y="1885950"/>
                </a:moveTo>
                <a:lnTo>
                  <a:pt x="2486025" y="1885950"/>
                </a:lnTo>
                <a:lnTo>
                  <a:pt x="2486025" y="1895475"/>
                </a:lnTo>
                <a:lnTo>
                  <a:pt x="2476500" y="1895475"/>
                </a:lnTo>
                <a:close/>
                <a:moveTo>
                  <a:pt x="3381375" y="1885950"/>
                </a:moveTo>
                <a:lnTo>
                  <a:pt x="3390900" y="1885950"/>
                </a:lnTo>
                <a:lnTo>
                  <a:pt x="3390900" y="1914525"/>
                </a:lnTo>
                <a:lnTo>
                  <a:pt x="3409950" y="1914525"/>
                </a:lnTo>
                <a:lnTo>
                  <a:pt x="3409950" y="1924050"/>
                </a:lnTo>
                <a:lnTo>
                  <a:pt x="3429000" y="1924050"/>
                </a:lnTo>
                <a:lnTo>
                  <a:pt x="3429000" y="1933575"/>
                </a:lnTo>
                <a:lnTo>
                  <a:pt x="3438525" y="1933575"/>
                </a:lnTo>
                <a:lnTo>
                  <a:pt x="3438525" y="1971675"/>
                </a:lnTo>
                <a:lnTo>
                  <a:pt x="3381375" y="1971675"/>
                </a:lnTo>
                <a:lnTo>
                  <a:pt x="3381375" y="1962150"/>
                </a:lnTo>
                <a:lnTo>
                  <a:pt x="3390900" y="1962150"/>
                </a:lnTo>
                <a:lnTo>
                  <a:pt x="3390900" y="1943100"/>
                </a:lnTo>
                <a:lnTo>
                  <a:pt x="3381375" y="1943100"/>
                </a:lnTo>
                <a:close/>
                <a:moveTo>
                  <a:pt x="1962150" y="1895475"/>
                </a:moveTo>
                <a:lnTo>
                  <a:pt x="1971675" y="1895475"/>
                </a:lnTo>
                <a:lnTo>
                  <a:pt x="1971675" y="1905000"/>
                </a:lnTo>
                <a:lnTo>
                  <a:pt x="1981200" y="1905000"/>
                </a:lnTo>
                <a:lnTo>
                  <a:pt x="1981200" y="1924050"/>
                </a:lnTo>
                <a:lnTo>
                  <a:pt x="1990725" y="1924050"/>
                </a:lnTo>
                <a:lnTo>
                  <a:pt x="1990725" y="1933575"/>
                </a:lnTo>
                <a:lnTo>
                  <a:pt x="1981200" y="1933575"/>
                </a:lnTo>
                <a:lnTo>
                  <a:pt x="1981200" y="1943100"/>
                </a:lnTo>
                <a:lnTo>
                  <a:pt x="1962150" y="1943100"/>
                </a:lnTo>
                <a:lnTo>
                  <a:pt x="1962150" y="1933575"/>
                </a:lnTo>
                <a:lnTo>
                  <a:pt x="1971675" y="1933575"/>
                </a:lnTo>
                <a:lnTo>
                  <a:pt x="1971675" y="1914525"/>
                </a:lnTo>
                <a:lnTo>
                  <a:pt x="1962150" y="1914525"/>
                </a:lnTo>
                <a:close/>
                <a:moveTo>
                  <a:pt x="2990850" y="1895475"/>
                </a:moveTo>
                <a:lnTo>
                  <a:pt x="3000375" y="1895475"/>
                </a:lnTo>
                <a:lnTo>
                  <a:pt x="3000375" y="1905000"/>
                </a:lnTo>
                <a:lnTo>
                  <a:pt x="2990850" y="1905000"/>
                </a:lnTo>
                <a:close/>
                <a:moveTo>
                  <a:pt x="3000375" y="1905000"/>
                </a:moveTo>
                <a:lnTo>
                  <a:pt x="3009900" y="1905000"/>
                </a:lnTo>
                <a:lnTo>
                  <a:pt x="3009900" y="1914525"/>
                </a:lnTo>
                <a:lnTo>
                  <a:pt x="3000375" y="1914525"/>
                </a:lnTo>
                <a:close/>
                <a:moveTo>
                  <a:pt x="2085975" y="1914525"/>
                </a:moveTo>
                <a:lnTo>
                  <a:pt x="2124075" y="1914525"/>
                </a:lnTo>
                <a:lnTo>
                  <a:pt x="2124075" y="1924050"/>
                </a:lnTo>
                <a:lnTo>
                  <a:pt x="2085975" y="1924050"/>
                </a:lnTo>
                <a:close/>
                <a:moveTo>
                  <a:pt x="3009900" y="1914525"/>
                </a:moveTo>
                <a:lnTo>
                  <a:pt x="3019425" y="1914525"/>
                </a:lnTo>
                <a:lnTo>
                  <a:pt x="3019425" y="1924050"/>
                </a:lnTo>
                <a:lnTo>
                  <a:pt x="3009900" y="1924050"/>
                </a:lnTo>
                <a:close/>
                <a:moveTo>
                  <a:pt x="2495550" y="1924050"/>
                </a:moveTo>
                <a:lnTo>
                  <a:pt x="2505075" y="1924050"/>
                </a:lnTo>
                <a:lnTo>
                  <a:pt x="2505075" y="1933575"/>
                </a:lnTo>
                <a:lnTo>
                  <a:pt x="2495550" y="1933575"/>
                </a:lnTo>
                <a:close/>
                <a:moveTo>
                  <a:pt x="3019425" y="1924050"/>
                </a:moveTo>
                <a:lnTo>
                  <a:pt x="3028950" y="1924050"/>
                </a:lnTo>
                <a:lnTo>
                  <a:pt x="3028950" y="1933575"/>
                </a:lnTo>
                <a:lnTo>
                  <a:pt x="3019425" y="1933575"/>
                </a:lnTo>
                <a:close/>
                <a:moveTo>
                  <a:pt x="3048000" y="1933575"/>
                </a:moveTo>
                <a:lnTo>
                  <a:pt x="3067050" y="1933575"/>
                </a:lnTo>
                <a:lnTo>
                  <a:pt x="3067050" y="1943100"/>
                </a:lnTo>
                <a:lnTo>
                  <a:pt x="3048000" y="1943100"/>
                </a:lnTo>
                <a:close/>
                <a:moveTo>
                  <a:pt x="3076575" y="1933575"/>
                </a:moveTo>
                <a:lnTo>
                  <a:pt x="3105150" y="1933575"/>
                </a:lnTo>
                <a:lnTo>
                  <a:pt x="3105150" y="1943100"/>
                </a:lnTo>
                <a:lnTo>
                  <a:pt x="3152775" y="1943100"/>
                </a:lnTo>
                <a:lnTo>
                  <a:pt x="3152775" y="1952625"/>
                </a:lnTo>
                <a:lnTo>
                  <a:pt x="3095625" y="1952625"/>
                </a:lnTo>
                <a:lnTo>
                  <a:pt x="3095625" y="1943100"/>
                </a:lnTo>
                <a:lnTo>
                  <a:pt x="3076575" y="1943100"/>
                </a:lnTo>
                <a:close/>
                <a:moveTo>
                  <a:pt x="3324225" y="1933575"/>
                </a:moveTo>
                <a:lnTo>
                  <a:pt x="3333750" y="1933575"/>
                </a:lnTo>
                <a:lnTo>
                  <a:pt x="3333750" y="1943100"/>
                </a:lnTo>
                <a:lnTo>
                  <a:pt x="3324225" y="1943100"/>
                </a:lnTo>
                <a:close/>
                <a:moveTo>
                  <a:pt x="2305050" y="1943100"/>
                </a:moveTo>
                <a:lnTo>
                  <a:pt x="2362200" y="1943100"/>
                </a:lnTo>
                <a:lnTo>
                  <a:pt x="2362200" y="1952625"/>
                </a:lnTo>
                <a:lnTo>
                  <a:pt x="2352675" y="1952625"/>
                </a:lnTo>
                <a:lnTo>
                  <a:pt x="2352675" y="1962150"/>
                </a:lnTo>
                <a:lnTo>
                  <a:pt x="2305050" y="1962150"/>
                </a:lnTo>
                <a:close/>
                <a:moveTo>
                  <a:pt x="2381250" y="1943100"/>
                </a:moveTo>
                <a:lnTo>
                  <a:pt x="2400300" y="1943100"/>
                </a:lnTo>
                <a:lnTo>
                  <a:pt x="2400300" y="1952625"/>
                </a:lnTo>
                <a:lnTo>
                  <a:pt x="2428875" y="1952625"/>
                </a:lnTo>
                <a:lnTo>
                  <a:pt x="2428875" y="1971675"/>
                </a:lnTo>
                <a:lnTo>
                  <a:pt x="2381250" y="1971675"/>
                </a:lnTo>
                <a:lnTo>
                  <a:pt x="2381250" y="1962150"/>
                </a:lnTo>
                <a:lnTo>
                  <a:pt x="2371725" y="1962150"/>
                </a:lnTo>
                <a:lnTo>
                  <a:pt x="2371725" y="1952625"/>
                </a:lnTo>
                <a:lnTo>
                  <a:pt x="2381250" y="1952625"/>
                </a:lnTo>
                <a:close/>
                <a:moveTo>
                  <a:pt x="2514600" y="1943100"/>
                </a:moveTo>
                <a:lnTo>
                  <a:pt x="2533650" y="1943100"/>
                </a:lnTo>
                <a:lnTo>
                  <a:pt x="2533650" y="1962150"/>
                </a:lnTo>
                <a:lnTo>
                  <a:pt x="2543175" y="1962150"/>
                </a:lnTo>
                <a:lnTo>
                  <a:pt x="2543175" y="1971675"/>
                </a:lnTo>
                <a:lnTo>
                  <a:pt x="2533650" y="1971675"/>
                </a:lnTo>
                <a:lnTo>
                  <a:pt x="2533650" y="1981200"/>
                </a:lnTo>
                <a:lnTo>
                  <a:pt x="2505075" y="1981200"/>
                </a:lnTo>
                <a:lnTo>
                  <a:pt x="2505075" y="1962150"/>
                </a:lnTo>
                <a:lnTo>
                  <a:pt x="2514600" y="1962150"/>
                </a:lnTo>
                <a:close/>
                <a:moveTo>
                  <a:pt x="3171825" y="1943100"/>
                </a:moveTo>
                <a:lnTo>
                  <a:pt x="3209925" y="1943100"/>
                </a:lnTo>
                <a:lnTo>
                  <a:pt x="3209925" y="1952625"/>
                </a:lnTo>
                <a:lnTo>
                  <a:pt x="3267075" y="1952625"/>
                </a:lnTo>
                <a:lnTo>
                  <a:pt x="3267075" y="1962150"/>
                </a:lnTo>
                <a:lnTo>
                  <a:pt x="3152775" y="1962150"/>
                </a:lnTo>
                <a:lnTo>
                  <a:pt x="3152775" y="1952625"/>
                </a:lnTo>
                <a:lnTo>
                  <a:pt x="3171825" y="1952625"/>
                </a:lnTo>
                <a:close/>
                <a:moveTo>
                  <a:pt x="3314700" y="1943100"/>
                </a:moveTo>
                <a:lnTo>
                  <a:pt x="3324225" y="1943100"/>
                </a:lnTo>
                <a:lnTo>
                  <a:pt x="3324225" y="1952625"/>
                </a:lnTo>
                <a:lnTo>
                  <a:pt x="3314700" y="1952625"/>
                </a:lnTo>
                <a:close/>
                <a:moveTo>
                  <a:pt x="3286125" y="1952625"/>
                </a:moveTo>
                <a:lnTo>
                  <a:pt x="3295650" y="1952625"/>
                </a:lnTo>
                <a:lnTo>
                  <a:pt x="3295650" y="1971675"/>
                </a:lnTo>
                <a:lnTo>
                  <a:pt x="3276600" y="1971675"/>
                </a:lnTo>
                <a:lnTo>
                  <a:pt x="3276600" y="1962150"/>
                </a:lnTo>
                <a:lnTo>
                  <a:pt x="3286125" y="1962150"/>
                </a:lnTo>
                <a:close/>
                <a:moveTo>
                  <a:pt x="3400425" y="1952625"/>
                </a:moveTo>
                <a:lnTo>
                  <a:pt x="3429000" y="1952625"/>
                </a:lnTo>
                <a:lnTo>
                  <a:pt x="3429000" y="1943100"/>
                </a:lnTo>
                <a:lnTo>
                  <a:pt x="3419475" y="1943100"/>
                </a:lnTo>
                <a:lnTo>
                  <a:pt x="3419475" y="1933575"/>
                </a:lnTo>
                <a:lnTo>
                  <a:pt x="3400425" y="1933575"/>
                </a:lnTo>
                <a:close/>
                <a:moveTo>
                  <a:pt x="2552700" y="1971675"/>
                </a:moveTo>
                <a:lnTo>
                  <a:pt x="2600325" y="1971675"/>
                </a:lnTo>
                <a:lnTo>
                  <a:pt x="2600325" y="1981200"/>
                </a:lnTo>
                <a:lnTo>
                  <a:pt x="2590800" y="1981200"/>
                </a:lnTo>
                <a:lnTo>
                  <a:pt x="2590800" y="1990725"/>
                </a:lnTo>
                <a:lnTo>
                  <a:pt x="2562225" y="1990725"/>
                </a:lnTo>
                <a:lnTo>
                  <a:pt x="2562225" y="1981200"/>
                </a:lnTo>
                <a:lnTo>
                  <a:pt x="2552700" y="1981200"/>
                </a:lnTo>
                <a:close/>
                <a:moveTo>
                  <a:pt x="2657475" y="1981200"/>
                </a:moveTo>
                <a:lnTo>
                  <a:pt x="2667000" y="1981200"/>
                </a:lnTo>
                <a:lnTo>
                  <a:pt x="2667000" y="2000250"/>
                </a:lnTo>
                <a:lnTo>
                  <a:pt x="2657475" y="2000250"/>
                </a:lnTo>
                <a:close/>
                <a:moveTo>
                  <a:pt x="3362325" y="2009775"/>
                </a:moveTo>
                <a:lnTo>
                  <a:pt x="3371850" y="2009775"/>
                </a:lnTo>
                <a:lnTo>
                  <a:pt x="3371850" y="2019300"/>
                </a:lnTo>
                <a:lnTo>
                  <a:pt x="3362325" y="2019300"/>
                </a:lnTo>
                <a:close/>
                <a:moveTo>
                  <a:pt x="3419475" y="2028825"/>
                </a:moveTo>
                <a:lnTo>
                  <a:pt x="3429000" y="2028825"/>
                </a:lnTo>
                <a:lnTo>
                  <a:pt x="3429000" y="2047875"/>
                </a:lnTo>
                <a:lnTo>
                  <a:pt x="3419475" y="2047875"/>
                </a:lnTo>
                <a:lnTo>
                  <a:pt x="3419475" y="2057400"/>
                </a:lnTo>
                <a:lnTo>
                  <a:pt x="3409950" y="2057400"/>
                </a:lnTo>
                <a:lnTo>
                  <a:pt x="3409950" y="2038350"/>
                </a:lnTo>
                <a:lnTo>
                  <a:pt x="3419475" y="2038350"/>
                </a:lnTo>
                <a:close/>
                <a:moveTo>
                  <a:pt x="3362325" y="2038350"/>
                </a:moveTo>
                <a:lnTo>
                  <a:pt x="3371850" y="2038350"/>
                </a:lnTo>
                <a:lnTo>
                  <a:pt x="3371850" y="2047875"/>
                </a:lnTo>
                <a:lnTo>
                  <a:pt x="3381375" y="2047875"/>
                </a:lnTo>
                <a:lnTo>
                  <a:pt x="3381375" y="2057400"/>
                </a:lnTo>
                <a:lnTo>
                  <a:pt x="3400425" y="2057400"/>
                </a:lnTo>
                <a:lnTo>
                  <a:pt x="3400425" y="2066925"/>
                </a:lnTo>
                <a:lnTo>
                  <a:pt x="3419475" y="2066925"/>
                </a:lnTo>
                <a:lnTo>
                  <a:pt x="3419475" y="2105025"/>
                </a:lnTo>
                <a:lnTo>
                  <a:pt x="3409950" y="2105025"/>
                </a:lnTo>
                <a:lnTo>
                  <a:pt x="3409950" y="2114550"/>
                </a:lnTo>
                <a:lnTo>
                  <a:pt x="3400425" y="2114550"/>
                </a:lnTo>
                <a:lnTo>
                  <a:pt x="3400425" y="2124075"/>
                </a:lnTo>
                <a:lnTo>
                  <a:pt x="3390900" y="2124075"/>
                </a:lnTo>
                <a:lnTo>
                  <a:pt x="3390900" y="2114550"/>
                </a:lnTo>
                <a:lnTo>
                  <a:pt x="3362325" y="2114550"/>
                </a:lnTo>
                <a:lnTo>
                  <a:pt x="3362325" y="2124075"/>
                </a:lnTo>
                <a:lnTo>
                  <a:pt x="3352800" y="2124075"/>
                </a:lnTo>
                <a:lnTo>
                  <a:pt x="3352800" y="2105025"/>
                </a:lnTo>
                <a:lnTo>
                  <a:pt x="3371850" y="2105025"/>
                </a:lnTo>
                <a:lnTo>
                  <a:pt x="3371850" y="2095500"/>
                </a:lnTo>
                <a:lnTo>
                  <a:pt x="3343275" y="2095500"/>
                </a:lnTo>
                <a:lnTo>
                  <a:pt x="3343275" y="2066925"/>
                </a:lnTo>
                <a:lnTo>
                  <a:pt x="3352800" y="2066925"/>
                </a:lnTo>
                <a:lnTo>
                  <a:pt x="3352800" y="2057400"/>
                </a:lnTo>
                <a:lnTo>
                  <a:pt x="3362325" y="2057400"/>
                </a:lnTo>
                <a:close/>
                <a:moveTo>
                  <a:pt x="2524125" y="2085975"/>
                </a:moveTo>
                <a:lnTo>
                  <a:pt x="2533650" y="2085975"/>
                </a:lnTo>
                <a:lnTo>
                  <a:pt x="2533650" y="2095500"/>
                </a:lnTo>
                <a:lnTo>
                  <a:pt x="2524125" y="2095500"/>
                </a:lnTo>
                <a:close/>
                <a:moveTo>
                  <a:pt x="2514600" y="2124075"/>
                </a:moveTo>
                <a:lnTo>
                  <a:pt x="2524125" y="2124075"/>
                </a:lnTo>
                <a:lnTo>
                  <a:pt x="2524125" y="2133600"/>
                </a:lnTo>
                <a:lnTo>
                  <a:pt x="2514600" y="2133600"/>
                </a:lnTo>
                <a:close/>
                <a:moveTo>
                  <a:pt x="3352800" y="2152650"/>
                </a:moveTo>
                <a:lnTo>
                  <a:pt x="3362325" y="2152650"/>
                </a:lnTo>
                <a:lnTo>
                  <a:pt x="3362325" y="2171700"/>
                </a:lnTo>
                <a:lnTo>
                  <a:pt x="3352800" y="2171700"/>
                </a:lnTo>
                <a:close/>
                <a:moveTo>
                  <a:pt x="3352800" y="2190750"/>
                </a:moveTo>
                <a:lnTo>
                  <a:pt x="3362325" y="2190750"/>
                </a:lnTo>
                <a:lnTo>
                  <a:pt x="3362325" y="2200275"/>
                </a:lnTo>
                <a:lnTo>
                  <a:pt x="3390900" y="2200275"/>
                </a:lnTo>
                <a:lnTo>
                  <a:pt x="3390900" y="2209800"/>
                </a:lnTo>
                <a:lnTo>
                  <a:pt x="3400425" y="2209800"/>
                </a:lnTo>
                <a:lnTo>
                  <a:pt x="3400425" y="2276475"/>
                </a:lnTo>
                <a:lnTo>
                  <a:pt x="3390900" y="2276475"/>
                </a:lnTo>
                <a:lnTo>
                  <a:pt x="3390900" y="2238375"/>
                </a:lnTo>
                <a:lnTo>
                  <a:pt x="3381375" y="2238375"/>
                </a:lnTo>
                <a:lnTo>
                  <a:pt x="3381375" y="2228850"/>
                </a:lnTo>
                <a:lnTo>
                  <a:pt x="3362325" y="2228850"/>
                </a:lnTo>
                <a:lnTo>
                  <a:pt x="3362325" y="2219325"/>
                </a:lnTo>
                <a:lnTo>
                  <a:pt x="3352800" y="2219325"/>
                </a:lnTo>
                <a:close/>
                <a:moveTo>
                  <a:pt x="1981200" y="2257425"/>
                </a:moveTo>
                <a:lnTo>
                  <a:pt x="1990725" y="2257425"/>
                </a:lnTo>
                <a:lnTo>
                  <a:pt x="1990725" y="2276475"/>
                </a:lnTo>
                <a:lnTo>
                  <a:pt x="2000250" y="2276475"/>
                </a:lnTo>
                <a:lnTo>
                  <a:pt x="2000250" y="2286000"/>
                </a:lnTo>
                <a:lnTo>
                  <a:pt x="1981200" y="2286000"/>
                </a:lnTo>
                <a:close/>
                <a:moveTo>
                  <a:pt x="2028825" y="2286000"/>
                </a:moveTo>
                <a:lnTo>
                  <a:pt x="2038350" y="2286000"/>
                </a:lnTo>
                <a:lnTo>
                  <a:pt x="2038350" y="2295525"/>
                </a:lnTo>
                <a:lnTo>
                  <a:pt x="2028825" y="2295525"/>
                </a:lnTo>
                <a:close/>
                <a:moveTo>
                  <a:pt x="2286000" y="2295525"/>
                </a:moveTo>
                <a:lnTo>
                  <a:pt x="2295525" y="2295525"/>
                </a:lnTo>
                <a:lnTo>
                  <a:pt x="2295525" y="2314575"/>
                </a:lnTo>
                <a:lnTo>
                  <a:pt x="2286000" y="2314575"/>
                </a:lnTo>
                <a:close/>
                <a:moveTo>
                  <a:pt x="3381375" y="2295525"/>
                </a:moveTo>
                <a:lnTo>
                  <a:pt x="3390900" y="2295525"/>
                </a:lnTo>
                <a:lnTo>
                  <a:pt x="3390900" y="2371725"/>
                </a:lnTo>
                <a:lnTo>
                  <a:pt x="3371850" y="2371725"/>
                </a:lnTo>
                <a:lnTo>
                  <a:pt x="3371850" y="2381250"/>
                </a:lnTo>
                <a:lnTo>
                  <a:pt x="3362325" y="2381250"/>
                </a:lnTo>
                <a:lnTo>
                  <a:pt x="3362325" y="2371725"/>
                </a:lnTo>
                <a:lnTo>
                  <a:pt x="3333750" y="2371725"/>
                </a:lnTo>
                <a:lnTo>
                  <a:pt x="3333750" y="2333625"/>
                </a:lnTo>
                <a:lnTo>
                  <a:pt x="3343275" y="2333625"/>
                </a:lnTo>
                <a:lnTo>
                  <a:pt x="3343275" y="2324100"/>
                </a:lnTo>
                <a:lnTo>
                  <a:pt x="3371850" y="2324100"/>
                </a:lnTo>
                <a:lnTo>
                  <a:pt x="3371850" y="2314575"/>
                </a:lnTo>
                <a:lnTo>
                  <a:pt x="3381375" y="2314575"/>
                </a:lnTo>
                <a:close/>
                <a:moveTo>
                  <a:pt x="3352800" y="2362200"/>
                </a:moveTo>
                <a:lnTo>
                  <a:pt x="3371850" y="2362200"/>
                </a:lnTo>
                <a:lnTo>
                  <a:pt x="3371850" y="2343150"/>
                </a:lnTo>
                <a:lnTo>
                  <a:pt x="3352800" y="2343150"/>
                </a:lnTo>
                <a:close/>
                <a:moveTo>
                  <a:pt x="3371850" y="2409825"/>
                </a:moveTo>
                <a:lnTo>
                  <a:pt x="3381375" y="2409825"/>
                </a:lnTo>
                <a:lnTo>
                  <a:pt x="3381375" y="2419350"/>
                </a:lnTo>
                <a:lnTo>
                  <a:pt x="3371850" y="2419350"/>
                </a:lnTo>
                <a:close/>
                <a:moveTo>
                  <a:pt x="3324225" y="2419350"/>
                </a:moveTo>
                <a:lnTo>
                  <a:pt x="3371850" y="2419350"/>
                </a:lnTo>
                <a:lnTo>
                  <a:pt x="3371850" y="2466975"/>
                </a:lnTo>
                <a:lnTo>
                  <a:pt x="3343275" y="2466975"/>
                </a:lnTo>
                <a:lnTo>
                  <a:pt x="3343275" y="2447925"/>
                </a:lnTo>
                <a:lnTo>
                  <a:pt x="3333750" y="2447925"/>
                </a:lnTo>
                <a:lnTo>
                  <a:pt x="3333750" y="2457450"/>
                </a:lnTo>
                <a:lnTo>
                  <a:pt x="3324225" y="2457450"/>
                </a:lnTo>
                <a:lnTo>
                  <a:pt x="3324225" y="2476500"/>
                </a:lnTo>
                <a:lnTo>
                  <a:pt x="3343275" y="2476500"/>
                </a:lnTo>
                <a:lnTo>
                  <a:pt x="3343275" y="2486025"/>
                </a:lnTo>
                <a:lnTo>
                  <a:pt x="3352800" y="2486025"/>
                </a:lnTo>
                <a:lnTo>
                  <a:pt x="3352800" y="2495550"/>
                </a:lnTo>
                <a:lnTo>
                  <a:pt x="3362325" y="2495550"/>
                </a:lnTo>
                <a:lnTo>
                  <a:pt x="3362325" y="2514600"/>
                </a:lnTo>
                <a:lnTo>
                  <a:pt x="3352800" y="2514600"/>
                </a:lnTo>
                <a:lnTo>
                  <a:pt x="3352800" y="2524125"/>
                </a:lnTo>
                <a:lnTo>
                  <a:pt x="3362325" y="2524125"/>
                </a:lnTo>
                <a:lnTo>
                  <a:pt x="3362325" y="2543175"/>
                </a:lnTo>
                <a:lnTo>
                  <a:pt x="3352800" y="2543175"/>
                </a:lnTo>
                <a:lnTo>
                  <a:pt x="3352800" y="2552700"/>
                </a:lnTo>
                <a:lnTo>
                  <a:pt x="3343275" y="2552700"/>
                </a:lnTo>
                <a:lnTo>
                  <a:pt x="3343275" y="2543175"/>
                </a:lnTo>
                <a:lnTo>
                  <a:pt x="3333750" y="2543175"/>
                </a:lnTo>
                <a:lnTo>
                  <a:pt x="3333750" y="2562225"/>
                </a:lnTo>
                <a:lnTo>
                  <a:pt x="3324225" y="2562225"/>
                </a:lnTo>
                <a:lnTo>
                  <a:pt x="3324225" y="2571750"/>
                </a:lnTo>
                <a:lnTo>
                  <a:pt x="3333750" y="2571750"/>
                </a:lnTo>
                <a:lnTo>
                  <a:pt x="3333750" y="2562225"/>
                </a:lnTo>
                <a:lnTo>
                  <a:pt x="3343275" y="2562225"/>
                </a:lnTo>
                <a:lnTo>
                  <a:pt x="3343275" y="2571750"/>
                </a:lnTo>
                <a:lnTo>
                  <a:pt x="3333750" y="2571750"/>
                </a:lnTo>
                <a:lnTo>
                  <a:pt x="3333750" y="2581275"/>
                </a:lnTo>
                <a:lnTo>
                  <a:pt x="3352800" y="2581275"/>
                </a:lnTo>
                <a:lnTo>
                  <a:pt x="3352800" y="2628900"/>
                </a:lnTo>
                <a:lnTo>
                  <a:pt x="3343275" y="2628900"/>
                </a:lnTo>
                <a:lnTo>
                  <a:pt x="3343275" y="2676525"/>
                </a:lnTo>
                <a:lnTo>
                  <a:pt x="3324225" y="2676525"/>
                </a:lnTo>
                <a:lnTo>
                  <a:pt x="3324225" y="2686050"/>
                </a:lnTo>
                <a:lnTo>
                  <a:pt x="3305175" y="2686050"/>
                </a:lnTo>
                <a:lnTo>
                  <a:pt x="3305175" y="2695575"/>
                </a:lnTo>
                <a:lnTo>
                  <a:pt x="3314700" y="2695575"/>
                </a:lnTo>
                <a:lnTo>
                  <a:pt x="3314700" y="2705100"/>
                </a:lnTo>
                <a:lnTo>
                  <a:pt x="3333750" y="2705100"/>
                </a:lnTo>
                <a:lnTo>
                  <a:pt x="3333750" y="2762250"/>
                </a:lnTo>
                <a:lnTo>
                  <a:pt x="3314700" y="2762250"/>
                </a:lnTo>
                <a:lnTo>
                  <a:pt x="3314700" y="2771775"/>
                </a:lnTo>
                <a:lnTo>
                  <a:pt x="3295650" y="2771775"/>
                </a:lnTo>
                <a:lnTo>
                  <a:pt x="3295650" y="2800350"/>
                </a:lnTo>
                <a:lnTo>
                  <a:pt x="3305175" y="2800350"/>
                </a:lnTo>
                <a:lnTo>
                  <a:pt x="3305175" y="2819400"/>
                </a:lnTo>
                <a:lnTo>
                  <a:pt x="3314700" y="2819400"/>
                </a:lnTo>
                <a:lnTo>
                  <a:pt x="3314700" y="2857500"/>
                </a:lnTo>
                <a:lnTo>
                  <a:pt x="3305175" y="2857500"/>
                </a:lnTo>
                <a:lnTo>
                  <a:pt x="3305175" y="2847975"/>
                </a:lnTo>
                <a:lnTo>
                  <a:pt x="3295650" y="2847975"/>
                </a:lnTo>
                <a:lnTo>
                  <a:pt x="3295650" y="2857500"/>
                </a:lnTo>
                <a:lnTo>
                  <a:pt x="3305175" y="2857500"/>
                </a:lnTo>
                <a:lnTo>
                  <a:pt x="3305175" y="2867025"/>
                </a:lnTo>
                <a:lnTo>
                  <a:pt x="3314700" y="2867025"/>
                </a:lnTo>
                <a:lnTo>
                  <a:pt x="3314700" y="2914650"/>
                </a:lnTo>
                <a:lnTo>
                  <a:pt x="3305175" y="2914650"/>
                </a:lnTo>
                <a:lnTo>
                  <a:pt x="3305175" y="2933700"/>
                </a:lnTo>
                <a:lnTo>
                  <a:pt x="3267075" y="2933700"/>
                </a:lnTo>
                <a:lnTo>
                  <a:pt x="3267075" y="2962275"/>
                </a:lnTo>
                <a:lnTo>
                  <a:pt x="3257550" y="2962275"/>
                </a:lnTo>
                <a:lnTo>
                  <a:pt x="3257550" y="2914650"/>
                </a:lnTo>
                <a:lnTo>
                  <a:pt x="3267075" y="2914650"/>
                </a:lnTo>
                <a:lnTo>
                  <a:pt x="3267075" y="2895600"/>
                </a:lnTo>
                <a:lnTo>
                  <a:pt x="3305175" y="2895600"/>
                </a:lnTo>
                <a:lnTo>
                  <a:pt x="3305175" y="2876550"/>
                </a:lnTo>
                <a:lnTo>
                  <a:pt x="3295650" y="2876550"/>
                </a:lnTo>
                <a:lnTo>
                  <a:pt x="3295650" y="2867025"/>
                </a:lnTo>
                <a:lnTo>
                  <a:pt x="3267075" y="2867025"/>
                </a:lnTo>
                <a:lnTo>
                  <a:pt x="3267075" y="2800350"/>
                </a:lnTo>
                <a:lnTo>
                  <a:pt x="3248025" y="2800350"/>
                </a:lnTo>
                <a:lnTo>
                  <a:pt x="3248025" y="2809875"/>
                </a:lnTo>
                <a:lnTo>
                  <a:pt x="3238500" y="2809875"/>
                </a:lnTo>
                <a:lnTo>
                  <a:pt x="3238500" y="2790825"/>
                </a:lnTo>
                <a:lnTo>
                  <a:pt x="3257550" y="2790825"/>
                </a:lnTo>
                <a:lnTo>
                  <a:pt x="3257550" y="2781300"/>
                </a:lnTo>
                <a:lnTo>
                  <a:pt x="3267075" y="2781300"/>
                </a:lnTo>
                <a:lnTo>
                  <a:pt x="3267075" y="2771775"/>
                </a:lnTo>
                <a:lnTo>
                  <a:pt x="3276600" y="2771775"/>
                </a:lnTo>
                <a:lnTo>
                  <a:pt x="3276600" y="2762250"/>
                </a:lnTo>
                <a:lnTo>
                  <a:pt x="3286125" y="2762250"/>
                </a:lnTo>
                <a:lnTo>
                  <a:pt x="3286125" y="2743200"/>
                </a:lnTo>
                <a:lnTo>
                  <a:pt x="3295650" y="2743200"/>
                </a:lnTo>
                <a:lnTo>
                  <a:pt x="3295650" y="2705100"/>
                </a:lnTo>
                <a:lnTo>
                  <a:pt x="3286125" y="2705100"/>
                </a:lnTo>
                <a:lnTo>
                  <a:pt x="3286125" y="2695575"/>
                </a:lnTo>
                <a:lnTo>
                  <a:pt x="3295650" y="2695575"/>
                </a:lnTo>
                <a:lnTo>
                  <a:pt x="3295650" y="2667000"/>
                </a:lnTo>
                <a:lnTo>
                  <a:pt x="3305175" y="2667000"/>
                </a:lnTo>
                <a:lnTo>
                  <a:pt x="3305175" y="2647950"/>
                </a:lnTo>
                <a:lnTo>
                  <a:pt x="3295650" y="2647950"/>
                </a:lnTo>
                <a:lnTo>
                  <a:pt x="3295650" y="2628900"/>
                </a:lnTo>
                <a:lnTo>
                  <a:pt x="3305175" y="2628900"/>
                </a:lnTo>
                <a:lnTo>
                  <a:pt x="3305175" y="2609850"/>
                </a:lnTo>
                <a:lnTo>
                  <a:pt x="3314700" y="2609850"/>
                </a:lnTo>
                <a:lnTo>
                  <a:pt x="3314700" y="2581275"/>
                </a:lnTo>
                <a:lnTo>
                  <a:pt x="3305175" y="2581275"/>
                </a:lnTo>
                <a:lnTo>
                  <a:pt x="3305175" y="2562225"/>
                </a:lnTo>
                <a:lnTo>
                  <a:pt x="3314700" y="2562225"/>
                </a:lnTo>
                <a:lnTo>
                  <a:pt x="3314700" y="2466975"/>
                </a:lnTo>
                <a:lnTo>
                  <a:pt x="3305175" y="2466975"/>
                </a:lnTo>
                <a:lnTo>
                  <a:pt x="3305175" y="2457450"/>
                </a:lnTo>
                <a:lnTo>
                  <a:pt x="3295650" y="2457450"/>
                </a:lnTo>
                <a:lnTo>
                  <a:pt x="3295650" y="2438400"/>
                </a:lnTo>
                <a:lnTo>
                  <a:pt x="3305175" y="2438400"/>
                </a:lnTo>
                <a:lnTo>
                  <a:pt x="3305175" y="2428875"/>
                </a:lnTo>
                <a:lnTo>
                  <a:pt x="3324225" y="2428875"/>
                </a:lnTo>
                <a:close/>
                <a:moveTo>
                  <a:pt x="2219325" y="2428875"/>
                </a:moveTo>
                <a:lnTo>
                  <a:pt x="2238375" y="2428875"/>
                </a:lnTo>
                <a:lnTo>
                  <a:pt x="2238375" y="2447925"/>
                </a:lnTo>
                <a:lnTo>
                  <a:pt x="2219325" y="2447925"/>
                </a:lnTo>
                <a:close/>
                <a:moveTo>
                  <a:pt x="2333625" y="2466975"/>
                </a:moveTo>
                <a:lnTo>
                  <a:pt x="2352675" y="2466975"/>
                </a:lnTo>
                <a:lnTo>
                  <a:pt x="2352675" y="2486025"/>
                </a:lnTo>
                <a:lnTo>
                  <a:pt x="2333625" y="2486025"/>
                </a:lnTo>
                <a:close/>
                <a:moveTo>
                  <a:pt x="2371725" y="2486025"/>
                </a:moveTo>
                <a:lnTo>
                  <a:pt x="2400300" y="2486025"/>
                </a:lnTo>
                <a:lnTo>
                  <a:pt x="2400300" y="2495550"/>
                </a:lnTo>
                <a:lnTo>
                  <a:pt x="2371725" y="2495550"/>
                </a:lnTo>
                <a:close/>
                <a:moveTo>
                  <a:pt x="2419350" y="2486025"/>
                </a:moveTo>
                <a:lnTo>
                  <a:pt x="2438400" y="2486025"/>
                </a:lnTo>
                <a:lnTo>
                  <a:pt x="2438400" y="2505075"/>
                </a:lnTo>
                <a:lnTo>
                  <a:pt x="2428875" y="2505075"/>
                </a:lnTo>
                <a:lnTo>
                  <a:pt x="2428875" y="2495550"/>
                </a:lnTo>
                <a:lnTo>
                  <a:pt x="2419350" y="2495550"/>
                </a:lnTo>
                <a:close/>
                <a:moveTo>
                  <a:pt x="2505075" y="2486025"/>
                </a:moveTo>
                <a:lnTo>
                  <a:pt x="2514600" y="2486025"/>
                </a:lnTo>
                <a:lnTo>
                  <a:pt x="2514600" y="2495550"/>
                </a:lnTo>
                <a:lnTo>
                  <a:pt x="2505075" y="2495550"/>
                </a:lnTo>
                <a:close/>
                <a:moveTo>
                  <a:pt x="2524125" y="2486025"/>
                </a:moveTo>
                <a:lnTo>
                  <a:pt x="2533650" y="2486025"/>
                </a:lnTo>
                <a:lnTo>
                  <a:pt x="2533650" y="2495550"/>
                </a:lnTo>
                <a:lnTo>
                  <a:pt x="2524125" y="2495550"/>
                </a:lnTo>
                <a:close/>
                <a:moveTo>
                  <a:pt x="2486025" y="2495550"/>
                </a:moveTo>
                <a:lnTo>
                  <a:pt x="2505075" y="2495550"/>
                </a:lnTo>
                <a:lnTo>
                  <a:pt x="2505075" y="2505075"/>
                </a:lnTo>
                <a:lnTo>
                  <a:pt x="2495550" y="2505075"/>
                </a:lnTo>
                <a:lnTo>
                  <a:pt x="2495550" y="2514600"/>
                </a:lnTo>
                <a:lnTo>
                  <a:pt x="2457450" y="2514600"/>
                </a:lnTo>
                <a:lnTo>
                  <a:pt x="2457450" y="2533650"/>
                </a:lnTo>
                <a:lnTo>
                  <a:pt x="2447925" y="2533650"/>
                </a:lnTo>
                <a:lnTo>
                  <a:pt x="2447925" y="2505075"/>
                </a:lnTo>
                <a:lnTo>
                  <a:pt x="2486025" y="2505075"/>
                </a:lnTo>
                <a:close/>
                <a:moveTo>
                  <a:pt x="2514600" y="2495550"/>
                </a:moveTo>
                <a:lnTo>
                  <a:pt x="2524125" y="2495550"/>
                </a:lnTo>
                <a:lnTo>
                  <a:pt x="2524125" y="2505075"/>
                </a:lnTo>
                <a:lnTo>
                  <a:pt x="2514600" y="2505075"/>
                </a:lnTo>
                <a:close/>
                <a:moveTo>
                  <a:pt x="3324225" y="2495550"/>
                </a:moveTo>
                <a:lnTo>
                  <a:pt x="3333750" y="2495550"/>
                </a:lnTo>
                <a:lnTo>
                  <a:pt x="3333750" y="2486025"/>
                </a:lnTo>
                <a:lnTo>
                  <a:pt x="3324225" y="2486025"/>
                </a:lnTo>
                <a:close/>
                <a:moveTo>
                  <a:pt x="2295525" y="2505075"/>
                </a:moveTo>
                <a:lnTo>
                  <a:pt x="2324100" y="2505075"/>
                </a:lnTo>
                <a:lnTo>
                  <a:pt x="2324100" y="2514600"/>
                </a:lnTo>
                <a:lnTo>
                  <a:pt x="2314575" y="2514600"/>
                </a:lnTo>
                <a:lnTo>
                  <a:pt x="2314575" y="2524125"/>
                </a:lnTo>
                <a:lnTo>
                  <a:pt x="2305050" y="2524125"/>
                </a:lnTo>
                <a:lnTo>
                  <a:pt x="2305050" y="2514600"/>
                </a:lnTo>
                <a:lnTo>
                  <a:pt x="2295525" y="2514600"/>
                </a:lnTo>
                <a:close/>
                <a:moveTo>
                  <a:pt x="2324100" y="2514600"/>
                </a:moveTo>
                <a:lnTo>
                  <a:pt x="2352675" y="2514600"/>
                </a:lnTo>
                <a:lnTo>
                  <a:pt x="2352675" y="2533650"/>
                </a:lnTo>
                <a:lnTo>
                  <a:pt x="2333625" y="2533650"/>
                </a:lnTo>
                <a:lnTo>
                  <a:pt x="2333625" y="2524125"/>
                </a:lnTo>
                <a:lnTo>
                  <a:pt x="2324100" y="2524125"/>
                </a:lnTo>
                <a:close/>
                <a:moveTo>
                  <a:pt x="2371725" y="2524125"/>
                </a:moveTo>
                <a:lnTo>
                  <a:pt x="2409825" y="2524125"/>
                </a:lnTo>
                <a:lnTo>
                  <a:pt x="2409825" y="2543175"/>
                </a:lnTo>
                <a:lnTo>
                  <a:pt x="2400300" y="2543175"/>
                </a:lnTo>
                <a:lnTo>
                  <a:pt x="2400300" y="2533650"/>
                </a:lnTo>
                <a:lnTo>
                  <a:pt x="2371725" y="2533650"/>
                </a:lnTo>
                <a:close/>
                <a:moveTo>
                  <a:pt x="3324225" y="2524125"/>
                </a:moveTo>
                <a:lnTo>
                  <a:pt x="3343275" y="2524125"/>
                </a:lnTo>
                <a:lnTo>
                  <a:pt x="3343275" y="2514600"/>
                </a:lnTo>
                <a:lnTo>
                  <a:pt x="3324225" y="2514600"/>
                </a:lnTo>
                <a:close/>
                <a:moveTo>
                  <a:pt x="2000250" y="2609850"/>
                </a:moveTo>
                <a:lnTo>
                  <a:pt x="2009775" y="2609850"/>
                </a:lnTo>
                <a:lnTo>
                  <a:pt x="2009775" y="2619375"/>
                </a:lnTo>
                <a:lnTo>
                  <a:pt x="2019300" y="2619375"/>
                </a:lnTo>
                <a:lnTo>
                  <a:pt x="2019300" y="2638425"/>
                </a:lnTo>
                <a:lnTo>
                  <a:pt x="2009775" y="2638425"/>
                </a:lnTo>
                <a:lnTo>
                  <a:pt x="2009775" y="2628900"/>
                </a:lnTo>
                <a:lnTo>
                  <a:pt x="2000250" y="2628900"/>
                </a:lnTo>
                <a:close/>
                <a:moveTo>
                  <a:pt x="3324225" y="2609850"/>
                </a:moveTo>
                <a:lnTo>
                  <a:pt x="3314700" y="2609850"/>
                </a:lnTo>
                <a:lnTo>
                  <a:pt x="3314700" y="2628900"/>
                </a:lnTo>
                <a:lnTo>
                  <a:pt x="3324225" y="2628900"/>
                </a:lnTo>
                <a:close/>
                <a:moveTo>
                  <a:pt x="3324225" y="2609850"/>
                </a:moveTo>
                <a:lnTo>
                  <a:pt x="3333750" y="2609850"/>
                </a:lnTo>
                <a:lnTo>
                  <a:pt x="3333750" y="2619375"/>
                </a:lnTo>
                <a:lnTo>
                  <a:pt x="3343275" y="2619375"/>
                </a:lnTo>
                <a:lnTo>
                  <a:pt x="3343275" y="2600325"/>
                </a:lnTo>
                <a:lnTo>
                  <a:pt x="3324225" y="2600325"/>
                </a:lnTo>
                <a:close/>
                <a:moveTo>
                  <a:pt x="2190750" y="2647950"/>
                </a:moveTo>
                <a:lnTo>
                  <a:pt x="2200275" y="2647950"/>
                </a:lnTo>
                <a:lnTo>
                  <a:pt x="2200275" y="2657475"/>
                </a:lnTo>
                <a:lnTo>
                  <a:pt x="2209800" y="2657475"/>
                </a:lnTo>
                <a:lnTo>
                  <a:pt x="2209800" y="2647950"/>
                </a:lnTo>
                <a:lnTo>
                  <a:pt x="2238375" y="2647950"/>
                </a:lnTo>
                <a:lnTo>
                  <a:pt x="2238375" y="2667000"/>
                </a:lnTo>
                <a:lnTo>
                  <a:pt x="2228850" y="2667000"/>
                </a:lnTo>
                <a:lnTo>
                  <a:pt x="2228850" y="2676525"/>
                </a:lnTo>
                <a:lnTo>
                  <a:pt x="2219325" y="2676525"/>
                </a:lnTo>
                <a:lnTo>
                  <a:pt x="2219325" y="2667000"/>
                </a:lnTo>
                <a:lnTo>
                  <a:pt x="2190750" y="2667000"/>
                </a:lnTo>
                <a:close/>
                <a:moveTo>
                  <a:pt x="2438400" y="2676525"/>
                </a:moveTo>
                <a:lnTo>
                  <a:pt x="2447925" y="2676525"/>
                </a:lnTo>
                <a:lnTo>
                  <a:pt x="2447925" y="2695575"/>
                </a:lnTo>
                <a:lnTo>
                  <a:pt x="2438400" y="2695575"/>
                </a:lnTo>
                <a:close/>
                <a:moveTo>
                  <a:pt x="2457450" y="2676525"/>
                </a:moveTo>
                <a:lnTo>
                  <a:pt x="2466975" y="2676525"/>
                </a:lnTo>
                <a:lnTo>
                  <a:pt x="2466975" y="2686050"/>
                </a:lnTo>
                <a:lnTo>
                  <a:pt x="2476500" y="2686050"/>
                </a:lnTo>
                <a:lnTo>
                  <a:pt x="2476500" y="2695575"/>
                </a:lnTo>
                <a:lnTo>
                  <a:pt x="2457450" y="2695575"/>
                </a:lnTo>
                <a:close/>
                <a:moveTo>
                  <a:pt x="2486025" y="2686050"/>
                </a:moveTo>
                <a:lnTo>
                  <a:pt x="2524125" y="2686050"/>
                </a:lnTo>
                <a:lnTo>
                  <a:pt x="2524125" y="2695575"/>
                </a:lnTo>
                <a:lnTo>
                  <a:pt x="2533650" y="2695575"/>
                </a:lnTo>
                <a:lnTo>
                  <a:pt x="2533650" y="2705100"/>
                </a:lnTo>
                <a:lnTo>
                  <a:pt x="2486025" y="2705100"/>
                </a:lnTo>
                <a:close/>
                <a:moveTo>
                  <a:pt x="2657475" y="2714625"/>
                </a:moveTo>
                <a:lnTo>
                  <a:pt x="2667000" y="2714625"/>
                </a:lnTo>
                <a:lnTo>
                  <a:pt x="2667000" y="2724150"/>
                </a:lnTo>
                <a:lnTo>
                  <a:pt x="2657475" y="2724150"/>
                </a:lnTo>
                <a:close/>
                <a:moveTo>
                  <a:pt x="2971800" y="2752725"/>
                </a:moveTo>
                <a:lnTo>
                  <a:pt x="2981325" y="2752725"/>
                </a:lnTo>
                <a:lnTo>
                  <a:pt x="2981325" y="2762250"/>
                </a:lnTo>
                <a:lnTo>
                  <a:pt x="2990850" y="2762250"/>
                </a:lnTo>
                <a:lnTo>
                  <a:pt x="2990850" y="2771775"/>
                </a:lnTo>
                <a:lnTo>
                  <a:pt x="2971800" y="2771775"/>
                </a:lnTo>
                <a:close/>
                <a:moveTo>
                  <a:pt x="2276475" y="2762250"/>
                </a:moveTo>
                <a:lnTo>
                  <a:pt x="2286000" y="2762250"/>
                </a:lnTo>
                <a:lnTo>
                  <a:pt x="2286000" y="2771775"/>
                </a:lnTo>
                <a:lnTo>
                  <a:pt x="2276475" y="2771775"/>
                </a:lnTo>
                <a:close/>
                <a:moveTo>
                  <a:pt x="2305050" y="2762250"/>
                </a:moveTo>
                <a:lnTo>
                  <a:pt x="2314575" y="2762250"/>
                </a:lnTo>
                <a:lnTo>
                  <a:pt x="2314575" y="2771775"/>
                </a:lnTo>
                <a:lnTo>
                  <a:pt x="2305050" y="2771775"/>
                </a:lnTo>
                <a:close/>
                <a:moveTo>
                  <a:pt x="2181225" y="2771775"/>
                </a:moveTo>
                <a:lnTo>
                  <a:pt x="2190750" y="2771775"/>
                </a:lnTo>
                <a:lnTo>
                  <a:pt x="2190750" y="2790825"/>
                </a:lnTo>
                <a:lnTo>
                  <a:pt x="2181225" y="2790825"/>
                </a:lnTo>
                <a:close/>
                <a:moveTo>
                  <a:pt x="2352675" y="2771775"/>
                </a:moveTo>
                <a:lnTo>
                  <a:pt x="2371725" y="2771775"/>
                </a:lnTo>
                <a:lnTo>
                  <a:pt x="2371725" y="2781300"/>
                </a:lnTo>
                <a:lnTo>
                  <a:pt x="2352675" y="2781300"/>
                </a:lnTo>
                <a:close/>
                <a:moveTo>
                  <a:pt x="3124200" y="2771775"/>
                </a:moveTo>
                <a:lnTo>
                  <a:pt x="3143250" y="2771775"/>
                </a:lnTo>
                <a:lnTo>
                  <a:pt x="3143250" y="2790825"/>
                </a:lnTo>
                <a:lnTo>
                  <a:pt x="3124200" y="2790825"/>
                </a:lnTo>
                <a:close/>
                <a:moveTo>
                  <a:pt x="2371725" y="2781300"/>
                </a:moveTo>
                <a:lnTo>
                  <a:pt x="2381250" y="2781300"/>
                </a:lnTo>
                <a:lnTo>
                  <a:pt x="2381250" y="2790825"/>
                </a:lnTo>
                <a:lnTo>
                  <a:pt x="2371725" y="2790825"/>
                </a:lnTo>
                <a:close/>
                <a:moveTo>
                  <a:pt x="2438400" y="2781300"/>
                </a:moveTo>
                <a:lnTo>
                  <a:pt x="2457450" y="2781300"/>
                </a:lnTo>
                <a:lnTo>
                  <a:pt x="2457450" y="2790825"/>
                </a:lnTo>
                <a:lnTo>
                  <a:pt x="2438400" y="2790825"/>
                </a:lnTo>
                <a:close/>
                <a:moveTo>
                  <a:pt x="2200275" y="2800350"/>
                </a:moveTo>
                <a:lnTo>
                  <a:pt x="2209800" y="2800350"/>
                </a:lnTo>
                <a:lnTo>
                  <a:pt x="2209800" y="2809875"/>
                </a:lnTo>
                <a:lnTo>
                  <a:pt x="2200275" y="2809875"/>
                </a:lnTo>
                <a:close/>
                <a:moveTo>
                  <a:pt x="2190750" y="2809875"/>
                </a:moveTo>
                <a:lnTo>
                  <a:pt x="2200275" y="2809875"/>
                </a:lnTo>
                <a:lnTo>
                  <a:pt x="2200275" y="2847975"/>
                </a:lnTo>
                <a:lnTo>
                  <a:pt x="2190750" y="2847975"/>
                </a:lnTo>
                <a:lnTo>
                  <a:pt x="2190750" y="2857500"/>
                </a:lnTo>
                <a:lnTo>
                  <a:pt x="2181225" y="2857500"/>
                </a:lnTo>
                <a:lnTo>
                  <a:pt x="2181225" y="2867025"/>
                </a:lnTo>
                <a:lnTo>
                  <a:pt x="2171700" y="2867025"/>
                </a:lnTo>
                <a:lnTo>
                  <a:pt x="2171700" y="2876550"/>
                </a:lnTo>
                <a:lnTo>
                  <a:pt x="2181225" y="2876550"/>
                </a:lnTo>
                <a:lnTo>
                  <a:pt x="2181225" y="2867025"/>
                </a:lnTo>
                <a:lnTo>
                  <a:pt x="2190750" y="2867025"/>
                </a:lnTo>
                <a:lnTo>
                  <a:pt x="2190750" y="2876550"/>
                </a:lnTo>
                <a:lnTo>
                  <a:pt x="2181225" y="2876550"/>
                </a:lnTo>
                <a:lnTo>
                  <a:pt x="2181225" y="2924175"/>
                </a:lnTo>
                <a:lnTo>
                  <a:pt x="2171700" y="2924175"/>
                </a:lnTo>
                <a:lnTo>
                  <a:pt x="2171700" y="2905125"/>
                </a:lnTo>
                <a:lnTo>
                  <a:pt x="2162175" y="2905125"/>
                </a:lnTo>
                <a:lnTo>
                  <a:pt x="2162175" y="2895600"/>
                </a:lnTo>
                <a:lnTo>
                  <a:pt x="2143125" y="2895600"/>
                </a:lnTo>
                <a:lnTo>
                  <a:pt x="2143125" y="2876550"/>
                </a:lnTo>
                <a:lnTo>
                  <a:pt x="2152650" y="2876550"/>
                </a:lnTo>
                <a:lnTo>
                  <a:pt x="2152650" y="2867025"/>
                </a:lnTo>
                <a:lnTo>
                  <a:pt x="2162175" y="2867025"/>
                </a:lnTo>
                <a:lnTo>
                  <a:pt x="2162175" y="2857500"/>
                </a:lnTo>
                <a:lnTo>
                  <a:pt x="2171700" y="2857500"/>
                </a:lnTo>
                <a:lnTo>
                  <a:pt x="2171700" y="2847975"/>
                </a:lnTo>
                <a:lnTo>
                  <a:pt x="2181225" y="2847975"/>
                </a:lnTo>
                <a:lnTo>
                  <a:pt x="2181225" y="2828925"/>
                </a:lnTo>
                <a:lnTo>
                  <a:pt x="2190750" y="2828925"/>
                </a:lnTo>
                <a:close/>
                <a:moveTo>
                  <a:pt x="2362200" y="2838450"/>
                </a:moveTo>
                <a:lnTo>
                  <a:pt x="2390775" y="2838450"/>
                </a:lnTo>
                <a:lnTo>
                  <a:pt x="2390775" y="2857500"/>
                </a:lnTo>
                <a:lnTo>
                  <a:pt x="2409825" y="2857500"/>
                </a:lnTo>
                <a:lnTo>
                  <a:pt x="2409825" y="2847975"/>
                </a:lnTo>
                <a:lnTo>
                  <a:pt x="2419350" y="2847975"/>
                </a:lnTo>
                <a:lnTo>
                  <a:pt x="2419350" y="2867025"/>
                </a:lnTo>
                <a:lnTo>
                  <a:pt x="2409825" y="2867025"/>
                </a:lnTo>
                <a:lnTo>
                  <a:pt x="2409825" y="2876550"/>
                </a:lnTo>
                <a:lnTo>
                  <a:pt x="2400300" y="2876550"/>
                </a:lnTo>
                <a:lnTo>
                  <a:pt x="2400300" y="2886075"/>
                </a:lnTo>
                <a:lnTo>
                  <a:pt x="2381250" y="2886075"/>
                </a:lnTo>
                <a:lnTo>
                  <a:pt x="2381250" y="2876550"/>
                </a:lnTo>
                <a:lnTo>
                  <a:pt x="2362200" y="2876550"/>
                </a:lnTo>
                <a:lnTo>
                  <a:pt x="2362200" y="2886075"/>
                </a:lnTo>
                <a:lnTo>
                  <a:pt x="2324100" y="2886075"/>
                </a:lnTo>
                <a:lnTo>
                  <a:pt x="2324100" y="2847975"/>
                </a:lnTo>
                <a:lnTo>
                  <a:pt x="2362200" y="2847975"/>
                </a:lnTo>
                <a:close/>
                <a:moveTo>
                  <a:pt x="2200275" y="2847975"/>
                </a:moveTo>
                <a:lnTo>
                  <a:pt x="2228850" y="2847975"/>
                </a:lnTo>
                <a:lnTo>
                  <a:pt x="2228850" y="2857500"/>
                </a:lnTo>
                <a:lnTo>
                  <a:pt x="2200275" y="2857500"/>
                </a:lnTo>
                <a:close/>
                <a:moveTo>
                  <a:pt x="2933700" y="2847975"/>
                </a:moveTo>
                <a:lnTo>
                  <a:pt x="2971800" y="2847975"/>
                </a:lnTo>
                <a:lnTo>
                  <a:pt x="2971800" y="2857500"/>
                </a:lnTo>
                <a:lnTo>
                  <a:pt x="2933700" y="2857500"/>
                </a:lnTo>
                <a:close/>
                <a:moveTo>
                  <a:pt x="2247900" y="2857500"/>
                </a:moveTo>
                <a:lnTo>
                  <a:pt x="2257425" y="2857500"/>
                </a:lnTo>
                <a:lnTo>
                  <a:pt x="2257425" y="2867025"/>
                </a:lnTo>
                <a:lnTo>
                  <a:pt x="2247900" y="2867025"/>
                </a:lnTo>
                <a:close/>
                <a:moveTo>
                  <a:pt x="2438400" y="2857500"/>
                </a:moveTo>
                <a:lnTo>
                  <a:pt x="2457450" y="2857500"/>
                </a:lnTo>
                <a:lnTo>
                  <a:pt x="2457450" y="2867025"/>
                </a:lnTo>
                <a:lnTo>
                  <a:pt x="2438400" y="2867025"/>
                </a:lnTo>
                <a:close/>
                <a:moveTo>
                  <a:pt x="2486025" y="2857500"/>
                </a:moveTo>
                <a:lnTo>
                  <a:pt x="2495550" y="2857500"/>
                </a:lnTo>
                <a:lnTo>
                  <a:pt x="2495550" y="2876550"/>
                </a:lnTo>
                <a:lnTo>
                  <a:pt x="2486025" y="2876550"/>
                </a:lnTo>
                <a:lnTo>
                  <a:pt x="2486025" y="2886075"/>
                </a:lnTo>
                <a:lnTo>
                  <a:pt x="2457450" y="2886075"/>
                </a:lnTo>
                <a:lnTo>
                  <a:pt x="2457450" y="2867025"/>
                </a:lnTo>
                <a:lnTo>
                  <a:pt x="2486025" y="2867025"/>
                </a:lnTo>
                <a:close/>
                <a:moveTo>
                  <a:pt x="2895600" y="2857500"/>
                </a:moveTo>
                <a:lnTo>
                  <a:pt x="2924175" y="2857500"/>
                </a:lnTo>
                <a:lnTo>
                  <a:pt x="2924175" y="2867025"/>
                </a:lnTo>
                <a:lnTo>
                  <a:pt x="2905125" y="2867025"/>
                </a:lnTo>
                <a:lnTo>
                  <a:pt x="2905125" y="2876550"/>
                </a:lnTo>
                <a:lnTo>
                  <a:pt x="2895600" y="2876550"/>
                </a:lnTo>
                <a:close/>
                <a:moveTo>
                  <a:pt x="3000375" y="2857500"/>
                </a:moveTo>
                <a:lnTo>
                  <a:pt x="3028950" y="2857500"/>
                </a:lnTo>
                <a:lnTo>
                  <a:pt x="3028950" y="2867025"/>
                </a:lnTo>
                <a:lnTo>
                  <a:pt x="3000375" y="2867025"/>
                </a:lnTo>
                <a:close/>
                <a:moveTo>
                  <a:pt x="3057525" y="2857500"/>
                </a:moveTo>
                <a:lnTo>
                  <a:pt x="3067050" y="2857500"/>
                </a:lnTo>
                <a:lnTo>
                  <a:pt x="3067050" y="2867025"/>
                </a:lnTo>
                <a:lnTo>
                  <a:pt x="3057525" y="2867025"/>
                </a:lnTo>
                <a:close/>
                <a:moveTo>
                  <a:pt x="2371725" y="2867025"/>
                </a:moveTo>
                <a:lnTo>
                  <a:pt x="2381250" y="2867025"/>
                </a:lnTo>
                <a:lnTo>
                  <a:pt x="2381250" y="2857500"/>
                </a:lnTo>
                <a:lnTo>
                  <a:pt x="2371725" y="2857500"/>
                </a:lnTo>
                <a:close/>
                <a:moveTo>
                  <a:pt x="3067050" y="2867025"/>
                </a:moveTo>
                <a:lnTo>
                  <a:pt x="3086100" y="2867025"/>
                </a:lnTo>
                <a:lnTo>
                  <a:pt x="3086100" y="2876550"/>
                </a:lnTo>
                <a:lnTo>
                  <a:pt x="3067050" y="2876550"/>
                </a:lnTo>
                <a:close/>
                <a:moveTo>
                  <a:pt x="2886075" y="2876550"/>
                </a:moveTo>
                <a:lnTo>
                  <a:pt x="2895600" y="2876550"/>
                </a:lnTo>
                <a:lnTo>
                  <a:pt x="2895600" y="2886075"/>
                </a:lnTo>
                <a:lnTo>
                  <a:pt x="2886075" y="2886075"/>
                </a:lnTo>
                <a:close/>
                <a:moveTo>
                  <a:pt x="3028950" y="2876550"/>
                </a:moveTo>
                <a:lnTo>
                  <a:pt x="3057525" y="2876550"/>
                </a:lnTo>
                <a:lnTo>
                  <a:pt x="3057525" y="2886075"/>
                </a:lnTo>
                <a:lnTo>
                  <a:pt x="3028950" y="2886075"/>
                </a:lnTo>
                <a:close/>
                <a:moveTo>
                  <a:pt x="3105150" y="2876550"/>
                </a:moveTo>
                <a:lnTo>
                  <a:pt x="3114675" y="2876550"/>
                </a:lnTo>
                <a:lnTo>
                  <a:pt x="3114675" y="2886075"/>
                </a:lnTo>
                <a:lnTo>
                  <a:pt x="3162300" y="2886075"/>
                </a:lnTo>
                <a:lnTo>
                  <a:pt x="3162300" y="2895600"/>
                </a:lnTo>
                <a:lnTo>
                  <a:pt x="3105150" y="2895600"/>
                </a:lnTo>
                <a:close/>
                <a:moveTo>
                  <a:pt x="2876550" y="2886075"/>
                </a:moveTo>
                <a:lnTo>
                  <a:pt x="2886075" y="2886075"/>
                </a:lnTo>
                <a:lnTo>
                  <a:pt x="2886075" y="2933700"/>
                </a:lnTo>
                <a:lnTo>
                  <a:pt x="2876550" y="2933700"/>
                </a:lnTo>
                <a:lnTo>
                  <a:pt x="2876550" y="2952750"/>
                </a:lnTo>
                <a:lnTo>
                  <a:pt x="2867025" y="2952750"/>
                </a:lnTo>
                <a:lnTo>
                  <a:pt x="2867025" y="2914650"/>
                </a:lnTo>
                <a:lnTo>
                  <a:pt x="2876550" y="2914650"/>
                </a:lnTo>
                <a:close/>
                <a:moveTo>
                  <a:pt x="3181350" y="2895600"/>
                </a:moveTo>
                <a:lnTo>
                  <a:pt x="3190875" y="2895600"/>
                </a:lnTo>
                <a:lnTo>
                  <a:pt x="3190875" y="2905125"/>
                </a:lnTo>
                <a:lnTo>
                  <a:pt x="3181350" y="2905125"/>
                </a:lnTo>
                <a:close/>
                <a:moveTo>
                  <a:pt x="2466975" y="2905125"/>
                </a:moveTo>
                <a:lnTo>
                  <a:pt x="2476500" y="2905125"/>
                </a:lnTo>
                <a:lnTo>
                  <a:pt x="2476500" y="2924175"/>
                </a:lnTo>
                <a:lnTo>
                  <a:pt x="2466975" y="2924175"/>
                </a:lnTo>
                <a:close/>
                <a:moveTo>
                  <a:pt x="3190875" y="2905125"/>
                </a:moveTo>
                <a:lnTo>
                  <a:pt x="3200400" y="2905125"/>
                </a:lnTo>
                <a:lnTo>
                  <a:pt x="3200400" y="2914650"/>
                </a:lnTo>
                <a:lnTo>
                  <a:pt x="3190875" y="2914650"/>
                </a:lnTo>
                <a:close/>
                <a:moveTo>
                  <a:pt x="2209800" y="2914650"/>
                </a:moveTo>
                <a:lnTo>
                  <a:pt x="2238375" y="2914650"/>
                </a:lnTo>
                <a:lnTo>
                  <a:pt x="2238375" y="2924175"/>
                </a:lnTo>
                <a:lnTo>
                  <a:pt x="2247900" y="2924175"/>
                </a:lnTo>
                <a:lnTo>
                  <a:pt x="2247900" y="2933700"/>
                </a:lnTo>
                <a:lnTo>
                  <a:pt x="2209800" y="2933700"/>
                </a:lnTo>
                <a:close/>
                <a:moveTo>
                  <a:pt x="3200400" y="2914650"/>
                </a:moveTo>
                <a:lnTo>
                  <a:pt x="3209925" y="2914650"/>
                </a:lnTo>
                <a:lnTo>
                  <a:pt x="3209925" y="2924175"/>
                </a:lnTo>
                <a:lnTo>
                  <a:pt x="3200400" y="2924175"/>
                </a:lnTo>
                <a:close/>
                <a:moveTo>
                  <a:pt x="3209925" y="2924175"/>
                </a:moveTo>
                <a:lnTo>
                  <a:pt x="3219450" y="2924175"/>
                </a:lnTo>
                <a:lnTo>
                  <a:pt x="3219450" y="2933700"/>
                </a:lnTo>
                <a:lnTo>
                  <a:pt x="3209925" y="2933700"/>
                </a:lnTo>
                <a:close/>
                <a:moveTo>
                  <a:pt x="2381250" y="2943225"/>
                </a:moveTo>
                <a:lnTo>
                  <a:pt x="2390775" y="2943225"/>
                </a:lnTo>
                <a:lnTo>
                  <a:pt x="2390775" y="2952750"/>
                </a:lnTo>
                <a:lnTo>
                  <a:pt x="2381250" y="2952750"/>
                </a:lnTo>
                <a:close/>
                <a:moveTo>
                  <a:pt x="3219450" y="2943225"/>
                </a:moveTo>
                <a:lnTo>
                  <a:pt x="3228975" y="2943225"/>
                </a:lnTo>
                <a:lnTo>
                  <a:pt x="3228975" y="3000375"/>
                </a:lnTo>
                <a:lnTo>
                  <a:pt x="3219450" y="3000375"/>
                </a:lnTo>
                <a:lnTo>
                  <a:pt x="3219450" y="3009900"/>
                </a:lnTo>
                <a:lnTo>
                  <a:pt x="3209925" y="3009900"/>
                </a:lnTo>
                <a:lnTo>
                  <a:pt x="3209925" y="2990850"/>
                </a:lnTo>
                <a:lnTo>
                  <a:pt x="3219450" y="2990850"/>
                </a:lnTo>
                <a:close/>
                <a:moveTo>
                  <a:pt x="2114550" y="2952750"/>
                </a:moveTo>
                <a:lnTo>
                  <a:pt x="2133600" y="2952750"/>
                </a:lnTo>
                <a:lnTo>
                  <a:pt x="2133600" y="2962275"/>
                </a:lnTo>
                <a:lnTo>
                  <a:pt x="2124075" y="2962275"/>
                </a:lnTo>
                <a:lnTo>
                  <a:pt x="2124075" y="2971800"/>
                </a:lnTo>
                <a:lnTo>
                  <a:pt x="2114550" y="2971800"/>
                </a:lnTo>
                <a:close/>
                <a:moveTo>
                  <a:pt x="2876550" y="2952750"/>
                </a:moveTo>
                <a:lnTo>
                  <a:pt x="2886075" y="2952750"/>
                </a:lnTo>
                <a:lnTo>
                  <a:pt x="2886075" y="2971800"/>
                </a:lnTo>
                <a:lnTo>
                  <a:pt x="2876550" y="2971800"/>
                </a:lnTo>
                <a:close/>
                <a:moveTo>
                  <a:pt x="3248025" y="2962275"/>
                </a:moveTo>
                <a:lnTo>
                  <a:pt x="3257550" y="2962275"/>
                </a:lnTo>
                <a:lnTo>
                  <a:pt x="3257550" y="2981325"/>
                </a:lnTo>
                <a:lnTo>
                  <a:pt x="3248025" y="2981325"/>
                </a:lnTo>
                <a:close/>
                <a:moveTo>
                  <a:pt x="2028825" y="2971800"/>
                </a:moveTo>
                <a:lnTo>
                  <a:pt x="2114550" y="2971800"/>
                </a:lnTo>
                <a:lnTo>
                  <a:pt x="2114550" y="2981325"/>
                </a:lnTo>
                <a:lnTo>
                  <a:pt x="2105025" y="2981325"/>
                </a:lnTo>
                <a:lnTo>
                  <a:pt x="2105025" y="2990850"/>
                </a:lnTo>
                <a:lnTo>
                  <a:pt x="2095500" y="2990850"/>
                </a:lnTo>
                <a:lnTo>
                  <a:pt x="2095500" y="2981325"/>
                </a:lnTo>
                <a:lnTo>
                  <a:pt x="2047875" y="2981325"/>
                </a:lnTo>
                <a:lnTo>
                  <a:pt x="2047875" y="3000375"/>
                </a:lnTo>
                <a:lnTo>
                  <a:pt x="2038350" y="3000375"/>
                </a:lnTo>
                <a:lnTo>
                  <a:pt x="2038350" y="2990850"/>
                </a:lnTo>
                <a:lnTo>
                  <a:pt x="2028825" y="2990850"/>
                </a:lnTo>
                <a:close/>
                <a:moveTo>
                  <a:pt x="2886075" y="2971800"/>
                </a:moveTo>
                <a:lnTo>
                  <a:pt x="2895600" y="2971800"/>
                </a:lnTo>
                <a:lnTo>
                  <a:pt x="2895600" y="2981325"/>
                </a:lnTo>
                <a:lnTo>
                  <a:pt x="2905125" y="2981325"/>
                </a:lnTo>
                <a:lnTo>
                  <a:pt x="2905125" y="2990850"/>
                </a:lnTo>
                <a:lnTo>
                  <a:pt x="2914650" y="2990850"/>
                </a:lnTo>
                <a:lnTo>
                  <a:pt x="2914650" y="3000375"/>
                </a:lnTo>
                <a:lnTo>
                  <a:pt x="2943225" y="3000375"/>
                </a:lnTo>
                <a:lnTo>
                  <a:pt x="2943225" y="3009900"/>
                </a:lnTo>
                <a:lnTo>
                  <a:pt x="3019425" y="3009900"/>
                </a:lnTo>
                <a:lnTo>
                  <a:pt x="3019425" y="3019425"/>
                </a:lnTo>
                <a:lnTo>
                  <a:pt x="3067050" y="3019425"/>
                </a:lnTo>
                <a:lnTo>
                  <a:pt x="3067050" y="3028950"/>
                </a:lnTo>
                <a:lnTo>
                  <a:pt x="3000375" y="3028950"/>
                </a:lnTo>
                <a:lnTo>
                  <a:pt x="3000375" y="3019425"/>
                </a:lnTo>
                <a:lnTo>
                  <a:pt x="2933700" y="3019425"/>
                </a:lnTo>
                <a:lnTo>
                  <a:pt x="2933700" y="3009900"/>
                </a:lnTo>
                <a:lnTo>
                  <a:pt x="2905125" y="3009900"/>
                </a:lnTo>
                <a:lnTo>
                  <a:pt x="2905125" y="3000375"/>
                </a:lnTo>
                <a:lnTo>
                  <a:pt x="2895600" y="3000375"/>
                </a:lnTo>
                <a:lnTo>
                  <a:pt x="2895600" y="2990850"/>
                </a:lnTo>
                <a:lnTo>
                  <a:pt x="2886075" y="2990850"/>
                </a:lnTo>
                <a:close/>
                <a:moveTo>
                  <a:pt x="2162175" y="2990850"/>
                </a:moveTo>
                <a:lnTo>
                  <a:pt x="2171700" y="2990850"/>
                </a:lnTo>
                <a:lnTo>
                  <a:pt x="2171700" y="3000375"/>
                </a:lnTo>
                <a:lnTo>
                  <a:pt x="2247900" y="3000375"/>
                </a:lnTo>
                <a:lnTo>
                  <a:pt x="2247900" y="3076575"/>
                </a:lnTo>
                <a:lnTo>
                  <a:pt x="2200275" y="3076575"/>
                </a:lnTo>
                <a:lnTo>
                  <a:pt x="2200275" y="3067050"/>
                </a:lnTo>
                <a:lnTo>
                  <a:pt x="2209800" y="3067050"/>
                </a:lnTo>
                <a:lnTo>
                  <a:pt x="2209800" y="3057525"/>
                </a:lnTo>
                <a:lnTo>
                  <a:pt x="2219325" y="3057525"/>
                </a:lnTo>
                <a:lnTo>
                  <a:pt x="2219325" y="3048000"/>
                </a:lnTo>
                <a:lnTo>
                  <a:pt x="2228850" y="3048000"/>
                </a:lnTo>
                <a:lnTo>
                  <a:pt x="2228850" y="3019425"/>
                </a:lnTo>
                <a:lnTo>
                  <a:pt x="2171700" y="3019425"/>
                </a:lnTo>
                <a:lnTo>
                  <a:pt x="2171700" y="3028950"/>
                </a:lnTo>
                <a:lnTo>
                  <a:pt x="2143125" y="3028950"/>
                </a:lnTo>
                <a:lnTo>
                  <a:pt x="2143125" y="3019425"/>
                </a:lnTo>
                <a:lnTo>
                  <a:pt x="2133600" y="3019425"/>
                </a:lnTo>
                <a:lnTo>
                  <a:pt x="2133600" y="3000375"/>
                </a:lnTo>
                <a:lnTo>
                  <a:pt x="2162175" y="3000375"/>
                </a:lnTo>
                <a:close/>
                <a:moveTo>
                  <a:pt x="3257550" y="2990850"/>
                </a:moveTo>
                <a:lnTo>
                  <a:pt x="3276600" y="2990850"/>
                </a:lnTo>
                <a:lnTo>
                  <a:pt x="3276600" y="3000375"/>
                </a:lnTo>
                <a:lnTo>
                  <a:pt x="3267075" y="3000375"/>
                </a:lnTo>
                <a:lnTo>
                  <a:pt x="3267075" y="3009900"/>
                </a:lnTo>
                <a:lnTo>
                  <a:pt x="3257550" y="3009900"/>
                </a:lnTo>
                <a:close/>
                <a:moveTo>
                  <a:pt x="2028825" y="3000375"/>
                </a:moveTo>
                <a:lnTo>
                  <a:pt x="2038350" y="3000375"/>
                </a:lnTo>
                <a:lnTo>
                  <a:pt x="2038350" y="3009900"/>
                </a:lnTo>
                <a:lnTo>
                  <a:pt x="2028825" y="3009900"/>
                </a:lnTo>
                <a:close/>
                <a:moveTo>
                  <a:pt x="3276600" y="3000375"/>
                </a:moveTo>
                <a:lnTo>
                  <a:pt x="3286125" y="3000375"/>
                </a:lnTo>
                <a:lnTo>
                  <a:pt x="3286125" y="3009900"/>
                </a:lnTo>
                <a:lnTo>
                  <a:pt x="3295650" y="3009900"/>
                </a:lnTo>
                <a:lnTo>
                  <a:pt x="3295650" y="3048000"/>
                </a:lnTo>
                <a:lnTo>
                  <a:pt x="3286125" y="3048000"/>
                </a:lnTo>
                <a:lnTo>
                  <a:pt x="3286125" y="3019425"/>
                </a:lnTo>
                <a:lnTo>
                  <a:pt x="3276600" y="3019425"/>
                </a:lnTo>
                <a:close/>
                <a:moveTo>
                  <a:pt x="2286000" y="3009900"/>
                </a:moveTo>
                <a:lnTo>
                  <a:pt x="2295525" y="3009900"/>
                </a:lnTo>
                <a:lnTo>
                  <a:pt x="2295525" y="3019425"/>
                </a:lnTo>
                <a:lnTo>
                  <a:pt x="2343150" y="3019425"/>
                </a:lnTo>
                <a:lnTo>
                  <a:pt x="2343150" y="3038475"/>
                </a:lnTo>
                <a:lnTo>
                  <a:pt x="2324100" y="3038475"/>
                </a:lnTo>
                <a:lnTo>
                  <a:pt x="2324100" y="3048000"/>
                </a:lnTo>
                <a:lnTo>
                  <a:pt x="2314575" y="3048000"/>
                </a:lnTo>
                <a:lnTo>
                  <a:pt x="2314575" y="3057525"/>
                </a:lnTo>
                <a:lnTo>
                  <a:pt x="2295525" y="3057525"/>
                </a:lnTo>
                <a:lnTo>
                  <a:pt x="2295525" y="3038475"/>
                </a:lnTo>
                <a:lnTo>
                  <a:pt x="2286000" y="3038475"/>
                </a:lnTo>
                <a:close/>
                <a:moveTo>
                  <a:pt x="3200400" y="3009900"/>
                </a:moveTo>
                <a:lnTo>
                  <a:pt x="3209925" y="3009900"/>
                </a:lnTo>
                <a:lnTo>
                  <a:pt x="3209925" y="3019425"/>
                </a:lnTo>
                <a:lnTo>
                  <a:pt x="3200400" y="3019425"/>
                </a:lnTo>
                <a:close/>
                <a:moveTo>
                  <a:pt x="2371725" y="3019425"/>
                </a:moveTo>
                <a:lnTo>
                  <a:pt x="2390775" y="3019425"/>
                </a:lnTo>
                <a:lnTo>
                  <a:pt x="2390775" y="3028950"/>
                </a:lnTo>
                <a:lnTo>
                  <a:pt x="2400300" y="3028950"/>
                </a:lnTo>
                <a:lnTo>
                  <a:pt x="2400300" y="3048000"/>
                </a:lnTo>
                <a:lnTo>
                  <a:pt x="2371725" y="3048000"/>
                </a:lnTo>
                <a:lnTo>
                  <a:pt x="2371725" y="3038475"/>
                </a:lnTo>
                <a:lnTo>
                  <a:pt x="2362200" y="3038475"/>
                </a:lnTo>
                <a:lnTo>
                  <a:pt x="2362200" y="3028950"/>
                </a:lnTo>
                <a:lnTo>
                  <a:pt x="2371725" y="3028950"/>
                </a:lnTo>
                <a:close/>
                <a:moveTo>
                  <a:pt x="3076575" y="3019425"/>
                </a:moveTo>
                <a:lnTo>
                  <a:pt x="3095625" y="3019425"/>
                </a:lnTo>
                <a:lnTo>
                  <a:pt x="3095625" y="3028950"/>
                </a:lnTo>
                <a:lnTo>
                  <a:pt x="3124200" y="3028950"/>
                </a:lnTo>
                <a:lnTo>
                  <a:pt x="3124200" y="3038475"/>
                </a:lnTo>
                <a:lnTo>
                  <a:pt x="3067050" y="3038475"/>
                </a:lnTo>
                <a:lnTo>
                  <a:pt x="3067050" y="3028950"/>
                </a:lnTo>
                <a:lnTo>
                  <a:pt x="3076575" y="3028950"/>
                </a:lnTo>
                <a:close/>
                <a:moveTo>
                  <a:pt x="3190875" y="3019425"/>
                </a:moveTo>
                <a:lnTo>
                  <a:pt x="3200400" y="3019425"/>
                </a:lnTo>
                <a:lnTo>
                  <a:pt x="3200400" y="3028950"/>
                </a:lnTo>
                <a:lnTo>
                  <a:pt x="3190875" y="3028950"/>
                </a:lnTo>
                <a:close/>
                <a:moveTo>
                  <a:pt x="2133600" y="3028950"/>
                </a:moveTo>
                <a:lnTo>
                  <a:pt x="2143125" y="3028950"/>
                </a:lnTo>
                <a:lnTo>
                  <a:pt x="2143125" y="3038475"/>
                </a:lnTo>
                <a:lnTo>
                  <a:pt x="2133600" y="3038475"/>
                </a:lnTo>
                <a:close/>
                <a:moveTo>
                  <a:pt x="3143250" y="3028950"/>
                </a:moveTo>
                <a:lnTo>
                  <a:pt x="3152775" y="3028950"/>
                </a:lnTo>
                <a:lnTo>
                  <a:pt x="3152775" y="3048000"/>
                </a:lnTo>
                <a:lnTo>
                  <a:pt x="3124200" y="3048000"/>
                </a:lnTo>
                <a:lnTo>
                  <a:pt x="3124200" y="3038475"/>
                </a:lnTo>
                <a:lnTo>
                  <a:pt x="3143250" y="3038475"/>
                </a:lnTo>
                <a:close/>
                <a:moveTo>
                  <a:pt x="3171825" y="3028950"/>
                </a:moveTo>
                <a:lnTo>
                  <a:pt x="3190875" y="3028950"/>
                </a:lnTo>
                <a:lnTo>
                  <a:pt x="3190875" y="3038475"/>
                </a:lnTo>
                <a:lnTo>
                  <a:pt x="3171825" y="3038475"/>
                </a:lnTo>
                <a:close/>
                <a:moveTo>
                  <a:pt x="2457450" y="3038475"/>
                </a:moveTo>
                <a:lnTo>
                  <a:pt x="2486025" y="3038475"/>
                </a:lnTo>
                <a:lnTo>
                  <a:pt x="2486025" y="3057525"/>
                </a:lnTo>
                <a:lnTo>
                  <a:pt x="2457450" y="3057525"/>
                </a:lnTo>
                <a:close/>
                <a:moveTo>
                  <a:pt x="2524125" y="3048000"/>
                </a:moveTo>
                <a:lnTo>
                  <a:pt x="2562225" y="3048000"/>
                </a:lnTo>
                <a:lnTo>
                  <a:pt x="2562225" y="3067050"/>
                </a:lnTo>
                <a:lnTo>
                  <a:pt x="2524125" y="3067050"/>
                </a:lnTo>
                <a:close/>
                <a:moveTo>
                  <a:pt x="3248025" y="3048000"/>
                </a:moveTo>
                <a:lnTo>
                  <a:pt x="3267075" y="3048000"/>
                </a:lnTo>
                <a:lnTo>
                  <a:pt x="3267075" y="3067050"/>
                </a:lnTo>
                <a:lnTo>
                  <a:pt x="3276600" y="3067050"/>
                </a:lnTo>
                <a:lnTo>
                  <a:pt x="3276600" y="3057525"/>
                </a:lnTo>
                <a:lnTo>
                  <a:pt x="3286125" y="3057525"/>
                </a:lnTo>
                <a:lnTo>
                  <a:pt x="3286125" y="3124200"/>
                </a:lnTo>
                <a:lnTo>
                  <a:pt x="3267075" y="3124200"/>
                </a:lnTo>
                <a:lnTo>
                  <a:pt x="3267075" y="3105150"/>
                </a:lnTo>
                <a:lnTo>
                  <a:pt x="3276600" y="3105150"/>
                </a:lnTo>
                <a:lnTo>
                  <a:pt x="3276600" y="3095625"/>
                </a:lnTo>
                <a:lnTo>
                  <a:pt x="3267075" y="3095625"/>
                </a:lnTo>
                <a:lnTo>
                  <a:pt x="3267075" y="3086100"/>
                </a:lnTo>
                <a:lnTo>
                  <a:pt x="3248025" y="3086100"/>
                </a:lnTo>
                <a:lnTo>
                  <a:pt x="3248025" y="3067050"/>
                </a:lnTo>
                <a:lnTo>
                  <a:pt x="3257550" y="3067050"/>
                </a:lnTo>
                <a:lnTo>
                  <a:pt x="3257550" y="3057525"/>
                </a:lnTo>
                <a:lnTo>
                  <a:pt x="3248025" y="3057525"/>
                </a:lnTo>
                <a:close/>
                <a:moveTo>
                  <a:pt x="2590800" y="3057525"/>
                </a:moveTo>
                <a:lnTo>
                  <a:pt x="2619375" y="3057525"/>
                </a:lnTo>
                <a:lnTo>
                  <a:pt x="2619375" y="3076575"/>
                </a:lnTo>
                <a:lnTo>
                  <a:pt x="2590800" y="3076575"/>
                </a:lnTo>
                <a:close/>
                <a:moveTo>
                  <a:pt x="2152650" y="3086100"/>
                </a:moveTo>
                <a:lnTo>
                  <a:pt x="2171700" y="3086100"/>
                </a:lnTo>
                <a:lnTo>
                  <a:pt x="2171700" y="3095625"/>
                </a:lnTo>
                <a:lnTo>
                  <a:pt x="2152650" y="3095625"/>
                </a:lnTo>
                <a:close/>
                <a:moveTo>
                  <a:pt x="2305050" y="3086100"/>
                </a:moveTo>
                <a:lnTo>
                  <a:pt x="2314575" y="3086100"/>
                </a:lnTo>
                <a:lnTo>
                  <a:pt x="2314575" y="3095625"/>
                </a:lnTo>
                <a:lnTo>
                  <a:pt x="2305050" y="3095625"/>
                </a:lnTo>
                <a:close/>
                <a:moveTo>
                  <a:pt x="2771775" y="3086100"/>
                </a:moveTo>
                <a:lnTo>
                  <a:pt x="2800350" y="3086100"/>
                </a:lnTo>
                <a:lnTo>
                  <a:pt x="2800350" y="3105150"/>
                </a:lnTo>
                <a:lnTo>
                  <a:pt x="2771775" y="3105150"/>
                </a:lnTo>
                <a:close/>
                <a:moveTo>
                  <a:pt x="3238500" y="3086100"/>
                </a:moveTo>
                <a:lnTo>
                  <a:pt x="3248025" y="3086100"/>
                </a:lnTo>
                <a:lnTo>
                  <a:pt x="3248025" y="3114675"/>
                </a:lnTo>
                <a:lnTo>
                  <a:pt x="3228975" y="3114675"/>
                </a:lnTo>
                <a:lnTo>
                  <a:pt x="3228975" y="3105150"/>
                </a:lnTo>
                <a:lnTo>
                  <a:pt x="3238500" y="3105150"/>
                </a:lnTo>
                <a:close/>
                <a:moveTo>
                  <a:pt x="2847975" y="3095625"/>
                </a:moveTo>
                <a:lnTo>
                  <a:pt x="2857500" y="3095625"/>
                </a:lnTo>
                <a:lnTo>
                  <a:pt x="2857500" y="3114675"/>
                </a:lnTo>
                <a:lnTo>
                  <a:pt x="2847975" y="3114675"/>
                </a:lnTo>
                <a:close/>
                <a:moveTo>
                  <a:pt x="2105025" y="3105150"/>
                </a:moveTo>
                <a:lnTo>
                  <a:pt x="2114550" y="3105150"/>
                </a:lnTo>
                <a:lnTo>
                  <a:pt x="2114550" y="3124200"/>
                </a:lnTo>
                <a:lnTo>
                  <a:pt x="2105025" y="3124200"/>
                </a:lnTo>
                <a:close/>
                <a:moveTo>
                  <a:pt x="2943225" y="3105150"/>
                </a:moveTo>
                <a:lnTo>
                  <a:pt x="2952750" y="3105150"/>
                </a:lnTo>
                <a:lnTo>
                  <a:pt x="2952750" y="3114675"/>
                </a:lnTo>
                <a:lnTo>
                  <a:pt x="3009900" y="3114675"/>
                </a:lnTo>
                <a:lnTo>
                  <a:pt x="3009900" y="3124200"/>
                </a:lnTo>
                <a:lnTo>
                  <a:pt x="3000375" y="3124200"/>
                </a:lnTo>
                <a:lnTo>
                  <a:pt x="3000375" y="3133725"/>
                </a:lnTo>
                <a:lnTo>
                  <a:pt x="2943225" y="3133725"/>
                </a:lnTo>
                <a:lnTo>
                  <a:pt x="2943225" y="3124200"/>
                </a:lnTo>
                <a:lnTo>
                  <a:pt x="2924175" y="3124200"/>
                </a:lnTo>
                <a:lnTo>
                  <a:pt x="2924175" y="3114675"/>
                </a:lnTo>
                <a:lnTo>
                  <a:pt x="2943225" y="3114675"/>
                </a:lnTo>
                <a:close/>
                <a:moveTo>
                  <a:pt x="2543175" y="3124200"/>
                </a:moveTo>
                <a:lnTo>
                  <a:pt x="2562225" y="3124200"/>
                </a:lnTo>
                <a:lnTo>
                  <a:pt x="2562225" y="3143250"/>
                </a:lnTo>
                <a:lnTo>
                  <a:pt x="2552700" y="3143250"/>
                </a:lnTo>
                <a:lnTo>
                  <a:pt x="2552700" y="3133725"/>
                </a:lnTo>
                <a:lnTo>
                  <a:pt x="2543175" y="3133725"/>
                </a:lnTo>
                <a:close/>
                <a:moveTo>
                  <a:pt x="3038475" y="3124200"/>
                </a:moveTo>
                <a:lnTo>
                  <a:pt x="3057525" y="3124200"/>
                </a:lnTo>
                <a:lnTo>
                  <a:pt x="3057525" y="3133725"/>
                </a:lnTo>
                <a:lnTo>
                  <a:pt x="3067050" y="3133725"/>
                </a:lnTo>
                <a:lnTo>
                  <a:pt x="3067050" y="3124200"/>
                </a:lnTo>
                <a:lnTo>
                  <a:pt x="3076575" y="3124200"/>
                </a:lnTo>
                <a:lnTo>
                  <a:pt x="3076575" y="3143250"/>
                </a:lnTo>
                <a:lnTo>
                  <a:pt x="3038475" y="3143250"/>
                </a:lnTo>
                <a:close/>
                <a:moveTo>
                  <a:pt x="3095625" y="3133725"/>
                </a:moveTo>
                <a:lnTo>
                  <a:pt x="3114675" y="3133725"/>
                </a:lnTo>
                <a:lnTo>
                  <a:pt x="3114675" y="3143250"/>
                </a:lnTo>
                <a:lnTo>
                  <a:pt x="3105150" y="3143250"/>
                </a:lnTo>
                <a:lnTo>
                  <a:pt x="3105150" y="3152775"/>
                </a:lnTo>
                <a:lnTo>
                  <a:pt x="3095625" y="3152775"/>
                </a:lnTo>
                <a:close/>
                <a:moveTo>
                  <a:pt x="3228975" y="3133725"/>
                </a:moveTo>
                <a:lnTo>
                  <a:pt x="3248025" y="3133725"/>
                </a:lnTo>
                <a:lnTo>
                  <a:pt x="3248025" y="3143250"/>
                </a:lnTo>
                <a:lnTo>
                  <a:pt x="3276600" y="3143250"/>
                </a:lnTo>
                <a:lnTo>
                  <a:pt x="3276600" y="3152775"/>
                </a:lnTo>
                <a:lnTo>
                  <a:pt x="3267075" y="3152775"/>
                </a:lnTo>
                <a:lnTo>
                  <a:pt x="3267075" y="3162300"/>
                </a:lnTo>
                <a:lnTo>
                  <a:pt x="3228975" y="3162300"/>
                </a:lnTo>
                <a:lnTo>
                  <a:pt x="3228975" y="3171825"/>
                </a:lnTo>
                <a:lnTo>
                  <a:pt x="3200400" y="3171825"/>
                </a:lnTo>
                <a:lnTo>
                  <a:pt x="3200400" y="3162300"/>
                </a:lnTo>
                <a:lnTo>
                  <a:pt x="3209925" y="3162300"/>
                </a:lnTo>
                <a:lnTo>
                  <a:pt x="3209925" y="3152775"/>
                </a:lnTo>
                <a:lnTo>
                  <a:pt x="3219450" y="3152775"/>
                </a:lnTo>
                <a:lnTo>
                  <a:pt x="3219450" y="3143250"/>
                </a:lnTo>
                <a:lnTo>
                  <a:pt x="3228975" y="3143250"/>
                </a:lnTo>
                <a:close/>
                <a:moveTo>
                  <a:pt x="2505075" y="3143250"/>
                </a:moveTo>
                <a:lnTo>
                  <a:pt x="2552700" y="3143250"/>
                </a:lnTo>
                <a:lnTo>
                  <a:pt x="2552700" y="3152775"/>
                </a:lnTo>
                <a:lnTo>
                  <a:pt x="2562225" y="3152775"/>
                </a:lnTo>
                <a:lnTo>
                  <a:pt x="2562225" y="3162300"/>
                </a:lnTo>
                <a:lnTo>
                  <a:pt x="2514600" y="3162300"/>
                </a:lnTo>
                <a:lnTo>
                  <a:pt x="2514600" y="3152775"/>
                </a:lnTo>
                <a:lnTo>
                  <a:pt x="2505075" y="3152775"/>
                </a:lnTo>
                <a:close/>
                <a:moveTo>
                  <a:pt x="2476500" y="3152775"/>
                </a:moveTo>
                <a:lnTo>
                  <a:pt x="2505075" y="3152775"/>
                </a:lnTo>
                <a:lnTo>
                  <a:pt x="2505075" y="3162300"/>
                </a:lnTo>
                <a:lnTo>
                  <a:pt x="2486025" y="3162300"/>
                </a:lnTo>
                <a:lnTo>
                  <a:pt x="2486025" y="3171825"/>
                </a:lnTo>
                <a:lnTo>
                  <a:pt x="2476500" y="3171825"/>
                </a:lnTo>
                <a:close/>
                <a:moveTo>
                  <a:pt x="2590800" y="3152775"/>
                </a:moveTo>
                <a:lnTo>
                  <a:pt x="2600325" y="3152775"/>
                </a:lnTo>
                <a:lnTo>
                  <a:pt x="2600325" y="3162300"/>
                </a:lnTo>
                <a:lnTo>
                  <a:pt x="2590800" y="3162300"/>
                </a:lnTo>
                <a:close/>
                <a:moveTo>
                  <a:pt x="2638425" y="3152775"/>
                </a:moveTo>
                <a:lnTo>
                  <a:pt x="2647950" y="3152775"/>
                </a:lnTo>
                <a:lnTo>
                  <a:pt x="2647950" y="3171825"/>
                </a:lnTo>
                <a:lnTo>
                  <a:pt x="2667000" y="3171825"/>
                </a:lnTo>
                <a:lnTo>
                  <a:pt x="2667000" y="3162300"/>
                </a:lnTo>
                <a:lnTo>
                  <a:pt x="2695575" y="3162300"/>
                </a:lnTo>
                <a:lnTo>
                  <a:pt x="2695575" y="3190875"/>
                </a:lnTo>
                <a:lnTo>
                  <a:pt x="2667000" y="3190875"/>
                </a:lnTo>
                <a:lnTo>
                  <a:pt x="2667000" y="3181350"/>
                </a:lnTo>
                <a:lnTo>
                  <a:pt x="2638425" y="3181350"/>
                </a:lnTo>
                <a:lnTo>
                  <a:pt x="2638425" y="3190875"/>
                </a:lnTo>
                <a:lnTo>
                  <a:pt x="2628900" y="3190875"/>
                </a:lnTo>
                <a:lnTo>
                  <a:pt x="2628900" y="3171825"/>
                </a:lnTo>
                <a:lnTo>
                  <a:pt x="2638425" y="3171825"/>
                </a:lnTo>
                <a:close/>
                <a:moveTo>
                  <a:pt x="3267075" y="3162300"/>
                </a:moveTo>
                <a:lnTo>
                  <a:pt x="3276600" y="3162300"/>
                </a:lnTo>
                <a:lnTo>
                  <a:pt x="3276600" y="3200400"/>
                </a:lnTo>
                <a:lnTo>
                  <a:pt x="3267075" y="3200400"/>
                </a:lnTo>
                <a:lnTo>
                  <a:pt x="3267075" y="3267075"/>
                </a:lnTo>
                <a:lnTo>
                  <a:pt x="3257550" y="3267075"/>
                </a:lnTo>
                <a:lnTo>
                  <a:pt x="3257550" y="3248025"/>
                </a:lnTo>
                <a:lnTo>
                  <a:pt x="3228975" y="3248025"/>
                </a:lnTo>
                <a:lnTo>
                  <a:pt x="3228975" y="3219450"/>
                </a:lnTo>
                <a:lnTo>
                  <a:pt x="3238500" y="3219450"/>
                </a:lnTo>
                <a:lnTo>
                  <a:pt x="3238500" y="3209925"/>
                </a:lnTo>
                <a:lnTo>
                  <a:pt x="3228975" y="3209925"/>
                </a:lnTo>
                <a:lnTo>
                  <a:pt x="3228975" y="3200400"/>
                </a:lnTo>
                <a:lnTo>
                  <a:pt x="3248025" y="3200400"/>
                </a:lnTo>
                <a:lnTo>
                  <a:pt x="3248025" y="3190875"/>
                </a:lnTo>
                <a:lnTo>
                  <a:pt x="3267075" y="3190875"/>
                </a:lnTo>
                <a:close/>
                <a:moveTo>
                  <a:pt x="2286000" y="3190875"/>
                </a:moveTo>
                <a:lnTo>
                  <a:pt x="2295525" y="3190875"/>
                </a:lnTo>
                <a:lnTo>
                  <a:pt x="2295525" y="3200400"/>
                </a:lnTo>
                <a:lnTo>
                  <a:pt x="2286000" y="3200400"/>
                </a:lnTo>
                <a:close/>
                <a:moveTo>
                  <a:pt x="2295525" y="3200400"/>
                </a:moveTo>
                <a:lnTo>
                  <a:pt x="2305050" y="3200400"/>
                </a:lnTo>
                <a:lnTo>
                  <a:pt x="2305050" y="3209925"/>
                </a:lnTo>
                <a:lnTo>
                  <a:pt x="2295525" y="3209925"/>
                </a:lnTo>
                <a:close/>
                <a:moveTo>
                  <a:pt x="2286000" y="3209925"/>
                </a:moveTo>
                <a:lnTo>
                  <a:pt x="2295525" y="3209925"/>
                </a:lnTo>
                <a:lnTo>
                  <a:pt x="2295525" y="3238500"/>
                </a:lnTo>
                <a:lnTo>
                  <a:pt x="2286000" y="3238500"/>
                </a:lnTo>
                <a:close/>
                <a:moveTo>
                  <a:pt x="2238375" y="3219450"/>
                </a:moveTo>
                <a:lnTo>
                  <a:pt x="2257425" y="3219450"/>
                </a:lnTo>
                <a:lnTo>
                  <a:pt x="2257425" y="3228975"/>
                </a:lnTo>
                <a:lnTo>
                  <a:pt x="2276475" y="3228975"/>
                </a:lnTo>
                <a:lnTo>
                  <a:pt x="2276475" y="3238500"/>
                </a:lnTo>
                <a:lnTo>
                  <a:pt x="2247900" y="3238500"/>
                </a:lnTo>
                <a:lnTo>
                  <a:pt x="2247900" y="3228975"/>
                </a:lnTo>
                <a:lnTo>
                  <a:pt x="2238375" y="3228975"/>
                </a:lnTo>
                <a:close/>
                <a:moveTo>
                  <a:pt x="2609850" y="3219450"/>
                </a:moveTo>
                <a:lnTo>
                  <a:pt x="2619375" y="3219450"/>
                </a:lnTo>
                <a:lnTo>
                  <a:pt x="2619375" y="3228975"/>
                </a:lnTo>
                <a:lnTo>
                  <a:pt x="2609850" y="3228975"/>
                </a:lnTo>
                <a:close/>
                <a:moveTo>
                  <a:pt x="3000375" y="3228975"/>
                </a:moveTo>
                <a:lnTo>
                  <a:pt x="3019425" y="3228975"/>
                </a:lnTo>
                <a:lnTo>
                  <a:pt x="3019425" y="3238500"/>
                </a:lnTo>
                <a:lnTo>
                  <a:pt x="3000375" y="3238500"/>
                </a:lnTo>
                <a:close/>
                <a:moveTo>
                  <a:pt x="2562225" y="3238500"/>
                </a:moveTo>
                <a:lnTo>
                  <a:pt x="2571750" y="3238500"/>
                </a:lnTo>
                <a:lnTo>
                  <a:pt x="2571750" y="3248025"/>
                </a:lnTo>
                <a:lnTo>
                  <a:pt x="2562225" y="3248025"/>
                </a:lnTo>
                <a:close/>
                <a:moveTo>
                  <a:pt x="3048000" y="3238500"/>
                </a:moveTo>
                <a:lnTo>
                  <a:pt x="3057525" y="3238500"/>
                </a:lnTo>
                <a:lnTo>
                  <a:pt x="3057525" y="3248025"/>
                </a:lnTo>
                <a:lnTo>
                  <a:pt x="3048000" y="3248025"/>
                </a:lnTo>
                <a:close/>
                <a:moveTo>
                  <a:pt x="2152650" y="3276600"/>
                </a:moveTo>
                <a:lnTo>
                  <a:pt x="2162175" y="3276600"/>
                </a:lnTo>
                <a:lnTo>
                  <a:pt x="2162175" y="3286125"/>
                </a:lnTo>
                <a:lnTo>
                  <a:pt x="2152650" y="3286125"/>
                </a:lnTo>
                <a:close/>
                <a:moveTo>
                  <a:pt x="2171700" y="3276600"/>
                </a:moveTo>
                <a:lnTo>
                  <a:pt x="2190750" y="3276600"/>
                </a:lnTo>
                <a:lnTo>
                  <a:pt x="2190750" y="3286125"/>
                </a:lnTo>
                <a:lnTo>
                  <a:pt x="2200275" y="3286125"/>
                </a:lnTo>
                <a:lnTo>
                  <a:pt x="2200275" y="3305175"/>
                </a:lnTo>
                <a:lnTo>
                  <a:pt x="2171700" y="3305175"/>
                </a:lnTo>
                <a:close/>
                <a:moveTo>
                  <a:pt x="2219325" y="3286125"/>
                </a:moveTo>
                <a:lnTo>
                  <a:pt x="2238375" y="3286125"/>
                </a:lnTo>
                <a:lnTo>
                  <a:pt x="2238375" y="3295650"/>
                </a:lnTo>
                <a:lnTo>
                  <a:pt x="2247900" y="3295650"/>
                </a:lnTo>
                <a:lnTo>
                  <a:pt x="2247900" y="3305175"/>
                </a:lnTo>
                <a:lnTo>
                  <a:pt x="2228850" y="3305175"/>
                </a:lnTo>
                <a:lnTo>
                  <a:pt x="2228850" y="3295650"/>
                </a:lnTo>
                <a:lnTo>
                  <a:pt x="2219325" y="3295650"/>
                </a:lnTo>
                <a:close/>
                <a:moveTo>
                  <a:pt x="2257425" y="3286125"/>
                </a:moveTo>
                <a:lnTo>
                  <a:pt x="2266950" y="3286125"/>
                </a:lnTo>
                <a:lnTo>
                  <a:pt x="2266950" y="3295650"/>
                </a:lnTo>
                <a:lnTo>
                  <a:pt x="2257425" y="3295650"/>
                </a:lnTo>
                <a:close/>
                <a:moveTo>
                  <a:pt x="3248025" y="3286125"/>
                </a:moveTo>
                <a:lnTo>
                  <a:pt x="3257550" y="3286125"/>
                </a:lnTo>
                <a:lnTo>
                  <a:pt x="3257550" y="3324225"/>
                </a:lnTo>
                <a:lnTo>
                  <a:pt x="3248025" y="3324225"/>
                </a:lnTo>
                <a:close/>
                <a:moveTo>
                  <a:pt x="2143125" y="3295650"/>
                </a:moveTo>
                <a:lnTo>
                  <a:pt x="2152650" y="3295650"/>
                </a:lnTo>
                <a:lnTo>
                  <a:pt x="2152650" y="3314700"/>
                </a:lnTo>
                <a:lnTo>
                  <a:pt x="2171700" y="3314700"/>
                </a:lnTo>
                <a:lnTo>
                  <a:pt x="2171700" y="3324225"/>
                </a:lnTo>
                <a:lnTo>
                  <a:pt x="2143125" y="3324225"/>
                </a:lnTo>
                <a:close/>
                <a:moveTo>
                  <a:pt x="2038350" y="3314700"/>
                </a:moveTo>
                <a:lnTo>
                  <a:pt x="2057400" y="3314700"/>
                </a:lnTo>
                <a:lnTo>
                  <a:pt x="2057400" y="3324225"/>
                </a:lnTo>
                <a:lnTo>
                  <a:pt x="2038350" y="3324225"/>
                </a:lnTo>
                <a:close/>
                <a:moveTo>
                  <a:pt x="2057400" y="3324225"/>
                </a:moveTo>
                <a:lnTo>
                  <a:pt x="2066925" y="3324225"/>
                </a:lnTo>
                <a:lnTo>
                  <a:pt x="2066925" y="3333750"/>
                </a:lnTo>
                <a:lnTo>
                  <a:pt x="2076450" y="3333750"/>
                </a:lnTo>
                <a:lnTo>
                  <a:pt x="2076450" y="3343275"/>
                </a:lnTo>
                <a:lnTo>
                  <a:pt x="2057400" y="3343275"/>
                </a:lnTo>
                <a:close/>
                <a:moveTo>
                  <a:pt x="2095500" y="3343275"/>
                </a:moveTo>
                <a:lnTo>
                  <a:pt x="2114550" y="3343275"/>
                </a:lnTo>
                <a:lnTo>
                  <a:pt x="2114550" y="3352800"/>
                </a:lnTo>
                <a:lnTo>
                  <a:pt x="2095500" y="3352800"/>
                </a:lnTo>
                <a:close/>
                <a:moveTo>
                  <a:pt x="3248025" y="3343275"/>
                </a:moveTo>
                <a:lnTo>
                  <a:pt x="3257550" y="3343275"/>
                </a:lnTo>
                <a:lnTo>
                  <a:pt x="3257550" y="3352800"/>
                </a:lnTo>
                <a:lnTo>
                  <a:pt x="3248025" y="3352800"/>
                </a:lnTo>
                <a:close/>
                <a:moveTo>
                  <a:pt x="2124075" y="3352800"/>
                </a:moveTo>
                <a:lnTo>
                  <a:pt x="2143125" y="3352800"/>
                </a:lnTo>
                <a:lnTo>
                  <a:pt x="2143125" y="3362325"/>
                </a:lnTo>
                <a:lnTo>
                  <a:pt x="2152650" y="3362325"/>
                </a:lnTo>
                <a:lnTo>
                  <a:pt x="2152650" y="3371850"/>
                </a:lnTo>
                <a:lnTo>
                  <a:pt x="2133600" y="3371850"/>
                </a:lnTo>
                <a:lnTo>
                  <a:pt x="2133600" y="3362325"/>
                </a:lnTo>
                <a:lnTo>
                  <a:pt x="2124075" y="3362325"/>
                </a:lnTo>
                <a:close/>
                <a:moveTo>
                  <a:pt x="2181225" y="3362325"/>
                </a:moveTo>
                <a:lnTo>
                  <a:pt x="2209800" y="3362325"/>
                </a:lnTo>
                <a:lnTo>
                  <a:pt x="2209800" y="3371850"/>
                </a:lnTo>
                <a:lnTo>
                  <a:pt x="2181225" y="3371850"/>
                </a:lnTo>
                <a:close/>
                <a:moveTo>
                  <a:pt x="3209925" y="3362325"/>
                </a:moveTo>
                <a:lnTo>
                  <a:pt x="3248025" y="3362325"/>
                </a:lnTo>
                <a:lnTo>
                  <a:pt x="3248025" y="3381375"/>
                </a:lnTo>
                <a:lnTo>
                  <a:pt x="3238500" y="3381375"/>
                </a:lnTo>
                <a:lnTo>
                  <a:pt x="3238500" y="3429000"/>
                </a:lnTo>
                <a:lnTo>
                  <a:pt x="3228975" y="3429000"/>
                </a:lnTo>
                <a:lnTo>
                  <a:pt x="3228975" y="3419475"/>
                </a:lnTo>
                <a:lnTo>
                  <a:pt x="3219450" y="3419475"/>
                </a:lnTo>
                <a:lnTo>
                  <a:pt x="3219450" y="3429000"/>
                </a:lnTo>
                <a:lnTo>
                  <a:pt x="3228975" y="3429000"/>
                </a:lnTo>
                <a:lnTo>
                  <a:pt x="3228975" y="3438525"/>
                </a:lnTo>
                <a:lnTo>
                  <a:pt x="3238500" y="3438525"/>
                </a:lnTo>
                <a:lnTo>
                  <a:pt x="3238500" y="3467100"/>
                </a:lnTo>
                <a:lnTo>
                  <a:pt x="3228975" y="3467100"/>
                </a:lnTo>
                <a:lnTo>
                  <a:pt x="3228975" y="3533775"/>
                </a:lnTo>
                <a:lnTo>
                  <a:pt x="3219450" y="3533775"/>
                </a:lnTo>
                <a:lnTo>
                  <a:pt x="3219450" y="3571875"/>
                </a:lnTo>
                <a:lnTo>
                  <a:pt x="3209925" y="3571875"/>
                </a:lnTo>
                <a:lnTo>
                  <a:pt x="3209925" y="3581400"/>
                </a:lnTo>
                <a:lnTo>
                  <a:pt x="3219450" y="3581400"/>
                </a:lnTo>
                <a:lnTo>
                  <a:pt x="3219450" y="3600450"/>
                </a:lnTo>
                <a:lnTo>
                  <a:pt x="3171825" y="3600450"/>
                </a:lnTo>
                <a:lnTo>
                  <a:pt x="3171825" y="3581400"/>
                </a:lnTo>
                <a:lnTo>
                  <a:pt x="3162300" y="3581400"/>
                </a:lnTo>
                <a:lnTo>
                  <a:pt x="3162300" y="3571875"/>
                </a:lnTo>
                <a:lnTo>
                  <a:pt x="3152775" y="3571875"/>
                </a:lnTo>
                <a:lnTo>
                  <a:pt x="3152775" y="3562350"/>
                </a:lnTo>
                <a:lnTo>
                  <a:pt x="3133725" y="3562350"/>
                </a:lnTo>
                <a:lnTo>
                  <a:pt x="3133725" y="3581400"/>
                </a:lnTo>
                <a:lnTo>
                  <a:pt x="3152775" y="3581400"/>
                </a:lnTo>
                <a:lnTo>
                  <a:pt x="3152775" y="3590925"/>
                </a:lnTo>
                <a:lnTo>
                  <a:pt x="3162300" y="3590925"/>
                </a:lnTo>
                <a:lnTo>
                  <a:pt x="3162300" y="3600450"/>
                </a:lnTo>
                <a:lnTo>
                  <a:pt x="3114675" y="3600450"/>
                </a:lnTo>
                <a:lnTo>
                  <a:pt x="3114675" y="3609975"/>
                </a:lnTo>
                <a:lnTo>
                  <a:pt x="3143250" y="3609975"/>
                </a:lnTo>
                <a:lnTo>
                  <a:pt x="3143250" y="3619500"/>
                </a:lnTo>
                <a:lnTo>
                  <a:pt x="3095625" y="3619500"/>
                </a:lnTo>
                <a:lnTo>
                  <a:pt x="3095625" y="3609975"/>
                </a:lnTo>
                <a:lnTo>
                  <a:pt x="3038475" y="3609975"/>
                </a:lnTo>
                <a:lnTo>
                  <a:pt x="3038475" y="3600450"/>
                </a:lnTo>
                <a:lnTo>
                  <a:pt x="2981325" y="3600450"/>
                </a:lnTo>
                <a:lnTo>
                  <a:pt x="2981325" y="3619500"/>
                </a:lnTo>
                <a:lnTo>
                  <a:pt x="2971800" y="3619500"/>
                </a:lnTo>
                <a:lnTo>
                  <a:pt x="2971800" y="3609975"/>
                </a:lnTo>
                <a:lnTo>
                  <a:pt x="2962275" y="3609975"/>
                </a:lnTo>
                <a:lnTo>
                  <a:pt x="2962275" y="3590925"/>
                </a:lnTo>
                <a:lnTo>
                  <a:pt x="2914650" y="3590925"/>
                </a:lnTo>
                <a:lnTo>
                  <a:pt x="2914650" y="3581400"/>
                </a:lnTo>
                <a:lnTo>
                  <a:pt x="2867025" y="3581400"/>
                </a:lnTo>
                <a:lnTo>
                  <a:pt x="2867025" y="3571875"/>
                </a:lnTo>
                <a:lnTo>
                  <a:pt x="2809875" y="3571875"/>
                </a:lnTo>
                <a:lnTo>
                  <a:pt x="2809875" y="3590925"/>
                </a:lnTo>
                <a:lnTo>
                  <a:pt x="2800350" y="3590925"/>
                </a:lnTo>
                <a:lnTo>
                  <a:pt x="2800350" y="3581400"/>
                </a:lnTo>
                <a:lnTo>
                  <a:pt x="2790825" y="3581400"/>
                </a:lnTo>
                <a:lnTo>
                  <a:pt x="2790825" y="3571875"/>
                </a:lnTo>
                <a:lnTo>
                  <a:pt x="2800350" y="3571875"/>
                </a:lnTo>
                <a:lnTo>
                  <a:pt x="2800350" y="3562350"/>
                </a:lnTo>
                <a:lnTo>
                  <a:pt x="2809875" y="3562350"/>
                </a:lnTo>
                <a:lnTo>
                  <a:pt x="2809875" y="3543300"/>
                </a:lnTo>
                <a:lnTo>
                  <a:pt x="2828925" y="3543300"/>
                </a:lnTo>
                <a:lnTo>
                  <a:pt x="2828925" y="3533775"/>
                </a:lnTo>
                <a:lnTo>
                  <a:pt x="2838450" y="3533775"/>
                </a:lnTo>
                <a:lnTo>
                  <a:pt x="2838450" y="3543300"/>
                </a:lnTo>
                <a:lnTo>
                  <a:pt x="2847975" y="3543300"/>
                </a:lnTo>
                <a:lnTo>
                  <a:pt x="2847975" y="3552825"/>
                </a:lnTo>
                <a:lnTo>
                  <a:pt x="2867025" y="3552825"/>
                </a:lnTo>
                <a:lnTo>
                  <a:pt x="2867025" y="3562350"/>
                </a:lnTo>
                <a:lnTo>
                  <a:pt x="2876550" y="3562350"/>
                </a:lnTo>
                <a:lnTo>
                  <a:pt x="2876550" y="3552825"/>
                </a:lnTo>
                <a:lnTo>
                  <a:pt x="2886075" y="3552825"/>
                </a:lnTo>
                <a:lnTo>
                  <a:pt x="2886075" y="3543300"/>
                </a:lnTo>
                <a:lnTo>
                  <a:pt x="2876550" y="3543300"/>
                </a:lnTo>
                <a:lnTo>
                  <a:pt x="2876550" y="3533775"/>
                </a:lnTo>
                <a:lnTo>
                  <a:pt x="2867025" y="3533775"/>
                </a:lnTo>
                <a:lnTo>
                  <a:pt x="2867025" y="3514725"/>
                </a:lnTo>
                <a:lnTo>
                  <a:pt x="2857500" y="3514725"/>
                </a:lnTo>
                <a:lnTo>
                  <a:pt x="2857500" y="3505200"/>
                </a:lnTo>
                <a:lnTo>
                  <a:pt x="2847975" y="3505200"/>
                </a:lnTo>
                <a:lnTo>
                  <a:pt x="2847975" y="3495675"/>
                </a:lnTo>
                <a:lnTo>
                  <a:pt x="2838450" y="3495675"/>
                </a:lnTo>
                <a:lnTo>
                  <a:pt x="2838450" y="3486150"/>
                </a:lnTo>
                <a:lnTo>
                  <a:pt x="2828925" y="3486150"/>
                </a:lnTo>
                <a:lnTo>
                  <a:pt x="2828925" y="3476625"/>
                </a:lnTo>
                <a:lnTo>
                  <a:pt x="2819400" y="3476625"/>
                </a:lnTo>
                <a:lnTo>
                  <a:pt x="2819400" y="3486150"/>
                </a:lnTo>
                <a:lnTo>
                  <a:pt x="2809875" y="3486150"/>
                </a:lnTo>
                <a:lnTo>
                  <a:pt x="2809875" y="3495675"/>
                </a:lnTo>
                <a:lnTo>
                  <a:pt x="2800350" y="3495675"/>
                </a:lnTo>
                <a:lnTo>
                  <a:pt x="2800350" y="3486150"/>
                </a:lnTo>
                <a:lnTo>
                  <a:pt x="2790825" y="3486150"/>
                </a:lnTo>
                <a:lnTo>
                  <a:pt x="2790825" y="3476625"/>
                </a:lnTo>
                <a:lnTo>
                  <a:pt x="2781300" y="3476625"/>
                </a:lnTo>
                <a:lnTo>
                  <a:pt x="2781300" y="3486150"/>
                </a:lnTo>
                <a:lnTo>
                  <a:pt x="2771775" y="3486150"/>
                </a:lnTo>
                <a:lnTo>
                  <a:pt x="2771775" y="3476625"/>
                </a:lnTo>
                <a:lnTo>
                  <a:pt x="2752725" y="3476625"/>
                </a:lnTo>
                <a:lnTo>
                  <a:pt x="2752725" y="3486150"/>
                </a:lnTo>
                <a:lnTo>
                  <a:pt x="2743200" y="3486150"/>
                </a:lnTo>
                <a:lnTo>
                  <a:pt x="2743200" y="3476625"/>
                </a:lnTo>
                <a:lnTo>
                  <a:pt x="2733675" y="3476625"/>
                </a:lnTo>
                <a:lnTo>
                  <a:pt x="2733675" y="3457575"/>
                </a:lnTo>
                <a:lnTo>
                  <a:pt x="2714625" y="3457575"/>
                </a:lnTo>
                <a:lnTo>
                  <a:pt x="2714625" y="3448050"/>
                </a:lnTo>
                <a:lnTo>
                  <a:pt x="2743200" y="3448050"/>
                </a:lnTo>
                <a:lnTo>
                  <a:pt x="2743200" y="3457575"/>
                </a:lnTo>
                <a:lnTo>
                  <a:pt x="2781300" y="3457575"/>
                </a:lnTo>
                <a:lnTo>
                  <a:pt x="2781300" y="3467100"/>
                </a:lnTo>
                <a:lnTo>
                  <a:pt x="2790825" y="3467100"/>
                </a:lnTo>
                <a:lnTo>
                  <a:pt x="2790825" y="3457575"/>
                </a:lnTo>
                <a:lnTo>
                  <a:pt x="2809875" y="3457575"/>
                </a:lnTo>
                <a:lnTo>
                  <a:pt x="2809875" y="3467100"/>
                </a:lnTo>
                <a:lnTo>
                  <a:pt x="2800350" y="3467100"/>
                </a:lnTo>
                <a:lnTo>
                  <a:pt x="2800350" y="3476625"/>
                </a:lnTo>
                <a:lnTo>
                  <a:pt x="2809875" y="3476625"/>
                </a:lnTo>
                <a:lnTo>
                  <a:pt x="2809875" y="3467100"/>
                </a:lnTo>
                <a:lnTo>
                  <a:pt x="2857500" y="3467100"/>
                </a:lnTo>
                <a:lnTo>
                  <a:pt x="2857500" y="3476625"/>
                </a:lnTo>
                <a:lnTo>
                  <a:pt x="2933700" y="3476625"/>
                </a:lnTo>
                <a:lnTo>
                  <a:pt x="2933700" y="3486150"/>
                </a:lnTo>
                <a:lnTo>
                  <a:pt x="3000375" y="3486150"/>
                </a:lnTo>
                <a:lnTo>
                  <a:pt x="3000375" y="3495675"/>
                </a:lnTo>
                <a:lnTo>
                  <a:pt x="3028950" y="3495675"/>
                </a:lnTo>
                <a:lnTo>
                  <a:pt x="3028950" y="3505200"/>
                </a:lnTo>
                <a:lnTo>
                  <a:pt x="3095625" y="3505200"/>
                </a:lnTo>
                <a:lnTo>
                  <a:pt x="3095625" y="3514725"/>
                </a:lnTo>
                <a:lnTo>
                  <a:pt x="3114675" y="3514725"/>
                </a:lnTo>
                <a:lnTo>
                  <a:pt x="3114675" y="3543300"/>
                </a:lnTo>
                <a:lnTo>
                  <a:pt x="3133725" y="3543300"/>
                </a:lnTo>
                <a:lnTo>
                  <a:pt x="3133725" y="3524250"/>
                </a:lnTo>
                <a:lnTo>
                  <a:pt x="3143250" y="3524250"/>
                </a:lnTo>
                <a:lnTo>
                  <a:pt x="3143250" y="3514725"/>
                </a:lnTo>
                <a:lnTo>
                  <a:pt x="3152775" y="3514725"/>
                </a:lnTo>
                <a:lnTo>
                  <a:pt x="3152775" y="3505200"/>
                </a:lnTo>
                <a:lnTo>
                  <a:pt x="3162300" y="3505200"/>
                </a:lnTo>
                <a:lnTo>
                  <a:pt x="3162300" y="3495675"/>
                </a:lnTo>
                <a:lnTo>
                  <a:pt x="3171825" y="3495675"/>
                </a:lnTo>
                <a:lnTo>
                  <a:pt x="3171825" y="3486150"/>
                </a:lnTo>
                <a:lnTo>
                  <a:pt x="3181350" y="3486150"/>
                </a:lnTo>
                <a:lnTo>
                  <a:pt x="3181350" y="3476625"/>
                </a:lnTo>
                <a:lnTo>
                  <a:pt x="3190875" y="3476625"/>
                </a:lnTo>
                <a:lnTo>
                  <a:pt x="3190875" y="3448050"/>
                </a:lnTo>
                <a:lnTo>
                  <a:pt x="3200400" y="3448050"/>
                </a:lnTo>
                <a:lnTo>
                  <a:pt x="3200400" y="3438525"/>
                </a:lnTo>
                <a:lnTo>
                  <a:pt x="3209925" y="3438525"/>
                </a:lnTo>
                <a:close/>
                <a:moveTo>
                  <a:pt x="2247900" y="3371850"/>
                </a:moveTo>
                <a:lnTo>
                  <a:pt x="2266950" y="3371850"/>
                </a:lnTo>
                <a:lnTo>
                  <a:pt x="2266950" y="3381375"/>
                </a:lnTo>
                <a:lnTo>
                  <a:pt x="2247900" y="3381375"/>
                </a:lnTo>
                <a:close/>
                <a:moveTo>
                  <a:pt x="2305050" y="3381375"/>
                </a:moveTo>
                <a:lnTo>
                  <a:pt x="2333625" y="3381375"/>
                </a:lnTo>
                <a:lnTo>
                  <a:pt x="2333625" y="3390900"/>
                </a:lnTo>
                <a:lnTo>
                  <a:pt x="2305050" y="3390900"/>
                </a:lnTo>
                <a:close/>
                <a:moveTo>
                  <a:pt x="2352675" y="3390900"/>
                </a:moveTo>
                <a:lnTo>
                  <a:pt x="2400300" y="3390900"/>
                </a:lnTo>
                <a:lnTo>
                  <a:pt x="2400300" y="3400425"/>
                </a:lnTo>
                <a:lnTo>
                  <a:pt x="2390775" y="3400425"/>
                </a:lnTo>
                <a:lnTo>
                  <a:pt x="2390775" y="3409950"/>
                </a:lnTo>
                <a:lnTo>
                  <a:pt x="2381250" y="3409950"/>
                </a:lnTo>
                <a:lnTo>
                  <a:pt x="2381250" y="3400425"/>
                </a:lnTo>
                <a:lnTo>
                  <a:pt x="2352675" y="3400425"/>
                </a:lnTo>
                <a:close/>
                <a:moveTo>
                  <a:pt x="3219450" y="3390900"/>
                </a:moveTo>
                <a:lnTo>
                  <a:pt x="3228975" y="3390900"/>
                </a:lnTo>
                <a:lnTo>
                  <a:pt x="3228975" y="3371850"/>
                </a:lnTo>
                <a:lnTo>
                  <a:pt x="3219450" y="3371850"/>
                </a:lnTo>
                <a:close/>
                <a:moveTo>
                  <a:pt x="2400300" y="3400425"/>
                </a:moveTo>
                <a:lnTo>
                  <a:pt x="2409825" y="3400425"/>
                </a:lnTo>
                <a:lnTo>
                  <a:pt x="2409825" y="3409950"/>
                </a:lnTo>
                <a:lnTo>
                  <a:pt x="2400300" y="3409950"/>
                </a:lnTo>
                <a:close/>
                <a:moveTo>
                  <a:pt x="2419350" y="3400425"/>
                </a:moveTo>
                <a:lnTo>
                  <a:pt x="2457450" y="3400425"/>
                </a:lnTo>
                <a:lnTo>
                  <a:pt x="2457450" y="3409950"/>
                </a:lnTo>
                <a:lnTo>
                  <a:pt x="2419350" y="3409950"/>
                </a:lnTo>
                <a:close/>
                <a:moveTo>
                  <a:pt x="2276475" y="3409950"/>
                </a:moveTo>
                <a:lnTo>
                  <a:pt x="2295525" y="3409950"/>
                </a:lnTo>
                <a:lnTo>
                  <a:pt x="2295525" y="3429000"/>
                </a:lnTo>
                <a:lnTo>
                  <a:pt x="2276475" y="3429000"/>
                </a:lnTo>
                <a:close/>
                <a:moveTo>
                  <a:pt x="2476500" y="3409950"/>
                </a:moveTo>
                <a:lnTo>
                  <a:pt x="2495550" y="3409950"/>
                </a:lnTo>
                <a:lnTo>
                  <a:pt x="2495550" y="3419475"/>
                </a:lnTo>
                <a:lnTo>
                  <a:pt x="2476500" y="3419475"/>
                </a:lnTo>
                <a:close/>
                <a:moveTo>
                  <a:pt x="2543175" y="3419475"/>
                </a:moveTo>
                <a:lnTo>
                  <a:pt x="2562225" y="3419475"/>
                </a:lnTo>
                <a:lnTo>
                  <a:pt x="2562225" y="3429000"/>
                </a:lnTo>
                <a:lnTo>
                  <a:pt x="2543175" y="3429000"/>
                </a:lnTo>
                <a:close/>
                <a:moveTo>
                  <a:pt x="2581275" y="3429000"/>
                </a:moveTo>
                <a:lnTo>
                  <a:pt x="2590800" y="3429000"/>
                </a:lnTo>
                <a:lnTo>
                  <a:pt x="2590800" y="3438525"/>
                </a:lnTo>
                <a:lnTo>
                  <a:pt x="2581275" y="3438525"/>
                </a:lnTo>
                <a:close/>
                <a:moveTo>
                  <a:pt x="2600325" y="3429000"/>
                </a:moveTo>
                <a:lnTo>
                  <a:pt x="2628900" y="3429000"/>
                </a:lnTo>
                <a:lnTo>
                  <a:pt x="2628900" y="3438525"/>
                </a:lnTo>
                <a:lnTo>
                  <a:pt x="2600325" y="3438525"/>
                </a:lnTo>
                <a:close/>
                <a:moveTo>
                  <a:pt x="2657475" y="3438525"/>
                </a:moveTo>
                <a:lnTo>
                  <a:pt x="2695575" y="3438525"/>
                </a:lnTo>
                <a:lnTo>
                  <a:pt x="2695575" y="3448050"/>
                </a:lnTo>
                <a:lnTo>
                  <a:pt x="2686050" y="3448050"/>
                </a:lnTo>
                <a:lnTo>
                  <a:pt x="2686050" y="3457575"/>
                </a:lnTo>
                <a:lnTo>
                  <a:pt x="2667000" y="3457575"/>
                </a:lnTo>
                <a:lnTo>
                  <a:pt x="2667000" y="3467100"/>
                </a:lnTo>
                <a:lnTo>
                  <a:pt x="2657475" y="3467100"/>
                </a:lnTo>
                <a:close/>
                <a:moveTo>
                  <a:pt x="2085975" y="3457575"/>
                </a:moveTo>
                <a:lnTo>
                  <a:pt x="2114550" y="3457575"/>
                </a:lnTo>
                <a:lnTo>
                  <a:pt x="2114550" y="3467100"/>
                </a:lnTo>
                <a:lnTo>
                  <a:pt x="2143125" y="3467100"/>
                </a:lnTo>
                <a:lnTo>
                  <a:pt x="2143125" y="3486150"/>
                </a:lnTo>
                <a:lnTo>
                  <a:pt x="2124075" y="3486150"/>
                </a:lnTo>
                <a:lnTo>
                  <a:pt x="2124075" y="3476625"/>
                </a:lnTo>
                <a:lnTo>
                  <a:pt x="2085975" y="3476625"/>
                </a:lnTo>
                <a:close/>
                <a:moveTo>
                  <a:pt x="2162175" y="3467100"/>
                </a:moveTo>
                <a:lnTo>
                  <a:pt x="2181225" y="3467100"/>
                </a:lnTo>
                <a:lnTo>
                  <a:pt x="2181225" y="3476625"/>
                </a:lnTo>
                <a:lnTo>
                  <a:pt x="2200275" y="3476625"/>
                </a:lnTo>
                <a:lnTo>
                  <a:pt x="2200275" y="3495675"/>
                </a:lnTo>
                <a:lnTo>
                  <a:pt x="2228850" y="3495675"/>
                </a:lnTo>
                <a:lnTo>
                  <a:pt x="2228850" y="3486150"/>
                </a:lnTo>
                <a:lnTo>
                  <a:pt x="2247900" y="3486150"/>
                </a:lnTo>
                <a:lnTo>
                  <a:pt x="2247900" y="3476625"/>
                </a:lnTo>
                <a:lnTo>
                  <a:pt x="2257425" y="3476625"/>
                </a:lnTo>
                <a:lnTo>
                  <a:pt x="2257425" y="3486150"/>
                </a:lnTo>
                <a:lnTo>
                  <a:pt x="2266950" y="3486150"/>
                </a:lnTo>
                <a:lnTo>
                  <a:pt x="2266950" y="3505200"/>
                </a:lnTo>
                <a:lnTo>
                  <a:pt x="2200275" y="3505200"/>
                </a:lnTo>
                <a:lnTo>
                  <a:pt x="2200275" y="3514725"/>
                </a:lnTo>
                <a:lnTo>
                  <a:pt x="2152650" y="3514725"/>
                </a:lnTo>
                <a:lnTo>
                  <a:pt x="2152650" y="3495675"/>
                </a:lnTo>
                <a:lnTo>
                  <a:pt x="2143125" y="3495675"/>
                </a:lnTo>
                <a:lnTo>
                  <a:pt x="2143125" y="3486150"/>
                </a:lnTo>
                <a:lnTo>
                  <a:pt x="2162175" y="3486150"/>
                </a:lnTo>
                <a:close/>
                <a:moveTo>
                  <a:pt x="2286000" y="3486150"/>
                </a:moveTo>
                <a:lnTo>
                  <a:pt x="2305050" y="3486150"/>
                </a:lnTo>
                <a:lnTo>
                  <a:pt x="2305050" y="3495675"/>
                </a:lnTo>
                <a:lnTo>
                  <a:pt x="2314575" y="3495675"/>
                </a:lnTo>
                <a:lnTo>
                  <a:pt x="2314575" y="3514725"/>
                </a:lnTo>
                <a:lnTo>
                  <a:pt x="2305050" y="3514725"/>
                </a:lnTo>
                <a:lnTo>
                  <a:pt x="2305050" y="3505200"/>
                </a:lnTo>
                <a:lnTo>
                  <a:pt x="2286000" y="3505200"/>
                </a:lnTo>
                <a:close/>
                <a:moveTo>
                  <a:pt x="2343150" y="3495675"/>
                </a:moveTo>
                <a:lnTo>
                  <a:pt x="2371725" y="3495675"/>
                </a:lnTo>
                <a:lnTo>
                  <a:pt x="2371725" y="3505200"/>
                </a:lnTo>
                <a:lnTo>
                  <a:pt x="2381250" y="3505200"/>
                </a:lnTo>
                <a:lnTo>
                  <a:pt x="2381250" y="3524250"/>
                </a:lnTo>
                <a:lnTo>
                  <a:pt x="2362200" y="3524250"/>
                </a:lnTo>
                <a:lnTo>
                  <a:pt x="2362200" y="3514725"/>
                </a:lnTo>
                <a:lnTo>
                  <a:pt x="2343150" y="3514725"/>
                </a:lnTo>
                <a:close/>
                <a:moveTo>
                  <a:pt x="2409825" y="3505200"/>
                </a:moveTo>
                <a:lnTo>
                  <a:pt x="2428875" y="3505200"/>
                </a:lnTo>
                <a:lnTo>
                  <a:pt x="2428875" y="3514725"/>
                </a:lnTo>
                <a:lnTo>
                  <a:pt x="2438400" y="3514725"/>
                </a:lnTo>
                <a:lnTo>
                  <a:pt x="2438400" y="3524250"/>
                </a:lnTo>
                <a:lnTo>
                  <a:pt x="2409825" y="3524250"/>
                </a:lnTo>
                <a:close/>
                <a:moveTo>
                  <a:pt x="2800350" y="3505200"/>
                </a:moveTo>
                <a:lnTo>
                  <a:pt x="2809875" y="3505200"/>
                </a:lnTo>
                <a:lnTo>
                  <a:pt x="2809875" y="3514725"/>
                </a:lnTo>
                <a:lnTo>
                  <a:pt x="2800350" y="3514725"/>
                </a:lnTo>
                <a:close/>
                <a:moveTo>
                  <a:pt x="3171825" y="3505200"/>
                </a:moveTo>
                <a:lnTo>
                  <a:pt x="3181350" y="3505200"/>
                </a:lnTo>
                <a:lnTo>
                  <a:pt x="3181350" y="3495675"/>
                </a:lnTo>
                <a:lnTo>
                  <a:pt x="3171825" y="3495675"/>
                </a:lnTo>
                <a:close/>
                <a:moveTo>
                  <a:pt x="2733675" y="3514725"/>
                </a:moveTo>
                <a:lnTo>
                  <a:pt x="2743200" y="3514725"/>
                </a:lnTo>
                <a:lnTo>
                  <a:pt x="2743200" y="3524250"/>
                </a:lnTo>
                <a:lnTo>
                  <a:pt x="2733675" y="3524250"/>
                </a:lnTo>
                <a:close/>
                <a:moveTo>
                  <a:pt x="3190875" y="3514725"/>
                </a:moveTo>
                <a:lnTo>
                  <a:pt x="3181350" y="3514725"/>
                </a:lnTo>
                <a:lnTo>
                  <a:pt x="3181350" y="3533775"/>
                </a:lnTo>
                <a:lnTo>
                  <a:pt x="3171825" y="3533775"/>
                </a:lnTo>
                <a:lnTo>
                  <a:pt x="3171825" y="3543300"/>
                </a:lnTo>
                <a:lnTo>
                  <a:pt x="3162300" y="3543300"/>
                </a:lnTo>
                <a:lnTo>
                  <a:pt x="3162300" y="3533775"/>
                </a:lnTo>
                <a:lnTo>
                  <a:pt x="3143250" y="3533775"/>
                </a:lnTo>
                <a:lnTo>
                  <a:pt x="3143250" y="3543300"/>
                </a:lnTo>
                <a:lnTo>
                  <a:pt x="3152775" y="3543300"/>
                </a:lnTo>
                <a:lnTo>
                  <a:pt x="3152775" y="3552825"/>
                </a:lnTo>
                <a:lnTo>
                  <a:pt x="3162300" y="3552825"/>
                </a:lnTo>
                <a:lnTo>
                  <a:pt x="3162300" y="3562350"/>
                </a:lnTo>
                <a:lnTo>
                  <a:pt x="3171825" y="3562350"/>
                </a:lnTo>
                <a:lnTo>
                  <a:pt x="3171825" y="3571875"/>
                </a:lnTo>
                <a:lnTo>
                  <a:pt x="3181350" y="3571875"/>
                </a:lnTo>
                <a:lnTo>
                  <a:pt x="3181350" y="3552825"/>
                </a:lnTo>
                <a:lnTo>
                  <a:pt x="3200400" y="3552825"/>
                </a:lnTo>
                <a:lnTo>
                  <a:pt x="3200400" y="3524250"/>
                </a:lnTo>
                <a:lnTo>
                  <a:pt x="3190875" y="3524250"/>
                </a:lnTo>
                <a:close/>
                <a:moveTo>
                  <a:pt x="3190875" y="3514725"/>
                </a:moveTo>
                <a:lnTo>
                  <a:pt x="3200400" y="3514725"/>
                </a:lnTo>
                <a:lnTo>
                  <a:pt x="3200400" y="3524250"/>
                </a:lnTo>
                <a:lnTo>
                  <a:pt x="3209925" y="3524250"/>
                </a:lnTo>
                <a:lnTo>
                  <a:pt x="3209925" y="3514725"/>
                </a:lnTo>
                <a:lnTo>
                  <a:pt x="3219450" y="3514725"/>
                </a:lnTo>
                <a:lnTo>
                  <a:pt x="3219450" y="3486150"/>
                </a:lnTo>
                <a:lnTo>
                  <a:pt x="3209925" y="3486150"/>
                </a:lnTo>
                <a:lnTo>
                  <a:pt x="3209925" y="3495675"/>
                </a:lnTo>
                <a:lnTo>
                  <a:pt x="3200400" y="3495675"/>
                </a:lnTo>
                <a:lnTo>
                  <a:pt x="3200400" y="3505200"/>
                </a:lnTo>
                <a:lnTo>
                  <a:pt x="3190875" y="3505200"/>
                </a:lnTo>
                <a:close/>
                <a:moveTo>
                  <a:pt x="2476500" y="3524250"/>
                </a:moveTo>
                <a:lnTo>
                  <a:pt x="2495550" y="3524250"/>
                </a:lnTo>
                <a:lnTo>
                  <a:pt x="2495550" y="3543300"/>
                </a:lnTo>
                <a:lnTo>
                  <a:pt x="2486025" y="3543300"/>
                </a:lnTo>
                <a:lnTo>
                  <a:pt x="2486025" y="3533775"/>
                </a:lnTo>
                <a:lnTo>
                  <a:pt x="2476500" y="3533775"/>
                </a:lnTo>
                <a:close/>
                <a:moveTo>
                  <a:pt x="3028950" y="3524250"/>
                </a:moveTo>
                <a:lnTo>
                  <a:pt x="3019425" y="3524250"/>
                </a:lnTo>
                <a:lnTo>
                  <a:pt x="3019425" y="3533775"/>
                </a:lnTo>
                <a:lnTo>
                  <a:pt x="3009900" y="3533775"/>
                </a:lnTo>
                <a:lnTo>
                  <a:pt x="3009900" y="3543300"/>
                </a:lnTo>
                <a:lnTo>
                  <a:pt x="2981325" y="3543300"/>
                </a:lnTo>
                <a:lnTo>
                  <a:pt x="2981325" y="3524250"/>
                </a:lnTo>
                <a:lnTo>
                  <a:pt x="2952750" y="3524250"/>
                </a:lnTo>
                <a:lnTo>
                  <a:pt x="2952750" y="3533775"/>
                </a:lnTo>
                <a:lnTo>
                  <a:pt x="2971800" y="3533775"/>
                </a:lnTo>
                <a:lnTo>
                  <a:pt x="2971800" y="3543300"/>
                </a:lnTo>
                <a:lnTo>
                  <a:pt x="2962275" y="3543300"/>
                </a:lnTo>
                <a:lnTo>
                  <a:pt x="2962275" y="3552825"/>
                </a:lnTo>
                <a:lnTo>
                  <a:pt x="2924175" y="3552825"/>
                </a:lnTo>
                <a:lnTo>
                  <a:pt x="2924175" y="3533775"/>
                </a:lnTo>
                <a:lnTo>
                  <a:pt x="2905125" y="3533775"/>
                </a:lnTo>
                <a:lnTo>
                  <a:pt x="2905125" y="3543300"/>
                </a:lnTo>
                <a:lnTo>
                  <a:pt x="2895600" y="3543300"/>
                </a:lnTo>
                <a:lnTo>
                  <a:pt x="2895600" y="3552825"/>
                </a:lnTo>
                <a:lnTo>
                  <a:pt x="2905125" y="3552825"/>
                </a:lnTo>
                <a:lnTo>
                  <a:pt x="2905125" y="3562350"/>
                </a:lnTo>
                <a:lnTo>
                  <a:pt x="2943225" y="3562350"/>
                </a:lnTo>
                <a:lnTo>
                  <a:pt x="2943225" y="3571875"/>
                </a:lnTo>
                <a:lnTo>
                  <a:pt x="2914650" y="3571875"/>
                </a:lnTo>
                <a:lnTo>
                  <a:pt x="2914650" y="3581400"/>
                </a:lnTo>
                <a:lnTo>
                  <a:pt x="2971800" y="3581400"/>
                </a:lnTo>
                <a:lnTo>
                  <a:pt x="2971800" y="3571875"/>
                </a:lnTo>
                <a:lnTo>
                  <a:pt x="3000375" y="3571875"/>
                </a:lnTo>
                <a:lnTo>
                  <a:pt x="3000375" y="3581400"/>
                </a:lnTo>
                <a:lnTo>
                  <a:pt x="2990850" y="3581400"/>
                </a:lnTo>
                <a:lnTo>
                  <a:pt x="2990850" y="3590925"/>
                </a:lnTo>
                <a:lnTo>
                  <a:pt x="3009900" y="3590925"/>
                </a:lnTo>
                <a:lnTo>
                  <a:pt x="3009900" y="3581400"/>
                </a:lnTo>
                <a:lnTo>
                  <a:pt x="3048000" y="3581400"/>
                </a:lnTo>
                <a:lnTo>
                  <a:pt x="3048000" y="3571875"/>
                </a:lnTo>
                <a:lnTo>
                  <a:pt x="3057525" y="3571875"/>
                </a:lnTo>
                <a:lnTo>
                  <a:pt x="3057525" y="3552825"/>
                </a:lnTo>
                <a:lnTo>
                  <a:pt x="3067050" y="3552825"/>
                </a:lnTo>
                <a:lnTo>
                  <a:pt x="3067050" y="3543300"/>
                </a:lnTo>
                <a:lnTo>
                  <a:pt x="3076575" y="3543300"/>
                </a:lnTo>
                <a:lnTo>
                  <a:pt x="3076575" y="3524250"/>
                </a:lnTo>
                <a:lnTo>
                  <a:pt x="3086100" y="3524250"/>
                </a:lnTo>
                <a:lnTo>
                  <a:pt x="3086100" y="3514725"/>
                </a:lnTo>
                <a:lnTo>
                  <a:pt x="3067050" y="3514725"/>
                </a:lnTo>
                <a:lnTo>
                  <a:pt x="3067050" y="3524250"/>
                </a:lnTo>
                <a:lnTo>
                  <a:pt x="3057525" y="3524250"/>
                </a:lnTo>
                <a:lnTo>
                  <a:pt x="3057525" y="3533775"/>
                </a:lnTo>
                <a:lnTo>
                  <a:pt x="3028950" y="3533775"/>
                </a:lnTo>
                <a:close/>
                <a:moveTo>
                  <a:pt x="3028950" y="3524250"/>
                </a:moveTo>
                <a:lnTo>
                  <a:pt x="3038475" y="3524250"/>
                </a:lnTo>
                <a:lnTo>
                  <a:pt x="3038475" y="3514725"/>
                </a:lnTo>
                <a:lnTo>
                  <a:pt x="3028950" y="3514725"/>
                </a:lnTo>
                <a:close/>
                <a:moveTo>
                  <a:pt x="3162300" y="3524250"/>
                </a:moveTo>
                <a:lnTo>
                  <a:pt x="3171825" y="3524250"/>
                </a:lnTo>
                <a:lnTo>
                  <a:pt x="3171825" y="3514725"/>
                </a:lnTo>
                <a:lnTo>
                  <a:pt x="3162300" y="3514725"/>
                </a:lnTo>
                <a:close/>
                <a:moveTo>
                  <a:pt x="2543175" y="3533775"/>
                </a:moveTo>
                <a:lnTo>
                  <a:pt x="2562225" y="3533775"/>
                </a:lnTo>
                <a:lnTo>
                  <a:pt x="2562225" y="3552825"/>
                </a:lnTo>
                <a:lnTo>
                  <a:pt x="2552700" y="3552825"/>
                </a:lnTo>
                <a:lnTo>
                  <a:pt x="2552700" y="3543300"/>
                </a:lnTo>
                <a:lnTo>
                  <a:pt x="2543175" y="3543300"/>
                </a:lnTo>
                <a:close/>
                <a:moveTo>
                  <a:pt x="2590800" y="3533775"/>
                </a:moveTo>
                <a:lnTo>
                  <a:pt x="2600325" y="3533775"/>
                </a:lnTo>
                <a:lnTo>
                  <a:pt x="2600325" y="3543300"/>
                </a:lnTo>
                <a:lnTo>
                  <a:pt x="2619375" y="3543300"/>
                </a:lnTo>
                <a:lnTo>
                  <a:pt x="2619375" y="3562350"/>
                </a:lnTo>
                <a:lnTo>
                  <a:pt x="2628900" y="3562350"/>
                </a:lnTo>
                <a:lnTo>
                  <a:pt x="2628900" y="3581400"/>
                </a:lnTo>
                <a:lnTo>
                  <a:pt x="2619375" y="3581400"/>
                </a:lnTo>
                <a:lnTo>
                  <a:pt x="2619375" y="3590925"/>
                </a:lnTo>
                <a:lnTo>
                  <a:pt x="2609850" y="3590925"/>
                </a:lnTo>
                <a:lnTo>
                  <a:pt x="2609850" y="3562350"/>
                </a:lnTo>
                <a:lnTo>
                  <a:pt x="2600325" y="3562350"/>
                </a:lnTo>
                <a:lnTo>
                  <a:pt x="2600325" y="3552825"/>
                </a:lnTo>
                <a:lnTo>
                  <a:pt x="2590800" y="3552825"/>
                </a:lnTo>
                <a:close/>
                <a:moveTo>
                  <a:pt x="2714625" y="3533775"/>
                </a:moveTo>
                <a:lnTo>
                  <a:pt x="2743200" y="3533775"/>
                </a:lnTo>
                <a:lnTo>
                  <a:pt x="2743200" y="3543300"/>
                </a:lnTo>
                <a:lnTo>
                  <a:pt x="2733675" y="3543300"/>
                </a:lnTo>
                <a:lnTo>
                  <a:pt x="2733675" y="3552825"/>
                </a:lnTo>
                <a:lnTo>
                  <a:pt x="2743200" y="3552825"/>
                </a:lnTo>
                <a:lnTo>
                  <a:pt x="2743200" y="3562350"/>
                </a:lnTo>
                <a:lnTo>
                  <a:pt x="2752725" y="3562350"/>
                </a:lnTo>
                <a:lnTo>
                  <a:pt x="2752725" y="3543300"/>
                </a:lnTo>
                <a:lnTo>
                  <a:pt x="2771775" y="3543300"/>
                </a:lnTo>
                <a:lnTo>
                  <a:pt x="2771775" y="3552825"/>
                </a:lnTo>
                <a:lnTo>
                  <a:pt x="2781300" y="3552825"/>
                </a:lnTo>
                <a:lnTo>
                  <a:pt x="2781300" y="3562350"/>
                </a:lnTo>
                <a:lnTo>
                  <a:pt x="2752725" y="3562350"/>
                </a:lnTo>
                <a:lnTo>
                  <a:pt x="2752725" y="3581400"/>
                </a:lnTo>
                <a:lnTo>
                  <a:pt x="2743200" y="3581400"/>
                </a:lnTo>
                <a:lnTo>
                  <a:pt x="2743200" y="3571875"/>
                </a:lnTo>
                <a:lnTo>
                  <a:pt x="2714625" y="3571875"/>
                </a:lnTo>
                <a:close/>
                <a:moveTo>
                  <a:pt x="2657475" y="3543300"/>
                </a:moveTo>
                <a:lnTo>
                  <a:pt x="2676525" y="3543300"/>
                </a:lnTo>
                <a:lnTo>
                  <a:pt x="2676525" y="3562350"/>
                </a:lnTo>
                <a:lnTo>
                  <a:pt x="2667000" y="3562350"/>
                </a:lnTo>
                <a:lnTo>
                  <a:pt x="2667000" y="3571875"/>
                </a:lnTo>
                <a:lnTo>
                  <a:pt x="2676525" y="3571875"/>
                </a:lnTo>
                <a:lnTo>
                  <a:pt x="2676525" y="3600450"/>
                </a:lnTo>
                <a:lnTo>
                  <a:pt x="2647950" y="3600450"/>
                </a:lnTo>
                <a:lnTo>
                  <a:pt x="2647950" y="3581400"/>
                </a:lnTo>
                <a:lnTo>
                  <a:pt x="2638425" y="3581400"/>
                </a:lnTo>
                <a:lnTo>
                  <a:pt x="2638425" y="3562350"/>
                </a:lnTo>
                <a:lnTo>
                  <a:pt x="2657475" y="3562350"/>
                </a:lnTo>
                <a:close/>
                <a:moveTo>
                  <a:pt x="2695575" y="3571875"/>
                </a:moveTo>
                <a:lnTo>
                  <a:pt x="2705100" y="3571875"/>
                </a:lnTo>
                <a:lnTo>
                  <a:pt x="2705100" y="3581400"/>
                </a:lnTo>
                <a:lnTo>
                  <a:pt x="2695575" y="3581400"/>
                </a:lnTo>
                <a:close/>
                <a:moveTo>
                  <a:pt x="2876550" y="3571875"/>
                </a:moveTo>
                <a:lnTo>
                  <a:pt x="2886075" y="3571875"/>
                </a:lnTo>
                <a:lnTo>
                  <a:pt x="2886075" y="3562350"/>
                </a:lnTo>
                <a:lnTo>
                  <a:pt x="2876550" y="3562350"/>
                </a:lnTo>
                <a:close/>
                <a:moveTo>
                  <a:pt x="2619375" y="3590925"/>
                </a:moveTo>
                <a:lnTo>
                  <a:pt x="2628900" y="3590925"/>
                </a:lnTo>
                <a:lnTo>
                  <a:pt x="2628900" y="3609975"/>
                </a:lnTo>
                <a:lnTo>
                  <a:pt x="2647950" y="3609975"/>
                </a:lnTo>
                <a:lnTo>
                  <a:pt x="2647950" y="3619500"/>
                </a:lnTo>
                <a:lnTo>
                  <a:pt x="2657475" y="3619500"/>
                </a:lnTo>
                <a:lnTo>
                  <a:pt x="2657475" y="3638550"/>
                </a:lnTo>
                <a:lnTo>
                  <a:pt x="2647950" y="3638550"/>
                </a:lnTo>
                <a:lnTo>
                  <a:pt x="2647950" y="3648075"/>
                </a:lnTo>
                <a:lnTo>
                  <a:pt x="2628900" y="3648075"/>
                </a:lnTo>
                <a:lnTo>
                  <a:pt x="2628900" y="3638550"/>
                </a:lnTo>
                <a:lnTo>
                  <a:pt x="2619375" y="3638550"/>
                </a:lnTo>
                <a:lnTo>
                  <a:pt x="2619375" y="3629025"/>
                </a:lnTo>
                <a:lnTo>
                  <a:pt x="2600325" y="3629025"/>
                </a:lnTo>
                <a:lnTo>
                  <a:pt x="2600325" y="3619500"/>
                </a:lnTo>
                <a:lnTo>
                  <a:pt x="2619375" y="3619500"/>
                </a:lnTo>
                <a:close/>
                <a:moveTo>
                  <a:pt x="2847975" y="3590925"/>
                </a:moveTo>
                <a:lnTo>
                  <a:pt x="2867025" y="3590925"/>
                </a:lnTo>
                <a:lnTo>
                  <a:pt x="2867025" y="3600450"/>
                </a:lnTo>
                <a:lnTo>
                  <a:pt x="2876550" y="3600450"/>
                </a:lnTo>
                <a:lnTo>
                  <a:pt x="2876550" y="3609975"/>
                </a:lnTo>
                <a:lnTo>
                  <a:pt x="2886075" y="3609975"/>
                </a:lnTo>
                <a:lnTo>
                  <a:pt x="2886075" y="3600450"/>
                </a:lnTo>
                <a:lnTo>
                  <a:pt x="2914650" y="3600450"/>
                </a:lnTo>
                <a:lnTo>
                  <a:pt x="2914650" y="3609975"/>
                </a:lnTo>
                <a:lnTo>
                  <a:pt x="2943225" y="3609975"/>
                </a:lnTo>
                <a:lnTo>
                  <a:pt x="2943225" y="3619500"/>
                </a:lnTo>
                <a:lnTo>
                  <a:pt x="2895600" y="3619500"/>
                </a:lnTo>
                <a:lnTo>
                  <a:pt x="2895600" y="3638550"/>
                </a:lnTo>
                <a:lnTo>
                  <a:pt x="2886075" y="3638550"/>
                </a:lnTo>
                <a:lnTo>
                  <a:pt x="2886075" y="3648075"/>
                </a:lnTo>
                <a:lnTo>
                  <a:pt x="2895600" y="3648075"/>
                </a:lnTo>
                <a:lnTo>
                  <a:pt x="2895600" y="3657600"/>
                </a:lnTo>
                <a:lnTo>
                  <a:pt x="2924175" y="3657600"/>
                </a:lnTo>
                <a:lnTo>
                  <a:pt x="2924175" y="3648075"/>
                </a:lnTo>
                <a:lnTo>
                  <a:pt x="2943225" y="3648075"/>
                </a:lnTo>
                <a:lnTo>
                  <a:pt x="2943225" y="3657600"/>
                </a:lnTo>
                <a:lnTo>
                  <a:pt x="2952750" y="3657600"/>
                </a:lnTo>
                <a:lnTo>
                  <a:pt x="2952750" y="3686175"/>
                </a:lnTo>
                <a:lnTo>
                  <a:pt x="2962275" y="3686175"/>
                </a:lnTo>
                <a:lnTo>
                  <a:pt x="2962275" y="3676650"/>
                </a:lnTo>
                <a:lnTo>
                  <a:pt x="2971800" y="3676650"/>
                </a:lnTo>
                <a:lnTo>
                  <a:pt x="2971800" y="3657600"/>
                </a:lnTo>
                <a:lnTo>
                  <a:pt x="2990850" y="3657600"/>
                </a:lnTo>
                <a:lnTo>
                  <a:pt x="2990850" y="3676650"/>
                </a:lnTo>
                <a:lnTo>
                  <a:pt x="3000375" y="3676650"/>
                </a:lnTo>
                <a:lnTo>
                  <a:pt x="3000375" y="3686175"/>
                </a:lnTo>
                <a:lnTo>
                  <a:pt x="3009900" y="3686175"/>
                </a:lnTo>
                <a:lnTo>
                  <a:pt x="3009900" y="3695700"/>
                </a:lnTo>
                <a:lnTo>
                  <a:pt x="3028950" y="3695700"/>
                </a:lnTo>
                <a:lnTo>
                  <a:pt x="3028950" y="3686175"/>
                </a:lnTo>
                <a:lnTo>
                  <a:pt x="3019425" y="3686175"/>
                </a:lnTo>
                <a:lnTo>
                  <a:pt x="3019425" y="3676650"/>
                </a:lnTo>
                <a:lnTo>
                  <a:pt x="3028950" y="3676650"/>
                </a:lnTo>
                <a:lnTo>
                  <a:pt x="3028950" y="3686175"/>
                </a:lnTo>
                <a:lnTo>
                  <a:pt x="3048000" y="3686175"/>
                </a:lnTo>
                <a:lnTo>
                  <a:pt x="3048000" y="3667125"/>
                </a:lnTo>
                <a:lnTo>
                  <a:pt x="3067050" y="3667125"/>
                </a:lnTo>
                <a:lnTo>
                  <a:pt x="3067050" y="3657600"/>
                </a:lnTo>
                <a:lnTo>
                  <a:pt x="3057525" y="3657600"/>
                </a:lnTo>
                <a:lnTo>
                  <a:pt x="3057525" y="3648075"/>
                </a:lnTo>
                <a:lnTo>
                  <a:pt x="3028950" y="3648075"/>
                </a:lnTo>
                <a:lnTo>
                  <a:pt x="3028950" y="3638550"/>
                </a:lnTo>
                <a:lnTo>
                  <a:pt x="3019425" y="3638550"/>
                </a:lnTo>
                <a:lnTo>
                  <a:pt x="3019425" y="3648075"/>
                </a:lnTo>
                <a:lnTo>
                  <a:pt x="3009900" y="3648075"/>
                </a:lnTo>
                <a:lnTo>
                  <a:pt x="3009900" y="3638550"/>
                </a:lnTo>
                <a:lnTo>
                  <a:pt x="3000375" y="3638550"/>
                </a:lnTo>
                <a:lnTo>
                  <a:pt x="3000375" y="3629025"/>
                </a:lnTo>
                <a:lnTo>
                  <a:pt x="2990850" y="3629025"/>
                </a:lnTo>
                <a:lnTo>
                  <a:pt x="2990850" y="3619500"/>
                </a:lnTo>
                <a:lnTo>
                  <a:pt x="3038475" y="3619500"/>
                </a:lnTo>
                <a:lnTo>
                  <a:pt x="3038475" y="3629025"/>
                </a:lnTo>
                <a:lnTo>
                  <a:pt x="3048000" y="3629025"/>
                </a:lnTo>
                <a:lnTo>
                  <a:pt x="3048000" y="3638550"/>
                </a:lnTo>
                <a:lnTo>
                  <a:pt x="3057525" y="3638550"/>
                </a:lnTo>
                <a:lnTo>
                  <a:pt x="3057525" y="3629025"/>
                </a:lnTo>
                <a:lnTo>
                  <a:pt x="3095625" y="3629025"/>
                </a:lnTo>
                <a:lnTo>
                  <a:pt x="3095625" y="3638550"/>
                </a:lnTo>
                <a:lnTo>
                  <a:pt x="3105150" y="3638550"/>
                </a:lnTo>
                <a:lnTo>
                  <a:pt x="3105150" y="3648075"/>
                </a:lnTo>
                <a:lnTo>
                  <a:pt x="3086100" y="3648075"/>
                </a:lnTo>
                <a:lnTo>
                  <a:pt x="3086100" y="3667125"/>
                </a:lnTo>
                <a:lnTo>
                  <a:pt x="3095625" y="3667125"/>
                </a:lnTo>
                <a:lnTo>
                  <a:pt x="3095625" y="3676650"/>
                </a:lnTo>
                <a:lnTo>
                  <a:pt x="3105150" y="3676650"/>
                </a:lnTo>
                <a:lnTo>
                  <a:pt x="3105150" y="3705225"/>
                </a:lnTo>
                <a:lnTo>
                  <a:pt x="3095625" y="3705225"/>
                </a:lnTo>
                <a:lnTo>
                  <a:pt x="3095625" y="3695700"/>
                </a:lnTo>
                <a:lnTo>
                  <a:pt x="3086100" y="3695700"/>
                </a:lnTo>
                <a:lnTo>
                  <a:pt x="3086100" y="3714750"/>
                </a:lnTo>
                <a:lnTo>
                  <a:pt x="3076575" y="3714750"/>
                </a:lnTo>
                <a:lnTo>
                  <a:pt x="3076575" y="3705225"/>
                </a:lnTo>
                <a:lnTo>
                  <a:pt x="3067050" y="3705225"/>
                </a:lnTo>
                <a:lnTo>
                  <a:pt x="3067050" y="3695700"/>
                </a:lnTo>
                <a:lnTo>
                  <a:pt x="3028950" y="3695700"/>
                </a:lnTo>
                <a:lnTo>
                  <a:pt x="3028950" y="3705225"/>
                </a:lnTo>
                <a:lnTo>
                  <a:pt x="2990850" y="3705225"/>
                </a:lnTo>
                <a:lnTo>
                  <a:pt x="2990850" y="3724275"/>
                </a:lnTo>
                <a:lnTo>
                  <a:pt x="3009900" y="3724275"/>
                </a:lnTo>
                <a:lnTo>
                  <a:pt x="3009900" y="3752850"/>
                </a:lnTo>
                <a:lnTo>
                  <a:pt x="2981325" y="3752850"/>
                </a:lnTo>
                <a:lnTo>
                  <a:pt x="2981325" y="3743325"/>
                </a:lnTo>
                <a:lnTo>
                  <a:pt x="2924175" y="3743325"/>
                </a:lnTo>
                <a:lnTo>
                  <a:pt x="2924175" y="3733800"/>
                </a:lnTo>
                <a:lnTo>
                  <a:pt x="2905125" y="3733800"/>
                </a:lnTo>
                <a:lnTo>
                  <a:pt x="2905125" y="3724275"/>
                </a:lnTo>
                <a:lnTo>
                  <a:pt x="2895600" y="3724275"/>
                </a:lnTo>
                <a:lnTo>
                  <a:pt x="2895600" y="3676650"/>
                </a:lnTo>
                <a:lnTo>
                  <a:pt x="2886075" y="3676650"/>
                </a:lnTo>
                <a:lnTo>
                  <a:pt x="2886075" y="3667125"/>
                </a:lnTo>
                <a:lnTo>
                  <a:pt x="2857500" y="3667125"/>
                </a:lnTo>
                <a:lnTo>
                  <a:pt x="2857500" y="3676650"/>
                </a:lnTo>
                <a:lnTo>
                  <a:pt x="2847975" y="3676650"/>
                </a:lnTo>
                <a:lnTo>
                  <a:pt x="2847975" y="3686175"/>
                </a:lnTo>
                <a:lnTo>
                  <a:pt x="2857500" y="3686175"/>
                </a:lnTo>
                <a:lnTo>
                  <a:pt x="2857500" y="3695700"/>
                </a:lnTo>
                <a:lnTo>
                  <a:pt x="2847975" y="3695700"/>
                </a:lnTo>
                <a:lnTo>
                  <a:pt x="2847975" y="3705225"/>
                </a:lnTo>
                <a:lnTo>
                  <a:pt x="2838450" y="3705225"/>
                </a:lnTo>
                <a:lnTo>
                  <a:pt x="2838450" y="3667125"/>
                </a:lnTo>
                <a:lnTo>
                  <a:pt x="2828925" y="3667125"/>
                </a:lnTo>
                <a:lnTo>
                  <a:pt x="2828925" y="3657600"/>
                </a:lnTo>
                <a:lnTo>
                  <a:pt x="2819400" y="3657600"/>
                </a:lnTo>
                <a:lnTo>
                  <a:pt x="2819400" y="3638550"/>
                </a:lnTo>
                <a:lnTo>
                  <a:pt x="2809875" y="3638550"/>
                </a:lnTo>
                <a:lnTo>
                  <a:pt x="2809875" y="3629025"/>
                </a:lnTo>
                <a:lnTo>
                  <a:pt x="2790825" y="3629025"/>
                </a:lnTo>
                <a:lnTo>
                  <a:pt x="2790825" y="3619500"/>
                </a:lnTo>
                <a:lnTo>
                  <a:pt x="2800350" y="3619500"/>
                </a:lnTo>
                <a:lnTo>
                  <a:pt x="2800350" y="3609975"/>
                </a:lnTo>
                <a:lnTo>
                  <a:pt x="2847975" y="3609975"/>
                </a:lnTo>
                <a:close/>
                <a:moveTo>
                  <a:pt x="3038475" y="3600450"/>
                </a:moveTo>
                <a:lnTo>
                  <a:pt x="3048000" y="3600450"/>
                </a:lnTo>
                <a:lnTo>
                  <a:pt x="3048000" y="3590925"/>
                </a:lnTo>
                <a:lnTo>
                  <a:pt x="3038475" y="3590925"/>
                </a:lnTo>
                <a:close/>
                <a:moveTo>
                  <a:pt x="2581275" y="3619500"/>
                </a:moveTo>
                <a:lnTo>
                  <a:pt x="2590800" y="3619500"/>
                </a:lnTo>
                <a:lnTo>
                  <a:pt x="2590800" y="3638550"/>
                </a:lnTo>
                <a:lnTo>
                  <a:pt x="2581275" y="3638550"/>
                </a:lnTo>
                <a:close/>
                <a:moveTo>
                  <a:pt x="2705100" y="3619500"/>
                </a:moveTo>
                <a:lnTo>
                  <a:pt x="2714625" y="3619500"/>
                </a:lnTo>
                <a:lnTo>
                  <a:pt x="2714625" y="3629025"/>
                </a:lnTo>
                <a:lnTo>
                  <a:pt x="2705100" y="3629025"/>
                </a:lnTo>
                <a:close/>
                <a:moveTo>
                  <a:pt x="3143250" y="3619500"/>
                </a:moveTo>
                <a:lnTo>
                  <a:pt x="3152775" y="3619500"/>
                </a:lnTo>
                <a:lnTo>
                  <a:pt x="3152775" y="3629025"/>
                </a:lnTo>
                <a:lnTo>
                  <a:pt x="3181350" y="3629025"/>
                </a:lnTo>
                <a:lnTo>
                  <a:pt x="3181350" y="3648075"/>
                </a:lnTo>
                <a:lnTo>
                  <a:pt x="3162300" y="3648075"/>
                </a:lnTo>
                <a:lnTo>
                  <a:pt x="3162300" y="3638550"/>
                </a:lnTo>
                <a:lnTo>
                  <a:pt x="3143250" y="3638550"/>
                </a:lnTo>
                <a:close/>
                <a:moveTo>
                  <a:pt x="2143125" y="3629025"/>
                </a:moveTo>
                <a:lnTo>
                  <a:pt x="2162175" y="3629025"/>
                </a:lnTo>
                <a:lnTo>
                  <a:pt x="2162175" y="3638550"/>
                </a:lnTo>
                <a:lnTo>
                  <a:pt x="2200275" y="3638550"/>
                </a:lnTo>
                <a:lnTo>
                  <a:pt x="2200275" y="3648075"/>
                </a:lnTo>
                <a:lnTo>
                  <a:pt x="2190750" y="3648075"/>
                </a:lnTo>
                <a:lnTo>
                  <a:pt x="2190750" y="3667125"/>
                </a:lnTo>
                <a:lnTo>
                  <a:pt x="2171700" y="3667125"/>
                </a:lnTo>
                <a:lnTo>
                  <a:pt x="2171700" y="3657600"/>
                </a:lnTo>
                <a:lnTo>
                  <a:pt x="2152650" y="3657600"/>
                </a:lnTo>
                <a:lnTo>
                  <a:pt x="2152650" y="3638550"/>
                </a:lnTo>
                <a:lnTo>
                  <a:pt x="2143125" y="3638550"/>
                </a:lnTo>
                <a:close/>
                <a:moveTo>
                  <a:pt x="2819400" y="3629025"/>
                </a:moveTo>
                <a:lnTo>
                  <a:pt x="2828925" y="3629025"/>
                </a:lnTo>
                <a:lnTo>
                  <a:pt x="2828925" y="3619500"/>
                </a:lnTo>
                <a:lnTo>
                  <a:pt x="2819400" y="3619500"/>
                </a:lnTo>
                <a:close/>
                <a:moveTo>
                  <a:pt x="3200400" y="3629025"/>
                </a:moveTo>
                <a:lnTo>
                  <a:pt x="3209925" y="3629025"/>
                </a:lnTo>
                <a:lnTo>
                  <a:pt x="3209925" y="3648075"/>
                </a:lnTo>
                <a:lnTo>
                  <a:pt x="3200400" y="3648075"/>
                </a:lnTo>
                <a:close/>
                <a:moveTo>
                  <a:pt x="2838450" y="3638550"/>
                </a:moveTo>
                <a:lnTo>
                  <a:pt x="2847975" y="3638550"/>
                </a:lnTo>
                <a:lnTo>
                  <a:pt x="2847975" y="3619500"/>
                </a:lnTo>
                <a:lnTo>
                  <a:pt x="2838450" y="3619500"/>
                </a:lnTo>
                <a:close/>
                <a:moveTo>
                  <a:pt x="2847975" y="3648075"/>
                </a:moveTo>
                <a:lnTo>
                  <a:pt x="2857500" y="3648075"/>
                </a:lnTo>
                <a:lnTo>
                  <a:pt x="2857500" y="3657600"/>
                </a:lnTo>
                <a:lnTo>
                  <a:pt x="2867025" y="3657600"/>
                </a:lnTo>
                <a:lnTo>
                  <a:pt x="2867025" y="3638550"/>
                </a:lnTo>
                <a:lnTo>
                  <a:pt x="2847975" y="3638550"/>
                </a:lnTo>
                <a:close/>
                <a:moveTo>
                  <a:pt x="3067050" y="3657600"/>
                </a:moveTo>
                <a:lnTo>
                  <a:pt x="3076575" y="3657600"/>
                </a:lnTo>
                <a:lnTo>
                  <a:pt x="3076575" y="3638550"/>
                </a:lnTo>
                <a:lnTo>
                  <a:pt x="3067050" y="3638550"/>
                </a:lnTo>
                <a:close/>
                <a:moveTo>
                  <a:pt x="2162175" y="3667125"/>
                </a:moveTo>
                <a:lnTo>
                  <a:pt x="2171700" y="3667125"/>
                </a:lnTo>
                <a:lnTo>
                  <a:pt x="2171700" y="3676650"/>
                </a:lnTo>
                <a:lnTo>
                  <a:pt x="2162175" y="3676650"/>
                </a:lnTo>
                <a:close/>
                <a:moveTo>
                  <a:pt x="2505075" y="3667125"/>
                </a:moveTo>
                <a:lnTo>
                  <a:pt x="2514600" y="3667125"/>
                </a:lnTo>
                <a:lnTo>
                  <a:pt x="2514600" y="3676650"/>
                </a:lnTo>
                <a:lnTo>
                  <a:pt x="2505075" y="3676650"/>
                </a:lnTo>
                <a:close/>
                <a:moveTo>
                  <a:pt x="2495550" y="3676650"/>
                </a:moveTo>
                <a:lnTo>
                  <a:pt x="2505075" y="3676650"/>
                </a:lnTo>
                <a:lnTo>
                  <a:pt x="2505075" y="3686175"/>
                </a:lnTo>
                <a:lnTo>
                  <a:pt x="2495550" y="3686175"/>
                </a:lnTo>
                <a:close/>
                <a:moveTo>
                  <a:pt x="2600325" y="3686175"/>
                </a:moveTo>
                <a:lnTo>
                  <a:pt x="2619375" y="3686175"/>
                </a:lnTo>
                <a:lnTo>
                  <a:pt x="2619375" y="3705225"/>
                </a:lnTo>
                <a:lnTo>
                  <a:pt x="2647950" y="3705225"/>
                </a:lnTo>
                <a:lnTo>
                  <a:pt x="2647950" y="3714750"/>
                </a:lnTo>
                <a:lnTo>
                  <a:pt x="2657475" y="3714750"/>
                </a:lnTo>
                <a:lnTo>
                  <a:pt x="2657475" y="3724275"/>
                </a:lnTo>
                <a:lnTo>
                  <a:pt x="2638425" y="3724275"/>
                </a:lnTo>
                <a:lnTo>
                  <a:pt x="2638425" y="3714750"/>
                </a:lnTo>
                <a:lnTo>
                  <a:pt x="2628900" y="3714750"/>
                </a:lnTo>
                <a:lnTo>
                  <a:pt x="2628900" y="3724275"/>
                </a:lnTo>
                <a:lnTo>
                  <a:pt x="2619375" y="3724275"/>
                </a:lnTo>
                <a:lnTo>
                  <a:pt x="2619375" y="3714750"/>
                </a:lnTo>
                <a:lnTo>
                  <a:pt x="2609850" y="3714750"/>
                </a:lnTo>
                <a:lnTo>
                  <a:pt x="2609850" y="3695700"/>
                </a:lnTo>
                <a:lnTo>
                  <a:pt x="2600325" y="3695700"/>
                </a:lnTo>
                <a:close/>
                <a:moveTo>
                  <a:pt x="2543175" y="3705225"/>
                </a:moveTo>
                <a:lnTo>
                  <a:pt x="2562225" y="3705225"/>
                </a:lnTo>
                <a:lnTo>
                  <a:pt x="2562225" y="3714750"/>
                </a:lnTo>
                <a:lnTo>
                  <a:pt x="2571750" y="3714750"/>
                </a:lnTo>
                <a:lnTo>
                  <a:pt x="2571750" y="3752850"/>
                </a:lnTo>
                <a:lnTo>
                  <a:pt x="2562225" y="3752850"/>
                </a:lnTo>
                <a:lnTo>
                  <a:pt x="2562225" y="3743325"/>
                </a:lnTo>
                <a:lnTo>
                  <a:pt x="2552700" y="3743325"/>
                </a:lnTo>
                <a:lnTo>
                  <a:pt x="2552700" y="3752850"/>
                </a:lnTo>
                <a:lnTo>
                  <a:pt x="2543175" y="3752850"/>
                </a:lnTo>
                <a:lnTo>
                  <a:pt x="2543175" y="3724275"/>
                </a:lnTo>
                <a:lnTo>
                  <a:pt x="2552700" y="3724275"/>
                </a:lnTo>
                <a:lnTo>
                  <a:pt x="2552700" y="3714750"/>
                </a:lnTo>
                <a:lnTo>
                  <a:pt x="2543175" y="3714750"/>
                </a:lnTo>
                <a:close/>
                <a:moveTo>
                  <a:pt x="2800350" y="3705225"/>
                </a:moveTo>
                <a:lnTo>
                  <a:pt x="2819400" y="3705225"/>
                </a:lnTo>
                <a:lnTo>
                  <a:pt x="2819400" y="3714750"/>
                </a:lnTo>
                <a:lnTo>
                  <a:pt x="2809875" y="3714750"/>
                </a:lnTo>
                <a:lnTo>
                  <a:pt x="2809875" y="3724275"/>
                </a:lnTo>
                <a:lnTo>
                  <a:pt x="2790825" y="3724275"/>
                </a:lnTo>
                <a:lnTo>
                  <a:pt x="2790825" y="3714750"/>
                </a:lnTo>
                <a:lnTo>
                  <a:pt x="2800350" y="3714750"/>
                </a:lnTo>
                <a:close/>
                <a:moveTo>
                  <a:pt x="3048000" y="3705225"/>
                </a:moveTo>
                <a:lnTo>
                  <a:pt x="3057525" y="3705225"/>
                </a:lnTo>
                <a:lnTo>
                  <a:pt x="3057525" y="3714750"/>
                </a:lnTo>
                <a:lnTo>
                  <a:pt x="3048000" y="3714750"/>
                </a:lnTo>
                <a:close/>
                <a:moveTo>
                  <a:pt x="2819400" y="3714750"/>
                </a:moveTo>
                <a:lnTo>
                  <a:pt x="2828925" y="3714750"/>
                </a:lnTo>
                <a:lnTo>
                  <a:pt x="2828925" y="3733800"/>
                </a:lnTo>
                <a:lnTo>
                  <a:pt x="2867025" y="3733800"/>
                </a:lnTo>
                <a:lnTo>
                  <a:pt x="2867025" y="3743325"/>
                </a:lnTo>
                <a:lnTo>
                  <a:pt x="2876550" y="3743325"/>
                </a:lnTo>
                <a:lnTo>
                  <a:pt x="2876550" y="3752850"/>
                </a:lnTo>
                <a:lnTo>
                  <a:pt x="2867025" y="3752850"/>
                </a:lnTo>
                <a:lnTo>
                  <a:pt x="2867025" y="3762375"/>
                </a:lnTo>
                <a:lnTo>
                  <a:pt x="2886075" y="3762375"/>
                </a:lnTo>
                <a:lnTo>
                  <a:pt x="2886075" y="3752850"/>
                </a:lnTo>
                <a:lnTo>
                  <a:pt x="2914650" y="3752850"/>
                </a:lnTo>
                <a:lnTo>
                  <a:pt x="2914650" y="3781425"/>
                </a:lnTo>
                <a:lnTo>
                  <a:pt x="2933700" y="3781425"/>
                </a:lnTo>
                <a:lnTo>
                  <a:pt x="2933700" y="3790950"/>
                </a:lnTo>
                <a:lnTo>
                  <a:pt x="2952750" y="3790950"/>
                </a:lnTo>
                <a:lnTo>
                  <a:pt x="2952750" y="3810000"/>
                </a:lnTo>
                <a:lnTo>
                  <a:pt x="2933700" y="3810000"/>
                </a:lnTo>
                <a:lnTo>
                  <a:pt x="2933700" y="3819525"/>
                </a:lnTo>
                <a:lnTo>
                  <a:pt x="2924175" y="3819525"/>
                </a:lnTo>
                <a:lnTo>
                  <a:pt x="2924175" y="3810000"/>
                </a:lnTo>
                <a:lnTo>
                  <a:pt x="2905125" y="3810000"/>
                </a:lnTo>
                <a:lnTo>
                  <a:pt x="2905125" y="3800475"/>
                </a:lnTo>
                <a:lnTo>
                  <a:pt x="2867025" y="3800475"/>
                </a:lnTo>
                <a:lnTo>
                  <a:pt x="2867025" y="3810000"/>
                </a:lnTo>
                <a:lnTo>
                  <a:pt x="2857500" y="3810000"/>
                </a:lnTo>
                <a:lnTo>
                  <a:pt x="2857500" y="3829050"/>
                </a:lnTo>
                <a:lnTo>
                  <a:pt x="2867025" y="3829050"/>
                </a:lnTo>
                <a:lnTo>
                  <a:pt x="2867025" y="3848100"/>
                </a:lnTo>
                <a:lnTo>
                  <a:pt x="2876550" y="3848100"/>
                </a:lnTo>
                <a:lnTo>
                  <a:pt x="2876550" y="3867150"/>
                </a:lnTo>
                <a:lnTo>
                  <a:pt x="2857500" y="3867150"/>
                </a:lnTo>
                <a:lnTo>
                  <a:pt x="2857500" y="3857625"/>
                </a:lnTo>
                <a:lnTo>
                  <a:pt x="2847975" y="3857625"/>
                </a:lnTo>
                <a:lnTo>
                  <a:pt x="2847975" y="3838575"/>
                </a:lnTo>
                <a:lnTo>
                  <a:pt x="2838450" y="3838575"/>
                </a:lnTo>
                <a:lnTo>
                  <a:pt x="2838450" y="3810000"/>
                </a:lnTo>
                <a:lnTo>
                  <a:pt x="2819400" y="3810000"/>
                </a:lnTo>
                <a:lnTo>
                  <a:pt x="2819400" y="3790950"/>
                </a:lnTo>
                <a:lnTo>
                  <a:pt x="2809875" y="3790950"/>
                </a:lnTo>
                <a:lnTo>
                  <a:pt x="2809875" y="3781425"/>
                </a:lnTo>
                <a:lnTo>
                  <a:pt x="2790825" y="3781425"/>
                </a:lnTo>
                <a:lnTo>
                  <a:pt x="2790825" y="3762375"/>
                </a:lnTo>
                <a:lnTo>
                  <a:pt x="2800350" y="3762375"/>
                </a:lnTo>
                <a:lnTo>
                  <a:pt x="2800350" y="3752850"/>
                </a:lnTo>
                <a:lnTo>
                  <a:pt x="2781300" y="3752850"/>
                </a:lnTo>
                <a:lnTo>
                  <a:pt x="2781300" y="3743325"/>
                </a:lnTo>
                <a:lnTo>
                  <a:pt x="2800350" y="3743325"/>
                </a:lnTo>
                <a:lnTo>
                  <a:pt x="2800350" y="3752850"/>
                </a:lnTo>
                <a:lnTo>
                  <a:pt x="2809875" y="3752850"/>
                </a:lnTo>
                <a:lnTo>
                  <a:pt x="2809875" y="3771900"/>
                </a:lnTo>
                <a:lnTo>
                  <a:pt x="2819400" y="3771900"/>
                </a:lnTo>
                <a:lnTo>
                  <a:pt x="2819400" y="3752850"/>
                </a:lnTo>
                <a:lnTo>
                  <a:pt x="2828925" y="3752850"/>
                </a:lnTo>
                <a:lnTo>
                  <a:pt x="2828925" y="3743325"/>
                </a:lnTo>
                <a:lnTo>
                  <a:pt x="2809875" y="3743325"/>
                </a:lnTo>
                <a:lnTo>
                  <a:pt x="2809875" y="3724275"/>
                </a:lnTo>
                <a:lnTo>
                  <a:pt x="2819400" y="3724275"/>
                </a:lnTo>
                <a:close/>
                <a:moveTo>
                  <a:pt x="2971800" y="3714750"/>
                </a:moveTo>
                <a:lnTo>
                  <a:pt x="2981325" y="3714750"/>
                </a:lnTo>
                <a:lnTo>
                  <a:pt x="2981325" y="3695700"/>
                </a:lnTo>
                <a:lnTo>
                  <a:pt x="2971800" y="3695700"/>
                </a:lnTo>
                <a:close/>
                <a:moveTo>
                  <a:pt x="3181350" y="3724275"/>
                </a:moveTo>
                <a:lnTo>
                  <a:pt x="3190875" y="3724275"/>
                </a:lnTo>
                <a:lnTo>
                  <a:pt x="3190875" y="3743325"/>
                </a:lnTo>
                <a:lnTo>
                  <a:pt x="3181350" y="3743325"/>
                </a:lnTo>
                <a:close/>
                <a:moveTo>
                  <a:pt x="2647950" y="3733800"/>
                </a:moveTo>
                <a:lnTo>
                  <a:pt x="2657475" y="3733800"/>
                </a:lnTo>
                <a:lnTo>
                  <a:pt x="2657475" y="3752850"/>
                </a:lnTo>
                <a:lnTo>
                  <a:pt x="2647950" y="3752850"/>
                </a:lnTo>
                <a:close/>
                <a:moveTo>
                  <a:pt x="2581275" y="3743325"/>
                </a:moveTo>
                <a:lnTo>
                  <a:pt x="2590800" y="3743325"/>
                </a:lnTo>
                <a:lnTo>
                  <a:pt x="2590800" y="3752850"/>
                </a:lnTo>
                <a:lnTo>
                  <a:pt x="2581275" y="3752850"/>
                </a:lnTo>
                <a:close/>
                <a:moveTo>
                  <a:pt x="3152775" y="3743325"/>
                </a:moveTo>
                <a:lnTo>
                  <a:pt x="3162300" y="3743325"/>
                </a:lnTo>
                <a:lnTo>
                  <a:pt x="3162300" y="3752850"/>
                </a:lnTo>
                <a:lnTo>
                  <a:pt x="3152775" y="3752850"/>
                </a:lnTo>
                <a:close/>
                <a:moveTo>
                  <a:pt x="2628900" y="3752850"/>
                </a:moveTo>
                <a:lnTo>
                  <a:pt x="2638425" y="3752850"/>
                </a:lnTo>
                <a:lnTo>
                  <a:pt x="2638425" y="3762375"/>
                </a:lnTo>
                <a:lnTo>
                  <a:pt x="2628900" y="3762375"/>
                </a:lnTo>
                <a:close/>
                <a:moveTo>
                  <a:pt x="2657475" y="3752850"/>
                </a:moveTo>
                <a:lnTo>
                  <a:pt x="2667000" y="3752850"/>
                </a:lnTo>
                <a:lnTo>
                  <a:pt x="2667000" y="3762375"/>
                </a:lnTo>
                <a:lnTo>
                  <a:pt x="2657475" y="3762375"/>
                </a:lnTo>
                <a:close/>
                <a:moveTo>
                  <a:pt x="3019425" y="3752850"/>
                </a:moveTo>
                <a:lnTo>
                  <a:pt x="3057525" y="3752850"/>
                </a:lnTo>
                <a:lnTo>
                  <a:pt x="3057525" y="3762375"/>
                </a:lnTo>
                <a:lnTo>
                  <a:pt x="3038475" y="3762375"/>
                </a:lnTo>
                <a:lnTo>
                  <a:pt x="3038475" y="3781425"/>
                </a:lnTo>
                <a:lnTo>
                  <a:pt x="3019425" y="3781425"/>
                </a:lnTo>
                <a:lnTo>
                  <a:pt x="3019425" y="3771900"/>
                </a:lnTo>
                <a:lnTo>
                  <a:pt x="3009900" y="3771900"/>
                </a:lnTo>
                <a:lnTo>
                  <a:pt x="3009900" y="3762375"/>
                </a:lnTo>
                <a:lnTo>
                  <a:pt x="3019425" y="3762375"/>
                </a:lnTo>
                <a:close/>
                <a:moveTo>
                  <a:pt x="3162300" y="3752850"/>
                </a:moveTo>
                <a:lnTo>
                  <a:pt x="3181350" y="3752850"/>
                </a:lnTo>
                <a:lnTo>
                  <a:pt x="3181350" y="3762375"/>
                </a:lnTo>
                <a:lnTo>
                  <a:pt x="3162300" y="3762375"/>
                </a:lnTo>
                <a:close/>
                <a:moveTo>
                  <a:pt x="2266950" y="3762375"/>
                </a:moveTo>
                <a:lnTo>
                  <a:pt x="2276475" y="3762375"/>
                </a:lnTo>
                <a:lnTo>
                  <a:pt x="2276475" y="3771900"/>
                </a:lnTo>
                <a:lnTo>
                  <a:pt x="2266950" y="3771900"/>
                </a:lnTo>
                <a:close/>
                <a:moveTo>
                  <a:pt x="3057525" y="3762375"/>
                </a:moveTo>
                <a:lnTo>
                  <a:pt x="3067050" y="3762375"/>
                </a:lnTo>
                <a:lnTo>
                  <a:pt x="3067050" y="3771900"/>
                </a:lnTo>
                <a:lnTo>
                  <a:pt x="3057525" y="3771900"/>
                </a:lnTo>
                <a:close/>
                <a:moveTo>
                  <a:pt x="2762250" y="3771900"/>
                </a:moveTo>
                <a:lnTo>
                  <a:pt x="2781300" y="3771900"/>
                </a:lnTo>
                <a:lnTo>
                  <a:pt x="2781300" y="3781425"/>
                </a:lnTo>
                <a:lnTo>
                  <a:pt x="2762250" y="3781425"/>
                </a:lnTo>
                <a:close/>
                <a:moveTo>
                  <a:pt x="2838450" y="3771900"/>
                </a:moveTo>
                <a:lnTo>
                  <a:pt x="2847975" y="3771900"/>
                </a:lnTo>
                <a:lnTo>
                  <a:pt x="2847975" y="3762375"/>
                </a:lnTo>
                <a:lnTo>
                  <a:pt x="2838450" y="3762375"/>
                </a:lnTo>
                <a:close/>
                <a:moveTo>
                  <a:pt x="3067050" y="3771900"/>
                </a:moveTo>
                <a:lnTo>
                  <a:pt x="3076575" y="3771900"/>
                </a:lnTo>
                <a:lnTo>
                  <a:pt x="3076575" y="3781425"/>
                </a:lnTo>
                <a:lnTo>
                  <a:pt x="3067050" y="3781425"/>
                </a:lnTo>
                <a:close/>
                <a:moveTo>
                  <a:pt x="2828925" y="3790950"/>
                </a:moveTo>
                <a:lnTo>
                  <a:pt x="2838450" y="3790950"/>
                </a:lnTo>
                <a:lnTo>
                  <a:pt x="2838450" y="3781425"/>
                </a:lnTo>
                <a:lnTo>
                  <a:pt x="2828925" y="3781425"/>
                </a:lnTo>
                <a:close/>
                <a:moveTo>
                  <a:pt x="3114675" y="3810000"/>
                </a:moveTo>
                <a:lnTo>
                  <a:pt x="3152775" y="3810000"/>
                </a:lnTo>
                <a:lnTo>
                  <a:pt x="3152775" y="3819525"/>
                </a:lnTo>
                <a:lnTo>
                  <a:pt x="3162300" y="3819525"/>
                </a:lnTo>
                <a:lnTo>
                  <a:pt x="3162300" y="3838575"/>
                </a:lnTo>
                <a:lnTo>
                  <a:pt x="3143250" y="3838575"/>
                </a:lnTo>
                <a:lnTo>
                  <a:pt x="3143250" y="3829050"/>
                </a:lnTo>
                <a:lnTo>
                  <a:pt x="3095625" y="3829050"/>
                </a:lnTo>
                <a:lnTo>
                  <a:pt x="3095625" y="3838575"/>
                </a:lnTo>
                <a:lnTo>
                  <a:pt x="3086100" y="3838575"/>
                </a:lnTo>
                <a:lnTo>
                  <a:pt x="3086100" y="3819525"/>
                </a:lnTo>
                <a:lnTo>
                  <a:pt x="3114675" y="3819525"/>
                </a:lnTo>
                <a:close/>
                <a:moveTo>
                  <a:pt x="2809875" y="3819525"/>
                </a:moveTo>
                <a:lnTo>
                  <a:pt x="2819400" y="3819525"/>
                </a:lnTo>
                <a:lnTo>
                  <a:pt x="2819400" y="3829050"/>
                </a:lnTo>
                <a:lnTo>
                  <a:pt x="2809875" y="3829050"/>
                </a:lnTo>
                <a:close/>
                <a:moveTo>
                  <a:pt x="2571750" y="3829050"/>
                </a:moveTo>
                <a:lnTo>
                  <a:pt x="2590800" y="3829050"/>
                </a:lnTo>
                <a:lnTo>
                  <a:pt x="2590800" y="3838575"/>
                </a:lnTo>
                <a:lnTo>
                  <a:pt x="2581275" y="3838575"/>
                </a:lnTo>
                <a:lnTo>
                  <a:pt x="2581275" y="3848100"/>
                </a:lnTo>
                <a:lnTo>
                  <a:pt x="2571750" y="3848100"/>
                </a:lnTo>
                <a:close/>
                <a:moveTo>
                  <a:pt x="2800350" y="3829050"/>
                </a:moveTo>
                <a:lnTo>
                  <a:pt x="2809875" y="3829050"/>
                </a:lnTo>
                <a:lnTo>
                  <a:pt x="2809875" y="3838575"/>
                </a:lnTo>
                <a:lnTo>
                  <a:pt x="2800350" y="3838575"/>
                </a:lnTo>
                <a:close/>
                <a:moveTo>
                  <a:pt x="2428875" y="3838575"/>
                </a:moveTo>
                <a:lnTo>
                  <a:pt x="2447925" y="3838575"/>
                </a:lnTo>
                <a:lnTo>
                  <a:pt x="2447925" y="3848100"/>
                </a:lnTo>
                <a:lnTo>
                  <a:pt x="2428875" y="3848100"/>
                </a:lnTo>
                <a:close/>
                <a:moveTo>
                  <a:pt x="2657475" y="3838575"/>
                </a:moveTo>
                <a:lnTo>
                  <a:pt x="2686050" y="3838575"/>
                </a:lnTo>
                <a:lnTo>
                  <a:pt x="2686050" y="3848100"/>
                </a:lnTo>
                <a:lnTo>
                  <a:pt x="2657475" y="3848100"/>
                </a:lnTo>
                <a:close/>
                <a:moveTo>
                  <a:pt x="2447925" y="3848100"/>
                </a:moveTo>
                <a:lnTo>
                  <a:pt x="2457450" y="3848100"/>
                </a:lnTo>
                <a:lnTo>
                  <a:pt x="2457450" y="3857625"/>
                </a:lnTo>
                <a:lnTo>
                  <a:pt x="2447925" y="3857625"/>
                </a:lnTo>
                <a:close/>
                <a:moveTo>
                  <a:pt x="2486025" y="3848100"/>
                </a:moveTo>
                <a:lnTo>
                  <a:pt x="2495550" y="3848100"/>
                </a:lnTo>
                <a:lnTo>
                  <a:pt x="2495550" y="3857625"/>
                </a:lnTo>
                <a:lnTo>
                  <a:pt x="2486025" y="3857625"/>
                </a:lnTo>
                <a:close/>
                <a:moveTo>
                  <a:pt x="2505075" y="3848100"/>
                </a:moveTo>
                <a:lnTo>
                  <a:pt x="2514600" y="3848100"/>
                </a:lnTo>
                <a:lnTo>
                  <a:pt x="2514600" y="3857625"/>
                </a:lnTo>
                <a:lnTo>
                  <a:pt x="2505075" y="3857625"/>
                </a:lnTo>
                <a:close/>
                <a:moveTo>
                  <a:pt x="2981325" y="3848100"/>
                </a:moveTo>
                <a:lnTo>
                  <a:pt x="2990850" y="3848100"/>
                </a:lnTo>
                <a:lnTo>
                  <a:pt x="2990850" y="3857625"/>
                </a:lnTo>
                <a:lnTo>
                  <a:pt x="2981325" y="3857625"/>
                </a:lnTo>
                <a:close/>
                <a:moveTo>
                  <a:pt x="2657475" y="3857625"/>
                </a:moveTo>
                <a:lnTo>
                  <a:pt x="2686050" y="3857625"/>
                </a:lnTo>
                <a:lnTo>
                  <a:pt x="2686050" y="3867150"/>
                </a:lnTo>
                <a:lnTo>
                  <a:pt x="2657475" y="3867150"/>
                </a:lnTo>
                <a:close/>
                <a:moveTo>
                  <a:pt x="2895600" y="3857625"/>
                </a:moveTo>
                <a:lnTo>
                  <a:pt x="2933700" y="3857625"/>
                </a:lnTo>
                <a:lnTo>
                  <a:pt x="2933700" y="3867150"/>
                </a:lnTo>
                <a:lnTo>
                  <a:pt x="2943225" y="3867150"/>
                </a:lnTo>
                <a:lnTo>
                  <a:pt x="2943225" y="3876675"/>
                </a:lnTo>
                <a:lnTo>
                  <a:pt x="2952750" y="3876675"/>
                </a:lnTo>
                <a:lnTo>
                  <a:pt x="2952750" y="3886200"/>
                </a:lnTo>
                <a:lnTo>
                  <a:pt x="2943225" y="3886200"/>
                </a:lnTo>
                <a:lnTo>
                  <a:pt x="2943225" y="3895725"/>
                </a:lnTo>
                <a:lnTo>
                  <a:pt x="2895600" y="3895725"/>
                </a:lnTo>
                <a:lnTo>
                  <a:pt x="2895600" y="3905250"/>
                </a:lnTo>
                <a:lnTo>
                  <a:pt x="2886075" y="3905250"/>
                </a:lnTo>
                <a:lnTo>
                  <a:pt x="2886075" y="3895725"/>
                </a:lnTo>
                <a:lnTo>
                  <a:pt x="2876550" y="3895725"/>
                </a:lnTo>
                <a:lnTo>
                  <a:pt x="2876550" y="3876675"/>
                </a:lnTo>
                <a:lnTo>
                  <a:pt x="2895600" y="3876675"/>
                </a:lnTo>
                <a:close/>
                <a:moveTo>
                  <a:pt x="3076575" y="3857625"/>
                </a:moveTo>
                <a:lnTo>
                  <a:pt x="3086100" y="3857625"/>
                </a:lnTo>
                <a:lnTo>
                  <a:pt x="3086100" y="3867150"/>
                </a:lnTo>
                <a:lnTo>
                  <a:pt x="3095625" y="3867150"/>
                </a:lnTo>
                <a:lnTo>
                  <a:pt x="3095625" y="3876675"/>
                </a:lnTo>
                <a:lnTo>
                  <a:pt x="3067050" y="3876675"/>
                </a:lnTo>
                <a:lnTo>
                  <a:pt x="3067050" y="3867150"/>
                </a:lnTo>
                <a:lnTo>
                  <a:pt x="3076575" y="3867150"/>
                </a:lnTo>
                <a:close/>
                <a:moveTo>
                  <a:pt x="2552700" y="3867150"/>
                </a:moveTo>
                <a:lnTo>
                  <a:pt x="2562225" y="3867150"/>
                </a:lnTo>
                <a:lnTo>
                  <a:pt x="2562225" y="3876675"/>
                </a:lnTo>
                <a:lnTo>
                  <a:pt x="2552700" y="3876675"/>
                </a:lnTo>
                <a:close/>
                <a:moveTo>
                  <a:pt x="2590800" y="3867150"/>
                </a:moveTo>
                <a:lnTo>
                  <a:pt x="2600325" y="3867150"/>
                </a:lnTo>
                <a:lnTo>
                  <a:pt x="2600325" y="3876675"/>
                </a:lnTo>
                <a:lnTo>
                  <a:pt x="2590800" y="3876675"/>
                </a:lnTo>
                <a:close/>
                <a:moveTo>
                  <a:pt x="3095625" y="3876675"/>
                </a:moveTo>
                <a:lnTo>
                  <a:pt x="3133725" y="3876675"/>
                </a:lnTo>
                <a:lnTo>
                  <a:pt x="3133725" y="3886200"/>
                </a:lnTo>
                <a:lnTo>
                  <a:pt x="3124200" y="3886200"/>
                </a:lnTo>
                <a:lnTo>
                  <a:pt x="3124200" y="3895725"/>
                </a:lnTo>
                <a:lnTo>
                  <a:pt x="3105150" y="3895725"/>
                </a:lnTo>
                <a:lnTo>
                  <a:pt x="3105150" y="3886200"/>
                </a:lnTo>
                <a:lnTo>
                  <a:pt x="3095625" y="3886200"/>
                </a:lnTo>
                <a:close/>
                <a:moveTo>
                  <a:pt x="3000375" y="3905250"/>
                </a:moveTo>
                <a:lnTo>
                  <a:pt x="3028950" y="3905250"/>
                </a:lnTo>
                <a:lnTo>
                  <a:pt x="3028950" y="3914775"/>
                </a:lnTo>
                <a:lnTo>
                  <a:pt x="3019425" y="3914775"/>
                </a:lnTo>
                <a:lnTo>
                  <a:pt x="3019425" y="3924300"/>
                </a:lnTo>
                <a:lnTo>
                  <a:pt x="3000375" y="3924300"/>
                </a:lnTo>
                <a:close/>
                <a:moveTo>
                  <a:pt x="2981325" y="3914775"/>
                </a:moveTo>
                <a:lnTo>
                  <a:pt x="2990850" y="3914775"/>
                </a:lnTo>
                <a:lnTo>
                  <a:pt x="2990850" y="3933825"/>
                </a:lnTo>
                <a:lnTo>
                  <a:pt x="2952750" y="3933825"/>
                </a:lnTo>
                <a:lnTo>
                  <a:pt x="2952750" y="3924300"/>
                </a:lnTo>
                <a:lnTo>
                  <a:pt x="2981325" y="3924300"/>
                </a:lnTo>
                <a:close/>
                <a:moveTo>
                  <a:pt x="2905125" y="3924300"/>
                </a:moveTo>
                <a:lnTo>
                  <a:pt x="2914650" y="3924300"/>
                </a:lnTo>
                <a:lnTo>
                  <a:pt x="2914650" y="3933825"/>
                </a:lnTo>
                <a:lnTo>
                  <a:pt x="2905125" y="3933825"/>
                </a:lnTo>
                <a:close/>
              </a:path>
            </a:pathLst>
          </a:custGeom>
          <a:solidFill xmlns:a="http://schemas.openxmlformats.org/drawingml/2006/main">
            <a:srgbClr val="02142A"/>
          </a:solidFill>
          <a:ln xmlns:a="http://schemas.openxmlformats.org/drawingml/2006/main" w="0">
            <a:noFill/>
          </a:ln>
        </p:spPr>
      </p:sp>
      <p:sp>
        <p:nvSpPr>
          <p:cNvPr id="41" name="phones vector #01132b">
            <a:extLst xmlns:a="http://schemas.openxmlformats.org/drawingml/2006/main">
              <a:ext uri="{FF2B5EF4-FFF2-40B4-BE49-F238E27FC236}">
                <a16:creationId xmlns:a16="http://schemas.microsoft.com/office/drawing/2014/main" id="{259D3894-B407-48F8-BD85-1B1676D911E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48500" y="190500"/>
            <a:ext cx="5905500" cy="6619875"/>
          </a:xfrm>
          <a:custGeom xmlns:a="http://schemas.openxmlformats.org/drawingml/2006/main">
            <a:pathLst>
              <a:path w="3838575" h="4295775">
                <a:moveTo>
                  <a:pt x="2324100" y="381000"/>
                </a:moveTo>
                <a:lnTo>
                  <a:pt x="2352675" y="381000"/>
                </a:lnTo>
                <a:lnTo>
                  <a:pt x="2352675" y="390525"/>
                </a:lnTo>
                <a:lnTo>
                  <a:pt x="2381250" y="390525"/>
                </a:lnTo>
                <a:lnTo>
                  <a:pt x="2381250" y="381000"/>
                </a:lnTo>
                <a:lnTo>
                  <a:pt x="2390775" y="381000"/>
                </a:lnTo>
                <a:lnTo>
                  <a:pt x="2390775" y="390525"/>
                </a:lnTo>
                <a:lnTo>
                  <a:pt x="2400300" y="390525"/>
                </a:lnTo>
                <a:lnTo>
                  <a:pt x="2400300" y="419100"/>
                </a:lnTo>
                <a:lnTo>
                  <a:pt x="2390775" y="419100"/>
                </a:lnTo>
                <a:lnTo>
                  <a:pt x="2390775" y="428625"/>
                </a:lnTo>
                <a:lnTo>
                  <a:pt x="2400300" y="428625"/>
                </a:lnTo>
                <a:lnTo>
                  <a:pt x="2400300" y="419100"/>
                </a:lnTo>
                <a:lnTo>
                  <a:pt x="2409825" y="419100"/>
                </a:lnTo>
                <a:lnTo>
                  <a:pt x="2409825" y="409575"/>
                </a:lnTo>
                <a:lnTo>
                  <a:pt x="2419350" y="409575"/>
                </a:lnTo>
                <a:lnTo>
                  <a:pt x="2419350" y="419100"/>
                </a:lnTo>
                <a:lnTo>
                  <a:pt x="2428875" y="419100"/>
                </a:lnTo>
                <a:lnTo>
                  <a:pt x="2428875" y="438150"/>
                </a:lnTo>
                <a:lnTo>
                  <a:pt x="2419350" y="438150"/>
                </a:lnTo>
                <a:lnTo>
                  <a:pt x="2419350" y="447675"/>
                </a:lnTo>
                <a:lnTo>
                  <a:pt x="2400300" y="447675"/>
                </a:lnTo>
                <a:lnTo>
                  <a:pt x="2400300" y="457200"/>
                </a:lnTo>
                <a:lnTo>
                  <a:pt x="2390775" y="457200"/>
                </a:lnTo>
                <a:lnTo>
                  <a:pt x="2390775" y="447675"/>
                </a:lnTo>
                <a:lnTo>
                  <a:pt x="2381250" y="447675"/>
                </a:lnTo>
                <a:lnTo>
                  <a:pt x="2381250" y="438150"/>
                </a:lnTo>
                <a:lnTo>
                  <a:pt x="2371725" y="438150"/>
                </a:lnTo>
                <a:lnTo>
                  <a:pt x="2371725" y="428625"/>
                </a:lnTo>
                <a:lnTo>
                  <a:pt x="2362200" y="428625"/>
                </a:lnTo>
                <a:lnTo>
                  <a:pt x="2362200" y="409575"/>
                </a:lnTo>
                <a:lnTo>
                  <a:pt x="2352675" y="409575"/>
                </a:lnTo>
                <a:lnTo>
                  <a:pt x="2352675" y="400050"/>
                </a:lnTo>
                <a:lnTo>
                  <a:pt x="2333625" y="400050"/>
                </a:lnTo>
                <a:lnTo>
                  <a:pt x="2333625" y="390525"/>
                </a:lnTo>
                <a:lnTo>
                  <a:pt x="2324100" y="390525"/>
                </a:lnTo>
                <a:close/>
                <a:moveTo>
                  <a:pt x="2486025" y="390525"/>
                </a:moveTo>
                <a:lnTo>
                  <a:pt x="2495550" y="390525"/>
                </a:lnTo>
                <a:lnTo>
                  <a:pt x="2495550" y="400050"/>
                </a:lnTo>
                <a:lnTo>
                  <a:pt x="2514600" y="400050"/>
                </a:lnTo>
                <a:lnTo>
                  <a:pt x="2514600" y="409575"/>
                </a:lnTo>
                <a:lnTo>
                  <a:pt x="2476500" y="409575"/>
                </a:lnTo>
                <a:lnTo>
                  <a:pt x="2476500" y="400050"/>
                </a:lnTo>
                <a:lnTo>
                  <a:pt x="2486025" y="400050"/>
                </a:lnTo>
                <a:close/>
                <a:moveTo>
                  <a:pt x="2524125" y="409575"/>
                </a:moveTo>
                <a:lnTo>
                  <a:pt x="2533650" y="409575"/>
                </a:lnTo>
                <a:lnTo>
                  <a:pt x="2533650" y="419100"/>
                </a:lnTo>
                <a:lnTo>
                  <a:pt x="2524125" y="419100"/>
                </a:lnTo>
                <a:close/>
                <a:moveTo>
                  <a:pt x="2552700" y="409575"/>
                </a:moveTo>
                <a:lnTo>
                  <a:pt x="2562225" y="409575"/>
                </a:lnTo>
                <a:lnTo>
                  <a:pt x="2562225" y="419100"/>
                </a:lnTo>
                <a:lnTo>
                  <a:pt x="2552700" y="419100"/>
                </a:lnTo>
                <a:close/>
                <a:moveTo>
                  <a:pt x="2457450" y="447675"/>
                </a:moveTo>
                <a:lnTo>
                  <a:pt x="2476500" y="447675"/>
                </a:lnTo>
                <a:lnTo>
                  <a:pt x="2476500" y="476250"/>
                </a:lnTo>
                <a:lnTo>
                  <a:pt x="2447925" y="476250"/>
                </a:lnTo>
                <a:lnTo>
                  <a:pt x="2447925" y="457200"/>
                </a:lnTo>
                <a:lnTo>
                  <a:pt x="2457450" y="457200"/>
                </a:lnTo>
                <a:close/>
                <a:moveTo>
                  <a:pt x="3095625" y="447675"/>
                </a:moveTo>
                <a:lnTo>
                  <a:pt x="3133725" y="447675"/>
                </a:lnTo>
                <a:lnTo>
                  <a:pt x="3133725" y="466725"/>
                </a:lnTo>
                <a:lnTo>
                  <a:pt x="3124200" y="466725"/>
                </a:lnTo>
                <a:lnTo>
                  <a:pt x="3124200" y="476250"/>
                </a:lnTo>
                <a:lnTo>
                  <a:pt x="3105150" y="476250"/>
                </a:lnTo>
                <a:lnTo>
                  <a:pt x="3105150" y="457200"/>
                </a:lnTo>
                <a:lnTo>
                  <a:pt x="3095625" y="457200"/>
                </a:lnTo>
                <a:close/>
                <a:moveTo>
                  <a:pt x="2085975" y="457200"/>
                </a:moveTo>
                <a:lnTo>
                  <a:pt x="2105025" y="457200"/>
                </a:lnTo>
                <a:lnTo>
                  <a:pt x="2105025" y="476250"/>
                </a:lnTo>
                <a:lnTo>
                  <a:pt x="2133600" y="476250"/>
                </a:lnTo>
                <a:lnTo>
                  <a:pt x="2133600" y="485775"/>
                </a:lnTo>
                <a:lnTo>
                  <a:pt x="2162175" y="485775"/>
                </a:lnTo>
                <a:lnTo>
                  <a:pt x="2162175" y="495300"/>
                </a:lnTo>
                <a:lnTo>
                  <a:pt x="2152650" y="495300"/>
                </a:lnTo>
                <a:lnTo>
                  <a:pt x="2152650" y="504825"/>
                </a:lnTo>
                <a:lnTo>
                  <a:pt x="2133600" y="504825"/>
                </a:lnTo>
                <a:lnTo>
                  <a:pt x="2133600" y="495300"/>
                </a:lnTo>
                <a:lnTo>
                  <a:pt x="2114550" y="495300"/>
                </a:lnTo>
                <a:lnTo>
                  <a:pt x="2114550" y="485775"/>
                </a:lnTo>
                <a:lnTo>
                  <a:pt x="2085975" y="485775"/>
                </a:lnTo>
                <a:close/>
                <a:moveTo>
                  <a:pt x="2552700" y="466725"/>
                </a:moveTo>
                <a:lnTo>
                  <a:pt x="2562225" y="466725"/>
                </a:lnTo>
                <a:lnTo>
                  <a:pt x="2562225" y="476250"/>
                </a:lnTo>
                <a:lnTo>
                  <a:pt x="2552700" y="476250"/>
                </a:lnTo>
                <a:close/>
                <a:moveTo>
                  <a:pt x="3295650" y="466725"/>
                </a:moveTo>
                <a:lnTo>
                  <a:pt x="3314700" y="466725"/>
                </a:lnTo>
                <a:lnTo>
                  <a:pt x="3314700" y="485775"/>
                </a:lnTo>
                <a:lnTo>
                  <a:pt x="3305175" y="485775"/>
                </a:lnTo>
                <a:lnTo>
                  <a:pt x="3305175" y="495300"/>
                </a:lnTo>
                <a:lnTo>
                  <a:pt x="3286125" y="495300"/>
                </a:lnTo>
                <a:lnTo>
                  <a:pt x="3286125" y="476250"/>
                </a:lnTo>
                <a:lnTo>
                  <a:pt x="3295650" y="476250"/>
                </a:lnTo>
                <a:close/>
                <a:moveTo>
                  <a:pt x="3352800" y="476250"/>
                </a:moveTo>
                <a:lnTo>
                  <a:pt x="3381375" y="476250"/>
                </a:lnTo>
                <a:lnTo>
                  <a:pt x="3381375" y="485775"/>
                </a:lnTo>
                <a:lnTo>
                  <a:pt x="3390900" y="485775"/>
                </a:lnTo>
                <a:lnTo>
                  <a:pt x="3390900" y="504825"/>
                </a:lnTo>
                <a:lnTo>
                  <a:pt x="3352800" y="504825"/>
                </a:lnTo>
                <a:close/>
                <a:moveTo>
                  <a:pt x="3133725" y="485775"/>
                </a:moveTo>
                <a:lnTo>
                  <a:pt x="3152775" y="485775"/>
                </a:lnTo>
                <a:lnTo>
                  <a:pt x="3152775" y="514350"/>
                </a:lnTo>
                <a:lnTo>
                  <a:pt x="3133725" y="514350"/>
                </a:lnTo>
                <a:close/>
                <a:moveTo>
                  <a:pt x="2533650" y="495300"/>
                </a:moveTo>
                <a:lnTo>
                  <a:pt x="2552700" y="495300"/>
                </a:lnTo>
                <a:lnTo>
                  <a:pt x="2552700" y="514350"/>
                </a:lnTo>
                <a:lnTo>
                  <a:pt x="2562225" y="514350"/>
                </a:lnTo>
                <a:lnTo>
                  <a:pt x="2562225" y="523875"/>
                </a:lnTo>
                <a:lnTo>
                  <a:pt x="2543175" y="523875"/>
                </a:lnTo>
                <a:lnTo>
                  <a:pt x="2543175" y="514350"/>
                </a:lnTo>
                <a:lnTo>
                  <a:pt x="2533650" y="514350"/>
                </a:lnTo>
                <a:close/>
                <a:moveTo>
                  <a:pt x="2162175" y="523875"/>
                </a:moveTo>
                <a:lnTo>
                  <a:pt x="2181225" y="523875"/>
                </a:lnTo>
                <a:lnTo>
                  <a:pt x="2181225" y="533400"/>
                </a:lnTo>
                <a:lnTo>
                  <a:pt x="2162175" y="533400"/>
                </a:lnTo>
                <a:close/>
                <a:moveTo>
                  <a:pt x="3086100" y="523875"/>
                </a:moveTo>
                <a:lnTo>
                  <a:pt x="3095625" y="523875"/>
                </a:lnTo>
                <a:lnTo>
                  <a:pt x="3095625" y="533400"/>
                </a:lnTo>
                <a:lnTo>
                  <a:pt x="3086100" y="533400"/>
                </a:lnTo>
                <a:close/>
                <a:moveTo>
                  <a:pt x="3533775" y="533400"/>
                </a:moveTo>
                <a:lnTo>
                  <a:pt x="3552825" y="533400"/>
                </a:lnTo>
                <a:lnTo>
                  <a:pt x="3552825" y="542925"/>
                </a:lnTo>
                <a:lnTo>
                  <a:pt x="3533775" y="542925"/>
                </a:lnTo>
                <a:close/>
                <a:moveTo>
                  <a:pt x="3076575" y="542925"/>
                </a:moveTo>
                <a:lnTo>
                  <a:pt x="3086100" y="542925"/>
                </a:lnTo>
                <a:lnTo>
                  <a:pt x="3086100" y="552450"/>
                </a:lnTo>
                <a:lnTo>
                  <a:pt x="3076575" y="552450"/>
                </a:lnTo>
                <a:close/>
                <a:moveTo>
                  <a:pt x="3086100" y="552450"/>
                </a:moveTo>
                <a:lnTo>
                  <a:pt x="3095625" y="552450"/>
                </a:lnTo>
                <a:lnTo>
                  <a:pt x="3095625" y="561975"/>
                </a:lnTo>
                <a:lnTo>
                  <a:pt x="3086100" y="561975"/>
                </a:lnTo>
                <a:close/>
                <a:moveTo>
                  <a:pt x="2486025" y="561975"/>
                </a:moveTo>
                <a:lnTo>
                  <a:pt x="2505075" y="561975"/>
                </a:lnTo>
                <a:lnTo>
                  <a:pt x="2505075" y="571500"/>
                </a:lnTo>
                <a:lnTo>
                  <a:pt x="2486025" y="571500"/>
                </a:lnTo>
                <a:close/>
                <a:moveTo>
                  <a:pt x="3076575" y="561975"/>
                </a:moveTo>
                <a:lnTo>
                  <a:pt x="3086100" y="561975"/>
                </a:lnTo>
                <a:lnTo>
                  <a:pt x="3086100" y="571500"/>
                </a:lnTo>
                <a:lnTo>
                  <a:pt x="3076575" y="571500"/>
                </a:lnTo>
                <a:close/>
                <a:moveTo>
                  <a:pt x="3095625" y="561975"/>
                </a:moveTo>
                <a:lnTo>
                  <a:pt x="3105150" y="561975"/>
                </a:lnTo>
                <a:lnTo>
                  <a:pt x="3105150" y="581025"/>
                </a:lnTo>
                <a:lnTo>
                  <a:pt x="3086100" y="581025"/>
                </a:lnTo>
                <a:lnTo>
                  <a:pt x="3086100" y="571500"/>
                </a:lnTo>
                <a:lnTo>
                  <a:pt x="3095625" y="571500"/>
                </a:lnTo>
                <a:close/>
                <a:moveTo>
                  <a:pt x="2114550" y="571500"/>
                </a:moveTo>
                <a:lnTo>
                  <a:pt x="2171700" y="571500"/>
                </a:lnTo>
                <a:lnTo>
                  <a:pt x="2171700" y="581025"/>
                </a:lnTo>
                <a:lnTo>
                  <a:pt x="2114550" y="581025"/>
                </a:lnTo>
                <a:close/>
                <a:moveTo>
                  <a:pt x="2095500" y="581025"/>
                </a:moveTo>
                <a:lnTo>
                  <a:pt x="2105025" y="581025"/>
                </a:lnTo>
                <a:lnTo>
                  <a:pt x="2105025" y="590550"/>
                </a:lnTo>
                <a:lnTo>
                  <a:pt x="2095500" y="590550"/>
                </a:lnTo>
                <a:close/>
                <a:moveTo>
                  <a:pt x="2181225" y="581025"/>
                </a:moveTo>
                <a:lnTo>
                  <a:pt x="2190750" y="581025"/>
                </a:lnTo>
                <a:lnTo>
                  <a:pt x="2190750" y="590550"/>
                </a:lnTo>
                <a:lnTo>
                  <a:pt x="2181225" y="590550"/>
                </a:lnTo>
                <a:close/>
                <a:moveTo>
                  <a:pt x="2495550" y="581025"/>
                </a:moveTo>
                <a:lnTo>
                  <a:pt x="2505075" y="581025"/>
                </a:lnTo>
                <a:lnTo>
                  <a:pt x="2505075" y="590550"/>
                </a:lnTo>
                <a:lnTo>
                  <a:pt x="2495550" y="590550"/>
                </a:lnTo>
                <a:close/>
                <a:moveTo>
                  <a:pt x="2200275" y="590550"/>
                </a:moveTo>
                <a:lnTo>
                  <a:pt x="2209800" y="590550"/>
                </a:lnTo>
                <a:lnTo>
                  <a:pt x="2209800" y="600075"/>
                </a:lnTo>
                <a:lnTo>
                  <a:pt x="2200275" y="600075"/>
                </a:lnTo>
                <a:close/>
                <a:moveTo>
                  <a:pt x="2905125" y="590550"/>
                </a:moveTo>
                <a:lnTo>
                  <a:pt x="2914650" y="590550"/>
                </a:lnTo>
                <a:lnTo>
                  <a:pt x="2914650" y="600075"/>
                </a:lnTo>
                <a:lnTo>
                  <a:pt x="2924175" y="600075"/>
                </a:lnTo>
                <a:lnTo>
                  <a:pt x="2924175" y="619125"/>
                </a:lnTo>
                <a:lnTo>
                  <a:pt x="2905125" y="619125"/>
                </a:lnTo>
                <a:close/>
                <a:moveTo>
                  <a:pt x="2962275" y="590550"/>
                </a:moveTo>
                <a:lnTo>
                  <a:pt x="2971800" y="590550"/>
                </a:lnTo>
                <a:lnTo>
                  <a:pt x="2971800" y="600075"/>
                </a:lnTo>
                <a:lnTo>
                  <a:pt x="2990850" y="600075"/>
                </a:lnTo>
                <a:lnTo>
                  <a:pt x="2990850" y="609600"/>
                </a:lnTo>
                <a:lnTo>
                  <a:pt x="3028950" y="609600"/>
                </a:lnTo>
                <a:lnTo>
                  <a:pt x="3028950" y="600075"/>
                </a:lnTo>
                <a:lnTo>
                  <a:pt x="3038475" y="600075"/>
                </a:lnTo>
                <a:lnTo>
                  <a:pt x="3038475" y="590550"/>
                </a:lnTo>
                <a:lnTo>
                  <a:pt x="3057525" y="590550"/>
                </a:lnTo>
                <a:lnTo>
                  <a:pt x="3057525" y="600075"/>
                </a:lnTo>
                <a:lnTo>
                  <a:pt x="3038475" y="600075"/>
                </a:lnTo>
                <a:lnTo>
                  <a:pt x="3038475" y="609600"/>
                </a:lnTo>
                <a:lnTo>
                  <a:pt x="3028950" y="609600"/>
                </a:lnTo>
                <a:lnTo>
                  <a:pt x="3028950" y="628650"/>
                </a:lnTo>
                <a:lnTo>
                  <a:pt x="3048000" y="628650"/>
                </a:lnTo>
                <a:lnTo>
                  <a:pt x="3048000" y="638175"/>
                </a:lnTo>
                <a:lnTo>
                  <a:pt x="3038475" y="638175"/>
                </a:lnTo>
                <a:lnTo>
                  <a:pt x="3038475" y="647700"/>
                </a:lnTo>
                <a:lnTo>
                  <a:pt x="3000375" y="647700"/>
                </a:lnTo>
                <a:lnTo>
                  <a:pt x="3000375" y="638175"/>
                </a:lnTo>
                <a:lnTo>
                  <a:pt x="2990850" y="638175"/>
                </a:lnTo>
                <a:lnTo>
                  <a:pt x="2990850" y="647700"/>
                </a:lnTo>
                <a:lnTo>
                  <a:pt x="2981325" y="647700"/>
                </a:lnTo>
                <a:lnTo>
                  <a:pt x="2981325" y="666750"/>
                </a:lnTo>
                <a:lnTo>
                  <a:pt x="2971800" y="666750"/>
                </a:lnTo>
                <a:lnTo>
                  <a:pt x="2971800" y="657225"/>
                </a:lnTo>
                <a:lnTo>
                  <a:pt x="2962275" y="657225"/>
                </a:lnTo>
                <a:lnTo>
                  <a:pt x="2962275" y="647700"/>
                </a:lnTo>
                <a:lnTo>
                  <a:pt x="2943225" y="647700"/>
                </a:lnTo>
                <a:lnTo>
                  <a:pt x="2943225" y="628650"/>
                </a:lnTo>
                <a:lnTo>
                  <a:pt x="2962275" y="628650"/>
                </a:lnTo>
                <a:lnTo>
                  <a:pt x="2962275" y="619125"/>
                </a:lnTo>
                <a:lnTo>
                  <a:pt x="2952750" y="619125"/>
                </a:lnTo>
                <a:lnTo>
                  <a:pt x="2952750" y="609600"/>
                </a:lnTo>
                <a:lnTo>
                  <a:pt x="2962275" y="609600"/>
                </a:lnTo>
                <a:close/>
                <a:moveTo>
                  <a:pt x="3086100" y="590550"/>
                </a:moveTo>
                <a:lnTo>
                  <a:pt x="3095625" y="590550"/>
                </a:lnTo>
                <a:lnTo>
                  <a:pt x="3095625" y="600075"/>
                </a:lnTo>
                <a:lnTo>
                  <a:pt x="3086100" y="600075"/>
                </a:lnTo>
                <a:close/>
                <a:moveTo>
                  <a:pt x="3143250" y="590550"/>
                </a:moveTo>
                <a:lnTo>
                  <a:pt x="3152775" y="590550"/>
                </a:lnTo>
                <a:lnTo>
                  <a:pt x="3152775" y="600075"/>
                </a:lnTo>
                <a:lnTo>
                  <a:pt x="3181350" y="600075"/>
                </a:lnTo>
                <a:lnTo>
                  <a:pt x="3181350" y="619125"/>
                </a:lnTo>
                <a:lnTo>
                  <a:pt x="3171825" y="619125"/>
                </a:lnTo>
                <a:lnTo>
                  <a:pt x="3171825" y="609600"/>
                </a:lnTo>
                <a:lnTo>
                  <a:pt x="3133725" y="609600"/>
                </a:lnTo>
                <a:lnTo>
                  <a:pt x="3133725" y="600075"/>
                </a:lnTo>
                <a:lnTo>
                  <a:pt x="3143250" y="600075"/>
                </a:lnTo>
                <a:close/>
                <a:moveTo>
                  <a:pt x="2695575" y="600075"/>
                </a:moveTo>
                <a:lnTo>
                  <a:pt x="2705100" y="600075"/>
                </a:lnTo>
                <a:lnTo>
                  <a:pt x="2705100" y="619125"/>
                </a:lnTo>
                <a:lnTo>
                  <a:pt x="2676525" y="619125"/>
                </a:lnTo>
                <a:lnTo>
                  <a:pt x="2676525" y="609600"/>
                </a:lnTo>
                <a:lnTo>
                  <a:pt x="2695575" y="609600"/>
                </a:lnTo>
                <a:close/>
                <a:moveTo>
                  <a:pt x="2781300" y="600075"/>
                </a:moveTo>
                <a:lnTo>
                  <a:pt x="2809875" y="600075"/>
                </a:lnTo>
                <a:lnTo>
                  <a:pt x="2809875" y="619125"/>
                </a:lnTo>
                <a:lnTo>
                  <a:pt x="2828925" y="619125"/>
                </a:lnTo>
                <a:lnTo>
                  <a:pt x="2828925" y="638175"/>
                </a:lnTo>
                <a:lnTo>
                  <a:pt x="2800350" y="638175"/>
                </a:lnTo>
                <a:lnTo>
                  <a:pt x="2800350" y="628650"/>
                </a:lnTo>
                <a:lnTo>
                  <a:pt x="2781300" y="628650"/>
                </a:lnTo>
                <a:lnTo>
                  <a:pt x="2781300" y="619125"/>
                </a:lnTo>
                <a:lnTo>
                  <a:pt x="2790825" y="619125"/>
                </a:lnTo>
                <a:lnTo>
                  <a:pt x="2790825" y="609600"/>
                </a:lnTo>
                <a:lnTo>
                  <a:pt x="2781300" y="609600"/>
                </a:lnTo>
                <a:close/>
                <a:moveTo>
                  <a:pt x="3095625" y="600075"/>
                </a:moveTo>
                <a:lnTo>
                  <a:pt x="3105150" y="600075"/>
                </a:lnTo>
                <a:lnTo>
                  <a:pt x="3105150" y="609600"/>
                </a:lnTo>
                <a:lnTo>
                  <a:pt x="3095625" y="609600"/>
                </a:lnTo>
                <a:close/>
                <a:moveTo>
                  <a:pt x="3333750" y="600075"/>
                </a:moveTo>
                <a:lnTo>
                  <a:pt x="3343275" y="600075"/>
                </a:lnTo>
                <a:lnTo>
                  <a:pt x="3343275" y="609600"/>
                </a:lnTo>
                <a:lnTo>
                  <a:pt x="3333750" y="609600"/>
                </a:lnTo>
                <a:close/>
                <a:moveTo>
                  <a:pt x="3352800" y="600075"/>
                </a:moveTo>
                <a:lnTo>
                  <a:pt x="3371850" y="600075"/>
                </a:lnTo>
                <a:lnTo>
                  <a:pt x="3371850" y="609600"/>
                </a:lnTo>
                <a:lnTo>
                  <a:pt x="3352800" y="609600"/>
                </a:lnTo>
                <a:close/>
                <a:moveTo>
                  <a:pt x="2085975" y="609600"/>
                </a:moveTo>
                <a:lnTo>
                  <a:pt x="2095500" y="609600"/>
                </a:lnTo>
                <a:lnTo>
                  <a:pt x="2095500" y="628650"/>
                </a:lnTo>
                <a:lnTo>
                  <a:pt x="2085975" y="628650"/>
                </a:lnTo>
                <a:close/>
                <a:moveTo>
                  <a:pt x="2876550" y="609600"/>
                </a:moveTo>
                <a:lnTo>
                  <a:pt x="2886075" y="609600"/>
                </a:lnTo>
                <a:lnTo>
                  <a:pt x="2886075" y="619125"/>
                </a:lnTo>
                <a:lnTo>
                  <a:pt x="2876550" y="619125"/>
                </a:lnTo>
                <a:close/>
                <a:moveTo>
                  <a:pt x="3276600" y="609600"/>
                </a:moveTo>
                <a:lnTo>
                  <a:pt x="3286125" y="609600"/>
                </a:lnTo>
                <a:lnTo>
                  <a:pt x="3286125" y="619125"/>
                </a:lnTo>
                <a:lnTo>
                  <a:pt x="3324225" y="619125"/>
                </a:lnTo>
                <a:lnTo>
                  <a:pt x="3324225" y="609600"/>
                </a:lnTo>
                <a:lnTo>
                  <a:pt x="3333750" y="609600"/>
                </a:lnTo>
                <a:lnTo>
                  <a:pt x="3333750" y="619125"/>
                </a:lnTo>
                <a:lnTo>
                  <a:pt x="3362325" y="619125"/>
                </a:lnTo>
                <a:lnTo>
                  <a:pt x="3362325" y="628650"/>
                </a:lnTo>
                <a:lnTo>
                  <a:pt x="3333750" y="628650"/>
                </a:lnTo>
                <a:lnTo>
                  <a:pt x="3333750" y="638175"/>
                </a:lnTo>
                <a:lnTo>
                  <a:pt x="3324225" y="638175"/>
                </a:lnTo>
                <a:lnTo>
                  <a:pt x="3324225" y="647700"/>
                </a:lnTo>
                <a:lnTo>
                  <a:pt x="3314700" y="647700"/>
                </a:lnTo>
                <a:lnTo>
                  <a:pt x="3314700" y="638175"/>
                </a:lnTo>
                <a:lnTo>
                  <a:pt x="3305175" y="638175"/>
                </a:lnTo>
                <a:lnTo>
                  <a:pt x="3305175" y="647700"/>
                </a:lnTo>
                <a:lnTo>
                  <a:pt x="3286125" y="647700"/>
                </a:lnTo>
                <a:lnTo>
                  <a:pt x="3286125" y="638175"/>
                </a:lnTo>
                <a:lnTo>
                  <a:pt x="3276600" y="638175"/>
                </a:lnTo>
                <a:lnTo>
                  <a:pt x="3276600" y="657225"/>
                </a:lnTo>
                <a:lnTo>
                  <a:pt x="3248025" y="657225"/>
                </a:lnTo>
                <a:lnTo>
                  <a:pt x="3248025" y="647700"/>
                </a:lnTo>
                <a:lnTo>
                  <a:pt x="3257550" y="647700"/>
                </a:lnTo>
                <a:lnTo>
                  <a:pt x="3257550" y="619125"/>
                </a:lnTo>
                <a:lnTo>
                  <a:pt x="3276600" y="619125"/>
                </a:lnTo>
                <a:close/>
                <a:moveTo>
                  <a:pt x="2914650" y="628650"/>
                </a:moveTo>
                <a:lnTo>
                  <a:pt x="2924175" y="628650"/>
                </a:lnTo>
                <a:lnTo>
                  <a:pt x="2924175" y="638175"/>
                </a:lnTo>
                <a:lnTo>
                  <a:pt x="2933700" y="638175"/>
                </a:lnTo>
                <a:lnTo>
                  <a:pt x="2933700" y="647700"/>
                </a:lnTo>
                <a:lnTo>
                  <a:pt x="2943225" y="647700"/>
                </a:lnTo>
                <a:lnTo>
                  <a:pt x="2943225" y="666750"/>
                </a:lnTo>
                <a:lnTo>
                  <a:pt x="2962275" y="666750"/>
                </a:lnTo>
                <a:lnTo>
                  <a:pt x="2962275" y="676275"/>
                </a:lnTo>
                <a:lnTo>
                  <a:pt x="2952750" y="676275"/>
                </a:lnTo>
                <a:lnTo>
                  <a:pt x="2952750" y="685800"/>
                </a:lnTo>
                <a:lnTo>
                  <a:pt x="2962275" y="685800"/>
                </a:lnTo>
                <a:lnTo>
                  <a:pt x="2962275" y="676275"/>
                </a:lnTo>
                <a:lnTo>
                  <a:pt x="3038475" y="676275"/>
                </a:lnTo>
                <a:lnTo>
                  <a:pt x="3038475" y="666750"/>
                </a:lnTo>
                <a:lnTo>
                  <a:pt x="3048000" y="666750"/>
                </a:lnTo>
                <a:lnTo>
                  <a:pt x="3048000" y="676275"/>
                </a:lnTo>
                <a:lnTo>
                  <a:pt x="3067050" y="676275"/>
                </a:lnTo>
                <a:lnTo>
                  <a:pt x="3067050" y="685800"/>
                </a:lnTo>
                <a:lnTo>
                  <a:pt x="3057525" y="685800"/>
                </a:lnTo>
                <a:lnTo>
                  <a:pt x="3057525" y="695325"/>
                </a:lnTo>
                <a:lnTo>
                  <a:pt x="3048000" y="695325"/>
                </a:lnTo>
                <a:lnTo>
                  <a:pt x="3048000" y="704850"/>
                </a:lnTo>
                <a:lnTo>
                  <a:pt x="3028950" y="704850"/>
                </a:lnTo>
                <a:lnTo>
                  <a:pt x="3028950" y="695325"/>
                </a:lnTo>
                <a:lnTo>
                  <a:pt x="3019425" y="695325"/>
                </a:lnTo>
                <a:lnTo>
                  <a:pt x="3019425" y="704850"/>
                </a:lnTo>
                <a:lnTo>
                  <a:pt x="3009900" y="704850"/>
                </a:lnTo>
                <a:lnTo>
                  <a:pt x="3009900" y="723900"/>
                </a:lnTo>
                <a:lnTo>
                  <a:pt x="3000375" y="723900"/>
                </a:lnTo>
                <a:lnTo>
                  <a:pt x="3000375" y="714375"/>
                </a:lnTo>
                <a:lnTo>
                  <a:pt x="2990850" y="714375"/>
                </a:lnTo>
                <a:lnTo>
                  <a:pt x="2990850" y="723900"/>
                </a:lnTo>
                <a:lnTo>
                  <a:pt x="2971800" y="723900"/>
                </a:lnTo>
                <a:lnTo>
                  <a:pt x="2971800" y="714375"/>
                </a:lnTo>
                <a:lnTo>
                  <a:pt x="2952750" y="714375"/>
                </a:lnTo>
                <a:lnTo>
                  <a:pt x="2952750" y="695325"/>
                </a:lnTo>
                <a:lnTo>
                  <a:pt x="2943225" y="695325"/>
                </a:lnTo>
                <a:lnTo>
                  <a:pt x="2943225" y="704850"/>
                </a:lnTo>
                <a:lnTo>
                  <a:pt x="2933700" y="704850"/>
                </a:lnTo>
                <a:lnTo>
                  <a:pt x="2933700" y="685800"/>
                </a:lnTo>
                <a:lnTo>
                  <a:pt x="2943225" y="685800"/>
                </a:lnTo>
                <a:lnTo>
                  <a:pt x="2943225" y="676275"/>
                </a:lnTo>
                <a:lnTo>
                  <a:pt x="2933700" y="676275"/>
                </a:lnTo>
                <a:lnTo>
                  <a:pt x="2933700" y="657225"/>
                </a:lnTo>
                <a:lnTo>
                  <a:pt x="2924175" y="657225"/>
                </a:lnTo>
                <a:lnTo>
                  <a:pt x="2924175" y="647700"/>
                </a:lnTo>
                <a:lnTo>
                  <a:pt x="2914650" y="647700"/>
                </a:lnTo>
                <a:close/>
                <a:moveTo>
                  <a:pt x="3171825" y="628650"/>
                </a:moveTo>
                <a:lnTo>
                  <a:pt x="3181350" y="628650"/>
                </a:lnTo>
                <a:lnTo>
                  <a:pt x="3181350" y="638175"/>
                </a:lnTo>
                <a:lnTo>
                  <a:pt x="3190875" y="638175"/>
                </a:lnTo>
                <a:lnTo>
                  <a:pt x="3190875" y="647700"/>
                </a:lnTo>
                <a:lnTo>
                  <a:pt x="3200400" y="647700"/>
                </a:lnTo>
                <a:lnTo>
                  <a:pt x="3200400" y="657225"/>
                </a:lnTo>
                <a:lnTo>
                  <a:pt x="3190875" y="657225"/>
                </a:lnTo>
                <a:lnTo>
                  <a:pt x="3190875" y="666750"/>
                </a:lnTo>
                <a:lnTo>
                  <a:pt x="3181350" y="666750"/>
                </a:lnTo>
                <a:lnTo>
                  <a:pt x="3181350" y="647700"/>
                </a:lnTo>
                <a:lnTo>
                  <a:pt x="3162300" y="647700"/>
                </a:lnTo>
                <a:lnTo>
                  <a:pt x="3162300" y="638175"/>
                </a:lnTo>
                <a:lnTo>
                  <a:pt x="3171825" y="638175"/>
                </a:lnTo>
                <a:close/>
                <a:moveTo>
                  <a:pt x="3219450" y="628650"/>
                </a:moveTo>
                <a:lnTo>
                  <a:pt x="3228975" y="628650"/>
                </a:lnTo>
                <a:lnTo>
                  <a:pt x="3228975" y="647700"/>
                </a:lnTo>
                <a:lnTo>
                  <a:pt x="3219450" y="647700"/>
                </a:lnTo>
                <a:close/>
                <a:moveTo>
                  <a:pt x="2219325" y="638175"/>
                </a:moveTo>
                <a:lnTo>
                  <a:pt x="2228850" y="638175"/>
                </a:lnTo>
                <a:lnTo>
                  <a:pt x="2228850" y="657225"/>
                </a:lnTo>
                <a:lnTo>
                  <a:pt x="2238375" y="657225"/>
                </a:lnTo>
                <a:lnTo>
                  <a:pt x="2238375" y="666750"/>
                </a:lnTo>
                <a:lnTo>
                  <a:pt x="2219325" y="666750"/>
                </a:lnTo>
                <a:lnTo>
                  <a:pt x="2219325" y="676275"/>
                </a:lnTo>
                <a:lnTo>
                  <a:pt x="2209800" y="676275"/>
                </a:lnTo>
                <a:lnTo>
                  <a:pt x="2209800" y="685800"/>
                </a:lnTo>
                <a:lnTo>
                  <a:pt x="2200275" y="685800"/>
                </a:lnTo>
                <a:lnTo>
                  <a:pt x="2200275" y="666750"/>
                </a:lnTo>
                <a:lnTo>
                  <a:pt x="2209800" y="666750"/>
                </a:lnTo>
                <a:lnTo>
                  <a:pt x="2209800" y="657225"/>
                </a:lnTo>
                <a:lnTo>
                  <a:pt x="2219325" y="657225"/>
                </a:lnTo>
                <a:close/>
                <a:moveTo>
                  <a:pt x="2724150" y="638175"/>
                </a:moveTo>
                <a:lnTo>
                  <a:pt x="2743200" y="638175"/>
                </a:lnTo>
                <a:lnTo>
                  <a:pt x="2743200" y="647700"/>
                </a:lnTo>
                <a:lnTo>
                  <a:pt x="2733675" y="647700"/>
                </a:lnTo>
                <a:lnTo>
                  <a:pt x="2733675" y="657225"/>
                </a:lnTo>
                <a:lnTo>
                  <a:pt x="2724150" y="657225"/>
                </a:lnTo>
                <a:close/>
                <a:moveTo>
                  <a:pt x="3067050" y="638175"/>
                </a:moveTo>
                <a:lnTo>
                  <a:pt x="3095625" y="638175"/>
                </a:lnTo>
                <a:lnTo>
                  <a:pt x="3095625" y="647700"/>
                </a:lnTo>
                <a:lnTo>
                  <a:pt x="3152775" y="647700"/>
                </a:lnTo>
                <a:lnTo>
                  <a:pt x="3152775" y="657225"/>
                </a:lnTo>
                <a:lnTo>
                  <a:pt x="3162300" y="657225"/>
                </a:lnTo>
                <a:lnTo>
                  <a:pt x="3162300" y="666750"/>
                </a:lnTo>
                <a:lnTo>
                  <a:pt x="3171825" y="666750"/>
                </a:lnTo>
                <a:lnTo>
                  <a:pt x="3171825" y="685800"/>
                </a:lnTo>
                <a:lnTo>
                  <a:pt x="3143250" y="685800"/>
                </a:lnTo>
                <a:lnTo>
                  <a:pt x="3143250" y="676275"/>
                </a:lnTo>
                <a:lnTo>
                  <a:pt x="3114675" y="676275"/>
                </a:lnTo>
                <a:lnTo>
                  <a:pt x="3114675" y="666750"/>
                </a:lnTo>
                <a:lnTo>
                  <a:pt x="3076575" y="666750"/>
                </a:lnTo>
                <a:lnTo>
                  <a:pt x="3076575" y="657225"/>
                </a:lnTo>
                <a:lnTo>
                  <a:pt x="3067050" y="657225"/>
                </a:lnTo>
                <a:close/>
                <a:moveTo>
                  <a:pt x="2076450" y="647700"/>
                </a:moveTo>
                <a:lnTo>
                  <a:pt x="2085975" y="647700"/>
                </a:lnTo>
                <a:lnTo>
                  <a:pt x="2085975" y="676275"/>
                </a:lnTo>
                <a:lnTo>
                  <a:pt x="2095500" y="676275"/>
                </a:lnTo>
                <a:lnTo>
                  <a:pt x="2095500" y="685800"/>
                </a:lnTo>
                <a:lnTo>
                  <a:pt x="2076450" y="685800"/>
                </a:lnTo>
                <a:close/>
                <a:moveTo>
                  <a:pt x="2790825" y="647700"/>
                </a:moveTo>
                <a:lnTo>
                  <a:pt x="2800350" y="647700"/>
                </a:lnTo>
                <a:lnTo>
                  <a:pt x="2800350" y="657225"/>
                </a:lnTo>
                <a:lnTo>
                  <a:pt x="2790825" y="657225"/>
                </a:lnTo>
                <a:close/>
                <a:moveTo>
                  <a:pt x="2847975" y="647700"/>
                </a:moveTo>
                <a:lnTo>
                  <a:pt x="2857500" y="647700"/>
                </a:lnTo>
                <a:lnTo>
                  <a:pt x="2857500" y="666750"/>
                </a:lnTo>
                <a:lnTo>
                  <a:pt x="2867025" y="666750"/>
                </a:lnTo>
                <a:lnTo>
                  <a:pt x="2867025" y="657225"/>
                </a:lnTo>
                <a:lnTo>
                  <a:pt x="2876550" y="657225"/>
                </a:lnTo>
                <a:lnTo>
                  <a:pt x="2876550" y="666750"/>
                </a:lnTo>
                <a:lnTo>
                  <a:pt x="2905125" y="666750"/>
                </a:lnTo>
                <a:lnTo>
                  <a:pt x="2905125" y="676275"/>
                </a:lnTo>
                <a:lnTo>
                  <a:pt x="2914650" y="676275"/>
                </a:lnTo>
                <a:lnTo>
                  <a:pt x="2914650" y="695325"/>
                </a:lnTo>
                <a:lnTo>
                  <a:pt x="2886075" y="695325"/>
                </a:lnTo>
                <a:lnTo>
                  <a:pt x="2886075" y="685800"/>
                </a:lnTo>
                <a:lnTo>
                  <a:pt x="2895600" y="685800"/>
                </a:lnTo>
                <a:lnTo>
                  <a:pt x="2895600" y="676275"/>
                </a:lnTo>
                <a:lnTo>
                  <a:pt x="2867025" y="676275"/>
                </a:lnTo>
                <a:lnTo>
                  <a:pt x="2867025" y="685800"/>
                </a:lnTo>
                <a:lnTo>
                  <a:pt x="2857500" y="685800"/>
                </a:lnTo>
                <a:lnTo>
                  <a:pt x="2857500" y="676275"/>
                </a:lnTo>
                <a:lnTo>
                  <a:pt x="2838450" y="676275"/>
                </a:lnTo>
                <a:lnTo>
                  <a:pt x="2838450" y="657225"/>
                </a:lnTo>
                <a:lnTo>
                  <a:pt x="2847975" y="657225"/>
                </a:lnTo>
                <a:close/>
                <a:moveTo>
                  <a:pt x="3228975" y="647700"/>
                </a:moveTo>
                <a:lnTo>
                  <a:pt x="3238500" y="647700"/>
                </a:lnTo>
                <a:lnTo>
                  <a:pt x="3238500" y="657225"/>
                </a:lnTo>
                <a:lnTo>
                  <a:pt x="3228975" y="657225"/>
                </a:lnTo>
                <a:close/>
                <a:moveTo>
                  <a:pt x="3305175" y="647700"/>
                </a:moveTo>
                <a:lnTo>
                  <a:pt x="3314700" y="647700"/>
                </a:lnTo>
                <a:lnTo>
                  <a:pt x="3314700" y="657225"/>
                </a:lnTo>
                <a:lnTo>
                  <a:pt x="3305175" y="657225"/>
                </a:lnTo>
                <a:close/>
                <a:moveTo>
                  <a:pt x="3352800" y="647700"/>
                </a:moveTo>
                <a:lnTo>
                  <a:pt x="3362325" y="647700"/>
                </a:lnTo>
                <a:lnTo>
                  <a:pt x="3362325" y="685800"/>
                </a:lnTo>
                <a:lnTo>
                  <a:pt x="3352800" y="685800"/>
                </a:lnTo>
                <a:lnTo>
                  <a:pt x="3352800" y="666750"/>
                </a:lnTo>
                <a:lnTo>
                  <a:pt x="3343275" y="666750"/>
                </a:lnTo>
                <a:lnTo>
                  <a:pt x="3343275" y="657225"/>
                </a:lnTo>
                <a:lnTo>
                  <a:pt x="3352800" y="657225"/>
                </a:lnTo>
                <a:close/>
                <a:moveTo>
                  <a:pt x="2733675" y="657225"/>
                </a:moveTo>
                <a:lnTo>
                  <a:pt x="2743200" y="657225"/>
                </a:lnTo>
                <a:lnTo>
                  <a:pt x="2743200" y="666750"/>
                </a:lnTo>
                <a:lnTo>
                  <a:pt x="2733675" y="666750"/>
                </a:lnTo>
                <a:close/>
                <a:moveTo>
                  <a:pt x="2819400" y="657225"/>
                </a:moveTo>
                <a:lnTo>
                  <a:pt x="2828925" y="657225"/>
                </a:lnTo>
                <a:lnTo>
                  <a:pt x="2828925" y="666750"/>
                </a:lnTo>
                <a:lnTo>
                  <a:pt x="2819400" y="666750"/>
                </a:lnTo>
                <a:close/>
                <a:moveTo>
                  <a:pt x="2781300" y="666750"/>
                </a:moveTo>
                <a:lnTo>
                  <a:pt x="2790825" y="666750"/>
                </a:lnTo>
                <a:lnTo>
                  <a:pt x="2790825" y="676275"/>
                </a:lnTo>
                <a:lnTo>
                  <a:pt x="2781300" y="676275"/>
                </a:lnTo>
                <a:close/>
                <a:moveTo>
                  <a:pt x="3114675" y="666750"/>
                </a:moveTo>
                <a:lnTo>
                  <a:pt x="3124200" y="666750"/>
                </a:lnTo>
                <a:lnTo>
                  <a:pt x="3124200" y="657225"/>
                </a:lnTo>
                <a:lnTo>
                  <a:pt x="3114675" y="657225"/>
                </a:lnTo>
                <a:close/>
                <a:moveTo>
                  <a:pt x="3200400" y="666750"/>
                </a:moveTo>
                <a:lnTo>
                  <a:pt x="3209925" y="666750"/>
                </a:lnTo>
                <a:lnTo>
                  <a:pt x="3209925" y="676275"/>
                </a:lnTo>
                <a:lnTo>
                  <a:pt x="3200400" y="676275"/>
                </a:lnTo>
                <a:close/>
                <a:moveTo>
                  <a:pt x="3219450" y="676275"/>
                </a:moveTo>
                <a:lnTo>
                  <a:pt x="3228975" y="676275"/>
                </a:lnTo>
                <a:lnTo>
                  <a:pt x="3228975" y="685800"/>
                </a:lnTo>
                <a:lnTo>
                  <a:pt x="3219450" y="685800"/>
                </a:lnTo>
                <a:close/>
                <a:moveTo>
                  <a:pt x="2095500" y="685800"/>
                </a:moveTo>
                <a:lnTo>
                  <a:pt x="2105025" y="685800"/>
                </a:lnTo>
                <a:lnTo>
                  <a:pt x="2105025" y="695325"/>
                </a:lnTo>
                <a:lnTo>
                  <a:pt x="2095500" y="695325"/>
                </a:lnTo>
                <a:close/>
                <a:moveTo>
                  <a:pt x="2476500" y="685800"/>
                </a:moveTo>
                <a:lnTo>
                  <a:pt x="2486025" y="685800"/>
                </a:lnTo>
                <a:lnTo>
                  <a:pt x="2486025" y="695325"/>
                </a:lnTo>
                <a:lnTo>
                  <a:pt x="2476500" y="695325"/>
                </a:lnTo>
                <a:close/>
                <a:moveTo>
                  <a:pt x="2638425" y="685800"/>
                </a:moveTo>
                <a:lnTo>
                  <a:pt x="2647950" y="685800"/>
                </a:lnTo>
                <a:lnTo>
                  <a:pt x="2647950" y="695325"/>
                </a:lnTo>
                <a:lnTo>
                  <a:pt x="2638425" y="695325"/>
                </a:lnTo>
                <a:close/>
                <a:moveTo>
                  <a:pt x="2828925" y="685800"/>
                </a:moveTo>
                <a:lnTo>
                  <a:pt x="2857500" y="685800"/>
                </a:lnTo>
                <a:lnTo>
                  <a:pt x="2857500" y="695325"/>
                </a:lnTo>
                <a:lnTo>
                  <a:pt x="2867025" y="695325"/>
                </a:lnTo>
                <a:lnTo>
                  <a:pt x="2867025" y="704850"/>
                </a:lnTo>
                <a:lnTo>
                  <a:pt x="2819400" y="704850"/>
                </a:lnTo>
                <a:lnTo>
                  <a:pt x="2819400" y="695325"/>
                </a:lnTo>
                <a:lnTo>
                  <a:pt x="2828925" y="695325"/>
                </a:lnTo>
                <a:close/>
                <a:moveTo>
                  <a:pt x="3114675" y="685800"/>
                </a:moveTo>
                <a:lnTo>
                  <a:pt x="3124200" y="685800"/>
                </a:lnTo>
                <a:lnTo>
                  <a:pt x="3124200" y="704850"/>
                </a:lnTo>
                <a:lnTo>
                  <a:pt x="3114675" y="704850"/>
                </a:lnTo>
                <a:close/>
                <a:moveTo>
                  <a:pt x="3467100" y="685800"/>
                </a:moveTo>
                <a:lnTo>
                  <a:pt x="3495675" y="685800"/>
                </a:lnTo>
                <a:lnTo>
                  <a:pt x="3495675" y="695325"/>
                </a:lnTo>
                <a:lnTo>
                  <a:pt x="3467100" y="695325"/>
                </a:lnTo>
                <a:close/>
                <a:moveTo>
                  <a:pt x="2105025" y="695325"/>
                </a:moveTo>
                <a:lnTo>
                  <a:pt x="2133600" y="695325"/>
                </a:lnTo>
                <a:lnTo>
                  <a:pt x="2133600" y="704850"/>
                </a:lnTo>
                <a:lnTo>
                  <a:pt x="2105025" y="704850"/>
                </a:lnTo>
                <a:close/>
                <a:moveTo>
                  <a:pt x="2181225" y="695325"/>
                </a:moveTo>
                <a:lnTo>
                  <a:pt x="2190750" y="695325"/>
                </a:lnTo>
                <a:lnTo>
                  <a:pt x="2190750" y="704850"/>
                </a:lnTo>
                <a:lnTo>
                  <a:pt x="2181225" y="704850"/>
                </a:lnTo>
                <a:close/>
                <a:moveTo>
                  <a:pt x="2724150" y="695325"/>
                </a:moveTo>
                <a:lnTo>
                  <a:pt x="2743200" y="695325"/>
                </a:lnTo>
                <a:lnTo>
                  <a:pt x="2743200" y="714375"/>
                </a:lnTo>
                <a:lnTo>
                  <a:pt x="2733675" y="714375"/>
                </a:lnTo>
                <a:lnTo>
                  <a:pt x="2733675" y="704850"/>
                </a:lnTo>
                <a:lnTo>
                  <a:pt x="2724150" y="704850"/>
                </a:lnTo>
                <a:close/>
                <a:moveTo>
                  <a:pt x="2800350" y="695325"/>
                </a:moveTo>
                <a:lnTo>
                  <a:pt x="2809875" y="695325"/>
                </a:lnTo>
                <a:lnTo>
                  <a:pt x="2809875" y="704850"/>
                </a:lnTo>
                <a:lnTo>
                  <a:pt x="2800350" y="704850"/>
                </a:lnTo>
                <a:close/>
                <a:moveTo>
                  <a:pt x="3190875" y="695325"/>
                </a:moveTo>
                <a:lnTo>
                  <a:pt x="3219450" y="695325"/>
                </a:lnTo>
                <a:lnTo>
                  <a:pt x="3219450" y="704850"/>
                </a:lnTo>
                <a:lnTo>
                  <a:pt x="3200400" y="704850"/>
                </a:lnTo>
                <a:lnTo>
                  <a:pt x="3200400" y="714375"/>
                </a:lnTo>
                <a:lnTo>
                  <a:pt x="3190875" y="714375"/>
                </a:lnTo>
                <a:close/>
                <a:moveTo>
                  <a:pt x="3352800" y="695325"/>
                </a:moveTo>
                <a:lnTo>
                  <a:pt x="3362325" y="695325"/>
                </a:lnTo>
                <a:lnTo>
                  <a:pt x="3362325" y="704850"/>
                </a:lnTo>
                <a:lnTo>
                  <a:pt x="3352800" y="704850"/>
                </a:lnTo>
                <a:close/>
                <a:moveTo>
                  <a:pt x="3457575" y="695325"/>
                </a:moveTo>
                <a:lnTo>
                  <a:pt x="3467100" y="695325"/>
                </a:lnTo>
                <a:lnTo>
                  <a:pt x="3467100" y="704850"/>
                </a:lnTo>
                <a:lnTo>
                  <a:pt x="3457575" y="704850"/>
                </a:lnTo>
                <a:close/>
                <a:moveTo>
                  <a:pt x="3505200" y="695325"/>
                </a:moveTo>
                <a:lnTo>
                  <a:pt x="3514725" y="695325"/>
                </a:lnTo>
                <a:lnTo>
                  <a:pt x="3514725" y="714375"/>
                </a:lnTo>
                <a:lnTo>
                  <a:pt x="3495675" y="714375"/>
                </a:lnTo>
                <a:lnTo>
                  <a:pt x="3495675" y="704850"/>
                </a:lnTo>
                <a:lnTo>
                  <a:pt x="3505200" y="704850"/>
                </a:lnTo>
                <a:close/>
                <a:moveTo>
                  <a:pt x="2133600" y="704850"/>
                </a:moveTo>
                <a:lnTo>
                  <a:pt x="2181225" y="704850"/>
                </a:lnTo>
                <a:lnTo>
                  <a:pt x="2181225" y="714375"/>
                </a:lnTo>
                <a:lnTo>
                  <a:pt x="2133600" y="714375"/>
                </a:lnTo>
                <a:close/>
                <a:moveTo>
                  <a:pt x="2647950" y="704850"/>
                </a:moveTo>
                <a:lnTo>
                  <a:pt x="2667000" y="704850"/>
                </a:lnTo>
                <a:lnTo>
                  <a:pt x="2667000" y="714375"/>
                </a:lnTo>
                <a:lnTo>
                  <a:pt x="2647950" y="714375"/>
                </a:lnTo>
                <a:close/>
                <a:moveTo>
                  <a:pt x="2971800" y="704850"/>
                </a:moveTo>
                <a:lnTo>
                  <a:pt x="2990850" y="704850"/>
                </a:lnTo>
                <a:lnTo>
                  <a:pt x="2990850" y="695325"/>
                </a:lnTo>
                <a:lnTo>
                  <a:pt x="2971800" y="695325"/>
                </a:lnTo>
                <a:close/>
                <a:moveTo>
                  <a:pt x="3067050" y="704850"/>
                </a:moveTo>
                <a:lnTo>
                  <a:pt x="3095625" y="704850"/>
                </a:lnTo>
                <a:lnTo>
                  <a:pt x="3095625" y="733425"/>
                </a:lnTo>
                <a:lnTo>
                  <a:pt x="3076575" y="733425"/>
                </a:lnTo>
                <a:lnTo>
                  <a:pt x="3076575" y="742950"/>
                </a:lnTo>
                <a:lnTo>
                  <a:pt x="3086100" y="742950"/>
                </a:lnTo>
                <a:lnTo>
                  <a:pt x="3086100" y="762000"/>
                </a:lnTo>
                <a:lnTo>
                  <a:pt x="3067050" y="762000"/>
                </a:lnTo>
                <a:lnTo>
                  <a:pt x="3067050" y="752475"/>
                </a:lnTo>
                <a:lnTo>
                  <a:pt x="3057525" y="752475"/>
                </a:lnTo>
                <a:lnTo>
                  <a:pt x="3057525" y="733425"/>
                </a:lnTo>
                <a:lnTo>
                  <a:pt x="3048000" y="733425"/>
                </a:lnTo>
                <a:lnTo>
                  <a:pt x="3048000" y="723900"/>
                </a:lnTo>
                <a:lnTo>
                  <a:pt x="3057525" y="723900"/>
                </a:lnTo>
                <a:lnTo>
                  <a:pt x="3057525" y="714375"/>
                </a:lnTo>
                <a:lnTo>
                  <a:pt x="3067050" y="714375"/>
                </a:lnTo>
                <a:close/>
                <a:moveTo>
                  <a:pt x="3152775" y="704850"/>
                </a:moveTo>
                <a:lnTo>
                  <a:pt x="3162300" y="704850"/>
                </a:lnTo>
                <a:lnTo>
                  <a:pt x="3162300" y="714375"/>
                </a:lnTo>
                <a:lnTo>
                  <a:pt x="3152775" y="714375"/>
                </a:lnTo>
                <a:close/>
                <a:moveTo>
                  <a:pt x="2695575" y="714375"/>
                </a:moveTo>
                <a:lnTo>
                  <a:pt x="2733675" y="714375"/>
                </a:lnTo>
                <a:lnTo>
                  <a:pt x="2733675" y="723900"/>
                </a:lnTo>
                <a:lnTo>
                  <a:pt x="2695575" y="723900"/>
                </a:lnTo>
                <a:close/>
                <a:moveTo>
                  <a:pt x="2857500" y="714375"/>
                </a:moveTo>
                <a:lnTo>
                  <a:pt x="2886075" y="714375"/>
                </a:lnTo>
                <a:lnTo>
                  <a:pt x="2886075" y="723900"/>
                </a:lnTo>
                <a:lnTo>
                  <a:pt x="2857500" y="723900"/>
                </a:lnTo>
                <a:close/>
                <a:moveTo>
                  <a:pt x="3362325" y="714375"/>
                </a:moveTo>
                <a:lnTo>
                  <a:pt x="3371850" y="714375"/>
                </a:lnTo>
                <a:lnTo>
                  <a:pt x="3371850" y="723900"/>
                </a:lnTo>
                <a:lnTo>
                  <a:pt x="3362325" y="723900"/>
                </a:lnTo>
                <a:close/>
                <a:moveTo>
                  <a:pt x="3390900" y="714375"/>
                </a:moveTo>
                <a:lnTo>
                  <a:pt x="3409950" y="714375"/>
                </a:lnTo>
                <a:lnTo>
                  <a:pt x="3409950" y="723900"/>
                </a:lnTo>
                <a:lnTo>
                  <a:pt x="3390900" y="723900"/>
                </a:lnTo>
                <a:close/>
                <a:moveTo>
                  <a:pt x="2819400" y="723900"/>
                </a:moveTo>
                <a:lnTo>
                  <a:pt x="2838450" y="723900"/>
                </a:lnTo>
                <a:lnTo>
                  <a:pt x="2838450" y="742950"/>
                </a:lnTo>
                <a:lnTo>
                  <a:pt x="2828925" y="742950"/>
                </a:lnTo>
                <a:lnTo>
                  <a:pt x="2828925" y="733425"/>
                </a:lnTo>
                <a:lnTo>
                  <a:pt x="2819400" y="733425"/>
                </a:lnTo>
                <a:close/>
                <a:moveTo>
                  <a:pt x="2895600" y="723900"/>
                </a:moveTo>
                <a:lnTo>
                  <a:pt x="2914650" y="723900"/>
                </a:lnTo>
                <a:lnTo>
                  <a:pt x="2914650" y="742950"/>
                </a:lnTo>
                <a:lnTo>
                  <a:pt x="2905125" y="742950"/>
                </a:lnTo>
                <a:lnTo>
                  <a:pt x="2905125" y="733425"/>
                </a:lnTo>
                <a:lnTo>
                  <a:pt x="2895600" y="733425"/>
                </a:lnTo>
                <a:close/>
                <a:moveTo>
                  <a:pt x="2962275" y="723900"/>
                </a:moveTo>
                <a:lnTo>
                  <a:pt x="2971800" y="723900"/>
                </a:lnTo>
                <a:lnTo>
                  <a:pt x="2971800" y="733425"/>
                </a:lnTo>
                <a:lnTo>
                  <a:pt x="2962275" y="733425"/>
                </a:lnTo>
                <a:close/>
                <a:moveTo>
                  <a:pt x="3190875" y="723900"/>
                </a:moveTo>
                <a:lnTo>
                  <a:pt x="3219450" y="723900"/>
                </a:lnTo>
                <a:lnTo>
                  <a:pt x="3219450" y="733425"/>
                </a:lnTo>
                <a:lnTo>
                  <a:pt x="3190875" y="733425"/>
                </a:lnTo>
                <a:close/>
                <a:moveTo>
                  <a:pt x="2162175" y="733425"/>
                </a:moveTo>
                <a:lnTo>
                  <a:pt x="2171700" y="733425"/>
                </a:lnTo>
                <a:lnTo>
                  <a:pt x="2171700" y="742950"/>
                </a:lnTo>
                <a:lnTo>
                  <a:pt x="2162175" y="742950"/>
                </a:lnTo>
                <a:close/>
                <a:moveTo>
                  <a:pt x="2952750" y="733425"/>
                </a:moveTo>
                <a:lnTo>
                  <a:pt x="2962275" y="733425"/>
                </a:lnTo>
                <a:lnTo>
                  <a:pt x="2962275" y="752475"/>
                </a:lnTo>
                <a:lnTo>
                  <a:pt x="2971800" y="752475"/>
                </a:lnTo>
                <a:lnTo>
                  <a:pt x="2971800" y="742950"/>
                </a:lnTo>
                <a:lnTo>
                  <a:pt x="2981325" y="742950"/>
                </a:lnTo>
                <a:lnTo>
                  <a:pt x="2981325" y="733425"/>
                </a:lnTo>
                <a:lnTo>
                  <a:pt x="2990850" y="733425"/>
                </a:lnTo>
                <a:lnTo>
                  <a:pt x="2990850" y="742950"/>
                </a:lnTo>
                <a:lnTo>
                  <a:pt x="3019425" y="742950"/>
                </a:lnTo>
                <a:lnTo>
                  <a:pt x="3019425" y="762000"/>
                </a:lnTo>
                <a:lnTo>
                  <a:pt x="2952750" y="762000"/>
                </a:lnTo>
                <a:close/>
                <a:moveTo>
                  <a:pt x="3038475" y="733425"/>
                </a:moveTo>
                <a:lnTo>
                  <a:pt x="3048000" y="733425"/>
                </a:lnTo>
                <a:lnTo>
                  <a:pt x="3048000" y="742950"/>
                </a:lnTo>
                <a:lnTo>
                  <a:pt x="3038475" y="742950"/>
                </a:lnTo>
                <a:close/>
                <a:moveTo>
                  <a:pt x="3343275" y="733425"/>
                </a:moveTo>
                <a:lnTo>
                  <a:pt x="3352800" y="733425"/>
                </a:lnTo>
                <a:lnTo>
                  <a:pt x="3352800" y="742950"/>
                </a:lnTo>
                <a:lnTo>
                  <a:pt x="3343275" y="742950"/>
                </a:lnTo>
                <a:close/>
                <a:moveTo>
                  <a:pt x="2466975" y="742950"/>
                </a:moveTo>
                <a:lnTo>
                  <a:pt x="2486025" y="742950"/>
                </a:lnTo>
                <a:lnTo>
                  <a:pt x="2486025" y="752475"/>
                </a:lnTo>
                <a:lnTo>
                  <a:pt x="2466975" y="752475"/>
                </a:lnTo>
                <a:close/>
                <a:moveTo>
                  <a:pt x="3209925" y="742950"/>
                </a:moveTo>
                <a:lnTo>
                  <a:pt x="3228975" y="742950"/>
                </a:lnTo>
                <a:lnTo>
                  <a:pt x="3228975" y="762000"/>
                </a:lnTo>
                <a:lnTo>
                  <a:pt x="3238500" y="762000"/>
                </a:lnTo>
                <a:lnTo>
                  <a:pt x="3238500" y="771525"/>
                </a:lnTo>
                <a:lnTo>
                  <a:pt x="3228975" y="771525"/>
                </a:lnTo>
                <a:lnTo>
                  <a:pt x="3228975" y="781050"/>
                </a:lnTo>
                <a:lnTo>
                  <a:pt x="3219450" y="781050"/>
                </a:lnTo>
                <a:lnTo>
                  <a:pt x="3219450" y="752475"/>
                </a:lnTo>
                <a:lnTo>
                  <a:pt x="3209925" y="752475"/>
                </a:lnTo>
                <a:close/>
                <a:moveTo>
                  <a:pt x="2486025" y="752475"/>
                </a:moveTo>
                <a:lnTo>
                  <a:pt x="2495550" y="752475"/>
                </a:lnTo>
                <a:lnTo>
                  <a:pt x="2495550" y="762000"/>
                </a:lnTo>
                <a:lnTo>
                  <a:pt x="2514600" y="762000"/>
                </a:lnTo>
                <a:lnTo>
                  <a:pt x="2514600" y="771525"/>
                </a:lnTo>
                <a:lnTo>
                  <a:pt x="2495550" y="771525"/>
                </a:lnTo>
                <a:lnTo>
                  <a:pt x="2495550" y="781050"/>
                </a:lnTo>
                <a:lnTo>
                  <a:pt x="2486025" y="781050"/>
                </a:lnTo>
                <a:close/>
                <a:moveTo>
                  <a:pt x="3181350" y="762000"/>
                </a:moveTo>
                <a:lnTo>
                  <a:pt x="3209925" y="762000"/>
                </a:lnTo>
                <a:lnTo>
                  <a:pt x="3209925" y="771525"/>
                </a:lnTo>
                <a:lnTo>
                  <a:pt x="3190875" y="771525"/>
                </a:lnTo>
                <a:lnTo>
                  <a:pt x="3190875" y="781050"/>
                </a:lnTo>
                <a:lnTo>
                  <a:pt x="3181350" y="781050"/>
                </a:lnTo>
                <a:close/>
                <a:moveTo>
                  <a:pt x="3333750" y="762000"/>
                </a:moveTo>
                <a:lnTo>
                  <a:pt x="3343275" y="762000"/>
                </a:lnTo>
                <a:lnTo>
                  <a:pt x="3343275" y="781050"/>
                </a:lnTo>
                <a:lnTo>
                  <a:pt x="3324225" y="781050"/>
                </a:lnTo>
                <a:lnTo>
                  <a:pt x="3324225" y="771525"/>
                </a:lnTo>
                <a:lnTo>
                  <a:pt x="3333750" y="771525"/>
                </a:lnTo>
                <a:close/>
                <a:moveTo>
                  <a:pt x="3505200" y="762000"/>
                </a:moveTo>
                <a:lnTo>
                  <a:pt x="3524250" y="762000"/>
                </a:lnTo>
                <a:lnTo>
                  <a:pt x="3524250" y="771525"/>
                </a:lnTo>
                <a:lnTo>
                  <a:pt x="3533775" y="771525"/>
                </a:lnTo>
                <a:lnTo>
                  <a:pt x="3533775" y="809625"/>
                </a:lnTo>
                <a:lnTo>
                  <a:pt x="3524250" y="809625"/>
                </a:lnTo>
                <a:lnTo>
                  <a:pt x="3524250" y="790575"/>
                </a:lnTo>
                <a:lnTo>
                  <a:pt x="3514725" y="790575"/>
                </a:lnTo>
                <a:lnTo>
                  <a:pt x="3514725" y="781050"/>
                </a:lnTo>
                <a:lnTo>
                  <a:pt x="3495675" y="781050"/>
                </a:lnTo>
                <a:lnTo>
                  <a:pt x="3495675" y="771525"/>
                </a:lnTo>
                <a:lnTo>
                  <a:pt x="3505200" y="771525"/>
                </a:lnTo>
                <a:close/>
                <a:moveTo>
                  <a:pt x="2819400" y="771525"/>
                </a:moveTo>
                <a:lnTo>
                  <a:pt x="2828925" y="771525"/>
                </a:lnTo>
                <a:lnTo>
                  <a:pt x="2828925" y="781050"/>
                </a:lnTo>
                <a:lnTo>
                  <a:pt x="2819400" y="781050"/>
                </a:lnTo>
                <a:close/>
                <a:moveTo>
                  <a:pt x="3276600" y="781050"/>
                </a:moveTo>
                <a:lnTo>
                  <a:pt x="3286125" y="781050"/>
                </a:lnTo>
                <a:lnTo>
                  <a:pt x="3286125" y="790575"/>
                </a:lnTo>
                <a:lnTo>
                  <a:pt x="3276600" y="790575"/>
                </a:lnTo>
                <a:close/>
                <a:moveTo>
                  <a:pt x="2419350" y="790575"/>
                </a:moveTo>
                <a:lnTo>
                  <a:pt x="2428875" y="790575"/>
                </a:lnTo>
                <a:lnTo>
                  <a:pt x="2428875" y="800100"/>
                </a:lnTo>
                <a:lnTo>
                  <a:pt x="2419350" y="800100"/>
                </a:lnTo>
                <a:close/>
                <a:moveTo>
                  <a:pt x="3019425" y="790575"/>
                </a:moveTo>
                <a:lnTo>
                  <a:pt x="3028950" y="790575"/>
                </a:lnTo>
                <a:lnTo>
                  <a:pt x="3028950" y="809625"/>
                </a:lnTo>
                <a:lnTo>
                  <a:pt x="3019425" y="809625"/>
                </a:lnTo>
                <a:close/>
                <a:moveTo>
                  <a:pt x="3267075" y="790575"/>
                </a:moveTo>
                <a:lnTo>
                  <a:pt x="3276600" y="790575"/>
                </a:lnTo>
                <a:lnTo>
                  <a:pt x="3276600" y="800100"/>
                </a:lnTo>
                <a:lnTo>
                  <a:pt x="3267075" y="800100"/>
                </a:lnTo>
                <a:close/>
                <a:moveTo>
                  <a:pt x="2409825" y="800100"/>
                </a:moveTo>
                <a:lnTo>
                  <a:pt x="2419350" y="800100"/>
                </a:lnTo>
                <a:lnTo>
                  <a:pt x="2419350" y="809625"/>
                </a:lnTo>
                <a:lnTo>
                  <a:pt x="2409825" y="809625"/>
                </a:lnTo>
                <a:close/>
                <a:moveTo>
                  <a:pt x="2895600" y="800100"/>
                </a:moveTo>
                <a:lnTo>
                  <a:pt x="2905125" y="800100"/>
                </a:lnTo>
                <a:lnTo>
                  <a:pt x="2905125" y="809625"/>
                </a:lnTo>
                <a:lnTo>
                  <a:pt x="2895600" y="809625"/>
                </a:lnTo>
                <a:close/>
                <a:moveTo>
                  <a:pt x="3543300" y="800100"/>
                </a:moveTo>
                <a:lnTo>
                  <a:pt x="3571875" y="800100"/>
                </a:lnTo>
                <a:lnTo>
                  <a:pt x="3571875" y="828675"/>
                </a:lnTo>
                <a:lnTo>
                  <a:pt x="3552825" y="828675"/>
                </a:lnTo>
                <a:lnTo>
                  <a:pt x="3552825" y="819150"/>
                </a:lnTo>
                <a:lnTo>
                  <a:pt x="3562350" y="819150"/>
                </a:lnTo>
                <a:lnTo>
                  <a:pt x="3562350" y="809625"/>
                </a:lnTo>
                <a:lnTo>
                  <a:pt x="3543300" y="809625"/>
                </a:lnTo>
                <a:close/>
                <a:moveTo>
                  <a:pt x="3009900" y="809625"/>
                </a:moveTo>
                <a:lnTo>
                  <a:pt x="3019425" y="809625"/>
                </a:lnTo>
                <a:lnTo>
                  <a:pt x="3019425" y="819150"/>
                </a:lnTo>
                <a:lnTo>
                  <a:pt x="3009900" y="819150"/>
                </a:lnTo>
                <a:close/>
                <a:moveTo>
                  <a:pt x="3105150" y="809625"/>
                </a:moveTo>
                <a:lnTo>
                  <a:pt x="3114675" y="809625"/>
                </a:lnTo>
                <a:lnTo>
                  <a:pt x="3114675" y="819150"/>
                </a:lnTo>
                <a:lnTo>
                  <a:pt x="3133725" y="819150"/>
                </a:lnTo>
                <a:lnTo>
                  <a:pt x="3133725" y="838200"/>
                </a:lnTo>
                <a:lnTo>
                  <a:pt x="3124200" y="838200"/>
                </a:lnTo>
                <a:lnTo>
                  <a:pt x="3124200" y="847725"/>
                </a:lnTo>
                <a:lnTo>
                  <a:pt x="3105150" y="847725"/>
                </a:lnTo>
                <a:lnTo>
                  <a:pt x="3105150" y="838200"/>
                </a:lnTo>
                <a:lnTo>
                  <a:pt x="3076575" y="838200"/>
                </a:lnTo>
                <a:lnTo>
                  <a:pt x="3076575" y="828675"/>
                </a:lnTo>
                <a:lnTo>
                  <a:pt x="3086100" y="828675"/>
                </a:lnTo>
                <a:lnTo>
                  <a:pt x="3086100" y="819150"/>
                </a:lnTo>
                <a:lnTo>
                  <a:pt x="3105150" y="819150"/>
                </a:lnTo>
                <a:close/>
                <a:moveTo>
                  <a:pt x="3533775" y="809625"/>
                </a:moveTo>
                <a:lnTo>
                  <a:pt x="3543300" y="809625"/>
                </a:lnTo>
                <a:lnTo>
                  <a:pt x="3543300" y="819150"/>
                </a:lnTo>
                <a:lnTo>
                  <a:pt x="3533775" y="819150"/>
                </a:lnTo>
                <a:close/>
                <a:moveTo>
                  <a:pt x="2524125" y="819150"/>
                </a:moveTo>
                <a:lnTo>
                  <a:pt x="2552700" y="819150"/>
                </a:lnTo>
                <a:lnTo>
                  <a:pt x="2552700" y="838200"/>
                </a:lnTo>
                <a:lnTo>
                  <a:pt x="2543175" y="838200"/>
                </a:lnTo>
                <a:lnTo>
                  <a:pt x="2543175" y="828675"/>
                </a:lnTo>
                <a:lnTo>
                  <a:pt x="2533650" y="828675"/>
                </a:lnTo>
                <a:lnTo>
                  <a:pt x="2533650" y="847725"/>
                </a:lnTo>
                <a:lnTo>
                  <a:pt x="2524125" y="847725"/>
                </a:lnTo>
                <a:close/>
                <a:moveTo>
                  <a:pt x="2886075" y="819150"/>
                </a:moveTo>
                <a:lnTo>
                  <a:pt x="2895600" y="819150"/>
                </a:lnTo>
                <a:lnTo>
                  <a:pt x="2895600" y="838200"/>
                </a:lnTo>
                <a:lnTo>
                  <a:pt x="2886075" y="838200"/>
                </a:lnTo>
                <a:close/>
                <a:moveTo>
                  <a:pt x="3267075" y="819150"/>
                </a:moveTo>
                <a:lnTo>
                  <a:pt x="3276600" y="819150"/>
                </a:lnTo>
                <a:lnTo>
                  <a:pt x="3276600" y="857250"/>
                </a:lnTo>
                <a:lnTo>
                  <a:pt x="3267075" y="857250"/>
                </a:lnTo>
                <a:lnTo>
                  <a:pt x="3267075" y="847725"/>
                </a:lnTo>
                <a:lnTo>
                  <a:pt x="3257550" y="847725"/>
                </a:lnTo>
                <a:lnTo>
                  <a:pt x="3257550" y="828675"/>
                </a:lnTo>
                <a:lnTo>
                  <a:pt x="3267075" y="828675"/>
                </a:lnTo>
                <a:close/>
                <a:moveTo>
                  <a:pt x="2819400" y="828675"/>
                </a:moveTo>
                <a:lnTo>
                  <a:pt x="2828925" y="828675"/>
                </a:lnTo>
                <a:lnTo>
                  <a:pt x="2828925" y="838200"/>
                </a:lnTo>
                <a:lnTo>
                  <a:pt x="2819400" y="838200"/>
                </a:lnTo>
                <a:close/>
                <a:moveTo>
                  <a:pt x="3028950" y="828675"/>
                </a:moveTo>
                <a:lnTo>
                  <a:pt x="3048000" y="828675"/>
                </a:lnTo>
                <a:lnTo>
                  <a:pt x="3048000" y="838200"/>
                </a:lnTo>
                <a:lnTo>
                  <a:pt x="3028950" y="838200"/>
                </a:lnTo>
                <a:close/>
                <a:moveTo>
                  <a:pt x="2895600" y="838200"/>
                </a:moveTo>
                <a:lnTo>
                  <a:pt x="2905125" y="838200"/>
                </a:lnTo>
                <a:lnTo>
                  <a:pt x="2905125" y="847725"/>
                </a:lnTo>
                <a:lnTo>
                  <a:pt x="2895600" y="847725"/>
                </a:lnTo>
                <a:close/>
                <a:moveTo>
                  <a:pt x="2943225" y="838200"/>
                </a:moveTo>
                <a:lnTo>
                  <a:pt x="2962275" y="838200"/>
                </a:lnTo>
                <a:lnTo>
                  <a:pt x="2962275" y="847725"/>
                </a:lnTo>
                <a:lnTo>
                  <a:pt x="2943225" y="847725"/>
                </a:lnTo>
                <a:close/>
                <a:moveTo>
                  <a:pt x="3305175" y="838200"/>
                </a:moveTo>
                <a:lnTo>
                  <a:pt x="3314700" y="838200"/>
                </a:lnTo>
                <a:lnTo>
                  <a:pt x="3314700" y="857250"/>
                </a:lnTo>
                <a:lnTo>
                  <a:pt x="3305175" y="857250"/>
                </a:lnTo>
                <a:close/>
                <a:moveTo>
                  <a:pt x="2200275" y="847725"/>
                </a:moveTo>
                <a:lnTo>
                  <a:pt x="2209800" y="847725"/>
                </a:lnTo>
                <a:lnTo>
                  <a:pt x="2209800" y="857250"/>
                </a:lnTo>
                <a:lnTo>
                  <a:pt x="2200275" y="857250"/>
                </a:lnTo>
                <a:close/>
                <a:moveTo>
                  <a:pt x="2381250" y="847725"/>
                </a:moveTo>
                <a:lnTo>
                  <a:pt x="2390775" y="847725"/>
                </a:lnTo>
                <a:lnTo>
                  <a:pt x="2390775" y="857250"/>
                </a:lnTo>
                <a:lnTo>
                  <a:pt x="2381250" y="857250"/>
                </a:lnTo>
                <a:close/>
                <a:moveTo>
                  <a:pt x="3171825" y="847725"/>
                </a:moveTo>
                <a:lnTo>
                  <a:pt x="3181350" y="847725"/>
                </a:lnTo>
                <a:lnTo>
                  <a:pt x="3181350" y="857250"/>
                </a:lnTo>
                <a:lnTo>
                  <a:pt x="3171825" y="857250"/>
                </a:lnTo>
                <a:close/>
                <a:moveTo>
                  <a:pt x="2438400" y="857250"/>
                </a:moveTo>
                <a:lnTo>
                  <a:pt x="2447925" y="857250"/>
                </a:lnTo>
                <a:lnTo>
                  <a:pt x="2447925" y="866775"/>
                </a:lnTo>
                <a:lnTo>
                  <a:pt x="2438400" y="866775"/>
                </a:lnTo>
                <a:close/>
                <a:moveTo>
                  <a:pt x="3295650" y="857250"/>
                </a:moveTo>
                <a:lnTo>
                  <a:pt x="3305175" y="857250"/>
                </a:lnTo>
                <a:lnTo>
                  <a:pt x="3305175" y="866775"/>
                </a:lnTo>
                <a:lnTo>
                  <a:pt x="3295650" y="866775"/>
                </a:lnTo>
                <a:close/>
                <a:moveTo>
                  <a:pt x="3524250" y="857250"/>
                </a:moveTo>
                <a:lnTo>
                  <a:pt x="3543300" y="857250"/>
                </a:lnTo>
                <a:lnTo>
                  <a:pt x="3543300" y="866775"/>
                </a:lnTo>
                <a:lnTo>
                  <a:pt x="3524250" y="866775"/>
                </a:lnTo>
                <a:close/>
                <a:moveTo>
                  <a:pt x="3305175" y="866775"/>
                </a:moveTo>
                <a:lnTo>
                  <a:pt x="3324225" y="866775"/>
                </a:lnTo>
                <a:lnTo>
                  <a:pt x="3324225" y="876300"/>
                </a:lnTo>
                <a:lnTo>
                  <a:pt x="3305175" y="876300"/>
                </a:lnTo>
                <a:close/>
                <a:moveTo>
                  <a:pt x="2771775" y="876300"/>
                </a:moveTo>
                <a:lnTo>
                  <a:pt x="2790825" y="876300"/>
                </a:lnTo>
                <a:lnTo>
                  <a:pt x="2790825" y="885825"/>
                </a:lnTo>
                <a:lnTo>
                  <a:pt x="2771775" y="885825"/>
                </a:lnTo>
                <a:close/>
                <a:moveTo>
                  <a:pt x="3429000" y="876300"/>
                </a:moveTo>
                <a:lnTo>
                  <a:pt x="3438525" y="876300"/>
                </a:lnTo>
                <a:lnTo>
                  <a:pt x="3438525" y="885825"/>
                </a:lnTo>
                <a:lnTo>
                  <a:pt x="3429000" y="885825"/>
                </a:lnTo>
                <a:close/>
                <a:moveTo>
                  <a:pt x="2619375" y="885825"/>
                </a:moveTo>
                <a:lnTo>
                  <a:pt x="2638425" y="885825"/>
                </a:lnTo>
                <a:lnTo>
                  <a:pt x="2638425" y="895350"/>
                </a:lnTo>
                <a:lnTo>
                  <a:pt x="2628900" y="895350"/>
                </a:lnTo>
                <a:lnTo>
                  <a:pt x="2628900" y="904875"/>
                </a:lnTo>
                <a:lnTo>
                  <a:pt x="2609850" y="904875"/>
                </a:lnTo>
                <a:lnTo>
                  <a:pt x="2609850" y="895350"/>
                </a:lnTo>
                <a:lnTo>
                  <a:pt x="2619375" y="895350"/>
                </a:lnTo>
                <a:close/>
                <a:moveTo>
                  <a:pt x="3314700" y="885825"/>
                </a:moveTo>
                <a:lnTo>
                  <a:pt x="3324225" y="885825"/>
                </a:lnTo>
                <a:lnTo>
                  <a:pt x="3324225" y="895350"/>
                </a:lnTo>
                <a:lnTo>
                  <a:pt x="3314700" y="895350"/>
                </a:lnTo>
                <a:close/>
                <a:moveTo>
                  <a:pt x="3133725" y="904875"/>
                </a:moveTo>
                <a:lnTo>
                  <a:pt x="3143250" y="904875"/>
                </a:lnTo>
                <a:lnTo>
                  <a:pt x="3143250" y="923925"/>
                </a:lnTo>
                <a:lnTo>
                  <a:pt x="3152775" y="923925"/>
                </a:lnTo>
                <a:lnTo>
                  <a:pt x="3152775" y="933450"/>
                </a:lnTo>
                <a:lnTo>
                  <a:pt x="3133725" y="933450"/>
                </a:lnTo>
                <a:close/>
                <a:moveTo>
                  <a:pt x="3276600" y="904875"/>
                </a:moveTo>
                <a:lnTo>
                  <a:pt x="3305175" y="904875"/>
                </a:lnTo>
                <a:lnTo>
                  <a:pt x="3305175" y="914400"/>
                </a:lnTo>
                <a:lnTo>
                  <a:pt x="3286125" y="914400"/>
                </a:lnTo>
                <a:lnTo>
                  <a:pt x="3286125" y="923925"/>
                </a:lnTo>
                <a:lnTo>
                  <a:pt x="3276600" y="923925"/>
                </a:lnTo>
                <a:close/>
                <a:moveTo>
                  <a:pt x="2628900" y="914400"/>
                </a:moveTo>
                <a:lnTo>
                  <a:pt x="2638425" y="914400"/>
                </a:lnTo>
                <a:lnTo>
                  <a:pt x="2638425" y="923925"/>
                </a:lnTo>
                <a:lnTo>
                  <a:pt x="2647950" y="923925"/>
                </a:lnTo>
                <a:lnTo>
                  <a:pt x="2647950" y="942975"/>
                </a:lnTo>
                <a:lnTo>
                  <a:pt x="2638425" y="942975"/>
                </a:lnTo>
                <a:lnTo>
                  <a:pt x="2638425" y="933450"/>
                </a:lnTo>
                <a:lnTo>
                  <a:pt x="2628900" y="933450"/>
                </a:lnTo>
                <a:close/>
                <a:moveTo>
                  <a:pt x="2009775" y="923925"/>
                </a:moveTo>
                <a:lnTo>
                  <a:pt x="2019300" y="923925"/>
                </a:lnTo>
                <a:lnTo>
                  <a:pt x="2019300" y="933450"/>
                </a:lnTo>
                <a:lnTo>
                  <a:pt x="2009775" y="933450"/>
                </a:lnTo>
                <a:close/>
                <a:moveTo>
                  <a:pt x="3314700" y="923925"/>
                </a:moveTo>
                <a:lnTo>
                  <a:pt x="3324225" y="923925"/>
                </a:lnTo>
                <a:lnTo>
                  <a:pt x="3324225" y="933450"/>
                </a:lnTo>
                <a:lnTo>
                  <a:pt x="3314700" y="933450"/>
                </a:lnTo>
                <a:close/>
                <a:moveTo>
                  <a:pt x="2000250" y="933450"/>
                </a:moveTo>
                <a:lnTo>
                  <a:pt x="2009775" y="933450"/>
                </a:lnTo>
                <a:lnTo>
                  <a:pt x="2009775" y="942975"/>
                </a:lnTo>
                <a:lnTo>
                  <a:pt x="2000250" y="942975"/>
                </a:lnTo>
                <a:close/>
                <a:moveTo>
                  <a:pt x="3333750" y="933450"/>
                </a:moveTo>
                <a:lnTo>
                  <a:pt x="3343275" y="933450"/>
                </a:lnTo>
                <a:lnTo>
                  <a:pt x="3343275" y="942975"/>
                </a:lnTo>
                <a:lnTo>
                  <a:pt x="3333750" y="942975"/>
                </a:lnTo>
                <a:close/>
                <a:moveTo>
                  <a:pt x="2733675" y="942975"/>
                </a:moveTo>
                <a:lnTo>
                  <a:pt x="2762250" y="942975"/>
                </a:lnTo>
                <a:lnTo>
                  <a:pt x="2762250" y="962025"/>
                </a:lnTo>
                <a:lnTo>
                  <a:pt x="2771775" y="962025"/>
                </a:lnTo>
                <a:lnTo>
                  <a:pt x="2771775" y="971550"/>
                </a:lnTo>
                <a:lnTo>
                  <a:pt x="2752725" y="971550"/>
                </a:lnTo>
                <a:lnTo>
                  <a:pt x="2752725" y="990600"/>
                </a:lnTo>
                <a:lnTo>
                  <a:pt x="2743200" y="990600"/>
                </a:lnTo>
                <a:lnTo>
                  <a:pt x="2743200" y="962025"/>
                </a:lnTo>
                <a:lnTo>
                  <a:pt x="2752725" y="962025"/>
                </a:lnTo>
                <a:lnTo>
                  <a:pt x="2752725" y="952500"/>
                </a:lnTo>
                <a:lnTo>
                  <a:pt x="2733675" y="952500"/>
                </a:lnTo>
                <a:close/>
                <a:moveTo>
                  <a:pt x="2819400" y="942975"/>
                </a:moveTo>
                <a:lnTo>
                  <a:pt x="2828925" y="942975"/>
                </a:lnTo>
                <a:lnTo>
                  <a:pt x="2828925" y="962025"/>
                </a:lnTo>
                <a:lnTo>
                  <a:pt x="2819400" y="962025"/>
                </a:lnTo>
                <a:close/>
                <a:moveTo>
                  <a:pt x="2000250" y="952500"/>
                </a:moveTo>
                <a:lnTo>
                  <a:pt x="2009775" y="952500"/>
                </a:lnTo>
                <a:lnTo>
                  <a:pt x="2009775" y="962025"/>
                </a:lnTo>
                <a:lnTo>
                  <a:pt x="2000250" y="962025"/>
                </a:lnTo>
                <a:close/>
                <a:moveTo>
                  <a:pt x="3457575" y="971550"/>
                </a:moveTo>
                <a:lnTo>
                  <a:pt x="3476625" y="971550"/>
                </a:lnTo>
                <a:lnTo>
                  <a:pt x="3476625" y="990600"/>
                </a:lnTo>
                <a:lnTo>
                  <a:pt x="3486150" y="990600"/>
                </a:lnTo>
                <a:lnTo>
                  <a:pt x="3486150" y="1000125"/>
                </a:lnTo>
                <a:lnTo>
                  <a:pt x="3467100" y="1000125"/>
                </a:lnTo>
                <a:lnTo>
                  <a:pt x="3467100" y="990600"/>
                </a:lnTo>
                <a:lnTo>
                  <a:pt x="3457575" y="990600"/>
                </a:lnTo>
                <a:close/>
                <a:moveTo>
                  <a:pt x="2095500" y="981075"/>
                </a:moveTo>
                <a:lnTo>
                  <a:pt x="2105025" y="981075"/>
                </a:lnTo>
                <a:lnTo>
                  <a:pt x="2105025" y="990600"/>
                </a:lnTo>
                <a:lnTo>
                  <a:pt x="2095500" y="990600"/>
                </a:lnTo>
                <a:close/>
                <a:moveTo>
                  <a:pt x="2486025" y="981075"/>
                </a:moveTo>
                <a:lnTo>
                  <a:pt x="2495550" y="981075"/>
                </a:lnTo>
                <a:lnTo>
                  <a:pt x="2495550" y="990600"/>
                </a:lnTo>
                <a:lnTo>
                  <a:pt x="2486025" y="990600"/>
                </a:lnTo>
                <a:close/>
                <a:moveTo>
                  <a:pt x="2533650" y="990600"/>
                </a:moveTo>
                <a:lnTo>
                  <a:pt x="2552700" y="990600"/>
                </a:lnTo>
                <a:lnTo>
                  <a:pt x="2552700" y="1028700"/>
                </a:lnTo>
                <a:lnTo>
                  <a:pt x="2571750" y="1028700"/>
                </a:lnTo>
                <a:lnTo>
                  <a:pt x="2571750" y="1038225"/>
                </a:lnTo>
                <a:lnTo>
                  <a:pt x="2447925" y="1038225"/>
                </a:lnTo>
                <a:lnTo>
                  <a:pt x="2447925" y="1000125"/>
                </a:lnTo>
                <a:lnTo>
                  <a:pt x="2524125" y="1000125"/>
                </a:lnTo>
                <a:lnTo>
                  <a:pt x="2524125" y="1009650"/>
                </a:lnTo>
                <a:lnTo>
                  <a:pt x="2514600" y="1009650"/>
                </a:lnTo>
                <a:lnTo>
                  <a:pt x="2514600" y="1019175"/>
                </a:lnTo>
                <a:lnTo>
                  <a:pt x="2524125" y="1019175"/>
                </a:lnTo>
                <a:lnTo>
                  <a:pt x="2524125" y="1028700"/>
                </a:lnTo>
                <a:lnTo>
                  <a:pt x="2543175" y="1028700"/>
                </a:lnTo>
                <a:lnTo>
                  <a:pt x="2543175" y="1009650"/>
                </a:lnTo>
                <a:lnTo>
                  <a:pt x="2533650" y="1009650"/>
                </a:lnTo>
                <a:close/>
                <a:moveTo>
                  <a:pt x="2628900" y="990600"/>
                </a:moveTo>
                <a:lnTo>
                  <a:pt x="2638425" y="990600"/>
                </a:lnTo>
                <a:lnTo>
                  <a:pt x="2638425" y="1000125"/>
                </a:lnTo>
                <a:lnTo>
                  <a:pt x="2647950" y="1000125"/>
                </a:lnTo>
                <a:lnTo>
                  <a:pt x="2647950" y="1009650"/>
                </a:lnTo>
                <a:lnTo>
                  <a:pt x="2628900" y="1009650"/>
                </a:lnTo>
                <a:close/>
                <a:moveTo>
                  <a:pt x="3352800" y="1000125"/>
                </a:moveTo>
                <a:lnTo>
                  <a:pt x="3362325" y="1000125"/>
                </a:lnTo>
                <a:lnTo>
                  <a:pt x="3362325" y="1009650"/>
                </a:lnTo>
                <a:lnTo>
                  <a:pt x="3352800" y="1009650"/>
                </a:lnTo>
                <a:close/>
                <a:moveTo>
                  <a:pt x="2343150" y="1009650"/>
                </a:moveTo>
                <a:lnTo>
                  <a:pt x="2362200" y="1009650"/>
                </a:lnTo>
                <a:lnTo>
                  <a:pt x="2362200" y="1019175"/>
                </a:lnTo>
                <a:lnTo>
                  <a:pt x="2352675" y="1019175"/>
                </a:lnTo>
                <a:lnTo>
                  <a:pt x="2352675" y="1028700"/>
                </a:lnTo>
                <a:lnTo>
                  <a:pt x="2343150" y="1028700"/>
                </a:lnTo>
                <a:close/>
                <a:moveTo>
                  <a:pt x="2562225" y="1009650"/>
                </a:moveTo>
                <a:lnTo>
                  <a:pt x="2571750" y="1009650"/>
                </a:lnTo>
                <a:lnTo>
                  <a:pt x="2571750" y="1019175"/>
                </a:lnTo>
                <a:lnTo>
                  <a:pt x="2562225" y="1019175"/>
                </a:lnTo>
                <a:close/>
                <a:moveTo>
                  <a:pt x="3124200" y="1009650"/>
                </a:moveTo>
                <a:lnTo>
                  <a:pt x="3133725" y="1009650"/>
                </a:lnTo>
                <a:lnTo>
                  <a:pt x="3133725" y="1019175"/>
                </a:lnTo>
                <a:lnTo>
                  <a:pt x="3124200" y="1019175"/>
                </a:lnTo>
                <a:close/>
                <a:moveTo>
                  <a:pt x="2400300" y="1019175"/>
                </a:moveTo>
                <a:lnTo>
                  <a:pt x="2438400" y="1019175"/>
                </a:lnTo>
                <a:lnTo>
                  <a:pt x="2438400" y="1038225"/>
                </a:lnTo>
                <a:lnTo>
                  <a:pt x="2419350" y="1038225"/>
                </a:lnTo>
                <a:lnTo>
                  <a:pt x="2419350" y="1028700"/>
                </a:lnTo>
                <a:lnTo>
                  <a:pt x="2400300" y="1028700"/>
                </a:lnTo>
                <a:close/>
                <a:moveTo>
                  <a:pt x="3133725" y="1019175"/>
                </a:moveTo>
                <a:lnTo>
                  <a:pt x="3143250" y="1019175"/>
                </a:lnTo>
                <a:lnTo>
                  <a:pt x="3143250" y="1028700"/>
                </a:lnTo>
                <a:lnTo>
                  <a:pt x="3133725" y="1028700"/>
                </a:lnTo>
                <a:close/>
                <a:moveTo>
                  <a:pt x="3371850" y="1019175"/>
                </a:moveTo>
                <a:lnTo>
                  <a:pt x="3381375" y="1019175"/>
                </a:lnTo>
                <a:lnTo>
                  <a:pt x="3381375" y="1028700"/>
                </a:lnTo>
                <a:lnTo>
                  <a:pt x="3371850" y="1028700"/>
                </a:lnTo>
                <a:close/>
                <a:moveTo>
                  <a:pt x="3390900" y="1019175"/>
                </a:moveTo>
                <a:lnTo>
                  <a:pt x="3409950" y="1019175"/>
                </a:lnTo>
                <a:lnTo>
                  <a:pt x="3409950" y="1038225"/>
                </a:lnTo>
                <a:lnTo>
                  <a:pt x="3400425" y="1038225"/>
                </a:lnTo>
                <a:lnTo>
                  <a:pt x="3400425" y="1028700"/>
                </a:lnTo>
                <a:lnTo>
                  <a:pt x="3390900" y="1028700"/>
                </a:lnTo>
                <a:close/>
                <a:moveTo>
                  <a:pt x="2981325" y="1028700"/>
                </a:moveTo>
                <a:lnTo>
                  <a:pt x="2990850" y="1028700"/>
                </a:lnTo>
                <a:lnTo>
                  <a:pt x="2990850" y="1038225"/>
                </a:lnTo>
                <a:lnTo>
                  <a:pt x="2981325" y="1038225"/>
                </a:lnTo>
                <a:close/>
                <a:moveTo>
                  <a:pt x="3267075" y="1028700"/>
                </a:moveTo>
                <a:lnTo>
                  <a:pt x="3276600" y="1028700"/>
                </a:lnTo>
                <a:lnTo>
                  <a:pt x="3276600" y="1047750"/>
                </a:lnTo>
                <a:lnTo>
                  <a:pt x="3257550" y="1047750"/>
                </a:lnTo>
                <a:lnTo>
                  <a:pt x="3257550" y="1038225"/>
                </a:lnTo>
                <a:lnTo>
                  <a:pt x="3267075" y="1038225"/>
                </a:lnTo>
                <a:close/>
                <a:moveTo>
                  <a:pt x="2752725" y="1047750"/>
                </a:moveTo>
                <a:lnTo>
                  <a:pt x="2771775" y="1047750"/>
                </a:lnTo>
                <a:lnTo>
                  <a:pt x="2771775" y="1057275"/>
                </a:lnTo>
                <a:lnTo>
                  <a:pt x="2781300" y="1057275"/>
                </a:lnTo>
                <a:lnTo>
                  <a:pt x="2781300" y="1066800"/>
                </a:lnTo>
                <a:lnTo>
                  <a:pt x="2752725" y="1066800"/>
                </a:lnTo>
                <a:close/>
                <a:moveTo>
                  <a:pt x="3057525" y="1047750"/>
                </a:moveTo>
                <a:lnTo>
                  <a:pt x="3067050" y="1047750"/>
                </a:lnTo>
                <a:lnTo>
                  <a:pt x="3067050" y="1057275"/>
                </a:lnTo>
                <a:lnTo>
                  <a:pt x="3057525" y="1057275"/>
                </a:lnTo>
                <a:close/>
                <a:moveTo>
                  <a:pt x="3390900" y="1057275"/>
                </a:moveTo>
                <a:lnTo>
                  <a:pt x="3400425" y="1057275"/>
                </a:lnTo>
                <a:lnTo>
                  <a:pt x="3400425" y="1066800"/>
                </a:lnTo>
                <a:lnTo>
                  <a:pt x="3390900" y="1066800"/>
                </a:lnTo>
                <a:close/>
                <a:moveTo>
                  <a:pt x="3171825" y="1066800"/>
                </a:moveTo>
                <a:lnTo>
                  <a:pt x="3181350" y="1066800"/>
                </a:lnTo>
                <a:lnTo>
                  <a:pt x="3181350" y="1076325"/>
                </a:lnTo>
                <a:lnTo>
                  <a:pt x="3171825" y="1076325"/>
                </a:lnTo>
                <a:close/>
                <a:moveTo>
                  <a:pt x="2914650" y="1076325"/>
                </a:moveTo>
                <a:lnTo>
                  <a:pt x="2933700" y="1076325"/>
                </a:lnTo>
                <a:lnTo>
                  <a:pt x="2933700" y="1085850"/>
                </a:lnTo>
                <a:lnTo>
                  <a:pt x="2914650" y="1085850"/>
                </a:lnTo>
                <a:close/>
                <a:moveTo>
                  <a:pt x="3400425" y="1076325"/>
                </a:moveTo>
                <a:lnTo>
                  <a:pt x="3409950" y="1076325"/>
                </a:lnTo>
                <a:lnTo>
                  <a:pt x="3409950" y="1085850"/>
                </a:lnTo>
                <a:lnTo>
                  <a:pt x="3400425" y="1085850"/>
                </a:lnTo>
                <a:close/>
                <a:moveTo>
                  <a:pt x="3419475" y="1076325"/>
                </a:moveTo>
                <a:lnTo>
                  <a:pt x="3438525" y="1076325"/>
                </a:lnTo>
                <a:lnTo>
                  <a:pt x="3438525" y="1104900"/>
                </a:lnTo>
                <a:lnTo>
                  <a:pt x="3429000" y="1104900"/>
                </a:lnTo>
                <a:lnTo>
                  <a:pt x="3429000" y="1095375"/>
                </a:lnTo>
                <a:lnTo>
                  <a:pt x="3419475" y="1095375"/>
                </a:lnTo>
                <a:close/>
                <a:moveTo>
                  <a:pt x="2000250" y="1095375"/>
                </a:moveTo>
                <a:lnTo>
                  <a:pt x="2009775" y="1095375"/>
                </a:lnTo>
                <a:lnTo>
                  <a:pt x="2009775" y="1104900"/>
                </a:lnTo>
                <a:lnTo>
                  <a:pt x="2000250" y="1104900"/>
                </a:lnTo>
                <a:close/>
                <a:moveTo>
                  <a:pt x="2028825" y="1095375"/>
                </a:moveTo>
                <a:lnTo>
                  <a:pt x="2038350" y="1095375"/>
                </a:lnTo>
                <a:lnTo>
                  <a:pt x="2038350" y="1104900"/>
                </a:lnTo>
                <a:lnTo>
                  <a:pt x="2028825" y="1104900"/>
                </a:lnTo>
                <a:close/>
                <a:moveTo>
                  <a:pt x="3343275" y="1104900"/>
                </a:moveTo>
                <a:lnTo>
                  <a:pt x="3352800" y="1104900"/>
                </a:lnTo>
                <a:lnTo>
                  <a:pt x="3352800" y="1114425"/>
                </a:lnTo>
                <a:lnTo>
                  <a:pt x="3343275" y="1114425"/>
                </a:lnTo>
                <a:close/>
                <a:moveTo>
                  <a:pt x="3419475" y="1104900"/>
                </a:moveTo>
                <a:lnTo>
                  <a:pt x="3429000" y="1104900"/>
                </a:lnTo>
                <a:lnTo>
                  <a:pt x="3429000" y="1114425"/>
                </a:lnTo>
                <a:lnTo>
                  <a:pt x="3419475" y="1114425"/>
                </a:lnTo>
                <a:close/>
                <a:moveTo>
                  <a:pt x="3495675" y="1104900"/>
                </a:moveTo>
                <a:lnTo>
                  <a:pt x="3505200" y="1104900"/>
                </a:lnTo>
                <a:lnTo>
                  <a:pt x="3505200" y="1114425"/>
                </a:lnTo>
                <a:lnTo>
                  <a:pt x="3495675" y="1114425"/>
                </a:lnTo>
                <a:close/>
                <a:moveTo>
                  <a:pt x="2019300" y="1114425"/>
                </a:moveTo>
                <a:lnTo>
                  <a:pt x="2028825" y="1114425"/>
                </a:lnTo>
                <a:lnTo>
                  <a:pt x="2028825" y="1123950"/>
                </a:lnTo>
                <a:lnTo>
                  <a:pt x="2019300" y="1123950"/>
                </a:lnTo>
                <a:close/>
                <a:moveTo>
                  <a:pt x="3343275" y="1123950"/>
                </a:moveTo>
                <a:lnTo>
                  <a:pt x="3352800" y="1123950"/>
                </a:lnTo>
                <a:lnTo>
                  <a:pt x="3352800" y="1133475"/>
                </a:lnTo>
                <a:lnTo>
                  <a:pt x="3343275" y="1133475"/>
                </a:lnTo>
                <a:close/>
                <a:moveTo>
                  <a:pt x="3400425" y="1123950"/>
                </a:moveTo>
                <a:lnTo>
                  <a:pt x="3409950" y="1123950"/>
                </a:lnTo>
                <a:lnTo>
                  <a:pt x="3409950" y="1133475"/>
                </a:lnTo>
                <a:lnTo>
                  <a:pt x="3400425" y="1133475"/>
                </a:lnTo>
                <a:close/>
                <a:moveTo>
                  <a:pt x="2009775" y="1133475"/>
                </a:moveTo>
                <a:lnTo>
                  <a:pt x="2028825" y="1133475"/>
                </a:lnTo>
                <a:lnTo>
                  <a:pt x="2028825" y="1143000"/>
                </a:lnTo>
                <a:lnTo>
                  <a:pt x="2009775" y="1143000"/>
                </a:lnTo>
                <a:close/>
                <a:moveTo>
                  <a:pt x="3295650" y="1133475"/>
                </a:moveTo>
                <a:lnTo>
                  <a:pt x="3305175" y="1133475"/>
                </a:lnTo>
                <a:lnTo>
                  <a:pt x="3305175" y="1143000"/>
                </a:lnTo>
                <a:lnTo>
                  <a:pt x="3295650" y="1143000"/>
                </a:lnTo>
                <a:close/>
                <a:moveTo>
                  <a:pt x="2028825" y="1143000"/>
                </a:moveTo>
                <a:lnTo>
                  <a:pt x="2038350" y="1143000"/>
                </a:lnTo>
                <a:lnTo>
                  <a:pt x="2038350" y="1152525"/>
                </a:lnTo>
                <a:lnTo>
                  <a:pt x="2028825" y="1152525"/>
                </a:lnTo>
                <a:close/>
                <a:moveTo>
                  <a:pt x="3257550" y="1152525"/>
                </a:moveTo>
                <a:lnTo>
                  <a:pt x="3267075" y="1152525"/>
                </a:lnTo>
                <a:lnTo>
                  <a:pt x="3267075" y="1162050"/>
                </a:lnTo>
                <a:lnTo>
                  <a:pt x="3257550" y="1162050"/>
                </a:lnTo>
                <a:close/>
                <a:moveTo>
                  <a:pt x="3276600" y="1152525"/>
                </a:moveTo>
                <a:lnTo>
                  <a:pt x="3286125" y="1152525"/>
                </a:lnTo>
                <a:lnTo>
                  <a:pt x="3286125" y="1162050"/>
                </a:lnTo>
                <a:lnTo>
                  <a:pt x="3276600" y="1162050"/>
                </a:lnTo>
                <a:close/>
                <a:moveTo>
                  <a:pt x="3467100" y="1162050"/>
                </a:moveTo>
                <a:lnTo>
                  <a:pt x="3476625" y="1162050"/>
                </a:lnTo>
                <a:lnTo>
                  <a:pt x="3476625" y="1171575"/>
                </a:lnTo>
                <a:lnTo>
                  <a:pt x="3467100" y="1171575"/>
                </a:lnTo>
                <a:close/>
                <a:moveTo>
                  <a:pt x="3248025" y="1200150"/>
                </a:moveTo>
                <a:lnTo>
                  <a:pt x="3257550" y="1200150"/>
                </a:lnTo>
                <a:lnTo>
                  <a:pt x="3257550" y="1228725"/>
                </a:lnTo>
                <a:lnTo>
                  <a:pt x="3238500" y="1228725"/>
                </a:lnTo>
                <a:lnTo>
                  <a:pt x="3238500" y="1219200"/>
                </a:lnTo>
                <a:lnTo>
                  <a:pt x="3248025" y="1219200"/>
                </a:lnTo>
                <a:close/>
                <a:moveTo>
                  <a:pt x="2495550" y="1257300"/>
                </a:moveTo>
                <a:lnTo>
                  <a:pt x="2505075" y="1257300"/>
                </a:lnTo>
                <a:lnTo>
                  <a:pt x="2505075" y="1266825"/>
                </a:lnTo>
                <a:lnTo>
                  <a:pt x="2495550" y="1266825"/>
                </a:lnTo>
                <a:close/>
                <a:moveTo>
                  <a:pt x="2524125" y="1266825"/>
                </a:moveTo>
                <a:lnTo>
                  <a:pt x="2533650" y="1266825"/>
                </a:lnTo>
                <a:lnTo>
                  <a:pt x="2533650" y="1276350"/>
                </a:lnTo>
                <a:lnTo>
                  <a:pt x="2524125" y="1276350"/>
                </a:lnTo>
                <a:close/>
                <a:moveTo>
                  <a:pt x="2667000" y="1276350"/>
                </a:moveTo>
                <a:lnTo>
                  <a:pt x="2686050" y="1276350"/>
                </a:lnTo>
                <a:lnTo>
                  <a:pt x="2686050" y="1285875"/>
                </a:lnTo>
                <a:lnTo>
                  <a:pt x="2667000" y="1285875"/>
                </a:lnTo>
                <a:close/>
                <a:moveTo>
                  <a:pt x="2505075" y="1285875"/>
                </a:moveTo>
                <a:lnTo>
                  <a:pt x="2514600" y="1285875"/>
                </a:lnTo>
                <a:lnTo>
                  <a:pt x="2514600" y="1304925"/>
                </a:lnTo>
                <a:lnTo>
                  <a:pt x="2505075" y="1304925"/>
                </a:lnTo>
                <a:close/>
                <a:moveTo>
                  <a:pt x="2085975" y="1295400"/>
                </a:moveTo>
                <a:lnTo>
                  <a:pt x="2143125" y="1295400"/>
                </a:lnTo>
                <a:lnTo>
                  <a:pt x="2143125" y="1304925"/>
                </a:lnTo>
                <a:lnTo>
                  <a:pt x="2085975" y="1304925"/>
                </a:lnTo>
                <a:close/>
                <a:moveTo>
                  <a:pt x="2162175" y="1295400"/>
                </a:moveTo>
                <a:lnTo>
                  <a:pt x="2209800" y="1295400"/>
                </a:lnTo>
                <a:lnTo>
                  <a:pt x="2209800" y="1304925"/>
                </a:lnTo>
                <a:lnTo>
                  <a:pt x="2162175" y="1304925"/>
                </a:lnTo>
                <a:close/>
                <a:moveTo>
                  <a:pt x="2676525" y="1295400"/>
                </a:moveTo>
                <a:lnTo>
                  <a:pt x="2695575" y="1295400"/>
                </a:lnTo>
                <a:lnTo>
                  <a:pt x="2695575" y="1304925"/>
                </a:lnTo>
                <a:lnTo>
                  <a:pt x="2676525" y="1304925"/>
                </a:lnTo>
                <a:close/>
                <a:moveTo>
                  <a:pt x="2857500" y="1295400"/>
                </a:moveTo>
                <a:lnTo>
                  <a:pt x="2867025" y="1295400"/>
                </a:lnTo>
                <a:lnTo>
                  <a:pt x="2867025" y="1304925"/>
                </a:lnTo>
                <a:lnTo>
                  <a:pt x="2857500" y="1304925"/>
                </a:lnTo>
                <a:close/>
                <a:moveTo>
                  <a:pt x="2247900" y="1304925"/>
                </a:moveTo>
                <a:lnTo>
                  <a:pt x="2257425" y="1304925"/>
                </a:lnTo>
                <a:lnTo>
                  <a:pt x="2257425" y="1314450"/>
                </a:lnTo>
                <a:lnTo>
                  <a:pt x="2247900" y="1314450"/>
                </a:lnTo>
                <a:close/>
                <a:moveTo>
                  <a:pt x="2695575" y="1304925"/>
                </a:moveTo>
                <a:lnTo>
                  <a:pt x="2705100" y="1304925"/>
                </a:lnTo>
                <a:lnTo>
                  <a:pt x="2705100" y="1314450"/>
                </a:lnTo>
                <a:lnTo>
                  <a:pt x="2695575" y="1314450"/>
                </a:lnTo>
                <a:close/>
                <a:moveTo>
                  <a:pt x="2028825" y="1314450"/>
                </a:moveTo>
                <a:lnTo>
                  <a:pt x="2038350" y="1314450"/>
                </a:lnTo>
                <a:lnTo>
                  <a:pt x="2038350" y="1323975"/>
                </a:lnTo>
                <a:lnTo>
                  <a:pt x="2028825" y="1323975"/>
                </a:lnTo>
                <a:close/>
                <a:moveTo>
                  <a:pt x="2276475" y="1314450"/>
                </a:moveTo>
                <a:lnTo>
                  <a:pt x="2286000" y="1314450"/>
                </a:lnTo>
                <a:lnTo>
                  <a:pt x="2286000" y="1323975"/>
                </a:lnTo>
                <a:lnTo>
                  <a:pt x="2276475" y="1323975"/>
                </a:lnTo>
                <a:close/>
                <a:moveTo>
                  <a:pt x="2019300" y="1323975"/>
                </a:moveTo>
                <a:lnTo>
                  <a:pt x="2028825" y="1323975"/>
                </a:lnTo>
                <a:lnTo>
                  <a:pt x="2028825" y="1333500"/>
                </a:lnTo>
                <a:lnTo>
                  <a:pt x="2019300" y="1333500"/>
                </a:lnTo>
                <a:close/>
                <a:moveTo>
                  <a:pt x="2286000" y="1323975"/>
                </a:moveTo>
                <a:lnTo>
                  <a:pt x="2305050" y="1323975"/>
                </a:lnTo>
                <a:lnTo>
                  <a:pt x="2305050" y="1333500"/>
                </a:lnTo>
                <a:lnTo>
                  <a:pt x="2286000" y="1333500"/>
                </a:lnTo>
                <a:close/>
                <a:moveTo>
                  <a:pt x="2009775" y="1333500"/>
                </a:moveTo>
                <a:lnTo>
                  <a:pt x="2019300" y="1333500"/>
                </a:lnTo>
                <a:lnTo>
                  <a:pt x="2019300" y="1343025"/>
                </a:lnTo>
                <a:lnTo>
                  <a:pt x="2009775" y="1343025"/>
                </a:lnTo>
                <a:close/>
                <a:moveTo>
                  <a:pt x="2305050" y="1333500"/>
                </a:moveTo>
                <a:lnTo>
                  <a:pt x="2400300" y="1333500"/>
                </a:lnTo>
                <a:lnTo>
                  <a:pt x="2400300" y="1352550"/>
                </a:lnTo>
                <a:lnTo>
                  <a:pt x="2381250" y="1352550"/>
                </a:lnTo>
                <a:lnTo>
                  <a:pt x="2381250" y="1362075"/>
                </a:lnTo>
                <a:lnTo>
                  <a:pt x="2371725" y="1362075"/>
                </a:lnTo>
                <a:lnTo>
                  <a:pt x="2371725" y="1371600"/>
                </a:lnTo>
                <a:lnTo>
                  <a:pt x="2343150" y="1371600"/>
                </a:lnTo>
                <a:lnTo>
                  <a:pt x="2343150" y="1362075"/>
                </a:lnTo>
                <a:lnTo>
                  <a:pt x="2333625" y="1362075"/>
                </a:lnTo>
                <a:lnTo>
                  <a:pt x="2333625" y="1352550"/>
                </a:lnTo>
                <a:lnTo>
                  <a:pt x="2324100" y="1352550"/>
                </a:lnTo>
                <a:lnTo>
                  <a:pt x="2324100" y="1343025"/>
                </a:lnTo>
                <a:lnTo>
                  <a:pt x="2305050" y="1343025"/>
                </a:lnTo>
                <a:close/>
                <a:moveTo>
                  <a:pt x="2447925" y="1333500"/>
                </a:moveTo>
                <a:lnTo>
                  <a:pt x="2466975" y="1333500"/>
                </a:lnTo>
                <a:lnTo>
                  <a:pt x="2466975" y="1343025"/>
                </a:lnTo>
                <a:lnTo>
                  <a:pt x="2447925" y="1343025"/>
                </a:lnTo>
                <a:close/>
                <a:moveTo>
                  <a:pt x="1990725" y="1343025"/>
                </a:moveTo>
                <a:lnTo>
                  <a:pt x="2009775" y="1343025"/>
                </a:lnTo>
                <a:lnTo>
                  <a:pt x="2009775" y="1352550"/>
                </a:lnTo>
                <a:lnTo>
                  <a:pt x="1990725" y="1352550"/>
                </a:lnTo>
                <a:close/>
                <a:moveTo>
                  <a:pt x="3333750" y="1343025"/>
                </a:moveTo>
                <a:lnTo>
                  <a:pt x="3343275" y="1343025"/>
                </a:lnTo>
                <a:lnTo>
                  <a:pt x="3343275" y="1352550"/>
                </a:lnTo>
                <a:lnTo>
                  <a:pt x="3333750" y="1352550"/>
                </a:lnTo>
                <a:close/>
                <a:moveTo>
                  <a:pt x="2638425" y="1362075"/>
                </a:moveTo>
                <a:lnTo>
                  <a:pt x="2647950" y="1362075"/>
                </a:lnTo>
                <a:lnTo>
                  <a:pt x="2647950" y="1371600"/>
                </a:lnTo>
                <a:lnTo>
                  <a:pt x="2638425" y="1371600"/>
                </a:lnTo>
                <a:close/>
                <a:moveTo>
                  <a:pt x="3190875" y="1362075"/>
                </a:moveTo>
                <a:lnTo>
                  <a:pt x="3200400" y="1362075"/>
                </a:lnTo>
                <a:lnTo>
                  <a:pt x="3200400" y="1371600"/>
                </a:lnTo>
                <a:lnTo>
                  <a:pt x="3190875" y="1371600"/>
                </a:lnTo>
                <a:close/>
                <a:moveTo>
                  <a:pt x="3171825" y="1371600"/>
                </a:moveTo>
                <a:lnTo>
                  <a:pt x="3181350" y="1371600"/>
                </a:lnTo>
                <a:lnTo>
                  <a:pt x="3181350" y="1390650"/>
                </a:lnTo>
                <a:lnTo>
                  <a:pt x="3171825" y="1390650"/>
                </a:lnTo>
                <a:close/>
                <a:moveTo>
                  <a:pt x="1981200" y="1390650"/>
                </a:moveTo>
                <a:lnTo>
                  <a:pt x="1990725" y="1390650"/>
                </a:lnTo>
                <a:lnTo>
                  <a:pt x="1990725" y="1447800"/>
                </a:lnTo>
                <a:lnTo>
                  <a:pt x="1981200" y="1447800"/>
                </a:lnTo>
                <a:close/>
                <a:moveTo>
                  <a:pt x="2676525" y="1390650"/>
                </a:moveTo>
                <a:lnTo>
                  <a:pt x="2686050" y="1390650"/>
                </a:lnTo>
                <a:lnTo>
                  <a:pt x="2686050" y="1400175"/>
                </a:lnTo>
                <a:lnTo>
                  <a:pt x="2676525" y="1400175"/>
                </a:lnTo>
                <a:close/>
                <a:moveTo>
                  <a:pt x="3219450" y="1390650"/>
                </a:moveTo>
                <a:lnTo>
                  <a:pt x="3248025" y="1390650"/>
                </a:lnTo>
                <a:lnTo>
                  <a:pt x="3248025" y="1409700"/>
                </a:lnTo>
                <a:lnTo>
                  <a:pt x="3267075" y="1409700"/>
                </a:lnTo>
                <a:lnTo>
                  <a:pt x="3267075" y="1419225"/>
                </a:lnTo>
                <a:lnTo>
                  <a:pt x="3276600" y="1419225"/>
                </a:lnTo>
                <a:lnTo>
                  <a:pt x="3276600" y="1428750"/>
                </a:lnTo>
                <a:lnTo>
                  <a:pt x="3238500" y="1428750"/>
                </a:lnTo>
                <a:lnTo>
                  <a:pt x="3238500" y="1409700"/>
                </a:lnTo>
                <a:lnTo>
                  <a:pt x="3219450" y="1409700"/>
                </a:lnTo>
                <a:close/>
                <a:moveTo>
                  <a:pt x="2695575" y="1400175"/>
                </a:moveTo>
                <a:lnTo>
                  <a:pt x="2705100" y="1400175"/>
                </a:lnTo>
                <a:lnTo>
                  <a:pt x="2705100" y="1409700"/>
                </a:lnTo>
                <a:lnTo>
                  <a:pt x="2695575" y="1409700"/>
                </a:lnTo>
                <a:close/>
                <a:moveTo>
                  <a:pt x="2333625" y="1419225"/>
                </a:moveTo>
                <a:lnTo>
                  <a:pt x="2352675" y="1419225"/>
                </a:lnTo>
                <a:lnTo>
                  <a:pt x="2352675" y="1485900"/>
                </a:lnTo>
                <a:lnTo>
                  <a:pt x="2333625" y="1485900"/>
                </a:lnTo>
                <a:lnTo>
                  <a:pt x="2333625" y="1495425"/>
                </a:lnTo>
                <a:lnTo>
                  <a:pt x="2324100" y="1495425"/>
                </a:lnTo>
                <a:lnTo>
                  <a:pt x="2324100" y="1476375"/>
                </a:lnTo>
                <a:lnTo>
                  <a:pt x="2333625" y="1476375"/>
                </a:lnTo>
                <a:close/>
                <a:moveTo>
                  <a:pt x="2705100" y="1428750"/>
                </a:moveTo>
                <a:lnTo>
                  <a:pt x="2714625" y="1428750"/>
                </a:lnTo>
                <a:lnTo>
                  <a:pt x="2714625" y="1438275"/>
                </a:lnTo>
                <a:lnTo>
                  <a:pt x="2705100" y="1438275"/>
                </a:lnTo>
                <a:close/>
                <a:moveTo>
                  <a:pt x="3114675" y="1428750"/>
                </a:moveTo>
                <a:lnTo>
                  <a:pt x="3124200" y="1428750"/>
                </a:lnTo>
                <a:lnTo>
                  <a:pt x="3124200" y="1447800"/>
                </a:lnTo>
                <a:lnTo>
                  <a:pt x="3133725" y="1447800"/>
                </a:lnTo>
                <a:lnTo>
                  <a:pt x="3133725" y="1457325"/>
                </a:lnTo>
                <a:lnTo>
                  <a:pt x="3124200" y="1457325"/>
                </a:lnTo>
                <a:lnTo>
                  <a:pt x="3124200" y="1476375"/>
                </a:lnTo>
                <a:lnTo>
                  <a:pt x="3114675" y="1476375"/>
                </a:lnTo>
                <a:lnTo>
                  <a:pt x="3114675" y="1485900"/>
                </a:lnTo>
                <a:lnTo>
                  <a:pt x="3105150" y="1485900"/>
                </a:lnTo>
                <a:lnTo>
                  <a:pt x="3105150" y="1476375"/>
                </a:lnTo>
                <a:lnTo>
                  <a:pt x="3095625" y="1476375"/>
                </a:lnTo>
                <a:lnTo>
                  <a:pt x="3095625" y="1457325"/>
                </a:lnTo>
                <a:lnTo>
                  <a:pt x="3105150" y="1457325"/>
                </a:lnTo>
                <a:lnTo>
                  <a:pt x="3105150" y="1447800"/>
                </a:lnTo>
                <a:lnTo>
                  <a:pt x="3095625" y="1447800"/>
                </a:lnTo>
                <a:lnTo>
                  <a:pt x="3095625" y="1438275"/>
                </a:lnTo>
                <a:lnTo>
                  <a:pt x="3114675" y="1438275"/>
                </a:lnTo>
                <a:close/>
                <a:moveTo>
                  <a:pt x="1990725" y="1447800"/>
                </a:moveTo>
                <a:lnTo>
                  <a:pt x="2000250" y="1447800"/>
                </a:lnTo>
                <a:lnTo>
                  <a:pt x="2000250" y="1466850"/>
                </a:lnTo>
                <a:lnTo>
                  <a:pt x="1990725" y="1466850"/>
                </a:lnTo>
                <a:close/>
                <a:moveTo>
                  <a:pt x="2695575" y="1457325"/>
                </a:moveTo>
                <a:lnTo>
                  <a:pt x="2705100" y="1457325"/>
                </a:lnTo>
                <a:lnTo>
                  <a:pt x="2705100" y="1466850"/>
                </a:lnTo>
                <a:lnTo>
                  <a:pt x="2695575" y="1466850"/>
                </a:lnTo>
                <a:close/>
                <a:moveTo>
                  <a:pt x="2000250" y="1466850"/>
                </a:moveTo>
                <a:lnTo>
                  <a:pt x="2009775" y="1466850"/>
                </a:lnTo>
                <a:lnTo>
                  <a:pt x="2009775" y="1476375"/>
                </a:lnTo>
                <a:lnTo>
                  <a:pt x="2019300" y="1476375"/>
                </a:lnTo>
                <a:lnTo>
                  <a:pt x="2019300" y="1485900"/>
                </a:lnTo>
                <a:lnTo>
                  <a:pt x="2028825" y="1485900"/>
                </a:lnTo>
                <a:lnTo>
                  <a:pt x="2028825" y="1495425"/>
                </a:lnTo>
                <a:lnTo>
                  <a:pt x="2038350" y="1495425"/>
                </a:lnTo>
                <a:lnTo>
                  <a:pt x="2038350" y="1504950"/>
                </a:lnTo>
                <a:lnTo>
                  <a:pt x="2066925" y="1504950"/>
                </a:lnTo>
                <a:lnTo>
                  <a:pt x="2066925" y="1524000"/>
                </a:lnTo>
                <a:lnTo>
                  <a:pt x="2047875" y="1524000"/>
                </a:lnTo>
                <a:lnTo>
                  <a:pt x="2047875" y="1514475"/>
                </a:lnTo>
                <a:lnTo>
                  <a:pt x="2028825" y="1514475"/>
                </a:lnTo>
                <a:lnTo>
                  <a:pt x="2028825" y="1504950"/>
                </a:lnTo>
                <a:lnTo>
                  <a:pt x="2019300" y="1504950"/>
                </a:lnTo>
                <a:lnTo>
                  <a:pt x="2019300" y="1495425"/>
                </a:lnTo>
                <a:lnTo>
                  <a:pt x="2009775" y="1495425"/>
                </a:lnTo>
                <a:lnTo>
                  <a:pt x="2009775" y="1485900"/>
                </a:lnTo>
                <a:lnTo>
                  <a:pt x="2000250" y="1485900"/>
                </a:lnTo>
                <a:close/>
                <a:moveTo>
                  <a:pt x="2305050" y="1485900"/>
                </a:moveTo>
                <a:lnTo>
                  <a:pt x="2314575" y="1485900"/>
                </a:lnTo>
                <a:lnTo>
                  <a:pt x="2314575" y="1495425"/>
                </a:lnTo>
                <a:lnTo>
                  <a:pt x="2305050" y="1495425"/>
                </a:lnTo>
                <a:close/>
                <a:moveTo>
                  <a:pt x="3476625" y="1485900"/>
                </a:moveTo>
                <a:lnTo>
                  <a:pt x="3486150" y="1485900"/>
                </a:lnTo>
                <a:lnTo>
                  <a:pt x="3486150" y="1495425"/>
                </a:lnTo>
                <a:lnTo>
                  <a:pt x="3476625" y="1495425"/>
                </a:lnTo>
                <a:close/>
                <a:moveTo>
                  <a:pt x="2295525" y="1495425"/>
                </a:moveTo>
                <a:lnTo>
                  <a:pt x="2305050" y="1495425"/>
                </a:lnTo>
                <a:lnTo>
                  <a:pt x="2305050" y="1504950"/>
                </a:lnTo>
                <a:lnTo>
                  <a:pt x="2314575" y="1504950"/>
                </a:lnTo>
                <a:lnTo>
                  <a:pt x="2314575" y="1495425"/>
                </a:lnTo>
                <a:lnTo>
                  <a:pt x="2324100" y="1495425"/>
                </a:lnTo>
                <a:lnTo>
                  <a:pt x="2324100" y="1514475"/>
                </a:lnTo>
                <a:lnTo>
                  <a:pt x="2295525" y="1514475"/>
                </a:lnTo>
                <a:close/>
                <a:moveTo>
                  <a:pt x="2695575" y="1495425"/>
                </a:moveTo>
                <a:lnTo>
                  <a:pt x="2705100" y="1495425"/>
                </a:lnTo>
                <a:lnTo>
                  <a:pt x="2705100" y="1504950"/>
                </a:lnTo>
                <a:lnTo>
                  <a:pt x="2695575" y="1504950"/>
                </a:lnTo>
                <a:close/>
                <a:moveTo>
                  <a:pt x="3105150" y="1504950"/>
                </a:moveTo>
                <a:lnTo>
                  <a:pt x="3124200" y="1504950"/>
                </a:lnTo>
                <a:lnTo>
                  <a:pt x="3124200" y="1514475"/>
                </a:lnTo>
                <a:lnTo>
                  <a:pt x="3105150" y="1514475"/>
                </a:lnTo>
                <a:close/>
                <a:moveTo>
                  <a:pt x="2276475" y="1514475"/>
                </a:moveTo>
                <a:lnTo>
                  <a:pt x="2286000" y="1514475"/>
                </a:lnTo>
                <a:lnTo>
                  <a:pt x="2286000" y="1524000"/>
                </a:lnTo>
                <a:lnTo>
                  <a:pt x="2276475" y="1524000"/>
                </a:lnTo>
                <a:close/>
                <a:moveTo>
                  <a:pt x="2181225" y="1524000"/>
                </a:moveTo>
                <a:lnTo>
                  <a:pt x="2209800" y="1524000"/>
                </a:lnTo>
                <a:lnTo>
                  <a:pt x="2209800" y="1533525"/>
                </a:lnTo>
                <a:lnTo>
                  <a:pt x="2181225" y="1533525"/>
                </a:lnTo>
                <a:close/>
                <a:moveTo>
                  <a:pt x="2257425" y="1524000"/>
                </a:moveTo>
                <a:lnTo>
                  <a:pt x="2266950" y="1524000"/>
                </a:lnTo>
                <a:lnTo>
                  <a:pt x="2266950" y="1533525"/>
                </a:lnTo>
                <a:lnTo>
                  <a:pt x="2257425" y="1533525"/>
                </a:lnTo>
                <a:close/>
                <a:moveTo>
                  <a:pt x="2686050" y="1524000"/>
                </a:moveTo>
                <a:lnTo>
                  <a:pt x="2724150" y="1524000"/>
                </a:lnTo>
                <a:lnTo>
                  <a:pt x="2724150" y="1533525"/>
                </a:lnTo>
                <a:lnTo>
                  <a:pt x="2733675" y="1533525"/>
                </a:lnTo>
                <a:lnTo>
                  <a:pt x="2733675" y="1543050"/>
                </a:lnTo>
                <a:lnTo>
                  <a:pt x="2724150" y="1543050"/>
                </a:lnTo>
                <a:lnTo>
                  <a:pt x="2724150" y="1562100"/>
                </a:lnTo>
                <a:lnTo>
                  <a:pt x="2714625" y="1562100"/>
                </a:lnTo>
                <a:lnTo>
                  <a:pt x="2714625" y="1552575"/>
                </a:lnTo>
                <a:lnTo>
                  <a:pt x="2705100" y="1552575"/>
                </a:lnTo>
                <a:lnTo>
                  <a:pt x="2705100" y="1533525"/>
                </a:lnTo>
                <a:lnTo>
                  <a:pt x="2686050" y="1533525"/>
                </a:lnTo>
                <a:close/>
                <a:moveTo>
                  <a:pt x="2247900" y="1533525"/>
                </a:moveTo>
                <a:lnTo>
                  <a:pt x="2257425" y="1533525"/>
                </a:lnTo>
                <a:lnTo>
                  <a:pt x="2257425" y="1543050"/>
                </a:lnTo>
                <a:lnTo>
                  <a:pt x="2247900" y="1543050"/>
                </a:lnTo>
                <a:close/>
                <a:moveTo>
                  <a:pt x="2419350" y="1543050"/>
                </a:moveTo>
                <a:lnTo>
                  <a:pt x="2447925" y="1543050"/>
                </a:lnTo>
                <a:lnTo>
                  <a:pt x="2447925" y="1552575"/>
                </a:lnTo>
                <a:lnTo>
                  <a:pt x="2419350" y="1552575"/>
                </a:lnTo>
                <a:close/>
                <a:moveTo>
                  <a:pt x="2657475" y="1543050"/>
                </a:moveTo>
                <a:lnTo>
                  <a:pt x="2676525" y="1543050"/>
                </a:lnTo>
                <a:lnTo>
                  <a:pt x="2676525" y="1552575"/>
                </a:lnTo>
                <a:lnTo>
                  <a:pt x="2686050" y="1552575"/>
                </a:lnTo>
                <a:lnTo>
                  <a:pt x="2686050" y="1562100"/>
                </a:lnTo>
                <a:lnTo>
                  <a:pt x="2676525" y="1562100"/>
                </a:lnTo>
                <a:lnTo>
                  <a:pt x="2676525" y="1571625"/>
                </a:lnTo>
                <a:lnTo>
                  <a:pt x="2667000" y="1571625"/>
                </a:lnTo>
                <a:lnTo>
                  <a:pt x="2667000" y="1581150"/>
                </a:lnTo>
                <a:lnTo>
                  <a:pt x="2657475" y="1581150"/>
                </a:lnTo>
                <a:lnTo>
                  <a:pt x="2657475" y="1590675"/>
                </a:lnTo>
                <a:lnTo>
                  <a:pt x="2638425" y="1590675"/>
                </a:lnTo>
                <a:lnTo>
                  <a:pt x="2638425" y="1571625"/>
                </a:lnTo>
                <a:lnTo>
                  <a:pt x="2657475" y="1571625"/>
                </a:lnTo>
                <a:lnTo>
                  <a:pt x="2657475" y="1562100"/>
                </a:lnTo>
                <a:lnTo>
                  <a:pt x="2647950" y="1562100"/>
                </a:lnTo>
                <a:lnTo>
                  <a:pt x="2647950" y="1552575"/>
                </a:lnTo>
                <a:lnTo>
                  <a:pt x="2657475" y="1552575"/>
                </a:lnTo>
                <a:close/>
                <a:moveTo>
                  <a:pt x="3105150" y="1543050"/>
                </a:moveTo>
                <a:lnTo>
                  <a:pt x="3114675" y="1543050"/>
                </a:lnTo>
                <a:lnTo>
                  <a:pt x="3114675" y="1552575"/>
                </a:lnTo>
                <a:lnTo>
                  <a:pt x="3105150" y="1552575"/>
                </a:lnTo>
                <a:close/>
                <a:moveTo>
                  <a:pt x="2505075" y="1552575"/>
                </a:moveTo>
                <a:lnTo>
                  <a:pt x="2514600" y="1552575"/>
                </a:lnTo>
                <a:lnTo>
                  <a:pt x="2514600" y="1562100"/>
                </a:lnTo>
                <a:lnTo>
                  <a:pt x="2505075" y="1562100"/>
                </a:lnTo>
                <a:close/>
                <a:moveTo>
                  <a:pt x="2543175" y="1552575"/>
                </a:moveTo>
                <a:lnTo>
                  <a:pt x="2562225" y="1552575"/>
                </a:lnTo>
                <a:lnTo>
                  <a:pt x="2562225" y="1562100"/>
                </a:lnTo>
                <a:lnTo>
                  <a:pt x="2581275" y="1562100"/>
                </a:lnTo>
                <a:lnTo>
                  <a:pt x="2581275" y="1571625"/>
                </a:lnTo>
                <a:lnTo>
                  <a:pt x="2590800" y="1571625"/>
                </a:lnTo>
                <a:lnTo>
                  <a:pt x="2590800" y="1590675"/>
                </a:lnTo>
                <a:lnTo>
                  <a:pt x="2552700" y="1590675"/>
                </a:lnTo>
                <a:lnTo>
                  <a:pt x="2552700" y="1581150"/>
                </a:lnTo>
                <a:lnTo>
                  <a:pt x="2543175" y="1581150"/>
                </a:lnTo>
                <a:close/>
                <a:moveTo>
                  <a:pt x="2790825" y="1581150"/>
                </a:moveTo>
                <a:lnTo>
                  <a:pt x="2800350" y="1581150"/>
                </a:lnTo>
                <a:lnTo>
                  <a:pt x="2800350" y="1590675"/>
                </a:lnTo>
                <a:lnTo>
                  <a:pt x="2790825" y="1590675"/>
                </a:lnTo>
                <a:close/>
                <a:moveTo>
                  <a:pt x="2809875" y="1590675"/>
                </a:moveTo>
                <a:lnTo>
                  <a:pt x="2819400" y="1590675"/>
                </a:lnTo>
                <a:lnTo>
                  <a:pt x="2819400" y="1600200"/>
                </a:lnTo>
                <a:lnTo>
                  <a:pt x="2809875" y="1600200"/>
                </a:lnTo>
                <a:close/>
                <a:moveTo>
                  <a:pt x="2867025" y="1590675"/>
                </a:moveTo>
                <a:lnTo>
                  <a:pt x="2895600" y="1590675"/>
                </a:lnTo>
                <a:lnTo>
                  <a:pt x="2895600" y="1600200"/>
                </a:lnTo>
                <a:lnTo>
                  <a:pt x="2867025" y="1600200"/>
                </a:lnTo>
                <a:close/>
                <a:moveTo>
                  <a:pt x="2952750" y="1600200"/>
                </a:moveTo>
                <a:lnTo>
                  <a:pt x="2971800" y="1600200"/>
                </a:lnTo>
                <a:lnTo>
                  <a:pt x="2971800" y="1619250"/>
                </a:lnTo>
                <a:lnTo>
                  <a:pt x="2962275" y="1619250"/>
                </a:lnTo>
                <a:lnTo>
                  <a:pt x="2962275" y="1609725"/>
                </a:lnTo>
                <a:lnTo>
                  <a:pt x="2952750" y="1609725"/>
                </a:lnTo>
                <a:close/>
                <a:moveTo>
                  <a:pt x="2971800" y="1619250"/>
                </a:moveTo>
                <a:lnTo>
                  <a:pt x="2981325" y="1619250"/>
                </a:lnTo>
                <a:lnTo>
                  <a:pt x="2981325" y="1638300"/>
                </a:lnTo>
                <a:lnTo>
                  <a:pt x="2971800" y="1638300"/>
                </a:lnTo>
                <a:close/>
                <a:moveTo>
                  <a:pt x="3028950" y="1638300"/>
                </a:moveTo>
                <a:lnTo>
                  <a:pt x="3048000" y="1638300"/>
                </a:lnTo>
                <a:lnTo>
                  <a:pt x="3048000" y="1647825"/>
                </a:lnTo>
                <a:lnTo>
                  <a:pt x="3057525" y="1647825"/>
                </a:lnTo>
                <a:lnTo>
                  <a:pt x="3057525" y="1657350"/>
                </a:lnTo>
                <a:lnTo>
                  <a:pt x="3028950" y="1657350"/>
                </a:lnTo>
                <a:close/>
                <a:moveTo>
                  <a:pt x="2867025" y="1657350"/>
                </a:moveTo>
                <a:lnTo>
                  <a:pt x="2895600" y="1657350"/>
                </a:lnTo>
                <a:lnTo>
                  <a:pt x="2895600" y="1666875"/>
                </a:lnTo>
                <a:lnTo>
                  <a:pt x="2867025" y="1666875"/>
                </a:lnTo>
                <a:close/>
                <a:moveTo>
                  <a:pt x="2933700" y="1666875"/>
                </a:moveTo>
                <a:lnTo>
                  <a:pt x="2952750" y="1666875"/>
                </a:lnTo>
                <a:lnTo>
                  <a:pt x="2952750" y="1676400"/>
                </a:lnTo>
                <a:lnTo>
                  <a:pt x="2933700" y="1676400"/>
                </a:lnTo>
                <a:close/>
                <a:moveTo>
                  <a:pt x="3028950" y="1685925"/>
                </a:moveTo>
                <a:lnTo>
                  <a:pt x="3038475" y="1685925"/>
                </a:lnTo>
                <a:lnTo>
                  <a:pt x="3038475" y="1695450"/>
                </a:lnTo>
                <a:lnTo>
                  <a:pt x="3028950" y="1695450"/>
                </a:lnTo>
                <a:close/>
                <a:moveTo>
                  <a:pt x="3419475" y="1685925"/>
                </a:moveTo>
                <a:lnTo>
                  <a:pt x="3438525" y="1685925"/>
                </a:lnTo>
                <a:lnTo>
                  <a:pt x="3438525" y="1704975"/>
                </a:lnTo>
                <a:lnTo>
                  <a:pt x="3419475" y="1704975"/>
                </a:lnTo>
                <a:close/>
                <a:moveTo>
                  <a:pt x="2295525" y="1762125"/>
                </a:moveTo>
                <a:lnTo>
                  <a:pt x="2305050" y="1762125"/>
                </a:lnTo>
                <a:lnTo>
                  <a:pt x="2305050" y="1771650"/>
                </a:lnTo>
                <a:lnTo>
                  <a:pt x="2295525" y="1771650"/>
                </a:lnTo>
                <a:close/>
                <a:moveTo>
                  <a:pt x="2276475" y="1771650"/>
                </a:moveTo>
                <a:lnTo>
                  <a:pt x="2295525" y="1771650"/>
                </a:lnTo>
                <a:lnTo>
                  <a:pt x="2295525" y="1781175"/>
                </a:lnTo>
                <a:lnTo>
                  <a:pt x="2276475" y="1781175"/>
                </a:lnTo>
                <a:close/>
                <a:moveTo>
                  <a:pt x="2343150" y="1790700"/>
                </a:moveTo>
                <a:lnTo>
                  <a:pt x="2352675" y="1790700"/>
                </a:lnTo>
                <a:lnTo>
                  <a:pt x="2352675" y="1800225"/>
                </a:lnTo>
                <a:lnTo>
                  <a:pt x="2371725" y="1800225"/>
                </a:lnTo>
                <a:lnTo>
                  <a:pt x="2371725" y="1809750"/>
                </a:lnTo>
                <a:lnTo>
                  <a:pt x="2343150" y="1809750"/>
                </a:lnTo>
                <a:close/>
                <a:moveTo>
                  <a:pt x="3362325" y="2019300"/>
                </a:moveTo>
                <a:lnTo>
                  <a:pt x="3371850" y="2019300"/>
                </a:lnTo>
                <a:lnTo>
                  <a:pt x="3371850" y="2038350"/>
                </a:lnTo>
                <a:lnTo>
                  <a:pt x="3362325" y="2038350"/>
                </a:lnTo>
                <a:close/>
                <a:moveTo>
                  <a:pt x="3362325" y="2286000"/>
                </a:moveTo>
                <a:lnTo>
                  <a:pt x="3371850" y="2286000"/>
                </a:lnTo>
                <a:lnTo>
                  <a:pt x="3371850" y="2295525"/>
                </a:lnTo>
                <a:lnTo>
                  <a:pt x="3381375" y="2295525"/>
                </a:lnTo>
                <a:lnTo>
                  <a:pt x="3381375" y="2305050"/>
                </a:lnTo>
                <a:lnTo>
                  <a:pt x="3371850" y="2305050"/>
                </a:lnTo>
                <a:lnTo>
                  <a:pt x="3371850" y="2314575"/>
                </a:lnTo>
                <a:lnTo>
                  <a:pt x="3362325" y="2314575"/>
                </a:lnTo>
                <a:close/>
                <a:moveTo>
                  <a:pt x="3324225" y="2486025"/>
                </a:moveTo>
                <a:lnTo>
                  <a:pt x="3333750" y="2486025"/>
                </a:lnTo>
                <a:lnTo>
                  <a:pt x="3333750" y="2495550"/>
                </a:lnTo>
                <a:lnTo>
                  <a:pt x="3324225" y="2495550"/>
                </a:lnTo>
                <a:close/>
                <a:moveTo>
                  <a:pt x="3324225" y="2514600"/>
                </a:moveTo>
                <a:lnTo>
                  <a:pt x="3333750" y="2514600"/>
                </a:lnTo>
                <a:lnTo>
                  <a:pt x="3333750" y="2524125"/>
                </a:lnTo>
                <a:lnTo>
                  <a:pt x="3324225" y="2524125"/>
                </a:lnTo>
                <a:close/>
                <a:moveTo>
                  <a:pt x="3305175" y="2543175"/>
                </a:moveTo>
                <a:lnTo>
                  <a:pt x="3314700" y="2543175"/>
                </a:lnTo>
                <a:lnTo>
                  <a:pt x="3314700" y="2562225"/>
                </a:lnTo>
                <a:lnTo>
                  <a:pt x="3305175" y="2562225"/>
                </a:lnTo>
                <a:close/>
                <a:moveTo>
                  <a:pt x="3314700" y="2609850"/>
                </a:moveTo>
                <a:lnTo>
                  <a:pt x="3324225" y="2609850"/>
                </a:lnTo>
                <a:lnTo>
                  <a:pt x="3324225" y="2628900"/>
                </a:lnTo>
                <a:lnTo>
                  <a:pt x="3314700" y="2628900"/>
                </a:lnTo>
                <a:close/>
                <a:moveTo>
                  <a:pt x="3295650" y="2647950"/>
                </a:moveTo>
                <a:lnTo>
                  <a:pt x="3305175" y="2647950"/>
                </a:lnTo>
                <a:lnTo>
                  <a:pt x="3305175" y="2667000"/>
                </a:lnTo>
                <a:lnTo>
                  <a:pt x="3295650" y="2667000"/>
                </a:lnTo>
                <a:close/>
                <a:moveTo>
                  <a:pt x="3248025" y="2781300"/>
                </a:moveTo>
                <a:lnTo>
                  <a:pt x="3257550" y="2781300"/>
                </a:lnTo>
                <a:lnTo>
                  <a:pt x="3257550" y="2790825"/>
                </a:lnTo>
                <a:lnTo>
                  <a:pt x="3248025" y="2790825"/>
                </a:lnTo>
                <a:close/>
                <a:moveTo>
                  <a:pt x="3248025" y="2800350"/>
                </a:moveTo>
                <a:lnTo>
                  <a:pt x="3267075" y="2800350"/>
                </a:lnTo>
                <a:lnTo>
                  <a:pt x="3267075" y="2828925"/>
                </a:lnTo>
                <a:lnTo>
                  <a:pt x="3257550" y="2828925"/>
                </a:lnTo>
                <a:lnTo>
                  <a:pt x="3257550" y="2819400"/>
                </a:lnTo>
                <a:lnTo>
                  <a:pt x="3248025" y="2819400"/>
                </a:lnTo>
                <a:close/>
                <a:moveTo>
                  <a:pt x="2971800" y="2847975"/>
                </a:moveTo>
                <a:lnTo>
                  <a:pt x="3019425" y="2847975"/>
                </a:lnTo>
                <a:lnTo>
                  <a:pt x="3019425" y="2857500"/>
                </a:lnTo>
                <a:lnTo>
                  <a:pt x="2971800" y="2857500"/>
                </a:lnTo>
                <a:close/>
                <a:moveTo>
                  <a:pt x="3295650" y="2847975"/>
                </a:moveTo>
                <a:lnTo>
                  <a:pt x="3305175" y="2847975"/>
                </a:lnTo>
                <a:lnTo>
                  <a:pt x="3305175" y="2857500"/>
                </a:lnTo>
                <a:lnTo>
                  <a:pt x="3295650" y="2857500"/>
                </a:lnTo>
                <a:close/>
                <a:moveTo>
                  <a:pt x="2514600" y="2857500"/>
                </a:moveTo>
                <a:lnTo>
                  <a:pt x="2524125" y="2857500"/>
                </a:lnTo>
                <a:lnTo>
                  <a:pt x="2524125" y="2876550"/>
                </a:lnTo>
                <a:lnTo>
                  <a:pt x="2495550" y="2876550"/>
                </a:lnTo>
                <a:lnTo>
                  <a:pt x="2495550" y="2867025"/>
                </a:lnTo>
                <a:lnTo>
                  <a:pt x="2514600" y="2867025"/>
                </a:lnTo>
                <a:close/>
                <a:moveTo>
                  <a:pt x="3028950" y="2857500"/>
                </a:moveTo>
                <a:lnTo>
                  <a:pt x="3057525" y="2857500"/>
                </a:lnTo>
                <a:lnTo>
                  <a:pt x="3057525" y="2867025"/>
                </a:lnTo>
                <a:lnTo>
                  <a:pt x="3028950" y="2867025"/>
                </a:lnTo>
                <a:close/>
                <a:moveTo>
                  <a:pt x="2486025" y="2876550"/>
                </a:moveTo>
                <a:lnTo>
                  <a:pt x="2495550" y="2876550"/>
                </a:lnTo>
                <a:lnTo>
                  <a:pt x="2495550" y="2895600"/>
                </a:lnTo>
                <a:lnTo>
                  <a:pt x="2486025" y="2895600"/>
                </a:lnTo>
                <a:close/>
                <a:moveTo>
                  <a:pt x="3267075" y="3000375"/>
                </a:moveTo>
                <a:lnTo>
                  <a:pt x="3276600" y="3000375"/>
                </a:lnTo>
                <a:lnTo>
                  <a:pt x="3276600" y="3009900"/>
                </a:lnTo>
                <a:lnTo>
                  <a:pt x="3267075" y="3009900"/>
                </a:lnTo>
                <a:close/>
                <a:moveTo>
                  <a:pt x="3257550" y="3009900"/>
                </a:moveTo>
                <a:lnTo>
                  <a:pt x="3267075" y="3009900"/>
                </a:lnTo>
                <a:lnTo>
                  <a:pt x="3267075" y="3019425"/>
                </a:lnTo>
                <a:lnTo>
                  <a:pt x="3257550" y="3019425"/>
                </a:lnTo>
                <a:close/>
                <a:moveTo>
                  <a:pt x="3267075" y="3048000"/>
                </a:moveTo>
                <a:lnTo>
                  <a:pt x="3276600" y="3048000"/>
                </a:lnTo>
                <a:lnTo>
                  <a:pt x="3276600" y="3057525"/>
                </a:lnTo>
                <a:lnTo>
                  <a:pt x="3267075" y="3057525"/>
                </a:lnTo>
                <a:close/>
                <a:moveTo>
                  <a:pt x="3248025" y="3086100"/>
                </a:moveTo>
                <a:lnTo>
                  <a:pt x="3267075" y="3086100"/>
                </a:lnTo>
                <a:lnTo>
                  <a:pt x="3267075" y="3095625"/>
                </a:lnTo>
                <a:lnTo>
                  <a:pt x="3276600" y="3095625"/>
                </a:lnTo>
                <a:lnTo>
                  <a:pt x="3276600" y="3105150"/>
                </a:lnTo>
                <a:lnTo>
                  <a:pt x="3267075" y="3105150"/>
                </a:lnTo>
                <a:lnTo>
                  <a:pt x="3267075" y="3143250"/>
                </a:lnTo>
                <a:lnTo>
                  <a:pt x="3248025" y="3143250"/>
                </a:lnTo>
                <a:lnTo>
                  <a:pt x="3248025" y="3133725"/>
                </a:lnTo>
                <a:lnTo>
                  <a:pt x="3228975" y="3133725"/>
                </a:lnTo>
                <a:lnTo>
                  <a:pt x="3228975" y="3114675"/>
                </a:lnTo>
                <a:lnTo>
                  <a:pt x="3248025" y="3114675"/>
                </a:lnTo>
                <a:close/>
                <a:moveTo>
                  <a:pt x="2647950" y="3152775"/>
                </a:moveTo>
                <a:lnTo>
                  <a:pt x="2667000" y="3152775"/>
                </a:lnTo>
                <a:lnTo>
                  <a:pt x="2667000" y="3162300"/>
                </a:lnTo>
                <a:lnTo>
                  <a:pt x="2657475" y="3162300"/>
                </a:lnTo>
                <a:lnTo>
                  <a:pt x="2657475" y="3171825"/>
                </a:lnTo>
                <a:lnTo>
                  <a:pt x="2647950" y="3171825"/>
                </a:lnTo>
                <a:close/>
                <a:moveTo>
                  <a:pt x="3267075" y="3152775"/>
                </a:moveTo>
                <a:lnTo>
                  <a:pt x="3276600" y="3152775"/>
                </a:lnTo>
                <a:lnTo>
                  <a:pt x="3276600" y="3162300"/>
                </a:lnTo>
                <a:lnTo>
                  <a:pt x="3267075" y="3162300"/>
                </a:lnTo>
                <a:close/>
                <a:moveTo>
                  <a:pt x="3248025" y="3162300"/>
                </a:moveTo>
                <a:lnTo>
                  <a:pt x="3267075" y="3162300"/>
                </a:lnTo>
                <a:lnTo>
                  <a:pt x="3267075" y="3181350"/>
                </a:lnTo>
                <a:lnTo>
                  <a:pt x="3248025" y="3181350"/>
                </a:lnTo>
                <a:close/>
                <a:moveTo>
                  <a:pt x="2124075" y="3171825"/>
                </a:moveTo>
                <a:lnTo>
                  <a:pt x="2143125" y="3171825"/>
                </a:lnTo>
                <a:lnTo>
                  <a:pt x="2143125" y="3200400"/>
                </a:lnTo>
                <a:lnTo>
                  <a:pt x="2133600" y="3200400"/>
                </a:lnTo>
                <a:lnTo>
                  <a:pt x="2133600" y="3190875"/>
                </a:lnTo>
                <a:lnTo>
                  <a:pt x="2124075" y="3190875"/>
                </a:lnTo>
                <a:close/>
                <a:moveTo>
                  <a:pt x="2200275" y="3181350"/>
                </a:moveTo>
                <a:lnTo>
                  <a:pt x="2228850" y="3181350"/>
                </a:lnTo>
                <a:lnTo>
                  <a:pt x="2228850" y="3190875"/>
                </a:lnTo>
                <a:lnTo>
                  <a:pt x="2238375" y="3190875"/>
                </a:lnTo>
                <a:lnTo>
                  <a:pt x="2238375" y="3200400"/>
                </a:lnTo>
                <a:lnTo>
                  <a:pt x="2257425" y="3200400"/>
                </a:lnTo>
                <a:lnTo>
                  <a:pt x="2257425" y="3190875"/>
                </a:lnTo>
                <a:lnTo>
                  <a:pt x="2286000" y="3190875"/>
                </a:lnTo>
                <a:lnTo>
                  <a:pt x="2286000" y="3200400"/>
                </a:lnTo>
                <a:lnTo>
                  <a:pt x="2295525" y="3200400"/>
                </a:lnTo>
                <a:lnTo>
                  <a:pt x="2295525" y="3209925"/>
                </a:lnTo>
                <a:lnTo>
                  <a:pt x="2286000" y="3209925"/>
                </a:lnTo>
                <a:lnTo>
                  <a:pt x="2286000" y="3228975"/>
                </a:lnTo>
                <a:lnTo>
                  <a:pt x="2257425" y="3228975"/>
                </a:lnTo>
                <a:lnTo>
                  <a:pt x="2257425" y="3219450"/>
                </a:lnTo>
                <a:lnTo>
                  <a:pt x="2228850" y="3219450"/>
                </a:lnTo>
                <a:lnTo>
                  <a:pt x="2228850" y="3209925"/>
                </a:lnTo>
                <a:lnTo>
                  <a:pt x="2200275" y="3209925"/>
                </a:lnTo>
                <a:lnTo>
                  <a:pt x="2200275" y="3200400"/>
                </a:lnTo>
                <a:lnTo>
                  <a:pt x="2209800" y="3200400"/>
                </a:lnTo>
                <a:lnTo>
                  <a:pt x="2209800" y="3190875"/>
                </a:lnTo>
                <a:lnTo>
                  <a:pt x="2200275" y="3190875"/>
                </a:lnTo>
                <a:close/>
                <a:moveTo>
                  <a:pt x="2171700" y="3200400"/>
                </a:moveTo>
                <a:lnTo>
                  <a:pt x="2181225" y="3200400"/>
                </a:lnTo>
                <a:lnTo>
                  <a:pt x="2181225" y="3209925"/>
                </a:lnTo>
                <a:lnTo>
                  <a:pt x="2171700" y="3209925"/>
                </a:lnTo>
                <a:close/>
                <a:moveTo>
                  <a:pt x="2352675" y="3219450"/>
                </a:moveTo>
                <a:lnTo>
                  <a:pt x="2390775" y="3219450"/>
                </a:lnTo>
                <a:lnTo>
                  <a:pt x="2390775" y="3228975"/>
                </a:lnTo>
                <a:lnTo>
                  <a:pt x="2409825" y="3228975"/>
                </a:lnTo>
                <a:lnTo>
                  <a:pt x="2409825" y="3238500"/>
                </a:lnTo>
                <a:lnTo>
                  <a:pt x="2381250" y="3238500"/>
                </a:lnTo>
                <a:lnTo>
                  <a:pt x="2381250" y="3248025"/>
                </a:lnTo>
                <a:lnTo>
                  <a:pt x="2343150" y="3248025"/>
                </a:lnTo>
                <a:lnTo>
                  <a:pt x="2343150" y="3228975"/>
                </a:lnTo>
                <a:lnTo>
                  <a:pt x="2352675" y="3228975"/>
                </a:lnTo>
                <a:close/>
                <a:moveTo>
                  <a:pt x="3219450" y="3248025"/>
                </a:moveTo>
                <a:lnTo>
                  <a:pt x="3257550" y="3248025"/>
                </a:lnTo>
                <a:lnTo>
                  <a:pt x="3257550" y="3286125"/>
                </a:lnTo>
                <a:lnTo>
                  <a:pt x="3248025" y="3286125"/>
                </a:lnTo>
                <a:lnTo>
                  <a:pt x="3248025" y="3295650"/>
                </a:lnTo>
                <a:lnTo>
                  <a:pt x="3238500" y="3295650"/>
                </a:lnTo>
                <a:lnTo>
                  <a:pt x="3238500" y="3305175"/>
                </a:lnTo>
                <a:lnTo>
                  <a:pt x="3219450" y="3305175"/>
                </a:lnTo>
                <a:close/>
                <a:moveTo>
                  <a:pt x="3219450" y="3314700"/>
                </a:moveTo>
                <a:lnTo>
                  <a:pt x="3228975" y="3314700"/>
                </a:lnTo>
                <a:lnTo>
                  <a:pt x="3228975" y="3324225"/>
                </a:lnTo>
                <a:lnTo>
                  <a:pt x="3238500" y="3324225"/>
                </a:lnTo>
                <a:lnTo>
                  <a:pt x="3238500" y="3352800"/>
                </a:lnTo>
                <a:lnTo>
                  <a:pt x="3228975" y="3352800"/>
                </a:lnTo>
                <a:lnTo>
                  <a:pt x="3228975" y="3343275"/>
                </a:lnTo>
                <a:lnTo>
                  <a:pt x="3219450" y="3343275"/>
                </a:lnTo>
                <a:lnTo>
                  <a:pt x="3219450" y="3352800"/>
                </a:lnTo>
                <a:lnTo>
                  <a:pt x="3209925" y="3352800"/>
                </a:lnTo>
                <a:lnTo>
                  <a:pt x="3209925" y="3333750"/>
                </a:lnTo>
                <a:lnTo>
                  <a:pt x="3219450" y="3333750"/>
                </a:lnTo>
                <a:close/>
                <a:moveTo>
                  <a:pt x="3200400" y="3371850"/>
                </a:moveTo>
                <a:lnTo>
                  <a:pt x="3209925" y="3371850"/>
                </a:lnTo>
                <a:lnTo>
                  <a:pt x="3209925" y="3390900"/>
                </a:lnTo>
                <a:lnTo>
                  <a:pt x="3200400" y="3390900"/>
                </a:lnTo>
                <a:close/>
                <a:moveTo>
                  <a:pt x="3219450" y="3371850"/>
                </a:moveTo>
                <a:lnTo>
                  <a:pt x="3228975" y="3371850"/>
                </a:lnTo>
                <a:lnTo>
                  <a:pt x="3228975" y="3390900"/>
                </a:lnTo>
                <a:lnTo>
                  <a:pt x="3219450" y="3390900"/>
                </a:lnTo>
                <a:close/>
                <a:moveTo>
                  <a:pt x="2190750" y="3409950"/>
                </a:moveTo>
                <a:lnTo>
                  <a:pt x="2200275" y="3409950"/>
                </a:lnTo>
                <a:lnTo>
                  <a:pt x="2200275" y="3429000"/>
                </a:lnTo>
                <a:lnTo>
                  <a:pt x="2190750" y="3429000"/>
                </a:lnTo>
                <a:close/>
                <a:moveTo>
                  <a:pt x="3219450" y="3419475"/>
                </a:moveTo>
                <a:lnTo>
                  <a:pt x="3228975" y="3419475"/>
                </a:lnTo>
                <a:lnTo>
                  <a:pt x="3228975" y="3429000"/>
                </a:lnTo>
                <a:lnTo>
                  <a:pt x="3219450" y="3429000"/>
                </a:lnTo>
                <a:close/>
                <a:moveTo>
                  <a:pt x="3200400" y="3429000"/>
                </a:moveTo>
                <a:lnTo>
                  <a:pt x="3209925" y="3429000"/>
                </a:lnTo>
                <a:lnTo>
                  <a:pt x="3209925" y="3438525"/>
                </a:lnTo>
                <a:lnTo>
                  <a:pt x="3200400" y="3438525"/>
                </a:lnTo>
                <a:close/>
                <a:moveTo>
                  <a:pt x="2686050" y="3448050"/>
                </a:moveTo>
                <a:lnTo>
                  <a:pt x="2695575" y="3448050"/>
                </a:lnTo>
                <a:lnTo>
                  <a:pt x="2695575" y="3457575"/>
                </a:lnTo>
                <a:lnTo>
                  <a:pt x="2686050" y="3457575"/>
                </a:lnTo>
                <a:close/>
                <a:moveTo>
                  <a:pt x="2714625" y="3457575"/>
                </a:moveTo>
                <a:lnTo>
                  <a:pt x="2733675" y="3457575"/>
                </a:lnTo>
                <a:lnTo>
                  <a:pt x="2733675" y="3476625"/>
                </a:lnTo>
                <a:lnTo>
                  <a:pt x="2714625" y="3476625"/>
                </a:lnTo>
                <a:close/>
                <a:moveTo>
                  <a:pt x="2781300" y="3457575"/>
                </a:moveTo>
                <a:lnTo>
                  <a:pt x="2790825" y="3457575"/>
                </a:lnTo>
                <a:lnTo>
                  <a:pt x="2790825" y="3467100"/>
                </a:lnTo>
                <a:lnTo>
                  <a:pt x="2781300" y="3467100"/>
                </a:lnTo>
                <a:close/>
                <a:moveTo>
                  <a:pt x="2800350" y="3467100"/>
                </a:moveTo>
                <a:lnTo>
                  <a:pt x="2809875" y="3467100"/>
                </a:lnTo>
                <a:lnTo>
                  <a:pt x="2809875" y="3476625"/>
                </a:lnTo>
                <a:lnTo>
                  <a:pt x="2800350" y="3476625"/>
                </a:lnTo>
                <a:close/>
                <a:moveTo>
                  <a:pt x="2705100" y="3476625"/>
                </a:moveTo>
                <a:lnTo>
                  <a:pt x="2714625" y="3476625"/>
                </a:lnTo>
                <a:lnTo>
                  <a:pt x="2714625" y="3495675"/>
                </a:lnTo>
                <a:lnTo>
                  <a:pt x="2724150" y="3495675"/>
                </a:lnTo>
                <a:lnTo>
                  <a:pt x="2724150" y="3505200"/>
                </a:lnTo>
                <a:lnTo>
                  <a:pt x="2733675" y="3505200"/>
                </a:lnTo>
                <a:lnTo>
                  <a:pt x="2733675" y="3524250"/>
                </a:lnTo>
                <a:lnTo>
                  <a:pt x="2743200" y="3524250"/>
                </a:lnTo>
                <a:lnTo>
                  <a:pt x="2743200" y="3514725"/>
                </a:lnTo>
                <a:lnTo>
                  <a:pt x="2752725" y="3514725"/>
                </a:lnTo>
                <a:lnTo>
                  <a:pt x="2752725" y="3476625"/>
                </a:lnTo>
                <a:lnTo>
                  <a:pt x="2771775" y="3476625"/>
                </a:lnTo>
                <a:lnTo>
                  <a:pt x="2771775" y="3486150"/>
                </a:lnTo>
                <a:lnTo>
                  <a:pt x="2781300" y="3486150"/>
                </a:lnTo>
                <a:lnTo>
                  <a:pt x="2781300" y="3476625"/>
                </a:lnTo>
                <a:lnTo>
                  <a:pt x="2790825" y="3476625"/>
                </a:lnTo>
                <a:lnTo>
                  <a:pt x="2790825" y="3486150"/>
                </a:lnTo>
                <a:lnTo>
                  <a:pt x="2800350" y="3486150"/>
                </a:lnTo>
                <a:lnTo>
                  <a:pt x="2800350" y="3495675"/>
                </a:lnTo>
                <a:lnTo>
                  <a:pt x="2809875" y="3495675"/>
                </a:lnTo>
                <a:lnTo>
                  <a:pt x="2809875" y="3486150"/>
                </a:lnTo>
                <a:lnTo>
                  <a:pt x="2819400" y="3486150"/>
                </a:lnTo>
                <a:lnTo>
                  <a:pt x="2819400" y="3476625"/>
                </a:lnTo>
                <a:lnTo>
                  <a:pt x="2828925" y="3476625"/>
                </a:lnTo>
                <a:lnTo>
                  <a:pt x="2828925" y="3486150"/>
                </a:lnTo>
                <a:lnTo>
                  <a:pt x="2838450" y="3486150"/>
                </a:lnTo>
                <a:lnTo>
                  <a:pt x="2838450" y="3495675"/>
                </a:lnTo>
                <a:lnTo>
                  <a:pt x="2847975" y="3495675"/>
                </a:lnTo>
                <a:lnTo>
                  <a:pt x="2847975" y="3505200"/>
                </a:lnTo>
                <a:lnTo>
                  <a:pt x="2857500" y="3505200"/>
                </a:lnTo>
                <a:lnTo>
                  <a:pt x="2857500" y="3514725"/>
                </a:lnTo>
                <a:lnTo>
                  <a:pt x="2867025" y="3514725"/>
                </a:lnTo>
                <a:lnTo>
                  <a:pt x="2867025" y="3533775"/>
                </a:lnTo>
                <a:lnTo>
                  <a:pt x="2876550" y="3533775"/>
                </a:lnTo>
                <a:lnTo>
                  <a:pt x="2876550" y="3543300"/>
                </a:lnTo>
                <a:lnTo>
                  <a:pt x="2886075" y="3543300"/>
                </a:lnTo>
                <a:lnTo>
                  <a:pt x="2886075" y="3552825"/>
                </a:lnTo>
                <a:lnTo>
                  <a:pt x="2876550" y="3552825"/>
                </a:lnTo>
                <a:lnTo>
                  <a:pt x="2876550" y="3562350"/>
                </a:lnTo>
                <a:lnTo>
                  <a:pt x="2867025" y="3562350"/>
                </a:lnTo>
                <a:lnTo>
                  <a:pt x="2867025" y="3552825"/>
                </a:lnTo>
                <a:lnTo>
                  <a:pt x="2847975" y="3552825"/>
                </a:lnTo>
                <a:lnTo>
                  <a:pt x="2847975" y="3543300"/>
                </a:lnTo>
                <a:lnTo>
                  <a:pt x="2838450" y="3543300"/>
                </a:lnTo>
                <a:lnTo>
                  <a:pt x="2838450" y="3533775"/>
                </a:lnTo>
                <a:lnTo>
                  <a:pt x="2828925" y="3533775"/>
                </a:lnTo>
                <a:lnTo>
                  <a:pt x="2828925" y="3543300"/>
                </a:lnTo>
                <a:lnTo>
                  <a:pt x="2809875" y="3543300"/>
                </a:lnTo>
                <a:lnTo>
                  <a:pt x="2809875" y="3562350"/>
                </a:lnTo>
                <a:lnTo>
                  <a:pt x="2800350" y="3562350"/>
                </a:lnTo>
                <a:lnTo>
                  <a:pt x="2800350" y="3571875"/>
                </a:lnTo>
                <a:lnTo>
                  <a:pt x="2790825" y="3571875"/>
                </a:lnTo>
                <a:lnTo>
                  <a:pt x="2790825" y="3562350"/>
                </a:lnTo>
                <a:lnTo>
                  <a:pt x="2781300" y="3562350"/>
                </a:lnTo>
                <a:lnTo>
                  <a:pt x="2781300" y="3552825"/>
                </a:lnTo>
                <a:lnTo>
                  <a:pt x="2771775" y="3552825"/>
                </a:lnTo>
                <a:lnTo>
                  <a:pt x="2771775" y="3543300"/>
                </a:lnTo>
                <a:lnTo>
                  <a:pt x="2752725" y="3543300"/>
                </a:lnTo>
                <a:lnTo>
                  <a:pt x="2752725" y="3562350"/>
                </a:lnTo>
                <a:lnTo>
                  <a:pt x="2743200" y="3562350"/>
                </a:lnTo>
                <a:lnTo>
                  <a:pt x="2743200" y="3533775"/>
                </a:lnTo>
                <a:lnTo>
                  <a:pt x="2714625" y="3533775"/>
                </a:lnTo>
                <a:lnTo>
                  <a:pt x="2714625" y="3552825"/>
                </a:lnTo>
                <a:lnTo>
                  <a:pt x="2695575" y="3552825"/>
                </a:lnTo>
                <a:lnTo>
                  <a:pt x="2695575" y="3533775"/>
                </a:lnTo>
                <a:lnTo>
                  <a:pt x="2686050" y="3533775"/>
                </a:lnTo>
                <a:lnTo>
                  <a:pt x="2686050" y="3524250"/>
                </a:lnTo>
                <a:lnTo>
                  <a:pt x="2667000" y="3524250"/>
                </a:lnTo>
                <a:lnTo>
                  <a:pt x="2667000" y="3505200"/>
                </a:lnTo>
                <a:lnTo>
                  <a:pt x="2686050" y="3505200"/>
                </a:lnTo>
                <a:lnTo>
                  <a:pt x="2686050" y="3514725"/>
                </a:lnTo>
                <a:lnTo>
                  <a:pt x="2695575" y="3514725"/>
                </a:lnTo>
                <a:lnTo>
                  <a:pt x="2695575" y="3486150"/>
                </a:lnTo>
                <a:lnTo>
                  <a:pt x="2705100" y="3486150"/>
                </a:lnTo>
                <a:close/>
                <a:moveTo>
                  <a:pt x="3209925" y="3486150"/>
                </a:moveTo>
                <a:lnTo>
                  <a:pt x="3219450" y="3486150"/>
                </a:lnTo>
                <a:lnTo>
                  <a:pt x="3219450" y="3495675"/>
                </a:lnTo>
                <a:lnTo>
                  <a:pt x="3209925" y="3495675"/>
                </a:lnTo>
                <a:close/>
                <a:moveTo>
                  <a:pt x="3028950" y="3495675"/>
                </a:moveTo>
                <a:lnTo>
                  <a:pt x="3048000" y="3495675"/>
                </a:lnTo>
                <a:lnTo>
                  <a:pt x="3048000" y="3505200"/>
                </a:lnTo>
                <a:lnTo>
                  <a:pt x="3028950" y="3505200"/>
                </a:lnTo>
                <a:close/>
                <a:moveTo>
                  <a:pt x="3171825" y="3495675"/>
                </a:moveTo>
                <a:lnTo>
                  <a:pt x="3181350" y="3495675"/>
                </a:lnTo>
                <a:lnTo>
                  <a:pt x="3181350" y="3505200"/>
                </a:lnTo>
                <a:lnTo>
                  <a:pt x="3171825" y="3505200"/>
                </a:lnTo>
                <a:close/>
                <a:moveTo>
                  <a:pt x="3200400" y="3495675"/>
                </a:moveTo>
                <a:lnTo>
                  <a:pt x="3209925" y="3495675"/>
                </a:lnTo>
                <a:lnTo>
                  <a:pt x="3209925" y="3505200"/>
                </a:lnTo>
                <a:lnTo>
                  <a:pt x="3219450" y="3505200"/>
                </a:lnTo>
                <a:lnTo>
                  <a:pt x="3219450" y="3514725"/>
                </a:lnTo>
                <a:lnTo>
                  <a:pt x="3209925" y="3514725"/>
                </a:lnTo>
                <a:lnTo>
                  <a:pt x="3209925" y="3524250"/>
                </a:lnTo>
                <a:lnTo>
                  <a:pt x="3200400" y="3524250"/>
                </a:lnTo>
                <a:lnTo>
                  <a:pt x="3200400" y="3514725"/>
                </a:lnTo>
                <a:lnTo>
                  <a:pt x="3190875" y="3514725"/>
                </a:lnTo>
                <a:lnTo>
                  <a:pt x="3190875" y="3505200"/>
                </a:lnTo>
                <a:lnTo>
                  <a:pt x="3200400" y="3505200"/>
                </a:lnTo>
                <a:close/>
                <a:moveTo>
                  <a:pt x="3095625" y="3505200"/>
                </a:moveTo>
                <a:lnTo>
                  <a:pt x="3105150" y="3505200"/>
                </a:lnTo>
                <a:lnTo>
                  <a:pt x="3105150" y="3514725"/>
                </a:lnTo>
                <a:lnTo>
                  <a:pt x="3095625" y="3514725"/>
                </a:lnTo>
                <a:close/>
                <a:moveTo>
                  <a:pt x="2800350" y="3514725"/>
                </a:moveTo>
                <a:lnTo>
                  <a:pt x="2809875" y="3514725"/>
                </a:lnTo>
                <a:lnTo>
                  <a:pt x="2809875" y="3505200"/>
                </a:lnTo>
                <a:lnTo>
                  <a:pt x="2800350" y="3505200"/>
                </a:lnTo>
                <a:close/>
                <a:moveTo>
                  <a:pt x="3028950" y="3514725"/>
                </a:moveTo>
                <a:lnTo>
                  <a:pt x="3038475" y="3514725"/>
                </a:lnTo>
                <a:lnTo>
                  <a:pt x="3038475" y="3524250"/>
                </a:lnTo>
                <a:lnTo>
                  <a:pt x="3028950" y="3524250"/>
                </a:lnTo>
                <a:close/>
                <a:moveTo>
                  <a:pt x="3067050" y="3514725"/>
                </a:moveTo>
                <a:lnTo>
                  <a:pt x="3086100" y="3514725"/>
                </a:lnTo>
                <a:lnTo>
                  <a:pt x="3086100" y="3524250"/>
                </a:lnTo>
                <a:lnTo>
                  <a:pt x="3076575" y="3524250"/>
                </a:lnTo>
                <a:lnTo>
                  <a:pt x="3076575" y="3543300"/>
                </a:lnTo>
                <a:lnTo>
                  <a:pt x="3067050" y="3543300"/>
                </a:lnTo>
                <a:lnTo>
                  <a:pt x="3067050" y="3552825"/>
                </a:lnTo>
                <a:lnTo>
                  <a:pt x="3057525" y="3552825"/>
                </a:lnTo>
                <a:lnTo>
                  <a:pt x="3057525" y="3571875"/>
                </a:lnTo>
                <a:lnTo>
                  <a:pt x="3048000" y="3571875"/>
                </a:lnTo>
                <a:lnTo>
                  <a:pt x="3048000" y="3581400"/>
                </a:lnTo>
                <a:lnTo>
                  <a:pt x="3009900" y="3581400"/>
                </a:lnTo>
                <a:lnTo>
                  <a:pt x="3009900" y="3590925"/>
                </a:lnTo>
                <a:lnTo>
                  <a:pt x="2990850" y="3590925"/>
                </a:lnTo>
                <a:lnTo>
                  <a:pt x="2990850" y="3581400"/>
                </a:lnTo>
                <a:lnTo>
                  <a:pt x="3000375" y="3581400"/>
                </a:lnTo>
                <a:lnTo>
                  <a:pt x="3000375" y="3571875"/>
                </a:lnTo>
                <a:lnTo>
                  <a:pt x="2971800" y="3571875"/>
                </a:lnTo>
                <a:lnTo>
                  <a:pt x="2971800" y="3533775"/>
                </a:lnTo>
                <a:lnTo>
                  <a:pt x="2952750" y="3533775"/>
                </a:lnTo>
                <a:lnTo>
                  <a:pt x="2952750" y="3524250"/>
                </a:lnTo>
                <a:lnTo>
                  <a:pt x="2981325" y="3524250"/>
                </a:lnTo>
                <a:lnTo>
                  <a:pt x="2981325" y="3543300"/>
                </a:lnTo>
                <a:lnTo>
                  <a:pt x="3009900" y="3543300"/>
                </a:lnTo>
                <a:lnTo>
                  <a:pt x="3009900" y="3533775"/>
                </a:lnTo>
                <a:lnTo>
                  <a:pt x="3019425" y="3533775"/>
                </a:lnTo>
                <a:lnTo>
                  <a:pt x="3019425" y="3524250"/>
                </a:lnTo>
                <a:lnTo>
                  <a:pt x="3028950" y="3524250"/>
                </a:lnTo>
                <a:lnTo>
                  <a:pt x="3028950" y="3533775"/>
                </a:lnTo>
                <a:lnTo>
                  <a:pt x="3057525" y="3533775"/>
                </a:lnTo>
                <a:lnTo>
                  <a:pt x="3057525" y="3524250"/>
                </a:lnTo>
                <a:lnTo>
                  <a:pt x="3067050" y="3524250"/>
                </a:lnTo>
                <a:close/>
                <a:moveTo>
                  <a:pt x="3114675" y="3514725"/>
                </a:moveTo>
                <a:lnTo>
                  <a:pt x="3143250" y="3514725"/>
                </a:lnTo>
                <a:lnTo>
                  <a:pt x="3143250" y="3524250"/>
                </a:lnTo>
                <a:lnTo>
                  <a:pt x="3133725" y="3524250"/>
                </a:lnTo>
                <a:lnTo>
                  <a:pt x="3133725" y="3543300"/>
                </a:lnTo>
                <a:lnTo>
                  <a:pt x="3114675" y="3543300"/>
                </a:lnTo>
                <a:close/>
                <a:moveTo>
                  <a:pt x="3162300" y="3514725"/>
                </a:moveTo>
                <a:lnTo>
                  <a:pt x="3171825" y="3514725"/>
                </a:lnTo>
                <a:lnTo>
                  <a:pt x="3171825" y="3524250"/>
                </a:lnTo>
                <a:lnTo>
                  <a:pt x="3162300" y="3524250"/>
                </a:lnTo>
                <a:close/>
                <a:moveTo>
                  <a:pt x="3181350" y="3514725"/>
                </a:moveTo>
                <a:lnTo>
                  <a:pt x="3190875" y="3514725"/>
                </a:lnTo>
                <a:lnTo>
                  <a:pt x="3190875" y="3524250"/>
                </a:lnTo>
                <a:lnTo>
                  <a:pt x="3200400" y="3524250"/>
                </a:lnTo>
                <a:lnTo>
                  <a:pt x="3200400" y="3552825"/>
                </a:lnTo>
                <a:lnTo>
                  <a:pt x="3181350" y="3552825"/>
                </a:lnTo>
                <a:lnTo>
                  <a:pt x="3181350" y="3571875"/>
                </a:lnTo>
                <a:lnTo>
                  <a:pt x="3171825" y="3571875"/>
                </a:lnTo>
                <a:lnTo>
                  <a:pt x="3171825" y="3562350"/>
                </a:lnTo>
                <a:lnTo>
                  <a:pt x="3162300" y="3562350"/>
                </a:lnTo>
                <a:lnTo>
                  <a:pt x="3162300" y="3552825"/>
                </a:lnTo>
                <a:lnTo>
                  <a:pt x="3152775" y="3552825"/>
                </a:lnTo>
                <a:lnTo>
                  <a:pt x="3152775" y="3543300"/>
                </a:lnTo>
                <a:lnTo>
                  <a:pt x="3143250" y="3543300"/>
                </a:lnTo>
                <a:lnTo>
                  <a:pt x="3143250" y="3533775"/>
                </a:lnTo>
                <a:lnTo>
                  <a:pt x="3162300" y="3533775"/>
                </a:lnTo>
                <a:lnTo>
                  <a:pt x="3162300" y="3543300"/>
                </a:lnTo>
                <a:lnTo>
                  <a:pt x="3171825" y="3543300"/>
                </a:lnTo>
                <a:lnTo>
                  <a:pt x="3171825" y="3533775"/>
                </a:lnTo>
                <a:lnTo>
                  <a:pt x="3181350" y="3533775"/>
                </a:lnTo>
                <a:close/>
                <a:moveTo>
                  <a:pt x="2371725" y="3524250"/>
                </a:moveTo>
                <a:lnTo>
                  <a:pt x="2381250" y="3524250"/>
                </a:lnTo>
                <a:lnTo>
                  <a:pt x="2381250" y="3533775"/>
                </a:lnTo>
                <a:lnTo>
                  <a:pt x="2371725" y="3533775"/>
                </a:lnTo>
                <a:close/>
                <a:moveTo>
                  <a:pt x="2362200" y="3533775"/>
                </a:moveTo>
                <a:lnTo>
                  <a:pt x="2371725" y="3533775"/>
                </a:lnTo>
                <a:lnTo>
                  <a:pt x="2371725" y="3543300"/>
                </a:lnTo>
                <a:lnTo>
                  <a:pt x="2381250" y="3543300"/>
                </a:lnTo>
                <a:lnTo>
                  <a:pt x="2381250" y="3552825"/>
                </a:lnTo>
                <a:lnTo>
                  <a:pt x="2371725" y="3552825"/>
                </a:lnTo>
                <a:lnTo>
                  <a:pt x="2371725" y="3562350"/>
                </a:lnTo>
                <a:lnTo>
                  <a:pt x="2362200" y="3562350"/>
                </a:lnTo>
                <a:lnTo>
                  <a:pt x="2362200" y="3552825"/>
                </a:lnTo>
                <a:lnTo>
                  <a:pt x="2352675" y="3552825"/>
                </a:lnTo>
                <a:lnTo>
                  <a:pt x="2352675" y="3543300"/>
                </a:lnTo>
                <a:lnTo>
                  <a:pt x="2362200" y="3543300"/>
                </a:lnTo>
                <a:close/>
                <a:moveTo>
                  <a:pt x="2495550" y="3543300"/>
                </a:moveTo>
                <a:lnTo>
                  <a:pt x="2552700" y="3543300"/>
                </a:lnTo>
                <a:lnTo>
                  <a:pt x="2552700" y="3552825"/>
                </a:lnTo>
                <a:lnTo>
                  <a:pt x="2562225" y="3552825"/>
                </a:lnTo>
                <a:lnTo>
                  <a:pt x="2562225" y="3581400"/>
                </a:lnTo>
                <a:lnTo>
                  <a:pt x="2571750" y="3581400"/>
                </a:lnTo>
                <a:lnTo>
                  <a:pt x="2571750" y="3590925"/>
                </a:lnTo>
                <a:lnTo>
                  <a:pt x="2562225" y="3590925"/>
                </a:lnTo>
                <a:lnTo>
                  <a:pt x="2562225" y="3600450"/>
                </a:lnTo>
                <a:lnTo>
                  <a:pt x="2571750" y="3600450"/>
                </a:lnTo>
                <a:lnTo>
                  <a:pt x="2571750" y="3629025"/>
                </a:lnTo>
                <a:lnTo>
                  <a:pt x="2562225" y="3629025"/>
                </a:lnTo>
                <a:lnTo>
                  <a:pt x="2562225" y="3609975"/>
                </a:lnTo>
                <a:lnTo>
                  <a:pt x="2552700" y="3609975"/>
                </a:lnTo>
                <a:lnTo>
                  <a:pt x="2552700" y="3600450"/>
                </a:lnTo>
                <a:lnTo>
                  <a:pt x="2543175" y="3600450"/>
                </a:lnTo>
                <a:lnTo>
                  <a:pt x="2543175" y="3590925"/>
                </a:lnTo>
                <a:lnTo>
                  <a:pt x="2533650" y="3590925"/>
                </a:lnTo>
                <a:lnTo>
                  <a:pt x="2533650" y="3600450"/>
                </a:lnTo>
                <a:lnTo>
                  <a:pt x="2524125" y="3600450"/>
                </a:lnTo>
                <a:lnTo>
                  <a:pt x="2524125" y="3609975"/>
                </a:lnTo>
                <a:lnTo>
                  <a:pt x="2514600" y="3609975"/>
                </a:lnTo>
                <a:lnTo>
                  <a:pt x="2514600" y="3619500"/>
                </a:lnTo>
                <a:lnTo>
                  <a:pt x="2505075" y="3619500"/>
                </a:lnTo>
                <a:lnTo>
                  <a:pt x="2505075" y="3629025"/>
                </a:lnTo>
                <a:lnTo>
                  <a:pt x="2495550" y="3629025"/>
                </a:lnTo>
                <a:lnTo>
                  <a:pt x="2495550" y="3657600"/>
                </a:lnTo>
                <a:lnTo>
                  <a:pt x="2514600" y="3657600"/>
                </a:lnTo>
                <a:lnTo>
                  <a:pt x="2514600" y="3667125"/>
                </a:lnTo>
                <a:lnTo>
                  <a:pt x="2505075" y="3667125"/>
                </a:lnTo>
                <a:lnTo>
                  <a:pt x="2505075" y="3676650"/>
                </a:lnTo>
                <a:lnTo>
                  <a:pt x="2495550" y="3676650"/>
                </a:lnTo>
                <a:lnTo>
                  <a:pt x="2495550" y="3686175"/>
                </a:lnTo>
                <a:lnTo>
                  <a:pt x="2476500" y="3686175"/>
                </a:lnTo>
                <a:lnTo>
                  <a:pt x="2476500" y="3676650"/>
                </a:lnTo>
                <a:lnTo>
                  <a:pt x="2486025" y="3676650"/>
                </a:lnTo>
                <a:lnTo>
                  <a:pt x="2486025" y="3590925"/>
                </a:lnTo>
                <a:lnTo>
                  <a:pt x="2476500" y="3590925"/>
                </a:lnTo>
                <a:lnTo>
                  <a:pt x="2476500" y="3581400"/>
                </a:lnTo>
                <a:lnTo>
                  <a:pt x="2457450" y="3581400"/>
                </a:lnTo>
                <a:lnTo>
                  <a:pt x="2457450" y="3571875"/>
                </a:lnTo>
                <a:lnTo>
                  <a:pt x="2495550" y="3571875"/>
                </a:lnTo>
                <a:close/>
                <a:moveTo>
                  <a:pt x="2924175" y="3552825"/>
                </a:moveTo>
                <a:lnTo>
                  <a:pt x="2943225" y="3552825"/>
                </a:lnTo>
                <a:lnTo>
                  <a:pt x="2943225" y="3562350"/>
                </a:lnTo>
                <a:lnTo>
                  <a:pt x="2924175" y="3562350"/>
                </a:lnTo>
                <a:close/>
                <a:moveTo>
                  <a:pt x="2419350" y="3562350"/>
                </a:moveTo>
                <a:lnTo>
                  <a:pt x="2447925" y="3562350"/>
                </a:lnTo>
                <a:lnTo>
                  <a:pt x="2447925" y="3571875"/>
                </a:lnTo>
                <a:lnTo>
                  <a:pt x="2419350" y="3571875"/>
                </a:lnTo>
                <a:close/>
                <a:moveTo>
                  <a:pt x="2628900" y="3562350"/>
                </a:moveTo>
                <a:lnTo>
                  <a:pt x="2638425" y="3562350"/>
                </a:lnTo>
                <a:lnTo>
                  <a:pt x="2638425" y="3581400"/>
                </a:lnTo>
                <a:lnTo>
                  <a:pt x="2647950" y="3581400"/>
                </a:lnTo>
                <a:lnTo>
                  <a:pt x="2647950" y="3600450"/>
                </a:lnTo>
                <a:lnTo>
                  <a:pt x="2676525" y="3600450"/>
                </a:lnTo>
                <a:lnTo>
                  <a:pt x="2676525" y="3571875"/>
                </a:lnTo>
                <a:lnTo>
                  <a:pt x="2667000" y="3571875"/>
                </a:lnTo>
                <a:lnTo>
                  <a:pt x="2667000" y="3562350"/>
                </a:lnTo>
                <a:lnTo>
                  <a:pt x="2676525" y="3562350"/>
                </a:lnTo>
                <a:lnTo>
                  <a:pt x="2676525" y="3571875"/>
                </a:lnTo>
                <a:lnTo>
                  <a:pt x="2695575" y="3571875"/>
                </a:lnTo>
                <a:lnTo>
                  <a:pt x="2695575" y="3581400"/>
                </a:lnTo>
                <a:lnTo>
                  <a:pt x="2705100" y="3581400"/>
                </a:lnTo>
                <a:lnTo>
                  <a:pt x="2705100" y="3600450"/>
                </a:lnTo>
                <a:lnTo>
                  <a:pt x="2695575" y="3600450"/>
                </a:lnTo>
                <a:lnTo>
                  <a:pt x="2695575" y="3609975"/>
                </a:lnTo>
                <a:lnTo>
                  <a:pt x="2686050" y="3609975"/>
                </a:lnTo>
                <a:lnTo>
                  <a:pt x="2686050" y="3619500"/>
                </a:lnTo>
                <a:lnTo>
                  <a:pt x="2676525" y="3619500"/>
                </a:lnTo>
                <a:lnTo>
                  <a:pt x="2676525" y="3629025"/>
                </a:lnTo>
                <a:lnTo>
                  <a:pt x="2657475" y="3629025"/>
                </a:lnTo>
                <a:lnTo>
                  <a:pt x="2657475" y="3619500"/>
                </a:lnTo>
                <a:lnTo>
                  <a:pt x="2647950" y="3619500"/>
                </a:lnTo>
                <a:lnTo>
                  <a:pt x="2647950" y="3609975"/>
                </a:lnTo>
                <a:lnTo>
                  <a:pt x="2628900" y="3609975"/>
                </a:lnTo>
                <a:lnTo>
                  <a:pt x="2628900" y="3590925"/>
                </a:lnTo>
                <a:lnTo>
                  <a:pt x="2619375" y="3590925"/>
                </a:lnTo>
                <a:lnTo>
                  <a:pt x="2619375" y="3581400"/>
                </a:lnTo>
                <a:lnTo>
                  <a:pt x="2628900" y="3581400"/>
                </a:lnTo>
                <a:close/>
                <a:moveTo>
                  <a:pt x="2990850" y="3562350"/>
                </a:moveTo>
                <a:lnTo>
                  <a:pt x="3009900" y="3562350"/>
                </a:lnTo>
                <a:lnTo>
                  <a:pt x="3009900" y="3552825"/>
                </a:lnTo>
                <a:lnTo>
                  <a:pt x="2990850" y="3552825"/>
                </a:lnTo>
                <a:close/>
                <a:moveTo>
                  <a:pt x="3133725" y="3562350"/>
                </a:moveTo>
                <a:lnTo>
                  <a:pt x="3152775" y="3562350"/>
                </a:lnTo>
                <a:lnTo>
                  <a:pt x="3152775" y="3571875"/>
                </a:lnTo>
                <a:lnTo>
                  <a:pt x="3162300" y="3571875"/>
                </a:lnTo>
                <a:lnTo>
                  <a:pt x="3162300" y="3581400"/>
                </a:lnTo>
                <a:lnTo>
                  <a:pt x="3171825" y="3581400"/>
                </a:lnTo>
                <a:lnTo>
                  <a:pt x="3171825" y="3600450"/>
                </a:lnTo>
                <a:lnTo>
                  <a:pt x="3162300" y="3600450"/>
                </a:lnTo>
                <a:lnTo>
                  <a:pt x="3162300" y="3590925"/>
                </a:lnTo>
                <a:lnTo>
                  <a:pt x="3152775" y="3590925"/>
                </a:lnTo>
                <a:lnTo>
                  <a:pt x="3152775" y="3581400"/>
                </a:lnTo>
                <a:lnTo>
                  <a:pt x="3133725" y="3581400"/>
                </a:lnTo>
                <a:close/>
                <a:moveTo>
                  <a:pt x="2381250" y="3571875"/>
                </a:moveTo>
                <a:lnTo>
                  <a:pt x="2400300" y="3571875"/>
                </a:lnTo>
                <a:lnTo>
                  <a:pt x="2400300" y="3581400"/>
                </a:lnTo>
                <a:lnTo>
                  <a:pt x="2381250" y="3581400"/>
                </a:lnTo>
                <a:close/>
                <a:moveTo>
                  <a:pt x="3209925" y="3571875"/>
                </a:moveTo>
                <a:lnTo>
                  <a:pt x="3219450" y="3571875"/>
                </a:lnTo>
                <a:lnTo>
                  <a:pt x="3219450" y="3581400"/>
                </a:lnTo>
                <a:lnTo>
                  <a:pt x="3209925" y="3581400"/>
                </a:lnTo>
                <a:close/>
                <a:moveTo>
                  <a:pt x="2371725" y="3581400"/>
                </a:moveTo>
                <a:lnTo>
                  <a:pt x="2381250" y="3581400"/>
                </a:lnTo>
                <a:lnTo>
                  <a:pt x="2381250" y="3600450"/>
                </a:lnTo>
                <a:lnTo>
                  <a:pt x="2371725" y="3600450"/>
                </a:lnTo>
                <a:close/>
                <a:moveTo>
                  <a:pt x="2609850" y="3590925"/>
                </a:moveTo>
                <a:lnTo>
                  <a:pt x="2619375" y="3590925"/>
                </a:lnTo>
                <a:lnTo>
                  <a:pt x="2619375" y="3619500"/>
                </a:lnTo>
                <a:lnTo>
                  <a:pt x="2600325" y="3619500"/>
                </a:lnTo>
                <a:lnTo>
                  <a:pt x="2600325" y="3609975"/>
                </a:lnTo>
                <a:lnTo>
                  <a:pt x="2609850" y="3609975"/>
                </a:lnTo>
                <a:close/>
                <a:moveTo>
                  <a:pt x="3038475" y="3590925"/>
                </a:moveTo>
                <a:lnTo>
                  <a:pt x="3048000" y="3590925"/>
                </a:lnTo>
                <a:lnTo>
                  <a:pt x="3048000" y="3600450"/>
                </a:lnTo>
                <a:lnTo>
                  <a:pt x="3038475" y="3600450"/>
                </a:lnTo>
                <a:close/>
                <a:moveTo>
                  <a:pt x="3114675" y="3600450"/>
                </a:moveTo>
                <a:lnTo>
                  <a:pt x="3143250" y="3600450"/>
                </a:lnTo>
                <a:lnTo>
                  <a:pt x="3143250" y="3609975"/>
                </a:lnTo>
                <a:lnTo>
                  <a:pt x="3114675" y="3609975"/>
                </a:lnTo>
                <a:close/>
                <a:moveTo>
                  <a:pt x="3181350" y="3600450"/>
                </a:moveTo>
                <a:lnTo>
                  <a:pt x="3200400" y="3600450"/>
                </a:lnTo>
                <a:lnTo>
                  <a:pt x="3200400" y="3609975"/>
                </a:lnTo>
                <a:lnTo>
                  <a:pt x="3181350" y="3609975"/>
                </a:lnTo>
                <a:close/>
                <a:moveTo>
                  <a:pt x="2590800" y="3619500"/>
                </a:moveTo>
                <a:lnTo>
                  <a:pt x="2600325" y="3619500"/>
                </a:lnTo>
                <a:lnTo>
                  <a:pt x="2600325" y="3629025"/>
                </a:lnTo>
                <a:lnTo>
                  <a:pt x="2619375" y="3629025"/>
                </a:lnTo>
                <a:lnTo>
                  <a:pt x="2619375" y="3638550"/>
                </a:lnTo>
                <a:lnTo>
                  <a:pt x="2628900" y="3638550"/>
                </a:lnTo>
                <a:lnTo>
                  <a:pt x="2628900" y="3657600"/>
                </a:lnTo>
                <a:lnTo>
                  <a:pt x="2609850" y="3657600"/>
                </a:lnTo>
                <a:lnTo>
                  <a:pt x="2609850" y="3667125"/>
                </a:lnTo>
                <a:lnTo>
                  <a:pt x="2600325" y="3667125"/>
                </a:lnTo>
                <a:lnTo>
                  <a:pt x="2600325" y="3676650"/>
                </a:lnTo>
                <a:lnTo>
                  <a:pt x="2609850" y="3676650"/>
                </a:lnTo>
                <a:lnTo>
                  <a:pt x="2609850" y="3686175"/>
                </a:lnTo>
                <a:lnTo>
                  <a:pt x="2600325" y="3686175"/>
                </a:lnTo>
                <a:lnTo>
                  <a:pt x="2600325" y="3695700"/>
                </a:lnTo>
                <a:lnTo>
                  <a:pt x="2609850" y="3695700"/>
                </a:lnTo>
                <a:lnTo>
                  <a:pt x="2609850" y="3714750"/>
                </a:lnTo>
                <a:lnTo>
                  <a:pt x="2619375" y="3714750"/>
                </a:lnTo>
                <a:lnTo>
                  <a:pt x="2619375" y="3724275"/>
                </a:lnTo>
                <a:lnTo>
                  <a:pt x="2628900" y="3724275"/>
                </a:lnTo>
                <a:lnTo>
                  <a:pt x="2628900" y="3714750"/>
                </a:lnTo>
                <a:lnTo>
                  <a:pt x="2638425" y="3714750"/>
                </a:lnTo>
                <a:lnTo>
                  <a:pt x="2638425" y="3724275"/>
                </a:lnTo>
                <a:lnTo>
                  <a:pt x="2657475" y="3724275"/>
                </a:lnTo>
                <a:lnTo>
                  <a:pt x="2657475" y="3733800"/>
                </a:lnTo>
                <a:lnTo>
                  <a:pt x="2647950" y="3733800"/>
                </a:lnTo>
                <a:lnTo>
                  <a:pt x="2647950" y="3752850"/>
                </a:lnTo>
                <a:lnTo>
                  <a:pt x="2628900" y="3752850"/>
                </a:lnTo>
                <a:lnTo>
                  <a:pt x="2628900" y="3771900"/>
                </a:lnTo>
                <a:lnTo>
                  <a:pt x="2609850" y="3771900"/>
                </a:lnTo>
                <a:lnTo>
                  <a:pt x="2609850" y="3781425"/>
                </a:lnTo>
                <a:lnTo>
                  <a:pt x="2581275" y="3781425"/>
                </a:lnTo>
                <a:lnTo>
                  <a:pt x="2581275" y="3752850"/>
                </a:lnTo>
                <a:lnTo>
                  <a:pt x="2571750" y="3752850"/>
                </a:lnTo>
                <a:lnTo>
                  <a:pt x="2571750" y="3714750"/>
                </a:lnTo>
                <a:lnTo>
                  <a:pt x="2562225" y="3714750"/>
                </a:lnTo>
                <a:lnTo>
                  <a:pt x="2562225" y="3705225"/>
                </a:lnTo>
                <a:lnTo>
                  <a:pt x="2543175" y="3705225"/>
                </a:lnTo>
                <a:lnTo>
                  <a:pt x="2543175" y="3686175"/>
                </a:lnTo>
                <a:lnTo>
                  <a:pt x="2552700" y="3686175"/>
                </a:lnTo>
                <a:lnTo>
                  <a:pt x="2552700" y="3676650"/>
                </a:lnTo>
                <a:lnTo>
                  <a:pt x="2562225" y="3676650"/>
                </a:lnTo>
                <a:lnTo>
                  <a:pt x="2562225" y="3657600"/>
                </a:lnTo>
                <a:lnTo>
                  <a:pt x="2571750" y="3657600"/>
                </a:lnTo>
                <a:lnTo>
                  <a:pt x="2571750" y="3648075"/>
                </a:lnTo>
                <a:lnTo>
                  <a:pt x="2581275" y="3648075"/>
                </a:lnTo>
                <a:lnTo>
                  <a:pt x="2581275" y="3638550"/>
                </a:lnTo>
                <a:lnTo>
                  <a:pt x="2590800" y="3638550"/>
                </a:lnTo>
                <a:close/>
                <a:moveTo>
                  <a:pt x="2819400" y="3619500"/>
                </a:moveTo>
                <a:lnTo>
                  <a:pt x="2828925" y="3619500"/>
                </a:lnTo>
                <a:lnTo>
                  <a:pt x="2828925" y="3629025"/>
                </a:lnTo>
                <a:lnTo>
                  <a:pt x="2819400" y="3629025"/>
                </a:lnTo>
                <a:close/>
                <a:moveTo>
                  <a:pt x="2838450" y="3619500"/>
                </a:moveTo>
                <a:lnTo>
                  <a:pt x="2847975" y="3619500"/>
                </a:lnTo>
                <a:lnTo>
                  <a:pt x="2847975" y="3638550"/>
                </a:lnTo>
                <a:lnTo>
                  <a:pt x="2838450" y="3638550"/>
                </a:lnTo>
                <a:close/>
                <a:moveTo>
                  <a:pt x="2895600" y="3619500"/>
                </a:moveTo>
                <a:lnTo>
                  <a:pt x="2905125" y="3619500"/>
                </a:lnTo>
                <a:lnTo>
                  <a:pt x="2905125" y="3629025"/>
                </a:lnTo>
                <a:lnTo>
                  <a:pt x="2895600" y="3629025"/>
                </a:lnTo>
                <a:close/>
                <a:moveTo>
                  <a:pt x="3181350" y="3619500"/>
                </a:moveTo>
                <a:lnTo>
                  <a:pt x="3190875" y="3619500"/>
                </a:lnTo>
                <a:lnTo>
                  <a:pt x="3190875" y="3629025"/>
                </a:lnTo>
                <a:lnTo>
                  <a:pt x="3181350" y="3629025"/>
                </a:lnTo>
                <a:close/>
                <a:moveTo>
                  <a:pt x="2809875" y="3638550"/>
                </a:moveTo>
                <a:lnTo>
                  <a:pt x="2819400" y="3638550"/>
                </a:lnTo>
                <a:lnTo>
                  <a:pt x="2819400" y="3648075"/>
                </a:lnTo>
                <a:lnTo>
                  <a:pt x="2809875" y="3648075"/>
                </a:lnTo>
                <a:close/>
                <a:moveTo>
                  <a:pt x="2886075" y="3638550"/>
                </a:moveTo>
                <a:lnTo>
                  <a:pt x="2895600" y="3638550"/>
                </a:lnTo>
                <a:lnTo>
                  <a:pt x="2895600" y="3648075"/>
                </a:lnTo>
                <a:lnTo>
                  <a:pt x="2886075" y="3648075"/>
                </a:lnTo>
                <a:close/>
                <a:moveTo>
                  <a:pt x="3000375" y="3638550"/>
                </a:moveTo>
                <a:lnTo>
                  <a:pt x="3009900" y="3638550"/>
                </a:lnTo>
                <a:lnTo>
                  <a:pt x="3009900" y="3648075"/>
                </a:lnTo>
                <a:lnTo>
                  <a:pt x="3019425" y="3648075"/>
                </a:lnTo>
                <a:lnTo>
                  <a:pt x="3019425" y="3638550"/>
                </a:lnTo>
                <a:lnTo>
                  <a:pt x="3028950" y="3638550"/>
                </a:lnTo>
                <a:lnTo>
                  <a:pt x="3028950" y="3648075"/>
                </a:lnTo>
                <a:lnTo>
                  <a:pt x="3057525" y="3648075"/>
                </a:lnTo>
                <a:lnTo>
                  <a:pt x="3057525" y="3657600"/>
                </a:lnTo>
                <a:lnTo>
                  <a:pt x="3067050" y="3657600"/>
                </a:lnTo>
                <a:lnTo>
                  <a:pt x="3067050" y="3638550"/>
                </a:lnTo>
                <a:lnTo>
                  <a:pt x="3076575" y="3638550"/>
                </a:lnTo>
                <a:lnTo>
                  <a:pt x="3076575" y="3657600"/>
                </a:lnTo>
                <a:lnTo>
                  <a:pt x="3067050" y="3657600"/>
                </a:lnTo>
                <a:lnTo>
                  <a:pt x="3067050" y="3667125"/>
                </a:lnTo>
                <a:lnTo>
                  <a:pt x="3048000" y="3667125"/>
                </a:lnTo>
                <a:lnTo>
                  <a:pt x="3048000" y="3686175"/>
                </a:lnTo>
                <a:lnTo>
                  <a:pt x="3028950" y="3686175"/>
                </a:lnTo>
                <a:lnTo>
                  <a:pt x="3028950" y="3676650"/>
                </a:lnTo>
                <a:lnTo>
                  <a:pt x="3019425" y="3676650"/>
                </a:lnTo>
                <a:lnTo>
                  <a:pt x="3019425" y="3686175"/>
                </a:lnTo>
                <a:lnTo>
                  <a:pt x="3028950" y="3686175"/>
                </a:lnTo>
                <a:lnTo>
                  <a:pt x="3028950" y="3695700"/>
                </a:lnTo>
                <a:lnTo>
                  <a:pt x="3009900" y="3695700"/>
                </a:lnTo>
                <a:lnTo>
                  <a:pt x="3009900" y="3686175"/>
                </a:lnTo>
                <a:lnTo>
                  <a:pt x="3000375" y="3686175"/>
                </a:lnTo>
                <a:lnTo>
                  <a:pt x="3000375" y="3676650"/>
                </a:lnTo>
                <a:lnTo>
                  <a:pt x="2990850" y="3676650"/>
                </a:lnTo>
                <a:lnTo>
                  <a:pt x="2990850" y="3657600"/>
                </a:lnTo>
                <a:lnTo>
                  <a:pt x="3000375" y="3657600"/>
                </a:lnTo>
                <a:close/>
                <a:moveTo>
                  <a:pt x="2143125" y="3657600"/>
                </a:moveTo>
                <a:lnTo>
                  <a:pt x="2171700" y="3657600"/>
                </a:lnTo>
                <a:lnTo>
                  <a:pt x="2171700" y="3667125"/>
                </a:lnTo>
                <a:lnTo>
                  <a:pt x="2162175" y="3667125"/>
                </a:lnTo>
                <a:lnTo>
                  <a:pt x="2162175" y="3676650"/>
                </a:lnTo>
                <a:lnTo>
                  <a:pt x="2171700" y="3676650"/>
                </a:lnTo>
                <a:lnTo>
                  <a:pt x="2171700" y="3667125"/>
                </a:lnTo>
                <a:lnTo>
                  <a:pt x="2181225" y="3667125"/>
                </a:lnTo>
                <a:lnTo>
                  <a:pt x="2181225" y="3695700"/>
                </a:lnTo>
                <a:lnTo>
                  <a:pt x="2171700" y="3695700"/>
                </a:lnTo>
                <a:lnTo>
                  <a:pt x="2171700" y="3705225"/>
                </a:lnTo>
                <a:lnTo>
                  <a:pt x="2162175" y="3705225"/>
                </a:lnTo>
                <a:lnTo>
                  <a:pt x="2162175" y="3686175"/>
                </a:lnTo>
                <a:lnTo>
                  <a:pt x="2152650" y="3686175"/>
                </a:lnTo>
                <a:lnTo>
                  <a:pt x="2152650" y="3676650"/>
                </a:lnTo>
                <a:lnTo>
                  <a:pt x="2133600" y="3676650"/>
                </a:lnTo>
                <a:lnTo>
                  <a:pt x="2133600" y="3667125"/>
                </a:lnTo>
                <a:lnTo>
                  <a:pt x="2143125" y="3667125"/>
                </a:lnTo>
                <a:close/>
                <a:moveTo>
                  <a:pt x="2952750" y="3657600"/>
                </a:moveTo>
                <a:lnTo>
                  <a:pt x="2971800" y="3657600"/>
                </a:lnTo>
                <a:lnTo>
                  <a:pt x="2971800" y="3676650"/>
                </a:lnTo>
                <a:lnTo>
                  <a:pt x="2962275" y="3676650"/>
                </a:lnTo>
                <a:lnTo>
                  <a:pt x="2962275" y="3686175"/>
                </a:lnTo>
                <a:lnTo>
                  <a:pt x="2952750" y="3686175"/>
                </a:lnTo>
                <a:close/>
                <a:moveTo>
                  <a:pt x="3086100" y="3657600"/>
                </a:moveTo>
                <a:lnTo>
                  <a:pt x="3105150" y="3657600"/>
                </a:lnTo>
                <a:lnTo>
                  <a:pt x="3105150" y="3667125"/>
                </a:lnTo>
                <a:lnTo>
                  <a:pt x="3114675" y="3667125"/>
                </a:lnTo>
                <a:lnTo>
                  <a:pt x="3114675" y="3676650"/>
                </a:lnTo>
                <a:lnTo>
                  <a:pt x="3124200" y="3676650"/>
                </a:lnTo>
                <a:lnTo>
                  <a:pt x="3124200" y="3667125"/>
                </a:lnTo>
                <a:lnTo>
                  <a:pt x="3133725" y="3667125"/>
                </a:lnTo>
                <a:lnTo>
                  <a:pt x="3133725" y="3657600"/>
                </a:lnTo>
                <a:lnTo>
                  <a:pt x="3152775" y="3657600"/>
                </a:lnTo>
                <a:lnTo>
                  <a:pt x="3152775" y="3667125"/>
                </a:lnTo>
                <a:lnTo>
                  <a:pt x="3190875" y="3667125"/>
                </a:lnTo>
                <a:lnTo>
                  <a:pt x="3190875" y="3686175"/>
                </a:lnTo>
                <a:lnTo>
                  <a:pt x="3124200" y="3686175"/>
                </a:lnTo>
                <a:lnTo>
                  <a:pt x="3124200" y="3705225"/>
                </a:lnTo>
                <a:lnTo>
                  <a:pt x="3133725" y="3705225"/>
                </a:lnTo>
                <a:lnTo>
                  <a:pt x="3133725" y="3724275"/>
                </a:lnTo>
                <a:lnTo>
                  <a:pt x="3162300" y="3724275"/>
                </a:lnTo>
                <a:lnTo>
                  <a:pt x="3162300" y="3714750"/>
                </a:lnTo>
                <a:lnTo>
                  <a:pt x="3181350" y="3714750"/>
                </a:lnTo>
                <a:lnTo>
                  <a:pt x="3181350" y="3743325"/>
                </a:lnTo>
                <a:lnTo>
                  <a:pt x="3190875" y="3743325"/>
                </a:lnTo>
                <a:lnTo>
                  <a:pt x="3190875" y="3752850"/>
                </a:lnTo>
                <a:lnTo>
                  <a:pt x="3162300" y="3752850"/>
                </a:lnTo>
                <a:lnTo>
                  <a:pt x="3162300" y="3743325"/>
                </a:lnTo>
                <a:lnTo>
                  <a:pt x="3152775" y="3743325"/>
                </a:lnTo>
                <a:lnTo>
                  <a:pt x="3152775" y="3752850"/>
                </a:lnTo>
                <a:lnTo>
                  <a:pt x="3162300" y="3752850"/>
                </a:lnTo>
                <a:lnTo>
                  <a:pt x="3162300" y="3762375"/>
                </a:lnTo>
                <a:lnTo>
                  <a:pt x="3114675" y="3762375"/>
                </a:lnTo>
                <a:lnTo>
                  <a:pt x="3114675" y="3743325"/>
                </a:lnTo>
                <a:lnTo>
                  <a:pt x="3124200" y="3743325"/>
                </a:lnTo>
                <a:lnTo>
                  <a:pt x="3124200" y="3714750"/>
                </a:lnTo>
                <a:lnTo>
                  <a:pt x="3114675" y="3714750"/>
                </a:lnTo>
                <a:lnTo>
                  <a:pt x="3114675" y="3705225"/>
                </a:lnTo>
                <a:lnTo>
                  <a:pt x="3105150" y="3705225"/>
                </a:lnTo>
                <a:lnTo>
                  <a:pt x="3105150" y="3676650"/>
                </a:lnTo>
                <a:lnTo>
                  <a:pt x="3095625" y="3676650"/>
                </a:lnTo>
                <a:lnTo>
                  <a:pt x="3095625" y="3667125"/>
                </a:lnTo>
                <a:lnTo>
                  <a:pt x="3086100" y="3667125"/>
                </a:lnTo>
                <a:close/>
                <a:moveTo>
                  <a:pt x="2371725" y="3676650"/>
                </a:moveTo>
                <a:lnTo>
                  <a:pt x="2381250" y="3676650"/>
                </a:lnTo>
                <a:lnTo>
                  <a:pt x="2381250" y="3686175"/>
                </a:lnTo>
                <a:lnTo>
                  <a:pt x="2409825" y="3686175"/>
                </a:lnTo>
                <a:lnTo>
                  <a:pt x="2409825" y="3695700"/>
                </a:lnTo>
                <a:lnTo>
                  <a:pt x="2457450" y="3695700"/>
                </a:lnTo>
                <a:lnTo>
                  <a:pt x="2457450" y="3705225"/>
                </a:lnTo>
                <a:lnTo>
                  <a:pt x="2438400" y="3705225"/>
                </a:lnTo>
                <a:lnTo>
                  <a:pt x="2438400" y="3724275"/>
                </a:lnTo>
                <a:lnTo>
                  <a:pt x="2419350" y="3724275"/>
                </a:lnTo>
                <a:lnTo>
                  <a:pt x="2419350" y="3714750"/>
                </a:lnTo>
                <a:lnTo>
                  <a:pt x="2352675" y="3714750"/>
                </a:lnTo>
                <a:lnTo>
                  <a:pt x="2352675" y="3705225"/>
                </a:lnTo>
                <a:lnTo>
                  <a:pt x="2324100" y="3705225"/>
                </a:lnTo>
                <a:lnTo>
                  <a:pt x="2324100" y="3695700"/>
                </a:lnTo>
                <a:lnTo>
                  <a:pt x="2362200" y="3695700"/>
                </a:lnTo>
                <a:lnTo>
                  <a:pt x="2362200" y="3686175"/>
                </a:lnTo>
                <a:lnTo>
                  <a:pt x="2371725" y="3686175"/>
                </a:lnTo>
                <a:close/>
                <a:moveTo>
                  <a:pt x="2886075" y="3676650"/>
                </a:moveTo>
                <a:lnTo>
                  <a:pt x="2895600" y="3676650"/>
                </a:lnTo>
                <a:lnTo>
                  <a:pt x="2895600" y="3705225"/>
                </a:lnTo>
                <a:lnTo>
                  <a:pt x="2886075" y="3705225"/>
                </a:lnTo>
                <a:lnTo>
                  <a:pt x="2886075" y="3695700"/>
                </a:lnTo>
                <a:lnTo>
                  <a:pt x="2867025" y="3695700"/>
                </a:lnTo>
                <a:lnTo>
                  <a:pt x="2867025" y="3686175"/>
                </a:lnTo>
                <a:lnTo>
                  <a:pt x="2886075" y="3686175"/>
                </a:lnTo>
                <a:close/>
                <a:moveTo>
                  <a:pt x="2466975" y="3686175"/>
                </a:moveTo>
                <a:lnTo>
                  <a:pt x="2476500" y="3686175"/>
                </a:lnTo>
                <a:lnTo>
                  <a:pt x="2476500" y="3695700"/>
                </a:lnTo>
                <a:lnTo>
                  <a:pt x="2466975" y="3695700"/>
                </a:lnTo>
                <a:close/>
                <a:moveTo>
                  <a:pt x="2971800" y="3695700"/>
                </a:moveTo>
                <a:lnTo>
                  <a:pt x="2981325" y="3695700"/>
                </a:lnTo>
                <a:lnTo>
                  <a:pt x="2981325" y="3714750"/>
                </a:lnTo>
                <a:lnTo>
                  <a:pt x="2971800" y="3714750"/>
                </a:lnTo>
                <a:close/>
                <a:moveTo>
                  <a:pt x="3086100" y="3695700"/>
                </a:moveTo>
                <a:lnTo>
                  <a:pt x="3095625" y="3695700"/>
                </a:lnTo>
                <a:lnTo>
                  <a:pt x="3095625" y="3705225"/>
                </a:lnTo>
                <a:lnTo>
                  <a:pt x="3086100" y="3705225"/>
                </a:lnTo>
                <a:close/>
                <a:moveTo>
                  <a:pt x="2990850" y="3705225"/>
                </a:moveTo>
                <a:lnTo>
                  <a:pt x="3000375" y="3705225"/>
                </a:lnTo>
                <a:lnTo>
                  <a:pt x="3000375" y="3724275"/>
                </a:lnTo>
                <a:lnTo>
                  <a:pt x="2990850" y="3724275"/>
                </a:lnTo>
                <a:close/>
                <a:moveTo>
                  <a:pt x="2495550" y="3714750"/>
                </a:moveTo>
                <a:lnTo>
                  <a:pt x="2514600" y="3714750"/>
                </a:lnTo>
                <a:lnTo>
                  <a:pt x="2514600" y="3724275"/>
                </a:lnTo>
                <a:lnTo>
                  <a:pt x="2524125" y="3724275"/>
                </a:lnTo>
                <a:lnTo>
                  <a:pt x="2524125" y="3733800"/>
                </a:lnTo>
                <a:lnTo>
                  <a:pt x="2543175" y="3733800"/>
                </a:lnTo>
                <a:lnTo>
                  <a:pt x="2543175" y="3752850"/>
                </a:lnTo>
                <a:lnTo>
                  <a:pt x="2533650" y="3752850"/>
                </a:lnTo>
                <a:lnTo>
                  <a:pt x="2533650" y="3743325"/>
                </a:lnTo>
                <a:lnTo>
                  <a:pt x="2514600" y="3743325"/>
                </a:lnTo>
                <a:lnTo>
                  <a:pt x="2514600" y="3733800"/>
                </a:lnTo>
                <a:lnTo>
                  <a:pt x="2486025" y="3733800"/>
                </a:lnTo>
                <a:lnTo>
                  <a:pt x="2486025" y="3724275"/>
                </a:lnTo>
                <a:lnTo>
                  <a:pt x="2495550" y="3724275"/>
                </a:lnTo>
                <a:close/>
                <a:moveTo>
                  <a:pt x="2809875" y="3714750"/>
                </a:moveTo>
                <a:lnTo>
                  <a:pt x="2819400" y="3714750"/>
                </a:lnTo>
                <a:lnTo>
                  <a:pt x="2819400" y="3724275"/>
                </a:lnTo>
                <a:lnTo>
                  <a:pt x="2809875" y="3724275"/>
                </a:lnTo>
                <a:close/>
                <a:moveTo>
                  <a:pt x="2247900" y="3724275"/>
                </a:moveTo>
                <a:lnTo>
                  <a:pt x="2257425" y="3724275"/>
                </a:lnTo>
                <a:lnTo>
                  <a:pt x="2257425" y="3733800"/>
                </a:lnTo>
                <a:lnTo>
                  <a:pt x="2286000" y="3733800"/>
                </a:lnTo>
                <a:lnTo>
                  <a:pt x="2286000" y="3724275"/>
                </a:lnTo>
                <a:lnTo>
                  <a:pt x="2295525" y="3724275"/>
                </a:lnTo>
                <a:lnTo>
                  <a:pt x="2295525" y="3752850"/>
                </a:lnTo>
                <a:lnTo>
                  <a:pt x="2381250" y="3752850"/>
                </a:lnTo>
                <a:lnTo>
                  <a:pt x="2381250" y="3762375"/>
                </a:lnTo>
                <a:lnTo>
                  <a:pt x="2333625" y="3762375"/>
                </a:lnTo>
                <a:lnTo>
                  <a:pt x="2333625" y="3771900"/>
                </a:lnTo>
                <a:lnTo>
                  <a:pt x="2324100" y="3771900"/>
                </a:lnTo>
                <a:lnTo>
                  <a:pt x="2324100" y="3781425"/>
                </a:lnTo>
                <a:lnTo>
                  <a:pt x="2333625" y="3781425"/>
                </a:lnTo>
                <a:lnTo>
                  <a:pt x="2333625" y="3790950"/>
                </a:lnTo>
                <a:lnTo>
                  <a:pt x="2343150" y="3790950"/>
                </a:lnTo>
                <a:lnTo>
                  <a:pt x="2343150" y="3800475"/>
                </a:lnTo>
                <a:lnTo>
                  <a:pt x="2352675" y="3800475"/>
                </a:lnTo>
                <a:lnTo>
                  <a:pt x="2352675" y="3819525"/>
                </a:lnTo>
                <a:lnTo>
                  <a:pt x="2371725" y="3819525"/>
                </a:lnTo>
                <a:lnTo>
                  <a:pt x="2371725" y="3829050"/>
                </a:lnTo>
                <a:lnTo>
                  <a:pt x="2343150" y="3829050"/>
                </a:lnTo>
                <a:lnTo>
                  <a:pt x="2343150" y="3819525"/>
                </a:lnTo>
                <a:lnTo>
                  <a:pt x="2333625" y="3819525"/>
                </a:lnTo>
                <a:lnTo>
                  <a:pt x="2333625" y="3829050"/>
                </a:lnTo>
                <a:lnTo>
                  <a:pt x="2286000" y="3829050"/>
                </a:lnTo>
                <a:lnTo>
                  <a:pt x="2286000" y="3819525"/>
                </a:lnTo>
                <a:lnTo>
                  <a:pt x="2266950" y="3819525"/>
                </a:lnTo>
                <a:lnTo>
                  <a:pt x="2266950" y="3790950"/>
                </a:lnTo>
                <a:lnTo>
                  <a:pt x="2314575" y="3790950"/>
                </a:lnTo>
                <a:lnTo>
                  <a:pt x="2314575" y="3781425"/>
                </a:lnTo>
                <a:lnTo>
                  <a:pt x="2305050" y="3781425"/>
                </a:lnTo>
                <a:lnTo>
                  <a:pt x="2305050" y="3771900"/>
                </a:lnTo>
                <a:lnTo>
                  <a:pt x="2276475" y="3771900"/>
                </a:lnTo>
                <a:lnTo>
                  <a:pt x="2276475" y="3762375"/>
                </a:lnTo>
                <a:lnTo>
                  <a:pt x="2266950" y="3762375"/>
                </a:lnTo>
                <a:lnTo>
                  <a:pt x="2266950" y="3771900"/>
                </a:lnTo>
                <a:lnTo>
                  <a:pt x="2257425" y="3771900"/>
                </a:lnTo>
                <a:lnTo>
                  <a:pt x="2257425" y="3762375"/>
                </a:lnTo>
                <a:lnTo>
                  <a:pt x="2247900" y="3762375"/>
                </a:lnTo>
                <a:lnTo>
                  <a:pt x="2247900" y="3743325"/>
                </a:lnTo>
                <a:lnTo>
                  <a:pt x="2238375" y="3743325"/>
                </a:lnTo>
                <a:lnTo>
                  <a:pt x="2238375" y="3733800"/>
                </a:lnTo>
                <a:lnTo>
                  <a:pt x="2247900" y="3733800"/>
                </a:lnTo>
                <a:close/>
                <a:moveTo>
                  <a:pt x="2790825" y="3724275"/>
                </a:moveTo>
                <a:lnTo>
                  <a:pt x="2809875" y="3724275"/>
                </a:lnTo>
                <a:lnTo>
                  <a:pt x="2809875" y="3743325"/>
                </a:lnTo>
                <a:lnTo>
                  <a:pt x="2828925" y="3743325"/>
                </a:lnTo>
                <a:lnTo>
                  <a:pt x="2828925" y="3752850"/>
                </a:lnTo>
                <a:lnTo>
                  <a:pt x="2819400" y="3752850"/>
                </a:lnTo>
                <a:lnTo>
                  <a:pt x="2819400" y="3771900"/>
                </a:lnTo>
                <a:lnTo>
                  <a:pt x="2809875" y="3771900"/>
                </a:lnTo>
                <a:lnTo>
                  <a:pt x="2809875" y="3752850"/>
                </a:lnTo>
                <a:lnTo>
                  <a:pt x="2800350" y="3752850"/>
                </a:lnTo>
                <a:lnTo>
                  <a:pt x="2800350" y="3743325"/>
                </a:lnTo>
                <a:lnTo>
                  <a:pt x="2781300" y="3743325"/>
                </a:lnTo>
                <a:lnTo>
                  <a:pt x="2781300" y="3752850"/>
                </a:lnTo>
                <a:lnTo>
                  <a:pt x="2800350" y="3752850"/>
                </a:lnTo>
                <a:lnTo>
                  <a:pt x="2800350" y="3762375"/>
                </a:lnTo>
                <a:lnTo>
                  <a:pt x="2790825" y="3762375"/>
                </a:lnTo>
                <a:lnTo>
                  <a:pt x="2790825" y="3781425"/>
                </a:lnTo>
                <a:lnTo>
                  <a:pt x="2781300" y="3781425"/>
                </a:lnTo>
                <a:lnTo>
                  <a:pt x="2781300" y="3762375"/>
                </a:lnTo>
                <a:lnTo>
                  <a:pt x="2771775" y="3762375"/>
                </a:lnTo>
                <a:lnTo>
                  <a:pt x="2771775" y="3733800"/>
                </a:lnTo>
                <a:lnTo>
                  <a:pt x="2790825" y="3733800"/>
                </a:lnTo>
                <a:close/>
                <a:moveTo>
                  <a:pt x="2200275" y="3733800"/>
                </a:moveTo>
                <a:lnTo>
                  <a:pt x="2219325" y="3733800"/>
                </a:lnTo>
                <a:lnTo>
                  <a:pt x="2219325" y="3752850"/>
                </a:lnTo>
                <a:lnTo>
                  <a:pt x="2209800" y="3752850"/>
                </a:lnTo>
                <a:lnTo>
                  <a:pt x="2209800" y="3743325"/>
                </a:lnTo>
                <a:lnTo>
                  <a:pt x="2200275" y="3743325"/>
                </a:lnTo>
                <a:close/>
                <a:moveTo>
                  <a:pt x="2552700" y="3743325"/>
                </a:moveTo>
                <a:lnTo>
                  <a:pt x="2562225" y="3743325"/>
                </a:lnTo>
                <a:lnTo>
                  <a:pt x="2562225" y="3752850"/>
                </a:lnTo>
                <a:lnTo>
                  <a:pt x="2571750" y="3752850"/>
                </a:lnTo>
                <a:lnTo>
                  <a:pt x="2571750" y="3762375"/>
                </a:lnTo>
                <a:lnTo>
                  <a:pt x="2562225" y="3762375"/>
                </a:lnTo>
                <a:lnTo>
                  <a:pt x="2562225" y="3781425"/>
                </a:lnTo>
                <a:lnTo>
                  <a:pt x="2552700" y="3781425"/>
                </a:lnTo>
                <a:lnTo>
                  <a:pt x="2552700" y="3790950"/>
                </a:lnTo>
                <a:lnTo>
                  <a:pt x="2486025" y="3790950"/>
                </a:lnTo>
                <a:lnTo>
                  <a:pt x="2486025" y="3781425"/>
                </a:lnTo>
                <a:lnTo>
                  <a:pt x="2543175" y="3781425"/>
                </a:lnTo>
                <a:lnTo>
                  <a:pt x="2543175" y="3752850"/>
                </a:lnTo>
                <a:lnTo>
                  <a:pt x="2552700" y="3752850"/>
                </a:lnTo>
                <a:close/>
                <a:moveTo>
                  <a:pt x="2581275" y="3752850"/>
                </a:moveTo>
                <a:lnTo>
                  <a:pt x="2590800" y="3752850"/>
                </a:lnTo>
                <a:lnTo>
                  <a:pt x="2590800" y="3743325"/>
                </a:lnTo>
                <a:lnTo>
                  <a:pt x="2581275" y="3743325"/>
                </a:lnTo>
                <a:close/>
                <a:moveTo>
                  <a:pt x="2867025" y="3752850"/>
                </a:moveTo>
                <a:lnTo>
                  <a:pt x="2886075" y="3752850"/>
                </a:lnTo>
                <a:lnTo>
                  <a:pt x="2886075" y="3762375"/>
                </a:lnTo>
                <a:lnTo>
                  <a:pt x="2867025" y="3762375"/>
                </a:lnTo>
                <a:close/>
                <a:moveTo>
                  <a:pt x="2990850" y="3752850"/>
                </a:moveTo>
                <a:lnTo>
                  <a:pt x="3000375" y="3752850"/>
                </a:lnTo>
                <a:lnTo>
                  <a:pt x="3000375" y="3762375"/>
                </a:lnTo>
                <a:lnTo>
                  <a:pt x="2990850" y="3762375"/>
                </a:lnTo>
                <a:close/>
                <a:moveTo>
                  <a:pt x="2409825" y="3762375"/>
                </a:moveTo>
                <a:lnTo>
                  <a:pt x="2428875" y="3762375"/>
                </a:lnTo>
                <a:lnTo>
                  <a:pt x="2428875" y="3771900"/>
                </a:lnTo>
                <a:lnTo>
                  <a:pt x="2457450" y="3771900"/>
                </a:lnTo>
                <a:lnTo>
                  <a:pt x="2457450" y="3781425"/>
                </a:lnTo>
                <a:lnTo>
                  <a:pt x="2466975" y="3781425"/>
                </a:lnTo>
                <a:lnTo>
                  <a:pt x="2466975" y="3771900"/>
                </a:lnTo>
                <a:lnTo>
                  <a:pt x="2476500" y="3771900"/>
                </a:lnTo>
                <a:lnTo>
                  <a:pt x="2476500" y="3781425"/>
                </a:lnTo>
                <a:lnTo>
                  <a:pt x="2466975" y="3781425"/>
                </a:lnTo>
                <a:lnTo>
                  <a:pt x="2466975" y="3790950"/>
                </a:lnTo>
                <a:lnTo>
                  <a:pt x="2438400" y="3790950"/>
                </a:lnTo>
                <a:lnTo>
                  <a:pt x="2438400" y="3781425"/>
                </a:lnTo>
                <a:lnTo>
                  <a:pt x="2419350" y="3781425"/>
                </a:lnTo>
                <a:lnTo>
                  <a:pt x="2419350" y="3771900"/>
                </a:lnTo>
                <a:lnTo>
                  <a:pt x="2409825" y="3771900"/>
                </a:lnTo>
                <a:close/>
                <a:moveTo>
                  <a:pt x="2838450" y="3762375"/>
                </a:moveTo>
                <a:lnTo>
                  <a:pt x="2847975" y="3762375"/>
                </a:lnTo>
                <a:lnTo>
                  <a:pt x="2847975" y="3771900"/>
                </a:lnTo>
                <a:lnTo>
                  <a:pt x="2838450" y="3771900"/>
                </a:lnTo>
                <a:close/>
                <a:moveTo>
                  <a:pt x="3038475" y="3762375"/>
                </a:moveTo>
                <a:lnTo>
                  <a:pt x="3057525" y="3762375"/>
                </a:lnTo>
                <a:lnTo>
                  <a:pt x="3057525" y="3771900"/>
                </a:lnTo>
                <a:lnTo>
                  <a:pt x="3067050" y="3771900"/>
                </a:lnTo>
                <a:lnTo>
                  <a:pt x="3067050" y="3781425"/>
                </a:lnTo>
                <a:lnTo>
                  <a:pt x="3076575" y="3781425"/>
                </a:lnTo>
                <a:lnTo>
                  <a:pt x="3076575" y="3771900"/>
                </a:lnTo>
                <a:lnTo>
                  <a:pt x="3105150" y="3771900"/>
                </a:lnTo>
                <a:lnTo>
                  <a:pt x="3105150" y="3781425"/>
                </a:lnTo>
                <a:lnTo>
                  <a:pt x="3114675" y="3781425"/>
                </a:lnTo>
                <a:lnTo>
                  <a:pt x="3114675" y="3790950"/>
                </a:lnTo>
                <a:lnTo>
                  <a:pt x="3124200" y="3790950"/>
                </a:lnTo>
                <a:lnTo>
                  <a:pt x="3124200" y="3800475"/>
                </a:lnTo>
                <a:lnTo>
                  <a:pt x="3133725" y="3800475"/>
                </a:lnTo>
                <a:lnTo>
                  <a:pt x="3133725" y="3810000"/>
                </a:lnTo>
                <a:lnTo>
                  <a:pt x="3114675" y="3810000"/>
                </a:lnTo>
                <a:lnTo>
                  <a:pt x="3114675" y="3819525"/>
                </a:lnTo>
                <a:lnTo>
                  <a:pt x="3086100" y="3819525"/>
                </a:lnTo>
                <a:lnTo>
                  <a:pt x="3086100" y="3829050"/>
                </a:lnTo>
                <a:lnTo>
                  <a:pt x="3076575" y="3829050"/>
                </a:lnTo>
                <a:lnTo>
                  <a:pt x="3076575" y="3819525"/>
                </a:lnTo>
                <a:lnTo>
                  <a:pt x="3057525" y="3819525"/>
                </a:lnTo>
                <a:lnTo>
                  <a:pt x="3057525" y="3810000"/>
                </a:lnTo>
                <a:lnTo>
                  <a:pt x="3048000" y="3810000"/>
                </a:lnTo>
                <a:lnTo>
                  <a:pt x="3048000" y="3800475"/>
                </a:lnTo>
                <a:lnTo>
                  <a:pt x="3038475" y="3800475"/>
                </a:lnTo>
                <a:lnTo>
                  <a:pt x="3038475" y="3790950"/>
                </a:lnTo>
                <a:lnTo>
                  <a:pt x="3028950" y="3790950"/>
                </a:lnTo>
                <a:lnTo>
                  <a:pt x="3028950" y="3781425"/>
                </a:lnTo>
                <a:lnTo>
                  <a:pt x="3038475" y="3781425"/>
                </a:lnTo>
                <a:close/>
                <a:moveTo>
                  <a:pt x="2266950" y="3771900"/>
                </a:moveTo>
                <a:lnTo>
                  <a:pt x="2276475" y="3771900"/>
                </a:lnTo>
                <a:lnTo>
                  <a:pt x="2276475" y="3781425"/>
                </a:lnTo>
                <a:lnTo>
                  <a:pt x="2266950" y="3781425"/>
                </a:lnTo>
                <a:close/>
                <a:moveTo>
                  <a:pt x="2828925" y="3781425"/>
                </a:moveTo>
                <a:lnTo>
                  <a:pt x="2838450" y="3781425"/>
                </a:lnTo>
                <a:lnTo>
                  <a:pt x="2838450" y="3790950"/>
                </a:lnTo>
                <a:lnTo>
                  <a:pt x="2828925" y="3790950"/>
                </a:lnTo>
                <a:close/>
                <a:moveTo>
                  <a:pt x="2590800" y="3819525"/>
                </a:moveTo>
                <a:lnTo>
                  <a:pt x="2600325" y="3819525"/>
                </a:lnTo>
                <a:lnTo>
                  <a:pt x="2600325" y="3829050"/>
                </a:lnTo>
                <a:lnTo>
                  <a:pt x="2609850" y="3829050"/>
                </a:lnTo>
                <a:lnTo>
                  <a:pt x="2609850" y="3838575"/>
                </a:lnTo>
                <a:lnTo>
                  <a:pt x="2619375" y="3838575"/>
                </a:lnTo>
                <a:lnTo>
                  <a:pt x="2619375" y="3867150"/>
                </a:lnTo>
                <a:lnTo>
                  <a:pt x="2609850" y="3867150"/>
                </a:lnTo>
                <a:lnTo>
                  <a:pt x="2609850" y="3876675"/>
                </a:lnTo>
                <a:lnTo>
                  <a:pt x="2600325" y="3876675"/>
                </a:lnTo>
                <a:lnTo>
                  <a:pt x="2600325" y="3867150"/>
                </a:lnTo>
                <a:lnTo>
                  <a:pt x="2581275" y="3867150"/>
                </a:lnTo>
                <a:lnTo>
                  <a:pt x="2581275" y="3857625"/>
                </a:lnTo>
                <a:lnTo>
                  <a:pt x="2571750" y="3857625"/>
                </a:lnTo>
                <a:lnTo>
                  <a:pt x="2571750" y="3848100"/>
                </a:lnTo>
                <a:lnTo>
                  <a:pt x="2581275" y="3848100"/>
                </a:lnTo>
                <a:lnTo>
                  <a:pt x="2581275" y="3838575"/>
                </a:lnTo>
                <a:lnTo>
                  <a:pt x="2590800" y="3838575"/>
                </a:lnTo>
                <a:close/>
                <a:moveTo>
                  <a:pt x="2419350" y="3829050"/>
                </a:moveTo>
                <a:lnTo>
                  <a:pt x="2486025" y="3829050"/>
                </a:lnTo>
                <a:lnTo>
                  <a:pt x="2486025" y="3838575"/>
                </a:lnTo>
                <a:lnTo>
                  <a:pt x="2524125" y="3838575"/>
                </a:lnTo>
                <a:lnTo>
                  <a:pt x="2524125" y="3857625"/>
                </a:lnTo>
                <a:lnTo>
                  <a:pt x="2514600" y="3857625"/>
                </a:lnTo>
                <a:lnTo>
                  <a:pt x="2514600" y="3848100"/>
                </a:lnTo>
                <a:lnTo>
                  <a:pt x="2505075" y="3848100"/>
                </a:lnTo>
                <a:lnTo>
                  <a:pt x="2505075" y="3857625"/>
                </a:lnTo>
                <a:lnTo>
                  <a:pt x="2495550" y="3857625"/>
                </a:lnTo>
                <a:lnTo>
                  <a:pt x="2495550" y="3848100"/>
                </a:lnTo>
                <a:lnTo>
                  <a:pt x="2486025" y="3848100"/>
                </a:lnTo>
                <a:lnTo>
                  <a:pt x="2486025" y="3857625"/>
                </a:lnTo>
                <a:lnTo>
                  <a:pt x="2466975" y="3857625"/>
                </a:lnTo>
                <a:lnTo>
                  <a:pt x="2466975" y="3848100"/>
                </a:lnTo>
                <a:lnTo>
                  <a:pt x="2447925" y="3848100"/>
                </a:lnTo>
                <a:lnTo>
                  <a:pt x="2447925" y="3838575"/>
                </a:lnTo>
                <a:lnTo>
                  <a:pt x="2428875" y="3838575"/>
                </a:lnTo>
                <a:lnTo>
                  <a:pt x="2428875" y="3848100"/>
                </a:lnTo>
                <a:lnTo>
                  <a:pt x="2419350" y="3848100"/>
                </a:lnTo>
                <a:close/>
                <a:moveTo>
                  <a:pt x="3095625" y="3829050"/>
                </a:moveTo>
                <a:lnTo>
                  <a:pt x="3124200" y="3829050"/>
                </a:lnTo>
                <a:lnTo>
                  <a:pt x="3124200" y="3838575"/>
                </a:lnTo>
                <a:lnTo>
                  <a:pt x="3114675" y="3838575"/>
                </a:lnTo>
                <a:lnTo>
                  <a:pt x="3114675" y="3848100"/>
                </a:lnTo>
                <a:lnTo>
                  <a:pt x="3105150" y="3848100"/>
                </a:lnTo>
                <a:lnTo>
                  <a:pt x="3105150" y="3838575"/>
                </a:lnTo>
                <a:lnTo>
                  <a:pt x="3095625" y="3838575"/>
                </a:lnTo>
                <a:close/>
                <a:moveTo>
                  <a:pt x="2657475" y="3848100"/>
                </a:moveTo>
                <a:lnTo>
                  <a:pt x="2705100" y="3848100"/>
                </a:lnTo>
                <a:lnTo>
                  <a:pt x="2705100" y="3867150"/>
                </a:lnTo>
                <a:lnTo>
                  <a:pt x="2686050" y="3867150"/>
                </a:lnTo>
                <a:lnTo>
                  <a:pt x="2686050" y="3857625"/>
                </a:lnTo>
                <a:lnTo>
                  <a:pt x="2657475" y="3857625"/>
                </a:lnTo>
                <a:close/>
                <a:moveTo>
                  <a:pt x="2647950" y="3857625"/>
                </a:moveTo>
                <a:lnTo>
                  <a:pt x="2657475" y="3857625"/>
                </a:lnTo>
                <a:lnTo>
                  <a:pt x="2657475" y="3867150"/>
                </a:lnTo>
                <a:lnTo>
                  <a:pt x="2686050" y="3867150"/>
                </a:lnTo>
                <a:lnTo>
                  <a:pt x="2686050" y="3876675"/>
                </a:lnTo>
                <a:lnTo>
                  <a:pt x="2676525" y="3876675"/>
                </a:lnTo>
                <a:lnTo>
                  <a:pt x="2676525" y="3886200"/>
                </a:lnTo>
                <a:lnTo>
                  <a:pt x="2657475" y="3886200"/>
                </a:lnTo>
                <a:lnTo>
                  <a:pt x="2657475" y="3876675"/>
                </a:lnTo>
                <a:lnTo>
                  <a:pt x="2647950" y="3876675"/>
                </a:lnTo>
                <a:close/>
                <a:moveTo>
                  <a:pt x="2962275" y="3905250"/>
                </a:moveTo>
                <a:lnTo>
                  <a:pt x="3000375" y="3905250"/>
                </a:lnTo>
                <a:lnTo>
                  <a:pt x="3000375" y="3924300"/>
                </a:lnTo>
                <a:lnTo>
                  <a:pt x="2990850" y="3924300"/>
                </a:lnTo>
                <a:lnTo>
                  <a:pt x="2990850" y="3914775"/>
                </a:lnTo>
                <a:lnTo>
                  <a:pt x="2981325" y="3914775"/>
                </a:lnTo>
                <a:lnTo>
                  <a:pt x="2981325" y="3924300"/>
                </a:lnTo>
                <a:lnTo>
                  <a:pt x="2952750" y="3924300"/>
                </a:lnTo>
                <a:lnTo>
                  <a:pt x="2952750" y="3933825"/>
                </a:lnTo>
                <a:lnTo>
                  <a:pt x="2943225" y="3933825"/>
                </a:lnTo>
                <a:lnTo>
                  <a:pt x="2943225" y="3914775"/>
                </a:lnTo>
                <a:lnTo>
                  <a:pt x="2962275" y="3914775"/>
                </a:lnTo>
                <a:close/>
                <a:moveTo>
                  <a:pt x="3019425" y="3914775"/>
                </a:moveTo>
                <a:lnTo>
                  <a:pt x="3028950" y="3914775"/>
                </a:lnTo>
                <a:lnTo>
                  <a:pt x="3028950" y="3924300"/>
                </a:lnTo>
                <a:lnTo>
                  <a:pt x="3019425" y="3924300"/>
                </a:lnTo>
                <a:close/>
              </a:path>
            </a:pathLst>
          </a:custGeom>
          <a:solidFill xmlns:a="http://schemas.openxmlformats.org/drawingml/2006/main">
            <a:srgbClr val="01132B"/>
          </a:solidFill>
          <a:ln xmlns:a="http://schemas.openxmlformats.org/drawingml/2006/main" w="0">
            <a:noFill/>
          </a:ln>
        </p:spPr>
      </p:sp>
      <p:sp>
        <p:nvSpPr>
          <p:cNvPr id="42" name="phones vector #011329">
            <a:extLst xmlns:a="http://schemas.openxmlformats.org/drawingml/2006/main">
              <a:ext uri="{FF2B5EF4-FFF2-40B4-BE49-F238E27FC236}">
                <a16:creationId xmlns:a16="http://schemas.microsoft.com/office/drawing/2014/main" id="{9722547C-5365-47E8-AB50-A876A97AE05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48500" y="190500"/>
            <a:ext cx="5905500" cy="6619875"/>
          </a:xfrm>
          <a:custGeom xmlns:a="http://schemas.openxmlformats.org/drawingml/2006/main">
            <a:pathLst>
              <a:path w="3838575" h="4295775">
                <a:moveTo>
                  <a:pt x="2257425" y="371475"/>
                </a:moveTo>
                <a:lnTo>
                  <a:pt x="2333625" y="371475"/>
                </a:lnTo>
                <a:lnTo>
                  <a:pt x="2333625" y="381000"/>
                </a:lnTo>
                <a:lnTo>
                  <a:pt x="2324100" y="381000"/>
                </a:lnTo>
                <a:lnTo>
                  <a:pt x="2324100" y="390525"/>
                </a:lnTo>
                <a:lnTo>
                  <a:pt x="2305050" y="390525"/>
                </a:lnTo>
                <a:lnTo>
                  <a:pt x="2305050" y="400050"/>
                </a:lnTo>
                <a:lnTo>
                  <a:pt x="2266950" y="400050"/>
                </a:lnTo>
                <a:lnTo>
                  <a:pt x="2266950" y="390525"/>
                </a:lnTo>
                <a:lnTo>
                  <a:pt x="2257425" y="390525"/>
                </a:lnTo>
                <a:close/>
                <a:moveTo>
                  <a:pt x="2390775" y="381000"/>
                </a:moveTo>
                <a:lnTo>
                  <a:pt x="2400300" y="381000"/>
                </a:lnTo>
                <a:lnTo>
                  <a:pt x="2400300" y="390525"/>
                </a:lnTo>
                <a:lnTo>
                  <a:pt x="2390775" y="390525"/>
                </a:lnTo>
                <a:close/>
                <a:moveTo>
                  <a:pt x="2409825" y="381000"/>
                </a:moveTo>
                <a:lnTo>
                  <a:pt x="2419350" y="381000"/>
                </a:lnTo>
                <a:lnTo>
                  <a:pt x="2419350" y="400050"/>
                </a:lnTo>
                <a:lnTo>
                  <a:pt x="2447925" y="400050"/>
                </a:lnTo>
                <a:lnTo>
                  <a:pt x="2447925" y="390525"/>
                </a:lnTo>
                <a:lnTo>
                  <a:pt x="2466975" y="390525"/>
                </a:lnTo>
                <a:lnTo>
                  <a:pt x="2466975" y="381000"/>
                </a:lnTo>
                <a:lnTo>
                  <a:pt x="2495550" y="381000"/>
                </a:lnTo>
                <a:lnTo>
                  <a:pt x="2495550" y="390525"/>
                </a:lnTo>
                <a:lnTo>
                  <a:pt x="2486025" y="390525"/>
                </a:lnTo>
                <a:lnTo>
                  <a:pt x="2486025" y="400050"/>
                </a:lnTo>
                <a:lnTo>
                  <a:pt x="2476500" y="400050"/>
                </a:lnTo>
                <a:lnTo>
                  <a:pt x="2476500" y="409575"/>
                </a:lnTo>
                <a:lnTo>
                  <a:pt x="2514600" y="409575"/>
                </a:lnTo>
                <a:lnTo>
                  <a:pt x="2514600" y="400050"/>
                </a:lnTo>
                <a:lnTo>
                  <a:pt x="2505075" y="400050"/>
                </a:lnTo>
                <a:lnTo>
                  <a:pt x="2505075" y="390525"/>
                </a:lnTo>
                <a:lnTo>
                  <a:pt x="2533650" y="390525"/>
                </a:lnTo>
                <a:lnTo>
                  <a:pt x="2533650" y="400050"/>
                </a:lnTo>
                <a:lnTo>
                  <a:pt x="2524125" y="400050"/>
                </a:lnTo>
                <a:lnTo>
                  <a:pt x="2524125" y="419100"/>
                </a:lnTo>
                <a:lnTo>
                  <a:pt x="2562225" y="419100"/>
                </a:lnTo>
                <a:lnTo>
                  <a:pt x="2562225" y="400050"/>
                </a:lnTo>
                <a:lnTo>
                  <a:pt x="2552700" y="400050"/>
                </a:lnTo>
                <a:lnTo>
                  <a:pt x="2552700" y="390525"/>
                </a:lnTo>
                <a:lnTo>
                  <a:pt x="2609850" y="390525"/>
                </a:lnTo>
                <a:lnTo>
                  <a:pt x="2609850" y="400050"/>
                </a:lnTo>
                <a:lnTo>
                  <a:pt x="2619375" y="400050"/>
                </a:lnTo>
                <a:lnTo>
                  <a:pt x="2619375" y="419100"/>
                </a:lnTo>
                <a:lnTo>
                  <a:pt x="2609850" y="419100"/>
                </a:lnTo>
                <a:lnTo>
                  <a:pt x="2609850" y="428625"/>
                </a:lnTo>
                <a:lnTo>
                  <a:pt x="2600325" y="428625"/>
                </a:lnTo>
                <a:lnTo>
                  <a:pt x="2600325" y="447675"/>
                </a:lnTo>
                <a:lnTo>
                  <a:pt x="2590800" y="447675"/>
                </a:lnTo>
                <a:lnTo>
                  <a:pt x="2590800" y="457200"/>
                </a:lnTo>
                <a:lnTo>
                  <a:pt x="2581275" y="457200"/>
                </a:lnTo>
                <a:lnTo>
                  <a:pt x="2581275" y="485775"/>
                </a:lnTo>
                <a:lnTo>
                  <a:pt x="2571750" y="485775"/>
                </a:lnTo>
                <a:lnTo>
                  <a:pt x="2571750" y="504825"/>
                </a:lnTo>
                <a:lnTo>
                  <a:pt x="2581275" y="504825"/>
                </a:lnTo>
                <a:lnTo>
                  <a:pt x="2581275" y="523875"/>
                </a:lnTo>
                <a:lnTo>
                  <a:pt x="2571750" y="523875"/>
                </a:lnTo>
                <a:lnTo>
                  <a:pt x="2571750" y="514350"/>
                </a:lnTo>
                <a:lnTo>
                  <a:pt x="2552700" y="514350"/>
                </a:lnTo>
                <a:lnTo>
                  <a:pt x="2552700" y="495300"/>
                </a:lnTo>
                <a:lnTo>
                  <a:pt x="2533650" y="495300"/>
                </a:lnTo>
                <a:lnTo>
                  <a:pt x="2533650" y="514350"/>
                </a:lnTo>
                <a:lnTo>
                  <a:pt x="2543175" y="514350"/>
                </a:lnTo>
                <a:lnTo>
                  <a:pt x="2543175" y="523875"/>
                </a:lnTo>
                <a:lnTo>
                  <a:pt x="2552700" y="523875"/>
                </a:lnTo>
                <a:lnTo>
                  <a:pt x="2552700" y="533400"/>
                </a:lnTo>
                <a:lnTo>
                  <a:pt x="2562225" y="533400"/>
                </a:lnTo>
                <a:lnTo>
                  <a:pt x="2562225" y="542925"/>
                </a:lnTo>
                <a:lnTo>
                  <a:pt x="2600325" y="542925"/>
                </a:lnTo>
                <a:lnTo>
                  <a:pt x="2600325" y="552450"/>
                </a:lnTo>
                <a:lnTo>
                  <a:pt x="2609850" y="552450"/>
                </a:lnTo>
                <a:lnTo>
                  <a:pt x="2609850" y="561975"/>
                </a:lnTo>
                <a:lnTo>
                  <a:pt x="2657475" y="561975"/>
                </a:lnTo>
                <a:lnTo>
                  <a:pt x="2657475" y="571500"/>
                </a:lnTo>
                <a:lnTo>
                  <a:pt x="2733675" y="571500"/>
                </a:lnTo>
                <a:lnTo>
                  <a:pt x="2733675" y="581025"/>
                </a:lnTo>
                <a:lnTo>
                  <a:pt x="2724150" y="581025"/>
                </a:lnTo>
                <a:lnTo>
                  <a:pt x="2724150" y="590550"/>
                </a:lnTo>
                <a:lnTo>
                  <a:pt x="2714625" y="590550"/>
                </a:lnTo>
                <a:lnTo>
                  <a:pt x="2714625" y="600075"/>
                </a:lnTo>
                <a:lnTo>
                  <a:pt x="2695575" y="600075"/>
                </a:lnTo>
                <a:lnTo>
                  <a:pt x="2695575" y="590550"/>
                </a:lnTo>
                <a:lnTo>
                  <a:pt x="2686050" y="590550"/>
                </a:lnTo>
                <a:lnTo>
                  <a:pt x="2686050" y="600075"/>
                </a:lnTo>
                <a:lnTo>
                  <a:pt x="2667000" y="600075"/>
                </a:lnTo>
                <a:lnTo>
                  <a:pt x="2667000" y="609600"/>
                </a:lnTo>
                <a:lnTo>
                  <a:pt x="2647950" y="609600"/>
                </a:lnTo>
                <a:lnTo>
                  <a:pt x="2647950" y="619125"/>
                </a:lnTo>
                <a:lnTo>
                  <a:pt x="2657475" y="619125"/>
                </a:lnTo>
                <a:lnTo>
                  <a:pt x="2657475" y="638175"/>
                </a:lnTo>
                <a:lnTo>
                  <a:pt x="2676525" y="638175"/>
                </a:lnTo>
                <a:lnTo>
                  <a:pt x="2676525" y="647700"/>
                </a:lnTo>
                <a:lnTo>
                  <a:pt x="2667000" y="647700"/>
                </a:lnTo>
                <a:lnTo>
                  <a:pt x="2667000" y="676275"/>
                </a:lnTo>
                <a:lnTo>
                  <a:pt x="2647950" y="676275"/>
                </a:lnTo>
                <a:lnTo>
                  <a:pt x="2647950" y="685800"/>
                </a:lnTo>
                <a:lnTo>
                  <a:pt x="2628900" y="685800"/>
                </a:lnTo>
                <a:lnTo>
                  <a:pt x="2628900" y="704850"/>
                </a:lnTo>
                <a:lnTo>
                  <a:pt x="2647950" y="704850"/>
                </a:lnTo>
                <a:lnTo>
                  <a:pt x="2647950" y="714375"/>
                </a:lnTo>
                <a:lnTo>
                  <a:pt x="2667000" y="714375"/>
                </a:lnTo>
                <a:lnTo>
                  <a:pt x="2667000" y="723900"/>
                </a:lnTo>
                <a:lnTo>
                  <a:pt x="2686050" y="723900"/>
                </a:lnTo>
                <a:lnTo>
                  <a:pt x="2686050" y="714375"/>
                </a:lnTo>
                <a:lnTo>
                  <a:pt x="2695575" y="714375"/>
                </a:lnTo>
                <a:lnTo>
                  <a:pt x="2695575" y="704850"/>
                </a:lnTo>
                <a:lnTo>
                  <a:pt x="2705100" y="704850"/>
                </a:lnTo>
                <a:lnTo>
                  <a:pt x="2705100" y="695325"/>
                </a:lnTo>
                <a:lnTo>
                  <a:pt x="2724150" y="695325"/>
                </a:lnTo>
                <a:lnTo>
                  <a:pt x="2724150" y="704850"/>
                </a:lnTo>
                <a:lnTo>
                  <a:pt x="2733675" y="704850"/>
                </a:lnTo>
                <a:lnTo>
                  <a:pt x="2733675" y="714375"/>
                </a:lnTo>
                <a:lnTo>
                  <a:pt x="2695575" y="714375"/>
                </a:lnTo>
                <a:lnTo>
                  <a:pt x="2695575" y="723900"/>
                </a:lnTo>
                <a:lnTo>
                  <a:pt x="2705100" y="723900"/>
                </a:lnTo>
                <a:lnTo>
                  <a:pt x="2705100" y="752475"/>
                </a:lnTo>
                <a:lnTo>
                  <a:pt x="2714625" y="752475"/>
                </a:lnTo>
                <a:lnTo>
                  <a:pt x="2714625" y="742950"/>
                </a:lnTo>
                <a:lnTo>
                  <a:pt x="2724150" y="742950"/>
                </a:lnTo>
                <a:lnTo>
                  <a:pt x="2724150" y="752475"/>
                </a:lnTo>
                <a:lnTo>
                  <a:pt x="2733675" y="752475"/>
                </a:lnTo>
                <a:lnTo>
                  <a:pt x="2733675" y="762000"/>
                </a:lnTo>
                <a:lnTo>
                  <a:pt x="2695575" y="762000"/>
                </a:lnTo>
                <a:lnTo>
                  <a:pt x="2695575" y="771525"/>
                </a:lnTo>
                <a:lnTo>
                  <a:pt x="2686050" y="771525"/>
                </a:lnTo>
                <a:lnTo>
                  <a:pt x="2686050" y="781050"/>
                </a:lnTo>
                <a:lnTo>
                  <a:pt x="2752725" y="781050"/>
                </a:lnTo>
                <a:lnTo>
                  <a:pt x="2752725" y="771525"/>
                </a:lnTo>
                <a:lnTo>
                  <a:pt x="2743200" y="771525"/>
                </a:lnTo>
                <a:lnTo>
                  <a:pt x="2743200" y="762000"/>
                </a:lnTo>
                <a:lnTo>
                  <a:pt x="2752725" y="762000"/>
                </a:lnTo>
                <a:lnTo>
                  <a:pt x="2752725" y="752475"/>
                </a:lnTo>
                <a:lnTo>
                  <a:pt x="2762250" y="752475"/>
                </a:lnTo>
                <a:lnTo>
                  <a:pt x="2762250" y="733425"/>
                </a:lnTo>
                <a:lnTo>
                  <a:pt x="2752725" y="733425"/>
                </a:lnTo>
                <a:lnTo>
                  <a:pt x="2752725" y="714375"/>
                </a:lnTo>
                <a:lnTo>
                  <a:pt x="2743200" y="714375"/>
                </a:lnTo>
                <a:lnTo>
                  <a:pt x="2743200" y="685800"/>
                </a:lnTo>
                <a:lnTo>
                  <a:pt x="2752725" y="685800"/>
                </a:lnTo>
                <a:lnTo>
                  <a:pt x="2752725" y="695325"/>
                </a:lnTo>
                <a:lnTo>
                  <a:pt x="2800350" y="695325"/>
                </a:lnTo>
                <a:lnTo>
                  <a:pt x="2800350" y="714375"/>
                </a:lnTo>
                <a:lnTo>
                  <a:pt x="2809875" y="714375"/>
                </a:lnTo>
                <a:lnTo>
                  <a:pt x="2809875" y="733425"/>
                </a:lnTo>
                <a:lnTo>
                  <a:pt x="2828925" y="733425"/>
                </a:lnTo>
                <a:lnTo>
                  <a:pt x="2828925" y="771525"/>
                </a:lnTo>
                <a:lnTo>
                  <a:pt x="2819400" y="771525"/>
                </a:lnTo>
                <a:lnTo>
                  <a:pt x="2819400" y="790575"/>
                </a:lnTo>
                <a:lnTo>
                  <a:pt x="2828925" y="790575"/>
                </a:lnTo>
                <a:lnTo>
                  <a:pt x="2828925" y="800100"/>
                </a:lnTo>
                <a:lnTo>
                  <a:pt x="2838450" y="800100"/>
                </a:lnTo>
                <a:lnTo>
                  <a:pt x="2838450" y="790575"/>
                </a:lnTo>
                <a:lnTo>
                  <a:pt x="2847975" y="790575"/>
                </a:lnTo>
                <a:lnTo>
                  <a:pt x="2847975" y="781050"/>
                </a:lnTo>
                <a:lnTo>
                  <a:pt x="2867025" y="781050"/>
                </a:lnTo>
                <a:lnTo>
                  <a:pt x="2867025" y="762000"/>
                </a:lnTo>
                <a:lnTo>
                  <a:pt x="2857500" y="762000"/>
                </a:lnTo>
                <a:lnTo>
                  <a:pt x="2857500" y="752475"/>
                </a:lnTo>
                <a:lnTo>
                  <a:pt x="2847975" y="752475"/>
                </a:lnTo>
                <a:lnTo>
                  <a:pt x="2847975" y="742950"/>
                </a:lnTo>
                <a:lnTo>
                  <a:pt x="2838450" y="742950"/>
                </a:lnTo>
                <a:lnTo>
                  <a:pt x="2838450" y="704850"/>
                </a:lnTo>
                <a:lnTo>
                  <a:pt x="2847975" y="704850"/>
                </a:lnTo>
                <a:lnTo>
                  <a:pt x="2847975" y="714375"/>
                </a:lnTo>
                <a:lnTo>
                  <a:pt x="2857500" y="714375"/>
                </a:lnTo>
                <a:lnTo>
                  <a:pt x="2857500" y="723900"/>
                </a:lnTo>
                <a:lnTo>
                  <a:pt x="2895600" y="723900"/>
                </a:lnTo>
                <a:lnTo>
                  <a:pt x="2895600" y="733425"/>
                </a:lnTo>
                <a:lnTo>
                  <a:pt x="2905125" y="733425"/>
                </a:lnTo>
                <a:lnTo>
                  <a:pt x="2905125" y="762000"/>
                </a:lnTo>
                <a:lnTo>
                  <a:pt x="2914650" y="762000"/>
                </a:lnTo>
                <a:lnTo>
                  <a:pt x="2914650" y="771525"/>
                </a:lnTo>
                <a:lnTo>
                  <a:pt x="2905125" y="771525"/>
                </a:lnTo>
                <a:lnTo>
                  <a:pt x="2905125" y="790575"/>
                </a:lnTo>
                <a:lnTo>
                  <a:pt x="2895600" y="790575"/>
                </a:lnTo>
                <a:lnTo>
                  <a:pt x="2895600" y="819150"/>
                </a:lnTo>
                <a:lnTo>
                  <a:pt x="2886075" y="819150"/>
                </a:lnTo>
                <a:lnTo>
                  <a:pt x="2886075" y="838200"/>
                </a:lnTo>
                <a:lnTo>
                  <a:pt x="2895600" y="838200"/>
                </a:lnTo>
                <a:lnTo>
                  <a:pt x="2895600" y="847725"/>
                </a:lnTo>
                <a:lnTo>
                  <a:pt x="2905125" y="847725"/>
                </a:lnTo>
                <a:lnTo>
                  <a:pt x="2905125" y="838200"/>
                </a:lnTo>
                <a:lnTo>
                  <a:pt x="2924175" y="838200"/>
                </a:lnTo>
                <a:lnTo>
                  <a:pt x="2924175" y="828675"/>
                </a:lnTo>
                <a:lnTo>
                  <a:pt x="2933700" y="828675"/>
                </a:lnTo>
                <a:lnTo>
                  <a:pt x="2933700" y="752475"/>
                </a:lnTo>
                <a:lnTo>
                  <a:pt x="2952750" y="752475"/>
                </a:lnTo>
                <a:lnTo>
                  <a:pt x="2952750" y="762000"/>
                </a:lnTo>
                <a:lnTo>
                  <a:pt x="3000375" y="762000"/>
                </a:lnTo>
                <a:lnTo>
                  <a:pt x="3000375" y="781050"/>
                </a:lnTo>
                <a:lnTo>
                  <a:pt x="3009900" y="781050"/>
                </a:lnTo>
                <a:lnTo>
                  <a:pt x="3009900" y="771525"/>
                </a:lnTo>
                <a:lnTo>
                  <a:pt x="3019425" y="771525"/>
                </a:lnTo>
                <a:lnTo>
                  <a:pt x="3019425" y="762000"/>
                </a:lnTo>
                <a:lnTo>
                  <a:pt x="3028950" y="762000"/>
                </a:lnTo>
                <a:lnTo>
                  <a:pt x="3028950" y="752475"/>
                </a:lnTo>
                <a:lnTo>
                  <a:pt x="3057525" y="752475"/>
                </a:lnTo>
                <a:lnTo>
                  <a:pt x="3057525" y="762000"/>
                </a:lnTo>
                <a:lnTo>
                  <a:pt x="3086100" y="762000"/>
                </a:lnTo>
                <a:lnTo>
                  <a:pt x="3086100" y="781050"/>
                </a:lnTo>
                <a:lnTo>
                  <a:pt x="3105150" y="781050"/>
                </a:lnTo>
                <a:lnTo>
                  <a:pt x="3105150" y="771525"/>
                </a:lnTo>
                <a:lnTo>
                  <a:pt x="3124200" y="771525"/>
                </a:lnTo>
                <a:lnTo>
                  <a:pt x="3124200" y="752475"/>
                </a:lnTo>
                <a:lnTo>
                  <a:pt x="3133725" y="752475"/>
                </a:lnTo>
                <a:lnTo>
                  <a:pt x="3133725" y="762000"/>
                </a:lnTo>
                <a:lnTo>
                  <a:pt x="3162300" y="762000"/>
                </a:lnTo>
                <a:lnTo>
                  <a:pt x="3162300" y="752475"/>
                </a:lnTo>
                <a:lnTo>
                  <a:pt x="3171825" y="752475"/>
                </a:lnTo>
                <a:lnTo>
                  <a:pt x="3171825" y="733425"/>
                </a:lnTo>
                <a:lnTo>
                  <a:pt x="3162300" y="733425"/>
                </a:lnTo>
                <a:lnTo>
                  <a:pt x="3162300" y="704850"/>
                </a:lnTo>
                <a:lnTo>
                  <a:pt x="3190875" y="704850"/>
                </a:lnTo>
                <a:lnTo>
                  <a:pt x="3190875" y="714375"/>
                </a:lnTo>
                <a:lnTo>
                  <a:pt x="3200400" y="714375"/>
                </a:lnTo>
                <a:lnTo>
                  <a:pt x="3200400" y="704850"/>
                </a:lnTo>
                <a:lnTo>
                  <a:pt x="3238500" y="704850"/>
                </a:lnTo>
                <a:lnTo>
                  <a:pt x="3238500" y="695325"/>
                </a:lnTo>
                <a:lnTo>
                  <a:pt x="3228975" y="695325"/>
                </a:lnTo>
                <a:lnTo>
                  <a:pt x="3228975" y="676275"/>
                </a:lnTo>
                <a:lnTo>
                  <a:pt x="3219450" y="676275"/>
                </a:lnTo>
                <a:lnTo>
                  <a:pt x="3219450" y="657225"/>
                </a:lnTo>
                <a:lnTo>
                  <a:pt x="3238500" y="657225"/>
                </a:lnTo>
                <a:lnTo>
                  <a:pt x="3238500" y="647700"/>
                </a:lnTo>
                <a:lnTo>
                  <a:pt x="3228975" y="647700"/>
                </a:lnTo>
                <a:lnTo>
                  <a:pt x="3228975" y="628650"/>
                </a:lnTo>
                <a:lnTo>
                  <a:pt x="3209925" y="628650"/>
                </a:lnTo>
                <a:lnTo>
                  <a:pt x="3209925" y="609600"/>
                </a:lnTo>
                <a:lnTo>
                  <a:pt x="3200400" y="609600"/>
                </a:lnTo>
                <a:lnTo>
                  <a:pt x="3200400" y="638175"/>
                </a:lnTo>
                <a:lnTo>
                  <a:pt x="3209925" y="638175"/>
                </a:lnTo>
                <a:lnTo>
                  <a:pt x="3209925" y="647700"/>
                </a:lnTo>
                <a:lnTo>
                  <a:pt x="3190875" y="647700"/>
                </a:lnTo>
                <a:lnTo>
                  <a:pt x="3190875" y="638175"/>
                </a:lnTo>
                <a:lnTo>
                  <a:pt x="3181350" y="638175"/>
                </a:lnTo>
                <a:lnTo>
                  <a:pt x="3181350" y="600075"/>
                </a:lnTo>
                <a:lnTo>
                  <a:pt x="3152775" y="600075"/>
                </a:lnTo>
                <a:lnTo>
                  <a:pt x="3152775" y="590550"/>
                </a:lnTo>
                <a:lnTo>
                  <a:pt x="3143250" y="590550"/>
                </a:lnTo>
                <a:lnTo>
                  <a:pt x="3143250" y="600075"/>
                </a:lnTo>
                <a:lnTo>
                  <a:pt x="3133725" y="600075"/>
                </a:lnTo>
                <a:lnTo>
                  <a:pt x="3133725" y="619125"/>
                </a:lnTo>
                <a:lnTo>
                  <a:pt x="3105150" y="619125"/>
                </a:lnTo>
                <a:lnTo>
                  <a:pt x="3105150" y="600075"/>
                </a:lnTo>
                <a:lnTo>
                  <a:pt x="3095625" y="600075"/>
                </a:lnTo>
                <a:lnTo>
                  <a:pt x="3095625" y="590550"/>
                </a:lnTo>
                <a:lnTo>
                  <a:pt x="3086100" y="590550"/>
                </a:lnTo>
                <a:lnTo>
                  <a:pt x="3086100" y="581025"/>
                </a:lnTo>
                <a:lnTo>
                  <a:pt x="3124200" y="581025"/>
                </a:lnTo>
                <a:lnTo>
                  <a:pt x="3124200" y="561975"/>
                </a:lnTo>
                <a:lnTo>
                  <a:pt x="3114675" y="561975"/>
                </a:lnTo>
                <a:lnTo>
                  <a:pt x="3114675" y="552450"/>
                </a:lnTo>
                <a:lnTo>
                  <a:pt x="3105150" y="552450"/>
                </a:lnTo>
                <a:lnTo>
                  <a:pt x="3105150" y="561975"/>
                </a:lnTo>
                <a:lnTo>
                  <a:pt x="3095625" y="561975"/>
                </a:lnTo>
                <a:lnTo>
                  <a:pt x="3095625" y="552450"/>
                </a:lnTo>
                <a:lnTo>
                  <a:pt x="3086100" y="552450"/>
                </a:lnTo>
                <a:lnTo>
                  <a:pt x="3086100" y="542925"/>
                </a:lnTo>
                <a:lnTo>
                  <a:pt x="3076575" y="542925"/>
                </a:lnTo>
                <a:lnTo>
                  <a:pt x="3076575" y="533400"/>
                </a:lnTo>
                <a:lnTo>
                  <a:pt x="3095625" y="533400"/>
                </a:lnTo>
                <a:lnTo>
                  <a:pt x="3095625" y="504825"/>
                </a:lnTo>
                <a:lnTo>
                  <a:pt x="3076575" y="504825"/>
                </a:lnTo>
                <a:lnTo>
                  <a:pt x="3076575" y="485775"/>
                </a:lnTo>
                <a:lnTo>
                  <a:pt x="3086100" y="485775"/>
                </a:lnTo>
                <a:lnTo>
                  <a:pt x="3086100" y="476250"/>
                </a:lnTo>
                <a:lnTo>
                  <a:pt x="3067050" y="476250"/>
                </a:lnTo>
                <a:lnTo>
                  <a:pt x="3067050" y="466725"/>
                </a:lnTo>
                <a:lnTo>
                  <a:pt x="3057525" y="466725"/>
                </a:lnTo>
                <a:lnTo>
                  <a:pt x="3057525" y="457200"/>
                </a:lnTo>
                <a:lnTo>
                  <a:pt x="3067050" y="457200"/>
                </a:lnTo>
                <a:lnTo>
                  <a:pt x="3067050" y="438150"/>
                </a:lnTo>
                <a:lnTo>
                  <a:pt x="3095625" y="438150"/>
                </a:lnTo>
                <a:lnTo>
                  <a:pt x="3095625" y="447675"/>
                </a:lnTo>
                <a:lnTo>
                  <a:pt x="3086100" y="447675"/>
                </a:lnTo>
                <a:lnTo>
                  <a:pt x="3086100" y="457200"/>
                </a:lnTo>
                <a:lnTo>
                  <a:pt x="3095625" y="457200"/>
                </a:lnTo>
                <a:lnTo>
                  <a:pt x="3095625" y="466725"/>
                </a:lnTo>
                <a:lnTo>
                  <a:pt x="3105150" y="466725"/>
                </a:lnTo>
                <a:lnTo>
                  <a:pt x="3105150" y="476250"/>
                </a:lnTo>
                <a:lnTo>
                  <a:pt x="3124200" y="476250"/>
                </a:lnTo>
                <a:lnTo>
                  <a:pt x="3124200" y="466725"/>
                </a:lnTo>
                <a:lnTo>
                  <a:pt x="3133725" y="466725"/>
                </a:lnTo>
                <a:lnTo>
                  <a:pt x="3133725" y="457200"/>
                </a:lnTo>
                <a:lnTo>
                  <a:pt x="3143250" y="457200"/>
                </a:lnTo>
                <a:lnTo>
                  <a:pt x="3143250" y="447675"/>
                </a:lnTo>
                <a:lnTo>
                  <a:pt x="3133725" y="447675"/>
                </a:lnTo>
                <a:lnTo>
                  <a:pt x="3133725" y="438150"/>
                </a:lnTo>
                <a:lnTo>
                  <a:pt x="3143250" y="438150"/>
                </a:lnTo>
                <a:lnTo>
                  <a:pt x="3143250" y="447675"/>
                </a:lnTo>
                <a:lnTo>
                  <a:pt x="3162300" y="447675"/>
                </a:lnTo>
                <a:lnTo>
                  <a:pt x="3162300" y="466725"/>
                </a:lnTo>
                <a:lnTo>
                  <a:pt x="3171825" y="466725"/>
                </a:lnTo>
                <a:lnTo>
                  <a:pt x="3171825" y="485775"/>
                </a:lnTo>
                <a:lnTo>
                  <a:pt x="3181350" y="485775"/>
                </a:lnTo>
                <a:lnTo>
                  <a:pt x="3181350" y="495300"/>
                </a:lnTo>
                <a:lnTo>
                  <a:pt x="3219450" y="495300"/>
                </a:lnTo>
                <a:lnTo>
                  <a:pt x="3219450" y="485775"/>
                </a:lnTo>
                <a:lnTo>
                  <a:pt x="3228975" y="485775"/>
                </a:lnTo>
                <a:lnTo>
                  <a:pt x="3228975" y="457200"/>
                </a:lnTo>
                <a:lnTo>
                  <a:pt x="3238500" y="457200"/>
                </a:lnTo>
                <a:lnTo>
                  <a:pt x="3238500" y="466725"/>
                </a:lnTo>
                <a:lnTo>
                  <a:pt x="3257550" y="466725"/>
                </a:lnTo>
                <a:lnTo>
                  <a:pt x="3257550" y="457200"/>
                </a:lnTo>
                <a:lnTo>
                  <a:pt x="3276600" y="457200"/>
                </a:lnTo>
                <a:lnTo>
                  <a:pt x="3276600" y="485775"/>
                </a:lnTo>
                <a:lnTo>
                  <a:pt x="3286125" y="485775"/>
                </a:lnTo>
                <a:lnTo>
                  <a:pt x="3286125" y="495300"/>
                </a:lnTo>
                <a:lnTo>
                  <a:pt x="3305175" y="495300"/>
                </a:lnTo>
                <a:lnTo>
                  <a:pt x="3305175" y="485775"/>
                </a:lnTo>
                <a:lnTo>
                  <a:pt x="3314700" y="485775"/>
                </a:lnTo>
                <a:lnTo>
                  <a:pt x="3314700" y="466725"/>
                </a:lnTo>
                <a:lnTo>
                  <a:pt x="3429000" y="466725"/>
                </a:lnTo>
                <a:lnTo>
                  <a:pt x="3429000" y="476250"/>
                </a:lnTo>
                <a:lnTo>
                  <a:pt x="3476625" y="476250"/>
                </a:lnTo>
                <a:lnTo>
                  <a:pt x="3476625" y="485775"/>
                </a:lnTo>
                <a:lnTo>
                  <a:pt x="3467100" y="485775"/>
                </a:lnTo>
                <a:lnTo>
                  <a:pt x="3467100" y="523875"/>
                </a:lnTo>
                <a:lnTo>
                  <a:pt x="3457575" y="523875"/>
                </a:lnTo>
                <a:lnTo>
                  <a:pt x="3457575" y="533400"/>
                </a:lnTo>
                <a:lnTo>
                  <a:pt x="3467100" y="533400"/>
                </a:lnTo>
                <a:lnTo>
                  <a:pt x="3467100" y="542925"/>
                </a:lnTo>
                <a:lnTo>
                  <a:pt x="3429000" y="542925"/>
                </a:lnTo>
                <a:lnTo>
                  <a:pt x="3429000" y="523875"/>
                </a:lnTo>
                <a:lnTo>
                  <a:pt x="3419475" y="523875"/>
                </a:lnTo>
                <a:lnTo>
                  <a:pt x="3419475" y="514350"/>
                </a:lnTo>
                <a:lnTo>
                  <a:pt x="3381375" y="514350"/>
                </a:lnTo>
                <a:lnTo>
                  <a:pt x="3381375" y="504825"/>
                </a:lnTo>
                <a:lnTo>
                  <a:pt x="3390900" y="504825"/>
                </a:lnTo>
                <a:lnTo>
                  <a:pt x="3390900" y="485775"/>
                </a:lnTo>
                <a:lnTo>
                  <a:pt x="3381375" y="485775"/>
                </a:lnTo>
                <a:lnTo>
                  <a:pt x="3381375" y="476250"/>
                </a:lnTo>
                <a:lnTo>
                  <a:pt x="3352800" y="476250"/>
                </a:lnTo>
                <a:lnTo>
                  <a:pt x="3352800" y="504825"/>
                </a:lnTo>
                <a:lnTo>
                  <a:pt x="3371850" y="504825"/>
                </a:lnTo>
                <a:lnTo>
                  <a:pt x="3371850" y="514350"/>
                </a:lnTo>
                <a:lnTo>
                  <a:pt x="3343275" y="514350"/>
                </a:lnTo>
                <a:lnTo>
                  <a:pt x="3343275" y="523875"/>
                </a:lnTo>
                <a:lnTo>
                  <a:pt x="3324225" y="523875"/>
                </a:lnTo>
                <a:lnTo>
                  <a:pt x="3324225" y="514350"/>
                </a:lnTo>
                <a:lnTo>
                  <a:pt x="3314700" y="514350"/>
                </a:lnTo>
                <a:lnTo>
                  <a:pt x="3314700" y="504825"/>
                </a:lnTo>
                <a:lnTo>
                  <a:pt x="3305175" y="504825"/>
                </a:lnTo>
                <a:lnTo>
                  <a:pt x="3305175" y="523875"/>
                </a:lnTo>
                <a:lnTo>
                  <a:pt x="3286125" y="523875"/>
                </a:lnTo>
                <a:lnTo>
                  <a:pt x="3286125" y="533400"/>
                </a:lnTo>
                <a:lnTo>
                  <a:pt x="3248025" y="533400"/>
                </a:lnTo>
                <a:lnTo>
                  <a:pt x="3248025" y="542925"/>
                </a:lnTo>
                <a:lnTo>
                  <a:pt x="3228975" y="542925"/>
                </a:lnTo>
                <a:lnTo>
                  <a:pt x="3228975" y="581025"/>
                </a:lnTo>
                <a:lnTo>
                  <a:pt x="3248025" y="581025"/>
                </a:lnTo>
                <a:lnTo>
                  <a:pt x="3248025" y="590550"/>
                </a:lnTo>
                <a:lnTo>
                  <a:pt x="3267075" y="590550"/>
                </a:lnTo>
                <a:lnTo>
                  <a:pt x="3267075" y="600075"/>
                </a:lnTo>
                <a:lnTo>
                  <a:pt x="3295650" y="600075"/>
                </a:lnTo>
                <a:lnTo>
                  <a:pt x="3295650" y="609600"/>
                </a:lnTo>
                <a:lnTo>
                  <a:pt x="3314700" y="609600"/>
                </a:lnTo>
                <a:lnTo>
                  <a:pt x="3314700" y="600075"/>
                </a:lnTo>
                <a:lnTo>
                  <a:pt x="3333750" y="600075"/>
                </a:lnTo>
                <a:lnTo>
                  <a:pt x="3333750" y="581025"/>
                </a:lnTo>
                <a:lnTo>
                  <a:pt x="3381375" y="581025"/>
                </a:lnTo>
                <a:lnTo>
                  <a:pt x="3381375" y="590550"/>
                </a:lnTo>
                <a:lnTo>
                  <a:pt x="3390900" y="590550"/>
                </a:lnTo>
                <a:lnTo>
                  <a:pt x="3390900" y="600075"/>
                </a:lnTo>
                <a:lnTo>
                  <a:pt x="3409950" y="600075"/>
                </a:lnTo>
                <a:lnTo>
                  <a:pt x="3409950" y="590550"/>
                </a:lnTo>
                <a:lnTo>
                  <a:pt x="3419475" y="590550"/>
                </a:lnTo>
                <a:lnTo>
                  <a:pt x="3419475" y="581025"/>
                </a:lnTo>
                <a:lnTo>
                  <a:pt x="3438525" y="581025"/>
                </a:lnTo>
                <a:lnTo>
                  <a:pt x="3438525" y="590550"/>
                </a:lnTo>
                <a:lnTo>
                  <a:pt x="3429000" y="590550"/>
                </a:lnTo>
                <a:lnTo>
                  <a:pt x="3429000" y="600075"/>
                </a:lnTo>
                <a:lnTo>
                  <a:pt x="3419475" y="600075"/>
                </a:lnTo>
                <a:lnTo>
                  <a:pt x="3419475" y="619125"/>
                </a:lnTo>
                <a:lnTo>
                  <a:pt x="3448050" y="619125"/>
                </a:lnTo>
                <a:lnTo>
                  <a:pt x="3448050" y="609600"/>
                </a:lnTo>
                <a:lnTo>
                  <a:pt x="3467100" y="609600"/>
                </a:lnTo>
                <a:lnTo>
                  <a:pt x="3467100" y="600075"/>
                </a:lnTo>
                <a:lnTo>
                  <a:pt x="3505200" y="600075"/>
                </a:lnTo>
                <a:lnTo>
                  <a:pt x="3505200" y="619125"/>
                </a:lnTo>
                <a:lnTo>
                  <a:pt x="3533775" y="619125"/>
                </a:lnTo>
                <a:lnTo>
                  <a:pt x="3533775" y="609600"/>
                </a:lnTo>
                <a:lnTo>
                  <a:pt x="3524250" y="609600"/>
                </a:lnTo>
                <a:lnTo>
                  <a:pt x="3524250" y="600075"/>
                </a:lnTo>
                <a:lnTo>
                  <a:pt x="3533775" y="600075"/>
                </a:lnTo>
                <a:lnTo>
                  <a:pt x="3533775" y="609600"/>
                </a:lnTo>
                <a:lnTo>
                  <a:pt x="3543300" y="609600"/>
                </a:lnTo>
                <a:lnTo>
                  <a:pt x="3543300" y="619125"/>
                </a:lnTo>
                <a:lnTo>
                  <a:pt x="3533775" y="619125"/>
                </a:lnTo>
                <a:lnTo>
                  <a:pt x="3533775" y="628650"/>
                </a:lnTo>
                <a:lnTo>
                  <a:pt x="3543300" y="628650"/>
                </a:lnTo>
                <a:lnTo>
                  <a:pt x="3543300" y="647700"/>
                </a:lnTo>
                <a:lnTo>
                  <a:pt x="3571875" y="647700"/>
                </a:lnTo>
                <a:lnTo>
                  <a:pt x="3571875" y="609600"/>
                </a:lnTo>
                <a:lnTo>
                  <a:pt x="3552825" y="609600"/>
                </a:lnTo>
                <a:lnTo>
                  <a:pt x="3552825" y="600075"/>
                </a:lnTo>
                <a:lnTo>
                  <a:pt x="3543300" y="600075"/>
                </a:lnTo>
                <a:lnTo>
                  <a:pt x="3543300" y="590550"/>
                </a:lnTo>
                <a:lnTo>
                  <a:pt x="3562350" y="590550"/>
                </a:lnTo>
                <a:lnTo>
                  <a:pt x="3562350" y="581025"/>
                </a:lnTo>
                <a:lnTo>
                  <a:pt x="3552825" y="581025"/>
                </a:lnTo>
                <a:lnTo>
                  <a:pt x="3552825" y="571500"/>
                </a:lnTo>
                <a:lnTo>
                  <a:pt x="3571875" y="571500"/>
                </a:lnTo>
                <a:lnTo>
                  <a:pt x="3571875" y="561975"/>
                </a:lnTo>
                <a:lnTo>
                  <a:pt x="3581400" y="561975"/>
                </a:lnTo>
                <a:lnTo>
                  <a:pt x="3581400" y="571500"/>
                </a:lnTo>
                <a:lnTo>
                  <a:pt x="3590925" y="571500"/>
                </a:lnTo>
                <a:lnTo>
                  <a:pt x="3590925" y="600075"/>
                </a:lnTo>
                <a:lnTo>
                  <a:pt x="3581400" y="600075"/>
                </a:lnTo>
                <a:lnTo>
                  <a:pt x="3581400" y="619125"/>
                </a:lnTo>
                <a:lnTo>
                  <a:pt x="3590925" y="619125"/>
                </a:lnTo>
                <a:lnTo>
                  <a:pt x="3590925" y="638175"/>
                </a:lnTo>
                <a:lnTo>
                  <a:pt x="3600450" y="638175"/>
                </a:lnTo>
                <a:lnTo>
                  <a:pt x="3600450" y="647700"/>
                </a:lnTo>
                <a:lnTo>
                  <a:pt x="3590925" y="647700"/>
                </a:lnTo>
                <a:lnTo>
                  <a:pt x="3590925" y="676275"/>
                </a:lnTo>
                <a:lnTo>
                  <a:pt x="3581400" y="676275"/>
                </a:lnTo>
                <a:lnTo>
                  <a:pt x="3581400" y="657225"/>
                </a:lnTo>
                <a:lnTo>
                  <a:pt x="3571875" y="657225"/>
                </a:lnTo>
                <a:lnTo>
                  <a:pt x="3571875" y="676275"/>
                </a:lnTo>
                <a:lnTo>
                  <a:pt x="3562350" y="676275"/>
                </a:lnTo>
                <a:lnTo>
                  <a:pt x="3562350" y="704850"/>
                </a:lnTo>
                <a:lnTo>
                  <a:pt x="3590925" y="704850"/>
                </a:lnTo>
                <a:lnTo>
                  <a:pt x="3590925" y="723900"/>
                </a:lnTo>
                <a:lnTo>
                  <a:pt x="3571875" y="723900"/>
                </a:lnTo>
                <a:lnTo>
                  <a:pt x="3571875" y="733425"/>
                </a:lnTo>
                <a:lnTo>
                  <a:pt x="3562350" y="733425"/>
                </a:lnTo>
                <a:lnTo>
                  <a:pt x="3562350" y="742950"/>
                </a:lnTo>
                <a:lnTo>
                  <a:pt x="3543300" y="742950"/>
                </a:lnTo>
                <a:lnTo>
                  <a:pt x="3543300" y="762000"/>
                </a:lnTo>
                <a:lnTo>
                  <a:pt x="3552825" y="762000"/>
                </a:lnTo>
                <a:lnTo>
                  <a:pt x="3552825" y="752475"/>
                </a:lnTo>
                <a:lnTo>
                  <a:pt x="3590925" y="752475"/>
                </a:lnTo>
                <a:lnTo>
                  <a:pt x="3590925" y="742950"/>
                </a:lnTo>
                <a:lnTo>
                  <a:pt x="3600450" y="742950"/>
                </a:lnTo>
                <a:lnTo>
                  <a:pt x="3600450" y="752475"/>
                </a:lnTo>
                <a:lnTo>
                  <a:pt x="3590925" y="752475"/>
                </a:lnTo>
                <a:lnTo>
                  <a:pt x="3590925" y="771525"/>
                </a:lnTo>
                <a:lnTo>
                  <a:pt x="3581400" y="771525"/>
                </a:lnTo>
                <a:lnTo>
                  <a:pt x="3581400" y="781050"/>
                </a:lnTo>
                <a:lnTo>
                  <a:pt x="3590925" y="781050"/>
                </a:lnTo>
                <a:lnTo>
                  <a:pt x="3590925" y="800100"/>
                </a:lnTo>
                <a:lnTo>
                  <a:pt x="3581400" y="800100"/>
                </a:lnTo>
                <a:lnTo>
                  <a:pt x="3581400" y="809625"/>
                </a:lnTo>
                <a:lnTo>
                  <a:pt x="3571875" y="809625"/>
                </a:lnTo>
                <a:lnTo>
                  <a:pt x="3571875" y="800100"/>
                </a:lnTo>
                <a:lnTo>
                  <a:pt x="3543300" y="800100"/>
                </a:lnTo>
                <a:lnTo>
                  <a:pt x="3543300" y="790575"/>
                </a:lnTo>
                <a:lnTo>
                  <a:pt x="3533775" y="790575"/>
                </a:lnTo>
                <a:lnTo>
                  <a:pt x="3533775" y="771525"/>
                </a:lnTo>
                <a:lnTo>
                  <a:pt x="3524250" y="771525"/>
                </a:lnTo>
                <a:lnTo>
                  <a:pt x="3524250" y="762000"/>
                </a:lnTo>
                <a:lnTo>
                  <a:pt x="3505200" y="762000"/>
                </a:lnTo>
                <a:lnTo>
                  <a:pt x="3505200" y="742950"/>
                </a:lnTo>
                <a:lnTo>
                  <a:pt x="3514725" y="742950"/>
                </a:lnTo>
                <a:lnTo>
                  <a:pt x="3514725" y="723900"/>
                </a:lnTo>
                <a:lnTo>
                  <a:pt x="3524250" y="723900"/>
                </a:lnTo>
                <a:lnTo>
                  <a:pt x="3524250" y="714375"/>
                </a:lnTo>
                <a:lnTo>
                  <a:pt x="3514725" y="714375"/>
                </a:lnTo>
                <a:lnTo>
                  <a:pt x="3514725" y="695325"/>
                </a:lnTo>
                <a:lnTo>
                  <a:pt x="3495675" y="695325"/>
                </a:lnTo>
                <a:lnTo>
                  <a:pt x="3495675" y="685800"/>
                </a:lnTo>
                <a:lnTo>
                  <a:pt x="3467100" y="685800"/>
                </a:lnTo>
                <a:lnTo>
                  <a:pt x="3467100" y="695325"/>
                </a:lnTo>
                <a:lnTo>
                  <a:pt x="3457575" y="695325"/>
                </a:lnTo>
                <a:lnTo>
                  <a:pt x="3457575" y="704850"/>
                </a:lnTo>
                <a:lnTo>
                  <a:pt x="3448050" y="704850"/>
                </a:lnTo>
                <a:lnTo>
                  <a:pt x="3448050" y="714375"/>
                </a:lnTo>
                <a:lnTo>
                  <a:pt x="3457575" y="714375"/>
                </a:lnTo>
                <a:lnTo>
                  <a:pt x="3457575" y="723900"/>
                </a:lnTo>
                <a:lnTo>
                  <a:pt x="3467100" y="723900"/>
                </a:lnTo>
                <a:lnTo>
                  <a:pt x="3467100" y="733425"/>
                </a:lnTo>
                <a:lnTo>
                  <a:pt x="3419475" y="733425"/>
                </a:lnTo>
                <a:lnTo>
                  <a:pt x="3419475" y="704850"/>
                </a:lnTo>
                <a:lnTo>
                  <a:pt x="3390900" y="704850"/>
                </a:lnTo>
                <a:lnTo>
                  <a:pt x="3390900" y="733425"/>
                </a:lnTo>
                <a:lnTo>
                  <a:pt x="3381375" y="733425"/>
                </a:lnTo>
                <a:lnTo>
                  <a:pt x="3381375" y="723900"/>
                </a:lnTo>
                <a:lnTo>
                  <a:pt x="3371850" y="723900"/>
                </a:lnTo>
                <a:lnTo>
                  <a:pt x="3371850" y="714375"/>
                </a:lnTo>
                <a:lnTo>
                  <a:pt x="3362325" y="714375"/>
                </a:lnTo>
                <a:lnTo>
                  <a:pt x="3362325" y="733425"/>
                </a:lnTo>
                <a:lnTo>
                  <a:pt x="3343275" y="733425"/>
                </a:lnTo>
                <a:lnTo>
                  <a:pt x="3343275" y="742950"/>
                </a:lnTo>
                <a:lnTo>
                  <a:pt x="3324225" y="742950"/>
                </a:lnTo>
                <a:lnTo>
                  <a:pt x="3324225" y="752475"/>
                </a:lnTo>
                <a:lnTo>
                  <a:pt x="3314700" y="752475"/>
                </a:lnTo>
                <a:lnTo>
                  <a:pt x="3314700" y="771525"/>
                </a:lnTo>
                <a:lnTo>
                  <a:pt x="3305175" y="771525"/>
                </a:lnTo>
                <a:lnTo>
                  <a:pt x="3305175" y="781050"/>
                </a:lnTo>
                <a:lnTo>
                  <a:pt x="3276600" y="781050"/>
                </a:lnTo>
                <a:lnTo>
                  <a:pt x="3276600" y="790575"/>
                </a:lnTo>
                <a:lnTo>
                  <a:pt x="3267075" y="790575"/>
                </a:lnTo>
                <a:lnTo>
                  <a:pt x="3267075" y="800100"/>
                </a:lnTo>
                <a:lnTo>
                  <a:pt x="3248025" y="800100"/>
                </a:lnTo>
                <a:lnTo>
                  <a:pt x="3248025" y="790575"/>
                </a:lnTo>
                <a:lnTo>
                  <a:pt x="3238500" y="790575"/>
                </a:lnTo>
                <a:lnTo>
                  <a:pt x="3238500" y="771525"/>
                </a:lnTo>
                <a:lnTo>
                  <a:pt x="3248025" y="771525"/>
                </a:lnTo>
                <a:lnTo>
                  <a:pt x="3248025" y="762000"/>
                </a:lnTo>
                <a:lnTo>
                  <a:pt x="3238500" y="762000"/>
                </a:lnTo>
                <a:lnTo>
                  <a:pt x="3238500" y="752475"/>
                </a:lnTo>
                <a:lnTo>
                  <a:pt x="3228975" y="752475"/>
                </a:lnTo>
                <a:lnTo>
                  <a:pt x="3228975" y="733425"/>
                </a:lnTo>
                <a:lnTo>
                  <a:pt x="3219450" y="733425"/>
                </a:lnTo>
                <a:lnTo>
                  <a:pt x="3219450" y="723900"/>
                </a:lnTo>
                <a:lnTo>
                  <a:pt x="3190875" y="723900"/>
                </a:lnTo>
                <a:lnTo>
                  <a:pt x="3190875" y="733425"/>
                </a:lnTo>
                <a:lnTo>
                  <a:pt x="3181350" y="733425"/>
                </a:lnTo>
                <a:lnTo>
                  <a:pt x="3181350" y="742950"/>
                </a:lnTo>
                <a:lnTo>
                  <a:pt x="3190875" y="742950"/>
                </a:lnTo>
                <a:lnTo>
                  <a:pt x="3190875" y="733425"/>
                </a:lnTo>
                <a:lnTo>
                  <a:pt x="3200400" y="733425"/>
                </a:lnTo>
                <a:lnTo>
                  <a:pt x="3200400" y="752475"/>
                </a:lnTo>
                <a:lnTo>
                  <a:pt x="3190875" y="752475"/>
                </a:lnTo>
                <a:lnTo>
                  <a:pt x="3190875" y="762000"/>
                </a:lnTo>
                <a:lnTo>
                  <a:pt x="3181350" y="762000"/>
                </a:lnTo>
                <a:lnTo>
                  <a:pt x="3181350" y="781050"/>
                </a:lnTo>
                <a:lnTo>
                  <a:pt x="3152775" y="781050"/>
                </a:lnTo>
                <a:lnTo>
                  <a:pt x="3152775" y="790575"/>
                </a:lnTo>
                <a:lnTo>
                  <a:pt x="3143250" y="790575"/>
                </a:lnTo>
                <a:lnTo>
                  <a:pt x="3143250" y="828675"/>
                </a:lnTo>
                <a:lnTo>
                  <a:pt x="3133725" y="828675"/>
                </a:lnTo>
                <a:lnTo>
                  <a:pt x="3133725" y="809625"/>
                </a:lnTo>
                <a:lnTo>
                  <a:pt x="3105150" y="809625"/>
                </a:lnTo>
                <a:lnTo>
                  <a:pt x="3105150" y="819150"/>
                </a:lnTo>
                <a:lnTo>
                  <a:pt x="3086100" y="819150"/>
                </a:lnTo>
                <a:lnTo>
                  <a:pt x="3086100" y="828675"/>
                </a:lnTo>
                <a:lnTo>
                  <a:pt x="3076575" y="828675"/>
                </a:lnTo>
                <a:lnTo>
                  <a:pt x="3076575" y="857250"/>
                </a:lnTo>
                <a:lnTo>
                  <a:pt x="3067050" y="857250"/>
                </a:lnTo>
                <a:lnTo>
                  <a:pt x="3067050" y="866775"/>
                </a:lnTo>
                <a:lnTo>
                  <a:pt x="3057525" y="866775"/>
                </a:lnTo>
                <a:lnTo>
                  <a:pt x="3057525" y="847725"/>
                </a:lnTo>
                <a:lnTo>
                  <a:pt x="3048000" y="847725"/>
                </a:lnTo>
                <a:lnTo>
                  <a:pt x="3048000" y="828675"/>
                </a:lnTo>
                <a:lnTo>
                  <a:pt x="3057525" y="828675"/>
                </a:lnTo>
                <a:lnTo>
                  <a:pt x="3057525" y="819150"/>
                </a:lnTo>
                <a:lnTo>
                  <a:pt x="3067050" y="819150"/>
                </a:lnTo>
                <a:lnTo>
                  <a:pt x="3067050" y="790575"/>
                </a:lnTo>
                <a:lnTo>
                  <a:pt x="3038475" y="790575"/>
                </a:lnTo>
                <a:lnTo>
                  <a:pt x="3038475" y="781050"/>
                </a:lnTo>
                <a:lnTo>
                  <a:pt x="3028950" y="781050"/>
                </a:lnTo>
                <a:lnTo>
                  <a:pt x="3028950" y="790575"/>
                </a:lnTo>
                <a:lnTo>
                  <a:pt x="3019425" y="790575"/>
                </a:lnTo>
                <a:lnTo>
                  <a:pt x="3019425" y="809625"/>
                </a:lnTo>
                <a:lnTo>
                  <a:pt x="3009900" y="809625"/>
                </a:lnTo>
                <a:lnTo>
                  <a:pt x="3009900" y="838200"/>
                </a:lnTo>
                <a:lnTo>
                  <a:pt x="3000375" y="838200"/>
                </a:lnTo>
                <a:lnTo>
                  <a:pt x="3000375" y="857250"/>
                </a:lnTo>
                <a:lnTo>
                  <a:pt x="2990850" y="857250"/>
                </a:lnTo>
                <a:lnTo>
                  <a:pt x="2990850" y="885825"/>
                </a:lnTo>
                <a:lnTo>
                  <a:pt x="3009900" y="885825"/>
                </a:lnTo>
                <a:lnTo>
                  <a:pt x="3009900" y="895350"/>
                </a:lnTo>
                <a:lnTo>
                  <a:pt x="3019425" y="895350"/>
                </a:lnTo>
                <a:lnTo>
                  <a:pt x="3019425" y="904875"/>
                </a:lnTo>
                <a:lnTo>
                  <a:pt x="3009900" y="904875"/>
                </a:lnTo>
                <a:lnTo>
                  <a:pt x="3009900" y="914400"/>
                </a:lnTo>
                <a:lnTo>
                  <a:pt x="3000375" y="914400"/>
                </a:lnTo>
                <a:lnTo>
                  <a:pt x="3000375" y="923925"/>
                </a:lnTo>
                <a:lnTo>
                  <a:pt x="2990850" y="923925"/>
                </a:lnTo>
                <a:lnTo>
                  <a:pt x="2990850" y="942975"/>
                </a:lnTo>
                <a:lnTo>
                  <a:pt x="2971800" y="942975"/>
                </a:lnTo>
                <a:lnTo>
                  <a:pt x="2971800" y="933450"/>
                </a:lnTo>
                <a:lnTo>
                  <a:pt x="2981325" y="933450"/>
                </a:lnTo>
                <a:lnTo>
                  <a:pt x="2981325" y="923925"/>
                </a:lnTo>
                <a:lnTo>
                  <a:pt x="2952750" y="923925"/>
                </a:lnTo>
                <a:lnTo>
                  <a:pt x="2952750" y="933450"/>
                </a:lnTo>
                <a:lnTo>
                  <a:pt x="2943225" y="933450"/>
                </a:lnTo>
                <a:lnTo>
                  <a:pt x="2943225" y="952500"/>
                </a:lnTo>
                <a:lnTo>
                  <a:pt x="2924175" y="952500"/>
                </a:lnTo>
                <a:lnTo>
                  <a:pt x="2924175" y="962025"/>
                </a:lnTo>
                <a:lnTo>
                  <a:pt x="2914650" y="962025"/>
                </a:lnTo>
                <a:lnTo>
                  <a:pt x="2914650" y="971550"/>
                </a:lnTo>
                <a:lnTo>
                  <a:pt x="2933700" y="971550"/>
                </a:lnTo>
                <a:lnTo>
                  <a:pt x="2933700" y="981075"/>
                </a:lnTo>
                <a:lnTo>
                  <a:pt x="2943225" y="981075"/>
                </a:lnTo>
                <a:lnTo>
                  <a:pt x="2943225" y="990600"/>
                </a:lnTo>
                <a:lnTo>
                  <a:pt x="2952750" y="990600"/>
                </a:lnTo>
                <a:lnTo>
                  <a:pt x="2952750" y="1009650"/>
                </a:lnTo>
                <a:lnTo>
                  <a:pt x="2962275" y="1009650"/>
                </a:lnTo>
                <a:lnTo>
                  <a:pt x="2962275" y="971550"/>
                </a:lnTo>
                <a:lnTo>
                  <a:pt x="2952750" y="971550"/>
                </a:lnTo>
                <a:lnTo>
                  <a:pt x="2952750" y="962025"/>
                </a:lnTo>
                <a:lnTo>
                  <a:pt x="2971800" y="962025"/>
                </a:lnTo>
                <a:lnTo>
                  <a:pt x="2971800" y="971550"/>
                </a:lnTo>
                <a:lnTo>
                  <a:pt x="2990850" y="971550"/>
                </a:lnTo>
                <a:lnTo>
                  <a:pt x="2990850" y="990600"/>
                </a:lnTo>
                <a:lnTo>
                  <a:pt x="3000375" y="990600"/>
                </a:lnTo>
                <a:lnTo>
                  <a:pt x="3000375" y="1009650"/>
                </a:lnTo>
                <a:lnTo>
                  <a:pt x="3019425" y="1009650"/>
                </a:lnTo>
                <a:lnTo>
                  <a:pt x="3019425" y="981075"/>
                </a:lnTo>
                <a:lnTo>
                  <a:pt x="3028950" y="981075"/>
                </a:lnTo>
                <a:lnTo>
                  <a:pt x="3028950" y="990600"/>
                </a:lnTo>
                <a:lnTo>
                  <a:pt x="3048000" y="990600"/>
                </a:lnTo>
                <a:lnTo>
                  <a:pt x="3048000" y="1000125"/>
                </a:lnTo>
                <a:lnTo>
                  <a:pt x="3057525" y="1000125"/>
                </a:lnTo>
                <a:lnTo>
                  <a:pt x="3057525" y="1019175"/>
                </a:lnTo>
                <a:lnTo>
                  <a:pt x="3067050" y="1019175"/>
                </a:lnTo>
                <a:lnTo>
                  <a:pt x="3067050" y="1028700"/>
                </a:lnTo>
                <a:lnTo>
                  <a:pt x="3076575" y="1028700"/>
                </a:lnTo>
                <a:lnTo>
                  <a:pt x="3076575" y="1057275"/>
                </a:lnTo>
                <a:lnTo>
                  <a:pt x="3067050" y="1057275"/>
                </a:lnTo>
                <a:lnTo>
                  <a:pt x="3067050" y="1047750"/>
                </a:lnTo>
                <a:lnTo>
                  <a:pt x="3048000" y="1047750"/>
                </a:lnTo>
                <a:lnTo>
                  <a:pt x="3048000" y="1019175"/>
                </a:lnTo>
                <a:lnTo>
                  <a:pt x="3019425" y="1019175"/>
                </a:lnTo>
                <a:lnTo>
                  <a:pt x="3019425" y="1038225"/>
                </a:lnTo>
                <a:lnTo>
                  <a:pt x="3009900" y="1038225"/>
                </a:lnTo>
                <a:lnTo>
                  <a:pt x="3009900" y="1047750"/>
                </a:lnTo>
                <a:lnTo>
                  <a:pt x="3000375" y="1047750"/>
                </a:lnTo>
                <a:lnTo>
                  <a:pt x="3000375" y="1057275"/>
                </a:lnTo>
                <a:lnTo>
                  <a:pt x="3028950" y="1057275"/>
                </a:lnTo>
                <a:lnTo>
                  <a:pt x="3028950" y="1085850"/>
                </a:lnTo>
                <a:lnTo>
                  <a:pt x="3009900" y="1085850"/>
                </a:lnTo>
                <a:lnTo>
                  <a:pt x="3009900" y="1076325"/>
                </a:lnTo>
                <a:lnTo>
                  <a:pt x="2952750" y="1076325"/>
                </a:lnTo>
                <a:lnTo>
                  <a:pt x="2952750" y="1047750"/>
                </a:lnTo>
                <a:lnTo>
                  <a:pt x="2943225" y="1047750"/>
                </a:lnTo>
                <a:lnTo>
                  <a:pt x="2943225" y="1038225"/>
                </a:lnTo>
                <a:lnTo>
                  <a:pt x="2914650" y="1038225"/>
                </a:lnTo>
                <a:lnTo>
                  <a:pt x="2914650" y="1000125"/>
                </a:lnTo>
                <a:lnTo>
                  <a:pt x="2895600" y="1000125"/>
                </a:lnTo>
                <a:lnTo>
                  <a:pt x="2895600" y="1009650"/>
                </a:lnTo>
                <a:lnTo>
                  <a:pt x="2886075" y="1009650"/>
                </a:lnTo>
                <a:lnTo>
                  <a:pt x="2886075" y="1028700"/>
                </a:lnTo>
                <a:lnTo>
                  <a:pt x="2876550" y="1028700"/>
                </a:lnTo>
                <a:lnTo>
                  <a:pt x="2876550" y="1057275"/>
                </a:lnTo>
                <a:lnTo>
                  <a:pt x="2905125" y="1057275"/>
                </a:lnTo>
                <a:lnTo>
                  <a:pt x="2905125" y="1066800"/>
                </a:lnTo>
                <a:lnTo>
                  <a:pt x="2895600" y="1066800"/>
                </a:lnTo>
                <a:lnTo>
                  <a:pt x="2895600" y="1076325"/>
                </a:lnTo>
                <a:lnTo>
                  <a:pt x="2867025" y="1076325"/>
                </a:lnTo>
                <a:lnTo>
                  <a:pt x="2867025" y="1066800"/>
                </a:lnTo>
                <a:lnTo>
                  <a:pt x="2847975" y="1066800"/>
                </a:lnTo>
                <a:lnTo>
                  <a:pt x="2847975" y="1047750"/>
                </a:lnTo>
                <a:lnTo>
                  <a:pt x="2838450" y="1047750"/>
                </a:lnTo>
                <a:lnTo>
                  <a:pt x="2838450" y="1038225"/>
                </a:lnTo>
                <a:lnTo>
                  <a:pt x="2819400" y="1038225"/>
                </a:lnTo>
                <a:lnTo>
                  <a:pt x="2819400" y="1047750"/>
                </a:lnTo>
                <a:lnTo>
                  <a:pt x="2828925" y="1047750"/>
                </a:lnTo>
                <a:lnTo>
                  <a:pt x="2828925" y="1076325"/>
                </a:lnTo>
                <a:lnTo>
                  <a:pt x="2819400" y="1076325"/>
                </a:lnTo>
                <a:lnTo>
                  <a:pt x="2819400" y="1066800"/>
                </a:lnTo>
                <a:lnTo>
                  <a:pt x="2781300" y="1066800"/>
                </a:lnTo>
                <a:lnTo>
                  <a:pt x="2781300" y="1057275"/>
                </a:lnTo>
                <a:lnTo>
                  <a:pt x="2771775" y="1057275"/>
                </a:lnTo>
                <a:lnTo>
                  <a:pt x="2771775" y="1047750"/>
                </a:lnTo>
                <a:lnTo>
                  <a:pt x="2752725" y="1047750"/>
                </a:lnTo>
                <a:lnTo>
                  <a:pt x="2752725" y="1066800"/>
                </a:lnTo>
                <a:lnTo>
                  <a:pt x="2724150" y="1066800"/>
                </a:lnTo>
                <a:lnTo>
                  <a:pt x="2724150" y="1057275"/>
                </a:lnTo>
                <a:lnTo>
                  <a:pt x="2647950" y="1057275"/>
                </a:lnTo>
                <a:lnTo>
                  <a:pt x="2647950" y="1047750"/>
                </a:lnTo>
                <a:lnTo>
                  <a:pt x="2638425" y="1047750"/>
                </a:lnTo>
                <a:lnTo>
                  <a:pt x="2638425" y="1019175"/>
                </a:lnTo>
                <a:lnTo>
                  <a:pt x="2628900" y="1019175"/>
                </a:lnTo>
                <a:lnTo>
                  <a:pt x="2628900" y="1009650"/>
                </a:lnTo>
                <a:lnTo>
                  <a:pt x="2647950" y="1009650"/>
                </a:lnTo>
                <a:lnTo>
                  <a:pt x="2647950" y="990600"/>
                </a:lnTo>
                <a:lnTo>
                  <a:pt x="2686050" y="990600"/>
                </a:lnTo>
                <a:lnTo>
                  <a:pt x="2686050" y="1000125"/>
                </a:lnTo>
                <a:lnTo>
                  <a:pt x="2695575" y="1000125"/>
                </a:lnTo>
                <a:lnTo>
                  <a:pt x="2695575" y="981075"/>
                </a:lnTo>
                <a:lnTo>
                  <a:pt x="2705100" y="981075"/>
                </a:lnTo>
                <a:lnTo>
                  <a:pt x="2705100" y="962025"/>
                </a:lnTo>
                <a:lnTo>
                  <a:pt x="2714625" y="962025"/>
                </a:lnTo>
                <a:lnTo>
                  <a:pt x="2714625" y="952500"/>
                </a:lnTo>
                <a:lnTo>
                  <a:pt x="2724150" y="952500"/>
                </a:lnTo>
                <a:lnTo>
                  <a:pt x="2724150" y="942975"/>
                </a:lnTo>
                <a:lnTo>
                  <a:pt x="2733675" y="942975"/>
                </a:lnTo>
                <a:lnTo>
                  <a:pt x="2733675" y="952500"/>
                </a:lnTo>
                <a:lnTo>
                  <a:pt x="2752725" y="952500"/>
                </a:lnTo>
                <a:lnTo>
                  <a:pt x="2752725" y="962025"/>
                </a:lnTo>
                <a:lnTo>
                  <a:pt x="2743200" y="962025"/>
                </a:lnTo>
                <a:lnTo>
                  <a:pt x="2743200" y="990600"/>
                </a:lnTo>
                <a:lnTo>
                  <a:pt x="2762250" y="990600"/>
                </a:lnTo>
                <a:lnTo>
                  <a:pt x="2762250" y="981075"/>
                </a:lnTo>
                <a:lnTo>
                  <a:pt x="2771775" y="981075"/>
                </a:lnTo>
                <a:lnTo>
                  <a:pt x="2771775" y="971550"/>
                </a:lnTo>
                <a:lnTo>
                  <a:pt x="2781300" y="971550"/>
                </a:lnTo>
                <a:lnTo>
                  <a:pt x="2781300" y="962025"/>
                </a:lnTo>
                <a:lnTo>
                  <a:pt x="2790825" y="962025"/>
                </a:lnTo>
                <a:lnTo>
                  <a:pt x="2790825" y="942975"/>
                </a:lnTo>
                <a:lnTo>
                  <a:pt x="2781300" y="942975"/>
                </a:lnTo>
                <a:lnTo>
                  <a:pt x="2781300" y="933450"/>
                </a:lnTo>
                <a:lnTo>
                  <a:pt x="2809875" y="933450"/>
                </a:lnTo>
                <a:lnTo>
                  <a:pt x="2809875" y="942975"/>
                </a:lnTo>
                <a:lnTo>
                  <a:pt x="2819400" y="942975"/>
                </a:lnTo>
                <a:lnTo>
                  <a:pt x="2819400" y="962025"/>
                </a:lnTo>
                <a:lnTo>
                  <a:pt x="2828925" y="962025"/>
                </a:lnTo>
                <a:lnTo>
                  <a:pt x="2828925" y="981075"/>
                </a:lnTo>
                <a:lnTo>
                  <a:pt x="2838450" y="981075"/>
                </a:lnTo>
                <a:lnTo>
                  <a:pt x="2838450" y="1000125"/>
                </a:lnTo>
                <a:lnTo>
                  <a:pt x="2867025" y="1000125"/>
                </a:lnTo>
                <a:lnTo>
                  <a:pt x="2867025" y="990600"/>
                </a:lnTo>
                <a:lnTo>
                  <a:pt x="2857500" y="990600"/>
                </a:lnTo>
                <a:lnTo>
                  <a:pt x="2857500" y="952500"/>
                </a:lnTo>
                <a:lnTo>
                  <a:pt x="2876550" y="952500"/>
                </a:lnTo>
                <a:lnTo>
                  <a:pt x="2876550" y="942975"/>
                </a:lnTo>
                <a:lnTo>
                  <a:pt x="2886075" y="942975"/>
                </a:lnTo>
                <a:lnTo>
                  <a:pt x="2886075" y="923925"/>
                </a:lnTo>
                <a:lnTo>
                  <a:pt x="2876550" y="923925"/>
                </a:lnTo>
                <a:lnTo>
                  <a:pt x="2876550" y="914400"/>
                </a:lnTo>
                <a:lnTo>
                  <a:pt x="2895600" y="914400"/>
                </a:lnTo>
                <a:lnTo>
                  <a:pt x="2895600" y="904875"/>
                </a:lnTo>
                <a:lnTo>
                  <a:pt x="2905125" y="904875"/>
                </a:lnTo>
                <a:lnTo>
                  <a:pt x="2905125" y="895350"/>
                </a:lnTo>
                <a:lnTo>
                  <a:pt x="2895600" y="895350"/>
                </a:lnTo>
                <a:lnTo>
                  <a:pt x="2895600" y="885825"/>
                </a:lnTo>
                <a:lnTo>
                  <a:pt x="2876550" y="885825"/>
                </a:lnTo>
                <a:lnTo>
                  <a:pt x="2876550" y="876300"/>
                </a:lnTo>
                <a:lnTo>
                  <a:pt x="2857500" y="876300"/>
                </a:lnTo>
                <a:lnTo>
                  <a:pt x="2857500" y="857250"/>
                </a:lnTo>
                <a:lnTo>
                  <a:pt x="2847975" y="857250"/>
                </a:lnTo>
                <a:lnTo>
                  <a:pt x="2847975" y="847725"/>
                </a:lnTo>
                <a:lnTo>
                  <a:pt x="2857500" y="847725"/>
                </a:lnTo>
                <a:lnTo>
                  <a:pt x="2857500" y="828675"/>
                </a:lnTo>
                <a:lnTo>
                  <a:pt x="2838450" y="828675"/>
                </a:lnTo>
                <a:lnTo>
                  <a:pt x="2838450" y="819150"/>
                </a:lnTo>
                <a:lnTo>
                  <a:pt x="2809875" y="819150"/>
                </a:lnTo>
                <a:lnTo>
                  <a:pt x="2809875" y="828675"/>
                </a:lnTo>
                <a:lnTo>
                  <a:pt x="2819400" y="828675"/>
                </a:lnTo>
                <a:lnTo>
                  <a:pt x="2819400" y="838200"/>
                </a:lnTo>
                <a:lnTo>
                  <a:pt x="2828925" y="838200"/>
                </a:lnTo>
                <a:lnTo>
                  <a:pt x="2828925" y="847725"/>
                </a:lnTo>
                <a:lnTo>
                  <a:pt x="2819400" y="847725"/>
                </a:lnTo>
                <a:lnTo>
                  <a:pt x="2819400" y="857250"/>
                </a:lnTo>
                <a:lnTo>
                  <a:pt x="2809875" y="857250"/>
                </a:lnTo>
                <a:lnTo>
                  <a:pt x="2809875" y="876300"/>
                </a:lnTo>
                <a:lnTo>
                  <a:pt x="2828925" y="876300"/>
                </a:lnTo>
                <a:lnTo>
                  <a:pt x="2828925" y="895350"/>
                </a:lnTo>
                <a:lnTo>
                  <a:pt x="2847975" y="895350"/>
                </a:lnTo>
                <a:lnTo>
                  <a:pt x="2847975" y="904875"/>
                </a:lnTo>
                <a:lnTo>
                  <a:pt x="2867025" y="904875"/>
                </a:lnTo>
                <a:lnTo>
                  <a:pt x="2867025" y="923925"/>
                </a:lnTo>
                <a:lnTo>
                  <a:pt x="2838450" y="923925"/>
                </a:lnTo>
                <a:lnTo>
                  <a:pt x="2838450" y="904875"/>
                </a:lnTo>
                <a:lnTo>
                  <a:pt x="2819400" y="904875"/>
                </a:lnTo>
                <a:lnTo>
                  <a:pt x="2819400" y="895350"/>
                </a:lnTo>
                <a:lnTo>
                  <a:pt x="2800350" y="895350"/>
                </a:lnTo>
                <a:lnTo>
                  <a:pt x="2800350" y="904875"/>
                </a:lnTo>
                <a:lnTo>
                  <a:pt x="2790825" y="904875"/>
                </a:lnTo>
                <a:lnTo>
                  <a:pt x="2790825" y="914400"/>
                </a:lnTo>
                <a:lnTo>
                  <a:pt x="2781300" y="914400"/>
                </a:lnTo>
                <a:lnTo>
                  <a:pt x="2781300" y="904875"/>
                </a:lnTo>
                <a:lnTo>
                  <a:pt x="2771775" y="904875"/>
                </a:lnTo>
                <a:lnTo>
                  <a:pt x="2771775" y="895350"/>
                </a:lnTo>
                <a:lnTo>
                  <a:pt x="2752725" y="895350"/>
                </a:lnTo>
                <a:lnTo>
                  <a:pt x="2752725" y="904875"/>
                </a:lnTo>
                <a:lnTo>
                  <a:pt x="2743200" y="904875"/>
                </a:lnTo>
                <a:lnTo>
                  <a:pt x="2743200" y="914400"/>
                </a:lnTo>
                <a:lnTo>
                  <a:pt x="2733675" y="914400"/>
                </a:lnTo>
                <a:lnTo>
                  <a:pt x="2733675" y="904875"/>
                </a:lnTo>
                <a:lnTo>
                  <a:pt x="2714625" y="904875"/>
                </a:lnTo>
                <a:lnTo>
                  <a:pt x="2714625" y="914400"/>
                </a:lnTo>
                <a:lnTo>
                  <a:pt x="2705100" y="914400"/>
                </a:lnTo>
                <a:lnTo>
                  <a:pt x="2705100" y="923925"/>
                </a:lnTo>
                <a:lnTo>
                  <a:pt x="2695575" y="923925"/>
                </a:lnTo>
                <a:lnTo>
                  <a:pt x="2695575" y="933450"/>
                </a:lnTo>
                <a:lnTo>
                  <a:pt x="2676525" y="933450"/>
                </a:lnTo>
                <a:lnTo>
                  <a:pt x="2676525" y="942975"/>
                </a:lnTo>
                <a:lnTo>
                  <a:pt x="2657475" y="942975"/>
                </a:lnTo>
                <a:lnTo>
                  <a:pt x="2657475" y="962025"/>
                </a:lnTo>
                <a:lnTo>
                  <a:pt x="2695575" y="962025"/>
                </a:lnTo>
                <a:lnTo>
                  <a:pt x="2695575" y="971550"/>
                </a:lnTo>
                <a:lnTo>
                  <a:pt x="2676525" y="971550"/>
                </a:lnTo>
                <a:lnTo>
                  <a:pt x="2676525" y="981075"/>
                </a:lnTo>
                <a:lnTo>
                  <a:pt x="2667000" y="981075"/>
                </a:lnTo>
                <a:lnTo>
                  <a:pt x="2667000" y="971550"/>
                </a:lnTo>
                <a:lnTo>
                  <a:pt x="2638425" y="971550"/>
                </a:lnTo>
                <a:lnTo>
                  <a:pt x="2638425" y="981075"/>
                </a:lnTo>
                <a:lnTo>
                  <a:pt x="2609850" y="981075"/>
                </a:lnTo>
                <a:lnTo>
                  <a:pt x="2609850" y="971550"/>
                </a:lnTo>
                <a:lnTo>
                  <a:pt x="2590800" y="971550"/>
                </a:lnTo>
                <a:lnTo>
                  <a:pt x="2590800" y="962025"/>
                </a:lnTo>
                <a:lnTo>
                  <a:pt x="2638425" y="962025"/>
                </a:lnTo>
                <a:lnTo>
                  <a:pt x="2638425" y="942975"/>
                </a:lnTo>
                <a:lnTo>
                  <a:pt x="2628900" y="942975"/>
                </a:lnTo>
                <a:lnTo>
                  <a:pt x="2628900" y="933450"/>
                </a:lnTo>
                <a:lnTo>
                  <a:pt x="2638425" y="933450"/>
                </a:lnTo>
                <a:lnTo>
                  <a:pt x="2638425" y="942975"/>
                </a:lnTo>
                <a:lnTo>
                  <a:pt x="2647950" y="942975"/>
                </a:lnTo>
                <a:lnTo>
                  <a:pt x="2647950" y="923925"/>
                </a:lnTo>
                <a:lnTo>
                  <a:pt x="2638425" y="923925"/>
                </a:lnTo>
                <a:lnTo>
                  <a:pt x="2638425" y="914400"/>
                </a:lnTo>
                <a:lnTo>
                  <a:pt x="2647950" y="914400"/>
                </a:lnTo>
                <a:lnTo>
                  <a:pt x="2647950" y="895350"/>
                </a:lnTo>
                <a:lnTo>
                  <a:pt x="2638425" y="895350"/>
                </a:lnTo>
                <a:lnTo>
                  <a:pt x="2638425" y="885825"/>
                </a:lnTo>
                <a:lnTo>
                  <a:pt x="2619375" y="885825"/>
                </a:lnTo>
                <a:lnTo>
                  <a:pt x="2619375" y="895350"/>
                </a:lnTo>
                <a:lnTo>
                  <a:pt x="2609850" y="895350"/>
                </a:lnTo>
                <a:lnTo>
                  <a:pt x="2609850" y="904875"/>
                </a:lnTo>
                <a:lnTo>
                  <a:pt x="2628900" y="904875"/>
                </a:lnTo>
                <a:lnTo>
                  <a:pt x="2628900" y="895350"/>
                </a:lnTo>
                <a:lnTo>
                  <a:pt x="2638425" y="895350"/>
                </a:lnTo>
                <a:lnTo>
                  <a:pt x="2638425" y="904875"/>
                </a:lnTo>
                <a:lnTo>
                  <a:pt x="2628900" y="904875"/>
                </a:lnTo>
                <a:lnTo>
                  <a:pt x="2628900" y="923925"/>
                </a:lnTo>
                <a:lnTo>
                  <a:pt x="2619375" y="923925"/>
                </a:lnTo>
                <a:lnTo>
                  <a:pt x="2619375" y="933450"/>
                </a:lnTo>
                <a:lnTo>
                  <a:pt x="2609850" y="933450"/>
                </a:lnTo>
                <a:lnTo>
                  <a:pt x="2609850" y="942975"/>
                </a:lnTo>
                <a:lnTo>
                  <a:pt x="2590800" y="942975"/>
                </a:lnTo>
                <a:lnTo>
                  <a:pt x="2590800" y="933450"/>
                </a:lnTo>
                <a:lnTo>
                  <a:pt x="2581275" y="933450"/>
                </a:lnTo>
                <a:lnTo>
                  <a:pt x="2581275" y="914400"/>
                </a:lnTo>
                <a:lnTo>
                  <a:pt x="2590800" y="914400"/>
                </a:lnTo>
                <a:lnTo>
                  <a:pt x="2590800" y="895350"/>
                </a:lnTo>
                <a:lnTo>
                  <a:pt x="2571750" y="895350"/>
                </a:lnTo>
                <a:lnTo>
                  <a:pt x="2571750" y="904875"/>
                </a:lnTo>
                <a:lnTo>
                  <a:pt x="2552700" y="904875"/>
                </a:lnTo>
                <a:lnTo>
                  <a:pt x="2552700" y="895350"/>
                </a:lnTo>
                <a:lnTo>
                  <a:pt x="2543175" y="895350"/>
                </a:lnTo>
                <a:lnTo>
                  <a:pt x="2543175" y="885825"/>
                </a:lnTo>
                <a:lnTo>
                  <a:pt x="2495550" y="885825"/>
                </a:lnTo>
                <a:lnTo>
                  <a:pt x="2495550" y="876300"/>
                </a:lnTo>
                <a:lnTo>
                  <a:pt x="2476500" y="876300"/>
                </a:lnTo>
                <a:lnTo>
                  <a:pt x="2476500" y="866775"/>
                </a:lnTo>
                <a:lnTo>
                  <a:pt x="2486025" y="866775"/>
                </a:lnTo>
                <a:lnTo>
                  <a:pt x="2486025" y="857250"/>
                </a:lnTo>
                <a:lnTo>
                  <a:pt x="2476500" y="857250"/>
                </a:lnTo>
                <a:lnTo>
                  <a:pt x="2476500" y="847725"/>
                </a:lnTo>
                <a:lnTo>
                  <a:pt x="2428875" y="847725"/>
                </a:lnTo>
                <a:lnTo>
                  <a:pt x="2428875" y="866775"/>
                </a:lnTo>
                <a:lnTo>
                  <a:pt x="2371725" y="866775"/>
                </a:lnTo>
                <a:lnTo>
                  <a:pt x="2371725" y="857250"/>
                </a:lnTo>
                <a:lnTo>
                  <a:pt x="2362200" y="857250"/>
                </a:lnTo>
                <a:lnTo>
                  <a:pt x="2362200" y="847725"/>
                </a:lnTo>
                <a:lnTo>
                  <a:pt x="2352675" y="847725"/>
                </a:lnTo>
                <a:lnTo>
                  <a:pt x="2352675" y="838200"/>
                </a:lnTo>
                <a:lnTo>
                  <a:pt x="2371725" y="838200"/>
                </a:lnTo>
                <a:lnTo>
                  <a:pt x="2371725" y="819150"/>
                </a:lnTo>
                <a:lnTo>
                  <a:pt x="2381250" y="819150"/>
                </a:lnTo>
                <a:lnTo>
                  <a:pt x="2381250" y="809625"/>
                </a:lnTo>
                <a:lnTo>
                  <a:pt x="2371725" y="809625"/>
                </a:lnTo>
                <a:lnTo>
                  <a:pt x="2371725" y="781050"/>
                </a:lnTo>
                <a:lnTo>
                  <a:pt x="2381250" y="781050"/>
                </a:lnTo>
                <a:lnTo>
                  <a:pt x="2381250" y="771525"/>
                </a:lnTo>
                <a:lnTo>
                  <a:pt x="2371725" y="771525"/>
                </a:lnTo>
                <a:lnTo>
                  <a:pt x="2371725" y="762000"/>
                </a:lnTo>
                <a:lnTo>
                  <a:pt x="2352675" y="762000"/>
                </a:lnTo>
                <a:lnTo>
                  <a:pt x="2352675" y="733425"/>
                </a:lnTo>
                <a:lnTo>
                  <a:pt x="2362200" y="733425"/>
                </a:lnTo>
                <a:lnTo>
                  <a:pt x="2362200" y="742950"/>
                </a:lnTo>
                <a:lnTo>
                  <a:pt x="2371725" y="742950"/>
                </a:lnTo>
                <a:lnTo>
                  <a:pt x="2371725" y="752475"/>
                </a:lnTo>
                <a:lnTo>
                  <a:pt x="2381250" y="752475"/>
                </a:lnTo>
                <a:lnTo>
                  <a:pt x="2381250" y="742950"/>
                </a:lnTo>
                <a:lnTo>
                  <a:pt x="2390775" y="742950"/>
                </a:lnTo>
                <a:lnTo>
                  <a:pt x="2390775" y="733425"/>
                </a:lnTo>
                <a:lnTo>
                  <a:pt x="2409825" y="733425"/>
                </a:lnTo>
                <a:lnTo>
                  <a:pt x="2409825" y="742950"/>
                </a:lnTo>
                <a:lnTo>
                  <a:pt x="2419350" y="742950"/>
                </a:lnTo>
                <a:lnTo>
                  <a:pt x="2419350" y="752475"/>
                </a:lnTo>
                <a:lnTo>
                  <a:pt x="2428875" y="752475"/>
                </a:lnTo>
                <a:lnTo>
                  <a:pt x="2428875" y="742950"/>
                </a:lnTo>
                <a:lnTo>
                  <a:pt x="2438400" y="742950"/>
                </a:lnTo>
                <a:lnTo>
                  <a:pt x="2438400" y="733425"/>
                </a:lnTo>
                <a:lnTo>
                  <a:pt x="2466975" y="733425"/>
                </a:lnTo>
                <a:lnTo>
                  <a:pt x="2466975" y="752475"/>
                </a:lnTo>
                <a:lnTo>
                  <a:pt x="2486025" y="752475"/>
                </a:lnTo>
                <a:lnTo>
                  <a:pt x="2486025" y="762000"/>
                </a:lnTo>
                <a:lnTo>
                  <a:pt x="2476500" y="762000"/>
                </a:lnTo>
                <a:lnTo>
                  <a:pt x="2476500" y="771525"/>
                </a:lnTo>
                <a:lnTo>
                  <a:pt x="2486025" y="771525"/>
                </a:lnTo>
                <a:lnTo>
                  <a:pt x="2486025" y="781050"/>
                </a:lnTo>
                <a:lnTo>
                  <a:pt x="2495550" y="781050"/>
                </a:lnTo>
                <a:lnTo>
                  <a:pt x="2495550" y="771525"/>
                </a:lnTo>
                <a:lnTo>
                  <a:pt x="2514600" y="771525"/>
                </a:lnTo>
                <a:lnTo>
                  <a:pt x="2514600" y="752475"/>
                </a:lnTo>
                <a:lnTo>
                  <a:pt x="2505075" y="752475"/>
                </a:lnTo>
                <a:lnTo>
                  <a:pt x="2505075" y="742950"/>
                </a:lnTo>
                <a:lnTo>
                  <a:pt x="2495550" y="742950"/>
                </a:lnTo>
                <a:lnTo>
                  <a:pt x="2495550" y="733425"/>
                </a:lnTo>
                <a:lnTo>
                  <a:pt x="2505075" y="733425"/>
                </a:lnTo>
                <a:lnTo>
                  <a:pt x="2505075" y="714375"/>
                </a:lnTo>
                <a:lnTo>
                  <a:pt x="2514600" y="714375"/>
                </a:lnTo>
                <a:lnTo>
                  <a:pt x="2514600" y="704850"/>
                </a:lnTo>
                <a:lnTo>
                  <a:pt x="2495550" y="704850"/>
                </a:lnTo>
                <a:lnTo>
                  <a:pt x="2495550" y="685800"/>
                </a:lnTo>
                <a:lnTo>
                  <a:pt x="2486025" y="685800"/>
                </a:lnTo>
                <a:lnTo>
                  <a:pt x="2486025" y="676275"/>
                </a:lnTo>
                <a:lnTo>
                  <a:pt x="2495550" y="676275"/>
                </a:lnTo>
                <a:lnTo>
                  <a:pt x="2495550" y="666750"/>
                </a:lnTo>
                <a:lnTo>
                  <a:pt x="2533650" y="666750"/>
                </a:lnTo>
                <a:lnTo>
                  <a:pt x="2533650" y="647700"/>
                </a:lnTo>
                <a:lnTo>
                  <a:pt x="2524125" y="647700"/>
                </a:lnTo>
                <a:lnTo>
                  <a:pt x="2524125" y="638175"/>
                </a:lnTo>
                <a:lnTo>
                  <a:pt x="2514600" y="638175"/>
                </a:lnTo>
                <a:lnTo>
                  <a:pt x="2514600" y="619125"/>
                </a:lnTo>
                <a:lnTo>
                  <a:pt x="2495550" y="619125"/>
                </a:lnTo>
                <a:lnTo>
                  <a:pt x="2495550" y="609600"/>
                </a:lnTo>
                <a:lnTo>
                  <a:pt x="2457450" y="609600"/>
                </a:lnTo>
                <a:lnTo>
                  <a:pt x="2457450" y="600075"/>
                </a:lnTo>
                <a:lnTo>
                  <a:pt x="2447925" y="600075"/>
                </a:lnTo>
                <a:lnTo>
                  <a:pt x="2447925" y="590550"/>
                </a:lnTo>
                <a:lnTo>
                  <a:pt x="2438400" y="590550"/>
                </a:lnTo>
                <a:lnTo>
                  <a:pt x="2438400" y="581025"/>
                </a:lnTo>
                <a:lnTo>
                  <a:pt x="2419350" y="581025"/>
                </a:lnTo>
                <a:lnTo>
                  <a:pt x="2419350" y="571500"/>
                </a:lnTo>
                <a:lnTo>
                  <a:pt x="2409825" y="571500"/>
                </a:lnTo>
                <a:lnTo>
                  <a:pt x="2409825" y="581025"/>
                </a:lnTo>
                <a:lnTo>
                  <a:pt x="2343150" y="581025"/>
                </a:lnTo>
                <a:lnTo>
                  <a:pt x="2343150" y="571500"/>
                </a:lnTo>
                <a:lnTo>
                  <a:pt x="2333625" y="571500"/>
                </a:lnTo>
                <a:lnTo>
                  <a:pt x="2333625" y="561975"/>
                </a:lnTo>
                <a:lnTo>
                  <a:pt x="2343150" y="561975"/>
                </a:lnTo>
                <a:lnTo>
                  <a:pt x="2343150" y="552450"/>
                </a:lnTo>
                <a:lnTo>
                  <a:pt x="2381250" y="552450"/>
                </a:lnTo>
                <a:lnTo>
                  <a:pt x="2381250" y="542925"/>
                </a:lnTo>
                <a:lnTo>
                  <a:pt x="2371725" y="542925"/>
                </a:lnTo>
                <a:lnTo>
                  <a:pt x="2371725" y="514350"/>
                </a:lnTo>
                <a:lnTo>
                  <a:pt x="2381250" y="514350"/>
                </a:lnTo>
                <a:lnTo>
                  <a:pt x="2381250" y="495300"/>
                </a:lnTo>
                <a:lnTo>
                  <a:pt x="2371725" y="495300"/>
                </a:lnTo>
                <a:lnTo>
                  <a:pt x="2371725" y="485775"/>
                </a:lnTo>
                <a:lnTo>
                  <a:pt x="2362200" y="485775"/>
                </a:lnTo>
                <a:lnTo>
                  <a:pt x="2362200" y="476250"/>
                </a:lnTo>
                <a:lnTo>
                  <a:pt x="2352675" y="476250"/>
                </a:lnTo>
                <a:lnTo>
                  <a:pt x="2352675" y="495300"/>
                </a:lnTo>
                <a:lnTo>
                  <a:pt x="2324100" y="495300"/>
                </a:lnTo>
                <a:lnTo>
                  <a:pt x="2324100" y="485775"/>
                </a:lnTo>
                <a:lnTo>
                  <a:pt x="2333625" y="485775"/>
                </a:lnTo>
                <a:lnTo>
                  <a:pt x="2333625" y="466725"/>
                </a:lnTo>
                <a:lnTo>
                  <a:pt x="2362200" y="466725"/>
                </a:lnTo>
                <a:lnTo>
                  <a:pt x="2362200" y="438150"/>
                </a:lnTo>
                <a:lnTo>
                  <a:pt x="2343150" y="438150"/>
                </a:lnTo>
                <a:lnTo>
                  <a:pt x="2343150" y="428625"/>
                </a:lnTo>
                <a:lnTo>
                  <a:pt x="2333625" y="428625"/>
                </a:lnTo>
                <a:lnTo>
                  <a:pt x="2333625" y="409575"/>
                </a:lnTo>
                <a:lnTo>
                  <a:pt x="2324100" y="409575"/>
                </a:lnTo>
                <a:lnTo>
                  <a:pt x="2324100" y="390525"/>
                </a:lnTo>
                <a:lnTo>
                  <a:pt x="2333625" y="390525"/>
                </a:lnTo>
                <a:lnTo>
                  <a:pt x="2333625" y="400050"/>
                </a:lnTo>
                <a:lnTo>
                  <a:pt x="2352675" y="400050"/>
                </a:lnTo>
                <a:lnTo>
                  <a:pt x="2352675" y="409575"/>
                </a:lnTo>
                <a:lnTo>
                  <a:pt x="2362200" y="409575"/>
                </a:lnTo>
                <a:lnTo>
                  <a:pt x="2362200" y="428625"/>
                </a:lnTo>
                <a:lnTo>
                  <a:pt x="2371725" y="428625"/>
                </a:lnTo>
                <a:lnTo>
                  <a:pt x="2371725" y="438150"/>
                </a:lnTo>
                <a:lnTo>
                  <a:pt x="2381250" y="438150"/>
                </a:lnTo>
                <a:lnTo>
                  <a:pt x="2381250" y="447675"/>
                </a:lnTo>
                <a:lnTo>
                  <a:pt x="2390775" y="447675"/>
                </a:lnTo>
                <a:lnTo>
                  <a:pt x="2390775" y="457200"/>
                </a:lnTo>
                <a:lnTo>
                  <a:pt x="2400300" y="457200"/>
                </a:lnTo>
                <a:lnTo>
                  <a:pt x="2400300" y="447675"/>
                </a:lnTo>
                <a:lnTo>
                  <a:pt x="2419350" y="447675"/>
                </a:lnTo>
                <a:lnTo>
                  <a:pt x="2419350" y="438150"/>
                </a:lnTo>
                <a:lnTo>
                  <a:pt x="2428875" y="438150"/>
                </a:lnTo>
                <a:lnTo>
                  <a:pt x="2428875" y="419100"/>
                </a:lnTo>
                <a:lnTo>
                  <a:pt x="2419350" y="419100"/>
                </a:lnTo>
                <a:lnTo>
                  <a:pt x="2419350" y="409575"/>
                </a:lnTo>
                <a:lnTo>
                  <a:pt x="2400300" y="409575"/>
                </a:lnTo>
                <a:lnTo>
                  <a:pt x="2400300" y="390525"/>
                </a:lnTo>
                <a:lnTo>
                  <a:pt x="2409825" y="390525"/>
                </a:lnTo>
                <a:close/>
                <a:moveTo>
                  <a:pt x="2390775" y="419100"/>
                </a:moveTo>
                <a:lnTo>
                  <a:pt x="2400300" y="419100"/>
                </a:lnTo>
                <a:lnTo>
                  <a:pt x="2400300" y="428625"/>
                </a:lnTo>
                <a:lnTo>
                  <a:pt x="2390775" y="428625"/>
                </a:lnTo>
                <a:close/>
                <a:moveTo>
                  <a:pt x="2095500" y="428625"/>
                </a:moveTo>
                <a:lnTo>
                  <a:pt x="2105025" y="428625"/>
                </a:lnTo>
                <a:lnTo>
                  <a:pt x="2105025" y="447675"/>
                </a:lnTo>
                <a:lnTo>
                  <a:pt x="2085975" y="447675"/>
                </a:lnTo>
                <a:lnTo>
                  <a:pt x="2085975" y="438150"/>
                </a:lnTo>
                <a:lnTo>
                  <a:pt x="2095500" y="438150"/>
                </a:lnTo>
                <a:close/>
                <a:moveTo>
                  <a:pt x="2466975" y="428625"/>
                </a:moveTo>
                <a:lnTo>
                  <a:pt x="2476500" y="428625"/>
                </a:lnTo>
                <a:lnTo>
                  <a:pt x="2476500" y="419100"/>
                </a:lnTo>
                <a:lnTo>
                  <a:pt x="2466975" y="419100"/>
                </a:lnTo>
                <a:close/>
                <a:moveTo>
                  <a:pt x="2076450" y="447675"/>
                </a:moveTo>
                <a:lnTo>
                  <a:pt x="2085975" y="447675"/>
                </a:lnTo>
                <a:lnTo>
                  <a:pt x="2085975" y="485775"/>
                </a:lnTo>
                <a:lnTo>
                  <a:pt x="2076450" y="485775"/>
                </a:lnTo>
                <a:close/>
                <a:moveTo>
                  <a:pt x="2105025" y="447675"/>
                </a:moveTo>
                <a:lnTo>
                  <a:pt x="2114550" y="447675"/>
                </a:lnTo>
                <a:lnTo>
                  <a:pt x="2114550" y="457200"/>
                </a:lnTo>
                <a:lnTo>
                  <a:pt x="2124075" y="457200"/>
                </a:lnTo>
                <a:lnTo>
                  <a:pt x="2124075" y="466725"/>
                </a:lnTo>
                <a:lnTo>
                  <a:pt x="2152650" y="466725"/>
                </a:lnTo>
                <a:lnTo>
                  <a:pt x="2152650" y="485775"/>
                </a:lnTo>
                <a:lnTo>
                  <a:pt x="2143125" y="485775"/>
                </a:lnTo>
                <a:lnTo>
                  <a:pt x="2143125" y="476250"/>
                </a:lnTo>
                <a:lnTo>
                  <a:pt x="2105025" y="476250"/>
                </a:lnTo>
                <a:close/>
                <a:moveTo>
                  <a:pt x="2495550" y="447675"/>
                </a:moveTo>
                <a:lnTo>
                  <a:pt x="2505075" y="447675"/>
                </a:lnTo>
                <a:lnTo>
                  <a:pt x="2505075" y="438150"/>
                </a:lnTo>
                <a:lnTo>
                  <a:pt x="2495550" y="438150"/>
                </a:lnTo>
                <a:close/>
                <a:moveTo>
                  <a:pt x="2447925" y="476250"/>
                </a:moveTo>
                <a:lnTo>
                  <a:pt x="2438400" y="476250"/>
                </a:lnTo>
                <a:lnTo>
                  <a:pt x="2438400" y="466725"/>
                </a:lnTo>
                <a:lnTo>
                  <a:pt x="2400300" y="466725"/>
                </a:lnTo>
                <a:lnTo>
                  <a:pt x="2400300" y="523875"/>
                </a:lnTo>
                <a:lnTo>
                  <a:pt x="2419350" y="523875"/>
                </a:lnTo>
                <a:lnTo>
                  <a:pt x="2419350" y="514350"/>
                </a:lnTo>
                <a:lnTo>
                  <a:pt x="2428875" y="514350"/>
                </a:lnTo>
                <a:lnTo>
                  <a:pt x="2428875" y="504825"/>
                </a:lnTo>
                <a:lnTo>
                  <a:pt x="2438400" y="504825"/>
                </a:lnTo>
                <a:lnTo>
                  <a:pt x="2438400" y="495300"/>
                </a:lnTo>
                <a:lnTo>
                  <a:pt x="2447925" y="495300"/>
                </a:lnTo>
                <a:close/>
                <a:moveTo>
                  <a:pt x="2447925" y="476250"/>
                </a:moveTo>
                <a:lnTo>
                  <a:pt x="2476500" y="476250"/>
                </a:lnTo>
                <a:lnTo>
                  <a:pt x="2476500" y="447675"/>
                </a:lnTo>
                <a:lnTo>
                  <a:pt x="2457450" y="447675"/>
                </a:lnTo>
                <a:lnTo>
                  <a:pt x="2457450" y="457200"/>
                </a:lnTo>
                <a:lnTo>
                  <a:pt x="2447925" y="457200"/>
                </a:lnTo>
                <a:close/>
                <a:moveTo>
                  <a:pt x="2552700" y="476250"/>
                </a:moveTo>
                <a:lnTo>
                  <a:pt x="2562225" y="476250"/>
                </a:lnTo>
                <a:lnTo>
                  <a:pt x="2562225" y="466725"/>
                </a:lnTo>
                <a:lnTo>
                  <a:pt x="2552700" y="466725"/>
                </a:lnTo>
                <a:close/>
                <a:moveTo>
                  <a:pt x="2085975" y="485775"/>
                </a:moveTo>
                <a:lnTo>
                  <a:pt x="2114550" y="485775"/>
                </a:lnTo>
                <a:lnTo>
                  <a:pt x="2114550" y="495300"/>
                </a:lnTo>
                <a:lnTo>
                  <a:pt x="2133600" y="495300"/>
                </a:lnTo>
                <a:lnTo>
                  <a:pt x="2133600" y="504825"/>
                </a:lnTo>
                <a:lnTo>
                  <a:pt x="2152650" y="504825"/>
                </a:lnTo>
                <a:lnTo>
                  <a:pt x="2152650" y="495300"/>
                </a:lnTo>
                <a:lnTo>
                  <a:pt x="2162175" y="495300"/>
                </a:lnTo>
                <a:lnTo>
                  <a:pt x="2162175" y="485775"/>
                </a:lnTo>
                <a:lnTo>
                  <a:pt x="2190750" y="485775"/>
                </a:lnTo>
                <a:lnTo>
                  <a:pt x="2190750" y="495300"/>
                </a:lnTo>
                <a:lnTo>
                  <a:pt x="2228850" y="495300"/>
                </a:lnTo>
                <a:lnTo>
                  <a:pt x="2228850" y="504825"/>
                </a:lnTo>
                <a:lnTo>
                  <a:pt x="2247900" y="504825"/>
                </a:lnTo>
                <a:lnTo>
                  <a:pt x="2247900" y="533400"/>
                </a:lnTo>
                <a:lnTo>
                  <a:pt x="2181225" y="533400"/>
                </a:lnTo>
                <a:lnTo>
                  <a:pt x="2181225" y="523875"/>
                </a:lnTo>
                <a:lnTo>
                  <a:pt x="2200275" y="523875"/>
                </a:lnTo>
                <a:lnTo>
                  <a:pt x="2200275" y="504825"/>
                </a:lnTo>
                <a:lnTo>
                  <a:pt x="2152650" y="504825"/>
                </a:lnTo>
                <a:lnTo>
                  <a:pt x="2152650" y="514350"/>
                </a:lnTo>
                <a:lnTo>
                  <a:pt x="2162175" y="514350"/>
                </a:lnTo>
                <a:lnTo>
                  <a:pt x="2162175" y="533400"/>
                </a:lnTo>
                <a:lnTo>
                  <a:pt x="2143125" y="533400"/>
                </a:lnTo>
                <a:lnTo>
                  <a:pt x="2143125" y="523875"/>
                </a:lnTo>
                <a:lnTo>
                  <a:pt x="2124075" y="523875"/>
                </a:lnTo>
                <a:lnTo>
                  <a:pt x="2124075" y="514350"/>
                </a:lnTo>
                <a:lnTo>
                  <a:pt x="2114550" y="514350"/>
                </a:lnTo>
                <a:lnTo>
                  <a:pt x="2114550" y="504825"/>
                </a:lnTo>
                <a:lnTo>
                  <a:pt x="2095500" y="504825"/>
                </a:lnTo>
                <a:lnTo>
                  <a:pt x="2095500" y="495300"/>
                </a:lnTo>
                <a:lnTo>
                  <a:pt x="2085975" y="495300"/>
                </a:lnTo>
                <a:close/>
                <a:moveTo>
                  <a:pt x="3105150" y="504825"/>
                </a:moveTo>
                <a:lnTo>
                  <a:pt x="3124200" y="504825"/>
                </a:lnTo>
                <a:lnTo>
                  <a:pt x="3124200" y="495300"/>
                </a:lnTo>
                <a:lnTo>
                  <a:pt x="3105150" y="495300"/>
                </a:lnTo>
                <a:close/>
                <a:moveTo>
                  <a:pt x="3448050" y="504825"/>
                </a:moveTo>
                <a:lnTo>
                  <a:pt x="3457575" y="504825"/>
                </a:lnTo>
                <a:lnTo>
                  <a:pt x="3457575" y="495300"/>
                </a:lnTo>
                <a:lnTo>
                  <a:pt x="3448050" y="495300"/>
                </a:lnTo>
                <a:close/>
                <a:moveTo>
                  <a:pt x="3133725" y="514350"/>
                </a:moveTo>
                <a:lnTo>
                  <a:pt x="3152775" y="514350"/>
                </a:lnTo>
                <a:lnTo>
                  <a:pt x="3152775" y="485775"/>
                </a:lnTo>
                <a:lnTo>
                  <a:pt x="3133725" y="485775"/>
                </a:lnTo>
                <a:close/>
                <a:moveTo>
                  <a:pt x="3248025" y="514350"/>
                </a:moveTo>
                <a:lnTo>
                  <a:pt x="3257550" y="514350"/>
                </a:lnTo>
                <a:lnTo>
                  <a:pt x="3257550" y="504825"/>
                </a:lnTo>
                <a:lnTo>
                  <a:pt x="3248025" y="504825"/>
                </a:lnTo>
                <a:close/>
                <a:moveTo>
                  <a:pt x="3524250" y="514350"/>
                </a:moveTo>
                <a:lnTo>
                  <a:pt x="3552825" y="514350"/>
                </a:lnTo>
                <a:lnTo>
                  <a:pt x="3552825" y="533400"/>
                </a:lnTo>
                <a:lnTo>
                  <a:pt x="3533775" y="533400"/>
                </a:lnTo>
                <a:lnTo>
                  <a:pt x="3533775" y="542925"/>
                </a:lnTo>
                <a:lnTo>
                  <a:pt x="3514725" y="542925"/>
                </a:lnTo>
                <a:lnTo>
                  <a:pt x="3514725" y="533400"/>
                </a:lnTo>
                <a:lnTo>
                  <a:pt x="3524250" y="533400"/>
                </a:lnTo>
                <a:close/>
                <a:moveTo>
                  <a:pt x="2581275" y="523875"/>
                </a:moveTo>
                <a:lnTo>
                  <a:pt x="2590800" y="523875"/>
                </a:lnTo>
                <a:lnTo>
                  <a:pt x="2590800" y="533400"/>
                </a:lnTo>
                <a:lnTo>
                  <a:pt x="2581275" y="533400"/>
                </a:lnTo>
                <a:close/>
                <a:moveTo>
                  <a:pt x="2428875" y="533400"/>
                </a:moveTo>
                <a:lnTo>
                  <a:pt x="2438400" y="533400"/>
                </a:lnTo>
                <a:lnTo>
                  <a:pt x="2438400" y="523875"/>
                </a:lnTo>
                <a:lnTo>
                  <a:pt x="2428875" y="523875"/>
                </a:lnTo>
                <a:close/>
                <a:moveTo>
                  <a:pt x="3209925" y="533400"/>
                </a:moveTo>
                <a:lnTo>
                  <a:pt x="3219450" y="533400"/>
                </a:lnTo>
                <a:lnTo>
                  <a:pt x="3219450" y="523875"/>
                </a:lnTo>
                <a:lnTo>
                  <a:pt x="3209925" y="523875"/>
                </a:lnTo>
                <a:close/>
                <a:moveTo>
                  <a:pt x="3067050" y="542925"/>
                </a:moveTo>
                <a:lnTo>
                  <a:pt x="3076575" y="542925"/>
                </a:lnTo>
                <a:lnTo>
                  <a:pt x="3076575" y="552450"/>
                </a:lnTo>
                <a:lnTo>
                  <a:pt x="3067050" y="552450"/>
                </a:lnTo>
                <a:close/>
                <a:moveTo>
                  <a:pt x="3133725" y="542925"/>
                </a:moveTo>
                <a:lnTo>
                  <a:pt x="3152775" y="542925"/>
                </a:lnTo>
                <a:lnTo>
                  <a:pt x="3152775" y="523875"/>
                </a:lnTo>
                <a:lnTo>
                  <a:pt x="3143250" y="523875"/>
                </a:lnTo>
                <a:lnTo>
                  <a:pt x="3143250" y="533400"/>
                </a:lnTo>
                <a:lnTo>
                  <a:pt x="3133725" y="533400"/>
                </a:lnTo>
                <a:close/>
                <a:moveTo>
                  <a:pt x="2085975" y="552450"/>
                </a:moveTo>
                <a:lnTo>
                  <a:pt x="2095500" y="552450"/>
                </a:lnTo>
                <a:lnTo>
                  <a:pt x="2095500" y="561975"/>
                </a:lnTo>
                <a:lnTo>
                  <a:pt x="2105025" y="561975"/>
                </a:lnTo>
                <a:lnTo>
                  <a:pt x="2105025" y="581025"/>
                </a:lnTo>
                <a:lnTo>
                  <a:pt x="2095500" y="581025"/>
                </a:lnTo>
                <a:lnTo>
                  <a:pt x="2095500" y="609600"/>
                </a:lnTo>
                <a:lnTo>
                  <a:pt x="2085975" y="609600"/>
                </a:lnTo>
                <a:lnTo>
                  <a:pt x="2085975" y="600075"/>
                </a:lnTo>
                <a:lnTo>
                  <a:pt x="2076450" y="600075"/>
                </a:lnTo>
                <a:lnTo>
                  <a:pt x="2076450" y="561975"/>
                </a:lnTo>
                <a:lnTo>
                  <a:pt x="2085975" y="561975"/>
                </a:lnTo>
                <a:close/>
                <a:moveTo>
                  <a:pt x="2505075" y="552450"/>
                </a:moveTo>
                <a:lnTo>
                  <a:pt x="2514600" y="552450"/>
                </a:lnTo>
                <a:lnTo>
                  <a:pt x="2514600" y="561975"/>
                </a:lnTo>
                <a:lnTo>
                  <a:pt x="2524125" y="561975"/>
                </a:lnTo>
                <a:lnTo>
                  <a:pt x="2524125" y="552450"/>
                </a:lnTo>
                <a:lnTo>
                  <a:pt x="2533650" y="552450"/>
                </a:lnTo>
                <a:lnTo>
                  <a:pt x="2533650" y="523875"/>
                </a:lnTo>
                <a:lnTo>
                  <a:pt x="2524125" y="523875"/>
                </a:lnTo>
                <a:lnTo>
                  <a:pt x="2524125" y="533400"/>
                </a:lnTo>
                <a:lnTo>
                  <a:pt x="2514600" y="533400"/>
                </a:lnTo>
                <a:lnTo>
                  <a:pt x="2514600" y="542925"/>
                </a:lnTo>
                <a:lnTo>
                  <a:pt x="2505075" y="542925"/>
                </a:lnTo>
                <a:close/>
                <a:moveTo>
                  <a:pt x="3209925" y="552450"/>
                </a:moveTo>
                <a:lnTo>
                  <a:pt x="3219450" y="552450"/>
                </a:lnTo>
                <a:lnTo>
                  <a:pt x="3219450" y="542925"/>
                </a:lnTo>
                <a:lnTo>
                  <a:pt x="3209925" y="542925"/>
                </a:lnTo>
                <a:close/>
                <a:moveTo>
                  <a:pt x="2381250" y="571500"/>
                </a:moveTo>
                <a:lnTo>
                  <a:pt x="2390775" y="571500"/>
                </a:lnTo>
                <a:lnTo>
                  <a:pt x="2390775" y="561975"/>
                </a:lnTo>
                <a:lnTo>
                  <a:pt x="2381250" y="561975"/>
                </a:lnTo>
                <a:close/>
                <a:moveTo>
                  <a:pt x="2486025" y="571500"/>
                </a:moveTo>
                <a:lnTo>
                  <a:pt x="2476500" y="571500"/>
                </a:lnTo>
                <a:lnTo>
                  <a:pt x="2476500" y="561975"/>
                </a:lnTo>
                <a:lnTo>
                  <a:pt x="2466975" y="561975"/>
                </a:lnTo>
                <a:lnTo>
                  <a:pt x="2466975" y="571500"/>
                </a:lnTo>
                <a:lnTo>
                  <a:pt x="2457450" y="571500"/>
                </a:lnTo>
                <a:lnTo>
                  <a:pt x="2457450" y="581025"/>
                </a:lnTo>
                <a:lnTo>
                  <a:pt x="2476500" y="581025"/>
                </a:lnTo>
                <a:lnTo>
                  <a:pt x="2476500" y="590550"/>
                </a:lnTo>
                <a:lnTo>
                  <a:pt x="2486025" y="590550"/>
                </a:lnTo>
                <a:close/>
                <a:moveTo>
                  <a:pt x="2486025" y="571500"/>
                </a:moveTo>
                <a:lnTo>
                  <a:pt x="2495550" y="571500"/>
                </a:lnTo>
                <a:lnTo>
                  <a:pt x="2495550" y="590550"/>
                </a:lnTo>
                <a:lnTo>
                  <a:pt x="2505075" y="590550"/>
                </a:lnTo>
                <a:lnTo>
                  <a:pt x="2505075" y="581025"/>
                </a:lnTo>
                <a:lnTo>
                  <a:pt x="2514600" y="581025"/>
                </a:lnTo>
                <a:lnTo>
                  <a:pt x="2514600" y="571500"/>
                </a:lnTo>
                <a:lnTo>
                  <a:pt x="2505075" y="571500"/>
                </a:lnTo>
                <a:lnTo>
                  <a:pt x="2505075" y="561975"/>
                </a:lnTo>
                <a:lnTo>
                  <a:pt x="2486025" y="561975"/>
                </a:lnTo>
                <a:close/>
                <a:moveTo>
                  <a:pt x="2762250" y="571500"/>
                </a:moveTo>
                <a:lnTo>
                  <a:pt x="2781300" y="571500"/>
                </a:lnTo>
                <a:lnTo>
                  <a:pt x="2781300" y="581025"/>
                </a:lnTo>
                <a:lnTo>
                  <a:pt x="2762250" y="581025"/>
                </a:lnTo>
                <a:close/>
                <a:moveTo>
                  <a:pt x="2733675" y="581025"/>
                </a:moveTo>
                <a:lnTo>
                  <a:pt x="2762250" y="581025"/>
                </a:lnTo>
                <a:lnTo>
                  <a:pt x="2762250" y="600075"/>
                </a:lnTo>
                <a:lnTo>
                  <a:pt x="2771775" y="600075"/>
                </a:lnTo>
                <a:lnTo>
                  <a:pt x="2771775" y="609600"/>
                </a:lnTo>
                <a:lnTo>
                  <a:pt x="2752725" y="609600"/>
                </a:lnTo>
                <a:lnTo>
                  <a:pt x="2752725" y="628650"/>
                </a:lnTo>
                <a:lnTo>
                  <a:pt x="2733675" y="628650"/>
                </a:lnTo>
                <a:lnTo>
                  <a:pt x="2733675" y="619125"/>
                </a:lnTo>
                <a:lnTo>
                  <a:pt x="2743200" y="619125"/>
                </a:lnTo>
                <a:lnTo>
                  <a:pt x="2743200" y="590550"/>
                </a:lnTo>
                <a:lnTo>
                  <a:pt x="2733675" y="590550"/>
                </a:lnTo>
                <a:close/>
                <a:moveTo>
                  <a:pt x="2781300" y="581025"/>
                </a:moveTo>
                <a:lnTo>
                  <a:pt x="2790825" y="581025"/>
                </a:lnTo>
                <a:lnTo>
                  <a:pt x="2790825" y="590550"/>
                </a:lnTo>
                <a:lnTo>
                  <a:pt x="2781300" y="590550"/>
                </a:lnTo>
                <a:close/>
                <a:moveTo>
                  <a:pt x="2800350" y="581025"/>
                </a:moveTo>
                <a:lnTo>
                  <a:pt x="2819400" y="581025"/>
                </a:lnTo>
                <a:lnTo>
                  <a:pt x="2819400" y="590550"/>
                </a:lnTo>
                <a:lnTo>
                  <a:pt x="2800350" y="590550"/>
                </a:lnTo>
                <a:close/>
                <a:moveTo>
                  <a:pt x="2876550" y="581025"/>
                </a:moveTo>
                <a:lnTo>
                  <a:pt x="2905125" y="581025"/>
                </a:lnTo>
                <a:lnTo>
                  <a:pt x="2905125" y="590550"/>
                </a:lnTo>
                <a:lnTo>
                  <a:pt x="2876550" y="590550"/>
                </a:lnTo>
                <a:close/>
                <a:moveTo>
                  <a:pt x="3152775" y="581025"/>
                </a:moveTo>
                <a:lnTo>
                  <a:pt x="3162300" y="581025"/>
                </a:lnTo>
                <a:lnTo>
                  <a:pt x="3162300" y="590550"/>
                </a:lnTo>
                <a:lnTo>
                  <a:pt x="3181350" y="590550"/>
                </a:lnTo>
                <a:lnTo>
                  <a:pt x="3181350" y="600075"/>
                </a:lnTo>
                <a:lnTo>
                  <a:pt x="3190875" y="600075"/>
                </a:lnTo>
                <a:lnTo>
                  <a:pt x="3190875" y="590550"/>
                </a:lnTo>
                <a:lnTo>
                  <a:pt x="3200400" y="590550"/>
                </a:lnTo>
                <a:lnTo>
                  <a:pt x="3200400" y="561975"/>
                </a:lnTo>
                <a:lnTo>
                  <a:pt x="3190875" y="561975"/>
                </a:lnTo>
                <a:lnTo>
                  <a:pt x="3190875" y="552450"/>
                </a:lnTo>
                <a:lnTo>
                  <a:pt x="3171825" y="552450"/>
                </a:lnTo>
                <a:lnTo>
                  <a:pt x="3171825" y="561975"/>
                </a:lnTo>
                <a:lnTo>
                  <a:pt x="3162300" y="561975"/>
                </a:lnTo>
                <a:lnTo>
                  <a:pt x="3162300" y="571500"/>
                </a:lnTo>
                <a:lnTo>
                  <a:pt x="3152775" y="571500"/>
                </a:lnTo>
                <a:close/>
                <a:moveTo>
                  <a:pt x="2209800" y="590550"/>
                </a:moveTo>
                <a:lnTo>
                  <a:pt x="2219325" y="590550"/>
                </a:lnTo>
                <a:lnTo>
                  <a:pt x="2219325" y="600075"/>
                </a:lnTo>
                <a:lnTo>
                  <a:pt x="2209800" y="600075"/>
                </a:lnTo>
                <a:close/>
                <a:moveTo>
                  <a:pt x="2533650" y="590550"/>
                </a:moveTo>
                <a:lnTo>
                  <a:pt x="2552700" y="590550"/>
                </a:lnTo>
                <a:lnTo>
                  <a:pt x="2552700" y="600075"/>
                </a:lnTo>
                <a:lnTo>
                  <a:pt x="2543175" y="600075"/>
                </a:lnTo>
                <a:lnTo>
                  <a:pt x="2543175" y="619125"/>
                </a:lnTo>
                <a:lnTo>
                  <a:pt x="2552700" y="619125"/>
                </a:lnTo>
                <a:lnTo>
                  <a:pt x="2552700" y="638175"/>
                </a:lnTo>
                <a:lnTo>
                  <a:pt x="2581275" y="638175"/>
                </a:lnTo>
                <a:lnTo>
                  <a:pt x="2581275" y="628650"/>
                </a:lnTo>
                <a:lnTo>
                  <a:pt x="2590800" y="628650"/>
                </a:lnTo>
                <a:lnTo>
                  <a:pt x="2590800" y="581025"/>
                </a:lnTo>
                <a:lnTo>
                  <a:pt x="2581275" y="581025"/>
                </a:lnTo>
                <a:lnTo>
                  <a:pt x="2581275" y="571500"/>
                </a:lnTo>
                <a:lnTo>
                  <a:pt x="2562225" y="571500"/>
                </a:lnTo>
                <a:lnTo>
                  <a:pt x="2562225" y="581025"/>
                </a:lnTo>
                <a:lnTo>
                  <a:pt x="2552700" y="581025"/>
                </a:lnTo>
                <a:lnTo>
                  <a:pt x="2552700" y="571500"/>
                </a:lnTo>
                <a:lnTo>
                  <a:pt x="2543175" y="571500"/>
                </a:lnTo>
                <a:lnTo>
                  <a:pt x="2543175" y="581025"/>
                </a:lnTo>
                <a:lnTo>
                  <a:pt x="2533650" y="581025"/>
                </a:lnTo>
                <a:close/>
                <a:moveTo>
                  <a:pt x="2914650" y="590550"/>
                </a:moveTo>
                <a:lnTo>
                  <a:pt x="2924175" y="590550"/>
                </a:lnTo>
                <a:lnTo>
                  <a:pt x="2924175" y="600075"/>
                </a:lnTo>
                <a:lnTo>
                  <a:pt x="2914650" y="600075"/>
                </a:lnTo>
                <a:close/>
                <a:moveTo>
                  <a:pt x="2943225" y="590550"/>
                </a:moveTo>
                <a:lnTo>
                  <a:pt x="2962275" y="590550"/>
                </a:lnTo>
                <a:lnTo>
                  <a:pt x="2962275" y="609600"/>
                </a:lnTo>
                <a:lnTo>
                  <a:pt x="2933700" y="609600"/>
                </a:lnTo>
                <a:lnTo>
                  <a:pt x="2933700" y="600075"/>
                </a:lnTo>
                <a:lnTo>
                  <a:pt x="2943225" y="600075"/>
                </a:lnTo>
                <a:close/>
                <a:moveTo>
                  <a:pt x="3019425" y="590550"/>
                </a:moveTo>
                <a:lnTo>
                  <a:pt x="3028950" y="590550"/>
                </a:lnTo>
                <a:lnTo>
                  <a:pt x="3028950" y="609600"/>
                </a:lnTo>
                <a:lnTo>
                  <a:pt x="3009900" y="609600"/>
                </a:lnTo>
                <a:lnTo>
                  <a:pt x="3009900" y="600075"/>
                </a:lnTo>
                <a:lnTo>
                  <a:pt x="3019425" y="600075"/>
                </a:lnTo>
                <a:close/>
                <a:moveTo>
                  <a:pt x="3057525" y="590550"/>
                </a:moveTo>
                <a:lnTo>
                  <a:pt x="3067050" y="590550"/>
                </a:lnTo>
                <a:lnTo>
                  <a:pt x="3067050" y="609600"/>
                </a:lnTo>
                <a:lnTo>
                  <a:pt x="3076575" y="609600"/>
                </a:lnTo>
                <a:lnTo>
                  <a:pt x="3076575" y="619125"/>
                </a:lnTo>
                <a:lnTo>
                  <a:pt x="3086100" y="619125"/>
                </a:lnTo>
                <a:lnTo>
                  <a:pt x="3086100" y="638175"/>
                </a:lnTo>
                <a:lnTo>
                  <a:pt x="3067050" y="638175"/>
                </a:lnTo>
                <a:lnTo>
                  <a:pt x="3067050" y="628650"/>
                </a:lnTo>
                <a:lnTo>
                  <a:pt x="3028950" y="628650"/>
                </a:lnTo>
                <a:lnTo>
                  <a:pt x="3028950" y="609600"/>
                </a:lnTo>
                <a:lnTo>
                  <a:pt x="3038475" y="609600"/>
                </a:lnTo>
                <a:lnTo>
                  <a:pt x="3038475" y="600075"/>
                </a:lnTo>
                <a:lnTo>
                  <a:pt x="3057525" y="600075"/>
                </a:lnTo>
                <a:close/>
                <a:moveTo>
                  <a:pt x="2819400" y="609600"/>
                </a:moveTo>
                <a:lnTo>
                  <a:pt x="2838450" y="609600"/>
                </a:lnTo>
                <a:lnTo>
                  <a:pt x="2838450" y="619125"/>
                </a:lnTo>
                <a:lnTo>
                  <a:pt x="2819400" y="619125"/>
                </a:lnTo>
                <a:close/>
                <a:moveTo>
                  <a:pt x="2686050" y="619125"/>
                </a:moveTo>
                <a:lnTo>
                  <a:pt x="2695575" y="619125"/>
                </a:lnTo>
                <a:lnTo>
                  <a:pt x="2695575" y="638175"/>
                </a:lnTo>
                <a:lnTo>
                  <a:pt x="2686050" y="638175"/>
                </a:lnTo>
                <a:close/>
                <a:moveTo>
                  <a:pt x="2876550" y="619125"/>
                </a:moveTo>
                <a:lnTo>
                  <a:pt x="2895600" y="619125"/>
                </a:lnTo>
                <a:lnTo>
                  <a:pt x="2895600" y="628650"/>
                </a:lnTo>
                <a:lnTo>
                  <a:pt x="2886075" y="628650"/>
                </a:lnTo>
                <a:lnTo>
                  <a:pt x="2886075" y="638175"/>
                </a:lnTo>
                <a:lnTo>
                  <a:pt x="2876550" y="638175"/>
                </a:lnTo>
                <a:close/>
                <a:moveTo>
                  <a:pt x="2933700" y="619125"/>
                </a:moveTo>
                <a:lnTo>
                  <a:pt x="2943225" y="619125"/>
                </a:lnTo>
                <a:lnTo>
                  <a:pt x="2943225" y="647700"/>
                </a:lnTo>
                <a:lnTo>
                  <a:pt x="2933700" y="647700"/>
                </a:lnTo>
                <a:lnTo>
                  <a:pt x="2933700" y="638175"/>
                </a:lnTo>
                <a:lnTo>
                  <a:pt x="2924175" y="638175"/>
                </a:lnTo>
                <a:lnTo>
                  <a:pt x="2924175" y="628650"/>
                </a:lnTo>
                <a:lnTo>
                  <a:pt x="2933700" y="628650"/>
                </a:lnTo>
                <a:close/>
                <a:moveTo>
                  <a:pt x="3362325" y="619125"/>
                </a:moveTo>
                <a:lnTo>
                  <a:pt x="3381375" y="619125"/>
                </a:lnTo>
                <a:lnTo>
                  <a:pt x="3381375" y="609600"/>
                </a:lnTo>
                <a:lnTo>
                  <a:pt x="3371850" y="609600"/>
                </a:lnTo>
                <a:lnTo>
                  <a:pt x="3371850" y="590550"/>
                </a:lnTo>
                <a:lnTo>
                  <a:pt x="3343275" y="590550"/>
                </a:lnTo>
                <a:lnTo>
                  <a:pt x="3343275" y="600075"/>
                </a:lnTo>
                <a:lnTo>
                  <a:pt x="3333750" y="600075"/>
                </a:lnTo>
                <a:lnTo>
                  <a:pt x="3333750" y="609600"/>
                </a:lnTo>
                <a:lnTo>
                  <a:pt x="3324225" y="609600"/>
                </a:lnTo>
                <a:lnTo>
                  <a:pt x="3324225" y="619125"/>
                </a:lnTo>
                <a:lnTo>
                  <a:pt x="3286125" y="619125"/>
                </a:lnTo>
                <a:lnTo>
                  <a:pt x="3286125" y="609600"/>
                </a:lnTo>
                <a:lnTo>
                  <a:pt x="3276600" y="609600"/>
                </a:lnTo>
                <a:lnTo>
                  <a:pt x="3276600" y="619125"/>
                </a:lnTo>
                <a:lnTo>
                  <a:pt x="3267075" y="619125"/>
                </a:lnTo>
                <a:lnTo>
                  <a:pt x="3267075" y="609600"/>
                </a:lnTo>
                <a:lnTo>
                  <a:pt x="3257550" y="609600"/>
                </a:lnTo>
                <a:lnTo>
                  <a:pt x="3257550" y="647700"/>
                </a:lnTo>
                <a:lnTo>
                  <a:pt x="3248025" y="647700"/>
                </a:lnTo>
                <a:lnTo>
                  <a:pt x="3248025" y="657225"/>
                </a:lnTo>
                <a:lnTo>
                  <a:pt x="3276600" y="657225"/>
                </a:lnTo>
                <a:lnTo>
                  <a:pt x="3276600" y="638175"/>
                </a:lnTo>
                <a:lnTo>
                  <a:pt x="3286125" y="638175"/>
                </a:lnTo>
                <a:lnTo>
                  <a:pt x="3286125" y="647700"/>
                </a:lnTo>
                <a:lnTo>
                  <a:pt x="3305175" y="647700"/>
                </a:lnTo>
                <a:lnTo>
                  <a:pt x="3305175" y="657225"/>
                </a:lnTo>
                <a:lnTo>
                  <a:pt x="3314700" y="657225"/>
                </a:lnTo>
                <a:lnTo>
                  <a:pt x="3314700" y="647700"/>
                </a:lnTo>
                <a:lnTo>
                  <a:pt x="3324225" y="647700"/>
                </a:lnTo>
                <a:lnTo>
                  <a:pt x="3324225" y="657225"/>
                </a:lnTo>
                <a:lnTo>
                  <a:pt x="3343275" y="657225"/>
                </a:lnTo>
                <a:lnTo>
                  <a:pt x="3343275" y="666750"/>
                </a:lnTo>
                <a:lnTo>
                  <a:pt x="3352800" y="666750"/>
                </a:lnTo>
                <a:lnTo>
                  <a:pt x="3352800" y="704850"/>
                </a:lnTo>
                <a:lnTo>
                  <a:pt x="3371850" y="704850"/>
                </a:lnTo>
                <a:lnTo>
                  <a:pt x="3371850" y="676275"/>
                </a:lnTo>
                <a:lnTo>
                  <a:pt x="3362325" y="676275"/>
                </a:lnTo>
                <a:close/>
                <a:moveTo>
                  <a:pt x="2076450" y="638175"/>
                </a:moveTo>
                <a:lnTo>
                  <a:pt x="2085975" y="638175"/>
                </a:lnTo>
                <a:lnTo>
                  <a:pt x="2085975" y="647700"/>
                </a:lnTo>
                <a:lnTo>
                  <a:pt x="2076450" y="647700"/>
                </a:lnTo>
                <a:close/>
                <a:moveTo>
                  <a:pt x="3038475" y="638175"/>
                </a:moveTo>
                <a:lnTo>
                  <a:pt x="3048000" y="638175"/>
                </a:lnTo>
                <a:lnTo>
                  <a:pt x="3048000" y="647700"/>
                </a:lnTo>
                <a:lnTo>
                  <a:pt x="3057525" y="647700"/>
                </a:lnTo>
                <a:lnTo>
                  <a:pt x="3057525" y="657225"/>
                </a:lnTo>
                <a:lnTo>
                  <a:pt x="3038475" y="657225"/>
                </a:lnTo>
                <a:close/>
                <a:moveTo>
                  <a:pt x="2914650" y="647700"/>
                </a:moveTo>
                <a:lnTo>
                  <a:pt x="2924175" y="647700"/>
                </a:lnTo>
                <a:lnTo>
                  <a:pt x="2924175" y="657225"/>
                </a:lnTo>
                <a:lnTo>
                  <a:pt x="2914650" y="657225"/>
                </a:lnTo>
                <a:close/>
                <a:moveTo>
                  <a:pt x="3000375" y="647700"/>
                </a:moveTo>
                <a:lnTo>
                  <a:pt x="3028950" y="647700"/>
                </a:lnTo>
                <a:lnTo>
                  <a:pt x="3028950" y="666750"/>
                </a:lnTo>
                <a:lnTo>
                  <a:pt x="3019425" y="666750"/>
                </a:lnTo>
                <a:lnTo>
                  <a:pt x="3019425" y="657225"/>
                </a:lnTo>
                <a:lnTo>
                  <a:pt x="3009900" y="657225"/>
                </a:lnTo>
                <a:lnTo>
                  <a:pt x="3009900" y="666750"/>
                </a:lnTo>
                <a:lnTo>
                  <a:pt x="3000375" y="666750"/>
                </a:lnTo>
                <a:close/>
                <a:moveTo>
                  <a:pt x="2066925" y="657225"/>
                </a:moveTo>
                <a:lnTo>
                  <a:pt x="2076450" y="657225"/>
                </a:lnTo>
                <a:lnTo>
                  <a:pt x="2076450" y="685800"/>
                </a:lnTo>
                <a:lnTo>
                  <a:pt x="2057400" y="685800"/>
                </a:lnTo>
                <a:lnTo>
                  <a:pt x="2057400" y="666750"/>
                </a:lnTo>
                <a:lnTo>
                  <a:pt x="2066925" y="666750"/>
                </a:lnTo>
                <a:close/>
                <a:moveTo>
                  <a:pt x="2428875" y="657225"/>
                </a:moveTo>
                <a:lnTo>
                  <a:pt x="2447925" y="657225"/>
                </a:lnTo>
                <a:lnTo>
                  <a:pt x="2447925" y="676275"/>
                </a:lnTo>
                <a:lnTo>
                  <a:pt x="2438400" y="676275"/>
                </a:lnTo>
                <a:lnTo>
                  <a:pt x="2438400" y="666750"/>
                </a:lnTo>
                <a:lnTo>
                  <a:pt x="2428875" y="666750"/>
                </a:lnTo>
                <a:close/>
                <a:moveTo>
                  <a:pt x="2752725" y="657225"/>
                </a:moveTo>
                <a:lnTo>
                  <a:pt x="2771775" y="657225"/>
                </a:lnTo>
                <a:lnTo>
                  <a:pt x="2771775" y="676275"/>
                </a:lnTo>
                <a:lnTo>
                  <a:pt x="2752725" y="676275"/>
                </a:lnTo>
                <a:close/>
                <a:moveTo>
                  <a:pt x="2828925" y="657225"/>
                </a:moveTo>
                <a:lnTo>
                  <a:pt x="2838450" y="657225"/>
                </a:lnTo>
                <a:lnTo>
                  <a:pt x="2838450" y="676275"/>
                </a:lnTo>
                <a:lnTo>
                  <a:pt x="2857500" y="676275"/>
                </a:lnTo>
                <a:lnTo>
                  <a:pt x="2857500" y="685800"/>
                </a:lnTo>
                <a:lnTo>
                  <a:pt x="2828925" y="685800"/>
                </a:lnTo>
                <a:lnTo>
                  <a:pt x="2828925" y="695325"/>
                </a:lnTo>
                <a:lnTo>
                  <a:pt x="2819400" y="695325"/>
                </a:lnTo>
                <a:lnTo>
                  <a:pt x="2819400" y="704850"/>
                </a:lnTo>
                <a:lnTo>
                  <a:pt x="2809875" y="704850"/>
                </a:lnTo>
                <a:lnTo>
                  <a:pt x="2809875" y="685800"/>
                </a:lnTo>
                <a:lnTo>
                  <a:pt x="2790825" y="685800"/>
                </a:lnTo>
                <a:lnTo>
                  <a:pt x="2790825" y="666750"/>
                </a:lnTo>
                <a:lnTo>
                  <a:pt x="2828925" y="666750"/>
                </a:lnTo>
                <a:close/>
                <a:moveTo>
                  <a:pt x="3114675" y="657225"/>
                </a:moveTo>
                <a:lnTo>
                  <a:pt x="3124200" y="657225"/>
                </a:lnTo>
                <a:lnTo>
                  <a:pt x="3124200" y="666750"/>
                </a:lnTo>
                <a:lnTo>
                  <a:pt x="3114675" y="666750"/>
                </a:lnTo>
                <a:close/>
                <a:moveTo>
                  <a:pt x="2219325" y="666750"/>
                </a:moveTo>
                <a:lnTo>
                  <a:pt x="2228850" y="666750"/>
                </a:lnTo>
                <a:lnTo>
                  <a:pt x="2228850" y="676275"/>
                </a:lnTo>
                <a:lnTo>
                  <a:pt x="2238375" y="676275"/>
                </a:lnTo>
                <a:lnTo>
                  <a:pt x="2238375" y="723900"/>
                </a:lnTo>
                <a:lnTo>
                  <a:pt x="2228850" y="723900"/>
                </a:lnTo>
                <a:lnTo>
                  <a:pt x="2228850" y="733425"/>
                </a:lnTo>
                <a:lnTo>
                  <a:pt x="2209800" y="733425"/>
                </a:lnTo>
                <a:lnTo>
                  <a:pt x="2209800" y="723900"/>
                </a:lnTo>
                <a:lnTo>
                  <a:pt x="2200275" y="723900"/>
                </a:lnTo>
                <a:lnTo>
                  <a:pt x="2200275" y="742950"/>
                </a:lnTo>
                <a:lnTo>
                  <a:pt x="2190750" y="742950"/>
                </a:lnTo>
                <a:lnTo>
                  <a:pt x="2190750" y="752475"/>
                </a:lnTo>
                <a:lnTo>
                  <a:pt x="2181225" y="752475"/>
                </a:lnTo>
                <a:lnTo>
                  <a:pt x="2181225" y="762000"/>
                </a:lnTo>
                <a:lnTo>
                  <a:pt x="2152650" y="762000"/>
                </a:lnTo>
                <a:lnTo>
                  <a:pt x="2152650" y="781050"/>
                </a:lnTo>
                <a:lnTo>
                  <a:pt x="2162175" y="781050"/>
                </a:lnTo>
                <a:lnTo>
                  <a:pt x="2162175" y="790575"/>
                </a:lnTo>
                <a:lnTo>
                  <a:pt x="2171700" y="790575"/>
                </a:lnTo>
                <a:lnTo>
                  <a:pt x="2171700" y="771525"/>
                </a:lnTo>
                <a:lnTo>
                  <a:pt x="2190750" y="771525"/>
                </a:lnTo>
                <a:lnTo>
                  <a:pt x="2190750" y="781050"/>
                </a:lnTo>
                <a:lnTo>
                  <a:pt x="2181225" y="781050"/>
                </a:lnTo>
                <a:lnTo>
                  <a:pt x="2181225" y="790575"/>
                </a:lnTo>
                <a:lnTo>
                  <a:pt x="2171700" y="790575"/>
                </a:lnTo>
                <a:lnTo>
                  <a:pt x="2171700" y="828675"/>
                </a:lnTo>
                <a:lnTo>
                  <a:pt x="2190750" y="828675"/>
                </a:lnTo>
                <a:lnTo>
                  <a:pt x="2190750" y="838200"/>
                </a:lnTo>
                <a:lnTo>
                  <a:pt x="2219325" y="838200"/>
                </a:lnTo>
                <a:lnTo>
                  <a:pt x="2219325" y="828675"/>
                </a:lnTo>
                <a:lnTo>
                  <a:pt x="2228850" y="828675"/>
                </a:lnTo>
                <a:lnTo>
                  <a:pt x="2228850" y="819150"/>
                </a:lnTo>
                <a:lnTo>
                  <a:pt x="2238375" y="819150"/>
                </a:lnTo>
                <a:lnTo>
                  <a:pt x="2238375" y="809625"/>
                </a:lnTo>
                <a:lnTo>
                  <a:pt x="2247900" y="809625"/>
                </a:lnTo>
                <a:lnTo>
                  <a:pt x="2247900" y="790575"/>
                </a:lnTo>
                <a:lnTo>
                  <a:pt x="2257425" y="790575"/>
                </a:lnTo>
                <a:lnTo>
                  <a:pt x="2257425" y="800100"/>
                </a:lnTo>
                <a:lnTo>
                  <a:pt x="2276475" y="800100"/>
                </a:lnTo>
                <a:lnTo>
                  <a:pt x="2276475" y="809625"/>
                </a:lnTo>
                <a:lnTo>
                  <a:pt x="2305050" y="809625"/>
                </a:lnTo>
                <a:lnTo>
                  <a:pt x="2305050" y="800100"/>
                </a:lnTo>
                <a:lnTo>
                  <a:pt x="2333625" y="800100"/>
                </a:lnTo>
                <a:lnTo>
                  <a:pt x="2333625" y="809625"/>
                </a:lnTo>
                <a:lnTo>
                  <a:pt x="2343150" y="809625"/>
                </a:lnTo>
                <a:lnTo>
                  <a:pt x="2343150" y="847725"/>
                </a:lnTo>
                <a:lnTo>
                  <a:pt x="2295525" y="847725"/>
                </a:lnTo>
                <a:lnTo>
                  <a:pt x="2295525" y="838200"/>
                </a:lnTo>
                <a:lnTo>
                  <a:pt x="2276475" y="838200"/>
                </a:lnTo>
                <a:lnTo>
                  <a:pt x="2276475" y="847725"/>
                </a:lnTo>
                <a:lnTo>
                  <a:pt x="2257425" y="847725"/>
                </a:lnTo>
                <a:lnTo>
                  <a:pt x="2257425" y="857250"/>
                </a:lnTo>
                <a:lnTo>
                  <a:pt x="2238375" y="857250"/>
                </a:lnTo>
                <a:lnTo>
                  <a:pt x="2238375" y="866775"/>
                </a:lnTo>
                <a:lnTo>
                  <a:pt x="2209800" y="866775"/>
                </a:lnTo>
                <a:lnTo>
                  <a:pt x="2209800" y="847725"/>
                </a:lnTo>
                <a:lnTo>
                  <a:pt x="2181225" y="847725"/>
                </a:lnTo>
                <a:lnTo>
                  <a:pt x="2181225" y="857250"/>
                </a:lnTo>
                <a:lnTo>
                  <a:pt x="2171700" y="857250"/>
                </a:lnTo>
                <a:lnTo>
                  <a:pt x="2171700" y="847725"/>
                </a:lnTo>
                <a:lnTo>
                  <a:pt x="2152650" y="847725"/>
                </a:lnTo>
                <a:lnTo>
                  <a:pt x="2152650" y="838200"/>
                </a:lnTo>
                <a:lnTo>
                  <a:pt x="2143125" y="838200"/>
                </a:lnTo>
                <a:lnTo>
                  <a:pt x="2143125" y="809625"/>
                </a:lnTo>
                <a:lnTo>
                  <a:pt x="2105025" y="809625"/>
                </a:lnTo>
                <a:lnTo>
                  <a:pt x="2105025" y="819150"/>
                </a:lnTo>
                <a:lnTo>
                  <a:pt x="2095500" y="819150"/>
                </a:lnTo>
                <a:lnTo>
                  <a:pt x="2095500" y="809625"/>
                </a:lnTo>
                <a:lnTo>
                  <a:pt x="2066925" y="809625"/>
                </a:lnTo>
                <a:lnTo>
                  <a:pt x="2066925" y="790575"/>
                </a:lnTo>
                <a:lnTo>
                  <a:pt x="2114550" y="790575"/>
                </a:lnTo>
                <a:lnTo>
                  <a:pt x="2114550" y="781050"/>
                </a:lnTo>
                <a:lnTo>
                  <a:pt x="2124075" y="781050"/>
                </a:lnTo>
                <a:lnTo>
                  <a:pt x="2124075" y="762000"/>
                </a:lnTo>
                <a:lnTo>
                  <a:pt x="2133600" y="762000"/>
                </a:lnTo>
                <a:lnTo>
                  <a:pt x="2133600" y="742950"/>
                </a:lnTo>
                <a:lnTo>
                  <a:pt x="2124075" y="742950"/>
                </a:lnTo>
                <a:lnTo>
                  <a:pt x="2124075" y="752475"/>
                </a:lnTo>
                <a:lnTo>
                  <a:pt x="2095500" y="752475"/>
                </a:lnTo>
                <a:lnTo>
                  <a:pt x="2095500" y="762000"/>
                </a:lnTo>
                <a:lnTo>
                  <a:pt x="2066925" y="762000"/>
                </a:lnTo>
                <a:lnTo>
                  <a:pt x="2066925" y="733425"/>
                </a:lnTo>
                <a:lnTo>
                  <a:pt x="2076450" y="733425"/>
                </a:lnTo>
                <a:lnTo>
                  <a:pt x="2076450" y="723900"/>
                </a:lnTo>
                <a:lnTo>
                  <a:pt x="2085975" y="723900"/>
                </a:lnTo>
                <a:lnTo>
                  <a:pt x="2085975" y="714375"/>
                </a:lnTo>
                <a:lnTo>
                  <a:pt x="2095500" y="714375"/>
                </a:lnTo>
                <a:lnTo>
                  <a:pt x="2095500" y="723900"/>
                </a:lnTo>
                <a:lnTo>
                  <a:pt x="2105025" y="723900"/>
                </a:lnTo>
                <a:lnTo>
                  <a:pt x="2105025" y="704850"/>
                </a:lnTo>
                <a:lnTo>
                  <a:pt x="2133600" y="704850"/>
                </a:lnTo>
                <a:lnTo>
                  <a:pt x="2133600" y="714375"/>
                </a:lnTo>
                <a:lnTo>
                  <a:pt x="2143125" y="714375"/>
                </a:lnTo>
                <a:lnTo>
                  <a:pt x="2143125" y="723900"/>
                </a:lnTo>
                <a:lnTo>
                  <a:pt x="2152650" y="723900"/>
                </a:lnTo>
                <a:lnTo>
                  <a:pt x="2152650" y="733425"/>
                </a:lnTo>
                <a:lnTo>
                  <a:pt x="2162175" y="733425"/>
                </a:lnTo>
                <a:lnTo>
                  <a:pt x="2162175" y="742950"/>
                </a:lnTo>
                <a:lnTo>
                  <a:pt x="2171700" y="742950"/>
                </a:lnTo>
                <a:lnTo>
                  <a:pt x="2171700" y="723900"/>
                </a:lnTo>
                <a:lnTo>
                  <a:pt x="2181225" y="723900"/>
                </a:lnTo>
                <a:lnTo>
                  <a:pt x="2181225" y="704850"/>
                </a:lnTo>
                <a:lnTo>
                  <a:pt x="2190750" y="704850"/>
                </a:lnTo>
                <a:lnTo>
                  <a:pt x="2190750" y="714375"/>
                </a:lnTo>
                <a:lnTo>
                  <a:pt x="2200275" y="714375"/>
                </a:lnTo>
                <a:lnTo>
                  <a:pt x="2200275" y="704850"/>
                </a:lnTo>
                <a:lnTo>
                  <a:pt x="2209800" y="704850"/>
                </a:lnTo>
                <a:lnTo>
                  <a:pt x="2209800" y="676275"/>
                </a:lnTo>
                <a:lnTo>
                  <a:pt x="2219325" y="676275"/>
                </a:lnTo>
                <a:close/>
                <a:moveTo>
                  <a:pt x="2466975" y="666750"/>
                </a:moveTo>
                <a:lnTo>
                  <a:pt x="2476500" y="666750"/>
                </a:lnTo>
                <a:lnTo>
                  <a:pt x="2476500" y="676275"/>
                </a:lnTo>
                <a:lnTo>
                  <a:pt x="2466975" y="676275"/>
                </a:lnTo>
                <a:close/>
                <a:moveTo>
                  <a:pt x="2676525" y="666750"/>
                </a:moveTo>
                <a:lnTo>
                  <a:pt x="2686050" y="666750"/>
                </a:lnTo>
                <a:lnTo>
                  <a:pt x="2686050" y="685800"/>
                </a:lnTo>
                <a:lnTo>
                  <a:pt x="2676525" y="685800"/>
                </a:lnTo>
                <a:close/>
                <a:moveTo>
                  <a:pt x="3009900" y="666750"/>
                </a:moveTo>
                <a:lnTo>
                  <a:pt x="3019425" y="666750"/>
                </a:lnTo>
                <a:lnTo>
                  <a:pt x="3019425" y="676275"/>
                </a:lnTo>
                <a:lnTo>
                  <a:pt x="3009900" y="676275"/>
                </a:lnTo>
                <a:close/>
                <a:moveTo>
                  <a:pt x="2952750" y="676275"/>
                </a:moveTo>
                <a:lnTo>
                  <a:pt x="2962275" y="676275"/>
                </a:lnTo>
                <a:lnTo>
                  <a:pt x="2962275" y="685800"/>
                </a:lnTo>
                <a:lnTo>
                  <a:pt x="2952750" y="685800"/>
                </a:lnTo>
                <a:close/>
                <a:moveTo>
                  <a:pt x="3390900" y="676275"/>
                </a:moveTo>
                <a:lnTo>
                  <a:pt x="3400425" y="676275"/>
                </a:lnTo>
                <a:lnTo>
                  <a:pt x="3400425" y="685800"/>
                </a:lnTo>
                <a:lnTo>
                  <a:pt x="3409950" y="685800"/>
                </a:lnTo>
                <a:lnTo>
                  <a:pt x="3409950" y="666750"/>
                </a:lnTo>
                <a:lnTo>
                  <a:pt x="3390900" y="666750"/>
                </a:lnTo>
                <a:close/>
                <a:moveTo>
                  <a:pt x="3467100" y="676275"/>
                </a:moveTo>
                <a:lnTo>
                  <a:pt x="3486150" y="676275"/>
                </a:lnTo>
                <a:lnTo>
                  <a:pt x="3486150" y="657225"/>
                </a:lnTo>
                <a:lnTo>
                  <a:pt x="3467100" y="657225"/>
                </a:lnTo>
                <a:close/>
                <a:moveTo>
                  <a:pt x="3590925" y="676275"/>
                </a:moveTo>
                <a:lnTo>
                  <a:pt x="3600450" y="676275"/>
                </a:lnTo>
                <a:lnTo>
                  <a:pt x="3600450" y="695325"/>
                </a:lnTo>
                <a:lnTo>
                  <a:pt x="3590925" y="695325"/>
                </a:lnTo>
                <a:close/>
                <a:moveTo>
                  <a:pt x="2085975" y="685800"/>
                </a:moveTo>
                <a:lnTo>
                  <a:pt x="2095500" y="685800"/>
                </a:lnTo>
                <a:lnTo>
                  <a:pt x="2095500" y="695325"/>
                </a:lnTo>
                <a:lnTo>
                  <a:pt x="2085975" y="695325"/>
                </a:lnTo>
                <a:close/>
                <a:moveTo>
                  <a:pt x="2190750" y="685800"/>
                </a:moveTo>
                <a:lnTo>
                  <a:pt x="2200275" y="685800"/>
                </a:lnTo>
                <a:lnTo>
                  <a:pt x="2200275" y="695325"/>
                </a:lnTo>
                <a:lnTo>
                  <a:pt x="2190750" y="695325"/>
                </a:lnTo>
                <a:close/>
                <a:moveTo>
                  <a:pt x="2524125" y="685800"/>
                </a:moveTo>
                <a:lnTo>
                  <a:pt x="2533650" y="685800"/>
                </a:lnTo>
                <a:lnTo>
                  <a:pt x="2533650" y="695325"/>
                </a:lnTo>
                <a:lnTo>
                  <a:pt x="2552700" y="695325"/>
                </a:lnTo>
                <a:lnTo>
                  <a:pt x="2552700" y="685800"/>
                </a:lnTo>
                <a:lnTo>
                  <a:pt x="2562225" y="685800"/>
                </a:lnTo>
                <a:lnTo>
                  <a:pt x="2562225" y="676275"/>
                </a:lnTo>
                <a:lnTo>
                  <a:pt x="2552700" y="676275"/>
                </a:lnTo>
                <a:lnTo>
                  <a:pt x="2552700" y="666750"/>
                </a:lnTo>
                <a:lnTo>
                  <a:pt x="2543175" y="666750"/>
                </a:lnTo>
                <a:lnTo>
                  <a:pt x="2543175" y="676275"/>
                </a:lnTo>
                <a:lnTo>
                  <a:pt x="2524125" y="676275"/>
                </a:lnTo>
                <a:close/>
                <a:moveTo>
                  <a:pt x="2028825" y="695325"/>
                </a:moveTo>
                <a:lnTo>
                  <a:pt x="2038350" y="695325"/>
                </a:lnTo>
                <a:lnTo>
                  <a:pt x="2038350" y="704850"/>
                </a:lnTo>
                <a:lnTo>
                  <a:pt x="2028825" y="704850"/>
                </a:lnTo>
                <a:close/>
                <a:moveTo>
                  <a:pt x="2905125" y="695325"/>
                </a:moveTo>
                <a:lnTo>
                  <a:pt x="2924175" y="695325"/>
                </a:lnTo>
                <a:lnTo>
                  <a:pt x="2924175" y="704850"/>
                </a:lnTo>
                <a:lnTo>
                  <a:pt x="2952750" y="704850"/>
                </a:lnTo>
                <a:lnTo>
                  <a:pt x="2952750" y="714375"/>
                </a:lnTo>
                <a:lnTo>
                  <a:pt x="2971800" y="714375"/>
                </a:lnTo>
                <a:lnTo>
                  <a:pt x="2971800" y="723900"/>
                </a:lnTo>
                <a:lnTo>
                  <a:pt x="2962275" y="723900"/>
                </a:lnTo>
                <a:lnTo>
                  <a:pt x="2962275" y="733425"/>
                </a:lnTo>
                <a:lnTo>
                  <a:pt x="2952750" y="733425"/>
                </a:lnTo>
                <a:lnTo>
                  <a:pt x="2952750" y="742950"/>
                </a:lnTo>
                <a:lnTo>
                  <a:pt x="2933700" y="742950"/>
                </a:lnTo>
                <a:lnTo>
                  <a:pt x="2933700" y="723900"/>
                </a:lnTo>
                <a:lnTo>
                  <a:pt x="2924175" y="723900"/>
                </a:lnTo>
                <a:lnTo>
                  <a:pt x="2924175" y="714375"/>
                </a:lnTo>
                <a:lnTo>
                  <a:pt x="2905125" y="714375"/>
                </a:lnTo>
                <a:close/>
                <a:moveTo>
                  <a:pt x="3324225" y="695325"/>
                </a:moveTo>
                <a:lnTo>
                  <a:pt x="3333750" y="695325"/>
                </a:lnTo>
                <a:lnTo>
                  <a:pt x="3333750" y="685800"/>
                </a:lnTo>
                <a:lnTo>
                  <a:pt x="3314700" y="685800"/>
                </a:lnTo>
                <a:lnTo>
                  <a:pt x="3314700" y="704850"/>
                </a:lnTo>
                <a:lnTo>
                  <a:pt x="3324225" y="704850"/>
                </a:lnTo>
                <a:close/>
                <a:moveTo>
                  <a:pt x="3429000" y="723900"/>
                </a:moveTo>
                <a:lnTo>
                  <a:pt x="3438525" y="723900"/>
                </a:lnTo>
                <a:lnTo>
                  <a:pt x="3438525" y="704850"/>
                </a:lnTo>
                <a:lnTo>
                  <a:pt x="3429000" y="704850"/>
                </a:lnTo>
                <a:close/>
                <a:moveTo>
                  <a:pt x="3390900" y="733425"/>
                </a:moveTo>
                <a:lnTo>
                  <a:pt x="3400425" y="733425"/>
                </a:lnTo>
                <a:lnTo>
                  <a:pt x="3400425" y="742950"/>
                </a:lnTo>
                <a:lnTo>
                  <a:pt x="3390900" y="742950"/>
                </a:lnTo>
                <a:close/>
                <a:moveTo>
                  <a:pt x="3409950" y="733425"/>
                </a:moveTo>
                <a:lnTo>
                  <a:pt x="3419475" y="733425"/>
                </a:lnTo>
                <a:lnTo>
                  <a:pt x="3419475" y="742950"/>
                </a:lnTo>
                <a:lnTo>
                  <a:pt x="3409950" y="742950"/>
                </a:lnTo>
                <a:close/>
                <a:moveTo>
                  <a:pt x="2209800" y="742950"/>
                </a:moveTo>
                <a:lnTo>
                  <a:pt x="2228850" y="742950"/>
                </a:lnTo>
                <a:lnTo>
                  <a:pt x="2228850" y="752475"/>
                </a:lnTo>
                <a:lnTo>
                  <a:pt x="2209800" y="752475"/>
                </a:lnTo>
                <a:close/>
                <a:moveTo>
                  <a:pt x="3095625" y="742950"/>
                </a:moveTo>
                <a:lnTo>
                  <a:pt x="3114675" y="742950"/>
                </a:lnTo>
                <a:lnTo>
                  <a:pt x="3114675" y="752475"/>
                </a:lnTo>
                <a:lnTo>
                  <a:pt x="3095625" y="752475"/>
                </a:lnTo>
                <a:close/>
                <a:moveTo>
                  <a:pt x="3295650" y="742950"/>
                </a:moveTo>
                <a:lnTo>
                  <a:pt x="3305175" y="742950"/>
                </a:lnTo>
                <a:lnTo>
                  <a:pt x="3305175" y="733425"/>
                </a:lnTo>
                <a:lnTo>
                  <a:pt x="3295650" y="733425"/>
                </a:lnTo>
                <a:close/>
                <a:moveTo>
                  <a:pt x="3362325" y="742950"/>
                </a:moveTo>
                <a:lnTo>
                  <a:pt x="3371850" y="742950"/>
                </a:lnTo>
                <a:lnTo>
                  <a:pt x="3371850" y="752475"/>
                </a:lnTo>
                <a:lnTo>
                  <a:pt x="3381375" y="752475"/>
                </a:lnTo>
                <a:lnTo>
                  <a:pt x="3381375" y="742950"/>
                </a:lnTo>
                <a:lnTo>
                  <a:pt x="3390900" y="742950"/>
                </a:lnTo>
                <a:lnTo>
                  <a:pt x="3390900" y="752475"/>
                </a:lnTo>
                <a:lnTo>
                  <a:pt x="3381375" y="752475"/>
                </a:lnTo>
                <a:lnTo>
                  <a:pt x="3381375" y="762000"/>
                </a:lnTo>
                <a:lnTo>
                  <a:pt x="3362325" y="762000"/>
                </a:lnTo>
                <a:lnTo>
                  <a:pt x="3362325" y="790575"/>
                </a:lnTo>
                <a:lnTo>
                  <a:pt x="3371850" y="790575"/>
                </a:lnTo>
                <a:lnTo>
                  <a:pt x="3371850" y="819150"/>
                </a:lnTo>
                <a:lnTo>
                  <a:pt x="3390900" y="819150"/>
                </a:lnTo>
                <a:lnTo>
                  <a:pt x="3390900" y="847725"/>
                </a:lnTo>
                <a:lnTo>
                  <a:pt x="3381375" y="847725"/>
                </a:lnTo>
                <a:lnTo>
                  <a:pt x="3381375" y="838200"/>
                </a:lnTo>
                <a:lnTo>
                  <a:pt x="3371850" y="838200"/>
                </a:lnTo>
                <a:lnTo>
                  <a:pt x="3371850" y="828675"/>
                </a:lnTo>
                <a:lnTo>
                  <a:pt x="3352800" y="828675"/>
                </a:lnTo>
                <a:lnTo>
                  <a:pt x="3352800" y="819150"/>
                </a:lnTo>
                <a:lnTo>
                  <a:pt x="3333750" y="819150"/>
                </a:lnTo>
                <a:lnTo>
                  <a:pt x="3333750" y="809625"/>
                </a:lnTo>
                <a:lnTo>
                  <a:pt x="3343275" y="809625"/>
                </a:lnTo>
                <a:lnTo>
                  <a:pt x="3343275" y="762000"/>
                </a:lnTo>
                <a:lnTo>
                  <a:pt x="3352800" y="762000"/>
                </a:lnTo>
                <a:lnTo>
                  <a:pt x="3352800" y="752475"/>
                </a:lnTo>
                <a:lnTo>
                  <a:pt x="3362325" y="752475"/>
                </a:lnTo>
                <a:close/>
                <a:moveTo>
                  <a:pt x="2257425" y="752475"/>
                </a:moveTo>
                <a:lnTo>
                  <a:pt x="2266950" y="752475"/>
                </a:lnTo>
                <a:lnTo>
                  <a:pt x="2266950" y="771525"/>
                </a:lnTo>
                <a:lnTo>
                  <a:pt x="2257425" y="771525"/>
                </a:lnTo>
                <a:lnTo>
                  <a:pt x="2257425" y="781050"/>
                </a:lnTo>
                <a:lnTo>
                  <a:pt x="2247900" y="781050"/>
                </a:lnTo>
                <a:lnTo>
                  <a:pt x="2247900" y="762000"/>
                </a:lnTo>
                <a:lnTo>
                  <a:pt x="2257425" y="762000"/>
                </a:lnTo>
                <a:close/>
                <a:moveTo>
                  <a:pt x="2552700" y="752475"/>
                </a:moveTo>
                <a:lnTo>
                  <a:pt x="2590800" y="752475"/>
                </a:lnTo>
                <a:lnTo>
                  <a:pt x="2590800" y="733425"/>
                </a:lnTo>
                <a:lnTo>
                  <a:pt x="2562225" y="733425"/>
                </a:lnTo>
                <a:lnTo>
                  <a:pt x="2562225" y="742950"/>
                </a:lnTo>
                <a:lnTo>
                  <a:pt x="2552700" y="742950"/>
                </a:lnTo>
                <a:close/>
                <a:moveTo>
                  <a:pt x="2600325" y="752475"/>
                </a:moveTo>
                <a:lnTo>
                  <a:pt x="2609850" y="752475"/>
                </a:lnTo>
                <a:lnTo>
                  <a:pt x="2609850" y="742950"/>
                </a:lnTo>
                <a:lnTo>
                  <a:pt x="2600325" y="742950"/>
                </a:lnTo>
                <a:close/>
                <a:moveTo>
                  <a:pt x="2657475" y="752475"/>
                </a:moveTo>
                <a:lnTo>
                  <a:pt x="2667000" y="752475"/>
                </a:lnTo>
                <a:lnTo>
                  <a:pt x="2667000" y="762000"/>
                </a:lnTo>
                <a:lnTo>
                  <a:pt x="2676525" y="762000"/>
                </a:lnTo>
                <a:lnTo>
                  <a:pt x="2676525" y="733425"/>
                </a:lnTo>
                <a:lnTo>
                  <a:pt x="2657475" y="733425"/>
                </a:lnTo>
                <a:close/>
                <a:moveTo>
                  <a:pt x="3390900" y="752475"/>
                </a:moveTo>
                <a:lnTo>
                  <a:pt x="3400425" y="752475"/>
                </a:lnTo>
                <a:lnTo>
                  <a:pt x="3400425" y="762000"/>
                </a:lnTo>
                <a:lnTo>
                  <a:pt x="3390900" y="762000"/>
                </a:lnTo>
                <a:close/>
                <a:moveTo>
                  <a:pt x="2781300" y="762000"/>
                </a:moveTo>
                <a:lnTo>
                  <a:pt x="2800350" y="762000"/>
                </a:lnTo>
                <a:lnTo>
                  <a:pt x="2800350" y="742950"/>
                </a:lnTo>
                <a:lnTo>
                  <a:pt x="2781300" y="742950"/>
                </a:lnTo>
                <a:lnTo>
                  <a:pt x="2781300" y="752475"/>
                </a:lnTo>
                <a:lnTo>
                  <a:pt x="2771775" y="752475"/>
                </a:lnTo>
                <a:lnTo>
                  <a:pt x="2771775" y="771525"/>
                </a:lnTo>
                <a:lnTo>
                  <a:pt x="2762250" y="771525"/>
                </a:lnTo>
                <a:lnTo>
                  <a:pt x="2762250" y="781050"/>
                </a:lnTo>
                <a:lnTo>
                  <a:pt x="2771775" y="781050"/>
                </a:lnTo>
                <a:lnTo>
                  <a:pt x="2771775" y="809625"/>
                </a:lnTo>
                <a:lnTo>
                  <a:pt x="2790825" y="809625"/>
                </a:lnTo>
                <a:lnTo>
                  <a:pt x="2790825" y="790575"/>
                </a:lnTo>
                <a:lnTo>
                  <a:pt x="2800350" y="790575"/>
                </a:lnTo>
                <a:lnTo>
                  <a:pt x="2800350" y="781050"/>
                </a:lnTo>
                <a:lnTo>
                  <a:pt x="2790825" y="781050"/>
                </a:lnTo>
                <a:lnTo>
                  <a:pt x="2790825" y="771525"/>
                </a:lnTo>
                <a:lnTo>
                  <a:pt x="2781300" y="771525"/>
                </a:lnTo>
                <a:close/>
                <a:moveTo>
                  <a:pt x="3209925" y="762000"/>
                </a:moveTo>
                <a:lnTo>
                  <a:pt x="3219450" y="762000"/>
                </a:lnTo>
                <a:lnTo>
                  <a:pt x="3219450" y="781050"/>
                </a:lnTo>
                <a:lnTo>
                  <a:pt x="3228975" y="781050"/>
                </a:lnTo>
                <a:lnTo>
                  <a:pt x="3228975" y="790575"/>
                </a:lnTo>
                <a:lnTo>
                  <a:pt x="3238500" y="790575"/>
                </a:lnTo>
                <a:lnTo>
                  <a:pt x="3238500" y="809625"/>
                </a:lnTo>
                <a:lnTo>
                  <a:pt x="3267075" y="809625"/>
                </a:lnTo>
                <a:lnTo>
                  <a:pt x="3267075" y="828675"/>
                </a:lnTo>
                <a:lnTo>
                  <a:pt x="3257550" y="828675"/>
                </a:lnTo>
                <a:lnTo>
                  <a:pt x="3257550" y="838200"/>
                </a:lnTo>
                <a:lnTo>
                  <a:pt x="3238500" y="838200"/>
                </a:lnTo>
                <a:lnTo>
                  <a:pt x="3238500" y="828675"/>
                </a:lnTo>
                <a:lnTo>
                  <a:pt x="3219450" y="828675"/>
                </a:lnTo>
                <a:lnTo>
                  <a:pt x="3219450" y="857250"/>
                </a:lnTo>
                <a:lnTo>
                  <a:pt x="3248025" y="857250"/>
                </a:lnTo>
                <a:lnTo>
                  <a:pt x="3248025" y="866775"/>
                </a:lnTo>
                <a:lnTo>
                  <a:pt x="3257550" y="866775"/>
                </a:lnTo>
                <a:lnTo>
                  <a:pt x="3257550" y="885825"/>
                </a:lnTo>
                <a:lnTo>
                  <a:pt x="3276600" y="885825"/>
                </a:lnTo>
                <a:lnTo>
                  <a:pt x="3276600" y="866775"/>
                </a:lnTo>
                <a:lnTo>
                  <a:pt x="3267075" y="866775"/>
                </a:lnTo>
                <a:lnTo>
                  <a:pt x="3267075" y="857250"/>
                </a:lnTo>
                <a:lnTo>
                  <a:pt x="3276600" y="857250"/>
                </a:lnTo>
                <a:lnTo>
                  <a:pt x="3276600" y="847725"/>
                </a:lnTo>
                <a:lnTo>
                  <a:pt x="3286125" y="847725"/>
                </a:lnTo>
                <a:lnTo>
                  <a:pt x="3286125" y="857250"/>
                </a:lnTo>
                <a:lnTo>
                  <a:pt x="3295650" y="857250"/>
                </a:lnTo>
                <a:lnTo>
                  <a:pt x="3295650" y="866775"/>
                </a:lnTo>
                <a:lnTo>
                  <a:pt x="3305175" y="866775"/>
                </a:lnTo>
                <a:lnTo>
                  <a:pt x="3305175" y="857250"/>
                </a:lnTo>
                <a:lnTo>
                  <a:pt x="3314700" y="857250"/>
                </a:lnTo>
                <a:lnTo>
                  <a:pt x="3314700" y="838200"/>
                </a:lnTo>
                <a:lnTo>
                  <a:pt x="3295650" y="838200"/>
                </a:lnTo>
                <a:lnTo>
                  <a:pt x="3295650" y="819150"/>
                </a:lnTo>
                <a:lnTo>
                  <a:pt x="3305175" y="819150"/>
                </a:lnTo>
                <a:lnTo>
                  <a:pt x="3305175" y="828675"/>
                </a:lnTo>
                <a:lnTo>
                  <a:pt x="3324225" y="828675"/>
                </a:lnTo>
                <a:lnTo>
                  <a:pt x="3324225" y="847725"/>
                </a:lnTo>
                <a:lnTo>
                  <a:pt x="3352800" y="847725"/>
                </a:lnTo>
                <a:lnTo>
                  <a:pt x="3352800" y="857250"/>
                </a:lnTo>
                <a:lnTo>
                  <a:pt x="3343275" y="857250"/>
                </a:lnTo>
                <a:lnTo>
                  <a:pt x="3343275" y="866775"/>
                </a:lnTo>
                <a:lnTo>
                  <a:pt x="3305175" y="866775"/>
                </a:lnTo>
                <a:lnTo>
                  <a:pt x="3305175" y="876300"/>
                </a:lnTo>
                <a:lnTo>
                  <a:pt x="3314700" y="876300"/>
                </a:lnTo>
                <a:lnTo>
                  <a:pt x="3314700" y="914400"/>
                </a:lnTo>
                <a:lnTo>
                  <a:pt x="3305175" y="914400"/>
                </a:lnTo>
                <a:lnTo>
                  <a:pt x="3305175" y="904875"/>
                </a:lnTo>
                <a:lnTo>
                  <a:pt x="3276600" y="904875"/>
                </a:lnTo>
                <a:lnTo>
                  <a:pt x="3276600" y="923925"/>
                </a:lnTo>
                <a:lnTo>
                  <a:pt x="3267075" y="923925"/>
                </a:lnTo>
                <a:lnTo>
                  <a:pt x="3267075" y="933450"/>
                </a:lnTo>
                <a:lnTo>
                  <a:pt x="3257550" y="933450"/>
                </a:lnTo>
                <a:lnTo>
                  <a:pt x="3257550" y="962025"/>
                </a:lnTo>
                <a:lnTo>
                  <a:pt x="3276600" y="962025"/>
                </a:lnTo>
                <a:lnTo>
                  <a:pt x="3276600" y="971550"/>
                </a:lnTo>
                <a:lnTo>
                  <a:pt x="3286125" y="971550"/>
                </a:lnTo>
                <a:lnTo>
                  <a:pt x="3286125" y="981075"/>
                </a:lnTo>
                <a:lnTo>
                  <a:pt x="3267075" y="981075"/>
                </a:lnTo>
                <a:lnTo>
                  <a:pt x="3267075" y="990600"/>
                </a:lnTo>
                <a:lnTo>
                  <a:pt x="3257550" y="990600"/>
                </a:lnTo>
                <a:lnTo>
                  <a:pt x="3257550" y="981075"/>
                </a:lnTo>
                <a:lnTo>
                  <a:pt x="3209925" y="981075"/>
                </a:lnTo>
                <a:lnTo>
                  <a:pt x="3209925" y="971550"/>
                </a:lnTo>
                <a:lnTo>
                  <a:pt x="3200400" y="971550"/>
                </a:lnTo>
                <a:lnTo>
                  <a:pt x="3200400" y="962025"/>
                </a:lnTo>
                <a:lnTo>
                  <a:pt x="3209925" y="962025"/>
                </a:lnTo>
                <a:lnTo>
                  <a:pt x="3209925" y="952500"/>
                </a:lnTo>
                <a:lnTo>
                  <a:pt x="3219450" y="952500"/>
                </a:lnTo>
                <a:lnTo>
                  <a:pt x="3219450" y="933450"/>
                </a:lnTo>
                <a:lnTo>
                  <a:pt x="3190875" y="933450"/>
                </a:lnTo>
                <a:lnTo>
                  <a:pt x="3190875" y="952500"/>
                </a:lnTo>
                <a:lnTo>
                  <a:pt x="3162300" y="952500"/>
                </a:lnTo>
                <a:lnTo>
                  <a:pt x="3162300" y="942975"/>
                </a:lnTo>
                <a:lnTo>
                  <a:pt x="3143250" y="942975"/>
                </a:lnTo>
                <a:lnTo>
                  <a:pt x="3143250" y="952500"/>
                </a:lnTo>
                <a:lnTo>
                  <a:pt x="3133725" y="952500"/>
                </a:lnTo>
                <a:lnTo>
                  <a:pt x="3133725" y="962025"/>
                </a:lnTo>
                <a:lnTo>
                  <a:pt x="3114675" y="962025"/>
                </a:lnTo>
                <a:lnTo>
                  <a:pt x="3114675" y="952500"/>
                </a:lnTo>
                <a:lnTo>
                  <a:pt x="3095625" y="952500"/>
                </a:lnTo>
                <a:lnTo>
                  <a:pt x="3095625" y="942975"/>
                </a:lnTo>
                <a:lnTo>
                  <a:pt x="3114675" y="942975"/>
                </a:lnTo>
                <a:lnTo>
                  <a:pt x="3114675" y="933450"/>
                </a:lnTo>
                <a:lnTo>
                  <a:pt x="3152775" y="933450"/>
                </a:lnTo>
                <a:lnTo>
                  <a:pt x="3152775" y="923925"/>
                </a:lnTo>
                <a:lnTo>
                  <a:pt x="3162300" y="923925"/>
                </a:lnTo>
                <a:lnTo>
                  <a:pt x="3162300" y="914400"/>
                </a:lnTo>
                <a:lnTo>
                  <a:pt x="3152775" y="914400"/>
                </a:lnTo>
                <a:lnTo>
                  <a:pt x="3152775" y="904875"/>
                </a:lnTo>
                <a:lnTo>
                  <a:pt x="3133725" y="904875"/>
                </a:lnTo>
                <a:lnTo>
                  <a:pt x="3133725" y="914400"/>
                </a:lnTo>
                <a:lnTo>
                  <a:pt x="3095625" y="914400"/>
                </a:lnTo>
                <a:lnTo>
                  <a:pt x="3095625" y="904875"/>
                </a:lnTo>
                <a:lnTo>
                  <a:pt x="3086100" y="904875"/>
                </a:lnTo>
                <a:lnTo>
                  <a:pt x="3086100" y="914400"/>
                </a:lnTo>
                <a:lnTo>
                  <a:pt x="3095625" y="914400"/>
                </a:lnTo>
                <a:lnTo>
                  <a:pt x="3095625" y="923925"/>
                </a:lnTo>
                <a:lnTo>
                  <a:pt x="3105150" y="923925"/>
                </a:lnTo>
                <a:lnTo>
                  <a:pt x="3105150" y="933450"/>
                </a:lnTo>
                <a:lnTo>
                  <a:pt x="3076575" y="933450"/>
                </a:lnTo>
                <a:lnTo>
                  <a:pt x="3076575" y="923925"/>
                </a:lnTo>
                <a:lnTo>
                  <a:pt x="3067050" y="923925"/>
                </a:lnTo>
                <a:lnTo>
                  <a:pt x="3067050" y="914400"/>
                </a:lnTo>
                <a:lnTo>
                  <a:pt x="3057525" y="914400"/>
                </a:lnTo>
                <a:lnTo>
                  <a:pt x="3057525" y="904875"/>
                </a:lnTo>
                <a:lnTo>
                  <a:pt x="3076575" y="904875"/>
                </a:lnTo>
                <a:lnTo>
                  <a:pt x="3076575" y="885825"/>
                </a:lnTo>
                <a:lnTo>
                  <a:pt x="3095625" y="885825"/>
                </a:lnTo>
                <a:lnTo>
                  <a:pt x="3095625" y="866775"/>
                </a:lnTo>
                <a:lnTo>
                  <a:pt x="3086100" y="866775"/>
                </a:lnTo>
                <a:lnTo>
                  <a:pt x="3086100" y="847725"/>
                </a:lnTo>
                <a:lnTo>
                  <a:pt x="3124200" y="847725"/>
                </a:lnTo>
                <a:lnTo>
                  <a:pt x="3124200" y="857250"/>
                </a:lnTo>
                <a:lnTo>
                  <a:pt x="3133725" y="857250"/>
                </a:lnTo>
                <a:lnTo>
                  <a:pt x="3133725" y="866775"/>
                </a:lnTo>
                <a:lnTo>
                  <a:pt x="3162300" y="866775"/>
                </a:lnTo>
                <a:lnTo>
                  <a:pt x="3162300" y="857250"/>
                </a:lnTo>
                <a:lnTo>
                  <a:pt x="3181350" y="857250"/>
                </a:lnTo>
                <a:lnTo>
                  <a:pt x="3181350" y="838200"/>
                </a:lnTo>
                <a:lnTo>
                  <a:pt x="3190875" y="838200"/>
                </a:lnTo>
                <a:lnTo>
                  <a:pt x="3190875" y="819150"/>
                </a:lnTo>
                <a:lnTo>
                  <a:pt x="3209925" y="819150"/>
                </a:lnTo>
                <a:lnTo>
                  <a:pt x="3209925" y="809625"/>
                </a:lnTo>
                <a:lnTo>
                  <a:pt x="3200400" y="809625"/>
                </a:lnTo>
                <a:lnTo>
                  <a:pt x="3200400" y="800100"/>
                </a:lnTo>
                <a:lnTo>
                  <a:pt x="3181350" y="800100"/>
                </a:lnTo>
                <a:lnTo>
                  <a:pt x="3181350" y="781050"/>
                </a:lnTo>
                <a:lnTo>
                  <a:pt x="3190875" y="781050"/>
                </a:lnTo>
                <a:lnTo>
                  <a:pt x="3190875" y="771525"/>
                </a:lnTo>
                <a:lnTo>
                  <a:pt x="3209925" y="771525"/>
                </a:lnTo>
                <a:close/>
                <a:moveTo>
                  <a:pt x="2305050" y="771525"/>
                </a:moveTo>
                <a:lnTo>
                  <a:pt x="2314575" y="771525"/>
                </a:lnTo>
                <a:lnTo>
                  <a:pt x="2314575" y="790575"/>
                </a:lnTo>
                <a:lnTo>
                  <a:pt x="2305050" y="790575"/>
                </a:lnTo>
                <a:close/>
                <a:moveTo>
                  <a:pt x="2628900" y="781050"/>
                </a:moveTo>
                <a:lnTo>
                  <a:pt x="2657475" y="781050"/>
                </a:lnTo>
                <a:lnTo>
                  <a:pt x="2657475" y="771525"/>
                </a:lnTo>
                <a:lnTo>
                  <a:pt x="2628900" y="771525"/>
                </a:lnTo>
                <a:close/>
                <a:moveTo>
                  <a:pt x="2962275" y="781050"/>
                </a:moveTo>
                <a:lnTo>
                  <a:pt x="2971800" y="781050"/>
                </a:lnTo>
                <a:lnTo>
                  <a:pt x="2971800" y="771525"/>
                </a:lnTo>
                <a:lnTo>
                  <a:pt x="2962275" y="771525"/>
                </a:lnTo>
                <a:close/>
                <a:moveTo>
                  <a:pt x="2409825" y="790575"/>
                </a:moveTo>
                <a:lnTo>
                  <a:pt x="2419350" y="790575"/>
                </a:lnTo>
                <a:lnTo>
                  <a:pt x="2419350" y="781050"/>
                </a:lnTo>
                <a:lnTo>
                  <a:pt x="2400300" y="781050"/>
                </a:lnTo>
                <a:lnTo>
                  <a:pt x="2400300" y="800100"/>
                </a:lnTo>
                <a:lnTo>
                  <a:pt x="2409825" y="800100"/>
                </a:lnTo>
                <a:close/>
                <a:moveTo>
                  <a:pt x="3543300" y="790575"/>
                </a:moveTo>
                <a:lnTo>
                  <a:pt x="3571875" y="790575"/>
                </a:lnTo>
                <a:lnTo>
                  <a:pt x="3571875" y="771525"/>
                </a:lnTo>
                <a:lnTo>
                  <a:pt x="3562350" y="771525"/>
                </a:lnTo>
                <a:lnTo>
                  <a:pt x="3562350" y="762000"/>
                </a:lnTo>
                <a:lnTo>
                  <a:pt x="3552825" y="762000"/>
                </a:lnTo>
                <a:lnTo>
                  <a:pt x="3552825" y="771525"/>
                </a:lnTo>
                <a:lnTo>
                  <a:pt x="3543300" y="771525"/>
                </a:lnTo>
                <a:close/>
                <a:moveTo>
                  <a:pt x="2419350" y="800100"/>
                </a:moveTo>
                <a:lnTo>
                  <a:pt x="2409825" y="800100"/>
                </a:lnTo>
                <a:lnTo>
                  <a:pt x="2409825" y="809625"/>
                </a:lnTo>
                <a:lnTo>
                  <a:pt x="2419350" y="809625"/>
                </a:lnTo>
                <a:close/>
                <a:moveTo>
                  <a:pt x="2419350" y="800100"/>
                </a:moveTo>
                <a:lnTo>
                  <a:pt x="2428875" y="800100"/>
                </a:lnTo>
                <a:lnTo>
                  <a:pt x="2428875" y="790575"/>
                </a:lnTo>
                <a:lnTo>
                  <a:pt x="2419350" y="790575"/>
                </a:lnTo>
                <a:close/>
                <a:moveTo>
                  <a:pt x="2505075" y="800100"/>
                </a:moveTo>
                <a:lnTo>
                  <a:pt x="2524125" y="800100"/>
                </a:lnTo>
                <a:lnTo>
                  <a:pt x="2524125" y="781050"/>
                </a:lnTo>
                <a:lnTo>
                  <a:pt x="2505075" y="781050"/>
                </a:lnTo>
                <a:close/>
                <a:moveTo>
                  <a:pt x="3171825" y="800100"/>
                </a:moveTo>
                <a:lnTo>
                  <a:pt x="3181350" y="800100"/>
                </a:lnTo>
                <a:lnTo>
                  <a:pt x="3181350" y="809625"/>
                </a:lnTo>
                <a:lnTo>
                  <a:pt x="3171825" y="809625"/>
                </a:lnTo>
                <a:close/>
                <a:moveTo>
                  <a:pt x="2600325" y="809625"/>
                </a:moveTo>
                <a:lnTo>
                  <a:pt x="2619375" y="809625"/>
                </a:lnTo>
                <a:lnTo>
                  <a:pt x="2619375" y="790575"/>
                </a:lnTo>
                <a:lnTo>
                  <a:pt x="2609850" y="790575"/>
                </a:lnTo>
                <a:lnTo>
                  <a:pt x="2609850" y="800100"/>
                </a:lnTo>
                <a:lnTo>
                  <a:pt x="2600325" y="800100"/>
                </a:lnTo>
                <a:close/>
                <a:moveTo>
                  <a:pt x="3571875" y="819150"/>
                </a:moveTo>
                <a:lnTo>
                  <a:pt x="3581400" y="819150"/>
                </a:lnTo>
                <a:lnTo>
                  <a:pt x="3581400" y="828675"/>
                </a:lnTo>
                <a:lnTo>
                  <a:pt x="3571875" y="828675"/>
                </a:lnTo>
                <a:close/>
                <a:moveTo>
                  <a:pt x="2676525" y="828675"/>
                </a:moveTo>
                <a:lnTo>
                  <a:pt x="2686050" y="828675"/>
                </a:lnTo>
                <a:lnTo>
                  <a:pt x="2686050" y="809625"/>
                </a:lnTo>
                <a:lnTo>
                  <a:pt x="2676525" y="809625"/>
                </a:lnTo>
                <a:close/>
                <a:moveTo>
                  <a:pt x="2409825" y="838200"/>
                </a:moveTo>
                <a:lnTo>
                  <a:pt x="2428875" y="838200"/>
                </a:lnTo>
                <a:lnTo>
                  <a:pt x="2428875" y="819150"/>
                </a:lnTo>
                <a:lnTo>
                  <a:pt x="2419350" y="819150"/>
                </a:lnTo>
                <a:lnTo>
                  <a:pt x="2419350" y="828675"/>
                </a:lnTo>
                <a:lnTo>
                  <a:pt x="2409825" y="828675"/>
                </a:lnTo>
                <a:close/>
                <a:moveTo>
                  <a:pt x="2543175" y="838200"/>
                </a:moveTo>
                <a:lnTo>
                  <a:pt x="2552700" y="838200"/>
                </a:lnTo>
                <a:lnTo>
                  <a:pt x="2552700" y="819150"/>
                </a:lnTo>
                <a:lnTo>
                  <a:pt x="2524125" y="819150"/>
                </a:lnTo>
                <a:lnTo>
                  <a:pt x="2524125" y="847725"/>
                </a:lnTo>
                <a:lnTo>
                  <a:pt x="2543175" y="847725"/>
                </a:lnTo>
                <a:close/>
                <a:moveTo>
                  <a:pt x="3467100" y="838200"/>
                </a:moveTo>
                <a:lnTo>
                  <a:pt x="3486150" y="838200"/>
                </a:lnTo>
                <a:lnTo>
                  <a:pt x="3486150" y="857250"/>
                </a:lnTo>
                <a:lnTo>
                  <a:pt x="3476625" y="857250"/>
                </a:lnTo>
                <a:lnTo>
                  <a:pt x="3476625" y="866775"/>
                </a:lnTo>
                <a:lnTo>
                  <a:pt x="3448050" y="866775"/>
                </a:lnTo>
                <a:lnTo>
                  <a:pt x="3448050" y="857250"/>
                </a:lnTo>
                <a:lnTo>
                  <a:pt x="3467100" y="857250"/>
                </a:lnTo>
                <a:close/>
                <a:moveTo>
                  <a:pt x="2981325" y="847725"/>
                </a:moveTo>
                <a:lnTo>
                  <a:pt x="2990850" y="847725"/>
                </a:lnTo>
                <a:lnTo>
                  <a:pt x="2990850" y="838200"/>
                </a:lnTo>
                <a:lnTo>
                  <a:pt x="2981325" y="838200"/>
                </a:lnTo>
                <a:close/>
                <a:moveTo>
                  <a:pt x="3390900" y="847725"/>
                </a:moveTo>
                <a:lnTo>
                  <a:pt x="3419475" y="847725"/>
                </a:lnTo>
                <a:lnTo>
                  <a:pt x="3419475" y="857250"/>
                </a:lnTo>
                <a:lnTo>
                  <a:pt x="3429000" y="857250"/>
                </a:lnTo>
                <a:lnTo>
                  <a:pt x="3429000" y="866775"/>
                </a:lnTo>
                <a:lnTo>
                  <a:pt x="3448050" y="866775"/>
                </a:lnTo>
                <a:lnTo>
                  <a:pt x="3448050" y="885825"/>
                </a:lnTo>
                <a:lnTo>
                  <a:pt x="3438525" y="885825"/>
                </a:lnTo>
                <a:lnTo>
                  <a:pt x="3438525" y="876300"/>
                </a:lnTo>
                <a:lnTo>
                  <a:pt x="3419475" y="876300"/>
                </a:lnTo>
                <a:lnTo>
                  <a:pt x="3419475" y="866775"/>
                </a:lnTo>
                <a:lnTo>
                  <a:pt x="3409950" y="866775"/>
                </a:lnTo>
                <a:lnTo>
                  <a:pt x="3409950" y="876300"/>
                </a:lnTo>
                <a:lnTo>
                  <a:pt x="3400425" y="876300"/>
                </a:lnTo>
                <a:lnTo>
                  <a:pt x="3400425" y="857250"/>
                </a:lnTo>
                <a:lnTo>
                  <a:pt x="3390900" y="857250"/>
                </a:lnTo>
                <a:close/>
                <a:moveTo>
                  <a:pt x="2381250" y="857250"/>
                </a:moveTo>
                <a:lnTo>
                  <a:pt x="2390775" y="857250"/>
                </a:lnTo>
                <a:lnTo>
                  <a:pt x="2390775" y="847725"/>
                </a:lnTo>
                <a:lnTo>
                  <a:pt x="2381250" y="847725"/>
                </a:lnTo>
                <a:close/>
                <a:moveTo>
                  <a:pt x="3505200" y="857250"/>
                </a:moveTo>
                <a:lnTo>
                  <a:pt x="3524250" y="857250"/>
                </a:lnTo>
                <a:lnTo>
                  <a:pt x="3524250" y="866775"/>
                </a:lnTo>
                <a:lnTo>
                  <a:pt x="3562350" y="866775"/>
                </a:lnTo>
                <a:lnTo>
                  <a:pt x="3562350" y="885825"/>
                </a:lnTo>
                <a:lnTo>
                  <a:pt x="3543300" y="885825"/>
                </a:lnTo>
                <a:lnTo>
                  <a:pt x="3543300" y="914400"/>
                </a:lnTo>
                <a:lnTo>
                  <a:pt x="3571875" y="914400"/>
                </a:lnTo>
                <a:lnTo>
                  <a:pt x="3571875" y="942975"/>
                </a:lnTo>
                <a:lnTo>
                  <a:pt x="3552825" y="942975"/>
                </a:lnTo>
                <a:lnTo>
                  <a:pt x="3552825" y="962025"/>
                </a:lnTo>
                <a:lnTo>
                  <a:pt x="3543300" y="962025"/>
                </a:lnTo>
                <a:lnTo>
                  <a:pt x="3543300" y="971550"/>
                </a:lnTo>
                <a:lnTo>
                  <a:pt x="3524250" y="971550"/>
                </a:lnTo>
                <a:lnTo>
                  <a:pt x="3524250" y="962025"/>
                </a:lnTo>
                <a:lnTo>
                  <a:pt x="3514725" y="962025"/>
                </a:lnTo>
                <a:lnTo>
                  <a:pt x="3514725" y="952500"/>
                </a:lnTo>
                <a:lnTo>
                  <a:pt x="3533775" y="952500"/>
                </a:lnTo>
                <a:lnTo>
                  <a:pt x="3533775" y="942975"/>
                </a:lnTo>
                <a:lnTo>
                  <a:pt x="3524250" y="942975"/>
                </a:lnTo>
                <a:lnTo>
                  <a:pt x="3524250" y="933450"/>
                </a:lnTo>
                <a:lnTo>
                  <a:pt x="3495675" y="933450"/>
                </a:lnTo>
                <a:lnTo>
                  <a:pt x="3495675" y="904875"/>
                </a:lnTo>
                <a:lnTo>
                  <a:pt x="3533775" y="904875"/>
                </a:lnTo>
                <a:lnTo>
                  <a:pt x="3533775" y="885825"/>
                </a:lnTo>
                <a:lnTo>
                  <a:pt x="3505200" y="885825"/>
                </a:lnTo>
                <a:lnTo>
                  <a:pt x="3505200" y="876300"/>
                </a:lnTo>
                <a:lnTo>
                  <a:pt x="3514725" y="876300"/>
                </a:lnTo>
                <a:lnTo>
                  <a:pt x="3514725" y="866775"/>
                </a:lnTo>
                <a:lnTo>
                  <a:pt x="3505200" y="866775"/>
                </a:lnTo>
                <a:close/>
                <a:moveTo>
                  <a:pt x="2447925" y="866775"/>
                </a:moveTo>
                <a:lnTo>
                  <a:pt x="2457450" y="866775"/>
                </a:lnTo>
                <a:lnTo>
                  <a:pt x="2457450" y="876300"/>
                </a:lnTo>
                <a:lnTo>
                  <a:pt x="2476500" y="876300"/>
                </a:lnTo>
                <a:lnTo>
                  <a:pt x="2476500" y="895350"/>
                </a:lnTo>
                <a:lnTo>
                  <a:pt x="2466975" y="895350"/>
                </a:lnTo>
                <a:lnTo>
                  <a:pt x="2466975" y="885825"/>
                </a:lnTo>
                <a:lnTo>
                  <a:pt x="2447925" y="885825"/>
                </a:lnTo>
                <a:close/>
                <a:moveTo>
                  <a:pt x="2790825" y="866775"/>
                </a:moveTo>
                <a:lnTo>
                  <a:pt x="2800350" y="866775"/>
                </a:lnTo>
                <a:lnTo>
                  <a:pt x="2800350" y="838200"/>
                </a:lnTo>
                <a:lnTo>
                  <a:pt x="2790825" y="838200"/>
                </a:lnTo>
                <a:lnTo>
                  <a:pt x="2790825" y="847725"/>
                </a:lnTo>
                <a:lnTo>
                  <a:pt x="2781300" y="847725"/>
                </a:lnTo>
                <a:lnTo>
                  <a:pt x="2781300" y="857250"/>
                </a:lnTo>
                <a:lnTo>
                  <a:pt x="2771775" y="857250"/>
                </a:lnTo>
                <a:lnTo>
                  <a:pt x="2771775" y="885825"/>
                </a:lnTo>
                <a:lnTo>
                  <a:pt x="2781300" y="885825"/>
                </a:lnTo>
                <a:lnTo>
                  <a:pt x="2781300" y="895350"/>
                </a:lnTo>
                <a:lnTo>
                  <a:pt x="2790825" y="895350"/>
                </a:lnTo>
                <a:close/>
                <a:moveTo>
                  <a:pt x="2943225" y="866775"/>
                </a:moveTo>
                <a:lnTo>
                  <a:pt x="2962275" y="866775"/>
                </a:lnTo>
                <a:lnTo>
                  <a:pt x="2962275" y="838200"/>
                </a:lnTo>
                <a:lnTo>
                  <a:pt x="2943225" y="838200"/>
                </a:lnTo>
                <a:lnTo>
                  <a:pt x="2943225" y="847725"/>
                </a:lnTo>
                <a:lnTo>
                  <a:pt x="2933700" y="847725"/>
                </a:lnTo>
                <a:lnTo>
                  <a:pt x="2933700" y="857250"/>
                </a:lnTo>
                <a:lnTo>
                  <a:pt x="2924175" y="857250"/>
                </a:lnTo>
                <a:lnTo>
                  <a:pt x="2924175" y="866775"/>
                </a:lnTo>
                <a:lnTo>
                  <a:pt x="2914650" y="866775"/>
                </a:lnTo>
                <a:lnTo>
                  <a:pt x="2914650" y="876300"/>
                </a:lnTo>
                <a:lnTo>
                  <a:pt x="2924175" y="876300"/>
                </a:lnTo>
                <a:lnTo>
                  <a:pt x="2924175" y="885825"/>
                </a:lnTo>
                <a:lnTo>
                  <a:pt x="2933700" y="885825"/>
                </a:lnTo>
                <a:lnTo>
                  <a:pt x="2933700" y="904875"/>
                </a:lnTo>
                <a:lnTo>
                  <a:pt x="2924175" y="904875"/>
                </a:lnTo>
                <a:lnTo>
                  <a:pt x="2924175" y="914400"/>
                </a:lnTo>
                <a:lnTo>
                  <a:pt x="2943225" y="914400"/>
                </a:lnTo>
                <a:lnTo>
                  <a:pt x="2943225" y="904875"/>
                </a:lnTo>
                <a:lnTo>
                  <a:pt x="2952750" y="904875"/>
                </a:lnTo>
                <a:lnTo>
                  <a:pt x="2952750" y="895350"/>
                </a:lnTo>
                <a:lnTo>
                  <a:pt x="2943225" y="895350"/>
                </a:lnTo>
                <a:close/>
                <a:moveTo>
                  <a:pt x="3209925" y="876300"/>
                </a:moveTo>
                <a:lnTo>
                  <a:pt x="3219450" y="876300"/>
                </a:lnTo>
                <a:lnTo>
                  <a:pt x="3219450" y="866775"/>
                </a:lnTo>
                <a:lnTo>
                  <a:pt x="3209925" y="866775"/>
                </a:lnTo>
                <a:close/>
                <a:moveTo>
                  <a:pt x="3571875" y="876300"/>
                </a:moveTo>
                <a:lnTo>
                  <a:pt x="3581400" y="876300"/>
                </a:lnTo>
                <a:lnTo>
                  <a:pt x="3581400" y="895350"/>
                </a:lnTo>
                <a:lnTo>
                  <a:pt x="3571875" y="895350"/>
                </a:lnTo>
                <a:lnTo>
                  <a:pt x="3571875" y="904875"/>
                </a:lnTo>
                <a:lnTo>
                  <a:pt x="3552825" y="904875"/>
                </a:lnTo>
                <a:lnTo>
                  <a:pt x="3552825" y="895350"/>
                </a:lnTo>
                <a:lnTo>
                  <a:pt x="3562350" y="895350"/>
                </a:lnTo>
                <a:lnTo>
                  <a:pt x="3562350" y="885825"/>
                </a:lnTo>
                <a:lnTo>
                  <a:pt x="3571875" y="885825"/>
                </a:lnTo>
                <a:close/>
                <a:moveTo>
                  <a:pt x="2638425" y="885825"/>
                </a:moveTo>
                <a:lnTo>
                  <a:pt x="2657475" y="885825"/>
                </a:lnTo>
                <a:lnTo>
                  <a:pt x="2657475" y="866775"/>
                </a:lnTo>
                <a:lnTo>
                  <a:pt x="2638425" y="866775"/>
                </a:lnTo>
                <a:close/>
                <a:moveTo>
                  <a:pt x="3124200" y="885825"/>
                </a:moveTo>
                <a:lnTo>
                  <a:pt x="3133725" y="885825"/>
                </a:lnTo>
                <a:lnTo>
                  <a:pt x="3133725" y="876300"/>
                </a:lnTo>
                <a:lnTo>
                  <a:pt x="3114675" y="876300"/>
                </a:lnTo>
                <a:lnTo>
                  <a:pt x="3114675" y="866775"/>
                </a:lnTo>
                <a:lnTo>
                  <a:pt x="3105150" y="866775"/>
                </a:lnTo>
                <a:lnTo>
                  <a:pt x="3105150" y="895350"/>
                </a:lnTo>
                <a:lnTo>
                  <a:pt x="3124200" y="895350"/>
                </a:lnTo>
                <a:close/>
                <a:moveTo>
                  <a:pt x="2009775" y="904875"/>
                </a:moveTo>
                <a:lnTo>
                  <a:pt x="2019300" y="904875"/>
                </a:lnTo>
                <a:lnTo>
                  <a:pt x="2019300" y="914400"/>
                </a:lnTo>
                <a:lnTo>
                  <a:pt x="2009775" y="914400"/>
                </a:lnTo>
                <a:close/>
                <a:moveTo>
                  <a:pt x="3190875" y="904875"/>
                </a:moveTo>
                <a:lnTo>
                  <a:pt x="3200400" y="904875"/>
                </a:lnTo>
                <a:lnTo>
                  <a:pt x="3200400" y="895350"/>
                </a:lnTo>
                <a:lnTo>
                  <a:pt x="3190875" y="895350"/>
                </a:lnTo>
                <a:close/>
                <a:moveTo>
                  <a:pt x="2019300" y="914400"/>
                </a:moveTo>
                <a:lnTo>
                  <a:pt x="2028825" y="914400"/>
                </a:lnTo>
                <a:lnTo>
                  <a:pt x="2028825" y="933450"/>
                </a:lnTo>
                <a:lnTo>
                  <a:pt x="2019300" y="933450"/>
                </a:lnTo>
                <a:close/>
                <a:moveTo>
                  <a:pt x="3333750" y="914400"/>
                </a:moveTo>
                <a:lnTo>
                  <a:pt x="3352800" y="914400"/>
                </a:lnTo>
                <a:lnTo>
                  <a:pt x="3352800" y="923925"/>
                </a:lnTo>
                <a:lnTo>
                  <a:pt x="3381375" y="923925"/>
                </a:lnTo>
                <a:lnTo>
                  <a:pt x="3381375" y="933450"/>
                </a:lnTo>
                <a:lnTo>
                  <a:pt x="3390900" y="933450"/>
                </a:lnTo>
                <a:lnTo>
                  <a:pt x="3390900" y="942975"/>
                </a:lnTo>
                <a:lnTo>
                  <a:pt x="3400425" y="942975"/>
                </a:lnTo>
                <a:lnTo>
                  <a:pt x="3400425" y="962025"/>
                </a:lnTo>
                <a:lnTo>
                  <a:pt x="3381375" y="962025"/>
                </a:lnTo>
                <a:lnTo>
                  <a:pt x="3381375" y="952500"/>
                </a:lnTo>
                <a:lnTo>
                  <a:pt x="3371850" y="952500"/>
                </a:lnTo>
                <a:lnTo>
                  <a:pt x="3371850" y="942975"/>
                </a:lnTo>
                <a:lnTo>
                  <a:pt x="3362325" y="942975"/>
                </a:lnTo>
                <a:lnTo>
                  <a:pt x="3362325" y="933450"/>
                </a:lnTo>
                <a:lnTo>
                  <a:pt x="3324225" y="933450"/>
                </a:lnTo>
                <a:lnTo>
                  <a:pt x="3324225" y="923925"/>
                </a:lnTo>
                <a:lnTo>
                  <a:pt x="3333750" y="923925"/>
                </a:lnTo>
                <a:close/>
                <a:moveTo>
                  <a:pt x="3429000" y="914400"/>
                </a:moveTo>
                <a:lnTo>
                  <a:pt x="3457575" y="914400"/>
                </a:lnTo>
                <a:lnTo>
                  <a:pt x="3457575" y="933450"/>
                </a:lnTo>
                <a:lnTo>
                  <a:pt x="3448050" y="933450"/>
                </a:lnTo>
                <a:lnTo>
                  <a:pt x="3448050" y="942975"/>
                </a:lnTo>
                <a:lnTo>
                  <a:pt x="3438525" y="942975"/>
                </a:lnTo>
                <a:lnTo>
                  <a:pt x="3438525" y="933450"/>
                </a:lnTo>
                <a:lnTo>
                  <a:pt x="3429000" y="933450"/>
                </a:lnTo>
                <a:close/>
                <a:moveTo>
                  <a:pt x="3228975" y="923925"/>
                </a:moveTo>
                <a:lnTo>
                  <a:pt x="3238500" y="923925"/>
                </a:lnTo>
                <a:lnTo>
                  <a:pt x="3238500" y="914400"/>
                </a:lnTo>
                <a:lnTo>
                  <a:pt x="3228975" y="914400"/>
                </a:lnTo>
                <a:close/>
                <a:moveTo>
                  <a:pt x="2752725" y="933450"/>
                </a:moveTo>
                <a:lnTo>
                  <a:pt x="2771775" y="933450"/>
                </a:lnTo>
                <a:lnTo>
                  <a:pt x="2771775" y="952500"/>
                </a:lnTo>
                <a:lnTo>
                  <a:pt x="2762250" y="952500"/>
                </a:lnTo>
                <a:lnTo>
                  <a:pt x="2762250" y="942975"/>
                </a:lnTo>
                <a:lnTo>
                  <a:pt x="2752725" y="942975"/>
                </a:lnTo>
                <a:close/>
                <a:moveTo>
                  <a:pt x="2009775" y="942975"/>
                </a:moveTo>
                <a:lnTo>
                  <a:pt x="2019300" y="942975"/>
                </a:lnTo>
                <a:lnTo>
                  <a:pt x="2019300" y="952500"/>
                </a:lnTo>
                <a:lnTo>
                  <a:pt x="2009775" y="952500"/>
                </a:lnTo>
                <a:close/>
                <a:moveTo>
                  <a:pt x="2200275" y="952500"/>
                </a:moveTo>
                <a:lnTo>
                  <a:pt x="2219325" y="952500"/>
                </a:lnTo>
                <a:lnTo>
                  <a:pt x="2219325" y="962025"/>
                </a:lnTo>
                <a:lnTo>
                  <a:pt x="2200275" y="962025"/>
                </a:lnTo>
                <a:close/>
                <a:moveTo>
                  <a:pt x="2228850" y="952500"/>
                </a:moveTo>
                <a:lnTo>
                  <a:pt x="2238375" y="952500"/>
                </a:lnTo>
                <a:lnTo>
                  <a:pt x="2238375" y="962025"/>
                </a:lnTo>
                <a:lnTo>
                  <a:pt x="2228850" y="962025"/>
                </a:lnTo>
                <a:close/>
                <a:moveTo>
                  <a:pt x="2305050" y="952500"/>
                </a:moveTo>
                <a:lnTo>
                  <a:pt x="2324100" y="952500"/>
                </a:lnTo>
                <a:lnTo>
                  <a:pt x="2324100" y="962025"/>
                </a:lnTo>
                <a:lnTo>
                  <a:pt x="2314575" y="962025"/>
                </a:lnTo>
                <a:lnTo>
                  <a:pt x="2314575" y="971550"/>
                </a:lnTo>
                <a:lnTo>
                  <a:pt x="2352675" y="971550"/>
                </a:lnTo>
                <a:lnTo>
                  <a:pt x="2352675" y="981075"/>
                </a:lnTo>
                <a:lnTo>
                  <a:pt x="2314575" y="981075"/>
                </a:lnTo>
                <a:lnTo>
                  <a:pt x="2314575" y="990600"/>
                </a:lnTo>
                <a:lnTo>
                  <a:pt x="2324100" y="990600"/>
                </a:lnTo>
                <a:lnTo>
                  <a:pt x="2324100" y="1000125"/>
                </a:lnTo>
                <a:lnTo>
                  <a:pt x="2343150" y="1000125"/>
                </a:lnTo>
                <a:lnTo>
                  <a:pt x="2343150" y="1019175"/>
                </a:lnTo>
                <a:lnTo>
                  <a:pt x="2238375" y="1019175"/>
                </a:lnTo>
                <a:lnTo>
                  <a:pt x="2238375" y="1009650"/>
                </a:lnTo>
                <a:lnTo>
                  <a:pt x="2247900" y="1009650"/>
                </a:lnTo>
                <a:lnTo>
                  <a:pt x="2247900" y="1000125"/>
                </a:lnTo>
                <a:lnTo>
                  <a:pt x="2257425" y="1000125"/>
                </a:lnTo>
                <a:lnTo>
                  <a:pt x="2257425" y="981075"/>
                </a:lnTo>
                <a:lnTo>
                  <a:pt x="2286000" y="981075"/>
                </a:lnTo>
                <a:lnTo>
                  <a:pt x="2286000" y="1009650"/>
                </a:lnTo>
                <a:lnTo>
                  <a:pt x="2295525" y="1009650"/>
                </a:lnTo>
                <a:lnTo>
                  <a:pt x="2295525" y="1000125"/>
                </a:lnTo>
                <a:lnTo>
                  <a:pt x="2305050" y="1000125"/>
                </a:lnTo>
                <a:lnTo>
                  <a:pt x="2305050" y="981075"/>
                </a:lnTo>
                <a:lnTo>
                  <a:pt x="2295525" y="981075"/>
                </a:lnTo>
                <a:lnTo>
                  <a:pt x="2295525" y="971550"/>
                </a:lnTo>
                <a:lnTo>
                  <a:pt x="2305050" y="971550"/>
                </a:lnTo>
                <a:close/>
                <a:moveTo>
                  <a:pt x="3048000" y="952500"/>
                </a:moveTo>
                <a:lnTo>
                  <a:pt x="3067050" y="952500"/>
                </a:lnTo>
                <a:lnTo>
                  <a:pt x="3067050" y="962025"/>
                </a:lnTo>
                <a:lnTo>
                  <a:pt x="3076575" y="962025"/>
                </a:lnTo>
                <a:lnTo>
                  <a:pt x="3076575" y="971550"/>
                </a:lnTo>
                <a:lnTo>
                  <a:pt x="3048000" y="971550"/>
                </a:lnTo>
                <a:close/>
                <a:moveTo>
                  <a:pt x="3562350" y="952500"/>
                </a:moveTo>
                <a:lnTo>
                  <a:pt x="3571875" y="952500"/>
                </a:lnTo>
                <a:lnTo>
                  <a:pt x="3571875" y="962025"/>
                </a:lnTo>
                <a:lnTo>
                  <a:pt x="3562350" y="962025"/>
                </a:lnTo>
                <a:close/>
                <a:moveTo>
                  <a:pt x="2000250" y="962025"/>
                </a:moveTo>
                <a:lnTo>
                  <a:pt x="2009775" y="962025"/>
                </a:lnTo>
                <a:lnTo>
                  <a:pt x="2009775" y="971550"/>
                </a:lnTo>
                <a:lnTo>
                  <a:pt x="2000250" y="971550"/>
                </a:lnTo>
                <a:close/>
                <a:moveTo>
                  <a:pt x="2085975" y="962025"/>
                </a:moveTo>
                <a:lnTo>
                  <a:pt x="2143125" y="962025"/>
                </a:lnTo>
                <a:lnTo>
                  <a:pt x="2143125" y="971550"/>
                </a:lnTo>
                <a:lnTo>
                  <a:pt x="2171700" y="971550"/>
                </a:lnTo>
                <a:lnTo>
                  <a:pt x="2171700" y="962025"/>
                </a:lnTo>
                <a:lnTo>
                  <a:pt x="2190750" y="962025"/>
                </a:lnTo>
                <a:lnTo>
                  <a:pt x="2190750" y="981075"/>
                </a:lnTo>
                <a:lnTo>
                  <a:pt x="2181225" y="981075"/>
                </a:lnTo>
                <a:lnTo>
                  <a:pt x="2181225" y="1000125"/>
                </a:lnTo>
                <a:lnTo>
                  <a:pt x="2171700" y="1000125"/>
                </a:lnTo>
                <a:lnTo>
                  <a:pt x="2171700" y="990600"/>
                </a:lnTo>
                <a:lnTo>
                  <a:pt x="2133600" y="990600"/>
                </a:lnTo>
                <a:lnTo>
                  <a:pt x="2133600" y="1000125"/>
                </a:lnTo>
                <a:lnTo>
                  <a:pt x="2114550" y="1000125"/>
                </a:lnTo>
                <a:lnTo>
                  <a:pt x="2114550" y="990600"/>
                </a:lnTo>
                <a:lnTo>
                  <a:pt x="2105025" y="990600"/>
                </a:lnTo>
                <a:lnTo>
                  <a:pt x="2105025" y="971550"/>
                </a:lnTo>
                <a:lnTo>
                  <a:pt x="2095500" y="971550"/>
                </a:lnTo>
                <a:lnTo>
                  <a:pt x="2095500" y="981075"/>
                </a:lnTo>
                <a:lnTo>
                  <a:pt x="2085975" y="981075"/>
                </a:lnTo>
                <a:close/>
                <a:moveTo>
                  <a:pt x="2238375" y="962025"/>
                </a:moveTo>
                <a:lnTo>
                  <a:pt x="2247900" y="962025"/>
                </a:lnTo>
                <a:lnTo>
                  <a:pt x="2247900" y="971550"/>
                </a:lnTo>
                <a:lnTo>
                  <a:pt x="2238375" y="971550"/>
                </a:lnTo>
                <a:close/>
                <a:moveTo>
                  <a:pt x="3324225" y="962025"/>
                </a:moveTo>
                <a:lnTo>
                  <a:pt x="3352800" y="962025"/>
                </a:lnTo>
                <a:lnTo>
                  <a:pt x="3352800" y="981075"/>
                </a:lnTo>
                <a:lnTo>
                  <a:pt x="3324225" y="981075"/>
                </a:lnTo>
                <a:close/>
                <a:moveTo>
                  <a:pt x="2228850" y="971550"/>
                </a:moveTo>
                <a:lnTo>
                  <a:pt x="2238375" y="971550"/>
                </a:lnTo>
                <a:lnTo>
                  <a:pt x="2238375" y="990600"/>
                </a:lnTo>
                <a:lnTo>
                  <a:pt x="2209800" y="990600"/>
                </a:lnTo>
                <a:lnTo>
                  <a:pt x="2209800" y="1000125"/>
                </a:lnTo>
                <a:lnTo>
                  <a:pt x="2228850" y="1000125"/>
                </a:lnTo>
                <a:lnTo>
                  <a:pt x="2228850" y="1009650"/>
                </a:lnTo>
                <a:lnTo>
                  <a:pt x="2181225" y="1009650"/>
                </a:lnTo>
                <a:lnTo>
                  <a:pt x="2181225" y="1000125"/>
                </a:lnTo>
                <a:lnTo>
                  <a:pt x="2200275" y="1000125"/>
                </a:lnTo>
                <a:lnTo>
                  <a:pt x="2200275" y="990600"/>
                </a:lnTo>
                <a:lnTo>
                  <a:pt x="2190750" y="990600"/>
                </a:lnTo>
                <a:lnTo>
                  <a:pt x="2190750" y="981075"/>
                </a:lnTo>
                <a:lnTo>
                  <a:pt x="2228850" y="981075"/>
                </a:lnTo>
                <a:close/>
                <a:moveTo>
                  <a:pt x="2390775" y="971550"/>
                </a:moveTo>
                <a:lnTo>
                  <a:pt x="2409825" y="971550"/>
                </a:lnTo>
                <a:lnTo>
                  <a:pt x="2409825" y="981075"/>
                </a:lnTo>
                <a:lnTo>
                  <a:pt x="2400300" y="981075"/>
                </a:lnTo>
                <a:lnTo>
                  <a:pt x="2400300" y="990600"/>
                </a:lnTo>
                <a:lnTo>
                  <a:pt x="2438400" y="990600"/>
                </a:lnTo>
                <a:lnTo>
                  <a:pt x="2438400" y="981075"/>
                </a:lnTo>
                <a:lnTo>
                  <a:pt x="2486025" y="981075"/>
                </a:lnTo>
                <a:lnTo>
                  <a:pt x="2486025" y="1000125"/>
                </a:lnTo>
                <a:lnTo>
                  <a:pt x="2447925" y="1000125"/>
                </a:lnTo>
                <a:lnTo>
                  <a:pt x="2447925" y="1028700"/>
                </a:lnTo>
                <a:lnTo>
                  <a:pt x="2438400" y="1028700"/>
                </a:lnTo>
                <a:lnTo>
                  <a:pt x="2438400" y="1019175"/>
                </a:lnTo>
                <a:lnTo>
                  <a:pt x="2400300" y="1019175"/>
                </a:lnTo>
                <a:lnTo>
                  <a:pt x="2400300" y="1028700"/>
                </a:lnTo>
                <a:lnTo>
                  <a:pt x="2371725" y="1028700"/>
                </a:lnTo>
                <a:lnTo>
                  <a:pt x="2371725" y="990600"/>
                </a:lnTo>
                <a:lnTo>
                  <a:pt x="2381250" y="990600"/>
                </a:lnTo>
                <a:lnTo>
                  <a:pt x="2381250" y="981075"/>
                </a:lnTo>
                <a:lnTo>
                  <a:pt x="2390775" y="981075"/>
                </a:lnTo>
                <a:close/>
                <a:moveTo>
                  <a:pt x="2571750" y="971550"/>
                </a:moveTo>
                <a:lnTo>
                  <a:pt x="2590800" y="971550"/>
                </a:lnTo>
                <a:lnTo>
                  <a:pt x="2590800" y="981075"/>
                </a:lnTo>
                <a:lnTo>
                  <a:pt x="2581275" y="981075"/>
                </a:lnTo>
                <a:lnTo>
                  <a:pt x="2581275" y="990600"/>
                </a:lnTo>
                <a:lnTo>
                  <a:pt x="2571750" y="990600"/>
                </a:lnTo>
                <a:lnTo>
                  <a:pt x="2571750" y="1000125"/>
                </a:lnTo>
                <a:lnTo>
                  <a:pt x="2581275" y="1000125"/>
                </a:lnTo>
                <a:lnTo>
                  <a:pt x="2581275" y="1019175"/>
                </a:lnTo>
                <a:lnTo>
                  <a:pt x="2590800" y="1019175"/>
                </a:lnTo>
                <a:lnTo>
                  <a:pt x="2590800" y="1028700"/>
                </a:lnTo>
                <a:lnTo>
                  <a:pt x="2628900" y="1028700"/>
                </a:lnTo>
                <a:lnTo>
                  <a:pt x="2628900" y="1038225"/>
                </a:lnTo>
                <a:lnTo>
                  <a:pt x="2590800" y="1038225"/>
                </a:lnTo>
                <a:lnTo>
                  <a:pt x="2590800" y="1047750"/>
                </a:lnTo>
                <a:lnTo>
                  <a:pt x="2571750" y="1047750"/>
                </a:lnTo>
                <a:lnTo>
                  <a:pt x="2571750" y="1009650"/>
                </a:lnTo>
                <a:lnTo>
                  <a:pt x="2552700" y="1009650"/>
                </a:lnTo>
                <a:lnTo>
                  <a:pt x="2552700" y="990600"/>
                </a:lnTo>
                <a:lnTo>
                  <a:pt x="2524125" y="990600"/>
                </a:lnTo>
                <a:lnTo>
                  <a:pt x="2524125" y="981075"/>
                </a:lnTo>
                <a:lnTo>
                  <a:pt x="2571750" y="981075"/>
                </a:lnTo>
                <a:close/>
                <a:moveTo>
                  <a:pt x="3000375" y="971550"/>
                </a:moveTo>
                <a:lnTo>
                  <a:pt x="3009900" y="971550"/>
                </a:lnTo>
                <a:lnTo>
                  <a:pt x="3009900" y="981075"/>
                </a:lnTo>
                <a:lnTo>
                  <a:pt x="3000375" y="981075"/>
                </a:lnTo>
                <a:close/>
                <a:moveTo>
                  <a:pt x="3448050" y="971550"/>
                </a:moveTo>
                <a:lnTo>
                  <a:pt x="3457575" y="971550"/>
                </a:lnTo>
                <a:lnTo>
                  <a:pt x="3457575" y="990600"/>
                </a:lnTo>
                <a:lnTo>
                  <a:pt x="3438525" y="990600"/>
                </a:lnTo>
                <a:lnTo>
                  <a:pt x="3438525" y="981075"/>
                </a:lnTo>
                <a:lnTo>
                  <a:pt x="3448050" y="981075"/>
                </a:lnTo>
                <a:close/>
                <a:moveTo>
                  <a:pt x="3562350" y="971550"/>
                </a:moveTo>
                <a:lnTo>
                  <a:pt x="3571875" y="971550"/>
                </a:lnTo>
                <a:lnTo>
                  <a:pt x="3571875" y="981075"/>
                </a:lnTo>
                <a:lnTo>
                  <a:pt x="3562350" y="981075"/>
                </a:lnTo>
                <a:close/>
                <a:moveTo>
                  <a:pt x="3143250" y="981075"/>
                </a:moveTo>
                <a:lnTo>
                  <a:pt x="3152775" y="981075"/>
                </a:lnTo>
                <a:lnTo>
                  <a:pt x="3152775" y="990600"/>
                </a:lnTo>
                <a:lnTo>
                  <a:pt x="3143250" y="990600"/>
                </a:lnTo>
                <a:close/>
                <a:moveTo>
                  <a:pt x="3476625" y="981075"/>
                </a:moveTo>
                <a:lnTo>
                  <a:pt x="3495675" y="981075"/>
                </a:lnTo>
                <a:lnTo>
                  <a:pt x="3495675" y="990600"/>
                </a:lnTo>
                <a:lnTo>
                  <a:pt x="3476625" y="990600"/>
                </a:lnTo>
                <a:close/>
                <a:moveTo>
                  <a:pt x="3124200" y="990600"/>
                </a:moveTo>
                <a:lnTo>
                  <a:pt x="3133725" y="990600"/>
                </a:lnTo>
                <a:lnTo>
                  <a:pt x="3133725" y="1000125"/>
                </a:lnTo>
                <a:lnTo>
                  <a:pt x="3152775" y="1000125"/>
                </a:lnTo>
                <a:lnTo>
                  <a:pt x="3152775" y="1009650"/>
                </a:lnTo>
                <a:lnTo>
                  <a:pt x="3171825" y="1009650"/>
                </a:lnTo>
                <a:lnTo>
                  <a:pt x="3171825" y="1028700"/>
                </a:lnTo>
                <a:lnTo>
                  <a:pt x="3143250" y="1028700"/>
                </a:lnTo>
                <a:lnTo>
                  <a:pt x="3143250" y="1019175"/>
                </a:lnTo>
                <a:lnTo>
                  <a:pt x="3133725" y="1019175"/>
                </a:lnTo>
                <a:lnTo>
                  <a:pt x="3133725" y="1009650"/>
                </a:lnTo>
                <a:lnTo>
                  <a:pt x="3124200" y="1009650"/>
                </a:lnTo>
                <a:close/>
                <a:moveTo>
                  <a:pt x="3552825" y="990600"/>
                </a:moveTo>
                <a:lnTo>
                  <a:pt x="3562350" y="990600"/>
                </a:lnTo>
                <a:lnTo>
                  <a:pt x="3562350" y="1019175"/>
                </a:lnTo>
                <a:lnTo>
                  <a:pt x="3552825" y="1019175"/>
                </a:lnTo>
                <a:lnTo>
                  <a:pt x="3552825" y="1047750"/>
                </a:lnTo>
                <a:lnTo>
                  <a:pt x="3533775" y="1047750"/>
                </a:lnTo>
                <a:lnTo>
                  <a:pt x="3533775" y="1009650"/>
                </a:lnTo>
                <a:lnTo>
                  <a:pt x="3543300" y="1009650"/>
                </a:lnTo>
                <a:lnTo>
                  <a:pt x="3543300" y="1000125"/>
                </a:lnTo>
                <a:lnTo>
                  <a:pt x="3552825" y="1000125"/>
                </a:lnTo>
                <a:close/>
                <a:moveTo>
                  <a:pt x="2105025" y="1000125"/>
                </a:moveTo>
                <a:lnTo>
                  <a:pt x="2114550" y="1000125"/>
                </a:lnTo>
                <a:lnTo>
                  <a:pt x="2114550" y="1009650"/>
                </a:lnTo>
                <a:lnTo>
                  <a:pt x="2105025" y="1009650"/>
                </a:lnTo>
                <a:close/>
                <a:moveTo>
                  <a:pt x="2524125" y="1000125"/>
                </a:moveTo>
                <a:lnTo>
                  <a:pt x="2533650" y="1000125"/>
                </a:lnTo>
                <a:lnTo>
                  <a:pt x="2533650" y="1009650"/>
                </a:lnTo>
                <a:lnTo>
                  <a:pt x="2543175" y="1009650"/>
                </a:lnTo>
                <a:lnTo>
                  <a:pt x="2543175" y="1028700"/>
                </a:lnTo>
                <a:lnTo>
                  <a:pt x="2524125" y="1028700"/>
                </a:lnTo>
                <a:close/>
                <a:moveTo>
                  <a:pt x="3257550" y="1000125"/>
                </a:moveTo>
                <a:lnTo>
                  <a:pt x="3276600" y="1000125"/>
                </a:lnTo>
                <a:lnTo>
                  <a:pt x="3276600" y="1009650"/>
                </a:lnTo>
                <a:lnTo>
                  <a:pt x="3286125" y="1009650"/>
                </a:lnTo>
                <a:lnTo>
                  <a:pt x="3286125" y="1019175"/>
                </a:lnTo>
                <a:lnTo>
                  <a:pt x="3305175" y="1019175"/>
                </a:lnTo>
                <a:lnTo>
                  <a:pt x="3305175" y="1009650"/>
                </a:lnTo>
                <a:lnTo>
                  <a:pt x="3390900" y="1009650"/>
                </a:lnTo>
                <a:lnTo>
                  <a:pt x="3390900" y="1019175"/>
                </a:lnTo>
                <a:lnTo>
                  <a:pt x="3371850" y="1019175"/>
                </a:lnTo>
                <a:lnTo>
                  <a:pt x="3371850" y="1038225"/>
                </a:lnTo>
                <a:lnTo>
                  <a:pt x="3381375" y="1038225"/>
                </a:lnTo>
                <a:lnTo>
                  <a:pt x="3381375" y="1047750"/>
                </a:lnTo>
                <a:lnTo>
                  <a:pt x="3390900" y="1047750"/>
                </a:lnTo>
                <a:lnTo>
                  <a:pt x="3390900" y="1066800"/>
                </a:lnTo>
                <a:lnTo>
                  <a:pt x="3381375" y="1066800"/>
                </a:lnTo>
                <a:lnTo>
                  <a:pt x="3381375" y="1076325"/>
                </a:lnTo>
                <a:lnTo>
                  <a:pt x="3371850" y="1076325"/>
                </a:lnTo>
                <a:lnTo>
                  <a:pt x="3371850" y="1114425"/>
                </a:lnTo>
                <a:lnTo>
                  <a:pt x="3352800" y="1114425"/>
                </a:lnTo>
                <a:lnTo>
                  <a:pt x="3352800" y="1104900"/>
                </a:lnTo>
                <a:lnTo>
                  <a:pt x="3324225" y="1104900"/>
                </a:lnTo>
                <a:lnTo>
                  <a:pt x="3324225" y="1085850"/>
                </a:lnTo>
                <a:lnTo>
                  <a:pt x="3333750" y="1085850"/>
                </a:lnTo>
                <a:lnTo>
                  <a:pt x="3333750" y="1076325"/>
                </a:lnTo>
                <a:lnTo>
                  <a:pt x="3343275" y="1076325"/>
                </a:lnTo>
                <a:lnTo>
                  <a:pt x="3343275" y="1057275"/>
                </a:lnTo>
                <a:lnTo>
                  <a:pt x="3314700" y="1057275"/>
                </a:lnTo>
                <a:lnTo>
                  <a:pt x="3314700" y="1038225"/>
                </a:lnTo>
                <a:lnTo>
                  <a:pt x="3305175" y="1038225"/>
                </a:lnTo>
                <a:lnTo>
                  <a:pt x="3305175" y="1028700"/>
                </a:lnTo>
                <a:lnTo>
                  <a:pt x="3267075" y="1028700"/>
                </a:lnTo>
                <a:lnTo>
                  <a:pt x="3267075" y="1009650"/>
                </a:lnTo>
                <a:lnTo>
                  <a:pt x="3257550" y="1009650"/>
                </a:lnTo>
                <a:close/>
                <a:moveTo>
                  <a:pt x="2066925" y="1019175"/>
                </a:moveTo>
                <a:lnTo>
                  <a:pt x="2076450" y="1019175"/>
                </a:lnTo>
                <a:lnTo>
                  <a:pt x="2076450" y="1028700"/>
                </a:lnTo>
                <a:lnTo>
                  <a:pt x="2066925" y="1028700"/>
                </a:lnTo>
                <a:close/>
                <a:moveTo>
                  <a:pt x="2838450" y="1019175"/>
                </a:moveTo>
                <a:lnTo>
                  <a:pt x="2857500" y="1019175"/>
                </a:lnTo>
                <a:lnTo>
                  <a:pt x="2857500" y="1009650"/>
                </a:lnTo>
                <a:lnTo>
                  <a:pt x="2838450" y="1009650"/>
                </a:lnTo>
                <a:close/>
                <a:moveTo>
                  <a:pt x="2057400" y="1028700"/>
                </a:moveTo>
                <a:lnTo>
                  <a:pt x="2066925" y="1028700"/>
                </a:lnTo>
                <a:lnTo>
                  <a:pt x="2066925" y="1038225"/>
                </a:lnTo>
                <a:lnTo>
                  <a:pt x="2057400" y="1038225"/>
                </a:lnTo>
                <a:close/>
                <a:moveTo>
                  <a:pt x="3409950" y="1028700"/>
                </a:moveTo>
                <a:lnTo>
                  <a:pt x="3419475" y="1028700"/>
                </a:lnTo>
                <a:lnTo>
                  <a:pt x="3419475" y="1038225"/>
                </a:lnTo>
                <a:lnTo>
                  <a:pt x="3409950" y="1038225"/>
                </a:lnTo>
                <a:close/>
                <a:moveTo>
                  <a:pt x="2686050" y="1038225"/>
                </a:moveTo>
                <a:lnTo>
                  <a:pt x="2705100" y="1038225"/>
                </a:lnTo>
                <a:lnTo>
                  <a:pt x="2705100" y="1019175"/>
                </a:lnTo>
                <a:lnTo>
                  <a:pt x="2695575" y="1019175"/>
                </a:lnTo>
                <a:lnTo>
                  <a:pt x="2695575" y="1028700"/>
                </a:lnTo>
                <a:lnTo>
                  <a:pt x="2686050" y="1028700"/>
                </a:lnTo>
                <a:close/>
                <a:moveTo>
                  <a:pt x="2724150" y="1038225"/>
                </a:moveTo>
                <a:lnTo>
                  <a:pt x="2743200" y="1038225"/>
                </a:lnTo>
                <a:lnTo>
                  <a:pt x="2743200" y="1019175"/>
                </a:lnTo>
                <a:lnTo>
                  <a:pt x="2724150" y="1019175"/>
                </a:lnTo>
                <a:close/>
                <a:moveTo>
                  <a:pt x="3514725" y="1038225"/>
                </a:moveTo>
                <a:lnTo>
                  <a:pt x="3524250" y="1038225"/>
                </a:lnTo>
                <a:lnTo>
                  <a:pt x="3524250" y="1047750"/>
                </a:lnTo>
                <a:lnTo>
                  <a:pt x="3533775" y="1047750"/>
                </a:lnTo>
                <a:lnTo>
                  <a:pt x="3533775" y="1057275"/>
                </a:lnTo>
                <a:lnTo>
                  <a:pt x="3562350" y="1057275"/>
                </a:lnTo>
                <a:lnTo>
                  <a:pt x="3562350" y="1066800"/>
                </a:lnTo>
                <a:lnTo>
                  <a:pt x="3552825" y="1066800"/>
                </a:lnTo>
                <a:lnTo>
                  <a:pt x="3552825" y="1076325"/>
                </a:lnTo>
                <a:lnTo>
                  <a:pt x="3543300" y="1076325"/>
                </a:lnTo>
                <a:lnTo>
                  <a:pt x="3543300" y="1085850"/>
                </a:lnTo>
                <a:lnTo>
                  <a:pt x="3533775" y="1085850"/>
                </a:lnTo>
                <a:lnTo>
                  <a:pt x="3533775" y="1095375"/>
                </a:lnTo>
                <a:lnTo>
                  <a:pt x="3543300" y="1095375"/>
                </a:lnTo>
                <a:lnTo>
                  <a:pt x="3543300" y="1152525"/>
                </a:lnTo>
                <a:lnTo>
                  <a:pt x="3514725" y="1152525"/>
                </a:lnTo>
                <a:lnTo>
                  <a:pt x="3514725" y="1143000"/>
                </a:lnTo>
                <a:lnTo>
                  <a:pt x="3505200" y="1143000"/>
                </a:lnTo>
                <a:lnTo>
                  <a:pt x="3505200" y="1114425"/>
                </a:lnTo>
                <a:lnTo>
                  <a:pt x="3514725" y="1114425"/>
                </a:lnTo>
                <a:lnTo>
                  <a:pt x="3514725" y="1104900"/>
                </a:lnTo>
                <a:lnTo>
                  <a:pt x="3495675" y="1104900"/>
                </a:lnTo>
                <a:lnTo>
                  <a:pt x="3495675" y="1114425"/>
                </a:lnTo>
                <a:lnTo>
                  <a:pt x="3457575" y="1114425"/>
                </a:lnTo>
                <a:lnTo>
                  <a:pt x="3457575" y="1143000"/>
                </a:lnTo>
                <a:lnTo>
                  <a:pt x="3429000" y="1143000"/>
                </a:lnTo>
                <a:lnTo>
                  <a:pt x="3429000" y="1114425"/>
                </a:lnTo>
                <a:lnTo>
                  <a:pt x="3438525" y="1114425"/>
                </a:lnTo>
                <a:lnTo>
                  <a:pt x="3438525" y="1076325"/>
                </a:lnTo>
                <a:lnTo>
                  <a:pt x="3457575" y="1076325"/>
                </a:lnTo>
                <a:lnTo>
                  <a:pt x="3457575" y="1085850"/>
                </a:lnTo>
                <a:lnTo>
                  <a:pt x="3476625" y="1085850"/>
                </a:lnTo>
                <a:lnTo>
                  <a:pt x="3476625" y="1095375"/>
                </a:lnTo>
                <a:lnTo>
                  <a:pt x="3486150" y="1095375"/>
                </a:lnTo>
                <a:lnTo>
                  <a:pt x="3486150" y="1085850"/>
                </a:lnTo>
                <a:lnTo>
                  <a:pt x="3495675" y="1085850"/>
                </a:lnTo>
                <a:lnTo>
                  <a:pt x="3495675" y="1076325"/>
                </a:lnTo>
                <a:lnTo>
                  <a:pt x="3524250" y="1076325"/>
                </a:lnTo>
                <a:lnTo>
                  <a:pt x="3524250" y="1057275"/>
                </a:lnTo>
                <a:lnTo>
                  <a:pt x="3514725" y="1057275"/>
                </a:lnTo>
                <a:close/>
                <a:moveTo>
                  <a:pt x="2971800" y="1047750"/>
                </a:moveTo>
                <a:lnTo>
                  <a:pt x="2990850" y="1047750"/>
                </a:lnTo>
                <a:lnTo>
                  <a:pt x="2990850" y="1028700"/>
                </a:lnTo>
                <a:lnTo>
                  <a:pt x="2971800" y="1028700"/>
                </a:lnTo>
                <a:close/>
                <a:moveTo>
                  <a:pt x="3143250" y="1047750"/>
                </a:moveTo>
                <a:lnTo>
                  <a:pt x="3162300" y="1047750"/>
                </a:lnTo>
                <a:lnTo>
                  <a:pt x="3162300" y="1057275"/>
                </a:lnTo>
                <a:lnTo>
                  <a:pt x="3171825" y="1057275"/>
                </a:lnTo>
                <a:lnTo>
                  <a:pt x="3171825" y="1076325"/>
                </a:lnTo>
                <a:lnTo>
                  <a:pt x="3162300" y="1076325"/>
                </a:lnTo>
                <a:lnTo>
                  <a:pt x="3162300" y="1066800"/>
                </a:lnTo>
                <a:lnTo>
                  <a:pt x="3143250" y="1066800"/>
                </a:lnTo>
                <a:close/>
                <a:moveTo>
                  <a:pt x="3209925" y="1047750"/>
                </a:moveTo>
                <a:lnTo>
                  <a:pt x="3219450" y="1047750"/>
                </a:lnTo>
                <a:lnTo>
                  <a:pt x="3219450" y="1066800"/>
                </a:lnTo>
                <a:lnTo>
                  <a:pt x="3209925" y="1066800"/>
                </a:lnTo>
                <a:close/>
                <a:moveTo>
                  <a:pt x="3248025" y="1047750"/>
                </a:moveTo>
                <a:lnTo>
                  <a:pt x="3267075" y="1047750"/>
                </a:lnTo>
                <a:lnTo>
                  <a:pt x="3267075" y="1057275"/>
                </a:lnTo>
                <a:lnTo>
                  <a:pt x="3248025" y="1057275"/>
                </a:lnTo>
                <a:close/>
                <a:moveTo>
                  <a:pt x="3076575" y="1057275"/>
                </a:moveTo>
                <a:lnTo>
                  <a:pt x="3086100" y="1057275"/>
                </a:lnTo>
                <a:lnTo>
                  <a:pt x="3086100" y="1066800"/>
                </a:lnTo>
                <a:lnTo>
                  <a:pt x="3095625" y="1066800"/>
                </a:lnTo>
                <a:lnTo>
                  <a:pt x="3095625" y="1085850"/>
                </a:lnTo>
                <a:lnTo>
                  <a:pt x="3086100" y="1085850"/>
                </a:lnTo>
                <a:lnTo>
                  <a:pt x="3086100" y="1095375"/>
                </a:lnTo>
                <a:lnTo>
                  <a:pt x="3076575" y="1095375"/>
                </a:lnTo>
                <a:lnTo>
                  <a:pt x="3076575" y="1085850"/>
                </a:lnTo>
                <a:lnTo>
                  <a:pt x="3067050" y="1085850"/>
                </a:lnTo>
                <a:lnTo>
                  <a:pt x="3067050" y="1066800"/>
                </a:lnTo>
                <a:lnTo>
                  <a:pt x="3076575" y="1066800"/>
                </a:lnTo>
                <a:close/>
                <a:moveTo>
                  <a:pt x="3228975" y="1085850"/>
                </a:moveTo>
                <a:lnTo>
                  <a:pt x="3257550" y="1085850"/>
                </a:lnTo>
                <a:lnTo>
                  <a:pt x="3257550" y="1095375"/>
                </a:lnTo>
                <a:lnTo>
                  <a:pt x="3286125" y="1095375"/>
                </a:lnTo>
                <a:lnTo>
                  <a:pt x="3286125" y="1104900"/>
                </a:lnTo>
                <a:lnTo>
                  <a:pt x="3295650" y="1104900"/>
                </a:lnTo>
                <a:lnTo>
                  <a:pt x="3295650" y="1133475"/>
                </a:lnTo>
                <a:lnTo>
                  <a:pt x="3286125" y="1133475"/>
                </a:lnTo>
                <a:lnTo>
                  <a:pt x="3286125" y="1143000"/>
                </a:lnTo>
                <a:lnTo>
                  <a:pt x="3267075" y="1143000"/>
                </a:lnTo>
                <a:lnTo>
                  <a:pt x="3267075" y="1152525"/>
                </a:lnTo>
                <a:lnTo>
                  <a:pt x="3257550" y="1152525"/>
                </a:lnTo>
                <a:lnTo>
                  <a:pt x="3257550" y="1162050"/>
                </a:lnTo>
                <a:lnTo>
                  <a:pt x="3248025" y="1162050"/>
                </a:lnTo>
                <a:lnTo>
                  <a:pt x="3248025" y="1181100"/>
                </a:lnTo>
                <a:lnTo>
                  <a:pt x="3228975" y="1181100"/>
                </a:lnTo>
                <a:lnTo>
                  <a:pt x="3228975" y="1162050"/>
                </a:lnTo>
                <a:lnTo>
                  <a:pt x="3219450" y="1162050"/>
                </a:lnTo>
                <a:lnTo>
                  <a:pt x="3219450" y="1133475"/>
                </a:lnTo>
                <a:lnTo>
                  <a:pt x="3200400" y="1133475"/>
                </a:lnTo>
                <a:lnTo>
                  <a:pt x="3200400" y="1114425"/>
                </a:lnTo>
                <a:lnTo>
                  <a:pt x="3209925" y="1114425"/>
                </a:lnTo>
                <a:lnTo>
                  <a:pt x="3209925" y="1104900"/>
                </a:lnTo>
                <a:lnTo>
                  <a:pt x="3219450" y="1104900"/>
                </a:lnTo>
                <a:lnTo>
                  <a:pt x="3219450" y="1095375"/>
                </a:lnTo>
                <a:lnTo>
                  <a:pt x="3228975" y="1095375"/>
                </a:lnTo>
                <a:close/>
                <a:moveTo>
                  <a:pt x="3400425" y="1085850"/>
                </a:moveTo>
                <a:lnTo>
                  <a:pt x="3419475" y="1085850"/>
                </a:lnTo>
                <a:lnTo>
                  <a:pt x="3419475" y="1095375"/>
                </a:lnTo>
                <a:lnTo>
                  <a:pt x="3429000" y="1095375"/>
                </a:lnTo>
                <a:lnTo>
                  <a:pt x="3429000" y="1104900"/>
                </a:lnTo>
                <a:lnTo>
                  <a:pt x="3400425" y="1104900"/>
                </a:lnTo>
                <a:close/>
                <a:moveTo>
                  <a:pt x="1990725" y="1114425"/>
                </a:moveTo>
                <a:lnTo>
                  <a:pt x="2000250" y="1114425"/>
                </a:lnTo>
                <a:lnTo>
                  <a:pt x="2000250" y="1123950"/>
                </a:lnTo>
                <a:lnTo>
                  <a:pt x="2009775" y="1123950"/>
                </a:lnTo>
                <a:lnTo>
                  <a:pt x="2009775" y="1133475"/>
                </a:lnTo>
                <a:lnTo>
                  <a:pt x="1990725" y="1133475"/>
                </a:lnTo>
                <a:close/>
                <a:moveTo>
                  <a:pt x="3238500" y="1123950"/>
                </a:moveTo>
                <a:lnTo>
                  <a:pt x="3248025" y="1123950"/>
                </a:lnTo>
                <a:lnTo>
                  <a:pt x="3248025" y="1133475"/>
                </a:lnTo>
                <a:lnTo>
                  <a:pt x="3276600" y="1133475"/>
                </a:lnTo>
                <a:lnTo>
                  <a:pt x="3276600" y="1104900"/>
                </a:lnTo>
                <a:lnTo>
                  <a:pt x="3238500" y="1104900"/>
                </a:lnTo>
                <a:close/>
                <a:moveTo>
                  <a:pt x="3457575" y="1143000"/>
                </a:moveTo>
                <a:lnTo>
                  <a:pt x="3467100" y="1143000"/>
                </a:lnTo>
                <a:lnTo>
                  <a:pt x="3467100" y="1152525"/>
                </a:lnTo>
                <a:lnTo>
                  <a:pt x="3476625" y="1152525"/>
                </a:lnTo>
                <a:lnTo>
                  <a:pt x="3476625" y="1162050"/>
                </a:lnTo>
                <a:lnTo>
                  <a:pt x="3467100" y="1162050"/>
                </a:lnTo>
                <a:lnTo>
                  <a:pt x="3467100" y="1181100"/>
                </a:lnTo>
                <a:lnTo>
                  <a:pt x="3457575" y="1181100"/>
                </a:lnTo>
                <a:lnTo>
                  <a:pt x="3457575" y="1171575"/>
                </a:lnTo>
                <a:lnTo>
                  <a:pt x="3448050" y="1171575"/>
                </a:lnTo>
                <a:lnTo>
                  <a:pt x="3448050" y="1162050"/>
                </a:lnTo>
                <a:lnTo>
                  <a:pt x="3457575" y="1162050"/>
                </a:lnTo>
                <a:close/>
                <a:moveTo>
                  <a:pt x="2038350" y="1162050"/>
                </a:moveTo>
                <a:lnTo>
                  <a:pt x="2047875" y="1162050"/>
                </a:lnTo>
                <a:lnTo>
                  <a:pt x="2047875" y="1171575"/>
                </a:lnTo>
                <a:lnTo>
                  <a:pt x="2038350" y="1171575"/>
                </a:lnTo>
                <a:close/>
                <a:moveTo>
                  <a:pt x="3533775" y="1162050"/>
                </a:moveTo>
                <a:lnTo>
                  <a:pt x="3543300" y="1162050"/>
                </a:lnTo>
                <a:lnTo>
                  <a:pt x="3543300" y="1181100"/>
                </a:lnTo>
                <a:lnTo>
                  <a:pt x="3533775" y="1181100"/>
                </a:lnTo>
                <a:lnTo>
                  <a:pt x="3533775" y="1200150"/>
                </a:lnTo>
                <a:lnTo>
                  <a:pt x="3524250" y="1200150"/>
                </a:lnTo>
                <a:lnTo>
                  <a:pt x="3524250" y="1171575"/>
                </a:lnTo>
                <a:lnTo>
                  <a:pt x="3533775" y="1171575"/>
                </a:lnTo>
                <a:close/>
                <a:moveTo>
                  <a:pt x="2047875" y="1181100"/>
                </a:moveTo>
                <a:lnTo>
                  <a:pt x="2057400" y="1181100"/>
                </a:lnTo>
                <a:lnTo>
                  <a:pt x="2057400" y="1190625"/>
                </a:lnTo>
                <a:lnTo>
                  <a:pt x="2047875" y="1190625"/>
                </a:lnTo>
                <a:close/>
                <a:moveTo>
                  <a:pt x="1971675" y="1190625"/>
                </a:moveTo>
                <a:lnTo>
                  <a:pt x="1981200" y="1190625"/>
                </a:lnTo>
                <a:lnTo>
                  <a:pt x="1981200" y="1200150"/>
                </a:lnTo>
                <a:lnTo>
                  <a:pt x="1971675" y="1200150"/>
                </a:lnTo>
                <a:close/>
                <a:moveTo>
                  <a:pt x="3514725" y="1209675"/>
                </a:moveTo>
                <a:lnTo>
                  <a:pt x="3524250" y="1209675"/>
                </a:lnTo>
                <a:lnTo>
                  <a:pt x="3524250" y="1219200"/>
                </a:lnTo>
                <a:lnTo>
                  <a:pt x="3533775" y="1219200"/>
                </a:lnTo>
                <a:lnTo>
                  <a:pt x="3533775" y="1257300"/>
                </a:lnTo>
                <a:lnTo>
                  <a:pt x="3524250" y="1257300"/>
                </a:lnTo>
                <a:lnTo>
                  <a:pt x="3524250" y="1266825"/>
                </a:lnTo>
                <a:lnTo>
                  <a:pt x="3505200" y="1266825"/>
                </a:lnTo>
                <a:lnTo>
                  <a:pt x="3505200" y="1295400"/>
                </a:lnTo>
                <a:lnTo>
                  <a:pt x="3514725" y="1295400"/>
                </a:lnTo>
                <a:lnTo>
                  <a:pt x="3514725" y="1304925"/>
                </a:lnTo>
                <a:lnTo>
                  <a:pt x="3495675" y="1304925"/>
                </a:lnTo>
                <a:lnTo>
                  <a:pt x="3495675" y="1285875"/>
                </a:lnTo>
                <a:lnTo>
                  <a:pt x="3476625" y="1285875"/>
                </a:lnTo>
                <a:lnTo>
                  <a:pt x="3476625" y="1276350"/>
                </a:lnTo>
                <a:lnTo>
                  <a:pt x="3467100" y="1276350"/>
                </a:lnTo>
                <a:lnTo>
                  <a:pt x="3467100" y="1266825"/>
                </a:lnTo>
                <a:lnTo>
                  <a:pt x="3476625" y="1266825"/>
                </a:lnTo>
                <a:lnTo>
                  <a:pt x="3476625" y="1257300"/>
                </a:lnTo>
                <a:lnTo>
                  <a:pt x="3495675" y="1257300"/>
                </a:lnTo>
                <a:lnTo>
                  <a:pt x="3495675" y="1238250"/>
                </a:lnTo>
                <a:lnTo>
                  <a:pt x="3486150" y="1238250"/>
                </a:lnTo>
                <a:lnTo>
                  <a:pt x="3486150" y="1228725"/>
                </a:lnTo>
                <a:lnTo>
                  <a:pt x="3495675" y="1228725"/>
                </a:lnTo>
                <a:lnTo>
                  <a:pt x="3495675" y="1219200"/>
                </a:lnTo>
                <a:lnTo>
                  <a:pt x="3514725" y="1219200"/>
                </a:lnTo>
                <a:close/>
                <a:moveTo>
                  <a:pt x="2000250" y="1219200"/>
                </a:moveTo>
                <a:lnTo>
                  <a:pt x="2009775" y="1219200"/>
                </a:lnTo>
                <a:lnTo>
                  <a:pt x="2009775" y="1228725"/>
                </a:lnTo>
                <a:lnTo>
                  <a:pt x="2000250" y="1228725"/>
                </a:lnTo>
                <a:close/>
                <a:moveTo>
                  <a:pt x="2047875" y="1219200"/>
                </a:moveTo>
                <a:lnTo>
                  <a:pt x="2066925" y="1219200"/>
                </a:lnTo>
                <a:lnTo>
                  <a:pt x="2066925" y="1228725"/>
                </a:lnTo>
                <a:lnTo>
                  <a:pt x="2057400" y="1228725"/>
                </a:lnTo>
                <a:lnTo>
                  <a:pt x="2057400" y="1238250"/>
                </a:lnTo>
                <a:lnTo>
                  <a:pt x="2047875" y="1238250"/>
                </a:lnTo>
                <a:close/>
                <a:moveTo>
                  <a:pt x="2181225" y="1228725"/>
                </a:moveTo>
                <a:lnTo>
                  <a:pt x="2190750" y="1228725"/>
                </a:lnTo>
                <a:lnTo>
                  <a:pt x="2190750" y="1238250"/>
                </a:lnTo>
                <a:lnTo>
                  <a:pt x="2209800" y="1238250"/>
                </a:lnTo>
                <a:lnTo>
                  <a:pt x="2209800" y="1247775"/>
                </a:lnTo>
                <a:lnTo>
                  <a:pt x="2152650" y="1247775"/>
                </a:lnTo>
                <a:lnTo>
                  <a:pt x="2152650" y="1238250"/>
                </a:lnTo>
                <a:lnTo>
                  <a:pt x="2181225" y="1238250"/>
                </a:lnTo>
                <a:close/>
                <a:moveTo>
                  <a:pt x="3238500" y="1228725"/>
                </a:moveTo>
                <a:lnTo>
                  <a:pt x="3257550" y="1228725"/>
                </a:lnTo>
                <a:lnTo>
                  <a:pt x="3257550" y="1247775"/>
                </a:lnTo>
                <a:lnTo>
                  <a:pt x="3248025" y="1247775"/>
                </a:lnTo>
                <a:lnTo>
                  <a:pt x="3248025" y="1257300"/>
                </a:lnTo>
                <a:lnTo>
                  <a:pt x="3257550" y="1257300"/>
                </a:lnTo>
                <a:lnTo>
                  <a:pt x="3257550" y="1276350"/>
                </a:lnTo>
                <a:lnTo>
                  <a:pt x="3267075" y="1276350"/>
                </a:lnTo>
                <a:lnTo>
                  <a:pt x="3267075" y="1295400"/>
                </a:lnTo>
                <a:lnTo>
                  <a:pt x="3276600" y="1295400"/>
                </a:lnTo>
                <a:lnTo>
                  <a:pt x="3276600" y="1314450"/>
                </a:lnTo>
                <a:lnTo>
                  <a:pt x="3267075" y="1314450"/>
                </a:lnTo>
                <a:lnTo>
                  <a:pt x="3267075" y="1304925"/>
                </a:lnTo>
                <a:lnTo>
                  <a:pt x="3248025" y="1304925"/>
                </a:lnTo>
                <a:lnTo>
                  <a:pt x="3248025" y="1285875"/>
                </a:lnTo>
                <a:lnTo>
                  <a:pt x="3238500" y="1285875"/>
                </a:lnTo>
                <a:lnTo>
                  <a:pt x="3238500" y="1266825"/>
                </a:lnTo>
                <a:lnTo>
                  <a:pt x="3228975" y="1266825"/>
                </a:lnTo>
                <a:lnTo>
                  <a:pt x="3228975" y="1257300"/>
                </a:lnTo>
                <a:lnTo>
                  <a:pt x="3238500" y="1257300"/>
                </a:lnTo>
                <a:close/>
                <a:moveTo>
                  <a:pt x="2019300" y="1238250"/>
                </a:moveTo>
                <a:lnTo>
                  <a:pt x="2028825" y="1238250"/>
                </a:lnTo>
                <a:lnTo>
                  <a:pt x="2028825" y="1247775"/>
                </a:lnTo>
                <a:lnTo>
                  <a:pt x="2038350" y="1247775"/>
                </a:lnTo>
                <a:lnTo>
                  <a:pt x="2038350" y="1238250"/>
                </a:lnTo>
                <a:lnTo>
                  <a:pt x="2047875" y="1238250"/>
                </a:lnTo>
                <a:lnTo>
                  <a:pt x="2047875" y="1266825"/>
                </a:lnTo>
                <a:lnTo>
                  <a:pt x="2038350" y="1266825"/>
                </a:lnTo>
                <a:lnTo>
                  <a:pt x="2038350" y="1257300"/>
                </a:lnTo>
                <a:lnTo>
                  <a:pt x="2019300" y="1257300"/>
                </a:lnTo>
                <a:close/>
                <a:moveTo>
                  <a:pt x="2114550" y="1247775"/>
                </a:moveTo>
                <a:lnTo>
                  <a:pt x="2124075" y="1247775"/>
                </a:lnTo>
                <a:lnTo>
                  <a:pt x="2124075" y="1257300"/>
                </a:lnTo>
                <a:lnTo>
                  <a:pt x="2133600" y="1257300"/>
                </a:lnTo>
                <a:lnTo>
                  <a:pt x="2133600" y="1266825"/>
                </a:lnTo>
                <a:lnTo>
                  <a:pt x="2105025" y="1266825"/>
                </a:lnTo>
                <a:lnTo>
                  <a:pt x="2105025" y="1257300"/>
                </a:lnTo>
                <a:lnTo>
                  <a:pt x="2114550" y="1257300"/>
                </a:lnTo>
                <a:close/>
                <a:moveTo>
                  <a:pt x="2209800" y="1247775"/>
                </a:moveTo>
                <a:lnTo>
                  <a:pt x="2247900" y="1247775"/>
                </a:lnTo>
                <a:lnTo>
                  <a:pt x="2247900" y="1257300"/>
                </a:lnTo>
                <a:lnTo>
                  <a:pt x="2209800" y="1257300"/>
                </a:lnTo>
                <a:close/>
                <a:moveTo>
                  <a:pt x="2371725" y="1247775"/>
                </a:moveTo>
                <a:lnTo>
                  <a:pt x="2390775" y="1247775"/>
                </a:lnTo>
                <a:lnTo>
                  <a:pt x="2390775" y="1257300"/>
                </a:lnTo>
                <a:lnTo>
                  <a:pt x="2381250" y="1257300"/>
                </a:lnTo>
                <a:lnTo>
                  <a:pt x="2381250" y="1276350"/>
                </a:lnTo>
                <a:lnTo>
                  <a:pt x="2352675" y="1276350"/>
                </a:lnTo>
                <a:lnTo>
                  <a:pt x="2352675" y="1285875"/>
                </a:lnTo>
                <a:lnTo>
                  <a:pt x="2343150" y="1285875"/>
                </a:lnTo>
                <a:lnTo>
                  <a:pt x="2343150" y="1295400"/>
                </a:lnTo>
                <a:lnTo>
                  <a:pt x="2333625" y="1295400"/>
                </a:lnTo>
                <a:lnTo>
                  <a:pt x="2333625" y="1257300"/>
                </a:lnTo>
                <a:lnTo>
                  <a:pt x="2371725" y="1257300"/>
                </a:lnTo>
                <a:close/>
                <a:moveTo>
                  <a:pt x="2409825" y="1247775"/>
                </a:moveTo>
                <a:lnTo>
                  <a:pt x="2419350" y="1247775"/>
                </a:lnTo>
                <a:lnTo>
                  <a:pt x="2419350" y="1257300"/>
                </a:lnTo>
                <a:lnTo>
                  <a:pt x="2409825" y="1257300"/>
                </a:lnTo>
                <a:close/>
                <a:moveTo>
                  <a:pt x="2200275" y="1257300"/>
                </a:moveTo>
                <a:lnTo>
                  <a:pt x="2209800" y="1257300"/>
                </a:lnTo>
                <a:lnTo>
                  <a:pt x="2209800" y="1276350"/>
                </a:lnTo>
                <a:lnTo>
                  <a:pt x="2200275" y="1276350"/>
                </a:lnTo>
                <a:close/>
                <a:moveTo>
                  <a:pt x="2466975" y="1257300"/>
                </a:moveTo>
                <a:lnTo>
                  <a:pt x="2495550" y="1257300"/>
                </a:lnTo>
                <a:lnTo>
                  <a:pt x="2495550" y="1266825"/>
                </a:lnTo>
                <a:lnTo>
                  <a:pt x="2514600" y="1266825"/>
                </a:lnTo>
                <a:lnTo>
                  <a:pt x="2514600" y="1276350"/>
                </a:lnTo>
                <a:lnTo>
                  <a:pt x="2533650" y="1276350"/>
                </a:lnTo>
                <a:lnTo>
                  <a:pt x="2533650" y="1266825"/>
                </a:lnTo>
                <a:lnTo>
                  <a:pt x="2552700" y="1266825"/>
                </a:lnTo>
                <a:lnTo>
                  <a:pt x="2552700" y="1276350"/>
                </a:lnTo>
                <a:lnTo>
                  <a:pt x="2581275" y="1276350"/>
                </a:lnTo>
                <a:lnTo>
                  <a:pt x="2581275" y="1266825"/>
                </a:lnTo>
                <a:lnTo>
                  <a:pt x="2590800" y="1266825"/>
                </a:lnTo>
                <a:lnTo>
                  <a:pt x="2590800" y="1276350"/>
                </a:lnTo>
                <a:lnTo>
                  <a:pt x="2581275" y="1276350"/>
                </a:lnTo>
                <a:lnTo>
                  <a:pt x="2581275" y="1285875"/>
                </a:lnTo>
                <a:lnTo>
                  <a:pt x="2562225" y="1285875"/>
                </a:lnTo>
                <a:lnTo>
                  <a:pt x="2562225" y="1295400"/>
                </a:lnTo>
                <a:lnTo>
                  <a:pt x="2543175" y="1295400"/>
                </a:lnTo>
                <a:lnTo>
                  <a:pt x="2543175" y="1285875"/>
                </a:lnTo>
                <a:lnTo>
                  <a:pt x="2533650" y="1285875"/>
                </a:lnTo>
                <a:lnTo>
                  <a:pt x="2533650" y="1295400"/>
                </a:lnTo>
                <a:lnTo>
                  <a:pt x="2524125" y="1295400"/>
                </a:lnTo>
                <a:lnTo>
                  <a:pt x="2524125" y="1304925"/>
                </a:lnTo>
                <a:lnTo>
                  <a:pt x="2514600" y="1304925"/>
                </a:lnTo>
                <a:lnTo>
                  <a:pt x="2514600" y="1285875"/>
                </a:lnTo>
                <a:lnTo>
                  <a:pt x="2486025" y="1285875"/>
                </a:lnTo>
                <a:lnTo>
                  <a:pt x="2486025" y="1295400"/>
                </a:lnTo>
                <a:lnTo>
                  <a:pt x="2466975" y="1295400"/>
                </a:lnTo>
                <a:lnTo>
                  <a:pt x="2466975" y="1285875"/>
                </a:lnTo>
                <a:lnTo>
                  <a:pt x="2476500" y="1285875"/>
                </a:lnTo>
                <a:lnTo>
                  <a:pt x="2476500" y="1276350"/>
                </a:lnTo>
                <a:lnTo>
                  <a:pt x="2486025" y="1276350"/>
                </a:lnTo>
                <a:lnTo>
                  <a:pt x="2486025" y="1266825"/>
                </a:lnTo>
                <a:lnTo>
                  <a:pt x="2466975" y="1266825"/>
                </a:lnTo>
                <a:close/>
                <a:moveTo>
                  <a:pt x="2047875" y="1266825"/>
                </a:moveTo>
                <a:lnTo>
                  <a:pt x="2057400" y="1266825"/>
                </a:lnTo>
                <a:lnTo>
                  <a:pt x="2057400" y="1276350"/>
                </a:lnTo>
                <a:lnTo>
                  <a:pt x="2047875" y="1276350"/>
                </a:lnTo>
                <a:close/>
                <a:moveTo>
                  <a:pt x="2066925" y="1266825"/>
                </a:moveTo>
                <a:lnTo>
                  <a:pt x="2105025" y="1266825"/>
                </a:lnTo>
                <a:lnTo>
                  <a:pt x="2105025" y="1276350"/>
                </a:lnTo>
                <a:lnTo>
                  <a:pt x="2085975" y="1276350"/>
                </a:lnTo>
                <a:lnTo>
                  <a:pt x="2085975" y="1285875"/>
                </a:lnTo>
                <a:lnTo>
                  <a:pt x="2105025" y="1285875"/>
                </a:lnTo>
                <a:lnTo>
                  <a:pt x="2105025" y="1276350"/>
                </a:lnTo>
                <a:lnTo>
                  <a:pt x="2114550" y="1276350"/>
                </a:lnTo>
                <a:lnTo>
                  <a:pt x="2114550" y="1285875"/>
                </a:lnTo>
                <a:lnTo>
                  <a:pt x="2133600" y="1285875"/>
                </a:lnTo>
                <a:lnTo>
                  <a:pt x="2133600" y="1266825"/>
                </a:lnTo>
                <a:lnTo>
                  <a:pt x="2143125" y="1266825"/>
                </a:lnTo>
                <a:lnTo>
                  <a:pt x="2143125" y="1285875"/>
                </a:lnTo>
                <a:lnTo>
                  <a:pt x="2152650" y="1285875"/>
                </a:lnTo>
                <a:lnTo>
                  <a:pt x="2152650" y="1295400"/>
                </a:lnTo>
                <a:lnTo>
                  <a:pt x="2066925" y="1295400"/>
                </a:lnTo>
                <a:close/>
                <a:moveTo>
                  <a:pt x="2181225" y="1276350"/>
                </a:moveTo>
                <a:lnTo>
                  <a:pt x="2200275" y="1276350"/>
                </a:lnTo>
                <a:lnTo>
                  <a:pt x="2200275" y="1295400"/>
                </a:lnTo>
                <a:lnTo>
                  <a:pt x="2190750" y="1295400"/>
                </a:lnTo>
                <a:lnTo>
                  <a:pt x="2190750" y="1285875"/>
                </a:lnTo>
                <a:lnTo>
                  <a:pt x="2181225" y="1285875"/>
                </a:lnTo>
                <a:close/>
                <a:moveTo>
                  <a:pt x="2619375" y="1276350"/>
                </a:moveTo>
                <a:lnTo>
                  <a:pt x="2638425" y="1276350"/>
                </a:lnTo>
                <a:lnTo>
                  <a:pt x="2638425" y="1285875"/>
                </a:lnTo>
                <a:lnTo>
                  <a:pt x="2619375" y="1285875"/>
                </a:lnTo>
                <a:close/>
                <a:moveTo>
                  <a:pt x="2657475" y="1276350"/>
                </a:moveTo>
                <a:lnTo>
                  <a:pt x="2667000" y="1276350"/>
                </a:lnTo>
                <a:lnTo>
                  <a:pt x="2667000" y="1285875"/>
                </a:lnTo>
                <a:lnTo>
                  <a:pt x="2686050" y="1285875"/>
                </a:lnTo>
                <a:lnTo>
                  <a:pt x="2686050" y="1276350"/>
                </a:lnTo>
                <a:lnTo>
                  <a:pt x="2695575" y="1276350"/>
                </a:lnTo>
                <a:lnTo>
                  <a:pt x="2695575" y="1285875"/>
                </a:lnTo>
                <a:lnTo>
                  <a:pt x="2714625" y="1285875"/>
                </a:lnTo>
                <a:lnTo>
                  <a:pt x="2714625" y="1295400"/>
                </a:lnTo>
                <a:lnTo>
                  <a:pt x="2752725" y="1295400"/>
                </a:lnTo>
                <a:lnTo>
                  <a:pt x="2752725" y="1304925"/>
                </a:lnTo>
                <a:lnTo>
                  <a:pt x="2733675" y="1304925"/>
                </a:lnTo>
                <a:lnTo>
                  <a:pt x="2733675" y="1323975"/>
                </a:lnTo>
                <a:lnTo>
                  <a:pt x="2743200" y="1323975"/>
                </a:lnTo>
                <a:lnTo>
                  <a:pt x="2743200" y="1333500"/>
                </a:lnTo>
                <a:lnTo>
                  <a:pt x="2752725" y="1333500"/>
                </a:lnTo>
                <a:lnTo>
                  <a:pt x="2752725" y="1343025"/>
                </a:lnTo>
                <a:lnTo>
                  <a:pt x="2781300" y="1343025"/>
                </a:lnTo>
                <a:lnTo>
                  <a:pt x="2781300" y="1333500"/>
                </a:lnTo>
                <a:lnTo>
                  <a:pt x="2790825" y="1333500"/>
                </a:lnTo>
                <a:lnTo>
                  <a:pt x="2790825" y="1314450"/>
                </a:lnTo>
                <a:lnTo>
                  <a:pt x="2771775" y="1314450"/>
                </a:lnTo>
                <a:lnTo>
                  <a:pt x="2771775" y="1304925"/>
                </a:lnTo>
                <a:lnTo>
                  <a:pt x="2762250" y="1304925"/>
                </a:lnTo>
                <a:lnTo>
                  <a:pt x="2762250" y="1285875"/>
                </a:lnTo>
                <a:lnTo>
                  <a:pt x="2790825" y="1285875"/>
                </a:lnTo>
                <a:lnTo>
                  <a:pt x="2790825" y="1295400"/>
                </a:lnTo>
                <a:lnTo>
                  <a:pt x="2800350" y="1295400"/>
                </a:lnTo>
                <a:lnTo>
                  <a:pt x="2800350" y="1304925"/>
                </a:lnTo>
                <a:lnTo>
                  <a:pt x="2867025" y="1304925"/>
                </a:lnTo>
                <a:lnTo>
                  <a:pt x="2867025" y="1295400"/>
                </a:lnTo>
                <a:lnTo>
                  <a:pt x="2876550" y="1295400"/>
                </a:lnTo>
                <a:lnTo>
                  <a:pt x="2876550" y="1304925"/>
                </a:lnTo>
                <a:lnTo>
                  <a:pt x="2962275" y="1304925"/>
                </a:lnTo>
                <a:lnTo>
                  <a:pt x="2962275" y="1323975"/>
                </a:lnTo>
                <a:lnTo>
                  <a:pt x="2952750" y="1323975"/>
                </a:lnTo>
                <a:lnTo>
                  <a:pt x="2952750" y="1333500"/>
                </a:lnTo>
                <a:lnTo>
                  <a:pt x="2933700" y="1333500"/>
                </a:lnTo>
                <a:lnTo>
                  <a:pt x="2933700" y="1323975"/>
                </a:lnTo>
                <a:lnTo>
                  <a:pt x="2876550" y="1323975"/>
                </a:lnTo>
                <a:lnTo>
                  <a:pt x="2876550" y="1314450"/>
                </a:lnTo>
                <a:lnTo>
                  <a:pt x="2800350" y="1314450"/>
                </a:lnTo>
                <a:lnTo>
                  <a:pt x="2800350" y="1343025"/>
                </a:lnTo>
                <a:lnTo>
                  <a:pt x="2809875" y="1343025"/>
                </a:lnTo>
                <a:lnTo>
                  <a:pt x="2809875" y="1333500"/>
                </a:lnTo>
                <a:lnTo>
                  <a:pt x="2819400" y="1333500"/>
                </a:lnTo>
                <a:lnTo>
                  <a:pt x="2819400" y="1323975"/>
                </a:lnTo>
                <a:lnTo>
                  <a:pt x="2838450" y="1323975"/>
                </a:lnTo>
                <a:lnTo>
                  <a:pt x="2838450" y="1333500"/>
                </a:lnTo>
                <a:lnTo>
                  <a:pt x="2847975" y="1333500"/>
                </a:lnTo>
                <a:lnTo>
                  <a:pt x="2847975" y="1343025"/>
                </a:lnTo>
                <a:lnTo>
                  <a:pt x="2819400" y="1343025"/>
                </a:lnTo>
                <a:lnTo>
                  <a:pt x="2819400" y="1352550"/>
                </a:lnTo>
                <a:lnTo>
                  <a:pt x="2828925" y="1352550"/>
                </a:lnTo>
                <a:lnTo>
                  <a:pt x="2828925" y="1371600"/>
                </a:lnTo>
                <a:lnTo>
                  <a:pt x="2790825" y="1371600"/>
                </a:lnTo>
                <a:lnTo>
                  <a:pt x="2790825" y="1362075"/>
                </a:lnTo>
                <a:lnTo>
                  <a:pt x="2762250" y="1362075"/>
                </a:lnTo>
                <a:lnTo>
                  <a:pt x="2762250" y="1381125"/>
                </a:lnTo>
                <a:lnTo>
                  <a:pt x="2771775" y="1381125"/>
                </a:lnTo>
                <a:lnTo>
                  <a:pt x="2771775" y="1400175"/>
                </a:lnTo>
                <a:lnTo>
                  <a:pt x="2762250" y="1400175"/>
                </a:lnTo>
                <a:lnTo>
                  <a:pt x="2762250" y="1390650"/>
                </a:lnTo>
                <a:lnTo>
                  <a:pt x="2752725" y="1390650"/>
                </a:lnTo>
                <a:lnTo>
                  <a:pt x="2752725" y="1381125"/>
                </a:lnTo>
                <a:lnTo>
                  <a:pt x="2743200" y="1381125"/>
                </a:lnTo>
                <a:lnTo>
                  <a:pt x="2743200" y="1371600"/>
                </a:lnTo>
                <a:lnTo>
                  <a:pt x="2724150" y="1371600"/>
                </a:lnTo>
                <a:lnTo>
                  <a:pt x="2724150" y="1362075"/>
                </a:lnTo>
                <a:lnTo>
                  <a:pt x="2743200" y="1362075"/>
                </a:lnTo>
                <a:lnTo>
                  <a:pt x="2743200" y="1352550"/>
                </a:lnTo>
                <a:lnTo>
                  <a:pt x="2733675" y="1352550"/>
                </a:lnTo>
                <a:lnTo>
                  <a:pt x="2733675" y="1343025"/>
                </a:lnTo>
                <a:lnTo>
                  <a:pt x="2724150" y="1343025"/>
                </a:lnTo>
                <a:lnTo>
                  <a:pt x="2724150" y="1352550"/>
                </a:lnTo>
                <a:lnTo>
                  <a:pt x="2714625" y="1352550"/>
                </a:lnTo>
                <a:lnTo>
                  <a:pt x="2714625" y="1409700"/>
                </a:lnTo>
                <a:lnTo>
                  <a:pt x="2705100" y="1409700"/>
                </a:lnTo>
                <a:lnTo>
                  <a:pt x="2705100" y="1400175"/>
                </a:lnTo>
                <a:lnTo>
                  <a:pt x="2695575" y="1400175"/>
                </a:lnTo>
                <a:lnTo>
                  <a:pt x="2695575" y="1390650"/>
                </a:lnTo>
                <a:lnTo>
                  <a:pt x="2676525" y="1390650"/>
                </a:lnTo>
                <a:lnTo>
                  <a:pt x="2676525" y="1381125"/>
                </a:lnTo>
                <a:lnTo>
                  <a:pt x="2667000" y="1381125"/>
                </a:lnTo>
                <a:lnTo>
                  <a:pt x="2667000" y="1371600"/>
                </a:lnTo>
                <a:lnTo>
                  <a:pt x="2647950" y="1371600"/>
                </a:lnTo>
                <a:lnTo>
                  <a:pt x="2647950" y="1362075"/>
                </a:lnTo>
                <a:lnTo>
                  <a:pt x="2628900" y="1362075"/>
                </a:lnTo>
                <a:lnTo>
                  <a:pt x="2628900" y="1352550"/>
                </a:lnTo>
                <a:lnTo>
                  <a:pt x="2638425" y="1352550"/>
                </a:lnTo>
                <a:lnTo>
                  <a:pt x="2638425" y="1323975"/>
                </a:lnTo>
                <a:lnTo>
                  <a:pt x="2628900" y="1323975"/>
                </a:lnTo>
                <a:lnTo>
                  <a:pt x="2628900" y="1295400"/>
                </a:lnTo>
                <a:lnTo>
                  <a:pt x="2657475" y="1295400"/>
                </a:lnTo>
                <a:close/>
                <a:moveTo>
                  <a:pt x="2038350" y="1295400"/>
                </a:moveTo>
                <a:lnTo>
                  <a:pt x="2047875" y="1295400"/>
                </a:lnTo>
                <a:lnTo>
                  <a:pt x="2047875" y="1304925"/>
                </a:lnTo>
                <a:lnTo>
                  <a:pt x="2038350" y="1304925"/>
                </a:lnTo>
                <a:close/>
                <a:moveTo>
                  <a:pt x="2286000" y="1295400"/>
                </a:moveTo>
                <a:lnTo>
                  <a:pt x="2295525" y="1295400"/>
                </a:lnTo>
                <a:lnTo>
                  <a:pt x="2295525" y="1304925"/>
                </a:lnTo>
                <a:lnTo>
                  <a:pt x="2324100" y="1304925"/>
                </a:lnTo>
                <a:lnTo>
                  <a:pt x="2324100" y="1295400"/>
                </a:lnTo>
                <a:lnTo>
                  <a:pt x="2333625" y="1295400"/>
                </a:lnTo>
                <a:lnTo>
                  <a:pt x="2333625" y="1304925"/>
                </a:lnTo>
                <a:lnTo>
                  <a:pt x="2324100" y="1304925"/>
                </a:lnTo>
                <a:lnTo>
                  <a:pt x="2324100" y="1314450"/>
                </a:lnTo>
                <a:lnTo>
                  <a:pt x="2305050" y="1314450"/>
                </a:lnTo>
                <a:lnTo>
                  <a:pt x="2305050" y="1323975"/>
                </a:lnTo>
                <a:lnTo>
                  <a:pt x="2286000" y="1323975"/>
                </a:lnTo>
                <a:close/>
                <a:moveTo>
                  <a:pt x="2447925" y="1295400"/>
                </a:moveTo>
                <a:lnTo>
                  <a:pt x="2457450" y="1295400"/>
                </a:lnTo>
                <a:lnTo>
                  <a:pt x="2457450" y="1314450"/>
                </a:lnTo>
                <a:lnTo>
                  <a:pt x="2524125" y="1314450"/>
                </a:lnTo>
                <a:lnTo>
                  <a:pt x="2524125" y="1304925"/>
                </a:lnTo>
                <a:lnTo>
                  <a:pt x="2533650" y="1304925"/>
                </a:lnTo>
                <a:lnTo>
                  <a:pt x="2533650" y="1314450"/>
                </a:lnTo>
                <a:lnTo>
                  <a:pt x="2524125" y="1314450"/>
                </a:lnTo>
                <a:lnTo>
                  <a:pt x="2524125" y="1323975"/>
                </a:lnTo>
                <a:lnTo>
                  <a:pt x="2543175" y="1323975"/>
                </a:lnTo>
                <a:lnTo>
                  <a:pt x="2543175" y="1343025"/>
                </a:lnTo>
                <a:lnTo>
                  <a:pt x="2533650" y="1343025"/>
                </a:lnTo>
                <a:lnTo>
                  <a:pt x="2533650" y="1352550"/>
                </a:lnTo>
                <a:lnTo>
                  <a:pt x="2495550" y="1352550"/>
                </a:lnTo>
                <a:lnTo>
                  <a:pt x="2495550" y="1343025"/>
                </a:lnTo>
                <a:lnTo>
                  <a:pt x="2476500" y="1343025"/>
                </a:lnTo>
                <a:lnTo>
                  <a:pt x="2476500" y="1333500"/>
                </a:lnTo>
                <a:lnTo>
                  <a:pt x="2428875" y="1333500"/>
                </a:lnTo>
                <a:lnTo>
                  <a:pt x="2428875" y="1323975"/>
                </a:lnTo>
                <a:lnTo>
                  <a:pt x="2438400" y="1323975"/>
                </a:lnTo>
                <a:lnTo>
                  <a:pt x="2438400" y="1314450"/>
                </a:lnTo>
                <a:lnTo>
                  <a:pt x="2447925" y="1314450"/>
                </a:lnTo>
                <a:close/>
                <a:moveTo>
                  <a:pt x="2028825" y="1304925"/>
                </a:moveTo>
                <a:lnTo>
                  <a:pt x="2038350" y="1304925"/>
                </a:lnTo>
                <a:lnTo>
                  <a:pt x="2038350" y="1314450"/>
                </a:lnTo>
                <a:lnTo>
                  <a:pt x="2028825" y="1314450"/>
                </a:lnTo>
                <a:close/>
                <a:moveTo>
                  <a:pt x="2676525" y="1304925"/>
                </a:moveTo>
                <a:lnTo>
                  <a:pt x="2686050" y="1304925"/>
                </a:lnTo>
                <a:lnTo>
                  <a:pt x="2686050" y="1314450"/>
                </a:lnTo>
                <a:lnTo>
                  <a:pt x="2676525" y="1314450"/>
                </a:lnTo>
                <a:lnTo>
                  <a:pt x="2676525" y="1323975"/>
                </a:lnTo>
                <a:lnTo>
                  <a:pt x="2714625" y="1323975"/>
                </a:lnTo>
                <a:lnTo>
                  <a:pt x="2714625" y="1333500"/>
                </a:lnTo>
                <a:lnTo>
                  <a:pt x="2724150" y="1333500"/>
                </a:lnTo>
                <a:lnTo>
                  <a:pt x="2724150" y="1304925"/>
                </a:lnTo>
                <a:lnTo>
                  <a:pt x="2695575" y="1304925"/>
                </a:lnTo>
                <a:lnTo>
                  <a:pt x="2695575" y="1295400"/>
                </a:lnTo>
                <a:lnTo>
                  <a:pt x="2676525" y="1295400"/>
                </a:lnTo>
                <a:close/>
                <a:moveTo>
                  <a:pt x="2019300" y="1314450"/>
                </a:moveTo>
                <a:lnTo>
                  <a:pt x="2028825" y="1314450"/>
                </a:lnTo>
                <a:lnTo>
                  <a:pt x="2028825" y="1323975"/>
                </a:lnTo>
                <a:lnTo>
                  <a:pt x="2019300" y="1323975"/>
                </a:lnTo>
                <a:close/>
                <a:moveTo>
                  <a:pt x="3000375" y="1314450"/>
                </a:moveTo>
                <a:lnTo>
                  <a:pt x="3009900" y="1314450"/>
                </a:lnTo>
                <a:lnTo>
                  <a:pt x="3009900" y="1333500"/>
                </a:lnTo>
                <a:lnTo>
                  <a:pt x="2990850" y="1333500"/>
                </a:lnTo>
                <a:lnTo>
                  <a:pt x="2990850" y="1323975"/>
                </a:lnTo>
                <a:lnTo>
                  <a:pt x="3000375" y="1323975"/>
                </a:lnTo>
                <a:close/>
                <a:moveTo>
                  <a:pt x="3019425" y="1314450"/>
                </a:moveTo>
                <a:lnTo>
                  <a:pt x="3028950" y="1314450"/>
                </a:lnTo>
                <a:lnTo>
                  <a:pt x="3028950" y="1333500"/>
                </a:lnTo>
                <a:lnTo>
                  <a:pt x="3038475" y="1333500"/>
                </a:lnTo>
                <a:lnTo>
                  <a:pt x="3038475" y="1314450"/>
                </a:lnTo>
                <a:lnTo>
                  <a:pt x="3057525" y="1314450"/>
                </a:lnTo>
                <a:lnTo>
                  <a:pt x="3057525" y="1323975"/>
                </a:lnTo>
                <a:lnTo>
                  <a:pt x="3114675" y="1323975"/>
                </a:lnTo>
                <a:lnTo>
                  <a:pt x="3114675" y="1333500"/>
                </a:lnTo>
                <a:lnTo>
                  <a:pt x="3086100" y="1333500"/>
                </a:lnTo>
                <a:lnTo>
                  <a:pt x="3086100" y="1343025"/>
                </a:lnTo>
                <a:lnTo>
                  <a:pt x="3114675" y="1343025"/>
                </a:lnTo>
                <a:lnTo>
                  <a:pt x="3114675" y="1333500"/>
                </a:lnTo>
                <a:lnTo>
                  <a:pt x="3143250" y="1333500"/>
                </a:lnTo>
                <a:lnTo>
                  <a:pt x="3143250" y="1343025"/>
                </a:lnTo>
                <a:lnTo>
                  <a:pt x="3114675" y="1343025"/>
                </a:lnTo>
                <a:lnTo>
                  <a:pt x="3114675" y="1352550"/>
                </a:lnTo>
                <a:lnTo>
                  <a:pt x="3105150" y="1352550"/>
                </a:lnTo>
                <a:lnTo>
                  <a:pt x="3105150" y="1362075"/>
                </a:lnTo>
                <a:lnTo>
                  <a:pt x="3086100" y="1362075"/>
                </a:lnTo>
                <a:lnTo>
                  <a:pt x="3086100" y="1381125"/>
                </a:lnTo>
                <a:lnTo>
                  <a:pt x="3124200" y="1381125"/>
                </a:lnTo>
                <a:lnTo>
                  <a:pt x="3124200" y="1390650"/>
                </a:lnTo>
                <a:lnTo>
                  <a:pt x="3162300" y="1390650"/>
                </a:lnTo>
                <a:lnTo>
                  <a:pt x="3162300" y="1400175"/>
                </a:lnTo>
                <a:lnTo>
                  <a:pt x="3171825" y="1400175"/>
                </a:lnTo>
                <a:lnTo>
                  <a:pt x="3171825" y="1409700"/>
                </a:lnTo>
                <a:lnTo>
                  <a:pt x="3190875" y="1409700"/>
                </a:lnTo>
                <a:lnTo>
                  <a:pt x="3190875" y="1428750"/>
                </a:lnTo>
                <a:lnTo>
                  <a:pt x="3181350" y="1428750"/>
                </a:lnTo>
                <a:lnTo>
                  <a:pt x="3181350" y="1438275"/>
                </a:lnTo>
                <a:lnTo>
                  <a:pt x="3124200" y="1438275"/>
                </a:lnTo>
                <a:lnTo>
                  <a:pt x="3124200" y="1428750"/>
                </a:lnTo>
                <a:lnTo>
                  <a:pt x="3105150" y="1428750"/>
                </a:lnTo>
                <a:lnTo>
                  <a:pt x="3105150" y="1409700"/>
                </a:lnTo>
                <a:lnTo>
                  <a:pt x="3057525" y="1409700"/>
                </a:lnTo>
                <a:lnTo>
                  <a:pt x="3057525" y="1400175"/>
                </a:lnTo>
                <a:lnTo>
                  <a:pt x="3048000" y="1400175"/>
                </a:lnTo>
                <a:lnTo>
                  <a:pt x="3048000" y="1390650"/>
                </a:lnTo>
                <a:lnTo>
                  <a:pt x="3057525" y="1390650"/>
                </a:lnTo>
                <a:lnTo>
                  <a:pt x="3057525" y="1381125"/>
                </a:lnTo>
                <a:lnTo>
                  <a:pt x="3067050" y="1381125"/>
                </a:lnTo>
                <a:lnTo>
                  <a:pt x="3067050" y="1362075"/>
                </a:lnTo>
                <a:lnTo>
                  <a:pt x="3057525" y="1362075"/>
                </a:lnTo>
                <a:lnTo>
                  <a:pt x="3057525" y="1343025"/>
                </a:lnTo>
                <a:lnTo>
                  <a:pt x="3009900" y="1343025"/>
                </a:lnTo>
                <a:lnTo>
                  <a:pt x="3009900" y="1333500"/>
                </a:lnTo>
                <a:lnTo>
                  <a:pt x="3019425" y="1333500"/>
                </a:lnTo>
                <a:close/>
                <a:moveTo>
                  <a:pt x="3514725" y="1314450"/>
                </a:moveTo>
                <a:lnTo>
                  <a:pt x="3524250" y="1314450"/>
                </a:lnTo>
                <a:lnTo>
                  <a:pt x="3524250" y="1352550"/>
                </a:lnTo>
                <a:lnTo>
                  <a:pt x="3514725" y="1352550"/>
                </a:lnTo>
                <a:lnTo>
                  <a:pt x="3514725" y="1362075"/>
                </a:lnTo>
                <a:lnTo>
                  <a:pt x="3505200" y="1362075"/>
                </a:lnTo>
                <a:lnTo>
                  <a:pt x="3505200" y="1352550"/>
                </a:lnTo>
                <a:lnTo>
                  <a:pt x="3495675" y="1352550"/>
                </a:lnTo>
                <a:lnTo>
                  <a:pt x="3495675" y="1343025"/>
                </a:lnTo>
                <a:lnTo>
                  <a:pt x="3476625" y="1343025"/>
                </a:lnTo>
                <a:lnTo>
                  <a:pt x="3476625" y="1352550"/>
                </a:lnTo>
                <a:lnTo>
                  <a:pt x="3467100" y="1352550"/>
                </a:lnTo>
                <a:lnTo>
                  <a:pt x="3467100" y="1362075"/>
                </a:lnTo>
                <a:lnTo>
                  <a:pt x="3448050" y="1362075"/>
                </a:lnTo>
                <a:lnTo>
                  <a:pt x="3448050" y="1352550"/>
                </a:lnTo>
                <a:lnTo>
                  <a:pt x="3457575" y="1352550"/>
                </a:lnTo>
                <a:lnTo>
                  <a:pt x="3457575" y="1343025"/>
                </a:lnTo>
                <a:lnTo>
                  <a:pt x="3467100" y="1343025"/>
                </a:lnTo>
                <a:lnTo>
                  <a:pt x="3467100" y="1333500"/>
                </a:lnTo>
                <a:lnTo>
                  <a:pt x="3514725" y="1333500"/>
                </a:lnTo>
                <a:close/>
                <a:moveTo>
                  <a:pt x="2343150" y="1323975"/>
                </a:moveTo>
                <a:lnTo>
                  <a:pt x="2371725" y="1323975"/>
                </a:lnTo>
                <a:lnTo>
                  <a:pt x="2371725" y="1333500"/>
                </a:lnTo>
                <a:lnTo>
                  <a:pt x="2343150" y="1333500"/>
                </a:lnTo>
                <a:close/>
                <a:moveTo>
                  <a:pt x="2381250" y="1323975"/>
                </a:moveTo>
                <a:lnTo>
                  <a:pt x="2419350" y="1323975"/>
                </a:lnTo>
                <a:lnTo>
                  <a:pt x="2419350" y="1333500"/>
                </a:lnTo>
                <a:lnTo>
                  <a:pt x="2381250" y="1333500"/>
                </a:lnTo>
                <a:close/>
                <a:moveTo>
                  <a:pt x="1962150" y="1333500"/>
                </a:moveTo>
                <a:lnTo>
                  <a:pt x="1981200" y="1333500"/>
                </a:lnTo>
                <a:lnTo>
                  <a:pt x="1981200" y="1343025"/>
                </a:lnTo>
                <a:lnTo>
                  <a:pt x="1962150" y="1343025"/>
                </a:lnTo>
                <a:close/>
                <a:moveTo>
                  <a:pt x="2486025" y="1333500"/>
                </a:moveTo>
                <a:lnTo>
                  <a:pt x="2495550" y="1333500"/>
                </a:lnTo>
                <a:lnTo>
                  <a:pt x="2495550" y="1323975"/>
                </a:lnTo>
                <a:lnTo>
                  <a:pt x="2486025" y="1323975"/>
                </a:lnTo>
                <a:close/>
                <a:moveTo>
                  <a:pt x="3219450" y="1333500"/>
                </a:moveTo>
                <a:lnTo>
                  <a:pt x="3228975" y="1333500"/>
                </a:lnTo>
                <a:lnTo>
                  <a:pt x="3228975" y="1343025"/>
                </a:lnTo>
                <a:lnTo>
                  <a:pt x="3238500" y="1343025"/>
                </a:lnTo>
                <a:lnTo>
                  <a:pt x="3238500" y="1352550"/>
                </a:lnTo>
                <a:lnTo>
                  <a:pt x="3248025" y="1352550"/>
                </a:lnTo>
                <a:lnTo>
                  <a:pt x="3248025" y="1362075"/>
                </a:lnTo>
                <a:lnTo>
                  <a:pt x="3295650" y="1362075"/>
                </a:lnTo>
                <a:lnTo>
                  <a:pt x="3295650" y="1352550"/>
                </a:lnTo>
                <a:lnTo>
                  <a:pt x="3286125" y="1352550"/>
                </a:lnTo>
                <a:lnTo>
                  <a:pt x="3286125" y="1343025"/>
                </a:lnTo>
                <a:lnTo>
                  <a:pt x="3295650" y="1343025"/>
                </a:lnTo>
                <a:lnTo>
                  <a:pt x="3295650" y="1333500"/>
                </a:lnTo>
                <a:lnTo>
                  <a:pt x="3305175" y="1333500"/>
                </a:lnTo>
                <a:lnTo>
                  <a:pt x="3305175" y="1343025"/>
                </a:lnTo>
                <a:lnTo>
                  <a:pt x="3324225" y="1343025"/>
                </a:lnTo>
                <a:lnTo>
                  <a:pt x="3324225" y="1352550"/>
                </a:lnTo>
                <a:lnTo>
                  <a:pt x="3333750" y="1352550"/>
                </a:lnTo>
                <a:lnTo>
                  <a:pt x="3333750" y="1371600"/>
                </a:lnTo>
                <a:lnTo>
                  <a:pt x="3314700" y="1371600"/>
                </a:lnTo>
                <a:lnTo>
                  <a:pt x="3314700" y="1362075"/>
                </a:lnTo>
                <a:lnTo>
                  <a:pt x="3295650" y="1362075"/>
                </a:lnTo>
                <a:lnTo>
                  <a:pt x="3295650" y="1371600"/>
                </a:lnTo>
                <a:lnTo>
                  <a:pt x="3305175" y="1371600"/>
                </a:lnTo>
                <a:lnTo>
                  <a:pt x="3305175" y="1381125"/>
                </a:lnTo>
                <a:lnTo>
                  <a:pt x="3314700" y="1381125"/>
                </a:lnTo>
                <a:lnTo>
                  <a:pt x="3314700" y="1409700"/>
                </a:lnTo>
                <a:lnTo>
                  <a:pt x="3295650" y="1409700"/>
                </a:lnTo>
                <a:lnTo>
                  <a:pt x="3295650" y="1419225"/>
                </a:lnTo>
                <a:lnTo>
                  <a:pt x="3314700" y="1419225"/>
                </a:lnTo>
                <a:lnTo>
                  <a:pt x="3314700" y="1428750"/>
                </a:lnTo>
                <a:lnTo>
                  <a:pt x="3276600" y="1428750"/>
                </a:lnTo>
                <a:lnTo>
                  <a:pt x="3276600" y="1419225"/>
                </a:lnTo>
                <a:lnTo>
                  <a:pt x="3267075" y="1419225"/>
                </a:lnTo>
                <a:lnTo>
                  <a:pt x="3267075" y="1381125"/>
                </a:lnTo>
                <a:lnTo>
                  <a:pt x="3248025" y="1381125"/>
                </a:lnTo>
                <a:lnTo>
                  <a:pt x="3248025" y="1371600"/>
                </a:lnTo>
                <a:lnTo>
                  <a:pt x="3228975" y="1371600"/>
                </a:lnTo>
                <a:lnTo>
                  <a:pt x="3228975" y="1362075"/>
                </a:lnTo>
                <a:lnTo>
                  <a:pt x="3209925" y="1362075"/>
                </a:lnTo>
                <a:lnTo>
                  <a:pt x="3209925" y="1343025"/>
                </a:lnTo>
                <a:lnTo>
                  <a:pt x="3219450" y="1343025"/>
                </a:lnTo>
                <a:close/>
                <a:moveTo>
                  <a:pt x="2514600" y="1343025"/>
                </a:moveTo>
                <a:lnTo>
                  <a:pt x="2524125" y="1343025"/>
                </a:lnTo>
                <a:lnTo>
                  <a:pt x="2524125" y="1333500"/>
                </a:lnTo>
                <a:lnTo>
                  <a:pt x="2514600" y="1333500"/>
                </a:lnTo>
                <a:close/>
                <a:moveTo>
                  <a:pt x="2543175" y="1343025"/>
                </a:moveTo>
                <a:lnTo>
                  <a:pt x="2552700" y="1343025"/>
                </a:lnTo>
                <a:lnTo>
                  <a:pt x="2552700" y="1352550"/>
                </a:lnTo>
                <a:lnTo>
                  <a:pt x="2543175" y="1352550"/>
                </a:lnTo>
                <a:close/>
                <a:moveTo>
                  <a:pt x="2657475" y="1343025"/>
                </a:moveTo>
                <a:lnTo>
                  <a:pt x="2667000" y="1343025"/>
                </a:lnTo>
                <a:lnTo>
                  <a:pt x="2667000" y="1333500"/>
                </a:lnTo>
                <a:lnTo>
                  <a:pt x="2657475" y="1333500"/>
                </a:lnTo>
                <a:close/>
                <a:moveTo>
                  <a:pt x="3400425" y="1343025"/>
                </a:moveTo>
                <a:lnTo>
                  <a:pt x="3429000" y="1343025"/>
                </a:lnTo>
                <a:lnTo>
                  <a:pt x="3429000" y="1352550"/>
                </a:lnTo>
                <a:lnTo>
                  <a:pt x="3419475" y="1352550"/>
                </a:lnTo>
                <a:lnTo>
                  <a:pt x="3419475" y="1362075"/>
                </a:lnTo>
                <a:lnTo>
                  <a:pt x="3400425" y="1362075"/>
                </a:lnTo>
                <a:close/>
                <a:moveTo>
                  <a:pt x="3362325" y="1352550"/>
                </a:moveTo>
                <a:lnTo>
                  <a:pt x="3371850" y="1352550"/>
                </a:lnTo>
                <a:lnTo>
                  <a:pt x="3371850" y="1362075"/>
                </a:lnTo>
                <a:lnTo>
                  <a:pt x="3390900" y="1362075"/>
                </a:lnTo>
                <a:lnTo>
                  <a:pt x="3390900" y="1371600"/>
                </a:lnTo>
                <a:lnTo>
                  <a:pt x="3400425" y="1371600"/>
                </a:lnTo>
                <a:lnTo>
                  <a:pt x="3400425" y="1381125"/>
                </a:lnTo>
                <a:lnTo>
                  <a:pt x="3409950" y="1381125"/>
                </a:lnTo>
                <a:lnTo>
                  <a:pt x="3409950" y="1390650"/>
                </a:lnTo>
                <a:lnTo>
                  <a:pt x="3390900" y="1390650"/>
                </a:lnTo>
                <a:lnTo>
                  <a:pt x="3390900" y="1381125"/>
                </a:lnTo>
                <a:lnTo>
                  <a:pt x="3333750" y="1381125"/>
                </a:lnTo>
                <a:lnTo>
                  <a:pt x="3333750" y="1371600"/>
                </a:lnTo>
                <a:lnTo>
                  <a:pt x="3343275" y="1371600"/>
                </a:lnTo>
                <a:lnTo>
                  <a:pt x="3343275" y="1362075"/>
                </a:lnTo>
                <a:lnTo>
                  <a:pt x="3362325" y="1362075"/>
                </a:lnTo>
                <a:close/>
                <a:moveTo>
                  <a:pt x="1962150" y="1362075"/>
                </a:moveTo>
                <a:lnTo>
                  <a:pt x="1971675" y="1362075"/>
                </a:lnTo>
                <a:lnTo>
                  <a:pt x="1971675" y="1371600"/>
                </a:lnTo>
                <a:lnTo>
                  <a:pt x="1962150" y="1371600"/>
                </a:lnTo>
                <a:close/>
                <a:moveTo>
                  <a:pt x="2676525" y="1362075"/>
                </a:moveTo>
                <a:lnTo>
                  <a:pt x="2686050" y="1362075"/>
                </a:lnTo>
                <a:lnTo>
                  <a:pt x="2686050" y="1352550"/>
                </a:lnTo>
                <a:lnTo>
                  <a:pt x="2676525" y="1352550"/>
                </a:lnTo>
                <a:close/>
                <a:moveTo>
                  <a:pt x="2962275" y="1362075"/>
                </a:moveTo>
                <a:lnTo>
                  <a:pt x="2971800" y="1362075"/>
                </a:lnTo>
                <a:lnTo>
                  <a:pt x="2971800" y="1371600"/>
                </a:lnTo>
                <a:lnTo>
                  <a:pt x="2990850" y="1371600"/>
                </a:lnTo>
                <a:lnTo>
                  <a:pt x="2990850" y="1381125"/>
                </a:lnTo>
                <a:lnTo>
                  <a:pt x="3000375" y="1381125"/>
                </a:lnTo>
                <a:lnTo>
                  <a:pt x="3000375" y="1390650"/>
                </a:lnTo>
                <a:lnTo>
                  <a:pt x="2962275" y="1390650"/>
                </a:lnTo>
                <a:lnTo>
                  <a:pt x="2962275" y="1381125"/>
                </a:lnTo>
                <a:lnTo>
                  <a:pt x="2952750" y="1381125"/>
                </a:lnTo>
                <a:lnTo>
                  <a:pt x="2952750" y="1371600"/>
                </a:lnTo>
                <a:lnTo>
                  <a:pt x="2962275" y="1371600"/>
                </a:lnTo>
                <a:close/>
                <a:moveTo>
                  <a:pt x="3438525" y="1362075"/>
                </a:moveTo>
                <a:lnTo>
                  <a:pt x="3448050" y="1362075"/>
                </a:lnTo>
                <a:lnTo>
                  <a:pt x="3448050" y="1381125"/>
                </a:lnTo>
                <a:lnTo>
                  <a:pt x="3457575" y="1381125"/>
                </a:lnTo>
                <a:lnTo>
                  <a:pt x="3457575" y="1390650"/>
                </a:lnTo>
                <a:lnTo>
                  <a:pt x="3467100" y="1390650"/>
                </a:lnTo>
                <a:lnTo>
                  <a:pt x="3467100" y="1409700"/>
                </a:lnTo>
                <a:lnTo>
                  <a:pt x="3457575" y="1409700"/>
                </a:lnTo>
                <a:lnTo>
                  <a:pt x="3457575" y="1438275"/>
                </a:lnTo>
                <a:lnTo>
                  <a:pt x="3467100" y="1438275"/>
                </a:lnTo>
                <a:lnTo>
                  <a:pt x="3467100" y="1447800"/>
                </a:lnTo>
                <a:lnTo>
                  <a:pt x="3476625" y="1447800"/>
                </a:lnTo>
                <a:lnTo>
                  <a:pt x="3476625" y="1457325"/>
                </a:lnTo>
                <a:lnTo>
                  <a:pt x="3457575" y="1457325"/>
                </a:lnTo>
                <a:lnTo>
                  <a:pt x="3457575" y="1447800"/>
                </a:lnTo>
                <a:lnTo>
                  <a:pt x="3448050" y="1447800"/>
                </a:lnTo>
                <a:lnTo>
                  <a:pt x="3448050" y="1438275"/>
                </a:lnTo>
                <a:lnTo>
                  <a:pt x="3438525" y="1438275"/>
                </a:lnTo>
                <a:lnTo>
                  <a:pt x="3438525" y="1447800"/>
                </a:lnTo>
                <a:lnTo>
                  <a:pt x="3429000" y="1447800"/>
                </a:lnTo>
                <a:lnTo>
                  <a:pt x="3429000" y="1428750"/>
                </a:lnTo>
                <a:lnTo>
                  <a:pt x="3438525" y="1428750"/>
                </a:lnTo>
                <a:lnTo>
                  <a:pt x="3438525" y="1419225"/>
                </a:lnTo>
                <a:lnTo>
                  <a:pt x="3448050" y="1419225"/>
                </a:lnTo>
                <a:lnTo>
                  <a:pt x="3448050" y="1409700"/>
                </a:lnTo>
                <a:lnTo>
                  <a:pt x="3438525" y="1409700"/>
                </a:lnTo>
                <a:lnTo>
                  <a:pt x="3438525" y="1400175"/>
                </a:lnTo>
                <a:lnTo>
                  <a:pt x="3419475" y="1400175"/>
                </a:lnTo>
                <a:lnTo>
                  <a:pt x="3419475" y="1409700"/>
                </a:lnTo>
                <a:lnTo>
                  <a:pt x="3409950" y="1409700"/>
                </a:lnTo>
                <a:lnTo>
                  <a:pt x="3409950" y="1390650"/>
                </a:lnTo>
                <a:lnTo>
                  <a:pt x="3429000" y="1390650"/>
                </a:lnTo>
                <a:lnTo>
                  <a:pt x="3429000" y="1371600"/>
                </a:lnTo>
                <a:lnTo>
                  <a:pt x="3438525" y="1371600"/>
                </a:lnTo>
                <a:close/>
                <a:moveTo>
                  <a:pt x="3495675" y="1362075"/>
                </a:moveTo>
                <a:lnTo>
                  <a:pt x="3505200" y="1362075"/>
                </a:lnTo>
                <a:lnTo>
                  <a:pt x="3505200" y="1371600"/>
                </a:lnTo>
                <a:lnTo>
                  <a:pt x="3495675" y="1371600"/>
                </a:lnTo>
                <a:close/>
                <a:moveTo>
                  <a:pt x="1971675" y="1371600"/>
                </a:moveTo>
                <a:lnTo>
                  <a:pt x="1981200" y="1371600"/>
                </a:lnTo>
                <a:lnTo>
                  <a:pt x="1981200" y="1381125"/>
                </a:lnTo>
                <a:lnTo>
                  <a:pt x="1971675" y="1381125"/>
                </a:lnTo>
                <a:close/>
                <a:moveTo>
                  <a:pt x="2895600" y="1371600"/>
                </a:moveTo>
                <a:lnTo>
                  <a:pt x="2933700" y="1371600"/>
                </a:lnTo>
                <a:lnTo>
                  <a:pt x="2933700" y="1381125"/>
                </a:lnTo>
                <a:lnTo>
                  <a:pt x="2914650" y="1381125"/>
                </a:lnTo>
                <a:lnTo>
                  <a:pt x="2914650" y="1390650"/>
                </a:lnTo>
                <a:lnTo>
                  <a:pt x="2905125" y="1390650"/>
                </a:lnTo>
                <a:lnTo>
                  <a:pt x="2905125" y="1381125"/>
                </a:lnTo>
                <a:lnTo>
                  <a:pt x="2895600" y="1381125"/>
                </a:lnTo>
                <a:close/>
                <a:moveTo>
                  <a:pt x="2714625" y="1409700"/>
                </a:moveTo>
                <a:lnTo>
                  <a:pt x="2724150" y="1409700"/>
                </a:lnTo>
                <a:lnTo>
                  <a:pt x="2724150" y="1419225"/>
                </a:lnTo>
                <a:lnTo>
                  <a:pt x="2714625" y="1419225"/>
                </a:lnTo>
                <a:close/>
                <a:moveTo>
                  <a:pt x="3400425" y="1409700"/>
                </a:moveTo>
                <a:lnTo>
                  <a:pt x="3409950" y="1409700"/>
                </a:lnTo>
                <a:lnTo>
                  <a:pt x="3409950" y="1419225"/>
                </a:lnTo>
                <a:lnTo>
                  <a:pt x="3400425" y="1419225"/>
                </a:lnTo>
                <a:close/>
                <a:moveTo>
                  <a:pt x="3390900" y="1419225"/>
                </a:moveTo>
                <a:lnTo>
                  <a:pt x="3400425" y="1419225"/>
                </a:lnTo>
                <a:lnTo>
                  <a:pt x="3400425" y="1428750"/>
                </a:lnTo>
                <a:lnTo>
                  <a:pt x="3390900" y="1428750"/>
                </a:lnTo>
                <a:close/>
                <a:moveTo>
                  <a:pt x="3324225" y="1428750"/>
                </a:moveTo>
                <a:lnTo>
                  <a:pt x="3390900" y="1428750"/>
                </a:lnTo>
                <a:lnTo>
                  <a:pt x="3390900" y="1438275"/>
                </a:lnTo>
                <a:lnTo>
                  <a:pt x="3324225" y="1438275"/>
                </a:lnTo>
                <a:close/>
                <a:moveTo>
                  <a:pt x="1971675" y="1438275"/>
                </a:moveTo>
                <a:lnTo>
                  <a:pt x="1981200" y="1438275"/>
                </a:lnTo>
                <a:lnTo>
                  <a:pt x="1981200" y="1447800"/>
                </a:lnTo>
                <a:lnTo>
                  <a:pt x="1971675" y="1447800"/>
                </a:lnTo>
                <a:close/>
                <a:moveTo>
                  <a:pt x="1981200" y="1447800"/>
                </a:moveTo>
                <a:lnTo>
                  <a:pt x="1990725" y="1447800"/>
                </a:lnTo>
                <a:lnTo>
                  <a:pt x="1990725" y="1457325"/>
                </a:lnTo>
                <a:lnTo>
                  <a:pt x="1981200" y="1457325"/>
                </a:lnTo>
                <a:close/>
                <a:moveTo>
                  <a:pt x="1981200" y="1466850"/>
                </a:moveTo>
                <a:lnTo>
                  <a:pt x="1990725" y="1466850"/>
                </a:lnTo>
                <a:lnTo>
                  <a:pt x="1990725" y="1476375"/>
                </a:lnTo>
                <a:lnTo>
                  <a:pt x="1981200" y="1476375"/>
                </a:lnTo>
                <a:close/>
                <a:moveTo>
                  <a:pt x="1990725" y="1476375"/>
                </a:moveTo>
                <a:lnTo>
                  <a:pt x="2000250" y="1476375"/>
                </a:lnTo>
                <a:lnTo>
                  <a:pt x="2000250" y="1485900"/>
                </a:lnTo>
                <a:lnTo>
                  <a:pt x="1990725" y="1485900"/>
                </a:lnTo>
                <a:close/>
                <a:moveTo>
                  <a:pt x="3467100" y="1476375"/>
                </a:moveTo>
                <a:lnTo>
                  <a:pt x="3476625" y="1476375"/>
                </a:lnTo>
                <a:lnTo>
                  <a:pt x="3476625" y="1485900"/>
                </a:lnTo>
                <a:lnTo>
                  <a:pt x="3467100" y="1485900"/>
                </a:lnTo>
                <a:close/>
                <a:moveTo>
                  <a:pt x="2000250" y="1485900"/>
                </a:moveTo>
                <a:lnTo>
                  <a:pt x="2009775" y="1485900"/>
                </a:lnTo>
                <a:lnTo>
                  <a:pt x="2009775" y="1495425"/>
                </a:lnTo>
                <a:lnTo>
                  <a:pt x="2000250" y="1495425"/>
                </a:lnTo>
                <a:close/>
                <a:moveTo>
                  <a:pt x="2314575" y="1485900"/>
                </a:moveTo>
                <a:lnTo>
                  <a:pt x="2324100" y="1485900"/>
                </a:lnTo>
                <a:lnTo>
                  <a:pt x="2324100" y="1495425"/>
                </a:lnTo>
                <a:lnTo>
                  <a:pt x="2314575" y="1495425"/>
                </a:lnTo>
                <a:close/>
                <a:moveTo>
                  <a:pt x="2009775" y="1495425"/>
                </a:moveTo>
                <a:lnTo>
                  <a:pt x="2019300" y="1495425"/>
                </a:lnTo>
                <a:lnTo>
                  <a:pt x="2019300" y="1504950"/>
                </a:lnTo>
                <a:lnTo>
                  <a:pt x="2028825" y="1504950"/>
                </a:lnTo>
                <a:lnTo>
                  <a:pt x="2028825" y="1514475"/>
                </a:lnTo>
                <a:lnTo>
                  <a:pt x="2047875" y="1514475"/>
                </a:lnTo>
                <a:lnTo>
                  <a:pt x="2047875" y="1524000"/>
                </a:lnTo>
                <a:lnTo>
                  <a:pt x="2057400" y="1524000"/>
                </a:lnTo>
                <a:lnTo>
                  <a:pt x="2057400" y="1533525"/>
                </a:lnTo>
                <a:lnTo>
                  <a:pt x="2076450" y="1533525"/>
                </a:lnTo>
                <a:lnTo>
                  <a:pt x="2076450" y="1543050"/>
                </a:lnTo>
                <a:lnTo>
                  <a:pt x="2047875" y="1543050"/>
                </a:lnTo>
                <a:lnTo>
                  <a:pt x="2047875" y="1533525"/>
                </a:lnTo>
                <a:lnTo>
                  <a:pt x="2019300" y="1533525"/>
                </a:lnTo>
                <a:lnTo>
                  <a:pt x="2019300" y="1524000"/>
                </a:lnTo>
                <a:lnTo>
                  <a:pt x="1990725" y="1524000"/>
                </a:lnTo>
                <a:lnTo>
                  <a:pt x="1990725" y="1533525"/>
                </a:lnTo>
                <a:lnTo>
                  <a:pt x="1971675" y="1533525"/>
                </a:lnTo>
                <a:lnTo>
                  <a:pt x="1971675" y="1504950"/>
                </a:lnTo>
                <a:lnTo>
                  <a:pt x="2009775" y="1504950"/>
                </a:lnTo>
                <a:close/>
                <a:moveTo>
                  <a:pt x="2305050" y="1495425"/>
                </a:moveTo>
                <a:lnTo>
                  <a:pt x="2314575" y="1495425"/>
                </a:lnTo>
                <a:lnTo>
                  <a:pt x="2314575" y="1504950"/>
                </a:lnTo>
                <a:lnTo>
                  <a:pt x="2305050" y="1504950"/>
                </a:lnTo>
                <a:close/>
                <a:moveTo>
                  <a:pt x="3486150" y="1495425"/>
                </a:moveTo>
                <a:lnTo>
                  <a:pt x="3495675" y="1495425"/>
                </a:lnTo>
                <a:lnTo>
                  <a:pt x="3495675" y="1504950"/>
                </a:lnTo>
                <a:lnTo>
                  <a:pt x="3486150" y="1504950"/>
                </a:lnTo>
                <a:close/>
                <a:moveTo>
                  <a:pt x="2324100" y="1504950"/>
                </a:moveTo>
                <a:lnTo>
                  <a:pt x="2362200" y="1504950"/>
                </a:lnTo>
                <a:lnTo>
                  <a:pt x="2362200" y="1514475"/>
                </a:lnTo>
                <a:lnTo>
                  <a:pt x="2371725" y="1514475"/>
                </a:lnTo>
                <a:lnTo>
                  <a:pt x="2371725" y="1524000"/>
                </a:lnTo>
                <a:lnTo>
                  <a:pt x="2343150" y="1524000"/>
                </a:lnTo>
                <a:lnTo>
                  <a:pt x="2343150" y="1533525"/>
                </a:lnTo>
                <a:lnTo>
                  <a:pt x="2333625" y="1533525"/>
                </a:lnTo>
                <a:lnTo>
                  <a:pt x="2333625" y="1562100"/>
                </a:lnTo>
                <a:lnTo>
                  <a:pt x="2314575" y="1562100"/>
                </a:lnTo>
                <a:lnTo>
                  <a:pt x="2314575" y="1533525"/>
                </a:lnTo>
                <a:lnTo>
                  <a:pt x="2305050" y="1533525"/>
                </a:lnTo>
                <a:lnTo>
                  <a:pt x="2305050" y="1514475"/>
                </a:lnTo>
                <a:lnTo>
                  <a:pt x="2324100" y="1514475"/>
                </a:lnTo>
                <a:close/>
                <a:moveTo>
                  <a:pt x="3105150" y="1514475"/>
                </a:moveTo>
                <a:lnTo>
                  <a:pt x="3124200" y="1514475"/>
                </a:lnTo>
                <a:lnTo>
                  <a:pt x="3124200" y="1533525"/>
                </a:lnTo>
                <a:lnTo>
                  <a:pt x="3114675" y="1533525"/>
                </a:lnTo>
                <a:lnTo>
                  <a:pt x="3114675" y="1543050"/>
                </a:lnTo>
                <a:lnTo>
                  <a:pt x="3105150" y="1543050"/>
                </a:lnTo>
                <a:close/>
                <a:moveTo>
                  <a:pt x="2371725" y="1524000"/>
                </a:moveTo>
                <a:lnTo>
                  <a:pt x="2381250" y="1524000"/>
                </a:lnTo>
                <a:lnTo>
                  <a:pt x="2381250" y="1533525"/>
                </a:lnTo>
                <a:lnTo>
                  <a:pt x="2371725" y="1533525"/>
                </a:lnTo>
                <a:close/>
                <a:moveTo>
                  <a:pt x="2381250" y="1533525"/>
                </a:moveTo>
                <a:lnTo>
                  <a:pt x="2400300" y="1533525"/>
                </a:lnTo>
                <a:lnTo>
                  <a:pt x="2400300" y="1543050"/>
                </a:lnTo>
                <a:lnTo>
                  <a:pt x="2381250" y="1543050"/>
                </a:lnTo>
                <a:close/>
                <a:moveTo>
                  <a:pt x="2076450" y="1543050"/>
                </a:moveTo>
                <a:lnTo>
                  <a:pt x="2085975" y="1543050"/>
                </a:lnTo>
                <a:lnTo>
                  <a:pt x="2085975" y="1552575"/>
                </a:lnTo>
                <a:lnTo>
                  <a:pt x="2105025" y="1552575"/>
                </a:lnTo>
                <a:lnTo>
                  <a:pt x="2105025" y="1562100"/>
                </a:lnTo>
                <a:lnTo>
                  <a:pt x="2133600" y="1562100"/>
                </a:lnTo>
                <a:lnTo>
                  <a:pt x="2133600" y="1552575"/>
                </a:lnTo>
                <a:lnTo>
                  <a:pt x="2143125" y="1552575"/>
                </a:lnTo>
                <a:lnTo>
                  <a:pt x="2143125" y="1581150"/>
                </a:lnTo>
                <a:lnTo>
                  <a:pt x="2095500" y="1581150"/>
                </a:lnTo>
                <a:lnTo>
                  <a:pt x="2095500" y="1571625"/>
                </a:lnTo>
                <a:lnTo>
                  <a:pt x="2076450" y="1571625"/>
                </a:lnTo>
                <a:close/>
                <a:moveTo>
                  <a:pt x="2295525" y="1543050"/>
                </a:moveTo>
                <a:lnTo>
                  <a:pt x="2305050" y="1543050"/>
                </a:lnTo>
                <a:lnTo>
                  <a:pt x="2305050" y="1562100"/>
                </a:lnTo>
                <a:lnTo>
                  <a:pt x="2295525" y="1562100"/>
                </a:lnTo>
                <a:close/>
                <a:moveTo>
                  <a:pt x="2409825" y="1543050"/>
                </a:moveTo>
                <a:lnTo>
                  <a:pt x="2419350" y="1543050"/>
                </a:lnTo>
                <a:lnTo>
                  <a:pt x="2419350" y="1552575"/>
                </a:lnTo>
                <a:lnTo>
                  <a:pt x="2409825" y="1552575"/>
                </a:lnTo>
                <a:close/>
                <a:moveTo>
                  <a:pt x="2447925" y="1543050"/>
                </a:moveTo>
                <a:lnTo>
                  <a:pt x="2457450" y="1543050"/>
                </a:lnTo>
                <a:lnTo>
                  <a:pt x="2457450" y="1552575"/>
                </a:lnTo>
                <a:lnTo>
                  <a:pt x="2476500" y="1552575"/>
                </a:lnTo>
                <a:lnTo>
                  <a:pt x="2476500" y="1562100"/>
                </a:lnTo>
                <a:lnTo>
                  <a:pt x="2505075" y="1562100"/>
                </a:lnTo>
                <a:lnTo>
                  <a:pt x="2505075" y="1571625"/>
                </a:lnTo>
                <a:lnTo>
                  <a:pt x="2514600" y="1571625"/>
                </a:lnTo>
                <a:lnTo>
                  <a:pt x="2514600" y="1581150"/>
                </a:lnTo>
                <a:lnTo>
                  <a:pt x="2524125" y="1581150"/>
                </a:lnTo>
                <a:lnTo>
                  <a:pt x="2524125" y="1590675"/>
                </a:lnTo>
                <a:lnTo>
                  <a:pt x="2533650" y="1590675"/>
                </a:lnTo>
                <a:lnTo>
                  <a:pt x="2533650" y="1571625"/>
                </a:lnTo>
                <a:lnTo>
                  <a:pt x="2543175" y="1571625"/>
                </a:lnTo>
                <a:lnTo>
                  <a:pt x="2543175" y="1581150"/>
                </a:lnTo>
                <a:lnTo>
                  <a:pt x="2552700" y="1581150"/>
                </a:lnTo>
                <a:lnTo>
                  <a:pt x="2552700" y="1590675"/>
                </a:lnTo>
                <a:lnTo>
                  <a:pt x="2590800" y="1590675"/>
                </a:lnTo>
                <a:lnTo>
                  <a:pt x="2590800" y="1581150"/>
                </a:lnTo>
                <a:lnTo>
                  <a:pt x="2600325" y="1581150"/>
                </a:lnTo>
                <a:lnTo>
                  <a:pt x="2600325" y="1571625"/>
                </a:lnTo>
                <a:lnTo>
                  <a:pt x="2609850" y="1571625"/>
                </a:lnTo>
                <a:lnTo>
                  <a:pt x="2609850" y="1581150"/>
                </a:lnTo>
                <a:lnTo>
                  <a:pt x="2619375" y="1581150"/>
                </a:lnTo>
                <a:lnTo>
                  <a:pt x="2619375" y="1590675"/>
                </a:lnTo>
                <a:lnTo>
                  <a:pt x="2657475" y="1590675"/>
                </a:lnTo>
                <a:lnTo>
                  <a:pt x="2657475" y="1581150"/>
                </a:lnTo>
                <a:lnTo>
                  <a:pt x="2667000" y="1581150"/>
                </a:lnTo>
                <a:lnTo>
                  <a:pt x="2667000" y="1571625"/>
                </a:lnTo>
                <a:lnTo>
                  <a:pt x="2676525" y="1571625"/>
                </a:lnTo>
                <a:lnTo>
                  <a:pt x="2676525" y="1562100"/>
                </a:lnTo>
                <a:lnTo>
                  <a:pt x="2686050" y="1562100"/>
                </a:lnTo>
                <a:lnTo>
                  <a:pt x="2686050" y="1543050"/>
                </a:lnTo>
                <a:lnTo>
                  <a:pt x="2705100" y="1543050"/>
                </a:lnTo>
                <a:lnTo>
                  <a:pt x="2705100" y="1552575"/>
                </a:lnTo>
                <a:lnTo>
                  <a:pt x="2714625" y="1552575"/>
                </a:lnTo>
                <a:lnTo>
                  <a:pt x="2714625" y="1562100"/>
                </a:lnTo>
                <a:lnTo>
                  <a:pt x="2705100" y="1562100"/>
                </a:lnTo>
                <a:lnTo>
                  <a:pt x="2705100" y="1590675"/>
                </a:lnTo>
                <a:lnTo>
                  <a:pt x="2714625" y="1590675"/>
                </a:lnTo>
                <a:lnTo>
                  <a:pt x="2714625" y="1581150"/>
                </a:lnTo>
                <a:lnTo>
                  <a:pt x="2724150" y="1581150"/>
                </a:lnTo>
                <a:lnTo>
                  <a:pt x="2724150" y="1590675"/>
                </a:lnTo>
                <a:lnTo>
                  <a:pt x="2743200" y="1590675"/>
                </a:lnTo>
                <a:lnTo>
                  <a:pt x="2743200" y="1609725"/>
                </a:lnTo>
                <a:lnTo>
                  <a:pt x="2752725" y="1609725"/>
                </a:lnTo>
                <a:lnTo>
                  <a:pt x="2752725" y="1647825"/>
                </a:lnTo>
                <a:lnTo>
                  <a:pt x="2705100" y="1647825"/>
                </a:lnTo>
                <a:lnTo>
                  <a:pt x="2705100" y="1638300"/>
                </a:lnTo>
                <a:lnTo>
                  <a:pt x="2695575" y="1638300"/>
                </a:lnTo>
                <a:lnTo>
                  <a:pt x="2695575" y="1647825"/>
                </a:lnTo>
                <a:lnTo>
                  <a:pt x="2657475" y="1647825"/>
                </a:lnTo>
                <a:lnTo>
                  <a:pt x="2657475" y="1638300"/>
                </a:lnTo>
                <a:lnTo>
                  <a:pt x="2562225" y="1638300"/>
                </a:lnTo>
                <a:lnTo>
                  <a:pt x="2562225" y="1628775"/>
                </a:lnTo>
                <a:lnTo>
                  <a:pt x="2533650" y="1628775"/>
                </a:lnTo>
                <a:lnTo>
                  <a:pt x="2533650" y="1619250"/>
                </a:lnTo>
                <a:lnTo>
                  <a:pt x="2524125" y="1619250"/>
                </a:lnTo>
                <a:lnTo>
                  <a:pt x="2524125" y="1628775"/>
                </a:lnTo>
                <a:lnTo>
                  <a:pt x="2495550" y="1628775"/>
                </a:lnTo>
                <a:lnTo>
                  <a:pt x="2495550" y="1619250"/>
                </a:lnTo>
                <a:lnTo>
                  <a:pt x="2486025" y="1619250"/>
                </a:lnTo>
                <a:lnTo>
                  <a:pt x="2486025" y="1609725"/>
                </a:lnTo>
                <a:lnTo>
                  <a:pt x="2495550" y="1609725"/>
                </a:lnTo>
                <a:lnTo>
                  <a:pt x="2495550" y="1600200"/>
                </a:lnTo>
                <a:lnTo>
                  <a:pt x="2505075" y="1600200"/>
                </a:lnTo>
                <a:lnTo>
                  <a:pt x="2505075" y="1581150"/>
                </a:lnTo>
                <a:lnTo>
                  <a:pt x="2495550" y="1581150"/>
                </a:lnTo>
                <a:lnTo>
                  <a:pt x="2495550" y="1571625"/>
                </a:lnTo>
                <a:lnTo>
                  <a:pt x="2486025" y="1571625"/>
                </a:lnTo>
                <a:lnTo>
                  <a:pt x="2486025" y="1581150"/>
                </a:lnTo>
                <a:lnTo>
                  <a:pt x="2476500" y="1581150"/>
                </a:lnTo>
                <a:lnTo>
                  <a:pt x="2476500" y="1571625"/>
                </a:lnTo>
                <a:lnTo>
                  <a:pt x="2466975" y="1571625"/>
                </a:lnTo>
                <a:lnTo>
                  <a:pt x="2466975" y="1562100"/>
                </a:lnTo>
                <a:lnTo>
                  <a:pt x="2419350" y="1562100"/>
                </a:lnTo>
                <a:lnTo>
                  <a:pt x="2419350" y="1552575"/>
                </a:lnTo>
                <a:lnTo>
                  <a:pt x="2447925" y="1552575"/>
                </a:lnTo>
                <a:close/>
                <a:moveTo>
                  <a:pt x="2724150" y="1543050"/>
                </a:moveTo>
                <a:lnTo>
                  <a:pt x="2743200" y="1543050"/>
                </a:lnTo>
                <a:lnTo>
                  <a:pt x="2743200" y="1552575"/>
                </a:lnTo>
                <a:lnTo>
                  <a:pt x="2752725" y="1552575"/>
                </a:lnTo>
                <a:lnTo>
                  <a:pt x="2752725" y="1562100"/>
                </a:lnTo>
                <a:lnTo>
                  <a:pt x="2762250" y="1562100"/>
                </a:lnTo>
                <a:lnTo>
                  <a:pt x="2762250" y="1571625"/>
                </a:lnTo>
                <a:lnTo>
                  <a:pt x="2771775" y="1571625"/>
                </a:lnTo>
                <a:lnTo>
                  <a:pt x="2771775" y="1581150"/>
                </a:lnTo>
                <a:lnTo>
                  <a:pt x="2790825" y="1581150"/>
                </a:lnTo>
                <a:lnTo>
                  <a:pt x="2790825" y="1590675"/>
                </a:lnTo>
                <a:lnTo>
                  <a:pt x="2809875" y="1590675"/>
                </a:lnTo>
                <a:lnTo>
                  <a:pt x="2809875" y="1638300"/>
                </a:lnTo>
                <a:lnTo>
                  <a:pt x="2790825" y="1638300"/>
                </a:lnTo>
                <a:lnTo>
                  <a:pt x="2790825" y="1647825"/>
                </a:lnTo>
                <a:lnTo>
                  <a:pt x="2800350" y="1647825"/>
                </a:lnTo>
                <a:lnTo>
                  <a:pt x="2800350" y="1657350"/>
                </a:lnTo>
                <a:lnTo>
                  <a:pt x="2762250" y="1657350"/>
                </a:lnTo>
                <a:lnTo>
                  <a:pt x="2762250" y="1619250"/>
                </a:lnTo>
                <a:lnTo>
                  <a:pt x="2771775" y="1619250"/>
                </a:lnTo>
                <a:lnTo>
                  <a:pt x="2771775" y="1609725"/>
                </a:lnTo>
                <a:lnTo>
                  <a:pt x="2762250" y="1609725"/>
                </a:lnTo>
                <a:lnTo>
                  <a:pt x="2762250" y="1590675"/>
                </a:lnTo>
                <a:lnTo>
                  <a:pt x="2752725" y="1590675"/>
                </a:lnTo>
                <a:lnTo>
                  <a:pt x="2752725" y="1581150"/>
                </a:lnTo>
                <a:lnTo>
                  <a:pt x="2733675" y="1581150"/>
                </a:lnTo>
                <a:lnTo>
                  <a:pt x="2733675" y="1562100"/>
                </a:lnTo>
                <a:lnTo>
                  <a:pt x="2724150" y="1562100"/>
                </a:lnTo>
                <a:close/>
                <a:moveTo>
                  <a:pt x="2171700" y="1552575"/>
                </a:moveTo>
                <a:lnTo>
                  <a:pt x="2181225" y="1552575"/>
                </a:lnTo>
                <a:lnTo>
                  <a:pt x="2181225" y="1562100"/>
                </a:lnTo>
                <a:lnTo>
                  <a:pt x="2171700" y="1562100"/>
                </a:lnTo>
                <a:close/>
                <a:moveTo>
                  <a:pt x="2190750" y="1552575"/>
                </a:moveTo>
                <a:lnTo>
                  <a:pt x="2228850" y="1552575"/>
                </a:lnTo>
                <a:lnTo>
                  <a:pt x="2228850" y="1562100"/>
                </a:lnTo>
                <a:lnTo>
                  <a:pt x="2238375" y="1562100"/>
                </a:lnTo>
                <a:lnTo>
                  <a:pt x="2238375" y="1571625"/>
                </a:lnTo>
                <a:lnTo>
                  <a:pt x="2257425" y="1571625"/>
                </a:lnTo>
                <a:lnTo>
                  <a:pt x="2257425" y="1562100"/>
                </a:lnTo>
                <a:lnTo>
                  <a:pt x="2276475" y="1562100"/>
                </a:lnTo>
                <a:lnTo>
                  <a:pt x="2276475" y="1571625"/>
                </a:lnTo>
                <a:lnTo>
                  <a:pt x="2286000" y="1571625"/>
                </a:lnTo>
                <a:lnTo>
                  <a:pt x="2286000" y="1581150"/>
                </a:lnTo>
                <a:lnTo>
                  <a:pt x="2295525" y="1581150"/>
                </a:lnTo>
                <a:lnTo>
                  <a:pt x="2295525" y="1590675"/>
                </a:lnTo>
                <a:lnTo>
                  <a:pt x="2286000" y="1590675"/>
                </a:lnTo>
                <a:lnTo>
                  <a:pt x="2286000" y="1600200"/>
                </a:lnTo>
                <a:lnTo>
                  <a:pt x="2266950" y="1600200"/>
                </a:lnTo>
                <a:lnTo>
                  <a:pt x="2266950" y="1590675"/>
                </a:lnTo>
                <a:lnTo>
                  <a:pt x="2238375" y="1590675"/>
                </a:lnTo>
                <a:lnTo>
                  <a:pt x="2238375" y="1581150"/>
                </a:lnTo>
                <a:lnTo>
                  <a:pt x="2190750" y="1581150"/>
                </a:lnTo>
                <a:lnTo>
                  <a:pt x="2190750" y="1571625"/>
                </a:lnTo>
                <a:lnTo>
                  <a:pt x="2181225" y="1571625"/>
                </a:lnTo>
                <a:lnTo>
                  <a:pt x="2181225" y="1562100"/>
                </a:lnTo>
                <a:lnTo>
                  <a:pt x="2190750" y="1562100"/>
                </a:lnTo>
                <a:close/>
                <a:moveTo>
                  <a:pt x="2514600" y="1552575"/>
                </a:moveTo>
                <a:lnTo>
                  <a:pt x="2524125" y="1552575"/>
                </a:lnTo>
                <a:lnTo>
                  <a:pt x="2524125" y="1562100"/>
                </a:lnTo>
                <a:lnTo>
                  <a:pt x="2514600" y="1562100"/>
                </a:lnTo>
                <a:close/>
                <a:moveTo>
                  <a:pt x="2533650" y="1552575"/>
                </a:moveTo>
                <a:lnTo>
                  <a:pt x="2543175" y="1552575"/>
                </a:lnTo>
                <a:lnTo>
                  <a:pt x="2543175" y="1562100"/>
                </a:lnTo>
                <a:lnTo>
                  <a:pt x="2533650" y="1562100"/>
                </a:lnTo>
                <a:close/>
                <a:moveTo>
                  <a:pt x="3086100" y="1552575"/>
                </a:moveTo>
                <a:lnTo>
                  <a:pt x="3114675" y="1552575"/>
                </a:lnTo>
                <a:lnTo>
                  <a:pt x="3114675" y="1562100"/>
                </a:lnTo>
                <a:lnTo>
                  <a:pt x="3086100" y="1562100"/>
                </a:lnTo>
                <a:close/>
                <a:moveTo>
                  <a:pt x="2333625" y="1562100"/>
                </a:moveTo>
                <a:lnTo>
                  <a:pt x="2343150" y="1562100"/>
                </a:lnTo>
                <a:lnTo>
                  <a:pt x="2343150" y="1571625"/>
                </a:lnTo>
                <a:lnTo>
                  <a:pt x="2333625" y="1571625"/>
                </a:lnTo>
                <a:close/>
                <a:moveTo>
                  <a:pt x="3114675" y="1562100"/>
                </a:moveTo>
                <a:lnTo>
                  <a:pt x="3124200" y="1562100"/>
                </a:lnTo>
                <a:lnTo>
                  <a:pt x="3124200" y="1581150"/>
                </a:lnTo>
                <a:lnTo>
                  <a:pt x="3114675" y="1581150"/>
                </a:lnTo>
                <a:close/>
                <a:moveTo>
                  <a:pt x="2028825" y="1571625"/>
                </a:moveTo>
                <a:lnTo>
                  <a:pt x="2047875" y="1571625"/>
                </a:lnTo>
                <a:lnTo>
                  <a:pt x="2047875" y="1581150"/>
                </a:lnTo>
                <a:lnTo>
                  <a:pt x="2028825" y="1581150"/>
                </a:lnTo>
                <a:close/>
                <a:moveTo>
                  <a:pt x="2057400" y="1571625"/>
                </a:moveTo>
                <a:lnTo>
                  <a:pt x="2066925" y="1571625"/>
                </a:lnTo>
                <a:lnTo>
                  <a:pt x="2066925" y="1581150"/>
                </a:lnTo>
                <a:lnTo>
                  <a:pt x="2057400" y="1581150"/>
                </a:lnTo>
                <a:close/>
                <a:moveTo>
                  <a:pt x="2343150" y="1571625"/>
                </a:moveTo>
                <a:lnTo>
                  <a:pt x="2352675" y="1571625"/>
                </a:lnTo>
                <a:lnTo>
                  <a:pt x="2352675" y="1581150"/>
                </a:lnTo>
                <a:lnTo>
                  <a:pt x="2343150" y="1581150"/>
                </a:lnTo>
                <a:close/>
                <a:moveTo>
                  <a:pt x="2352675" y="1581150"/>
                </a:moveTo>
                <a:lnTo>
                  <a:pt x="2362200" y="1581150"/>
                </a:lnTo>
                <a:lnTo>
                  <a:pt x="2362200" y="1590675"/>
                </a:lnTo>
                <a:lnTo>
                  <a:pt x="2352675" y="1590675"/>
                </a:lnTo>
                <a:close/>
                <a:moveTo>
                  <a:pt x="3086100" y="1581150"/>
                </a:moveTo>
                <a:lnTo>
                  <a:pt x="3114675" y="1581150"/>
                </a:lnTo>
                <a:lnTo>
                  <a:pt x="3114675" y="1590675"/>
                </a:lnTo>
                <a:lnTo>
                  <a:pt x="3095625" y="1590675"/>
                </a:lnTo>
                <a:lnTo>
                  <a:pt x="3095625" y="1600200"/>
                </a:lnTo>
                <a:lnTo>
                  <a:pt x="3105150" y="1600200"/>
                </a:lnTo>
                <a:lnTo>
                  <a:pt x="3105150" y="1619250"/>
                </a:lnTo>
                <a:lnTo>
                  <a:pt x="3114675" y="1619250"/>
                </a:lnTo>
                <a:lnTo>
                  <a:pt x="3114675" y="1657350"/>
                </a:lnTo>
                <a:lnTo>
                  <a:pt x="3124200" y="1657350"/>
                </a:lnTo>
                <a:lnTo>
                  <a:pt x="3124200" y="1628775"/>
                </a:lnTo>
                <a:lnTo>
                  <a:pt x="3152775" y="1628775"/>
                </a:lnTo>
                <a:lnTo>
                  <a:pt x="3152775" y="1638300"/>
                </a:lnTo>
                <a:lnTo>
                  <a:pt x="3171825" y="1638300"/>
                </a:lnTo>
                <a:lnTo>
                  <a:pt x="3171825" y="1657350"/>
                </a:lnTo>
                <a:lnTo>
                  <a:pt x="3190875" y="1657350"/>
                </a:lnTo>
                <a:lnTo>
                  <a:pt x="3190875" y="1676400"/>
                </a:lnTo>
                <a:lnTo>
                  <a:pt x="3181350" y="1676400"/>
                </a:lnTo>
                <a:lnTo>
                  <a:pt x="3181350" y="1685925"/>
                </a:lnTo>
                <a:lnTo>
                  <a:pt x="3171825" y="1685925"/>
                </a:lnTo>
                <a:lnTo>
                  <a:pt x="3171825" y="1695450"/>
                </a:lnTo>
                <a:lnTo>
                  <a:pt x="3095625" y="1695450"/>
                </a:lnTo>
                <a:lnTo>
                  <a:pt x="3095625" y="1685925"/>
                </a:lnTo>
                <a:lnTo>
                  <a:pt x="2990850" y="1685925"/>
                </a:lnTo>
                <a:lnTo>
                  <a:pt x="2990850" y="1666875"/>
                </a:lnTo>
                <a:lnTo>
                  <a:pt x="3000375" y="1666875"/>
                </a:lnTo>
                <a:lnTo>
                  <a:pt x="3000375" y="1657350"/>
                </a:lnTo>
                <a:lnTo>
                  <a:pt x="2990850" y="1657350"/>
                </a:lnTo>
                <a:lnTo>
                  <a:pt x="2990850" y="1647825"/>
                </a:lnTo>
                <a:lnTo>
                  <a:pt x="2952750" y="1647825"/>
                </a:lnTo>
                <a:lnTo>
                  <a:pt x="2952750" y="1666875"/>
                </a:lnTo>
                <a:lnTo>
                  <a:pt x="2895600" y="1666875"/>
                </a:lnTo>
                <a:lnTo>
                  <a:pt x="2895600" y="1657350"/>
                </a:lnTo>
                <a:lnTo>
                  <a:pt x="2867025" y="1657350"/>
                </a:lnTo>
                <a:lnTo>
                  <a:pt x="2867025" y="1666875"/>
                </a:lnTo>
                <a:lnTo>
                  <a:pt x="2847975" y="1666875"/>
                </a:lnTo>
                <a:lnTo>
                  <a:pt x="2847975" y="1657350"/>
                </a:lnTo>
                <a:lnTo>
                  <a:pt x="2857500" y="1657350"/>
                </a:lnTo>
                <a:lnTo>
                  <a:pt x="2857500" y="1609725"/>
                </a:lnTo>
                <a:lnTo>
                  <a:pt x="2867025" y="1609725"/>
                </a:lnTo>
                <a:lnTo>
                  <a:pt x="2867025" y="1600200"/>
                </a:lnTo>
                <a:lnTo>
                  <a:pt x="2895600" y="1600200"/>
                </a:lnTo>
                <a:lnTo>
                  <a:pt x="2895600" y="1590675"/>
                </a:lnTo>
                <a:lnTo>
                  <a:pt x="2914650" y="1590675"/>
                </a:lnTo>
                <a:lnTo>
                  <a:pt x="2914650" y="1600200"/>
                </a:lnTo>
                <a:lnTo>
                  <a:pt x="2952750" y="1600200"/>
                </a:lnTo>
                <a:lnTo>
                  <a:pt x="2952750" y="1609725"/>
                </a:lnTo>
                <a:lnTo>
                  <a:pt x="2962275" y="1609725"/>
                </a:lnTo>
                <a:lnTo>
                  <a:pt x="2962275" y="1619250"/>
                </a:lnTo>
                <a:lnTo>
                  <a:pt x="2952750" y="1619250"/>
                </a:lnTo>
                <a:lnTo>
                  <a:pt x="2952750" y="1628775"/>
                </a:lnTo>
                <a:lnTo>
                  <a:pt x="2962275" y="1628775"/>
                </a:lnTo>
                <a:lnTo>
                  <a:pt x="2962275" y="1638300"/>
                </a:lnTo>
                <a:lnTo>
                  <a:pt x="2981325" y="1638300"/>
                </a:lnTo>
                <a:lnTo>
                  <a:pt x="2981325" y="1619250"/>
                </a:lnTo>
                <a:lnTo>
                  <a:pt x="2971800" y="1619250"/>
                </a:lnTo>
                <a:lnTo>
                  <a:pt x="2971800" y="1600200"/>
                </a:lnTo>
                <a:lnTo>
                  <a:pt x="2990850" y="1600200"/>
                </a:lnTo>
                <a:lnTo>
                  <a:pt x="2990850" y="1609725"/>
                </a:lnTo>
                <a:lnTo>
                  <a:pt x="3000375" y="1609725"/>
                </a:lnTo>
                <a:lnTo>
                  <a:pt x="3000375" y="1619250"/>
                </a:lnTo>
                <a:lnTo>
                  <a:pt x="3028950" y="1619250"/>
                </a:lnTo>
                <a:lnTo>
                  <a:pt x="3028950" y="1600200"/>
                </a:lnTo>
                <a:lnTo>
                  <a:pt x="3048000" y="1600200"/>
                </a:lnTo>
                <a:lnTo>
                  <a:pt x="3048000" y="1590675"/>
                </a:lnTo>
                <a:lnTo>
                  <a:pt x="3057525" y="1590675"/>
                </a:lnTo>
                <a:lnTo>
                  <a:pt x="3057525" y="1600200"/>
                </a:lnTo>
                <a:lnTo>
                  <a:pt x="3076575" y="1600200"/>
                </a:lnTo>
                <a:lnTo>
                  <a:pt x="3076575" y="1590675"/>
                </a:lnTo>
                <a:lnTo>
                  <a:pt x="3086100" y="1590675"/>
                </a:lnTo>
                <a:close/>
                <a:moveTo>
                  <a:pt x="1981200" y="1590675"/>
                </a:moveTo>
                <a:lnTo>
                  <a:pt x="1990725" y="1590675"/>
                </a:lnTo>
                <a:lnTo>
                  <a:pt x="1990725" y="1600200"/>
                </a:lnTo>
                <a:lnTo>
                  <a:pt x="1981200" y="1600200"/>
                </a:lnTo>
                <a:close/>
                <a:moveTo>
                  <a:pt x="2362200" y="1590675"/>
                </a:moveTo>
                <a:lnTo>
                  <a:pt x="2381250" y="1590675"/>
                </a:lnTo>
                <a:lnTo>
                  <a:pt x="2381250" y="1600200"/>
                </a:lnTo>
                <a:lnTo>
                  <a:pt x="2400300" y="1600200"/>
                </a:lnTo>
                <a:lnTo>
                  <a:pt x="2400300" y="1609725"/>
                </a:lnTo>
                <a:lnTo>
                  <a:pt x="2419350" y="1609725"/>
                </a:lnTo>
                <a:lnTo>
                  <a:pt x="2419350" y="1619250"/>
                </a:lnTo>
                <a:lnTo>
                  <a:pt x="2390775" y="1619250"/>
                </a:lnTo>
                <a:lnTo>
                  <a:pt x="2390775" y="1609725"/>
                </a:lnTo>
                <a:lnTo>
                  <a:pt x="2371725" y="1609725"/>
                </a:lnTo>
                <a:lnTo>
                  <a:pt x="2371725" y="1600200"/>
                </a:lnTo>
                <a:lnTo>
                  <a:pt x="2362200" y="1600200"/>
                </a:lnTo>
                <a:close/>
                <a:moveTo>
                  <a:pt x="1971675" y="1600200"/>
                </a:moveTo>
                <a:lnTo>
                  <a:pt x="1981200" y="1600200"/>
                </a:lnTo>
                <a:lnTo>
                  <a:pt x="1981200" y="1609725"/>
                </a:lnTo>
                <a:lnTo>
                  <a:pt x="1971675" y="1609725"/>
                </a:lnTo>
                <a:close/>
                <a:moveTo>
                  <a:pt x="2714625" y="1609725"/>
                </a:moveTo>
                <a:lnTo>
                  <a:pt x="2724150" y="1609725"/>
                </a:lnTo>
                <a:lnTo>
                  <a:pt x="2724150" y="1600200"/>
                </a:lnTo>
                <a:lnTo>
                  <a:pt x="2714625" y="1600200"/>
                </a:lnTo>
                <a:close/>
                <a:moveTo>
                  <a:pt x="2438400" y="1619250"/>
                </a:moveTo>
                <a:lnTo>
                  <a:pt x="2457450" y="1619250"/>
                </a:lnTo>
                <a:lnTo>
                  <a:pt x="2457450" y="1628775"/>
                </a:lnTo>
                <a:lnTo>
                  <a:pt x="2438400" y="1628775"/>
                </a:lnTo>
                <a:close/>
                <a:moveTo>
                  <a:pt x="2466975" y="1619250"/>
                </a:moveTo>
                <a:lnTo>
                  <a:pt x="2476500" y="1619250"/>
                </a:lnTo>
                <a:lnTo>
                  <a:pt x="2476500" y="1628775"/>
                </a:lnTo>
                <a:lnTo>
                  <a:pt x="2466975" y="1628775"/>
                </a:lnTo>
                <a:close/>
                <a:moveTo>
                  <a:pt x="2581275" y="1619250"/>
                </a:moveTo>
                <a:lnTo>
                  <a:pt x="2590800" y="1619250"/>
                </a:lnTo>
                <a:lnTo>
                  <a:pt x="2590800" y="1628775"/>
                </a:lnTo>
                <a:lnTo>
                  <a:pt x="2628900" y="1628775"/>
                </a:lnTo>
                <a:lnTo>
                  <a:pt x="2628900" y="1619250"/>
                </a:lnTo>
                <a:lnTo>
                  <a:pt x="2647950" y="1619250"/>
                </a:lnTo>
                <a:lnTo>
                  <a:pt x="2647950" y="1628775"/>
                </a:lnTo>
                <a:lnTo>
                  <a:pt x="2657475" y="1628775"/>
                </a:lnTo>
                <a:lnTo>
                  <a:pt x="2657475" y="1619250"/>
                </a:lnTo>
                <a:lnTo>
                  <a:pt x="2667000" y="1619250"/>
                </a:lnTo>
                <a:lnTo>
                  <a:pt x="2667000" y="1609725"/>
                </a:lnTo>
                <a:lnTo>
                  <a:pt x="2638425" y="1609725"/>
                </a:lnTo>
                <a:lnTo>
                  <a:pt x="2638425" y="1600200"/>
                </a:lnTo>
                <a:lnTo>
                  <a:pt x="2590800" y="1600200"/>
                </a:lnTo>
                <a:lnTo>
                  <a:pt x="2590800" y="1609725"/>
                </a:lnTo>
                <a:lnTo>
                  <a:pt x="2581275" y="1609725"/>
                </a:lnTo>
                <a:close/>
                <a:moveTo>
                  <a:pt x="3457575" y="1619250"/>
                </a:moveTo>
                <a:lnTo>
                  <a:pt x="3467100" y="1619250"/>
                </a:lnTo>
                <a:lnTo>
                  <a:pt x="3467100" y="1647825"/>
                </a:lnTo>
                <a:lnTo>
                  <a:pt x="3457575" y="1647825"/>
                </a:lnTo>
                <a:lnTo>
                  <a:pt x="3457575" y="1638300"/>
                </a:lnTo>
                <a:lnTo>
                  <a:pt x="3448050" y="1638300"/>
                </a:lnTo>
                <a:lnTo>
                  <a:pt x="3448050" y="1628775"/>
                </a:lnTo>
                <a:lnTo>
                  <a:pt x="3457575" y="1628775"/>
                </a:lnTo>
                <a:close/>
                <a:moveTo>
                  <a:pt x="3429000" y="1638300"/>
                </a:moveTo>
                <a:lnTo>
                  <a:pt x="3438525" y="1638300"/>
                </a:lnTo>
                <a:lnTo>
                  <a:pt x="3438525" y="1657350"/>
                </a:lnTo>
                <a:lnTo>
                  <a:pt x="3448050" y="1657350"/>
                </a:lnTo>
                <a:lnTo>
                  <a:pt x="3448050" y="1666875"/>
                </a:lnTo>
                <a:lnTo>
                  <a:pt x="3457575" y="1666875"/>
                </a:lnTo>
                <a:lnTo>
                  <a:pt x="3457575" y="1685925"/>
                </a:lnTo>
                <a:lnTo>
                  <a:pt x="3467100" y="1685925"/>
                </a:lnTo>
                <a:lnTo>
                  <a:pt x="3467100" y="1704975"/>
                </a:lnTo>
                <a:lnTo>
                  <a:pt x="3457575" y="1704975"/>
                </a:lnTo>
                <a:lnTo>
                  <a:pt x="3457575" y="1714500"/>
                </a:lnTo>
                <a:lnTo>
                  <a:pt x="3429000" y="1714500"/>
                </a:lnTo>
                <a:lnTo>
                  <a:pt x="3429000" y="1724025"/>
                </a:lnTo>
                <a:lnTo>
                  <a:pt x="3409950" y="1724025"/>
                </a:lnTo>
                <a:lnTo>
                  <a:pt x="3409950" y="1733550"/>
                </a:lnTo>
                <a:lnTo>
                  <a:pt x="3390900" y="1733550"/>
                </a:lnTo>
                <a:lnTo>
                  <a:pt x="3390900" y="1743075"/>
                </a:lnTo>
                <a:lnTo>
                  <a:pt x="3381375" y="1743075"/>
                </a:lnTo>
                <a:lnTo>
                  <a:pt x="3381375" y="1733550"/>
                </a:lnTo>
                <a:lnTo>
                  <a:pt x="3371850" y="1733550"/>
                </a:lnTo>
                <a:lnTo>
                  <a:pt x="3371850" y="1724025"/>
                </a:lnTo>
                <a:lnTo>
                  <a:pt x="3362325" y="1724025"/>
                </a:lnTo>
                <a:lnTo>
                  <a:pt x="3362325" y="1704975"/>
                </a:lnTo>
                <a:lnTo>
                  <a:pt x="3352800" y="1704975"/>
                </a:lnTo>
                <a:lnTo>
                  <a:pt x="3352800" y="1695450"/>
                </a:lnTo>
                <a:lnTo>
                  <a:pt x="3371850" y="1695450"/>
                </a:lnTo>
                <a:lnTo>
                  <a:pt x="3371850" y="1704975"/>
                </a:lnTo>
                <a:lnTo>
                  <a:pt x="3381375" y="1704975"/>
                </a:lnTo>
                <a:lnTo>
                  <a:pt x="3381375" y="1695450"/>
                </a:lnTo>
                <a:lnTo>
                  <a:pt x="3390900" y="1695450"/>
                </a:lnTo>
                <a:lnTo>
                  <a:pt x="3390900" y="1685925"/>
                </a:lnTo>
                <a:lnTo>
                  <a:pt x="3409950" y="1685925"/>
                </a:lnTo>
                <a:lnTo>
                  <a:pt x="3409950" y="1657350"/>
                </a:lnTo>
                <a:lnTo>
                  <a:pt x="3419475" y="1657350"/>
                </a:lnTo>
                <a:lnTo>
                  <a:pt x="3419475" y="1647825"/>
                </a:lnTo>
                <a:lnTo>
                  <a:pt x="3429000" y="1647825"/>
                </a:lnTo>
                <a:close/>
                <a:moveTo>
                  <a:pt x="2914650" y="1657350"/>
                </a:moveTo>
                <a:lnTo>
                  <a:pt x="2943225" y="1657350"/>
                </a:lnTo>
                <a:lnTo>
                  <a:pt x="2943225" y="1647825"/>
                </a:lnTo>
                <a:lnTo>
                  <a:pt x="2914650" y="1647825"/>
                </a:lnTo>
                <a:close/>
                <a:moveTo>
                  <a:pt x="3028950" y="1657350"/>
                </a:moveTo>
                <a:lnTo>
                  <a:pt x="3057525" y="1657350"/>
                </a:lnTo>
                <a:lnTo>
                  <a:pt x="3057525" y="1647825"/>
                </a:lnTo>
                <a:lnTo>
                  <a:pt x="3048000" y="1647825"/>
                </a:lnTo>
                <a:lnTo>
                  <a:pt x="3048000" y="1638300"/>
                </a:lnTo>
                <a:lnTo>
                  <a:pt x="3028950" y="1638300"/>
                </a:lnTo>
                <a:close/>
                <a:moveTo>
                  <a:pt x="2952750" y="1666875"/>
                </a:moveTo>
                <a:lnTo>
                  <a:pt x="2981325" y="1666875"/>
                </a:lnTo>
                <a:lnTo>
                  <a:pt x="2981325" y="1676400"/>
                </a:lnTo>
                <a:lnTo>
                  <a:pt x="2952750" y="1676400"/>
                </a:lnTo>
                <a:close/>
                <a:moveTo>
                  <a:pt x="3200400" y="1676400"/>
                </a:moveTo>
                <a:lnTo>
                  <a:pt x="3238500" y="1676400"/>
                </a:lnTo>
                <a:lnTo>
                  <a:pt x="3238500" y="1695450"/>
                </a:lnTo>
                <a:lnTo>
                  <a:pt x="3200400" y="1695450"/>
                </a:lnTo>
                <a:close/>
                <a:moveTo>
                  <a:pt x="3333750" y="1676400"/>
                </a:moveTo>
                <a:lnTo>
                  <a:pt x="3343275" y="1676400"/>
                </a:lnTo>
                <a:lnTo>
                  <a:pt x="3343275" y="1685925"/>
                </a:lnTo>
                <a:lnTo>
                  <a:pt x="3333750" y="1685925"/>
                </a:lnTo>
                <a:close/>
                <a:moveTo>
                  <a:pt x="3314700" y="1685925"/>
                </a:moveTo>
                <a:lnTo>
                  <a:pt x="3324225" y="1685925"/>
                </a:lnTo>
                <a:lnTo>
                  <a:pt x="3324225" y="1695450"/>
                </a:lnTo>
                <a:lnTo>
                  <a:pt x="3343275" y="1695450"/>
                </a:lnTo>
                <a:lnTo>
                  <a:pt x="3343275" y="1704975"/>
                </a:lnTo>
                <a:lnTo>
                  <a:pt x="3324225" y="1704975"/>
                </a:lnTo>
                <a:lnTo>
                  <a:pt x="3324225" y="1714500"/>
                </a:lnTo>
                <a:lnTo>
                  <a:pt x="3314700" y="1714500"/>
                </a:lnTo>
                <a:close/>
                <a:moveTo>
                  <a:pt x="3419475" y="1704975"/>
                </a:moveTo>
                <a:lnTo>
                  <a:pt x="3438525" y="1704975"/>
                </a:lnTo>
                <a:lnTo>
                  <a:pt x="3438525" y="1685925"/>
                </a:lnTo>
                <a:lnTo>
                  <a:pt x="3419475" y="1685925"/>
                </a:lnTo>
                <a:close/>
                <a:moveTo>
                  <a:pt x="2266950" y="1752600"/>
                </a:moveTo>
                <a:lnTo>
                  <a:pt x="2276475" y="1752600"/>
                </a:lnTo>
                <a:lnTo>
                  <a:pt x="2276475" y="1771650"/>
                </a:lnTo>
                <a:lnTo>
                  <a:pt x="2257425" y="1771650"/>
                </a:lnTo>
                <a:lnTo>
                  <a:pt x="2257425" y="1762125"/>
                </a:lnTo>
                <a:lnTo>
                  <a:pt x="2266950" y="1762125"/>
                </a:lnTo>
                <a:close/>
                <a:moveTo>
                  <a:pt x="3390900" y="1752600"/>
                </a:moveTo>
                <a:lnTo>
                  <a:pt x="3400425" y="1752600"/>
                </a:lnTo>
                <a:lnTo>
                  <a:pt x="3400425" y="1771650"/>
                </a:lnTo>
                <a:lnTo>
                  <a:pt x="3390900" y="1771650"/>
                </a:lnTo>
                <a:close/>
                <a:moveTo>
                  <a:pt x="2619375" y="1800225"/>
                </a:moveTo>
                <a:lnTo>
                  <a:pt x="2647950" y="1800225"/>
                </a:lnTo>
                <a:lnTo>
                  <a:pt x="2647950" y="1809750"/>
                </a:lnTo>
                <a:lnTo>
                  <a:pt x="2638425" y="1809750"/>
                </a:lnTo>
                <a:lnTo>
                  <a:pt x="2638425" y="1819275"/>
                </a:lnTo>
                <a:lnTo>
                  <a:pt x="2628900" y="1819275"/>
                </a:lnTo>
                <a:lnTo>
                  <a:pt x="2628900" y="1809750"/>
                </a:lnTo>
                <a:lnTo>
                  <a:pt x="2619375" y="1809750"/>
                </a:lnTo>
                <a:close/>
                <a:moveTo>
                  <a:pt x="2276475" y="1809750"/>
                </a:moveTo>
                <a:lnTo>
                  <a:pt x="2286000" y="1809750"/>
                </a:lnTo>
                <a:lnTo>
                  <a:pt x="2286000" y="1828800"/>
                </a:lnTo>
                <a:lnTo>
                  <a:pt x="2276475" y="1828800"/>
                </a:lnTo>
                <a:close/>
                <a:moveTo>
                  <a:pt x="2743200" y="1809750"/>
                </a:moveTo>
                <a:lnTo>
                  <a:pt x="2752725" y="1809750"/>
                </a:lnTo>
                <a:lnTo>
                  <a:pt x="2752725" y="1819275"/>
                </a:lnTo>
                <a:lnTo>
                  <a:pt x="2743200" y="1819275"/>
                </a:lnTo>
                <a:close/>
                <a:moveTo>
                  <a:pt x="3400425" y="1828800"/>
                </a:moveTo>
                <a:lnTo>
                  <a:pt x="3409950" y="1828800"/>
                </a:lnTo>
                <a:lnTo>
                  <a:pt x="3409950" y="1838325"/>
                </a:lnTo>
                <a:lnTo>
                  <a:pt x="3419475" y="1838325"/>
                </a:lnTo>
                <a:lnTo>
                  <a:pt x="3419475" y="1857375"/>
                </a:lnTo>
                <a:lnTo>
                  <a:pt x="3438525" y="1857375"/>
                </a:lnTo>
                <a:lnTo>
                  <a:pt x="3438525" y="1876425"/>
                </a:lnTo>
                <a:lnTo>
                  <a:pt x="3448050" y="1876425"/>
                </a:lnTo>
                <a:lnTo>
                  <a:pt x="3448050" y="1885950"/>
                </a:lnTo>
                <a:lnTo>
                  <a:pt x="3438525" y="1885950"/>
                </a:lnTo>
                <a:lnTo>
                  <a:pt x="3438525" y="1895475"/>
                </a:lnTo>
                <a:lnTo>
                  <a:pt x="3429000" y="1895475"/>
                </a:lnTo>
                <a:lnTo>
                  <a:pt x="3429000" y="1905000"/>
                </a:lnTo>
                <a:lnTo>
                  <a:pt x="3409950" y="1905000"/>
                </a:lnTo>
                <a:lnTo>
                  <a:pt x="3409950" y="1914525"/>
                </a:lnTo>
                <a:lnTo>
                  <a:pt x="3390900" y="1914525"/>
                </a:lnTo>
                <a:lnTo>
                  <a:pt x="3390900" y="1885950"/>
                </a:lnTo>
                <a:lnTo>
                  <a:pt x="3400425" y="1885950"/>
                </a:lnTo>
                <a:lnTo>
                  <a:pt x="3400425" y="1876425"/>
                </a:lnTo>
                <a:lnTo>
                  <a:pt x="3409950" y="1876425"/>
                </a:lnTo>
                <a:lnTo>
                  <a:pt x="3409950" y="1866900"/>
                </a:lnTo>
                <a:lnTo>
                  <a:pt x="3400425" y="1866900"/>
                </a:lnTo>
                <a:close/>
                <a:moveTo>
                  <a:pt x="2286000" y="1838325"/>
                </a:moveTo>
                <a:lnTo>
                  <a:pt x="2295525" y="1838325"/>
                </a:lnTo>
                <a:lnTo>
                  <a:pt x="2295525" y="1847850"/>
                </a:lnTo>
                <a:lnTo>
                  <a:pt x="2286000" y="1847850"/>
                </a:lnTo>
                <a:close/>
                <a:moveTo>
                  <a:pt x="2247900" y="1857375"/>
                </a:moveTo>
                <a:lnTo>
                  <a:pt x="2266950" y="1857375"/>
                </a:lnTo>
                <a:lnTo>
                  <a:pt x="2266950" y="1866900"/>
                </a:lnTo>
                <a:lnTo>
                  <a:pt x="2276475" y="1866900"/>
                </a:lnTo>
                <a:lnTo>
                  <a:pt x="2276475" y="1876425"/>
                </a:lnTo>
                <a:lnTo>
                  <a:pt x="2247900" y="1876425"/>
                </a:lnTo>
                <a:close/>
                <a:moveTo>
                  <a:pt x="3409950" y="1914525"/>
                </a:moveTo>
                <a:lnTo>
                  <a:pt x="3429000" y="1914525"/>
                </a:lnTo>
                <a:lnTo>
                  <a:pt x="3429000" y="1924050"/>
                </a:lnTo>
                <a:lnTo>
                  <a:pt x="3409950" y="1924050"/>
                </a:lnTo>
                <a:close/>
                <a:moveTo>
                  <a:pt x="3381375" y="1971675"/>
                </a:moveTo>
                <a:lnTo>
                  <a:pt x="3400425" y="1971675"/>
                </a:lnTo>
                <a:lnTo>
                  <a:pt x="3400425" y="1981200"/>
                </a:lnTo>
                <a:lnTo>
                  <a:pt x="3381375" y="1981200"/>
                </a:lnTo>
                <a:close/>
                <a:moveTo>
                  <a:pt x="3371850" y="1981200"/>
                </a:moveTo>
                <a:lnTo>
                  <a:pt x="3381375" y="1981200"/>
                </a:lnTo>
                <a:lnTo>
                  <a:pt x="3381375" y="1990725"/>
                </a:lnTo>
                <a:lnTo>
                  <a:pt x="3371850" y="1990725"/>
                </a:lnTo>
                <a:close/>
                <a:moveTo>
                  <a:pt x="3371850" y="2028825"/>
                </a:moveTo>
                <a:lnTo>
                  <a:pt x="3419475" y="2028825"/>
                </a:lnTo>
                <a:lnTo>
                  <a:pt x="3419475" y="2038350"/>
                </a:lnTo>
                <a:lnTo>
                  <a:pt x="3409950" y="2038350"/>
                </a:lnTo>
                <a:lnTo>
                  <a:pt x="3409950" y="2057400"/>
                </a:lnTo>
                <a:lnTo>
                  <a:pt x="3419475" y="2057400"/>
                </a:lnTo>
                <a:lnTo>
                  <a:pt x="3419475" y="2066925"/>
                </a:lnTo>
                <a:lnTo>
                  <a:pt x="3400425" y="2066925"/>
                </a:lnTo>
                <a:lnTo>
                  <a:pt x="3400425" y="2057400"/>
                </a:lnTo>
                <a:lnTo>
                  <a:pt x="3381375" y="2057400"/>
                </a:lnTo>
                <a:lnTo>
                  <a:pt x="3381375" y="2047875"/>
                </a:lnTo>
                <a:lnTo>
                  <a:pt x="3371850" y="2047875"/>
                </a:lnTo>
                <a:close/>
                <a:moveTo>
                  <a:pt x="3352800" y="2095500"/>
                </a:moveTo>
                <a:lnTo>
                  <a:pt x="3371850" y="2095500"/>
                </a:lnTo>
                <a:lnTo>
                  <a:pt x="3371850" y="2105025"/>
                </a:lnTo>
                <a:lnTo>
                  <a:pt x="3352800" y="2105025"/>
                </a:lnTo>
                <a:close/>
                <a:moveTo>
                  <a:pt x="3362325" y="2114550"/>
                </a:moveTo>
                <a:lnTo>
                  <a:pt x="3371850" y="2114550"/>
                </a:lnTo>
                <a:lnTo>
                  <a:pt x="3371850" y="2133600"/>
                </a:lnTo>
                <a:lnTo>
                  <a:pt x="3362325" y="2133600"/>
                </a:lnTo>
                <a:close/>
                <a:moveTo>
                  <a:pt x="3352800" y="2171700"/>
                </a:moveTo>
                <a:lnTo>
                  <a:pt x="3362325" y="2171700"/>
                </a:lnTo>
                <a:lnTo>
                  <a:pt x="3362325" y="2181225"/>
                </a:lnTo>
                <a:lnTo>
                  <a:pt x="3381375" y="2181225"/>
                </a:lnTo>
                <a:lnTo>
                  <a:pt x="3381375" y="2190750"/>
                </a:lnTo>
                <a:lnTo>
                  <a:pt x="3390900" y="2190750"/>
                </a:lnTo>
                <a:lnTo>
                  <a:pt x="3390900" y="2200275"/>
                </a:lnTo>
                <a:lnTo>
                  <a:pt x="3362325" y="2200275"/>
                </a:lnTo>
                <a:lnTo>
                  <a:pt x="3362325" y="2190750"/>
                </a:lnTo>
                <a:lnTo>
                  <a:pt x="3352800" y="2190750"/>
                </a:lnTo>
                <a:close/>
                <a:moveTo>
                  <a:pt x="3333750" y="2447925"/>
                </a:moveTo>
                <a:lnTo>
                  <a:pt x="3343275" y="2447925"/>
                </a:lnTo>
                <a:lnTo>
                  <a:pt x="3343275" y="2466975"/>
                </a:lnTo>
                <a:lnTo>
                  <a:pt x="3362325" y="2466975"/>
                </a:lnTo>
                <a:lnTo>
                  <a:pt x="3362325" y="2495550"/>
                </a:lnTo>
                <a:lnTo>
                  <a:pt x="3352800" y="2495550"/>
                </a:lnTo>
                <a:lnTo>
                  <a:pt x="3352800" y="2486025"/>
                </a:lnTo>
                <a:lnTo>
                  <a:pt x="3343275" y="2486025"/>
                </a:lnTo>
                <a:lnTo>
                  <a:pt x="3343275" y="2476500"/>
                </a:lnTo>
                <a:lnTo>
                  <a:pt x="3324225" y="2476500"/>
                </a:lnTo>
                <a:lnTo>
                  <a:pt x="3324225" y="2457450"/>
                </a:lnTo>
                <a:lnTo>
                  <a:pt x="3333750" y="2457450"/>
                </a:lnTo>
                <a:close/>
                <a:moveTo>
                  <a:pt x="3333750" y="2514600"/>
                </a:moveTo>
                <a:lnTo>
                  <a:pt x="3343275" y="2514600"/>
                </a:lnTo>
                <a:lnTo>
                  <a:pt x="3343275" y="2524125"/>
                </a:lnTo>
                <a:lnTo>
                  <a:pt x="3333750" y="2524125"/>
                </a:lnTo>
                <a:close/>
                <a:moveTo>
                  <a:pt x="3352800" y="2514600"/>
                </a:moveTo>
                <a:lnTo>
                  <a:pt x="3362325" y="2514600"/>
                </a:lnTo>
                <a:lnTo>
                  <a:pt x="3362325" y="2524125"/>
                </a:lnTo>
                <a:lnTo>
                  <a:pt x="3352800" y="2524125"/>
                </a:lnTo>
                <a:close/>
                <a:moveTo>
                  <a:pt x="3333750" y="2543175"/>
                </a:moveTo>
                <a:lnTo>
                  <a:pt x="3343275" y="2543175"/>
                </a:lnTo>
                <a:lnTo>
                  <a:pt x="3343275" y="2552700"/>
                </a:lnTo>
                <a:lnTo>
                  <a:pt x="3352800" y="2552700"/>
                </a:lnTo>
                <a:lnTo>
                  <a:pt x="3352800" y="2581275"/>
                </a:lnTo>
                <a:lnTo>
                  <a:pt x="3333750" y="2581275"/>
                </a:lnTo>
                <a:lnTo>
                  <a:pt x="3333750" y="2571750"/>
                </a:lnTo>
                <a:lnTo>
                  <a:pt x="3324225" y="2571750"/>
                </a:lnTo>
                <a:lnTo>
                  <a:pt x="3324225" y="2562225"/>
                </a:lnTo>
                <a:lnTo>
                  <a:pt x="3333750" y="2562225"/>
                </a:lnTo>
                <a:close/>
                <a:moveTo>
                  <a:pt x="3333750" y="2571750"/>
                </a:moveTo>
                <a:lnTo>
                  <a:pt x="3343275" y="2571750"/>
                </a:lnTo>
                <a:lnTo>
                  <a:pt x="3343275" y="2562225"/>
                </a:lnTo>
                <a:lnTo>
                  <a:pt x="3333750" y="2562225"/>
                </a:lnTo>
                <a:close/>
                <a:moveTo>
                  <a:pt x="3305175" y="2686050"/>
                </a:moveTo>
                <a:lnTo>
                  <a:pt x="3324225" y="2686050"/>
                </a:lnTo>
                <a:lnTo>
                  <a:pt x="3324225" y="2705100"/>
                </a:lnTo>
                <a:lnTo>
                  <a:pt x="3314700" y="2705100"/>
                </a:lnTo>
                <a:lnTo>
                  <a:pt x="3314700" y="2695575"/>
                </a:lnTo>
                <a:lnTo>
                  <a:pt x="3305175" y="2695575"/>
                </a:lnTo>
                <a:close/>
                <a:moveTo>
                  <a:pt x="3295650" y="2771775"/>
                </a:moveTo>
                <a:lnTo>
                  <a:pt x="3305175" y="2771775"/>
                </a:lnTo>
                <a:lnTo>
                  <a:pt x="3305175" y="2781300"/>
                </a:lnTo>
                <a:lnTo>
                  <a:pt x="3295650" y="2781300"/>
                </a:lnTo>
                <a:close/>
                <a:moveTo>
                  <a:pt x="2257425" y="2838450"/>
                </a:moveTo>
                <a:lnTo>
                  <a:pt x="2266950" y="2838450"/>
                </a:lnTo>
                <a:lnTo>
                  <a:pt x="2266950" y="2847975"/>
                </a:lnTo>
                <a:lnTo>
                  <a:pt x="2276475" y="2847975"/>
                </a:lnTo>
                <a:lnTo>
                  <a:pt x="2276475" y="2857500"/>
                </a:lnTo>
                <a:lnTo>
                  <a:pt x="2257425" y="2857500"/>
                </a:lnTo>
                <a:close/>
                <a:moveTo>
                  <a:pt x="2390775" y="2847975"/>
                </a:moveTo>
                <a:lnTo>
                  <a:pt x="2409825" y="2847975"/>
                </a:lnTo>
                <a:lnTo>
                  <a:pt x="2409825" y="2857500"/>
                </a:lnTo>
                <a:lnTo>
                  <a:pt x="2390775" y="2857500"/>
                </a:lnTo>
                <a:close/>
                <a:moveTo>
                  <a:pt x="2314575" y="2857500"/>
                </a:moveTo>
                <a:lnTo>
                  <a:pt x="2324100" y="2857500"/>
                </a:lnTo>
                <a:lnTo>
                  <a:pt x="2324100" y="2886075"/>
                </a:lnTo>
                <a:lnTo>
                  <a:pt x="2314575" y="2886075"/>
                </a:lnTo>
                <a:close/>
                <a:moveTo>
                  <a:pt x="2990850" y="2857500"/>
                </a:moveTo>
                <a:lnTo>
                  <a:pt x="3000375" y="2857500"/>
                </a:lnTo>
                <a:lnTo>
                  <a:pt x="3000375" y="2867025"/>
                </a:lnTo>
                <a:lnTo>
                  <a:pt x="2990850" y="2867025"/>
                </a:lnTo>
                <a:close/>
                <a:moveTo>
                  <a:pt x="3305175" y="2857500"/>
                </a:moveTo>
                <a:lnTo>
                  <a:pt x="3314700" y="2857500"/>
                </a:lnTo>
                <a:lnTo>
                  <a:pt x="3314700" y="2867025"/>
                </a:lnTo>
                <a:lnTo>
                  <a:pt x="3305175" y="2867025"/>
                </a:lnTo>
                <a:close/>
                <a:moveTo>
                  <a:pt x="2171700" y="2867025"/>
                </a:moveTo>
                <a:lnTo>
                  <a:pt x="2181225" y="2867025"/>
                </a:lnTo>
                <a:lnTo>
                  <a:pt x="2181225" y="2876550"/>
                </a:lnTo>
                <a:lnTo>
                  <a:pt x="2171700" y="2876550"/>
                </a:lnTo>
                <a:close/>
                <a:moveTo>
                  <a:pt x="3009900" y="2867025"/>
                </a:moveTo>
                <a:lnTo>
                  <a:pt x="3067050" y="2867025"/>
                </a:lnTo>
                <a:lnTo>
                  <a:pt x="3067050" y="2876550"/>
                </a:lnTo>
                <a:lnTo>
                  <a:pt x="3009900" y="2876550"/>
                </a:lnTo>
                <a:close/>
                <a:moveTo>
                  <a:pt x="3267075" y="2933700"/>
                </a:moveTo>
                <a:lnTo>
                  <a:pt x="3295650" y="2933700"/>
                </a:lnTo>
                <a:lnTo>
                  <a:pt x="3295650" y="2952750"/>
                </a:lnTo>
                <a:lnTo>
                  <a:pt x="3276600" y="2952750"/>
                </a:lnTo>
                <a:lnTo>
                  <a:pt x="3276600" y="2962275"/>
                </a:lnTo>
                <a:lnTo>
                  <a:pt x="3267075" y="2962275"/>
                </a:lnTo>
                <a:close/>
                <a:moveTo>
                  <a:pt x="3257550" y="2962275"/>
                </a:moveTo>
                <a:lnTo>
                  <a:pt x="3267075" y="2962275"/>
                </a:lnTo>
                <a:lnTo>
                  <a:pt x="3267075" y="2981325"/>
                </a:lnTo>
                <a:lnTo>
                  <a:pt x="3276600" y="2981325"/>
                </a:lnTo>
                <a:lnTo>
                  <a:pt x="3276600" y="2990850"/>
                </a:lnTo>
                <a:lnTo>
                  <a:pt x="3257550" y="2990850"/>
                </a:lnTo>
                <a:close/>
                <a:moveTo>
                  <a:pt x="3276600" y="2990850"/>
                </a:moveTo>
                <a:lnTo>
                  <a:pt x="3295650" y="2990850"/>
                </a:lnTo>
                <a:lnTo>
                  <a:pt x="3295650" y="3009900"/>
                </a:lnTo>
                <a:lnTo>
                  <a:pt x="3286125" y="3009900"/>
                </a:lnTo>
                <a:lnTo>
                  <a:pt x="3286125" y="3000375"/>
                </a:lnTo>
                <a:lnTo>
                  <a:pt x="3276600" y="3000375"/>
                </a:lnTo>
                <a:close/>
                <a:moveTo>
                  <a:pt x="2371725" y="3200400"/>
                </a:moveTo>
                <a:lnTo>
                  <a:pt x="2381250" y="3200400"/>
                </a:lnTo>
                <a:lnTo>
                  <a:pt x="2381250" y="3219450"/>
                </a:lnTo>
                <a:lnTo>
                  <a:pt x="2362200" y="3219450"/>
                </a:lnTo>
                <a:lnTo>
                  <a:pt x="2362200" y="3209925"/>
                </a:lnTo>
                <a:lnTo>
                  <a:pt x="2371725" y="3209925"/>
                </a:lnTo>
                <a:close/>
                <a:moveTo>
                  <a:pt x="2295525" y="3209925"/>
                </a:moveTo>
                <a:lnTo>
                  <a:pt x="2305050" y="3209925"/>
                </a:lnTo>
                <a:lnTo>
                  <a:pt x="2305050" y="3228975"/>
                </a:lnTo>
                <a:lnTo>
                  <a:pt x="2295525" y="3228975"/>
                </a:lnTo>
                <a:close/>
                <a:moveTo>
                  <a:pt x="2343150" y="3219450"/>
                </a:moveTo>
                <a:lnTo>
                  <a:pt x="2352675" y="3219450"/>
                </a:lnTo>
                <a:lnTo>
                  <a:pt x="2352675" y="3228975"/>
                </a:lnTo>
                <a:lnTo>
                  <a:pt x="2343150" y="3228975"/>
                </a:lnTo>
                <a:close/>
                <a:moveTo>
                  <a:pt x="3257550" y="3267075"/>
                </a:moveTo>
                <a:lnTo>
                  <a:pt x="3267075" y="3267075"/>
                </a:lnTo>
                <a:lnTo>
                  <a:pt x="3267075" y="3276600"/>
                </a:lnTo>
                <a:lnTo>
                  <a:pt x="3257550" y="3276600"/>
                </a:lnTo>
                <a:close/>
                <a:moveTo>
                  <a:pt x="2047875" y="3324225"/>
                </a:moveTo>
                <a:lnTo>
                  <a:pt x="2057400" y="3324225"/>
                </a:lnTo>
                <a:lnTo>
                  <a:pt x="2057400" y="3333750"/>
                </a:lnTo>
                <a:lnTo>
                  <a:pt x="2047875" y="3333750"/>
                </a:lnTo>
                <a:close/>
                <a:moveTo>
                  <a:pt x="2076450" y="3343275"/>
                </a:moveTo>
                <a:lnTo>
                  <a:pt x="2095500" y="3343275"/>
                </a:lnTo>
                <a:lnTo>
                  <a:pt x="2095500" y="3352800"/>
                </a:lnTo>
                <a:lnTo>
                  <a:pt x="2076450" y="3352800"/>
                </a:lnTo>
                <a:close/>
                <a:moveTo>
                  <a:pt x="2105025" y="3352800"/>
                </a:moveTo>
                <a:lnTo>
                  <a:pt x="2124075" y="3352800"/>
                </a:lnTo>
                <a:lnTo>
                  <a:pt x="2124075" y="3362325"/>
                </a:lnTo>
                <a:lnTo>
                  <a:pt x="2133600" y="3362325"/>
                </a:lnTo>
                <a:lnTo>
                  <a:pt x="2133600" y="3371850"/>
                </a:lnTo>
                <a:lnTo>
                  <a:pt x="2114550" y="3371850"/>
                </a:lnTo>
                <a:lnTo>
                  <a:pt x="2114550" y="3381375"/>
                </a:lnTo>
                <a:lnTo>
                  <a:pt x="2105025" y="3381375"/>
                </a:lnTo>
                <a:close/>
                <a:moveTo>
                  <a:pt x="2152650" y="3362325"/>
                </a:moveTo>
                <a:lnTo>
                  <a:pt x="2181225" y="3362325"/>
                </a:lnTo>
                <a:lnTo>
                  <a:pt x="2181225" y="3371850"/>
                </a:lnTo>
                <a:lnTo>
                  <a:pt x="2190750" y="3371850"/>
                </a:lnTo>
                <a:lnTo>
                  <a:pt x="2190750" y="3381375"/>
                </a:lnTo>
                <a:lnTo>
                  <a:pt x="2181225" y="3381375"/>
                </a:lnTo>
                <a:lnTo>
                  <a:pt x="2181225" y="3409950"/>
                </a:lnTo>
                <a:lnTo>
                  <a:pt x="2190750" y="3409950"/>
                </a:lnTo>
                <a:lnTo>
                  <a:pt x="2190750" y="3429000"/>
                </a:lnTo>
                <a:lnTo>
                  <a:pt x="2200275" y="3429000"/>
                </a:lnTo>
                <a:lnTo>
                  <a:pt x="2200275" y="3409950"/>
                </a:lnTo>
                <a:lnTo>
                  <a:pt x="2209800" y="3409950"/>
                </a:lnTo>
                <a:lnTo>
                  <a:pt x="2209800" y="3438525"/>
                </a:lnTo>
                <a:lnTo>
                  <a:pt x="2190750" y="3438525"/>
                </a:lnTo>
                <a:lnTo>
                  <a:pt x="2190750" y="3457575"/>
                </a:lnTo>
                <a:lnTo>
                  <a:pt x="2181225" y="3457575"/>
                </a:lnTo>
                <a:lnTo>
                  <a:pt x="2181225" y="3448050"/>
                </a:lnTo>
                <a:lnTo>
                  <a:pt x="2171700" y="3448050"/>
                </a:lnTo>
                <a:lnTo>
                  <a:pt x="2171700" y="3457575"/>
                </a:lnTo>
                <a:lnTo>
                  <a:pt x="2181225" y="3457575"/>
                </a:lnTo>
                <a:lnTo>
                  <a:pt x="2181225" y="3467100"/>
                </a:lnTo>
                <a:lnTo>
                  <a:pt x="2133600" y="3467100"/>
                </a:lnTo>
                <a:lnTo>
                  <a:pt x="2133600" y="3457575"/>
                </a:lnTo>
                <a:lnTo>
                  <a:pt x="2152650" y="3457575"/>
                </a:lnTo>
                <a:lnTo>
                  <a:pt x="2152650" y="3448050"/>
                </a:lnTo>
                <a:lnTo>
                  <a:pt x="2143125" y="3448050"/>
                </a:lnTo>
                <a:lnTo>
                  <a:pt x="2143125" y="3419475"/>
                </a:lnTo>
                <a:lnTo>
                  <a:pt x="2124075" y="3419475"/>
                </a:lnTo>
                <a:lnTo>
                  <a:pt x="2124075" y="3409950"/>
                </a:lnTo>
                <a:lnTo>
                  <a:pt x="2114550" y="3409950"/>
                </a:lnTo>
                <a:lnTo>
                  <a:pt x="2114550" y="3390900"/>
                </a:lnTo>
                <a:lnTo>
                  <a:pt x="2133600" y="3390900"/>
                </a:lnTo>
                <a:lnTo>
                  <a:pt x="2133600" y="3371850"/>
                </a:lnTo>
                <a:lnTo>
                  <a:pt x="2152650" y="3371850"/>
                </a:lnTo>
                <a:close/>
                <a:moveTo>
                  <a:pt x="2200275" y="3371850"/>
                </a:moveTo>
                <a:lnTo>
                  <a:pt x="2247900" y="3371850"/>
                </a:lnTo>
                <a:lnTo>
                  <a:pt x="2247900" y="3381375"/>
                </a:lnTo>
                <a:lnTo>
                  <a:pt x="2200275" y="3381375"/>
                </a:lnTo>
                <a:close/>
                <a:moveTo>
                  <a:pt x="2266950" y="3381375"/>
                </a:moveTo>
                <a:lnTo>
                  <a:pt x="2305050" y="3381375"/>
                </a:lnTo>
                <a:lnTo>
                  <a:pt x="2305050" y="3390900"/>
                </a:lnTo>
                <a:lnTo>
                  <a:pt x="2352675" y="3390900"/>
                </a:lnTo>
                <a:lnTo>
                  <a:pt x="2352675" y="3400425"/>
                </a:lnTo>
                <a:lnTo>
                  <a:pt x="2381250" y="3400425"/>
                </a:lnTo>
                <a:lnTo>
                  <a:pt x="2381250" y="3409950"/>
                </a:lnTo>
                <a:lnTo>
                  <a:pt x="2390775" y="3409950"/>
                </a:lnTo>
                <a:lnTo>
                  <a:pt x="2390775" y="3400425"/>
                </a:lnTo>
                <a:lnTo>
                  <a:pt x="2400300" y="3400425"/>
                </a:lnTo>
                <a:lnTo>
                  <a:pt x="2400300" y="3409950"/>
                </a:lnTo>
                <a:lnTo>
                  <a:pt x="2409825" y="3409950"/>
                </a:lnTo>
                <a:lnTo>
                  <a:pt x="2409825" y="3400425"/>
                </a:lnTo>
                <a:lnTo>
                  <a:pt x="2419350" y="3400425"/>
                </a:lnTo>
                <a:lnTo>
                  <a:pt x="2419350" y="3409950"/>
                </a:lnTo>
                <a:lnTo>
                  <a:pt x="2476500" y="3409950"/>
                </a:lnTo>
                <a:lnTo>
                  <a:pt x="2476500" y="3419475"/>
                </a:lnTo>
                <a:lnTo>
                  <a:pt x="2543175" y="3419475"/>
                </a:lnTo>
                <a:lnTo>
                  <a:pt x="2543175" y="3429000"/>
                </a:lnTo>
                <a:lnTo>
                  <a:pt x="2581275" y="3429000"/>
                </a:lnTo>
                <a:lnTo>
                  <a:pt x="2581275" y="3438525"/>
                </a:lnTo>
                <a:lnTo>
                  <a:pt x="2590800" y="3438525"/>
                </a:lnTo>
                <a:lnTo>
                  <a:pt x="2590800" y="3429000"/>
                </a:lnTo>
                <a:lnTo>
                  <a:pt x="2600325" y="3429000"/>
                </a:lnTo>
                <a:lnTo>
                  <a:pt x="2600325" y="3438525"/>
                </a:lnTo>
                <a:lnTo>
                  <a:pt x="2657475" y="3438525"/>
                </a:lnTo>
                <a:lnTo>
                  <a:pt x="2657475" y="3467100"/>
                </a:lnTo>
                <a:lnTo>
                  <a:pt x="2600325" y="3467100"/>
                </a:lnTo>
                <a:lnTo>
                  <a:pt x="2600325" y="3476625"/>
                </a:lnTo>
                <a:lnTo>
                  <a:pt x="2590800" y="3476625"/>
                </a:lnTo>
                <a:lnTo>
                  <a:pt x="2590800" y="3467100"/>
                </a:lnTo>
                <a:lnTo>
                  <a:pt x="2571750" y="3467100"/>
                </a:lnTo>
                <a:lnTo>
                  <a:pt x="2571750" y="3448050"/>
                </a:lnTo>
                <a:lnTo>
                  <a:pt x="2543175" y="3448050"/>
                </a:lnTo>
                <a:lnTo>
                  <a:pt x="2543175" y="3457575"/>
                </a:lnTo>
                <a:lnTo>
                  <a:pt x="2514600" y="3457575"/>
                </a:lnTo>
                <a:lnTo>
                  <a:pt x="2514600" y="3476625"/>
                </a:lnTo>
                <a:lnTo>
                  <a:pt x="2505075" y="3476625"/>
                </a:lnTo>
                <a:lnTo>
                  <a:pt x="2505075" y="3486150"/>
                </a:lnTo>
                <a:lnTo>
                  <a:pt x="2533650" y="3486150"/>
                </a:lnTo>
                <a:lnTo>
                  <a:pt x="2533650" y="3476625"/>
                </a:lnTo>
                <a:lnTo>
                  <a:pt x="2552700" y="3476625"/>
                </a:lnTo>
                <a:lnTo>
                  <a:pt x="2552700" y="3495675"/>
                </a:lnTo>
                <a:lnTo>
                  <a:pt x="2562225" y="3495675"/>
                </a:lnTo>
                <a:lnTo>
                  <a:pt x="2562225" y="3505200"/>
                </a:lnTo>
                <a:lnTo>
                  <a:pt x="2590800" y="3505200"/>
                </a:lnTo>
                <a:lnTo>
                  <a:pt x="2590800" y="3495675"/>
                </a:lnTo>
                <a:lnTo>
                  <a:pt x="2609850" y="3495675"/>
                </a:lnTo>
                <a:lnTo>
                  <a:pt x="2609850" y="3505200"/>
                </a:lnTo>
                <a:lnTo>
                  <a:pt x="2619375" y="3505200"/>
                </a:lnTo>
                <a:lnTo>
                  <a:pt x="2619375" y="3495675"/>
                </a:lnTo>
                <a:lnTo>
                  <a:pt x="2647950" y="3495675"/>
                </a:lnTo>
                <a:lnTo>
                  <a:pt x="2647950" y="3505200"/>
                </a:lnTo>
                <a:lnTo>
                  <a:pt x="2657475" y="3505200"/>
                </a:lnTo>
                <a:lnTo>
                  <a:pt x="2657475" y="3495675"/>
                </a:lnTo>
                <a:lnTo>
                  <a:pt x="2676525" y="3495675"/>
                </a:lnTo>
                <a:lnTo>
                  <a:pt x="2676525" y="3486150"/>
                </a:lnTo>
                <a:lnTo>
                  <a:pt x="2667000" y="3486150"/>
                </a:lnTo>
                <a:lnTo>
                  <a:pt x="2667000" y="3476625"/>
                </a:lnTo>
                <a:lnTo>
                  <a:pt x="2657475" y="3476625"/>
                </a:lnTo>
                <a:lnTo>
                  <a:pt x="2657475" y="3467100"/>
                </a:lnTo>
                <a:lnTo>
                  <a:pt x="2667000" y="3467100"/>
                </a:lnTo>
                <a:lnTo>
                  <a:pt x="2667000" y="3457575"/>
                </a:lnTo>
                <a:lnTo>
                  <a:pt x="2695575" y="3457575"/>
                </a:lnTo>
                <a:lnTo>
                  <a:pt x="2695575" y="3448050"/>
                </a:lnTo>
                <a:lnTo>
                  <a:pt x="2714625" y="3448050"/>
                </a:lnTo>
                <a:lnTo>
                  <a:pt x="2714625" y="3476625"/>
                </a:lnTo>
                <a:lnTo>
                  <a:pt x="2705100" y="3476625"/>
                </a:lnTo>
                <a:lnTo>
                  <a:pt x="2705100" y="3486150"/>
                </a:lnTo>
                <a:lnTo>
                  <a:pt x="2695575" y="3486150"/>
                </a:lnTo>
                <a:lnTo>
                  <a:pt x="2695575" y="3514725"/>
                </a:lnTo>
                <a:lnTo>
                  <a:pt x="2686050" y="3514725"/>
                </a:lnTo>
                <a:lnTo>
                  <a:pt x="2686050" y="3505200"/>
                </a:lnTo>
                <a:lnTo>
                  <a:pt x="2667000" y="3505200"/>
                </a:lnTo>
                <a:lnTo>
                  <a:pt x="2667000" y="3524250"/>
                </a:lnTo>
                <a:lnTo>
                  <a:pt x="2686050" y="3524250"/>
                </a:lnTo>
                <a:lnTo>
                  <a:pt x="2686050" y="3533775"/>
                </a:lnTo>
                <a:lnTo>
                  <a:pt x="2695575" y="3533775"/>
                </a:lnTo>
                <a:lnTo>
                  <a:pt x="2695575" y="3552825"/>
                </a:lnTo>
                <a:lnTo>
                  <a:pt x="2676525" y="3552825"/>
                </a:lnTo>
                <a:lnTo>
                  <a:pt x="2676525" y="3543300"/>
                </a:lnTo>
                <a:lnTo>
                  <a:pt x="2657475" y="3543300"/>
                </a:lnTo>
                <a:lnTo>
                  <a:pt x="2657475" y="3524250"/>
                </a:lnTo>
                <a:lnTo>
                  <a:pt x="2647950" y="3524250"/>
                </a:lnTo>
                <a:lnTo>
                  <a:pt x="2647950" y="3514725"/>
                </a:lnTo>
                <a:lnTo>
                  <a:pt x="2628900" y="3514725"/>
                </a:lnTo>
                <a:lnTo>
                  <a:pt x="2628900" y="3524250"/>
                </a:lnTo>
                <a:lnTo>
                  <a:pt x="2619375" y="3524250"/>
                </a:lnTo>
                <a:lnTo>
                  <a:pt x="2619375" y="3533775"/>
                </a:lnTo>
                <a:lnTo>
                  <a:pt x="2628900" y="3533775"/>
                </a:lnTo>
                <a:lnTo>
                  <a:pt x="2628900" y="3543300"/>
                </a:lnTo>
                <a:lnTo>
                  <a:pt x="2600325" y="3543300"/>
                </a:lnTo>
                <a:lnTo>
                  <a:pt x="2600325" y="3533775"/>
                </a:lnTo>
                <a:lnTo>
                  <a:pt x="2543175" y="3533775"/>
                </a:lnTo>
                <a:lnTo>
                  <a:pt x="2543175" y="3524250"/>
                </a:lnTo>
                <a:lnTo>
                  <a:pt x="2476500" y="3524250"/>
                </a:lnTo>
                <a:lnTo>
                  <a:pt x="2476500" y="3514725"/>
                </a:lnTo>
                <a:lnTo>
                  <a:pt x="2428875" y="3514725"/>
                </a:lnTo>
                <a:lnTo>
                  <a:pt x="2428875" y="3505200"/>
                </a:lnTo>
                <a:lnTo>
                  <a:pt x="2371725" y="3505200"/>
                </a:lnTo>
                <a:lnTo>
                  <a:pt x="2371725" y="3495675"/>
                </a:lnTo>
                <a:lnTo>
                  <a:pt x="2333625" y="3495675"/>
                </a:lnTo>
                <a:lnTo>
                  <a:pt x="2333625" y="3486150"/>
                </a:lnTo>
                <a:lnTo>
                  <a:pt x="2352675" y="3486150"/>
                </a:lnTo>
                <a:lnTo>
                  <a:pt x="2352675" y="3476625"/>
                </a:lnTo>
                <a:lnTo>
                  <a:pt x="2381250" y="3476625"/>
                </a:lnTo>
                <a:lnTo>
                  <a:pt x="2381250" y="3467100"/>
                </a:lnTo>
                <a:lnTo>
                  <a:pt x="2400300" y="3467100"/>
                </a:lnTo>
                <a:lnTo>
                  <a:pt x="2400300" y="3457575"/>
                </a:lnTo>
                <a:lnTo>
                  <a:pt x="2419350" y="3457575"/>
                </a:lnTo>
                <a:lnTo>
                  <a:pt x="2419350" y="3448050"/>
                </a:lnTo>
                <a:lnTo>
                  <a:pt x="2409825" y="3448050"/>
                </a:lnTo>
                <a:lnTo>
                  <a:pt x="2409825" y="3438525"/>
                </a:lnTo>
                <a:lnTo>
                  <a:pt x="2428875" y="3438525"/>
                </a:lnTo>
                <a:lnTo>
                  <a:pt x="2428875" y="3429000"/>
                </a:lnTo>
                <a:lnTo>
                  <a:pt x="2419350" y="3429000"/>
                </a:lnTo>
                <a:lnTo>
                  <a:pt x="2419350" y="3419475"/>
                </a:lnTo>
                <a:lnTo>
                  <a:pt x="2371725" y="3419475"/>
                </a:lnTo>
                <a:lnTo>
                  <a:pt x="2371725" y="3429000"/>
                </a:lnTo>
                <a:lnTo>
                  <a:pt x="2381250" y="3429000"/>
                </a:lnTo>
                <a:lnTo>
                  <a:pt x="2381250" y="3457575"/>
                </a:lnTo>
                <a:lnTo>
                  <a:pt x="2362200" y="3457575"/>
                </a:lnTo>
                <a:lnTo>
                  <a:pt x="2362200" y="3448050"/>
                </a:lnTo>
                <a:lnTo>
                  <a:pt x="2305050" y="3448050"/>
                </a:lnTo>
                <a:lnTo>
                  <a:pt x="2305050" y="3457575"/>
                </a:lnTo>
                <a:lnTo>
                  <a:pt x="2295525" y="3457575"/>
                </a:lnTo>
                <a:lnTo>
                  <a:pt x="2295525" y="3467100"/>
                </a:lnTo>
                <a:lnTo>
                  <a:pt x="2286000" y="3467100"/>
                </a:lnTo>
                <a:lnTo>
                  <a:pt x="2286000" y="3486150"/>
                </a:lnTo>
                <a:lnTo>
                  <a:pt x="2257425" y="3486150"/>
                </a:lnTo>
                <a:lnTo>
                  <a:pt x="2257425" y="3476625"/>
                </a:lnTo>
                <a:lnTo>
                  <a:pt x="2247900" y="3476625"/>
                </a:lnTo>
                <a:lnTo>
                  <a:pt x="2247900" y="3486150"/>
                </a:lnTo>
                <a:lnTo>
                  <a:pt x="2228850" y="3486150"/>
                </a:lnTo>
                <a:lnTo>
                  <a:pt x="2228850" y="3476625"/>
                </a:lnTo>
                <a:lnTo>
                  <a:pt x="2238375" y="3476625"/>
                </a:lnTo>
                <a:lnTo>
                  <a:pt x="2238375" y="3457575"/>
                </a:lnTo>
                <a:lnTo>
                  <a:pt x="2247900" y="3457575"/>
                </a:lnTo>
                <a:lnTo>
                  <a:pt x="2247900" y="3448050"/>
                </a:lnTo>
                <a:lnTo>
                  <a:pt x="2257425" y="3448050"/>
                </a:lnTo>
                <a:lnTo>
                  <a:pt x="2257425" y="3438525"/>
                </a:lnTo>
                <a:lnTo>
                  <a:pt x="2266950" y="3438525"/>
                </a:lnTo>
                <a:lnTo>
                  <a:pt x="2266950" y="3419475"/>
                </a:lnTo>
                <a:lnTo>
                  <a:pt x="2257425" y="3419475"/>
                </a:lnTo>
                <a:lnTo>
                  <a:pt x="2257425" y="3409950"/>
                </a:lnTo>
                <a:lnTo>
                  <a:pt x="2266950" y="3409950"/>
                </a:lnTo>
                <a:close/>
                <a:moveTo>
                  <a:pt x="3238500" y="3381375"/>
                </a:moveTo>
                <a:lnTo>
                  <a:pt x="3248025" y="3381375"/>
                </a:lnTo>
                <a:lnTo>
                  <a:pt x="3248025" y="3390900"/>
                </a:lnTo>
                <a:lnTo>
                  <a:pt x="3238500" y="3390900"/>
                </a:lnTo>
                <a:close/>
                <a:moveTo>
                  <a:pt x="2276475" y="3429000"/>
                </a:moveTo>
                <a:lnTo>
                  <a:pt x="2295525" y="3429000"/>
                </a:lnTo>
                <a:lnTo>
                  <a:pt x="2295525" y="3409950"/>
                </a:lnTo>
                <a:lnTo>
                  <a:pt x="2276475" y="3409950"/>
                </a:lnTo>
                <a:close/>
                <a:moveTo>
                  <a:pt x="3228975" y="3429000"/>
                </a:moveTo>
                <a:lnTo>
                  <a:pt x="3238500" y="3429000"/>
                </a:lnTo>
                <a:lnTo>
                  <a:pt x="3238500" y="3438525"/>
                </a:lnTo>
                <a:lnTo>
                  <a:pt x="3228975" y="3438525"/>
                </a:lnTo>
                <a:close/>
                <a:moveTo>
                  <a:pt x="2095500" y="3438525"/>
                </a:moveTo>
                <a:lnTo>
                  <a:pt x="2124075" y="3438525"/>
                </a:lnTo>
                <a:lnTo>
                  <a:pt x="2124075" y="3467100"/>
                </a:lnTo>
                <a:lnTo>
                  <a:pt x="2114550" y="3467100"/>
                </a:lnTo>
                <a:lnTo>
                  <a:pt x="2114550" y="3457575"/>
                </a:lnTo>
                <a:lnTo>
                  <a:pt x="2085975" y="3457575"/>
                </a:lnTo>
                <a:lnTo>
                  <a:pt x="2085975" y="3448050"/>
                </a:lnTo>
                <a:lnTo>
                  <a:pt x="2095500" y="3448050"/>
                </a:lnTo>
                <a:close/>
                <a:moveTo>
                  <a:pt x="2476500" y="3438525"/>
                </a:moveTo>
                <a:lnTo>
                  <a:pt x="2495550" y="3438525"/>
                </a:lnTo>
                <a:lnTo>
                  <a:pt x="2495550" y="3429000"/>
                </a:lnTo>
                <a:lnTo>
                  <a:pt x="2476500" y="3429000"/>
                </a:lnTo>
                <a:close/>
                <a:moveTo>
                  <a:pt x="2324100" y="3457575"/>
                </a:moveTo>
                <a:lnTo>
                  <a:pt x="2333625" y="3457575"/>
                </a:lnTo>
                <a:lnTo>
                  <a:pt x="2333625" y="3467100"/>
                </a:lnTo>
                <a:lnTo>
                  <a:pt x="2324100" y="3467100"/>
                </a:lnTo>
                <a:close/>
                <a:moveTo>
                  <a:pt x="2181225" y="3467100"/>
                </a:moveTo>
                <a:lnTo>
                  <a:pt x="2190750" y="3467100"/>
                </a:lnTo>
                <a:lnTo>
                  <a:pt x="2190750" y="3476625"/>
                </a:lnTo>
                <a:lnTo>
                  <a:pt x="2181225" y="3476625"/>
                </a:lnTo>
                <a:close/>
                <a:moveTo>
                  <a:pt x="2105025" y="3476625"/>
                </a:moveTo>
                <a:lnTo>
                  <a:pt x="2124075" y="3476625"/>
                </a:lnTo>
                <a:lnTo>
                  <a:pt x="2124075" y="3486150"/>
                </a:lnTo>
                <a:lnTo>
                  <a:pt x="2143125" y="3486150"/>
                </a:lnTo>
                <a:lnTo>
                  <a:pt x="2143125" y="3495675"/>
                </a:lnTo>
                <a:lnTo>
                  <a:pt x="2114550" y="3495675"/>
                </a:lnTo>
                <a:lnTo>
                  <a:pt x="2114550" y="3486150"/>
                </a:lnTo>
                <a:lnTo>
                  <a:pt x="2105025" y="3486150"/>
                </a:lnTo>
                <a:close/>
                <a:moveTo>
                  <a:pt x="2714625" y="3476625"/>
                </a:moveTo>
                <a:lnTo>
                  <a:pt x="2743200" y="3476625"/>
                </a:lnTo>
                <a:lnTo>
                  <a:pt x="2743200" y="3486150"/>
                </a:lnTo>
                <a:lnTo>
                  <a:pt x="2752725" y="3486150"/>
                </a:lnTo>
                <a:lnTo>
                  <a:pt x="2752725" y="3514725"/>
                </a:lnTo>
                <a:lnTo>
                  <a:pt x="2733675" y="3514725"/>
                </a:lnTo>
                <a:lnTo>
                  <a:pt x="2733675" y="3505200"/>
                </a:lnTo>
                <a:lnTo>
                  <a:pt x="2724150" y="3505200"/>
                </a:lnTo>
                <a:lnTo>
                  <a:pt x="2724150" y="3495675"/>
                </a:lnTo>
                <a:lnTo>
                  <a:pt x="2714625" y="3495675"/>
                </a:lnTo>
                <a:close/>
                <a:moveTo>
                  <a:pt x="2305050" y="3486150"/>
                </a:moveTo>
                <a:lnTo>
                  <a:pt x="2324100" y="3486150"/>
                </a:lnTo>
                <a:lnTo>
                  <a:pt x="2324100" y="3495675"/>
                </a:lnTo>
                <a:lnTo>
                  <a:pt x="2305050" y="3495675"/>
                </a:lnTo>
                <a:close/>
                <a:moveTo>
                  <a:pt x="2143125" y="3495675"/>
                </a:moveTo>
                <a:lnTo>
                  <a:pt x="2152650" y="3495675"/>
                </a:lnTo>
                <a:lnTo>
                  <a:pt x="2152650" y="3514725"/>
                </a:lnTo>
                <a:lnTo>
                  <a:pt x="2133600" y="3514725"/>
                </a:lnTo>
                <a:lnTo>
                  <a:pt x="2133600" y="3505200"/>
                </a:lnTo>
                <a:lnTo>
                  <a:pt x="2143125" y="3505200"/>
                </a:lnTo>
                <a:close/>
                <a:moveTo>
                  <a:pt x="2200275" y="3505200"/>
                </a:moveTo>
                <a:lnTo>
                  <a:pt x="2266950" y="3505200"/>
                </a:lnTo>
                <a:lnTo>
                  <a:pt x="2266950" y="3514725"/>
                </a:lnTo>
                <a:lnTo>
                  <a:pt x="2257425" y="3514725"/>
                </a:lnTo>
                <a:lnTo>
                  <a:pt x="2257425" y="3524250"/>
                </a:lnTo>
                <a:lnTo>
                  <a:pt x="2314575" y="3524250"/>
                </a:lnTo>
                <a:lnTo>
                  <a:pt x="2314575" y="3514725"/>
                </a:lnTo>
                <a:lnTo>
                  <a:pt x="2362200" y="3514725"/>
                </a:lnTo>
                <a:lnTo>
                  <a:pt x="2362200" y="3524250"/>
                </a:lnTo>
                <a:lnTo>
                  <a:pt x="2371725" y="3524250"/>
                </a:lnTo>
                <a:lnTo>
                  <a:pt x="2371725" y="3533775"/>
                </a:lnTo>
                <a:lnTo>
                  <a:pt x="2362200" y="3533775"/>
                </a:lnTo>
                <a:lnTo>
                  <a:pt x="2362200" y="3543300"/>
                </a:lnTo>
                <a:lnTo>
                  <a:pt x="2352675" y="3543300"/>
                </a:lnTo>
                <a:lnTo>
                  <a:pt x="2352675" y="3552825"/>
                </a:lnTo>
                <a:lnTo>
                  <a:pt x="2362200" y="3552825"/>
                </a:lnTo>
                <a:lnTo>
                  <a:pt x="2362200" y="3562350"/>
                </a:lnTo>
                <a:lnTo>
                  <a:pt x="2343150" y="3562350"/>
                </a:lnTo>
                <a:lnTo>
                  <a:pt x="2343150" y="3552825"/>
                </a:lnTo>
                <a:lnTo>
                  <a:pt x="2333625" y="3552825"/>
                </a:lnTo>
                <a:lnTo>
                  <a:pt x="2333625" y="3562350"/>
                </a:lnTo>
                <a:lnTo>
                  <a:pt x="2314575" y="3562350"/>
                </a:lnTo>
                <a:lnTo>
                  <a:pt x="2314575" y="3581400"/>
                </a:lnTo>
                <a:lnTo>
                  <a:pt x="2324100" y="3581400"/>
                </a:lnTo>
                <a:lnTo>
                  <a:pt x="2324100" y="3571875"/>
                </a:lnTo>
                <a:lnTo>
                  <a:pt x="2333625" y="3571875"/>
                </a:lnTo>
                <a:lnTo>
                  <a:pt x="2333625" y="3581400"/>
                </a:lnTo>
                <a:lnTo>
                  <a:pt x="2352675" y="3581400"/>
                </a:lnTo>
                <a:lnTo>
                  <a:pt x="2352675" y="3600450"/>
                </a:lnTo>
                <a:lnTo>
                  <a:pt x="2295525" y="3600450"/>
                </a:lnTo>
                <a:lnTo>
                  <a:pt x="2295525" y="3657600"/>
                </a:lnTo>
                <a:lnTo>
                  <a:pt x="2257425" y="3657600"/>
                </a:lnTo>
                <a:lnTo>
                  <a:pt x="2257425" y="3667125"/>
                </a:lnTo>
                <a:lnTo>
                  <a:pt x="2247900" y="3667125"/>
                </a:lnTo>
                <a:lnTo>
                  <a:pt x="2247900" y="3657600"/>
                </a:lnTo>
                <a:lnTo>
                  <a:pt x="2238375" y="3657600"/>
                </a:lnTo>
                <a:lnTo>
                  <a:pt x="2238375" y="3667125"/>
                </a:lnTo>
                <a:lnTo>
                  <a:pt x="2228850" y="3667125"/>
                </a:lnTo>
                <a:lnTo>
                  <a:pt x="2228850" y="3657600"/>
                </a:lnTo>
                <a:lnTo>
                  <a:pt x="2219325" y="3657600"/>
                </a:lnTo>
                <a:lnTo>
                  <a:pt x="2219325" y="3648075"/>
                </a:lnTo>
                <a:lnTo>
                  <a:pt x="2200275" y="3648075"/>
                </a:lnTo>
                <a:lnTo>
                  <a:pt x="2200275" y="3638550"/>
                </a:lnTo>
                <a:lnTo>
                  <a:pt x="2162175" y="3638550"/>
                </a:lnTo>
                <a:lnTo>
                  <a:pt x="2162175" y="3629025"/>
                </a:lnTo>
                <a:lnTo>
                  <a:pt x="2171700" y="3629025"/>
                </a:lnTo>
                <a:lnTo>
                  <a:pt x="2171700" y="3619500"/>
                </a:lnTo>
                <a:lnTo>
                  <a:pt x="2228850" y="3619500"/>
                </a:lnTo>
                <a:lnTo>
                  <a:pt x="2228850" y="3609975"/>
                </a:lnTo>
                <a:lnTo>
                  <a:pt x="2238375" y="3609975"/>
                </a:lnTo>
                <a:lnTo>
                  <a:pt x="2238375" y="3600450"/>
                </a:lnTo>
                <a:lnTo>
                  <a:pt x="2257425" y="3600450"/>
                </a:lnTo>
                <a:lnTo>
                  <a:pt x="2257425" y="3609975"/>
                </a:lnTo>
                <a:lnTo>
                  <a:pt x="2266950" y="3609975"/>
                </a:lnTo>
                <a:lnTo>
                  <a:pt x="2266950" y="3590925"/>
                </a:lnTo>
                <a:lnTo>
                  <a:pt x="2276475" y="3590925"/>
                </a:lnTo>
                <a:lnTo>
                  <a:pt x="2276475" y="3581400"/>
                </a:lnTo>
                <a:lnTo>
                  <a:pt x="2286000" y="3581400"/>
                </a:lnTo>
                <a:lnTo>
                  <a:pt x="2286000" y="3562350"/>
                </a:lnTo>
                <a:lnTo>
                  <a:pt x="2257425" y="3562350"/>
                </a:lnTo>
                <a:lnTo>
                  <a:pt x="2257425" y="3571875"/>
                </a:lnTo>
                <a:lnTo>
                  <a:pt x="2247900" y="3571875"/>
                </a:lnTo>
                <a:lnTo>
                  <a:pt x="2247900" y="3543300"/>
                </a:lnTo>
                <a:lnTo>
                  <a:pt x="2257425" y="3543300"/>
                </a:lnTo>
                <a:lnTo>
                  <a:pt x="2257425" y="3533775"/>
                </a:lnTo>
                <a:lnTo>
                  <a:pt x="2247900" y="3533775"/>
                </a:lnTo>
                <a:lnTo>
                  <a:pt x="2247900" y="3524250"/>
                </a:lnTo>
                <a:lnTo>
                  <a:pt x="2152650" y="3524250"/>
                </a:lnTo>
                <a:lnTo>
                  <a:pt x="2152650" y="3514725"/>
                </a:lnTo>
                <a:lnTo>
                  <a:pt x="2200275" y="3514725"/>
                </a:lnTo>
                <a:close/>
                <a:moveTo>
                  <a:pt x="2295525" y="3505200"/>
                </a:moveTo>
                <a:lnTo>
                  <a:pt x="2305050" y="3505200"/>
                </a:lnTo>
                <a:lnTo>
                  <a:pt x="2305050" y="3514725"/>
                </a:lnTo>
                <a:lnTo>
                  <a:pt x="2295525" y="3514725"/>
                </a:lnTo>
                <a:close/>
                <a:moveTo>
                  <a:pt x="2381250" y="3524250"/>
                </a:moveTo>
                <a:lnTo>
                  <a:pt x="2438400" y="3524250"/>
                </a:lnTo>
                <a:lnTo>
                  <a:pt x="2438400" y="3533775"/>
                </a:lnTo>
                <a:lnTo>
                  <a:pt x="2390775" y="3533775"/>
                </a:lnTo>
                <a:lnTo>
                  <a:pt x="2390775" y="3552825"/>
                </a:lnTo>
                <a:lnTo>
                  <a:pt x="2381250" y="3552825"/>
                </a:lnTo>
                <a:lnTo>
                  <a:pt x="2381250" y="3543300"/>
                </a:lnTo>
                <a:lnTo>
                  <a:pt x="2371725" y="3543300"/>
                </a:lnTo>
                <a:lnTo>
                  <a:pt x="2371725" y="3533775"/>
                </a:lnTo>
                <a:lnTo>
                  <a:pt x="2381250" y="3533775"/>
                </a:lnTo>
                <a:close/>
                <a:moveTo>
                  <a:pt x="2476500" y="3533775"/>
                </a:moveTo>
                <a:lnTo>
                  <a:pt x="2486025" y="3533775"/>
                </a:lnTo>
                <a:lnTo>
                  <a:pt x="2486025" y="3543300"/>
                </a:lnTo>
                <a:lnTo>
                  <a:pt x="2495550" y="3543300"/>
                </a:lnTo>
                <a:lnTo>
                  <a:pt x="2495550" y="3571875"/>
                </a:lnTo>
                <a:lnTo>
                  <a:pt x="2447925" y="3571875"/>
                </a:lnTo>
                <a:lnTo>
                  <a:pt x="2447925" y="3562350"/>
                </a:lnTo>
                <a:lnTo>
                  <a:pt x="2466975" y="3562350"/>
                </a:lnTo>
                <a:lnTo>
                  <a:pt x="2466975" y="3552825"/>
                </a:lnTo>
                <a:lnTo>
                  <a:pt x="2476500" y="3552825"/>
                </a:lnTo>
                <a:close/>
                <a:moveTo>
                  <a:pt x="2905125" y="3533775"/>
                </a:moveTo>
                <a:lnTo>
                  <a:pt x="2924175" y="3533775"/>
                </a:lnTo>
                <a:lnTo>
                  <a:pt x="2924175" y="3562350"/>
                </a:lnTo>
                <a:lnTo>
                  <a:pt x="2905125" y="3562350"/>
                </a:lnTo>
                <a:lnTo>
                  <a:pt x="2905125" y="3552825"/>
                </a:lnTo>
                <a:lnTo>
                  <a:pt x="2895600" y="3552825"/>
                </a:lnTo>
                <a:lnTo>
                  <a:pt x="2895600" y="3543300"/>
                </a:lnTo>
                <a:lnTo>
                  <a:pt x="2905125" y="3543300"/>
                </a:lnTo>
                <a:close/>
                <a:moveTo>
                  <a:pt x="2733675" y="3543300"/>
                </a:moveTo>
                <a:lnTo>
                  <a:pt x="2743200" y="3543300"/>
                </a:lnTo>
                <a:lnTo>
                  <a:pt x="2743200" y="3552825"/>
                </a:lnTo>
                <a:lnTo>
                  <a:pt x="2733675" y="3552825"/>
                </a:lnTo>
                <a:close/>
                <a:moveTo>
                  <a:pt x="2962275" y="3543300"/>
                </a:moveTo>
                <a:lnTo>
                  <a:pt x="2971800" y="3543300"/>
                </a:lnTo>
                <a:lnTo>
                  <a:pt x="2971800" y="3581400"/>
                </a:lnTo>
                <a:lnTo>
                  <a:pt x="2914650" y="3581400"/>
                </a:lnTo>
                <a:lnTo>
                  <a:pt x="2914650" y="3571875"/>
                </a:lnTo>
                <a:lnTo>
                  <a:pt x="2943225" y="3571875"/>
                </a:lnTo>
                <a:lnTo>
                  <a:pt x="2943225" y="3552825"/>
                </a:lnTo>
                <a:lnTo>
                  <a:pt x="2962275" y="3552825"/>
                </a:lnTo>
                <a:close/>
                <a:moveTo>
                  <a:pt x="2371725" y="3552825"/>
                </a:moveTo>
                <a:lnTo>
                  <a:pt x="2381250" y="3552825"/>
                </a:lnTo>
                <a:lnTo>
                  <a:pt x="2381250" y="3581400"/>
                </a:lnTo>
                <a:lnTo>
                  <a:pt x="2362200" y="3581400"/>
                </a:lnTo>
                <a:lnTo>
                  <a:pt x="2362200" y="3562350"/>
                </a:lnTo>
                <a:lnTo>
                  <a:pt x="2371725" y="3562350"/>
                </a:lnTo>
                <a:close/>
                <a:moveTo>
                  <a:pt x="2562225" y="3552825"/>
                </a:moveTo>
                <a:lnTo>
                  <a:pt x="2600325" y="3552825"/>
                </a:lnTo>
                <a:lnTo>
                  <a:pt x="2600325" y="3562350"/>
                </a:lnTo>
                <a:lnTo>
                  <a:pt x="2609850" y="3562350"/>
                </a:lnTo>
                <a:lnTo>
                  <a:pt x="2609850" y="3609975"/>
                </a:lnTo>
                <a:lnTo>
                  <a:pt x="2600325" y="3609975"/>
                </a:lnTo>
                <a:lnTo>
                  <a:pt x="2600325" y="3619500"/>
                </a:lnTo>
                <a:lnTo>
                  <a:pt x="2581275" y="3619500"/>
                </a:lnTo>
                <a:lnTo>
                  <a:pt x="2581275" y="3648075"/>
                </a:lnTo>
                <a:lnTo>
                  <a:pt x="2571750" y="3648075"/>
                </a:lnTo>
                <a:lnTo>
                  <a:pt x="2571750" y="3657600"/>
                </a:lnTo>
                <a:lnTo>
                  <a:pt x="2562225" y="3657600"/>
                </a:lnTo>
                <a:lnTo>
                  <a:pt x="2562225" y="3676650"/>
                </a:lnTo>
                <a:lnTo>
                  <a:pt x="2552700" y="3676650"/>
                </a:lnTo>
                <a:lnTo>
                  <a:pt x="2552700" y="3686175"/>
                </a:lnTo>
                <a:lnTo>
                  <a:pt x="2543175" y="3686175"/>
                </a:lnTo>
                <a:lnTo>
                  <a:pt x="2543175" y="3714750"/>
                </a:lnTo>
                <a:lnTo>
                  <a:pt x="2552700" y="3714750"/>
                </a:lnTo>
                <a:lnTo>
                  <a:pt x="2552700" y="3724275"/>
                </a:lnTo>
                <a:lnTo>
                  <a:pt x="2543175" y="3724275"/>
                </a:lnTo>
                <a:lnTo>
                  <a:pt x="2543175" y="3733800"/>
                </a:lnTo>
                <a:lnTo>
                  <a:pt x="2524125" y="3733800"/>
                </a:lnTo>
                <a:lnTo>
                  <a:pt x="2524125" y="3724275"/>
                </a:lnTo>
                <a:lnTo>
                  <a:pt x="2514600" y="3724275"/>
                </a:lnTo>
                <a:lnTo>
                  <a:pt x="2514600" y="3714750"/>
                </a:lnTo>
                <a:lnTo>
                  <a:pt x="2495550" y="3714750"/>
                </a:lnTo>
                <a:lnTo>
                  <a:pt x="2495550" y="3695700"/>
                </a:lnTo>
                <a:lnTo>
                  <a:pt x="2476500" y="3695700"/>
                </a:lnTo>
                <a:lnTo>
                  <a:pt x="2476500" y="3686175"/>
                </a:lnTo>
                <a:lnTo>
                  <a:pt x="2505075" y="3686175"/>
                </a:lnTo>
                <a:lnTo>
                  <a:pt x="2505075" y="3676650"/>
                </a:lnTo>
                <a:lnTo>
                  <a:pt x="2514600" y="3676650"/>
                </a:lnTo>
                <a:lnTo>
                  <a:pt x="2514600" y="3648075"/>
                </a:lnTo>
                <a:lnTo>
                  <a:pt x="2533650" y="3648075"/>
                </a:lnTo>
                <a:lnTo>
                  <a:pt x="2533650" y="3629025"/>
                </a:lnTo>
                <a:lnTo>
                  <a:pt x="2543175" y="3629025"/>
                </a:lnTo>
                <a:lnTo>
                  <a:pt x="2543175" y="3600450"/>
                </a:lnTo>
                <a:lnTo>
                  <a:pt x="2533650" y="3600450"/>
                </a:lnTo>
                <a:lnTo>
                  <a:pt x="2533650" y="3590925"/>
                </a:lnTo>
                <a:lnTo>
                  <a:pt x="2543175" y="3590925"/>
                </a:lnTo>
                <a:lnTo>
                  <a:pt x="2543175" y="3600450"/>
                </a:lnTo>
                <a:lnTo>
                  <a:pt x="2552700" y="3600450"/>
                </a:lnTo>
                <a:lnTo>
                  <a:pt x="2552700" y="3609975"/>
                </a:lnTo>
                <a:lnTo>
                  <a:pt x="2562225" y="3609975"/>
                </a:lnTo>
                <a:lnTo>
                  <a:pt x="2562225" y="3629025"/>
                </a:lnTo>
                <a:lnTo>
                  <a:pt x="2571750" y="3629025"/>
                </a:lnTo>
                <a:lnTo>
                  <a:pt x="2571750" y="3600450"/>
                </a:lnTo>
                <a:lnTo>
                  <a:pt x="2562225" y="3600450"/>
                </a:lnTo>
                <a:lnTo>
                  <a:pt x="2562225" y="3590925"/>
                </a:lnTo>
                <a:lnTo>
                  <a:pt x="2571750" y="3590925"/>
                </a:lnTo>
                <a:lnTo>
                  <a:pt x="2571750" y="3581400"/>
                </a:lnTo>
                <a:lnTo>
                  <a:pt x="2562225" y="3581400"/>
                </a:lnTo>
                <a:close/>
                <a:moveTo>
                  <a:pt x="2990850" y="3552825"/>
                </a:moveTo>
                <a:lnTo>
                  <a:pt x="3009900" y="3552825"/>
                </a:lnTo>
                <a:lnTo>
                  <a:pt x="3009900" y="3562350"/>
                </a:lnTo>
                <a:lnTo>
                  <a:pt x="2990850" y="3562350"/>
                </a:lnTo>
                <a:close/>
                <a:moveTo>
                  <a:pt x="2409825" y="3562350"/>
                </a:moveTo>
                <a:lnTo>
                  <a:pt x="2419350" y="3562350"/>
                </a:lnTo>
                <a:lnTo>
                  <a:pt x="2419350" y="3571875"/>
                </a:lnTo>
                <a:lnTo>
                  <a:pt x="2409825" y="3571875"/>
                </a:lnTo>
                <a:close/>
                <a:moveTo>
                  <a:pt x="2876550" y="3562350"/>
                </a:moveTo>
                <a:lnTo>
                  <a:pt x="2886075" y="3562350"/>
                </a:lnTo>
                <a:lnTo>
                  <a:pt x="2886075" y="3571875"/>
                </a:lnTo>
                <a:lnTo>
                  <a:pt x="2876550" y="3571875"/>
                </a:lnTo>
                <a:close/>
                <a:moveTo>
                  <a:pt x="2705100" y="3571875"/>
                </a:moveTo>
                <a:lnTo>
                  <a:pt x="2714625" y="3571875"/>
                </a:lnTo>
                <a:lnTo>
                  <a:pt x="2714625" y="3581400"/>
                </a:lnTo>
                <a:lnTo>
                  <a:pt x="2705100" y="3581400"/>
                </a:lnTo>
                <a:close/>
                <a:moveTo>
                  <a:pt x="2733675" y="3571875"/>
                </a:moveTo>
                <a:lnTo>
                  <a:pt x="2743200" y="3571875"/>
                </a:lnTo>
                <a:lnTo>
                  <a:pt x="2743200" y="3581400"/>
                </a:lnTo>
                <a:lnTo>
                  <a:pt x="2733675" y="3581400"/>
                </a:lnTo>
                <a:close/>
                <a:moveTo>
                  <a:pt x="2762250" y="3581400"/>
                </a:moveTo>
                <a:lnTo>
                  <a:pt x="2800350" y="3581400"/>
                </a:lnTo>
                <a:lnTo>
                  <a:pt x="2800350" y="3590925"/>
                </a:lnTo>
                <a:lnTo>
                  <a:pt x="2847975" y="3590925"/>
                </a:lnTo>
                <a:lnTo>
                  <a:pt x="2847975" y="3609975"/>
                </a:lnTo>
                <a:lnTo>
                  <a:pt x="2800350" y="3609975"/>
                </a:lnTo>
                <a:lnTo>
                  <a:pt x="2800350" y="3619500"/>
                </a:lnTo>
                <a:lnTo>
                  <a:pt x="2790825" y="3619500"/>
                </a:lnTo>
                <a:lnTo>
                  <a:pt x="2790825" y="3629025"/>
                </a:lnTo>
                <a:lnTo>
                  <a:pt x="2809875" y="3629025"/>
                </a:lnTo>
                <a:lnTo>
                  <a:pt x="2809875" y="3648075"/>
                </a:lnTo>
                <a:lnTo>
                  <a:pt x="2800350" y="3648075"/>
                </a:lnTo>
                <a:lnTo>
                  <a:pt x="2800350" y="3657600"/>
                </a:lnTo>
                <a:lnTo>
                  <a:pt x="2790825" y="3657600"/>
                </a:lnTo>
                <a:lnTo>
                  <a:pt x="2790825" y="3648075"/>
                </a:lnTo>
                <a:lnTo>
                  <a:pt x="2781300" y="3648075"/>
                </a:lnTo>
                <a:lnTo>
                  <a:pt x="2781300" y="3629025"/>
                </a:lnTo>
                <a:lnTo>
                  <a:pt x="2762250" y="3629025"/>
                </a:lnTo>
                <a:lnTo>
                  <a:pt x="2762250" y="3600450"/>
                </a:lnTo>
                <a:lnTo>
                  <a:pt x="2771775" y="3600450"/>
                </a:lnTo>
                <a:lnTo>
                  <a:pt x="2771775" y="3590925"/>
                </a:lnTo>
                <a:lnTo>
                  <a:pt x="2762250" y="3590925"/>
                </a:lnTo>
                <a:close/>
                <a:moveTo>
                  <a:pt x="2705100" y="3590925"/>
                </a:moveTo>
                <a:lnTo>
                  <a:pt x="2714625" y="3590925"/>
                </a:lnTo>
                <a:lnTo>
                  <a:pt x="2714625" y="3600450"/>
                </a:lnTo>
                <a:lnTo>
                  <a:pt x="2705100" y="3600450"/>
                </a:lnTo>
                <a:close/>
                <a:moveTo>
                  <a:pt x="2524125" y="3600450"/>
                </a:moveTo>
                <a:lnTo>
                  <a:pt x="2533650" y="3600450"/>
                </a:lnTo>
                <a:lnTo>
                  <a:pt x="2533650" y="3609975"/>
                </a:lnTo>
                <a:lnTo>
                  <a:pt x="2524125" y="3609975"/>
                </a:lnTo>
                <a:close/>
                <a:moveTo>
                  <a:pt x="2695575" y="3600450"/>
                </a:moveTo>
                <a:lnTo>
                  <a:pt x="2705100" y="3600450"/>
                </a:lnTo>
                <a:lnTo>
                  <a:pt x="2705100" y="3609975"/>
                </a:lnTo>
                <a:lnTo>
                  <a:pt x="2695575" y="3609975"/>
                </a:lnTo>
                <a:close/>
                <a:moveTo>
                  <a:pt x="3143250" y="3600450"/>
                </a:moveTo>
                <a:lnTo>
                  <a:pt x="3181350" y="3600450"/>
                </a:lnTo>
                <a:lnTo>
                  <a:pt x="3181350" y="3609975"/>
                </a:lnTo>
                <a:lnTo>
                  <a:pt x="3200400" y="3609975"/>
                </a:lnTo>
                <a:lnTo>
                  <a:pt x="3200400" y="3600450"/>
                </a:lnTo>
                <a:lnTo>
                  <a:pt x="3209925" y="3600450"/>
                </a:lnTo>
                <a:lnTo>
                  <a:pt x="3209925" y="3609975"/>
                </a:lnTo>
                <a:lnTo>
                  <a:pt x="3200400" y="3609975"/>
                </a:lnTo>
                <a:lnTo>
                  <a:pt x="3200400" y="3629025"/>
                </a:lnTo>
                <a:lnTo>
                  <a:pt x="3190875" y="3629025"/>
                </a:lnTo>
                <a:lnTo>
                  <a:pt x="3190875" y="3619500"/>
                </a:lnTo>
                <a:lnTo>
                  <a:pt x="3181350" y="3619500"/>
                </a:lnTo>
                <a:lnTo>
                  <a:pt x="3181350" y="3629025"/>
                </a:lnTo>
                <a:lnTo>
                  <a:pt x="3152775" y="3629025"/>
                </a:lnTo>
                <a:lnTo>
                  <a:pt x="3152775" y="3619500"/>
                </a:lnTo>
                <a:lnTo>
                  <a:pt x="3143250" y="3619500"/>
                </a:lnTo>
                <a:close/>
                <a:moveTo>
                  <a:pt x="2514600" y="3609975"/>
                </a:moveTo>
                <a:lnTo>
                  <a:pt x="2524125" y="3609975"/>
                </a:lnTo>
                <a:lnTo>
                  <a:pt x="2524125" y="3619500"/>
                </a:lnTo>
                <a:lnTo>
                  <a:pt x="2514600" y="3619500"/>
                </a:lnTo>
                <a:close/>
                <a:moveTo>
                  <a:pt x="2943225" y="3609975"/>
                </a:moveTo>
                <a:lnTo>
                  <a:pt x="2971800" y="3609975"/>
                </a:lnTo>
                <a:lnTo>
                  <a:pt x="2971800" y="3619500"/>
                </a:lnTo>
                <a:lnTo>
                  <a:pt x="2990850" y="3619500"/>
                </a:lnTo>
                <a:lnTo>
                  <a:pt x="2990850" y="3629025"/>
                </a:lnTo>
                <a:lnTo>
                  <a:pt x="3000375" y="3629025"/>
                </a:lnTo>
                <a:lnTo>
                  <a:pt x="3000375" y="3657600"/>
                </a:lnTo>
                <a:lnTo>
                  <a:pt x="2943225" y="3657600"/>
                </a:lnTo>
                <a:lnTo>
                  <a:pt x="2943225" y="3648075"/>
                </a:lnTo>
                <a:lnTo>
                  <a:pt x="2924175" y="3648075"/>
                </a:lnTo>
                <a:lnTo>
                  <a:pt x="2924175" y="3657600"/>
                </a:lnTo>
                <a:lnTo>
                  <a:pt x="2895600" y="3657600"/>
                </a:lnTo>
                <a:lnTo>
                  <a:pt x="2895600" y="3629025"/>
                </a:lnTo>
                <a:lnTo>
                  <a:pt x="2905125" y="3629025"/>
                </a:lnTo>
                <a:lnTo>
                  <a:pt x="2905125" y="3619500"/>
                </a:lnTo>
                <a:lnTo>
                  <a:pt x="2943225" y="3619500"/>
                </a:lnTo>
                <a:close/>
                <a:moveTo>
                  <a:pt x="2505075" y="3619500"/>
                </a:moveTo>
                <a:lnTo>
                  <a:pt x="2514600" y="3619500"/>
                </a:lnTo>
                <a:lnTo>
                  <a:pt x="2514600" y="3629025"/>
                </a:lnTo>
                <a:lnTo>
                  <a:pt x="2505075" y="3629025"/>
                </a:lnTo>
                <a:close/>
                <a:moveTo>
                  <a:pt x="2676525" y="3619500"/>
                </a:moveTo>
                <a:lnTo>
                  <a:pt x="2686050" y="3619500"/>
                </a:lnTo>
                <a:lnTo>
                  <a:pt x="2686050" y="3629025"/>
                </a:lnTo>
                <a:lnTo>
                  <a:pt x="2676525" y="3629025"/>
                </a:lnTo>
                <a:close/>
                <a:moveTo>
                  <a:pt x="2495550" y="3629025"/>
                </a:moveTo>
                <a:lnTo>
                  <a:pt x="2505075" y="3629025"/>
                </a:lnTo>
                <a:lnTo>
                  <a:pt x="2505075" y="3657600"/>
                </a:lnTo>
                <a:lnTo>
                  <a:pt x="2495550" y="3657600"/>
                </a:lnTo>
                <a:close/>
                <a:moveTo>
                  <a:pt x="2657475" y="3629025"/>
                </a:moveTo>
                <a:lnTo>
                  <a:pt x="2667000" y="3629025"/>
                </a:lnTo>
                <a:lnTo>
                  <a:pt x="2667000" y="3657600"/>
                </a:lnTo>
                <a:lnTo>
                  <a:pt x="2695575" y="3657600"/>
                </a:lnTo>
                <a:lnTo>
                  <a:pt x="2695575" y="3676650"/>
                </a:lnTo>
                <a:lnTo>
                  <a:pt x="2714625" y="3676650"/>
                </a:lnTo>
                <a:lnTo>
                  <a:pt x="2714625" y="3695700"/>
                </a:lnTo>
                <a:lnTo>
                  <a:pt x="2705100" y="3695700"/>
                </a:lnTo>
                <a:lnTo>
                  <a:pt x="2705100" y="3686175"/>
                </a:lnTo>
                <a:lnTo>
                  <a:pt x="2695575" y="3686175"/>
                </a:lnTo>
                <a:lnTo>
                  <a:pt x="2695575" y="3695700"/>
                </a:lnTo>
                <a:lnTo>
                  <a:pt x="2686050" y="3695700"/>
                </a:lnTo>
                <a:lnTo>
                  <a:pt x="2686050" y="3705225"/>
                </a:lnTo>
                <a:lnTo>
                  <a:pt x="2676525" y="3705225"/>
                </a:lnTo>
                <a:lnTo>
                  <a:pt x="2676525" y="3714750"/>
                </a:lnTo>
                <a:lnTo>
                  <a:pt x="2667000" y="3714750"/>
                </a:lnTo>
                <a:lnTo>
                  <a:pt x="2667000" y="3752850"/>
                </a:lnTo>
                <a:lnTo>
                  <a:pt x="2657475" y="3752850"/>
                </a:lnTo>
                <a:lnTo>
                  <a:pt x="2657475" y="3714750"/>
                </a:lnTo>
                <a:lnTo>
                  <a:pt x="2647950" y="3714750"/>
                </a:lnTo>
                <a:lnTo>
                  <a:pt x="2647950" y="3705225"/>
                </a:lnTo>
                <a:lnTo>
                  <a:pt x="2619375" y="3705225"/>
                </a:lnTo>
                <a:lnTo>
                  <a:pt x="2619375" y="3686175"/>
                </a:lnTo>
                <a:lnTo>
                  <a:pt x="2609850" y="3686175"/>
                </a:lnTo>
                <a:lnTo>
                  <a:pt x="2609850" y="3676650"/>
                </a:lnTo>
                <a:lnTo>
                  <a:pt x="2600325" y="3676650"/>
                </a:lnTo>
                <a:lnTo>
                  <a:pt x="2600325" y="3667125"/>
                </a:lnTo>
                <a:lnTo>
                  <a:pt x="2609850" y="3667125"/>
                </a:lnTo>
                <a:lnTo>
                  <a:pt x="2609850" y="3657600"/>
                </a:lnTo>
                <a:lnTo>
                  <a:pt x="2628900" y="3657600"/>
                </a:lnTo>
                <a:lnTo>
                  <a:pt x="2628900" y="3648075"/>
                </a:lnTo>
                <a:lnTo>
                  <a:pt x="2647950" y="3648075"/>
                </a:lnTo>
                <a:lnTo>
                  <a:pt x="2647950" y="3638550"/>
                </a:lnTo>
                <a:lnTo>
                  <a:pt x="2657475" y="3638550"/>
                </a:lnTo>
                <a:close/>
                <a:moveTo>
                  <a:pt x="2143125" y="3638550"/>
                </a:moveTo>
                <a:lnTo>
                  <a:pt x="2152650" y="3638550"/>
                </a:lnTo>
                <a:lnTo>
                  <a:pt x="2152650" y="3657600"/>
                </a:lnTo>
                <a:lnTo>
                  <a:pt x="2143125" y="3657600"/>
                </a:lnTo>
                <a:close/>
                <a:moveTo>
                  <a:pt x="3105150" y="3638550"/>
                </a:moveTo>
                <a:lnTo>
                  <a:pt x="3162300" y="3638550"/>
                </a:lnTo>
                <a:lnTo>
                  <a:pt x="3162300" y="3648075"/>
                </a:lnTo>
                <a:lnTo>
                  <a:pt x="3200400" y="3648075"/>
                </a:lnTo>
                <a:lnTo>
                  <a:pt x="3200400" y="3657600"/>
                </a:lnTo>
                <a:lnTo>
                  <a:pt x="3190875" y="3657600"/>
                </a:lnTo>
                <a:lnTo>
                  <a:pt x="3190875" y="3667125"/>
                </a:lnTo>
                <a:lnTo>
                  <a:pt x="3152775" y="3667125"/>
                </a:lnTo>
                <a:lnTo>
                  <a:pt x="3152775" y="3657600"/>
                </a:lnTo>
                <a:lnTo>
                  <a:pt x="3133725" y="3657600"/>
                </a:lnTo>
                <a:lnTo>
                  <a:pt x="3133725" y="3667125"/>
                </a:lnTo>
                <a:lnTo>
                  <a:pt x="3124200" y="3667125"/>
                </a:lnTo>
                <a:lnTo>
                  <a:pt x="3124200" y="3676650"/>
                </a:lnTo>
                <a:lnTo>
                  <a:pt x="3114675" y="3676650"/>
                </a:lnTo>
                <a:lnTo>
                  <a:pt x="3114675" y="3667125"/>
                </a:lnTo>
                <a:lnTo>
                  <a:pt x="3105150" y="3667125"/>
                </a:lnTo>
                <a:lnTo>
                  <a:pt x="3105150" y="3657600"/>
                </a:lnTo>
                <a:lnTo>
                  <a:pt x="3086100" y="3657600"/>
                </a:lnTo>
                <a:lnTo>
                  <a:pt x="3086100" y="3648075"/>
                </a:lnTo>
                <a:lnTo>
                  <a:pt x="3105150" y="3648075"/>
                </a:lnTo>
                <a:close/>
                <a:moveTo>
                  <a:pt x="2190750" y="3648075"/>
                </a:moveTo>
                <a:lnTo>
                  <a:pt x="2200275" y="3648075"/>
                </a:lnTo>
                <a:lnTo>
                  <a:pt x="2200275" y="3657600"/>
                </a:lnTo>
                <a:lnTo>
                  <a:pt x="2190750" y="3657600"/>
                </a:lnTo>
                <a:close/>
                <a:moveTo>
                  <a:pt x="2809875" y="3648075"/>
                </a:moveTo>
                <a:lnTo>
                  <a:pt x="2819400" y="3648075"/>
                </a:lnTo>
                <a:lnTo>
                  <a:pt x="2819400" y="3657600"/>
                </a:lnTo>
                <a:lnTo>
                  <a:pt x="2809875" y="3657600"/>
                </a:lnTo>
                <a:close/>
                <a:moveTo>
                  <a:pt x="2962275" y="3648075"/>
                </a:moveTo>
                <a:lnTo>
                  <a:pt x="2971800" y="3648075"/>
                </a:lnTo>
                <a:lnTo>
                  <a:pt x="2971800" y="3638550"/>
                </a:lnTo>
                <a:lnTo>
                  <a:pt x="2962275" y="3638550"/>
                </a:lnTo>
                <a:close/>
                <a:moveTo>
                  <a:pt x="2133600" y="3657600"/>
                </a:moveTo>
                <a:lnTo>
                  <a:pt x="2143125" y="3657600"/>
                </a:lnTo>
                <a:lnTo>
                  <a:pt x="2143125" y="3667125"/>
                </a:lnTo>
                <a:lnTo>
                  <a:pt x="2133600" y="3667125"/>
                </a:lnTo>
                <a:close/>
                <a:moveTo>
                  <a:pt x="2209800" y="3657600"/>
                </a:moveTo>
                <a:lnTo>
                  <a:pt x="2219325" y="3657600"/>
                </a:lnTo>
                <a:lnTo>
                  <a:pt x="2219325" y="3667125"/>
                </a:lnTo>
                <a:lnTo>
                  <a:pt x="2209800" y="3667125"/>
                </a:lnTo>
                <a:close/>
                <a:moveTo>
                  <a:pt x="2819400" y="3657600"/>
                </a:moveTo>
                <a:lnTo>
                  <a:pt x="2828925" y="3657600"/>
                </a:lnTo>
                <a:lnTo>
                  <a:pt x="2828925" y="3667125"/>
                </a:lnTo>
                <a:lnTo>
                  <a:pt x="2819400" y="3667125"/>
                </a:lnTo>
                <a:close/>
                <a:moveTo>
                  <a:pt x="2124075" y="3667125"/>
                </a:moveTo>
                <a:lnTo>
                  <a:pt x="2133600" y="3667125"/>
                </a:lnTo>
                <a:lnTo>
                  <a:pt x="2133600" y="3676650"/>
                </a:lnTo>
                <a:lnTo>
                  <a:pt x="2124075" y="3676650"/>
                </a:lnTo>
                <a:close/>
                <a:moveTo>
                  <a:pt x="2828925" y="3667125"/>
                </a:moveTo>
                <a:lnTo>
                  <a:pt x="2838450" y="3667125"/>
                </a:lnTo>
                <a:lnTo>
                  <a:pt x="2838450" y="3705225"/>
                </a:lnTo>
                <a:lnTo>
                  <a:pt x="2847975" y="3705225"/>
                </a:lnTo>
                <a:lnTo>
                  <a:pt x="2847975" y="3695700"/>
                </a:lnTo>
                <a:lnTo>
                  <a:pt x="2857500" y="3695700"/>
                </a:lnTo>
                <a:lnTo>
                  <a:pt x="2857500" y="3686175"/>
                </a:lnTo>
                <a:lnTo>
                  <a:pt x="2847975" y="3686175"/>
                </a:lnTo>
                <a:lnTo>
                  <a:pt x="2847975" y="3676650"/>
                </a:lnTo>
                <a:lnTo>
                  <a:pt x="2857500" y="3676650"/>
                </a:lnTo>
                <a:lnTo>
                  <a:pt x="2857500" y="3667125"/>
                </a:lnTo>
                <a:lnTo>
                  <a:pt x="2886075" y="3667125"/>
                </a:lnTo>
                <a:lnTo>
                  <a:pt x="2886075" y="3686175"/>
                </a:lnTo>
                <a:lnTo>
                  <a:pt x="2867025" y="3686175"/>
                </a:lnTo>
                <a:lnTo>
                  <a:pt x="2867025" y="3695700"/>
                </a:lnTo>
                <a:lnTo>
                  <a:pt x="2886075" y="3695700"/>
                </a:lnTo>
                <a:lnTo>
                  <a:pt x="2886075" y="3705225"/>
                </a:lnTo>
                <a:lnTo>
                  <a:pt x="2867025" y="3705225"/>
                </a:lnTo>
                <a:lnTo>
                  <a:pt x="2867025" y="3724275"/>
                </a:lnTo>
                <a:lnTo>
                  <a:pt x="2886075" y="3724275"/>
                </a:lnTo>
                <a:lnTo>
                  <a:pt x="2886075" y="3705225"/>
                </a:lnTo>
                <a:lnTo>
                  <a:pt x="2895600" y="3705225"/>
                </a:lnTo>
                <a:lnTo>
                  <a:pt x="2895600" y="3724275"/>
                </a:lnTo>
                <a:lnTo>
                  <a:pt x="2905125" y="3724275"/>
                </a:lnTo>
                <a:lnTo>
                  <a:pt x="2905125" y="3733800"/>
                </a:lnTo>
                <a:lnTo>
                  <a:pt x="2924175" y="3733800"/>
                </a:lnTo>
                <a:lnTo>
                  <a:pt x="2924175" y="3743325"/>
                </a:lnTo>
                <a:lnTo>
                  <a:pt x="2981325" y="3743325"/>
                </a:lnTo>
                <a:lnTo>
                  <a:pt x="2981325" y="3752850"/>
                </a:lnTo>
                <a:lnTo>
                  <a:pt x="2990850" y="3752850"/>
                </a:lnTo>
                <a:lnTo>
                  <a:pt x="2990850" y="3762375"/>
                </a:lnTo>
                <a:lnTo>
                  <a:pt x="3000375" y="3762375"/>
                </a:lnTo>
                <a:lnTo>
                  <a:pt x="3000375" y="3752850"/>
                </a:lnTo>
                <a:lnTo>
                  <a:pt x="3009900" y="3752850"/>
                </a:lnTo>
                <a:lnTo>
                  <a:pt x="3009900" y="3733800"/>
                </a:lnTo>
                <a:lnTo>
                  <a:pt x="3019425" y="3733800"/>
                </a:lnTo>
                <a:lnTo>
                  <a:pt x="3019425" y="3743325"/>
                </a:lnTo>
                <a:lnTo>
                  <a:pt x="3028950" y="3743325"/>
                </a:lnTo>
                <a:lnTo>
                  <a:pt x="3028950" y="3752850"/>
                </a:lnTo>
                <a:lnTo>
                  <a:pt x="3019425" y="3752850"/>
                </a:lnTo>
                <a:lnTo>
                  <a:pt x="3019425" y="3762375"/>
                </a:lnTo>
                <a:lnTo>
                  <a:pt x="3009900" y="3762375"/>
                </a:lnTo>
                <a:lnTo>
                  <a:pt x="3009900" y="3771900"/>
                </a:lnTo>
                <a:lnTo>
                  <a:pt x="3019425" y="3771900"/>
                </a:lnTo>
                <a:lnTo>
                  <a:pt x="3019425" y="3781425"/>
                </a:lnTo>
                <a:lnTo>
                  <a:pt x="3028950" y="3781425"/>
                </a:lnTo>
                <a:lnTo>
                  <a:pt x="3028950" y="3790950"/>
                </a:lnTo>
                <a:lnTo>
                  <a:pt x="3038475" y="3790950"/>
                </a:lnTo>
                <a:lnTo>
                  <a:pt x="3038475" y="3800475"/>
                </a:lnTo>
                <a:lnTo>
                  <a:pt x="3048000" y="3800475"/>
                </a:lnTo>
                <a:lnTo>
                  <a:pt x="3048000" y="3810000"/>
                </a:lnTo>
                <a:lnTo>
                  <a:pt x="3019425" y="3810000"/>
                </a:lnTo>
                <a:lnTo>
                  <a:pt x="3019425" y="3790950"/>
                </a:lnTo>
                <a:lnTo>
                  <a:pt x="3009900" y="3790950"/>
                </a:lnTo>
                <a:lnTo>
                  <a:pt x="3009900" y="3781425"/>
                </a:lnTo>
                <a:lnTo>
                  <a:pt x="2990850" y="3781425"/>
                </a:lnTo>
                <a:lnTo>
                  <a:pt x="2990850" y="3810000"/>
                </a:lnTo>
                <a:lnTo>
                  <a:pt x="2981325" y="3810000"/>
                </a:lnTo>
                <a:lnTo>
                  <a:pt x="2981325" y="3829050"/>
                </a:lnTo>
                <a:lnTo>
                  <a:pt x="2971800" y="3829050"/>
                </a:lnTo>
                <a:lnTo>
                  <a:pt x="2971800" y="3819525"/>
                </a:lnTo>
                <a:lnTo>
                  <a:pt x="2933700" y="3819525"/>
                </a:lnTo>
                <a:lnTo>
                  <a:pt x="2933700" y="3810000"/>
                </a:lnTo>
                <a:lnTo>
                  <a:pt x="2952750" y="3810000"/>
                </a:lnTo>
                <a:lnTo>
                  <a:pt x="2952750" y="3790950"/>
                </a:lnTo>
                <a:lnTo>
                  <a:pt x="2933700" y="3790950"/>
                </a:lnTo>
                <a:lnTo>
                  <a:pt x="2933700" y="3781425"/>
                </a:lnTo>
                <a:lnTo>
                  <a:pt x="2914650" y="3781425"/>
                </a:lnTo>
                <a:lnTo>
                  <a:pt x="2914650" y="3752850"/>
                </a:lnTo>
                <a:lnTo>
                  <a:pt x="2876550" y="3752850"/>
                </a:lnTo>
                <a:lnTo>
                  <a:pt x="2876550" y="3743325"/>
                </a:lnTo>
                <a:lnTo>
                  <a:pt x="2867025" y="3743325"/>
                </a:lnTo>
                <a:lnTo>
                  <a:pt x="2867025" y="3733800"/>
                </a:lnTo>
                <a:lnTo>
                  <a:pt x="2828925" y="3733800"/>
                </a:lnTo>
                <a:lnTo>
                  <a:pt x="2828925" y="3714750"/>
                </a:lnTo>
                <a:lnTo>
                  <a:pt x="2819400" y="3714750"/>
                </a:lnTo>
                <a:lnTo>
                  <a:pt x="2819400" y="3705225"/>
                </a:lnTo>
                <a:lnTo>
                  <a:pt x="2800350" y="3705225"/>
                </a:lnTo>
                <a:lnTo>
                  <a:pt x="2800350" y="3695700"/>
                </a:lnTo>
                <a:lnTo>
                  <a:pt x="2809875" y="3695700"/>
                </a:lnTo>
                <a:lnTo>
                  <a:pt x="2809875" y="3686175"/>
                </a:lnTo>
                <a:lnTo>
                  <a:pt x="2819400" y="3686175"/>
                </a:lnTo>
                <a:lnTo>
                  <a:pt x="2819400" y="3676650"/>
                </a:lnTo>
                <a:lnTo>
                  <a:pt x="2828925" y="3676650"/>
                </a:lnTo>
                <a:close/>
                <a:moveTo>
                  <a:pt x="3190875" y="3667125"/>
                </a:moveTo>
                <a:lnTo>
                  <a:pt x="3200400" y="3667125"/>
                </a:lnTo>
                <a:lnTo>
                  <a:pt x="3200400" y="3686175"/>
                </a:lnTo>
                <a:lnTo>
                  <a:pt x="3190875" y="3686175"/>
                </a:lnTo>
                <a:close/>
                <a:moveTo>
                  <a:pt x="2181225" y="3676650"/>
                </a:moveTo>
                <a:lnTo>
                  <a:pt x="2190750" y="3676650"/>
                </a:lnTo>
                <a:lnTo>
                  <a:pt x="2190750" y="3686175"/>
                </a:lnTo>
                <a:lnTo>
                  <a:pt x="2209800" y="3686175"/>
                </a:lnTo>
                <a:lnTo>
                  <a:pt x="2209800" y="3695700"/>
                </a:lnTo>
                <a:lnTo>
                  <a:pt x="2200275" y="3695700"/>
                </a:lnTo>
                <a:lnTo>
                  <a:pt x="2200275" y="3705225"/>
                </a:lnTo>
                <a:lnTo>
                  <a:pt x="2171700" y="3705225"/>
                </a:lnTo>
                <a:lnTo>
                  <a:pt x="2171700" y="3695700"/>
                </a:lnTo>
                <a:lnTo>
                  <a:pt x="2181225" y="3695700"/>
                </a:lnTo>
                <a:close/>
                <a:moveTo>
                  <a:pt x="2352675" y="3676650"/>
                </a:moveTo>
                <a:lnTo>
                  <a:pt x="2371725" y="3676650"/>
                </a:lnTo>
                <a:lnTo>
                  <a:pt x="2371725" y="3686175"/>
                </a:lnTo>
                <a:lnTo>
                  <a:pt x="2362200" y="3686175"/>
                </a:lnTo>
                <a:lnTo>
                  <a:pt x="2362200" y="3695700"/>
                </a:lnTo>
                <a:lnTo>
                  <a:pt x="2343150" y="3695700"/>
                </a:lnTo>
                <a:lnTo>
                  <a:pt x="2343150" y="3686175"/>
                </a:lnTo>
                <a:lnTo>
                  <a:pt x="2352675" y="3686175"/>
                </a:lnTo>
                <a:close/>
                <a:moveTo>
                  <a:pt x="2609850" y="3676650"/>
                </a:moveTo>
                <a:lnTo>
                  <a:pt x="2619375" y="3676650"/>
                </a:lnTo>
                <a:lnTo>
                  <a:pt x="2619375" y="3686175"/>
                </a:lnTo>
                <a:lnTo>
                  <a:pt x="2638425" y="3686175"/>
                </a:lnTo>
                <a:lnTo>
                  <a:pt x="2638425" y="3695700"/>
                </a:lnTo>
                <a:lnTo>
                  <a:pt x="2647950" y="3695700"/>
                </a:lnTo>
                <a:lnTo>
                  <a:pt x="2647950" y="3686175"/>
                </a:lnTo>
                <a:lnTo>
                  <a:pt x="2657475" y="3686175"/>
                </a:lnTo>
                <a:lnTo>
                  <a:pt x="2657475" y="3657600"/>
                </a:lnTo>
                <a:lnTo>
                  <a:pt x="2628900" y="3657600"/>
                </a:lnTo>
                <a:lnTo>
                  <a:pt x="2628900" y="3667125"/>
                </a:lnTo>
                <a:lnTo>
                  <a:pt x="2609850" y="3667125"/>
                </a:lnTo>
                <a:close/>
                <a:moveTo>
                  <a:pt x="2305050" y="3686175"/>
                </a:moveTo>
                <a:lnTo>
                  <a:pt x="2333625" y="3686175"/>
                </a:lnTo>
                <a:lnTo>
                  <a:pt x="2333625" y="3695700"/>
                </a:lnTo>
                <a:lnTo>
                  <a:pt x="2305050" y="3695700"/>
                </a:lnTo>
                <a:close/>
                <a:moveTo>
                  <a:pt x="3124200" y="3686175"/>
                </a:moveTo>
                <a:lnTo>
                  <a:pt x="3171825" y="3686175"/>
                </a:lnTo>
                <a:lnTo>
                  <a:pt x="3171825" y="3695700"/>
                </a:lnTo>
                <a:lnTo>
                  <a:pt x="3162300" y="3695700"/>
                </a:lnTo>
                <a:lnTo>
                  <a:pt x="3162300" y="3705225"/>
                </a:lnTo>
                <a:lnTo>
                  <a:pt x="3181350" y="3705225"/>
                </a:lnTo>
                <a:lnTo>
                  <a:pt x="3181350" y="3714750"/>
                </a:lnTo>
                <a:lnTo>
                  <a:pt x="3162300" y="3714750"/>
                </a:lnTo>
                <a:lnTo>
                  <a:pt x="3162300" y="3724275"/>
                </a:lnTo>
                <a:lnTo>
                  <a:pt x="3133725" y="3724275"/>
                </a:lnTo>
                <a:lnTo>
                  <a:pt x="3133725" y="3705225"/>
                </a:lnTo>
                <a:lnTo>
                  <a:pt x="3124200" y="3705225"/>
                </a:lnTo>
                <a:close/>
                <a:moveTo>
                  <a:pt x="3028950" y="3695700"/>
                </a:moveTo>
                <a:lnTo>
                  <a:pt x="3067050" y="3695700"/>
                </a:lnTo>
                <a:lnTo>
                  <a:pt x="3067050" y="3705225"/>
                </a:lnTo>
                <a:lnTo>
                  <a:pt x="3076575" y="3705225"/>
                </a:lnTo>
                <a:lnTo>
                  <a:pt x="3076575" y="3714750"/>
                </a:lnTo>
                <a:lnTo>
                  <a:pt x="3057525" y="3714750"/>
                </a:lnTo>
                <a:lnTo>
                  <a:pt x="3057525" y="3705225"/>
                </a:lnTo>
                <a:lnTo>
                  <a:pt x="3048000" y="3705225"/>
                </a:lnTo>
                <a:lnTo>
                  <a:pt x="3048000" y="3714750"/>
                </a:lnTo>
                <a:lnTo>
                  <a:pt x="3019425" y="3714750"/>
                </a:lnTo>
                <a:lnTo>
                  <a:pt x="3019425" y="3705225"/>
                </a:lnTo>
                <a:lnTo>
                  <a:pt x="3028950" y="3705225"/>
                </a:lnTo>
                <a:close/>
                <a:moveTo>
                  <a:pt x="2162175" y="3705225"/>
                </a:moveTo>
                <a:lnTo>
                  <a:pt x="2171700" y="3705225"/>
                </a:lnTo>
                <a:lnTo>
                  <a:pt x="2171700" y="3714750"/>
                </a:lnTo>
                <a:lnTo>
                  <a:pt x="2162175" y="3714750"/>
                </a:lnTo>
                <a:close/>
                <a:moveTo>
                  <a:pt x="2438400" y="3705225"/>
                </a:moveTo>
                <a:lnTo>
                  <a:pt x="2447925" y="3705225"/>
                </a:lnTo>
                <a:lnTo>
                  <a:pt x="2447925" y="3724275"/>
                </a:lnTo>
                <a:lnTo>
                  <a:pt x="2438400" y="3724275"/>
                </a:lnTo>
                <a:close/>
                <a:moveTo>
                  <a:pt x="2790825" y="3705225"/>
                </a:moveTo>
                <a:lnTo>
                  <a:pt x="2800350" y="3705225"/>
                </a:lnTo>
                <a:lnTo>
                  <a:pt x="2800350" y="3714750"/>
                </a:lnTo>
                <a:lnTo>
                  <a:pt x="2790825" y="3714750"/>
                </a:lnTo>
                <a:close/>
                <a:moveTo>
                  <a:pt x="3086100" y="3705225"/>
                </a:moveTo>
                <a:lnTo>
                  <a:pt x="3114675" y="3705225"/>
                </a:lnTo>
                <a:lnTo>
                  <a:pt x="3114675" y="3714750"/>
                </a:lnTo>
                <a:lnTo>
                  <a:pt x="3124200" y="3714750"/>
                </a:lnTo>
                <a:lnTo>
                  <a:pt x="3124200" y="3743325"/>
                </a:lnTo>
                <a:lnTo>
                  <a:pt x="3114675" y="3743325"/>
                </a:lnTo>
                <a:lnTo>
                  <a:pt x="3114675" y="3724275"/>
                </a:lnTo>
                <a:lnTo>
                  <a:pt x="3086100" y="3724275"/>
                </a:lnTo>
                <a:close/>
                <a:moveTo>
                  <a:pt x="2486025" y="3714750"/>
                </a:moveTo>
                <a:lnTo>
                  <a:pt x="2495550" y="3714750"/>
                </a:lnTo>
                <a:lnTo>
                  <a:pt x="2495550" y="3724275"/>
                </a:lnTo>
                <a:lnTo>
                  <a:pt x="2486025" y="3724275"/>
                </a:lnTo>
                <a:close/>
                <a:moveTo>
                  <a:pt x="3181350" y="3714750"/>
                </a:moveTo>
                <a:lnTo>
                  <a:pt x="3190875" y="3714750"/>
                </a:lnTo>
                <a:lnTo>
                  <a:pt x="3190875" y="3724275"/>
                </a:lnTo>
                <a:lnTo>
                  <a:pt x="3181350" y="3724275"/>
                </a:lnTo>
                <a:close/>
                <a:moveTo>
                  <a:pt x="2200275" y="3724275"/>
                </a:moveTo>
                <a:lnTo>
                  <a:pt x="2247900" y="3724275"/>
                </a:lnTo>
                <a:lnTo>
                  <a:pt x="2247900" y="3733800"/>
                </a:lnTo>
                <a:lnTo>
                  <a:pt x="2238375" y="3733800"/>
                </a:lnTo>
                <a:lnTo>
                  <a:pt x="2238375" y="3743325"/>
                </a:lnTo>
                <a:lnTo>
                  <a:pt x="2247900" y="3743325"/>
                </a:lnTo>
                <a:lnTo>
                  <a:pt x="2247900" y="3762375"/>
                </a:lnTo>
                <a:lnTo>
                  <a:pt x="2257425" y="3762375"/>
                </a:lnTo>
                <a:lnTo>
                  <a:pt x="2257425" y="3771900"/>
                </a:lnTo>
                <a:lnTo>
                  <a:pt x="2266950" y="3771900"/>
                </a:lnTo>
                <a:lnTo>
                  <a:pt x="2266950" y="3781425"/>
                </a:lnTo>
                <a:lnTo>
                  <a:pt x="2276475" y="3781425"/>
                </a:lnTo>
                <a:lnTo>
                  <a:pt x="2276475" y="3771900"/>
                </a:lnTo>
                <a:lnTo>
                  <a:pt x="2305050" y="3771900"/>
                </a:lnTo>
                <a:lnTo>
                  <a:pt x="2305050" y="3781425"/>
                </a:lnTo>
                <a:lnTo>
                  <a:pt x="2314575" y="3781425"/>
                </a:lnTo>
                <a:lnTo>
                  <a:pt x="2314575" y="3790950"/>
                </a:lnTo>
                <a:lnTo>
                  <a:pt x="2266950" y="3790950"/>
                </a:lnTo>
                <a:lnTo>
                  <a:pt x="2266950" y="3819525"/>
                </a:lnTo>
                <a:lnTo>
                  <a:pt x="2257425" y="3819525"/>
                </a:lnTo>
                <a:lnTo>
                  <a:pt x="2257425" y="3781425"/>
                </a:lnTo>
                <a:lnTo>
                  <a:pt x="2247900" y="3781425"/>
                </a:lnTo>
                <a:lnTo>
                  <a:pt x="2247900" y="3771900"/>
                </a:lnTo>
                <a:lnTo>
                  <a:pt x="2209800" y="3771900"/>
                </a:lnTo>
                <a:lnTo>
                  <a:pt x="2209800" y="3781425"/>
                </a:lnTo>
                <a:lnTo>
                  <a:pt x="2190750" y="3781425"/>
                </a:lnTo>
                <a:lnTo>
                  <a:pt x="2190750" y="3752850"/>
                </a:lnTo>
                <a:lnTo>
                  <a:pt x="2200275" y="3752850"/>
                </a:lnTo>
                <a:lnTo>
                  <a:pt x="2200275" y="3743325"/>
                </a:lnTo>
                <a:lnTo>
                  <a:pt x="2209800" y="3743325"/>
                </a:lnTo>
                <a:lnTo>
                  <a:pt x="2209800" y="3752850"/>
                </a:lnTo>
                <a:lnTo>
                  <a:pt x="2219325" y="3752850"/>
                </a:lnTo>
                <a:lnTo>
                  <a:pt x="2219325" y="3733800"/>
                </a:lnTo>
                <a:lnTo>
                  <a:pt x="2200275" y="3733800"/>
                </a:lnTo>
                <a:close/>
                <a:moveTo>
                  <a:pt x="2762250" y="3733800"/>
                </a:moveTo>
                <a:lnTo>
                  <a:pt x="2771775" y="3733800"/>
                </a:lnTo>
                <a:lnTo>
                  <a:pt x="2771775" y="3762375"/>
                </a:lnTo>
                <a:lnTo>
                  <a:pt x="2781300" y="3762375"/>
                </a:lnTo>
                <a:lnTo>
                  <a:pt x="2781300" y="3771900"/>
                </a:lnTo>
                <a:lnTo>
                  <a:pt x="2743200" y="3771900"/>
                </a:lnTo>
                <a:lnTo>
                  <a:pt x="2743200" y="3762375"/>
                </a:lnTo>
                <a:lnTo>
                  <a:pt x="2762250" y="3762375"/>
                </a:lnTo>
                <a:close/>
                <a:moveTo>
                  <a:pt x="3105150" y="3743325"/>
                </a:moveTo>
                <a:lnTo>
                  <a:pt x="3114675" y="3743325"/>
                </a:lnTo>
                <a:lnTo>
                  <a:pt x="3114675" y="3762375"/>
                </a:lnTo>
                <a:lnTo>
                  <a:pt x="3105150" y="3762375"/>
                </a:lnTo>
                <a:close/>
                <a:moveTo>
                  <a:pt x="2571750" y="3752850"/>
                </a:moveTo>
                <a:lnTo>
                  <a:pt x="2581275" y="3752850"/>
                </a:lnTo>
                <a:lnTo>
                  <a:pt x="2581275" y="3781425"/>
                </a:lnTo>
                <a:lnTo>
                  <a:pt x="2609850" y="3781425"/>
                </a:lnTo>
                <a:lnTo>
                  <a:pt x="2609850" y="3771900"/>
                </a:lnTo>
                <a:lnTo>
                  <a:pt x="2628900" y="3771900"/>
                </a:lnTo>
                <a:lnTo>
                  <a:pt x="2628900" y="3762375"/>
                </a:lnTo>
                <a:lnTo>
                  <a:pt x="2638425" y="3762375"/>
                </a:lnTo>
                <a:lnTo>
                  <a:pt x="2638425" y="3752850"/>
                </a:lnTo>
                <a:lnTo>
                  <a:pt x="2657475" y="3752850"/>
                </a:lnTo>
                <a:lnTo>
                  <a:pt x="2657475" y="3771900"/>
                </a:lnTo>
                <a:lnTo>
                  <a:pt x="2647950" y="3771900"/>
                </a:lnTo>
                <a:lnTo>
                  <a:pt x="2647950" y="3762375"/>
                </a:lnTo>
                <a:lnTo>
                  <a:pt x="2638425" y="3762375"/>
                </a:lnTo>
                <a:lnTo>
                  <a:pt x="2638425" y="3771900"/>
                </a:lnTo>
                <a:lnTo>
                  <a:pt x="2628900" y="3771900"/>
                </a:lnTo>
                <a:lnTo>
                  <a:pt x="2628900" y="3781425"/>
                </a:lnTo>
                <a:lnTo>
                  <a:pt x="2609850" y="3781425"/>
                </a:lnTo>
                <a:lnTo>
                  <a:pt x="2609850" y="3800475"/>
                </a:lnTo>
                <a:lnTo>
                  <a:pt x="2600325" y="3800475"/>
                </a:lnTo>
                <a:lnTo>
                  <a:pt x="2600325" y="3810000"/>
                </a:lnTo>
                <a:lnTo>
                  <a:pt x="2609850" y="3810000"/>
                </a:lnTo>
                <a:lnTo>
                  <a:pt x="2609850" y="3819525"/>
                </a:lnTo>
                <a:lnTo>
                  <a:pt x="2619375" y="3819525"/>
                </a:lnTo>
                <a:lnTo>
                  <a:pt x="2619375" y="3829050"/>
                </a:lnTo>
                <a:lnTo>
                  <a:pt x="2628900" y="3829050"/>
                </a:lnTo>
                <a:lnTo>
                  <a:pt x="2628900" y="3819525"/>
                </a:lnTo>
                <a:lnTo>
                  <a:pt x="2686050" y="3819525"/>
                </a:lnTo>
                <a:lnTo>
                  <a:pt x="2686050" y="3810000"/>
                </a:lnTo>
                <a:lnTo>
                  <a:pt x="2724150" y="3810000"/>
                </a:lnTo>
                <a:lnTo>
                  <a:pt x="2724150" y="3819525"/>
                </a:lnTo>
                <a:lnTo>
                  <a:pt x="2714625" y="3819525"/>
                </a:lnTo>
                <a:lnTo>
                  <a:pt x="2714625" y="3829050"/>
                </a:lnTo>
                <a:lnTo>
                  <a:pt x="2752725" y="3829050"/>
                </a:lnTo>
                <a:lnTo>
                  <a:pt x="2752725" y="3838575"/>
                </a:lnTo>
                <a:lnTo>
                  <a:pt x="2771775" y="3838575"/>
                </a:lnTo>
                <a:lnTo>
                  <a:pt x="2771775" y="3857625"/>
                </a:lnTo>
                <a:lnTo>
                  <a:pt x="2743200" y="3857625"/>
                </a:lnTo>
                <a:lnTo>
                  <a:pt x="2743200" y="3867150"/>
                </a:lnTo>
                <a:lnTo>
                  <a:pt x="2733675" y="3867150"/>
                </a:lnTo>
                <a:lnTo>
                  <a:pt x="2733675" y="3876675"/>
                </a:lnTo>
                <a:lnTo>
                  <a:pt x="2724150" y="3876675"/>
                </a:lnTo>
                <a:lnTo>
                  <a:pt x="2724150" y="3886200"/>
                </a:lnTo>
                <a:lnTo>
                  <a:pt x="2676525" y="3886200"/>
                </a:lnTo>
                <a:lnTo>
                  <a:pt x="2676525" y="3876675"/>
                </a:lnTo>
                <a:lnTo>
                  <a:pt x="2686050" y="3876675"/>
                </a:lnTo>
                <a:lnTo>
                  <a:pt x="2686050" y="3867150"/>
                </a:lnTo>
                <a:lnTo>
                  <a:pt x="2705100" y="3867150"/>
                </a:lnTo>
                <a:lnTo>
                  <a:pt x="2705100" y="3848100"/>
                </a:lnTo>
                <a:lnTo>
                  <a:pt x="2686050" y="3848100"/>
                </a:lnTo>
                <a:lnTo>
                  <a:pt x="2686050" y="3838575"/>
                </a:lnTo>
                <a:lnTo>
                  <a:pt x="2657475" y="3838575"/>
                </a:lnTo>
                <a:lnTo>
                  <a:pt x="2657475" y="3857625"/>
                </a:lnTo>
                <a:lnTo>
                  <a:pt x="2647950" y="3857625"/>
                </a:lnTo>
                <a:lnTo>
                  <a:pt x="2647950" y="3876675"/>
                </a:lnTo>
                <a:lnTo>
                  <a:pt x="2657475" y="3876675"/>
                </a:lnTo>
                <a:lnTo>
                  <a:pt x="2657475" y="3886200"/>
                </a:lnTo>
                <a:lnTo>
                  <a:pt x="2590800" y="3886200"/>
                </a:lnTo>
                <a:lnTo>
                  <a:pt x="2590800" y="3876675"/>
                </a:lnTo>
                <a:lnTo>
                  <a:pt x="2562225" y="3876675"/>
                </a:lnTo>
                <a:lnTo>
                  <a:pt x="2562225" y="3867150"/>
                </a:lnTo>
                <a:lnTo>
                  <a:pt x="2552700" y="3867150"/>
                </a:lnTo>
                <a:lnTo>
                  <a:pt x="2552700" y="3876675"/>
                </a:lnTo>
                <a:lnTo>
                  <a:pt x="2543175" y="3876675"/>
                </a:lnTo>
                <a:lnTo>
                  <a:pt x="2543175" y="3867150"/>
                </a:lnTo>
                <a:lnTo>
                  <a:pt x="2476500" y="3867150"/>
                </a:lnTo>
                <a:lnTo>
                  <a:pt x="2476500" y="3857625"/>
                </a:lnTo>
                <a:lnTo>
                  <a:pt x="2524125" y="3857625"/>
                </a:lnTo>
                <a:lnTo>
                  <a:pt x="2524125" y="3838575"/>
                </a:lnTo>
                <a:lnTo>
                  <a:pt x="2486025" y="3838575"/>
                </a:lnTo>
                <a:lnTo>
                  <a:pt x="2486025" y="3829050"/>
                </a:lnTo>
                <a:lnTo>
                  <a:pt x="2514600" y="3829050"/>
                </a:lnTo>
                <a:lnTo>
                  <a:pt x="2514600" y="3819525"/>
                </a:lnTo>
                <a:lnTo>
                  <a:pt x="2533650" y="3819525"/>
                </a:lnTo>
                <a:lnTo>
                  <a:pt x="2533650" y="3810000"/>
                </a:lnTo>
                <a:lnTo>
                  <a:pt x="2543175" y="3810000"/>
                </a:lnTo>
                <a:lnTo>
                  <a:pt x="2543175" y="3790950"/>
                </a:lnTo>
                <a:lnTo>
                  <a:pt x="2552700" y="3790950"/>
                </a:lnTo>
                <a:lnTo>
                  <a:pt x="2552700" y="3781425"/>
                </a:lnTo>
                <a:lnTo>
                  <a:pt x="2562225" y="3781425"/>
                </a:lnTo>
                <a:lnTo>
                  <a:pt x="2562225" y="3762375"/>
                </a:lnTo>
                <a:lnTo>
                  <a:pt x="2571750" y="3762375"/>
                </a:lnTo>
                <a:close/>
                <a:moveTo>
                  <a:pt x="3057525" y="3752850"/>
                </a:moveTo>
                <a:lnTo>
                  <a:pt x="3076575" y="3752850"/>
                </a:lnTo>
                <a:lnTo>
                  <a:pt x="3076575" y="3762375"/>
                </a:lnTo>
                <a:lnTo>
                  <a:pt x="3105150" y="3762375"/>
                </a:lnTo>
                <a:lnTo>
                  <a:pt x="3105150" y="3771900"/>
                </a:lnTo>
                <a:lnTo>
                  <a:pt x="3067050" y="3771900"/>
                </a:lnTo>
                <a:lnTo>
                  <a:pt x="3067050" y="3762375"/>
                </a:lnTo>
                <a:lnTo>
                  <a:pt x="3057525" y="3762375"/>
                </a:lnTo>
                <a:close/>
                <a:moveTo>
                  <a:pt x="3181350" y="3752850"/>
                </a:moveTo>
                <a:lnTo>
                  <a:pt x="3190875" y="3752850"/>
                </a:lnTo>
                <a:lnTo>
                  <a:pt x="3190875" y="3762375"/>
                </a:lnTo>
                <a:lnTo>
                  <a:pt x="3181350" y="3762375"/>
                </a:lnTo>
                <a:close/>
                <a:moveTo>
                  <a:pt x="2390775" y="3762375"/>
                </a:moveTo>
                <a:lnTo>
                  <a:pt x="2409825" y="3762375"/>
                </a:lnTo>
                <a:lnTo>
                  <a:pt x="2409825" y="3771900"/>
                </a:lnTo>
                <a:lnTo>
                  <a:pt x="2419350" y="3771900"/>
                </a:lnTo>
                <a:lnTo>
                  <a:pt x="2419350" y="3781425"/>
                </a:lnTo>
                <a:lnTo>
                  <a:pt x="2438400" y="3781425"/>
                </a:lnTo>
                <a:lnTo>
                  <a:pt x="2438400" y="3800475"/>
                </a:lnTo>
                <a:lnTo>
                  <a:pt x="2428875" y="3800475"/>
                </a:lnTo>
                <a:lnTo>
                  <a:pt x="2428875" y="3810000"/>
                </a:lnTo>
                <a:lnTo>
                  <a:pt x="2419350" y="3810000"/>
                </a:lnTo>
                <a:lnTo>
                  <a:pt x="2419350" y="3819525"/>
                </a:lnTo>
                <a:lnTo>
                  <a:pt x="2409825" y="3819525"/>
                </a:lnTo>
                <a:lnTo>
                  <a:pt x="2409825" y="3829050"/>
                </a:lnTo>
                <a:lnTo>
                  <a:pt x="2419350" y="3829050"/>
                </a:lnTo>
                <a:lnTo>
                  <a:pt x="2419350" y="3819525"/>
                </a:lnTo>
                <a:lnTo>
                  <a:pt x="2428875" y="3819525"/>
                </a:lnTo>
                <a:lnTo>
                  <a:pt x="2428875" y="3829050"/>
                </a:lnTo>
                <a:lnTo>
                  <a:pt x="2419350" y="3829050"/>
                </a:lnTo>
                <a:lnTo>
                  <a:pt x="2419350" y="3848100"/>
                </a:lnTo>
                <a:lnTo>
                  <a:pt x="2390775" y="3848100"/>
                </a:lnTo>
                <a:lnTo>
                  <a:pt x="2390775" y="3838575"/>
                </a:lnTo>
                <a:lnTo>
                  <a:pt x="2371725" y="3838575"/>
                </a:lnTo>
                <a:lnTo>
                  <a:pt x="2371725" y="3848100"/>
                </a:lnTo>
                <a:lnTo>
                  <a:pt x="2362200" y="3848100"/>
                </a:lnTo>
                <a:lnTo>
                  <a:pt x="2362200" y="3838575"/>
                </a:lnTo>
                <a:lnTo>
                  <a:pt x="2305050" y="3838575"/>
                </a:lnTo>
                <a:lnTo>
                  <a:pt x="2305050" y="3829050"/>
                </a:lnTo>
                <a:lnTo>
                  <a:pt x="2333625" y="3829050"/>
                </a:lnTo>
                <a:lnTo>
                  <a:pt x="2333625" y="3819525"/>
                </a:lnTo>
                <a:lnTo>
                  <a:pt x="2343150" y="3819525"/>
                </a:lnTo>
                <a:lnTo>
                  <a:pt x="2343150" y="3829050"/>
                </a:lnTo>
                <a:lnTo>
                  <a:pt x="2371725" y="3829050"/>
                </a:lnTo>
                <a:lnTo>
                  <a:pt x="2371725" y="3819525"/>
                </a:lnTo>
                <a:lnTo>
                  <a:pt x="2352675" y="3819525"/>
                </a:lnTo>
                <a:lnTo>
                  <a:pt x="2352675" y="3800475"/>
                </a:lnTo>
                <a:lnTo>
                  <a:pt x="2343150" y="3800475"/>
                </a:lnTo>
                <a:lnTo>
                  <a:pt x="2343150" y="3790950"/>
                </a:lnTo>
                <a:lnTo>
                  <a:pt x="2333625" y="3790950"/>
                </a:lnTo>
                <a:lnTo>
                  <a:pt x="2333625" y="3781425"/>
                </a:lnTo>
                <a:lnTo>
                  <a:pt x="2324100" y="3781425"/>
                </a:lnTo>
                <a:lnTo>
                  <a:pt x="2324100" y="3771900"/>
                </a:lnTo>
                <a:lnTo>
                  <a:pt x="2343150" y="3771900"/>
                </a:lnTo>
                <a:lnTo>
                  <a:pt x="2343150" y="3790950"/>
                </a:lnTo>
                <a:lnTo>
                  <a:pt x="2362200" y="3790950"/>
                </a:lnTo>
                <a:lnTo>
                  <a:pt x="2362200" y="3800475"/>
                </a:lnTo>
                <a:lnTo>
                  <a:pt x="2371725" y="3800475"/>
                </a:lnTo>
                <a:lnTo>
                  <a:pt x="2371725" y="3819525"/>
                </a:lnTo>
                <a:lnTo>
                  <a:pt x="2390775" y="3819525"/>
                </a:lnTo>
                <a:lnTo>
                  <a:pt x="2390775" y="3829050"/>
                </a:lnTo>
                <a:lnTo>
                  <a:pt x="2400300" y="3829050"/>
                </a:lnTo>
                <a:lnTo>
                  <a:pt x="2400300" y="3771900"/>
                </a:lnTo>
                <a:lnTo>
                  <a:pt x="2390775" y="3771900"/>
                </a:lnTo>
                <a:close/>
                <a:moveTo>
                  <a:pt x="3171825" y="3762375"/>
                </a:moveTo>
                <a:lnTo>
                  <a:pt x="3181350" y="3762375"/>
                </a:lnTo>
                <a:lnTo>
                  <a:pt x="3181350" y="3771900"/>
                </a:lnTo>
                <a:lnTo>
                  <a:pt x="3171825" y="3771900"/>
                </a:lnTo>
                <a:close/>
                <a:moveTo>
                  <a:pt x="3105150" y="3771900"/>
                </a:moveTo>
                <a:lnTo>
                  <a:pt x="3114675" y="3771900"/>
                </a:lnTo>
                <a:lnTo>
                  <a:pt x="3114675" y="3781425"/>
                </a:lnTo>
                <a:lnTo>
                  <a:pt x="3105150" y="3781425"/>
                </a:lnTo>
                <a:close/>
                <a:moveTo>
                  <a:pt x="2466975" y="3781425"/>
                </a:moveTo>
                <a:lnTo>
                  <a:pt x="2486025" y="3781425"/>
                </a:lnTo>
                <a:lnTo>
                  <a:pt x="2486025" y="3790950"/>
                </a:lnTo>
                <a:lnTo>
                  <a:pt x="2466975" y="3790950"/>
                </a:lnTo>
                <a:close/>
                <a:moveTo>
                  <a:pt x="3114675" y="3781425"/>
                </a:moveTo>
                <a:lnTo>
                  <a:pt x="3124200" y="3781425"/>
                </a:lnTo>
                <a:lnTo>
                  <a:pt x="3124200" y="3790950"/>
                </a:lnTo>
                <a:lnTo>
                  <a:pt x="3114675" y="3790950"/>
                </a:lnTo>
                <a:close/>
                <a:moveTo>
                  <a:pt x="3143250" y="3781425"/>
                </a:moveTo>
                <a:lnTo>
                  <a:pt x="3152775" y="3781425"/>
                </a:lnTo>
                <a:lnTo>
                  <a:pt x="3152775" y="3790950"/>
                </a:lnTo>
                <a:lnTo>
                  <a:pt x="3162300" y="3790950"/>
                </a:lnTo>
                <a:lnTo>
                  <a:pt x="3162300" y="3800475"/>
                </a:lnTo>
                <a:lnTo>
                  <a:pt x="3171825" y="3800475"/>
                </a:lnTo>
                <a:lnTo>
                  <a:pt x="3171825" y="3838575"/>
                </a:lnTo>
                <a:lnTo>
                  <a:pt x="3162300" y="3838575"/>
                </a:lnTo>
                <a:lnTo>
                  <a:pt x="3162300" y="3819525"/>
                </a:lnTo>
                <a:lnTo>
                  <a:pt x="3152775" y="3819525"/>
                </a:lnTo>
                <a:lnTo>
                  <a:pt x="3152775" y="3810000"/>
                </a:lnTo>
                <a:lnTo>
                  <a:pt x="3133725" y="3810000"/>
                </a:lnTo>
                <a:lnTo>
                  <a:pt x="3133725" y="3800475"/>
                </a:lnTo>
                <a:lnTo>
                  <a:pt x="3124200" y="3800475"/>
                </a:lnTo>
                <a:lnTo>
                  <a:pt x="3124200" y="3790950"/>
                </a:lnTo>
                <a:lnTo>
                  <a:pt x="3143250" y="3790950"/>
                </a:lnTo>
                <a:close/>
                <a:moveTo>
                  <a:pt x="2171700" y="3790950"/>
                </a:moveTo>
                <a:lnTo>
                  <a:pt x="2200275" y="3790950"/>
                </a:lnTo>
                <a:lnTo>
                  <a:pt x="2200275" y="3800475"/>
                </a:lnTo>
                <a:lnTo>
                  <a:pt x="2190750" y="3800475"/>
                </a:lnTo>
                <a:lnTo>
                  <a:pt x="2190750" y="3810000"/>
                </a:lnTo>
                <a:lnTo>
                  <a:pt x="2171700" y="3810000"/>
                </a:lnTo>
                <a:close/>
                <a:moveTo>
                  <a:pt x="2514600" y="3790950"/>
                </a:moveTo>
                <a:lnTo>
                  <a:pt x="2524125" y="3790950"/>
                </a:lnTo>
                <a:lnTo>
                  <a:pt x="2524125" y="3800475"/>
                </a:lnTo>
                <a:lnTo>
                  <a:pt x="2514600" y="3800475"/>
                </a:lnTo>
                <a:close/>
                <a:moveTo>
                  <a:pt x="2219325" y="3800475"/>
                </a:moveTo>
                <a:lnTo>
                  <a:pt x="2238375" y="3800475"/>
                </a:lnTo>
                <a:lnTo>
                  <a:pt x="2238375" y="3810000"/>
                </a:lnTo>
                <a:lnTo>
                  <a:pt x="2219325" y="3810000"/>
                </a:lnTo>
                <a:close/>
                <a:moveTo>
                  <a:pt x="2867025" y="3800475"/>
                </a:moveTo>
                <a:lnTo>
                  <a:pt x="2905125" y="3800475"/>
                </a:lnTo>
                <a:lnTo>
                  <a:pt x="2905125" y="3810000"/>
                </a:lnTo>
                <a:lnTo>
                  <a:pt x="2924175" y="3810000"/>
                </a:lnTo>
                <a:lnTo>
                  <a:pt x="2924175" y="3819525"/>
                </a:lnTo>
                <a:lnTo>
                  <a:pt x="2886075" y="3819525"/>
                </a:lnTo>
                <a:lnTo>
                  <a:pt x="2886075" y="3838575"/>
                </a:lnTo>
                <a:lnTo>
                  <a:pt x="2905125" y="3838575"/>
                </a:lnTo>
                <a:lnTo>
                  <a:pt x="2905125" y="3848100"/>
                </a:lnTo>
                <a:lnTo>
                  <a:pt x="2943225" y="3848100"/>
                </a:lnTo>
                <a:lnTo>
                  <a:pt x="2943225" y="3857625"/>
                </a:lnTo>
                <a:lnTo>
                  <a:pt x="2962275" y="3857625"/>
                </a:lnTo>
                <a:lnTo>
                  <a:pt x="2962275" y="3867150"/>
                </a:lnTo>
                <a:lnTo>
                  <a:pt x="2971800" y="3867150"/>
                </a:lnTo>
                <a:lnTo>
                  <a:pt x="2971800" y="3857625"/>
                </a:lnTo>
                <a:lnTo>
                  <a:pt x="2990850" y="3857625"/>
                </a:lnTo>
                <a:lnTo>
                  <a:pt x="2990850" y="3886200"/>
                </a:lnTo>
                <a:lnTo>
                  <a:pt x="3019425" y="3886200"/>
                </a:lnTo>
                <a:lnTo>
                  <a:pt x="3019425" y="3895725"/>
                </a:lnTo>
                <a:lnTo>
                  <a:pt x="3048000" y="3895725"/>
                </a:lnTo>
                <a:lnTo>
                  <a:pt x="3048000" y="3886200"/>
                </a:lnTo>
                <a:lnTo>
                  <a:pt x="3067050" y="3886200"/>
                </a:lnTo>
                <a:lnTo>
                  <a:pt x="3067050" y="3876675"/>
                </a:lnTo>
                <a:lnTo>
                  <a:pt x="3057525" y="3876675"/>
                </a:lnTo>
                <a:lnTo>
                  <a:pt x="3057525" y="3867150"/>
                </a:lnTo>
                <a:lnTo>
                  <a:pt x="3067050" y="3867150"/>
                </a:lnTo>
                <a:lnTo>
                  <a:pt x="3067050" y="3876675"/>
                </a:lnTo>
                <a:lnTo>
                  <a:pt x="3095625" y="3876675"/>
                </a:lnTo>
                <a:lnTo>
                  <a:pt x="3095625" y="3867150"/>
                </a:lnTo>
                <a:lnTo>
                  <a:pt x="3086100" y="3867150"/>
                </a:lnTo>
                <a:lnTo>
                  <a:pt x="3086100" y="3838575"/>
                </a:lnTo>
                <a:lnTo>
                  <a:pt x="3105150" y="3838575"/>
                </a:lnTo>
                <a:lnTo>
                  <a:pt x="3105150" y="3848100"/>
                </a:lnTo>
                <a:lnTo>
                  <a:pt x="3114675" y="3848100"/>
                </a:lnTo>
                <a:lnTo>
                  <a:pt x="3114675" y="3838575"/>
                </a:lnTo>
                <a:lnTo>
                  <a:pt x="3124200" y="3838575"/>
                </a:lnTo>
                <a:lnTo>
                  <a:pt x="3124200" y="3829050"/>
                </a:lnTo>
                <a:lnTo>
                  <a:pt x="3143250" y="3829050"/>
                </a:lnTo>
                <a:lnTo>
                  <a:pt x="3143250" y="3838575"/>
                </a:lnTo>
                <a:lnTo>
                  <a:pt x="3162300" y="3838575"/>
                </a:lnTo>
                <a:lnTo>
                  <a:pt x="3162300" y="3857625"/>
                </a:lnTo>
                <a:lnTo>
                  <a:pt x="3152775" y="3857625"/>
                </a:lnTo>
                <a:lnTo>
                  <a:pt x="3152775" y="3867150"/>
                </a:lnTo>
                <a:lnTo>
                  <a:pt x="3143250" y="3867150"/>
                </a:lnTo>
                <a:lnTo>
                  <a:pt x="3143250" y="3886200"/>
                </a:lnTo>
                <a:lnTo>
                  <a:pt x="3133725" y="3886200"/>
                </a:lnTo>
                <a:lnTo>
                  <a:pt x="3133725" y="3876675"/>
                </a:lnTo>
                <a:lnTo>
                  <a:pt x="3095625" y="3876675"/>
                </a:lnTo>
                <a:lnTo>
                  <a:pt x="3095625" y="3886200"/>
                </a:lnTo>
                <a:lnTo>
                  <a:pt x="3105150" y="3886200"/>
                </a:lnTo>
                <a:lnTo>
                  <a:pt x="3105150" y="3895725"/>
                </a:lnTo>
                <a:lnTo>
                  <a:pt x="3048000" y="3895725"/>
                </a:lnTo>
                <a:lnTo>
                  <a:pt x="3048000" y="3914775"/>
                </a:lnTo>
                <a:lnTo>
                  <a:pt x="3038475" y="3914775"/>
                </a:lnTo>
                <a:lnTo>
                  <a:pt x="3038475" y="3924300"/>
                </a:lnTo>
                <a:lnTo>
                  <a:pt x="3028950" y="3924300"/>
                </a:lnTo>
                <a:lnTo>
                  <a:pt x="3028950" y="3905250"/>
                </a:lnTo>
                <a:lnTo>
                  <a:pt x="2962275" y="3905250"/>
                </a:lnTo>
                <a:lnTo>
                  <a:pt x="2962275" y="3914775"/>
                </a:lnTo>
                <a:lnTo>
                  <a:pt x="2943225" y="3914775"/>
                </a:lnTo>
                <a:lnTo>
                  <a:pt x="2943225" y="3933825"/>
                </a:lnTo>
                <a:lnTo>
                  <a:pt x="2914650" y="3933825"/>
                </a:lnTo>
                <a:lnTo>
                  <a:pt x="2914650" y="3924300"/>
                </a:lnTo>
                <a:lnTo>
                  <a:pt x="2886075" y="3924300"/>
                </a:lnTo>
                <a:lnTo>
                  <a:pt x="2886075" y="3914775"/>
                </a:lnTo>
                <a:lnTo>
                  <a:pt x="2867025" y="3914775"/>
                </a:lnTo>
                <a:lnTo>
                  <a:pt x="2867025" y="3905250"/>
                </a:lnTo>
                <a:lnTo>
                  <a:pt x="2857500" y="3905250"/>
                </a:lnTo>
                <a:lnTo>
                  <a:pt x="2857500" y="3914775"/>
                </a:lnTo>
                <a:lnTo>
                  <a:pt x="2847975" y="3914775"/>
                </a:lnTo>
                <a:lnTo>
                  <a:pt x="2847975" y="3905250"/>
                </a:lnTo>
                <a:lnTo>
                  <a:pt x="2800350" y="3905250"/>
                </a:lnTo>
                <a:lnTo>
                  <a:pt x="2800350" y="3867150"/>
                </a:lnTo>
                <a:lnTo>
                  <a:pt x="2819400" y="3867150"/>
                </a:lnTo>
                <a:lnTo>
                  <a:pt x="2819400" y="3838575"/>
                </a:lnTo>
                <a:lnTo>
                  <a:pt x="2809875" y="3838575"/>
                </a:lnTo>
                <a:lnTo>
                  <a:pt x="2809875" y="3829050"/>
                </a:lnTo>
                <a:lnTo>
                  <a:pt x="2819400" y="3829050"/>
                </a:lnTo>
                <a:lnTo>
                  <a:pt x="2819400" y="3810000"/>
                </a:lnTo>
                <a:lnTo>
                  <a:pt x="2838450" y="3810000"/>
                </a:lnTo>
                <a:lnTo>
                  <a:pt x="2838450" y="3838575"/>
                </a:lnTo>
                <a:lnTo>
                  <a:pt x="2847975" y="3838575"/>
                </a:lnTo>
                <a:lnTo>
                  <a:pt x="2847975" y="3857625"/>
                </a:lnTo>
                <a:lnTo>
                  <a:pt x="2857500" y="3857625"/>
                </a:lnTo>
                <a:lnTo>
                  <a:pt x="2857500" y="3867150"/>
                </a:lnTo>
                <a:lnTo>
                  <a:pt x="2876550" y="3867150"/>
                </a:lnTo>
                <a:lnTo>
                  <a:pt x="2876550" y="3848100"/>
                </a:lnTo>
                <a:lnTo>
                  <a:pt x="2867025" y="3848100"/>
                </a:lnTo>
                <a:lnTo>
                  <a:pt x="2867025" y="3829050"/>
                </a:lnTo>
                <a:lnTo>
                  <a:pt x="2857500" y="3829050"/>
                </a:lnTo>
                <a:lnTo>
                  <a:pt x="2857500" y="3810000"/>
                </a:lnTo>
                <a:lnTo>
                  <a:pt x="2867025" y="3810000"/>
                </a:lnTo>
                <a:close/>
                <a:moveTo>
                  <a:pt x="2266950" y="3819525"/>
                </a:moveTo>
                <a:lnTo>
                  <a:pt x="2286000" y="3819525"/>
                </a:lnTo>
                <a:lnTo>
                  <a:pt x="2286000" y="3829050"/>
                </a:lnTo>
                <a:lnTo>
                  <a:pt x="2266950" y="3829050"/>
                </a:lnTo>
                <a:close/>
                <a:moveTo>
                  <a:pt x="2543175" y="3819525"/>
                </a:moveTo>
                <a:lnTo>
                  <a:pt x="2552700" y="3819525"/>
                </a:lnTo>
                <a:lnTo>
                  <a:pt x="2552700" y="3810000"/>
                </a:lnTo>
                <a:lnTo>
                  <a:pt x="2543175" y="3810000"/>
                </a:lnTo>
                <a:close/>
                <a:moveTo>
                  <a:pt x="2790825" y="3829050"/>
                </a:moveTo>
                <a:lnTo>
                  <a:pt x="2800350" y="3829050"/>
                </a:lnTo>
                <a:lnTo>
                  <a:pt x="2800350" y="3838575"/>
                </a:lnTo>
                <a:lnTo>
                  <a:pt x="2790825" y="3838575"/>
                </a:lnTo>
                <a:close/>
                <a:moveTo>
                  <a:pt x="2971800" y="3838575"/>
                </a:moveTo>
                <a:lnTo>
                  <a:pt x="2981325" y="3838575"/>
                </a:lnTo>
                <a:lnTo>
                  <a:pt x="2981325" y="3848100"/>
                </a:lnTo>
                <a:lnTo>
                  <a:pt x="2971800" y="3848100"/>
                </a:lnTo>
                <a:close/>
                <a:moveTo>
                  <a:pt x="2438400" y="3848100"/>
                </a:moveTo>
                <a:lnTo>
                  <a:pt x="2447925" y="3848100"/>
                </a:lnTo>
                <a:lnTo>
                  <a:pt x="2447925" y="3857625"/>
                </a:lnTo>
                <a:lnTo>
                  <a:pt x="2438400" y="3857625"/>
                </a:lnTo>
                <a:close/>
                <a:moveTo>
                  <a:pt x="2457450" y="3848100"/>
                </a:moveTo>
                <a:lnTo>
                  <a:pt x="2466975" y="3848100"/>
                </a:lnTo>
                <a:lnTo>
                  <a:pt x="2466975" y="3857625"/>
                </a:lnTo>
                <a:lnTo>
                  <a:pt x="2457450" y="3857625"/>
                </a:lnTo>
                <a:close/>
                <a:moveTo>
                  <a:pt x="2571750" y="3857625"/>
                </a:moveTo>
                <a:lnTo>
                  <a:pt x="2581275" y="3857625"/>
                </a:lnTo>
                <a:lnTo>
                  <a:pt x="2581275" y="3867150"/>
                </a:lnTo>
                <a:lnTo>
                  <a:pt x="2590800" y="3867150"/>
                </a:lnTo>
                <a:lnTo>
                  <a:pt x="2590800" y="3876675"/>
                </a:lnTo>
                <a:lnTo>
                  <a:pt x="2609850" y="3876675"/>
                </a:lnTo>
                <a:lnTo>
                  <a:pt x="2609850" y="3867150"/>
                </a:lnTo>
                <a:lnTo>
                  <a:pt x="2619375" y="3867150"/>
                </a:lnTo>
                <a:lnTo>
                  <a:pt x="2619375" y="3838575"/>
                </a:lnTo>
                <a:lnTo>
                  <a:pt x="2609850" y="3838575"/>
                </a:lnTo>
                <a:lnTo>
                  <a:pt x="2609850" y="3829050"/>
                </a:lnTo>
                <a:lnTo>
                  <a:pt x="2600325" y="3829050"/>
                </a:lnTo>
                <a:lnTo>
                  <a:pt x="2600325" y="3819525"/>
                </a:lnTo>
                <a:lnTo>
                  <a:pt x="2590800" y="3819525"/>
                </a:lnTo>
                <a:lnTo>
                  <a:pt x="2590800" y="3829050"/>
                </a:lnTo>
                <a:lnTo>
                  <a:pt x="2571750" y="3829050"/>
                </a:lnTo>
                <a:close/>
                <a:moveTo>
                  <a:pt x="2943225" y="3886200"/>
                </a:moveTo>
                <a:lnTo>
                  <a:pt x="2952750" y="3886200"/>
                </a:lnTo>
                <a:lnTo>
                  <a:pt x="2952750" y="3876675"/>
                </a:lnTo>
                <a:lnTo>
                  <a:pt x="2943225" y="3876675"/>
                </a:lnTo>
                <a:lnTo>
                  <a:pt x="2943225" y="3867150"/>
                </a:lnTo>
                <a:lnTo>
                  <a:pt x="2933700" y="3867150"/>
                </a:lnTo>
                <a:lnTo>
                  <a:pt x="2933700" y="3857625"/>
                </a:lnTo>
                <a:lnTo>
                  <a:pt x="2895600" y="3857625"/>
                </a:lnTo>
                <a:lnTo>
                  <a:pt x="2895600" y="3876675"/>
                </a:lnTo>
                <a:lnTo>
                  <a:pt x="2876550" y="3876675"/>
                </a:lnTo>
                <a:lnTo>
                  <a:pt x="2876550" y="3895725"/>
                </a:lnTo>
                <a:lnTo>
                  <a:pt x="2886075" y="3895725"/>
                </a:lnTo>
                <a:lnTo>
                  <a:pt x="2886075" y="3905250"/>
                </a:lnTo>
                <a:lnTo>
                  <a:pt x="2895600" y="3905250"/>
                </a:lnTo>
                <a:lnTo>
                  <a:pt x="2895600" y="3895725"/>
                </a:lnTo>
                <a:lnTo>
                  <a:pt x="2943225" y="3895725"/>
                </a:lnTo>
                <a:close/>
                <a:moveTo>
                  <a:pt x="2990850" y="3924300"/>
                </a:moveTo>
                <a:lnTo>
                  <a:pt x="3028950" y="3924300"/>
                </a:lnTo>
                <a:lnTo>
                  <a:pt x="3028950" y="3943350"/>
                </a:lnTo>
                <a:lnTo>
                  <a:pt x="2952750" y="3943350"/>
                </a:lnTo>
                <a:lnTo>
                  <a:pt x="2952750" y="3933825"/>
                </a:lnTo>
                <a:lnTo>
                  <a:pt x="2990850" y="3933825"/>
                </a:lnTo>
                <a:close/>
              </a:path>
            </a:pathLst>
          </a:custGeom>
          <a:solidFill xmlns:a="http://schemas.openxmlformats.org/drawingml/2006/main">
            <a:srgbClr val="011329"/>
          </a:solidFill>
          <a:ln xmlns:a="http://schemas.openxmlformats.org/drawingml/2006/main" w="0">
            <a:noFill/>
          </a:ln>
        </p:spPr>
      </p:sp>
      <p:sp>
        <p:nvSpPr>
          <p:cNvPr id="43" name="phones vector #011227">
            <a:extLst xmlns:a="http://schemas.openxmlformats.org/drawingml/2006/main">
              <a:ext uri="{FF2B5EF4-FFF2-40B4-BE49-F238E27FC236}">
                <a16:creationId xmlns:a16="http://schemas.microsoft.com/office/drawing/2014/main" id="{E6D39933-2A0F-4700-A2A7-7CF3D06B23A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48500" y="190500"/>
            <a:ext cx="5905500" cy="6619875"/>
          </a:xfrm>
          <a:custGeom xmlns:a="http://schemas.openxmlformats.org/drawingml/2006/main">
            <a:pathLst>
              <a:path w="3838575" h="4295775">
                <a:moveTo>
                  <a:pt x="2181225" y="361950"/>
                </a:moveTo>
                <a:lnTo>
                  <a:pt x="2381250" y="361950"/>
                </a:lnTo>
                <a:lnTo>
                  <a:pt x="2381250" y="371475"/>
                </a:lnTo>
                <a:lnTo>
                  <a:pt x="2257425" y="371475"/>
                </a:lnTo>
                <a:lnTo>
                  <a:pt x="2257425" y="390525"/>
                </a:lnTo>
                <a:lnTo>
                  <a:pt x="2266950" y="390525"/>
                </a:lnTo>
                <a:lnTo>
                  <a:pt x="2266950" y="400050"/>
                </a:lnTo>
                <a:lnTo>
                  <a:pt x="2305050" y="400050"/>
                </a:lnTo>
                <a:lnTo>
                  <a:pt x="2305050" y="390525"/>
                </a:lnTo>
                <a:lnTo>
                  <a:pt x="2324100" y="390525"/>
                </a:lnTo>
                <a:lnTo>
                  <a:pt x="2324100" y="409575"/>
                </a:lnTo>
                <a:lnTo>
                  <a:pt x="2333625" y="409575"/>
                </a:lnTo>
                <a:lnTo>
                  <a:pt x="2333625" y="428625"/>
                </a:lnTo>
                <a:lnTo>
                  <a:pt x="2343150" y="428625"/>
                </a:lnTo>
                <a:lnTo>
                  <a:pt x="2343150" y="438150"/>
                </a:lnTo>
                <a:lnTo>
                  <a:pt x="2362200" y="438150"/>
                </a:lnTo>
                <a:lnTo>
                  <a:pt x="2362200" y="466725"/>
                </a:lnTo>
                <a:lnTo>
                  <a:pt x="2333625" y="466725"/>
                </a:lnTo>
                <a:lnTo>
                  <a:pt x="2333625" y="485775"/>
                </a:lnTo>
                <a:lnTo>
                  <a:pt x="2324100" y="485775"/>
                </a:lnTo>
                <a:lnTo>
                  <a:pt x="2324100" y="495300"/>
                </a:lnTo>
                <a:lnTo>
                  <a:pt x="2352675" y="495300"/>
                </a:lnTo>
                <a:lnTo>
                  <a:pt x="2352675" y="476250"/>
                </a:lnTo>
                <a:lnTo>
                  <a:pt x="2362200" y="476250"/>
                </a:lnTo>
                <a:lnTo>
                  <a:pt x="2362200" y="485775"/>
                </a:lnTo>
                <a:lnTo>
                  <a:pt x="2371725" y="485775"/>
                </a:lnTo>
                <a:lnTo>
                  <a:pt x="2371725" y="495300"/>
                </a:lnTo>
                <a:lnTo>
                  <a:pt x="2381250" y="495300"/>
                </a:lnTo>
                <a:lnTo>
                  <a:pt x="2381250" y="514350"/>
                </a:lnTo>
                <a:lnTo>
                  <a:pt x="2371725" y="514350"/>
                </a:lnTo>
                <a:lnTo>
                  <a:pt x="2371725" y="542925"/>
                </a:lnTo>
                <a:lnTo>
                  <a:pt x="2381250" y="542925"/>
                </a:lnTo>
                <a:lnTo>
                  <a:pt x="2381250" y="552450"/>
                </a:lnTo>
                <a:lnTo>
                  <a:pt x="2343150" y="552450"/>
                </a:lnTo>
                <a:lnTo>
                  <a:pt x="2343150" y="561975"/>
                </a:lnTo>
                <a:lnTo>
                  <a:pt x="2333625" y="561975"/>
                </a:lnTo>
                <a:lnTo>
                  <a:pt x="2333625" y="571500"/>
                </a:lnTo>
                <a:lnTo>
                  <a:pt x="2343150" y="571500"/>
                </a:lnTo>
                <a:lnTo>
                  <a:pt x="2343150" y="581025"/>
                </a:lnTo>
                <a:lnTo>
                  <a:pt x="2409825" y="581025"/>
                </a:lnTo>
                <a:lnTo>
                  <a:pt x="2409825" y="571500"/>
                </a:lnTo>
                <a:lnTo>
                  <a:pt x="2419350" y="571500"/>
                </a:lnTo>
                <a:lnTo>
                  <a:pt x="2419350" y="581025"/>
                </a:lnTo>
                <a:lnTo>
                  <a:pt x="2438400" y="581025"/>
                </a:lnTo>
                <a:lnTo>
                  <a:pt x="2438400" y="590550"/>
                </a:lnTo>
                <a:lnTo>
                  <a:pt x="2447925" y="590550"/>
                </a:lnTo>
                <a:lnTo>
                  <a:pt x="2447925" y="600075"/>
                </a:lnTo>
                <a:lnTo>
                  <a:pt x="2457450" y="600075"/>
                </a:lnTo>
                <a:lnTo>
                  <a:pt x="2457450" y="609600"/>
                </a:lnTo>
                <a:lnTo>
                  <a:pt x="2495550" y="609600"/>
                </a:lnTo>
                <a:lnTo>
                  <a:pt x="2495550" y="619125"/>
                </a:lnTo>
                <a:lnTo>
                  <a:pt x="2514600" y="619125"/>
                </a:lnTo>
                <a:lnTo>
                  <a:pt x="2514600" y="638175"/>
                </a:lnTo>
                <a:lnTo>
                  <a:pt x="2524125" y="638175"/>
                </a:lnTo>
                <a:lnTo>
                  <a:pt x="2524125" y="647700"/>
                </a:lnTo>
                <a:lnTo>
                  <a:pt x="2533650" y="647700"/>
                </a:lnTo>
                <a:lnTo>
                  <a:pt x="2533650" y="666750"/>
                </a:lnTo>
                <a:lnTo>
                  <a:pt x="2495550" y="666750"/>
                </a:lnTo>
                <a:lnTo>
                  <a:pt x="2495550" y="676275"/>
                </a:lnTo>
                <a:lnTo>
                  <a:pt x="2476500" y="676275"/>
                </a:lnTo>
                <a:lnTo>
                  <a:pt x="2476500" y="666750"/>
                </a:lnTo>
                <a:lnTo>
                  <a:pt x="2457450" y="666750"/>
                </a:lnTo>
                <a:lnTo>
                  <a:pt x="2457450" y="647700"/>
                </a:lnTo>
                <a:lnTo>
                  <a:pt x="2466975" y="647700"/>
                </a:lnTo>
                <a:lnTo>
                  <a:pt x="2466975" y="638175"/>
                </a:lnTo>
                <a:lnTo>
                  <a:pt x="2457450" y="638175"/>
                </a:lnTo>
                <a:lnTo>
                  <a:pt x="2457450" y="628650"/>
                </a:lnTo>
                <a:lnTo>
                  <a:pt x="2447925" y="628650"/>
                </a:lnTo>
                <a:lnTo>
                  <a:pt x="2447925" y="619125"/>
                </a:lnTo>
                <a:lnTo>
                  <a:pt x="2438400" y="619125"/>
                </a:lnTo>
                <a:lnTo>
                  <a:pt x="2438400" y="609600"/>
                </a:lnTo>
                <a:lnTo>
                  <a:pt x="2409825" y="609600"/>
                </a:lnTo>
                <a:lnTo>
                  <a:pt x="2409825" y="619125"/>
                </a:lnTo>
                <a:lnTo>
                  <a:pt x="2362200" y="619125"/>
                </a:lnTo>
                <a:lnTo>
                  <a:pt x="2362200" y="609600"/>
                </a:lnTo>
                <a:lnTo>
                  <a:pt x="2305050" y="609600"/>
                </a:lnTo>
                <a:lnTo>
                  <a:pt x="2305050" y="600075"/>
                </a:lnTo>
                <a:lnTo>
                  <a:pt x="2219325" y="600075"/>
                </a:lnTo>
                <a:lnTo>
                  <a:pt x="2219325" y="590550"/>
                </a:lnTo>
                <a:lnTo>
                  <a:pt x="2190750" y="590550"/>
                </a:lnTo>
                <a:lnTo>
                  <a:pt x="2190750" y="581025"/>
                </a:lnTo>
                <a:lnTo>
                  <a:pt x="2171700" y="581025"/>
                </a:lnTo>
                <a:lnTo>
                  <a:pt x="2171700" y="571500"/>
                </a:lnTo>
                <a:lnTo>
                  <a:pt x="2105025" y="571500"/>
                </a:lnTo>
                <a:lnTo>
                  <a:pt x="2105025" y="561975"/>
                </a:lnTo>
                <a:lnTo>
                  <a:pt x="2095500" y="561975"/>
                </a:lnTo>
                <a:lnTo>
                  <a:pt x="2095500" y="552450"/>
                </a:lnTo>
                <a:lnTo>
                  <a:pt x="2085975" y="552450"/>
                </a:lnTo>
                <a:lnTo>
                  <a:pt x="2085975" y="561975"/>
                </a:lnTo>
                <a:lnTo>
                  <a:pt x="2076450" y="561975"/>
                </a:lnTo>
                <a:lnTo>
                  <a:pt x="2076450" y="600075"/>
                </a:lnTo>
                <a:lnTo>
                  <a:pt x="2085975" y="600075"/>
                </a:lnTo>
                <a:lnTo>
                  <a:pt x="2085975" y="638175"/>
                </a:lnTo>
                <a:lnTo>
                  <a:pt x="2076450" y="638175"/>
                </a:lnTo>
                <a:lnTo>
                  <a:pt x="2076450" y="657225"/>
                </a:lnTo>
                <a:lnTo>
                  <a:pt x="2066925" y="657225"/>
                </a:lnTo>
                <a:lnTo>
                  <a:pt x="2066925" y="666750"/>
                </a:lnTo>
                <a:lnTo>
                  <a:pt x="2057400" y="666750"/>
                </a:lnTo>
                <a:lnTo>
                  <a:pt x="2057400" y="685800"/>
                </a:lnTo>
                <a:lnTo>
                  <a:pt x="2085975" y="685800"/>
                </a:lnTo>
                <a:lnTo>
                  <a:pt x="2085975" y="695325"/>
                </a:lnTo>
                <a:lnTo>
                  <a:pt x="2105025" y="695325"/>
                </a:lnTo>
                <a:lnTo>
                  <a:pt x="2105025" y="723900"/>
                </a:lnTo>
                <a:lnTo>
                  <a:pt x="2095500" y="723900"/>
                </a:lnTo>
                <a:lnTo>
                  <a:pt x="2095500" y="714375"/>
                </a:lnTo>
                <a:lnTo>
                  <a:pt x="2085975" y="714375"/>
                </a:lnTo>
                <a:lnTo>
                  <a:pt x="2085975" y="723900"/>
                </a:lnTo>
                <a:lnTo>
                  <a:pt x="2076450" y="723900"/>
                </a:lnTo>
                <a:lnTo>
                  <a:pt x="2076450" y="733425"/>
                </a:lnTo>
                <a:lnTo>
                  <a:pt x="2066925" y="733425"/>
                </a:lnTo>
                <a:lnTo>
                  <a:pt x="2066925" y="762000"/>
                </a:lnTo>
                <a:lnTo>
                  <a:pt x="2095500" y="762000"/>
                </a:lnTo>
                <a:lnTo>
                  <a:pt x="2095500" y="752475"/>
                </a:lnTo>
                <a:lnTo>
                  <a:pt x="2124075" y="752475"/>
                </a:lnTo>
                <a:lnTo>
                  <a:pt x="2124075" y="742950"/>
                </a:lnTo>
                <a:lnTo>
                  <a:pt x="2133600" y="742950"/>
                </a:lnTo>
                <a:lnTo>
                  <a:pt x="2133600" y="762000"/>
                </a:lnTo>
                <a:lnTo>
                  <a:pt x="2124075" y="762000"/>
                </a:lnTo>
                <a:lnTo>
                  <a:pt x="2124075" y="781050"/>
                </a:lnTo>
                <a:lnTo>
                  <a:pt x="2114550" y="781050"/>
                </a:lnTo>
                <a:lnTo>
                  <a:pt x="2114550" y="790575"/>
                </a:lnTo>
                <a:lnTo>
                  <a:pt x="2066925" y="790575"/>
                </a:lnTo>
                <a:lnTo>
                  <a:pt x="2066925" y="809625"/>
                </a:lnTo>
                <a:lnTo>
                  <a:pt x="2095500" y="809625"/>
                </a:lnTo>
                <a:lnTo>
                  <a:pt x="2095500" y="819150"/>
                </a:lnTo>
                <a:lnTo>
                  <a:pt x="2105025" y="819150"/>
                </a:lnTo>
                <a:lnTo>
                  <a:pt x="2105025" y="809625"/>
                </a:lnTo>
                <a:lnTo>
                  <a:pt x="2143125" y="809625"/>
                </a:lnTo>
                <a:lnTo>
                  <a:pt x="2143125" y="838200"/>
                </a:lnTo>
                <a:lnTo>
                  <a:pt x="2152650" y="838200"/>
                </a:lnTo>
                <a:lnTo>
                  <a:pt x="2152650" y="847725"/>
                </a:lnTo>
                <a:lnTo>
                  <a:pt x="2171700" y="847725"/>
                </a:lnTo>
                <a:lnTo>
                  <a:pt x="2171700" y="857250"/>
                </a:lnTo>
                <a:lnTo>
                  <a:pt x="2162175" y="857250"/>
                </a:lnTo>
                <a:lnTo>
                  <a:pt x="2162175" y="866775"/>
                </a:lnTo>
                <a:lnTo>
                  <a:pt x="2143125" y="866775"/>
                </a:lnTo>
                <a:lnTo>
                  <a:pt x="2143125" y="857250"/>
                </a:lnTo>
                <a:lnTo>
                  <a:pt x="2124075" y="857250"/>
                </a:lnTo>
                <a:lnTo>
                  <a:pt x="2124075" y="847725"/>
                </a:lnTo>
                <a:lnTo>
                  <a:pt x="2114550" y="847725"/>
                </a:lnTo>
                <a:lnTo>
                  <a:pt x="2114550" y="838200"/>
                </a:lnTo>
                <a:lnTo>
                  <a:pt x="2085975" y="838200"/>
                </a:lnTo>
                <a:lnTo>
                  <a:pt x="2085975" y="847725"/>
                </a:lnTo>
                <a:lnTo>
                  <a:pt x="2076450" y="847725"/>
                </a:lnTo>
                <a:lnTo>
                  <a:pt x="2076450" y="866775"/>
                </a:lnTo>
                <a:lnTo>
                  <a:pt x="2066925" y="866775"/>
                </a:lnTo>
                <a:lnTo>
                  <a:pt x="2066925" y="923925"/>
                </a:lnTo>
                <a:lnTo>
                  <a:pt x="2095500" y="923925"/>
                </a:lnTo>
                <a:lnTo>
                  <a:pt x="2095500" y="914400"/>
                </a:lnTo>
                <a:lnTo>
                  <a:pt x="2105025" y="914400"/>
                </a:lnTo>
                <a:lnTo>
                  <a:pt x="2105025" y="904875"/>
                </a:lnTo>
                <a:lnTo>
                  <a:pt x="2133600" y="904875"/>
                </a:lnTo>
                <a:lnTo>
                  <a:pt x="2133600" y="923925"/>
                </a:lnTo>
                <a:lnTo>
                  <a:pt x="2143125" y="923925"/>
                </a:lnTo>
                <a:lnTo>
                  <a:pt x="2143125" y="933450"/>
                </a:lnTo>
                <a:lnTo>
                  <a:pt x="2171700" y="933450"/>
                </a:lnTo>
                <a:lnTo>
                  <a:pt x="2171700" y="923925"/>
                </a:lnTo>
                <a:lnTo>
                  <a:pt x="2181225" y="923925"/>
                </a:lnTo>
                <a:lnTo>
                  <a:pt x="2181225" y="933450"/>
                </a:lnTo>
                <a:lnTo>
                  <a:pt x="2190750" y="933450"/>
                </a:lnTo>
                <a:lnTo>
                  <a:pt x="2190750" y="942975"/>
                </a:lnTo>
                <a:lnTo>
                  <a:pt x="2209800" y="942975"/>
                </a:lnTo>
                <a:lnTo>
                  <a:pt x="2209800" y="933450"/>
                </a:lnTo>
                <a:lnTo>
                  <a:pt x="2238375" y="933450"/>
                </a:lnTo>
                <a:lnTo>
                  <a:pt x="2238375" y="942975"/>
                </a:lnTo>
                <a:lnTo>
                  <a:pt x="2305050" y="942975"/>
                </a:lnTo>
                <a:lnTo>
                  <a:pt x="2305050" y="971550"/>
                </a:lnTo>
                <a:lnTo>
                  <a:pt x="2295525" y="971550"/>
                </a:lnTo>
                <a:lnTo>
                  <a:pt x="2295525" y="981075"/>
                </a:lnTo>
                <a:lnTo>
                  <a:pt x="2305050" y="981075"/>
                </a:lnTo>
                <a:lnTo>
                  <a:pt x="2305050" y="1000125"/>
                </a:lnTo>
                <a:lnTo>
                  <a:pt x="2295525" y="1000125"/>
                </a:lnTo>
                <a:lnTo>
                  <a:pt x="2295525" y="1009650"/>
                </a:lnTo>
                <a:lnTo>
                  <a:pt x="2286000" y="1009650"/>
                </a:lnTo>
                <a:lnTo>
                  <a:pt x="2286000" y="981075"/>
                </a:lnTo>
                <a:lnTo>
                  <a:pt x="2257425" y="981075"/>
                </a:lnTo>
                <a:lnTo>
                  <a:pt x="2257425" y="1000125"/>
                </a:lnTo>
                <a:lnTo>
                  <a:pt x="2247900" y="1000125"/>
                </a:lnTo>
                <a:lnTo>
                  <a:pt x="2247900" y="1009650"/>
                </a:lnTo>
                <a:lnTo>
                  <a:pt x="2228850" y="1009650"/>
                </a:lnTo>
                <a:lnTo>
                  <a:pt x="2228850" y="1000125"/>
                </a:lnTo>
                <a:lnTo>
                  <a:pt x="2209800" y="1000125"/>
                </a:lnTo>
                <a:lnTo>
                  <a:pt x="2209800" y="990600"/>
                </a:lnTo>
                <a:lnTo>
                  <a:pt x="2238375" y="990600"/>
                </a:lnTo>
                <a:lnTo>
                  <a:pt x="2238375" y="971550"/>
                </a:lnTo>
                <a:lnTo>
                  <a:pt x="2247900" y="971550"/>
                </a:lnTo>
                <a:lnTo>
                  <a:pt x="2247900" y="962025"/>
                </a:lnTo>
                <a:lnTo>
                  <a:pt x="2238375" y="962025"/>
                </a:lnTo>
                <a:lnTo>
                  <a:pt x="2238375" y="952500"/>
                </a:lnTo>
                <a:lnTo>
                  <a:pt x="2200275" y="952500"/>
                </a:lnTo>
                <a:lnTo>
                  <a:pt x="2200275" y="962025"/>
                </a:lnTo>
                <a:lnTo>
                  <a:pt x="2171700" y="962025"/>
                </a:lnTo>
                <a:lnTo>
                  <a:pt x="2171700" y="971550"/>
                </a:lnTo>
                <a:lnTo>
                  <a:pt x="2143125" y="971550"/>
                </a:lnTo>
                <a:lnTo>
                  <a:pt x="2143125" y="962025"/>
                </a:lnTo>
                <a:lnTo>
                  <a:pt x="2085975" y="962025"/>
                </a:lnTo>
                <a:lnTo>
                  <a:pt x="2085975" y="981075"/>
                </a:lnTo>
                <a:lnTo>
                  <a:pt x="2095500" y="981075"/>
                </a:lnTo>
                <a:lnTo>
                  <a:pt x="2095500" y="990600"/>
                </a:lnTo>
                <a:lnTo>
                  <a:pt x="2114550" y="990600"/>
                </a:lnTo>
                <a:lnTo>
                  <a:pt x="2114550" y="1000125"/>
                </a:lnTo>
                <a:lnTo>
                  <a:pt x="2105025" y="1000125"/>
                </a:lnTo>
                <a:lnTo>
                  <a:pt x="2105025" y="1009650"/>
                </a:lnTo>
                <a:lnTo>
                  <a:pt x="2095500" y="1009650"/>
                </a:lnTo>
                <a:lnTo>
                  <a:pt x="2095500" y="1019175"/>
                </a:lnTo>
                <a:lnTo>
                  <a:pt x="2066925" y="1019175"/>
                </a:lnTo>
                <a:lnTo>
                  <a:pt x="2066925" y="1028700"/>
                </a:lnTo>
                <a:lnTo>
                  <a:pt x="2057400" y="1028700"/>
                </a:lnTo>
                <a:lnTo>
                  <a:pt x="2057400" y="1057275"/>
                </a:lnTo>
                <a:lnTo>
                  <a:pt x="2047875" y="1057275"/>
                </a:lnTo>
                <a:lnTo>
                  <a:pt x="2047875" y="1076325"/>
                </a:lnTo>
                <a:lnTo>
                  <a:pt x="2038350" y="1076325"/>
                </a:lnTo>
                <a:lnTo>
                  <a:pt x="2038350" y="1085850"/>
                </a:lnTo>
                <a:lnTo>
                  <a:pt x="2028825" y="1085850"/>
                </a:lnTo>
                <a:lnTo>
                  <a:pt x="2028825" y="1095375"/>
                </a:lnTo>
                <a:lnTo>
                  <a:pt x="2000250" y="1095375"/>
                </a:lnTo>
                <a:lnTo>
                  <a:pt x="2000250" y="1104900"/>
                </a:lnTo>
                <a:lnTo>
                  <a:pt x="1990725" y="1104900"/>
                </a:lnTo>
                <a:lnTo>
                  <a:pt x="1990725" y="1133475"/>
                </a:lnTo>
                <a:lnTo>
                  <a:pt x="2009775" y="1133475"/>
                </a:lnTo>
                <a:lnTo>
                  <a:pt x="2009775" y="1143000"/>
                </a:lnTo>
                <a:lnTo>
                  <a:pt x="2028825" y="1143000"/>
                </a:lnTo>
                <a:lnTo>
                  <a:pt x="2028825" y="1152525"/>
                </a:lnTo>
                <a:lnTo>
                  <a:pt x="2038350" y="1152525"/>
                </a:lnTo>
                <a:lnTo>
                  <a:pt x="2038350" y="1171575"/>
                </a:lnTo>
                <a:lnTo>
                  <a:pt x="2047875" y="1171575"/>
                </a:lnTo>
                <a:lnTo>
                  <a:pt x="2047875" y="1190625"/>
                </a:lnTo>
                <a:lnTo>
                  <a:pt x="2066925" y="1190625"/>
                </a:lnTo>
                <a:lnTo>
                  <a:pt x="2066925" y="1200150"/>
                </a:lnTo>
                <a:lnTo>
                  <a:pt x="2076450" y="1200150"/>
                </a:lnTo>
                <a:lnTo>
                  <a:pt x="2076450" y="1219200"/>
                </a:lnTo>
                <a:lnTo>
                  <a:pt x="2047875" y="1219200"/>
                </a:lnTo>
                <a:lnTo>
                  <a:pt x="2047875" y="1238250"/>
                </a:lnTo>
                <a:lnTo>
                  <a:pt x="2038350" y="1238250"/>
                </a:lnTo>
                <a:lnTo>
                  <a:pt x="2038350" y="1247775"/>
                </a:lnTo>
                <a:lnTo>
                  <a:pt x="2028825" y="1247775"/>
                </a:lnTo>
                <a:lnTo>
                  <a:pt x="2028825" y="1238250"/>
                </a:lnTo>
                <a:lnTo>
                  <a:pt x="2019300" y="1238250"/>
                </a:lnTo>
                <a:lnTo>
                  <a:pt x="2019300" y="1257300"/>
                </a:lnTo>
                <a:lnTo>
                  <a:pt x="2038350" y="1257300"/>
                </a:lnTo>
                <a:lnTo>
                  <a:pt x="2038350" y="1266825"/>
                </a:lnTo>
                <a:lnTo>
                  <a:pt x="2047875" y="1266825"/>
                </a:lnTo>
                <a:lnTo>
                  <a:pt x="2047875" y="1276350"/>
                </a:lnTo>
                <a:lnTo>
                  <a:pt x="2066925" y="1276350"/>
                </a:lnTo>
                <a:lnTo>
                  <a:pt x="2066925" y="1295400"/>
                </a:lnTo>
                <a:lnTo>
                  <a:pt x="2038350" y="1295400"/>
                </a:lnTo>
                <a:lnTo>
                  <a:pt x="2038350" y="1304925"/>
                </a:lnTo>
                <a:lnTo>
                  <a:pt x="2028825" y="1304925"/>
                </a:lnTo>
                <a:lnTo>
                  <a:pt x="2028825" y="1314450"/>
                </a:lnTo>
                <a:lnTo>
                  <a:pt x="2019300" y="1314450"/>
                </a:lnTo>
                <a:lnTo>
                  <a:pt x="2019300" y="1333500"/>
                </a:lnTo>
                <a:lnTo>
                  <a:pt x="2009775" y="1333500"/>
                </a:lnTo>
                <a:lnTo>
                  <a:pt x="2009775" y="1343025"/>
                </a:lnTo>
                <a:lnTo>
                  <a:pt x="1981200" y="1343025"/>
                </a:lnTo>
                <a:lnTo>
                  <a:pt x="1981200" y="1333500"/>
                </a:lnTo>
                <a:lnTo>
                  <a:pt x="1962150" y="1333500"/>
                </a:lnTo>
                <a:lnTo>
                  <a:pt x="1962150" y="1343025"/>
                </a:lnTo>
                <a:lnTo>
                  <a:pt x="1952625" y="1343025"/>
                </a:lnTo>
                <a:lnTo>
                  <a:pt x="1952625" y="1362075"/>
                </a:lnTo>
                <a:lnTo>
                  <a:pt x="1962150" y="1362075"/>
                </a:lnTo>
                <a:lnTo>
                  <a:pt x="1962150" y="1371600"/>
                </a:lnTo>
                <a:lnTo>
                  <a:pt x="1971675" y="1371600"/>
                </a:lnTo>
                <a:lnTo>
                  <a:pt x="1971675" y="1381125"/>
                </a:lnTo>
                <a:lnTo>
                  <a:pt x="1981200" y="1381125"/>
                </a:lnTo>
                <a:lnTo>
                  <a:pt x="1981200" y="1438275"/>
                </a:lnTo>
                <a:lnTo>
                  <a:pt x="1971675" y="1438275"/>
                </a:lnTo>
                <a:lnTo>
                  <a:pt x="1971675" y="1447800"/>
                </a:lnTo>
                <a:lnTo>
                  <a:pt x="1981200" y="1447800"/>
                </a:lnTo>
                <a:lnTo>
                  <a:pt x="1981200" y="1476375"/>
                </a:lnTo>
                <a:lnTo>
                  <a:pt x="1990725" y="1476375"/>
                </a:lnTo>
                <a:lnTo>
                  <a:pt x="1990725" y="1485900"/>
                </a:lnTo>
                <a:lnTo>
                  <a:pt x="2000250" y="1485900"/>
                </a:lnTo>
                <a:lnTo>
                  <a:pt x="2000250" y="1495425"/>
                </a:lnTo>
                <a:lnTo>
                  <a:pt x="2009775" y="1495425"/>
                </a:lnTo>
                <a:lnTo>
                  <a:pt x="2009775" y="1504950"/>
                </a:lnTo>
                <a:lnTo>
                  <a:pt x="1971675" y="1504950"/>
                </a:lnTo>
                <a:lnTo>
                  <a:pt x="1971675" y="1533525"/>
                </a:lnTo>
                <a:lnTo>
                  <a:pt x="1990725" y="1533525"/>
                </a:lnTo>
                <a:lnTo>
                  <a:pt x="1990725" y="1524000"/>
                </a:lnTo>
                <a:lnTo>
                  <a:pt x="2019300" y="1524000"/>
                </a:lnTo>
                <a:lnTo>
                  <a:pt x="2019300" y="1533525"/>
                </a:lnTo>
                <a:lnTo>
                  <a:pt x="2047875" y="1533525"/>
                </a:lnTo>
                <a:lnTo>
                  <a:pt x="2047875" y="1543050"/>
                </a:lnTo>
                <a:lnTo>
                  <a:pt x="2076450" y="1543050"/>
                </a:lnTo>
                <a:lnTo>
                  <a:pt x="2076450" y="1571625"/>
                </a:lnTo>
                <a:lnTo>
                  <a:pt x="2095500" y="1571625"/>
                </a:lnTo>
                <a:lnTo>
                  <a:pt x="2095500" y="1581150"/>
                </a:lnTo>
                <a:lnTo>
                  <a:pt x="2133600" y="1581150"/>
                </a:lnTo>
                <a:lnTo>
                  <a:pt x="2133600" y="1590675"/>
                </a:lnTo>
                <a:lnTo>
                  <a:pt x="2143125" y="1590675"/>
                </a:lnTo>
                <a:lnTo>
                  <a:pt x="2143125" y="1600200"/>
                </a:lnTo>
                <a:lnTo>
                  <a:pt x="2124075" y="1600200"/>
                </a:lnTo>
                <a:lnTo>
                  <a:pt x="2124075" y="1609725"/>
                </a:lnTo>
                <a:lnTo>
                  <a:pt x="2105025" y="1609725"/>
                </a:lnTo>
                <a:lnTo>
                  <a:pt x="2105025" y="1600200"/>
                </a:lnTo>
                <a:lnTo>
                  <a:pt x="2057400" y="1600200"/>
                </a:lnTo>
                <a:lnTo>
                  <a:pt x="2057400" y="1590675"/>
                </a:lnTo>
                <a:lnTo>
                  <a:pt x="1981200" y="1590675"/>
                </a:lnTo>
                <a:lnTo>
                  <a:pt x="1981200" y="1600200"/>
                </a:lnTo>
                <a:lnTo>
                  <a:pt x="1971675" y="1600200"/>
                </a:lnTo>
                <a:lnTo>
                  <a:pt x="1971675" y="1619250"/>
                </a:lnTo>
                <a:lnTo>
                  <a:pt x="1981200" y="1619250"/>
                </a:lnTo>
                <a:lnTo>
                  <a:pt x="1981200" y="1657350"/>
                </a:lnTo>
                <a:lnTo>
                  <a:pt x="1971675" y="1657350"/>
                </a:lnTo>
                <a:lnTo>
                  <a:pt x="1971675" y="1714500"/>
                </a:lnTo>
                <a:lnTo>
                  <a:pt x="1962150" y="1714500"/>
                </a:lnTo>
                <a:lnTo>
                  <a:pt x="1962150" y="1743075"/>
                </a:lnTo>
                <a:lnTo>
                  <a:pt x="1971675" y="1743075"/>
                </a:lnTo>
                <a:lnTo>
                  <a:pt x="1971675" y="1762125"/>
                </a:lnTo>
                <a:lnTo>
                  <a:pt x="1962150" y="1762125"/>
                </a:lnTo>
                <a:lnTo>
                  <a:pt x="1962150" y="1771650"/>
                </a:lnTo>
                <a:lnTo>
                  <a:pt x="1971675" y="1771650"/>
                </a:lnTo>
                <a:lnTo>
                  <a:pt x="1971675" y="1800225"/>
                </a:lnTo>
                <a:lnTo>
                  <a:pt x="1962150" y="1800225"/>
                </a:lnTo>
                <a:lnTo>
                  <a:pt x="1962150" y="1809750"/>
                </a:lnTo>
                <a:lnTo>
                  <a:pt x="1952625" y="1809750"/>
                </a:lnTo>
                <a:lnTo>
                  <a:pt x="1952625" y="1800225"/>
                </a:lnTo>
                <a:lnTo>
                  <a:pt x="1924050" y="1800225"/>
                </a:lnTo>
                <a:lnTo>
                  <a:pt x="1924050" y="1828800"/>
                </a:lnTo>
                <a:lnTo>
                  <a:pt x="1943100" y="1828800"/>
                </a:lnTo>
                <a:lnTo>
                  <a:pt x="1943100" y="1838325"/>
                </a:lnTo>
                <a:lnTo>
                  <a:pt x="1952625" y="1838325"/>
                </a:lnTo>
                <a:lnTo>
                  <a:pt x="1952625" y="1819275"/>
                </a:lnTo>
                <a:lnTo>
                  <a:pt x="1962150" y="1819275"/>
                </a:lnTo>
                <a:lnTo>
                  <a:pt x="1962150" y="1876425"/>
                </a:lnTo>
                <a:lnTo>
                  <a:pt x="1971675" y="1876425"/>
                </a:lnTo>
                <a:lnTo>
                  <a:pt x="1971675" y="1895475"/>
                </a:lnTo>
                <a:lnTo>
                  <a:pt x="1962150" y="1895475"/>
                </a:lnTo>
                <a:lnTo>
                  <a:pt x="1962150" y="1914525"/>
                </a:lnTo>
                <a:lnTo>
                  <a:pt x="1971675" y="1914525"/>
                </a:lnTo>
                <a:lnTo>
                  <a:pt x="1971675" y="1933575"/>
                </a:lnTo>
                <a:lnTo>
                  <a:pt x="1962150" y="1933575"/>
                </a:lnTo>
                <a:lnTo>
                  <a:pt x="1962150" y="1943100"/>
                </a:lnTo>
                <a:lnTo>
                  <a:pt x="1943100" y="1943100"/>
                </a:lnTo>
                <a:lnTo>
                  <a:pt x="1943100" y="1962150"/>
                </a:lnTo>
                <a:lnTo>
                  <a:pt x="1933575" y="1962150"/>
                </a:lnTo>
                <a:lnTo>
                  <a:pt x="1933575" y="2019300"/>
                </a:lnTo>
                <a:lnTo>
                  <a:pt x="1905000" y="2019300"/>
                </a:lnTo>
                <a:lnTo>
                  <a:pt x="1905000" y="1952625"/>
                </a:lnTo>
                <a:lnTo>
                  <a:pt x="1895475" y="1952625"/>
                </a:lnTo>
                <a:lnTo>
                  <a:pt x="1895475" y="1914525"/>
                </a:lnTo>
                <a:lnTo>
                  <a:pt x="1914525" y="1914525"/>
                </a:lnTo>
                <a:lnTo>
                  <a:pt x="1914525" y="1876425"/>
                </a:lnTo>
                <a:lnTo>
                  <a:pt x="1895475" y="1876425"/>
                </a:lnTo>
                <a:lnTo>
                  <a:pt x="1895475" y="1762125"/>
                </a:lnTo>
                <a:lnTo>
                  <a:pt x="1885950" y="1762125"/>
                </a:lnTo>
                <a:lnTo>
                  <a:pt x="1885950" y="1676400"/>
                </a:lnTo>
                <a:lnTo>
                  <a:pt x="1895475" y="1676400"/>
                </a:lnTo>
                <a:lnTo>
                  <a:pt x="1895475" y="1628775"/>
                </a:lnTo>
                <a:lnTo>
                  <a:pt x="1905000" y="1628775"/>
                </a:lnTo>
                <a:lnTo>
                  <a:pt x="1905000" y="1571625"/>
                </a:lnTo>
                <a:lnTo>
                  <a:pt x="1914525" y="1571625"/>
                </a:lnTo>
                <a:lnTo>
                  <a:pt x="1914525" y="1466850"/>
                </a:lnTo>
                <a:lnTo>
                  <a:pt x="1924050" y="1466850"/>
                </a:lnTo>
                <a:lnTo>
                  <a:pt x="1924050" y="1362075"/>
                </a:lnTo>
                <a:lnTo>
                  <a:pt x="1933575" y="1362075"/>
                </a:lnTo>
                <a:lnTo>
                  <a:pt x="1933575" y="1323975"/>
                </a:lnTo>
                <a:lnTo>
                  <a:pt x="1943100" y="1323975"/>
                </a:lnTo>
                <a:lnTo>
                  <a:pt x="1943100" y="1228725"/>
                </a:lnTo>
                <a:lnTo>
                  <a:pt x="1952625" y="1228725"/>
                </a:lnTo>
                <a:lnTo>
                  <a:pt x="1952625" y="1162050"/>
                </a:lnTo>
                <a:lnTo>
                  <a:pt x="1962150" y="1162050"/>
                </a:lnTo>
                <a:lnTo>
                  <a:pt x="1962150" y="1104900"/>
                </a:lnTo>
                <a:lnTo>
                  <a:pt x="1971675" y="1104900"/>
                </a:lnTo>
                <a:lnTo>
                  <a:pt x="1971675" y="1009650"/>
                </a:lnTo>
                <a:lnTo>
                  <a:pt x="1981200" y="1009650"/>
                </a:lnTo>
                <a:lnTo>
                  <a:pt x="1981200" y="914400"/>
                </a:lnTo>
                <a:lnTo>
                  <a:pt x="1990725" y="914400"/>
                </a:lnTo>
                <a:lnTo>
                  <a:pt x="1990725" y="876300"/>
                </a:lnTo>
                <a:lnTo>
                  <a:pt x="2000250" y="876300"/>
                </a:lnTo>
                <a:lnTo>
                  <a:pt x="2000250" y="781050"/>
                </a:lnTo>
                <a:lnTo>
                  <a:pt x="2009775" y="781050"/>
                </a:lnTo>
                <a:lnTo>
                  <a:pt x="2009775" y="685800"/>
                </a:lnTo>
                <a:lnTo>
                  <a:pt x="2019300" y="685800"/>
                </a:lnTo>
                <a:lnTo>
                  <a:pt x="2019300" y="619125"/>
                </a:lnTo>
                <a:lnTo>
                  <a:pt x="2028825" y="619125"/>
                </a:lnTo>
                <a:lnTo>
                  <a:pt x="2028825" y="561975"/>
                </a:lnTo>
                <a:lnTo>
                  <a:pt x="2038350" y="561975"/>
                </a:lnTo>
                <a:lnTo>
                  <a:pt x="2038350" y="514350"/>
                </a:lnTo>
                <a:lnTo>
                  <a:pt x="2047875" y="514350"/>
                </a:lnTo>
                <a:lnTo>
                  <a:pt x="2047875" y="485775"/>
                </a:lnTo>
                <a:lnTo>
                  <a:pt x="2057400" y="485775"/>
                </a:lnTo>
                <a:lnTo>
                  <a:pt x="2057400" y="457200"/>
                </a:lnTo>
                <a:lnTo>
                  <a:pt x="2066925" y="457200"/>
                </a:lnTo>
                <a:lnTo>
                  <a:pt x="2066925" y="447675"/>
                </a:lnTo>
                <a:lnTo>
                  <a:pt x="2076450" y="447675"/>
                </a:lnTo>
                <a:lnTo>
                  <a:pt x="2076450" y="438150"/>
                </a:lnTo>
                <a:lnTo>
                  <a:pt x="2085975" y="438150"/>
                </a:lnTo>
                <a:lnTo>
                  <a:pt x="2085975" y="428625"/>
                </a:lnTo>
                <a:lnTo>
                  <a:pt x="2095500" y="428625"/>
                </a:lnTo>
                <a:lnTo>
                  <a:pt x="2095500" y="419100"/>
                </a:lnTo>
                <a:lnTo>
                  <a:pt x="2105025" y="419100"/>
                </a:lnTo>
                <a:lnTo>
                  <a:pt x="2105025" y="409575"/>
                </a:lnTo>
                <a:lnTo>
                  <a:pt x="2114550" y="409575"/>
                </a:lnTo>
                <a:lnTo>
                  <a:pt x="2114550" y="400050"/>
                </a:lnTo>
                <a:lnTo>
                  <a:pt x="2124075" y="400050"/>
                </a:lnTo>
                <a:lnTo>
                  <a:pt x="2124075" y="390525"/>
                </a:lnTo>
                <a:lnTo>
                  <a:pt x="2133600" y="390525"/>
                </a:lnTo>
                <a:lnTo>
                  <a:pt x="2133600" y="381000"/>
                </a:lnTo>
                <a:lnTo>
                  <a:pt x="2152650" y="381000"/>
                </a:lnTo>
                <a:lnTo>
                  <a:pt x="2152650" y="371475"/>
                </a:lnTo>
                <a:lnTo>
                  <a:pt x="2181225" y="371475"/>
                </a:lnTo>
                <a:close/>
                <a:moveTo>
                  <a:pt x="2390775" y="371475"/>
                </a:moveTo>
                <a:lnTo>
                  <a:pt x="2486025" y="371475"/>
                </a:lnTo>
                <a:lnTo>
                  <a:pt x="2486025" y="381000"/>
                </a:lnTo>
                <a:lnTo>
                  <a:pt x="2466975" y="381000"/>
                </a:lnTo>
                <a:lnTo>
                  <a:pt x="2466975" y="390525"/>
                </a:lnTo>
                <a:lnTo>
                  <a:pt x="2447925" y="390525"/>
                </a:lnTo>
                <a:lnTo>
                  <a:pt x="2447925" y="400050"/>
                </a:lnTo>
                <a:lnTo>
                  <a:pt x="2419350" y="400050"/>
                </a:lnTo>
                <a:lnTo>
                  <a:pt x="2419350" y="381000"/>
                </a:lnTo>
                <a:lnTo>
                  <a:pt x="2409825" y="381000"/>
                </a:lnTo>
                <a:lnTo>
                  <a:pt x="2409825" y="390525"/>
                </a:lnTo>
                <a:lnTo>
                  <a:pt x="2400300" y="390525"/>
                </a:lnTo>
                <a:lnTo>
                  <a:pt x="2400300" y="381000"/>
                </a:lnTo>
                <a:lnTo>
                  <a:pt x="2390775" y="381000"/>
                </a:lnTo>
                <a:close/>
                <a:moveTo>
                  <a:pt x="2495550" y="381000"/>
                </a:moveTo>
                <a:lnTo>
                  <a:pt x="2609850" y="381000"/>
                </a:lnTo>
                <a:lnTo>
                  <a:pt x="2609850" y="390525"/>
                </a:lnTo>
                <a:lnTo>
                  <a:pt x="2495550" y="390525"/>
                </a:lnTo>
                <a:close/>
                <a:moveTo>
                  <a:pt x="2609850" y="390525"/>
                </a:moveTo>
                <a:lnTo>
                  <a:pt x="2705100" y="390525"/>
                </a:lnTo>
                <a:lnTo>
                  <a:pt x="2705100" y="400050"/>
                </a:lnTo>
                <a:lnTo>
                  <a:pt x="2800350" y="400050"/>
                </a:lnTo>
                <a:lnTo>
                  <a:pt x="2800350" y="409575"/>
                </a:lnTo>
                <a:lnTo>
                  <a:pt x="2924175" y="409575"/>
                </a:lnTo>
                <a:lnTo>
                  <a:pt x="2924175" y="419100"/>
                </a:lnTo>
                <a:lnTo>
                  <a:pt x="3028950" y="419100"/>
                </a:lnTo>
                <a:lnTo>
                  <a:pt x="3028950" y="428625"/>
                </a:lnTo>
                <a:lnTo>
                  <a:pt x="3133725" y="428625"/>
                </a:lnTo>
                <a:lnTo>
                  <a:pt x="3133725" y="438150"/>
                </a:lnTo>
                <a:lnTo>
                  <a:pt x="3067050" y="438150"/>
                </a:lnTo>
                <a:lnTo>
                  <a:pt x="3067050" y="457200"/>
                </a:lnTo>
                <a:lnTo>
                  <a:pt x="3057525" y="457200"/>
                </a:lnTo>
                <a:lnTo>
                  <a:pt x="3057525" y="466725"/>
                </a:lnTo>
                <a:lnTo>
                  <a:pt x="3067050" y="466725"/>
                </a:lnTo>
                <a:lnTo>
                  <a:pt x="3067050" y="485775"/>
                </a:lnTo>
                <a:lnTo>
                  <a:pt x="3076575" y="485775"/>
                </a:lnTo>
                <a:lnTo>
                  <a:pt x="3076575" y="542925"/>
                </a:lnTo>
                <a:lnTo>
                  <a:pt x="3067050" y="542925"/>
                </a:lnTo>
                <a:lnTo>
                  <a:pt x="3067050" y="495300"/>
                </a:lnTo>
                <a:lnTo>
                  <a:pt x="3057525" y="495300"/>
                </a:lnTo>
                <a:lnTo>
                  <a:pt x="3057525" y="476250"/>
                </a:lnTo>
                <a:lnTo>
                  <a:pt x="3048000" y="476250"/>
                </a:lnTo>
                <a:lnTo>
                  <a:pt x="3048000" y="466725"/>
                </a:lnTo>
                <a:lnTo>
                  <a:pt x="3038475" y="466725"/>
                </a:lnTo>
                <a:lnTo>
                  <a:pt x="3038475" y="457200"/>
                </a:lnTo>
                <a:lnTo>
                  <a:pt x="3000375" y="457200"/>
                </a:lnTo>
                <a:lnTo>
                  <a:pt x="3000375" y="447675"/>
                </a:lnTo>
                <a:lnTo>
                  <a:pt x="2905125" y="447675"/>
                </a:lnTo>
                <a:lnTo>
                  <a:pt x="2905125" y="438150"/>
                </a:lnTo>
                <a:lnTo>
                  <a:pt x="2809875" y="438150"/>
                </a:lnTo>
                <a:lnTo>
                  <a:pt x="2809875" y="428625"/>
                </a:lnTo>
                <a:lnTo>
                  <a:pt x="2667000" y="428625"/>
                </a:lnTo>
                <a:lnTo>
                  <a:pt x="2667000" y="419100"/>
                </a:lnTo>
                <a:lnTo>
                  <a:pt x="2638425" y="419100"/>
                </a:lnTo>
                <a:lnTo>
                  <a:pt x="2638425" y="428625"/>
                </a:lnTo>
                <a:lnTo>
                  <a:pt x="2619375" y="428625"/>
                </a:lnTo>
                <a:lnTo>
                  <a:pt x="2619375" y="438150"/>
                </a:lnTo>
                <a:lnTo>
                  <a:pt x="2609850" y="438150"/>
                </a:lnTo>
                <a:lnTo>
                  <a:pt x="2609850" y="447675"/>
                </a:lnTo>
                <a:lnTo>
                  <a:pt x="2600325" y="447675"/>
                </a:lnTo>
                <a:lnTo>
                  <a:pt x="2600325" y="428625"/>
                </a:lnTo>
                <a:lnTo>
                  <a:pt x="2609850" y="428625"/>
                </a:lnTo>
                <a:lnTo>
                  <a:pt x="2609850" y="419100"/>
                </a:lnTo>
                <a:lnTo>
                  <a:pt x="2619375" y="419100"/>
                </a:lnTo>
                <a:lnTo>
                  <a:pt x="2619375" y="400050"/>
                </a:lnTo>
                <a:lnTo>
                  <a:pt x="2609850" y="400050"/>
                </a:lnTo>
                <a:close/>
                <a:moveTo>
                  <a:pt x="2466975" y="419100"/>
                </a:moveTo>
                <a:lnTo>
                  <a:pt x="2476500" y="419100"/>
                </a:lnTo>
                <a:lnTo>
                  <a:pt x="2476500" y="428625"/>
                </a:lnTo>
                <a:lnTo>
                  <a:pt x="2466975" y="428625"/>
                </a:lnTo>
                <a:close/>
                <a:moveTo>
                  <a:pt x="2495550" y="438150"/>
                </a:moveTo>
                <a:lnTo>
                  <a:pt x="2505075" y="438150"/>
                </a:lnTo>
                <a:lnTo>
                  <a:pt x="2505075" y="447675"/>
                </a:lnTo>
                <a:lnTo>
                  <a:pt x="2495550" y="447675"/>
                </a:lnTo>
                <a:close/>
                <a:moveTo>
                  <a:pt x="3143250" y="438150"/>
                </a:moveTo>
                <a:lnTo>
                  <a:pt x="3228975" y="438150"/>
                </a:lnTo>
                <a:lnTo>
                  <a:pt x="3228975" y="447675"/>
                </a:lnTo>
                <a:lnTo>
                  <a:pt x="3343275" y="447675"/>
                </a:lnTo>
                <a:lnTo>
                  <a:pt x="3343275" y="457200"/>
                </a:lnTo>
                <a:lnTo>
                  <a:pt x="3438525" y="457200"/>
                </a:lnTo>
                <a:lnTo>
                  <a:pt x="3438525" y="466725"/>
                </a:lnTo>
                <a:lnTo>
                  <a:pt x="3486150" y="466725"/>
                </a:lnTo>
                <a:lnTo>
                  <a:pt x="3486150" y="476250"/>
                </a:lnTo>
                <a:lnTo>
                  <a:pt x="3505200" y="476250"/>
                </a:lnTo>
                <a:lnTo>
                  <a:pt x="3505200" y="485775"/>
                </a:lnTo>
                <a:lnTo>
                  <a:pt x="3524250" y="485775"/>
                </a:lnTo>
                <a:lnTo>
                  <a:pt x="3524250" y="495300"/>
                </a:lnTo>
                <a:lnTo>
                  <a:pt x="3533775" y="495300"/>
                </a:lnTo>
                <a:lnTo>
                  <a:pt x="3533775" y="504825"/>
                </a:lnTo>
                <a:lnTo>
                  <a:pt x="3552825" y="504825"/>
                </a:lnTo>
                <a:lnTo>
                  <a:pt x="3552825" y="514350"/>
                </a:lnTo>
                <a:lnTo>
                  <a:pt x="3524250" y="514350"/>
                </a:lnTo>
                <a:lnTo>
                  <a:pt x="3524250" y="533400"/>
                </a:lnTo>
                <a:lnTo>
                  <a:pt x="3514725" y="533400"/>
                </a:lnTo>
                <a:lnTo>
                  <a:pt x="3514725" y="542925"/>
                </a:lnTo>
                <a:lnTo>
                  <a:pt x="3467100" y="542925"/>
                </a:lnTo>
                <a:lnTo>
                  <a:pt x="3467100" y="533400"/>
                </a:lnTo>
                <a:lnTo>
                  <a:pt x="3457575" y="533400"/>
                </a:lnTo>
                <a:lnTo>
                  <a:pt x="3457575" y="523875"/>
                </a:lnTo>
                <a:lnTo>
                  <a:pt x="3467100" y="523875"/>
                </a:lnTo>
                <a:lnTo>
                  <a:pt x="3467100" y="485775"/>
                </a:lnTo>
                <a:lnTo>
                  <a:pt x="3476625" y="485775"/>
                </a:lnTo>
                <a:lnTo>
                  <a:pt x="3476625" y="476250"/>
                </a:lnTo>
                <a:lnTo>
                  <a:pt x="3429000" y="476250"/>
                </a:lnTo>
                <a:lnTo>
                  <a:pt x="3429000" y="466725"/>
                </a:lnTo>
                <a:lnTo>
                  <a:pt x="3314700" y="466725"/>
                </a:lnTo>
                <a:lnTo>
                  <a:pt x="3314700" y="457200"/>
                </a:lnTo>
                <a:lnTo>
                  <a:pt x="3257550" y="457200"/>
                </a:lnTo>
                <a:lnTo>
                  <a:pt x="3257550" y="466725"/>
                </a:lnTo>
                <a:lnTo>
                  <a:pt x="3238500" y="466725"/>
                </a:lnTo>
                <a:lnTo>
                  <a:pt x="3238500" y="457200"/>
                </a:lnTo>
                <a:lnTo>
                  <a:pt x="3228975" y="457200"/>
                </a:lnTo>
                <a:lnTo>
                  <a:pt x="3228975" y="485775"/>
                </a:lnTo>
                <a:lnTo>
                  <a:pt x="3219450" y="485775"/>
                </a:lnTo>
                <a:lnTo>
                  <a:pt x="3219450" y="495300"/>
                </a:lnTo>
                <a:lnTo>
                  <a:pt x="3181350" y="495300"/>
                </a:lnTo>
                <a:lnTo>
                  <a:pt x="3181350" y="485775"/>
                </a:lnTo>
                <a:lnTo>
                  <a:pt x="3171825" y="485775"/>
                </a:lnTo>
                <a:lnTo>
                  <a:pt x="3171825" y="466725"/>
                </a:lnTo>
                <a:lnTo>
                  <a:pt x="3162300" y="466725"/>
                </a:lnTo>
                <a:lnTo>
                  <a:pt x="3162300" y="447675"/>
                </a:lnTo>
                <a:lnTo>
                  <a:pt x="3143250" y="447675"/>
                </a:lnTo>
                <a:close/>
                <a:moveTo>
                  <a:pt x="2590800" y="447675"/>
                </a:moveTo>
                <a:lnTo>
                  <a:pt x="2600325" y="447675"/>
                </a:lnTo>
                <a:lnTo>
                  <a:pt x="2600325" y="466725"/>
                </a:lnTo>
                <a:lnTo>
                  <a:pt x="2590800" y="466725"/>
                </a:lnTo>
                <a:lnTo>
                  <a:pt x="2590800" y="514350"/>
                </a:lnTo>
                <a:lnTo>
                  <a:pt x="2600325" y="514350"/>
                </a:lnTo>
                <a:lnTo>
                  <a:pt x="2600325" y="533400"/>
                </a:lnTo>
                <a:lnTo>
                  <a:pt x="2609850" y="533400"/>
                </a:lnTo>
                <a:lnTo>
                  <a:pt x="2609850" y="542925"/>
                </a:lnTo>
                <a:lnTo>
                  <a:pt x="2628900" y="542925"/>
                </a:lnTo>
                <a:lnTo>
                  <a:pt x="2628900" y="552450"/>
                </a:lnTo>
                <a:lnTo>
                  <a:pt x="2686050" y="552450"/>
                </a:lnTo>
                <a:lnTo>
                  <a:pt x="2686050" y="561975"/>
                </a:lnTo>
                <a:lnTo>
                  <a:pt x="2809875" y="561975"/>
                </a:lnTo>
                <a:lnTo>
                  <a:pt x="2809875" y="571500"/>
                </a:lnTo>
                <a:lnTo>
                  <a:pt x="2914650" y="571500"/>
                </a:lnTo>
                <a:lnTo>
                  <a:pt x="2914650" y="581025"/>
                </a:lnTo>
                <a:lnTo>
                  <a:pt x="3028950" y="581025"/>
                </a:lnTo>
                <a:lnTo>
                  <a:pt x="3028950" y="571500"/>
                </a:lnTo>
                <a:lnTo>
                  <a:pt x="3048000" y="571500"/>
                </a:lnTo>
                <a:lnTo>
                  <a:pt x="3048000" y="561975"/>
                </a:lnTo>
                <a:lnTo>
                  <a:pt x="3057525" y="561975"/>
                </a:lnTo>
                <a:lnTo>
                  <a:pt x="3057525" y="542925"/>
                </a:lnTo>
                <a:lnTo>
                  <a:pt x="3067050" y="542925"/>
                </a:lnTo>
                <a:lnTo>
                  <a:pt x="3067050" y="561975"/>
                </a:lnTo>
                <a:lnTo>
                  <a:pt x="3057525" y="561975"/>
                </a:lnTo>
                <a:lnTo>
                  <a:pt x="3057525" y="571500"/>
                </a:lnTo>
                <a:lnTo>
                  <a:pt x="3048000" y="571500"/>
                </a:lnTo>
                <a:lnTo>
                  <a:pt x="3048000" y="581025"/>
                </a:lnTo>
                <a:lnTo>
                  <a:pt x="3028950" y="581025"/>
                </a:lnTo>
                <a:lnTo>
                  <a:pt x="3028950" y="590550"/>
                </a:lnTo>
                <a:lnTo>
                  <a:pt x="2905125" y="590550"/>
                </a:lnTo>
                <a:lnTo>
                  <a:pt x="2905125" y="581025"/>
                </a:lnTo>
                <a:lnTo>
                  <a:pt x="2781300" y="581025"/>
                </a:lnTo>
                <a:lnTo>
                  <a:pt x="2781300" y="571500"/>
                </a:lnTo>
                <a:lnTo>
                  <a:pt x="2762250" y="571500"/>
                </a:lnTo>
                <a:lnTo>
                  <a:pt x="2762250" y="581025"/>
                </a:lnTo>
                <a:lnTo>
                  <a:pt x="2733675" y="581025"/>
                </a:lnTo>
                <a:lnTo>
                  <a:pt x="2733675" y="571500"/>
                </a:lnTo>
                <a:lnTo>
                  <a:pt x="2657475" y="571500"/>
                </a:lnTo>
                <a:lnTo>
                  <a:pt x="2657475" y="561975"/>
                </a:lnTo>
                <a:lnTo>
                  <a:pt x="2609850" y="561975"/>
                </a:lnTo>
                <a:lnTo>
                  <a:pt x="2609850" y="552450"/>
                </a:lnTo>
                <a:lnTo>
                  <a:pt x="2600325" y="552450"/>
                </a:lnTo>
                <a:lnTo>
                  <a:pt x="2600325" y="542925"/>
                </a:lnTo>
                <a:lnTo>
                  <a:pt x="2590800" y="542925"/>
                </a:lnTo>
                <a:lnTo>
                  <a:pt x="2590800" y="523875"/>
                </a:lnTo>
                <a:lnTo>
                  <a:pt x="2581275" y="523875"/>
                </a:lnTo>
                <a:lnTo>
                  <a:pt x="2581275" y="504825"/>
                </a:lnTo>
                <a:lnTo>
                  <a:pt x="2571750" y="504825"/>
                </a:lnTo>
                <a:lnTo>
                  <a:pt x="2571750" y="495300"/>
                </a:lnTo>
                <a:lnTo>
                  <a:pt x="2581275" y="495300"/>
                </a:lnTo>
                <a:lnTo>
                  <a:pt x="2581275" y="457200"/>
                </a:lnTo>
                <a:lnTo>
                  <a:pt x="2590800" y="457200"/>
                </a:lnTo>
                <a:close/>
                <a:moveTo>
                  <a:pt x="2190750" y="466725"/>
                </a:moveTo>
                <a:lnTo>
                  <a:pt x="2200275" y="466725"/>
                </a:lnTo>
                <a:lnTo>
                  <a:pt x="2200275" y="476250"/>
                </a:lnTo>
                <a:lnTo>
                  <a:pt x="2219325" y="476250"/>
                </a:lnTo>
                <a:lnTo>
                  <a:pt x="2219325" y="466725"/>
                </a:lnTo>
                <a:lnTo>
                  <a:pt x="2247900" y="466725"/>
                </a:lnTo>
                <a:lnTo>
                  <a:pt x="2247900" y="476250"/>
                </a:lnTo>
                <a:lnTo>
                  <a:pt x="2314575" y="476250"/>
                </a:lnTo>
                <a:lnTo>
                  <a:pt x="2314575" y="466725"/>
                </a:lnTo>
                <a:lnTo>
                  <a:pt x="2324100" y="466725"/>
                </a:lnTo>
                <a:lnTo>
                  <a:pt x="2324100" y="438150"/>
                </a:lnTo>
                <a:lnTo>
                  <a:pt x="2314575" y="438150"/>
                </a:lnTo>
                <a:lnTo>
                  <a:pt x="2314575" y="428625"/>
                </a:lnTo>
                <a:lnTo>
                  <a:pt x="2266950" y="428625"/>
                </a:lnTo>
                <a:lnTo>
                  <a:pt x="2266950" y="438150"/>
                </a:lnTo>
                <a:lnTo>
                  <a:pt x="2238375" y="438150"/>
                </a:lnTo>
                <a:lnTo>
                  <a:pt x="2238375" y="428625"/>
                </a:lnTo>
                <a:lnTo>
                  <a:pt x="2228850" y="428625"/>
                </a:lnTo>
                <a:lnTo>
                  <a:pt x="2228850" y="419100"/>
                </a:lnTo>
                <a:lnTo>
                  <a:pt x="2200275" y="419100"/>
                </a:lnTo>
                <a:lnTo>
                  <a:pt x="2200275" y="428625"/>
                </a:lnTo>
                <a:lnTo>
                  <a:pt x="2190750" y="428625"/>
                </a:lnTo>
                <a:close/>
                <a:moveTo>
                  <a:pt x="2400300" y="466725"/>
                </a:moveTo>
                <a:lnTo>
                  <a:pt x="2438400" y="466725"/>
                </a:lnTo>
                <a:lnTo>
                  <a:pt x="2438400" y="476250"/>
                </a:lnTo>
                <a:lnTo>
                  <a:pt x="2447925" y="476250"/>
                </a:lnTo>
                <a:lnTo>
                  <a:pt x="2447925" y="495300"/>
                </a:lnTo>
                <a:lnTo>
                  <a:pt x="2438400" y="495300"/>
                </a:lnTo>
                <a:lnTo>
                  <a:pt x="2438400" y="504825"/>
                </a:lnTo>
                <a:lnTo>
                  <a:pt x="2428875" y="504825"/>
                </a:lnTo>
                <a:lnTo>
                  <a:pt x="2428875" y="514350"/>
                </a:lnTo>
                <a:lnTo>
                  <a:pt x="2419350" y="514350"/>
                </a:lnTo>
                <a:lnTo>
                  <a:pt x="2419350" y="523875"/>
                </a:lnTo>
                <a:lnTo>
                  <a:pt x="2400300" y="523875"/>
                </a:lnTo>
                <a:close/>
                <a:moveTo>
                  <a:pt x="2076450" y="485775"/>
                </a:moveTo>
                <a:lnTo>
                  <a:pt x="2085975" y="485775"/>
                </a:lnTo>
                <a:lnTo>
                  <a:pt x="2085975" y="495300"/>
                </a:lnTo>
                <a:lnTo>
                  <a:pt x="2095500" y="495300"/>
                </a:lnTo>
                <a:lnTo>
                  <a:pt x="2095500" y="504825"/>
                </a:lnTo>
                <a:lnTo>
                  <a:pt x="2114550" y="504825"/>
                </a:lnTo>
                <a:lnTo>
                  <a:pt x="2114550" y="514350"/>
                </a:lnTo>
                <a:lnTo>
                  <a:pt x="2124075" y="514350"/>
                </a:lnTo>
                <a:lnTo>
                  <a:pt x="2124075" y="523875"/>
                </a:lnTo>
                <a:lnTo>
                  <a:pt x="2143125" y="523875"/>
                </a:lnTo>
                <a:lnTo>
                  <a:pt x="2143125" y="533400"/>
                </a:lnTo>
                <a:lnTo>
                  <a:pt x="2247900" y="533400"/>
                </a:lnTo>
                <a:lnTo>
                  <a:pt x="2247900" y="504825"/>
                </a:lnTo>
                <a:lnTo>
                  <a:pt x="2228850" y="504825"/>
                </a:lnTo>
                <a:lnTo>
                  <a:pt x="2228850" y="495300"/>
                </a:lnTo>
                <a:lnTo>
                  <a:pt x="2190750" y="495300"/>
                </a:lnTo>
                <a:lnTo>
                  <a:pt x="2190750" y="485775"/>
                </a:lnTo>
                <a:lnTo>
                  <a:pt x="2152650" y="485775"/>
                </a:lnTo>
                <a:lnTo>
                  <a:pt x="2152650" y="466725"/>
                </a:lnTo>
                <a:lnTo>
                  <a:pt x="2124075" y="466725"/>
                </a:lnTo>
                <a:lnTo>
                  <a:pt x="2124075" y="457200"/>
                </a:lnTo>
                <a:lnTo>
                  <a:pt x="2114550" y="457200"/>
                </a:lnTo>
                <a:lnTo>
                  <a:pt x="2114550" y="447675"/>
                </a:lnTo>
                <a:lnTo>
                  <a:pt x="2105025" y="447675"/>
                </a:lnTo>
                <a:lnTo>
                  <a:pt x="2105025" y="428625"/>
                </a:lnTo>
                <a:lnTo>
                  <a:pt x="2095500" y="428625"/>
                </a:lnTo>
                <a:lnTo>
                  <a:pt x="2095500" y="438150"/>
                </a:lnTo>
                <a:lnTo>
                  <a:pt x="2085975" y="438150"/>
                </a:lnTo>
                <a:lnTo>
                  <a:pt x="2085975" y="447675"/>
                </a:lnTo>
                <a:lnTo>
                  <a:pt x="2076450" y="447675"/>
                </a:lnTo>
                <a:close/>
                <a:moveTo>
                  <a:pt x="3105150" y="495300"/>
                </a:moveTo>
                <a:lnTo>
                  <a:pt x="3124200" y="495300"/>
                </a:lnTo>
                <a:lnTo>
                  <a:pt x="3124200" y="504825"/>
                </a:lnTo>
                <a:lnTo>
                  <a:pt x="3105150" y="504825"/>
                </a:lnTo>
                <a:close/>
                <a:moveTo>
                  <a:pt x="3248025" y="504825"/>
                </a:moveTo>
                <a:lnTo>
                  <a:pt x="3257550" y="504825"/>
                </a:lnTo>
                <a:lnTo>
                  <a:pt x="3257550" y="514350"/>
                </a:lnTo>
                <a:lnTo>
                  <a:pt x="3248025" y="514350"/>
                </a:lnTo>
                <a:close/>
                <a:moveTo>
                  <a:pt x="3305175" y="504825"/>
                </a:moveTo>
                <a:lnTo>
                  <a:pt x="3314700" y="504825"/>
                </a:lnTo>
                <a:lnTo>
                  <a:pt x="3314700" y="514350"/>
                </a:lnTo>
                <a:lnTo>
                  <a:pt x="3324225" y="514350"/>
                </a:lnTo>
                <a:lnTo>
                  <a:pt x="3324225" y="533400"/>
                </a:lnTo>
                <a:lnTo>
                  <a:pt x="3295650" y="533400"/>
                </a:lnTo>
                <a:lnTo>
                  <a:pt x="3295650" y="542925"/>
                </a:lnTo>
                <a:lnTo>
                  <a:pt x="3276600" y="542925"/>
                </a:lnTo>
                <a:lnTo>
                  <a:pt x="3276600" y="552450"/>
                </a:lnTo>
                <a:lnTo>
                  <a:pt x="3257550" y="552450"/>
                </a:lnTo>
                <a:lnTo>
                  <a:pt x="3257550" y="561975"/>
                </a:lnTo>
                <a:lnTo>
                  <a:pt x="3248025" y="561975"/>
                </a:lnTo>
                <a:lnTo>
                  <a:pt x="3248025" y="571500"/>
                </a:lnTo>
                <a:lnTo>
                  <a:pt x="3257550" y="571500"/>
                </a:lnTo>
                <a:lnTo>
                  <a:pt x="3257550" y="581025"/>
                </a:lnTo>
                <a:lnTo>
                  <a:pt x="3314700" y="581025"/>
                </a:lnTo>
                <a:lnTo>
                  <a:pt x="3314700" y="590550"/>
                </a:lnTo>
                <a:lnTo>
                  <a:pt x="3324225" y="590550"/>
                </a:lnTo>
                <a:lnTo>
                  <a:pt x="3324225" y="581025"/>
                </a:lnTo>
                <a:lnTo>
                  <a:pt x="3333750" y="581025"/>
                </a:lnTo>
                <a:lnTo>
                  <a:pt x="3333750" y="571500"/>
                </a:lnTo>
                <a:lnTo>
                  <a:pt x="3343275" y="571500"/>
                </a:lnTo>
                <a:lnTo>
                  <a:pt x="3343275" y="533400"/>
                </a:lnTo>
                <a:lnTo>
                  <a:pt x="3333750" y="533400"/>
                </a:lnTo>
                <a:lnTo>
                  <a:pt x="3333750" y="523875"/>
                </a:lnTo>
                <a:lnTo>
                  <a:pt x="3343275" y="523875"/>
                </a:lnTo>
                <a:lnTo>
                  <a:pt x="3343275" y="514350"/>
                </a:lnTo>
                <a:lnTo>
                  <a:pt x="3409950" y="514350"/>
                </a:lnTo>
                <a:lnTo>
                  <a:pt x="3409950" y="523875"/>
                </a:lnTo>
                <a:lnTo>
                  <a:pt x="3419475" y="523875"/>
                </a:lnTo>
                <a:lnTo>
                  <a:pt x="3419475" y="542925"/>
                </a:lnTo>
                <a:lnTo>
                  <a:pt x="3409950" y="542925"/>
                </a:lnTo>
                <a:lnTo>
                  <a:pt x="3409950" y="533400"/>
                </a:lnTo>
                <a:lnTo>
                  <a:pt x="3362325" y="533400"/>
                </a:lnTo>
                <a:lnTo>
                  <a:pt x="3362325" y="581025"/>
                </a:lnTo>
                <a:lnTo>
                  <a:pt x="3333750" y="581025"/>
                </a:lnTo>
                <a:lnTo>
                  <a:pt x="3333750" y="600075"/>
                </a:lnTo>
                <a:lnTo>
                  <a:pt x="3314700" y="600075"/>
                </a:lnTo>
                <a:lnTo>
                  <a:pt x="3314700" y="609600"/>
                </a:lnTo>
                <a:lnTo>
                  <a:pt x="3295650" y="609600"/>
                </a:lnTo>
                <a:lnTo>
                  <a:pt x="3295650" y="600075"/>
                </a:lnTo>
                <a:lnTo>
                  <a:pt x="3267075" y="600075"/>
                </a:lnTo>
                <a:lnTo>
                  <a:pt x="3267075" y="590550"/>
                </a:lnTo>
                <a:lnTo>
                  <a:pt x="3248025" y="590550"/>
                </a:lnTo>
                <a:lnTo>
                  <a:pt x="3248025" y="581025"/>
                </a:lnTo>
                <a:lnTo>
                  <a:pt x="3228975" y="581025"/>
                </a:lnTo>
                <a:lnTo>
                  <a:pt x="3228975" y="542925"/>
                </a:lnTo>
                <a:lnTo>
                  <a:pt x="3248025" y="542925"/>
                </a:lnTo>
                <a:lnTo>
                  <a:pt x="3248025" y="533400"/>
                </a:lnTo>
                <a:lnTo>
                  <a:pt x="3286125" y="533400"/>
                </a:lnTo>
                <a:lnTo>
                  <a:pt x="3286125" y="523875"/>
                </a:lnTo>
                <a:lnTo>
                  <a:pt x="3305175" y="523875"/>
                </a:lnTo>
                <a:close/>
                <a:moveTo>
                  <a:pt x="3552825" y="514350"/>
                </a:moveTo>
                <a:lnTo>
                  <a:pt x="3562350" y="514350"/>
                </a:lnTo>
                <a:lnTo>
                  <a:pt x="3562350" y="523875"/>
                </a:lnTo>
                <a:lnTo>
                  <a:pt x="3552825" y="523875"/>
                </a:lnTo>
                <a:close/>
                <a:moveTo>
                  <a:pt x="2428875" y="523875"/>
                </a:moveTo>
                <a:lnTo>
                  <a:pt x="2438400" y="523875"/>
                </a:lnTo>
                <a:lnTo>
                  <a:pt x="2438400" y="533400"/>
                </a:lnTo>
                <a:lnTo>
                  <a:pt x="2428875" y="533400"/>
                </a:lnTo>
                <a:close/>
                <a:moveTo>
                  <a:pt x="2524125" y="523875"/>
                </a:moveTo>
                <a:lnTo>
                  <a:pt x="2533650" y="523875"/>
                </a:lnTo>
                <a:lnTo>
                  <a:pt x="2533650" y="552450"/>
                </a:lnTo>
                <a:lnTo>
                  <a:pt x="2524125" y="552450"/>
                </a:lnTo>
                <a:lnTo>
                  <a:pt x="2524125" y="561975"/>
                </a:lnTo>
                <a:lnTo>
                  <a:pt x="2514600" y="561975"/>
                </a:lnTo>
                <a:lnTo>
                  <a:pt x="2514600" y="552450"/>
                </a:lnTo>
                <a:lnTo>
                  <a:pt x="2505075" y="552450"/>
                </a:lnTo>
                <a:lnTo>
                  <a:pt x="2505075" y="542925"/>
                </a:lnTo>
                <a:lnTo>
                  <a:pt x="2514600" y="542925"/>
                </a:lnTo>
                <a:lnTo>
                  <a:pt x="2514600" y="533400"/>
                </a:lnTo>
                <a:lnTo>
                  <a:pt x="2524125" y="533400"/>
                </a:lnTo>
                <a:close/>
                <a:moveTo>
                  <a:pt x="3143250" y="523875"/>
                </a:moveTo>
                <a:lnTo>
                  <a:pt x="3152775" y="523875"/>
                </a:lnTo>
                <a:lnTo>
                  <a:pt x="3152775" y="542925"/>
                </a:lnTo>
                <a:lnTo>
                  <a:pt x="3133725" y="542925"/>
                </a:lnTo>
                <a:lnTo>
                  <a:pt x="3133725" y="533400"/>
                </a:lnTo>
                <a:lnTo>
                  <a:pt x="3143250" y="533400"/>
                </a:lnTo>
                <a:close/>
                <a:moveTo>
                  <a:pt x="3209925" y="523875"/>
                </a:moveTo>
                <a:lnTo>
                  <a:pt x="3219450" y="523875"/>
                </a:lnTo>
                <a:lnTo>
                  <a:pt x="3219450" y="533400"/>
                </a:lnTo>
                <a:lnTo>
                  <a:pt x="3209925" y="533400"/>
                </a:lnTo>
                <a:close/>
                <a:moveTo>
                  <a:pt x="3209925" y="542925"/>
                </a:moveTo>
                <a:lnTo>
                  <a:pt x="3219450" y="542925"/>
                </a:lnTo>
                <a:lnTo>
                  <a:pt x="3219450" y="552450"/>
                </a:lnTo>
                <a:lnTo>
                  <a:pt x="3209925" y="552450"/>
                </a:lnTo>
                <a:close/>
                <a:moveTo>
                  <a:pt x="3581400" y="542925"/>
                </a:moveTo>
                <a:lnTo>
                  <a:pt x="3590925" y="542925"/>
                </a:lnTo>
                <a:lnTo>
                  <a:pt x="3590925" y="561975"/>
                </a:lnTo>
                <a:lnTo>
                  <a:pt x="3581400" y="561975"/>
                </a:lnTo>
                <a:close/>
                <a:moveTo>
                  <a:pt x="3171825" y="552450"/>
                </a:moveTo>
                <a:lnTo>
                  <a:pt x="3190875" y="552450"/>
                </a:lnTo>
                <a:lnTo>
                  <a:pt x="3190875" y="561975"/>
                </a:lnTo>
                <a:lnTo>
                  <a:pt x="3200400" y="561975"/>
                </a:lnTo>
                <a:lnTo>
                  <a:pt x="3200400" y="590550"/>
                </a:lnTo>
                <a:lnTo>
                  <a:pt x="3190875" y="590550"/>
                </a:lnTo>
                <a:lnTo>
                  <a:pt x="3190875" y="600075"/>
                </a:lnTo>
                <a:lnTo>
                  <a:pt x="3181350" y="600075"/>
                </a:lnTo>
                <a:lnTo>
                  <a:pt x="3181350" y="590550"/>
                </a:lnTo>
                <a:lnTo>
                  <a:pt x="3162300" y="590550"/>
                </a:lnTo>
                <a:lnTo>
                  <a:pt x="3162300" y="581025"/>
                </a:lnTo>
                <a:lnTo>
                  <a:pt x="3152775" y="581025"/>
                </a:lnTo>
                <a:lnTo>
                  <a:pt x="3152775" y="571500"/>
                </a:lnTo>
                <a:lnTo>
                  <a:pt x="3162300" y="571500"/>
                </a:lnTo>
                <a:lnTo>
                  <a:pt x="3162300" y="561975"/>
                </a:lnTo>
                <a:lnTo>
                  <a:pt x="3171825" y="561975"/>
                </a:lnTo>
                <a:close/>
                <a:moveTo>
                  <a:pt x="3419475" y="552450"/>
                </a:moveTo>
                <a:lnTo>
                  <a:pt x="3429000" y="552450"/>
                </a:lnTo>
                <a:lnTo>
                  <a:pt x="3429000" y="581025"/>
                </a:lnTo>
                <a:lnTo>
                  <a:pt x="3419475" y="581025"/>
                </a:lnTo>
                <a:lnTo>
                  <a:pt x="3419475" y="590550"/>
                </a:lnTo>
                <a:lnTo>
                  <a:pt x="3409950" y="590550"/>
                </a:lnTo>
                <a:lnTo>
                  <a:pt x="3409950" y="600075"/>
                </a:lnTo>
                <a:lnTo>
                  <a:pt x="3390900" y="600075"/>
                </a:lnTo>
                <a:lnTo>
                  <a:pt x="3390900" y="581025"/>
                </a:lnTo>
                <a:lnTo>
                  <a:pt x="3400425" y="581025"/>
                </a:lnTo>
                <a:lnTo>
                  <a:pt x="3400425" y="571500"/>
                </a:lnTo>
                <a:lnTo>
                  <a:pt x="3409950" y="571500"/>
                </a:lnTo>
                <a:lnTo>
                  <a:pt x="3409950" y="561975"/>
                </a:lnTo>
                <a:lnTo>
                  <a:pt x="3419475" y="561975"/>
                </a:lnTo>
                <a:close/>
                <a:moveTo>
                  <a:pt x="2381250" y="561975"/>
                </a:moveTo>
                <a:lnTo>
                  <a:pt x="2390775" y="561975"/>
                </a:lnTo>
                <a:lnTo>
                  <a:pt x="2390775" y="571500"/>
                </a:lnTo>
                <a:lnTo>
                  <a:pt x="2381250" y="571500"/>
                </a:lnTo>
                <a:close/>
                <a:moveTo>
                  <a:pt x="3590925" y="561975"/>
                </a:moveTo>
                <a:lnTo>
                  <a:pt x="3600450" y="561975"/>
                </a:lnTo>
                <a:lnTo>
                  <a:pt x="3600450" y="581025"/>
                </a:lnTo>
                <a:lnTo>
                  <a:pt x="3609975" y="581025"/>
                </a:lnTo>
                <a:lnTo>
                  <a:pt x="3609975" y="619125"/>
                </a:lnTo>
                <a:lnTo>
                  <a:pt x="3619500" y="619125"/>
                </a:lnTo>
                <a:lnTo>
                  <a:pt x="3619500" y="695325"/>
                </a:lnTo>
                <a:lnTo>
                  <a:pt x="3609975" y="695325"/>
                </a:lnTo>
                <a:lnTo>
                  <a:pt x="3609975" y="771525"/>
                </a:lnTo>
                <a:lnTo>
                  <a:pt x="3600450" y="771525"/>
                </a:lnTo>
                <a:lnTo>
                  <a:pt x="3600450" y="847725"/>
                </a:lnTo>
                <a:lnTo>
                  <a:pt x="3590925" y="847725"/>
                </a:lnTo>
                <a:lnTo>
                  <a:pt x="3590925" y="828675"/>
                </a:lnTo>
                <a:lnTo>
                  <a:pt x="3581400" y="828675"/>
                </a:lnTo>
                <a:lnTo>
                  <a:pt x="3581400" y="800100"/>
                </a:lnTo>
                <a:lnTo>
                  <a:pt x="3590925" y="800100"/>
                </a:lnTo>
                <a:lnTo>
                  <a:pt x="3590925" y="752475"/>
                </a:lnTo>
                <a:lnTo>
                  <a:pt x="3600450" y="752475"/>
                </a:lnTo>
                <a:lnTo>
                  <a:pt x="3600450" y="714375"/>
                </a:lnTo>
                <a:lnTo>
                  <a:pt x="3590925" y="714375"/>
                </a:lnTo>
                <a:lnTo>
                  <a:pt x="3590925" y="704850"/>
                </a:lnTo>
                <a:lnTo>
                  <a:pt x="3562350" y="704850"/>
                </a:lnTo>
                <a:lnTo>
                  <a:pt x="3562350" y="676275"/>
                </a:lnTo>
                <a:lnTo>
                  <a:pt x="3571875" y="676275"/>
                </a:lnTo>
                <a:lnTo>
                  <a:pt x="3571875" y="657225"/>
                </a:lnTo>
                <a:lnTo>
                  <a:pt x="3581400" y="657225"/>
                </a:lnTo>
                <a:lnTo>
                  <a:pt x="3581400" y="676275"/>
                </a:lnTo>
                <a:lnTo>
                  <a:pt x="3590925" y="676275"/>
                </a:lnTo>
                <a:lnTo>
                  <a:pt x="3590925" y="647700"/>
                </a:lnTo>
                <a:lnTo>
                  <a:pt x="3600450" y="647700"/>
                </a:lnTo>
                <a:lnTo>
                  <a:pt x="3600450" y="638175"/>
                </a:lnTo>
                <a:lnTo>
                  <a:pt x="3590925" y="638175"/>
                </a:lnTo>
                <a:lnTo>
                  <a:pt x="3590925" y="619125"/>
                </a:lnTo>
                <a:lnTo>
                  <a:pt x="3581400" y="619125"/>
                </a:lnTo>
                <a:lnTo>
                  <a:pt x="3581400" y="600075"/>
                </a:lnTo>
                <a:lnTo>
                  <a:pt x="3590925" y="600075"/>
                </a:lnTo>
                <a:close/>
                <a:moveTo>
                  <a:pt x="2543175" y="571500"/>
                </a:moveTo>
                <a:lnTo>
                  <a:pt x="2552700" y="571500"/>
                </a:lnTo>
                <a:lnTo>
                  <a:pt x="2552700" y="581025"/>
                </a:lnTo>
                <a:lnTo>
                  <a:pt x="2562225" y="581025"/>
                </a:lnTo>
                <a:lnTo>
                  <a:pt x="2562225" y="571500"/>
                </a:lnTo>
                <a:lnTo>
                  <a:pt x="2581275" y="571500"/>
                </a:lnTo>
                <a:lnTo>
                  <a:pt x="2581275" y="581025"/>
                </a:lnTo>
                <a:lnTo>
                  <a:pt x="2590800" y="581025"/>
                </a:lnTo>
                <a:lnTo>
                  <a:pt x="2590800" y="628650"/>
                </a:lnTo>
                <a:lnTo>
                  <a:pt x="2581275" y="628650"/>
                </a:lnTo>
                <a:lnTo>
                  <a:pt x="2581275" y="638175"/>
                </a:lnTo>
                <a:lnTo>
                  <a:pt x="2552700" y="638175"/>
                </a:lnTo>
                <a:lnTo>
                  <a:pt x="2552700" y="619125"/>
                </a:lnTo>
                <a:lnTo>
                  <a:pt x="2543175" y="619125"/>
                </a:lnTo>
                <a:lnTo>
                  <a:pt x="2543175" y="600075"/>
                </a:lnTo>
                <a:lnTo>
                  <a:pt x="2552700" y="600075"/>
                </a:lnTo>
                <a:lnTo>
                  <a:pt x="2552700" y="590550"/>
                </a:lnTo>
                <a:lnTo>
                  <a:pt x="2533650" y="590550"/>
                </a:lnTo>
                <a:lnTo>
                  <a:pt x="2533650" y="581025"/>
                </a:lnTo>
                <a:lnTo>
                  <a:pt x="2543175" y="581025"/>
                </a:lnTo>
                <a:close/>
                <a:moveTo>
                  <a:pt x="3552825" y="581025"/>
                </a:moveTo>
                <a:lnTo>
                  <a:pt x="3562350" y="581025"/>
                </a:lnTo>
                <a:lnTo>
                  <a:pt x="3562350" y="590550"/>
                </a:lnTo>
                <a:lnTo>
                  <a:pt x="3552825" y="590550"/>
                </a:lnTo>
                <a:close/>
                <a:moveTo>
                  <a:pt x="3514725" y="600075"/>
                </a:moveTo>
                <a:lnTo>
                  <a:pt x="3524250" y="600075"/>
                </a:lnTo>
                <a:lnTo>
                  <a:pt x="3524250" y="609600"/>
                </a:lnTo>
                <a:lnTo>
                  <a:pt x="3533775" y="609600"/>
                </a:lnTo>
                <a:lnTo>
                  <a:pt x="3533775" y="619125"/>
                </a:lnTo>
                <a:lnTo>
                  <a:pt x="3505200" y="619125"/>
                </a:lnTo>
                <a:lnTo>
                  <a:pt x="3505200" y="609600"/>
                </a:lnTo>
                <a:lnTo>
                  <a:pt x="3514725" y="609600"/>
                </a:lnTo>
                <a:close/>
                <a:moveTo>
                  <a:pt x="2228850" y="638175"/>
                </a:moveTo>
                <a:lnTo>
                  <a:pt x="2238375" y="638175"/>
                </a:lnTo>
                <a:lnTo>
                  <a:pt x="2238375" y="657225"/>
                </a:lnTo>
                <a:lnTo>
                  <a:pt x="2228850" y="657225"/>
                </a:lnTo>
                <a:close/>
                <a:moveTo>
                  <a:pt x="3467100" y="657225"/>
                </a:moveTo>
                <a:lnTo>
                  <a:pt x="3486150" y="657225"/>
                </a:lnTo>
                <a:lnTo>
                  <a:pt x="3486150" y="676275"/>
                </a:lnTo>
                <a:lnTo>
                  <a:pt x="3467100" y="676275"/>
                </a:lnTo>
                <a:close/>
                <a:moveTo>
                  <a:pt x="2276475" y="666750"/>
                </a:moveTo>
                <a:lnTo>
                  <a:pt x="2295525" y="666750"/>
                </a:lnTo>
                <a:lnTo>
                  <a:pt x="2295525" y="685800"/>
                </a:lnTo>
                <a:lnTo>
                  <a:pt x="2286000" y="685800"/>
                </a:lnTo>
                <a:lnTo>
                  <a:pt x="2286000" y="695325"/>
                </a:lnTo>
                <a:lnTo>
                  <a:pt x="2295525" y="695325"/>
                </a:lnTo>
                <a:lnTo>
                  <a:pt x="2295525" y="704850"/>
                </a:lnTo>
                <a:lnTo>
                  <a:pt x="2362200" y="704850"/>
                </a:lnTo>
                <a:lnTo>
                  <a:pt x="2362200" y="695325"/>
                </a:lnTo>
                <a:lnTo>
                  <a:pt x="2381250" y="695325"/>
                </a:lnTo>
                <a:lnTo>
                  <a:pt x="2381250" y="704850"/>
                </a:lnTo>
                <a:lnTo>
                  <a:pt x="2390775" y="704850"/>
                </a:lnTo>
                <a:lnTo>
                  <a:pt x="2390775" y="714375"/>
                </a:lnTo>
                <a:lnTo>
                  <a:pt x="2362200" y="714375"/>
                </a:lnTo>
                <a:lnTo>
                  <a:pt x="2362200" y="723900"/>
                </a:lnTo>
                <a:lnTo>
                  <a:pt x="2352675" y="723900"/>
                </a:lnTo>
                <a:lnTo>
                  <a:pt x="2352675" y="762000"/>
                </a:lnTo>
                <a:lnTo>
                  <a:pt x="2371725" y="762000"/>
                </a:lnTo>
                <a:lnTo>
                  <a:pt x="2371725" y="771525"/>
                </a:lnTo>
                <a:lnTo>
                  <a:pt x="2381250" y="771525"/>
                </a:lnTo>
                <a:lnTo>
                  <a:pt x="2381250" y="781050"/>
                </a:lnTo>
                <a:lnTo>
                  <a:pt x="2371725" y="781050"/>
                </a:lnTo>
                <a:lnTo>
                  <a:pt x="2371725" y="809625"/>
                </a:lnTo>
                <a:lnTo>
                  <a:pt x="2381250" y="809625"/>
                </a:lnTo>
                <a:lnTo>
                  <a:pt x="2381250" y="819150"/>
                </a:lnTo>
                <a:lnTo>
                  <a:pt x="2371725" y="819150"/>
                </a:lnTo>
                <a:lnTo>
                  <a:pt x="2371725" y="838200"/>
                </a:lnTo>
                <a:lnTo>
                  <a:pt x="2352675" y="838200"/>
                </a:lnTo>
                <a:lnTo>
                  <a:pt x="2352675" y="847725"/>
                </a:lnTo>
                <a:lnTo>
                  <a:pt x="2362200" y="847725"/>
                </a:lnTo>
                <a:lnTo>
                  <a:pt x="2362200" y="857250"/>
                </a:lnTo>
                <a:lnTo>
                  <a:pt x="2371725" y="857250"/>
                </a:lnTo>
                <a:lnTo>
                  <a:pt x="2371725" y="866775"/>
                </a:lnTo>
                <a:lnTo>
                  <a:pt x="2447925" y="866775"/>
                </a:lnTo>
                <a:lnTo>
                  <a:pt x="2447925" y="885825"/>
                </a:lnTo>
                <a:lnTo>
                  <a:pt x="2419350" y="885825"/>
                </a:lnTo>
                <a:lnTo>
                  <a:pt x="2419350" y="895350"/>
                </a:lnTo>
                <a:lnTo>
                  <a:pt x="2352675" y="895350"/>
                </a:lnTo>
                <a:lnTo>
                  <a:pt x="2352675" y="885825"/>
                </a:lnTo>
                <a:lnTo>
                  <a:pt x="2343150" y="885825"/>
                </a:lnTo>
                <a:lnTo>
                  <a:pt x="2343150" y="895350"/>
                </a:lnTo>
                <a:lnTo>
                  <a:pt x="2314575" y="895350"/>
                </a:lnTo>
                <a:lnTo>
                  <a:pt x="2314575" y="885825"/>
                </a:lnTo>
                <a:lnTo>
                  <a:pt x="2305050" y="885825"/>
                </a:lnTo>
                <a:lnTo>
                  <a:pt x="2305050" y="876300"/>
                </a:lnTo>
                <a:lnTo>
                  <a:pt x="2295525" y="876300"/>
                </a:lnTo>
                <a:lnTo>
                  <a:pt x="2295525" y="866775"/>
                </a:lnTo>
                <a:lnTo>
                  <a:pt x="2266950" y="866775"/>
                </a:lnTo>
                <a:lnTo>
                  <a:pt x="2266950" y="876300"/>
                </a:lnTo>
                <a:lnTo>
                  <a:pt x="2247900" y="876300"/>
                </a:lnTo>
                <a:lnTo>
                  <a:pt x="2247900" y="885825"/>
                </a:lnTo>
                <a:lnTo>
                  <a:pt x="2228850" y="885825"/>
                </a:lnTo>
                <a:lnTo>
                  <a:pt x="2228850" y="866775"/>
                </a:lnTo>
                <a:lnTo>
                  <a:pt x="2238375" y="866775"/>
                </a:lnTo>
                <a:lnTo>
                  <a:pt x="2238375" y="857250"/>
                </a:lnTo>
                <a:lnTo>
                  <a:pt x="2257425" y="857250"/>
                </a:lnTo>
                <a:lnTo>
                  <a:pt x="2257425" y="847725"/>
                </a:lnTo>
                <a:lnTo>
                  <a:pt x="2276475" y="847725"/>
                </a:lnTo>
                <a:lnTo>
                  <a:pt x="2276475" y="838200"/>
                </a:lnTo>
                <a:lnTo>
                  <a:pt x="2295525" y="838200"/>
                </a:lnTo>
                <a:lnTo>
                  <a:pt x="2295525" y="847725"/>
                </a:lnTo>
                <a:lnTo>
                  <a:pt x="2343150" y="847725"/>
                </a:lnTo>
                <a:lnTo>
                  <a:pt x="2343150" y="809625"/>
                </a:lnTo>
                <a:lnTo>
                  <a:pt x="2333625" y="809625"/>
                </a:lnTo>
                <a:lnTo>
                  <a:pt x="2333625" y="800100"/>
                </a:lnTo>
                <a:lnTo>
                  <a:pt x="2305050" y="800100"/>
                </a:lnTo>
                <a:lnTo>
                  <a:pt x="2305050" y="809625"/>
                </a:lnTo>
                <a:lnTo>
                  <a:pt x="2276475" y="809625"/>
                </a:lnTo>
                <a:lnTo>
                  <a:pt x="2276475" y="800100"/>
                </a:lnTo>
                <a:lnTo>
                  <a:pt x="2257425" y="800100"/>
                </a:lnTo>
                <a:lnTo>
                  <a:pt x="2257425" y="790575"/>
                </a:lnTo>
                <a:lnTo>
                  <a:pt x="2247900" y="790575"/>
                </a:lnTo>
                <a:lnTo>
                  <a:pt x="2247900" y="809625"/>
                </a:lnTo>
                <a:lnTo>
                  <a:pt x="2238375" y="809625"/>
                </a:lnTo>
                <a:lnTo>
                  <a:pt x="2238375" y="819150"/>
                </a:lnTo>
                <a:lnTo>
                  <a:pt x="2228850" y="819150"/>
                </a:lnTo>
                <a:lnTo>
                  <a:pt x="2228850" y="828675"/>
                </a:lnTo>
                <a:lnTo>
                  <a:pt x="2219325" y="828675"/>
                </a:lnTo>
                <a:lnTo>
                  <a:pt x="2219325" y="838200"/>
                </a:lnTo>
                <a:lnTo>
                  <a:pt x="2190750" y="838200"/>
                </a:lnTo>
                <a:lnTo>
                  <a:pt x="2190750" y="828675"/>
                </a:lnTo>
                <a:lnTo>
                  <a:pt x="2171700" y="828675"/>
                </a:lnTo>
                <a:lnTo>
                  <a:pt x="2171700" y="790575"/>
                </a:lnTo>
                <a:lnTo>
                  <a:pt x="2162175" y="790575"/>
                </a:lnTo>
                <a:lnTo>
                  <a:pt x="2162175" y="781050"/>
                </a:lnTo>
                <a:lnTo>
                  <a:pt x="2152650" y="781050"/>
                </a:lnTo>
                <a:lnTo>
                  <a:pt x="2152650" y="762000"/>
                </a:lnTo>
                <a:lnTo>
                  <a:pt x="2181225" y="762000"/>
                </a:lnTo>
                <a:lnTo>
                  <a:pt x="2181225" y="752475"/>
                </a:lnTo>
                <a:lnTo>
                  <a:pt x="2190750" y="752475"/>
                </a:lnTo>
                <a:lnTo>
                  <a:pt x="2190750" y="742950"/>
                </a:lnTo>
                <a:lnTo>
                  <a:pt x="2200275" y="742950"/>
                </a:lnTo>
                <a:lnTo>
                  <a:pt x="2200275" y="723900"/>
                </a:lnTo>
                <a:lnTo>
                  <a:pt x="2209800" y="723900"/>
                </a:lnTo>
                <a:lnTo>
                  <a:pt x="2209800" y="733425"/>
                </a:lnTo>
                <a:lnTo>
                  <a:pt x="2228850" y="733425"/>
                </a:lnTo>
                <a:lnTo>
                  <a:pt x="2228850" y="723900"/>
                </a:lnTo>
                <a:lnTo>
                  <a:pt x="2238375" y="723900"/>
                </a:lnTo>
                <a:lnTo>
                  <a:pt x="2238375" y="695325"/>
                </a:lnTo>
                <a:lnTo>
                  <a:pt x="2247900" y="695325"/>
                </a:lnTo>
                <a:lnTo>
                  <a:pt x="2247900" y="704850"/>
                </a:lnTo>
                <a:lnTo>
                  <a:pt x="2257425" y="704850"/>
                </a:lnTo>
                <a:lnTo>
                  <a:pt x="2257425" y="695325"/>
                </a:lnTo>
                <a:lnTo>
                  <a:pt x="2266950" y="695325"/>
                </a:lnTo>
                <a:lnTo>
                  <a:pt x="2266950" y="676275"/>
                </a:lnTo>
                <a:lnTo>
                  <a:pt x="2276475" y="676275"/>
                </a:lnTo>
                <a:close/>
                <a:moveTo>
                  <a:pt x="2543175" y="666750"/>
                </a:moveTo>
                <a:lnTo>
                  <a:pt x="2552700" y="666750"/>
                </a:lnTo>
                <a:lnTo>
                  <a:pt x="2552700" y="676275"/>
                </a:lnTo>
                <a:lnTo>
                  <a:pt x="2562225" y="676275"/>
                </a:lnTo>
                <a:lnTo>
                  <a:pt x="2562225" y="685800"/>
                </a:lnTo>
                <a:lnTo>
                  <a:pt x="2552700" y="685800"/>
                </a:lnTo>
                <a:lnTo>
                  <a:pt x="2552700" y="695325"/>
                </a:lnTo>
                <a:lnTo>
                  <a:pt x="2533650" y="695325"/>
                </a:lnTo>
                <a:lnTo>
                  <a:pt x="2533650" y="685800"/>
                </a:lnTo>
                <a:lnTo>
                  <a:pt x="2524125" y="685800"/>
                </a:lnTo>
                <a:lnTo>
                  <a:pt x="2524125" y="676275"/>
                </a:lnTo>
                <a:lnTo>
                  <a:pt x="2543175" y="676275"/>
                </a:lnTo>
                <a:close/>
                <a:moveTo>
                  <a:pt x="3390900" y="666750"/>
                </a:moveTo>
                <a:lnTo>
                  <a:pt x="3409950" y="666750"/>
                </a:lnTo>
                <a:lnTo>
                  <a:pt x="3409950" y="685800"/>
                </a:lnTo>
                <a:lnTo>
                  <a:pt x="3400425" y="685800"/>
                </a:lnTo>
                <a:lnTo>
                  <a:pt x="3400425" y="676275"/>
                </a:lnTo>
                <a:lnTo>
                  <a:pt x="3390900" y="676275"/>
                </a:lnTo>
                <a:close/>
                <a:moveTo>
                  <a:pt x="2200275" y="685800"/>
                </a:moveTo>
                <a:lnTo>
                  <a:pt x="2209800" y="685800"/>
                </a:lnTo>
                <a:lnTo>
                  <a:pt x="2209800" y="704850"/>
                </a:lnTo>
                <a:lnTo>
                  <a:pt x="2200275" y="704850"/>
                </a:lnTo>
                <a:lnTo>
                  <a:pt x="2200275" y="714375"/>
                </a:lnTo>
                <a:lnTo>
                  <a:pt x="2190750" y="714375"/>
                </a:lnTo>
                <a:lnTo>
                  <a:pt x="2190750" y="695325"/>
                </a:lnTo>
                <a:lnTo>
                  <a:pt x="2200275" y="695325"/>
                </a:lnTo>
                <a:close/>
                <a:moveTo>
                  <a:pt x="3314700" y="685800"/>
                </a:moveTo>
                <a:lnTo>
                  <a:pt x="3333750" y="685800"/>
                </a:lnTo>
                <a:lnTo>
                  <a:pt x="3333750" y="695325"/>
                </a:lnTo>
                <a:lnTo>
                  <a:pt x="3324225" y="695325"/>
                </a:lnTo>
                <a:lnTo>
                  <a:pt x="3324225" y="704850"/>
                </a:lnTo>
                <a:lnTo>
                  <a:pt x="3314700" y="704850"/>
                </a:lnTo>
                <a:close/>
                <a:moveTo>
                  <a:pt x="3600450" y="685800"/>
                </a:moveTo>
                <a:lnTo>
                  <a:pt x="3609975" y="685800"/>
                </a:lnTo>
                <a:lnTo>
                  <a:pt x="3609975" y="676275"/>
                </a:lnTo>
                <a:lnTo>
                  <a:pt x="3590925" y="676275"/>
                </a:lnTo>
                <a:lnTo>
                  <a:pt x="3590925" y="695325"/>
                </a:lnTo>
                <a:lnTo>
                  <a:pt x="3600450" y="695325"/>
                </a:lnTo>
                <a:close/>
                <a:moveTo>
                  <a:pt x="2028825" y="704850"/>
                </a:moveTo>
                <a:lnTo>
                  <a:pt x="2038350" y="704850"/>
                </a:lnTo>
                <a:lnTo>
                  <a:pt x="2038350" y="695325"/>
                </a:lnTo>
                <a:lnTo>
                  <a:pt x="2028825" y="695325"/>
                </a:lnTo>
                <a:close/>
                <a:moveTo>
                  <a:pt x="2390775" y="714375"/>
                </a:moveTo>
                <a:lnTo>
                  <a:pt x="2400300" y="714375"/>
                </a:lnTo>
                <a:lnTo>
                  <a:pt x="2400300" y="723900"/>
                </a:lnTo>
                <a:lnTo>
                  <a:pt x="2390775" y="723900"/>
                </a:lnTo>
                <a:close/>
                <a:moveTo>
                  <a:pt x="2400300" y="723900"/>
                </a:moveTo>
                <a:lnTo>
                  <a:pt x="2438400" y="723900"/>
                </a:lnTo>
                <a:lnTo>
                  <a:pt x="2438400" y="742950"/>
                </a:lnTo>
                <a:lnTo>
                  <a:pt x="2428875" y="742950"/>
                </a:lnTo>
                <a:lnTo>
                  <a:pt x="2428875" y="752475"/>
                </a:lnTo>
                <a:lnTo>
                  <a:pt x="2419350" y="752475"/>
                </a:lnTo>
                <a:lnTo>
                  <a:pt x="2419350" y="742950"/>
                </a:lnTo>
                <a:lnTo>
                  <a:pt x="2409825" y="742950"/>
                </a:lnTo>
                <a:lnTo>
                  <a:pt x="2409825" y="733425"/>
                </a:lnTo>
                <a:lnTo>
                  <a:pt x="2400300" y="733425"/>
                </a:lnTo>
                <a:close/>
                <a:moveTo>
                  <a:pt x="2562225" y="733425"/>
                </a:moveTo>
                <a:lnTo>
                  <a:pt x="2590800" y="733425"/>
                </a:lnTo>
                <a:lnTo>
                  <a:pt x="2590800" y="752475"/>
                </a:lnTo>
                <a:lnTo>
                  <a:pt x="2552700" y="752475"/>
                </a:lnTo>
                <a:lnTo>
                  <a:pt x="2552700" y="742950"/>
                </a:lnTo>
                <a:lnTo>
                  <a:pt x="2562225" y="742950"/>
                </a:lnTo>
                <a:close/>
                <a:moveTo>
                  <a:pt x="3400425" y="733425"/>
                </a:moveTo>
                <a:lnTo>
                  <a:pt x="3409950" y="733425"/>
                </a:lnTo>
                <a:lnTo>
                  <a:pt x="3409950" y="742950"/>
                </a:lnTo>
                <a:lnTo>
                  <a:pt x="3419475" y="742950"/>
                </a:lnTo>
                <a:lnTo>
                  <a:pt x="3419475" y="733425"/>
                </a:lnTo>
                <a:lnTo>
                  <a:pt x="3429000" y="733425"/>
                </a:lnTo>
                <a:lnTo>
                  <a:pt x="3429000" y="742950"/>
                </a:lnTo>
                <a:lnTo>
                  <a:pt x="3419475" y="742950"/>
                </a:lnTo>
                <a:lnTo>
                  <a:pt x="3419475" y="752475"/>
                </a:lnTo>
                <a:lnTo>
                  <a:pt x="3409950" y="752475"/>
                </a:lnTo>
                <a:lnTo>
                  <a:pt x="3409950" y="762000"/>
                </a:lnTo>
                <a:lnTo>
                  <a:pt x="3400425" y="762000"/>
                </a:lnTo>
                <a:close/>
                <a:moveTo>
                  <a:pt x="2600325" y="742950"/>
                </a:moveTo>
                <a:lnTo>
                  <a:pt x="2609850" y="742950"/>
                </a:lnTo>
                <a:lnTo>
                  <a:pt x="2609850" y="752475"/>
                </a:lnTo>
                <a:lnTo>
                  <a:pt x="2600325" y="752475"/>
                </a:lnTo>
                <a:close/>
                <a:moveTo>
                  <a:pt x="1781175" y="752475"/>
                </a:moveTo>
                <a:lnTo>
                  <a:pt x="1800225" y="752475"/>
                </a:lnTo>
                <a:lnTo>
                  <a:pt x="1800225" y="762000"/>
                </a:lnTo>
                <a:lnTo>
                  <a:pt x="1781175" y="762000"/>
                </a:lnTo>
                <a:close/>
                <a:moveTo>
                  <a:pt x="2209800" y="752475"/>
                </a:moveTo>
                <a:lnTo>
                  <a:pt x="2228850" y="752475"/>
                </a:lnTo>
                <a:lnTo>
                  <a:pt x="2228850" y="742950"/>
                </a:lnTo>
                <a:lnTo>
                  <a:pt x="2209800" y="742950"/>
                </a:lnTo>
                <a:close/>
                <a:moveTo>
                  <a:pt x="3381375" y="752475"/>
                </a:moveTo>
                <a:lnTo>
                  <a:pt x="3390900" y="752475"/>
                </a:lnTo>
                <a:lnTo>
                  <a:pt x="3390900" y="762000"/>
                </a:lnTo>
                <a:lnTo>
                  <a:pt x="3400425" y="762000"/>
                </a:lnTo>
                <a:lnTo>
                  <a:pt x="3400425" y="781050"/>
                </a:lnTo>
                <a:lnTo>
                  <a:pt x="3390900" y="781050"/>
                </a:lnTo>
                <a:lnTo>
                  <a:pt x="3390900" y="809625"/>
                </a:lnTo>
                <a:lnTo>
                  <a:pt x="3371850" y="809625"/>
                </a:lnTo>
                <a:lnTo>
                  <a:pt x="3371850" y="790575"/>
                </a:lnTo>
                <a:lnTo>
                  <a:pt x="3362325" y="790575"/>
                </a:lnTo>
                <a:lnTo>
                  <a:pt x="3362325" y="762000"/>
                </a:lnTo>
                <a:lnTo>
                  <a:pt x="3381375" y="762000"/>
                </a:lnTo>
                <a:close/>
                <a:moveTo>
                  <a:pt x="2695575" y="762000"/>
                </a:moveTo>
                <a:lnTo>
                  <a:pt x="2743200" y="762000"/>
                </a:lnTo>
                <a:lnTo>
                  <a:pt x="2743200" y="771525"/>
                </a:lnTo>
                <a:lnTo>
                  <a:pt x="2752725" y="771525"/>
                </a:lnTo>
                <a:lnTo>
                  <a:pt x="2752725" y="781050"/>
                </a:lnTo>
                <a:lnTo>
                  <a:pt x="2686050" y="781050"/>
                </a:lnTo>
                <a:lnTo>
                  <a:pt x="2686050" y="771525"/>
                </a:lnTo>
                <a:lnTo>
                  <a:pt x="2695575" y="771525"/>
                </a:lnTo>
                <a:close/>
                <a:moveTo>
                  <a:pt x="3552825" y="762000"/>
                </a:moveTo>
                <a:lnTo>
                  <a:pt x="3562350" y="762000"/>
                </a:lnTo>
                <a:lnTo>
                  <a:pt x="3562350" y="771525"/>
                </a:lnTo>
                <a:lnTo>
                  <a:pt x="3571875" y="771525"/>
                </a:lnTo>
                <a:lnTo>
                  <a:pt x="3571875" y="790575"/>
                </a:lnTo>
                <a:lnTo>
                  <a:pt x="3543300" y="790575"/>
                </a:lnTo>
                <a:lnTo>
                  <a:pt x="3543300" y="771525"/>
                </a:lnTo>
                <a:lnTo>
                  <a:pt x="3552825" y="771525"/>
                </a:lnTo>
                <a:close/>
                <a:moveTo>
                  <a:pt x="2257425" y="771525"/>
                </a:moveTo>
                <a:lnTo>
                  <a:pt x="2266950" y="771525"/>
                </a:lnTo>
                <a:lnTo>
                  <a:pt x="2266950" y="752475"/>
                </a:lnTo>
                <a:lnTo>
                  <a:pt x="2257425" y="752475"/>
                </a:lnTo>
                <a:lnTo>
                  <a:pt x="2257425" y="762000"/>
                </a:lnTo>
                <a:lnTo>
                  <a:pt x="2247900" y="762000"/>
                </a:lnTo>
                <a:lnTo>
                  <a:pt x="2247900" y="781050"/>
                </a:lnTo>
                <a:lnTo>
                  <a:pt x="2257425" y="781050"/>
                </a:lnTo>
                <a:close/>
                <a:moveTo>
                  <a:pt x="2628900" y="771525"/>
                </a:moveTo>
                <a:lnTo>
                  <a:pt x="2657475" y="771525"/>
                </a:lnTo>
                <a:lnTo>
                  <a:pt x="2657475" y="781050"/>
                </a:lnTo>
                <a:lnTo>
                  <a:pt x="2628900" y="781050"/>
                </a:lnTo>
                <a:close/>
                <a:moveTo>
                  <a:pt x="2181225" y="781050"/>
                </a:moveTo>
                <a:lnTo>
                  <a:pt x="2190750" y="781050"/>
                </a:lnTo>
                <a:lnTo>
                  <a:pt x="2190750" y="771525"/>
                </a:lnTo>
                <a:lnTo>
                  <a:pt x="2171700" y="771525"/>
                </a:lnTo>
                <a:lnTo>
                  <a:pt x="2171700" y="790575"/>
                </a:lnTo>
                <a:lnTo>
                  <a:pt x="2181225" y="790575"/>
                </a:lnTo>
                <a:close/>
                <a:moveTo>
                  <a:pt x="2400300" y="781050"/>
                </a:moveTo>
                <a:lnTo>
                  <a:pt x="2419350" y="781050"/>
                </a:lnTo>
                <a:lnTo>
                  <a:pt x="2419350" y="790575"/>
                </a:lnTo>
                <a:lnTo>
                  <a:pt x="2409825" y="790575"/>
                </a:lnTo>
                <a:lnTo>
                  <a:pt x="2409825" y="800100"/>
                </a:lnTo>
                <a:lnTo>
                  <a:pt x="2400300" y="800100"/>
                </a:lnTo>
                <a:close/>
                <a:moveTo>
                  <a:pt x="2505075" y="781050"/>
                </a:moveTo>
                <a:lnTo>
                  <a:pt x="2524125" y="781050"/>
                </a:lnTo>
                <a:lnTo>
                  <a:pt x="2524125" y="800100"/>
                </a:lnTo>
                <a:lnTo>
                  <a:pt x="2505075" y="800100"/>
                </a:lnTo>
                <a:close/>
                <a:moveTo>
                  <a:pt x="2305050" y="790575"/>
                </a:moveTo>
                <a:lnTo>
                  <a:pt x="2314575" y="790575"/>
                </a:lnTo>
                <a:lnTo>
                  <a:pt x="2314575" y="771525"/>
                </a:lnTo>
                <a:lnTo>
                  <a:pt x="2305050" y="771525"/>
                </a:lnTo>
                <a:close/>
                <a:moveTo>
                  <a:pt x="2609850" y="790575"/>
                </a:moveTo>
                <a:lnTo>
                  <a:pt x="2619375" y="790575"/>
                </a:lnTo>
                <a:lnTo>
                  <a:pt x="2619375" y="809625"/>
                </a:lnTo>
                <a:lnTo>
                  <a:pt x="2600325" y="809625"/>
                </a:lnTo>
                <a:lnTo>
                  <a:pt x="2600325" y="800100"/>
                </a:lnTo>
                <a:lnTo>
                  <a:pt x="2609850" y="800100"/>
                </a:lnTo>
                <a:close/>
                <a:moveTo>
                  <a:pt x="3419475" y="790575"/>
                </a:moveTo>
                <a:lnTo>
                  <a:pt x="3438525" y="790575"/>
                </a:lnTo>
                <a:lnTo>
                  <a:pt x="3438525" y="800100"/>
                </a:lnTo>
                <a:lnTo>
                  <a:pt x="3419475" y="800100"/>
                </a:lnTo>
                <a:close/>
                <a:moveTo>
                  <a:pt x="2676525" y="809625"/>
                </a:moveTo>
                <a:lnTo>
                  <a:pt x="2686050" y="809625"/>
                </a:lnTo>
                <a:lnTo>
                  <a:pt x="2686050" y="828675"/>
                </a:lnTo>
                <a:lnTo>
                  <a:pt x="2676525" y="828675"/>
                </a:lnTo>
                <a:close/>
                <a:moveTo>
                  <a:pt x="2419350" y="819150"/>
                </a:moveTo>
                <a:lnTo>
                  <a:pt x="2428875" y="819150"/>
                </a:lnTo>
                <a:lnTo>
                  <a:pt x="2428875" y="838200"/>
                </a:lnTo>
                <a:lnTo>
                  <a:pt x="2409825" y="838200"/>
                </a:lnTo>
                <a:lnTo>
                  <a:pt x="2409825" y="828675"/>
                </a:lnTo>
                <a:lnTo>
                  <a:pt x="2419350" y="828675"/>
                </a:lnTo>
                <a:close/>
                <a:moveTo>
                  <a:pt x="1933575" y="828675"/>
                </a:moveTo>
                <a:lnTo>
                  <a:pt x="1943100" y="828675"/>
                </a:lnTo>
                <a:lnTo>
                  <a:pt x="1943100" y="838200"/>
                </a:lnTo>
                <a:lnTo>
                  <a:pt x="1933575" y="838200"/>
                </a:lnTo>
                <a:close/>
                <a:moveTo>
                  <a:pt x="3390900" y="828675"/>
                </a:moveTo>
                <a:lnTo>
                  <a:pt x="3409950" y="828675"/>
                </a:lnTo>
                <a:lnTo>
                  <a:pt x="3409950" y="838200"/>
                </a:lnTo>
                <a:lnTo>
                  <a:pt x="3419475" y="838200"/>
                </a:lnTo>
                <a:lnTo>
                  <a:pt x="3419475" y="847725"/>
                </a:lnTo>
                <a:lnTo>
                  <a:pt x="3390900" y="847725"/>
                </a:lnTo>
                <a:close/>
                <a:moveTo>
                  <a:pt x="3476625" y="828675"/>
                </a:moveTo>
                <a:lnTo>
                  <a:pt x="3495675" y="828675"/>
                </a:lnTo>
                <a:lnTo>
                  <a:pt x="3495675" y="838200"/>
                </a:lnTo>
                <a:lnTo>
                  <a:pt x="3476625" y="838200"/>
                </a:lnTo>
                <a:close/>
                <a:moveTo>
                  <a:pt x="2981325" y="838200"/>
                </a:moveTo>
                <a:lnTo>
                  <a:pt x="2990850" y="838200"/>
                </a:lnTo>
                <a:lnTo>
                  <a:pt x="2990850" y="847725"/>
                </a:lnTo>
                <a:lnTo>
                  <a:pt x="2981325" y="847725"/>
                </a:lnTo>
                <a:close/>
                <a:moveTo>
                  <a:pt x="3457575" y="838200"/>
                </a:moveTo>
                <a:lnTo>
                  <a:pt x="3467100" y="838200"/>
                </a:lnTo>
                <a:lnTo>
                  <a:pt x="3467100" y="857250"/>
                </a:lnTo>
                <a:lnTo>
                  <a:pt x="3448050" y="857250"/>
                </a:lnTo>
                <a:lnTo>
                  <a:pt x="3448050" y="866775"/>
                </a:lnTo>
                <a:lnTo>
                  <a:pt x="3429000" y="866775"/>
                </a:lnTo>
                <a:lnTo>
                  <a:pt x="3429000" y="857250"/>
                </a:lnTo>
                <a:lnTo>
                  <a:pt x="3419475" y="857250"/>
                </a:lnTo>
                <a:lnTo>
                  <a:pt x="3419475" y="847725"/>
                </a:lnTo>
                <a:lnTo>
                  <a:pt x="3457575" y="847725"/>
                </a:lnTo>
                <a:close/>
                <a:moveTo>
                  <a:pt x="2171700" y="857250"/>
                </a:moveTo>
                <a:lnTo>
                  <a:pt x="2181225" y="857250"/>
                </a:lnTo>
                <a:lnTo>
                  <a:pt x="2181225" y="866775"/>
                </a:lnTo>
                <a:lnTo>
                  <a:pt x="2171700" y="866775"/>
                </a:lnTo>
                <a:close/>
                <a:moveTo>
                  <a:pt x="3581400" y="857250"/>
                </a:moveTo>
                <a:lnTo>
                  <a:pt x="3590925" y="857250"/>
                </a:lnTo>
                <a:lnTo>
                  <a:pt x="3590925" y="914400"/>
                </a:lnTo>
                <a:lnTo>
                  <a:pt x="3581400" y="914400"/>
                </a:lnTo>
                <a:lnTo>
                  <a:pt x="3581400" y="990600"/>
                </a:lnTo>
                <a:lnTo>
                  <a:pt x="3571875" y="990600"/>
                </a:lnTo>
                <a:lnTo>
                  <a:pt x="3571875" y="1057275"/>
                </a:lnTo>
                <a:lnTo>
                  <a:pt x="3552825" y="1057275"/>
                </a:lnTo>
                <a:lnTo>
                  <a:pt x="3552825" y="1019175"/>
                </a:lnTo>
                <a:lnTo>
                  <a:pt x="3562350" y="1019175"/>
                </a:lnTo>
                <a:lnTo>
                  <a:pt x="3562350" y="981075"/>
                </a:lnTo>
                <a:lnTo>
                  <a:pt x="3571875" y="981075"/>
                </a:lnTo>
                <a:lnTo>
                  <a:pt x="3571875" y="895350"/>
                </a:lnTo>
                <a:lnTo>
                  <a:pt x="3581400" y="895350"/>
                </a:lnTo>
                <a:close/>
                <a:moveTo>
                  <a:pt x="2638425" y="866775"/>
                </a:moveTo>
                <a:lnTo>
                  <a:pt x="2657475" y="866775"/>
                </a:lnTo>
                <a:lnTo>
                  <a:pt x="2657475" y="885825"/>
                </a:lnTo>
                <a:lnTo>
                  <a:pt x="2638425" y="885825"/>
                </a:lnTo>
                <a:close/>
                <a:moveTo>
                  <a:pt x="2476500" y="876300"/>
                </a:moveTo>
                <a:lnTo>
                  <a:pt x="2495550" y="876300"/>
                </a:lnTo>
                <a:lnTo>
                  <a:pt x="2495550" y="885825"/>
                </a:lnTo>
                <a:lnTo>
                  <a:pt x="2543175" y="885825"/>
                </a:lnTo>
                <a:lnTo>
                  <a:pt x="2543175" y="895350"/>
                </a:lnTo>
                <a:lnTo>
                  <a:pt x="2552700" y="895350"/>
                </a:lnTo>
                <a:lnTo>
                  <a:pt x="2552700" y="904875"/>
                </a:lnTo>
                <a:lnTo>
                  <a:pt x="2524125" y="904875"/>
                </a:lnTo>
                <a:lnTo>
                  <a:pt x="2524125" y="914400"/>
                </a:lnTo>
                <a:lnTo>
                  <a:pt x="2505075" y="914400"/>
                </a:lnTo>
                <a:lnTo>
                  <a:pt x="2505075" y="904875"/>
                </a:lnTo>
                <a:lnTo>
                  <a:pt x="2495550" y="904875"/>
                </a:lnTo>
                <a:lnTo>
                  <a:pt x="2495550" y="895350"/>
                </a:lnTo>
                <a:lnTo>
                  <a:pt x="2476500" y="895350"/>
                </a:lnTo>
                <a:close/>
                <a:moveTo>
                  <a:pt x="2447925" y="885825"/>
                </a:moveTo>
                <a:lnTo>
                  <a:pt x="2466975" y="885825"/>
                </a:lnTo>
                <a:lnTo>
                  <a:pt x="2466975" y="895350"/>
                </a:lnTo>
                <a:lnTo>
                  <a:pt x="2447925" y="895350"/>
                </a:lnTo>
                <a:close/>
                <a:moveTo>
                  <a:pt x="2638425" y="895350"/>
                </a:moveTo>
                <a:lnTo>
                  <a:pt x="2647950" y="895350"/>
                </a:lnTo>
                <a:lnTo>
                  <a:pt x="2647950" y="914400"/>
                </a:lnTo>
                <a:lnTo>
                  <a:pt x="2628900" y="914400"/>
                </a:lnTo>
                <a:lnTo>
                  <a:pt x="2628900" y="904875"/>
                </a:lnTo>
                <a:lnTo>
                  <a:pt x="2638425" y="904875"/>
                </a:lnTo>
                <a:close/>
                <a:moveTo>
                  <a:pt x="3190875" y="895350"/>
                </a:moveTo>
                <a:lnTo>
                  <a:pt x="3200400" y="895350"/>
                </a:lnTo>
                <a:lnTo>
                  <a:pt x="3200400" y="904875"/>
                </a:lnTo>
                <a:lnTo>
                  <a:pt x="3190875" y="904875"/>
                </a:lnTo>
                <a:close/>
                <a:moveTo>
                  <a:pt x="2552700" y="904875"/>
                </a:moveTo>
                <a:lnTo>
                  <a:pt x="2571750" y="904875"/>
                </a:lnTo>
                <a:lnTo>
                  <a:pt x="2571750" y="914400"/>
                </a:lnTo>
                <a:lnTo>
                  <a:pt x="2581275" y="914400"/>
                </a:lnTo>
                <a:lnTo>
                  <a:pt x="2581275" y="933450"/>
                </a:lnTo>
                <a:lnTo>
                  <a:pt x="2590800" y="933450"/>
                </a:lnTo>
                <a:lnTo>
                  <a:pt x="2590800" y="942975"/>
                </a:lnTo>
                <a:lnTo>
                  <a:pt x="2609850" y="942975"/>
                </a:lnTo>
                <a:lnTo>
                  <a:pt x="2609850" y="933450"/>
                </a:lnTo>
                <a:lnTo>
                  <a:pt x="2619375" y="933450"/>
                </a:lnTo>
                <a:lnTo>
                  <a:pt x="2619375" y="923925"/>
                </a:lnTo>
                <a:lnTo>
                  <a:pt x="2628900" y="923925"/>
                </a:lnTo>
                <a:lnTo>
                  <a:pt x="2628900" y="942975"/>
                </a:lnTo>
                <a:lnTo>
                  <a:pt x="2638425" y="942975"/>
                </a:lnTo>
                <a:lnTo>
                  <a:pt x="2638425" y="962025"/>
                </a:lnTo>
                <a:lnTo>
                  <a:pt x="2590800" y="962025"/>
                </a:lnTo>
                <a:lnTo>
                  <a:pt x="2590800" y="971550"/>
                </a:lnTo>
                <a:lnTo>
                  <a:pt x="2571750" y="971550"/>
                </a:lnTo>
                <a:lnTo>
                  <a:pt x="2571750" y="981075"/>
                </a:lnTo>
                <a:lnTo>
                  <a:pt x="2552700" y="981075"/>
                </a:lnTo>
                <a:lnTo>
                  <a:pt x="2552700" y="962025"/>
                </a:lnTo>
                <a:lnTo>
                  <a:pt x="2562225" y="962025"/>
                </a:lnTo>
                <a:lnTo>
                  <a:pt x="2562225" y="914400"/>
                </a:lnTo>
                <a:lnTo>
                  <a:pt x="2552700" y="914400"/>
                </a:lnTo>
                <a:close/>
                <a:moveTo>
                  <a:pt x="2019300" y="933450"/>
                </a:moveTo>
                <a:lnTo>
                  <a:pt x="2028825" y="933450"/>
                </a:lnTo>
                <a:lnTo>
                  <a:pt x="2028825" y="914400"/>
                </a:lnTo>
                <a:lnTo>
                  <a:pt x="2019300" y="914400"/>
                </a:lnTo>
                <a:lnTo>
                  <a:pt x="2019300" y="904875"/>
                </a:lnTo>
                <a:lnTo>
                  <a:pt x="2000250" y="904875"/>
                </a:lnTo>
                <a:lnTo>
                  <a:pt x="2000250" y="914400"/>
                </a:lnTo>
                <a:lnTo>
                  <a:pt x="1990725" y="914400"/>
                </a:lnTo>
                <a:lnTo>
                  <a:pt x="1990725" y="971550"/>
                </a:lnTo>
                <a:lnTo>
                  <a:pt x="2009775" y="971550"/>
                </a:lnTo>
                <a:lnTo>
                  <a:pt x="2009775" y="952500"/>
                </a:lnTo>
                <a:lnTo>
                  <a:pt x="2019300" y="952500"/>
                </a:lnTo>
                <a:close/>
                <a:moveTo>
                  <a:pt x="2324100" y="952500"/>
                </a:moveTo>
                <a:lnTo>
                  <a:pt x="2362200" y="952500"/>
                </a:lnTo>
                <a:lnTo>
                  <a:pt x="2362200" y="962025"/>
                </a:lnTo>
                <a:lnTo>
                  <a:pt x="2352675" y="962025"/>
                </a:lnTo>
                <a:lnTo>
                  <a:pt x="2352675" y="971550"/>
                </a:lnTo>
                <a:lnTo>
                  <a:pt x="2314575" y="971550"/>
                </a:lnTo>
                <a:lnTo>
                  <a:pt x="2314575" y="962025"/>
                </a:lnTo>
                <a:lnTo>
                  <a:pt x="2324100" y="962025"/>
                </a:lnTo>
                <a:close/>
                <a:moveTo>
                  <a:pt x="2400300" y="952500"/>
                </a:moveTo>
                <a:lnTo>
                  <a:pt x="2409825" y="952500"/>
                </a:lnTo>
                <a:lnTo>
                  <a:pt x="2409825" y="962025"/>
                </a:lnTo>
                <a:lnTo>
                  <a:pt x="2400300" y="962025"/>
                </a:lnTo>
                <a:close/>
                <a:moveTo>
                  <a:pt x="2419350" y="962025"/>
                </a:moveTo>
                <a:lnTo>
                  <a:pt x="2466975" y="962025"/>
                </a:lnTo>
                <a:lnTo>
                  <a:pt x="2466975" y="971550"/>
                </a:lnTo>
                <a:lnTo>
                  <a:pt x="2476500" y="971550"/>
                </a:lnTo>
                <a:lnTo>
                  <a:pt x="2476500" y="981075"/>
                </a:lnTo>
                <a:lnTo>
                  <a:pt x="2438400" y="981075"/>
                </a:lnTo>
                <a:lnTo>
                  <a:pt x="2438400" y="990600"/>
                </a:lnTo>
                <a:lnTo>
                  <a:pt x="2400300" y="990600"/>
                </a:lnTo>
                <a:lnTo>
                  <a:pt x="2400300" y="981075"/>
                </a:lnTo>
                <a:lnTo>
                  <a:pt x="2409825" y="981075"/>
                </a:lnTo>
                <a:lnTo>
                  <a:pt x="2409825" y="971550"/>
                </a:lnTo>
                <a:lnTo>
                  <a:pt x="2419350" y="971550"/>
                </a:lnTo>
                <a:close/>
                <a:moveTo>
                  <a:pt x="2181225" y="981075"/>
                </a:moveTo>
                <a:lnTo>
                  <a:pt x="2190750" y="981075"/>
                </a:lnTo>
                <a:lnTo>
                  <a:pt x="2190750" y="990600"/>
                </a:lnTo>
                <a:lnTo>
                  <a:pt x="2200275" y="990600"/>
                </a:lnTo>
                <a:lnTo>
                  <a:pt x="2200275" y="1000125"/>
                </a:lnTo>
                <a:lnTo>
                  <a:pt x="2181225" y="1000125"/>
                </a:lnTo>
                <a:close/>
                <a:moveTo>
                  <a:pt x="2724150" y="1019175"/>
                </a:moveTo>
                <a:lnTo>
                  <a:pt x="2743200" y="1019175"/>
                </a:lnTo>
                <a:lnTo>
                  <a:pt x="2743200" y="1038225"/>
                </a:lnTo>
                <a:lnTo>
                  <a:pt x="2724150" y="1038225"/>
                </a:lnTo>
                <a:close/>
                <a:moveTo>
                  <a:pt x="3552825" y="1076325"/>
                </a:moveTo>
                <a:lnTo>
                  <a:pt x="3562350" y="1076325"/>
                </a:lnTo>
                <a:lnTo>
                  <a:pt x="3562350" y="1133475"/>
                </a:lnTo>
                <a:lnTo>
                  <a:pt x="3552825" y="1133475"/>
                </a:lnTo>
                <a:lnTo>
                  <a:pt x="3552825" y="1209675"/>
                </a:lnTo>
                <a:lnTo>
                  <a:pt x="3543300" y="1209675"/>
                </a:lnTo>
                <a:lnTo>
                  <a:pt x="3543300" y="1276350"/>
                </a:lnTo>
                <a:lnTo>
                  <a:pt x="3533775" y="1276350"/>
                </a:lnTo>
                <a:lnTo>
                  <a:pt x="3533775" y="1343025"/>
                </a:lnTo>
                <a:lnTo>
                  <a:pt x="3524250" y="1343025"/>
                </a:lnTo>
                <a:lnTo>
                  <a:pt x="3524250" y="1314450"/>
                </a:lnTo>
                <a:lnTo>
                  <a:pt x="3514725" y="1314450"/>
                </a:lnTo>
                <a:lnTo>
                  <a:pt x="3514725" y="1295400"/>
                </a:lnTo>
                <a:lnTo>
                  <a:pt x="3505200" y="1295400"/>
                </a:lnTo>
                <a:lnTo>
                  <a:pt x="3505200" y="1266825"/>
                </a:lnTo>
                <a:lnTo>
                  <a:pt x="3524250" y="1266825"/>
                </a:lnTo>
                <a:lnTo>
                  <a:pt x="3524250" y="1257300"/>
                </a:lnTo>
                <a:lnTo>
                  <a:pt x="3533775" y="1257300"/>
                </a:lnTo>
                <a:lnTo>
                  <a:pt x="3533775" y="1219200"/>
                </a:lnTo>
                <a:lnTo>
                  <a:pt x="3524250" y="1219200"/>
                </a:lnTo>
                <a:lnTo>
                  <a:pt x="3524250" y="1200150"/>
                </a:lnTo>
                <a:lnTo>
                  <a:pt x="3533775" y="1200150"/>
                </a:lnTo>
                <a:lnTo>
                  <a:pt x="3533775" y="1181100"/>
                </a:lnTo>
                <a:lnTo>
                  <a:pt x="3543300" y="1181100"/>
                </a:lnTo>
                <a:lnTo>
                  <a:pt x="3543300" y="1095375"/>
                </a:lnTo>
                <a:lnTo>
                  <a:pt x="3552825" y="1095375"/>
                </a:lnTo>
                <a:close/>
                <a:moveTo>
                  <a:pt x="1895475" y="1095375"/>
                </a:moveTo>
                <a:lnTo>
                  <a:pt x="1905000" y="1095375"/>
                </a:lnTo>
                <a:lnTo>
                  <a:pt x="1905000" y="1104900"/>
                </a:lnTo>
                <a:lnTo>
                  <a:pt x="1895475" y="1104900"/>
                </a:lnTo>
                <a:close/>
                <a:moveTo>
                  <a:pt x="3238500" y="1104900"/>
                </a:moveTo>
                <a:lnTo>
                  <a:pt x="3276600" y="1104900"/>
                </a:lnTo>
                <a:lnTo>
                  <a:pt x="3276600" y="1133475"/>
                </a:lnTo>
                <a:lnTo>
                  <a:pt x="3248025" y="1133475"/>
                </a:lnTo>
                <a:lnTo>
                  <a:pt x="3248025" y="1123950"/>
                </a:lnTo>
                <a:lnTo>
                  <a:pt x="3238500" y="1123950"/>
                </a:lnTo>
                <a:close/>
                <a:moveTo>
                  <a:pt x="3429000" y="1143000"/>
                </a:moveTo>
                <a:lnTo>
                  <a:pt x="3457575" y="1143000"/>
                </a:lnTo>
                <a:lnTo>
                  <a:pt x="3457575" y="1162050"/>
                </a:lnTo>
                <a:lnTo>
                  <a:pt x="3438525" y="1162050"/>
                </a:lnTo>
                <a:lnTo>
                  <a:pt x="3438525" y="1152525"/>
                </a:lnTo>
                <a:lnTo>
                  <a:pt x="3429000" y="1152525"/>
                </a:lnTo>
                <a:close/>
                <a:moveTo>
                  <a:pt x="1971675" y="1200150"/>
                </a:moveTo>
                <a:lnTo>
                  <a:pt x="1981200" y="1200150"/>
                </a:lnTo>
                <a:lnTo>
                  <a:pt x="1981200" y="1190625"/>
                </a:lnTo>
                <a:lnTo>
                  <a:pt x="1971675" y="1190625"/>
                </a:lnTo>
                <a:close/>
                <a:moveTo>
                  <a:pt x="2000250" y="1228725"/>
                </a:moveTo>
                <a:lnTo>
                  <a:pt x="2009775" y="1228725"/>
                </a:lnTo>
                <a:lnTo>
                  <a:pt x="2009775" y="1219200"/>
                </a:lnTo>
                <a:lnTo>
                  <a:pt x="2000250" y="1219200"/>
                </a:lnTo>
                <a:close/>
                <a:moveTo>
                  <a:pt x="2133600" y="1238250"/>
                </a:moveTo>
                <a:lnTo>
                  <a:pt x="2152650" y="1238250"/>
                </a:lnTo>
                <a:lnTo>
                  <a:pt x="2152650" y="1247775"/>
                </a:lnTo>
                <a:lnTo>
                  <a:pt x="2209800" y="1247775"/>
                </a:lnTo>
                <a:lnTo>
                  <a:pt x="2209800" y="1257300"/>
                </a:lnTo>
                <a:lnTo>
                  <a:pt x="2200275" y="1257300"/>
                </a:lnTo>
                <a:lnTo>
                  <a:pt x="2200275" y="1266825"/>
                </a:lnTo>
                <a:lnTo>
                  <a:pt x="2190750" y="1266825"/>
                </a:lnTo>
                <a:lnTo>
                  <a:pt x="2190750" y="1276350"/>
                </a:lnTo>
                <a:lnTo>
                  <a:pt x="2181225" y="1276350"/>
                </a:lnTo>
                <a:lnTo>
                  <a:pt x="2181225" y="1285875"/>
                </a:lnTo>
                <a:lnTo>
                  <a:pt x="2162175" y="1285875"/>
                </a:lnTo>
                <a:lnTo>
                  <a:pt x="2162175" y="1295400"/>
                </a:lnTo>
                <a:lnTo>
                  <a:pt x="2152650" y="1295400"/>
                </a:lnTo>
                <a:lnTo>
                  <a:pt x="2152650" y="1285875"/>
                </a:lnTo>
                <a:lnTo>
                  <a:pt x="2143125" y="1285875"/>
                </a:lnTo>
                <a:lnTo>
                  <a:pt x="2143125" y="1266825"/>
                </a:lnTo>
                <a:lnTo>
                  <a:pt x="2133600" y="1266825"/>
                </a:lnTo>
                <a:lnTo>
                  <a:pt x="2133600" y="1257300"/>
                </a:lnTo>
                <a:lnTo>
                  <a:pt x="2124075" y="1257300"/>
                </a:lnTo>
                <a:lnTo>
                  <a:pt x="2124075" y="1247775"/>
                </a:lnTo>
                <a:lnTo>
                  <a:pt x="2133600" y="1247775"/>
                </a:lnTo>
                <a:close/>
                <a:moveTo>
                  <a:pt x="2247900" y="1247775"/>
                </a:moveTo>
                <a:lnTo>
                  <a:pt x="2257425" y="1247775"/>
                </a:lnTo>
                <a:lnTo>
                  <a:pt x="2257425" y="1257300"/>
                </a:lnTo>
                <a:lnTo>
                  <a:pt x="2247900" y="1257300"/>
                </a:lnTo>
                <a:close/>
                <a:moveTo>
                  <a:pt x="2381250" y="1257300"/>
                </a:moveTo>
                <a:lnTo>
                  <a:pt x="2466975" y="1257300"/>
                </a:lnTo>
                <a:lnTo>
                  <a:pt x="2466975" y="1266825"/>
                </a:lnTo>
                <a:lnTo>
                  <a:pt x="2486025" y="1266825"/>
                </a:lnTo>
                <a:lnTo>
                  <a:pt x="2486025" y="1276350"/>
                </a:lnTo>
                <a:lnTo>
                  <a:pt x="2476500" y="1276350"/>
                </a:lnTo>
                <a:lnTo>
                  <a:pt x="2476500" y="1285875"/>
                </a:lnTo>
                <a:lnTo>
                  <a:pt x="2466975" y="1285875"/>
                </a:lnTo>
                <a:lnTo>
                  <a:pt x="2466975" y="1295400"/>
                </a:lnTo>
                <a:lnTo>
                  <a:pt x="2447925" y="1295400"/>
                </a:lnTo>
                <a:lnTo>
                  <a:pt x="2447925" y="1314450"/>
                </a:lnTo>
                <a:lnTo>
                  <a:pt x="2438400" y="1314450"/>
                </a:lnTo>
                <a:lnTo>
                  <a:pt x="2438400" y="1323975"/>
                </a:lnTo>
                <a:lnTo>
                  <a:pt x="2381250" y="1323975"/>
                </a:lnTo>
                <a:lnTo>
                  <a:pt x="2381250" y="1333500"/>
                </a:lnTo>
                <a:lnTo>
                  <a:pt x="2371725" y="1333500"/>
                </a:lnTo>
                <a:lnTo>
                  <a:pt x="2371725" y="1323975"/>
                </a:lnTo>
                <a:lnTo>
                  <a:pt x="2343150" y="1323975"/>
                </a:lnTo>
                <a:lnTo>
                  <a:pt x="2343150" y="1333500"/>
                </a:lnTo>
                <a:lnTo>
                  <a:pt x="2305050" y="1333500"/>
                </a:lnTo>
                <a:lnTo>
                  <a:pt x="2305050" y="1314450"/>
                </a:lnTo>
                <a:lnTo>
                  <a:pt x="2324100" y="1314450"/>
                </a:lnTo>
                <a:lnTo>
                  <a:pt x="2324100" y="1304925"/>
                </a:lnTo>
                <a:lnTo>
                  <a:pt x="2333625" y="1304925"/>
                </a:lnTo>
                <a:lnTo>
                  <a:pt x="2333625" y="1295400"/>
                </a:lnTo>
                <a:lnTo>
                  <a:pt x="2343150" y="1295400"/>
                </a:lnTo>
                <a:lnTo>
                  <a:pt x="2343150" y="1285875"/>
                </a:lnTo>
                <a:lnTo>
                  <a:pt x="2352675" y="1285875"/>
                </a:lnTo>
                <a:lnTo>
                  <a:pt x="2352675" y="1276350"/>
                </a:lnTo>
                <a:lnTo>
                  <a:pt x="2381250" y="1276350"/>
                </a:lnTo>
                <a:close/>
                <a:moveTo>
                  <a:pt x="2590800" y="1266825"/>
                </a:moveTo>
                <a:lnTo>
                  <a:pt x="2619375" y="1266825"/>
                </a:lnTo>
                <a:lnTo>
                  <a:pt x="2619375" y="1285875"/>
                </a:lnTo>
                <a:lnTo>
                  <a:pt x="2638425" y="1285875"/>
                </a:lnTo>
                <a:lnTo>
                  <a:pt x="2638425" y="1276350"/>
                </a:lnTo>
                <a:lnTo>
                  <a:pt x="2657475" y="1276350"/>
                </a:lnTo>
                <a:lnTo>
                  <a:pt x="2657475" y="1295400"/>
                </a:lnTo>
                <a:lnTo>
                  <a:pt x="2628900" y="1295400"/>
                </a:lnTo>
                <a:lnTo>
                  <a:pt x="2628900" y="1323975"/>
                </a:lnTo>
                <a:lnTo>
                  <a:pt x="2638425" y="1323975"/>
                </a:lnTo>
                <a:lnTo>
                  <a:pt x="2638425" y="1352550"/>
                </a:lnTo>
                <a:lnTo>
                  <a:pt x="2628900" y="1352550"/>
                </a:lnTo>
                <a:lnTo>
                  <a:pt x="2628900" y="1362075"/>
                </a:lnTo>
                <a:lnTo>
                  <a:pt x="2600325" y="1362075"/>
                </a:lnTo>
                <a:lnTo>
                  <a:pt x="2600325" y="1352550"/>
                </a:lnTo>
                <a:lnTo>
                  <a:pt x="2552700" y="1352550"/>
                </a:lnTo>
                <a:lnTo>
                  <a:pt x="2552700" y="1343025"/>
                </a:lnTo>
                <a:lnTo>
                  <a:pt x="2543175" y="1343025"/>
                </a:lnTo>
                <a:lnTo>
                  <a:pt x="2543175" y="1323975"/>
                </a:lnTo>
                <a:lnTo>
                  <a:pt x="2533650" y="1323975"/>
                </a:lnTo>
                <a:lnTo>
                  <a:pt x="2533650" y="1304925"/>
                </a:lnTo>
                <a:lnTo>
                  <a:pt x="2543175" y="1304925"/>
                </a:lnTo>
                <a:lnTo>
                  <a:pt x="2543175" y="1295400"/>
                </a:lnTo>
                <a:lnTo>
                  <a:pt x="2562225" y="1295400"/>
                </a:lnTo>
                <a:lnTo>
                  <a:pt x="2562225" y="1285875"/>
                </a:lnTo>
                <a:lnTo>
                  <a:pt x="2581275" y="1285875"/>
                </a:lnTo>
                <a:lnTo>
                  <a:pt x="2581275" y="1276350"/>
                </a:lnTo>
                <a:lnTo>
                  <a:pt x="2590800" y="1276350"/>
                </a:lnTo>
                <a:close/>
                <a:moveTo>
                  <a:pt x="2085975" y="1276350"/>
                </a:moveTo>
                <a:lnTo>
                  <a:pt x="2105025" y="1276350"/>
                </a:lnTo>
                <a:lnTo>
                  <a:pt x="2105025" y="1285875"/>
                </a:lnTo>
                <a:lnTo>
                  <a:pt x="2085975" y="1285875"/>
                </a:lnTo>
                <a:close/>
                <a:moveTo>
                  <a:pt x="3009900" y="1314450"/>
                </a:moveTo>
                <a:lnTo>
                  <a:pt x="3019425" y="1314450"/>
                </a:lnTo>
                <a:lnTo>
                  <a:pt x="3019425" y="1333500"/>
                </a:lnTo>
                <a:lnTo>
                  <a:pt x="3009900" y="1333500"/>
                </a:lnTo>
                <a:close/>
                <a:moveTo>
                  <a:pt x="3028950" y="1314450"/>
                </a:moveTo>
                <a:lnTo>
                  <a:pt x="3038475" y="1314450"/>
                </a:lnTo>
                <a:lnTo>
                  <a:pt x="3038475" y="1333500"/>
                </a:lnTo>
                <a:lnTo>
                  <a:pt x="3028950" y="1333500"/>
                </a:lnTo>
                <a:close/>
                <a:moveTo>
                  <a:pt x="2486025" y="1323975"/>
                </a:moveTo>
                <a:lnTo>
                  <a:pt x="2495550" y="1323975"/>
                </a:lnTo>
                <a:lnTo>
                  <a:pt x="2495550" y="1333500"/>
                </a:lnTo>
                <a:lnTo>
                  <a:pt x="2486025" y="1333500"/>
                </a:lnTo>
                <a:close/>
                <a:moveTo>
                  <a:pt x="2514600" y="1333500"/>
                </a:moveTo>
                <a:lnTo>
                  <a:pt x="2524125" y="1333500"/>
                </a:lnTo>
                <a:lnTo>
                  <a:pt x="2524125" y="1343025"/>
                </a:lnTo>
                <a:lnTo>
                  <a:pt x="2514600" y="1343025"/>
                </a:lnTo>
                <a:close/>
                <a:moveTo>
                  <a:pt x="3086100" y="1333500"/>
                </a:moveTo>
                <a:lnTo>
                  <a:pt x="3114675" y="1333500"/>
                </a:lnTo>
                <a:lnTo>
                  <a:pt x="3114675" y="1343025"/>
                </a:lnTo>
                <a:lnTo>
                  <a:pt x="3086100" y="1343025"/>
                </a:lnTo>
                <a:close/>
                <a:moveTo>
                  <a:pt x="2724150" y="1343025"/>
                </a:moveTo>
                <a:lnTo>
                  <a:pt x="2733675" y="1343025"/>
                </a:lnTo>
                <a:lnTo>
                  <a:pt x="2733675" y="1352550"/>
                </a:lnTo>
                <a:lnTo>
                  <a:pt x="2743200" y="1352550"/>
                </a:lnTo>
                <a:lnTo>
                  <a:pt x="2743200" y="1362075"/>
                </a:lnTo>
                <a:lnTo>
                  <a:pt x="2724150" y="1362075"/>
                </a:lnTo>
                <a:lnTo>
                  <a:pt x="2724150" y="1371600"/>
                </a:lnTo>
                <a:lnTo>
                  <a:pt x="2743200" y="1371600"/>
                </a:lnTo>
                <a:lnTo>
                  <a:pt x="2743200" y="1381125"/>
                </a:lnTo>
                <a:lnTo>
                  <a:pt x="2752725" y="1381125"/>
                </a:lnTo>
                <a:lnTo>
                  <a:pt x="2752725" y="1390650"/>
                </a:lnTo>
                <a:lnTo>
                  <a:pt x="2762250" y="1390650"/>
                </a:lnTo>
                <a:lnTo>
                  <a:pt x="2762250" y="1400175"/>
                </a:lnTo>
                <a:lnTo>
                  <a:pt x="2752725" y="1400175"/>
                </a:lnTo>
                <a:lnTo>
                  <a:pt x="2752725" y="1409700"/>
                </a:lnTo>
                <a:lnTo>
                  <a:pt x="2743200" y="1409700"/>
                </a:lnTo>
                <a:lnTo>
                  <a:pt x="2743200" y="1419225"/>
                </a:lnTo>
                <a:lnTo>
                  <a:pt x="2724150" y="1419225"/>
                </a:lnTo>
                <a:lnTo>
                  <a:pt x="2724150" y="1409700"/>
                </a:lnTo>
                <a:lnTo>
                  <a:pt x="2714625" y="1409700"/>
                </a:lnTo>
                <a:lnTo>
                  <a:pt x="2714625" y="1352550"/>
                </a:lnTo>
                <a:lnTo>
                  <a:pt x="2724150" y="1352550"/>
                </a:lnTo>
                <a:close/>
                <a:moveTo>
                  <a:pt x="3476625" y="1343025"/>
                </a:moveTo>
                <a:lnTo>
                  <a:pt x="3495675" y="1343025"/>
                </a:lnTo>
                <a:lnTo>
                  <a:pt x="3495675" y="1352550"/>
                </a:lnTo>
                <a:lnTo>
                  <a:pt x="3505200" y="1352550"/>
                </a:lnTo>
                <a:lnTo>
                  <a:pt x="3505200" y="1362075"/>
                </a:lnTo>
                <a:lnTo>
                  <a:pt x="3495675" y="1362075"/>
                </a:lnTo>
                <a:lnTo>
                  <a:pt x="3495675" y="1371600"/>
                </a:lnTo>
                <a:lnTo>
                  <a:pt x="3505200" y="1371600"/>
                </a:lnTo>
                <a:lnTo>
                  <a:pt x="3505200" y="1362075"/>
                </a:lnTo>
                <a:lnTo>
                  <a:pt x="3514725" y="1362075"/>
                </a:lnTo>
                <a:lnTo>
                  <a:pt x="3514725" y="1352550"/>
                </a:lnTo>
                <a:lnTo>
                  <a:pt x="3524250" y="1352550"/>
                </a:lnTo>
                <a:lnTo>
                  <a:pt x="3524250" y="1409700"/>
                </a:lnTo>
                <a:lnTo>
                  <a:pt x="3514725" y="1409700"/>
                </a:lnTo>
                <a:lnTo>
                  <a:pt x="3514725" y="1485900"/>
                </a:lnTo>
                <a:lnTo>
                  <a:pt x="3505200" y="1485900"/>
                </a:lnTo>
                <a:lnTo>
                  <a:pt x="3505200" y="1552575"/>
                </a:lnTo>
                <a:lnTo>
                  <a:pt x="3495675" y="1552575"/>
                </a:lnTo>
                <a:lnTo>
                  <a:pt x="3495675" y="1495425"/>
                </a:lnTo>
                <a:lnTo>
                  <a:pt x="3486150" y="1495425"/>
                </a:lnTo>
                <a:lnTo>
                  <a:pt x="3486150" y="1485900"/>
                </a:lnTo>
                <a:lnTo>
                  <a:pt x="3476625" y="1485900"/>
                </a:lnTo>
                <a:lnTo>
                  <a:pt x="3476625" y="1476375"/>
                </a:lnTo>
                <a:lnTo>
                  <a:pt x="3467100" y="1476375"/>
                </a:lnTo>
                <a:lnTo>
                  <a:pt x="3467100" y="1457325"/>
                </a:lnTo>
                <a:lnTo>
                  <a:pt x="3476625" y="1457325"/>
                </a:lnTo>
                <a:lnTo>
                  <a:pt x="3476625" y="1447800"/>
                </a:lnTo>
                <a:lnTo>
                  <a:pt x="3467100" y="1447800"/>
                </a:lnTo>
                <a:lnTo>
                  <a:pt x="3467100" y="1438275"/>
                </a:lnTo>
                <a:lnTo>
                  <a:pt x="3457575" y="1438275"/>
                </a:lnTo>
                <a:lnTo>
                  <a:pt x="3457575" y="1409700"/>
                </a:lnTo>
                <a:lnTo>
                  <a:pt x="3467100" y="1409700"/>
                </a:lnTo>
                <a:lnTo>
                  <a:pt x="3467100" y="1390650"/>
                </a:lnTo>
                <a:lnTo>
                  <a:pt x="3457575" y="1390650"/>
                </a:lnTo>
                <a:lnTo>
                  <a:pt x="3457575" y="1381125"/>
                </a:lnTo>
                <a:lnTo>
                  <a:pt x="3448050" y="1381125"/>
                </a:lnTo>
                <a:lnTo>
                  <a:pt x="3448050" y="1362075"/>
                </a:lnTo>
                <a:lnTo>
                  <a:pt x="3467100" y="1362075"/>
                </a:lnTo>
                <a:lnTo>
                  <a:pt x="3467100" y="1352550"/>
                </a:lnTo>
                <a:lnTo>
                  <a:pt x="3476625" y="1352550"/>
                </a:lnTo>
                <a:close/>
                <a:moveTo>
                  <a:pt x="2676525" y="1352550"/>
                </a:moveTo>
                <a:lnTo>
                  <a:pt x="2686050" y="1352550"/>
                </a:lnTo>
                <a:lnTo>
                  <a:pt x="2686050" y="1362075"/>
                </a:lnTo>
                <a:lnTo>
                  <a:pt x="2676525" y="1362075"/>
                </a:lnTo>
                <a:close/>
                <a:moveTo>
                  <a:pt x="3295650" y="1362075"/>
                </a:moveTo>
                <a:lnTo>
                  <a:pt x="3314700" y="1362075"/>
                </a:lnTo>
                <a:lnTo>
                  <a:pt x="3314700" y="1371600"/>
                </a:lnTo>
                <a:lnTo>
                  <a:pt x="3333750" y="1371600"/>
                </a:lnTo>
                <a:lnTo>
                  <a:pt x="3333750" y="1381125"/>
                </a:lnTo>
                <a:lnTo>
                  <a:pt x="3390900" y="1381125"/>
                </a:lnTo>
                <a:lnTo>
                  <a:pt x="3390900" y="1390650"/>
                </a:lnTo>
                <a:lnTo>
                  <a:pt x="3409950" y="1390650"/>
                </a:lnTo>
                <a:lnTo>
                  <a:pt x="3409950" y="1409700"/>
                </a:lnTo>
                <a:lnTo>
                  <a:pt x="3400425" y="1409700"/>
                </a:lnTo>
                <a:lnTo>
                  <a:pt x="3400425" y="1419225"/>
                </a:lnTo>
                <a:lnTo>
                  <a:pt x="3390900" y="1419225"/>
                </a:lnTo>
                <a:lnTo>
                  <a:pt x="3390900" y="1428750"/>
                </a:lnTo>
                <a:lnTo>
                  <a:pt x="3314700" y="1428750"/>
                </a:lnTo>
                <a:lnTo>
                  <a:pt x="3314700" y="1419225"/>
                </a:lnTo>
                <a:lnTo>
                  <a:pt x="3295650" y="1419225"/>
                </a:lnTo>
                <a:lnTo>
                  <a:pt x="3295650" y="1409700"/>
                </a:lnTo>
                <a:lnTo>
                  <a:pt x="3314700" y="1409700"/>
                </a:lnTo>
                <a:lnTo>
                  <a:pt x="3314700" y="1381125"/>
                </a:lnTo>
                <a:lnTo>
                  <a:pt x="3305175" y="1381125"/>
                </a:lnTo>
                <a:lnTo>
                  <a:pt x="3305175" y="1371600"/>
                </a:lnTo>
                <a:lnTo>
                  <a:pt x="3295650" y="1371600"/>
                </a:lnTo>
                <a:close/>
                <a:moveTo>
                  <a:pt x="2695575" y="1476375"/>
                </a:moveTo>
                <a:lnTo>
                  <a:pt x="2724150" y="1476375"/>
                </a:lnTo>
                <a:lnTo>
                  <a:pt x="2724150" y="1495425"/>
                </a:lnTo>
                <a:lnTo>
                  <a:pt x="2714625" y="1495425"/>
                </a:lnTo>
                <a:lnTo>
                  <a:pt x="2714625" y="1504950"/>
                </a:lnTo>
                <a:lnTo>
                  <a:pt x="2705100" y="1504950"/>
                </a:lnTo>
                <a:lnTo>
                  <a:pt x="2705100" y="1495425"/>
                </a:lnTo>
                <a:lnTo>
                  <a:pt x="2695575" y="1495425"/>
                </a:lnTo>
                <a:close/>
                <a:moveTo>
                  <a:pt x="2343150" y="1524000"/>
                </a:moveTo>
                <a:lnTo>
                  <a:pt x="2371725" y="1524000"/>
                </a:lnTo>
                <a:lnTo>
                  <a:pt x="2371725" y="1533525"/>
                </a:lnTo>
                <a:lnTo>
                  <a:pt x="2381250" y="1533525"/>
                </a:lnTo>
                <a:lnTo>
                  <a:pt x="2381250" y="1543050"/>
                </a:lnTo>
                <a:lnTo>
                  <a:pt x="2409825" y="1543050"/>
                </a:lnTo>
                <a:lnTo>
                  <a:pt x="2409825" y="1552575"/>
                </a:lnTo>
                <a:lnTo>
                  <a:pt x="2419350" y="1552575"/>
                </a:lnTo>
                <a:lnTo>
                  <a:pt x="2419350" y="1562100"/>
                </a:lnTo>
                <a:lnTo>
                  <a:pt x="2466975" y="1562100"/>
                </a:lnTo>
                <a:lnTo>
                  <a:pt x="2466975" y="1571625"/>
                </a:lnTo>
                <a:lnTo>
                  <a:pt x="2476500" y="1571625"/>
                </a:lnTo>
                <a:lnTo>
                  <a:pt x="2476500" y="1581150"/>
                </a:lnTo>
                <a:lnTo>
                  <a:pt x="2486025" y="1581150"/>
                </a:lnTo>
                <a:lnTo>
                  <a:pt x="2486025" y="1571625"/>
                </a:lnTo>
                <a:lnTo>
                  <a:pt x="2495550" y="1571625"/>
                </a:lnTo>
                <a:lnTo>
                  <a:pt x="2495550" y="1581150"/>
                </a:lnTo>
                <a:lnTo>
                  <a:pt x="2505075" y="1581150"/>
                </a:lnTo>
                <a:lnTo>
                  <a:pt x="2505075" y="1600200"/>
                </a:lnTo>
                <a:lnTo>
                  <a:pt x="2495550" y="1600200"/>
                </a:lnTo>
                <a:lnTo>
                  <a:pt x="2495550" y="1609725"/>
                </a:lnTo>
                <a:lnTo>
                  <a:pt x="2486025" y="1609725"/>
                </a:lnTo>
                <a:lnTo>
                  <a:pt x="2486025" y="1619250"/>
                </a:lnTo>
                <a:lnTo>
                  <a:pt x="2419350" y="1619250"/>
                </a:lnTo>
                <a:lnTo>
                  <a:pt x="2419350" y="1609725"/>
                </a:lnTo>
                <a:lnTo>
                  <a:pt x="2400300" y="1609725"/>
                </a:lnTo>
                <a:lnTo>
                  <a:pt x="2400300" y="1600200"/>
                </a:lnTo>
                <a:lnTo>
                  <a:pt x="2381250" y="1600200"/>
                </a:lnTo>
                <a:lnTo>
                  <a:pt x="2381250" y="1590675"/>
                </a:lnTo>
                <a:lnTo>
                  <a:pt x="2362200" y="1590675"/>
                </a:lnTo>
                <a:lnTo>
                  <a:pt x="2362200" y="1581150"/>
                </a:lnTo>
                <a:lnTo>
                  <a:pt x="2352675" y="1581150"/>
                </a:lnTo>
                <a:lnTo>
                  <a:pt x="2352675" y="1571625"/>
                </a:lnTo>
                <a:lnTo>
                  <a:pt x="2343150" y="1571625"/>
                </a:lnTo>
                <a:lnTo>
                  <a:pt x="2343150" y="1562100"/>
                </a:lnTo>
                <a:lnTo>
                  <a:pt x="2333625" y="1562100"/>
                </a:lnTo>
                <a:lnTo>
                  <a:pt x="2333625" y="1533525"/>
                </a:lnTo>
                <a:lnTo>
                  <a:pt x="2343150" y="1533525"/>
                </a:lnTo>
                <a:close/>
                <a:moveTo>
                  <a:pt x="2524125" y="1552575"/>
                </a:moveTo>
                <a:lnTo>
                  <a:pt x="2533650" y="1552575"/>
                </a:lnTo>
                <a:lnTo>
                  <a:pt x="2533650" y="1562100"/>
                </a:lnTo>
                <a:lnTo>
                  <a:pt x="2543175" y="1562100"/>
                </a:lnTo>
                <a:lnTo>
                  <a:pt x="2543175" y="1571625"/>
                </a:lnTo>
                <a:lnTo>
                  <a:pt x="2533650" y="1571625"/>
                </a:lnTo>
                <a:lnTo>
                  <a:pt x="2533650" y="1590675"/>
                </a:lnTo>
                <a:lnTo>
                  <a:pt x="2524125" y="1590675"/>
                </a:lnTo>
                <a:lnTo>
                  <a:pt x="2524125" y="1581150"/>
                </a:lnTo>
                <a:lnTo>
                  <a:pt x="2514600" y="1581150"/>
                </a:lnTo>
                <a:lnTo>
                  <a:pt x="2514600" y="1571625"/>
                </a:lnTo>
                <a:lnTo>
                  <a:pt x="2505075" y="1571625"/>
                </a:lnTo>
                <a:lnTo>
                  <a:pt x="2505075" y="1562100"/>
                </a:lnTo>
                <a:lnTo>
                  <a:pt x="2524125" y="1562100"/>
                </a:lnTo>
                <a:close/>
                <a:moveTo>
                  <a:pt x="3076575" y="1562100"/>
                </a:moveTo>
                <a:lnTo>
                  <a:pt x="3114675" y="1562100"/>
                </a:lnTo>
                <a:lnTo>
                  <a:pt x="3114675" y="1581150"/>
                </a:lnTo>
                <a:lnTo>
                  <a:pt x="3086100" y="1581150"/>
                </a:lnTo>
                <a:lnTo>
                  <a:pt x="3086100" y="1590675"/>
                </a:lnTo>
                <a:lnTo>
                  <a:pt x="3076575" y="1590675"/>
                </a:lnTo>
                <a:lnTo>
                  <a:pt x="3076575" y="1600200"/>
                </a:lnTo>
                <a:lnTo>
                  <a:pt x="3057525" y="1600200"/>
                </a:lnTo>
                <a:lnTo>
                  <a:pt x="3057525" y="1581150"/>
                </a:lnTo>
                <a:lnTo>
                  <a:pt x="3067050" y="1581150"/>
                </a:lnTo>
                <a:lnTo>
                  <a:pt x="3067050" y="1571625"/>
                </a:lnTo>
                <a:lnTo>
                  <a:pt x="3076575" y="1571625"/>
                </a:lnTo>
                <a:close/>
                <a:moveTo>
                  <a:pt x="3486150" y="1562100"/>
                </a:moveTo>
                <a:lnTo>
                  <a:pt x="3495675" y="1562100"/>
                </a:lnTo>
                <a:lnTo>
                  <a:pt x="3495675" y="1619250"/>
                </a:lnTo>
                <a:lnTo>
                  <a:pt x="3486150" y="1619250"/>
                </a:lnTo>
                <a:lnTo>
                  <a:pt x="3486150" y="1695450"/>
                </a:lnTo>
                <a:lnTo>
                  <a:pt x="3476625" y="1695450"/>
                </a:lnTo>
                <a:lnTo>
                  <a:pt x="3476625" y="1762125"/>
                </a:lnTo>
                <a:lnTo>
                  <a:pt x="3467100" y="1762125"/>
                </a:lnTo>
                <a:lnTo>
                  <a:pt x="3467100" y="1828800"/>
                </a:lnTo>
                <a:lnTo>
                  <a:pt x="3457575" y="1828800"/>
                </a:lnTo>
                <a:lnTo>
                  <a:pt x="3457575" y="1895475"/>
                </a:lnTo>
                <a:lnTo>
                  <a:pt x="3448050" y="1895475"/>
                </a:lnTo>
                <a:lnTo>
                  <a:pt x="3448050" y="1971675"/>
                </a:lnTo>
                <a:lnTo>
                  <a:pt x="3438525" y="1971675"/>
                </a:lnTo>
                <a:lnTo>
                  <a:pt x="3438525" y="1933575"/>
                </a:lnTo>
                <a:lnTo>
                  <a:pt x="3429000" y="1933575"/>
                </a:lnTo>
                <a:lnTo>
                  <a:pt x="3429000" y="1914525"/>
                </a:lnTo>
                <a:lnTo>
                  <a:pt x="3409950" y="1914525"/>
                </a:lnTo>
                <a:lnTo>
                  <a:pt x="3409950" y="1905000"/>
                </a:lnTo>
                <a:lnTo>
                  <a:pt x="3429000" y="1905000"/>
                </a:lnTo>
                <a:lnTo>
                  <a:pt x="3429000" y="1895475"/>
                </a:lnTo>
                <a:lnTo>
                  <a:pt x="3438525" y="1895475"/>
                </a:lnTo>
                <a:lnTo>
                  <a:pt x="3438525" y="1885950"/>
                </a:lnTo>
                <a:lnTo>
                  <a:pt x="3448050" y="1885950"/>
                </a:lnTo>
                <a:lnTo>
                  <a:pt x="3448050" y="1876425"/>
                </a:lnTo>
                <a:lnTo>
                  <a:pt x="3438525" y="1876425"/>
                </a:lnTo>
                <a:lnTo>
                  <a:pt x="3438525" y="1857375"/>
                </a:lnTo>
                <a:lnTo>
                  <a:pt x="3419475" y="1857375"/>
                </a:lnTo>
                <a:lnTo>
                  <a:pt x="3419475" y="1838325"/>
                </a:lnTo>
                <a:lnTo>
                  <a:pt x="3409950" y="1838325"/>
                </a:lnTo>
                <a:lnTo>
                  <a:pt x="3409950" y="1828800"/>
                </a:lnTo>
                <a:lnTo>
                  <a:pt x="3400425" y="1828800"/>
                </a:lnTo>
                <a:lnTo>
                  <a:pt x="3400425" y="1752600"/>
                </a:lnTo>
                <a:lnTo>
                  <a:pt x="3390900" y="1752600"/>
                </a:lnTo>
                <a:lnTo>
                  <a:pt x="3390900" y="1733550"/>
                </a:lnTo>
                <a:lnTo>
                  <a:pt x="3409950" y="1733550"/>
                </a:lnTo>
                <a:lnTo>
                  <a:pt x="3409950" y="1724025"/>
                </a:lnTo>
                <a:lnTo>
                  <a:pt x="3429000" y="1724025"/>
                </a:lnTo>
                <a:lnTo>
                  <a:pt x="3429000" y="1714500"/>
                </a:lnTo>
                <a:lnTo>
                  <a:pt x="3457575" y="1714500"/>
                </a:lnTo>
                <a:lnTo>
                  <a:pt x="3457575" y="1704975"/>
                </a:lnTo>
                <a:lnTo>
                  <a:pt x="3467100" y="1704975"/>
                </a:lnTo>
                <a:lnTo>
                  <a:pt x="3467100" y="1685925"/>
                </a:lnTo>
                <a:lnTo>
                  <a:pt x="3457575" y="1685925"/>
                </a:lnTo>
                <a:lnTo>
                  <a:pt x="3457575" y="1666875"/>
                </a:lnTo>
                <a:lnTo>
                  <a:pt x="3448050" y="1666875"/>
                </a:lnTo>
                <a:lnTo>
                  <a:pt x="3448050" y="1657350"/>
                </a:lnTo>
                <a:lnTo>
                  <a:pt x="3438525" y="1657350"/>
                </a:lnTo>
                <a:lnTo>
                  <a:pt x="3438525" y="1638300"/>
                </a:lnTo>
                <a:lnTo>
                  <a:pt x="3457575" y="1638300"/>
                </a:lnTo>
                <a:lnTo>
                  <a:pt x="3457575" y="1647825"/>
                </a:lnTo>
                <a:lnTo>
                  <a:pt x="3467100" y="1647825"/>
                </a:lnTo>
                <a:lnTo>
                  <a:pt x="3467100" y="1609725"/>
                </a:lnTo>
                <a:lnTo>
                  <a:pt x="3476625" y="1609725"/>
                </a:lnTo>
                <a:lnTo>
                  <a:pt x="3476625" y="1590675"/>
                </a:lnTo>
                <a:lnTo>
                  <a:pt x="3486150" y="1590675"/>
                </a:lnTo>
                <a:close/>
                <a:moveTo>
                  <a:pt x="2028825" y="1581150"/>
                </a:moveTo>
                <a:lnTo>
                  <a:pt x="2047875" y="1581150"/>
                </a:lnTo>
                <a:lnTo>
                  <a:pt x="2047875" y="1571625"/>
                </a:lnTo>
                <a:lnTo>
                  <a:pt x="2028825" y="1571625"/>
                </a:lnTo>
                <a:close/>
                <a:moveTo>
                  <a:pt x="2057400" y="1581150"/>
                </a:moveTo>
                <a:lnTo>
                  <a:pt x="2066925" y="1581150"/>
                </a:lnTo>
                <a:lnTo>
                  <a:pt x="2066925" y="1571625"/>
                </a:lnTo>
                <a:lnTo>
                  <a:pt x="2057400" y="1571625"/>
                </a:lnTo>
                <a:close/>
                <a:moveTo>
                  <a:pt x="2819400" y="1590675"/>
                </a:moveTo>
                <a:lnTo>
                  <a:pt x="2867025" y="1590675"/>
                </a:lnTo>
                <a:lnTo>
                  <a:pt x="2867025" y="1609725"/>
                </a:lnTo>
                <a:lnTo>
                  <a:pt x="2857500" y="1609725"/>
                </a:lnTo>
                <a:lnTo>
                  <a:pt x="2857500" y="1657350"/>
                </a:lnTo>
                <a:lnTo>
                  <a:pt x="2847975" y="1657350"/>
                </a:lnTo>
                <a:lnTo>
                  <a:pt x="2847975" y="1666875"/>
                </a:lnTo>
                <a:lnTo>
                  <a:pt x="2828925" y="1666875"/>
                </a:lnTo>
                <a:lnTo>
                  <a:pt x="2828925" y="1657350"/>
                </a:lnTo>
                <a:lnTo>
                  <a:pt x="2800350" y="1657350"/>
                </a:lnTo>
                <a:lnTo>
                  <a:pt x="2800350" y="1647825"/>
                </a:lnTo>
                <a:lnTo>
                  <a:pt x="2790825" y="1647825"/>
                </a:lnTo>
                <a:lnTo>
                  <a:pt x="2790825" y="1638300"/>
                </a:lnTo>
                <a:lnTo>
                  <a:pt x="2809875" y="1638300"/>
                </a:lnTo>
                <a:lnTo>
                  <a:pt x="2809875" y="1600200"/>
                </a:lnTo>
                <a:lnTo>
                  <a:pt x="2819400" y="1600200"/>
                </a:lnTo>
                <a:close/>
                <a:moveTo>
                  <a:pt x="2590800" y="1600200"/>
                </a:moveTo>
                <a:lnTo>
                  <a:pt x="2638425" y="1600200"/>
                </a:lnTo>
                <a:lnTo>
                  <a:pt x="2638425" y="1609725"/>
                </a:lnTo>
                <a:lnTo>
                  <a:pt x="2667000" y="1609725"/>
                </a:lnTo>
                <a:lnTo>
                  <a:pt x="2667000" y="1619250"/>
                </a:lnTo>
                <a:lnTo>
                  <a:pt x="2657475" y="1619250"/>
                </a:lnTo>
                <a:lnTo>
                  <a:pt x="2657475" y="1628775"/>
                </a:lnTo>
                <a:lnTo>
                  <a:pt x="2647950" y="1628775"/>
                </a:lnTo>
                <a:lnTo>
                  <a:pt x="2647950" y="1619250"/>
                </a:lnTo>
                <a:lnTo>
                  <a:pt x="2628900" y="1619250"/>
                </a:lnTo>
                <a:lnTo>
                  <a:pt x="2628900" y="1628775"/>
                </a:lnTo>
                <a:lnTo>
                  <a:pt x="2590800" y="1628775"/>
                </a:lnTo>
                <a:lnTo>
                  <a:pt x="2590800" y="1619250"/>
                </a:lnTo>
                <a:lnTo>
                  <a:pt x="2581275" y="1619250"/>
                </a:lnTo>
                <a:lnTo>
                  <a:pt x="2581275" y="1609725"/>
                </a:lnTo>
                <a:lnTo>
                  <a:pt x="2590800" y="1609725"/>
                </a:lnTo>
                <a:close/>
                <a:moveTo>
                  <a:pt x="2714625" y="1600200"/>
                </a:moveTo>
                <a:lnTo>
                  <a:pt x="2724150" y="1600200"/>
                </a:lnTo>
                <a:lnTo>
                  <a:pt x="2724150" y="1609725"/>
                </a:lnTo>
                <a:lnTo>
                  <a:pt x="2714625" y="1609725"/>
                </a:lnTo>
                <a:close/>
                <a:moveTo>
                  <a:pt x="3114675" y="1628775"/>
                </a:moveTo>
                <a:lnTo>
                  <a:pt x="3124200" y="1628775"/>
                </a:lnTo>
                <a:lnTo>
                  <a:pt x="3124200" y="1657350"/>
                </a:lnTo>
                <a:lnTo>
                  <a:pt x="3114675" y="1657350"/>
                </a:lnTo>
                <a:close/>
                <a:moveTo>
                  <a:pt x="2914650" y="1647825"/>
                </a:moveTo>
                <a:lnTo>
                  <a:pt x="2943225" y="1647825"/>
                </a:lnTo>
                <a:lnTo>
                  <a:pt x="2943225" y="1657350"/>
                </a:lnTo>
                <a:lnTo>
                  <a:pt x="2914650" y="1657350"/>
                </a:lnTo>
                <a:close/>
                <a:moveTo>
                  <a:pt x="2952750" y="1647825"/>
                </a:moveTo>
                <a:lnTo>
                  <a:pt x="2990850" y="1647825"/>
                </a:lnTo>
                <a:lnTo>
                  <a:pt x="2990850" y="1657350"/>
                </a:lnTo>
                <a:lnTo>
                  <a:pt x="3000375" y="1657350"/>
                </a:lnTo>
                <a:lnTo>
                  <a:pt x="3000375" y="1666875"/>
                </a:lnTo>
                <a:lnTo>
                  <a:pt x="2990850" y="1666875"/>
                </a:lnTo>
                <a:lnTo>
                  <a:pt x="2990850" y="1676400"/>
                </a:lnTo>
                <a:lnTo>
                  <a:pt x="2981325" y="1676400"/>
                </a:lnTo>
                <a:lnTo>
                  <a:pt x="2981325" y="1666875"/>
                </a:lnTo>
                <a:lnTo>
                  <a:pt x="2952750" y="1666875"/>
                </a:lnTo>
                <a:close/>
                <a:moveTo>
                  <a:pt x="2266950" y="1704975"/>
                </a:moveTo>
                <a:lnTo>
                  <a:pt x="2286000" y="1704975"/>
                </a:lnTo>
                <a:lnTo>
                  <a:pt x="2286000" y="1724025"/>
                </a:lnTo>
                <a:lnTo>
                  <a:pt x="2266950" y="1724025"/>
                </a:lnTo>
                <a:close/>
                <a:moveTo>
                  <a:pt x="2314575" y="1704975"/>
                </a:moveTo>
                <a:lnTo>
                  <a:pt x="2324100" y="1704975"/>
                </a:lnTo>
                <a:lnTo>
                  <a:pt x="2324100" y="1714500"/>
                </a:lnTo>
                <a:lnTo>
                  <a:pt x="2314575" y="1714500"/>
                </a:lnTo>
                <a:close/>
                <a:moveTo>
                  <a:pt x="2352675" y="1704975"/>
                </a:moveTo>
                <a:lnTo>
                  <a:pt x="2390775" y="1704975"/>
                </a:lnTo>
                <a:lnTo>
                  <a:pt x="2390775" y="1714500"/>
                </a:lnTo>
                <a:lnTo>
                  <a:pt x="2400300" y="1714500"/>
                </a:lnTo>
                <a:lnTo>
                  <a:pt x="2400300" y="1724025"/>
                </a:lnTo>
                <a:lnTo>
                  <a:pt x="2362200" y="1724025"/>
                </a:lnTo>
                <a:lnTo>
                  <a:pt x="2362200" y="1714500"/>
                </a:lnTo>
                <a:lnTo>
                  <a:pt x="2352675" y="1714500"/>
                </a:lnTo>
                <a:close/>
                <a:moveTo>
                  <a:pt x="2533650" y="1724025"/>
                </a:moveTo>
                <a:lnTo>
                  <a:pt x="2543175" y="1724025"/>
                </a:lnTo>
                <a:lnTo>
                  <a:pt x="2543175" y="1733550"/>
                </a:lnTo>
                <a:lnTo>
                  <a:pt x="2533650" y="1733550"/>
                </a:lnTo>
                <a:close/>
                <a:moveTo>
                  <a:pt x="2314575" y="1762125"/>
                </a:moveTo>
                <a:lnTo>
                  <a:pt x="2343150" y="1762125"/>
                </a:lnTo>
                <a:lnTo>
                  <a:pt x="2343150" y="1771650"/>
                </a:lnTo>
                <a:lnTo>
                  <a:pt x="2352675" y="1771650"/>
                </a:lnTo>
                <a:lnTo>
                  <a:pt x="2352675" y="1781175"/>
                </a:lnTo>
                <a:lnTo>
                  <a:pt x="2333625" y="1781175"/>
                </a:lnTo>
                <a:lnTo>
                  <a:pt x="2333625" y="1800225"/>
                </a:lnTo>
                <a:lnTo>
                  <a:pt x="2314575" y="1800225"/>
                </a:lnTo>
                <a:lnTo>
                  <a:pt x="2314575" y="1809750"/>
                </a:lnTo>
                <a:lnTo>
                  <a:pt x="2305050" y="1809750"/>
                </a:lnTo>
                <a:lnTo>
                  <a:pt x="2305050" y="1838325"/>
                </a:lnTo>
                <a:lnTo>
                  <a:pt x="2286000" y="1838325"/>
                </a:lnTo>
                <a:lnTo>
                  <a:pt x="2286000" y="1790700"/>
                </a:lnTo>
                <a:lnTo>
                  <a:pt x="2295525" y="1790700"/>
                </a:lnTo>
                <a:lnTo>
                  <a:pt x="2295525" y="1781175"/>
                </a:lnTo>
                <a:lnTo>
                  <a:pt x="2305050" y="1781175"/>
                </a:lnTo>
                <a:lnTo>
                  <a:pt x="2305050" y="1771650"/>
                </a:lnTo>
                <a:lnTo>
                  <a:pt x="2314575" y="1771650"/>
                </a:lnTo>
                <a:close/>
                <a:moveTo>
                  <a:pt x="2457450" y="1771650"/>
                </a:moveTo>
                <a:lnTo>
                  <a:pt x="2486025" y="1771650"/>
                </a:lnTo>
                <a:lnTo>
                  <a:pt x="2486025" y="1781175"/>
                </a:lnTo>
                <a:lnTo>
                  <a:pt x="2466975" y="1781175"/>
                </a:lnTo>
                <a:lnTo>
                  <a:pt x="2466975" y="1790700"/>
                </a:lnTo>
                <a:lnTo>
                  <a:pt x="2457450" y="1790700"/>
                </a:lnTo>
                <a:close/>
                <a:moveTo>
                  <a:pt x="2571750" y="1790700"/>
                </a:moveTo>
                <a:lnTo>
                  <a:pt x="2590800" y="1790700"/>
                </a:lnTo>
                <a:lnTo>
                  <a:pt x="2590800" y="1809750"/>
                </a:lnTo>
                <a:lnTo>
                  <a:pt x="2571750" y="1809750"/>
                </a:lnTo>
                <a:close/>
                <a:moveTo>
                  <a:pt x="2609850" y="1790700"/>
                </a:moveTo>
                <a:lnTo>
                  <a:pt x="2628900" y="1790700"/>
                </a:lnTo>
                <a:lnTo>
                  <a:pt x="2628900" y="1800225"/>
                </a:lnTo>
                <a:lnTo>
                  <a:pt x="2609850" y="1800225"/>
                </a:lnTo>
                <a:close/>
                <a:moveTo>
                  <a:pt x="3038475" y="1790700"/>
                </a:moveTo>
                <a:lnTo>
                  <a:pt x="3048000" y="1790700"/>
                </a:lnTo>
                <a:lnTo>
                  <a:pt x="3048000" y="1800225"/>
                </a:lnTo>
                <a:lnTo>
                  <a:pt x="3038475" y="1800225"/>
                </a:lnTo>
                <a:close/>
                <a:moveTo>
                  <a:pt x="3067050" y="1790700"/>
                </a:moveTo>
                <a:lnTo>
                  <a:pt x="3124200" y="1790700"/>
                </a:lnTo>
                <a:lnTo>
                  <a:pt x="3124200" y="1800225"/>
                </a:lnTo>
                <a:lnTo>
                  <a:pt x="3067050" y="1800225"/>
                </a:lnTo>
                <a:close/>
                <a:moveTo>
                  <a:pt x="2657475" y="1800225"/>
                </a:moveTo>
                <a:lnTo>
                  <a:pt x="2667000" y="1800225"/>
                </a:lnTo>
                <a:lnTo>
                  <a:pt x="2667000" y="1809750"/>
                </a:lnTo>
                <a:lnTo>
                  <a:pt x="2657475" y="1809750"/>
                </a:lnTo>
                <a:close/>
                <a:moveTo>
                  <a:pt x="3019425" y="1800225"/>
                </a:moveTo>
                <a:lnTo>
                  <a:pt x="3028950" y="1800225"/>
                </a:lnTo>
                <a:lnTo>
                  <a:pt x="3028950" y="1809750"/>
                </a:lnTo>
                <a:lnTo>
                  <a:pt x="3019425" y="1809750"/>
                </a:lnTo>
                <a:close/>
                <a:moveTo>
                  <a:pt x="3143250" y="1800225"/>
                </a:moveTo>
                <a:lnTo>
                  <a:pt x="3200400" y="1800225"/>
                </a:lnTo>
                <a:lnTo>
                  <a:pt x="3200400" y="1809750"/>
                </a:lnTo>
                <a:lnTo>
                  <a:pt x="3143250" y="1809750"/>
                </a:lnTo>
                <a:close/>
                <a:moveTo>
                  <a:pt x="2352675" y="1809750"/>
                </a:moveTo>
                <a:lnTo>
                  <a:pt x="2362200" y="1809750"/>
                </a:lnTo>
                <a:lnTo>
                  <a:pt x="2362200" y="1819275"/>
                </a:lnTo>
                <a:lnTo>
                  <a:pt x="2352675" y="1819275"/>
                </a:lnTo>
                <a:close/>
                <a:moveTo>
                  <a:pt x="2390775" y="1809750"/>
                </a:moveTo>
                <a:lnTo>
                  <a:pt x="2409825" y="1809750"/>
                </a:lnTo>
                <a:lnTo>
                  <a:pt x="2409825" y="1828800"/>
                </a:lnTo>
                <a:lnTo>
                  <a:pt x="2400300" y="1828800"/>
                </a:lnTo>
                <a:lnTo>
                  <a:pt x="2400300" y="1819275"/>
                </a:lnTo>
                <a:lnTo>
                  <a:pt x="2390775" y="1819275"/>
                </a:lnTo>
                <a:close/>
                <a:moveTo>
                  <a:pt x="2752725" y="1809750"/>
                </a:moveTo>
                <a:lnTo>
                  <a:pt x="2762250" y="1809750"/>
                </a:lnTo>
                <a:lnTo>
                  <a:pt x="2762250" y="1819275"/>
                </a:lnTo>
                <a:lnTo>
                  <a:pt x="2771775" y="1819275"/>
                </a:lnTo>
                <a:lnTo>
                  <a:pt x="2771775" y="1828800"/>
                </a:lnTo>
                <a:lnTo>
                  <a:pt x="2752725" y="1828800"/>
                </a:lnTo>
                <a:close/>
                <a:moveTo>
                  <a:pt x="3009900" y="1809750"/>
                </a:moveTo>
                <a:lnTo>
                  <a:pt x="3019425" y="1809750"/>
                </a:lnTo>
                <a:lnTo>
                  <a:pt x="3019425" y="1819275"/>
                </a:lnTo>
                <a:lnTo>
                  <a:pt x="3009900" y="1819275"/>
                </a:lnTo>
                <a:close/>
                <a:moveTo>
                  <a:pt x="1905000" y="1819275"/>
                </a:moveTo>
                <a:lnTo>
                  <a:pt x="1914525" y="1819275"/>
                </a:lnTo>
                <a:lnTo>
                  <a:pt x="1914525" y="1809750"/>
                </a:lnTo>
                <a:lnTo>
                  <a:pt x="1905000" y="1809750"/>
                </a:lnTo>
                <a:close/>
                <a:moveTo>
                  <a:pt x="3000375" y="1819275"/>
                </a:moveTo>
                <a:lnTo>
                  <a:pt x="3009900" y="1819275"/>
                </a:lnTo>
                <a:lnTo>
                  <a:pt x="3009900" y="1838325"/>
                </a:lnTo>
                <a:lnTo>
                  <a:pt x="3000375" y="1838325"/>
                </a:lnTo>
                <a:close/>
                <a:moveTo>
                  <a:pt x="2990850" y="1838325"/>
                </a:moveTo>
                <a:lnTo>
                  <a:pt x="3000375" y="1838325"/>
                </a:lnTo>
                <a:lnTo>
                  <a:pt x="3000375" y="1895475"/>
                </a:lnTo>
                <a:lnTo>
                  <a:pt x="2990850" y="1895475"/>
                </a:lnTo>
                <a:close/>
                <a:moveTo>
                  <a:pt x="2381250" y="1866900"/>
                </a:moveTo>
                <a:lnTo>
                  <a:pt x="2419350" y="1866900"/>
                </a:lnTo>
                <a:lnTo>
                  <a:pt x="2419350" y="1885950"/>
                </a:lnTo>
                <a:lnTo>
                  <a:pt x="2381250" y="1885950"/>
                </a:lnTo>
                <a:close/>
                <a:moveTo>
                  <a:pt x="3105150" y="1933575"/>
                </a:moveTo>
                <a:lnTo>
                  <a:pt x="3114675" y="1933575"/>
                </a:lnTo>
                <a:lnTo>
                  <a:pt x="3114675" y="1943100"/>
                </a:lnTo>
                <a:lnTo>
                  <a:pt x="3105150" y="1943100"/>
                </a:lnTo>
                <a:close/>
                <a:moveTo>
                  <a:pt x="3152775" y="1943100"/>
                </a:moveTo>
                <a:lnTo>
                  <a:pt x="3171825" y="1943100"/>
                </a:lnTo>
                <a:lnTo>
                  <a:pt x="3171825" y="1952625"/>
                </a:lnTo>
                <a:lnTo>
                  <a:pt x="3152775" y="1952625"/>
                </a:lnTo>
                <a:close/>
                <a:moveTo>
                  <a:pt x="3400425" y="1971675"/>
                </a:moveTo>
                <a:lnTo>
                  <a:pt x="3438525" y="1971675"/>
                </a:lnTo>
                <a:lnTo>
                  <a:pt x="3438525" y="2047875"/>
                </a:lnTo>
                <a:lnTo>
                  <a:pt x="3429000" y="2047875"/>
                </a:lnTo>
                <a:lnTo>
                  <a:pt x="3429000" y="2028825"/>
                </a:lnTo>
                <a:lnTo>
                  <a:pt x="3371850" y="2028825"/>
                </a:lnTo>
                <a:lnTo>
                  <a:pt x="3371850" y="1990725"/>
                </a:lnTo>
                <a:lnTo>
                  <a:pt x="3381375" y="1990725"/>
                </a:lnTo>
                <a:lnTo>
                  <a:pt x="3381375" y="1981200"/>
                </a:lnTo>
                <a:lnTo>
                  <a:pt x="3400425" y="1981200"/>
                </a:lnTo>
                <a:close/>
                <a:moveTo>
                  <a:pt x="1914525" y="2038350"/>
                </a:moveTo>
                <a:lnTo>
                  <a:pt x="1933575" y="2038350"/>
                </a:lnTo>
                <a:lnTo>
                  <a:pt x="1933575" y="2085975"/>
                </a:lnTo>
                <a:lnTo>
                  <a:pt x="1914525" y="2085975"/>
                </a:lnTo>
                <a:close/>
                <a:moveTo>
                  <a:pt x="3419475" y="2047875"/>
                </a:moveTo>
                <a:lnTo>
                  <a:pt x="3429000" y="2047875"/>
                </a:lnTo>
                <a:lnTo>
                  <a:pt x="3429000" y="2105025"/>
                </a:lnTo>
                <a:lnTo>
                  <a:pt x="3419475" y="2105025"/>
                </a:lnTo>
                <a:close/>
                <a:moveTo>
                  <a:pt x="2533650" y="2085975"/>
                </a:moveTo>
                <a:lnTo>
                  <a:pt x="2543175" y="2085975"/>
                </a:lnTo>
                <a:lnTo>
                  <a:pt x="2543175" y="2105025"/>
                </a:lnTo>
                <a:lnTo>
                  <a:pt x="2524125" y="2105025"/>
                </a:lnTo>
                <a:lnTo>
                  <a:pt x="2524125" y="2095500"/>
                </a:lnTo>
                <a:lnTo>
                  <a:pt x="2533650" y="2095500"/>
                </a:lnTo>
                <a:close/>
                <a:moveTo>
                  <a:pt x="2428875" y="2095500"/>
                </a:moveTo>
                <a:lnTo>
                  <a:pt x="2447925" y="2095500"/>
                </a:lnTo>
                <a:lnTo>
                  <a:pt x="2447925" y="2114550"/>
                </a:lnTo>
                <a:lnTo>
                  <a:pt x="2438400" y="2114550"/>
                </a:lnTo>
                <a:lnTo>
                  <a:pt x="2438400" y="2124075"/>
                </a:lnTo>
                <a:lnTo>
                  <a:pt x="2428875" y="2124075"/>
                </a:lnTo>
                <a:close/>
                <a:moveTo>
                  <a:pt x="2466975" y="2095500"/>
                </a:moveTo>
                <a:lnTo>
                  <a:pt x="2486025" y="2095500"/>
                </a:lnTo>
                <a:lnTo>
                  <a:pt x="2486025" y="2105025"/>
                </a:lnTo>
                <a:lnTo>
                  <a:pt x="2466975" y="2105025"/>
                </a:lnTo>
                <a:close/>
                <a:moveTo>
                  <a:pt x="3409950" y="2105025"/>
                </a:moveTo>
                <a:lnTo>
                  <a:pt x="3419475" y="2105025"/>
                </a:lnTo>
                <a:lnTo>
                  <a:pt x="3419475" y="2181225"/>
                </a:lnTo>
                <a:lnTo>
                  <a:pt x="3409950" y="2181225"/>
                </a:lnTo>
                <a:lnTo>
                  <a:pt x="3409950" y="2257425"/>
                </a:lnTo>
                <a:lnTo>
                  <a:pt x="3400425" y="2257425"/>
                </a:lnTo>
                <a:lnTo>
                  <a:pt x="3400425" y="2209800"/>
                </a:lnTo>
                <a:lnTo>
                  <a:pt x="3390900" y="2209800"/>
                </a:lnTo>
                <a:lnTo>
                  <a:pt x="3390900" y="2190750"/>
                </a:lnTo>
                <a:lnTo>
                  <a:pt x="3381375" y="2190750"/>
                </a:lnTo>
                <a:lnTo>
                  <a:pt x="3381375" y="2181225"/>
                </a:lnTo>
                <a:lnTo>
                  <a:pt x="3362325" y="2181225"/>
                </a:lnTo>
                <a:lnTo>
                  <a:pt x="3362325" y="2133600"/>
                </a:lnTo>
                <a:lnTo>
                  <a:pt x="3371850" y="2133600"/>
                </a:lnTo>
                <a:lnTo>
                  <a:pt x="3371850" y="2114550"/>
                </a:lnTo>
                <a:lnTo>
                  <a:pt x="3390900" y="2114550"/>
                </a:lnTo>
                <a:lnTo>
                  <a:pt x="3390900" y="2124075"/>
                </a:lnTo>
                <a:lnTo>
                  <a:pt x="3400425" y="2124075"/>
                </a:lnTo>
                <a:lnTo>
                  <a:pt x="3400425" y="2114550"/>
                </a:lnTo>
                <a:lnTo>
                  <a:pt x="3409950" y="2114550"/>
                </a:lnTo>
                <a:close/>
                <a:moveTo>
                  <a:pt x="1924050" y="2228850"/>
                </a:moveTo>
                <a:lnTo>
                  <a:pt x="1952625" y="2228850"/>
                </a:lnTo>
                <a:lnTo>
                  <a:pt x="1952625" y="2238375"/>
                </a:lnTo>
                <a:lnTo>
                  <a:pt x="1981200" y="2238375"/>
                </a:lnTo>
                <a:lnTo>
                  <a:pt x="1981200" y="2247900"/>
                </a:lnTo>
                <a:lnTo>
                  <a:pt x="1990725" y="2247900"/>
                </a:lnTo>
                <a:lnTo>
                  <a:pt x="1990725" y="2257425"/>
                </a:lnTo>
                <a:lnTo>
                  <a:pt x="1981200" y="2257425"/>
                </a:lnTo>
                <a:lnTo>
                  <a:pt x="1981200" y="2286000"/>
                </a:lnTo>
                <a:lnTo>
                  <a:pt x="1962150" y="2286000"/>
                </a:lnTo>
                <a:lnTo>
                  <a:pt x="1962150" y="2295525"/>
                </a:lnTo>
                <a:lnTo>
                  <a:pt x="1952625" y="2295525"/>
                </a:lnTo>
                <a:lnTo>
                  <a:pt x="1952625" y="2286000"/>
                </a:lnTo>
                <a:lnTo>
                  <a:pt x="1933575" y="2286000"/>
                </a:lnTo>
                <a:lnTo>
                  <a:pt x="1933575" y="2257425"/>
                </a:lnTo>
                <a:lnTo>
                  <a:pt x="1924050" y="2257425"/>
                </a:lnTo>
                <a:close/>
                <a:moveTo>
                  <a:pt x="3390900" y="2276475"/>
                </a:moveTo>
                <a:lnTo>
                  <a:pt x="3400425" y="2276475"/>
                </a:lnTo>
                <a:lnTo>
                  <a:pt x="3400425" y="2333625"/>
                </a:lnTo>
                <a:lnTo>
                  <a:pt x="3390900" y="2333625"/>
                </a:lnTo>
                <a:close/>
                <a:moveTo>
                  <a:pt x="3381375" y="2371725"/>
                </a:moveTo>
                <a:lnTo>
                  <a:pt x="3390900" y="2371725"/>
                </a:lnTo>
                <a:lnTo>
                  <a:pt x="3390900" y="2400300"/>
                </a:lnTo>
                <a:lnTo>
                  <a:pt x="3381375" y="2400300"/>
                </a:lnTo>
                <a:close/>
                <a:moveTo>
                  <a:pt x="3371850" y="2419350"/>
                </a:moveTo>
                <a:lnTo>
                  <a:pt x="3381375" y="2419350"/>
                </a:lnTo>
                <a:lnTo>
                  <a:pt x="3381375" y="2466975"/>
                </a:lnTo>
                <a:lnTo>
                  <a:pt x="3371850" y="2466975"/>
                </a:lnTo>
                <a:close/>
                <a:moveTo>
                  <a:pt x="2514600" y="2457450"/>
                </a:moveTo>
                <a:lnTo>
                  <a:pt x="2533650" y="2457450"/>
                </a:lnTo>
                <a:lnTo>
                  <a:pt x="2533650" y="2486025"/>
                </a:lnTo>
                <a:lnTo>
                  <a:pt x="2524125" y="2486025"/>
                </a:lnTo>
                <a:lnTo>
                  <a:pt x="2524125" y="2495550"/>
                </a:lnTo>
                <a:lnTo>
                  <a:pt x="2514600" y="2495550"/>
                </a:lnTo>
                <a:close/>
                <a:moveTo>
                  <a:pt x="3362325" y="2466975"/>
                </a:moveTo>
                <a:lnTo>
                  <a:pt x="3371850" y="2466975"/>
                </a:lnTo>
                <a:lnTo>
                  <a:pt x="3371850" y="2533650"/>
                </a:lnTo>
                <a:lnTo>
                  <a:pt x="3362325" y="2533650"/>
                </a:lnTo>
                <a:close/>
                <a:moveTo>
                  <a:pt x="2438400" y="2486025"/>
                </a:moveTo>
                <a:lnTo>
                  <a:pt x="2486025" y="2486025"/>
                </a:lnTo>
                <a:lnTo>
                  <a:pt x="2486025" y="2505075"/>
                </a:lnTo>
                <a:lnTo>
                  <a:pt x="2438400" y="2505075"/>
                </a:lnTo>
                <a:close/>
                <a:moveTo>
                  <a:pt x="3352800" y="2543175"/>
                </a:moveTo>
                <a:lnTo>
                  <a:pt x="3362325" y="2543175"/>
                </a:lnTo>
                <a:lnTo>
                  <a:pt x="3362325" y="2609850"/>
                </a:lnTo>
                <a:lnTo>
                  <a:pt x="3352800" y="2609850"/>
                </a:lnTo>
                <a:close/>
                <a:moveTo>
                  <a:pt x="1971675" y="2590800"/>
                </a:moveTo>
                <a:lnTo>
                  <a:pt x="1981200" y="2590800"/>
                </a:lnTo>
                <a:lnTo>
                  <a:pt x="1981200" y="2600325"/>
                </a:lnTo>
                <a:lnTo>
                  <a:pt x="2000250" y="2600325"/>
                </a:lnTo>
                <a:lnTo>
                  <a:pt x="2000250" y="2628900"/>
                </a:lnTo>
                <a:lnTo>
                  <a:pt x="2009775" y="2628900"/>
                </a:lnTo>
                <a:lnTo>
                  <a:pt x="2009775" y="2647950"/>
                </a:lnTo>
                <a:lnTo>
                  <a:pt x="1962150" y="2647950"/>
                </a:lnTo>
                <a:lnTo>
                  <a:pt x="1962150" y="2638425"/>
                </a:lnTo>
                <a:lnTo>
                  <a:pt x="1952625" y="2638425"/>
                </a:lnTo>
                <a:lnTo>
                  <a:pt x="1952625" y="2619375"/>
                </a:lnTo>
                <a:lnTo>
                  <a:pt x="1962150" y="2619375"/>
                </a:lnTo>
                <a:lnTo>
                  <a:pt x="1962150" y="2600325"/>
                </a:lnTo>
                <a:lnTo>
                  <a:pt x="1971675" y="2600325"/>
                </a:lnTo>
                <a:close/>
                <a:moveTo>
                  <a:pt x="2009775" y="2609850"/>
                </a:moveTo>
                <a:lnTo>
                  <a:pt x="2019300" y="2609850"/>
                </a:lnTo>
                <a:lnTo>
                  <a:pt x="2019300" y="2619375"/>
                </a:lnTo>
                <a:lnTo>
                  <a:pt x="2009775" y="2619375"/>
                </a:lnTo>
                <a:close/>
                <a:moveTo>
                  <a:pt x="3343275" y="2628900"/>
                </a:moveTo>
                <a:lnTo>
                  <a:pt x="3352800" y="2628900"/>
                </a:lnTo>
                <a:lnTo>
                  <a:pt x="3352800" y="2676525"/>
                </a:lnTo>
                <a:lnTo>
                  <a:pt x="3343275" y="2676525"/>
                </a:lnTo>
                <a:close/>
                <a:moveTo>
                  <a:pt x="1962150" y="2638425"/>
                </a:moveTo>
                <a:lnTo>
                  <a:pt x="1971675" y="2638425"/>
                </a:lnTo>
                <a:lnTo>
                  <a:pt x="1971675" y="2628900"/>
                </a:lnTo>
                <a:lnTo>
                  <a:pt x="1962150" y="2628900"/>
                </a:lnTo>
                <a:close/>
                <a:moveTo>
                  <a:pt x="2133600" y="2667000"/>
                </a:moveTo>
                <a:lnTo>
                  <a:pt x="2143125" y="2667000"/>
                </a:lnTo>
                <a:lnTo>
                  <a:pt x="2143125" y="2676525"/>
                </a:lnTo>
                <a:lnTo>
                  <a:pt x="2133600" y="2676525"/>
                </a:lnTo>
                <a:close/>
                <a:moveTo>
                  <a:pt x="3324225" y="2676525"/>
                </a:moveTo>
                <a:lnTo>
                  <a:pt x="3343275" y="2676525"/>
                </a:lnTo>
                <a:lnTo>
                  <a:pt x="3343275" y="2752725"/>
                </a:lnTo>
                <a:lnTo>
                  <a:pt x="3333750" y="2752725"/>
                </a:lnTo>
                <a:lnTo>
                  <a:pt x="3333750" y="2705100"/>
                </a:lnTo>
                <a:lnTo>
                  <a:pt x="3324225" y="2705100"/>
                </a:lnTo>
                <a:close/>
                <a:moveTo>
                  <a:pt x="2247900" y="2762250"/>
                </a:moveTo>
                <a:lnTo>
                  <a:pt x="2257425" y="2762250"/>
                </a:lnTo>
                <a:lnTo>
                  <a:pt x="2257425" y="2771775"/>
                </a:lnTo>
                <a:lnTo>
                  <a:pt x="2247900" y="2771775"/>
                </a:lnTo>
                <a:close/>
                <a:moveTo>
                  <a:pt x="3314700" y="2762250"/>
                </a:moveTo>
                <a:lnTo>
                  <a:pt x="3333750" y="2762250"/>
                </a:lnTo>
                <a:lnTo>
                  <a:pt x="3333750" y="2809875"/>
                </a:lnTo>
                <a:lnTo>
                  <a:pt x="3324225" y="2809875"/>
                </a:lnTo>
                <a:lnTo>
                  <a:pt x="3324225" y="2886075"/>
                </a:lnTo>
                <a:lnTo>
                  <a:pt x="3314700" y="2886075"/>
                </a:lnTo>
                <a:lnTo>
                  <a:pt x="3314700" y="2819400"/>
                </a:lnTo>
                <a:lnTo>
                  <a:pt x="3305175" y="2819400"/>
                </a:lnTo>
                <a:lnTo>
                  <a:pt x="3305175" y="2800350"/>
                </a:lnTo>
                <a:lnTo>
                  <a:pt x="3295650" y="2800350"/>
                </a:lnTo>
                <a:lnTo>
                  <a:pt x="3295650" y="2781300"/>
                </a:lnTo>
                <a:lnTo>
                  <a:pt x="3305175" y="2781300"/>
                </a:lnTo>
                <a:lnTo>
                  <a:pt x="3305175" y="2771775"/>
                </a:lnTo>
                <a:lnTo>
                  <a:pt x="3314700" y="2771775"/>
                </a:lnTo>
                <a:close/>
                <a:moveTo>
                  <a:pt x="2352675" y="2781300"/>
                </a:moveTo>
                <a:lnTo>
                  <a:pt x="2371725" y="2781300"/>
                </a:lnTo>
                <a:lnTo>
                  <a:pt x="2371725" y="2800350"/>
                </a:lnTo>
                <a:lnTo>
                  <a:pt x="2362200" y="2800350"/>
                </a:lnTo>
                <a:lnTo>
                  <a:pt x="2362200" y="2790825"/>
                </a:lnTo>
                <a:lnTo>
                  <a:pt x="2352675" y="2790825"/>
                </a:lnTo>
                <a:close/>
                <a:moveTo>
                  <a:pt x="2447925" y="2790825"/>
                </a:moveTo>
                <a:lnTo>
                  <a:pt x="2457450" y="2790825"/>
                </a:lnTo>
                <a:lnTo>
                  <a:pt x="2457450" y="2800350"/>
                </a:lnTo>
                <a:lnTo>
                  <a:pt x="2447925" y="2800350"/>
                </a:lnTo>
                <a:close/>
                <a:moveTo>
                  <a:pt x="2200275" y="2809875"/>
                </a:moveTo>
                <a:lnTo>
                  <a:pt x="2238375" y="2809875"/>
                </a:lnTo>
                <a:lnTo>
                  <a:pt x="2238375" y="2819400"/>
                </a:lnTo>
                <a:lnTo>
                  <a:pt x="2266950" y="2819400"/>
                </a:lnTo>
                <a:lnTo>
                  <a:pt x="2266950" y="2809875"/>
                </a:lnTo>
                <a:lnTo>
                  <a:pt x="2276475" y="2809875"/>
                </a:lnTo>
                <a:lnTo>
                  <a:pt x="2276475" y="2819400"/>
                </a:lnTo>
                <a:lnTo>
                  <a:pt x="2295525" y="2819400"/>
                </a:lnTo>
                <a:lnTo>
                  <a:pt x="2295525" y="2828925"/>
                </a:lnTo>
                <a:lnTo>
                  <a:pt x="2362200" y="2828925"/>
                </a:lnTo>
                <a:lnTo>
                  <a:pt x="2362200" y="2809875"/>
                </a:lnTo>
                <a:lnTo>
                  <a:pt x="2381250" y="2809875"/>
                </a:lnTo>
                <a:lnTo>
                  <a:pt x="2381250" y="2838450"/>
                </a:lnTo>
                <a:lnTo>
                  <a:pt x="2362200" y="2838450"/>
                </a:lnTo>
                <a:lnTo>
                  <a:pt x="2362200" y="2847975"/>
                </a:lnTo>
                <a:lnTo>
                  <a:pt x="2324100" y="2847975"/>
                </a:lnTo>
                <a:lnTo>
                  <a:pt x="2324100" y="2857500"/>
                </a:lnTo>
                <a:lnTo>
                  <a:pt x="2314575" y="2857500"/>
                </a:lnTo>
                <a:lnTo>
                  <a:pt x="2314575" y="2886075"/>
                </a:lnTo>
                <a:lnTo>
                  <a:pt x="2295525" y="2886075"/>
                </a:lnTo>
                <a:lnTo>
                  <a:pt x="2295525" y="2876550"/>
                </a:lnTo>
                <a:lnTo>
                  <a:pt x="2266950" y="2876550"/>
                </a:lnTo>
                <a:lnTo>
                  <a:pt x="2266950" y="2867025"/>
                </a:lnTo>
                <a:lnTo>
                  <a:pt x="2257425" y="2867025"/>
                </a:lnTo>
                <a:lnTo>
                  <a:pt x="2257425" y="2857500"/>
                </a:lnTo>
                <a:lnTo>
                  <a:pt x="2228850" y="2857500"/>
                </a:lnTo>
                <a:lnTo>
                  <a:pt x="2228850" y="2847975"/>
                </a:lnTo>
                <a:lnTo>
                  <a:pt x="2200275" y="2847975"/>
                </a:lnTo>
                <a:close/>
                <a:moveTo>
                  <a:pt x="2400300" y="2828925"/>
                </a:moveTo>
                <a:lnTo>
                  <a:pt x="2419350" y="2828925"/>
                </a:lnTo>
                <a:lnTo>
                  <a:pt x="2419350" y="2838450"/>
                </a:lnTo>
                <a:lnTo>
                  <a:pt x="2428875" y="2838450"/>
                </a:lnTo>
                <a:lnTo>
                  <a:pt x="2428875" y="2847975"/>
                </a:lnTo>
                <a:lnTo>
                  <a:pt x="2438400" y="2847975"/>
                </a:lnTo>
                <a:lnTo>
                  <a:pt x="2438400" y="2857500"/>
                </a:lnTo>
                <a:lnTo>
                  <a:pt x="2419350" y="2857500"/>
                </a:lnTo>
                <a:lnTo>
                  <a:pt x="2419350" y="2847975"/>
                </a:lnTo>
                <a:lnTo>
                  <a:pt x="2390775" y="2847975"/>
                </a:lnTo>
                <a:lnTo>
                  <a:pt x="2390775" y="2838450"/>
                </a:lnTo>
                <a:lnTo>
                  <a:pt x="2400300" y="2838450"/>
                </a:lnTo>
                <a:close/>
                <a:moveTo>
                  <a:pt x="2190750" y="2847975"/>
                </a:moveTo>
                <a:lnTo>
                  <a:pt x="2200275" y="2847975"/>
                </a:lnTo>
                <a:lnTo>
                  <a:pt x="2200275" y="2867025"/>
                </a:lnTo>
                <a:lnTo>
                  <a:pt x="2181225" y="2867025"/>
                </a:lnTo>
                <a:lnTo>
                  <a:pt x="2181225" y="2857500"/>
                </a:lnTo>
                <a:lnTo>
                  <a:pt x="2190750" y="2857500"/>
                </a:lnTo>
                <a:close/>
                <a:moveTo>
                  <a:pt x="2257425" y="2857500"/>
                </a:moveTo>
                <a:lnTo>
                  <a:pt x="2276475" y="2857500"/>
                </a:lnTo>
                <a:lnTo>
                  <a:pt x="2276475" y="2847975"/>
                </a:lnTo>
                <a:lnTo>
                  <a:pt x="2266950" y="2847975"/>
                </a:lnTo>
                <a:lnTo>
                  <a:pt x="2266950" y="2838450"/>
                </a:lnTo>
                <a:lnTo>
                  <a:pt x="2257425" y="2838450"/>
                </a:lnTo>
                <a:close/>
                <a:moveTo>
                  <a:pt x="2924175" y="2857500"/>
                </a:moveTo>
                <a:lnTo>
                  <a:pt x="2990850" y="2857500"/>
                </a:lnTo>
                <a:lnTo>
                  <a:pt x="2990850" y="2867025"/>
                </a:lnTo>
                <a:lnTo>
                  <a:pt x="3009900" y="2867025"/>
                </a:lnTo>
                <a:lnTo>
                  <a:pt x="3009900" y="2876550"/>
                </a:lnTo>
                <a:lnTo>
                  <a:pt x="2971800" y="2876550"/>
                </a:lnTo>
                <a:lnTo>
                  <a:pt x="2971800" y="2867025"/>
                </a:lnTo>
                <a:lnTo>
                  <a:pt x="2924175" y="2867025"/>
                </a:lnTo>
                <a:close/>
                <a:moveTo>
                  <a:pt x="2905125" y="2867025"/>
                </a:moveTo>
                <a:lnTo>
                  <a:pt x="2914650" y="2867025"/>
                </a:lnTo>
                <a:lnTo>
                  <a:pt x="2914650" y="2876550"/>
                </a:lnTo>
                <a:lnTo>
                  <a:pt x="2905125" y="2876550"/>
                </a:lnTo>
                <a:close/>
                <a:moveTo>
                  <a:pt x="2895600" y="2876550"/>
                </a:moveTo>
                <a:lnTo>
                  <a:pt x="2905125" y="2876550"/>
                </a:lnTo>
                <a:lnTo>
                  <a:pt x="2905125" y="2886075"/>
                </a:lnTo>
                <a:lnTo>
                  <a:pt x="2895600" y="2886075"/>
                </a:lnTo>
                <a:close/>
                <a:moveTo>
                  <a:pt x="3057525" y="2876550"/>
                </a:moveTo>
                <a:lnTo>
                  <a:pt x="3105150" y="2876550"/>
                </a:lnTo>
                <a:lnTo>
                  <a:pt x="3105150" y="2886075"/>
                </a:lnTo>
                <a:lnTo>
                  <a:pt x="3057525" y="2886075"/>
                </a:lnTo>
                <a:close/>
                <a:moveTo>
                  <a:pt x="2886075" y="2886075"/>
                </a:moveTo>
                <a:lnTo>
                  <a:pt x="2895600" y="2886075"/>
                </a:lnTo>
                <a:lnTo>
                  <a:pt x="2895600" y="2895600"/>
                </a:lnTo>
                <a:lnTo>
                  <a:pt x="2886075" y="2895600"/>
                </a:lnTo>
                <a:close/>
                <a:moveTo>
                  <a:pt x="2181225" y="2905125"/>
                </a:moveTo>
                <a:lnTo>
                  <a:pt x="2209800" y="2905125"/>
                </a:lnTo>
                <a:lnTo>
                  <a:pt x="2209800" y="2924175"/>
                </a:lnTo>
                <a:lnTo>
                  <a:pt x="2181225" y="2924175"/>
                </a:lnTo>
                <a:close/>
                <a:moveTo>
                  <a:pt x="2457450" y="2905125"/>
                </a:moveTo>
                <a:lnTo>
                  <a:pt x="2466975" y="2905125"/>
                </a:lnTo>
                <a:lnTo>
                  <a:pt x="2466975" y="2914650"/>
                </a:lnTo>
                <a:lnTo>
                  <a:pt x="2457450" y="2914650"/>
                </a:lnTo>
                <a:close/>
                <a:moveTo>
                  <a:pt x="3305175" y="2914650"/>
                </a:moveTo>
                <a:lnTo>
                  <a:pt x="3314700" y="2914650"/>
                </a:lnTo>
                <a:lnTo>
                  <a:pt x="3314700" y="2952750"/>
                </a:lnTo>
                <a:lnTo>
                  <a:pt x="3305175" y="2952750"/>
                </a:lnTo>
                <a:lnTo>
                  <a:pt x="3305175" y="3028950"/>
                </a:lnTo>
                <a:lnTo>
                  <a:pt x="3295650" y="3028950"/>
                </a:lnTo>
                <a:lnTo>
                  <a:pt x="3295650" y="2990850"/>
                </a:lnTo>
                <a:lnTo>
                  <a:pt x="3276600" y="2990850"/>
                </a:lnTo>
                <a:lnTo>
                  <a:pt x="3276600" y="2981325"/>
                </a:lnTo>
                <a:lnTo>
                  <a:pt x="3267075" y="2981325"/>
                </a:lnTo>
                <a:lnTo>
                  <a:pt x="3267075" y="2962275"/>
                </a:lnTo>
                <a:lnTo>
                  <a:pt x="3276600" y="2962275"/>
                </a:lnTo>
                <a:lnTo>
                  <a:pt x="3276600" y="2952750"/>
                </a:lnTo>
                <a:lnTo>
                  <a:pt x="3295650" y="2952750"/>
                </a:lnTo>
                <a:lnTo>
                  <a:pt x="3295650" y="2933700"/>
                </a:lnTo>
                <a:lnTo>
                  <a:pt x="3305175" y="2933700"/>
                </a:lnTo>
                <a:close/>
                <a:moveTo>
                  <a:pt x="1990725" y="2952750"/>
                </a:moveTo>
                <a:lnTo>
                  <a:pt x="2000250" y="2952750"/>
                </a:lnTo>
                <a:lnTo>
                  <a:pt x="2000250" y="2962275"/>
                </a:lnTo>
                <a:lnTo>
                  <a:pt x="2028825" y="2962275"/>
                </a:lnTo>
                <a:lnTo>
                  <a:pt x="2028825" y="2990850"/>
                </a:lnTo>
                <a:lnTo>
                  <a:pt x="2038350" y="2990850"/>
                </a:lnTo>
                <a:lnTo>
                  <a:pt x="2038350" y="3000375"/>
                </a:lnTo>
                <a:lnTo>
                  <a:pt x="2028825" y="3000375"/>
                </a:lnTo>
                <a:lnTo>
                  <a:pt x="2028825" y="3009900"/>
                </a:lnTo>
                <a:lnTo>
                  <a:pt x="1990725" y="3009900"/>
                </a:lnTo>
                <a:lnTo>
                  <a:pt x="1990725" y="3000375"/>
                </a:lnTo>
                <a:lnTo>
                  <a:pt x="1971675" y="3000375"/>
                </a:lnTo>
                <a:lnTo>
                  <a:pt x="1971675" y="2981325"/>
                </a:lnTo>
                <a:lnTo>
                  <a:pt x="1981200" y="2981325"/>
                </a:lnTo>
                <a:lnTo>
                  <a:pt x="1981200" y="2962275"/>
                </a:lnTo>
                <a:lnTo>
                  <a:pt x="1990725" y="2962275"/>
                </a:lnTo>
                <a:close/>
                <a:moveTo>
                  <a:pt x="3067050" y="3019425"/>
                </a:moveTo>
                <a:lnTo>
                  <a:pt x="3076575" y="3019425"/>
                </a:lnTo>
                <a:lnTo>
                  <a:pt x="3076575" y="3028950"/>
                </a:lnTo>
                <a:lnTo>
                  <a:pt x="3067050" y="3028950"/>
                </a:lnTo>
                <a:close/>
                <a:moveTo>
                  <a:pt x="3124200" y="3028950"/>
                </a:moveTo>
                <a:lnTo>
                  <a:pt x="3143250" y="3028950"/>
                </a:lnTo>
                <a:lnTo>
                  <a:pt x="3143250" y="3038475"/>
                </a:lnTo>
                <a:lnTo>
                  <a:pt x="3124200" y="3038475"/>
                </a:lnTo>
                <a:close/>
                <a:moveTo>
                  <a:pt x="3286125" y="3048000"/>
                </a:moveTo>
                <a:lnTo>
                  <a:pt x="3295650" y="3048000"/>
                </a:lnTo>
                <a:lnTo>
                  <a:pt x="3295650" y="3095625"/>
                </a:lnTo>
                <a:lnTo>
                  <a:pt x="3286125" y="3095625"/>
                </a:lnTo>
                <a:close/>
                <a:moveTo>
                  <a:pt x="3276600" y="3124200"/>
                </a:moveTo>
                <a:lnTo>
                  <a:pt x="3286125" y="3124200"/>
                </a:lnTo>
                <a:lnTo>
                  <a:pt x="3286125" y="3171825"/>
                </a:lnTo>
                <a:lnTo>
                  <a:pt x="3276600" y="3171825"/>
                </a:lnTo>
                <a:close/>
                <a:moveTo>
                  <a:pt x="2486025" y="3162300"/>
                </a:moveTo>
                <a:lnTo>
                  <a:pt x="2505075" y="3162300"/>
                </a:lnTo>
                <a:lnTo>
                  <a:pt x="2505075" y="3171825"/>
                </a:lnTo>
                <a:lnTo>
                  <a:pt x="2486025" y="3171825"/>
                </a:lnTo>
                <a:close/>
                <a:moveTo>
                  <a:pt x="2295525" y="3181350"/>
                </a:moveTo>
                <a:lnTo>
                  <a:pt x="2314575" y="3181350"/>
                </a:lnTo>
                <a:lnTo>
                  <a:pt x="2314575" y="3190875"/>
                </a:lnTo>
                <a:lnTo>
                  <a:pt x="2324100" y="3190875"/>
                </a:lnTo>
                <a:lnTo>
                  <a:pt x="2324100" y="3200400"/>
                </a:lnTo>
                <a:lnTo>
                  <a:pt x="2371725" y="3200400"/>
                </a:lnTo>
                <a:lnTo>
                  <a:pt x="2371725" y="3209925"/>
                </a:lnTo>
                <a:lnTo>
                  <a:pt x="2362200" y="3209925"/>
                </a:lnTo>
                <a:lnTo>
                  <a:pt x="2362200" y="3219450"/>
                </a:lnTo>
                <a:lnTo>
                  <a:pt x="2343150" y="3219450"/>
                </a:lnTo>
                <a:lnTo>
                  <a:pt x="2343150" y="3248025"/>
                </a:lnTo>
                <a:lnTo>
                  <a:pt x="2305050" y="3248025"/>
                </a:lnTo>
                <a:lnTo>
                  <a:pt x="2305050" y="3238500"/>
                </a:lnTo>
                <a:lnTo>
                  <a:pt x="2295525" y="3238500"/>
                </a:lnTo>
                <a:lnTo>
                  <a:pt x="2295525" y="3228975"/>
                </a:lnTo>
                <a:lnTo>
                  <a:pt x="2305050" y="3228975"/>
                </a:lnTo>
                <a:lnTo>
                  <a:pt x="2305050" y="3200400"/>
                </a:lnTo>
                <a:lnTo>
                  <a:pt x="2295525" y="3200400"/>
                </a:lnTo>
                <a:close/>
                <a:moveTo>
                  <a:pt x="2495550" y="3181350"/>
                </a:moveTo>
                <a:lnTo>
                  <a:pt x="2505075" y="3181350"/>
                </a:lnTo>
                <a:lnTo>
                  <a:pt x="2505075" y="3200400"/>
                </a:lnTo>
                <a:lnTo>
                  <a:pt x="2495550" y="3200400"/>
                </a:lnTo>
                <a:close/>
                <a:moveTo>
                  <a:pt x="2628900" y="3190875"/>
                </a:moveTo>
                <a:lnTo>
                  <a:pt x="2638425" y="3190875"/>
                </a:lnTo>
                <a:lnTo>
                  <a:pt x="2638425" y="3200400"/>
                </a:lnTo>
                <a:lnTo>
                  <a:pt x="2628900" y="3200400"/>
                </a:lnTo>
                <a:close/>
                <a:moveTo>
                  <a:pt x="2381250" y="3200400"/>
                </a:moveTo>
                <a:lnTo>
                  <a:pt x="2428875" y="3200400"/>
                </a:lnTo>
                <a:lnTo>
                  <a:pt x="2428875" y="3219450"/>
                </a:lnTo>
                <a:lnTo>
                  <a:pt x="2381250" y="3219450"/>
                </a:lnTo>
                <a:close/>
                <a:moveTo>
                  <a:pt x="3267075" y="3200400"/>
                </a:moveTo>
                <a:lnTo>
                  <a:pt x="3276600" y="3200400"/>
                </a:lnTo>
                <a:lnTo>
                  <a:pt x="3276600" y="3238500"/>
                </a:lnTo>
                <a:lnTo>
                  <a:pt x="3267075" y="3238500"/>
                </a:lnTo>
                <a:close/>
                <a:moveTo>
                  <a:pt x="2990850" y="3228975"/>
                </a:moveTo>
                <a:lnTo>
                  <a:pt x="3000375" y="3228975"/>
                </a:lnTo>
                <a:lnTo>
                  <a:pt x="3000375" y="3238500"/>
                </a:lnTo>
                <a:lnTo>
                  <a:pt x="2990850" y="3238500"/>
                </a:lnTo>
                <a:close/>
                <a:moveTo>
                  <a:pt x="3038475" y="3238500"/>
                </a:moveTo>
                <a:lnTo>
                  <a:pt x="3048000" y="3238500"/>
                </a:lnTo>
                <a:lnTo>
                  <a:pt x="3048000" y="3248025"/>
                </a:lnTo>
                <a:lnTo>
                  <a:pt x="3038475" y="3248025"/>
                </a:lnTo>
                <a:close/>
                <a:moveTo>
                  <a:pt x="3257550" y="3276600"/>
                </a:moveTo>
                <a:lnTo>
                  <a:pt x="3267075" y="3276600"/>
                </a:lnTo>
                <a:lnTo>
                  <a:pt x="3267075" y="3324225"/>
                </a:lnTo>
                <a:lnTo>
                  <a:pt x="3257550" y="3324225"/>
                </a:lnTo>
                <a:close/>
                <a:moveTo>
                  <a:pt x="2009775" y="3314700"/>
                </a:moveTo>
                <a:lnTo>
                  <a:pt x="2038350" y="3314700"/>
                </a:lnTo>
                <a:lnTo>
                  <a:pt x="2038350" y="3324225"/>
                </a:lnTo>
                <a:lnTo>
                  <a:pt x="2047875" y="3324225"/>
                </a:lnTo>
                <a:lnTo>
                  <a:pt x="2047875" y="3333750"/>
                </a:lnTo>
                <a:lnTo>
                  <a:pt x="2057400" y="3333750"/>
                </a:lnTo>
                <a:lnTo>
                  <a:pt x="2057400" y="3343275"/>
                </a:lnTo>
                <a:lnTo>
                  <a:pt x="2076450" y="3343275"/>
                </a:lnTo>
                <a:lnTo>
                  <a:pt x="2076450" y="3352800"/>
                </a:lnTo>
                <a:lnTo>
                  <a:pt x="2105025" y="3352800"/>
                </a:lnTo>
                <a:lnTo>
                  <a:pt x="2105025" y="3381375"/>
                </a:lnTo>
                <a:lnTo>
                  <a:pt x="2114550" y="3381375"/>
                </a:lnTo>
                <a:lnTo>
                  <a:pt x="2114550" y="3371850"/>
                </a:lnTo>
                <a:lnTo>
                  <a:pt x="2133600" y="3371850"/>
                </a:lnTo>
                <a:lnTo>
                  <a:pt x="2133600" y="3390900"/>
                </a:lnTo>
                <a:lnTo>
                  <a:pt x="2114550" y="3390900"/>
                </a:lnTo>
                <a:lnTo>
                  <a:pt x="2114550" y="3409950"/>
                </a:lnTo>
                <a:lnTo>
                  <a:pt x="2124075" y="3409950"/>
                </a:lnTo>
                <a:lnTo>
                  <a:pt x="2124075" y="3419475"/>
                </a:lnTo>
                <a:lnTo>
                  <a:pt x="2143125" y="3419475"/>
                </a:lnTo>
                <a:lnTo>
                  <a:pt x="2143125" y="3448050"/>
                </a:lnTo>
                <a:lnTo>
                  <a:pt x="2152650" y="3448050"/>
                </a:lnTo>
                <a:lnTo>
                  <a:pt x="2152650" y="3457575"/>
                </a:lnTo>
                <a:lnTo>
                  <a:pt x="2133600" y="3457575"/>
                </a:lnTo>
                <a:lnTo>
                  <a:pt x="2133600" y="3467100"/>
                </a:lnTo>
                <a:lnTo>
                  <a:pt x="2124075" y="3467100"/>
                </a:lnTo>
                <a:lnTo>
                  <a:pt x="2124075" y="3438525"/>
                </a:lnTo>
                <a:lnTo>
                  <a:pt x="2095500" y="3438525"/>
                </a:lnTo>
                <a:lnTo>
                  <a:pt x="2095500" y="3448050"/>
                </a:lnTo>
                <a:lnTo>
                  <a:pt x="2085975" y="3448050"/>
                </a:lnTo>
                <a:lnTo>
                  <a:pt x="2085975" y="3476625"/>
                </a:lnTo>
                <a:lnTo>
                  <a:pt x="2105025" y="3476625"/>
                </a:lnTo>
                <a:lnTo>
                  <a:pt x="2105025" y="3486150"/>
                </a:lnTo>
                <a:lnTo>
                  <a:pt x="2114550" y="3486150"/>
                </a:lnTo>
                <a:lnTo>
                  <a:pt x="2114550" y="3495675"/>
                </a:lnTo>
                <a:lnTo>
                  <a:pt x="2143125" y="3495675"/>
                </a:lnTo>
                <a:lnTo>
                  <a:pt x="2143125" y="3505200"/>
                </a:lnTo>
                <a:lnTo>
                  <a:pt x="2133600" y="3505200"/>
                </a:lnTo>
                <a:lnTo>
                  <a:pt x="2133600" y="3514725"/>
                </a:lnTo>
                <a:lnTo>
                  <a:pt x="2152650" y="3514725"/>
                </a:lnTo>
                <a:lnTo>
                  <a:pt x="2152650" y="3524250"/>
                </a:lnTo>
                <a:lnTo>
                  <a:pt x="2247900" y="3524250"/>
                </a:lnTo>
                <a:lnTo>
                  <a:pt x="2247900" y="3533775"/>
                </a:lnTo>
                <a:lnTo>
                  <a:pt x="2257425" y="3533775"/>
                </a:lnTo>
                <a:lnTo>
                  <a:pt x="2257425" y="3543300"/>
                </a:lnTo>
                <a:lnTo>
                  <a:pt x="2247900" y="3543300"/>
                </a:lnTo>
                <a:lnTo>
                  <a:pt x="2247900" y="3571875"/>
                </a:lnTo>
                <a:lnTo>
                  <a:pt x="2257425" y="3571875"/>
                </a:lnTo>
                <a:lnTo>
                  <a:pt x="2257425" y="3562350"/>
                </a:lnTo>
                <a:lnTo>
                  <a:pt x="2286000" y="3562350"/>
                </a:lnTo>
                <a:lnTo>
                  <a:pt x="2286000" y="3581400"/>
                </a:lnTo>
                <a:lnTo>
                  <a:pt x="2276475" y="3581400"/>
                </a:lnTo>
                <a:lnTo>
                  <a:pt x="2276475" y="3590925"/>
                </a:lnTo>
                <a:lnTo>
                  <a:pt x="2266950" y="3590925"/>
                </a:lnTo>
                <a:lnTo>
                  <a:pt x="2266950" y="3609975"/>
                </a:lnTo>
                <a:lnTo>
                  <a:pt x="2257425" y="3609975"/>
                </a:lnTo>
                <a:lnTo>
                  <a:pt x="2257425" y="3600450"/>
                </a:lnTo>
                <a:lnTo>
                  <a:pt x="2238375" y="3600450"/>
                </a:lnTo>
                <a:lnTo>
                  <a:pt x="2238375" y="3609975"/>
                </a:lnTo>
                <a:lnTo>
                  <a:pt x="2228850" y="3609975"/>
                </a:lnTo>
                <a:lnTo>
                  <a:pt x="2228850" y="3619500"/>
                </a:lnTo>
                <a:lnTo>
                  <a:pt x="2171700" y="3619500"/>
                </a:lnTo>
                <a:lnTo>
                  <a:pt x="2171700" y="3629025"/>
                </a:lnTo>
                <a:lnTo>
                  <a:pt x="2152650" y="3629025"/>
                </a:lnTo>
                <a:lnTo>
                  <a:pt x="2152650" y="3590925"/>
                </a:lnTo>
                <a:lnTo>
                  <a:pt x="2162175" y="3590925"/>
                </a:lnTo>
                <a:lnTo>
                  <a:pt x="2162175" y="3562350"/>
                </a:lnTo>
                <a:lnTo>
                  <a:pt x="2152650" y="3562350"/>
                </a:lnTo>
                <a:lnTo>
                  <a:pt x="2152650" y="3552825"/>
                </a:lnTo>
                <a:lnTo>
                  <a:pt x="2143125" y="3552825"/>
                </a:lnTo>
                <a:lnTo>
                  <a:pt x="2143125" y="3543300"/>
                </a:lnTo>
                <a:lnTo>
                  <a:pt x="2133600" y="3543300"/>
                </a:lnTo>
                <a:lnTo>
                  <a:pt x="2133600" y="3533775"/>
                </a:lnTo>
                <a:lnTo>
                  <a:pt x="2124075" y="3533775"/>
                </a:lnTo>
                <a:lnTo>
                  <a:pt x="2124075" y="3524250"/>
                </a:lnTo>
                <a:lnTo>
                  <a:pt x="2105025" y="3524250"/>
                </a:lnTo>
                <a:lnTo>
                  <a:pt x="2105025" y="3533775"/>
                </a:lnTo>
                <a:lnTo>
                  <a:pt x="2095500" y="3533775"/>
                </a:lnTo>
                <a:lnTo>
                  <a:pt x="2095500" y="3543300"/>
                </a:lnTo>
                <a:lnTo>
                  <a:pt x="2076450" y="3543300"/>
                </a:lnTo>
                <a:lnTo>
                  <a:pt x="2076450" y="3552825"/>
                </a:lnTo>
                <a:lnTo>
                  <a:pt x="2066925" y="3552825"/>
                </a:lnTo>
                <a:lnTo>
                  <a:pt x="2066925" y="3562350"/>
                </a:lnTo>
                <a:lnTo>
                  <a:pt x="2057400" y="3562350"/>
                </a:lnTo>
                <a:lnTo>
                  <a:pt x="2057400" y="3619500"/>
                </a:lnTo>
                <a:lnTo>
                  <a:pt x="2066925" y="3619500"/>
                </a:lnTo>
                <a:lnTo>
                  <a:pt x="2066925" y="3629025"/>
                </a:lnTo>
                <a:lnTo>
                  <a:pt x="2057400" y="3629025"/>
                </a:lnTo>
                <a:lnTo>
                  <a:pt x="2057400" y="3638550"/>
                </a:lnTo>
                <a:lnTo>
                  <a:pt x="2028825" y="3638550"/>
                </a:lnTo>
                <a:lnTo>
                  <a:pt x="2028825" y="3629025"/>
                </a:lnTo>
                <a:lnTo>
                  <a:pt x="2019300" y="3629025"/>
                </a:lnTo>
                <a:lnTo>
                  <a:pt x="2019300" y="3571875"/>
                </a:lnTo>
                <a:lnTo>
                  <a:pt x="2028825" y="3571875"/>
                </a:lnTo>
                <a:lnTo>
                  <a:pt x="2028825" y="3543300"/>
                </a:lnTo>
                <a:lnTo>
                  <a:pt x="2038350" y="3543300"/>
                </a:lnTo>
                <a:lnTo>
                  <a:pt x="2038350" y="3533775"/>
                </a:lnTo>
                <a:lnTo>
                  <a:pt x="2028825" y="3533775"/>
                </a:lnTo>
                <a:lnTo>
                  <a:pt x="2028825" y="3505200"/>
                </a:lnTo>
                <a:lnTo>
                  <a:pt x="2019300" y="3505200"/>
                </a:lnTo>
                <a:lnTo>
                  <a:pt x="2019300" y="3486150"/>
                </a:lnTo>
                <a:lnTo>
                  <a:pt x="2009775" y="3486150"/>
                </a:lnTo>
                <a:lnTo>
                  <a:pt x="2009775" y="3476625"/>
                </a:lnTo>
                <a:lnTo>
                  <a:pt x="2019300" y="3476625"/>
                </a:lnTo>
                <a:lnTo>
                  <a:pt x="2019300" y="3419475"/>
                </a:lnTo>
                <a:lnTo>
                  <a:pt x="2009775" y="3419475"/>
                </a:lnTo>
                <a:lnTo>
                  <a:pt x="2009775" y="3409950"/>
                </a:lnTo>
                <a:lnTo>
                  <a:pt x="2000250" y="3409950"/>
                </a:lnTo>
                <a:lnTo>
                  <a:pt x="2000250" y="3381375"/>
                </a:lnTo>
                <a:lnTo>
                  <a:pt x="2009775" y="3381375"/>
                </a:lnTo>
                <a:close/>
                <a:moveTo>
                  <a:pt x="2838450" y="3333750"/>
                </a:moveTo>
                <a:lnTo>
                  <a:pt x="2847975" y="3333750"/>
                </a:lnTo>
                <a:lnTo>
                  <a:pt x="2847975" y="3343275"/>
                </a:lnTo>
                <a:lnTo>
                  <a:pt x="2838450" y="3343275"/>
                </a:lnTo>
                <a:close/>
                <a:moveTo>
                  <a:pt x="3248025" y="3352800"/>
                </a:moveTo>
                <a:lnTo>
                  <a:pt x="3257550" y="3352800"/>
                </a:lnTo>
                <a:lnTo>
                  <a:pt x="3257550" y="3390900"/>
                </a:lnTo>
                <a:lnTo>
                  <a:pt x="3248025" y="3390900"/>
                </a:lnTo>
                <a:close/>
                <a:moveTo>
                  <a:pt x="2190750" y="3371850"/>
                </a:moveTo>
                <a:lnTo>
                  <a:pt x="2200275" y="3371850"/>
                </a:lnTo>
                <a:lnTo>
                  <a:pt x="2200275" y="3381375"/>
                </a:lnTo>
                <a:lnTo>
                  <a:pt x="2266950" y="3381375"/>
                </a:lnTo>
                <a:lnTo>
                  <a:pt x="2266950" y="3409950"/>
                </a:lnTo>
                <a:lnTo>
                  <a:pt x="2257425" y="3409950"/>
                </a:lnTo>
                <a:lnTo>
                  <a:pt x="2257425" y="3419475"/>
                </a:lnTo>
                <a:lnTo>
                  <a:pt x="2266950" y="3419475"/>
                </a:lnTo>
                <a:lnTo>
                  <a:pt x="2266950" y="3438525"/>
                </a:lnTo>
                <a:lnTo>
                  <a:pt x="2257425" y="3438525"/>
                </a:lnTo>
                <a:lnTo>
                  <a:pt x="2257425" y="3448050"/>
                </a:lnTo>
                <a:lnTo>
                  <a:pt x="2247900" y="3448050"/>
                </a:lnTo>
                <a:lnTo>
                  <a:pt x="2247900" y="3457575"/>
                </a:lnTo>
                <a:lnTo>
                  <a:pt x="2238375" y="3457575"/>
                </a:lnTo>
                <a:lnTo>
                  <a:pt x="2238375" y="3476625"/>
                </a:lnTo>
                <a:lnTo>
                  <a:pt x="2190750" y="3476625"/>
                </a:lnTo>
                <a:lnTo>
                  <a:pt x="2190750" y="3467100"/>
                </a:lnTo>
                <a:lnTo>
                  <a:pt x="2181225" y="3467100"/>
                </a:lnTo>
                <a:lnTo>
                  <a:pt x="2181225" y="3457575"/>
                </a:lnTo>
                <a:lnTo>
                  <a:pt x="2171700" y="3457575"/>
                </a:lnTo>
                <a:lnTo>
                  <a:pt x="2171700" y="3448050"/>
                </a:lnTo>
                <a:lnTo>
                  <a:pt x="2181225" y="3448050"/>
                </a:lnTo>
                <a:lnTo>
                  <a:pt x="2181225" y="3457575"/>
                </a:lnTo>
                <a:lnTo>
                  <a:pt x="2190750" y="3457575"/>
                </a:lnTo>
                <a:lnTo>
                  <a:pt x="2190750" y="3438525"/>
                </a:lnTo>
                <a:lnTo>
                  <a:pt x="2209800" y="3438525"/>
                </a:lnTo>
                <a:lnTo>
                  <a:pt x="2209800" y="3409950"/>
                </a:lnTo>
                <a:lnTo>
                  <a:pt x="2181225" y="3409950"/>
                </a:lnTo>
                <a:lnTo>
                  <a:pt x="2181225" y="3381375"/>
                </a:lnTo>
                <a:lnTo>
                  <a:pt x="2190750" y="3381375"/>
                </a:lnTo>
                <a:close/>
                <a:moveTo>
                  <a:pt x="3238500" y="3390900"/>
                </a:moveTo>
                <a:lnTo>
                  <a:pt x="3248025" y="3390900"/>
                </a:lnTo>
                <a:lnTo>
                  <a:pt x="3248025" y="3457575"/>
                </a:lnTo>
                <a:lnTo>
                  <a:pt x="3238500" y="3457575"/>
                </a:lnTo>
                <a:close/>
                <a:moveTo>
                  <a:pt x="2371725" y="3419475"/>
                </a:moveTo>
                <a:lnTo>
                  <a:pt x="2419350" y="3419475"/>
                </a:lnTo>
                <a:lnTo>
                  <a:pt x="2419350" y="3429000"/>
                </a:lnTo>
                <a:lnTo>
                  <a:pt x="2428875" y="3429000"/>
                </a:lnTo>
                <a:lnTo>
                  <a:pt x="2428875" y="3438525"/>
                </a:lnTo>
                <a:lnTo>
                  <a:pt x="2409825" y="3438525"/>
                </a:lnTo>
                <a:lnTo>
                  <a:pt x="2409825" y="3448050"/>
                </a:lnTo>
                <a:lnTo>
                  <a:pt x="2419350" y="3448050"/>
                </a:lnTo>
                <a:lnTo>
                  <a:pt x="2419350" y="3457575"/>
                </a:lnTo>
                <a:lnTo>
                  <a:pt x="2400300" y="3457575"/>
                </a:lnTo>
                <a:lnTo>
                  <a:pt x="2400300" y="3467100"/>
                </a:lnTo>
                <a:lnTo>
                  <a:pt x="2381250" y="3467100"/>
                </a:lnTo>
                <a:lnTo>
                  <a:pt x="2381250" y="3476625"/>
                </a:lnTo>
                <a:lnTo>
                  <a:pt x="2352675" y="3476625"/>
                </a:lnTo>
                <a:lnTo>
                  <a:pt x="2352675" y="3486150"/>
                </a:lnTo>
                <a:lnTo>
                  <a:pt x="2333625" y="3486150"/>
                </a:lnTo>
                <a:lnTo>
                  <a:pt x="2333625" y="3495675"/>
                </a:lnTo>
                <a:lnTo>
                  <a:pt x="2324100" y="3495675"/>
                </a:lnTo>
                <a:lnTo>
                  <a:pt x="2324100" y="3486150"/>
                </a:lnTo>
                <a:lnTo>
                  <a:pt x="2286000" y="3486150"/>
                </a:lnTo>
                <a:lnTo>
                  <a:pt x="2286000" y="3467100"/>
                </a:lnTo>
                <a:lnTo>
                  <a:pt x="2295525" y="3467100"/>
                </a:lnTo>
                <a:lnTo>
                  <a:pt x="2295525" y="3457575"/>
                </a:lnTo>
                <a:lnTo>
                  <a:pt x="2305050" y="3457575"/>
                </a:lnTo>
                <a:lnTo>
                  <a:pt x="2305050" y="3448050"/>
                </a:lnTo>
                <a:lnTo>
                  <a:pt x="2362200" y="3448050"/>
                </a:lnTo>
                <a:lnTo>
                  <a:pt x="2362200" y="3457575"/>
                </a:lnTo>
                <a:lnTo>
                  <a:pt x="2381250" y="3457575"/>
                </a:lnTo>
                <a:lnTo>
                  <a:pt x="2381250" y="3429000"/>
                </a:lnTo>
                <a:lnTo>
                  <a:pt x="2371725" y="3429000"/>
                </a:lnTo>
                <a:close/>
                <a:moveTo>
                  <a:pt x="2476500" y="3429000"/>
                </a:moveTo>
                <a:lnTo>
                  <a:pt x="2495550" y="3429000"/>
                </a:lnTo>
                <a:lnTo>
                  <a:pt x="2495550" y="3438525"/>
                </a:lnTo>
                <a:lnTo>
                  <a:pt x="2476500" y="3438525"/>
                </a:lnTo>
                <a:close/>
                <a:moveTo>
                  <a:pt x="2543175" y="3448050"/>
                </a:moveTo>
                <a:lnTo>
                  <a:pt x="2571750" y="3448050"/>
                </a:lnTo>
                <a:lnTo>
                  <a:pt x="2571750" y="3467100"/>
                </a:lnTo>
                <a:lnTo>
                  <a:pt x="2590800" y="3467100"/>
                </a:lnTo>
                <a:lnTo>
                  <a:pt x="2590800" y="3476625"/>
                </a:lnTo>
                <a:lnTo>
                  <a:pt x="2600325" y="3476625"/>
                </a:lnTo>
                <a:lnTo>
                  <a:pt x="2600325" y="3467100"/>
                </a:lnTo>
                <a:lnTo>
                  <a:pt x="2657475" y="3467100"/>
                </a:lnTo>
                <a:lnTo>
                  <a:pt x="2657475" y="3476625"/>
                </a:lnTo>
                <a:lnTo>
                  <a:pt x="2667000" y="3476625"/>
                </a:lnTo>
                <a:lnTo>
                  <a:pt x="2667000" y="3486150"/>
                </a:lnTo>
                <a:lnTo>
                  <a:pt x="2676525" y="3486150"/>
                </a:lnTo>
                <a:lnTo>
                  <a:pt x="2676525" y="3495675"/>
                </a:lnTo>
                <a:lnTo>
                  <a:pt x="2657475" y="3495675"/>
                </a:lnTo>
                <a:lnTo>
                  <a:pt x="2657475" y="3505200"/>
                </a:lnTo>
                <a:lnTo>
                  <a:pt x="2647950" y="3505200"/>
                </a:lnTo>
                <a:lnTo>
                  <a:pt x="2647950" y="3495675"/>
                </a:lnTo>
                <a:lnTo>
                  <a:pt x="2619375" y="3495675"/>
                </a:lnTo>
                <a:lnTo>
                  <a:pt x="2619375" y="3505200"/>
                </a:lnTo>
                <a:lnTo>
                  <a:pt x="2609850" y="3505200"/>
                </a:lnTo>
                <a:lnTo>
                  <a:pt x="2609850" y="3495675"/>
                </a:lnTo>
                <a:lnTo>
                  <a:pt x="2590800" y="3495675"/>
                </a:lnTo>
                <a:lnTo>
                  <a:pt x="2590800" y="3505200"/>
                </a:lnTo>
                <a:lnTo>
                  <a:pt x="2562225" y="3505200"/>
                </a:lnTo>
                <a:lnTo>
                  <a:pt x="2562225" y="3495675"/>
                </a:lnTo>
                <a:lnTo>
                  <a:pt x="2552700" y="3495675"/>
                </a:lnTo>
                <a:lnTo>
                  <a:pt x="2552700" y="3476625"/>
                </a:lnTo>
                <a:lnTo>
                  <a:pt x="2533650" y="3476625"/>
                </a:lnTo>
                <a:lnTo>
                  <a:pt x="2533650" y="3486150"/>
                </a:lnTo>
                <a:lnTo>
                  <a:pt x="2505075" y="3486150"/>
                </a:lnTo>
                <a:lnTo>
                  <a:pt x="2505075" y="3476625"/>
                </a:lnTo>
                <a:lnTo>
                  <a:pt x="2514600" y="3476625"/>
                </a:lnTo>
                <a:lnTo>
                  <a:pt x="2514600" y="3457575"/>
                </a:lnTo>
                <a:lnTo>
                  <a:pt x="2543175" y="3457575"/>
                </a:lnTo>
                <a:close/>
                <a:moveTo>
                  <a:pt x="2324100" y="3467100"/>
                </a:moveTo>
                <a:lnTo>
                  <a:pt x="2333625" y="3467100"/>
                </a:lnTo>
                <a:lnTo>
                  <a:pt x="2333625" y="3457575"/>
                </a:lnTo>
                <a:lnTo>
                  <a:pt x="2324100" y="3457575"/>
                </a:lnTo>
                <a:close/>
                <a:moveTo>
                  <a:pt x="3228975" y="3467100"/>
                </a:moveTo>
                <a:lnTo>
                  <a:pt x="3238500" y="3467100"/>
                </a:lnTo>
                <a:lnTo>
                  <a:pt x="3238500" y="3524250"/>
                </a:lnTo>
                <a:lnTo>
                  <a:pt x="3228975" y="3524250"/>
                </a:lnTo>
                <a:close/>
                <a:moveTo>
                  <a:pt x="2266950" y="3505200"/>
                </a:moveTo>
                <a:lnTo>
                  <a:pt x="2295525" y="3505200"/>
                </a:lnTo>
                <a:lnTo>
                  <a:pt x="2295525" y="3514725"/>
                </a:lnTo>
                <a:lnTo>
                  <a:pt x="2314575" y="3514725"/>
                </a:lnTo>
                <a:lnTo>
                  <a:pt x="2314575" y="3524250"/>
                </a:lnTo>
                <a:lnTo>
                  <a:pt x="2257425" y="3524250"/>
                </a:lnTo>
                <a:lnTo>
                  <a:pt x="2257425" y="3514725"/>
                </a:lnTo>
                <a:lnTo>
                  <a:pt x="2266950" y="3514725"/>
                </a:lnTo>
                <a:close/>
                <a:moveTo>
                  <a:pt x="2628900" y="3514725"/>
                </a:moveTo>
                <a:lnTo>
                  <a:pt x="2647950" y="3514725"/>
                </a:lnTo>
                <a:lnTo>
                  <a:pt x="2647950" y="3524250"/>
                </a:lnTo>
                <a:lnTo>
                  <a:pt x="2657475" y="3524250"/>
                </a:lnTo>
                <a:lnTo>
                  <a:pt x="2657475" y="3543300"/>
                </a:lnTo>
                <a:lnTo>
                  <a:pt x="2628900" y="3543300"/>
                </a:lnTo>
                <a:lnTo>
                  <a:pt x="2628900" y="3533775"/>
                </a:lnTo>
                <a:lnTo>
                  <a:pt x="2619375" y="3533775"/>
                </a:lnTo>
                <a:lnTo>
                  <a:pt x="2619375" y="3524250"/>
                </a:lnTo>
                <a:lnTo>
                  <a:pt x="2628900" y="3524250"/>
                </a:lnTo>
                <a:close/>
                <a:moveTo>
                  <a:pt x="2390775" y="3533775"/>
                </a:moveTo>
                <a:lnTo>
                  <a:pt x="2476500" y="3533775"/>
                </a:lnTo>
                <a:lnTo>
                  <a:pt x="2476500" y="3552825"/>
                </a:lnTo>
                <a:lnTo>
                  <a:pt x="2466975" y="3552825"/>
                </a:lnTo>
                <a:lnTo>
                  <a:pt x="2466975" y="3562350"/>
                </a:lnTo>
                <a:lnTo>
                  <a:pt x="2409825" y="3562350"/>
                </a:lnTo>
                <a:lnTo>
                  <a:pt x="2409825" y="3571875"/>
                </a:lnTo>
                <a:lnTo>
                  <a:pt x="2381250" y="3571875"/>
                </a:lnTo>
                <a:lnTo>
                  <a:pt x="2381250" y="3552825"/>
                </a:lnTo>
                <a:lnTo>
                  <a:pt x="2390775" y="3552825"/>
                </a:lnTo>
                <a:close/>
                <a:moveTo>
                  <a:pt x="3219450" y="3533775"/>
                </a:moveTo>
                <a:lnTo>
                  <a:pt x="3228975" y="3533775"/>
                </a:lnTo>
                <a:lnTo>
                  <a:pt x="3228975" y="3600450"/>
                </a:lnTo>
                <a:lnTo>
                  <a:pt x="3219450" y="3600450"/>
                </a:lnTo>
                <a:close/>
                <a:moveTo>
                  <a:pt x="2105025" y="3543300"/>
                </a:moveTo>
                <a:lnTo>
                  <a:pt x="2114550" y="3543300"/>
                </a:lnTo>
                <a:lnTo>
                  <a:pt x="2114550" y="3552825"/>
                </a:lnTo>
                <a:lnTo>
                  <a:pt x="2105025" y="3552825"/>
                </a:lnTo>
                <a:close/>
                <a:moveTo>
                  <a:pt x="2114550" y="3552825"/>
                </a:moveTo>
                <a:lnTo>
                  <a:pt x="2124075" y="3552825"/>
                </a:lnTo>
                <a:lnTo>
                  <a:pt x="2124075" y="3562350"/>
                </a:lnTo>
                <a:lnTo>
                  <a:pt x="2133600" y="3562350"/>
                </a:lnTo>
                <a:lnTo>
                  <a:pt x="2133600" y="3590925"/>
                </a:lnTo>
                <a:lnTo>
                  <a:pt x="2124075" y="3590925"/>
                </a:lnTo>
                <a:lnTo>
                  <a:pt x="2124075" y="3600450"/>
                </a:lnTo>
                <a:lnTo>
                  <a:pt x="2114550" y="3600450"/>
                </a:lnTo>
                <a:lnTo>
                  <a:pt x="2114550" y="3590925"/>
                </a:lnTo>
                <a:lnTo>
                  <a:pt x="2095500" y="3590925"/>
                </a:lnTo>
                <a:lnTo>
                  <a:pt x="2095500" y="3581400"/>
                </a:lnTo>
                <a:lnTo>
                  <a:pt x="2105025" y="3581400"/>
                </a:lnTo>
                <a:lnTo>
                  <a:pt x="2105025" y="3571875"/>
                </a:lnTo>
                <a:lnTo>
                  <a:pt x="2114550" y="3571875"/>
                </a:lnTo>
                <a:close/>
                <a:moveTo>
                  <a:pt x="2333625" y="3552825"/>
                </a:moveTo>
                <a:lnTo>
                  <a:pt x="2343150" y="3552825"/>
                </a:lnTo>
                <a:lnTo>
                  <a:pt x="2343150" y="3562350"/>
                </a:lnTo>
                <a:lnTo>
                  <a:pt x="2362200" y="3562350"/>
                </a:lnTo>
                <a:lnTo>
                  <a:pt x="2362200" y="3581400"/>
                </a:lnTo>
                <a:lnTo>
                  <a:pt x="2371725" y="3581400"/>
                </a:lnTo>
                <a:lnTo>
                  <a:pt x="2371725" y="3676650"/>
                </a:lnTo>
                <a:lnTo>
                  <a:pt x="2352675" y="3676650"/>
                </a:lnTo>
                <a:lnTo>
                  <a:pt x="2352675" y="3686175"/>
                </a:lnTo>
                <a:lnTo>
                  <a:pt x="2343150" y="3686175"/>
                </a:lnTo>
                <a:lnTo>
                  <a:pt x="2343150" y="3695700"/>
                </a:lnTo>
                <a:lnTo>
                  <a:pt x="2333625" y="3695700"/>
                </a:lnTo>
                <a:lnTo>
                  <a:pt x="2333625" y="3686175"/>
                </a:lnTo>
                <a:lnTo>
                  <a:pt x="2305050" y="3686175"/>
                </a:lnTo>
                <a:lnTo>
                  <a:pt x="2305050" y="3705225"/>
                </a:lnTo>
                <a:lnTo>
                  <a:pt x="2295525" y="3705225"/>
                </a:lnTo>
                <a:lnTo>
                  <a:pt x="2295525" y="3724275"/>
                </a:lnTo>
                <a:lnTo>
                  <a:pt x="2286000" y="3724275"/>
                </a:lnTo>
                <a:lnTo>
                  <a:pt x="2286000" y="3733800"/>
                </a:lnTo>
                <a:lnTo>
                  <a:pt x="2257425" y="3733800"/>
                </a:lnTo>
                <a:lnTo>
                  <a:pt x="2257425" y="3724275"/>
                </a:lnTo>
                <a:lnTo>
                  <a:pt x="2200275" y="3724275"/>
                </a:lnTo>
                <a:lnTo>
                  <a:pt x="2200275" y="3752850"/>
                </a:lnTo>
                <a:lnTo>
                  <a:pt x="2190750" y="3752850"/>
                </a:lnTo>
                <a:lnTo>
                  <a:pt x="2190750" y="3781425"/>
                </a:lnTo>
                <a:lnTo>
                  <a:pt x="2209800" y="3781425"/>
                </a:lnTo>
                <a:lnTo>
                  <a:pt x="2209800" y="3771900"/>
                </a:lnTo>
                <a:lnTo>
                  <a:pt x="2247900" y="3771900"/>
                </a:lnTo>
                <a:lnTo>
                  <a:pt x="2247900" y="3781425"/>
                </a:lnTo>
                <a:lnTo>
                  <a:pt x="2257425" y="3781425"/>
                </a:lnTo>
                <a:lnTo>
                  <a:pt x="2257425" y="3819525"/>
                </a:lnTo>
                <a:lnTo>
                  <a:pt x="2266950" y="3819525"/>
                </a:lnTo>
                <a:lnTo>
                  <a:pt x="2266950" y="3829050"/>
                </a:lnTo>
                <a:lnTo>
                  <a:pt x="2305050" y="3829050"/>
                </a:lnTo>
                <a:lnTo>
                  <a:pt x="2305050" y="3838575"/>
                </a:lnTo>
                <a:lnTo>
                  <a:pt x="2257425" y="3838575"/>
                </a:lnTo>
                <a:lnTo>
                  <a:pt x="2257425" y="3829050"/>
                </a:lnTo>
                <a:lnTo>
                  <a:pt x="2200275" y="3829050"/>
                </a:lnTo>
                <a:lnTo>
                  <a:pt x="2200275" y="3819525"/>
                </a:lnTo>
                <a:lnTo>
                  <a:pt x="2143125" y="3819525"/>
                </a:lnTo>
                <a:lnTo>
                  <a:pt x="2143125" y="3810000"/>
                </a:lnTo>
                <a:lnTo>
                  <a:pt x="2066925" y="3810000"/>
                </a:lnTo>
                <a:lnTo>
                  <a:pt x="2066925" y="3800475"/>
                </a:lnTo>
                <a:lnTo>
                  <a:pt x="2038350" y="3800475"/>
                </a:lnTo>
                <a:lnTo>
                  <a:pt x="2038350" y="3790950"/>
                </a:lnTo>
                <a:lnTo>
                  <a:pt x="2028825" y="3790950"/>
                </a:lnTo>
                <a:lnTo>
                  <a:pt x="2028825" y="3743325"/>
                </a:lnTo>
                <a:lnTo>
                  <a:pt x="2038350" y="3743325"/>
                </a:lnTo>
                <a:lnTo>
                  <a:pt x="2038350" y="3695700"/>
                </a:lnTo>
                <a:lnTo>
                  <a:pt x="2047875" y="3695700"/>
                </a:lnTo>
                <a:lnTo>
                  <a:pt x="2047875" y="3705225"/>
                </a:lnTo>
                <a:lnTo>
                  <a:pt x="2076450" y="3705225"/>
                </a:lnTo>
                <a:lnTo>
                  <a:pt x="2076450" y="3714750"/>
                </a:lnTo>
                <a:lnTo>
                  <a:pt x="2171700" y="3714750"/>
                </a:lnTo>
                <a:lnTo>
                  <a:pt x="2171700" y="3705225"/>
                </a:lnTo>
                <a:lnTo>
                  <a:pt x="2200275" y="3705225"/>
                </a:lnTo>
                <a:lnTo>
                  <a:pt x="2200275" y="3695700"/>
                </a:lnTo>
                <a:lnTo>
                  <a:pt x="2209800" y="3695700"/>
                </a:lnTo>
                <a:lnTo>
                  <a:pt x="2209800" y="3686175"/>
                </a:lnTo>
                <a:lnTo>
                  <a:pt x="2190750" y="3686175"/>
                </a:lnTo>
                <a:lnTo>
                  <a:pt x="2190750" y="3676650"/>
                </a:lnTo>
                <a:lnTo>
                  <a:pt x="2181225" y="3676650"/>
                </a:lnTo>
                <a:lnTo>
                  <a:pt x="2181225" y="3667125"/>
                </a:lnTo>
                <a:lnTo>
                  <a:pt x="2190750" y="3667125"/>
                </a:lnTo>
                <a:lnTo>
                  <a:pt x="2190750" y="3657600"/>
                </a:lnTo>
                <a:lnTo>
                  <a:pt x="2200275" y="3657600"/>
                </a:lnTo>
                <a:lnTo>
                  <a:pt x="2200275" y="3648075"/>
                </a:lnTo>
                <a:lnTo>
                  <a:pt x="2219325" y="3648075"/>
                </a:lnTo>
                <a:lnTo>
                  <a:pt x="2219325" y="3657600"/>
                </a:lnTo>
                <a:lnTo>
                  <a:pt x="2209800" y="3657600"/>
                </a:lnTo>
                <a:lnTo>
                  <a:pt x="2209800" y="3667125"/>
                </a:lnTo>
                <a:lnTo>
                  <a:pt x="2219325" y="3667125"/>
                </a:lnTo>
                <a:lnTo>
                  <a:pt x="2219325" y="3657600"/>
                </a:lnTo>
                <a:lnTo>
                  <a:pt x="2228850" y="3657600"/>
                </a:lnTo>
                <a:lnTo>
                  <a:pt x="2228850" y="3667125"/>
                </a:lnTo>
                <a:lnTo>
                  <a:pt x="2238375" y="3667125"/>
                </a:lnTo>
                <a:lnTo>
                  <a:pt x="2238375" y="3657600"/>
                </a:lnTo>
                <a:lnTo>
                  <a:pt x="2247900" y="3657600"/>
                </a:lnTo>
                <a:lnTo>
                  <a:pt x="2247900" y="3667125"/>
                </a:lnTo>
                <a:lnTo>
                  <a:pt x="2257425" y="3667125"/>
                </a:lnTo>
                <a:lnTo>
                  <a:pt x="2257425" y="3657600"/>
                </a:lnTo>
                <a:lnTo>
                  <a:pt x="2295525" y="3657600"/>
                </a:lnTo>
                <a:lnTo>
                  <a:pt x="2295525" y="3600450"/>
                </a:lnTo>
                <a:lnTo>
                  <a:pt x="2352675" y="3600450"/>
                </a:lnTo>
                <a:lnTo>
                  <a:pt x="2352675" y="3581400"/>
                </a:lnTo>
                <a:lnTo>
                  <a:pt x="2333625" y="3581400"/>
                </a:lnTo>
                <a:lnTo>
                  <a:pt x="2333625" y="3571875"/>
                </a:lnTo>
                <a:lnTo>
                  <a:pt x="2324100" y="3571875"/>
                </a:lnTo>
                <a:lnTo>
                  <a:pt x="2324100" y="3581400"/>
                </a:lnTo>
                <a:lnTo>
                  <a:pt x="2314575" y="3581400"/>
                </a:lnTo>
                <a:lnTo>
                  <a:pt x="2314575" y="3562350"/>
                </a:lnTo>
                <a:lnTo>
                  <a:pt x="2333625" y="3562350"/>
                </a:lnTo>
                <a:close/>
                <a:moveTo>
                  <a:pt x="2076450" y="3571875"/>
                </a:moveTo>
                <a:lnTo>
                  <a:pt x="2085975" y="3571875"/>
                </a:lnTo>
                <a:lnTo>
                  <a:pt x="2085975" y="3590925"/>
                </a:lnTo>
                <a:lnTo>
                  <a:pt x="2095500" y="3590925"/>
                </a:lnTo>
                <a:lnTo>
                  <a:pt x="2095500" y="3600450"/>
                </a:lnTo>
                <a:lnTo>
                  <a:pt x="2076450" y="3600450"/>
                </a:lnTo>
                <a:close/>
                <a:moveTo>
                  <a:pt x="2714625" y="3571875"/>
                </a:moveTo>
                <a:lnTo>
                  <a:pt x="2733675" y="3571875"/>
                </a:lnTo>
                <a:lnTo>
                  <a:pt x="2733675" y="3581400"/>
                </a:lnTo>
                <a:lnTo>
                  <a:pt x="2762250" y="3581400"/>
                </a:lnTo>
                <a:lnTo>
                  <a:pt x="2762250" y="3590925"/>
                </a:lnTo>
                <a:lnTo>
                  <a:pt x="2771775" y="3590925"/>
                </a:lnTo>
                <a:lnTo>
                  <a:pt x="2771775" y="3600450"/>
                </a:lnTo>
                <a:lnTo>
                  <a:pt x="2762250" y="3600450"/>
                </a:lnTo>
                <a:lnTo>
                  <a:pt x="2762250" y="3629025"/>
                </a:lnTo>
                <a:lnTo>
                  <a:pt x="2781300" y="3629025"/>
                </a:lnTo>
                <a:lnTo>
                  <a:pt x="2781300" y="3648075"/>
                </a:lnTo>
                <a:lnTo>
                  <a:pt x="2762250" y="3648075"/>
                </a:lnTo>
                <a:lnTo>
                  <a:pt x="2762250" y="3638550"/>
                </a:lnTo>
                <a:lnTo>
                  <a:pt x="2724150" y="3638550"/>
                </a:lnTo>
                <a:lnTo>
                  <a:pt x="2724150" y="3629025"/>
                </a:lnTo>
                <a:lnTo>
                  <a:pt x="2714625" y="3629025"/>
                </a:lnTo>
                <a:lnTo>
                  <a:pt x="2714625" y="3619500"/>
                </a:lnTo>
                <a:lnTo>
                  <a:pt x="2705100" y="3619500"/>
                </a:lnTo>
                <a:lnTo>
                  <a:pt x="2705100" y="3648075"/>
                </a:lnTo>
                <a:lnTo>
                  <a:pt x="2714625" y="3648075"/>
                </a:lnTo>
                <a:lnTo>
                  <a:pt x="2714625" y="3676650"/>
                </a:lnTo>
                <a:lnTo>
                  <a:pt x="2695575" y="3676650"/>
                </a:lnTo>
                <a:lnTo>
                  <a:pt x="2695575" y="3657600"/>
                </a:lnTo>
                <a:lnTo>
                  <a:pt x="2667000" y="3657600"/>
                </a:lnTo>
                <a:lnTo>
                  <a:pt x="2667000" y="3629025"/>
                </a:lnTo>
                <a:lnTo>
                  <a:pt x="2686050" y="3629025"/>
                </a:lnTo>
                <a:lnTo>
                  <a:pt x="2686050" y="3609975"/>
                </a:lnTo>
                <a:lnTo>
                  <a:pt x="2705100" y="3609975"/>
                </a:lnTo>
                <a:lnTo>
                  <a:pt x="2705100" y="3600450"/>
                </a:lnTo>
                <a:lnTo>
                  <a:pt x="2714625" y="3600450"/>
                </a:lnTo>
                <a:lnTo>
                  <a:pt x="2714625" y="3590925"/>
                </a:lnTo>
                <a:lnTo>
                  <a:pt x="2705100" y="3590925"/>
                </a:lnTo>
                <a:lnTo>
                  <a:pt x="2705100" y="3581400"/>
                </a:lnTo>
                <a:lnTo>
                  <a:pt x="2714625" y="3581400"/>
                </a:lnTo>
                <a:close/>
                <a:moveTo>
                  <a:pt x="2533650" y="3600450"/>
                </a:moveTo>
                <a:lnTo>
                  <a:pt x="2543175" y="3600450"/>
                </a:lnTo>
                <a:lnTo>
                  <a:pt x="2543175" y="3629025"/>
                </a:lnTo>
                <a:lnTo>
                  <a:pt x="2533650" y="3629025"/>
                </a:lnTo>
                <a:lnTo>
                  <a:pt x="2533650" y="3648075"/>
                </a:lnTo>
                <a:lnTo>
                  <a:pt x="2514600" y="3648075"/>
                </a:lnTo>
                <a:lnTo>
                  <a:pt x="2514600" y="3657600"/>
                </a:lnTo>
                <a:lnTo>
                  <a:pt x="2505075" y="3657600"/>
                </a:lnTo>
                <a:lnTo>
                  <a:pt x="2505075" y="3629025"/>
                </a:lnTo>
                <a:lnTo>
                  <a:pt x="2514600" y="3629025"/>
                </a:lnTo>
                <a:lnTo>
                  <a:pt x="2514600" y="3619500"/>
                </a:lnTo>
                <a:lnTo>
                  <a:pt x="2524125" y="3619500"/>
                </a:lnTo>
                <a:lnTo>
                  <a:pt x="2524125" y="3609975"/>
                </a:lnTo>
                <a:lnTo>
                  <a:pt x="2533650" y="3609975"/>
                </a:lnTo>
                <a:close/>
                <a:moveTo>
                  <a:pt x="3209925" y="3600450"/>
                </a:moveTo>
                <a:lnTo>
                  <a:pt x="3219450" y="3600450"/>
                </a:lnTo>
                <a:lnTo>
                  <a:pt x="3219450" y="3657600"/>
                </a:lnTo>
                <a:lnTo>
                  <a:pt x="3209925" y="3657600"/>
                </a:lnTo>
                <a:lnTo>
                  <a:pt x="3209925" y="3724275"/>
                </a:lnTo>
                <a:lnTo>
                  <a:pt x="3200400" y="3724275"/>
                </a:lnTo>
                <a:lnTo>
                  <a:pt x="3200400" y="3781425"/>
                </a:lnTo>
                <a:lnTo>
                  <a:pt x="3190875" y="3781425"/>
                </a:lnTo>
                <a:lnTo>
                  <a:pt x="3190875" y="3819525"/>
                </a:lnTo>
                <a:lnTo>
                  <a:pt x="3181350" y="3819525"/>
                </a:lnTo>
                <a:lnTo>
                  <a:pt x="3181350" y="3848100"/>
                </a:lnTo>
                <a:lnTo>
                  <a:pt x="3171825" y="3848100"/>
                </a:lnTo>
                <a:lnTo>
                  <a:pt x="3171825" y="3867150"/>
                </a:lnTo>
                <a:lnTo>
                  <a:pt x="3162300" y="3867150"/>
                </a:lnTo>
                <a:lnTo>
                  <a:pt x="3162300" y="3876675"/>
                </a:lnTo>
                <a:lnTo>
                  <a:pt x="3152775" y="3876675"/>
                </a:lnTo>
                <a:lnTo>
                  <a:pt x="3152775" y="3886200"/>
                </a:lnTo>
                <a:lnTo>
                  <a:pt x="3143250" y="3886200"/>
                </a:lnTo>
                <a:lnTo>
                  <a:pt x="3143250" y="3867150"/>
                </a:lnTo>
                <a:lnTo>
                  <a:pt x="3152775" y="3867150"/>
                </a:lnTo>
                <a:lnTo>
                  <a:pt x="3152775" y="3857625"/>
                </a:lnTo>
                <a:lnTo>
                  <a:pt x="3162300" y="3857625"/>
                </a:lnTo>
                <a:lnTo>
                  <a:pt x="3162300" y="3838575"/>
                </a:lnTo>
                <a:lnTo>
                  <a:pt x="3171825" y="3838575"/>
                </a:lnTo>
                <a:lnTo>
                  <a:pt x="3171825" y="3800475"/>
                </a:lnTo>
                <a:lnTo>
                  <a:pt x="3162300" y="3800475"/>
                </a:lnTo>
                <a:lnTo>
                  <a:pt x="3162300" y="3790950"/>
                </a:lnTo>
                <a:lnTo>
                  <a:pt x="3152775" y="3790950"/>
                </a:lnTo>
                <a:lnTo>
                  <a:pt x="3152775" y="3781425"/>
                </a:lnTo>
                <a:lnTo>
                  <a:pt x="3143250" y="3781425"/>
                </a:lnTo>
                <a:lnTo>
                  <a:pt x="3143250" y="3790950"/>
                </a:lnTo>
                <a:lnTo>
                  <a:pt x="3124200" y="3790950"/>
                </a:lnTo>
                <a:lnTo>
                  <a:pt x="3124200" y="3781425"/>
                </a:lnTo>
                <a:lnTo>
                  <a:pt x="3114675" y="3781425"/>
                </a:lnTo>
                <a:lnTo>
                  <a:pt x="3114675" y="3771900"/>
                </a:lnTo>
                <a:lnTo>
                  <a:pt x="3105150" y="3771900"/>
                </a:lnTo>
                <a:lnTo>
                  <a:pt x="3105150" y="3762375"/>
                </a:lnTo>
                <a:lnTo>
                  <a:pt x="3076575" y="3762375"/>
                </a:lnTo>
                <a:lnTo>
                  <a:pt x="3076575" y="3752850"/>
                </a:lnTo>
                <a:lnTo>
                  <a:pt x="3028950" y="3752850"/>
                </a:lnTo>
                <a:lnTo>
                  <a:pt x="3028950" y="3743325"/>
                </a:lnTo>
                <a:lnTo>
                  <a:pt x="3019425" y="3743325"/>
                </a:lnTo>
                <a:lnTo>
                  <a:pt x="3019425" y="3724275"/>
                </a:lnTo>
                <a:lnTo>
                  <a:pt x="3038475" y="3724275"/>
                </a:lnTo>
                <a:lnTo>
                  <a:pt x="3038475" y="3714750"/>
                </a:lnTo>
                <a:lnTo>
                  <a:pt x="3048000" y="3714750"/>
                </a:lnTo>
                <a:lnTo>
                  <a:pt x="3048000" y="3724275"/>
                </a:lnTo>
                <a:lnTo>
                  <a:pt x="3038475" y="3724275"/>
                </a:lnTo>
                <a:lnTo>
                  <a:pt x="3038475" y="3733800"/>
                </a:lnTo>
                <a:lnTo>
                  <a:pt x="3057525" y="3733800"/>
                </a:lnTo>
                <a:lnTo>
                  <a:pt x="3057525" y="3743325"/>
                </a:lnTo>
                <a:lnTo>
                  <a:pt x="3086100" y="3743325"/>
                </a:lnTo>
                <a:lnTo>
                  <a:pt x="3086100" y="3733800"/>
                </a:lnTo>
                <a:lnTo>
                  <a:pt x="3095625" y="3733800"/>
                </a:lnTo>
                <a:lnTo>
                  <a:pt x="3095625" y="3724275"/>
                </a:lnTo>
                <a:lnTo>
                  <a:pt x="3114675" y="3724275"/>
                </a:lnTo>
                <a:lnTo>
                  <a:pt x="3114675" y="3743325"/>
                </a:lnTo>
                <a:lnTo>
                  <a:pt x="3105150" y="3743325"/>
                </a:lnTo>
                <a:lnTo>
                  <a:pt x="3105150" y="3762375"/>
                </a:lnTo>
                <a:lnTo>
                  <a:pt x="3171825" y="3762375"/>
                </a:lnTo>
                <a:lnTo>
                  <a:pt x="3171825" y="3771900"/>
                </a:lnTo>
                <a:lnTo>
                  <a:pt x="3181350" y="3771900"/>
                </a:lnTo>
                <a:lnTo>
                  <a:pt x="3181350" y="3762375"/>
                </a:lnTo>
                <a:lnTo>
                  <a:pt x="3190875" y="3762375"/>
                </a:lnTo>
                <a:lnTo>
                  <a:pt x="3190875" y="3714750"/>
                </a:lnTo>
                <a:lnTo>
                  <a:pt x="3181350" y="3714750"/>
                </a:lnTo>
                <a:lnTo>
                  <a:pt x="3181350" y="3705225"/>
                </a:lnTo>
                <a:lnTo>
                  <a:pt x="3162300" y="3705225"/>
                </a:lnTo>
                <a:lnTo>
                  <a:pt x="3162300" y="3695700"/>
                </a:lnTo>
                <a:lnTo>
                  <a:pt x="3171825" y="3695700"/>
                </a:lnTo>
                <a:lnTo>
                  <a:pt x="3171825" y="3686175"/>
                </a:lnTo>
                <a:lnTo>
                  <a:pt x="3200400" y="3686175"/>
                </a:lnTo>
                <a:lnTo>
                  <a:pt x="3200400" y="3667125"/>
                </a:lnTo>
                <a:lnTo>
                  <a:pt x="3190875" y="3667125"/>
                </a:lnTo>
                <a:lnTo>
                  <a:pt x="3190875" y="3657600"/>
                </a:lnTo>
                <a:lnTo>
                  <a:pt x="3200400" y="3657600"/>
                </a:lnTo>
                <a:lnTo>
                  <a:pt x="3200400" y="3648075"/>
                </a:lnTo>
                <a:lnTo>
                  <a:pt x="3209925" y="3648075"/>
                </a:lnTo>
                <a:lnTo>
                  <a:pt x="3209925" y="3629025"/>
                </a:lnTo>
                <a:lnTo>
                  <a:pt x="3200400" y="3629025"/>
                </a:lnTo>
                <a:lnTo>
                  <a:pt x="3200400" y="3609975"/>
                </a:lnTo>
                <a:lnTo>
                  <a:pt x="3209925" y="3609975"/>
                </a:lnTo>
                <a:close/>
                <a:moveTo>
                  <a:pt x="2076450" y="3629025"/>
                </a:moveTo>
                <a:lnTo>
                  <a:pt x="2114550" y="3629025"/>
                </a:lnTo>
                <a:lnTo>
                  <a:pt x="2114550" y="3638550"/>
                </a:lnTo>
                <a:lnTo>
                  <a:pt x="2143125" y="3638550"/>
                </a:lnTo>
                <a:lnTo>
                  <a:pt x="2143125" y="3657600"/>
                </a:lnTo>
                <a:lnTo>
                  <a:pt x="2133600" y="3657600"/>
                </a:lnTo>
                <a:lnTo>
                  <a:pt x="2133600" y="3667125"/>
                </a:lnTo>
                <a:lnTo>
                  <a:pt x="2124075" y="3667125"/>
                </a:lnTo>
                <a:lnTo>
                  <a:pt x="2124075" y="3676650"/>
                </a:lnTo>
                <a:lnTo>
                  <a:pt x="2105025" y="3676650"/>
                </a:lnTo>
                <a:lnTo>
                  <a:pt x="2105025" y="3667125"/>
                </a:lnTo>
                <a:lnTo>
                  <a:pt x="2085975" y="3667125"/>
                </a:lnTo>
                <a:lnTo>
                  <a:pt x="2085975" y="3638550"/>
                </a:lnTo>
                <a:lnTo>
                  <a:pt x="2076450" y="3638550"/>
                </a:lnTo>
                <a:close/>
                <a:moveTo>
                  <a:pt x="2962275" y="3638550"/>
                </a:moveTo>
                <a:lnTo>
                  <a:pt x="2971800" y="3638550"/>
                </a:lnTo>
                <a:lnTo>
                  <a:pt x="2971800" y="3648075"/>
                </a:lnTo>
                <a:lnTo>
                  <a:pt x="2962275" y="3648075"/>
                </a:lnTo>
                <a:close/>
                <a:moveTo>
                  <a:pt x="2800350" y="3648075"/>
                </a:moveTo>
                <a:lnTo>
                  <a:pt x="2809875" y="3648075"/>
                </a:lnTo>
                <a:lnTo>
                  <a:pt x="2809875" y="3657600"/>
                </a:lnTo>
                <a:lnTo>
                  <a:pt x="2819400" y="3657600"/>
                </a:lnTo>
                <a:lnTo>
                  <a:pt x="2819400" y="3667125"/>
                </a:lnTo>
                <a:lnTo>
                  <a:pt x="2828925" y="3667125"/>
                </a:lnTo>
                <a:lnTo>
                  <a:pt x="2828925" y="3676650"/>
                </a:lnTo>
                <a:lnTo>
                  <a:pt x="2819400" y="3676650"/>
                </a:lnTo>
                <a:lnTo>
                  <a:pt x="2819400" y="3686175"/>
                </a:lnTo>
                <a:lnTo>
                  <a:pt x="2809875" y="3686175"/>
                </a:lnTo>
                <a:lnTo>
                  <a:pt x="2809875" y="3695700"/>
                </a:lnTo>
                <a:lnTo>
                  <a:pt x="2800350" y="3695700"/>
                </a:lnTo>
                <a:lnTo>
                  <a:pt x="2800350" y="3705225"/>
                </a:lnTo>
                <a:lnTo>
                  <a:pt x="2790825" y="3705225"/>
                </a:lnTo>
                <a:lnTo>
                  <a:pt x="2790825" y="3686175"/>
                </a:lnTo>
                <a:lnTo>
                  <a:pt x="2800350" y="3686175"/>
                </a:lnTo>
                <a:close/>
                <a:moveTo>
                  <a:pt x="2628900" y="3657600"/>
                </a:moveTo>
                <a:lnTo>
                  <a:pt x="2657475" y="3657600"/>
                </a:lnTo>
                <a:lnTo>
                  <a:pt x="2657475" y="3686175"/>
                </a:lnTo>
                <a:lnTo>
                  <a:pt x="2647950" y="3686175"/>
                </a:lnTo>
                <a:lnTo>
                  <a:pt x="2647950" y="3695700"/>
                </a:lnTo>
                <a:lnTo>
                  <a:pt x="2638425" y="3695700"/>
                </a:lnTo>
                <a:lnTo>
                  <a:pt x="2638425" y="3686175"/>
                </a:lnTo>
                <a:lnTo>
                  <a:pt x="2619375" y="3686175"/>
                </a:lnTo>
                <a:lnTo>
                  <a:pt x="2619375" y="3676650"/>
                </a:lnTo>
                <a:lnTo>
                  <a:pt x="2609850" y="3676650"/>
                </a:lnTo>
                <a:lnTo>
                  <a:pt x="2609850" y="3667125"/>
                </a:lnTo>
                <a:lnTo>
                  <a:pt x="2628900" y="3667125"/>
                </a:lnTo>
                <a:close/>
                <a:moveTo>
                  <a:pt x="2743200" y="3657600"/>
                </a:moveTo>
                <a:lnTo>
                  <a:pt x="2752725" y="3657600"/>
                </a:lnTo>
                <a:lnTo>
                  <a:pt x="2752725" y="3667125"/>
                </a:lnTo>
                <a:lnTo>
                  <a:pt x="2762250" y="3667125"/>
                </a:lnTo>
                <a:lnTo>
                  <a:pt x="2762250" y="3676650"/>
                </a:lnTo>
                <a:lnTo>
                  <a:pt x="2743200" y="3676650"/>
                </a:lnTo>
                <a:close/>
                <a:moveTo>
                  <a:pt x="2695575" y="3686175"/>
                </a:moveTo>
                <a:lnTo>
                  <a:pt x="2705100" y="3686175"/>
                </a:lnTo>
                <a:lnTo>
                  <a:pt x="2705100" y="3695700"/>
                </a:lnTo>
                <a:lnTo>
                  <a:pt x="2714625" y="3695700"/>
                </a:lnTo>
                <a:lnTo>
                  <a:pt x="2714625" y="3724275"/>
                </a:lnTo>
                <a:lnTo>
                  <a:pt x="2743200" y="3724275"/>
                </a:lnTo>
                <a:lnTo>
                  <a:pt x="2743200" y="3714750"/>
                </a:lnTo>
                <a:lnTo>
                  <a:pt x="2752725" y="3714750"/>
                </a:lnTo>
                <a:lnTo>
                  <a:pt x="2752725" y="3724275"/>
                </a:lnTo>
                <a:lnTo>
                  <a:pt x="2762250" y="3724275"/>
                </a:lnTo>
                <a:lnTo>
                  <a:pt x="2762250" y="3762375"/>
                </a:lnTo>
                <a:lnTo>
                  <a:pt x="2743200" y="3762375"/>
                </a:lnTo>
                <a:lnTo>
                  <a:pt x="2743200" y="3771900"/>
                </a:lnTo>
                <a:lnTo>
                  <a:pt x="2695575" y="3771900"/>
                </a:lnTo>
                <a:lnTo>
                  <a:pt x="2695575" y="3762375"/>
                </a:lnTo>
                <a:lnTo>
                  <a:pt x="2667000" y="3762375"/>
                </a:lnTo>
                <a:lnTo>
                  <a:pt x="2667000" y="3714750"/>
                </a:lnTo>
                <a:lnTo>
                  <a:pt x="2676525" y="3714750"/>
                </a:lnTo>
                <a:lnTo>
                  <a:pt x="2676525" y="3705225"/>
                </a:lnTo>
                <a:lnTo>
                  <a:pt x="2686050" y="3705225"/>
                </a:lnTo>
                <a:lnTo>
                  <a:pt x="2686050" y="3695700"/>
                </a:lnTo>
                <a:lnTo>
                  <a:pt x="2695575" y="3695700"/>
                </a:lnTo>
                <a:close/>
                <a:moveTo>
                  <a:pt x="2457450" y="3695700"/>
                </a:moveTo>
                <a:lnTo>
                  <a:pt x="2495550" y="3695700"/>
                </a:lnTo>
                <a:lnTo>
                  <a:pt x="2495550" y="3714750"/>
                </a:lnTo>
                <a:lnTo>
                  <a:pt x="2486025" y="3714750"/>
                </a:lnTo>
                <a:lnTo>
                  <a:pt x="2486025" y="3724275"/>
                </a:lnTo>
                <a:lnTo>
                  <a:pt x="2447925" y="3724275"/>
                </a:lnTo>
                <a:lnTo>
                  <a:pt x="2447925" y="3705225"/>
                </a:lnTo>
                <a:lnTo>
                  <a:pt x="2457450" y="3705225"/>
                </a:lnTo>
                <a:close/>
                <a:moveTo>
                  <a:pt x="2867025" y="3705225"/>
                </a:moveTo>
                <a:lnTo>
                  <a:pt x="2886075" y="3705225"/>
                </a:lnTo>
                <a:lnTo>
                  <a:pt x="2886075" y="3724275"/>
                </a:lnTo>
                <a:lnTo>
                  <a:pt x="2867025" y="3724275"/>
                </a:lnTo>
                <a:close/>
                <a:moveTo>
                  <a:pt x="2333625" y="3762375"/>
                </a:moveTo>
                <a:lnTo>
                  <a:pt x="2390775" y="3762375"/>
                </a:lnTo>
                <a:lnTo>
                  <a:pt x="2390775" y="3771900"/>
                </a:lnTo>
                <a:lnTo>
                  <a:pt x="2400300" y="3771900"/>
                </a:lnTo>
                <a:lnTo>
                  <a:pt x="2400300" y="3829050"/>
                </a:lnTo>
                <a:lnTo>
                  <a:pt x="2390775" y="3829050"/>
                </a:lnTo>
                <a:lnTo>
                  <a:pt x="2390775" y="3819525"/>
                </a:lnTo>
                <a:lnTo>
                  <a:pt x="2371725" y="3819525"/>
                </a:lnTo>
                <a:lnTo>
                  <a:pt x="2371725" y="3800475"/>
                </a:lnTo>
                <a:lnTo>
                  <a:pt x="2362200" y="3800475"/>
                </a:lnTo>
                <a:lnTo>
                  <a:pt x="2362200" y="3790950"/>
                </a:lnTo>
                <a:lnTo>
                  <a:pt x="2343150" y="3790950"/>
                </a:lnTo>
                <a:lnTo>
                  <a:pt x="2343150" y="3771900"/>
                </a:lnTo>
                <a:lnTo>
                  <a:pt x="2333625" y="3771900"/>
                </a:lnTo>
                <a:close/>
                <a:moveTo>
                  <a:pt x="2638425" y="3762375"/>
                </a:moveTo>
                <a:lnTo>
                  <a:pt x="2647950" y="3762375"/>
                </a:lnTo>
                <a:lnTo>
                  <a:pt x="2647950" y="3771900"/>
                </a:lnTo>
                <a:lnTo>
                  <a:pt x="2657475" y="3771900"/>
                </a:lnTo>
                <a:lnTo>
                  <a:pt x="2657475" y="3790950"/>
                </a:lnTo>
                <a:lnTo>
                  <a:pt x="2667000" y="3790950"/>
                </a:lnTo>
                <a:lnTo>
                  <a:pt x="2667000" y="3800475"/>
                </a:lnTo>
                <a:lnTo>
                  <a:pt x="2686050" y="3800475"/>
                </a:lnTo>
                <a:lnTo>
                  <a:pt x="2686050" y="3819525"/>
                </a:lnTo>
                <a:lnTo>
                  <a:pt x="2628900" y="3819525"/>
                </a:lnTo>
                <a:lnTo>
                  <a:pt x="2628900" y="3829050"/>
                </a:lnTo>
                <a:lnTo>
                  <a:pt x="2619375" y="3829050"/>
                </a:lnTo>
                <a:lnTo>
                  <a:pt x="2619375" y="3819525"/>
                </a:lnTo>
                <a:lnTo>
                  <a:pt x="2609850" y="3819525"/>
                </a:lnTo>
                <a:lnTo>
                  <a:pt x="2609850" y="3810000"/>
                </a:lnTo>
                <a:lnTo>
                  <a:pt x="2600325" y="3810000"/>
                </a:lnTo>
                <a:lnTo>
                  <a:pt x="2600325" y="3800475"/>
                </a:lnTo>
                <a:lnTo>
                  <a:pt x="2609850" y="3800475"/>
                </a:lnTo>
                <a:lnTo>
                  <a:pt x="2609850" y="3781425"/>
                </a:lnTo>
                <a:lnTo>
                  <a:pt x="2628900" y="3781425"/>
                </a:lnTo>
                <a:lnTo>
                  <a:pt x="2628900" y="3771900"/>
                </a:lnTo>
                <a:lnTo>
                  <a:pt x="2638425" y="3771900"/>
                </a:lnTo>
                <a:close/>
                <a:moveTo>
                  <a:pt x="2990850" y="3781425"/>
                </a:moveTo>
                <a:lnTo>
                  <a:pt x="3009900" y="3781425"/>
                </a:lnTo>
                <a:lnTo>
                  <a:pt x="3009900" y="3790950"/>
                </a:lnTo>
                <a:lnTo>
                  <a:pt x="3019425" y="3790950"/>
                </a:lnTo>
                <a:lnTo>
                  <a:pt x="3019425" y="3810000"/>
                </a:lnTo>
                <a:lnTo>
                  <a:pt x="2990850" y="3810000"/>
                </a:lnTo>
                <a:close/>
                <a:moveTo>
                  <a:pt x="2438400" y="3790950"/>
                </a:moveTo>
                <a:lnTo>
                  <a:pt x="2514600" y="3790950"/>
                </a:lnTo>
                <a:lnTo>
                  <a:pt x="2514600" y="3800475"/>
                </a:lnTo>
                <a:lnTo>
                  <a:pt x="2524125" y="3800475"/>
                </a:lnTo>
                <a:lnTo>
                  <a:pt x="2524125" y="3790950"/>
                </a:lnTo>
                <a:lnTo>
                  <a:pt x="2543175" y="3790950"/>
                </a:lnTo>
                <a:lnTo>
                  <a:pt x="2543175" y="3810000"/>
                </a:lnTo>
                <a:lnTo>
                  <a:pt x="2533650" y="3810000"/>
                </a:lnTo>
                <a:lnTo>
                  <a:pt x="2533650" y="3819525"/>
                </a:lnTo>
                <a:lnTo>
                  <a:pt x="2514600" y="3819525"/>
                </a:lnTo>
                <a:lnTo>
                  <a:pt x="2514600" y="3829050"/>
                </a:lnTo>
                <a:lnTo>
                  <a:pt x="2428875" y="3829050"/>
                </a:lnTo>
                <a:lnTo>
                  <a:pt x="2428875" y="3819525"/>
                </a:lnTo>
                <a:lnTo>
                  <a:pt x="2419350" y="3819525"/>
                </a:lnTo>
                <a:lnTo>
                  <a:pt x="2419350" y="3810000"/>
                </a:lnTo>
                <a:lnTo>
                  <a:pt x="2428875" y="3810000"/>
                </a:lnTo>
                <a:lnTo>
                  <a:pt x="2428875" y="3800475"/>
                </a:lnTo>
                <a:lnTo>
                  <a:pt x="2438400" y="3800475"/>
                </a:lnTo>
                <a:close/>
                <a:moveTo>
                  <a:pt x="2190750" y="3800475"/>
                </a:moveTo>
                <a:lnTo>
                  <a:pt x="2200275" y="3800475"/>
                </a:lnTo>
                <a:lnTo>
                  <a:pt x="2200275" y="3790950"/>
                </a:lnTo>
                <a:lnTo>
                  <a:pt x="2171700" y="3790950"/>
                </a:lnTo>
                <a:lnTo>
                  <a:pt x="2171700" y="3810000"/>
                </a:lnTo>
                <a:lnTo>
                  <a:pt x="2190750" y="3810000"/>
                </a:lnTo>
                <a:close/>
                <a:moveTo>
                  <a:pt x="2219325" y="3810000"/>
                </a:moveTo>
                <a:lnTo>
                  <a:pt x="2238375" y="3810000"/>
                </a:lnTo>
                <a:lnTo>
                  <a:pt x="2238375" y="3800475"/>
                </a:lnTo>
                <a:lnTo>
                  <a:pt x="2219325" y="3800475"/>
                </a:lnTo>
                <a:close/>
                <a:moveTo>
                  <a:pt x="2543175" y="3810000"/>
                </a:moveTo>
                <a:lnTo>
                  <a:pt x="2552700" y="3810000"/>
                </a:lnTo>
                <a:lnTo>
                  <a:pt x="2552700" y="3819525"/>
                </a:lnTo>
                <a:lnTo>
                  <a:pt x="2543175" y="3819525"/>
                </a:lnTo>
                <a:close/>
                <a:moveTo>
                  <a:pt x="2724150" y="3810000"/>
                </a:moveTo>
                <a:lnTo>
                  <a:pt x="2743200" y="3810000"/>
                </a:lnTo>
                <a:lnTo>
                  <a:pt x="2743200" y="3819525"/>
                </a:lnTo>
                <a:lnTo>
                  <a:pt x="2781300" y="3819525"/>
                </a:lnTo>
                <a:lnTo>
                  <a:pt x="2781300" y="3829050"/>
                </a:lnTo>
                <a:lnTo>
                  <a:pt x="2790825" y="3829050"/>
                </a:lnTo>
                <a:lnTo>
                  <a:pt x="2790825" y="3838575"/>
                </a:lnTo>
                <a:lnTo>
                  <a:pt x="2819400" y="3838575"/>
                </a:lnTo>
                <a:lnTo>
                  <a:pt x="2819400" y="3867150"/>
                </a:lnTo>
                <a:lnTo>
                  <a:pt x="2800350" y="3867150"/>
                </a:lnTo>
                <a:lnTo>
                  <a:pt x="2800350" y="3905250"/>
                </a:lnTo>
                <a:lnTo>
                  <a:pt x="2847975" y="3905250"/>
                </a:lnTo>
                <a:lnTo>
                  <a:pt x="2847975" y="3914775"/>
                </a:lnTo>
                <a:lnTo>
                  <a:pt x="2857500" y="3914775"/>
                </a:lnTo>
                <a:lnTo>
                  <a:pt x="2857500" y="3905250"/>
                </a:lnTo>
                <a:lnTo>
                  <a:pt x="2867025" y="3905250"/>
                </a:lnTo>
                <a:lnTo>
                  <a:pt x="2867025" y="3914775"/>
                </a:lnTo>
                <a:lnTo>
                  <a:pt x="2886075" y="3914775"/>
                </a:lnTo>
                <a:lnTo>
                  <a:pt x="2886075" y="3924300"/>
                </a:lnTo>
                <a:lnTo>
                  <a:pt x="2905125" y="3924300"/>
                </a:lnTo>
                <a:lnTo>
                  <a:pt x="2905125" y="3933825"/>
                </a:lnTo>
                <a:lnTo>
                  <a:pt x="2952750" y="3933825"/>
                </a:lnTo>
                <a:lnTo>
                  <a:pt x="2952750" y="3943350"/>
                </a:lnTo>
                <a:lnTo>
                  <a:pt x="2895600" y="3943350"/>
                </a:lnTo>
                <a:lnTo>
                  <a:pt x="2895600" y="3933825"/>
                </a:lnTo>
                <a:lnTo>
                  <a:pt x="2838450" y="3933825"/>
                </a:lnTo>
                <a:lnTo>
                  <a:pt x="2838450" y="3924300"/>
                </a:lnTo>
                <a:lnTo>
                  <a:pt x="2781300" y="3924300"/>
                </a:lnTo>
                <a:lnTo>
                  <a:pt x="2781300" y="3914775"/>
                </a:lnTo>
                <a:lnTo>
                  <a:pt x="2724150" y="3914775"/>
                </a:lnTo>
                <a:lnTo>
                  <a:pt x="2724150" y="3905250"/>
                </a:lnTo>
                <a:lnTo>
                  <a:pt x="2667000" y="3905250"/>
                </a:lnTo>
                <a:lnTo>
                  <a:pt x="2667000" y="3895725"/>
                </a:lnTo>
                <a:lnTo>
                  <a:pt x="2600325" y="3895725"/>
                </a:lnTo>
                <a:lnTo>
                  <a:pt x="2600325" y="3886200"/>
                </a:lnTo>
                <a:lnTo>
                  <a:pt x="2724150" y="3886200"/>
                </a:lnTo>
                <a:lnTo>
                  <a:pt x="2724150" y="3876675"/>
                </a:lnTo>
                <a:lnTo>
                  <a:pt x="2733675" y="3876675"/>
                </a:lnTo>
                <a:lnTo>
                  <a:pt x="2733675" y="3867150"/>
                </a:lnTo>
                <a:lnTo>
                  <a:pt x="2743200" y="3867150"/>
                </a:lnTo>
                <a:lnTo>
                  <a:pt x="2743200" y="3857625"/>
                </a:lnTo>
                <a:lnTo>
                  <a:pt x="2771775" y="3857625"/>
                </a:lnTo>
                <a:lnTo>
                  <a:pt x="2771775" y="3838575"/>
                </a:lnTo>
                <a:lnTo>
                  <a:pt x="2752725" y="3838575"/>
                </a:lnTo>
                <a:lnTo>
                  <a:pt x="2752725" y="3829050"/>
                </a:lnTo>
                <a:lnTo>
                  <a:pt x="2714625" y="3829050"/>
                </a:lnTo>
                <a:lnTo>
                  <a:pt x="2714625" y="3819525"/>
                </a:lnTo>
                <a:lnTo>
                  <a:pt x="2724150" y="3819525"/>
                </a:lnTo>
                <a:close/>
                <a:moveTo>
                  <a:pt x="2409825" y="3819525"/>
                </a:moveTo>
                <a:lnTo>
                  <a:pt x="2419350" y="3819525"/>
                </a:lnTo>
                <a:lnTo>
                  <a:pt x="2419350" y="3829050"/>
                </a:lnTo>
                <a:lnTo>
                  <a:pt x="2409825" y="3829050"/>
                </a:lnTo>
                <a:close/>
                <a:moveTo>
                  <a:pt x="2886075" y="3819525"/>
                </a:moveTo>
                <a:lnTo>
                  <a:pt x="2971800" y="3819525"/>
                </a:lnTo>
                <a:lnTo>
                  <a:pt x="2971800" y="3829050"/>
                </a:lnTo>
                <a:lnTo>
                  <a:pt x="2981325" y="3829050"/>
                </a:lnTo>
                <a:lnTo>
                  <a:pt x="2981325" y="3838575"/>
                </a:lnTo>
                <a:lnTo>
                  <a:pt x="2971800" y="3838575"/>
                </a:lnTo>
                <a:lnTo>
                  <a:pt x="2971800" y="3848100"/>
                </a:lnTo>
                <a:lnTo>
                  <a:pt x="2981325" y="3848100"/>
                </a:lnTo>
                <a:lnTo>
                  <a:pt x="2981325" y="3857625"/>
                </a:lnTo>
                <a:lnTo>
                  <a:pt x="2971800" y="3857625"/>
                </a:lnTo>
                <a:lnTo>
                  <a:pt x="2971800" y="3867150"/>
                </a:lnTo>
                <a:lnTo>
                  <a:pt x="2962275" y="3867150"/>
                </a:lnTo>
                <a:lnTo>
                  <a:pt x="2962275" y="3857625"/>
                </a:lnTo>
                <a:lnTo>
                  <a:pt x="2943225" y="3857625"/>
                </a:lnTo>
                <a:lnTo>
                  <a:pt x="2943225" y="3848100"/>
                </a:lnTo>
                <a:lnTo>
                  <a:pt x="2905125" y="3848100"/>
                </a:lnTo>
                <a:lnTo>
                  <a:pt x="2905125" y="3838575"/>
                </a:lnTo>
                <a:lnTo>
                  <a:pt x="2886075" y="3838575"/>
                </a:lnTo>
                <a:close/>
                <a:moveTo>
                  <a:pt x="2314575" y="3838575"/>
                </a:moveTo>
                <a:lnTo>
                  <a:pt x="2362200" y="3838575"/>
                </a:lnTo>
                <a:lnTo>
                  <a:pt x="2362200" y="3848100"/>
                </a:lnTo>
                <a:lnTo>
                  <a:pt x="2314575" y="3848100"/>
                </a:lnTo>
                <a:close/>
                <a:moveTo>
                  <a:pt x="2371725" y="3838575"/>
                </a:moveTo>
                <a:lnTo>
                  <a:pt x="2390775" y="3838575"/>
                </a:lnTo>
                <a:lnTo>
                  <a:pt x="2390775" y="3848100"/>
                </a:lnTo>
                <a:lnTo>
                  <a:pt x="2438400" y="3848100"/>
                </a:lnTo>
                <a:lnTo>
                  <a:pt x="2438400" y="3857625"/>
                </a:lnTo>
                <a:lnTo>
                  <a:pt x="2476500" y="3857625"/>
                </a:lnTo>
                <a:lnTo>
                  <a:pt x="2476500" y="3867150"/>
                </a:lnTo>
                <a:lnTo>
                  <a:pt x="2428875" y="3867150"/>
                </a:lnTo>
                <a:lnTo>
                  <a:pt x="2428875" y="3857625"/>
                </a:lnTo>
                <a:lnTo>
                  <a:pt x="2371725" y="3857625"/>
                </a:lnTo>
                <a:close/>
                <a:moveTo>
                  <a:pt x="2990850" y="3848100"/>
                </a:moveTo>
                <a:lnTo>
                  <a:pt x="3009900" y="3848100"/>
                </a:lnTo>
                <a:lnTo>
                  <a:pt x="3009900" y="3857625"/>
                </a:lnTo>
                <a:lnTo>
                  <a:pt x="3048000" y="3857625"/>
                </a:lnTo>
                <a:lnTo>
                  <a:pt x="3048000" y="3867150"/>
                </a:lnTo>
                <a:lnTo>
                  <a:pt x="3057525" y="3867150"/>
                </a:lnTo>
                <a:lnTo>
                  <a:pt x="3057525" y="3876675"/>
                </a:lnTo>
                <a:lnTo>
                  <a:pt x="3067050" y="3876675"/>
                </a:lnTo>
                <a:lnTo>
                  <a:pt x="3067050" y="3886200"/>
                </a:lnTo>
                <a:lnTo>
                  <a:pt x="3048000" y="3886200"/>
                </a:lnTo>
                <a:lnTo>
                  <a:pt x="3048000" y="3895725"/>
                </a:lnTo>
                <a:lnTo>
                  <a:pt x="3019425" y="3895725"/>
                </a:lnTo>
                <a:lnTo>
                  <a:pt x="3019425" y="3886200"/>
                </a:lnTo>
                <a:lnTo>
                  <a:pt x="2990850" y="3886200"/>
                </a:lnTo>
                <a:close/>
                <a:moveTo>
                  <a:pt x="2495550" y="3867150"/>
                </a:moveTo>
                <a:lnTo>
                  <a:pt x="2543175" y="3867150"/>
                </a:lnTo>
                <a:lnTo>
                  <a:pt x="2543175" y="3876675"/>
                </a:lnTo>
                <a:lnTo>
                  <a:pt x="2495550" y="3876675"/>
                </a:lnTo>
                <a:close/>
                <a:moveTo>
                  <a:pt x="2552700" y="3876675"/>
                </a:moveTo>
                <a:lnTo>
                  <a:pt x="2590800" y="3876675"/>
                </a:lnTo>
                <a:lnTo>
                  <a:pt x="2590800" y="3886200"/>
                </a:lnTo>
                <a:lnTo>
                  <a:pt x="2552700" y="3886200"/>
                </a:lnTo>
                <a:close/>
                <a:moveTo>
                  <a:pt x="3124200" y="3886200"/>
                </a:moveTo>
                <a:lnTo>
                  <a:pt x="3143250" y="3886200"/>
                </a:lnTo>
                <a:lnTo>
                  <a:pt x="3143250" y="3895725"/>
                </a:lnTo>
                <a:lnTo>
                  <a:pt x="3133725" y="3895725"/>
                </a:lnTo>
                <a:lnTo>
                  <a:pt x="3133725" y="3905250"/>
                </a:lnTo>
                <a:lnTo>
                  <a:pt x="3124200" y="3905250"/>
                </a:lnTo>
                <a:lnTo>
                  <a:pt x="3124200" y="3914775"/>
                </a:lnTo>
                <a:lnTo>
                  <a:pt x="3114675" y="3914775"/>
                </a:lnTo>
                <a:lnTo>
                  <a:pt x="3114675" y="3924300"/>
                </a:lnTo>
                <a:lnTo>
                  <a:pt x="3095625" y="3924300"/>
                </a:lnTo>
                <a:lnTo>
                  <a:pt x="3095625" y="3933825"/>
                </a:lnTo>
                <a:lnTo>
                  <a:pt x="3076575" y="3933825"/>
                </a:lnTo>
                <a:lnTo>
                  <a:pt x="3076575" y="3943350"/>
                </a:lnTo>
                <a:lnTo>
                  <a:pt x="3048000" y="3943350"/>
                </a:lnTo>
                <a:lnTo>
                  <a:pt x="3048000" y="3952875"/>
                </a:lnTo>
                <a:lnTo>
                  <a:pt x="2952750" y="3952875"/>
                </a:lnTo>
                <a:lnTo>
                  <a:pt x="2952750" y="3943350"/>
                </a:lnTo>
                <a:lnTo>
                  <a:pt x="3028950" y="3943350"/>
                </a:lnTo>
                <a:lnTo>
                  <a:pt x="3028950" y="3924300"/>
                </a:lnTo>
                <a:lnTo>
                  <a:pt x="3038475" y="3924300"/>
                </a:lnTo>
                <a:lnTo>
                  <a:pt x="3038475" y="3914775"/>
                </a:lnTo>
                <a:lnTo>
                  <a:pt x="3048000" y="3914775"/>
                </a:lnTo>
                <a:lnTo>
                  <a:pt x="3048000" y="3895725"/>
                </a:lnTo>
                <a:lnTo>
                  <a:pt x="3124200" y="3895725"/>
                </a:lnTo>
                <a:close/>
              </a:path>
            </a:pathLst>
          </a:custGeom>
          <a:solidFill xmlns:a="http://schemas.openxmlformats.org/drawingml/2006/main">
            <a:srgbClr val="011227"/>
          </a:solidFill>
          <a:ln xmlns:a="http://schemas.openxmlformats.org/drawingml/2006/main" w="0">
            <a:noFill/>
          </a:ln>
        </p:spPr>
      </p:sp>
      <p:sp>
        <p:nvSpPr>
          <p:cNvPr id="44" name="phones vector #01070f">
            <a:extLst xmlns:a="http://schemas.openxmlformats.org/drawingml/2006/main">
              <a:ext uri="{FF2B5EF4-FFF2-40B4-BE49-F238E27FC236}">
                <a16:creationId xmlns:a16="http://schemas.microsoft.com/office/drawing/2014/main" id="{AAEDD2E8-D0A1-4DFD-AD68-764E9544913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48500" y="190500"/>
            <a:ext cx="5905500" cy="6619875"/>
          </a:xfrm>
          <a:custGeom xmlns:a="http://schemas.openxmlformats.org/drawingml/2006/main">
            <a:pathLst>
              <a:path w="3838575" h="4295775">
                <a:moveTo>
                  <a:pt x="1609725" y="123825"/>
                </a:moveTo>
                <a:lnTo>
                  <a:pt x="1619250" y="123825"/>
                </a:lnTo>
                <a:lnTo>
                  <a:pt x="1619250" y="133350"/>
                </a:lnTo>
                <a:lnTo>
                  <a:pt x="1609725" y="133350"/>
                </a:lnTo>
                <a:close/>
                <a:moveTo>
                  <a:pt x="1685925" y="209550"/>
                </a:moveTo>
                <a:lnTo>
                  <a:pt x="1695450" y="209550"/>
                </a:lnTo>
                <a:lnTo>
                  <a:pt x="1695450" y="219075"/>
                </a:lnTo>
                <a:lnTo>
                  <a:pt x="1685925" y="219075"/>
                </a:lnTo>
                <a:close/>
                <a:moveTo>
                  <a:pt x="1647825" y="219075"/>
                </a:moveTo>
                <a:lnTo>
                  <a:pt x="1657350" y="219075"/>
                </a:lnTo>
                <a:lnTo>
                  <a:pt x="1657350" y="228600"/>
                </a:lnTo>
                <a:lnTo>
                  <a:pt x="1647825" y="228600"/>
                </a:lnTo>
                <a:close/>
                <a:moveTo>
                  <a:pt x="2295525" y="304800"/>
                </a:moveTo>
                <a:lnTo>
                  <a:pt x="2305050" y="304800"/>
                </a:lnTo>
                <a:lnTo>
                  <a:pt x="2305050" y="314325"/>
                </a:lnTo>
                <a:lnTo>
                  <a:pt x="2295525" y="314325"/>
                </a:lnTo>
                <a:close/>
                <a:moveTo>
                  <a:pt x="2400300" y="314325"/>
                </a:moveTo>
                <a:lnTo>
                  <a:pt x="2419350" y="314325"/>
                </a:lnTo>
                <a:lnTo>
                  <a:pt x="2419350" y="323850"/>
                </a:lnTo>
                <a:lnTo>
                  <a:pt x="2400300" y="323850"/>
                </a:lnTo>
                <a:close/>
                <a:moveTo>
                  <a:pt x="2524125" y="323850"/>
                </a:moveTo>
                <a:lnTo>
                  <a:pt x="2543175" y="323850"/>
                </a:lnTo>
                <a:lnTo>
                  <a:pt x="2543175" y="333375"/>
                </a:lnTo>
                <a:lnTo>
                  <a:pt x="2524125" y="333375"/>
                </a:lnTo>
                <a:close/>
                <a:moveTo>
                  <a:pt x="2638425" y="333375"/>
                </a:moveTo>
                <a:lnTo>
                  <a:pt x="2647950" y="333375"/>
                </a:lnTo>
                <a:lnTo>
                  <a:pt x="2647950" y="342900"/>
                </a:lnTo>
                <a:lnTo>
                  <a:pt x="2638425" y="342900"/>
                </a:lnTo>
                <a:close/>
                <a:moveTo>
                  <a:pt x="2743200" y="342900"/>
                </a:moveTo>
                <a:lnTo>
                  <a:pt x="2752725" y="342900"/>
                </a:lnTo>
                <a:lnTo>
                  <a:pt x="2752725" y="352425"/>
                </a:lnTo>
                <a:lnTo>
                  <a:pt x="2743200" y="352425"/>
                </a:lnTo>
                <a:close/>
                <a:moveTo>
                  <a:pt x="2181225" y="352425"/>
                </a:moveTo>
                <a:lnTo>
                  <a:pt x="2200275" y="352425"/>
                </a:lnTo>
                <a:lnTo>
                  <a:pt x="2200275" y="361950"/>
                </a:lnTo>
                <a:lnTo>
                  <a:pt x="2181225" y="361950"/>
                </a:lnTo>
                <a:close/>
                <a:moveTo>
                  <a:pt x="2295525" y="352425"/>
                </a:moveTo>
                <a:lnTo>
                  <a:pt x="2371725" y="352425"/>
                </a:lnTo>
                <a:lnTo>
                  <a:pt x="2371725" y="361950"/>
                </a:lnTo>
                <a:lnTo>
                  <a:pt x="2295525" y="361950"/>
                </a:lnTo>
                <a:close/>
                <a:moveTo>
                  <a:pt x="2857500" y="352425"/>
                </a:moveTo>
                <a:lnTo>
                  <a:pt x="2867025" y="352425"/>
                </a:lnTo>
                <a:lnTo>
                  <a:pt x="2867025" y="361950"/>
                </a:lnTo>
                <a:lnTo>
                  <a:pt x="2857500" y="361950"/>
                </a:lnTo>
                <a:close/>
                <a:moveTo>
                  <a:pt x="1676400" y="361950"/>
                </a:moveTo>
                <a:lnTo>
                  <a:pt x="1685925" y="361950"/>
                </a:lnTo>
                <a:lnTo>
                  <a:pt x="1685925" y="371475"/>
                </a:lnTo>
                <a:lnTo>
                  <a:pt x="1676400" y="371475"/>
                </a:lnTo>
                <a:close/>
                <a:moveTo>
                  <a:pt x="2152650" y="361950"/>
                </a:moveTo>
                <a:lnTo>
                  <a:pt x="2162175" y="361950"/>
                </a:lnTo>
                <a:lnTo>
                  <a:pt x="2162175" y="371475"/>
                </a:lnTo>
                <a:lnTo>
                  <a:pt x="2152650" y="371475"/>
                </a:lnTo>
                <a:close/>
                <a:moveTo>
                  <a:pt x="2419350" y="361950"/>
                </a:moveTo>
                <a:lnTo>
                  <a:pt x="2457450" y="361950"/>
                </a:lnTo>
                <a:lnTo>
                  <a:pt x="2457450" y="371475"/>
                </a:lnTo>
                <a:lnTo>
                  <a:pt x="2419350" y="371475"/>
                </a:lnTo>
                <a:close/>
                <a:moveTo>
                  <a:pt x="2971800" y="361950"/>
                </a:moveTo>
                <a:lnTo>
                  <a:pt x="2981325" y="361950"/>
                </a:lnTo>
                <a:lnTo>
                  <a:pt x="2981325" y="371475"/>
                </a:lnTo>
                <a:lnTo>
                  <a:pt x="2971800" y="371475"/>
                </a:lnTo>
                <a:close/>
                <a:moveTo>
                  <a:pt x="2133600" y="371475"/>
                </a:moveTo>
                <a:lnTo>
                  <a:pt x="2143125" y="371475"/>
                </a:lnTo>
                <a:lnTo>
                  <a:pt x="2143125" y="381000"/>
                </a:lnTo>
                <a:lnTo>
                  <a:pt x="2133600" y="381000"/>
                </a:lnTo>
                <a:close/>
                <a:moveTo>
                  <a:pt x="2543175" y="371475"/>
                </a:moveTo>
                <a:lnTo>
                  <a:pt x="2571750" y="371475"/>
                </a:lnTo>
                <a:lnTo>
                  <a:pt x="2571750" y="381000"/>
                </a:lnTo>
                <a:lnTo>
                  <a:pt x="2543175" y="381000"/>
                </a:lnTo>
                <a:close/>
                <a:moveTo>
                  <a:pt x="3067050" y="371475"/>
                </a:moveTo>
                <a:lnTo>
                  <a:pt x="3076575" y="371475"/>
                </a:lnTo>
                <a:lnTo>
                  <a:pt x="3076575" y="381000"/>
                </a:lnTo>
                <a:lnTo>
                  <a:pt x="3067050" y="381000"/>
                </a:lnTo>
                <a:close/>
                <a:moveTo>
                  <a:pt x="2638425" y="381000"/>
                </a:moveTo>
                <a:lnTo>
                  <a:pt x="2695575" y="381000"/>
                </a:lnTo>
                <a:lnTo>
                  <a:pt x="2695575" y="390525"/>
                </a:lnTo>
                <a:lnTo>
                  <a:pt x="2638425" y="390525"/>
                </a:lnTo>
                <a:close/>
                <a:moveTo>
                  <a:pt x="3181350" y="381000"/>
                </a:moveTo>
                <a:lnTo>
                  <a:pt x="3190875" y="381000"/>
                </a:lnTo>
                <a:lnTo>
                  <a:pt x="3190875" y="390525"/>
                </a:lnTo>
                <a:lnTo>
                  <a:pt x="3181350" y="390525"/>
                </a:lnTo>
                <a:close/>
                <a:moveTo>
                  <a:pt x="2105025" y="390525"/>
                </a:moveTo>
                <a:lnTo>
                  <a:pt x="2114550" y="390525"/>
                </a:lnTo>
                <a:lnTo>
                  <a:pt x="2114550" y="400050"/>
                </a:lnTo>
                <a:lnTo>
                  <a:pt x="2105025" y="400050"/>
                </a:lnTo>
                <a:close/>
                <a:moveTo>
                  <a:pt x="2752725" y="390525"/>
                </a:moveTo>
                <a:lnTo>
                  <a:pt x="2809875" y="390525"/>
                </a:lnTo>
                <a:lnTo>
                  <a:pt x="2809875" y="400050"/>
                </a:lnTo>
                <a:lnTo>
                  <a:pt x="2752725" y="400050"/>
                </a:lnTo>
                <a:close/>
                <a:moveTo>
                  <a:pt x="3267075" y="390525"/>
                </a:moveTo>
                <a:lnTo>
                  <a:pt x="3276600" y="390525"/>
                </a:lnTo>
                <a:lnTo>
                  <a:pt x="3276600" y="400050"/>
                </a:lnTo>
                <a:lnTo>
                  <a:pt x="3267075" y="400050"/>
                </a:lnTo>
                <a:close/>
                <a:moveTo>
                  <a:pt x="2095500" y="400050"/>
                </a:moveTo>
                <a:lnTo>
                  <a:pt x="2105025" y="400050"/>
                </a:lnTo>
                <a:lnTo>
                  <a:pt x="2105025" y="409575"/>
                </a:lnTo>
                <a:lnTo>
                  <a:pt x="2095500" y="409575"/>
                </a:lnTo>
                <a:close/>
                <a:moveTo>
                  <a:pt x="2857500" y="400050"/>
                </a:moveTo>
                <a:lnTo>
                  <a:pt x="2905125" y="400050"/>
                </a:lnTo>
                <a:lnTo>
                  <a:pt x="2905125" y="409575"/>
                </a:lnTo>
                <a:lnTo>
                  <a:pt x="2857500" y="409575"/>
                </a:lnTo>
                <a:close/>
                <a:moveTo>
                  <a:pt x="2028825" y="409575"/>
                </a:moveTo>
                <a:lnTo>
                  <a:pt x="2038350" y="409575"/>
                </a:lnTo>
                <a:lnTo>
                  <a:pt x="2038350" y="419100"/>
                </a:lnTo>
                <a:lnTo>
                  <a:pt x="2028825" y="419100"/>
                </a:lnTo>
                <a:close/>
                <a:moveTo>
                  <a:pt x="2085975" y="409575"/>
                </a:moveTo>
                <a:lnTo>
                  <a:pt x="2095500" y="409575"/>
                </a:lnTo>
                <a:lnTo>
                  <a:pt x="2095500" y="419100"/>
                </a:lnTo>
                <a:lnTo>
                  <a:pt x="2085975" y="419100"/>
                </a:lnTo>
                <a:close/>
                <a:moveTo>
                  <a:pt x="2971800" y="409575"/>
                </a:moveTo>
                <a:lnTo>
                  <a:pt x="3009900" y="409575"/>
                </a:lnTo>
                <a:lnTo>
                  <a:pt x="3009900" y="419100"/>
                </a:lnTo>
                <a:lnTo>
                  <a:pt x="2971800" y="419100"/>
                </a:lnTo>
                <a:close/>
                <a:moveTo>
                  <a:pt x="2076450" y="419100"/>
                </a:moveTo>
                <a:lnTo>
                  <a:pt x="2085975" y="419100"/>
                </a:lnTo>
                <a:lnTo>
                  <a:pt x="2085975" y="428625"/>
                </a:lnTo>
                <a:lnTo>
                  <a:pt x="2076450" y="428625"/>
                </a:lnTo>
                <a:close/>
                <a:moveTo>
                  <a:pt x="3067050" y="419100"/>
                </a:moveTo>
                <a:lnTo>
                  <a:pt x="3124200" y="419100"/>
                </a:lnTo>
                <a:lnTo>
                  <a:pt x="3124200" y="428625"/>
                </a:lnTo>
                <a:lnTo>
                  <a:pt x="3067050" y="428625"/>
                </a:lnTo>
                <a:close/>
                <a:moveTo>
                  <a:pt x="2066925" y="428625"/>
                </a:moveTo>
                <a:lnTo>
                  <a:pt x="2076450" y="428625"/>
                </a:lnTo>
                <a:lnTo>
                  <a:pt x="2076450" y="438150"/>
                </a:lnTo>
                <a:lnTo>
                  <a:pt x="2066925" y="438150"/>
                </a:lnTo>
                <a:close/>
                <a:moveTo>
                  <a:pt x="2628900" y="428625"/>
                </a:moveTo>
                <a:lnTo>
                  <a:pt x="2638425" y="428625"/>
                </a:lnTo>
                <a:lnTo>
                  <a:pt x="2638425" y="438150"/>
                </a:lnTo>
                <a:lnTo>
                  <a:pt x="2628900" y="438150"/>
                </a:lnTo>
                <a:close/>
                <a:moveTo>
                  <a:pt x="2676525" y="428625"/>
                </a:moveTo>
                <a:lnTo>
                  <a:pt x="2743200" y="428625"/>
                </a:lnTo>
                <a:lnTo>
                  <a:pt x="2743200" y="438150"/>
                </a:lnTo>
                <a:lnTo>
                  <a:pt x="2676525" y="438150"/>
                </a:lnTo>
                <a:close/>
                <a:moveTo>
                  <a:pt x="3162300" y="428625"/>
                </a:moveTo>
                <a:lnTo>
                  <a:pt x="3238500" y="428625"/>
                </a:lnTo>
                <a:lnTo>
                  <a:pt x="3238500" y="438150"/>
                </a:lnTo>
                <a:lnTo>
                  <a:pt x="3162300" y="438150"/>
                </a:lnTo>
                <a:close/>
                <a:moveTo>
                  <a:pt x="2790825" y="438150"/>
                </a:moveTo>
                <a:lnTo>
                  <a:pt x="2847975" y="438150"/>
                </a:lnTo>
                <a:lnTo>
                  <a:pt x="2847975" y="447675"/>
                </a:lnTo>
                <a:lnTo>
                  <a:pt x="2790825" y="447675"/>
                </a:lnTo>
                <a:close/>
                <a:moveTo>
                  <a:pt x="3286125" y="438150"/>
                </a:moveTo>
                <a:lnTo>
                  <a:pt x="3343275" y="438150"/>
                </a:lnTo>
                <a:lnTo>
                  <a:pt x="3343275" y="447675"/>
                </a:lnTo>
                <a:lnTo>
                  <a:pt x="3286125" y="447675"/>
                </a:lnTo>
                <a:close/>
                <a:moveTo>
                  <a:pt x="2057400" y="447675"/>
                </a:moveTo>
                <a:lnTo>
                  <a:pt x="2066925" y="447675"/>
                </a:lnTo>
                <a:lnTo>
                  <a:pt x="2066925" y="457200"/>
                </a:lnTo>
                <a:lnTo>
                  <a:pt x="2057400" y="457200"/>
                </a:lnTo>
                <a:close/>
                <a:moveTo>
                  <a:pt x="2905125" y="447675"/>
                </a:moveTo>
                <a:lnTo>
                  <a:pt x="2952750" y="447675"/>
                </a:lnTo>
                <a:lnTo>
                  <a:pt x="2952750" y="457200"/>
                </a:lnTo>
                <a:lnTo>
                  <a:pt x="2905125" y="457200"/>
                </a:lnTo>
                <a:close/>
                <a:moveTo>
                  <a:pt x="3390900" y="447675"/>
                </a:moveTo>
                <a:lnTo>
                  <a:pt x="3429000" y="447675"/>
                </a:lnTo>
                <a:lnTo>
                  <a:pt x="3429000" y="457200"/>
                </a:lnTo>
                <a:lnTo>
                  <a:pt x="3390900" y="457200"/>
                </a:lnTo>
                <a:close/>
                <a:moveTo>
                  <a:pt x="2000250" y="457200"/>
                </a:moveTo>
                <a:lnTo>
                  <a:pt x="2009775" y="457200"/>
                </a:lnTo>
                <a:lnTo>
                  <a:pt x="2009775" y="466725"/>
                </a:lnTo>
                <a:lnTo>
                  <a:pt x="2000250" y="466725"/>
                </a:lnTo>
                <a:close/>
                <a:moveTo>
                  <a:pt x="2047875" y="457200"/>
                </a:moveTo>
                <a:lnTo>
                  <a:pt x="2057400" y="457200"/>
                </a:lnTo>
                <a:lnTo>
                  <a:pt x="2057400" y="476250"/>
                </a:lnTo>
                <a:lnTo>
                  <a:pt x="2047875" y="476250"/>
                </a:lnTo>
                <a:close/>
                <a:moveTo>
                  <a:pt x="2600325" y="457200"/>
                </a:moveTo>
                <a:lnTo>
                  <a:pt x="2609850" y="457200"/>
                </a:lnTo>
                <a:lnTo>
                  <a:pt x="2609850" y="466725"/>
                </a:lnTo>
                <a:lnTo>
                  <a:pt x="2600325" y="466725"/>
                </a:lnTo>
                <a:close/>
                <a:moveTo>
                  <a:pt x="3000375" y="457200"/>
                </a:moveTo>
                <a:lnTo>
                  <a:pt x="3028950" y="457200"/>
                </a:lnTo>
                <a:lnTo>
                  <a:pt x="3028950" y="466725"/>
                </a:lnTo>
                <a:lnTo>
                  <a:pt x="3000375" y="466725"/>
                </a:lnTo>
                <a:close/>
                <a:moveTo>
                  <a:pt x="3467100" y="457200"/>
                </a:moveTo>
                <a:lnTo>
                  <a:pt x="3486150" y="457200"/>
                </a:lnTo>
                <a:lnTo>
                  <a:pt x="3486150" y="466725"/>
                </a:lnTo>
                <a:lnTo>
                  <a:pt x="3467100" y="466725"/>
                </a:lnTo>
                <a:close/>
                <a:moveTo>
                  <a:pt x="2590800" y="466725"/>
                </a:moveTo>
                <a:lnTo>
                  <a:pt x="2600325" y="466725"/>
                </a:lnTo>
                <a:lnTo>
                  <a:pt x="2600325" y="514350"/>
                </a:lnTo>
                <a:lnTo>
                  <a:pt x="2590800" y="514350"/>
                </a:lnTo>
                <a:close/>
                <a:moveTo>
                  <a:pt x="3495675" y="466725"/>
                </a:moveTo>
                <a:lnTo>
                  <a:pt x="3505200" y="466725"/>
                </a:lnTo>
                <a:lnTo>
                  <a:pt x="3505200" y="476250"/>
                </a:lnTo>
                <a:lnTo>
                  <a:pt x="3495675" y="476250"/>
                </a:lnTo>
                <a:close/>
                <a:moveTo>
                  <a:pt x="3514725" y="476250"/>
                </a:moveTo>
                <a:lnTo>
                  <a:pt x="3524250" y="476250"/>
                </a:lnTo>
                <a:lnTo>
                  <a:pt x="3524250" y="485775"/>
                </a:lnTo>
                <a:lnTo>
                  <a:pt x="3514725" y="485775"/>
                </a:lnTo>
                <a:close/>
                <a:moveTo>
                  <a:pt x="1990725" y="485775"/>
                </a:moveTo>
                <a:lnTo>
                  <a:pt x="2000250" y="485775"/>
                </a:lnTo>
                <a:lnTo>
                  <a:pt x="2000250" y="495300"/>
                </a:lnTo>
                <a:lnTo>
                  <a:pt x="1990725" y="495300"/>
                </a:lnTo>
                <a:close/>
                <a:moveTo>
                  <a:pt x="2038350" y="485775"/>
                </a:moveTo>
                <a:lnTo>
                  <a:pt x="2047875" y="485775"/>
                </a:lnTo>
                <a:lnTo>
                  <a:pt x="2047875" y="495300"/>
                </a:lnTo>
                <a:lnTo>
                  <a:pt x="2038350" y="495300"/>
                </a:lnTo>
                <a:close/>
                <a:moveTo>
                  <a:pt x="3048000" y="485775"/>
                </a:moveTo>
                <a:lnTo>
                  <a:pt x="3057525" y="485775"/>
                </a:lnTo>
                <a:lnTo>
                  <a:pt x="3057525" y="495300"/>
                </a:lnTo>
                <a:lnTo>
                  <a:pt x="3048000" y="495300"/>
                </a:lnTo>
                <a:close/>
                <a:moveTo>
                  <a:pt x="3533775" y="485775"/>
                </a:moveTo>
                <a:lnTo>
                  <a:pt x="3543300" y="485775"/>
                </a:lnTo>
                <a:lnTo>
                  <a:pt x="3543300" y="495300"/>
                </a:lnTo>
                <a:lnTo>
                  <a:pt x="3533775" y="495300"/>
                </a:lnTo>
                <a:close/>
                <a:moveTo>
                  <a:pt x="3543300" y="495300"/>
                </a:moveTo>
                <a:lnTo>
                  <a:pt x="3552825" y="495300"/>
                </a:lnTo>
                <a:lnTo>
                  <a:pt x="3552825" y="504825"/>
                </a:lnTo>
                <a:lnTo>
                  <a:pt x="3543300" y="504825"/>
                </a:lnTo>
                <a:close/>
                <a:moveTo>
                  <a:pt x="3057525" y="504825"/>
                </a:moveTo>
                <a:lnTo>
                  <a:pt x="3067050" y="504825"/>
                </a:lnTo>
                <a:lnTo>
                  <a:pt x="3067050" y="533400"/>
                </a:lnTo>
                <a:lnTo>
                  <a:pt x="3057525" y="533400"/>
                </a:lnTo>
                <a:close/>
                <a:moveTo>
                  <a:pt x="3562350" y="504825"/>
                </a:moveTo>
                <a:lnTo>
                  <a:pt x="3571875" y="504825"/>
                </a:lnTo>
                <a:lnTo>
                  <a:pt x="3571875" y="514350"/>
                </a:lnTo>
                <a:lnTo>
                  <a:pt x="3562350" y="514350"/>
                </a:lnTo>
                <a:close/>
                <a:moveTo>
                  <a:pt x="3619500" y="504825"/>
                </a:moveTo>
                <a:lnTo>
                  <a:pt x="3629025" y="504825"/>
                </a:lnTo>
                <a:lnTo>
                  <a:pt x="3629025" y="514350"/>
                </a:lnTo>
                <a:lnTo>
                  <a:pt x="3619500" y="514350"/>
                </a:lnTo>
                <a:close/>
                <a:moveTo>
                  <a:pt x="2028825" y="514350"/>
                </a:moveTo>
                <a:lnTo>
                  <a:pt x="2038350" y="514350"/>
                </a:lnTo>
                <a:lnTo>
                  <a:pt x="2038350" y="542925"/>
                </a:lnTo>
                <a:lnTo>
                  <a:pt x="2028825" y="542925"/>
                </a:lnTo>
                <a:close/>
                <a:moveTo>
                  <a:pt x="2600325" y="514350"/>
                </a:moveTo>
                <a:lnTo>
                  <a:pt x="2609850" y="514350"/>
                </a:lnTo>
                <a:lnTo>
                  <a:pt x="2609850" y="523875"/>
                </a:lnTo>
                <a:lnTo>
                  <a:pt x="2600325" y="523875"/>
                </a:lnTo>
                <a:close/>
                <a:moveTo>
                  <a:pt x="3571875" y="514350"/>
                </a:moveTo>
                <a:lnTo>
                  <a:pt x="3581400" y="514350"/>
                </a:lnTo>
                <a:lnTo>
                  <a:pt x="3581400" y="523875"/>
                </a:lnTo>
                <a:lnTo>
                  <a:pt x="3571875" y="523875"/>
                </a:lnTo>
                <a:close/>
                <a:moveTo>
                  <a:pt x="1981200" y="523875"/>
                </a:moveTo>
                <a:lnTo>
                  <a:pt x="1990725" y="523875"/>
                </a:lnTo>
                <a:lnTo>
                  <a:pt x="1990725" y="533400"/>
                </a:lnTo>
                <a:lnTo>
                  <a:pt x="1981200" y="533400"/>
                </a:lnTo>
                <a:close/>
                <a:moveTo>
                  <a:pt x="3581400" y="523875"/>
                </a:moveTo>
                <a:lnTo>
                  <a:pt x="3590925" y="523875"/>
                </a:lnTo>
                <a:lnTo>
                  <a:pt x="3590925" y="533400"/>
                </a:lnTo>
                <a:lnTo>
                  <a:pt x="3581400" y="533400"/>
                </a:lnTo>
                <a:close/>
                <a:moveTo>
                  <a:pt x="2638425" y="542925"/>
                </a:moveTo>
                <a:lnTo>
                  <a:pt x="2676525" y="542925"/>
                </a:lnTo>
                <a:lnTo>
                  <a:pt x="2676525" y="552450"/>
                </a:lnTo>
                <a:lnTo>
                  <a:pt x="2638425" y="552450"/>
                </a:lnTo>
                <a:close/>
                <a:moveTo>
                  <a:pt x="3048000" y="542925"/>
                </a:moveTo>
                <a:lnTo>
                  <a:pt x="3057525" y="542925"/>
                </a:lnTo>
                <a:lnTo>
                  <a:pt x="3057525" y="552450"/>
                </a:lnTo>
                <a:lnTo>
                  <a:pt x="3048000" y="552450"/>
                </a:lnTo>
                <a:close/>
                <a:moveTo>
                  <a:pt x="3590925" y="542925"/>
                </a:moveTo>
                <a:lnTo>
                  <a:pt x="3600450" y="542925"/>
                </a:lnTo>
                <a:lnTo>
                  <a:pt x="3600450" y="552450"/>
                </a:lnTo>
                <a:lnTo>
                  <a:pt x="3590925" y="552450"/>
                </a:lnTo>
                <a:close/>
                <a:moveTo>
                  <a:pt x="2733675" y="552450"/>
                </a:moveTo>
                <a:lnTo>
                  <a:pt x="2790825" y="552450"/>
                </a:lnTo>
                <a:lnTo>
                  <a:pt x="2790825" y="561975"/>
                </a:lnTo>
                <a:lnTo>
                  <a:pt x="2733675" y="561975"/>
                </a:lnTo>
                <a:close/>
                <a:moveTo>
                  <a:pt x="3038475" y="552450"/>
                </a:moveTo>
                <a:lnTo>
                  <a:pt x="3048000" y="552450"/>
                </a:lnTo>
                <a:lnTo>
                  <a:pt x="3048000" y="561975"/>
                </a:lnTo>
                <a:lnTo>
                  <a:pt x="3038475" y="561975"/>
                </a:lnTo>
                <a:close/>
                <a:moveTo>
                  <a:pt x="2019300" y="561975"/>
                </a:moveTo>
                <a:lnTo>
                  <a:pt x="2028825" y="561975"/>
                </a:lnTo>
                <a:lnTo>
                  <a:pt x="2028825" y="590550"/>
                </a:lnTo>
                <a:lnTo>
                  <a:pt x="2019300" y="590550"/>
                </a:lnTo>
                <a:close/>
                <a:moveTo>
                  <a:pt x="2838450" y="561975"/>
                </a:moveTo>
                <a:lnTo>
                  <a:pt x="2914650" y="561975"/>
                </a:lnTo>
                <a:lnTo>
                  <a:pt x="2914650" y="571500"/>
                </a:lnTo>
                <a:lnTo>
                  <a:pt x="2838450" y="571500"/>
                </a:lnTo>
                <a:close/>
                <a:moveTo>
                  <a:pt x="3028950" y="561975"/>
                </a:moveTo>
                <a:lnTo>
                  <a:pt x="3038475" y="561975"/>
                </a:lnTo>
                <a:lnTo>
                  <a:pt x="3038475" y="571500"/>
                </a:lnTo>
                <a:lnTo>
                  <a:pt x="3028950" y="571500"/>
                </a:lnTo>
                <a:close/>
                <a:moveTo>
                  <a:pt x="3600450" y="561975"/>
                </a:moveTo>
                <a:lnTo>
                  <a:pt x="3609975" y="561975"/>
                </a:lnTo>
                <a:lnTo>
                  <a:pt x="3609975" y="571500"/>
                </a:lnTo>
                <a:lnTo>
                  <a:pt x="3600450" y="571500"/>
                </a:lnTo>
                <a:close/>
                <a:moveTo>
                  <a:pt x="2962275" y="571500"/>
                </a:moveTo>
                <a:lnTo>
                  <a:pt x="3019425" y="571500"/>
                </a:lnTo>
                <a:lnTo>
                  <a:pt x="3019425" y="581025"/>
                </a:lnTo>
                <a:lnTo>
                  <a:pt x="2962275" y="581025"/>
                </a:lnTo>
                <a:close/>
                <a:moveTo>
                  <a:pt x="3609975" y="581025"/>
                </a:moveTo>
                <a:lnTo>
                  <a:pt x="3619500" y="581025"/>
                </a:lnTo>
                <a:lnTo>
                  <a:pt x="3619500" y="600075"/>
                </a:lnTo>
                <a:lnTo>
                  <a:pt x="3609975" y="600075"/>
                </a:lnTo>
                <a:close/>
                <a:moveTo>
                  <a:pt x="2009775" y="609600"/>
                </a:moveTo>
                <a:lnTo>
                  <a:pt x="2019300" y="609600"/>
                </a:lnTo>
                <a:lnTo>
                  <a:pt x="2019300" y="666750"/>
                </a:lnTo>
                <a:lnTo>
                  <a:pt x="2009775" y="666750"/>
                </a:lnTo>
                <a:close/>
                <a:moveTo>
                  <a:pt x="3619500" y="628650"/>
                </a:moveTo>
                <a:lnTo>
                  <a:pt x="3629025" y="628650"/>
                </a:lnTo>
                <a:lnTo>
                  <a:pt x="3629025" y="695325"/>
                </a:lnTo>
                <a:lnTo>
                  <a:pt x="3619500" y="695325"/>
                </a:lnTo>
                <a:close/>
                <a:moveTo>
                  <a:pt x="142875" y="638175"/>
                </a:moveTo>
                <a:lnTo>
                  <a:pt x="152400" y="638175"/>
                </a:lnTo>
                <a:lnTo>
                  <a:pt x="152400" y="676275"/>
                </a:lnTo>
                <a:lnTo>
                  <a:pt x="142875" y="676275"/>
                </a:lnTo>
                <a:close/>
                <a:moveTo>
                  <a:pt x="2276475" y="647700"/>
                </a:moveTo>
                <a:lnTo>
                  <a:pt x="2295525" y="647700"/>
                </a:lnTo>
                <a:lnTo>
                  <a:pt x="2295525" y="657225"/>
                </a:lnTo>
                <a:lnTo>
                  <a:pt x="2276475" y="657225"/>
                </a:lnTo>
                <a:close/>
                <a:moveTo>
                  <a:pt x="1962150" y="657225"/>
                </a:moveTo>
                <a:lnTo>
                  <a:pt x="1971675" y="657225"/>
                </a:lnTo>
                <a:lnTo>
                  <a:pt x="1971675" y="666750"/>
                </a:lnTo>
                <a:lnTo>
                  <a:pt x="1962150" y="666750"/>
                </a:lnTo>
                <a:close/>
                <a:moveTo>
                  <a:pt x="2000250" y="685800"/>
                </a:moveTo>
                <a:lnTo>
                  <a:pt x="2009775" y="685800"/>
                </a:lnTo>
                <a:lnTo>
                  <a:pt x="2009775" y="752475"/>
                </a:lnTo>
                <a:lnTo>
                  <a:pt x="2000250" y="752475"/>
                </a:lnTo>
                <a:close/>
                <a:moveTo>
                  <a:pt x="1952625" y="733425"/>
                </a:moveTo>
                <a:lnTo>
                  <a:pt x="1962150" y="733425"/>
                </a:lnTo>
                <a:lnTo>
                  <a:pt x="1962150" y="742950"/>
                </a:lnTo>
                <a:lnTo>
                  <a:pt x="1952625" y="742950"/>
                </a:lnTo>
                <a:close/>
                <a:moveTo>
                  <a:pt x="3609975" y="733425"/>
                </a:moveTo>
                <a:lnTo>
                  <a:pt x="3619500" y="733425"/>
                </a:lnTo>
                <a:lnTo>
                  <a:pt x="3619500" y="762000"/>
                </a:lnTo>
                <a:lnTo>
                  <a:pt x="3609975" y="762000"/>
                </a:lnTo>
                <a:close/>
                <a:moveTo>
                  <a:pt x="1990725" y="771525"/>
                </a:moveTo>
                <a:lnTo>
                  <a:pt x="2000250" y="771525"/>
                </a:lnTo>
                <a:lnTo>
                  <a:pt x="2000250" y="819150"/>
                </a:lnTo>
                <a:lnTo>
                  <a:pt x="1990725" y="819150"/>
                </a:lnTo>
                <a:close/>
                <a:moveTo>
                  <a:pt x="1943100" y="781050"/>
                </a:moveTo>
                <a:lnTo>
                  <a:pt x="1952625" y="781050"/>
                </a:lnTo>
                <a:lnTo>
                  <a:pt x="1952625" y="790575"/>
                </a:lnTo>
                <a:lnTo>
                  <a:pt x="1943100" y="790575"/>
                </a:lnTo>
                <a:close/>
                <a:moveTo>
                  <a:pt x="3600450" y="800100"/>
                </a:moveTo>
                <a:lnTo>
                  <a:pt x="3609975" y="800100"/>
                </a:lnTo>
                <a:lnTo>
                  <a:pt x="3609975" y="847725"/>
                </a:lnTo>
                <a:lnTo>
                  <a:pt x="3600450" y="847725"/>
                </a:lnTo>
                <a:close/>
                <a:moveTo>
                  <a:pt x="1933575" y="857250"/>
                </a:moveTo>
                <a:lnTo>
                  <a:pt x="1943100" y="857250"/>
                </a:lnTo>
                <a:lnTo>
                  <a:pt x="1943100" y="866775"/>
                </a:lnTo>
                <a:lnTo>
                  <a:pt x="1933575" y="866775"/>
                </a:lnTo>
                <a:close/>
                <a:moveTo>
                  <a:pt x="1981200" y="866775"/>
                </a:moveTo>
                <a:lnTo>
                  <a:pt x="1990725" y="866775"/>
                </a:lnTo>
                <a:lnTo>
                  <a:pt x="1990725" y="895350"/>
                </a:lnTo>
                <a:lnTo>
                  <a:pt x="1981200" y="895350"/>
                </a:lnTo>
                <a:close/>
                <a:moveTo>
                  <a:pt x="3590925" y="876300"/>
                </a:moveTo>
                <a:lnTo>
                  <a:pt x="3600450" y="876300"/>
                </a:lnTo>
                <a:lnTo>
                  <a:pt x="3600450" y="895350"/>
                </a:lnTo>
                <a:lnTo>
                  <a:pt x="3590925" y="895350"/>
                </a:lnTo>
                <a:close/>
                <a:moveTo>
                  <a:pt x="1971675" y="914400"/>
                </a:moveTo>
                <a:lnTo>
                  <a:pt x="1981200" y="914400"/>
                </a:lnTo>
                <a:lnTo>
                  <a:pt x="1981200" y="962025"/>
                </a:lnTo>
                <a:lnTo>
                  <a:pt x="1971675" y="962025"/>
                </a:lnTo>
                <a:close/>
                <a:moveTo>
                  <a:pt x="1924050" y="923925"/>
                </a:moveTo>
                <a:lnTo>
                  <a:pt x="1933575" y="923925"/>
                </a:lnTo>
                <a:lnTo>
                  <a:pt x="1933575" y="933450"/>
                </a:lnTo>
                <a:lnTo>
                  <a:pt x="1924050" y="933450"/>
                </a:lnTo>
                <a:close/>
                <a:moveTo>
                  <a:pt x="3581400" y="952500"/>
                </a:moveTo>
                <a:lnTo>
                  <a:pt x="3590925" y="952500"/>
                </a:lnTo>
                <a:lnTo>
                  <a:pt x="3590925" y="990600"/>
                </a:lnTo>
                <a:lnTo>
                  <a:pt x="3581400" y="990600"/>
                </a:lnTo>
                <a:close/>
                <a:moveTo>
                  <a:pt x="1962150" y="1000125"/>
                </a:moveTo>
                <a:lnTo>
                  <a:pt x="1971675" y="1000125"/>
                </a:lnTo>
                <a:lnTo>
                  <a:pt x="1971675" y="1057275"/>
                </a:lnTo>
                <a:lnTo>
                  <a:pt x="1962150" y="1057275"/>
                </a:lnTo>
                <a:close/>
                <a:moveTo>
                  <a:pt x="3571875" y="1019175"/>
                </a:moveTo>
                <a:lnTo>
                  <a:pt x="3581400" y="1019175"/>
                </a:lnTo>
                <a:lnTo>
                  <a:pt x="3581400" y="1047750"/>
                </a:lnTo>
                <a:lnTo>
                  <a:pt x="3571875" y="1047750"/>
                </a:lnTo>
                <a:close/>
                <a:moveTo>
                  <a:pt x="3619500" y="1019175"/>
                </a:moveTo>
                <a:lnTo>
                  <a:pt x="3629025" y="1019175"/>
                </a:lnTo>
                <a:lnTo>
                  <a:pt x="3629025" y="1028700"/>
                </a:lnTo>
                <a:lnTo>
                  <a:pt x="3619500" y="1028700"/>
                </a:lnTo>
                <a:close/>
                <a:moveTo>
                  <a:pt x="1724025" y="1038225"/>
                </a:moveTo>
                <a:lnTo>
                  <a:pt x="1733550" y="1038225"/>
                </a:lnTo>
                <a:lnTo>
                  <a:pt x="1733550" y="1047750"/>
                </a:lnTo>
                <a:lnTo>
                  <a:pt x="1724025" y="1047750"/>
                </a:lnTo>
                <a:close/>
                <a:moveTo>
                  <a:pt x="1905000" y="1057275"/>
                </a:moveTo>
                <a:lnTo>
                  <a:pt x="1914525" y="1057275"/>
                </a:lnTo>
                <a:lnTo>
                  <a:pt x="1914525" y="1066800"/>
                </a:lnTo>
                <a:lnTo>
                  <a:pt x="1905000" y="1066800"/>
                </a:lnTo>
                <a:close/>
                <a:moveTo>
                  <a:pt x="3562350" y="1085850"/>
                </a:moveTo>
                <a:lnTo>
                  <a:pt x="3571875" y="1085850"/>
                </a:lnTo>
                <a:lnTo>
                  <a:pt x="3571875" y="1133475"/>
                </a:lnTo>
                <a:lnTo>
                  <a:pt x="3562350" y="1133475"/>
                </a:lnTo>
                <a:close/>
                <a:moveTo>
                  <a:pt x="1952625" y="1095375"/>
                </a:moveTo>
                <a:lnTo>
                  <a:pt x="1962150" y="1095375"/>
                </a:lnTo>
                <a:lnTo>
                  <a:pt x="1962150" y="1133475"/>
                </a:lnTo>
                <a:lnTo>
                  <a:pt x="1952625" y="1133475"/>
                </a:lnTo>
                <a:close/>
                <a:moveTo>
                  <a:pt x="1895475" y="1114425"/>
                </a:moveTo>
                <a:lnTo>
                  <a:pt x="1905000" y="1114425"/>
                </a:lnTo>
                <a:lnTo>
                  <a:pt x="1905000" y="1133475"/>
                </a:lnTo>
                <a:lnTo>
                  <a:pt x="1895475" y="1133475"/>
                </a:lnTo>
                <a:close/>
                <a:moveTo>
                  <a:pt x="1943100" y="1162050"/>
                </a:moveTo>
                <a:lnTo>
                  <a:pt x="1952625" y="1162050"/>
                </a:lnTo>
                <a:lnTo>
                  <a:pt x="1952625" y="1190625"/>
                </a:lnTo>
                <a:lnTo>
                  <a:pt x="1943100" y="1190625"/>
                </a:lnTo>
                <a:close/>
                <a:moveTo>
                  <a:pt x="3552825" y="1171575"/>
                </a:moveTo>
                <a:lnTo>
                  <a:pt x="3562350" y="1171575"/>
                </a:lnTo>
                <a:lnTo>
                  <a:pt x="3562350" y="1200150"/>
                </a:lnTo>
                <a:lnTo>
                  <a:pt x="3552825" y="1200150"/>
                </a:lnTo>
                <a:close/>
                <a:moveTo>
                  <a:pt x="1885950" y="1228725"/>
                </a:moveTo>
                <a:lnTo>
                  <a:pt x="1895475" y="1228725"/>
                </a:lnTo>
                <a:lnTo>
                  <a:pt x="1895475" y="1238250"/>
                </a:lnTo>
                <a:lnTo>
                  <a:pt x="1885950" y="1238250"/>
                </a:lnTo>
                <a:close/>
                <a:moveTo>
                  <a:pt x="1933575" y="1238250"/>
                </a:moveTo>
                <a:lnTo>
                  <a:pt x="1943100" y="1238250"/>
                </a:lnTo>
                <a:lnTo>
                  <a:pt x="1943100" y="1266825"/>
                </a:lnTo>
                <a:lnTo>
                  <a:pt x="1933575" y="1266825"/>
                </a:lnTo>
                <a:close/>
                <a:moveTo>
                  <a:pt x="3543300" y="1247775"/>
                </a:moveTo>
                <a:lnTo>
                  <a:pt x="3552825" y="1247775"/>
                </a:lnTo>
                <a:lnTo>
                  <a:pt x="3552825" y="1266825"/>
                </a:lnTo>
                <a:lnTo>
                  <a:pt x="3543300" y="1266825"/>
                </a:lnTo>
                <a:close/>
                <a:moveTo>
                  <a:pt x="180975" y="1276350"/>
                </a:moveTo>
                <a:lnTo>
                  <a:pt x="190500" y="1276350"/>
                </a:lnTo>
                <a:lnTo>
                  <a:pt x="190500" y="1295400"/>
                </a:lnTo>
                <a:lnTo>
                  <a:pt x="180975" y="1295400"/>
                </a:lnTo>
                <a:close/>
                <a:moveTo>
                  <a:pt x="1876425" y="1295400"/>
                </a:moveTo>
                <a:lnTo>
                  <a:pt x="1885950" y="1295400"/>
                </a:lnTo>
                <a:lnTo>
                  <a:pt x="1885950" y="1304925"/>
                </a:lnTo>
                <a:lnTo>
                  <a:pt x="1876425" y="1304925"/>
                </a:lnTo>
                <a:close/>
                <a:moveTo>
                  <a:pt x="3533775" y="1304925"/>
                </a:moveTo>
                <a:lnTo>
                  <a:pt x="3543300" y="1304925"/>
                </a:lnTo>
                <a:lnTo>
                  <a:pt x="3543300" y="1343025"/>
                </a:lnTo>
                <a:lnTo>
                  <a:pt x="3533775" y="1343025"/>
                </a:lnTo>
                <a:close/>
                <a:moveTo>
                  <a:pt x="1924050" y="1314450"/>
                </a:moveTo>
                <a:lnTo>
                  <a:pt x="1933575" y="1314450"/>
                </a:lnTo>
                <a:lnTo>
                  <a:pt x="1933575" y="1343025"/>
                </a:lnTo>
                <a:lnTo>
                  <a:pt x="1924050" y="1343025"/>
                </a:lnTo>
                <a:close/>
                <a:moveTo>
                  <a:pt x="1914525" y="1362075"/>
                </a:moveTo>
                <a:lnTo>
                  <a:pt x="1924050" y="1362075"/>
                </a:lnTo>
                <a:lnTo>
                  <a:pt x="1924050" y="1400175"/>
                </a:lnTo>
                <a:lnTo>
                  <a:pt x="1914525" y="1400175"/>
                </a:lnTo>
                <a:close/>
                <a:moveTo>
                  <a:pt x="142875" y="1371600"/>
                </a:moveTo>
                <a:lnTo>
                  <a:pt x="152400" y="1371600"/>
                </a:lnTo>
                <a:lnTo>
                  <a:pt x="152400" y="1381125"/>
                </a:lnTo>
                <a:lnTo>
                  <a:pt x="142875" y="1381125"/>
                </a:lnTo>
                <a:close/>
                <a:moveTo>
                  <a:pt x="3524250" y="1371600"/>
                </a:moveTo>
                <a:lnTo>
                  <a:pt x="3533775" y="1371600"/>
                </a:lnTo>
                <a:lnTo>
                  <a:pt x="3533775" y="1409700"/>
                </a:lnTo>
                <a:lnTo>
                  <a:pt x="3524250" y="1409700"/>
                </a:lnTo>
                <a:close/>
                <a:moveTo>
                  <a:pt x="1905000" y="1428750"/>
                </a:moveTo>
                <a:lnTo>
                  <a:pt x="1914525" y="1428750"/>
                </a:lnTo>
                <a:lnTo>
                  <a:pt x="1914525" y="1485900"/>
                </a:lnTo>
                <a:lnTo>
                  <a:pt x="1905000" y="1485900"/>
                </a:lnTo>
                <a:close/>
                <a:moveTo>
                  <a:pt x="3514725" y="1447800"/>
                </a:moveTo>
                <a:lnTo>
                  <a:pt x="3524250" y="1447800"/>
                </a:lnTo>
                <a:lnTo>
                  <a:pt x="3524250" y="1495425"/>
                </a:lnTo>
                <a:lnTo>
                  <a:pt x="3514725" y="1495425"/>
                </a:lnTo>
                <a:close/>
                <a:moveTo>
                  <a:pt x="1876425" y="1495425"/>
                </a:moveTo>
                <a:lnTo>
                  <a:pt x="1885950" y="1495425"/>
                </a:lnTo>
                <a:lnTo>
                  <a:pt x="1885950" y="1504950"/>
                </a:lnTo>
                <a:lnTo>
                  <a:pt x="1876425" y="1504950"/>
                </a:lnTo>
                <a:close/>
                <a:moveTo>
                  <a:pt x="1885950" y="1504950"/>
                </a:moveTo>
                <a:lnTo>
                  <a:pt x="1905000" y="1504950"/>
                </a:lnTo>
                <a:lnTo>
                  <a:pt x="1905000" y="1581150"/>
                </a:lnTo>
                <a:lnTo>
                  <a:pt x="1885950" y="1581150"/>
                </a:lnTo>
                <a:close/>
                <a:moveTo>
                  <a:pt x="3505200" y="1524000"/>
                </a:moveTo>
                <a:lnTo>
                  <a:pt x="3514725" y="1524000"/>
                </a:lnTo>
                <a:lnTo>
                  <a:pt x="3514725" y="1543050"/>
                </a:lnTo>
                <a:lnTo>
                  <a:pt x="3505200" y="1543050"/>
                </a:lnTo>
                <a:close/>
                <a:moveTo>
                  <a:pt x="3495675" y="1581150"/>
                </a:moveTo>
                <a:lnTo>
                  <a:pt x="3505200" y="1581150"/>
                </a:lnTo>
                <a:lnTo>
                  <a:pt x="3505200" y="1619250"/>
                </a:lnTo>
                <a:lnTo>
                  <a:pt x="3495675" y="1619250"/>
                </a:lnTo>
                <a:close/>
                <a:moveTo>
                  <a:pt x="1771650" y="1609725"/>
                </a:moveTo>
                <a:lnTo>
                  <a:pt x="1781175" y="1609725"/>
                </a:lnTo>
                <a:lnTo>
                  <a:pt x="1781175" y="1647825"/>
                </a:lnTo>
                <a:lnTo>
                  <a:pt x="1771650" y="1647825"/>
                </a:lnTo>
                <a:close/>
                <a:moveTo>
                  <a:pt x="1876425" y="1609725"/>
                </a:moveTo>
                <a:lnTo>
                  <a:pt x="1895475" y="1609725"/>
                </a:lnTo>
                <a:lnTo>
                  <a:pt x="1895475" y="1638300"/>
                </a:lnTo>
                <a:lnTo>
                  <a:pt x="1876425" y="1638300"/>
                </a:lnTo>
                <a:close/>
                <a:moveTo>
                  <a:pt x="3486150" y="1657350"/>
                </a:moveTo>
                <a:lnTo>
                  <a:pt x="3495675" y="1657350"/>
                </a:lnTo>
                <a:lnTo>
                  <a:pt x="3495675" y="1695450"/>
                </a:lnTo>
                <a:lnTo>
                  <a:pt x="3486150" y="1695450"/>
                </a:lnTo>
                <a:close/>
                <a:moveTo>
                  <a:pt x="3476625" y="1724025"/>
                </a:moveTo>
                <a:lnTo>
                  <a:pt x="3486150" y="1724025"/>
                </a:lnTo>
                <a:lnTo>
                  <a:pt x="3486150" y="1762125"/>
                </a:lnTo>
                <a:lnTo>
                  <a:pt x="3476625" y="1762125"/>
                </a:lnTo>
                <a:close/>
                <a:moveTo>
                  <a:pt x="200025" y="1762125"/>
                </a:moveTo>
                <a:lnTo>
                  <a:pt x="209550" y="1762125"/>
                </a:lnTo>
                <a:lnTo>
                  <a:pt x="209550" y="1771650"/>
                </a:lnTo>
                <a:lnTo>
                  <a:pt x="200025" y="1771650"/>
                </a:lnTo>
                <a:close/>
                <a:moveTo>
                  <a:pt x="3467100" y="1790700"/>
                </a:moveTo>
                <a:lnTo>
                  <a:pt x="3476625" y="1790700"/>
                </a:lnTo>
                <a:lnTo>
                  <a:pt x="3476625" y="1819275"/>
                </a:lnTo>
                <a:lnTo>
                  <a:pt x="3467100" y="1819275"/>
                </a:lnTo>
                <a:close/>
                <a:moveTo>
                  <a:pt x="3457575" y="1866900"/>
                </a:moveTo>
                <a:lnTo>
                  <a:pt x="3467100" y="1866900"/>
                </a:lnTo>
                <a:lnTo>
                  <a:pt x="3467100" y="1895475"/>
                </a:lnTo>
                <a:lnTo>
                  <a:pt x="3457575" y="1895475"/>
                </a:lnTo>
                <a:close/>
                <a:moveTo>
                  <a:pt x="3448050" y="1933575"/>
                </a:moveTo>
                <a:lnTo>
                  <a:pt x="3457575" y="1933575"/>
                </a:lnTo>
                <a:lnTo>
                  <a:pt x="3457575" y="1971675"/>
                </a:lnTo>
                <a:lnTo>
                  <a:pt x="3448050" y="1971675"/>
                </a:lnTo>
                <a:close/>
                <a:moveTo>
                  <a:pt x="1800225" y="1990725"/>
                </a:moveTo>
                <a:lnTo>
                  <a:pt x="1809750" y="1990725"/>
                </a:lnTo>
                <a:lnTo>
                  <a:pt x="1809750" y="2009775"/>
                </a:lnTo>
                <a:lnTo>
                  <a:pt x="1800225" y="2009775"/>
                </a:lnTo>
                <a:close/>
                <a:moveTo>
                  <a:pt x="3438525" y="2000250"/>
                </a:moveTo>
                <a:lnTo>
                  <a:pt x="3448050" y="2000250"/>
                </a:lnTo>
                <a:lnTo>
                  <a:pt x="3448050" y="2038350"/>
                </a:lnTo>
                <a:lnTo>
                  <a:pt x="3438525" y="2038350"/>
                </a:lnTo>
                <a:close/>
                <a:moveTo>
                  <a:pt x="3429000" y="2066925"/>
                </a:moveTo>
                <a:lnTo>
                  <a:pt x="3438525" y="2066925"/>
                </a:lnTo>
                <a:lnTo>
                  <a:pt x="3438525" y="2095500"/>
                </a:lnTo>
                <a:lnTo>
                  <a:pt x="3429000" y="2095500"/>
                </a:lnTo>
                <a:close/>
                <a:moveTo>
                  <a:pt x="3419475" y="2143125"/>
                </a:moveTo>
                <a:lnTo>
                  <a:pt x="3429000" y="2143125"/>
                </a:lnTo>
                <a:lnTo>
                  <a:pt x="3429000" y="2171700"/>
                </a:lnTo>
                <a:lnTo>
                  <a:pt x="3419475" y="2171700"/>
                </a:lnTo>
                <a:close/>
                <a:moveTo>
                  <a:pt x="1809750" y="2152650"/>
                </a:moveTo>
                <a:lnTo>
                  <a:pt x="1819275" y="2152650"/>
                </a:lnTo>
                <a:lnTo>
                  <a:pt x="1819275" y="2162175"/>
                </a:lnTo>
                <a:lnTo>
                  <a:pt x="1809750" y="2162175"/>
                </a:lnTo>
                <a:close/>
                <a:moveTo>
                  <a:pt x="1857375" y="2152650"/>
                </a:moveTo>
                <a:lnTo>
                  <a:pt x="1866900" y="2152650"/>
                </a:lnTo>
                <a:lnTo>
                  <a:pt x="1866900" y="2171700"/>
                </a:lnTo>
                <a:lnTo>
                  <a:pt x="1857375" y="2171700"/>
                </a:lnTo>
                <a:close/>
                <a:moveTo>
                  <a:pt x="1819275" y="2162175"/>
                </a:moveTo>
                <a:lnTo>
                  <a:pt x="1847850" y="2162175"/>
                </a:lnTo>
                <a:lnTo>
                  <a:pt x="1847850" y="2171700"/>
                </a:lnTo>
                <a:lnTo>
                  <a:pt x="1819275" y="2171700"/>
                </a:lnTo>
                <a:close/>
                <a:moveTo>
                  <a:pt x="3409950" y="2209800"/>
                </a:moveTo>
                <a:lnTo>
                  <a:pt x="3419475" y="2209800"/>
                </a:lnTo>
                <a:lnTo>
                  <a:pt x="3419475" y="2247900"/>
                </a:lnTo>
                <a:lnTo>
                  <a:pt x="3409950" y="2247900"/>
                </a:lnTo>
                <a:close/>
                <a:moveTo>
                  <a:pt x="228600" y="2247900"/>
                </a:moveTo>
                <a:lnTo>
                  <a:pt x="238125" y="2247900"/>
                </a:lnTo>
                <a:lnTo>
                  <a:pt x="238125" y="2266950"/>
                </a:lnTo>
                <a:lnTo>
                  <a:pt x="228600" y="2266950"/>
                </a:lnTo>
                <a:close/>
                <a:moveTo>
                  <a:pt x="1819275" y="2247900"/>
                </a:moveTo>
                <a:lnTo>
                  <a:pt x="1828800" y="2247900"/>
                </a:lnTo>
                <a:lnTo>
                  <a:pt x="1828800" y="2257425"/>
                </a:lnTo>
                <a:lnTo>
                  <a:pt x="1819275" y="2257425"/>
                </a:lnTo>
                <a:close/>
                <a:moveTo>
                  <a:pt x="190500" y="2266950"/>
                </a:moveTo>
                <a:lnTo>
                  <a:pt x="200025" y="2266950"/>
                </a:lnTo>
                <a:lnTo>
                  <a:pt x="200025" y="2276475"/>
                </a:lnTo>
                <a:lnTo>
                  <a:pt x="190500" y="2276475"/>
                </a:lnTo>
                <a:close/>
                <a:moveTo>
                  <a:pt x="209550" y="2266950"/>
                </a:moveTo>
                <a:lnTo>
                  <a:pt x="219075" y="2266950"/>
                </a:lnTo>
                <a:lnTo>
                  <a:pt x="219075" y="2276475"/>
                </a:lnTo>
                <a:lnTo>
                  <a:pt x="209550" y="2276475"/>
                </a:lnTo>
                <a:close/>
                <a:moveTo>
                  <a:pt x="200025" y="2276475"/>
                </a:moveTo>
                <a:lnTo>
                  <a:pt x="209550" y="2276475"/>
                </a:lnTo>
                <a:lnTo>
                  <a:pt x="209550" y="2314575"/>
                </a:lnTo>
                <a:lnTo>
                  <a:pt x="190500" y="2314575"/>
                </a:lnTo>
                <a:lnTo>
                  <a:pt x="190500" y="2286000"/>
                </a:lnTo>
                <a:lnTo>
                  <a:pt x="200025" y="2286000"/>
                </a:lnTo>
                <a:close/>
                <a:moveTo>
                  <a:pt x="3400425" y="2286000"/>
                </a:moveTo>
                <a:lnTo>
                  <a:pt x="3409950" y="2286000"/>
                </a:lnTo>
                <a:lnTo>
                  <a:pt x="3409950" y="2324100"/>
                </a:lnTo>
                <a:lnTo>
                  <a:pt x="3400425" y="2324100"/>
                </a:lnTo>
                <a:close/>
                <a:moveTo>
                  <a:pt x="209550" y="2314575"/>
                </a:moveTo>
                <a:lnTo>
                  <a:pt x="228600" y="2314575"/>
                </a:lnTo>
                <a:lnTo>
                  <a:pt x="228600" y="2324100"/>
                </a:lnTo>
                <a:lnTo>
                  <a:pt x="209550" y="2324100"/>
                </a:lnTo>
                <a:close/>
                <a:moveTo>
                  <a:pt x="3390900" y="2352675"/>
                </a:moveTo>
                <a:lnTo>
                  <a:pt x="3400425" y="2352675"/>
                </a:lnTo>
                <a:lnTo>
                  <a:pt x="3400425" y="2390775"/>
                </a:lnTo>
                <a:lnTo>
                  <a:pt x="3390900" y="2390775"/>
                </a:lnTo>
                <a:close/>
                <a:moveTo>
                  <a:pt x="3381375" y="2428875"/>
                </a:moveTo>
                <a:lnTo>
                  <a:pt x="3390900" y="2428875"/>
                </a:lnTo>
                <a:lnTo>
                  <a:pt x="3390900" y="2447925"/>
                </a:lnTo>
                <a:lnTo>
                  <a:pt x="3381375" y="2447925"/>
                </a:lnTo>
                <a:close/>
                <a:moveTo>
                  <a:pt x="238125" y="2486025"/>
                </a:moveTo>
                <a:lnTo>
                  <a:pt x="247650" y="2486025"/>
                </a:lnTo>
                <a:lnTo>
                  <a:pt x="247650" y="2514600"/>
                </a:lnTo>
                <a:lnTo>
                  <a:pt x="238125" y="2514600"/>
                </a:lnTo>
                <a:close/>
                <a:moveTo>
                  <a:pt x="3371850" y="2495550"/>
                </a:moveTo>
                <a:lnTo>
                  <a:pt x="3381375" y="2495550"/>
                </a:lnTo>
                <a:lnTo>
                  <a:pt x="3381375" y="2524125"/>
                </a:lnTo>
                <a:lnTo>
                  <a:pt x="3371850" y="2524125"/>
                </a:lnTo>
                <a:close/>
                <a:moveTo>
                  <a:pt x="200025" y="2552700"/>
                </a:moveTo>
                <a:lnTo>
                  <a:pt x="209550" y="2552700"/>
                </a:lnTo>
                <a:lnTo>
                  <a:pt x="209550" y="2562225"/>
                </a:lnTo>
                <a:lnTo>
                  <a:pt x="200025" y="2562225"/>
                </a:lnTo>
                <a:close/>
                <a:moveTo>
                  <a:pt x="3362325" y="2562225"/>
                </a:moveTo>
                <a:lnTo>
                  <a:pt x="3371850" y="2562225"/>
                </a:lnTo>
                <a:lnTo>
                  <a:pt x="3371850" y="2600325"/>
                </a:lnTo>
                <a:lnTo>
                  <a:pt x="3362325" y="2600325"/>
                </a:lnTo>
                <a:close/>
                <a:moveTo>
                  <a:pt x="3352800" y="2638425"/>
                </a:moveTo>
                <a:lnTo>
                  <a:pt x="3362325" y="2638425"/>
                </a:lnTo>
                <a:lnTo>
                  <a:pt x="3362325" y="2667000"/>
                </a:lnTo>
                <a:lnTo>
                  <a:pt x="3352800" y="2667000"/>
                </a:lnTo>
                <a:close/>
                <a:moveTo>
                  <a:pt x="3343275" y="2705100"/>
                </a:moveTo>
                <a:lnTo>
                  <a:pt x="3352800" y="2705100"/>
                </a:lnTo>
                <a:lnTo>
                  <a:pt x="3352800" y="2733675"/>
                </a:lnTo>
                <a:lnTo>
                  <a:pt x="3343275" y="2733675"/>
                </a:lnTo>
                <a:close/>
                <a:moveTo>
                  <a:pt x="209550" y="2733675"/>
                </a:moveTo>
                <a:lnTo>
                  <a:pt x="219075" y="2733675"/>
                </a:lnTo>
                <a:lnTo>
                  <a:pt x="219075" y="2743200"/>
                </a:lnTo>
                <a:lnTo>
                  <a:pt x="209550" y="2743200"/>
                </a:lnTo>
                <a:close/>
                <a:moveTo>
                  <a:pt x="3333750" y="2781300"/>
                </a:moveTo>
                <a:lnTo>
                  <a:pt x="3343275" y="2781300"/>
                </a:lnTo>
                <a:lnTo>
                  <a:pt x="3343275" y="2809875"/>
                </a:lnTo>
                <a:lnTo>
                  <a:pt x="3333750" y="2809875"/>
                </a:lnTo>
                <a:close/>
                <a:moveTo>
                  <a:pt x="3324225" y="2847975"/>
                </a:moveTo>
                <a:lnTo>
                  <a:pt x="3333750" y="2847975"/>
                </a:lnTo>
                <a:lnTo>
                  <a:pt x="3333750" y="2876550"/>
                </a:lnTo>
                <a:lnTo>
                  <a:pt x="3324225" y="2876550"/>
                </a:lnTo>
                <a:close/>
                <a:moveTo>
                  <a:pt x="219075" y="2876550"/>
                </a:moveTo>
                <a:lnTo>
                  <a:pt x="228600" y="2876550"/>
                </a:lnTo>
                <a:lnTo>
                  <a:pt x="228600" y="2895600"/>
                </a:lnTo>
                <a:lnTo>
                  <a:pt x="219075" y="2895600"/>
                </a:lnTo>
                <a:close/>
                <a:moveTo>
                  <a:pt x="3314700" y="2924175"/>
                </a:moveTo>
                <a:lnTo>
                  <a:pt x="3324225" y="2924175"/>
                </a:lnTo>
                <a:lnTo>
                  <a:pt x="3324225" y="2952750"/>
                </a:lnTo>
                <a:lnTo>
                  <a:pt x="3314700" y="2952750"/>
                </a:lnTo>
                <a:close/>
                <a:moveTo>
                  <a:pt x="1876425" y="2952750"/>
                </a:moveTo>
                <a:lnTo>
                  <a:pt x="1885950" y="2952750"/>
                </a:lnTo>
                <a:lnTo>
                  <a:pt x="1885950" y="2962275"/>
                </a:lnTo>
                <a:lnTo>
                  <a:pt x="1876425" y="2962275"/>
                </a:lnTo>
                <a:close/>
                <a:moveTo>
                  <a:pt x="3305175" y="2981325"/>
                </a:moveTo>
                <a:lnTo>
                  <a:pt x="3314700" y="2981325"/>
                </a:lnTo>
                <a:lnTo>
                  <a:pt x="3314700" y="3019425"/>
                </a:lnTo>
                <a:lnTo>
                  <a:pt x="3305175" y="3019425"/>
                </a:lnTo>
                <a:close/>
                <a:moveTo>
                  <a:pt x="1924050" y="3000375"/>
                </a:moveTo>
                <a:lnTo>
                  <a:pt x="1933575" y="3000375"/>
                </a:lnTo>
                <a:lnTo>
                  <a:pt x="1933575" y="3009900"/>
                </a:lnTo>
                <a:lnTo>
                  <a:pt x="1924050" y="3009900"/>
                </a:lnTo>
                <a:close/>
                <a:moveTo>
                  <a:pt x="3295650" y="3057525"/>
                </a:moveTo>
                <a:lnTo>
                  <a:pt x="3305175" y="3057525"/>
                </a:lnTo>
                <a:lnTo>
                  <a:pt x="3305175" y="3086100"/>
                </a:lnTo>
                <a:lnTo>
                  <a:pt x="3295650" y="3086100"/>
                </a:lnTo>
                <a:close/>
                <a:moveTo>
                  <a:pt x="3286125" y="3124200"/>
                </a:moveTo>
                <a:lnTo>
                  <a:pt x="3295650" y="3124200"/>
                </a:lnTo>
                <a:lnTo>
                  <a:pt x="3295650" y="3162300"/>
                </a:lnTo>
                <a:lnTo>
                  <a:pt x="3286125" y="3162300"/>
                </a:lnTo>
                <a:close/>
                <a:moveTo>
                  <a:pt x="3276600" y="3200400"/>
                </a:moveTo>
                <a:lnTo>
                  <a:pt x="3286125" y="3200400"/>
                </a:lnTo>
                <a:lnTo>
                  <a:pt x="3286125" y="3238500"/>
                </a:lnTo>
                <a:lnTo>
                  <a:pt x="3276600" y="3238500"/>
                </a:lnTo>
                <a:close/>
                <a:moveTo>
                  <a:pt x="1895475" y="3238500"/>
                </a:moveTo>
                <a:lnTo>
                  <a:pt x="1905000" y="3238500"/>
                </a:lnTo>
                <a:lnTo>
                  <a:pt x="1905000" y="3248025"/>
                </a:lnTo>
                <a:lnTo>
                  <a:pt x="1895475" y="3248025"/>
                </a:lnTo>
                <a:close/>
                <a:moveTo>
                  <a:pt x="238125" y="3248025"/>
                </a:moveTo>
                <a:lnTo>
                  <a:pt x="247650" y="3248025"/>
                </a:lnTo>
                <a:lnTo>
                  <a:pt x="247650" y="3257550"/>
                </a:lnTo>
                <a:lnTo>
                  <a:pt x="238125" y="3257550"/>
                </a:lnTo>
                <a:close/>
                <a:moveTo>
                  <a:pt x="1895475" y="3276600"/>
                </a:moveTo>
                <a:lnTo>
                  <a:pt x="1905000" y="3276600"/>
                </a:lnTo>
                <a:lnTo>
                  <a:pt x="1905000" y="3286125"/>
                </a:lnTo>
                <a:lnTo>
                  <a:pt x="1895475" y="3286125"/>
                </a:lnTo>
                <a:close/>
                <a:moveTo>
                  <a:pt x="3267075" y="3276600"/>
                </a:moveTo>
                <a:lnTo>
                  <a:pt x="3276600" y="3276600"/>
                </a:lnTo>
                <a:lnTo>
                  <a:pt x="3276600" y="3314700"/>
                </a:lnTo>
                <a:lnTo>
                  <a:pt x="3267075" y="3314700"/>
                </a:lnTo>
                <a:close/>
                <a:moveTo>
                  <a:pt x="3257550" y="3352800"/>
                </a:moveTo>
                <a:lnTo>
                  <a:pt x="3267075" y="3352800"/>
                </a:lnTo>
                <a:lnTo>
                  <a:pt x="3267075" y="3371850"/>
                </a:lnTo>
                <a:lnTo>
                  <a:pt x="3257550" y="3371850"/>
                </a:lnTo>
                <a:close/>
                <a:moveTo>
                  <a:pt x="1952625" y="3390900"/>
                </a:moveTo>
                <a:lnTo>
                  <a:pt x="1962150" y="3390900"/>
                </a:lnTo>
                <a:lnTo>
                  <a:pt x="1962150" y="3400425"/>
                </a:lnTo>
                <a:lnTo>
                  <a:pt x="1952625" y="3400425"/>
                </a:lnTo>
                <a:close/>
                <a:moveTo>
                  <a:pt x="3248025" y="3409950"/>
                </a:moveTo>
                <a:lnTo>
                  <a:pt x="3257550" y="3409950"/>
                </a:lnTo>
                <a:lnTo>
                  <a:pt x="3257550" y="3448050"/>
                </a:lnTo>
                <a:lnTo>
                  <a:pt x="3248025" y="3448050"/>
                </a:lnTo>
                <a:close/>
                <a:moveTo>
                  <a:pt x="247650" y="3438525"/>
                </a:moveTo>
                <a:lnTo>
                  <a:pt x="257175" y="3438525"/>
                </a:lnTo>
                <a:lnTo>
                  <a:pt x="257175" y="3448050"/>
                </a:lnTo>
                <a:lnTo>
                  <a:pt x="247650" y="3448050"/>
                </a:lnTo>
                <a:close/>
                <a:moveTo>
                  <a:pt x="3238500" y="3476625"/>
                </a:moveTo>
                <a:lnTo>
                  <a:pt x="3248025" y="3476625"/>
                </a:lnTo>
                <a:lnTo>
                  <a:pt x="3248025" y="3524250"/>
                </a:lnTo>
                <a:lnTo>
                  <a:pt x="3238500" y="3524250"/>
                </a:lnTo>
                <a:close/>
                <a:moveTo>
                  <a:pt x="1962150" y="3505200"/>
                </a:moveTo>
                <a:lnTo>
                  <a:pt x="1971675" y="3505200"/>
                </a:lnTo>
                <a:lnTo>
                  <a:pt x="1971675" y="3514725"/>
                </a:lnTo>
                <a:lnTo>
                  <a:pt x="1962150" y="3514725"/>
                </a:lnTo>
                <a:close/>
                <a:moveTo>
                  <a:pt x="3228975" y="3552825"/>
                </a:moveTo>
                <a:lnTo>
                  <a:pt x="3238500" y="3552825"/>
                </a:lnTo>
                <a:lnTo>
                  <a:pt x="3238500" y="3590925"/>
                </a:lnTo>
                <a:lnTo>
                  <a:pt x="3228975" y="3590925"/>
                </a:lnTo>
                <a:close/>
                <a:moveTo>
                  <a:pt x="3276600" y="3552825"/>
                </a:moveTo>
                <a:lnTo>
                  <a:pt x="3286125" y="3552825"/>
                </a:lnTo>
                <a:lnTo>
                  <a:pt x="3286125" y="3562350"/>
                </a:lnTo>
                <a:lnTo>
                  <a:pt x="3276600" y="3562350"/>
                </a:lnTo>
                <a:close/>
                <a:moveTo>
                  <a:pt x="295275" y="3619500"/>
                </a:moveTo>
                <a:lnTo>
                  <a:pt x="304800" y="3619500"/>
                </a:lnTo>
                <a:lnTo>
                  <a:pt x="304800" y="3629025"/>
                </a:lnTo>
                <a:lnTo>
                  <a:pt x="295275" y="3629025"/>
                </a:lnTo>
                <a:close/>
                <a:moveTo>
                  <a:pt x="1971675" y="3619500"/>
                </a:moveTo>
                <a:lnTo>
                  <a:pt x="1981200" y="3619500"/>
                </a:lnTo>
                <a:lnTo>
                  <a:pt x="1981200" y="3629025"/>
                </a:lnTo>
                <a:lnTo>
                  <a:pt x="1971675" y="3629025"/>
                </a:lnTo>
                <a:close/>
                <a:moveTo>
                  <a:pt x="3219450" y="3619500"/>
                </a:moveTo>
                <a:lnTo>
                  <a:pt x="3228975" y="3619500"/>
                </a:lnTo>
                <a:lnTo>
                  <a:pt x="3228975" y="3648075"/>
                </a:lnTo>
                <a:lnTo>
                  <a:pt x="3219450" y="3648075"/>
                </a:lnTo>
                <a:close/>
                <a:moveTo>
                  <a:pt x="1962150" y="3667125"/>
                </a:moveTo>
                <a:lnTo>
                  <a:pt x="1971675" y="3667125"/>
                </a:lnTo>
                <a:lnTo>
                  <a:pt x="1971675" y="3686175"/>
                </a:lnTo>
                <a:lnTo>
                  <a:pt x="1981200" y="3686175"/>
                </a:lnTo>
                <a:lnTo>
                  <a:pt x="1981200" y="3724275"/>
                </a:lnTo>
                <a:lnTo>
                  <a:pt x="1971675" y="3724275"/>
                </a:lnTo>
                <a:lnTo>
                  <a:pt x="1971675" y="3714750"/>
                </a:lnTo>
                <a:lnTo>
                  <a:pt x="1962150" y="3714750"/>
                </a:lnTo>
                <a:close/>
                <a:moveTo>
                  <a:pt x="3209925" y="3676650"/>
                </a:moveTo>
                <a:lnTo>
                  <a:pt x="3219450" y="3676650"/>
                </a:lnTo>
                <a:lnTo>
                  <a:pt x="3219450" y="3714750"/>
                </a:lnTo>
                <a:lnTo>
                  <a:pt x="3209925" y="3714750"/>
                </a:lnTo>
                <a:close/>
                <a:moveTo>
                  <a:pt x="1933575" y="3695700"/>
                </a:moveTo>
                <a:lnTo>
                  <a:pt x="1943100" y="3695700"/>
                </a:lnTo>
                <a:lnTo>
                  <a:pt x="1943100" y="3705225"/>
                </a:lnTo>
                <a:lnTo>
                  <a:pt x="1933575" y="3705225"/>
                </a:lnTo>
                <a:close/>
                <a:moveTo>
                  <a:pt x="3200400" y="3743325"/>
                </a:moveTo>
                <a:lnTo>
                  <a:pt x="3209925" y="3743325"/>
                </a:lnTo>
                <a:lnTo>
                  <a:pt x="3209925" y="3781425"/>
                </a:lnTo>
                <a:lnTo>
                  <a:pt x="3200400" y="3781425"/>
                </a:lnTo>
                <a:close/>
                <a:moveTo>
                  <a:pt x="2038350" y="3800475"/>
                </a:moveTo>
                <a:lnTo>
                  <a:pt x="2057400" y="3800475"/>
                </a:lnTo>
                <a:lnTo>
                  <a:pt x="2057400" y="3810000"/>
                </a:lnTo>
                <a:lnTo>
                  <a:pt x="2038350" y="3810000"/>
                </a:lnTo>
                <a:close/>
                <a:moveTo>
                  <a:pt x="3190875" y="3800475"/>
                </a:moveTo>
                <a:lnTo>
                  <a:pt x="3200400" y="3800475"/>
                </a:lnTo>
                <a:lnTo>
                  <a:pt x="3200400" y="3819525"/>
                </a:lnTo>
                <a:lnTo>
                  <a:pt x="3190875" y="3819525"/>
                </a:lnTo>
                <a:close/>
                <a:moveTo>
                  <a:pt x="2076450" y="3810000"/>
                </a:moveTo>
                <a:lnTo>
                  <a:pt x="2114550" y="3810000"/>
                </a:lnTo>
                <a:lnTo>
                  <a:pt x="2114550" y="3819525"/>
                </a:lnTo>
                <a:lnTo>
                  <a:pt x="2076450" y="3819525"/>
                </a:lnTo>
                <a:close/>
                <a:moveTo>
                  <a:pt x="2009775" y="3819525"/>
                </a:moveTo>
                <a:lnTo>
                  <a:pt x="2019300" y="3819525"/>
                </a:lnTo>
                <a:lnTo>
                  <a:pt x="2019300" y="3829050"/>
                </a:lnTo>
                <a:lnTo>
                  <a:pt x="2009775" y="3829050"/>
                </a:lnTo>
                <a:close/>
                <a:moveTo>
                  <a:pt x="2143125" y="3819525"/>
                </a:moveTo>
                <a:lnTo>
                  <a:pt x="2181225" y="3819525"/>
                </a:lnTo>
                <a:lnTo>
                  <a:pt x="2181225" y="3829050"/>
                </a:lnTo>
                <a:lnTo>
                  <a:pt x="2143125" y="3829050"/>
                </a:lnTo>
                <a:close/>
                <a:moveTo>
                  <a:pt x="2209800" y="3829050"/>
                </a:moveTo>
                <a:lnTo>
                  <a:pt x="2238375" y="3829050"/>
                </a:lnTo>
                <a:lnTo>
                  <a:pt x="2238375" y="3838575"/>
                </a:lnTo>
                <a:lnTo>
                  <a:pt x="2209800" y="3838575"/>
                </a:lnTo>
                <a:close/>
                <a:moveTo>
                  <a:pt x="3181350" y="3829050"/>
                </a:moveTo>
                <a:lnTo>
                  <a:pt x="3190875" y="3829050"/>
                </a:lnTo>
                <a:lnTo>
                  <a:pt x="3190875" y="3848100"/>
                </a:lnTo>
                <a:lnTo>
                  <a:pt x="3181350" y="3848100"/>
                </a:lnTo>
                <a:close/>
                <a:moveTo>
                  <a:pt x="304800" y="3838575"/>
                </a:moveTo>
                <a:lnTo>
                  <a:pt x="314325" y="3838575"/>
                </a:lnTo>
                <a:lnTo>
                  <a:pt x="314325" y="3848100"/>
                </a:lnTo>
                <a:lnTo>
                  <a:pt x="304800" y="3848100"/>
                </a:lnTo>
                <a:close/>
                <a:moveTo>
                  <a:pt x="2257425" y="3838575"/>
                </a:moveTo>
                <a:lnTo>
                  <a:pt x="2295525" y="3838575"/>
                </a:lnTo>
                <a:lnTo>
                  <a:pt x="2295525" y="3848100"/>
                </a:lnTo>
                <a:lnTo>
                  <a:pt x="2257425" y="3848100"/>
                </a:lnTo>
                <a:close/>
                <a:moveTo>
                  <a:pt x="314325" y="3848100"/>
                </a:moveTo>
                <a:lnTo>
                  <a:pt x="323850" y="3848100"/>
                </a:lnTo>
                <a:lnTo>
                  <a:pt x="323850" y="3857625"/>
                </a:lnTo>
                <a:lnTo>
                  <a:pt x="314325" y="3857625"/>
                </a:lnTo>
                <a:close/>
                <a:moveTo>
                  <a:pt x="2324100" y="3848100"/>
                </a:moveTo>
                <a:lnTo>
                  <a:pt x="2343150" y="3848100"/>
                </a:lnTo>
                <a:lnTo>
                  <a:pt x="2343150" y="3857625"/>
                </a:lnTo>
                <a:lnTo>
                  <a:pt x="2324100" y="3857625"/>
                </a:lnTo>
                <a:close/>
                <a:moveTo>
                  <a:pt x="3171825" y="3848100"/>
                </a:moveTo>
                <a:lnTo>
                  <a:pt x="3181350" y="3848100"/>
                </a:lnTo>
                <a:lnTo>
                  <a:pt x="3181350" y="3857625"/>
                </a:lnTo>
                <a:lnTo>
                  <a:pt x="3171825" y="3857625"/>
                </a:lnTo>
                <a:close/>
                <a:moveTo>
                  <a:pt x="2381250" y="3857625"/>
                </a:moveTo>
                <a:lnTo>
                  <a:pt x="2409825" y="3857625"/>
                </a:lnTo>
                <a:lnTo>
                  <a:pt x="2409825" y="3867150"/>
                </a:lnTo>
                <a:lnTo>
                  <a:pt x="2381250" y="3867150"/>
                </a:lnTo>
                <a:close/>
                <a:moveTo>
                  <a:pt x="2438400" y="3867150"/>
                </a:moveTo>
                <a:lnTo>
                  <a:pt x="2466975" y="3867150"/>
                </a:lnTo>
                <a:lnTo>
                  <a:pt x="2466975" y="3876675"/>
                </a:lnTo>
                <a:lnTo>
                  <a:pt x="2438400" y="3876675"/>
                </a:lnTo>
                <a:close/>
                <a:moveTo>
                  <a:pt x="3162300" y="3867150"/>
                </a:moveTo>
                <a:lnTo>
                  <a:pt x="3171825" y="3867150"/>
                </a:lnTo>
                <a:lnTo>
                  <a:pt x="3171825" y="3876675"/>
                </a:lnTo>
                <a:lnTo>
                  <a:pt x="3162300" y="3876675"/>
                </a:lnTo>
                <a:close/>
                <a:moveTo>
                  <a:pt x="2495550" y="3876675"/>
                </a:moveTo>
                <a:lnTo>
                  <a:pt x="2524125" y="3876675"/>
                </a:lnTo>
                <a:lnTo>
                  <a:pt x="2524125" y="3886200"/>
                </a:lnTo>
                <a:lnTo>
                  <a:pt x="2495550" y="3886200"/>
                </a:lnTo>
                <a:close/>
                <a:moveTo>
                  <a:pt x="295275" y="3886200"/>
                </a:moveTo>
                <a:lnTo>
                  <a:pt x="304800" y="3886200"/>
                </a:lnTo>
                <a:lnTo>
                  <a:pt x="304800" y="3895725"/>
                </a:lnTo>
                <a:lnTo>
                  <a:pt x="295275" y="3895725"/>
                </a:lnTo>
                <a:close/>
                <a:moveTo>
                  <a:pt x="2552700" y="3886200"/>
                </a:moveTo>
                <a:lnTo>
                  <a:pt x="2581275" y="3886200"/>
                </a:lnTo>
                <a:lnTo>
                  <a:pt x="2581275" y="3895725"/>
                </a:lnTo>
                <a:lnTo>
                  <a:pt x="2552700" y="3895725"/>
                </a:lnTo>
                <a:close/>
                <a:moveTo>
                  <a:pt x="3152775" y="3886200"/>
                </a:moveTo>
                <a:lnTo>
                  <a:pt x="3162300" y="3886200"/>
                </a:lnTo>
                <a:lnTo>
                  <a:pt x="3162300" y="3895725"/>
                </a:lnTo>
                <a:lnTo>
                  <a:pt x="3152775" y="3895725"/>
                </a:lnTo>
                <a:close/>
                <a:moveTo>
                  <a:pt x="2619375" y="3895725"/>
                </a:moveTo>
                <a:lnTo>
                  <a:pt x="2647950" y="3895725"/>
                </a:lnTo>
                <a:lnTo>
                  <a:pt x="2647950" y="3905250"/>
                </a:lnTo>
                <a:lnTo>
                  <a:pt x="2619375" y="3905250"/>
                </a:lnTo>
                <a:close/>
                <a:moveTo>
                  <a:pt x="3143250" y="3895725"/>
                </a:moveTo>
                <a:lnTo>
                  <a:pt x="3152775" y="3895725"/>
                </a:lnTo>
                <a:lnTo>
                  <a:pt x="3152775" y="3905250"/>
                </a:lnTo>
                <a:lnTo>
                  <a:pt x="3143250" y="3905250"/>
                </a:lnTo>
                <a:close/>
                <a:moveTo>
                  <a:pt x="2676525" y="3905250"/>
                </a:moveTo>
                <a:lnTo>
                  <a:pt x="2705100" y="3905250"/>
                </a:lnTo>
                <a:lnTo>
                  <a:pt x="2705100" y="3914775"/>
                </a:lnTo>
                <a:lnTo>
                  <a:pt x="2676525" y="3914775"/>
                </a:lnTo>
                <a:close/>
                <a:moveTo>
                  <a:pt x="3133725" y="3905250"/>
                </a:moveTo>
                <a:lnTo>
                  <a:pt x="3143250" y="3905250"/>
                </a:lnTo>
                <a:lnTo>
                  <a:pt x="3143250" y="3914775"/>
                </a:lnTo>
                <a:lnTo>
                  <a:pt x="3133725" y="3914775"/>
                </a:lnTo>
                <a:close/>
                <a:moveTo>
                  <a:pt x="2724150" y="3914775"/>
                </a:moveTo>
                <a:lnTo>
                  <a:pt x="2762250" y="3914775"/>
                </a:lnTo>
                <a:lnTo>
                  <a:pt x="2762250" y="3924300"/>
                </a:lnTo>
                <a:lnTo>
                  <a:pt x="2724150" y="3924300"/>
                </a:lnTo>
                <a:close/>
                <a:moveTo>
                  <a:pt x="3114675" y="3914775"/>
                </a:moveTo>
                <a:lnTo>
                  <a:pt x="3124200" y="3914775"/>
                </a:lnTo>
                <a:lnTo>
                  <a:pt x="3124200" y="3924300"/>
                </a:lnTo>
                <a:lnTo>
                  <a:pt x="3114675" y="3924300"/>
                </a:lnTo>
                <a:close/>
                <a:moveTo>
                  <a:pt x="2781300" y="3924300"/>
                </a:moveTo>
                <a:lnTo>
                  <a:pt x="2819400" y="3924300"/>
                </a:lnTo>
                <a:lnTo>
                  <a:pt x="2819400" y="3933825"/>
                </a:lnTo>
                <a:lnTo>
                  <a:pt x="2781300" y="3933825"/>
                </a:lnTo>
                <a:close/>
                <a:moveTo>
                  <a:pt x="3105150" y="3924300"/>
                </a:moveTo>
                <a:lnTo>
                  <a:pt x="3114675" y="3924300"/>
                </a:lnTo>
                <a:lnTo>
                  <a:pt x="3114675" y="3933825"/>
                </a:lnTo>
                <a:lnTo>
                  <a:pt x="3105150" y="3933825"/>
                </a:lnTo>
                <a:close/>
                <a:moveTo>
                  <a:pt x="1362075" y="3933825"/>
                </a:moveTo>
                <a:lnTo>
                  <a:pt x="1371600" y="3933825"/>
                </a:lnTo>
                <a:lnTo>
                  <a:pt x="1371600" y="3943350"/>
                </a:lnTo>
                <a:lnTo>
                  <a:pt x="1362075" y="3943350"/>
                </a:lnTo>
                <a:close/>
                <a:moveTo>
                  <a:pt x="2847975" y="3933825"/>
                </a:moveTo>
                <a:lnTo>
                  <a:pt x="2876550" y="3933825"/>
                </a:lnTo>
                <a:lnTo>
                  <a:pt x="2876550" y="3943350"/>
                </a:lnTo>
                <a:lnTo>
                  <a:pt x="2847975" y="3943350"/>
                </a:lnTo>
                <a:close/>
                <a:moveTo>
                  <a:pt x="3086100" y="3933825"/>
                </a:moveTo>
                <a:lnTo>
                  <a:pt x="3095625" y="3933825"/>
                </a:lnTo>
                <a:lnTo>
                  <a:pt x="3095625" y="3943350"/>
                </a:lnTo>
                <a:lnTo>
                  <a:pt x="3086100" y="3943350"/>
                </a:lnTo>
                <a:close/>
                <a:moveTo>
                  <a:pt x="2905125" y="3943350"/>
                </a:moveTo>
                <a:lnTo>
                  <a:pt x="2924175" y="3943350"/>
                </a:lnTo>
                <a:lnTo>
                  <a:pt x="2924175" y="3952875"/>
                </a:lnTo>
                <a:lnTo>
                  <a:pt x="2905125" y="3952875"/>
                </a:lnTo>
                <a:close/>
                <a:moveTo>
                  <a:pt x="3067050" y="3943350"/>
                </a:moveTo>
                <a:lnTo>
                  <a:pt x="3076575" y="3943350"/>
                </a:lnTo>
                <a:lnTo>
                  <a:pt x="3076575" y="3952875"/>
                </a:lnTo>
                <a:lnTo>
                  <a:pt x="3067050" y="3952875"/>
                </a:lnTo>
                <a:close/>
                <a:moveTo>
                  <a:pt x="2952750" y="3952875"/>
                </a:moveTo>
                <a:lnTo>
                  <a:pt x="3048000" y="3952875"/>
                </a:lnTo>
                <a:lnTo>
                  <a:pt x="3048000" y="3962400"/>
                </a:lnTo>
                <a:lnTo>
                  <a:pt x="2952750" y="3962400"/>
                </a:lnTo>
                <a:close/>
                <a:moveTo>
                  <a:pt x="1485900" y="3971925"/>
                </a:moveTo>
                <a:lnTo>
                  <a:pt x="1495425" y="3971925"/>
                </a:lnTo>
                <a:lnTo>
                  <a:pt x="1495425" y="3981450"/>
                </a:lnTo>
                <a:lnTo>
                  <a:pt x="1485900" y="3981450"/>
                </a:lnTo>
                <a:close/>
              </a:path>
            </a:pathLst>
          </a:custGeom>
          <a:solidFill xmlns:a="http://schemas.openxmlformats.org/drawingml/2006/main">
            <a:srgbClr val="01070F"/>
          </a:solidFill>
          <a:ln xmlns:a="http://schemas.openxmlformats.org/drawingml/2006/main" w="0">
            <a:noFill/>
          </a:ln>
        </p:spPr>
      </p:sp>
      <p:sp>
        <p:nvSpPr>
          <p:cNvPr id="45" name="phones vector #000101">
            <a:extLst xmlns:a="http://schemas.openxmlformats.org/drawingml/2006/main">
              <a:ext uri="{FF2B5EF4-FFF2-40B4-BE49-F238E27FC236}">
                <a16:creationId xmlns:a16="http://schemas.microsoft.com/office/drawing/2014/main" id="{1BF10BE1-8A0C-4108-BD92-FE06BC0A771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48500" y="190500"/>
            <a:ext cx="5905500" cy="6619875"/>
          </a:xfrm>
          <a:custGeom xmlns:a="http://schemas.openxmlformats.org/drawingml/2006/main">
            <a:pathLst>
              <a:path w="3838575" h="4295775">
                <a:moveTo>
                  <a:pt x="1438275" y="85725"/>
                </a:moveTo>
                <a:lnTo>
                  <a:pt x="1524000" y="85725"/>
                </a:lnTo>
                <a:lnTo>
                  <a:pt x="1524000" y="95250"/>
                </a:lnTo>
                <a:lnTo>
                  <a:pt x="1552575" y="95250"/>
                </a:lnTo>
                <a:lnTo>
                  <a:pt x="1552575" y="104775"/>
                </a:lnTo>
                <a:lnTo>
                  <a:pt x="1581150" y="104775"/>
                </a:lnTo>
                <a:lnTo>
                  <a:pt x="1581150" y="114300"/>
                </a:lnTo>
                <a:lnTo>
                  <a:pt x="1600200" y="114300"/>
                </a:lnTo>
                <a:lnTo>
                  <a:pt x="1600200" y="123825"/>
                </a:lnTo>
                <a:lnTo>
                  <a:pt x="1609725" y="123825"/>
                </a:lnTo>
                <a:lnTo>
                  <a:pt x="1609725" y="133350"/>
                </a:lnTo>
                <a:lnTo>
                  <a:pt x="1628775" y="133350"/>
                </a:lnTo>
                <a:lnTo>
                  <a:pt x="1628775" y="142875"/>
                </a:lnTo>
                <a:lnTo>
                  <a:pt x="1638300" y="142875"/>
                </a:lnTo>
                <a:lnTo>
                  <a:pt x="1638300" y="152400"/>
                </a:lnTo>
                <a:lnTo>
                  <a:pt x="1647825" y="152400"/>
                </a:lnTo>
                <a:lnTo>
                  <a:pt x="1647825" y="161925"/>
                </a:lnTo>
                <a:lnTo>
                  <a:pt x="1657350" y="161925"/>
                </a:lnTo>
                <a:lnTo>
                  <a:pt x="1657350" y="171450"/>
                </a:lnTo>
                <a:lnTo>
                  <a:pt x="1666875" y="171450"/>
                </a:lnTo>
                <a:lnTo>
                  <a:pt x="1666875" y="180975"/>
                </a:lnTo>
                <a:lnTo>
                  <a:pt x="1676400" y="180975"/>
                </a:lnTo>
                <a:lnTo>
                  <a:pt x="1676400" y="200025"/>
                </a:lnTo>
                <a:lnTo>
                  <a:pt x="1685925" y="200025"/>
                </a:lnTo>
                <a:lnTo>
                  <a:pt x="1685925" y="219075"/>
                </a:lnTo>
                <a:lnTo>
                  <a:pt x="1695450" y="219075"/>
                </a:lnTo>
                <a:lnTo>
                  <a:pt x="1695450" y="238125"/>
                </a:lnTo>
                <a:lnTo>
                  <a:pt x="1704975" y="238125"/>
                </a:lnTo>
                <a:lnTo>
                  <a:pt x="1704975" y="257175"/>
                </a:lnTo>
                <a:lnTo>
                  <a:pt x="1714500" y="257175"/>
                </a:lnTo>
                <a:lnTo>
                  <a:pt x="1714500" y="352425"/>
                </a:lnTo>
                <a:lnTo>
                  <a:pt x="1724025" y="352425"/>
                </a:lnTo>
                <a:lnTo>
                  <a:pt x="1724025" y="419100"/>
                </a:lnTo>
                <a:lnTo>
                  <a:pt x="1733550" y="419100"/>
                </a:lnTo>
                <a:lnTo>
                  <a:pt x="1733550" y="561975"/>
                </a:lnTo>
                <a:lnTo>
                  <a:pt x="1743075" y="561975"/>
                </a:lnTo>
                <a:lnTo>
                  <a:pt x="1743075" y="695325"/>
                </a:lnTo>
                <a:lnTo>
                  <a:pt x="1752600" y="695325"/>
                </a:lnTo>
                <a:lnTo>
                  <a:pt x="1752600" y="828675"/>
                </a:lnTo>
                <a:lnTo>
                  <a:pt x="1762125" y="828675"/>
                </a:lnTo>
                <a:lnTo>
                  <a:pt x="1762125" y="942975"/>
                </a:lnTo>
                <a:lnTo>
                  <a:pt x="1771650" y="942975"/>
                </a:lnTo>
                <a:lnTo>
                  <a:pt x="1771650" y="1057275"/>
                </a:lnTo>
                <a:lnTo>
                  <a:pt x="1781175" y="1057275"/>
                </a:lnTo>
                <a:lnTo>
                  <a:pt x="1781175" y="1171575"/>
                </a:lnTo>
                <a:lnTo>
                  <a:pt x="1790700" y="1171575"/>
                </a:lnTo>
                <a:lnTo>
                  <a:pt x="1790700" y="1304925"/>
                </a:lnTo>
                <a:lnTo>
                  <a:pt x="1800225" y="1304925"/>
                </a:lnTo>
                <a:lnTo>
                  <a:pt x="1800225" y="1419225"/>
                </a:lnTo>
                <a:lnTo>
                  <a:pt x="1809750" y="1419225"/>
                </a:lnTo>
                <a:lnTo>
                  <a:pt x="1809750" y="1562100"/>
                </a:lnTo>
                <a:lnTo>
                  <a:pt x="1819275" y="1562100"/>
                </a:lnTo>
                <a:lnTo>
                  <a:pt x="1819275" y="1657350"/>
                </a:lnTo>
                <a:lnTo>
                  <a:pt x="1828800" y="1657350"/>
                </a:lnTo>
                <a:lnTo>
                  <a:pt x="1828800" y="1790700"/>
                </a:lnTo>
                <a:lnTo>
                  <a:pt x="1838325" y="1790700"/>
                </a:lnTo>
                <a:lnTo>
                  <a:pt x="1838325" y="1905000"/>
                </a:lnTo>
                <a:lnTo>
                  <a:pt x="1847850" y="1905000"/>
                </a:lnTo>
                <a:lnTo>
                  <a:pt x="1847850" y="2028825"/>
                </a:lnTo>
                <a:lnTo>
                  <a:pt x="1857375" y="2028825"/>
                </a:lnTo>
                <a:lnTo>
                  <a:pt x="1857375" y="2171700"/>
                </a:lnTo>
                <a:lnTo>
                  <a:pt x="1847850" y="2171700"/>
                </a:lnTo>
                <a:lnTo>
                  <a:pt x="1847850" y="2162175"/>
                </a:lnTo>
                <a:lnTo>
                  <a:pt x="1819275" y="2162175"/>
                </a:lnTo>
                <a:lnTo>
                  <a:pt x="1819275" y="2152650"/>
                </a:lnTo>
                <a:lnTo>
                  <a:pt x="1809750" y="2152650"/>
                </a:lnTo>
                <a:lnTo>
                  <a:pt x="1809750" y="2133600"/>
                </a:lnTo>
                <a:lnTo>
                  <a:pt x="1819275" y="2133600"/>
                </a:lnTo>
                <a:lnTo>
                  <a:pt x="1819275" y="2105025"/>
                </a:lnTo>
                <a:lnTo>
                  <a:pt x="1809750" y="2105025"/>
                </a:lnTo>
                <a:lnTo>
                  <a:pt x="1809750" y="1990725"/>
                </a:lnTo>
                <a:lnTo>
                  <a:pt x="1800225" y="1990725"/>
                </a:lnTo>
                <a:lnTo>
                  <a:pt x="1800225" y="1924050"/>
                </a:lnTo>
                <a:lnTo>
                  <a:pt x="1809750" y="1924050"/>
                </a:lnTo>
                <a:lnTo>
                  <a:pt x="1809750" y="1914525"/>
                </a:lnTo>
                <a:lnTo>
                  <a:pt x="1800225" y="1914525"/>
                </a:lnTo>
                <a:lnTo>
                  <a:pt x="1800225" y="1885950"/>
                </a:lnTo>
                <a:lnTo>
                  <a:pt x="1790700" y="1885950"/>
                </a:lnTo>
                <a:lnTo>
                  <a:pt x="1790700" y="1657350"/>
                </a:lnTo>
                <a:lnTo>
                  <a:pt x="1781175" y="1657350"/>
                </a:lnTo>
                <a:lnTo>
                  <a:pt x="1781175" y="1609725"/>
                </a:lnTo>
                <a:lnTo>
                  <a:pt x="1771650" y="1609725"/>
                </a:lnTo>
                <a:lnTo>
                  <a:pt x="1771650" y="1504950"/>
                </a:lnTo>
                <a:lnTo>
                  <a:pt x="1762125" y="1504950"/>
                </a:lnTo>
                <a:lnTo>
                  <a:pt x="1762125" y="1390650"/>
                </a:lnTo>
                <a:lnTo>
                  <a:pt x="1752600" y="1390650"/>
                </a:lnTo>
                <a:lnTo>
                  <a:pt x="1752600" y="1276350"/>
                </a:lnTo>
                <a:lnTo>
                  <a:pt x="1743075" y="1276350"/>
                </a:lnTo>
                <a:lnTo>
                  <a:pt x="1743075" y="1133475"/>
                </a:lnTo>
                <a:lnTo>
                  <a:pt x="1733550" y="1133475"/>
                </a:lnTo>
                <a:lnTo>
                  <a:pt x="1733550" y="1038225"/>
                </a:lnTo>
                <a:lnTo>
                  <a:pt x="1724025" y="1038225"/>
                </a:lnTo>
                <a:lnTo>
                  <a:pt x="1724025" y="895350"/>
                </a:lnTo>
                <a:lnTo>
                  <a:pt x="1714500" y="895350"/>
                </a:lnTo>
                <a:lnTo>
                  <a:pt x="1714500" y="781050"/>
                </a:lnTo>
                <a:lnTo>
                  <a:pt x="1704975" y="781050"/>
                </a:lnTo>
                <a:lnTo>
                  <a:pt x="1704975" y="638175"/>
                </a:lnTo>
                <a:lnTo>
                  <a:pt x="1695450" y="638175"/>
                </a:lnTo>
                <a:lnTo>
                  <a:pt x="1695450" y="523875"/>
                </a:lnTo>
                <a:lnTo>
                  <a:pt x="1685925" y="523875"/>
                </a:lnTo>
                <a:lnTo>
                  <a:pt x="1685925" y="400050"/>
                </a:lnTo>
                <a:lnTo>
                  <a:pt x="1695450" y="400050"/>
                </a:lnTo>
                <a:lnTo>
                  <a:pt x="1695450" y="381000"/>
                </a:lnTo>
                <a:lnTo>
                  <a:pt x="1685925" y="381000"/>
                </a:lnTo>
                <a:lnTo>
                  <a:pt x="1685925" y="361950"/>
                </a:lnTo>
                <a:lnTo>
                  <a:pt x="1676400" y="361950"/>
                </a:lnTo>
                <a:lnTo>
                  <a:pt x="1676400" y="295275"/>
                </a:lnTo>
                <a:lnTo>
                  <a:pt x="1666875" y="295275"/>
                </a:lnTo>
                <a:lnTo>
                  <a:pt x="1666875" y="257175"/>
                </a:lnTo>
                <a:lnTo>
                  <a:pt x="1657350" y="257175"/>
                </a:lnTo>
                <a:lnTo>
                  <a:pt x="1657350" y="219075"/>
                </a:lnTo>
                <a:lnTo>
                  <a:pt x="1647825" y="219075"/>
                </a:lnTo>
                <a:lnTo>
                  <a:pt x="1647825" y="209550"/>
                </a:lnTo>
                <a:lnTo>
                  <a:pt x="1638300" y="209550"/>
                </a:lnTo>
                <a:lnTo>
                  <a:pt x="1638300" y="200025"/>
                </a:lnTo>
                <a:lnTo>
                  <a:pt x="1628775" y="200025"/>
                </a:lnTo>
                <a:lnTo>
                  <a:pt x="1628775" y="190500"/>
                </a:lnTo>
                <a:lnTo>
                  <a:pt x="1619250" y="190500"/>
                </a:lnTo>
                <a:lnTo>
                  <a:pt x="1619250" y="180975"/>
                </a:lnTo>
                <a:lnTo>
                  <a:pt x="1609725" y="180975"/>
                </a:lnTo>
                <a:lnTo>
                  <a:pt x="1609725" y="171450"/>
                </a:lnTo>
                <a:lnTo>
                  <a:pt x="1600200" y="171450"/>
                </a:lnTo>
                <a:lnTo>
                  <a:pt x="1600200" y="161925"/>
                </a:lnTo>
                <a:lnTo>
                  <a:pt x="1581150" y="161925"/>
                </a:lnTo>
                <a:lnTo>
                  <a:pt x="1581150" y="152400"/>
                </a:lnTo>
                <a:lnTo>
                  <a:pt x="1571625" y="152400"/>
                </a:lnTo>
                <a:lnTo>
                  <a:pt x="1571625" y="142875"/>
                </a:lnTo>
                <a:lnTo>
                  <a:pt x="1552575" y="142875"/>
                </a:lnTo>
                <a:lnTo>
                  <a:pt x="1552575" y="133350"/>
                </a:lnTo>
                <a:lnTo>
                  <a:pt x="1504950" y="133350"/>
                </a:lnTo>
                <a:lnTo>
                  <a:pt x="1504950" y="123825"/>
                </a:lnTo>
                <a:lnTo>
                  <a:pt x="1447800" y="123825"/>
                </a:lnTo>
                <a:lnTo>
                  <a:pt x="1447800" y="133350"/>
                </a:lnTo>
                <a:lnTo>
                  <a:pt x="1343025" y="133350"/>
                </a:lnTo>
                <a:lnTo>
                  <a:pt x="1343025" y="142875"/>
                </a:lnTo>
                <a:lnTo>
                  <a:pt x="1257300" y="142875"/>
                </a:lnTo>
                <a:lnTo>
                  <a:pt x="1257300" y="152400"/>
                </a:lnTo>
                <a:lnTo>
                  <a:pt x="1152525" y="152400"/>
                </a:lnTo>
                <a:lnTo>
                  <a:pt x="1152525" y="161925"/>
                </a:lnTo>
                <a:lnTo>
                  <a:pt x="1076325" y="161925"/>
                </a:lnTo>
                <a:lnTo>
                  <a:pt x="1076325" y="171450"/>
                </a:lnTo>
                <a:lnTo>
                  <a:pt x="990600" y="171450"/>
                </a:lnTo>
                <a:lnTo>
                  <a:pt x="990600" y="180975"/>
                </a:lnTo>
                <a:lnTo>
                  <a:pt x="904875" y="180975"/>
                </a:lnTo>
                <a:lnTo>
                  <a:pt x="904875" y="190500"/>
                </a:lnTo>
                <a:lnTo>
                  <a:pt x="809625" y="190500"/>
                </a:lnTo>
                <a:lnTo>
                  <a:pt x="809625" y="200025"/>
                </a:lnTo>
                <a:lnTo>
                  <a:pt x="723900" y="200025"/>
                </a:lnTo>
                <a:lnTo>
                  <a:pt x="723900" y="209550"/>
                </a:lnTo>
                <a:lnTo>
                  <a:pt x="628650" y="209550"/>
                </a:lnTo>
                <a:lnTo>
                  <a:pt x="628650" y="219075"/>
                </a:lnTo>
                <a:lnTo>
                  <a:pt x="552450" y="219075"/>
                </a:lnTo>
                <a:lnTo>
                  <a:pt x="552450" y="228600"/>
                </a:lnTo>
                <a:lnTo>
                  <a:pt x="457200" y="228600"/>
                </a:lnTo>
                <a:lnTo>
                  <a:pt x="457200" y="238125"/>
                </a:lnTo>
                <a:lnTo>
                  <a:pt x="371475" y="238125"/>
                </a:lnTo>
                <a:lnTo>
                  <a:pt x="371475" y="247650"/>
                </a:lnTo>
                <a:lnTo>
                  <a:pt x="314325" y="247650"/>
                </a:lnTo>
                <a:lnTo>
                  <a:pt x="314325" y="257175"/>
                </a:lnTo>
                <a:lnTo>
                  <a:pt x="285750" y="257175"/>
                </a:lnTo>
                <a:lnTo>
                  <a:pt x="285750" y="266700"/>
                </a:lnTo>
                <a:lnTo>
                  <a:pt x="266700" y="266700"/>
                </a:lnTo>
                <a:lnTo>
                  <a:pt x="266700" y="276225"/>
                </a:lnTo>
                <a:lnTo>
                  <a:pt x="247650" y="276225"/>
                </a:lnTo>
                <a:lnTo>
                  <a:pt x="247650" y="285750"/>
                </a:lnTo>
                <a:lnTo>
                  <a:pt x="238125" y="285750"/>
                </a:lnTo>
                <a:lnTo>
                  <a:pt x="238125" y="295275"/>
                </a:lnTo>
                <a:lnTo>
                  <a:pt x="228600" y="295275"/>
                </a:lnTo>
                <a:lnTo>
                  <a:pt x="228600" y="304800"/>
                </a:lnTo>
                <a:lnTo>
                  <a:pt x="219075" y="304800"/>
                </a:lnTo>
                <a:lnTo>
                  <a:pt x="219075" y="314325"/>
                </a:lnTo>
                <a:lnTo>
                  <a:pt x="209550" y="314325"/>
                </a:lnTo>
                <a:lnTo>
                  <a:pt x="209550" y="323850"/>
                </a:lnTo>
                <a:lnTo>
                  <a:pt x="200025" y="323850"/>
                </a:lnTo>
                <a:lnTo>
                  <a:pt x="200025" y="333375"/>
                </a:lnTo>
                <a:lnTo>
                  <a:pt x="190500" y="333375"/>
                </a:lnTo>
                <a:lnTo>
                  <a:pt x="190500" y="342900"/>
                </a:lnTo>
                <a:lnTo>
                  <a:pt x="180975" y="342900"/>
                </a:lnTo>
                <a:lnTo>
                  <a:pt x="180975" y="361950"/>
                </a:lnTo>
                <a:lnTo>
                  <a:pt x="171450" y="361950"/>
                </a:lnTo>
                <a:lnTo>
                  <a:pt x="171450" y="381000"/>
                </a:lnTo>
                <a:lnTo>
                  <a:pt x="161925" y="381000"/>
                </a:lnTo>
                <a:lnTo>
                  <a:pt x="161925" y="400050"/>
                </a:lnTo>
                <a:lnTo>
                  <a:pt x="152400" y="400050"/>
                </a:lnTo>
                <a:lnTo>
                  <a:pt x="152400" y="638175"/>
                </a:lnTo>
                <a:lnTo>
                  <a:pt x="142875" y="638175"/>
                </a:lnTo>
                <a:lnTo>
                  <a:pt x="142875" y="676275"/>
                </a:lnTo>
                <a:lnTo>
                  <a:pt x="152400" y="676275"/>
                </a:lnTo>
                <a:lnTo>
                  <a:pt x="152400" y="723900"/>
                </a:lnTo>
                <a:lnTo>
                  <a:pt x="161925" y="723900"/>
                </a:lnTo>
                <a:lnTo>
                  <a:pt x="161925" y="904875"/>
                </a:lnTo>
                <a:lnTo>
                  <a:pt x="171450" y="904875"/>
                </a:lnTo>
                <a:lnTo>
                  <a:pt x="171450" y="1104900"/>
                </a:lnTo>
                <a:lnTo>
                  <a:pt x="180975" y="1104900"/>
                </a:lnTo>
                <a:lnTo>
                  <a:pt x="180975" y="1295400"/>
                </a:lnTo>
                <a:lnTo>
                  <a:pt x="190500" y="1295400"/>
                </a:lnTo>
                <a:lnTo>
                  <a:pt x="190500" y="1466850"/>
                </a:lnTo>
                <a:lnTo>
                  <a:pt x="180975" y="1466850"/>
                </a:lnTo>
                <a:lnTo>
                  <a:pt x="180975" y="1495425"/>
                </a:lnTo>
                <a:lnTo>
                  <a:pt x="190500" y="1495425"/>
                </a:lnTo>
                <a:lnTo>
                  <a:pt x="190500" y="1533525"/>
                </a:lnTo>
                <a:lnTo>
                  <a:pt x="200025" y="1533525"/>
                </a:lnTo>
                <a:lnTo>
                  <a:pt x="200025" y="1657350"/>
                </a:lnTo>
                <a:lnTo>
                  <a:pt x="209550" y="1657350"/>
                </a:lnTo>
                <a:lnTo>
                  <a:pt x="209550" y="1685925"/>
                </a:lnTo>
                <a:lnTo>
                  <a:pt x="200025" y="1685925"/>
                </a:lnTo>
                <a:lnTo>
                  <a:pt x="200025" y="1714500"/>
                </a:lnTo>
                <a:lnTo>
                  <a:pt x="180975" y="1714500"/>
                </a:lnTo>
                <a:lnTo>
                  <a:pt x="180975" y="1762125"/>
                </a:lnTo>
                <a:lnTo>
                  <a:pt x="200025" y="1762125"/>
                </a:lnTo>
                <a:lnTo>
                  <a:pt x="200025" y="1771650"/>
                </a:lnTo>
                <a:lnTo>
                  <a:pt x="209550" y="1771650"/>
                </a:lnTo>
                <a:lnTo>
                  <a:pt x="209550" y="1838325"/>
                </a:lnTo>
                <a:lnTo>
                  <a:pt x="219075" y="1838325"/>
                </a:lnTo>
                <a:lnTo>
                  <a:pt x="219075" y="2028825"/>
                </a:lnTo>
                <a:lnTo>
                  <a:pt x="228600" y="2028825"/>
                </a:lnTo>
                <a:lnTo>
                  <a:pt x="228600" y="2200275"/>
                </a:lnTo>
                <a:lnTo>
                  <a:pt x="238125" y="2200275"/>
                </a:lnTo>
                <a:lnTo>
                  <a:pt x="238125" y="2228850"/>
                </a:lnTo>
                <a:lnTo>
                  <a:pt x="228600" y="2228850"/>
                </a:lnTo>
                <a:lnTo>
                  <a:pt x="228600" y="2276475"/>
                </a:lnTo>
                <a:lnTo>
                  <a:pt x="219075" y="2276475"/>
                </a:lnTo>
                <a:lnTo>
                  <a:pt x="219075" y="2266950"/>
                </a:lnTo>
                <a:lnTo>
                  <a:pt x="209550" y="2266950"/>
                </a:lnTo>
                <a:lnTo>
                  <a:pt x="209550" y="2276475"/>
                </a:lnTo>
                <a:lnTo>
                  <a:pt x="200025" y="2276475"/>
                </a:lnTo>
                <a:lnTo>
                  <a:pt x="200025" y="2266950"/>
                </a:lnTo>
                <a:lnTo>
                  <a:pt x="190500" y="2266950"/>
                </a:lnTo>
                <a:lnTo>
                  <a:pt x="190500" y="2219325"/>
                </a:lnTo>
                <a:lnTo>
                  <a:pt x="180975" y="2219325"/>
                </a:lnTo>
                <a:lnTo>
                  <a:pt x="180975" y="1943100"/>
                </a:lnTo>
                <a:lnTo>
                  <a:pt x="171450" y="1943100"/>
                </a:lnTo>
                <a:lnTo>
                  <a:pt x="171450" y="1762125"/>
                </a:lnTo>
                <a:lnTo>
                  <a:pt x="161925" y="1762125"/>
                </a:lnTo>
                <a:lnTo>
                  <a:pt x="161925" y="1562100"/>
                </a:lnTo>
                <a:lnTo>
                  <a:pt x="152400" y="1562100"/>
                </a:lnTo>
                <a:lnTo>
                  <a:pt x="152400" y="1371600"/>
                </a:lnTo>
                <a:lnTo>
                  <a:pt x="142875" y="1371600"/>
                </a:lnTo>
                <a:lnTo>
                  <a:pt x="142875" y="1171575"/>
                </a:lnTo>
                <a:lnTo>
                  <a:pt x="133350" y="1171575"/>
                </a:lnTo>
                <a:lnTo>
                  <a:pt x="133350" y="1009650"/>
                </a:lnTo>
                <a:lnTo>
                  <a:pt x="123825" y="1009650"/>
                </a:lnTo>
                <a:lnTo>
                  <a:pt x="123825" y="819150"/>
                </a:lnTo>
                <a:lnTo>
                  <a:pt x="114300" y="819150"/>
                </a:lnTo>
                <a:lnTo>
                  <a:pt x="114300" y="561975"/>
                </a:lnTo>
                <a:lnTo>
                  <a:pt x="104775" y="561975"/>
                </a:lnTo>
                <a:lnTo>
                  <a:pt x="104775" y="428625"/>
                </a:lnTo>
                <a:lnTo>
                  <a:pt x="114300" y="428625"/>
                </a:lnTo>
                <a:lnTo>
                  <a:pt x="114300" y="381000"/>
                </a:lnTo>
                <a:lnTo>
                  <a:pt x="123825" y="381000"/>
                </a:lnTo>
                <a:lnTo>
                  <a:pt x="123825" y="352425"/>
                </a:lnTo>
                <a:lnTo>
                  <a:pt x="133350" y="352425"/>
                </a:lnTo>
                <a:lnTo>
                  <a:pt x="133350" y="342900"/>
                </a:lnTo>
                <a:lnTo>
                  <a:pt x="142875" y="342900"/>
                </a:lnTo>
                <a:lnTo>
                  <a:pt x="142875" y="323850"/>
                </a:lnTo>
                <a:lnTo>
                  <a:pt x="152400" y="323850"/>
                </a:lnTo>
                <a:lnTo>
                  <a:pt x="152400" y="304800"/>
                </a:lnTo>
                <a:lnTo>
                  <a:pt x="161925" y="304800"/>
                </a:lnTo>
                <a:lnTo>
                  <a:pt x="161925" y="295275"/>
                </a:lnTo>
                <a:lnTo>
                  <a:pt x="171450" y="295275"/>
                </a:lnTo>
                <a:lnTo>
                  <a:pt x="171450" y="285750"/>
                </a:lnTo>
                <a:lnTo>
                  <a:pt x="180975" y="285750"/>
                </a:lnTo>
                <a:lnTo>
                  <a:pt x="180975" y="276225"/>
                </a:lnTo>
                <a:lnTo>
                  <a:pt x="190500" y="276225"/>
                </a:lnTo>
                <a:lnTo>
                  <a:pt x="190500" y="266700"/>
                </a:lnTo>
                <a:lnTo>
                  <a:pt x="200025" y="266700"/>
                </a:lnTo>
                <a:lnTo>
                  <a:pt x="200025" y="257175"/>
                </a:lnTo>
                <a:lnTo>
                  <a:pt x="219075" y="257175"/>
                </a:lnTo>
                <a:lnTo>
                  <a:pt x="219075" y="247650"/>
                </a:lnTo>
                <a:lnTo>
                  <a:pt x="228600" y="247650"/>
                </a:lnTo>
                <a:lnTo>
                  <a:pt x="228600" y="238125"/>
                </a:lnTo>
                <a:lnTo>
                  <a:pt x="247650" y="238125"/>
                </a:lnTo>
                <a:lnTo>
                  <a:pt x="247650" y="228600"/>
                </a:lnTo>
                <a:lnTo>
                  <a:pt x="266700" y="228600"/>
                </a:lnTo>
                <a:lnTo>
                  <a:pt x="266700" y="219075"/>
                </a:lnTo>
                <a:lnTo>
                  <a:pt x="295275" y="219075"/>
                </a:lnTo>
                <a:lnTo>
                  <a:pt x="295275" y="209550"/>
                </a:lnTo>
                <a:lnTo>
                  <a:pt x="333375" y="209550"/>
                </a:lnTo>
                <a:lnTo>
                  <a:pt x="333375" y="200025"/>
                </a:lnTo>
                <a:lnTo>
                  <a:pt x="438150" y="200025"/>
                </a:lnTo>
                <a:lnTo>
                  <a:pt x="438150" y="190500"/>
                </a:lnTo>
                <a:lnTo>
                  <a:pt x="504825" y="190500"/>
                </a:lnTo>
                <a:lnTo>
                  <a:pt x="504825" y="180975"/>
                </a:lnTo>
                <a:lnTo>
                  <a:pt x="609600" y="180975"/>
                </a:lnTo>
                <a:lnTo>
                  <a:pt x="609600" y="171450"/>
                </a:lnTo>
                <a:lnTo>
                  <a:pt x="685800" y="171450"/>
                </a:lnTo>
                <a:lnTo>
                  <a:pt x="685800" y="161925"/>
                </a:lnTo>
                <a:lnTo>
                  <a:pt x="781050" y="161925"/>
                </a:lnTo>
                <a:lnTo>
                  <a:pt x="781050" y="152400"/>
                </a:lnTo>
                <a:lnTo>
                  <a:pt x="857250" y="152400"/>
                </a:lnTo>
                <a:lnTo>
                  <a:pt x="857250" y="142875"/>
                </a:lnTo>
                <a:lnTo>
                  <a:pt x="952500" y="142875"/>
                </a:lnTo>
                <a:lnTo>
                  <a:pt x="952500" y="133350"/>
                </a:lnTo>
                <a:lnTo>
                  <a:pt x="1047750" y="133350"/>
                </a:lnTo>
                <a:lnTo>
                  <a:pt x="1047750" y="123825"/>
                </a:lnTo>
                <a:lnTo>
                  <a:pt x="1133475" y="123825"/>
                </a:lnTo>
                <a:lnTo>
                  <a:pt x="1133475" y="114300"/>
                </a:lnTo>
                <a:lnTo>
                  <a:pt x="1219200" y="114300"/>
                </a:lnTo>
                <a:lnTo>
                  <a:pt x="1219200" y="104775"/>
                </a:lnTo>
                <a:lnTo>
                  <a:pt x="1323975" y="104775"/>
                </a:lnTo>
                <a:lnTo>
                  <a:pt x="1323975" y="95250"/>
                </a:lnTo>
                <a:lnTo>
                  <a:pt x="1438275" y="95250"/>
                </a:lnTo>
                <a:close/>
                <a:moveTo>
                  <a:pt x="1000125" y="228600"/>
                </a:moveTo>
                <a:lnTo>
                  <a:pt x="1095375" y="228600"/>
                </a:lnTo>
                <a:lnTo>
                  <a:pt x="1095375" y="238125"/>
                </a:lnTo>
                <a:lnTo>
                  <a:pt x="1104900" y="238125"/>
                </a:lnTo>
                <a:lnTo>
                  <a:pt x="1104900" y="247650"/>
                </a:lnTo>
                <a:lnTo>
                  <a:pt x="1114425" y="247650"/>
                </a:lnTo>
                <a:lnTo>
                  <a:pt x="1114425" y="295275"/>
                </a:lnTo>
                <a:lnTo>
                  <a:pt x="1104900" y="295275"/>
                </a:lnTo>
                <a:lnTo>
                  <a:pt x="1104900" y="314325"/>
                </a:lnTo>
                <a:lnTo>
                  <a:pt x="1095375" y="314325"/>
                </a:lnTo>
                <a:lnTo>
                  <a:pt x="1095375" y="323850"/>
                </a:lnTo>
                <a:lnTo>
                  <a:pt x="1076325" y="323850"/>
                </a:lnTo>
                <a:lnTo>
                  <a:pt x="1076325" y="333375"/>
                </a:lnTo>
                <a:lnTo>
                  <a:pt x="1028700" y="333375"/>
                </a:lnTo>
                <a:lnTo>
                  <a:pt x="1028700" y="342900"/>
                </a:lnTo>
                <a:lnTo>
                  <a:pt x="933450" y="342900"/>
                </a:lnTo>
                <a:lnTo>
                  <a:pt x="933450" y="352425"/>
                </a:lnTo>
                <a:lnTo>
                  <a:pt x="857250" y="352425"/>
                </a:lnTo>
                <a:lnTo>
                  <a:pt x="857250" y="361950"/>
                </a:lnTo>
                <a:lnTo>
                  <a:pt x="762000" y="361950"/>
                </a:lnTo>
                <a:lnTo>
                  <a:pt x="762000" y="371475"/>
                </a:lnTo>
                <a:lnTo>
                  <a:pt x="704850" y="371475"/>
                </a:lnTo>
                <a:lnTo>
                  <a:pt x="704850" y="361950"/>
                </a:lnTo>
                <a:lnTo>
                  <a:pt x="685800" y="361950"/>
                </a:lnTo>
                <a:lnTo>
                  <a:pt x="685800" y="352425"/>
                </a:lnTo>
                <a:lnTo>
                  <a:pt x="676275" y="352425"/>
                </a:lnTo>
                <a:lnTo>
                  <a:pt x="676275" y="285750"/>
                </a:lnTo>
                <a:lnTo>
                  <a:pt x="685800" y="285750"/>
                </a:lnTo>
                <a:lnTo>
                  <a:pt x="685800" y="276225"/>
                </a:lnTo>
                <a:lnTo>
                  <a:pt x="695325" y="276225"/>
                </a:lnTo>
                <a:lnTo>
                  <a:pt x="695325" y="266700"/>
                </a:lnTo>
                <a:lnTo>
                  <a:pt x="733425" y="266700"/>
                </a:lnTo>
                <a:lnTo>
                  <a:pt x="733425" y="257175"/>
                </a:lnTo>
                <a:lnTo>
                  <a:pt x="819150" y="257175"/>
                </a:lnTo>
                <a:lnTo>
                  <a:pt x="819150" y="247650"/>
                </a:lnTo>
                <a:lnTo>
                  <a:pt x="914400" y="247650"/>
                </a:lnTo>
                <a:lnTo>
                  <a:pt x="914400" y="238125"/>
                </a:lnTo>
                <a:lnTo>
                  <a:pt x="1000125" y="238125"/>
                </a:lnTo>
                <a:close/>
                <a:moveTo>
                  <a:pt x="1504950" y="238125"/>
                </a:moveTo>
                <a:lnTo>
                  <a:pt x="1524000" y="238125"/>
                </a:lnTo>
                <a:lnTo>
                  <a:pt x="1524000" y="257175"/>
                </a:lnTo>
                <a:lnTo>
                  <a:pt x="1504950" y="257175"/>
                </a:lnTo>
                <a:close/>
                <a:moveTo>
                  <a:pt x="2219325" y="304800"/>
                </a:moveTo>
                <a:lnTo>
                  <a:pt x="2295525" y="304800"/>
                </a:lnTo>
                <a:lnTo>
                  <a:pt x="2295525" y="314325"/>
                </a:lnTo>
                <a:lnTo>
                  <a:pt x="2400300" y="314325"/>
                </a:lnTo>
                <a:lnTo>
                  <a:pt x="2400300" y="323850"/>
                </a:lnTo>
                <a:lnTo>
                  <a:pt x="2524125" y="323850"/>
                </a:lnTo>
                <a:lnTo>
                  <a:pt x="2524125" y="333375"/>
                </a:lnTo>
                <a:lnTo>
                  <a:pt x="2638425" y="333375"/>
                </a:lnTo>
                <a:lnTo>
                  <a:pt x="2638425" y="342900"/>
                </a:lnTo>
                <a:lnTo>
                  <a:pt x="2743200" y="342900"/>
                </a:lnTo>
                <a:lnTo>
                  <a:pt x="2743200" y="352425"/>
                </a:lnTo>
                <a:lnTo>
                  <a:pt x="2857500" y="352425"/>
                </a:lnTo>
                <a:lnTo>
                  <a:pt x="2857500" y="361950"/>
                </a:lnTo>
                <a:lnTo>
                  <a:pt x="2971800" y="361950"/>
                </a:lnTo>
                <a:lnTo>
                  <a:pt x="2971800" y="371475"/>
                </a:lnTo>
                <a:lnTo>
                  <a:pt x="3067050" y="371475"/>
                </a:lnTo>
                <a:lnTo>
                  <a:pt x="3067050" y="381000"/>
                </a:lnTo>
                <a:lnTo>
                  <a:pt x="3181350" y="381000"/>
                </a:lnTo>
                <a:lnTo>
                  <a:pt x="3181350" y="390525"/>
                </a:lnTo>
                <a:lnTo>
                  <a:pt x="3267075" y="390525"/>
                </a:lnTo>
                <a:lnTo>
                  <a:pt x="3267075" y="400050"/>
                </a:lnTo>
                <a:lnTo>
                  <a:pt x="3352800" y="400050"/>
                </a:lnTo>
                <a:lnTo>
                  <a:pt x="3352800" y="409575"/>
                </a:lnTo>
                <a:lnTo>
                  <a:pt x="3457575" y="409575"/>
                </a:lnTo>
                <a:lnTo>
                  <a:pt x="3457575" y="419100"/>
                </a:lnTo>
                <a:lnTo>
                  <a:pt x="3495675" y="419100"/>
                </a:lnTo>
                <a:lnTo>
                  <a:pt x="3495675" y="428625"/>
                </a:lnTo>
                <a:lnTo>
                  <a:pt x="3524250" y="428625"/>
                </a:lnTo>
                <a:lnTo>
                  <a:pt x="3524250" y="438150"/>
                </a:lnTo>
                <a:lnTo>
                  <a:pt x="3543300" y="438150"/>
                </a:lnTo>
                <a:lnTo>
                  <a:pt x="3543300" y="447675"/>
                </a:lnTo>
                <a:lnTo>
                  <a:pt x="3562350" y="447675"/>
                </a:lnTo>
                <a:lnTo>
                  <a:pt x="3562350" y="457200"/>
                </a:lnTo>
                <a:lnTo>
                  <a:pt x="3571875" y="457200"/>
                </a:lnTo>
                <a:lnTo>
                  <a:pt x="3571875" y="466725"/>
                </a:lnTo>
                <a:lnTo>
                  <a:pt x="3590925" y="466725"/>
                </a:lnTo>
                <a:lnTo>
                  <a:pt x="3590925" y="476250"/>
                </a:lnTo>
                <a:lnTo>
                  <a:pt x="3600450" y="476250"/>
                </a:lnTo>
                <a:lnTo>
                  <a:pt x="3600450" y="485775"/>
                </a:lnTo>
                <a:lnTo>
                  <a:pt x="3609975" y="485775"/>
                </a:lnTo>
                <a:lnTo>
                  <a:pt x="3609975" y="495300"/>
                </a:lnTo>
                <a:lnTo>
                  <a:pt x="3619500" y="495300"/>
                </a:lnTo>
                <a:lnTo>
                  <a:pt x="3619500" y="514350"/>
                </a:lnTo>
                <a:lnTo>
                  <a:pt x="3629025" y="514350"/>
                </a:lnTo>
                <a:lnTo>
                  <a:pt x="3629025" y="523875"/>
                </a:lnTo>
                <a:lnTo>
                  <a:pt x="3638550" y="523875"/>
                </a:lnTo>
                <a:lnTo>
                  <a:pt x="3638550" y="542925"/>
                </a:lnTo>
                <a:lnTo>
                  <a:pt x="3648075" y="542925"/>
                </a:lnTo>
                <a:lnTo>
                  <a:pt x="3648075" y="561975"/>
                </a:lnTo>
                <a:lnTo>
                  <a:pt x="3657600" y="561975"/>
                </a:lnTo>
                <a:lnTo>
                  <a:pt x="3657600" y="590550"/>
                </a:lnTo>
                <a:lnTo>
                  <a:pt x="3667125" y="590550"/>
                </a:lnTo>
                <a:lnTo>
                  <a:pt x="3667125" y="714375"/>
                </a:lnTo>
                <a:lnTo>
                  <a:pt x="3657600" y="714375"/>
                </a:lnTo>
                <a:lnTo>
                  <a:pt x="3657600" y="800100"/>
                </a:lnTo>
                <a:lnTo>
                  <a:pt x="3648075" y="800100"/>
                </a:lnTo>
                <a:lnTo>
                  <a:pt x="3648075" y="876300"/>
                </a:lnTo>
                <a:lnTo>
                  <a:pt x="3638550" y="876300"/>
                </a:lnTo>
                <a:lnTo>
                  <a:pt x="3638550" y="962025"/>
                </a:lnTo>
                <a:lnTo>
                  <a:pt x="3629025" y="962025"/>
                </a:lnTo>
                <a:lnTo>
                  <a:pt x="3629025" y="1019175"/>
                </a:lnTo>
                <a:lnTo>
                  <a:pt x="3619500" y="1019175"/>
                </a:lnTo>
                <a:lnTo>
                  <a:pt x="3619500" y="1085850"/>
                </a:lnTo>
                <a:lnTo>
                  <a:pt x="3609975" y="1085850"/>
                </a:lnTo>
                <a:lnTo>
                  <a:pt x="3609975" y="1162050"/>
                </a:lnTo>
                <a:lnTo>
                  <a:pt x="3600450" y="1162050"/>
                </a:lnTo>
                <a:lnTo>
                  <a:pt x="3600450" y="1228725"/>
                </a:lnTo>
                <a:lnTo>
                  <a:pt x="3590925" y="1228725"/>
                </a:lnTo>
                <a:lnTo>
                  <a:pt x="3590925" y="1304925"/>
                </a:lnTo>
                <a:lnTo>
                  <a:pt x="3581400" y="1304925"/>
                </a:lnTo>
                <a:lnTo>
                  <a:pt x="3581400" y="1371600"/>
                </a:lnTo>
                <a:lnTo>
                  <a:pt x="3571875" y="1371600"/>
                </a:lnTo>
                <a:lnTo>
                  <a:pt x="3571875" y="1457325"/>
                </a:lnTo>
                <a:lnTo>
                  <a:pt x="3562350" y="1457325"/>
                </a:lnTo>
                <a:lnTo>
                  <a:pt x="3562350" y="1514475"/>
                </a:lnTo>
                <a:lnTo>
                  <a:pt x="3552825" y="1514475"/>
                </a:lnTo>
                <a:lnTo>
                  <a:pt x="3552825" y="1590675"/>
                </a:lnTo>
                <a:lnTo>
                  <a:pt x="3543300" y="1590675"/>
                </a:lnTo>
                <a:lnTo>
                  <a:pt x="3543300" y="1647825"/>
                </a:lnTo>
                <a:lnTo>
                  <a:pt x="3533775" y="1647825"/>
                </a:lnTo>
                <a:lnTo>
                  <a:pt x="3533775" y="1724025"/>
                </a:lnTo>
                <a:lnTo>
                  <a:pt x="3524250" y="1724025"/>
                </a:lnTo>
                <a:lnTo>
                  <a:pt x="3524250" y="1800225"/>
                </a:lnTo>
                <a:lnTo>
                  <a:pt x="3514725" y="1800225"/>
                </a:lnTo>
                <a:lnTo>
                  <a:pt x="3514725" y="1866900"/>
                </a:lnTo>
                <a:lnTo>
                  <a:pt x="3505200" y="1866900"/>
                </a:lnTo>
                <a:lnTo>
                  <a:pt x="3505200" y="1933575"/>
                </a:lnTo>
                <a:lnTo>
                  <a:pt x="3495675" y="1933575"/>
                </a:lnTo>
                <a:lnTo>
                  <a:pt x="3495675" y="2009775"/>
                </a:lnTo>
                <a:lnTo>
                  <a:pt x="3486150" y="2009775"/>
                </a:lnTo>
                <a:lnTo>
                  <a:pt x="3486150" y="2076450"/>
                </a:lnTo>
                <a:lnTo>
                  <a:pt x="3476625" y="2076450"/>
                </a:lnTo>
                <a:lnTo>
                  <a:pt x="3476625" y="2143125"/>
                </a:lnTo>
                <a:lnTo>
                  <a:pt x="3467100" y="2143125"/>
                </a:lnTo>
                <a:lnTo>
                  <a:pt x="3467100" y="2219325"/>
                </a:lnTo>
                <a:lnTo>
                  <a:pt x="3457575" y="2219325"/>
                </a:lnTo>
                <a:lnTo>
                  <a:pt x="3457575" y="2286000"/>
                </a:lnTo>
                <a:lnTo>
                  <a:pt x="3448050" y="2286000"/>
                </a:lnTo>
                <a:lnTo>
                  <a:pt x="3448050" y="2362200"/>
                </a:lnTo>
                <a:lnTo>
                  <a:pt x="3438525" y="2362200"/>
                </a:lnTo>
                <a:lnTo>
                  <a:pt x="3438525" y="2428875"/>
                </a:lnTo>
                <a:lnTo>
                  <a:pt x="3429000" y="2428875"/>
                </a:lnTo>
                <a:lnTo>
                  <a:pt x="3429000" y="2495550"/>
                </a:lnTo>
                <a:lnTo>
                  <a:pt x="3419475" y="2495550"/>
                </a:lnTo>
                <a:lnTo>
                  <a:pt x="3419475" y="2571750"/>
                </a:lnTo>
                <a:lnTo>
                  <a:pt x="3409950" y="2571750"/>
                </a:lnTo>
                <a:lnTo>
                  <a:pt x="3409950" y="2638425"/>
                </a:lnTo>
                <a:lnTo>
                  <a:pt x="3400425" y="2638425"/>
                </a:lnTo>
                <a:lnTo>
                  <a:pt x="3400425" y="2705100"/>
                </a:lnTo>
                <a:lnTo>
                  <a:pt x="3390900" y="2705100"/>
                </a:lnTo>
                <a:lnTo>
                  <a:pt x="3390900" y="2781300"/>
                </a:lnTo>
                <a:lnTo>
                  <a:pt x="3381375" y="2781300"/>
                </a:lnTo>
                <a:lnTo>
                  <a:pt x="3381375" y="2847975"/>
                </a:lnTo>
                <a:lnTo>
                  <a:pt x="3371850" y="2847975"/>
                </a:lnTo>
                <a:lnTo>
                  <a:pt x="3371850" y="2924175"/>
                </a:lnTo>
                <a:lnTo>
                  <a:pt x="3362325" y="2924175"/>
                </a:lnTo>
                <a:lnTo>
                  <a:pt x="3362325" y="2990850"/>
                </a:lnTo>
                <a:lnTo>
                  <a:pt x="3352800" y="2990850"/>
                </a:lnTo>
                <a:lnTo>
                  <a:pt x="3352800" y="3048000"/>
                </a:lnTo>
                <a:lnTo>
                  <a:pt x="3343275" y="3048000"/>
                </a:lnTo>
                <a:lnTo>
                  <a:pt x="3343275" y="3133725"/>
                </a:lnTo>
                <a:lnTo>
                  <a:pt x="3333750" y="3133725"/>
                </a:lnTo>
                <a:lnTo>
                  <a:pt x="3333750" y="3200400"/>
                </a:lnTo>
                <a:lnTo>
                  <a:pt x="3324225" y="3200400"/>
                </a:lnTo>
                <a:lnTo>
                  <a:pt x="3324225" y="3286125"/>
                </a:lnTo>
                <a:lnTo>
                  <a:pt x="3314700" y="3286125"/>
                </a:lnTo>
                <a:lnTo>
                  <a:pt x="3314700" y="3352800"/>
                </a:lnTo>
                <a:lnTo>
                  <a:pt x="3305175" y="3352800"/>
                </a:lnTo>
                <a:lnTo>
                  <a:pt x="3305175" y="3419475"/>
                </a:lnTo>
                <a:lnTo>
                  <a:pt x="3295650" y="3419475"/>
                </a:lnTo>
                <a:lnTo>
                  <a:pt x="3295650" y="3486150"/>
                </a:lnTo>
                <a:lnTo>
                  <a:pt x="3286125" y="3486150"/>
                </a:lnTo>
                <a:lnTo>
                  <a:pt x="3286125" y="3552825"/>
                </a:lnTo>
                <a:lnTo>
                  <a:pt x="3276600" y="3552825"/>
                </a:lnTo>
                <a:lnTo>
                  <a:pt x="3276600" y="3619500"/>
                </a:lnTo>
                <a:lnTo>
                  <a:pt x="3267075" y="3619500"/>
                </a:lnTo>
                <a:lnTo>
                  <a:pt x="3267075" y="3676650"/>
                </a:lnTo>
                <a:lnTo>
                  <a:pt x="3257550" y="3676650"/>
                </a:lnTo>
                <a:lnTo>
                  <a:pt x="3257550" y="3743325"/>
                </a:lnTo>
                <a:lnTo>
                  <a:pt x="3248025" y="3743325"/>
                </a:lnTo>
                <a:lnTo>
                  <a:pt x="3248025" y="3810000"/>
                </a:lnTo>
                <a:lnTo>
                  <a:pt x="3238500" y="3810000"/>
                </a:lnTo>
                <a:lnTo>
                  <a:pt x="3238500" y="3848100"/>
                </a:lnTo>
                <a:lnTo>
                  <a:pt x="3228975" y="3848100"/>
                </a:lnTo>
                <a:lnTo>
                  <a:pt x="3228975" y="3867150"/>
                </a:lnTo>
                <a:lnTo>
                  <a:pt x="3219450" y="3867150"/>
                </a:lnTo>
                <a:lnTo>
                  <a:pt x="3219450" y="3886200"/>
                </a:lnTo>
                <a:lnTo>
                  <a:pt x="3209925" y="3886200"/>
                </a:lnTo>
                <a:lnTo>
                  <a:pt x="3209925" y="3905250"/>
                </a:lnTo>
                <a:lnTo>
                  <a:pt x="3200400" y="3905250"/>
                </a:lnTo>
                <a:lnTo>
                  <a:pt x="3200400" y="3924300"/>
                </a:lnTo>
                <a:lnTo>
                  <a:pt x="3190875" y="3924300"/>
                </a:lnTo>
                <a:lnTo>
                  <a:pt x="3190875" y="3933825"/>
                </a:lnTo>
                <a:lnTo>
                  <a:pt x="3181350" y="3933825"/>
                </a:lnTo>
                <a:lnTo>
                  <a:pt x="3181350" y="3943350"/>
                </a:lnTo>
                <a:lnTo>
                  <a:pt x="3171825" y="3943350"/>
                </a:lnTo>
                <a:lnTo>
                  <a:pt x="3171825" y="3952875"/>
                </a:lnTo>
                <a:lnTo>
                  <a:pt x="3162300" y="3952875"/>
                </a:lnTo>
                <a:lnTo>
                  <a:pt x="3162300" y="3962400"/>
                </a:lnTo>
                <a:lnTo>
                  <a:pt x="3143250" y="3962400"/>
                </a:lnTo>
                <a:lnTo>
                  <a:pt x="3143250" y="3971925"/>
                </a:lnTo>
                <a:lnTo>
                  <a:pt x="3133725" y="3971925"/>
                </a:lnTo>
                <a:lnTo>
                  <a:pt x="3133725" y="3981450"/>
                </a:lnTo>
                <a:lnTo>
                  <a:pt x="3114675" y="3981450"/>
                </a:lnTo>
                <a:lnTo>
                  <a:pt x="3114675" y="3990975"/>
                </a:lnTo>
                <a:lnTo>
                  <a:pt x="3086100" y="3990975"/>
                </a:lnTo>
                <a:lnTo>
                  <a:pt x="3086100" y="4000500"/>
                </a:lnTo>
                <a:lnTo>
                  <a:pt x="3057525" y="4000500"/>
                </a:lnTo>
                <a:lnTo>
                  <a:pt x="3057525" y="4010025"/>
                </a:lnTo>
                <a:lnTo>
                  <a:pt x="2952750" y="4010025"/>
                </a:lnTo>
                <a:lnTo>
                  <a:pt x="2952750" y="4000500"/>
                </a:lnTo>
                <a:lnTo>
                  <a:pt x="2905125" y="4000500"/>
                </a:lnTo>
                <a:lnTo>
                  <a:pt x="2905125" y="3990975"/>
                </a:lnTo>
                <a:lnTo>
                  <a:pt x="2828925" y="3990975"/>
                </a:lnTo>
                <a:lnTo>
                  <a:pt x="2828925" y="3981450"/>
                </a:lnTo>
                <a:lnTo>
                  <a:pt x="2781300" y="3981450"/>
                </a:lnTo>
                <a:lnTo>
                  <a:pt x="2781300" y="3971925"/>
                </a:lnTo>
                <a:lnTo>
                  <a:pt x="2714625" y="3971925"/>
                </a:lnTo>
                <a:lnTo>
                  <a:pt x="2714625" y="3962400"/>
                </a:lnTo>
                <a:lnTo>
                  <a:pt x="2657475" y="3962400"/>
                </a:lnTo>
                <a:lnTo>
                  <a:pt x="2657475" y="3952875"/>
                </a:lnTo>
                <a:lnTo>
                  <a:pt x="2600325" y="3952875"/>
                </a:lnTo>
                <a:lnTo>
                  <a:pt x="2600325" y="3943350"/>
                </a:lnTo>
                <a:lnTo>
                  <a:pt x="2543175" y="3943350"/>
                </a:lnTo>
                <a:lnTo>
                  <a:pt x="2543175" y="3933825"/>
                </a:lnTo>
                <a:lnTo>
                  <a:pt x="2486025" y="3933825"/>
                </a:lnTo>
                <a:lnTo>
                  <a:pt x="2486025" y="3924300"/>
                </a:lnTo>
                <a:lnTo>
                  <a:pt x="2419350" y="3924300"/>
                </a:lnTo>
                <a:lnTo>
                  <a:pt x="2419350" y="3914775"/>
                </a:lnTo>
                <a:lnTo>
                  <a:pt x="2371725" y="3914775"/>
                </a:lnTo>
                <a:lnTo>
                  <a:pt x="2371725" y="3905250"/>
                </a:lnTo>
                <a:lnTo>
                  <a:pt x="2305050" y="3905250"/>
                </a:lnTo>
                <a:lnTo>
                  <a:pt x="2305050" y="3895725"/>
                </a:lnTo>
                <a:lnTo>
                  <a:pt x="2247900" y="3895725"/>
                </a:lnTo>
                <a:lnTo>
                  <a:pt x="2247900" y="3886200"/>
                </a:lnTo>
                <a:lnTo>
                  <a:pt x="2181225" y="3886200"/>
                </a:lnTo>
                <a:lnTo>
                  <a:pt x="2181225" y="3876675"/>
                </a:lnTo>
                <a:lnTo>
                  <a:pt x="2133600" y="3876675"/>
                </a:lnTo>
                <a:lnTo>
                  <a:pt x="2133600" y="3867150"/>
                </a:lnTo>
                <a:lnTo>
                  <a:pt x="2047875" y="3867150"/>
                </a:lnTo>
                <a:lnTo>
                  <a:pt x="2047875" y="3857625"/>
                </a:lnTo>
                <a:lnTo>
                  <a:pt x="2009775" y="3857625"/>
                </a:lnTo>
                <a:lnTo>
                  <a:pt x="2009775" y="3848100"/>
                </a:lnTo>
                <a:lnTo>
                  <a:pt x="2000250" y="3848100"/>
                </a:lnTo>
                <a:lnTo>
                  <a:pt x="2000250" y="3838575"/>
                </a:lnTo>
                <a:lnTo>
                  <a:pt x="2009775" y="3838575"/>
                </a:lnTo>
                <a:lnTo>
                  <a:pt x="2009775" y="3829050"/>
                </a:lnTo>
                <a:lnTo>
                  <a:pt x="2019300" y="3829050"/>
                </a:lnTo>
                <a:lnTo>
                  <a:pt x="2019300" y="3810000"/>
                </a:lnTo>
                <a:lnTo>
                  <a:pt x="2028825" y="3810000"/>
                </a:lnTo>
                <a:lnTo>
                  <a:pt x="2028825" y="3800475"/>
                </a:lnTo>
                <a:lnTo>
                  <a:pt x="2038350" y="3800475"/>
                </a:lnTo>
                <a:lnTo>
                  <a:pt x="2038350" y="3810000"/>
                </a:lnTo>
                <a:lnTo>
                  <a:pt x="2076450" y="3810000"/>
                </a:lnTo>
                <a:lnTo>
                  <a:pt x="2076450" y="3819525"/>
                </a:lnTo>
                <a:lnTo>
                  <a:pt x="2143125" y="3819525"/>
                </a:lnTo>
                <a:lnTo>
                  <a:pt x="2143125" y="3829050"/>
                </a:lnTo>
                <a:lnTo>
                  <a:pt x="2209800" y="3829050"/>
                </a:lnTo>
                <a:lnTo>
                  <a:pt x="2209800" y="3838575"/>
                </a:lnTo>
                <a:lnTo>
                  <a:pt x="2257425" y="3838575"/>
                </a:lnTo>
                <a:lnTo>
                  <a:pt x="2257425" y="3848100"/>
                </a:lnTo>
                <a:lnTo>
                  <a:pt x="2324100" y="3848100"/>
                </a:lnTo>
                <a:lnTo>
                  <a:pt x="2324100" y="3857625"/>
                </a:lnTo>
                <a:lnTo>
                  <a:pt x="2381250" y="3857625"/>
                </a:lnTo>
                <a:lnTo>
                  <a:pt x="2381250" y="3867150"/>
                </a:lnTo>
                <a:lnTo>
                  <a:pt x="2438400" y="3867150"/>
                </a:lnTo>
                <a:lnTo>
                  <a:pt x="2438400" y="3876675"/>
                </a:lnTo>
                <a:lnTo>
                  <a:pt x="2495550" y="3876675"/>
                </a:lnTo>
                <a:lnTo>
                  <a:pt x="2495550" y="3886200"/>
                </a:lnTo>
                <a:lnTo>
                  <a:pt x="2552700" y="3886200"/>
                </a:lnTo>
                <a:lnTo>
                  <a:pt x="2552700" y="3895725"/>
                </a:lnTo>
                <a:lnTo>
                  <a:pt x="2619375" y="3895725"/>
                </a:lnTo>
                <a:lnTo>
                  <a:pt x="2619375" y="3905250"/>
                </a:lnTo>
                <a:lnTo>
                  <a:pt x="2676525" y="3905250"/>
                </a:lnTo>
                <a:lnTo>
                  <a:pt x="2676525" y="3914775"/>
                </a:lnTo>
                <a:lnTo>
                  <a:pt x="2724150" y="3914775"/>
                </a:lnTo>
                <a:lnTo>
                  <a:pt x="2724150" y="3924300"/>
                </a:lnTo>
                <a:lnTo>
                  <a:pt x="2781300" y="3924300"/>
                </a:lnTo>
                <a:lnTo>
                  <a:pt x="2781300" y="3933825"/>
                </a:lnTo>
                <a:lnTo>
                  <a:pt x="2847975" y="3933825"/>
                </a:lnTo>
                <a:lnTo>
                  <a:pt x="2847975" y="3943350"/>
                </a:lnTo>
                <a:lnTo>
                  <a:pt x="2905125" y="3943350"/>
                </a:lnTo>
                <a:lnTo>
                  <a:pt x="2905125" y="3952875"/>
                </a:lnTo>
                <a:lnTo>
                  <a:pt x="2952750" y="3952875"/>
                </a:lnTo>
                <a:lnTo>
                  <a:pt x="2952750" y="3962400"/>
                </a:lnTo>
                <a:lnTo>
                  <a:pt x="3048000" y="3962400"/>
                </a:lnTo>
                <a:lnTo>
                  <a:pt x="3048000" y="3952875"/>
                </a:lnTo>
                <a:lnTo>
                  <a:pt x="3076575" y="3952875"/>
                </a:lnTo>
                <a:lnTo>
                  <a:pt x="3076575" y="3943350"/>
                </a:lnTo>
                <a:lnTo>
                  <a:pt x="3095625" y="3943350"/>
                </a:lnTo>
                <a:lnTo>
                  <a:pt x="3095625" y="3933825"/>
                </a:lnTo>
                <a:lnTo>
                  <a:pt x="3114675" y="3933825"/>
                </a:lnTo>
                <a:lnTo>
                  <a:pt x="3114675" y="3924300"/>
                </a:lnTo>
                <a:lnTo>
                  <a:pt x="3124200" y="3924300"/>
                </a:lnTo>
                <a:lnTo>
                  <a:pt x="3124200" y="3914775"/>
                </a:lnTo>
                <a:lnTo>
                  <a:pt x="3143250" y="3914775"/>
                </a:lnTo>
                <a:lnTo>
                  <a:pt x="3143250" y="3905250"/>
                </a:lnTo>
                <a:lnTo>
                  <a:pt x="3152775" y="3905250"/>
                </a:lnTo>
                <a:lnTo>
                  <a:pt x="3152775" y="3895725"/>
                </a:lnTo>
                <a:lnTo>
                  <a:pt x="3162300" y="3895725"/>
                </a:lnTo>
                <a:lnTo>
                  <a:pt x="3162300" y="3876675"/>
                </a:lnTo>
                <a:lnTo>
                  <a:pt x="3171825" y="3876675"/>
                </a:lnTo>
                <a:lnTo>
                  <a:pt x="3171825" y="3857625"/>
                </a:lnTo>
                <a:lnTo>
                  <a:pt x="3181350" y="3857625"/>
                </a:lnTo>
                <a:lnTo>
                  <a:pt x="3181350" y="3848100"/>
                </a:lnTo>
                <a:lnTo>
                  <a:pt x="3190875" y="3848100"/>
                </a:lnTo>
                <a:lnTo>
                  <a:pt x="3190875" y="3819525"/>
                </a:lnTo>
                <a:lnTo>
                  <a:pt x="3200400" y="3819525"/>
                </a:lnTo>
                <a:lnTo>
                  <a:pt x="3200400" y="3781425"/>
                </a:lnTo>
                <a:lnTo>
                  <a:pt x="3209925" y="3781425"/>
                </a:lnTo>
                <a:lnTo>
                  <a:pt x="3209925" y="3714750"/>
                </a:lnTo>
                <a:lnTo>
                  <a:pt x="3219450" y="3714750"/>
                </a:lnTo>
                <a:lnTo>
                  <a:pt x="3219450" y="3648075"/>
                </a:lnTo>
                <a:lnTo>
                  <a:pt x="3228975" y="3648075"/>
                </a:lnTo>
                <a:lnTo>
                  <a:pt x="3228975" y="3590925"/>
                </a:lnTo>
                <a:lnTo>
                  <a:pt x="3238500" y="3590925"/>
                </a:lnTo>
                <a:lnTo>
                  <a:pt x="3238500" y="3524250"/>
                </a:lnTo>
                <a:lnTo>
                  <a:pt x="3248025" y="3524250"/>
                </a:lnTo>
                <a:lnTo>
                  <a:pt x="3248025" y="3448050"/>
                </a:lnTo>
                <a:lnTo>
                  <a:pt x="3257550" y="3448050"/>
                </a:lnTo>
                <a:lnTo>
                  <a:pt x="3257550" y="3371850"/>
                </a:lnTo>
                <a:lnTo>
                  <a:pt x="3267075" y="3371850"/>
                </a:lnTo>
                <a:lnTo>
                  <a:pt x="3267075" y="3314700"/>
                </a:lnTo>
                <a:lnTo>
                  <a:pt x="3276600" y="3314700"/>
                </a:lnTo>
                <a:lnTo>
                  <a:pt x="3276600" y="3238500"/>
                </a:lnTo>
                <a:lnTo>
                  <a:pt x="3286125" y="3238500"/>
                </a:lnTo>
                <a:lnTo>
                  <a:pt x="3286125" y="3162300"/>
                </a:lnTo>
                <a:lnTo>
                  <a:pt x="3295650" y="3162300"/>
                </a:lnTo>
                <a:lnTo>
                  <a:pt x="3295650" y="3086100"/>
                </a:lnTo>
                <a:lnTo>
                  <a:pt x="3305175" y="3086100"/>
                </a:lnTo>
                <a:lnTo>
                  <a:pt x="3305175" y="3019425"/>
                </a:lnTo>
                <a:lnTo>
                  <a:pt x="3314700" y="3019425"/>
                </a:lnTo>
                <a:lnTo>
                  <a:pt x="3314700" y="2952750"/>
                </a:lnTo>
                <a:lnTo>
                  <a:pt x="3324225" y="2952750"/>
                </a:lnTo>
                <a:lnTo>
                  <a:pt x="3324225" y="2876550"/>
                </a:lnTo>
                <a:lnTo>
                  <a:pt x="3333750" y="2876550"/>
                </a:lnTo>
                <a:lnTo>
                  <a:pt x="3333750" y="2809875"/>
                </a:lnTo>
                <a:lnTo>
                  <a:pt x="3343275" y="2809875"/>
                </a:lnTo>
                <a:lnTo>
                  <a:pt x="3343275" y="2733675"/>
                </a:lnTo>
                <a:lnTo>
                  <a:pt x="3352800" y="2733675"/>
                </a:lnTo>
                <a:lnTo>
                  <a:pt x="3352800" y="2667000"/>
                </a:lnTo>
                <a:lnTo>
                  <a:pt x="3362325" y="2667000"/>
                </a:lnTo>
                <a:lnTo>
                  <a:pt x="3362325" y="2600325"/>
                </a:lnTo>
                <a:lnTo>
                  <a:pt x="3371850" y="2600325"/>
                </a:lnTo>
                <a:lnTo>
                  <a:pt x="3371850" y="2524125"/>
                </a:lnTo>
                <a:lnTo>
                  <a:pt x="3381375" y="2524125"/>
                </a:lnTo>
                <a:lnTo>
                  <a:pt x="3381375" y="2447925"/>
                </a:lnTo>
                <a:lnTo>
                  <a:pt x="3390900" y="2447925"/>
                </a:lnTo>
                <a:lnTo>
                  <a:pt x="3390900" y="2390775"/>
                </a:lnTo>
                <a:lnTo>
                  <a:pt x="3400425" y="2390775"/>
                </a:lnTo>
                <a:lnTo>
                  <a:pt x="3400425" y="2324100"/>
                </a:lnTo>
                <a:lnTo>
                  <a:pt x="3409950" y="2324100"/>
                </a:lnTo>
                <a:lnTo>
                  <a:pt x="3409950" y="2247900"/>
                </a:lnTo>
                <a:lnTo>
                  <a:pt x="3419475" y="2247900"/>
                </a:lnTo>
                <a:lnTo>
                  <a:pt x="3419475" y="2171700"/>
                </a:lnTo>
                <a:lnTo>
                  <a:pt x="3429000" y="2171700"/>
                </a:lnTo>
                <a:lnTo>
                  <a:pt x="3429000" y="2095500"/>
                </a:lnTo>
                <a:lnTo>
                  <a:pt x="3438525" y="2095500"/>
                </a:lnTo>
                <a:lnTo>
                  <a:pt x="3438525" y="2038350"/>
                </a:lnTo>
                <a:lnTo>
                  <a:pt x="3448050" y="2038350"/>
                </a:lnTo>
                <a:lnTo>
                  <a:pt x="3448050" y="1971675"/>
                </a:lnTo>
                <a:lnTo>
                  <a:pt x="3457575" y="1971675"/>
                </a:lnTo>
                <a:lnTo>
                  <a:pt x="3457575" y="1895475"/>
                </a:lnTo>
                <a:lnTo>
                  <a:pt x="3467100" y="1895475"/>
                </a:lnTo>
                <a:lnTo>
                  <a:pt x="3467100" y="1819275"/>
                </a:lnTo>
                <a:lnTo>
                  <a:pt x="3476625" y="1819275"/>
                </a:lnTo>
                <a:lnTo>
                  <a:pt x="3476625" y="1762125"/>
                </a:lnTo>
                <a:lnTo>
                  <a:pt x="3486150" y="1762125"/>
                </a:lnTo>
                <a:lnTo>
                  <a:pt x="3486150" y="1695450"/>
                </a:lnTo>
                <a:lnTo>
                  <a:pt x="3495675" y="1695450"/>
                </a:lnTo>
                <a:lnTo>
                  <a:pt x="3495675" y="1619250"/>
                </a:lnTo>
                <a:lnTo>
                  <a:pt x="3505200" y="1619250"/>
                </a:lnTo>
                <a:lnTo>
                  <a:pt x="3505200" y="1543050"/>
                </a:lnTo>
                <a:lnTo>
                  <a:pt x="3514725" y="1543050"/>
                </a:lnTo>
                <a:lnTo>
                  <a:pt x="3514725" y="1495425"/>
                </a:lnTo>
                <a:lnTo>
                  <a:pt x="3524250" y="1495425"/>
                </a:lnTo>
                <a:lnTo>
                  <a:pt x="3524250" y="1409700"/>
                </a:lnTo>
                <a:lnTo>
                  <a:pt x="3533775" y="1409700"/>
                </a:lnTo>
                <a:lnTo>
                  <a:pt x="3533775" y="1343025"/>
                </a:lnTo>
                <a:lnTo>
                  <a:pt x="3543300" y="1343025"/>
                </a:lnTo>
                <a:lnTo>
                  <a:pt x="3543300" y="1266825"/>
                </a:lnTo>
                <a:lnTo>
                  <a:pt x="3552825" y="1266825"/>
                </a:lnTo>
                <a:lnTo>
                  <a:pt x="3552825" y="1200150"/>
                </a:lnTo>
                <a:lnTo>
                  <a:pt x="3562350" y="1200150"/>
                </a:lnTo>
                <a:lnTo>
                  <a:pt x="3562350" y="1133475"/>
                </a:lnTo>
                <a:lnTo>
                  <a:pt x="3571875" y="1133475"/>
                </a:lnTo>
                <a:lnTo>
                  <a:pt x="3571875" y="1047750"/>
                </a:lnTo>
                <a:lnTo>
                  <a:pt x="3581400" y="1047750"/>
                </a:lnTo>
                <a:lnTo>
                  <a:pt x="3581400" y="990600"/>
                </a:lnTo>
                <a:lnTo>
                  <a:pt x="3590925" y="990600"/>
                </a:lnTo>
                <a:lnTo>
                  <a:pt x="3590925" y="895350"/>
                </a:lnTo>
                <a:lnTo>
                  <a:pt x="3600450" y="895350"/>
                </a:lnTo>
                <a:lnTo>
                  <a:pt x="3600450" y="847725"/>
                </a:lnTo>
                <a:lnTo>
                  <a:pt x="3609975" y="847725"/>
                </a:lnTo>
                <a:lnTo>
                  <a:pt x="3609975" y="762000"/>
                </a:lnTo>
                <a:lnTo>
                  <a:pt x="3619500" y="762000"/>
                </a:lnTo>
                <a:lnTo>
                  <a:pt x="3619500" y="695325"/>
                </a:lnTo>
                <a:lnTo>
                  <a:pt x="3629025" y="695325"/>
                </a:lnTo>
                <a:lnTo>
                  <a:pt x="3629025" y="628650"/>
                </a:lnTo>
                <a:lnTo>
                  <a:pt x="3619500" y="628650"/>
                </a:lnTo>
                <a:lnTo>
                  <a:pt x="3619500" y="581025"/>
                </a:lnTo>
                <a:lnTo>
                  <a:pt x="3609975" y="581025"/>
                </a:lnTo>
                <a:lnTo>
                  <a:pt x="3609975" y="561975"/>
                </a:lnTo>
                <a:lnTo>
                  <a:pt x="3600450" y="561975"/>
                </a:lnTo>
                <a:lnTo>
                  <a:pt x="3600450" y="542925"/>
                </a:lnTo>
                <a:lnTo>
                  <a:pt x="3590925" y="542925"/>
                </a:lnTo>
                <a:lnTo>
                  <a:pt x="3590925" y="523875"/>
                </a:lnTo>
                <a:lnTo>
                  <a:pt x="3581400" y="523875"/>
                </a:lnTo>
                <a:lnTo>
                  <a:pt x="3581400" y="514350"/>
                </a:lnTo>
                <a:lnTo>
                  <a:pt x="3571875" y="514350"/>
                </a:lnTo>
                <a:lnTo>
                  <a:pt x="3571875" y="504825"/>
                </a:lnTo>
                <a:lnTo>
                  <a:pt x="3552825" y="504825"/>
                </a:lnTo>
                <a:lnTo>
                  <a:pt x="3552825" y="495300"/>
                </a:lnTo>
                <a:lnTo>
                  <a:pt x="3543300" y="495300"/>
                </a:lnTo>
                <a:lnTo>
                  <a:pt x="3543300" y="485775"/>
                </a:lnTo>
                <a:lnTo>
                  <a:pt x="3524250" y="485775"/>
                </a:lnTo>
                <a:lnTo>
                  <a:pt x="3524250" y="476250"/>
                </a:lnTo>
                <a:lnTo>
                  <a:pt x="3505200" y="476250"/>
                </a:lnTo>
                <a:lnTo>
                  <a:pt x="3505200" y="466725"/>
                </a:lnTo>
                <a:lnTo>
                  <a:pt x="3486150" y="466725"/>
                </a:lnTo>
                <a:lnTo>
                  <a:pt x="3486150" y="457200"/>
                </a:lnTo>
                <a:lnTo>
                  <a:pt x="3429000" y="457200"/>
                </a:lnTo>
                <a:lnTo>
                  <a:pt x="3429000" y="447675"/>
                </a:lnTo>
                <a:lnTo>
                  <a:pt x="3343275" y="447675"/>
                </a:lnTo>
                <a:lnTo>
                  <a:pt x="3343275" y="438150"/>
                </a:lnTo>
                <a:lnTo>
                  <a:pt x="3238500" y="438150"/>
                </a:lnTo>
                <a:lnTo>
                  <a:pt x="3238500" y="428625"/>
                </a:lnTo>
                <a:lnTo>
                  <a:pt x="3124200" y="428625"/>
                </a:lnTo>
                <a:lnTo>
                  <a:pt x="3124200" y="419100"/>
                </a:lnTo>
                <a:lnTo>
                  <a:pt x="3009900" y="419100"/>
                </a:lnTo>
                <a:lnTo>
                  <a:pt x="3009900" y="409575"/>
                </a:lnTo>
                <a:lnTo>
                  <a:pt x="2905125" y="409575"/>
                </a:lnTo>
                <a:lnTo>
                  <a:pt x="2905125" y="400050"/>
                </a:lnTo>
                <a:lnTo>
                  <a:pt x="2809875" y="400050"/>
                </a:lnTo>
                <a:lnTo>
                  <a:pt x="2809875" y="390525"/>
                </a:lnTo>
                <a:lnTo>
                  <a:pt x="2695575" y="390525"/>
                </a:lnTo>
                <a:lnTo>
                  <a:pt x="2695575" y="381000"/>
                </a:lnTo>
                <a:lnTo>
                  <a:pt x="2571750" y="381000"/>
                </a:lnTo>
                <a:lnTo>
                  <a:pt x="2571750" y="371475"/>
                </a:lnTo>
                <a:lnTo>
                  <a:pt x="2457450" y="371475"/>
                </a:lnTo>
                <a:lnTo>
                  <a:pt x="2457450" y="361950"/>
                </a:lnTo>
                <a:lnTo>
                  <a:pt x="2371725" y="361950"/>
                </a:lnTo>
                <a:lnTo>
                  <a:pt x="2371725" y="352425"/>
                </a:lnTo>
                <a:lnTo>
                  <a:pt x="2181225" y="352425"/>
                </a:lnTo>
                <a:lnTo>
                  <a:pt x="2181225" y="361950"/>
                </a:lnTo>
                <a:lnTo>
                  <a:pt x="2152650" y="361950"/>
                </a:lnTo>
                <a:lnTo>
                  <a:pt x="2152650" y="371475"/>
                </a:lnTo>
                <a:lnTo>
                  <a:pt x="2133600" y="371475"/>
                </a:lnTo>
                <a:lnTo>
                  <a:pt x="2133600" y="381000"/>
                </a:lnTo>
                <a:lnTo>
                  <a:pt x="2124075" y="381000"/>
                </a:lnTo>
                <a:lnTo>
                  <a:pt x="2124075" y="390525"/>
                </a:lnTo>
                <a:lnTo>
                  <a:pt x="2105025" y="390525"/>
                </a:lnTo>
                <a:lnTo>
                  <a:pt x="2105025" y="400050"/>
                </a:lnTo>
                <a:lnTo>
                  <a:pt x="2095500" y="400050"/>
                </a:lnTo>
                <a:lnTo>
                  <a:pt x="2095500" y="409575"/>
                </a:lnTo>
                <a:lnTo>
                  <a:pt x="2085975" y="409575"/>
                </a:lnTo>
                <a:lnTo>
                  <a:pt x="2085975" y="419100"/>
                </a:lnTo>
                <a:lnTo>
                  <a:pt x="2076450" y="419100"/>
                </a:lnTo>
                <a:lnTo>
                  <a:pt x="2076450" y="428625"/>
                </a:lnTo>
                <a:lnTo>
                  <a:pt x="2066925" y="428625"/>
                </a:lnTo>
                <a:lnTo>
                  <a:pt x="2066925" y="447675"/>
                </a:lnTo>
                <a:lnTo>
                  <a:pt x="2057400" y="447675"/>
                </a:lnTo>
                <a:lnTo>
                  <a:pt x="2057400" y="457200"/>
                </a:lnTo>
                <a:lnTo>
                  <a:pt x="2047875" y="457200"/>
                </a:lnTo>
                <a:lnTo>
                  <a:pt x="2047875" y="485775"/>
                </a:lnTo>
                <a:lnTo>
                  <a:pt x="2038350" y="485775"/>
                </a:lnTo>
                <a:lnTo>
                  <a:pt x="2038350" y="514350"/>
                </a:lnTo>
                <a:lnTo>
                  <a:pt x="2028825" y="514350"/>
                </a:lnTo>
                <a:lnTo>
                  <a:pt x="2028825" y="561975"/>
                </a:lnTo>
                <a:lnTo>
                  <a:pt x="2019300" y="561975"/>
                </a:lnTo>
                <a:lnTo>
                  <a:pt x="2019300" y="609600"/>
                </a:lnTo>
                <a:lnTo>
                  <a:pt x="2009775" y="609600"/>
                </a:lnTo>
                <a:lnTo>
                  <a:pt x="2009775" y="685800"/>
                </a:lnTo>
                <a:lnTo>
                  <a:pt x="2000250" y="685800"/>
                </a:lnTo>
                <a:lnTo>
                  <a:pt x="2000250" y="771525"/>
                </a:lnTo>
                <a:lnTo>
                  <a:pt x="1990725" y="771525"/>
                </a:lnTo>
                <a:lnTo>
                  <a:pt x="1990725" y="866775"/>
                </a:lnTo>
                <a:lnTo>
                  <a:pt x="1981200" y="866775"/>
                </a:lnTo>
                <a:lnTo>
                  <a:pt x="1981200" y="914400"/>
                </a:lnTo>
                <a:lnTo>
                  <a:pt x="1971675" y="914400"/>
                </a:lnTo>
                <a:lnTo>
                  <a:pt x="1971675" y="1000125"/>
                </a:lnTo>
                <a:lnTo>
                  <a:pt x="1962150" y="1000125"/>
                </a:lnTo>
                <a:lnTo>
                  <a:pt x="1962150" y="1095375"/>
                </a:lnTo>
                <a:lnTo>
                  <a:pt x="1952625" y="1095375"/>
                </a:lnTo>
                <a:lnTo>
                  <a:pt x="1952625" y="1162050"/>
                </a:lnTo>
                <a:lnTo>
                  <a:pt x="1943100" y="1162050"/>
                </a:lnTo>
                <a:lnTo>
                  <a:pt x="1943100" y="1238250"/>
                </a:lnTo>
                <a:lnTo>
                  <a:pt x="1933575" y="1238250"/>
                </a:lnTo>
                <a:lnTo>
                  <a:pt x="1933575" y="1314450"/>
                </a:lnTo>
                <a:lnTo>
                  <a:pt x="1924050" y="1314450"/>
                </a:lnTo>
                <a:lnTo>
                  <a:pt x="1924050" y="1362075"/>
                </a:lnTo>
                <a:lnTo>
                  <a:pt x="1914525" y="1362075"/>
                </a:lnTo>
                <a:lnTo>
                  <a:pt x="1914525" y="1428750"/>
                </a:lnTo>
                <a:lnTo>
                  <a:pt x="1905000" y="1428750"/>
                </a:lnTo>
                <a:lnTo>
                  <a:pt x="1905000" y="1504950"/>
                </a:lnTo>
                <a:lnTo>
                  <a:pt x="1885950" y="1504950"/>
                </a:lnTo>
                <a:lnTo>
                  <a:pt x="1885950" y="1495425"/>
                </a:lnTo>
                <a:lnTo>
                  <a:pt x="1876425" y="1495425"/>
                </a:lnTo>
                <a:lnTo>
                  <a:pt x="1876425" y="1304925"/>
                </a:lnTo>
                <a:lnTo>
                  <a:pt x="1885950" y="1304925"/>
                </a:lnTo>
                <a:lnTo>
                  <a:pt x="1885950" y="1238250"/>
                </a:lnTo>
                <a:lnTo>
                  <a:pt x="1895475" y="1238250"/>
                </a:lnTo>
                <a:lnTo>
                  <a:pt x="1895475" y="1133475"/>
                </a:lnTo>
                <a:lnTo>
                  <a:pt x="1905000" y="1133475"/>
                </a:lnTo>
                <a:lnTo>
                  <a:pt x="1905000" y="1066800"/>
                </a:lnTo>
                <a:lnTo>
                  <a:pt x="1914525" y="1066800"/>
                </a:lnTo>
                <a:lnTo>
                  <a:pt x="1914525" y="1000125"/>
                </a:lnTo>
                <a:lnTo>
                  <a:pt x="1924050" y="1000125"/>
                </a:lnTo>
                <a:lnTo>
                  <a:pt x="1924050" y="933450"/>
                </a:lnTo>
                <a:lnTo>
                  <a:pt x="1933575" y="933450"/>
                </a:lnTo>
                <a:lnTo>
                  <a:pt x="1933575" y="866775"/>
                </a:lnTo>
                <a:lnTo>
                  <a:pt x="1943100" y="866775"/>
                </a:lnTo>
                <a:lnTo>
                  <a:pt x="1943100" y="790575"/>
                </a:lnTo>
                <a:lnTo>
                  <a:pt x="1952625" y="790575"/>
                </a:lnTo>
                <a:lnTo>
                  <a:pt x="1952625" y="742950"/>
                </a:lnTo>
                <a:lnTo>
                  <a:pt x="1962150" y="742950"/>
                </a:lnTo>
                <a:lnTo>
                  <a:pt x="1962150" y="666750"/>
                </a:lnTo>
                <a:lnTo>
                  <a:pt x="1971675" y="666750"/>
                </a:lnTo>
                <a:lnTo>
                  <a:pt x="1971675" y="609600"/>
                </a:lnTo>
                <a:lnTo>
                  <a:pt x="1981200" y="609600"/>
                </a:lnTo>
                <a:lnTo>
                  <a:pt x="1981200" y="533400"/>
                </a:lnTo>
                <a:lnTo>
                  <a:pt x="1990725" y="533400"/>
                </a:lnTo>
                <a:lnTo>
                  <a:pt x="1990725" y="495300"/>
                </a:lnTo>
                <a:lnTo>
                  <a:pt x="2000250" y="495300"/>
                </a:lnTo>
                <a:lnTo>
                  <a:pt x="2000250" y="466725"/>
                </a:lnTo>
                <a:lnTo>
                  <a:pt x="2009775" y="466725"/>
                </a:lnTo>
                <a:lnTo>
                  <a:pt x="2009775" y="447675"/>
                </a:lnTo>
                <a:lnTo>
                  <a:pt x="2019300" y="447675"/>
                </a:lnTo>
                <a:lnTo>
                  <a:pt x="2019300" y="428625"/>
                </a:lnTo>
                <a:lnTo>
                  <a:pt x="2028825" y="428625"/>
                </a:lnTo>
                <a:lnTo>
                  <a:pt x="2028825" y="419100"/>
                </a:lnTo>
                <a:lnTo>
                  <a:pt x="2038350" y="419100"/>
                </a:lnTo>
                <a:lnTo>
                  <a:pt x="2038350" y="400050"/>
                </a:lnTo>
                <a:lnTo>
                  <a:pt x="2047875" y="400050"/>
                </a:lnTo>
                <a:lnTo>
                  <a:pt x="2047875" y="390525"/>
                </a:lnTo>
                <a:lnTo>
                  <a:pt x="2057400" y="390525"/>
                </a:lnTo>
                <a:lnTo>
                  <a:pt x="2057400" y="381000"/>
                </a:lnTo>
                <a:lnTo>
                  <a:pt x="2066925" y="381000"/>
                </a:lnTo>
                <a:lnTo>
                  <a:pt x="2066925" y="371475"/>
                </a:lnTo>
                <a:lnTo>
                  <a:pt x="2076450" y="371475"/>
                </a:lnTo>
                <a:lnTo>
                  <a:pt x="2076450" y="361950"/>
                </a:lnTo>
                <a:lnTo>
                  <a:pt x="2085975" y="361950"/>
                </a:lnTo>
                <a:lnTo>
                  <a:pt x="2085975" y="352425"/>
                </a:lnTo>
                <a:lnTo>
                  <a:pt x="2105025" y="352425"/>
                </a:lnTo>
                <a:lnTo>
                  <a:pt x="2105025" y="342900"/>
                </a:lnTo>
                <a:lnTo>
                  <a:pt x="2124075" y="342900"/>
                </a:lnTo>
                <a:lnTo>
                  <a:pt x="2124075" y="333375"/>
                </a:lnTo>
                <a:lnTo>
                  <a:pt x="2143125" y="333375"/>
                </a:lnTo>
                <a:lnTo>
                  <a:pt x="2143125" y="323850"/>
                </a:lnTo>
                <a:lnTo>
                  <a:pt x="2171700" y="323850"/>
                </a:lnTo>
                <a:lnTo>
                  <a:pt x="2171700" y="314325"/>
                </a:lnTo>
                <a:lnTo>
                  <a:pt x="2219325" y="314325"/>
                </a:lnTo>
                <a:close/>
                <a:moveTo>
                  <a:pt x="2638425" y="428625"/>
                </a:moveTo>
                <a:lnTo>
                  <a:pt x="2676525" y="428625"/>
                </a:lnTo>
                <a:lnTo>
                  <a:pt x="2676525" y="438150"/>
                </a:lnTo>
                <a:lnTo>
                  <a:pt x="2790825" y="438150"/>
                </a:lnTo>
                <a:lnTo>
                  <a:pt x="2790825" y="447675"/>
                </a:lnTo>
                <a:lnTo>
                  <a:pt x="2905125" y="447675"/>
                </a:lnTo>
                <a:lnTo>
                  <a:pt x="2905125" y="457200"/>
                </a:lnTo>
                <a:lnTo>
                  <a:pt x="3000375" y="457200"/>
                </a:lnTo>
                <a:lnTo>
                  <a:pt x="3000375" y="466725"/>
                </a:lnTo>
                <a:lnTo>
                  <a:pt x="3038475" y="466725"/>
                </a:lnTo>
                <a:lnTo>
                  <a:pt x="3038475" y="476250"/>
                </a:lnTo>
                <a:lnTo>
                  <a:pt x="3048000" y="476250"/>
                </a:lnTo>
                <a:lnTo>
                  <a:pt x="3048000" y="495300"/>
                </a:lnTo>
                <a:lnTo>
                  <a:pt x="3057525" y="495300"/>
                </a:lnTo>
                <a:lnTo>
                  <a:pt x="3057525" y="542925"/>
                </a:lnTo>
                <a:lnTo>
                  <a:pt x="3048000" y="542925"/>
                </a:lnTo>
                <a:lnTo>
                  <a:pt x="3048000" y="552450"/>
                </a:lnTo>
                <a:lnTo>
                  <a:pt x="3038475" y="552450"/>
                </a:lnTo>
                <a:lnTo>
                  <a:pt x="3038475" y="561975"/>
                </a:lnTo>
                <a:lnTo>
                  <a:pt x="3028950" y="561975"/>
                </a:lnTo>
                <a:lnTo>
                  <a:pt x="3028950" y="571500"/>
                </a:lnTo>
                <a:lnTo>
                  <a:pt x="2914650" y="571500"/>
                </a:lnTo>
                <a:lnTo>
                  <a:pt x="2914650" y="561975"/>
                </a:lnTo>
                <a:lnTo>
                  <a:pt x="2790825" y="561975"/>
                </a:lnTo>
                <a:lnTo>
                  <a:pt x="2790825" y="552450"/>
                </a:lnTo>
                <a:lnTo>
                  <a:pt x="2676525" y="552450"/>
                </a:lnTo>
                <a:lnTo>
                  <a:pt x="2676525" y="542925"/>
                </a:lnTo>
                <a:lnTo>
                  <a:pt x="2619375" y="542925"/>
                </a:lnTo>
                <a:lnTo>
                  <a:pt x="2619375" y="533400"/>
                </a:lnTo>
                <a:lnTo>
                  <a:pt x="2609850" y="533400"/>
                </a:lnTo>
                <a:lnTo>
                  <a:pt x="2609850" y="514350"/>
                </a:lnTo>
                <a:lnTo>
                  <a:pt x="2600325" y="514350"/>
                </a:lnTo>
                <a:lnTo>
                  <a:pt x="2600325" y="466725"/>
                </a:lnTo>
                <a:lnTo>
                  <a:pt x="2609850" y="466725"/>
                </a:lnTo>
                <a:lnTo>
                  <a:pt x="2609850" y="447675"/>
                </a:lnTo>
                <a:lnTo>
                  <a:pt x="2619375" y="447675"/>
                </a:lnTo>
                <a:lnTo>
                  <a:pt x="2619375" y="438150"/>
                </a:lnTo>
                <a:lnTo>
                  <a:pt x="2638425" y="438150"/>
                </a:lnTo>
                <a:close/>
                <a:moveTo>
                  <a:pt x="1847850" y="2181225"/>
                </a:moveTo>
                <a:lnTo>
                  <a:pt x="1857375" y="2181225"/>
                </a:lnTo>
                <a:lnTo>
                  <a:pt x="1857375" y="2190750"/>
                </a:lnTo>
                <a:lnTo>
                  <a:pt x="1866900" y="2190750"/>
                </a:lnTo>
                <a:lnTo>
                  <a:pt x="1866900" y="2266950"/>
                </a:lnTo>
                <a:lnTo>
                  <a:pt x="1876425" y="2266950"/>
                </a:lnTo>
                <a:lnTo>
                  <a:pt x="1876425" y="2400300"/>
                </a:lnTo>
                <a:lnTo>
                  <a:pt x="1885950" y="2400300"/>
                </a:lnTo>
                <a:lnTo>
                  <a:pt x="1885950" y="2514600"/>
                </a:lnTo>
                <a:lnTo>
                  <a:pt x="1895475" y="2514600"/>
                </a:lnTo>
                <a:lnTo>
                  <a:pt x="1895475" y="2676525"/>
                </a:lnTo>
                <a:lnTo>
                  <a:pt x="1905000" y="2676525"/>
                </a:lnTo>
                <a:lnTo>
                  <a:pt x="1905000" y="2762250"/>
                </a:lnTo>
                <a:lnTo>
                  <a:pt x="1914525" y="2762250"/>
                </a:lnTo>
                <a:lnTo>
                  <a:pt x="1914525" y="2905125"/>
                </a:lnTo>
                <a:lnTo>
                  <a:pt x="1924050" y="2905125"/>
                </a:lnTo>
                <a:lnTo>
                  <a:pt x="1924050" y="3009900"/>
                </a:lnTo>
                <a:lnTo>
                  <a:pt x="1933575" y="3009900"/>
                </a:lnTo>
                <a:lnTo>
                  <a:pt x="1933575" y="3143250"/>
                </a:lnTo>
                <a:lnTo>
                  <a:pt x="1943100" y="3143250"/>
                </a:lnTo>
                <a:lnTo>
                  <a:pt x="1943100" y="3267075"/>
                </a:lnTo>
                <a:lnTo>
                  <a:pt x="1952625" y="3267075"/>
                </a:lnTo>
                <a:lnTo>
                  <a:pt x="1952625" y="3400425"/>
                </a:lnTo>
                <a:lnTo>
                  <a:pt x="1962150" y="3400425"/>
                </a:lnTo>
                <a:lnTo>
                  <a:pt x="1962150" y="3514725"/>
                </a:lnTo>
                <a:lnTo>
                  <a:pt x="1971675" y="3514725"/>
                </a:lnTo>
                <a:lnTo>
                  <a:pt x="1971675" y="3629025"/>
                </a:lnTo>
                <a:lnTo>
                  <a:pt x="1981200" y="3629025"/>
                </a:lnTo>
                <a:lnTo>
                  <a:pt x="1981200" y="3657600"/>
                </a:lnTo>
                <a:lnTo>
                  <a:pt x="1971675" y="3657600"/>
                </a:lnTo>
                <a:lnTo>
                  <a:pt x="1971675" y="3667125"/>
                </a:lnTo>
                <a:lnTo>
                  <a:pt x="1962150" y="3667125"/>
                </a:lnTo>
                <a:lnTo>
                  <a:pt x="1962150" y="3714750"/>
                </a:lnTo>
                <a:lnTo>
                  <a:pt x="1971675" y="3714750"/>
                </a:lnTo>
                <a:lnTo>
                  <a:pt x="1971675" y="3724275"/>
                </a:lnTo>
                <a:lnTo>
                  <a:pt x="1981200" y="3724275"/>
                </a:lnTo>
                <a:lnTo>
                  <a:pt x="1981200" y="3743325"/>
                </a:lnTo>
                <a:lnTo>
                  <a:pt x="1971675" y="3743325"/>
                </a:lnTo>
                <a:lnTo>
                  <a:pt x="1971675" y="3781425"/>
                </a:lnTo>
                <a:lnTo>
                  <a:pt x="1962150" y="3781425"/>
                </a:lnTo>
                <a:lnTo>
                  <a:pt x="1962150" y="3810000"/>
                </a:lnTo>
                <a:lnTo>
                  <a:pt x="1952625" y="3810000"/>
                </a:lnTo>
                <a:lnTo>
                  <a:pt x="1952625" y="3819525"/>
                </a:lnTo>
                <a:lnTo>
                  <a:pt x="1943100" y="3819525"/>
                </a:lnTo>
                <a:lnTo>
                  <a:pt x="1943100" y="3848100"/>
                </a:lnTo>
                <a:lnTo>
                  <a:pt x="1933575" y="3848100"/>
                </a:lnTo>
                <a:lnTo>
                  <a:pt x="1933575" y="3857625"/>
                </a:lnTo>
                <a:lnTo>
                  <a:pt x="1924050" y="3857625"/>
                </a:lnTo>
                <a:lnTo>
                  <a:pt x="1924050" y="3867150"/>
                </a:lnTo>
                <a:lnTo>
                  <a:pt x="1914525" y="3867150"/>
                </a:lnTo>
                <a:lnTo>
                  <a:pt x="1914525" y="3876675"/>
                </a:lnTo>
                <a:lnTo>
                  <a:pt x="1905000" y="3876675"/>
                </a:lnTo>
                <a:lnTo>
                  <a:pt x="1905000" y="3886200"/>
                </a:lnTo>
                <a:lnTo>
                  <a:pt x="1895475" y="3886200"/>
                </a:lnTo>
                <a:lnTo>
                  <a:pt x="1895475" y="3895725"/>
                </a:lnTo>
                <a:lnTo>
                  <a:pt x="1885950" y="3895725"/>
                </a:lnTo>
                <a:lnTo>
                  <a:pt x="1885950" y="3905250"/>
                </a:lnTo>
                <a:lnTo>
                  <a:pt x="1876425" y="3905250"/>
                </a:lnTo>
                <a:lnTo>
                  <a:pt x="1876425" y="3914775"/>
                </a:lnTo>
                <a:lnTo>
                  <a:pt x="1866900" y="3914775"/>
                </a:lnTo>
                <a:lnTo>
                  <a:pt x="1866900" y="3924300"/>
                </a:lnTo>
                <a:lnTo>
                  <a:pt x="1847850" y="3924300"/>
                </a:lnTo>
                <a:lnTo>
                  <a:pt x="1847850" y="3933825"/>
                </a:lnTo>
                <a:lnTo>
                  <a:pt x="1828800" y="3933825"/>
                </a:lnTo>
                <a:lnTo>
                  <a:pt x="1828800" y="3943350"/>
                </a:lnTo>
                <a:lnTo>
                  <a:pt x="1800225" y="3943350"/>
                </a:lnTo>
                <a:lnTo>
                  <a:pt x="1800225" y="3952875"/>
                </a:lnTo>
                <a:lnTo>
                  <a:pt x="1752600" y="3952875"/>
                </a:lnTo>
                <a:lnTo>
                  <a:pt x="1752600" y="3962400"/>
                </a:lnTo>
                <a:lnTo>
                  <a:pt x="1657350" y="3962400"/>
                </a:lnTo>
                <a:lnTo>
                  <a:pt x="1657350" y="3971925"/>
                </a:lnTo>
                <a:lnTo>
                  <a:pt x="1485900" y="3971925"/>
                </a:lnTo>
                <a:lnTo>
                  <a:pt x="1485900" y="3981450"/>
                </a:lnTo>
                <a:lnTo>
                  <a:pt x="1352550" y="3981450"/>
                </a:lnTo>
                <a:lnTo>
                  <a:pt x="1352550" y="3990975"/>
                </a:lnTo>
                <a:lnTo>
                  <a:pt x="1209675" y="3990975"/>
                </a:lnTo>
                <a:lnTo>
                  <a:pt x="1209675" y="4000500"/>
                </a:lnTo>
                <a:lnTo>
                  <a:pt x="1076325" y="4000500"/>
                </a:lnTo>
                <a:lnTo>
                  <a:pt x="1076325" y="4010025"/>
                </a:lnTo>
                <a:lnTo>
                  <a:pt x="904875" y="4010025"/>
                </a:lnTo>
                <a:lnTo>
                  <a:pt x="904875" y="4019550"/>
                </a:lnTo>
                <a:lnTo>
                  <a:pt x="771525" y="4019550"/>
                </a:lnTo>
                <a:lnTo>
                  <a:pt x="771525" y="4029075"/>
                </a:lnTo>
                <a:lnTo>
                  <a:pt x="590550" y="4029075"/>
                </a:lnTo>
                <a:lnTo>
                  <a:pt x="590550" y="4038600"/>
                </a:lnTo>
                <a:lnTo>
                  <a:pt x="495300" y="4038600"/>
                </a:lnTo>
                <a:lnTo>
                  <a:pt x="495300" y="4029075"/>
                </a:lnTo>
                <a:lnTo>
                  <a:pt x="447675" y="4029075"/>
                </a:lnTo>
                <a:lnTo>
                  <a:pt x="447675" y="4019550"/>
                </a:lnTo>
                <a:lnTo>
                  <a:pt x="419100" y="4019550"/>
                </a:lnTo>
                <a:lnTo>
                  <a:pt x="419100" y="4010025"/>
                </a:lnTo>
                <a:lnTo>
                  <a:pt x="400050" y="4010025"/>
                </a:lnTo>
                <a:lnTo>
                  <a:pt x="400050" y="4000500"/>
                </a:lnTo>
                <a:lnTo>
                  <a:pt x="381000" y="4000500"/>
                </a:lnTo>
                <a:lnTo>
                  <a:pt x="381000" y="3990975"/>
                </a:lnTo>
                <a:lnTo>
                  <a:pt x="371475" y="3990975"/>
                </a:lnTo>
                <a:lnTo>
                  <a:pt x="371475" y="3971925"/>
                </a:lnTo>
                <a:lnTo>
                  <a:pt x="361950" y="3971925"/>
                </a:lnTo>
                <a:lnTo>
                  <a:pt x="361950" y="3962400"/>
                </a:lnTo>
                <a:lnTo>
                  <a:pt x="352425" y="3962400"/>
                </a:lnTo>
                <a:lnTo>
                  <a:pt x="352425" y="3952875"/>
                </a:lnTo>
                <a:lnTo>
                  <a:pt x="342900" y="3952875"/>
                </a:lnTo>
                <a:lnTo>
                  <a:pt x="342900" y="3943350"/>
                </a:lnTo>
                <a:lnTo>
                  <a:pt x="333375" y="3943350"/>
                </a:lnTo>
                <a:lnTo>
                  <a:pt x="333375" y="3933825"/>
                </a:lnTo>
                <a:lnTo>
                  <a:pt x="323850" y="3933825"/>
                </a:lnTo>
                <a:lnTo>
                  <a:pt x="323850" y="3914775"/>
                </a:lnTo>
                <a:lnTo>
                  <a:pt x="314325" y="3914775"/>
                </a:lnTo>
                <a:lnTo>
                  <a:pt x="314325" y="3905250"/>
                </a:lnTo>
                <a:lnTo>
                  <a:pt x="304800" y="3905250"/>
                </a:lnTo>
                <a:lnTo>
                  <a:pt x="304800" y="3886200"/>
                </a:lnTo>
                <a:lnTo>
                  <a:pt x="295275" y="3886200"/>
                </a:lnTo>
                <a:lnTo>
                  <a:pt x="295275" y="3876675"/>
                </a:lnTo>
                <a:lnTo>
                  <a:pt x="285750" y="3876675"/>
                </a:lnTo>
                <a:lnTo>
                  <a:pt x="285750" y="3838575"/>
                </a:lnTo>
                <a:lnTo>
                  <a:pt x="276225" y="3838575"/>
                </a:lnTo>
                <a:lnTo>
                  <a:pt x="276225" y="3762375"/>
                </a:lnTo>
                <a:lnTo>
                  <a:pt x="266700" y="3762375"/>
                </a:lnTo>
                <a:lnTo>
                  <a:pt x="266700" y="3619500"/>
                </a:lnTo>
                <a:lnTo>
                  <a:pt x="257175" y="3619500"/>
                </a:lnTo>
                <a:lnTo>
                  <a:pt x="257175" y="3438525"/>
                </a:lnTo>
                <a:lnTo>
                  <a:pt x="247650" y="3438525"/>
                </a:lnTo>
                <a:lnTo>
                  <a:pt x="247650" y="3248025"/>
                </a:lnTo>
                <a:lnTo>
                  <a:pt x="238125" y="3248025"/>
                </a:lnTo>
                <a:lnTo>
                  <a:pt x="238125" y="3105150"/>
                </a:lnTo>
                <a:lnTo>
                  <a:pt x="228600" y="3105150"/>
                </a:lnTo>
                <a:lnTo>
                  <a:pt x="228600" y="2876550"/>
                </a:lnTo>
                <a:lnTo>
                  <a:pt x="219075" y="2876550"/>
                </a:lnTo>
                <a:lnTo>
                  <a:pt x="219075" y="2733675"/>
                </a:lnTo>
                <a:lnTo>
                  <a:pt x="209550" y="2733675"/>
                </a:lnTo>
                <a:lnTo>
                  <a:pt x="209550" y="2552700"/>
                </a:lnTo>
                <a:lnTo>
                  <a:pt x="200025" y="2552700"/>
                </a:lnTo>
                <a:lnTo>
                  <a:pt x="200025" y="2371725"/>
                </a:lnTo>
                <a:lnTo>
                  <a:pt x="190500" y="2371725"/>
                </a:lnTo>
                <a:lnTo>
                  <a:pt x="190500" y="2314575"/>
                </a:lnTo>
                <a:lnTo>
                  <a:pt x="209550" y="2314575"/>
                </a:lnTo>
                <a:lnTo>
                  <a:pt x="209550" y="2324100"/>
                </a:lnTo>
                <a:lnTo>
                  <a:pt x="228600" y="2324100"/>
                </a:lnTo>
                <a:lnTo>
                  <a:pt x="228600" y="2343150"/>
                </a:lnTo>
                <a:lnTo>
                  <a:pt x="238125" y="2343150"/>
                </a:lnTo>
                <a:lnTo>
                  <a:pt x="238125" y="2400300"/>
                </a:lnTo>
                <a:lnTo>
                  <a:pt x="247650" y="2400300"/>
                </a:lnTo>
                <a:lnTo>
                  <a:pt x="247650" y="2486025"/>
                </a:lnTo>
                <a:lnTo>
                  <a:pt x="238125" y="2486025"/>
                </a:lnTo>
                <a:lnTo>
                  <a:pt x="238125" y="2514600"/>
                </a:lnTo>
                <a:lnTo>
                  <a:pt x="247650" y="2514600"/>
                </a:lnTo>
                <a:lnTo>
                  <a:pt x="247650" y="2581275"/>
                </a:lnTo>
                <a:lnTo>
                  <a:pt x="257175" y="2581275"/>
                </a:lnTo>
                <a:lnTo>
                  <a:pt x="257175" y="2781300"/>
                </a:lnTo>
                <a:lnTo>
                  <a:pt x="266700" y="2781300"/>
                </a:lnTo>
                <a:lnTo>
                  <a:pt x="266700" y="2962275"/>
                </a:lnTo>
                <a:lnTo>
                  <a:pt x="276225" y="2962275"/>
                </a:lnTo>
                <a:lnTo>
                  <a:pt x="276225" y="3181350"/>
                </a:lnTo>
                <a:lnTo>
                  <a:pt x="285750" y="3181350"/>
                </a:lnTo>
                <a:lnTo>
                  <a:pt x="285750" y="3333750"/>
                </a:lnTo>
                <a:lnTo>
                  <a:pt x="295275" y="3333750"/>
                </a:lnTo>
                <a:lnTo>
                  <a:pt x="295275" y="3524250"/>
                </a:lnTo>
                <a:lnTo>
                  <a:pt x="285750" y="3524250"/>
                </a:lnTo>
                <a:lnTo>
                  <a:pt x="285750" y="3543300"/>
                </a:lnTo>
                <a:lnTo>
                  <a:pt x="276225" y="3543300"/>
                </a:lnTo>
                <a:lnTo>
                  <a:pt x="276225" y="3552825"/>
                </a:lnTo>
                <a:lnTo>
                  <a:pt x="295275" y="3552825"/>
                </a:lnTo>
                <a:lnTo>
                  <a:pt x="295275" y="3562350"/>
                </a:lnTo>
                <a:lnTo>
                  <a:pt x="304800" y="3562350"/>
                </a:lnTo>
                <a:lnTo>
                  <a:pt x="304800" y="3590925"/>
                </a:lnTo>
                <a:lnTo>
                  <a:pt x="295275" y="3590925"/>
                </a:lnTo>
                <a:lnTo>
                  <a:pt x="295275" y="3629025"/>
                </a:lnTo>
                <a:lnTo>
                  <a:pt x="304800" y="3629025"/>
                </a:lnTo>
                <a:lnTo>
                  <a:pt x="304800" y="3705225"/>
                </a:lnTo>
                <a:lnTo>
                  <a:pt x="314325" y="3705225"/>
                </a:lnTo>
                <a:lnTo>
                  <a:pt x="314325" y="3838575"/>
                </a:lnTo>
                <a:lnTo>
                  <a:pt x="304800" y="3838575"/>
                </a:lnTo>
                <a:lnTo>
                  <a:pt x="304800" y="3848100"/>
                </a:lnTo>
                <a:lnTo>
                  <a:pt x="314325" y="3848100"/>
                </a:lnTo>
                <a:lnTo>
                  <a:pt x="314325" y="3857625"/>
                </a:lnTo>
                <a:lnTo>
                  <a:pt x="323850" y="3857625"/>
                </a:lnTo>
                <a:lnTo>
                  <a:pt x="323850" y="3867150"/>
                </a:lnTo>
                <a:lnTo>
                  <a:pt x="333375" y="3867150"/>
                </a:lnTo>
                <a:lnTo>
                  <a:pt x="333375" y="3876675"/>
                </a:lnTo>
                <a:lnTo>
                  <a:pt x="342900" y="3876675"/>
                </a:lnTo>
                <a:lnTo>
                  <a:pt x="342900" y="3895725"/>
                </a:lnTo>
                <a:lnTo>
                  <a:pt x="352425" y="3895725"/>
                </a:lnTo>
                <a:lnTo>
                  <a:pt x="352425" y="3905250"/>
                </a:lnTo>
                <a:lnTo>
                  <a:pt x="361950" y="3905250"/>
                </a:lnTo>
                <a:lnTo>
                  <a:pt x="361950" y="3924300"/>
                </a:lnTo>
                <a:lnTo>
                  <a:pt x="371475" y="3924300"/>
                </a:lnTo>
                <a:lnTo>
                  <a:pt x="371475" y="3933825"/>
                </a:lnTo>
                <a:lnTo>
                  <a:pt x="381000" y="3933825"/>
                </a:lnTo>
                <a:lnTo>
                  <a:pt x="381000" y="3943350"/>
                </a:lnTo>
                <a:lnTo>
                  <a:pt x="390525" y="3943350"/>
                </a:lnTo>
                <a:lnTo>
                  <a:pt x="390525" y="3952875"/>
                </a:lnTo>
                <a:lnTo>
                  <a:pt x="409575" y="3952875"/>
                </a:lnTo>
                <a:lnTo>
                  <a:pt x="409575" y="3962400"/>
                </a:lnTo>
                <a:lnTo>
                  <a:pt x="428625" y="3962400"/>
                </a:lnTo>
                <a:lnTo>
                  <a:pt x="428625" y="3971925"/>
                </a:lnTo>
                <a:lnTo>
                  <a:pt x="447675" y="3971925"/>
                </a:lnTo>
                <a:lnTo>
                  <a:pt x="447675" y="3981450"/>
                </a:lnTo>
                <a:lnTo>
                  <a:pt x="495300" y="3981450"/>
                </a:lnTo>
                <a:lnTo>
                  <a:pt x="495300" y="3990975"/>
                </a:lnTo>
                <a:lnTo>
                  <a:pt x="590550" y="3990975"/>
                </a:lnTo>
                <a:lnTo>
                  <a:pt x="590550" y="3981450"/>
                </a:lnTo>
                <a:lnTo>
                  <a:pt x="742950" y="3981450"/>
                </a:lnTo>
                <a:lnTo>
                  <a:pt x="742950" y="3971925"/>
                </a:lnTo>
                <a:lnTo>
                  <a:pt x="876300" y="3971925"/>
                </a:lnTo>
                <a:lnTo>
                  <a:pt x="876300" y="3962400"/>
                </a:lnTo>
                <a:lnTo>
                  <a:pt x="1047750" y="3962400"/>
                </a:lnTo>
                <a:lnTo>
                  <a:pt x="1047750" y="3952875"/>
                </a:lnTo>
                <a:lnTo>
                  <a:pt x="1181100" y="3952875"/>
                </a:lnTo>
                <a:lnTo>
                  <a:pt x="1181100" y="3943350"/>
                </a:lnTo>
                <a:lnTo>
                  <a:pt x="1371600" y="3943350"/>
                </a:lnTo>
                <a:lnTo>
                  <a:pt x="1371600" y="3933825"/>
                </a:lnTo>
                <a:lnTo>
                  <a:pt x="1495425" y="3933825"/>
                </a:lnTo>
                <a:lnTo>
                  <a:pt x="1495425" y="3924300"/>
                </a:lnTo>
                <a:lnTo>
                  <a:pt x="1628775" y="3924300"/>
                </a:lnTo>
                <a:lnTo>
                  <a:pt x="1628775" y="3914775"/>
                </a:lnTo>
                <a:lnTo>
                  <a:pt x="1762125" y="3914775"/>
                </a:lnTo>
                <a:lnTo>
                  <a:pt x="1762125" y="3905250"/>
                </a:lnTo>
                <a:lnTo>
                  <a:pt x="1790700" y="3905250"/>
                </a:lnTo>
                <a:lnTo>
                  <a:pt x="1790700" y="3895725"/>
                </a:lnTo>
                <a:lnTo>
                  <a:pt x="1809750" y="3895725"/>
                </a:lnTo>
                <a:lnTo>
                  <a:pt x="1809750" y="3886200"/>
                </a:lnTo>
                <a:lnTo>
                  <a:pt x="1828800" y="3886200"/>
                </a:lnTo>
                <a:lnTo>
                  <a:pt x="1828800" y="3876675"/>
                </a:lnTo>
                <a:lnTo>
                  <a:pt x="1847850" y="3876675"/>
                </a:lnTo>
                <a:lnTo>
                  <a:pt x="1847850" y="3867150"/>
                </a:lnTo>
                <a:lnTo>
                  <a:pt x="1857375" y="3867150"/>
                </a:lnTo>
                <a:lnTo>
                  <a:pt x="1857375" y="3857625"/>
                </a:lnTo>
                <a:lnTo>
                  <a:pt x="1866900" y="3857625"/>
                </a:lnTo>
                <a:lnTo>
                  <a:pt x="1866900" y="3848100"/>
                </a:lnTo>
                <a:lnTo>
                  <a:pt x="1876425" y="3848100"/>
                </a:lnTo>
                <a:lnTo>
                  <a:pt x="1876425" y="3838575"/>
                </a:lnTo>
                <a:lnTo>
                  <a:pt x="1885950" y="3838575"/>
                </a:lnTo>
                <a:lnTo>
                  <a:pt x="1885950" y="3829050"/>
                </a:lnTo>
                <a:lnTo>
                  <a:pt x="1895475" y="3829050"/>
                </a:lnTo>
                <a:lnTo>
                  <a:pt x="1895475" y="3810000"/>
                </a:lnTo>
                <a:lnTo>
                  <a:pt x="1905000" y="3810000"/>
                </a:lnTo>
                <a:lnTo>
                  <a:pt x="1905000" y="3800475"/>
                </a:lnTo>
                <a:lnTo>
                  <a:pt x="1914525" y="3800475"/>
                </a:lnTo>
                <a:lnTo>
                  <a:pt x="1914525" y="3771900"/>
                </a:lnTo>
                <a:lnTo>
                  <a:pt x="1924050" y="3771900"/>
                </a:lnTo>
                <a:lnTo>
                  <a:pt x="1924050" y="3743325"/>
                </a:lnTo>
                <a:lnTo>
                  <a:pt x="1933575" y="3743325"/>
                </a:lnTo>
                <a:lnTo>
                  <a:pt x="1933575" y="3705225"/>
                </a:lnTo>
                <a:lnTo>
                  <a:pt x="1943100" y="3705225"/>
                </a:lnTo>
                <a:lnTo>
                  <a:pt x="1943100" y="3695700"/>
                </a:lnTo>
                <a:lnTo>
                  <a:pt x="1933575" y="3695700"/>
                </a:lnTo>
                <a:lnTo>
                  <a:pt x="1933575" y="3619500"/>
                </a:lnTo>
                <a:lnTo>
                  <a:pt x="1924050" y="3619500"/>
                </a:lnTo>
                <a:lnTo>
                  <a:pt x="1924050" y="3514725"/>
                </a:lnTo>
                <a:lnTo>
                  <a:pt x="1914525" y="3514725"/>
                </a:lnTo>
                <a:lnTo>
                  <a:pt x="1914525" y="3381375"/>
                </a:lnTo>
                <a:lnTo>
                  <a:pt x="1905000" y="3381375"/>
                </a:lnTo>
                <a:lnTo>
                  <a:pt x="1905000" y="3276600"/>
                </a:lnTo>
                <a:lnTo>
                  <a:pt x="1895475" y="3276600"/>
                </a:lnTo>
                <a:lnTo>
                  <a:pt x="1895475" y="3248025"/>
                </a:lnTo>
                <a:lnTo>
                  <a:pt x="1905000" y="3248025"/>
                </a:lnTo>
                <a:lnTo>
                  <a:pt x="1905000" y="3219450"/>
                </a:lnTo>
                <a:lnTo>
                  <a:pt x="1895475" y="3219450"/>
                </a:lnTo>
                <a:lnTo>
                  <a:pt x="1895475" y="3124200"/>
                </a:lnTo>
                <a:lnTo>
                  <a:pt x="1885950" y="3124200"/>
                </a:lnTo>
                <a:lnTo>
                  <a:pt x="1885950" y="3028950"/>
                </a:lnTo>
                <a:lnTo>
                  <a:pt x="1876425" y="3028950"/>
                </a:lnTo>
                <a:lnTo>
                  <a:pt x="1876425" y="3000375"/>
                </a:lnTo>
                <a:lnTo>
                  <a:pt x="1885950" y="3000375"/>
                </a:lnTo>
                <a:lnTo>
                  <a:pt x="1885950" y="2952750"/>
                </a:lnTo>
                <a:lnTo>
                  <a:pt x="1876425" y="2952750"/>
                </a:lnTo>
                <a:lnTo>
                  <a:pt x="1876425" y="2867025"/>
                </a:lnTo>
                <a:lnTo>
                  <a:pt x="1866900" y="2867025"/>
                </a:lnTo>
                <a:lnTo>
                  <a:pt x="1866900" y="2743200"/>
                </a:lnTo>
                <a:lnTo>
                  <a:pt x="1857375" y="2743200"/>
                </a:lnTo>
                <a:lnTo>
                  <a:pt x="1857375" y="2733675"/>
                </a:lnTo>
                <a:lnTo>
                  <a:pt x="1866900" y="2733675"/>
                </a:lnTo>
                <a:lnTo>
                  <a:pt x="1866900" y="2705100"/>
                </a:lnTo>
                <a:lnTo>
                  <a:pt x="1857375" y="2705100"/>
                </a:lnTo>
                <a:lnTo>
                  <a:pt x="1857375" y="2619375"/>
                </a:lnTo>
                <a:lnTo>
                  <a:pt x="1866900" y="2619375"/>
                </a:lnTo>
                <a:lnTo>
                  <a:pt x="1866900" y="2609850"/>
                </a:lnTo>
                <a:lnTo>
                  <a:pt x="1857375" y="2609850"/>
                </a:lnTo>
                <a:lnTo>
                  <a:pt x="1857375" y="2571750"/>
                </a:lnTo>
                <a:lnTo>
                  <a:pt x="1847850" y="2571750"/>
                </a:lnTo>
                <a:lnTo>
                  <a:pt x="1847850" y="2514600"/>
                </a:lnTo>
                <a:lnTo>
                  <a:pt x="1838325" y="2514600"/>
                </a:lnTo>
                <a:lnTo>
                  <a:pt x="1838325" y="2400300"/>
                </a:lnTo>
                <a:lnTo>
                  <a:pt x="1828800" y="2400300"/>
                </a:lnTo>
                <a:lnTo>
                  <a:pt x="1828800" y="2247900"/>
                </a:lnTo>
                <a:lnTo>
                  <a:pt x="1819275" y="2247900"/>
                </a:lnTo>
                <a:lnTo>
                  <a:pt x="1819275" y="2219325"/>
                </a:lnTo>
                <a:lnTo>
                  <a:pt x="1828800" y="2219325"/>
                </a:lnTo>
                <a:lnTo>
                  <a:pt x="1828800" y="2190750"/>
                </a:lnTo>
                <a:lnTo>
                  <a:pt x="1838325" y="2190750"/>
                </a:lnTo>
                <a:lnTo>
                  <a:pt x="1838325" y="2200275"/>
                </a:lnTo>
                <a:lnTo>
                  <a:pt x="1847850" y="2200275"/>
                </a:lnTo>
                <a:close/>
              </a:path>
            </a:pathLst>
          </a:custGeom>
          <a:solidFill xmlns:a="http://schemas.openxmlformats.org/drawingml/2006/main">
            <a:srgbClr val="000101"/>
          </a:solidFill>
          <a:ln xmlns:a="http://schemas.openxmlformats.org/drawingml/2006/main" w="0">
            <a:noFill/>
          </a:ln>
        </p:spPr>
      </p:sp>
      <p:sp>
        <p:nvSpPr>
          <p:cNvPr id="46" name="">
            <a:extLst xmlns:a="http://schemas.openxmlformats.org/drawingml/2006/main">
              <a:ext uri="{FF2B5EF4-FFF2-40B4-BE49-F238E27FC236}">
                <a16:creationId xmlns:a16="http://schemas.microsoft.com/office/drawing/2014/main" id="{1198E7E7-7F67-417D-B8B1-A5856C565A8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619125" y="762000"/>
            <a:ext cx="6477000" cy="142875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/>
          <a:lstStyle xmlns:a="http://schemas.openxmlformats.org/drawingml/2006/main">
            <a:defPPr algn="l">
              <a:defRPr sz="10650" b="1">
                <a:solidFill>
                  <a:srgbClr val="0751C9"/>
                </a:solidFill>
                <a:latin typeface="Arial"/>
                <a:ea typeface="Arial"/>
                <a:cs typeface="Arial"/>
              </a:defRPr>
            </a:defPPr>
            <a:lvl1pPr algn="l">
              <a:defRPr sz="10650" b="1">
                <a:solidFill>
                  <a:srgbClr val="0751C9"/>
                </a:solidFill>
                <a:latin typeface="Arial"/>
                <a:ea typeface="Arial"/>
                <a:cs typeface="Arial"/>
              </a:defRPr>
            </a:lvl1pPr>
            <a:lvl2pPr algn="l">
              <a:defRPr sz="10650" b="1">
                <a:solidFill>
                  <a:srgbClr val="0751C9"/>
                </a:solidFill>
                <a:latin typeface="Arial"/>
                <a:ea typeface="Arial"/>
                <a:cs typeface="Arial"/>
              </a:defRPr>
            </a:lvl2pPr>
            <a:lvl3pPr algn="l">
              <a:defRPr sz="10650" b="1">
                <a:solidFill>
                  <a:srgbClr val="0751C9"/>
                </a:solidFill>
                <a:latin typeface="Arial"/>
                <a:ea typeface="Arial"/>
                <a:cs typeface="Arial"/>
              </a:defRPr>
            </a:lvl3pPr>
            <a:lvl4pPr algn="l">
              <a:defRPr sz="10650" b="1">
                <a:solidFill>
                  <a:srgbClr val="0751C9"/>
                </a:solidFill>
                <a:latin typeface="Arial"/>
                <a:ea typeface="Arial"/>
                <a:cs typeface="Arial"/>
              </a:defRPr>
            </a:lvl4pPr>
            <a:lvl5pPr algn="l">
              <a:defRPr sz="10650" b="1">
                <a:solidFill>
                  <a:srgbClr val="0751C9"/>
                </a:solidFill>
                <a:latin typeface="Arial"/>
                <a:ea typeface="Arial"/>
                <a:cs typeface="Arial"/>
              </a:defRPr>
            </a:lvl5pPr>
            <a:lvl6pPr algn="l">
              <a:defRPr sz="10650" b="1">
                <a:solidFill>
                  <a:srgbClr val="0751C9"/>
                </a:solidFill>
                <a:latin typeface="Arial"/>
                <a:ea typeface="Arial"/>
                <a:cs typeface="Arial"/>
              </a:defRPr>
            </a:lvl6pPr>
            <a:lvl7pPr algn="l">
              <a:defRPr sz="10650" b="1">
                <a:solidFill>
                  <a:srgbClr val="0751C9"/>
                </a:solidFill>
                <a:latin typeface="Arial"/>
                <a:ea typeface="Arial"/>
                <a:cs typeface="Arial"/>
              </a:defRPr>
            </a:lvl7pPr>
            <a:lvl8pPr algn="l">
              <a:defRPr sz="10650" b="1">
                <a:solidFill>
                  <a:srgbClr val="0751C9"/>
                </a:solidFill>
                <a:latin typeface="Arial"/>
                <a:ea typeface="Arial"/>
                <a:cs typeface="Arial"/>
              </a:defRPr>
            </a:lvl8pPr>
            <a:lvl9pPr algn="l">
              <a:defRPr sz="10650" b="1">
                <a:solidFill>
                  <a:srgbClr val="0751C9"/>
                </a:solidFill>
                <a:latin typeface="Arial"/>
                <a:ea typeface="Arial"/>
                <a:cs typeface="Arial"/>
              </a:defRPr>
            </a:lvl9pPr>
          </a:lstStyle>
          <a:p xmlns:a="http://schemas.openxmlformats.org/drawingml/2006/main">
            <a:pPr algn="l">
              <a:lnSpc>
                <a:spcPct val="105000"/>
              </a:lnSpc>
              <a:buNone/>
              <a:defRPr sz="10650" b="1">
                <a:solidFill>
                  <a:srgbClr val="0751C9"/>
                </a:solidFill>
                <a:latin typeface="Arial"/>
                <a:ea typeface="Arial"/>
                <a:cs typeface="Arial"/>
              </a:defRPr>
            </a:pPr>
            <a:r>
              <a:rPr sz="10650" b="1">
                <a:solidFill>
                  <a:srgbClr val="0751C9"/>
                </a:solidFill>
                <a:latin typeface="Arial"/>
                <a:ea typeface="Arial"/>
                <a:cs typeface="Arial"/>
              </a:rPr>
              <a:t>Almacén</a:t>
            </a:r>
          </a:p>
        </p:txBody>
      </p:sp>
      <p:sp>
        <p:nvSpPr>
          <p:cNvPr id="47" name="">
            <a:extLst xmlns:a="http://schemas.openxmlformats.org/drawingml/2006/main">
              <a:ext uri="{FF2B5EF4-FFF2-40B4-BE49-F238E27FC236}">
                <a16:creationId xmlns:a16="http://schemas.microsoft.com/office/drawing/2014/main" id="{4DF6B486-FAB5-4DD9-8EA9-D6D37337C76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619125" y="1971675"/>
            <a:ext cx="6762750" cy="142875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/>
          <a:lstStyle xmlns:a="http://schemas.openxmlformats.org/drawingml/2006/main">
            <a:defPPr algn="l">
              <a:defRPr sz="9450" b="1">
                <a:solidFill>
                  <a:srgbClr val="0751C9"/>
                </a:solidFill>
                <a:latin typeface="Arial"/>
                <a:ea typeface="Arial"/>
                <a:cs typeface="Arial"/>
              </a:defRPr>
            </a:defPPr>
            <a:lvl1pPr algn="l">
              <a:defRPr sz="9450" b="1">
                <a:solidFill>
                  <a:srgbClr val="0751C9"/>
                </a:solidFill>
                <a:latin typeface="Arial"/>
                <a:ea typeface="Arial"/>
                <a:cs typeface="Arial"/>
              </a:defRPr>
            </a:lvl1pPr>
            <a:lvl2pPr algn="l">
              <a:defRPr sz="9450" b="1">
                <a:solidFill>
                  <a:srgbClr val="0751C9"/>
                </a:solidFill>
                <a:latin typeface="Arial"/>
                <a:ea typeface="Arial"/>
                <a:cs typeface="Arial"/>
              </a:defRPr>
            </a:lvl2pPr>
            <a:lvl3pPr algn="l">
              <a:defRPr sz="9450" b="1">
                <a:solidFill>
                  <a:srgbClr val="0751C9"/>
                </a:solidFill>
                <a:latin typeface="Arial"/>
                <a:ea typeface="Arial"/>
                <a:cs typeface="Arial"/>
              </a:defRPr>
            </a:lvl3pPr>
            <a:lvl4pPr algn="l">
              <a:defRPr sz="9450" b="1">
                <a:solidFill>
                  <a:srgbClr val="0751C9"/>
                </a:solidFill>
                <a:latin typeface="Arial"/>
                <a:ea typeface="Arial"/>
                <a:cs typeface="Arial"/>
              </a:defRPr>
            </a:lvl4pPr>
            <a:lvl5pPr algn="l">
              <a:defRPr sz="9450" b="1">
                <a:solidFill>
                  <a:srgbClr val="0751C9"/>
                </a:solidFill>
                <a:latin typeface="Arial"/>
                <a:ea typeface="Arial"/>
                <a:cs typeface="Arial"/>
              </a:defRPr>
            </a:lvl5pPr>
            <a:lvl6pPr algn="l">
              <a:defRPr sz="9450" b="1">
                <a:solidFill>
                  <a:srgbClr val="0751C9"/>
                </a:solidFill>
                <a:latin typeface="Arial"/>
                <a:ea typeface="Arial"/>
                <a:cs typeface="Arial"/>
              </a:defRPr>
            </a:lvl6pPr>
            <a:lvl7pPr algn="l">
              <a:defRPr sz="9450" b="1">
                <a:solidFill>
                  <a:srgbClr val="0751C9"/>
                </a:solidFill>
                <a:latin typeface="Arial"/>
                <a:ea typeface="Arial"/>
                <a:cs typeface="Arial"/>
              </a:defRPr>
            </a:lvl7pPr>
            <a:lvl8pPr algn="l">
              <a:defRPr sz="9450" b="1">
                <a:solidFill>
                  <a:srgbClr val="0751C9"/>
                </a:solidFill>
                <a:latin typeface="Arial"/>
                <a:ea typeface="Arial"/>
                <a:cs typeface="Arial"/>
              </a:defRPr>
            </a:lvl8pPr>
            <a:lvl9pPr algn="l">
              <a:defRPr sz="9450" b="1">
                <a:solidFill>
                  <a:srgbClr val="0751C9"/>
                </a:solidFill>
                <a:latin typeface="Arial"/>
                <a:ea typeface="Arial"/>
                <a:cs typeface="Arial"/>
              </a:defRPr>
            </a:lvl9pPr>
          </a:lstStyle>
          <a:p xmlns:a="http://schemas.openxmlformats.org/drawingml/2006/main">
            <a:pPr algn="l">
              <a:lnSpc>
                <a:spcPct val="105000"/>
              </a:lnSpc>
              <a:buNone/>
              <a:defRPr sz="9450" b="1">
                <a:solidFill>
                  <a:srgbClr val="0751C9"/>
                </a:solidFill>
                <a:latin typeface="Arial"/>
                <a:ea typeface="Arial"/>
                <a:cs typeface="Arial"/>
              </a:defRPr>
            </a:pPr>
            <a:r>
              <a:rPr sz="9450" b="1">
                <a:solidFill>
                  <a:srgbClr val="0751C9"/>
                </a:solidFill>
                <a:latin typeface="Arial"/>
                <a:ea typeface="Arial"/>
                <a:cs typeface="Arial"/>
              </a:rPr>
              <a:t>de Bolsillo</a:t>
            </a:r>
          </a:p>
        </p:txBody>
      </p:sp>
      <p:sp>
        <p:nvSpPr>
          <p:cNvPr id="48" name="">
            <a:extLst xmlns:a="http://schemas.openxmlformats.org/drawingml/2006/main">
              <a:ext uri="{FF2B5EF4-FFF2-40B4-BE49-F238E27FC236}">
                <a16:creationId xmlns:a16="http://schemas.microsoft.com/office/drawing/2014/main" id="{CD0F0AF8-1408-49C5-B103-7B2478FEBC9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628650" y="3429000"/>
            <a:ext cx="6381750" cy="100012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/>
          <a:lstStyle xmlns:a="http://schemas.openxmlformats.org/drawingml/2006/main">
            <a:defPPr algn="l">
              <a:defRPr sz="3150" b="0">
                <a:solidFill>
                  <a:srgbClr val="5D6D86"/>
                </a:solidFill>
                <a:latin typeface="Arial"/>
                <a:ea typeface="Arial"/>
                <a:cs typeface="Arial"/>
              </a:defRPr>
            </a:defPPr>
            <a:lvl1pPr algn="l">
              <a:defRPr sz="3150" b="0">
                <a:solidFill>
                  <a:srgbClr val="5D6D86"/>
                </a:solidFill>
                <a:latin typeface="Arial"/>
                <a:ea typeface="Arial"/>
                <a:cs typeface="Arial"/>
              </a:defRPr>
            </a:lvl1pPr>
            <a:lvl2pPr algn="l">
              <a:defRPr sz="3150" b="0">
                <a:solidFill>
                  <a:srgbClr val="5D6D86"/>
                </a:solidFill>
                <a:latin typeface="Arial"/>
                <a:ea typeface="Arial"/>
                <a:cs typeface="Arial"/>
              </a:defRPr>
            </a:lvl2pPr>
            <a:lvl3pPr algn="l">
              <a:defRPr sz="3150" b="0">
                <a:solidFill>
                  <a:srgbClr val="5D6D86"/>
                </a:solidFill>
                <a:latin typeface="Arial"/>
                <a:ea typeface="Arial"/>
                <a:cs typeface="Arial"/>
              </a:defRPr>
            </a:lvl3pPr>
            <a:lvl4pPr algn="l">
              <a:defRPr sz="3150" b="0">
                <a:solidFill>
                  <a:srgbClr val="5D6D86"/>
                </a:solidFill>
                <a:latin typeface="Arial"/>
                <a:ea typeface="Arial"/>
                <a:cs typeface="Arial"/>
              </a:defRPr>
            </a:lvl4pPr>
            <a:lvl5pPr algn="l">
              <a:defRPr sz="3150" b="0">
                <a:solidFill>
                  <a:srgbClr val="5D6D86"/>
                </a:solidFill>
                <a:latin typeface="Arial"/>
                <a:ea typeface="Arial"/>
                <a:cs typeface="Arial"/>
              </a:defRPr>
            </a:lvl5pPr>
            <a:lvl6pPr algn="l">
              <a:defRPr sz="3150" b="0">
                <a:solidFill>
                  <a:srgbClr val="5D6D86"/>
                </a:solidFill>
                <a:latin typeface="Arial"/>
                <a:ea typeface="Arial"/>
                <a:cs typeface="Arial"/>
              </a:defRPr>
            </a:lvl6pPr>
            <a:lvl7pPr algn="l">
              <a:defRPr sz="3150" b="0">
                <a:solidFill>
                  <a:srgbClr val="5D6D86"/>
                </a:solidFill>
                <a:latin typeface="Arial"/>
                <a:ea typeface="Arial"/>
                <a:cs typeface="Arial"/>
              </a:defRPr>
            </a:lvl7pPr>
            <a:lvl8pPr algn="l">
              <a:defRPr sz="3150" b="0">
                <a:solidFill>
                  <a:srgbClr val="5D6D86"/>
                </a:solidFill>
                <a:latin typeface="Arial"/>
                <a:ea typeface="Arial"/>
                <a:cs typeface="Arial"/>
              </a:defRPr>
            </a:lvl8pPr>
            <a:lvl9pPr algn="l">
              <a:defRPr sz="3150" b="0">
                <a:solidFill>
                  <a:srgbClr val="5D6D86"/>
                </a:solidFill>
                <a:latin typeface="Arial"/>
                <a:ea typeface="Arial"/>
                <a:cs typeface="Arial"/>
              </a:defRPr>
            </a:lvl9pPr>
          </a:lstStyle>
          <a:p xmlns:a="http://schemas.openxmlformats.org/drawingml/2006/main">
            <a:pPr algn="l">
              <a:lnSpc>
                <a:spcPct val="105000"/>
              </a:lnSpc>
              <a:buNone/>
              <a:defRPr sz="3150" b="0">
                <a:solidFill>
                  <a:srgbClr val="5D6D86"/>
                </a:solidFill>
                <a:latin typeface="Arial"/>
                <a:ea typeface="Arial"/>
                <a:cs typeface="Arial"/>
              </a:defRPr>
            </a:pPr>
            <a:r>
              <a:rPr sz="3150" b="0">
                <a:solidFill>
                  <a:srgbClr val="5D6D86"/>
                </a:solidFill>
                <a:latin typeface="Arial"/>
                <a:ea typeface="Arial"/>
                <a:cs typeface="Arial"/>
              </a:rPr>
              <a:t>Proyecto Final - Gestión simple</a:t>
            </a:r>
          </a:p>
          <a:p xmlns:a="http://schemas.openxmlformats.org/drawingml/2006/main">
            <a:pPr algn="l">
              <a:lnSpc>
                <a:spcPct val="105000"/>
              </a:lnSpc>
              <a:buNone/>
              <a:defRPr sz="3150" b="0">
                <a:solidFill>
                  <a:srgbClr val="5D6D86"/>
                </a:solidFill>
                <a:latin typeface="Arial"/>
                <a:ea typeface="Arial"/>
                <a:cs typeface="Arial"/>
              </a:defRPr>
            </a:pPr>
            <a:r>
              <a:rPr sz="3150" b="0">
                <a:solidFill>
                  <a:srgbClr val="5D6D86"/>
                </a:solidFill>
                <a:latin typeface="Arial"/>
                <a:ea typeface="Arial"/>
                <a:cs typeface="Arial"/>
              </a:rPr>
              <a:t>para pequeños comercios</a:t>
            </a:r>
          </a:p>
        </p:txBody>
      </p:sp>
      <p:sp>
        <p:nvSpPr>
          <p:cNvPr id="49" name="">
            <a:extLst xmlns:a="http://schemas.openxmlformats.org/drawingml/2006/main">
              <a:ext uri="{FF2B5EF4-FFF2-40B4-BE49-F238E27FC236}">
                <a16:creationId xmlns:a16="http://schemas.microsoft.com/office/drawing/2014/main" id="{14729D05-7B80-417F-9A3D-2600358FE4A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628650" y="4972050"/>
            <a:ext cx="4953000" cy="61912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/>
          <a:lstStyle xmlns:a="http://schemas.openxmlformats.org/drawingml/2006/main">
            <a:defPPr algn="l">
              <a:defRPr sz="3000" b="1">
                <a:solidFill>
                  <a:srgbClr val="B75928"/>
                </a:solidFill>
                <a:latin typeface="Arial"/>
                <a:ea typeface="Arial"/>
                <a:cs typeface="Arial"/>
              </a:defRPr>
            </a:defPPr>
            <a:lvl1pPr algn="l">
              <a:defRPr sz="3000" b="1">
                <a:solidFill>
                  <a:srgbClr val="B75928"/>
                </a:solidFill>
                <a:latin typeface="Arial"/>
                <a:ea typeface="Arial"/>
                <a:cs typeface="Arial"/>
              </a:defRPr>
            </a:lvl1pPr>
            <a:lvl2pPr algn="l">
              <a:defRPr sz="3000" b="1">
                <a:solidFill>
                  <a:srgbClr val="B75928"/>
                </a:solidFill>
                <a:latin typeface="Arial"/>
                <a:ea typeface="Arial"/>
                <a:cs typeface="Arial"/>
              </a:defRPr>
            </a:lvl2pPr>
            <a:lvl3pPr algn="l">
              <a:defRPr sz="3000" b="1">
                <a:solidFill>
                  <a:srgbClr val="B75928"/>
                </a:solidFill>
                <a:latin typeface="Arial"/>
                <a:ea typeface="Arial"/>
                <a:cs typeface="Arial"/>
              </a:defRPr>
            </a:lvl3pPr>
            <a:lvl4pPr algn="l">
              <a:defRPr sz="3000" b="1">
                <a:solidFill>
                  <a:srgbClr val="B75928"/>
                </a:solidFill>
                <a:latin typeface="Arial"/>
                <a:ea typeface="Arial"/>
                <a:cs typeface="Arial"/>
              </a:defRPr>
            </a:lvl4pPr>
            <a:lvl5pPr algn="l">
              <a:defRPr sz="3000" b="1">
                <a:solidFill>
                  <a:srgbClr val="B75928"/>
                </a:solidFill>
                <a:latin typeface="Arial"/>
                <a:ea typeface="Arial"/>
                <a:cs typeface="Arial"/>
              </a:defRPr>
            </a:lvl5pPr>
            <a:lvl6pPr algn="l">
              <a:defRPr sz="3000" b="1">
                <a:solidFill>
                  <a:srgbClr val="B75928"/>
                </a:solidFill>
                <a:latin typeface="Arial"/>
                <a:ea typeface="Arial"/>
                <a:cs typeface="Arial"/>
              </a:defRPr>
            </a:lvl6pPr>
            <a:lvl7pPr algn="l">
              <a:defRPr sz="3000" b="1">
                <a:solidFill>
                  <a:srgbClr val="B75928"/>
                </a:solidFill>
                <a:latin typeface="Arial"/>
                <a:ea typeface="Arial"/>
                <a:cs typeface="Arial"/>
              </a:defRPr>
            </a:lvl7pPr>
            <a:lvl8pPr algn="l">
              <a:defRPr sz="3000" b="1">
                <a:solidFill>
                  <a:srgbClr val="B75928"/>
                </a:solidFill>
                <a:latin typeface="Arial"/>
                <a:ea typeface="Arial"/>
                <a:cs typeface="Arial"/>
              </a:defRPr>
            </a:lvl8pPr>
            <a:lvl9pPr algn="l">
              <a:defRPr sz="3000" b="1">
                <a:solidFill>
                  <a:srgbClr val="B75928"/>
                </a:solidFill>
                <a:latin typeface="Arial"/>
                <a:ea typeface="Arial"/>
                <a:cs typeface="Arial"/>
              </a:defRPr>
            </a:lvl9pPr>
          </a:lstStyle>
          <a:p xmlns:a="http://schemas.openxmlformats.org/drawingml/2006/main">
            <a:pPr algn="l">
              <a:lnSpc>
                <a:spcPct val="105000"/>
              </a:lnSpc>
              <a:buNone/>
              <a:defRPr sz="3000" b="1">
                <a:solidFill>
                  <a:srgbClr val="B75928"/>
                </a:solidFill>
                <a:latin typeface="Arial"/>
                <a:ea typeface="Arial"/>
                <a:cs typeface="Arial"/>
              </a:defRPr>
            </a:pPr>
            <a:r>
              <a:rPr sz="3000" b="1">
                <a:solidFill>
                  <a:srgbClr val="B75928"/>
                </a:solidFill>
                <a:latin typeface="Arial"/>
                <a:ea typeface="Arial"/>
                <a:cs typeface="Arial"/>
              </a:rPr>
              <a:t>Mariano y Lautaro</a:t>
            </a:r>
          </a:p>
        </p:txBody>
      </p:sp>
      <p:sp>
        <p:nvSpPr>
          <p:cNvPr id="50" name="">
            <a:extLst xmlns:a="http://schemas.openxmlformats.org/drawingml/2006/main">
              <a:ext uri="{FF2B5EF4-FFF2-40B4-BE49-F238E27FC236}">
                <a16:creationId xmlns:a16="http://schemas.microsoft.com/office/drawing/2014/main" id="{4AC2C408-FCB2-42A3-80DE-FEB883A9974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628650" y="6067425"/>
            <a:ext cx="1476375" cy="36195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/>
          <a:lstStyle xmlns:a="http://schemas.openxmlformats.org/drawingml/2006/main">
            <a:defPPr algn="l">
              <a:defRPr sz="2175" b="1">
                <a:solidFill>
                  <a:srgbClr val="0D1A30"/>
                </a:solidFill>
                <a:latin typeface="Arial"/>
                <a:ea typeface="Arial"/>
                <a:cs typeface="Arial"/>
              </a:defRPr>
            </a:defPPr>
            <a:lvl1pPr algn="l">
              <a:defRPr sz="2175" b="1">
                <a:solidFill>
                  <a:srgbClr val="0D1A30"/>
                </a:solidFill>
                <a:latin typeface="Arial"/>
                <a:ea typeface="Arial"/>
                <a:cs typeface="Arial"/>
              </a:defRPr>
            </a:lvl1pPr>
            <a:lvl2pPr algn="l">
              <a:defRPr sz="2175" b="1">
                <a:solidFill>
                  <a:srgbClr val="0D1A30"/>
                </a:solidFill>
                <a:latin typeface="Arial"/>
                <a:ea typeface="Arial"/>
                <a:cs typeface="Arial"/>
              </a:defRPr>
            </a:lvl2pPr>
            <a:lvl3pPr algn="l">
              <a:defRPr sz="2175" b="1">
                <a:solidFill>
                  <a:srgbClr val="0D1A30"/>
                </a:solidFill>
                <a:latin typeface="Arial"/>
                <a:ea typeface="Arial"/>
                <a:cs typeface="Arial"/>
              </a:defRPr>
            </a:lvl3pPr>
            <a:lvl4pPr algn="l">
              <a:defRPr sz="2175" b="1">
                <a:solidFill>
                  <a:srgbClr val="0D1A30"/>
                </a:solidFill>
                <a:latin typeface="Arial"/>
                <a:ea typeface="Arial"/>
                <a:cs typeface="Arial"/>
              </a:defRPr>
            </a:lvl4pPr>
            <a:lvl5pPr algn="l">
              <a:defRPr sz="2175" b="1">
                <a:solidFill>
                  <a:srgbClr val="0D1A30"/>
                </a:solidFill>
                <a:latin typeface="Arial"/>
                <a:ea typeface="Arial"/>
                <a:cs typeface="Arial"/>
              </a:defRPr>
            </a:lvl5pPr>
            <a:lvl6pPr algn="l">
              <a:defRPr sz="2175" b="1">
                <a:solidFill>
                  <a:srgbClr val="0D1A30"/>
                </a:solidFill>
                <a:latin typeface="Arial"/>
                <a:ea typeface="Arial"/>
                <a:cs typeface="Arial"/>
              </a:defRPr>
            </a:lvl6pPr>
            <a:lvl7pPr algn="l">
              <a:defRPr sz="2175" b="1">
                <a:solidFill>
                  <a:srgbClr val="0D1A30"/>
                </a:solidFill>
                <a:latin typeface="Arial"/>
                <a:ea typeface="Arial"/>
                <a:cs typeface="Arial"/>
              </a:defRPr>
            </a:lvl7pPr>
            <a:lvl8pPr algn="l">
              <a:defRPr sz="2175" b="1">
                <a:solidFill>
                  <a:srgbClr val="0D1A30"/>
                </a:solidFill>
                <a:latin typeface="Arial"/>
                <a:ea typeface="Arial"/>
                <a:cs typeface="Arial"/>
              </a:defRPr>
            </a:lvl8pPr>
            <a:lvl9pPr algn="l">
              <a:defRPr sz="2175" b="1">
                <a:solidFill>
                  <a:srgbClr val="0D1A30"/>
                </a:solidFill>
                <a:latin typeface="Arial"/>
                <a:ea typeface="Arial"/>
                <a:cs typeface="Arial"/>
              </a:defRPr>
            </a:lvl9pPr>
          </a:lstStyle>
          <a:p xmlns:a="http://schemas.openxmlformats.org/drawingml/2006/main">
            <a:pPr algn="l">
              <a:lnSpc>
                <a:spcPct val="105000"/>
              </a:lnSpc>
              <a:buNone/>
              <a:defRPr sz="2175" b="1">
                <a:solidFill>
                  <a:srgbClr val="0D1A30"/>
                </a:solidFill>
                <a:latin typeface="Arial"/>
                <a:ea typeface="Arial"/>
                <a:cs typeface="Arial"/>
              </a:defRPr>
            </a:pPr>
            <a:r>
              <a:rPr sz="2175" b="1">
                <a:solidFill>
                  <a:srgbClr val="0D1A30"/>
                </a:solidFill>
                <a:latin typeface="Arial"/>
                <a:ea typeface="Arial"/>
                <a:cs typeface="Arial"/>
              </a:rPr>
              <a:t>UTN-FRGP</a:t>
            </a:r>
          </a:p>
        </p:txBody>
      </p:sp>
      <p:sp>
        <p:nvSpPr>
          <p:cNvPr id="51" name="">
            <a:extLst xmlns:a="http://schemas.openxmlformats.org/drawingml/2006/main">
              <a:ext uri="{FF2B5EF4-FFF2-40B4-BE49-F238E27FC236}">
                <a16:creationId xmlns:a16="http://schemas.microsoft.com/office/drawing/2014/main" id="{18908DC4-8C22-49C9-914D-261D1127ADA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2095500" y="6067425"/>
            <a:ext cx="4762500" cy="76200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/>
          <a:lstStyle xmlns:a="http://schemas.openxmlformats.org/drawingml/2006/main">
            <a:defPPr algn="l">
              <a:defRPr sz="2175" b="0">
                <a:solidFill>
                  <a:srgbClr val="0D1A30"/>
                </a:solidFill>
                <a:latin typeface="Arial"/>
                <a:ea typeface="Arial"/>
                <a:cs typeface="Arial"/>
              </a:defRPr>
            </a:defPPr>
            <a:lvl1pPr algn="l">
              <a:defRPr sz="2175" b="0">
                <a:solidFill>
                  <a:srgbClr val="0D1A30"/>
                </a:solidFill>
                <a:latin typeface="Arial"/>
                <a:ea typeface="Arial"/>
                <a:cs typeface="Arial"/>
              </a:defRPr>
            </a:lvl1pPr>
            <a:lvl2pPr algn="l">
              <a:defRPr sz="2175" b="0">
                <a:solidFill>
                  <a:srgbClr val="0D1A30"/>
                </a:solidFill>
                <a:latin typeface="Arial"/>
                <a:ea typeface="Arial"/>
                <a:cs typeface="Arial"/>
              </a:defRPr>
            </a:lvl2pPr>
            <a:lvl3pPr algn="l">
              <a:defRPr sz="2175" b="0">
                <a:solidFill>
                  <a:srgbClr val="0D1A30"/>
                </a:solidFill>
                <a:latin typeface="Arial"/>
                <a:ea typeface="Arial"/>
                <a:cs typeface="Arial"/>
              </a:defRPr>
            </a:lvl3pPr>
            <a:lvl4pPr algn="l">
              <a:defRPr sz="2175" b="0">
                <a:solidFill>
                  <a:srgbClr val="0D1A30"/>
                </a:solidFill>
                <a:latin typeface="Arial"/>
                <a:ea typeface="Arial"/>
                <a:cs typeface="Arial"/>
              </a:defRPr>
            </a:lvl4pPr>
            <a:lvl5pPr algn="l">
              <a:defRPr sz="2175" b="0">
                <a:solidFill>
                  <a:srgbClr val="0D1A30"/>
                </a:solidFill>
                <a:latin typeface="Arial"/>
                <a:ea typeface="Arial"/>
                <a:cs typeface="Arial"/>
              </a:defRPr>
            </a:lvl5pPr>
            <a:lvl6pPr algn="l">
              <a:defRPr sz="2175" b="0">
                <a:solidFill>
                  <a:srgbClr val="0D1A30"/>
                </a:solidFill>
                <a:latin typeface="Arial"/>
                <a:ea typeface="Arial"/>
                <a:cs typeface="Arial"/>
              </a:defRPr>
            </a:lvl6pPr>
            <a:lvl7pPr algn="l">
              <a:defRPr sz="2175" b="0">
                <a:solidFill>
                  <a:srgbClr val="0D1A30"/>
                </a:solidFill>
                <a:latin typeface="Arial"/>
                <a:ea typeface="Arial"/>
                <a:cs typeface="Arial"/>
              </a:defRPr>
            </a:lvl7pPr>
            <a:lvl8pPr algn="l">
              <a:defRPr sz="2175" b="0">
                <a:solidFill>
                  <a:srgbClr val="0D1A30"/>
                </a:solidFill>
                <a:latin typeface="Arial"/>
                <a:ea typeface="Arial"/>
                <a:cs typeface="Arial"/>
              </a:defRPr>
            </a:lvl8pPr>
            <a:lvl9pPr algn="l">
              <a:defRPr sz="2175" b="0">
                <a:solidFill>
                  <a:srgbClr val="0D1A30"/>
                </a:solidFill>
                <a:latin typeface="Arial"/>
                <a:ea typeface="Arial"/>
                <a:cs typeface="Arial"/>
              </a:defRPr>
            </a:lvl9pPr>
          </a:lstStyle>
          <a:p xmlns:a="http://schemas.openxmlformats.org/drawingml/2006/main">
            <a:pPr algn="l">
              <a:lnSpc>
                <a:spcPct val="105000"/>
              </a:lnSpc>
              <a:buNone/>
              <a:defRPr sz="2175" b="0">
                <a:solidFill>
                  <a:srgbClr val="0D1A30"/>
                </a:solidFill>
                <a:latin typeface="Arial"/>
                <a:ea typeface="Arial"/>
                <a:cs typeface="Arial"/>
              </a:defRPr>
            </a:pPr>
            <a:r>
              <a:rPr sz="2175" b="0">
                <a:solidFill>
                  <a:srgbClr val="0D1A30"/>
                </a:solidFill>
                <a:latin typeface="Arial"/>
                <a:ea typeface="Arial"/>
                <a:cs typeface="Arial"/>
              </a:rPr>
              <a:t>| Tecnicatura</a:t>
            </a:r>
          </a:p>
          <a:p xmlns:a="http://schemas.openxmlformats.org/drawingml/2006/main">
            <a:pPr algn="l">
              <a:lnSpc>
                <a:spcPct val="105000"/>
              </a:lnSpc>
              <a:buNone/>
              <a:defRPr sz="2175" b="0">
                <a:solidFill>
                  <a:srgbClr val="0D1A30"/>
                </a:solidFill>
                <a:latin typeface="Arial"/>
                <a:ea typeface="Arial"/>
                <a:cs typeface="Arial"/>
              </a:defRPr>
            </a:pPr>
            <a:r>
              <a:rPr sz="2175" b="0">
                <a:solidFill>
                  <a:srgbClr val="0D1A30"/>
                </a:solidFill>
                <a:latin typeface="Arial"/>
                <a:ea typeface="Arial"/>
                <a:cs typeface="Arial"/>
              </a:rPr>
              <a:t>Universitaria en Programación</a:t>
            </a:r>
          </a:p>
        </p:txBody>
      </p:sp>
      <p:sp>
        <p:nvSpPr>
          <p:cNvPr id="52" name="logo vector #fef7e5">
            <a:extLst xmlns:a="http://schemas.openxmlformats.org/drawingml/2006/main">
              <a:ext uri="{FF2B5EF4-FFF2-40B4-BE49-F238E27FC236}">
                <a16:creationId xmlns:a16="http://schemas.microsoft.com/office/drawing/2014/main" id="{6F8E2A75-3358-46A0-8376-AA194CF335A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219700" y="4476750"/>
            <a:ext cx="1581150" cy="1485900"/>
          </a:xfrm>
          <a:custGeom xmlns:a="http://schemas.openxmlformats.org/drawingml/2006/main">
            <a:pathLst>
              <a:path w="1581150" h="1485900">
                <a:moveTo>
                  <a:pt x="1228725" y="19050"/>
                </a:moveTo>
                <a:lnTo>
                  <a:pt x="1257300" y="19050"/>
                </a:lnTo>
                <a:lnTo>
                  <a:pt x="1257300" y="28575"/>
                </a:lnTo>
                <a:lnTo>
                  <a:pt x="1238250" y="28575"/>
                </a:lnTo>
                <a:lnTo>
                  <a:pt x="1238250" y="38100"/>
                </a:lnTo>
                <a:lnTo>
                  <a:pt x="1228725" y="38100"/>
                </a:lnTo>
                <a:close/>
                <a:moveTo>
                  <a:pt x="1190625" y="28575"/>
                </a:moveTo>
                <a:lnTo>
                  <a:pt x="1200150" y="28575"/>
                </a:lnTo>
                <a:lnTo>
                  <a:pt x="1200150" y="38100"/>
                </a:lnTo>
                <a:lnTo>
                  <a:pt x="1190625" y="38100"/>
                </a:lnTo>
                <a:close/>
                <a:moveTo>
                  <a:pt x="1104900" y="95250"/>
                </a:moveTo>
                <a:lnTo>
                  <a:pt x="1114425" y="95250"/>
                </a:lnTo>
                <a:lnTo>
                  <a:pt x="1114425" y="104775"/>
                </a:lnTo>
                <a:lnTo>
                  <a:pt x="1104900" y="104775"/>
                </a:lnTo>
                <a:close/>
                <a:moveTo>
                  <a:pt x="409575" y="104775"/>
                </a:moveTo>
                <a:lnTo>
                  <a:pt x="447675" y="104775"/>
                </a:lnTo>
                <a:lnTo>
                  <a:pt x="447675" y="114300"/>
                </a:lnTo>
                <a:lnTo>
                  <a:pt x="438150" y="114300"/>
                </a:lnTo>
                <a:lnTo>
                  <a:pt x="438150" y="123825"/>
                </a:lnTo>
                <a:lnTo>
                  <a:pt x="409575" y="123825"/>
                </a:lnTo>
                <a:close/>
                <a:moveTo>
                  <a:pt x="1133475" y="104775"/>
                </a:moveTo>
                <a:lnTo>
                  <a:pt x="1162050" y="104775"/>
                </a:lnTo>
                <a:lnTo>
                  <a:pt x="1162050" y="114300"/>
                </a:lnTo>
                <a:lnTo>
                  <a:pt x="1133475" y="114300"/>
                </a:lnTo>
                <a:close/>
                <a:moveTo>
                  <a:pt x="266700" y="200025"/>
                </a:moveTo>
                <a:lnTo>
                  <a:pt x="276225" y="200025"/>
                </a:lnTo>
                <a:lnTo>
                  <a:pt x="276225" y="209550"/>
                </a:lnTo>
                <a:lnTo>
                  <a:pt x="266700" y="209550"/>
                </a:lnTo>
                <a:close/>
                <a:moveTo>
                  <a:pt x="800100" y="200025"/>
                </a:moveTo>
                <a:lnTo>
                  <a:pt x="819150" y="200025"/>
                </a:lnTo>
                <a:lnTo>
                  <a:pt x="819150" y="209550"/>
                </a:lnTo>
                <a:lnTo>
                  <a:pt x="838200" y="209550"/>
                </a:lnTo>
                <a:lnTo>
                  <a:pt x="838200" y="200025"/>
                </a:lnTo>
                <a:lnTo>
                  <a:pt x="981075" y="200025"/>
                </a:lnTo>
                <a:lnTo>
                  <a:pt x="981075" y="209550"/>
                </a:lnTo>
                <a:lnTo>
                  <a:pt x="990600" y="209550"/>
                </a:lnTo>
                <a:lnTo>
                  <a:pt x="990600" y="219075"/>
                </a:lnTo>
                <a:lnTo>
                  <a:pt x="981075" y="219075"/>
                </a:lnTo>
                <a:lnTo>
                  <a:pt x="981075" y="228600"/>
                </a:lnTo>
                <a:lnTo>
                  <a:pt x="971550" y="228600"/>
                </a:lnTo>
                <a:lnTo>
                  <a:pt x="971550" y="238125"/>
                </a:lnTo>
                <a:lnTo>
                  <a:pt x="942975" y="238125"/>
                </a:lnTo>
                <a:lnTo>
                  <a:pt x="942975" y="247650"/>
                </a:lnTo>
                <a:lnTo>
                  <a:pt x="933450" y="247650"/>
                </a:lnTo>
                <a:lnTo>
                  <a:pt x="933450" y="238125"/>
                </a:lnTo>
                <a:lnTo>
                  <a:pt x="923925" y="238125"/>
                </a:lnTo>
                <a:lnTo>
                  <a:pt x="923925" y="247650"/>
                </a:lnTo>
                <a:lnTo>
                  <a:pt x="914400" y="247650"/>
                </a:lnTo>
                <a:lnTo>
                  <a:pt x="914400" y="257175"/>
                </a:lnTo>
                <a:lnTo>
                  <a:pt x="895350" y="257175"/>
                </a:lnTo>
                <a:lnTo>
                  <a:pt x="895350" y="266700"/>
                </a:lnTo>
                <a:lnTo>
                  <a:pt x="876300" y="266700"/>
                </a:lnTo>
                <a:lnTo>
                  <a:pt x="876300" y="257175"/>
                </a:lnTo>
                <a:lnTo>
                  <a:pt x="752475" y="257175"/>
                </a:lnTo>
                <a:lnTo>
                  <a:pt x="752475" y="247650"/>
                </a:lnTo>
                <a:lnTo>
                  <a:pt x="733425" y="247650"/>
                </a:lnTo>
                <a:lnTo>
                  <a:pt x="733425" y="257175"/>
                </a:lnTo>
                <a:lnTo>
                  <a:pt x="695325" y="257175"/>
                </a:lnTo>
                <a:lnTo>
                  <a:pt x="695325" y="247650"/>
                </a:lnTo>
                <a:lnTo>
                  <a:pt x="685800" y="247650"/>
                </a:lnTo>
                <a:lnTo>
                  <a:pt x="685800" y="238125"/>
                </a:lnTo>
                <a:lnTo>
                  <a:pt x="695325" y="238125"/>
                </a:lnTo>
                <a:lnTo>
                  <a:pt x="695325" y="228600"/>
                </a:lnTo>
                <a:lnTo>
                  <a:pt x="704850" y="228600"/>
                </a:lnTo>
                <a:lnTo>
                  <a:pt x="704850" y="219075"/>
                </a:lnTo>
                <a:lnTo>
                  <a:pt x="714375" y="219075"/>
                </a:lnTo>
                <a:lnTo>
                  <a:pt x="714375" y="209550"/>
                </a:lnTo>
                <a:lnTo>
                  <a:pt x="733425" y="209550"/>
                </a:lnTo>
                <a:lnTo>
                  <a:pt x="733425" y="219075"/>
                </a:lnTo>
                <a:lnTo>
                  <a:pt x="742950" y="219075"/>
                </a:lnTo>
                <a:lnTo>
                  <a:pt x="742950" y="228600"/>
                </a:lnTo>
                <a:lnTo>
                  <a:pt x="790575" y="228600"/>
                </a:lnTo>
                <a:lnTo>
                  <a:pt x="790575" y="219075"/>
                </a:lnTo>
                <a:lnTo>
                  <a:pt x="781050" y="219075"/>
                </a:lnTo>
                <a:lnTo>
                  <a:pt x="781050" y="209550"/>
                </a:lnTo>
                <a:lnTo>
                  <a:pt x="800100" y="209550"/>
                </a:lnTo>
                <a:close/>
                <a:moveTo>
                  <a:pt x="1466850" y="200025"/>
                </a:moveTo>
                <a:lnTo>
                  <a:pt x="1485900" y="200025"/>
                </a:lnTo>
                <a:lnTo>
                  <a:pt x="1485900" y="209550"/>
                </a:lnTo>
                <a:lnTo>
                  <a:pt x="1504950" y="209550"/>
                </a:lnTo>
                <a:lnTo>
                  <a:pt x="1504950" y="200025"/>
                </a:lnTo>
                <a:lnTo>
                  <a:pt x="1524000" y="200025"/>
                </a:lnTo>
                <a:lnTo>
                  <a:pt x="1524000" y="228600"/>
                </a:lnTo>
                <a:lnTo>
                  <a:pt x="1514475" y="228600"/>
                </a:lnTo>
                <a:lnTo>
                  <a:pt x="1514475" y="247650"/>
                </a:lnTo>
                <a:lnTo>
                  <a:pt x="1504950" y="247650"/>
                </a:lnTo>
                <a:lnTo>
                  <a:pt x="1504950" y="266700"/>
                </a:lnTo>
                <a:lnTo>
                  <a:pt x="1514475" y="266700"/>
                </a:lnTo>
                <a:lnTo>
                  <a:pt x="1514475" y="285750"/>
                </a:lnTo>
                <a:lnTo>
                  <a:pt x="1524000" y="285750"/>
                </a:lnTo>
                <a:lnTo>
                  <a:pt x="1524000" y="304800"/>
                </a:lnTo>
                <a:lnTo>
                  <a:pt x="1514475" y="304800"/>
                </a:lnTo>
                <a:lnTo>
                  <a:pt x="1514475" y="295275"/>
                </a:lnTo>
                <a:lnTo>
                  <a:pt x="1504950" y="295275"/>
                </a:lnTo>
                <a:lnTo>
                  <a:pt x="1504950" y="285750"/>
                </a:lnTo>
                <a:lnTo>
                  <a:pt x="1485900" y="285750"/>
                </a:lnTo>
                <a:lnTo>
                  <a:pt x="1485900" y="304800"/>
                </a:lnTo>
                <a:lnTo>
                  <a:pt x="1495425" y="304800"/>
                </a:lnTo>
                <a:lnTo>
                  <a:pt x="1495425" y="333375"/>
                </a:lnTo>
                <a:lnTo>
                  <a:pt x="1485900" y="333375"/>
                </a:lnTo>
                <a:lnTo>
                  <a:pt x="1485900" y="352425"/>
                </a:lnTo>
                <a:lnTo>
                  <a:pt x="1495425" y="352425"/>
                </a:lnTo>
                <a:lnTo>
                  <a:pt x="1495425" y="361950"/>
                </a:lnTo>
                <a:lnTo>
                  <a:pt x="1514475" y="361950"/>
                </a:lnTo>
                <a:lnTo>
                  <a:pt x="1514475" y="371475"/>
                </a:lnTo>
                <a:lnTo>
                  <a:pt x="1485900" y="371475"/>
                </a:lnTo>
                <a:lnTo>
                  <a:pt x="1485900" y="381000"/>
                </a:lnTo>
                <a:lnTo>
                  <a:pt x="1476375" y="381000"/>
                </a:lnTo>
                <a:lnTo>
                  <a:pt x="1476375" y="390525"/>
                </a:lnTo>
                <a:lnTo>
                  <a:pt x="1447800" y="390525"/>
                </a:lnTo>
                <a:lnTo>
                  <a:pt x="1447800" y="295275"/>
                </a:lnTo>
                <a:lnTo>
                  <a:pt x="1476375" y="295275"/>
                </a:lnTo>
                <a:lnTo>
                  <a:pt x="1476375" y="276225"/>
                </a:lnTo>
                <a:lnTo>
                  <a:pt x="1466850" y="276225"/>
                </a:lnTo>
                <a:lnTo>
                  <a:pt x="1466850" y="257175"/>
                </a:lnTo>
                <a:lnTo>
                  <a:pt x="1457325" y="257175"/>
                </a:lnTo>
                <a:lnTo>
                  <a:pt x="1457325" y="266700"/>
                </a:lnTo>
                <a:lnTo>
                  <a:pt x="1447800" y="266700"/>
                </a:lnTo>
                <a:lnTo>
                  <a:pt x="1447800" y="247650"/>
                </a:lnTo>
                <a:lnTo>
                  <a:pt x="1438275" y="247650"/>
                </a:lnTo>
                <a:lnTo>
                  <a:pt x="1438275" y="238125"/>
                </a:lnTo>
                <a:lnTo>
                  <a:pt x="1428750" y="238125"/>
                </a:lnTo>
                <a:lnTo>
                  <a:pt x="1428750" y="219075"/>
                </a:lnTo>
                <a:lnTo>
                  <a:pt x="1447800" y="219075"/>
                </a:lnTo>
                <a:lnTo>
                  <a:pt x="1447800" y="228600"/>
                </a:lnTo>
                <a:lnTo>
                  <a:pt x="1457325" y="228600"/>
                </a:lnTo>
                <a:lnTo>
                  <a:pt x="1457325" y="247650"/>
                </a:lnTo>
                <a:lnTo>
                  <a:pt x="1466850" y="247650"/>
                </a:lnTo>
                <a:close/>
                <a:moveTo>
                  <a:pt x="304800" y="228600"/>
                </a:moveTo>
                <a:lnTo>
                  <a:pt x="314325" y="228600"/>
                </a:lnTo>
                <a:lnTo>
                  <a:pt x="314325" y="238125"/>
                </a:lnTo>
                <a:lnTo>
                  <a:pt x="304800" y="238125"/>
                </a:lnTo>
                <a:close/>
                <a:moveTo>
                  <a:pt x="828675" y="228600"/>
                </a:moveTo>
                <a:lnTo>
                  <a:pt x="838200" y="228600"/>
                </a:lnTo>
                <a:lnTo>
                  <a:pt x="838200" y="219075"/>
                </a:lnTo>
                <a:lnTo>
                  <a:pt x="828675" y="219075"/>
                </a:lnTo>
                <a:close/>
                <a:moveTo>
                  <a:pt x="266700" y="266700"/>
                </a:moveTo>
                <a:lnTo>
                  <a:pt x="276225" y="266700"/>
                </a:lnTo>
                <a:lnTo>
                  <a:pt x="276225" y="304800"/>
                </a:lnTo>
                <a:lnTo>
                  <a:pt x="266700" y="304800"/>
                </a:lnTo>
                <a:lnTo>
                  <a:pt x="266700" y="295275"/>
                </a:lnTo>
                <a:lnTo>
                  <a:pt x="257175" y="295275"/>
                </a:lnTo>
                <a:lnTo>
                  <a:pt x="257175" y="285750"/>
                </a:lnTo>
                <a:lnTo>
                  <a:pt x="266700" y="285750"/>
                </a:lnTo>
                <a:close/>
                <a:moveTo>
                  <a:pt x="95250" y="276225"/>
                </a:moveTo>
                <a:lnTo>
                  <a:pt x="104775" y="276225"/>
                </a:lnTo>
                <a:lnTo>
                  <a:pt x="104775" y="304800"/>
                </a:lnTo>
                <a:lnTo>
                  <a:pt x="123825" y="304800"/>
                </a:lnTo>
                <a:lnTo>
                  <a:pt x="123825" y="323850"/>
                </a:lnTo>
                <a:lnTo>
                  <a:pt x="95250" y="323850"/>
                </a:lnTo>
                <a:lnTo>
                  <a:pt x="95250" y="304800"/>
                </a:lnTo>
                <a:lnTo>
                  <a:pt x="85725" y="304800"/>
                </a:lnTo>
                <a:lnTo>
                  <a:pt x="85725" y="295275"/>
                </a:lnTo>
                <a:lnTo>
                  <a:pt x="95250" y="295275"/>
                </a:lnTo>
                <a:close/>
                <a:moveTo>
                  <a:pt x="276225" y="314325"/>
                </a:moveTo>
                <a:lnTo>
                  <a:pt x="295275" y="314325"/>
                </a:lnTo>
                <a:lnTo>
                  <a:pt x="295275" y="323850"/>
                </a:lnTo>
                <a:lnTo>
                  <a:pt x="276225" y="323850"/>
                </a:lnTo>
                <a:close/>
                <a:moveTo>
                  <a:pt x="1333500" y="314325"/>
                </a:moveTo>
                <a:lnTo>
                  <a:pt x="1371600" y="314325"/>
                </a:lnTo>
                <a:lnTo>
                  <a:pt x="1371600" y="323850"/>
                </a:lnTo>
                <a:lnTo>
                  <a:pt x="1381125" y="323850"/>
                </a:lnTo>
                <a:lnTo>
                  <a:pt x="1381125" y="466725"/>
                </a:lnTo>
                <a:lnTo>
                  <a:pt x="1371600" y="466725"/>
                </a:lnTo>
                <a:lnTo>
                  <a:pt x="1371600" y="476250"/>
                </a:lnTo>
                <a:lnTo>
                  <a:pt x="1362075" y="476250"/>
                </a:lnTo>
                <a:lnTo>
                  <a:pt x="1362075" y="485775"/>
                </a:lnTo>
                <a:lnTo>
                  <a:pt x="1352550" y="485775"/>
                </a:lnTo>
                <a:lnTo>
                  <a:pt x="1352550" y="495300"/>
                </a:lnTo>
                <a:lnTo>
                  <a:pt x="1343025" y="495300"/>
                </a:lnTo>
                <a:lnTo>
                  <a:pt x="1343025" y="504825"/>
                </a:lnTo>
                <a:lnTo>
                  <a:pt x="1333500" y="504825"/>
                </a:lnTo>
                <a:lnTo>
                  <a:pt x="1333500" y="542925"/>
                </a:lnTo>
                <a:lnTo>
                  <a:pt x="1323975" y="542925"/>
                </a:lnTo>
                <a:lnTo>
                  <a:pt x="1323975" y="552450"/>
                </a:lnTo>
                <a:lnTo>
                  <a:pt x="1285875" y="552450"/>
                </a:lnTo>
                <a:lnTo>
                  <a:pt x="1285875" y="542925"/>
                </a:lnTo>
                <a:lnTo>
                  <a:pt x="1276350" y="542925"/>
                </a:lnTo>
                <a:lnTo>
                  <a:pt x="1276350" y="523875"/>
                </a:lnTo>
                <a:lnTo>
                  <a:pt x="1266825" y="523875"/>
                </a:lnTo>
                <a:lnTo>
                  <a:pt x="1266825" y="514350"/>
                </a:lnTo>
                <a:lnTo>
                  <a:pt x="1257300" y="514350"/>
                </a:lnTo>
                <a:lnTo>
                  <a:pt x="1257300" y="495300"/>
                </a:lnTo>
                <a:lnTo>
                  <a:pt x="1247775" y="495300"/>
                </a:lnTo>
                <a:lnTo>
                  <a:pt x="1247775" y="400050"/>
                </a:lnTo>
                <a:lnTo>
                  <a:pt x="1257300" y="400050"/>
                </a:lnTo>
                <a:lnTo>
                  <a:pt x="1257300" y="390525"/>
                </a:lnTo>
                <a:lnTo>
                  <a:pt x="1266825" y="390525"/>
                </a:lnTo>
                <a:lnTo>
                  <a:pt x="1266825" y="352425"/>
                </a:lnTo>
                <a:lnTo>
                  <a:pt x="1276350" y="352425"/>
                </a:lnTo>
                <a:lnTo>
                  <a:pt x="1276350" y="342900"/>
                </a:lnTo>
                <a:lnTo>
                  <a:pt x="1295400" y="342900"/>
                </a:lnTo>
                <a:lnTo>
                  <a:pt x="1295400" y="352425"/>
                </a:lnTo>
                <a:lnTo>
                  <a:pt x="1314450" y="352425"/>
                </a:lnTo>
                <a:lnTo>
                  <a:pt x="1314450" y="342900"/>
                </a:lnTo>
                <a:lnTo>
                  <a:pt x="1323975" y="342900"/>
                </a:lnTo>
                <a:lnTo>
                  <a:pt x="1323975" y="323850"/>
                </a:lnTo>
                <a:lnTo>
                  <a:pt x="1333500" y="323850"/>
                </a:lnTo>
                <a:close/>
                <a:moveTo>
                  <a:pt x="266700" y="352425"/>
                </a:moveTo>
                <a:lnTo>
                  <a:pt x="304800" y="352425"/>
                </a:lnTo>
                <a:lnTo>
                  <a:pt x="304800" y="390525"/>
                </a:lnTo>
                <a:lnTo>
                  <a:pt x="314325" y="390525"/>
                </a:lnTo>
                <a:lnTo>
                  <a:pt x="314325" y="409575"/>
                </a:lnTo>
                <a:lnTo>
                  <a:pt x="285750" y="409575"/>
                </a:lnTo>
                <a:lnTo>
                  <a:pt x="285750" y="390525"/>
                </a:lnTo>
                <a:lnTo>
                  <a:pt x="276225" y="390525"/>
                </a:lnTo>
                <a:lnTo>
                  <a:pt x="276225" y="381000"/>
                </a:lnTo>
                <a:lnTo>
                  <a:pt x="238125" y="381000"/>
                </a:lnTo>
                <a:lnTo>
                  <a:pt x="238125" y="361950"/>
                </a:lnTo>
                <a:lnTo>
                  <a:pt x="266700" y="361950"/>
                </a:lnTo>
                <a:close/>
                <a:moveTo>
                  <a:pt x="104775" y="361950"/>
                </a:moveTo>
                <a:lnTo>
                  <a:pt x="114300" y="361950"/>
                </a:lnTo>
                <a:lnTo>
                  <a:pt x="114300" y="371475"/>
                </a:lnTo>
                <a:lnTo>
                  <a:pt x="104775" y="371475"/>
                </a:lnTo>
                <a:close/>
                <a:moveTo>
                  <a:pt x="609600" y="381000"/>
                </a:moveTo>
                <a:lnTo>
                  <a:pt x="647700" y="381000"/>
                </a:lnTo>
                <a:lnTo>
                  <a:pt x="647700" y="400050"/>
                </a:lnTo>
                <a:lnTo>
                  <a:pt x="609600" y="400050"/>
                </a:lnTo>
                <a:close/>
                <a:moveTo>
                  <a:pt x="409575" y="390525"/>
                </a:moveTo>
                <a:lnTo>
                  <a:pt x="419100" y="390525"/>
                </a:lnTo>
                <a:lnTo>
                  <a:pt x="419100" y="400050"/>
                </a:lnTo>
                <a:lnTo>
                  <a:pt x="428625" y="400050"/>
                </a:lnTo>
                <a:lnTo>
                  <a:pt x="428625" y="409575"/>
                </a:lnTo>
                <a:lnTo>
                  <a:pt x="419100" y="409575"/>
                </a:lnTo>
                <a:lnTo>
                  <a:pt x="419100" y="476250"/>
                </a:lnTo>
                <a:lnTo>
                  <a:pt x="400050" y="476250"/>
                </a:lnTo>
                <a:lnTo>
                  <a:pt x="400050" y="466725"/>
                </a:lnTo>
                <a:lnTo>
                  <a:pt x="390525" y="466725"/>
                </a:lnTo>
                <a:lnTo>
                  <a:pt x="390525" y="409575"/>
                </a:lnTo>
                <a:lnTo>
                  <a:pt x="400050" y="409575"/>
                </a:lnTo>
                <a:lnTo>
                  <a:pt x="400050" y="400050"/>
                </a:lnTo>
                <a:lnTo>
                  <a:pt x="409575" y="400050"/>
                </a:lnTo>
                <a:close/>
                <a:moveTo>
                  <a:pt x="504825" y="390525"/>
                </a:moveTo>
                <a:lnTo>
                  <a:pt x="523875" y="390525"/>
                </a:lnTo>
                <a:lnTo>
                  <a:pt x="523875" y="409575"/>
                </a:lnTo>
                <a:lnTo>
                  <a:pt x="514350" y="409575"/>
                </a:lnTo>
                <a:lnTo>
                  <a:pt x="514350" y="419100"/>
                </a:lnTo>
                <a:lnTo>
                  <a:pt x="504825" y="419100"/>
                </a:lnTo>
                <a:lnTo>
                  <a:pt x="504825" y="409575"/>
                </a:lnTo>
                <a:lnTo>
                  <a:pt x="495300" y="409575"/>
                </a:lnTo>
                <a:lnTo>
                  <a:pt x="495300" y="400050"/>
                </a:lnTo>
                <a:lnTo>
                  <a:pt x="504825" y="400050"/>
                </a:lnTo>
                <a:close/>
                <a:moveTo>
                  <a:pt x="95250" y="419100"/>
                </a:moveTo>
                <a:lnTo>
                  <a:pt x="104775" y="419100"/>
                </a:lnTo>
                <a:lnTo>
                  <a:pt x="104775" y="428625"/>
                </a:lnTo>
                <a:lnTo>
                  <a:pt x="95250" y="428625"/>
                </a:lnTo>
                <a:close/>
                <a:moveTo>
                  <a:pt x="1314450" y="428625"/>
                </a:moveTo>
                <a:lnTo>
                  <a:pt x="1323975" y="428625"/>
                </a:lnTo>
                <a:lnTo>
                  <a:pt x="1323975" y="438150"/>
                </a:lnTo>
                <a:lnTo>
                  <a:pt x="1333500" y="438150"/>
                </a:lnTo>
                <a:lnTo>
                  <a:pt x="1333500" y="419100"/>
                </a:lnTo>
                <a:lnTo>
                  <a:pt x="1314450" y="419100"/>
                </a:lnTo>
                <a:close/>
                <a:moveTo>
                  <a:pt x="95250" y="495300"/>
                </a:moveTo>
                <a:lnTo>
                  <a:pt x="114300" y="495300"/>
                </a:lnTo>
                <a:lnTo>
                  <a:pt x="114300" y="514350"/>
                </a:lnTo>
                <a:lnTo>
                  <a:pt x="95250" y="514350"/>
                </a:lnTo>
                <a:close/>
                <a:moveTo>
                  <a:pt x="238125" y="571500"/>
                </a:moveTo>
                <a:lnTo>
                  <a:pt x="276225" y="571500"/>
                </a:lnTo>
                <a:lnTo>
                  <a:pt x="276225" y="619125"/>
                </a:lnTo>
                <a:lnTo>
                  <a:pt x="266700" y="619125"/>
                </a:lnTo>
                <a:lnTo>
                  <a:pt x="266700" y="628650"/>
                </a:lnTo>
                <a:lnTo>
                  <a:pt x="257175" y="628650"/>
                </a:lnTo>
                <a:lnTo>
                  <a:pt x="257175" y="676275"/>
                </a:lnTo>
                <a:lnTo>
                  <a:pt x="247650" y="676275"/>
                </a:lnTo>
                <a:lnTo>
                  <a:pt x="247650" y="695325"/>
                </a:lnTo>
                <a:lnTo>
                  <a:pt x="257175" y="695325"/>
                </a:lnTo>
                <a:lnTo>
                  <a:pt x="257175" y="714375"/>
                </a:lnTo>
                <a:lnTo>
                  <a:pt x="247650" y="714375"/>
                </a:lnTo>
                <a:lnTo>
                  <a:pt x="247650" y="723900"/>
                </a:lnTo>
                <a:lnTo>
                  <a:pt x="238125" y="723900"/>
                </a:lnTo>
                <a:lnTo>
                  <a:pt x="238125" y="733425"/>
                </a:lnTo>
                <a:lnTo>
                  <a:pt x="219075" y="733425"/>
                </a:lnTo>
                <a:lnTo>
                  <a:pt x="219075" y="723900"/>
                </a:lnTo>
                <a:lnTo>
                  <a:pt x="209550" y="723900"/>
                </a:lnTo>
                <a:lnTo>
                  <a:pt x="209550" y="714375"/>
                </a:lnTo>
                <a:lnTo>
                  <a:pt x="200025" y="714375"/>
                </a:lnTo>
                <a:lnTo>
                  <a:pt x="200025" y="657225"/>
                </a:lnTo>
                <a:lnTo>
                  <a:pt x="209550" y="657225"/>
                </a:lnTo>
                <a:lnTo>
                  <a:pt x="209550" y="628650"/>
                </a:lnTo>
                <a:lnTo>
                  <a:pt x="219075" y="628650"/>
                </a:lnTo>
                <a:lnTo>
                  <a:pt x="219075" y="600075"/>
                </a:lnTo>
                <a:lnTo>
                  <a:pt x="228600" y="600075"/>
                </a:lnTo>
                <a:lnTo>
                  <a:pt x="228600" y="590550"/>
                </a:lnTo>
                <a:lnTo>
                  <a:pt x="238125" y="590550"/>
                </a:lnTo>
                <a:close/>
                <a:moveTo>
                  <a:pt x="1314450" y="571500"/>
                </a:moveTo>
                <a:lnTo>
                  <a:pt x="1323975" y="571500"/>
                </a:lnTo>
                <a:lnTo>
                  <a:pt x="1323975" y="609600"/>
                </a:lnTo>
                <a:lnTo>
                  <a:pt x="1314450" y="609600"/>
                </a:lnTo>
                <a:lnTo>
                  <a:pt x="1314450" y="600075"/>
                </a:lnTo>
                <a:lnTo>
                  <a:pt x="1304925" y="600075"/>
                </a:lnTo>
                <a:lnTo>
                  <a:pt x="1304925" y="581025"/>
                </a:lnTo>
                <a:lnTo>
                  <a:pt x="1314450" y="581025"/>
                </a:lnTo>
                <a:close/>
                <a:moveTo>
                  <a:pt x="1333500" y="638175"/>
                </a:moveTo>
                <a:lnTo>
                  <a:pt x="1371600" y="638175"/>
                </a:lnTo>
                <a:lnTo>
                  <a:pt x="1371600" y="647700"/>
                </a:lnTo>
                <a:lnTo>
                  <a:pt x="1381125" y="647700"/>
                </a:lnTo>
                <a:lnTo>
                  <a:pt x="1381125" y="762000"/>
                </a:lnTo>
                <a:lnTo>
                  <a:pt x="1371600" y="762000"/>
                </a:lnTo>
                <a:lnTo>
                  <a:pt x="1371600" y="771525"/>
                </a:lnTo>
                <a:lnTo>
                  <a:pt x="1362075" y="771525"/>
                </a:lnTo>
                <a:lnTo>
                  <a:pt x="1362075" y="790575"/>
                </a:lnTo>
                <a:lnTo>
                  <a:pt x="1352550" y="790575"/>
                </a:lnTo>
                <a:lnTo>
                  <a:pt x="1352550" y="800100"/>
                </a:lnTo>
                <a:lnTo>
                  <a:pt x="1343025" y="800100"/>
                </a:lnTo>
                <a:lnTo>
                  <a:pt x="1343025" y="809625"/>
                </a:lnTo>
                <a:lnTo>
                  <a:pt x="1352550" y="809625"/>
                </a:lnTo>
                <a:lnTo>
                  <a:pt x="1352550" y="838200"/>
                </a:lnTo>
                <a:lnTo>
                  <a:pt x="1333500" y="838200"/>
                </a:lnTo>
                <a:lnTo>
                  <a:pt x="1333500" y="847725"/>
                </a:lnTo>
                <a:lnTo>
                  <a:pt x="1323975" y="847725"/>
                </a:lnTo>
                <a:lnTo>
                  <a:pt x="1323975" y="838200"/>
                </a:lnTo>
                <a:lnTo>
                  <a:pt x="1314450" y="838200"/>
                </a:lnTo>
                <a:lnTo>
                  <a:pt x="1314450" y="819150"/>
                </a:lnTo>
                <a:lnTo>
                  <a:pt x="1323975" y="819150"/>
                </a:lnTo>
                <a:lnTo>
                  <a:pt x="1323975" y="781050"/>
                </a:lnTo>
                <a:lnTo>
                  <a:pt x="1333500" y="781050"/>
                </a:lnTo>
                <a:lnTo>
                  <a:pt x="1333500" y="771525"/>
                </a:lnTo>
                <a:lnTo>
                  <a:pt x="1314450" y="771525"/>
                </a:lnTo>
                <a:lnTo>
                  <a:pt x="1314450" y="781050"/>
                </a:lnTo>
                <a:lnTo>
                  <a:pt x="1285875" y="781050"/>
                </a:lnTo>
                <a:lnTo>
                  <a:pt x="1285875" y="790575"/>
                </a:lnTo>
                <a:lnTo>
                  <a:pt x="1276350" y="790575"/>
                </a:lnTo>
                <a:lnTo>
                  <a:pt x="1276350" y="762000"/>
                </a:lnTo>
                <a:lnTo>
                  <a:pt x="1285875" y="762000"/>
                </a:lnTo>
                <a:lnTo>
                  <a:pt x="1285875" y="752475"/>
                </a:lnTo>
                <a:lnTo>
                  <a:pt x="1295400" y="752475"/>
                </a:lnTo>
                <a:lnTo>
                  <a:pt x="1295400" y="742950"/>
                </a:lnTo>
                <a:lnTo>
                  <a:pt x="1304925" y="742950"/>
                </a:lnTo>
                <a:lnTo>
                  <a:pt x="1304925" y="733425"/>
                </a:lnTo>
                <a:lnTo>
                  <a:pt x="1314450" y="733425"/>
                </a:lnTo>
                <a:lnTo>
                  <a:pt x="1314450" y="723900"/>
                </a:lnTo>
                <a:lnTo>
                  <a:pt x="1323975" y="723900"/>
                </a:lnTo>
                <a:lnTo>
                  <a:pt x="1323975" y="685800"/>
                </a:lnTo>
                <a:lnTo>
                  <a:pt x="1333500" y="685800"/>
                </a:lnTo>
                <a:lnTo>
                  <a:pt x="1333500" y="657225"/>
                </a:lnTo>
                <a:lnTo>
                  <a:pt x="1323975" y="657225"/>
                </a:lnTo>
                <a:lnTo>
                  <a:pt x="1323975" y="647700"/>
                </a:lnTo>
                <a:lnTo>
                  <a:pt x="1333500" y="647700"/>
                </a:lnTo>
                <a:close/>
                <a:moveTo>
                  <a:pt x="1447800" y="666750"/>
                </a:moveTo>
                <a:lnTo>
                  <a:pt x="1476375" y="666750"/>
                </a:lnTo>
                <a:lnTo>
                  <a:pt x="1476375" y="676275"/>
                </a:lnTo>
                <a:lnTo>
                  <a:pt x="1485900" y="676275"/>
                </a:lnTo>
                <a:lnTo>
                  <a:pt x="1485900" y="704850"/>
                </a:lnTo>
                <a:lnTo>
                  <a:pt x="1495425" y="704850"/>
                </a:lnTo>
                <a:lnTo>
                  <a:pt x="1495425" y="714375"/>
                </a:lnTo>
                <a:lnTo>
                  <a:pt x="1504950" y="714375"/>
                </a:lnTo>
                <a:lnTo>
                  <a:pt x="1504950" y="723900"/>
                </a:lnTo>
                <a:lnTo>
                  <a:pt x="1514475" y="723900"/>
                </a:lnTo>
                <a:lnTo>
                  <a:pt x="1514475" y="733425"/>
                </a:lnTo>
                <a:lnTo>
                  <a:pt x="1524000" y="733425"/>
                </a:lnTo>
                <a:lnTo>
                  <a:pt x="1524000" y="762000"/>
                </a:lnTo>
                <a:lnTo>
                  <a:pt x="1476375" y="762000"/>
                </a:lnTo>
                <a:lnTo>
                  <a:pt x="1476375" y="771525"/>
                </a:lnTo>
                <a:lnTo>
                  <a:pt x="1466850" y="771525"/>
                </a:lnTo>
                <a:lnTo>
                  <a:pt x="1466850" y="781050"/>
                </a:lnTo>
                <a:lnTo>
                  <a:pt x="1457325" y="781050"/>
                </a:lnTo>
                <a:lnTo>
                  <a:pt x="1457325" y="800100"/>
                </a:lnTo>
                <a:lnTo>
                  <a:pt x="1447800" y="800100"/>
                </a:lnTo>
                <a:close/>
                <a:moveTo>
                  <a:pt x="85725" y="714375"/>
                </a:moveTo>
                <a:lnTo>
                  <a:pt x="95250" y="714375"/>
                </a:lnTo>
                <a:lnTo>
                  <a:pt x="95250" y="733425"/>
                </a:lnTo>
                <a:lnTo>
                  <a:pt x="85725" y="733425"/>
                </a:lnTo>
                <a:close/>
                <a:moveTo>
                  <a:pt x="295275" y="752475"/>
                </a:moveTo>
                <a:lnTo>
                  <a:pt x="304800" y="752475"/>
                </a:lnTo>
                <a:lnTo>
                  <a:pt x="304800" y="781050"/>
                </a:lnTo>
                <a:lnTo>
                  <a:pt x="285750" y="781050"/>
                </a:lnTo>
                <a:lnTo>
                  <a:pt x="285750" y="800100"/>
                </a:lnTo>
                <a:lnTo>
                  <a:pt x="257175" y="800100"/>
                </a:lnTo>
                <a:lnTo>
                  <a:pt x="257175" y="771525"/>
                </a:lnTo>
                <a:lnTo>
                  <a:pt x="285750" y="771525"/>
                </a:lnTo>
                <a:lnTo>
                  <a:pt x="285750" y="762000"/>
                </a:lnTo>
                <a:lnTo>
                  <a:pt x="295275" y="762000"/>
                </a:lnTo>
                <a:close/>
                <a:moveTo>
                  <a:pt x="85725" y="762000"/>
                </a:moveTo>
                <a:lnTo>
                  <a:pt x="95250" y="762000"/>
                </a:lnTo>
                <a:lnTo>
                  <a:pt x="95250" y="771525"/>
                </a:lnTo>
                <a:lnTo>
                  <a:pt x="85725" y="771525"/>
                </a:lnTo>
                <a:close/>
                <a:moveTo>
                  <a:pt x="1504950" y="800100"/>
                </a:moveTo>
                <a:lnTo>
                  <a:pt x="1524000" y="800100"/>
                </a:lnTo>
                <a:lnTo>
                  <a:pt x="1524000" y="809625"/>
                </a:lnTo>
                <a:lnTo>
                  <a:pt x="1504950" y="809625"/>
                </a:lnTo>
                <a:close/>
                <a:moveTo>
                  <a:pt x="104775" y="838200"/>
                </a:moveTo>
                <a:lnTo>
                  <a:pt x="123825" y="838200"/>
                </a:lnTo>
                <a:lnTo>
                  <a:pt x="123825" y="847725"/>
                </a:lnTo>
                <a:lnTo>
                  <a:pt x="114300" y="847725"/>
                </a:lnTo>
                <a:lnTo>
                  <a:pt x="114300" y="866775"/>
                </a:lnTo>
                <a:lnTo>
                  <a:pt x="104775" y="866775"/>
                </a:lnTo>
                <a:close/>
                <a:moveTo>
                  <a:pt x="276225" y="904875"/>
                </a:moveTo>
                <a:lnTo>
                  <a:pt x="295275" y="904875"/>
                </a:lnTo>
                <a:lnTo>
                  <a:pt x="295275" y="914400"/>
                </a:lnTo>
                <a:lnTo>
                  <a:pt x="276225" y="914400"/>
                </a:lnTo>
                <a:close/>
                <a:moveTo>
                  <a:pt x="1276350" y="914400"/>
                </a:moveTo>
                <a:lnTo>
                  <a:pt x="1285875" y="914400"/>
                </a:lnTo>
                <a:lnTo>
                  <a:pt x="1285875" y="952500"/>
                </a:lnTo>
                <a:lnTo>
                  <a:pt x="1295400" y="952500"/>
                </a:lnTo>
                <a:lnTo>
                  <a:pt x="1295400" y="962025"/>
                </a:lnTo>
                <a:lnTo>
                  <a:pt x="1314450" y="962025"/>
                </a:lnTo>
                <a:lnTo>
                  <a:pt x="1314450" y="952500"/>
                </a:lnTo>
                <a:lnTo>
                  <a:pt x="1323975" y="952500"/>
                </a:lnTo>
                <a:lnTo>
                  <a:pt x="1323975" y="962025"/>
                </a:lnTo>
                <a:lnTo>
                  <a:pt x="1333500" y="962025"/>
                </a:lnTo>
                <a:lnTo>
                  <a:pt x="1333500" y="971550"/>
                </a:lnTo>
                <a:lnTo>
                  <a:pt x="1323975" y="971550"/>
                </a:lnTo>
                <a:lnTo>
                  <a:pt x="1323975" y="981075"/>
                </a:lnTo>
                <a:lnTo>
                  <a:pt x="1314450" y="981075"/>
                </a:lnTo>
                <a:lnTo>
                  <a:pt x="1314450" y="990600"/>
                </a:lnTo>
                <a:lnTo>
                  <a:pt x="1285875" y="990600"/>
                </a:lnTo>
                <a:lnTo>
                  <a:pt x="1285875" y="971550"/>
                </a:lnTo>
                <a:lnTo>
                  <a:pt x="1276350" y="971550"/>
                </a:lnTo>
                <a:lnTo>
                  <a:pt x="1276350" y="942975"/>
                </a:lnTo>
                <a:lnTo>
                  <a:pt x="1266825" y="942975"/>
                </a:lnTo>
                <a:lnTo>
                  <a:pt x="1266825" y="923925"/>
                </a:lnTo>
                <a:lnTo>
                  <a:pt x="1276350" y="923925"/>
                </a:lnTo>
                <a:close/>
                <a:moveTo>
                  <a:pt x="104775" y="1028700"/>
                </a:moveTo>
                <a:lnTo>
                  <a:pt x="114300" y="1028700"/>
                </a:lnTo>
                <a:lnTo>
                  <a:pt x="114300" y="1038225"/>
                </a:lnTo>
                <a:lnTo>
                  <a:pt x="123825" y="1038225"/>
                </a:lnTo>
                <a:lnTo>
                  <a:pt x="123825" y="1047750"/>
                </a:lnTo>
                <a:lnTo>
                  <a:pt x="95250" y="1047750"/>
                </a:lnTo>
                <a:lnTo>
                  <a:pt x="95250" y="1038225"/>
                </a:lnTo>
                <a:lnTo>
                  <a:pt x="104775" y="1038225"/>
                </a:lnTo>
                <a:close/>
                <a:moveTo>
                  <a:pt x="1457325" y="1038225"/>
                </a:moveTo>
                <a:lnTo>
                  <a:pt x="1476375" y="1038225"/>
                </a:lnTo>
                <a:lnTo>
                  <a:pt x="1476375" y="1047750"/>
                </a:lnTo>
                <a:lnTo>
                  <a:pt x="1485900" y="1047750"/>
                </a:lnTo>
                <a:lnTo>
                  <a:pt x="1485900" y="1104900"/>
                </a:lnTo>
                <a:lnTo>
                  <a:pt x="1476375" y="1104900"/>
                </a:lnTo>
                <a:lnTo>
                  <a:pt x="1476375" y="1123950"/>
                </a:lnTo>
                <a:lnTo>
                  <a:pt x="1466850" y="1123950"/>
                </a:lnTo>
                <a:lnTo>
                  <a:pt x="1466850" y="1085850"/>
                </a:lnTo>
                <a:lnTo>
                  <a:pt x="1457325" y="1085850"/>
                </a:lnTo>
                <a:lnTo>
                  <a:pt x="1457325" y="1066800"/>
                </a:lnTo>
                <a:lnTo>
                  <a:pt x="1447800" y="1066800"/>
                </a:lnTo>
                <a:lnTo>
                  <a:pt x="1447800" y="1057275"/>
                </a:lnTo>
                <a:lnTo>
                  <a:pt x="1457325" y="1057275"/>
                </a:lnTo>
                <a:close/>
                <a:moveTo>
                  <a:pt x="1362075" y="1066800"/>
                </a:moveTo>
                <a:lnTo>
                  <a:pt x="1371600" y="1066800"/>
                </a:lnTo>
                <a:lnTo>
                  <a:pt x="1371600" y="1085850"/>
                </a:lnTo>
                <a:lnTo>
                  <a:pt x="1381125" y="1085850"/>
                </a:lnTo>
                <a:lnTo>
                  <a:pt x="1381125" y="1104900"/>
                </a:lnTo>
                <a:lnTo>
                  <a:pt x="1371600" y="1104900"/>
                </a:lnTo>
                <a:lnTo>
                  <a:pt x="1371600" y="1123950"/>
                </a:lnTo>
                <a:lnTo>
                  <a:pt x="1352550" y="1123950"/>
                </a:lnTo>
                <a:lnTo>
                  <a:pt x="1352550" y="1114425"/>
                </a:lnTo>
                <a:lnTo>
                  <a:pt x="1333500" y="1114425"/>
                </a:lnTo>
                <a:lnTo>
                  <a:pt x="1333500" y="1076325"/>
                </a:lnTo>
                <a:lnTo>
                  <a:pt x="1362075" y="1076325"/>
                </a:lnTo>
                <a:close/>
                <a:moveTo>
                  <a:pt x="123825" y="1162050"/>
                </a:moveTo>
                <a:lnTo>
                  <a:pt x="152400" y="1162050"/>
                </a:lnTo>
                <a:lnTo>
                  <a:pt x="152400" y="1171575"/>
                </a:lnTo>
                <a:lnTo>
                  <a:pt x="161925" y="1171575"/>
                </a:lnTo>
                <a:lnTo>
                  <a:pt x="161925" y="1190625"/>
                </a:lnTo>
                <a:lnTo>
                  <a:pt x="171450" y="1190625"/>
                </a:lnTo>
                <a:lnTo>
                  <a:pt x="171450" y="1200150"/>
                </a:lnTo>
                <a:lnTo>
                  <a:pt x="180975" y="1200150"/>
                </a:lnTo>
                <a:lnTo>
                  <a:pt x="180975" y="1219200"/>
                </a:lnTo>
                <a:lnTo>
                  <a:pt x="171450" y="1219200"/>
                </a:lnTo>
                <a:lnTo>
                  <a:pt x="171450" y="1238250"/>
                </a:lnTo>
                <a:lnTo>
                  <a:pt x="161925" y="1238250"/>
                </a:lnTo>
                <a:lnTo>
                  <a:pt x="161925" y="1257300"/>
                </a:lnTo>
                <a:lnTo>
                  <a:pt x="142875" y="1257300"/>
                </a:lnTo>
                <a:lnTo>
                  <a:pt x="142875" y="1266825"/>
                </a:lnTo>
                <a:lnTo>
                  <a:pt x="133350" y="1266825"/>
                </a:lnTo>
                <a:lnTo>
                  <a:pt x="133350" y="1257300"/>
                </a:lnTo>
                <a:lnTo>
                  <a:pt x="114300" y="1257300"/>
                </a:lnTo>
                <a:lnTo>
                  <a:pt x="114300" y="1247775"/>
                </a:lnTo>
                <a:lnTo>
                  <a:pt x="133350" y="1247775"/>
                </a:lnTo>
                <a:lnTo>
                  <a:pt x="133350" y="1219200"/>
                </a:lnTo>
                <a:lnTo>
                  <a:pt x="123825" y="1219200"/>
                </a:lnTo>
                <a:lnTo>
                  <a:pt x="123825" y="1209675"/>
                </a:lnTo>
                <a:lnTo>
                  <a:pt x="104775" y="1209675"/>
                </a:lnTo>
                <a:lnTo>
                  <a:pt x="104775" y="1190625"/>
                </a:lnTo>
                <a:lnTo>
                  <a:pt x="123825" y="1190625"/>
                </a:lnTo>
                <a:close/>
                <a:moveTo>
                  <a:pt x="1428750" y="1162050"/>
                </a:moveTo>
                <a:lnTo>
                  <a:pt x="1438275" y="1162050"/>
                </a:lnTo>
                <a:lnTo>
                  <a:pt x="1438275" y="1181100"/>
                </a:lnTo>
                <a:lnTo>
                  <a:pt x="1447800" y="1181100"/>
                </a:lnTo>
                <a:lnTo>
                  <a:pt x="1447800" y="1200150"/>
                </a:lnTo>
                <a:lnTo>
                  <a:pt x="1438275" y="1200150"/>
                </a:lnTo>
                <a:lnTo>
                  <a:pt x="1438275" y="1209675"/>
                </a:lnTo>
                <a:lnTo>
                  <a:pt x="1457325" y="1209675"/>
                </a:lnTo>
                <a:lnTo>
                  <a:pt x="1457325" y="1219200"/>
                </a:lnTo>
                <a:lnTo>
                  <a:pt x="1466850" y="1219200"/>
                </a:lnTo>
                <a:lnTo>
                  <a:pt x="1466850" y="1200150"/>
                </a:lnTo>
                <a:lnTo>
                  <a:pt x="1476375" y="1200150"/>
                </a:lnTo>
                <a:lnTo>
                  <a:pt x="1476375" y="1190625"/>
                </a:lnTo>
                <a:lnTo>
                  <a:pt x="1485900" y="1190625"/>
                </a:lnTo>
                <a:lnTo>
                  <a:pt x="1485900" y="1181100"/>
                </a:lnTo>
                <a:lnTo>
                  <a:pt x="1495425" y="1181100"/>
                </a:lnTo>
                <a:lnTo>
                  <a:pt x="1495425" y="1171575"/>
                </a:lnTo>
                <a:lnTo>
                  <a:pt x="1504950" y="1171575"/>
                </a:lnTo>
                <a:lnTo>
                  <a:pt x="1504950" y="1219200"/>
                </a:lnTo>
                <a:lnTo>
                  <a:pt x="1495425" y="1219200"/>
                </a:lnTo>
                <a:lnTo>
                  <a:pt x="1495425" y="1238250"/>
                </a:lnTo>
                <a:lnTo>
                  <a:pt x="1476375" y="1238250"/>
                </a:lnTo>
                <a:lnTo>
                  <a:pt x="1476375" y="1247775"/>
                </a:lnTo>
                <a:lnTo>
                  <a:pt x="1466850" y="1247775"/>
                </a:lnTo>
                <a:lnTo>
                  <a:pt x="1466850" y="1238250"/>
                </a:lnTo>
                <a:lnTo>
                  <a:pt x="1428750" y="1238250"/>
                </a:lnTo>
                <a:lnTo>
                  <a:pt x="1428750" y="1200150"/>
                </a:lnTo>
                <a:lnTo>
                  <a:pt x="1419225" y="1200150"/>
                </a:lnTo>
                <a:lnTo>
                  <a:pt x="1419225" y="1171575"/>
                </a:lnTo>
                <a:lnTo>
                  <a:pt x="1428750" y="1171575"/>
                </a:lnTo>
                <a:close/>
                <a:moveTo>
                  <a:pt x="85725" y="1181100"/>
                </a:moveTo>
                <a:lnTo>
                  <a:pt x="95250" y="1181100"/>
                </a:lnTo>
                <a:lnTo>
                  <a:pt x="95250" y="1190625"/>
                </a:lnTo>
                <a:lnTo>
                  <a:pt x="85725" y="1190625"/>
                </a:lnTo>
                <a:close/>
                <a:moveTo>
                  <a:pt x="76200" y="1190625"/>
                </a:moveTo>
                <a:lnTo>
                  <a:pt x="85725" y="1190625"/>
                </a:lnTo>
                <a:lnTo>
                  <a:pt x="85725" y="1200150"/>
                </a:lnTo>
                <a:lnTo>
                  <a:pt x="76200" y="1200150"/>
                </a:lnTo>
                <a:close/>
                <a:moveTo>
                  <a:pt x="228600" y="1304925"/>
                </a:moveTo>
                <a:lnTo>
                  <a:pt x="247650" y="1304925"/>
                </a:lnTo>
                <a:lnTo>
                  <a:pt x="247650" y="1314450"/>
                </a:lnTo>
                <a:lnTo>
                  <a:pt x="238125" y="1314450"/>
                </a:lnTo>
                <a:lnTo>
                  <a:pt x="238125" y="1323975"/>
                </a:lnTo>
                <a:lnTo>
                  <a:pt x="228600" y="1323975"/>
                </a:lnTo>
                <a:close/>
                <a:moveTo>
                  <a:pt x="152400" y="1323975"/>
                </a:moveTo>
                <a:lnTo>
                  <a:pt x="161925" y="1323975"/>
                </a:lnTo>
                <a:lnTo>
                  <a:pt x="161925" y="1333500"/>
                </a:lnTo>
                <a:lnTo>
                  <a:pt x="171450" y="1333500"/>
                </a:lnTo>
                <a:lnTo>
                  <a:pt x="171450" y="1343025"/>
                </a:lnTo>
                <a:lnTo>
                  <a:pt x="152400" y="1343025"/>
                </a:lnTo>
                <a:lnTo>
                  <a:pt x="152400" y="1352550"/>
                </a:lnTo>
                <a:lnTo>
                  <a:pt x="123825" y="1352550"/>
                </a:lnTo>
                <a:lnTo>
                  <a:pt x="123825" y="1343025"/>
                </a:lnTo>
                <a:lnTo>
                  <a:pt x="142875" y="1343025"/>
                </a:lnTo>
                <a:lnTo>
                  <a:pt x="142875" y="1333500"/>
                </a:lnTo>
                <a:lnTo>
                  <a:pt x="152400" y="1333500"/>
                </a:lnTo>
                <a:close/>
                <a:moveTo>
                  <a:pt x="1200150" y="1343025"/>
                </a:moveTo>
                <a:lnTo>
                  <a:pt x="1238250" y="1343025"/>
                </a:lnTo>
                <a:lnTo>
                  <a:pt x="1238250" y="1352550"/>
                </a:lnTo>
                <a:lnTo>
                  <a:pt x="1200150" y="1352550"/>
                </a:lnTo>
                <a:close/>
                <a:moveTo>
                  <a:pt x="476250" y="1352550"/>
                </a:moveTo>
                <a:lnTo>
                  <a:pt x="485775" y="1352550"/>
                </a:lnTo>
                <a:lnTo>
                  <a:pt x="485775" y="1371600"/>
                </a:lnTo>
                <a:lnTo>
                  <a:pt x="495300" y="1371600"/>
                </a:lnTo>
                <a:lnTo>
                  <a:pt x="495300" y="1362075"/>
                </a:lnTo>
                <a:lnTo>
                  <a:pt x="523875" y="1362075"/>
                </a:lnTo>
                <a:lnTo>
                  <a:pt x="523875" y="1371600"/>
                </a:lnTo>
                <a:lnTo>
                  <a:pt x="504825" y="1371600"/>
                </a:lnTo>
                <a:lnTo>
                  <a:pt x="504825" y="1381125"/>
                </a:lnTo>
                <a:lnTo>
                  <a:pt x="495300" y="1381125"/>
                </a:lnTo>
                <a:lnTo>
                  <a:pt x="495300" y="1400175"/>
                </a:lnTo>
                <a:lnTo>
                  <a:pt x="504825" y="1400175"/>
                </a:lnTo>
                <a:lnTo>
                  <a:pt x="504825" y="1409700"/>
                </a:lnTo>
                <a:lnTo>
                  <a:pt x="514350" y="1409700"/>
                </a:lnTo>
                <a:lnTo>
                  <a:pt x="514350" y="1419225"/>
                </a:lnTo>
                <a:lnTo>
                  <a:pt x="495300" y="1419225"/>
                </a:lnTo>
                <a:lnTo>
                  <a:pt x="495300" y="1438275"/>
                </a:lnTo>
                <a:lnTo>
                  <a:pt x="485775" y="1438275"/>
                </a:lnTo>
                <a:lnTo>
                  <a:pt x="485775" y="1419225"/>
                </a:lnTo>
                <a:lnTo>
                  <a:pt x="476250" y="1419225"/>
                </a:lnTo>
                <a:lnTo>
                  <a:pt x="476250" y="1390650"/>
                </a:lnTo>
                <a:lnTo>
                  <a:pt x="485775" y="1390650"/>
                </a:lnTo>
                <a:lnTo>
                  <a:pt x="485775" y="1381125"/>
                </a:lnTo>
                <a:lnTo>
                  <a:pt x="476250" y="1381125"/>
                </a:lnTo>
                <a:lnTo>
                  <a:pt x="476250" y="1371600"/>
                </a:lnTo>
                <a:lnTo>
                  <a:pt x="457200" y="1371600"/>
                </a:lnTo>
                <a:lnTo>
                  <a:pt x="457200" y="1381125"/>
                </a:lnTo>
                <a:lnTo>
                  <a:pt x="438150" y="1381125"/>
                </a:lnTo>
                <a:lnTo>
                  <a:pt x="438150" y="1371600"/>
                </a:lnTo>
                <a:lnTo>
                  <a:pt x="447675" y="1371600"/>
                </a:lnTo>
                <a:lnTo>
                  <a:pt x="447675" y="1362075"/>
                </a:lnTo>
                <a:lnTo>
                  <a:pt x="476250" y="1362075"/>
                </a:lnTo>
                <a:close/>
                <a:moveTo>
                  <a:pt x="1362075" y="1352550"/>
                </a:moveTo>
                <a:lnTo>
                  <a:pt x="1381125" y="1352550"/>
                </a:lnTo>
                <a:lnTo>
                  <a:pt x="1381125" y="1371600"/>
                </a:lnTo>
                <a:lnTo>
                  <a:pt x="1362075" y="1371600"/>
                </a:lnTo>
                <a:close/>
                <a:moveTo>
                  <a:pt x="171450" y="1362075"/>
                </a:moveTo>
                <a:lnTo>
                  <a:pt x="180975" y="1362075"/>
                </a:lnTo>
                <a:lnTo>
                  <a:pt x="180975" y="1381125"/>
                </a:lnTo>
                <a:lnTo>
                  <a:pt x="171450" y="1381125"/>
                </a:lnTo>
                <a:close/>
                <a:moveTo>
                  <a:pt x="561975" y="1362075"/>
                </a:moveTo>
                <a:lnTo>
                  <a:pt x="571500" y="1362075"/>
                </a:lnTo>
                <a:lnTo>
                  <a:pt x="571500" y="1371600"/>
                </a:lnTo>
                <a:lnTo>
                  <a:pt x="561975" y="1371600"/>
                </a:lnTo>
                <a:close/>
                <a:moveTo>
                  <a:pt x="666750" y="1362075"/>
                </a:moveTo>
                <a:lnTo>
                  <a:pt x="685800" y="1362075"/>
                </a:lnTo>
                <a:lnTo>
                  <a:pt x="685800" y="1381125"/>
                </a:lnTo>
                <a:lnTo>
                  <a:pt x="676275" y="1381125"/>
                </a:lnTo>
                <a:lnTo>
                  <a:pt x="676275" y="1371600"/>
                </a:lnTo>
                <a:lnTo>
                  <a:pt x="666750" y="1371600"/>
                </a:lnTo>
                <a:close/>
                <a:moveTo>
                  <a:pt x="723900" y="1371600"/>
                </a:moveTo>
                <a:lnTo>
                  <a:pt x="733425" y="1371600"/>
                </a:lnTo>
                <a:lnTo>
                  <a:pt x="733425" y="1381125"/>
                </a:lnTo>
                <a:lnTo>
                  <a:pt x="752475" y="1381125"/>
                </a:lnTo>
                <a:lnTo>
                  <a:pt x="752475" y="1400175"/>
                </a:lnTo>
                <a:lnTo>
                  <a:pt x="733425" y="1400175"/>
                </a:lnTo>
                <a:lnTo>
                  <a:pt x="733425" y="1409700"/>
                </a:lnTo>
                <a:lnTo>
                  <a:pt x="704850" y="1409700"/>
                </a:lnTo>
                <a:lnTo>
                  <a:pt x="704850" y="1390650"/>
                </a:lnTo>
                <a:lnTo>
                  <a:pt x="714375" y="1390650"/>
                </a:lnTo>
                <a:lnTo>
                  <a:pt x="714375" y="1381125"/>
                </a:lnTo>
                <a:lnTo>
                  <a:pt x="723900" y="1381125"/>
                </a:lnTo>
                <a:close/>
                <a:moveTo>
                  <a:pt x="381000" y="1400175"/>
                </a:moveTo>
                <a:lnTo>
                  <a:pt x="400050" y="1400175"/>
                </a:lnTo>
                <a:lnTo>
                  <a:pt x="400050" y="1409700"/>
                </a:lnTo>
                <a:lnTo>
                  <a:pt x="409575" y="1409700"/>
                </a:lnTo>
                <a:lnTo>
                  <a:pt x="409575" y="1419225"/>
                </a:lnTo>
                <a:lnTo>
                  <a:pt x="381000" y="1419225"/>
                </a:lnTo>
                <a:lnTo>
                  <a:pt x="381000" y="1438275"/>
                </a:lnTo>
                <a:lnTo>
                  <a:pt x="352425" y="1438275"/>
                </a:lnTo>
                <a:lnTo>
                  <a:pt x="352425" y="1428750"/>
                </a:lnTo>
                <a:lnTo>
                  <a:pt x="361950" y="1428750"/>
                </a:lnTo>
                <a:lnTo>
                  <a:pt x="361950" y="1409700"/>
                </a:lnTo>
                <a:lnTo>
                  <a:pt x="381000" y="1409700"/>
                </a:lnTo>
                <a:close/>
                <a:moveTo>
                  <a:pt x="428625" y="1400175"/>
                </a:moveTo>
                <a:lnTo>
                  <a:pt x="447675" y="1400175"/>
                </a:lnTo>
                <a:lnTo>
                  <a:pt x="447675" y="1419225"/>
                </a:lnTo>
                <a:lnTo>
                  <a:pt x="419100" y="1419225"/>
                </a:lnTo>
                <a:lnTo>
                  <a:pt x="419100" y="1409700"/>
                </a:lnTo>
                <a:lnTo>
                  <a:pt x="428625" y="1409700"/>
                </a:lnTo>
                <a:close/>
                <a:moveTo>
                  <a:pt x="609600" y="1400175"/>
                </a:moveTo>
                <a:lnTo>
                  <a:pt x="628650" y="1400175"/>
                </a:lnTo>
                <a:lnTo>
                  <a:pt x="628650" y="1409700"/>
                </a:lnTo>
                <a:lnTo>
                  <a:pt x="619125" y="1409700"/>
                </a:lnTo>
                <a:lnTo>
                  <a:pt x="619125" y="1438275"/>
                </a:lnTo>
                <a:lnTo>
                  <a:pt x="600075" y="1438275"/>
                </a:lnTo>
                <a:lnTo>
                  <a:pt x="600075" y="1428750"/>
                </a:lnTo>
                <a:lnTo>
                  <a:pt x="609600" y="1428750"/>
                </a:lnTo>
                <a:lnTo>
                  <a:pt x="609600" y="1419225"/>
                </a:lnTo>
                <a:lnTo>
                  <a:pt x="600075" y="1419225"/>
                </a:lnTo>
                <a:lnTo>
                  <a:pt x="600075" y="1409700"/>
                </a:lnTo>
                <a:lnTo>
                  <a:pt x="609600" y="1409700"/>
                </a:lnTo>
                <a:close/>
                <a:moveTo>
                  <a:pt x="676275" y="1419225"/>
                </a:moveTo>
                <a:lnTo>
                  <a:pt x="695325" y="1419225"/>
                </a:lnTo>
                <a:lnTo>
                  <a:pt x="695325" y="1438275"/>
                </a:lnTo>
                <a:lnTo>
                  <a:pt x="647700" y="1438275"/>
                </a:lnTo>
                <a:lnTo>
                  <a:pt x="647700" y="1428750"/>
                </a:lnTo>
                <a:lnTo>
                  <a:pt x="676275" y="1428750"/>
                </a:lnTo>
                <a:close/>
                <a:moveTo>
                  <a:pt x="781050" y="1419225"/>
                </a:moveTo>
                <a:lnTo>
                  <a:pt x="838200" y="1419225"/>
                </a:lnTo>
                <a:lnTo>
                  <a:pt x="838200" y="1428750"/>
                </a:lnTo>
                <a:lnTo>
                  <a:pt x="847725" y="1428750"/>
                </a:lnTo>
                <a:lnTo>
                  <a:pt x="847725" y="1438275"/>
                </a:lnTo>
                <a:lnTo>
                  <a:pt x="838200" y="1438275"/>
                </a:lnTo>
                <a:lnTo>
                  <a:pt x="838200" y="1447800"/>
                </a:lnTo>
                <a:lnTo>
                  <a:pt x="781050" y="1447800"/>
                </a:lnTo>
                <a:lnTo>
                  <a:pt x="781050" y="1438275"/>
                </a:lnTo>
                <a:lnTo>
                  <a:pt x="771525" y="1438275"/>
                </a:lnTo>
                <a:lnTo>
                  <a:pt x="771525" y="1428750"/>
                </a:lnTo>
                <a:lnTo>
                  <a:pt x="781050" y="1428750"/>
                </a:lnTo>
                <a:close/>
                <a:moveTo>
                  <a:pt x="904875" y="1419225"/>
                </a:moveTo>
                <a:lnTo>
                  <a:pt x="914400" y="1419225"/>
                </a:lnTo>
                <a:lnTo>
                  <a:pt x="914400" y="1428750"/>
                </a:lnTo>
                <a:lnTo>
                  <a:pt x="933450" y="1428750"/>
                </a:lnTo>
                <a:lnTo>
                  <a:pt x="933450" y="1447800"/>
                </a:lnTo>
                <a:lnTo>
                  <a:pt x="895350" y="1447800"/>
                </a:lnTo>
                <a:lnTo>
                  <a:pt x="895350" y="1438275"/>
                </a:lnTo>
                <a:lnTo>
                  <a:pt x="885825" y="1438275"/>
                </a:lnTo>
                <a:lnTo>
                  <a:pt x="885825" y="1428750"/>
                </a:lnTo>
                <a:lnTo>
                  <a:pt x="904875" y="1428750"/>
                </a:lnTo>
                <a:close/>
                <a:moveTo>
                  <a:pt x="400050" y="1428750"/>
                </a:moveTo>
                <a:lnTo>
                  <a:pt x="428625" y="1428750"/>
                </a:lnTo>
                <a:lnTo>
                  <a:pt x="428625" y="1438275"/>
                </a:lnTo>
                <a:lnTo>
                  <a:pt x="400050" y="1438275"/>
                </a:lnTo>
                <a:close/>
              </a:path>
            </a:pathLst>
          </a:custGeom>
          <a:solidFill xmlns:a="http://schemas.openxmlformats.org/drawingml/2006/main">
            <a:srgbClr val="FEF7E5"/>
          </a:solidFill>
          <a:ln xmlns:a="http://schemas.openxmlformats.org/drawingml/2006/main" w="0">
            <a:noFill/>
          </a:ln>
        </p:spPr>
      </p:sp>
      <p:sp>
        <p:nvSpPr>
          <p:cNvPr id="53" name="logo vector #fef6e1">
            <a:extLst xmlns:a="http://schemas.openxmlformats.org/drawingml/2006/main">
              <a:ext uri="{FF2B5EF4-FFF2-40B4-BE49-F238E27FC236}">
                <a16:creationId xmlns:a16="http://schemas.microsoft.com/office/drawing/2014/main" id="{34D2161B-3DF8-4148-915C-92A4D0F9141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219700" y="4476750"/>
            <a:ext cx="1581150" cy="1485900"/>
          </a:xfrm>
          <a:custGeom xmlns:a="http://schemas.openxmlformats.org/drawingml/2006/main">
            <a:pathLst>
              <a:path w="1581150" h="1485900">
                <a:moveTo>
                  <a:pt x="657225" y="0"/>
                </a:moveTo>
                <a:lnTo>
                  <a:pt x="685800" y="0"/>
                </a:lnTo>
                <a:lnTo>
                  <a:pt x="685800" y="9525"/>
                </a:lnTo>
                <a:lnTo>
                  <a:pt x="676275" y="9525"/>
                </a:lnTo>
                <a:lnTo>
                  <a:pt x="676275" y="19050"/>
                </a:lnTo>
                <a:lnTo>
                  <a:pt x="657225" y="19050"/>
                </a:lnTo>
                <a:close/>
                <a:moveTo>
                  <a:pt x="676275" y="19050"/>
                </a:moveTo>
                <a:lnTo>
                  <a:pt x="695325" y="19050"/>
                </a:lnTo>
                <a:lnTo>
                  <a:pt x="695325" y="28575"/>
                </a:lnTo>
                <a:lnTo>
                  <a:pt x="676275" y="28575"/>
                </a:lnTo>
                <a:close/>
                <a:moveTo>
                  <a:pt x="828675" y="19050"/>
                </a:moveTo>
                <a:lnTo>
                  <a:pt x="838200" y="19050"/>
                </a:lnTo>
                <a:lnTo>
                  <a:pt x="838200" y="28575"/>
                </a:lnTo>
                <a:lnTo>
                  <a:pt x="828675" y="28575"/>
                </a:lnTo>
                <a:close/>
                <a:moveTo>
                  <a:pt x="361950" y="28575"/>
                </a:moveTo>
                <a:lnTo>
                  <a:pt x="371475" y="28575"/>
                </a:lnTo>
                <a:lnTo>
                  <a:pt x="371475" y="38100"/>
                </a:lnTo>
                <a:lnTo>
                  <a:pt x="361950" y="38100"/>
                </a:lnTo>
                <a:close/>
                <a:moveTo>
                  <a:pt x="1276350" y="57150"/>
                </a:moveTo>
                <a:lnTo>
                  <a:pt x="1285875" y="57150"/>
                </a:lnTo>
                <a:lnTo>
                  <a:pt x="1285875" y="66675"/>
                </a:lnTo>
                <a:lnTo>
                  <a:pt x="1276350" y="66675"/>
                </a:lnTo>
                <a:close/>
                <a:moveTo>
                  <a:pt x="1095375" y="85725"/>
                </a:moveTo>
                <a:lnTo>
                  <a:pt x="1114425" y="85725"/>
                </a:lnTo>
                <a:lnTo>
                  <a:pt x="1114425" y="95250"/>
                </a:lnTo>
                <a:lnTo>
                  <a:pt x="1095375" y="95250"/>
                </a:lnTo>
                <a:close/>
                <a:moveTo>
                  <a:pt x="1133475" y="85725"/>
                </a:moveTo>
                <a:lnTo>
                  <a:pt x="1143000" y="85725"/>
                </a:lnTo>
                <a:lnTo>
                  <a:pt x="1143000" y="95250"/>
                </a:lnTo>
                <a:lnTo>
                  <a:pt x="1133475" y="95250"/>
                </a:lnTo>
                <a:close/>
                <a:moveTo>
                  <a:pt x="409575" y="95250"/>
                </a:moveTo>
                <a:lnTo>
                  <a:pt x="438150" y="95250"/>
                </a:lnTo>
                <a:lnTo>
                  <a:pt x="438150" y="104775"/>
                </a:lnTo>
                <a:lnTo>
                  <a:pt x="409575" y="104775"/>
                </a:lnTo>
                <a:close/>
                <a:moveTo>
                  <a:pt x="447675" y="95250"/>
                </a:moveTo>
                <a:lnTo>
                  <a:pt x="476250" y="95250"/>
                </a:lnTo>
                <a:lnTo>
                  <a:pt x="476250" y="104775"/>
                </a:lnTo>
                <a:lnTo>
                  <a:pt x="447675" y="104775"/>
                </a:lnTo>
                <a:close/>
                <a:moveTo>
                  <a:pt x="1028700" y="95250"/>
                </a:moveTo>
                <a:lnTo>
                  <a:pt x="1057275" y="95250"/>
                </a:lnTo>
                <a:lnTo>
                  <a:pt x="1057275" y="104775"/>
                </a:lnTo>
                <a:lnTo>
                  <a:pt x="1028700" y="104775"/>
                </a:lnTo>
                <a:close/>
                <a:moveTo>
                  <a:pt x="1143000" y="95250"/>
                </a:moveTo>
                <a:lnTo>
                  <a:pt x="1181100" y="95250"/>
                </a:lnTo>
                <a:lnTo>
                  <a:pt x="1181100" y="104775"/>
                </a:lnTo>
                <a:lnTo>
                  <a:pt x="1143000" y="104775"/>
                </a:lnTo>
                <a:close/>
                <a:moveTo>
                  <a:pt x="381000" y="104775"/>
                </a:moveTo>
                <a:lnTo>
                  <a:pt x="409575" y="104775"/>
                </a:lnTo>
                <a:lnTo>
                  <a:pt x="409575" y="114300"/>
                </a:lnTo>
                <a:lnTo>
                  <a:pt x="400050" y="114300"/>
                </a:lnTo>
                <a:lnTo>
                  <a:pt x="400050" y="123825"/>
                </a:lnTo>
                <a:lnTo>
                  <a:pt x="409575" y="123825"/>
                </a:lnTo>
                <a:lnTo>
                  <a:pt x="409575" y="133350"/>
                </a:lnTo>
                <a:lnTo>
                  <a:pt x="419100" y="133350"/>
                </a:lnTo>
                <a:lnTo>
                  <a:pt x="419100" y="123825"/>
                </a:lnTo>
                <a:lnTo>
                  <a:pt x="447675" y="123825"/>
                </a:lnTo>
                <a:lnTo>
                  <a:pt x="447675" y="142875"/>
                </a:lnTo>
                <a:lnTo>
                  <a:pt x="438150" y="142875"/>
                </a:lnTo>
                <a:lnTo>
                  <a:pt x="438150" y="152400"/>
                </a:lnTo>
                <a:lnTo>
                  <a:pt x="400050" y="152400"/>
                </a:lnTo>
                <a:lnTo>
                  <a:pt x="400050" y="142875"/>
                </a:lnTo>
                <a:lnTo>
                  <a:pt x="390525" y="142875"/>
                </a:lnTo>
                <a:lnTo>
                  <a:pt x="390525" y="123825"/>
                </a:lnTo>
                <a:lnTo>
                  <a:pt x="381000" y="123825"/>
                </a:lnTo>
                <a:close/>
                <a:moveTo>
                  <a:pt x="1209675" y="114300"/>
                </a:moveTo>
                <a:lnTo>
                  <a:pt x="1228725" y="114300"/>
                </a:lnTo>
                <a:lnTo>
                  <a:pt x="1228725" y="123825"/>
                </a:lnTo>
                <a:lnTo>
                  <a:pt x="1238250" y="123825"/>
                </a:lnTo>
                <a:lnTo>
                  <a:pt x="1238250" y="142875"/>
                </a:lnTo>
                <a:lnTo>
                  <a:pt x="1228725" y="142875"/>
                </a:lnTo>
                <a:lnTo>
                  <a:pt x="1228725" y="133350"/>
                </a:lnTo>
                <a:lnTo>
                  <a:pt x="1209675" y="133350"/>
                </a:lnTo>
                <a:close/>
                <a:moveTo>
                  <a:pt x="371475" y="123825"/>
                </a:moveTo>
                <a:lnTo>
                  <a:pt x="381000" y="123825"/>
                </a:lnTo>
                <a:lnTo>
                  <a:pt x="381000" y="142875"/>
                </a:lnTo>
                <a:lnTo>
                  <a:pt x="371475" y="142875"/>
                </a:lnTo>
                <a:close/>
                <a:moveTo>
                  <a:pt x="323850" y="142875"/>
                </a:moveTo>
                <a:lnTo>
                  <a:pt x="333375" y="142875"/>
                </a:lnTo>
                <a:lnTo>
                  <a:pt x="333375" y="152400"/>
                </a:lnTo>
                <a:lnTo>
                  <a:pt x="323850" y="152400"/>
                </a:lnTo>
                <a:close/>
                <a:moveTo>
                  <a:pt x="1190625" y="142875"/>
                </a:moveTo>
                <a:lnTo>
                  <a:pt x="1200150" y="142875"/>
                </a:lnTo>
                <a:lnTo>
                  <a:pt x="1200150" y="152400"/>
                </a:lnTo>
                <a:lnTo>
                  <a:pt x="1190625" y="152400"/>
                </a:lnTo>
                <a:close/>
                <a:moveTo>
                  <a:pt x="1219200" y="142875"/>
                </a:moveTo>
                <a:lnTo>
                  <a:pt x="1228725" y="142875"/>
                </a:lnTo>
                <a:lnTo>
                  <a:pt x="1228725" y="152400"/>
                </a:lnTo>
                <a:lnTo>
                  <a:pt x="1219200" y="152400"/>
                </a:lnTo>
                <a:close/>
                <a:moveTo>
                  <a:pt x="1238250" y="142875"/>
                </a:moveTo>
                <a:lnTo>
                  <a:pt x="1247775" y="142875"/>
                </a:lnTo>
                <a:lnTo>
                  <a:pt x="1247775" y="152400"/>
                </a:lnTo>
                <a:lnTo>
                  <a:pt x="1238250" y="152400"/>
                </a:lnTo>
                <a:close/>
                <a:moveTo>
                  <a:pt x="276225" y="161925"/>
                </a:moveTo>
                <a:lnTo>
                  <a:pt x="285750" y="161925"/>
                </a:lnTo>
                <a:lnTo>
                  <a:pt x="285750" y="180975"/>
                </a:lnTo>
                <a:lnTo>
                  <a:pt x="276225" y="180975"/>
                </a:lnTo>
                <a:lnTo>
                  <a:pt x="276225" y="190500"/>
                </a:lnTo>
                <a:lnTo>
                  <a:pt x="266700" y="190500"/>
                </a:lnTo>
                <a:lnTo>
                  <a:pt x="266700" y="200025"/>
                </a:lnTo>
                <a:lnTo>
                  <a:pt x="257175" y="200025"/>
                </a:lnTo>
                <a:lnTo>
                  <a:pt x="257175" y="180975"/>
                </a:lnTo>
                <a:lnTo>
                  <a:pt x="266700" y="180975"/>
                </a:lnTo>
                <a:lnTo>
                  <a:pt x="266700" y="171450"/>
                </a:lnTo>
                <a:lnTo>
                  <a:pt x="276225" y="171450"/>
                </a:lnTo>
                <a:close/>
                <a:moveTo>
                  <a:pt x="342900" y="180975"/>
                </a:moveTo>
                <a:lnTo>
                  <a:pt x="352425" y="180975"/>
                </a:lnTo>
                <a:lnTo>
                  <a:pt x="352425" y="190500"/>
                </a:lnTo>
                <a:lnTo>
                  <a:pt x="361950" y="190500"/>
                </a:lnTo>
                <a:lnTo>
                  <a:pt x="361950" y="200025"/>
                </a:lnTo>
                <a:lnTo>
                  <a:pt x="342900" y="200025"/>
                </a:lnTo>
                <a:close/>
                <a:moveTo>
                  <a:pt x="247650" y="200025"/>
                </a:moveTo>
                <a:lnTo>
                  <a:pt x="257175" y="200025"/>
                </a:lnTo>
                <a:lnTo>
                  <a:pt x="257175" y="209550"/>
                </a:lnTo>
                <a:lnTo>
                  <a:pt x="247650" y="209550"/>
                </a:lnTo>
                <a:close/>
                <a:moveTo>
                  <a:pt x="676275" y="200025"/>
                </a:moveTo>
                <a:lnTo>
                  <a:pt x="742950" y="200025"/>
                </a:lnTo>
                <a:lnTo>
                  <a:pt x="742950" y="209550"/>
                </a:lnTo>
                <a:lnTo>
                  <a:pt x="714375" y="209550"/>
                </a:lnTo>
                <a:lnTo>
                  <a:pt x="714375" y="219075"/>
                </a:lnTo>
                <a:lnTo>
                  <a:pt x="704850" y="219075"/>
                </a:lnTo>
                <a:lnTo>
                  <a:pt x="704850" y="228600"/>
                </a:lnTo>
                <a:lnTo>
                  <a:pt x="695325" y="228600"/>
                </a:lnTo>
                <a:lnTo>
                  <a:pt x="695325" y="238125"/>
                </a:lnTo>
                <a:lnTo>
                  <a:pt x="666750" y="238125"/>
                </a:lnTo>
                <a:lnTo>
                  <a:pt x="666750" y="219075"/>
                </a:lnTo>
                <a:lnTo>
                  <a:pt x="685800" y="219075"/>
                </a:lnTo>
                <a:lnTo>
                  <a:pt x="685800" y="209550"/>
                </a:lnTo>
                <a:lnTo>
                  <a:pt x="676275" y="209550"/>
                </a:lnTo>
                <a:close/>
                <a:moveTo>
                  <a:pt x="152400" y="209550"/>
                </a:moveTo>
                <a:lnTo>
                  <a:pt x="161925" y="209550"/>
                </a:lnTo>
                <a:lnTo>
                  <a:pt x="161925" y="219075"/>
                </a:lnTo>
                <a:lnTo>
                  <a:pt x="152400" y="219075"/>
                </a:lnTo>
                <a:close/>
                <a:moveTo>
                  <a:pt x="752475" y="209550"/>
                </a:moveTo>
                <a:lnTo>
                  <a:pt x="762000" y="209550"/>
                </a:lnTo>
                <a:lnTo>
                  <a:pt x="762000" y="219075"/>
                </a:lnTo>
                <a:lnTo>
                  <a:pt x="752475" y="219075"/>
                </a:lnTo>
                <a:close/>
                <a:moveTo>
                  <a:pt x="1257300" y="209550"/>
                </a:moveTo>
                <a:lnTo>
                  <a:pt x="1266825" y="209550"/>
                </a:lnTo>
                <a:lnTo>
                  <a:pt x="1266825" y="219075"/>
                </a:lnTo>
                <a:lnTo>
                  <a:pt x="1257300" y="219075"/>
                </a:lnTo>
                <a:close/>
                <a:moveTo>
                  <a:pt x="1419225" y="209550"/>
                </a:moveTo>
                <a:lnTo>
                  <a:pt x="1428750" y="209550"/>
                </a:lnTo>
                <a:lnTo>
                  <a:pt x="1428750" y="228600"/>
                </a:lnTo>
                <a:lnTo>
                  <a:pt x="1419225" y="228600"/>
                </a:lnTo>
                <a:close/>
                <a:moveTo>
                  <a:pt x="228600" y="219075"/>
                </a:moveTo>
                <a:lnTo>
                  <a:pt x="238125" y="219075"/>
                </a:lnTo>
                <a:lnTo>
                  <a:pt x="238125" y="238125"/>
                </a:lnTo>
                <a:lnTo>
                  <a:pt x="228600" y="238125"/>
                </a:lnTo>
                <a:close/>
                <a:moveTo>
                  <a:pt x="1266825" y="219075"/>
                </a:moveTo>
                <a:lnTo>
                  <a:pt x="1276350" y="219075"/>
                </a:lnTo>
                <a:lnTo>
                  <a:pt x="1276350" y="228600"/>
                </a:lnTo>
                <a:lnTo>
                  <a:pt x="1266825" y="228600"/>
                </a:lnTo>
                <a:close/>
                <a:moveTo>
                  <a:pt x="1285875" y="219075"/>
                </a:moveTo>
                <a:lnTo>
                  <a:pt x="1314450" y="219075"/>
                </a:lnTo>
                <a:lnTo>
                  <a:pt x="1314450" y="238125"/>
                </a:lnTo>
                <a:lnTo>
                  <a:pt x="1295400" y="238125"/>
                </a:lnTo>
                <a:lnTo>
                  <a:pt x="1295400" y="228600"/>
                </a:lnTo>
                <a:lnTo>
                  <a:pt x="1285875" y="228600"/>
                </a:lnTo>
                <a:close/>
                <a:moveTo>
                  <a:pt x="142875" y="228600"/>
                </a:moveTo>
                <a:lnTo>
                  <a:pt x="152400" y="228600"/>
                </a:lnTo>
                <a:lnTo>
                  <a:pt x="152400" y="247650"/>
                </a:lnTo>
                <a:lnTo>
                  <a:pt x="142875" y="247650"/>
                </a:lnTo>
                <a:close/>
                <a:moveTo>
                  <a:pt x="219075" y="238125"/>
                </a:moveTo>
                <a:lnTo>
                  <a:pt x="228600" y="238125"/>
                </a:lnTo>
                <a:lnTo>
                  <a:pt x="228600" y="247650"/>
                </a:lnTo>
                <a:lnTo>
                  <a:pt x="219075" y="247650"/>
                </a:lnTo>
                <a:close/>
                <a:moveTo>
                  <a:pt x="1428750" y="238125"/>
                </a:moveTo>
                <a:lnTo>
                  <a:pt x="1438275" y="238125"/>
                </a:lnTo>
                <a:lnTo>
                  <a:pt x="1438275" y="257175"/>
                </a:lnTo>
                <a:lnTo>
                  <a:pt x="1428750" y="257175"/>
                </a:lnTo>
                <a:close/>
                <a:moveTo>
                  <a:pt x="314325" y="257175"/>
                </a:moveTo>
                <a:lnTo>
                  <a:pt x="323850" y="257175"/>
                </a:lnTo>
                <a:lnTo>
                  <a:pt x="323850" y="266700"/>
                </a:lnTo>
                <a:lnTo>
                  <a:pt x="314325" y="266700"/>
                </a:lnTo>
                <a:close/>
                <a:moveTo>
                  <a:pt x="1323975" y="257175"/>
                </a:moveTo>
                <a:lnTo>
                  <a:pt x="1333500" y="257175"/>
                </a:lnTo>
                <a:lnTo>
                  <a:pt x="1333500" y="266700"/>
                </a:lnTo>
                <a:lnTo>
                  <a:pt x="1323975" y="266700"/>
                </a:lnTo>
                <a:close/>
                <a:moveTo>
                  <a:pt x="1276350" y="266700"/>
                </a:moveTo>
                <a:lnTo>
                  <a:pt x="1285875" y="266700"/>
                </a:lnTo>
                <a:lnTo>
                  <a:pt x="1285875" y="276225"/>
                </a:lnTo>
                <a:lnTo>
                  <a:pt x="1276350" y="276225"/>
                </a:lnTo>
                <a:close/>
                <a:moveTo>
                  <a:pt x="1438275" y="266700"/>
                </a:moveTo>
                <a:lnTo>
                  <a:pt x="1447800" y="266700"/>
                </a:lnTo>
                <a:lnTo>
                  <a:pt x="1447800" y="390525"/>
                </a:lnTo>
                <a:lnTo>
                  <a:pt x="1438275" y="390525"/>
                </a:lnTo>
                <a:close/>
                <a:moveTo>
                  <a:pt x="1314450" y="276225"/>
                </a:moveTo>
                <a:lnTo>
                  <a:pt x="1333500" y="276225"/>
                </a:lnTo>
                <a:lnTo>
                  <a:pt x="1333500" y="285750"/>
                </a:lnTo>
                <a:lnTo>
                  <a:pt x="1343025" y="285750"/>
                </a:lnTo>
                <a:lnTo>
                  <a:pt x="1343025" y="295275"/>
                </a:lnTo>
                <a:lnTo>
                  <a:pt x="1323975" y="295275"/>
                </a:lnTo>
                <a:lnTo>
                  <a:pt x="1323975" y="314325"/>
                </a:lnTo>
                <a:lnTo>
                  <a:pt x="1314450" y="314325"/>
                </a:lnTo>
                <a:lnTo>
                  <a:pt x="1314450" y="342900"/>
                </a:lnTo>
                <a:lnTo>
                  <a:pt x="1304925" y="342900"/>
                </a:lnTo>
                <a:lnTo>
                  <a:pt x="1304925" y="333375"/>
                </a:lnTo>
                <a:lnTo>
                  <a:pt x="1295400" y="333375"/>
                </a:lnTo>
                <a:lnTo>
                  <a:pt x="1295400" y="314325"/>
                </a:lnTo>
                <a:lnTo>
                  <a:pt x="1285875" y="314325"/>
                </a:lnTo>
                <a:lnTo>
                  <a:pt x="1285875" y="304800"/>
                </a:lnTo>
                <a:lnTo>
                  <a:pt x="1295400" y="304800"/>
                </a:lnTo>
                <a:lnTo>
                  <a:pt x="1295400" y="295275"/>
                </a:lnTo>
                <a:lnTo>
                  <a:pt x="1304925" y="295275"/>
                </a:lnTo>
                <a:lnTo>
                  <a:pt x="1304925" y="285750"/>
                </a:lnTo>
                <a:lnTo>
                  <a:pt x="1314450" y="285750"/>
                </a:lnTo>
                <a:close/>
                <a:moveTo>
                  <a:pt x="419100" y="285750"/>
                </a:moveTo>
                <a:lnTo>
                  <a:pt x="428625" y="285750"/>
                </a:lnTo>
                <a:lnTo>
                  <a:pt x="428625" y="295275"/>
                </a:lnTo>
                <a:lnTo>
                  <a:pt x="438150" y="295275"/>
                </a:lnTo>
                <a:lnTo>
                  <a:pt x="438150" y="314325"/>
                </a:lnTo>
                <a:lnTo>
                  <a:pt x="409575" y="314325"/>
                </a:lnTo>
                <a:lnTo>
                  <a:pt x="409575" y="304800"/>
                </a:lnTo>
                <a:lnTo>
                  <a:pt x="400050" y="304800"/>
                </a:lnTo>
                <a:lnTo>
                  <a:pt x="400050" y="295275"/>
                </a:lnTo>
                <a:lnTo>
                  <a:pt x="419100" y="295275"/>
                </a:lnTo>
                <a:close/>
                <a:moveTo>
                  <a:pt x="1352550" y="285750"/>
                </a:moveTo>
                <a:lnTo>
                  <a:pt x="1371600" y="285750"/>
                </a:lnTo>
                <a:lnTo>
                  <a:pt x="1371600" y="304800"/>
                </a:lnTo>
                <a:lnTo>
                  <a:pt x="1362075" y="304800"/>
                </a:lnTo>
                <a:lnTo>
                  <a:pt x="1362075" y="295275"/>
                </a:lnTo>
                <a:lnTo>
                  <a:pt x="1352550" y="295275"/>
                </a:lnTo>
                <a:close/>
                <a:moveTo>
                  <a:pt x="314325" y="304800"/>
                </a:moveTo>
                <a:lnTo>
                  <a:pt x="323850" y="304800"/>
                </a:lnTo>
                <a:lnTo>
                  <a:pt x="323850" y="323850"/>
                </a:lnTo>
                <a:lnTo>
                  <a:pt x="314325" y="323850"/>
                </a:lnTo>
                <a:close/>
                <a:moveTo>
                  <a:pt x="1371600" y="304800"/>
                </a:moveTo>
                <a:lnTo>
                  <a:pt x="1381125" y="304800"/>
                </a:lnTo>
                <a:lnTo>
                  <a:pt x="1381125" y="314325"/>
                </a:lnTo>
                <a:lnTo>
                  <a:pt x="1371600" y="314325"/>
                </a:lnTo>
                <a:close/>
                <a:moveTo>
                  <a:pt x="247650" y="314325"/>
                </a:moveTo>
                <a:lnTo>
                  <a:pt x="266700" y="314325"/>
                </a:lnTo>
                <a:lnTo>
                  <a:pt x="266700" y="323850"/>
                </a:lnTo>
                <a:lnTo>
                  <a:pt x="247650" y="323850"/>
                </a:lnTo>
                <a:close/>
                <a:moveTo>
                  <a:pt x="200025" y="323850"/>
                </a:moveTo>
                <a:lnTo>
                  <a:pt x="209550" y="323850"/>
                </a:lnTo>
                <a:lnTo>
                  <a:pt x="209550" y="342900"/>
                </a:lnTo>
                <a:lnTo>
                  <a:pt x="200025" y="342900"/>
                </a:lnTo>
                <a:close/>
                <a:moveTo>
                  <a:pt x="123825" y="361950"/>
                </a:moveTo>
                <a:lnTo>
                  <a:pt x="133350" y="361950"/>
                </a:lnTo>
                <a:lnTo>
                  <a:pt x="133350" y="390525"/>
                </a:lnTo>
                <a:lnTo>
                  <a:pt x="123825" y="390525"/>
                </a:lnTo>
                <a:close/>
                <a:moveTo>
                  <a:pt x="209550" y="371475"/>
                </a:moveTo>
                <a:lnTo>
                  <a:pt x="219075" y="371475"/>
                </a:lnTo>
                <a:lnTo>
                  <a:pt x="219075" y="400050"/>
                </a:lnTo>
                <a:lnTo>
                  <a:pt x="209550" y="400050"/>
                </a:lnTo>
                <a:close/>
                <a:moveTo>
                  <a:pt x="428625" y="390525"/>
                </a:moveTo>
                <a:lnTo>
                  <a:pt x="438150" y="390525"/>
                </a:lnTo>
                <a:lnTo>
                  <a:pt x="438150" y="400050"/>
                </a:lnTo>
                <a:lnTo>
                  <a:pt x="447675" y="400050"/>
                </a:lnTo>
                <a:lnTo>
                  <a:pt x="447675" y="409575"/>
                </a:lnTo>
                <a:lnTo>
                  <a:pt x="438150" y="409575"/>
                </a:lnTo>
                <a:lnTo>
                  <a:pt x="438150" y="419100"/>
                </a:lnTo>
                <a:lnTo>
                  <a:pt x="428625" y="419100"/>
                </a:lnTo>
                <a:close/>
                <a:moveTo>
                  <a:pt x="523875" y="390525"/>
                </a:moveTo>
                <a:lnTo>
                  <a:pt x="542925" y="390525"/>
                </a:lnTo>
                <a:lnTo>
                  <a:pt x="542925" y="409575"/>
                </a:lnTo>
                <a:lnTo>
                  <a:pt x="533400" y="409575"/>
                </a:lnTo>
                <a:lnTo>
                  <a:pt x="533400" y="419100"/>
                </a:lnTo>
                <a:lnTo>
                  <a:pt x="514350" y="419100"/>
                </a:lnTo>
                <a:lnTo>
                  <a:pt x="514350" y="409575"/>
                </a:lnTo>
                <a:lnTo>
                  <a:pt x="523875" y="409575"/>
                </a:lnTo>
                <a:close/>
                <a:moveTo>
                  <a:pt x="647700" y="390525"/>
                </a:moveTo>
                <a:lnTo>
                  <a:pt x="657225" y="390525"/>
                </a:lnTo>
                <a:lnTo>
                  <a:pt x="657225" y="400050"/>
                </a:lnTo>
                <a:lnTo>
                  <a:pt x="647700" y="400050"/>
                </a:lnTo>
                <a:close/>
                <a:moveTo>
                  <a:pt x="1114425" y="390525"/>
                </a:moveTo>
                <a:lnTo>
                  <a:pt x="1123950" y="390525"/>
                </a:lnTo>
                <a:lnTo>
                  <a:pt x="1123950" y="400050"/>
                </a:lnTo>
                <a:lnTo>
                  <a:pt x="1133475" y="400050"/>
                </a:lnTo>
                <a:lnTo>
                  <a:pt x="1133475" y="409575"/>
                </a:lnTo>
                <a:lnTo>
                  <a:pt x="1104900" y="409575"/>
                </a:lnTo>
                <a:lnTo>
                  <a:pt x="1104900" y="419100"/>
                </a:lnTo>
                <a:lnTo>
                  <a:pt x="1085850" y="419100"/>
                </a:lnTo>
                <a:lnTo>
                  <a:pt x="1085850" y="409575"/>
                </a:lnTo>
                <a:lnTo>
                  <a:pt x="1076325" y="409575"/>
                </a:lnTo>
                <a:lnTo>
                  <a:pt x="1076325" y="400050"/>
                </a:lnTo>
                <a:lnTo>
                  <a:pt x="1114425" y="400050"/>
                </a:lnTo>
                <a:close/>
                <a:moveTo>
                  <a:pt x="219075" y="400050"/>
                </a:moveTo>
                <a:lnTo>
                  <a:pt x="228600" y="400050"/>
                </a:lnTo>
                <a:lnTo>
                  <a:pt x="228600" y="409575"/>
                </a:lnTo>
                <a:lnTo>
                  <a:pt x="219075" y="409575"/>
                </a:lnTo>
                <a:close/>
                <a:moveTo>
                  <a:pt x="485775" y="400050"/>
                </a:moveTo>
                <a:lnTo>
                  <a:pt x="495300" y="400050"/>
                </a:lnTo>
                <a:lnTo>
                  <a:pt x="495300" y="409575"/>
                </a:lnTo>
                <a:lnTo>
                  <a:pt x="504825" y="409575"/>
                </a:lnTo>
                <a:lnTo>
                  <a:pt x="504825" y="419100"/>
                </a:lnTo>
                <a:lnTo>
                  <a:pt x="514350" y="419100"/>
                </a:lnTo>
                <a:lnTo>
                  <a:pt x="514350" y="428625"/>
                </a:lnTo>
                <a:lnTo>
                  <a:pt x="495300" y="428625"/>
                </a:lnTo>
                <a:lnTo>
                  <a:pt x="495300" y="419100"/>
                </a:lnTo>
                <a:lnTo>
                  <a:pt x="485775" y="419100"/>
                </a:lnTo>
                <a:close/>
                <a:moveTo>
                  <a:pt x="600075" y="400050"/>
                </a:moveTo>
                <a:lnTo>
                  <a:pt x="647700" y="400050"/>
                </a:lnTo>
                <a:lnTo>
                  <a:pt x="647700" y="409575"/>
                </a:lnTo>
                <a:lnTo>
                  <a:pt x="638175" y="409575"/>
                </a:lnTo>
                <a:lnTo>
                  <a:pt x="638175" y="419100"/>
                </a:lnTo>
                <a:lnTo>
                  <a:pt x="628650" y="419100"/>
                </a:lnTo>
                <a:lnTo>
                  <a:pt x="628650" y="409575"/>
                </a:lnTo>
                <a:lnTo>
                  <a:pt x="600075" y="409575"/>
                </a:lnTo>
                <a:close/>
                <a:moveTo>
                  <a:pt x="314325" y="409575"/>
                </a:moveTo>
                <a:lnTo>
                  <a:pt x="323850" y="409575"/>
                </a:lnTo>
                <a:lnTo>
                  <a:pt x="323850" y="419100"/>
                </a:lnTo>
                <a:lnTo>
                  <a:pt x="333375" y="419100"/>
                </a:lnTo>
                <a:lnTo>
                  <a:pt x="333375" y="457200"/>
                </a:lnTo>
                <a:lnTo>
                  <a:pt x="323850" y="457200"/>
                </a:lnTo>
                <a:lnTo>
                  <a:pt x="323850" y="447675"/>
                </a:lnTo>
                <a:lnTo>
                  <a:pt x="314325" y="447675"/>
                </a:lnTo>
                <a:lnTo>
                  <a:pt x="314325" y="438150"/>
                </a:lnTo>
                <a:lnTo>
                  <a:pt x="304800" y="438150"/>
                </a:lnTo>
                <a:lnTo>
                  <a:pt x="304800" y="428625"/>
                </a:lnTo>
                <a:lnTo>
                  <a:pt x="314325" y="428625"/>
                </a:lnTo>
                <a:close/>
                <a:moveTo>
                  <a:pt x="419100" y="419100"/>
                </a:moveTo>
                <a:lnTo>
                  <a:pt x="428625" y="419100"/>
                </a:lnTo>
                <a:lnTo>
                  <a:pt x="428625" y="466725"/>
                </a:lnTo>
                <a:lnTo>
                  <a:pt x="438150" y="466725"/>
                </a:lnTo>
                <a:lnTo>
                  <a:pt x="438150" y="476250"/>
                </a:lnTo>
                <a:lnTo>
                  <a:pt x="428625" y="476250"/>
                </a:lnTo>
                <a:lnTo>
                  <a:pt x="428625" y="485775"/>
                </a:lnTo>
                <a:lnTo>
                  <a:pt x="419100" y="485775"/>
                </a:lnTo>
                <a:close/>
                <a:moveTo>
                  <a:pt x="123825" y="428625"/>
                </a:moveTo>
                <a:lnTo>
                  <a:pt x="133350" y="428625"/>
                </a:lnTo>
                <a:lnTo>
                  <a:pt x="133350" y="438150"/>
                </a:lnTo>
                <a:lnTo>
                  <a:pt x="123825" y="438150"/>
                </a:lnTo>
                <a:close/>
                <a:moveTo>
                  <a:pt x="266700" y="428625"/>
                </a:moveTo>
                <a:lnTo>
                  <a:pt x="285750" y="428625"/>
                </a:lnTo>
                <a:lnTo>
                  <a:pt x="285750" y="447675"/>
                </a:lnTo>
                <a:lnTo>
                  <a:pt x="266700" y="447675"/>
                </a:lnTo>
                <a:close/>
                <a:moveTo>
                  <a:pt x="133350" y="447675"/>
                </a:moveTo>
                <a:lnTo>
                  <a:pt x="142875" y="447675"/>
                </a:lnTo>
                <a:lnTo>
                  <a:pt x="142875" y="466725"/>
                </a:lnTo>
                <a:lnTo>
                  <a:pt x="133350" y="466725"/>
                </a:lnTo>
                <a:close/>
                <a:moveTo>
                  <a:pt x="495300" y="466725"/>
                </a:moveTo>
                <a:lnTo>
                  <a:pt x="514350" y="466725"/>
                </a:lnTo>
                <a:lnTo>
                  <a:pt x="514350" y="485775"/>
                </a:lnTo>
                <a:lnTo>
                  <a:pt x="495300" y="485775"/>
                </a:lnTo>
                <a:close/>
                <a:moveTo>
                  <a:pt x="1143000" y="466725"/>
                </a:moveTo>
                <a:lnTo>
                  <a:pt x="1162050" y="466725"/>
                </a:lnTo>
                <a:lnTo>
                  <a:pt x="1162050" y="485775"/>
                </a:lnTo>
                <a:lnTo>
                  <a:pt x="1143000" y="485775"/>
                </a:lnTo>
                <a:close/>
                <a:moveTo>
                  <a:pt x="1371600" y="466725"/>
                </a:moveTo>
                <a:lnTo>
                  <a:pt x="1381125" y="466725"/>
                </a:lnTo>
                <a:lnTo>
                  <a:pt x="1381125" y="495300"/>
                </a:lnTo>
                <a:lnTo>
                  <a:pt x="1371600" y="495300"/>
                </a:lnTo>
                <a:lnTo>
                  <a:pt x="1371600" y="523875"/>
                </a:lnTo>
                <a:lnTo>
                  <a:pt x="1362075" y="523875"/>
                </a:lnTo>
                <a:lnTo>
                  <a:pt x="1362075" y="552450"/>
                </a:lnTo>
                <a:lnTo>
                  <a:pt x="1352550" y="552450"/>
                </a:lnTo>
                <a:lnTo>
                  <a:pt x="1352550" y="504825"/>
                </a:lnTo>
                <a:lnTo>
                  <a:pt x="1362075" y="504825"/>
                </a:lnTo>
                <a:lnTo>
                  <a:pt x="1362075" y="485775"/>
                </a:lnTo>
                <a:lnTo>
                  <a:pt x="1371600" y="485775"/>
                </a:lnTo>
                <a:close/>
                <a:moveTo>
                  <a:pt x="295275" y="485775"/>
                </a:moveTo>
                <a:lnTo>
                  <a:pt x="304800" y="485775"/>
                </a:lnTo>
                <a:lnTo>
                  <a:pt x="304800" y="495300"/>
                </a:lnTo>
                <a:lnTo>
                  <a:pt x="295275" y="495300"/>
                </a:lnTo>
                <a:close/>
                <a:moveTo>
                  <a:pt x="123825" y="495300"/>
                </a:moveTo>
                <a:lnTo>
                  <a:pt x="133350" y="495300"/>
                </a:lnTo>
                <a:lnTo>
                  <a:pt x="133350" y="523875"/>
                </a:lnTo>
                <a:lnTo>
                  <a:pt x="123825" y="523875"/>
                </a:lnTo>
                <a:close/>
                <a:moveTo>
                  <a:pt x="200025" y="514350"/>
                </a:moveTo>
                <a:lnTo>
                  <a:pt x="209550" y="514350"/>
                </a:lnTo>
                <a:lnTo>
                  <a:pt x="209550" y="542925"/>
                </a:lnTo>
                <a:lnTo>
                  <a:pt x="200025" y="542925"/>
                </a:lnTo>
                <a:close/>
                <a:moveTo>
                  <a:pt x="1476375" y="533400"/>
                </a:moveTo>
                <a:lnTo>
                  <a:pt x="1485900" y="533400"/>
                </a:lnTo>
                <a:lnTo>
                  <a:pt x="1485900" y="542925"/>
                </a:lnTo>
                <a:lnTo>
                  <a:pt x="1476375" y="542925"/>
                </a:lnTo>
                <a:close/>
                <a:moveTo>
                  <a:pt x="1352550" y="561975"/>
                </a:moveTo>
                <a:lnTo>
                  <a:pt x="1362075" y="561975"/>
                </a:lnTo>
                <a:lnTo>
                  <a:pt x="1362075" y="619125"/>
                </a:lnTo>
                <a:lnTo>
                  <a:pt x="1371600" y="619125"/>
                </a:lnTo>
                <a:lnTo>
                  <a:pt x="1371600" y="638175"/>
                </a:lnTo>
                <a:lnTo>
                  <a:pt x="1362075" y="638175"/>
                </a:lnTo>
                <a:lnTo>
                  <a:pt x="1362075" y="628650"/>
                </a:lnTo>
                <a:lnTo>
                  <a:pt x="1343025" y="628650"/>
                </a:lnTo>
                <a:lnTo>
                  <a:pt x="1343025" y="619125"/>
                </a:lnTo>
                <a:lnTo>
                  <a:pt x="1333500" y="619125"/>
                </a:lnTo>
                <a:lnTo>
                  <a:pt x="1333500" y="590550"/>
                </a:lnTo>
                <a:lnTo>
                  <a:pt x="1343025" y="590550"/>
                </a:lnTo>
                <a:lnTo>
                  <a:pt x="1343025" y="581025"/>
                </a:lnTo>
                <a:lnTo>
                  <a:pt x="1352550" y="581025"/>
                </a:lnTo>
                <a:close/>
                <a:moveTo>
                  <a:pt x="123825" y="581025"/>
                </a:moveTo>
                <a:lnTo>
                  <a:pt x="133350" y="581025"/>
                </a:lnTo>
                <a:lnTo>
                  <a:pt x="133350" y="590550"/>
                </a:lnTo>
                <a:lnTo>
                  <a:pt x="123825" y="590550"/>
                </a:lnTo>
                <a:close/>
                <a:moveTo>
                  <a:pt x="200025" y="609600"/>
                </a:moveTo>
                <a:lnTo>
                  <a:pt x="209550" y="609600"/>
                </a:lnTo>
                <a:lnTo>
                  <a:pt x="209550" y="619125"/>
                </a:lnTo>
                <a:lnTo>
                  <a:pt x="200025" y="619125"/>
                </a:lnTo>
                <a:close/>
                <a:moveTo>
                  <a:pt x="200025" y="628650"/>
                </a:moveTo>
                <a:lnTo>
                  <a:pt x="209550" y="628650"/>
                </a:lnTo>
                <a:lnTo>
                  <a:pt x="209550" y="638175"/>
                </a:lnTo>
                <a:lnTo>
                  <a:pt x="200025" y="638175"/>
                </a:lnTo>
                <a:close/>
                <a:moveTo>
                  <a:pt x="1447800" y="628650"/>
                </a:moveTo>
                <a:lnTo>
                  <a:pt x="1457325" y="628650"/>
                </a:lnTo>
                <a:lnTo>
                  <a:pt x="1457325" y="638175"/>
                </a:lnTo>
                <a:lnTo>
                  <a:pt x="1447800" y="638175"/>
                </a:lnTo>
                <a:close/>
                <a:moveTo>
                  <a:pt x="1371600" y="638175"/>
                </a:moveTo>
                <a:lnTo>
                  <a:pt x="1381125" y="638175"/>
                </a:lnTo>
                <a:lnTo>
                  <a:pt x="1381125" y="647700"/>
                </a:lnTo>
                <a:lnTo>
                  <a:pt x="1371600" y="647700"/>
                </a:lnTo>
                <a:close/>
                <a:moveTo>
                  <a:pt x="1447800" y="647700"/>
                </a:moveTo>
                <a:lnTo>
                  <a:pt x="1457325" y="647700"/>
                </a:lnTo>
                <a:lnTo>
                  <a:pt x="1457325" y="666750"/>
                </a:lnTo>
                <a:lnTo>
                  <a:pt x="1447800" y="666750"/>
                </a:lnTo>
                <a:close/>
                <a:moveTo>
                  <a:pt x="123825" y="666750"/>
                </a:moveTo>
                <a:lnTo>
                  <a:pt x="142875" y="666750"/>
                </a:lnTo>
                <a:lnTo>
                  <a:pt x="142875" y="685800"/>
                </a:lnTo>
                <a:lnTo>
                  <a:pt x="133350" y="685800"/>
                </a:lnTo>
                <a:lnTo>
                  <a:pt x="133350" y="704850"/>
                </a:lnTo>
                <a:lnTo>
                  <a:pt x="123825" y="704850"/>
                </a:lnTo>
                <a:close/>
                <a:moveTo>
                  <a:pt x="1438275" y="666750"/>
                </a:moveTo>
                <a:lnTo>
                  <a:pt x="1447800" y="666750"/>
                </a:lnTo>
                <a:lnTo>
                  <a:pt x="1447800" y="723900"/>
                </a:lnTo>
                <a:lnTo>
                  <a:pt x="1438275" y="723900"/>
                </a:lnTo>
                <a:close/>
                <a:moveTo>
                  <a:pt x="200025" y="714375"/>
                </a:moveTo>
                <a:lnTo>
                  <a:pt x="209550" y="714375"/>
                </a:lnTo>
                <a:lnTo>
                  <a:pt x="209550" y="733425"/>
                </a:lnTo>
                <a:lnTo>
                  <a:pt x="200025" y="733425"/>
                </a:lnTo>
                <a:close/>
                <a:moveTo>
                  <a:pt x="209550" y="733425"/>
                </a:moveTo>
                <a:lnTo>
                  <a:pt x="219075" y="733425"/>
                </a:lnTo>
                <a:lnTo>
                  <a:pt x="219075" y="742950"/>
                </a:lnTo>
                <a:lnTo>
                  <a:pt x="209550" y="742950"/>
                </a:lnTo>
                <a:close/>
                <a:moveTo>
                  <a:pt x="228600" y="762000"/>
                </a:moveTo>
                <a:lnTo>
                  <a:pt x="238125" y="762000"/>
                </a:lnTo>
                <a:lnTo>
                  <a:pt x="238125" y="771525"/>
                </a:lnTo>
                <a:lnTo>
                  <a:pt x="247650" y="771525"/>
                </a:lnTo>
                <a:lnTo>
                  <a:pt x="247650" y="790575"/>
                </a:lnTo>
                <a:lnTo>
                  <a:pt x="257175" y="790575"/>
                </a:lnTo>
                <a:lnTo>
                  <a:pt x="257175" y="800100"/>
                </a:lnTo>
                <a:lnTo>
                  <a:pt x="276225" y="800100"/>
                </a:lnTo>
                <a:lnTo>
                  <a:pt x="276225" y="809625"/>
                </a:lnTo>
                <a:lnTo>
                  <a:pt x="285750" y="809625"/>
                </a:lnTo>
                <a:lnTo>
                  <a:pt x="285750" y="800100"/>
                </a:lnTo>
                <a:lnTo>
                  <a:pt x="295275" y="800100"/>
                </a:lnTo>
                <a:lnTo>
                  <a:pt x="295275" y="781050"/>
                </a:lnTo>
                <a:lnTo>
                  <a:pt x="304800" y="781050"/>
                </a:lnTo>
                <a:lnTo>
                  <a:pt x="304800" y="771525"/>
                </a:lnTo>
                <a:lnTo>
                  <a:pt x="314325" y="771525"/>
                </a:lnTo>
                <a:lnTo>
                  <a:pt x="314325" y="800100"/>
                </a:lnTo>
                <a:lnTo>
                  <a:pt x="304800" y="800100"/>
                </a:lnTo>
                <a:lnTo>
                  <a:pt x="304800" y="838200"/>
                </a:lnTo>
                <a:lnTo>
                  <a:pt x="314325" y="838200"/>
                </a:lnTo>
                <a:lnTo>
                  <a:pt x="314325" y="847725"/>
                </a:lnTo>
                <a:lnTo>
                  <a:pt x="304800" y="847725"/>
                </a:lnTo>
                <a:lnTo>
                  <a:pt x="304800" y="885825"/>
                </a:lnTo>
                <a:lnTo>
                  <a:pt x="314325" y="885825"/>
                </a:lnTo>
                <a:lnTo>
                  <a:pt x="314325" y="933450"/>
                </a:lnTo>
                <a:lnTo>
                  <a:pt x="304800" y="933450"/>
                </a:lnTo>
                <a:lnTo>
                  <a:pt x="304800" y="942975"/>
                </a:lnTo>
                <a:lnTo>
                  <a:pt x="295275" y="942975"/>
                </a:lnTo>
                <a:lnTo>
                  <a:pt x="295275" y="933450"/>
                </a:lnTo>
                <a:lnTo>
                  <a:pt x="266700" y="933450"/>
                </a:lnTo>
                <a:lnTo>
                  <a:pt x="266700" y="923925"/>
                </a:lnTo>
                <a:lnTo>
                  <a:pt x="238125" y="923925"/>
                </a:lnTo>
                <a:lnTo>
                  <a:pt x="238125" y="914400"/>
                </a:lnTo>
                <a:lnTo>
                  <a:pt x="247650" y="914400"/>
                </a:lnTo>
                <a:lnTo>
                  <a:pt x="247650" y="904875"/>
                </a:lnTo>
                <a:lnTo>
                  <a:pt x="228600" y="904875"/>
                </a:lnTo>
                <a:lnTo>
                  <a:pt x="228600" y="914400"/>
                </a:lnTo>
                <a:lnTo>
                  <a:pt x="219075" y="914400"/>
                </a:lnTo>
                <a:lnTo>
                  <a:pt x="219075" y="895350"/>
                </a:lnTo>
                <a:lnTo>
                  <a:pt x="209550" y="895350"/>
                </a:lnTo>
                <a:lnTo>
                  <a:pt x="209550" y="876300"/>
                </a:lnTo>
                <a:lnTo>
                  <a:pt x="200025" y="876300"/>
                </a:lnTo>
                <a:lnTo>
                  <a:pt x="200025" y="838200"/>
                </a:lnTo>
                <a:lnTo>
                  <a:pt x="219075" y="838200"/>
                </a:lnTo>
                <a:lnTo>
                  <a:pt x="219075" y="828675"/>
                </a:lnTo>
                <a:lnTo>
                  <a:pt x="209550" y="828675"/>
                </a:lnTo>
                <a:lnTo>
                  <a:pt x="209550" y="800100"/>
                </a:lnTo>
                <a:lnTo>
                  <a:pt x="219075" y="800100"/>
                </a:lnTo>
                <a:lnTo>
                  <a:pt x="219075" y="771525"/>
                </a:lnTo>
                <a:lnTo>
                  <a:pt x="228600" y="771525"/>
                </a:lnTo>
                <a:close/>
                <a:moveTo>
                  <a:pt x="1371600" y="762000"/>
                </a:moveTo>
                <a:lnTo>
                  <a:pt x="1381125" y="762000"/>
                </a:lnTo>
                <a:lnTo>
                  <a:pt x="1381125" y="790575"/>
                </a:lnTo>
                <a:lnTo>
                  <a:pt x="1371600" y="790575"/>
                </a:lnTo>
                <a:lnTo>
                  <a:pt x="1371600" y="838200"/>
                </a:lnTo>
                <a:lnTo>
                  <a:pt x="1381125" y="838200"/>
                </a:lnTo>
                <a:lnTo>
                  <a:pt x="1381125" y="857250"/>
                </a:lnTo>
                <a:lnTo>
                  <a:pt x="1371600" y="857250"/>
                </a:lnTo>
                <a:lnTo>
                  <a:pt x="1371600" y="904875"/>
                </a:lnTo>
                <a:lnTo>
                  <a:pt x="1352550" y="904875"/>
                </a:lnTo>
                <a:lnTo>
                  <a:pt x="1352550" y="885825"/>
                </a:lnTo>
                <a:lnTo>
                  <a:pt x="1333500" y="885825"/>
                </a:lnTo>
                <a:lnTo>
                  <a:pt x="1333500" y="847725"/>
                </a:lnTo>
                <a:lnTo>
                  <a:pt x="1352550" y="847725"/>
                </a:lnTo>
                <a:lnTo>
                  <a:pt x="1352550" y="838200"/>
                </a:lnTo>
                <a:lnTo>
                  <a:pt x="1362075" y="838200"/>
                </a:lnTo>
                <a:lnTo>
                  <a:pt x="1362075" y="828675"/>
                </a:lnTo>
                <a:lnTo>
                  <a:pt x="1352550" y="828675"/>
                </a:lnTo>
                <a:lnTo>
                  <a:pt x="1352550" y="800100"/>
                </a:lnTo>
                <a:lnTo>
                  <a:pt x="1362075" y="800100"/>
                </a:lnTo>
                <a:lnTo>
                  <a:pt x="1362075" y="771525"/>
                </a:lnTo>
                <a:lnTo>
                  <a:pt x="1371600" y="771525"/>
                </a:lnTo>
                <a:close/>
                <a:moveTo>
                  <a:pt x="1266825" y="790575"/>
                </a:moveTo>
                <a:lnTo>
                  <a:pt x="1276350" y="790575"/>
                </a:lnTo>
                <a:lnTo>
                  <a:pt x="1276350" y="800100"/>
                </a:lnTo>
                <a:lnTo>
                  <a:pt x="1266825" y="800100"/>
                </a:lnTo>
                <a:close/>
                <a:moveTo>
                  <a:pt x="123825" y="800100"/>
                </a:moveTo>
                <a:lnTo>
                  <a:pt x="133350" y="800100"/>
                </a:lnTo>
                <a:lnTo>
                  <a:pt x="133350" y="809625"/>
                </a:lnTo>
                <a:lnTo>
                  <a:pt x="123825" y="809625"/>
                </a:lnTo>
                <a:close/>
                <a:moveTo>
                  <a:pt x="1266825" y="809625"/>
                </a:moveTo>
                <a:lnTo>
                  <a:pt x="1276350" y="809625"/>
                </a:lnTo>
                <a:lnTo>
                  <a:pt x="1276350" y="819150"/>
                </a:lnTo>
                <a:lnTo>
                  <a:pt x="1266825" y="819150"/>
                </a:lnTo>
                <a:close/>
                <a:moveTo>
                  <a:pt x="1447800" y="809625"/>
                </a:moveTo>
                <a:lnTo>
                  <a:pt x="1457325" y="809625"/>
                </a:lnTo>
                <a:lnTo>
                  <a:pt x="1457325" y="866775"/>
                </a:lnTo>
                <a:lnTo>
                  <a:pt x="1447800" y="866775"/>
                </a:lnTo>
                <a:close/>
                <a:moveTo>
                  <a:pt x="123825" y="819150"/>
                </a:moveTo>
                <a:lnTo>
                  <a:pt x="133350" y="819150"/>
                </a:lnTo>
                <a:lnTo>
                  <a:pt x="133350" y="876300"/>
                </a:lnTo>
                <a:lnTo>
                  <a:pt x="123825" y="876300"/>
                </a:lnTo>
                <a:close/>
                <a:moveTo>
                  <a:pt x="238125" y="838200"/>
                </a:moveTo>
                <a:lnTo>
                  <a:pt x="247650" y="838200"/>
                </a:lnTo>
                <a:lnTo>
                  <a:pt x="247650" y="847725"/>
                </a:lnTo>
                <a:lnTo>
                  <a:pt x="238125" y="847725"/>
                </a:lnTo>
                <a:lnTo>
                  <a:pt x="238125" y="876300"/>
                </a:lnTo>
                <a:lnTo>
                  <a:pt x="257175" y="876300"/>
                </a:lnTo>
                <a:lnTo>
                  <a:pt x="257175" y="866775"/>
                </a:lnTo>
                <a:lnTo>
                  <a:pt x="247650" y="866775"/>
                </a:lnTo>
                <a:lnTo>
                  <a:pt x="247650" y="857250"/>
                </a:lnTo>
                <a:lnTo>
                  <a:pt x="257175" y="857250"/>
                </a:lnTo>
                <a:lnTo>
                  <a:pt x="257175" y="847725"/>
                </a:lnTo>
                <a:lnTo>
                  <a:pt x="266700" y="847725"/>
                </a:lnTo>
                <a:lnTo>
                  <a:pt x="266700" y="828675"/>
                </a:lnTo>
                <a:lnTo>
                  <a:pt x="238125" y="828675"/>
                </a:lnTo>
                <a:close/>
                <a:moveTo>
                  <a:pt x="1285875" y="838200"/>
                </a:moveTo>
                <a:lnTo>
                  <a:pt x="1295400" y="838200"/>
                </a:lnTo>
                <a:lnTo>
                  <a:pt x="1295400" y="847725"/>
                </a:lnTo>
                <a:lnTo>
                  <a:pt x="1285875" y="847725"/>
                </a:lnTo>
                <a:close/>
                <a:moveTo>
                  <a:pt x="1276350" y="847725"/>
                </a:moveTo>
                <a:lnTo>
                  <a:pt x="1285875" y="847725"/>
                </a:lnTo>
                <a:lnTo>
                  <a:pt x="1285875" y="866775"/>
                </a:lnTo>
                <a:lnTo>
                  <a:pt x="1276350" y="866775"/>
                </a:lnTo>
                <a:close/>
                <a:moveTo>
                  <a:pt x="1276350" y="876300"/>
                </a:moveTo>
                <a:lnTo>
                  <a:pt x="1285875" y="876300"/>
                </a:lnTo>
                <a:lnTo>
                  <a:pt x="1285875" y="885825"/>
                </a:lnTo>
                <a:lnTo>
                  <a:pt x="1276350" y="885825"/>
                </a:lnTo>
                <a:close/>
                <a:moveTo>
                  <a:pt x="123825" y="885825"/>
                </a:moveTo>
                <a:lnTo>
                  <a:pt x="133350" y="885825"/>
                </a:lnTo>
                <a:lnTo>
                  <a:pt x="133350" y="923925"/>
                </a:lnTo>
                <a:lnTo>
                  <a:pt x="123825" y="923925"/>
                </a:lnTo>
                <a:close/>
                <a:moveTo>
                  <a:pt x="1266825" y="895350"/>
                </a:moveTo>
                <a:lnTo>
                  <a:pt x="1276350" y="895350"/>
                </a:lnTo>
                <a:lnTo>
                  <a:pt x="1276350" y="904875"/>
                </a:lnTo>
                <a:lnTo>
                  <a:pt x="1266825" y="904875"/>
                </a:lnTo>
                <a:close/>
                <a:moveTo>
                  <a:pt x="266700" y="914400"/>
                </a:moveTo>
                <a:lnTo>
                  <a:pt x="285750" y="914400"/>
                </a:lnTo>
                <a:lnTo>
                  <a:pt x="285750" y="923925"/>
                </a:lnTo>
                <a:lnTo>
                  <a:pt x="295275" y="923925"/>
                </a:lnTo>
                <a:lnTo>
                  <a:pt x="295275" y="914400"/>
                </a:lnTo>
                <a:lnTo>
                  <a:pt x="304800" y="914400"/>
                </a:lnTo>
                <a:lnTo>
                  <a:pt x="304800" y="904875"/>
                </a:lnTo>
                <a:lnTo>
                  <a:pt x="295275" y="904875"/>
                </a:lnTo>
                <a:lnTo>
                  <a:pt x="295275" y="895350"/>
                </a:lnTo>
                <a:lnTo>
                  <a:pt x="276225" y="895350"/>
                </a:lnTo>
                <a:lnTo>
                  <a:pt x="276225" y="904875"/>
                </a:lnTo>
                <a:lnTo>
                  <a:pt x="266700" y="904875"/>
                </a:lnTo>
                <a:close/>
                <a:moveTo>
                  <a:pt x="1266825" y="914400"/>
                </a:moveTo>
                <a:lnTo>
                  <a:pt x="1276350" y="914400"/>
                </a:lnTo>
                <a:lnTo>
                  <a:pt x="1276350" y="923925"/>
                </a:lnTo>
                <a:lnTo>
                  <a:pt x="1266825" y="923925"/>
                </a:lnTo>
                <a:close/>
                <a:moveTo>
                  <a:pt x="1343025" y="923925"/>
                </a:moveTo>
                <a:lnTo>
                  <a:pt x="1352550" y="923925"/>
                </a:lnTo>
                <a:lnTo>
                  <a:pt x="1352550" y="981075"/>
                </a:lnTo>
                <a:lnTo>
                  <a:pt x="1343025" y="981075"/>
                </a:lnTo>
                <a:lnTo>
                  <a:pt x="1343025" y="990600"/>
                </a:lnTo>
                <a:lnTo>
                  <a:pt x="1333500" y="990600"/>
                </a:lnTo>
                <a:lnTo>
                  <a:pt x="1333500" y="933450"/>
                </a:lnTo>
                <a:lnTo>
                  <a:pt x="1343025" y="933450"/>
                </a:lnTo>
                <a:close/>
                <a:moveTo>
                  <a:pt x="123825" y="962025"/>
                </a:moveTo>
                <a:lnTo>
                  <a:pt x="133350" y="962025"/>
                </a:lnTo>
                <a:lnTo>
                  <a:pt x="133350" y="990600"/>
                </a:lnTo>
                <a:lnTo>
                  <a:pt x="123825" y="990600"/>
                </a:lnTo>
                <a:close/>
                <a:moveTo>
                  <a:pt x="1266825" y="962025"/>
                </a:moveTo>
                <a:lnTo>
                  <a:pt x="1276350" y="962025"/>
                </a:lnTo>
                <a:lnTo>
                  <a:pt x="1276350" y="981075"/>
                </a:lnTo>
                <a:lnTo>
                  <a:pt x="1266825" y="981075"/>
                </a:lnTo>
                <a:close/>
                <a:moveTo>
                  <a:pt x="209550" y="981075"/>
                </a:moveTo>
                <a:lnTo>
                  <a:pt x="219075" y="981075"/>
                </a:lnTo>
                <a:lnTo>
                  <a:pt x="219075" y="990600"/>
                </a:lnTo>
                <a:lnTo>
                  <a:pt x="209550" y="990600"/>
                </a:lnTo>
                <a:close/>
                <a:moveTo>
                  <a:pt x="1276350" y="981075"/>
                </a:moveTo>
                <a:lnTo>
                  <a:pt x="1285875" y="981075"/>
                </a:lnTo>
                <a:lnTo>
                  <a:pt x="1285875" y="990600"/>
                </a:lnTo>
                <a:lnTo>
                  <a:pt x="1276350" y="990600"/>
                </a:lnTo>
                <a:close/>
                <a:moveTo>
                  <a:pt x="133350" y="990600"/>
                </a:moveTo>
                <a:lnTo>
                  <a:pt x="142875" y="990600"/>
                </a:lnTo>
                <a:lnTo>
                  <a:pt x="142875" y="1009650"/>
                </a:lnTo>
                <a:lnTo>
                  <a:pt x="133350" y="1009650"/>
                </a:lnTo>
                <a:close/>
                <a:moveTo>
                  <a:pt x="1266825" y="990600"/>
                </a:moveTo>
                <a:lnTo>
                  <a:pt x="1276350" y="990600"/>
                </a:lnTo>
                <a:lnTo>
                  <a:pt x="1276350" y="1000125"/>
                </a:lnTo>
                <a:lnTo>
                  <a:pt x="1266825" y="1000125"/>
                </a:lnTo>
                <a:close/>
                <a:moveTo>
                  <a:pt x="1276350" y="1009650"/>
                </a:moveTo>
                <a:lnTo>
                  <a:pt x="1285875" y="1009650"/>
                </a:lnTo>
                <a:lnTo>
                  <a:pt x="1285875" y="1019175"/>
                </a:lnTo>
                <a:lnTo>
                  <a:pt x="1276350" y="1019175"/>
                </a:lnTo>
                <a:close/>
                <a:moveTo>
                  <a:pt x="1447800" y="1019175"/>
                </a:moveTo>
                <a:lnTo>
                  <a:pt x="1457325" y="1019175"/>
                </a:lnTo>
                <a:lnTo>
                  <a:pt x="1457325" y="1028700"/>
                </a:lnTo>
                <a:lnTo>
                  <a:pt x="1447800" y="1028700"/>
                </a:lnTo>
                <a:close/>
                <a:moveTo>
                  <a:pt x="123825" y="1028700"/>
                </a:moveTo>
                <a:lnTo>
                  <a:pt x="133350" y="1028700"/>
                </a:lnTo>
                <a:lnTo>
                  <a:pt x="133350" y="1057275"/>
                </a:lnTo>
                <a:lnTo>
                  <a:pt x="123825" y="1057275"/>
                </a:lnTo>
                <a:close/>
                <a:moveTo>
                  <a:pt x="1362075" y="1028700"/>
                </a:moveTo>
                <a:lnTo>
                  <a:pt x="1371600" y="1028700"/>
                </a:lnTo>
                <a:lnTo>
                  <a:pt x="1371600" y="1038225"/>
                </a:lnTo>
                <a:lnTo>
                  <a:pt x="1362075" y="1038225"/>
                </a:lnTo>
                <a:close/>
                <a:moveTo>
                  <a:pt x="1371600" y="1038225"/>
                </a:moveTo>
                <a:lnTo>
                  <a:pt x="1381125" y="1038225"/>
                </a:lnTo>
                <a:lnTo>
                  <a:pt x="1381125" y="1047750"/>
                </a:lnTo>
                <a:lnTo>
                  <a:pt x="1371600" y="1047750"/>
                </a:lnTo>
                <a:close/>
                <a:moveTo>
                  <a:pt x="1323975" y="1047750"/>
                </a:moveTo>
                <a:lnTo>
                  <a:pt x="1352550" y="1047750"/>
                </a:lnTo>
                <a:lnTo>
                  <a:pt x="1352550" y="1057275"/>
                </a:lnTo>
                <a:lnTo>
                  <a:pt x="1323975" y="1057275"/>
                </a:lnTo>
                <a:close/>
                <a:moveTo>
                  <a:pt x="1362075" y="1047750"/>
                </a:moveTo>
                <a:lnTo>
                  <a:pt x="1371600" y="1047750"/>
                </a:lnTo>
                <a:lnTo>
                  <a:pt x="1371600" y="1057275"/>
                </a:lnTo>
                <a:lnTo>
                  <a:pt x="1362075" y="1057275"/>
                </a:lnTo>
                <a:close/>
                <a:moveTo>
                  <a:pt x="1371600" y="1057275"/>
                </a:moveTo>
                <a:lnTo>
                  <a:pt x="1381125" y="1057275"/>
                </a:lnTo>
                <a:lnTo>
                  <a:pt x="1381125" y="1085850"/>
                </a:lnTo>
                <a:lnTo>
                  <a:pt x="1371600" y="1085850"/>
                </a:lnTo>
                <a:close/>
                <a:moveTo>
                  <a:pt x="1438275" y="1057275"/>
                </a:moveTo>
                <a:lnTo>
                  <a:pt x="1447800" y="1057275"/>
                </a:lnTo>
                <a:lnTo>
                  <a:pt x="1447800" y="1104900"/>
                </a:lnTo>
                <a:lnTo>
                  <a:pt x="1438275" y="1104900"/>
                </a:lnTo>
                <a:close/>
                <a:moveTo>
                  <a:pt x="1323975" y="1076325"/>
                </a:moveTo>
                <a:lnTo>
                  <a:pt x="1333500" y="1076325"/>
                </a:lnTo>
                <a:lnTo>
                  <a:pt x="1333500" y="1114425"/>
                </a:lnTo>
                <a:lnTo>
                  <a:pt x="1323975" y="1114425"/>
                </a:lnTo>
                <a:close/>
                <a:moveTo>
                  <a:pt x="1333500" y="1114425"/>
                </a:moveTo>
                <a:lnTo>
                  <a:pt x="1352550" y="1114425"/>
                </a:lnTo>
                <a:lnTo>
                  <a:pt x="1352550" y="1123950"/>
                </a:lnTo>
                <a:lnTo>
                  <a:pt x="1333500" y="1123950"/>
                </a:lnTo>
                <a:close/>
                <a:moveTo>
                  <a:pt x="142875" y="1123950"/>
                </a:moveTo>
                <a:lnTo>
                  <a:pt x="152400" y="1123950"/>
                </a:lnTo>
                <a:lnTo>
                  <a:pt x="152400" y="1133475"/>
                </a:lnTo>
                <a:lnTo>
                  <a:pt x="142875" y="1133475"/>
                </a:lnTo>
                <a:close/>
                <a:moveTo>
                  <a:pt x="1352550" y="1123950"/>
                </a:moveTo>
                <a:lnTo>
                  <a:pt x="1362075" y="1123950"/>
                </a:lnTo>
                <a:lnTo>
                  <a:pt x="1362075" y="1133475"/>
                </a:lnTo>
                <a:lnTo>
                  <a:pt x="1352550" y="1133475"/>
                </a:lnTo>
                <a:close/>
                <a:moveTo>
                  <a:pt x="219075" y="1133475"/>
                </a:moveTo>
                <a:lnTo>
                  <a:pt x="238125" y="1133475"/>
                </a:lnTo>
                <a:lnTo>
                  <a:pt x="238125" y="1152525"/>
                </a:lnTo>
                <a:lnTo>
                  <a:pt x="219075" y="1152525"/>
                </a:lnTo>
                <a:close/>
                <a:moveTo>
                  <a:pt x="1428750" y="1133475"/>
                </a:moveTo>
                <a:lnTo>
                  <a:pt x="1438275" y="1133475"/>
                </a:lnTo>
                <a:lnTo>
                  <a:pt x="1438275" y="1152525"/>
                </a:lnTo>
                <a:lnTo>
                  <a:pt x="1428750" y="1152525"/>
                </a:lnTo>
                <a:close/>
                <a:moveTo>
                  <a:pt x="1419225" y="1152525"/>
                </a:moveTo>
                <a:lnTo>
                  <a:pt x="1428750" y="1152525"/>
                </a:lnTo>
                <a:lnTo>
                  <a:pt x="1428750" y="1171575"/>
                </a:lnTo>
                <a:lnTo>
                  <a:pt x="1419225" y="1171575"/>
                </a:lnTo>
                <a:close/>
                <a:moveTo>
                  <a:pt x="161925" y="1171575"/>
                </a:moveTo>
                <a:lnTo>
                  <a:pt x="171450" y="1171575"/>
                </a:lnTo>
                <a:lnTo>
                  <a:pt x="171450" y="1181100"/>
                </a:lnTo>
                <a:lnTo>
                  <a:pt x="161925" y="1181100"/>
                </a:lnTo>
                <a:close/>
                <a:moveTo>
                  <a:pt x="1409700" y="1181100"/>
                </a:moveTo>
                <a:lnTo>
                  <a:pt x="1419225" y="1181100"/>
                </a:lnTo>
                <a:lnTo>
                  <a:pt x="1419225" y="1190625"/>
                </a:lnTo>
                <a:lnTo>
                  <a:pt x="1409700" y="1190625"/>
                </a:lnTo>
                <a:close/>
                <a:moveTo>
                  <a:pt x="171450" y="1190625"/>
                </a:moveTo>
                <a:lnTo>
                  <a:pt x="180975" y="1190625"/>
                </a:lnTo>
                <a:lnTo>
                  <a:pt x="180975" y="1200150"/>
                </a:lnTo>
                <a:lnTo>
                  <a:pt x="171450" y="1200150"/>
                </a:lnTo>
                <a:close/>
                <a:moveTo>
                  <a:pt x="1400175" y="1190625"/>
                </a:moveTo>
                <a:lnTo>
                  <a:pt x="1409700" y="1190625"/>
                </a:lnTo>
                <a:lnTo>
                  <a:pt x="1409700" y="1209675"/>
                </a:lnTo>
                <a:lnTo>
                  <a:pt x="1400175" y="1209675"/>
                </a:lnTo>
                <a:close/>
                <a:moveTo>
                  <a:pt x="190500" y="1219200"/>
                </a:moveTo>
                <a:lnTo>
                  <a:pt x="200025" y="1219200"/>
                </a:lnTo>
                <a:lnTo>
                  <a:pt x="200025" y="1238250"/>
                </a:lnTo>
                <a:lnTo>
                  <a:pt x="190500" y="1238250"/>
                </a:lnTo>
                <a:close/>
                <a:moveTo>
                  <a:pt x="1390650" y="1219200"/>
                </a:moveTo>
                <a:lnTo>
                  <a:pt x="1400175" y="1219200"/>
                </a:lnTo>
                <a:lnTo>
                  <a:pt x="1400175" y="1247775"/>
                </a:lnTo>
                <a:lnTo>
                  <a:pt x="1390650" y="1247775"/>
                </a:lnTo>
                <a:close/>
                <a:moveTo>
                  <a:pt x="200025" y="1238250"/>
                </a:moveTo>
                <a:lnTo>
                  <a:pt x="209550" y="1238250"/>
                </a:lnTo>
                <a:lnTo>
                  <a:pt x="209550" y="1247775"/>
                </a:lnTo>
                <a:lnTo>
                  <a:pt x="219075" y="1247775"/>
                </a:lnTo>
                <a:lnTo>
                  <a:pt x="219075" y="1257300"/>
                </a:lnTo>
                <a:lnTo>
                  <a:pt x="200025" y="1257300"/>
                </a:lnTo>
                <a:close/>
                <a:moveTo>
                  <a:pt x="1409700" y="1238250"/>
                </a:moveTo>
                <a:lnTo>
                  <a:pt x="1419225" y="1238250"/>
                </a:lnTo>
                <a:lnTo>
                  <a:pt x="1419225" y="1247775"/>
                </a:lnTo>
                <a:lnTo>
                  <a:pt x="1409700" y="1247775"/>
                </a:lnTo>
                <a:close/>
                <a:moveTo>
                  <a:pt x="1447800" y="1247775"/>
                </a:moveTo>
                <a:lnTo>
                  <a:pt x="1466850" y="1247775"/>
                </a:lnTo>
                <a:lnTo>
                  <a:pt x="1466850" y="1257300"/>
                </a:lnTo>
                <a:lnTo>
                  <a:pt x="1447800" y="1257300"/>
                </a:lnTo>
                <a:close/>
                <a:moveTo>
                  <a:pt x="1419225" y="1266825"/>
                </a:moveTo>
                <a:lnTo>
                  <a:pt x="1447800" y="1266825"/>
                </a:lnTo>
                <a:lnTo>
                  <a:pt x="1447800" y="1295400"/>
                </a:lnTo>
                <a:lnTo>
                  <a:pt x="1438275" y="1295400"/>
                </a:lnTo>
                <a:lnTo>
                  <a:pt x="1438275" y="1304925"/>
                </a:lnTo>
                <a:lnTo>
                  <a:pt x="1428750" y="1304925"/>
                </a:lnTo>
                <a:lnTo>
                  <a:pt x="1428750" y="1333500"/>
                </a:lnTo>
                <a:lnTo>
                  <a:pt x="1419225" y="1333500"/>
                </a:lnTo>
                <a:lnTo>
                  <a:pt x="1419225" y="1343025"/>
                </a:lnTo>
                <a:lnTo>
                  <a:pt x="1400175" y="1343025"/>
                </a:lnTo>
                <a:lnTo>
                  <a:pt x="1400175" y="1352550"/>
                </a:lnTo>
                <a:lnTo>
                  <a:pt x="1390650" y="1352550"/>
                </a:lnTo>
                <a:lnTo>
                  <a:pt x="1390650" y="1333500"/>
                </a:lnTo>
                <a:lnTo>
                  <a:pt x="1400175" y="1333500"/>
                </a:lnTo>
                <a:lnTo>
                  <a:pt x="1400175" y="1295400"/>
                </a:lnTo>
                <a:lnTo>
                  <a:pt x="1409700" y="1295400"/>
                </a:lnTo>
                <a:lnTo>
                  <a:pt x="1409700" y="1276350"/>
                </a:lnTo>
                <a:lnTo>
                  <a:pt x="1419225" y="1276350"/>
                </a:lnTo>
                <a:close/>
                <a:moveTo>
                  <a:pt x="228600" y="1276350"/>
                </a:moveTo>
                <a:lnTo>
                  <a:pt x="238125" y="1276350"/>
                </a:lnTo>
                <a:lnTo>
                  <a:pt x="238125" y="1285875"/>
                </a:lnTo>
                <a:lnTo>
                  <a:pt x="228600" y="1285875"/>
                </a:lnTo>
                <a:close/>
                <a:moveTo>
                  <a:pt x="247650" y="1285875"/>
                </a:moveTo>
                <a:lnTo>
                  <a:pt x="266700" y="1285875"/>
                </a:lnTo>
                <a:lnTo>
                  <a:pt x="266700" y="1295400"/>
                </a:lnTo>
                <a:lnTo>
                  <a:pt x="247650" y="1295400"/>
                </a:lnTo>
                <a:close/>
                <a:moveTo>
                  <a:pt x="1371600" y="1285875"/>
                </a:moveTo>
                <a:lnTo>
                  <a:pt x="1381125" y="1285875"/>
                </a:lnTo>
                <a:lnTo>
                  <a:pt x="1381125" y="1295400"/>
                </a:lnTo>
                <a:lnTo>
                  <a:pt x="1371600" y="1295400"/>
                </a:lnTo>
                <a:close/>
                <a:moveTo>
                  <a:pt x="266700" y="1295400"/>
                </a:moveTo>
                <a:lnTo>
                  <a:pt x="276225" y="1295400"/>
                </a:lnTo>
                <a:lnTo>
                  <a:pt x="276225" y="1304925"/>
                </a:lnTo>
                <a:lnTo>
                  <a:pt x="266700" y="1304925"/>
                </a:lnTo>
                <a:close/>
                <a:moveTo>
                  <a:pt x="1352550" y="1295400"/>
                </a:moveTo>
                <a:lnTo>
                  <a:pt x="1371600" y="1295400"/>
                </a:lnTo>
                <a:lnTo>
                  <a:pt x="1371600" y="1304925"/>
                </a:lnTo>
                <a:lnTo>
                  <a:pt x="1381125" y="1304925"/>
                </a:lnTo>
                <a:lnTo>
                  <a:pt x="1381125" y="1314450"/>
                </a:lnTo>
                <a:lnTo>
                  <a:pt x="1371600" y="1314450"/>
                </a:lnTo>
                <a:lnTo>
                  <a:pt x="1371600" y="1333500"/>
                </a:lnTo>
                <a:lnTo>
                  <a:pt x="1323975" y="1333500"/>
                </a:lnTo>
                <a:lnTo>
                  <a:pt x="1323975" y="1314450"/>
                </a:lnTo>
                <a:lnTo>
                  <a:pt x="1343025" y="1314450"/>
                </a:lnTo>
                <a:lnTo>
                  <a:pt x="1343025" y="1304925"/>
                </a:lnTo>
                <a:lnTo>
                  <a:pt x="1352550" y="1304925"/>
                </a:lnTo>
                <a:close/>
                <a:moveTo>
                  <a:pt x="276225" y="1304925"/>
                </a:moveTo>
                <a:lnTo>
                  <a:pt x="285750" y="1304925"/>
                </a:lnTo>
                <a:lnTo>
                  <a:pt x="285750" y="1314450"/>
                </a:lnTo>
                <a:lnTo>
                  <a:pt x="276225" y="1314450"/>
                </a:lnTo>
                <a:close/>
                <a:moveTo>
                  <a:pt x="285750" y="1314450"/>
                </a:moveTo>
                <a:lnTo>
                  <a:pt x="295275" y="1314450"/>
                </a:lnTo>
                <a:lnTo>
                  <a:pt x="295275" y="1323975"/>
                </a:lnTo>
                <a:lnTo>
                  <a:pt x="314325" y="1323975"/>
                </a:lnTo>
                <a:lnTo>
                  <a:pt x="314325" y="1343025"/>
                </a:lnTo>
                <a:lnTo>
                  <a:pt x="323850" y="1343025"/>
                </a:lnTo>
                <a:lnTo>
                  <a:pt x="323850" y="1333500"/>
                </a:lnTo>
                <a:lnTo>
                  <a:pt x="352425" y="1333500"/>
                </a:lnTo>
                <a:lnTo>
                  <a:pt x="352425" y="1352550"/>
                </a:lnTo>
                <a:lnTo>
                  <a:pt x="314325" y="1352550"/>
                </a:lnTo>
                <a:lnTo>
                  <a:pt x="314325" y="1362075"/>
                </a:lnTo>
                <a:lnTo>
                  <a:pt x="361950" y="1362075"/>
                </a:lnTo>
                <a:lnTo>
                  <a:pt x="361950" y="1371600"/>
                </a:lnTo>
                <a:lnTo>
                  <a:pt x="342900" y="1371600"/>
                </a:lnTo>
                <a:lnTo>
                  <a:pt x="342900" y="1381125"/>
                </a:lnTo>
                <a:lnTo>
                  <a:pt x="361950" y="1381125"/>
                </a:lnTo>
                <a:lnTo>
                  <a:pt x="361950" y="1371600"/>
                </a:lnTo>
                <a:lnTo>
                  <a:pt x="381000" y="1371600"/>
                </a:lnTo>
                <a:lnTo>
                  <a:pt x="381000" y="1362075"/>
                </a:lnTo>
                <a:lnTo>
                  <a:pt x="390525" y="1362075"/>
                </a:lnTo>
                <a:lnTo>
                  <a:pt x="390525" y="1381125"/>
                </a:lnTo>
                <a:lnTo>
                  <a:pt x="381000" y="1381125"/>
                </a:lnTo>
                <a:lnTo>
                  <a:pt x="381000" y="1400175"/>
                </a:lnTo>
                <a:lnTo>
                  <a:pt x="371475" y="1400175"/>
                </a:lnTo>
                <a:lnTo>
                  <a:pt x="371475" y="1409700"/>
                </a:lnTo>
                <a:lnTo>
                  <a:pt x="361950" y="1409700"/>
                </a:lnTo>
                <a:lnTo>
                  <a:pt x="361950" y="1419225"/>
                </a:lnTo>
                <a:lnTo>
                  <a:pt x="342900" y="1419225"/>
                </a:lnTo>
                <a:lnTo>
                  <a:pt x="342900" y="1428750"/>
                </a:lnTo>
                <a:lnTo>
                  <a:pt x="314325" y="1428750"/>
                </a:lnTo>
                <a:lnTo>
                  <a:pt x="314325" y="1419225"/>
                </a:lnTo>
                <a:lnTo>
                  <a:pt x="304800" y="1419225"/>
                </a:lnTo>
                <a:lnTo>
                  <a:pt x="304800" y="1409700"/>
                </a:lnTo>
                <a:lnTo>
                  <a:pt x="295275" y="1409700"/>
                </a:lnTo>
                <a:lnTo>
                  <a:pt x="295275" y="1400175"/>
                </a:lnTo>
                <a:lnTo>
                  <a:pt x="304800" y="1400175"/>
                </a:lnTo>
                <a:lnTo>
                  <a:pt x="304800" y="1409700"/>
                </a:lnTo>
                <a:lnTo>
                  <a:pt x="314325" y="1409700"/>
                </a:lnTo>
                <a:lnTo>
                  <a:pt x="314325" y="1400175"/>
                </a:lnTo>
                <a:lnTo>
                  <a:pt x="323850" y="1400175"/>
                </a:lnTo>
                <a:lnTo>
                  <a:pt x="323850" y="1371600"/>
                </a:lnTo>
                <a:lnTo>
                  <a:pt x="295275" y="1371600"/>
                </a:lnTo>
                <a:lnTo>
                  <a:pt x="295275" y="1362075"/>
                </a:lnTo>
                <a:lnTo>
                  <a:pt x="266700" y="1362075"/>
                </a:lnTo>
                <a:lnTo>
                  <a:pt x="266700" y="1352550"/>
                </a:lnTo>
                <a:lnTo>
                  <a:pt x="276225" y="1352550"/>
                </a:lnTo>
                <a:lnTo>
                  <a:pt x="276225" y="1333500"/>
                </a:lnTo>
                <a:lnTo>
                  <a:pt x="285750" y="1333500"/>
                </a:lnTo>
                <a:close/>
                <a:moveTo>
                  <a:pt x="1247775" y="1323975"/>
                </a:moveTo>
                <a:lnTo>
                  <a:pt x="1266825" y="1323975"/>
                </a:lnTo>
                <a:lnTo>
                  <a:pt x="1266825" y="1333500"/>
                </a:lnTo>
                <a:lnTo>
                  <a:pt x="1247775" y="1333500"/>
                </a:lnTo>
                <a:close/>
                <a:moveTo>
                  <a:pt x="1219200" y="1333500"/>
                </a:moveTo>
                <a:lnTo>
                  <a:pt x="1247775" y="1333500"/>
                </a:lnTo>
                <a:lnTo>
                  <a:pt x="1247775" y="1343025"/>
                </a:lnTo>
                <a:lnTo>
                  <a:pt x="1219200" y="1343025"/>
                </a:lnTo>
                <a:close/>
                <a:moveTo>
                  <a:pt x="1371600" y="1333500"/>
                </a:moveTo>
                <a:lnTo>
                  <a:pt x="1381125" y="1333500"/>
                </a:lnTo>
                <a:lnTo>
                  <a:pt x="1381125" y="1343025"/>
                </a:lnTo>
                <a:lnTo>
                  <a:pt x="1371600" y="1343025"/>
                </a:lnTo>
                <a:close/>
                <a:moveTo>
                  <a:pt x="476250" y="1343025"/>
                </a:moveTo>
                <a:lnTo>
                  <a:pt x="504825" y="1343025"/>
                </a:lnTo>
                <a:lnTo>
                  <a:pt x="504825" y="1352550"/>
                </a:lnTo>
                <a:lnTo>
                  <a:pt x="476250" y="1352550"/>
                </a:lnTo>
                <a:close/>
                <a:moveTo>
                  <a:pt x="514350" y="1343025"/>
                </a:moveTo>
                <a:lnTo>
                  <a:pt x="523875" y="1343025"/>
                </a:lnTo>
                <a:lnTo>
                  <a:pt x="523875" y="1352550"/>
                </a:lnTo>
                <a:lnTo>
                  <a:pt x="533400" y="1352550"/>
                </a:lnTo>
                <a:lnTo>
                  <a:pt x="533400" y="1343025"/>
                </a:lnTo>
                <a:lnTo>
                  <a:pt x="561975" y="1343025"/>
                </a:lnTo>
                <a:lnTo>
                  <a:pt x="561975" y="1352550"/>
                </a:lnTo>
                <a:lnTo>
                  <a:pt x="828675" y="1352550"/>
                </a:lnTo>
                <a:lnTo>
                  <a:pt x="828675" y="1362075"/>
                </a:lnTo>
                <a:lnTo>
                  <a:pt x="504825" y="1362075"/>
                </a:lnTo>
                <a:lnTo>
                  <a:pt x="504825" y="1352550"/>
                </a:lnTo>
                <a:lnTo>
                  <a:pt x="514350" y="1352550"/>
                </a:lnTo>
                <a:close/>
                <a:moveTo>
                  <a:pt x="1104900" y="1343025"/>
                </a:moveTo>
                <a:lnTo>
                  <a:pt x="1190625" y="1343025"/>
                </a:lnTo>
                <a:lnTo>
                  <a:pt x="1190625" y="1352550"/>
                </a:lnTo>
                <a:lnTo>
                  <a:pt x="1104900" y="1352550"/>
                </a:lnTo>
                <a:close/>
                <a:moveTo>
                  <a:pt x="409575" y="1352550"/>
                </a:moveTo>
                <a:lnTo>
                  <a:pt x="476250" y="1352550"/>
                </a:lnTo>
                <a:lnTo>
                  <a:pt x="476250" y="1362075"/>
                </a:lnTo>
                <a:lnTo>
                  <a:pt x="447675" y="1362075"/>
                </a:lnTo>
                <a:lnTo>
                  <a:pt x="447675" y="1371600"/>
                </a:lnTo>
                <a:lnTo>
                  <a:pt x="438150" y="1371600"/>
                </a:lnTo>
                <a:lnTo>
                  <a:pt x="438150" y="1381125"/>
                </a:lnTo>
                <a:lnTo>
                  <a:pt x="419100" y="1381125"/>
                </a:lnTo>
                <a:lnTo>
                  <a:pt x="419100" y="1371600"/>
                </a:lnTo>
                <a:lnTo>
                  <a:pt x="409575" y="1371600"/>
                </a:lnTo>
                <a:close/>
                <a:moveTo>
                  <a:pt x="857250" y="1352550"/>
                </a:moveTo>
                <a:lnTo>
                  <a:pt x="876300" y="1352550"/>
                </a:lnTo>
                <a:lnTo>
                  <a:pt x="876300" y="1362075"/>
                </a:lnTo>
                <a:lnTo>
                  <a:pt x="857250" y="1362075"/>
                </a:lnTo>
                <a:close/>
                <a:moveTo>
                  <a:pt x="1057275" y="1352550"/>
                </a:moveTo>
                <a:lnTo>
                  <a:pt x="1104900" y="1352550"/>
                </a:lnTo>
                <a:lnTo>
                  <a:pt x="1104900" y="1362075"/>
                </a:lnTo>
                <a:lnTo>
                  <a:pt x="1076325" y="1362075"/>
                </a:lnTo>
                <a:lnTo>
                  <a:pt x="1076325" y="1371600"/>
                </a:lnTo>
                <a:lnTo>
                  <a:pt x="1066800" y="1371600"/>
                </a:lnTo>
                <a:lnTo>
                  <a:pt x="1066800" y="1362075"/>
                </a:lnTo>
                <a:lnTo>
                  <a:pt x="1057275" y="1362075"/>
                </a:lnTo>
                <a:close/>
                <a:moveTo>
                  <a:pt x="257175" y="1362075"/>
                </a:moveTo>
                <a:lnTo>
                  <a:pt x="266700" y="1362075"/>
                </a:lnTo>
                <a:lnTo>
                  <a:pt x="266700" y="1371600"/>
                </a:lnTo>
                <a:lnTo>
                  <a:pt x="257175" y="1371600"/>
                </a:lnTo>
                <a:close/>
                <a:moveTo>
                  <a:pt x="876300" y="1362075"/>
                </a:moveTo>
                <a:lnTo>
                  <a:pt x="990600" y="1362075"/>
                </a:lnTo>
                <a:lnTo>
                  <a:pt x="990600" y="1371600"/>
                </a:lnTo>
                <a:lnTo>
                  <a:pt x="952500" y="1371600"/>
                </a:lnTo>
                <a:lnTo>
                  <a:pt x="952500" y="1381125"/>
                </a:lnTo>
                <a:lnTo>
                  <a:pt x="933450" y="1381125"/>
                </a:lnTo>
                <a:lnTo>
                  <a:pt x="933450" y="1390650"/>
                </a:lnTo>
                <a:lnTo>
                  <a:pt x="904875" y="1390650"/>
                </a:lnTo>
                <a:lnTo>
                  <a:pt x="904875" y="1400175"/>
                </a:lnTo>
                <a:lnTo>
                  <a:pt x="895350" y="1400175"/>
                </a:lnTo>
                <a:lnTo>
                  <a:pt x="895350" y="1381125"/>
                </a:lnTo>
                <a:lnTo>
                  <a:pt x="885825" y="1381125"/>
                </a:lnTo>
                <a:lnTo>
                  <a:pt x="885825" y="1371600"/>
                </a:lnTo>
                <a:lnTo>
                  <a:pt x="876300" y="1371600"/>
                </a:lnTo>
                <a:close/>
                <a:moveTo>
                  <a:pt x="1009650" y="1362075"/>
                </a:moveTo>
                <a:lnTo>
                  <a:pt x="1057275" y="1362075"/>
                </a:lnTo>
                <a:lnTo>
                  <a:pt x="1057275" y="1381125"/>
                </a:lnTo>
                <a:lnTo>
                  <a:pt x="1047750" y="1381125"/>
                </a:lnTo>
                <a:lnTo>
                  <a:pt x="1047750" y="1390650"/>
                </a:lnTo>
                <a:lnTo>
                  <a:pt x="1028700" y="1390650"/>
                </a:lnTo>
                <a:lnTo>
                  <a:pt x="1028700" y="1371600"/>
                </a:lnTo>
                <a:lnTo>
                  <a:pt x="1019175" y="1371600"/>
                </a:lnTo>
                <a:lnTo>
                  <a:pt x="1019175" y="1390650"/>
                </a:lnTo>
                <a:lnTo>
                  <a:pt x="1009650" y="1390650"/>
                </a:lnTo>
                <a:close/>
                <a:moveTo>
                  <a:pt x="200025" y="1371600"/>
                </a:moveTo>
                <a:lnTo>
                  <a:pt x="209550" y="1371600"/>
                </a:lnTo>
                <a:lnTo>
                  <a:pt x="209550" y="1381125"/>
                </a:lnTo>
                <a:lnTo>
                  <a:pt x="219075" y="1381125"/>
                </a:lnTo>
                <a:lnTo>
                  <a:pt x="219075" y="1400175"/>
                </a:lnTo>
                <a:lnTo>
                  <a:pt x="190500" y="1400175"/>
                </a:lnTo>
                <a:lnTo>
                  <a:pt x="190500" y="1381125"/>
                </a:lnTo>
                <a:lnTo>
                  <a:pt x="200025" y="1381125"/>
                </a:lnTo>
                <a:close/>
                <a:moveTo>
                  <a:pt x="228600" y="1371600"/>
                </a:moveTo>
                <a:lnTo>
                  <a:pt x="257175" y="1371600"/>
                </a:lnTo>
                <a:lnTo>
                  <a:pt x="257175" y="1381125"/>
                </a:lnTo>
                <a:lnTo>
                  <a:pt x="266700" y="1381125"/>
                </a:lnTo>
                <a:lnTo>
                  <a:pt x="266700" y="1390650"/>
                </a:lnTo>
                <a:lnTo>
                  <a:pt x="276225" y="1390650"/>
                </a:lnTo>
                <a:lnTo>
                  <a:pt x="276225" y="1400175"/>
                </a:lnTo>
                <a:lnTo>
                  <a:pt x="285750" y="1400175"/>
                </a:lnTo>
                <a:lnTo>
                  <a:pt x="285750" y="1409700"/>
                </a:lnTo>
                <a:lnTo>
                  <a:pt x="257175" y="1409700"/>
                </a:lnTo>
                <a:lnTo>
                  <a:pt x="257175" y="1390650"/>
                </a:lnTo>
                <a:lnTo>
                  <a:pt x="247650" y="1390650"/>
                </a:lnTo>
                <a:lnTo>
                  <a:pt x="247650" y="1381125"/>
                </a:lnTo>
                <a:lnTo>
                  <a:pt x="228600" y="1381125"/>
                </a:lnTo>
                <a:close/>
                <a:moveTo>
                  <a:pt x="971550" y="1381125"/>
                </a:moveTo>
                <a:lnTo>
                  <a:pt x="1000125" y="1381125"/>
                </a:lnTo>
                <a:lnTo>
                  <a:pt x="1000125" y="1400175"/>
                </a:lnTo>
                <a:lnTo>
                  <a:pt x="981075" y="1400175"/>
                </a:lnTo>
                <a:lnTo>
                  <a:pt x="981075" y="1409700"/>
                </a:lnTo>
                <a:lnTo>
                  <a:pt x="971550" y="1409700"/>
                </a:lnTo>
                <a:close/>
                <a:moveTo>
                  <a:pt x="1076325" y="1390650"/>
                </a:moveTo>
                <a:lnTo>
                  <a:pt x="1085850" y="1390650"/>
                </a:lnTo>
                <a:lnTo>
                  <a:pt x="1085850" y="1400175"/>
                </a:lnTo>
                <a:lnTo>
                  <a:pt x="1095375" y="1400175"/>
                </a:lnTo>
                <a:lnTo>
                  <a:pt x="1095375" y="1409700"/>
                </a:lnTo>
                <a:lnTo>
                  <a:pt x="1085850" y="1409700"/>
                </a:lnTo>
                <a:lnTo>
                  <a:pt x="1085850" y="1419225"/>
                </a:lnTo>
                <a:lnTo>
                  <a:pt x="1076325" y="1419225"/>
                </a:lnTo>
                <a:lnTo>
                  <a:pt x="1076325" y="1409700"/>
                </a:lnTo>
                <a:lnTo>
                  <a:pt x="1066800" y="1409700"/>
                </a:lnTo>
                <a:lnTo>
                  <a:pt x="1066800" y="1400175"/>
                </a:lnTo>
                <a:lnTo>
                  <a:pt x="1076325" y="1400175"/>
                </a:lnTo>
                <a:close/>
                <a:moveTo>
                  <a:pt x="933450" y="1409700"/>
                </a:moveTo>
                <a:lnTo>
                  <a:pt x="942975" y="1409700"/>
                </a:lnTo>
                <a:lnTo>
                  <a:pt x="942975" y="1419225"/>
                </a:lnTo>
                <a:lnTo>
                  <a:pt x="933450" y="1419225"/>
                </a:lnTo>
                <a:close/>
                <a:moveTo>
                  <a:pt x="419100" y="1438275"/>
                </a:moveTo>
                <a:lnTo>
                  <a:pt x="438150" y="1438275"/>
                </a:lnTo>
                <a:lnTo>
                  <a:pt x="438150" y="1447800"/>
                </a:lnTo>
                <a:lnTo>
                  <a:pt x="419100" y="1447800"/>
                </a:lnTo>
                <a:close/>
              </a:path>
            </a:pathLst>
          </a:custGeom>
          <a:solidFill xmlns:a="http://schemas.openxmlformats.org/drawingml/2006/main">
            <a:srgbClr val="FEF6E1"/>
          </a:solidFill>
          <a:ln xmlns:a="http://schemas.openxmlformats.org/drawingml/2006/main" w="0">
            <a:noFill/>
          </a:ln>
        </p:spPr>
      </p:sp>
      <p:sp>
        <p:nvSpPr>
          <p:cNvPr id="54" name="logo vector #fef5e2">
            <a:extLst xmlns:a="http://schemas.openxmlformats.org/drawingml/2006/main">
              <a:ext uri="{FF2B5EF4-FFF2-40B4-BE49-F238E27FC236}">
                <a16:creationId xmlns:a16="http://schemas.microsoft.com/office/drawing/2014/main" id="{FE20506B-A9F1-4E2F-BCD8-3181C9F1A0C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219700" y="4476750"/>
            <a:ext cx="1581150" cy="1485900"/>
          </a:xfrm>
          <a:custGeom xmlns:a="http://schemas.openxmlformats.org/drawingml/2006/main">
            <a:pathLst>
              <a:path w="1581150" h="1485900">
                <a:moveTo>
                  <a:pt x="495300" y="0"/>
                </a:moveTo>
                <a:lnTo>
                  <a:pt x="561975" y="0"/>
                </a:lnTo>
                <a:lnTo>
                  <a:pt x="561975" y="9525"/>
                </a:lnTo>
                <a:lnTo>
                  <a:pt x="571500" y="9525"/>
                </a:lnTo>
                <a:lnTo>
                  <a:pt x="571500" y="19050"/>
                </a:lnTo>
                <a:lnTo>
                  <a:pt x="581025" y="19050"/>
                </a:lnTo>
                <a:lnTo>
                  <a:pt x="581025" y="28575"/>
                </a:lnTo>
                <a:lnTo>
                  <a:pt x="542925" y="28575"/>
                </a:lnTo>
                <a:lnTo>
                  <a:pt x="542925" y="19050"/>
                </a:lnTo>
                <a:lnTo>
                  <a:pt x="533400" y="19050"/>
                </a:lnTo>
                <a:lnTo>
                  <a:pt x="533400" y="28575"/>
                </a:lnTo>
                <a:lnTo>
                  <a:pt x="523875" y="28575"/>
                </a:lnTo>
                <a:lnTo>
                  <a:pt x="523875" y="19050"/>
                </a:lnTo>
                <a:lnTo>
                  <a:pt x="514350" y="19050"/>
                </a:lnTo>
                <a:lnTo>
                  <a:pt x="514350" y="28575"/>
                </a:lnTo>
                <a:lnTo>
                  <a:pt x="504825" y="28575"/>
                </a:lnTo>
                <a:lnTo>
                  <a:pt x="504825" y="19050"/>
                </a:lnTo>
                <a:lnTo>
                  <a:pt x="495300" y="19050"/>
                </a:lnTo>
                <a:lnTo>
                  <a:pt x="495300" y="28575"/>
                </a:lnTo>
                <a:lnTo>
                  <a:pt x="485775" y="28575"/>
                </a:lnTo>
                <a:lnTo>
                  <a:pt x="485775" y="9525"/>
                </a:lnTo>
                <a:lnTo>
                  <a:pt x="495300" y="9525"/>
                </a:lnTo>
                <a:close/>
                <a:moveTo>
                  <a:pt x="1019175" y="0"/>
                </a:moveTo>
                <a:lnTo>
                  <a:pt x="1047750" y="0"/>
                </a:lnTo>
                <a:lnTo>
                  <a:pt x="1047750" y="9525"/>
                </a:lnTo>
                <a:lnTo>
                  <a:pt x="1057275" y="9525"/>
                </a:lnTo>
                <a:lnTo>
                  <a:pt x="1057275" y="19050"/>
                </a:lnTo>
                <a:lnTo>
                  <a:pt x="1066800" y="19050"/>
                </a:lnTo>
                <a:lnTo>
                  <a:pt x="1066800" y="28575"/>
                </a:lnTo>
                <a:lnTo>
                  <a:pt x="838200" y="28575"/>
                </a:lnTo>
                <a:lnTo>
                  <a:pt x="838200" y="19050"/>
                </a:lnTo>
                <a:lnTo>
                  <a:pt x="1019175" y="19050"/>
                </a:lnTo>
                <a:close/>
                <a:moveTo>
                  <a:pt x="647700" y="9525"/>
                </a:moveTo>
                <a:lnTo>
                  <a:pt x="657225" y="9525"/>
                </a:lnTo>
                <a:lnTo>
                  <a:pt x="657225" y="19050"/>
                </a:lnTo>
                <a:lnTo>
                  <a:pt x="647700" y="19050"/>
                </a:lnTo>
                <a:close/>
                <a:moveTo>
                  <a:pt x="676275" y="9525"/>
                </a:moveTo>
                <a:lnTo>
                  <a:pt x="695325" y="9525"/>
                </a:lnTo>
                <a:lnTo>
                  <a:pt x="695325" y="19050"/>
                </a:lnTo>
                <a:lnTo>
                  <a:pt x="676275" y="19050"/>
                </a:lnTo>
                <a:close/>
                <a:moveTo>
                  <a:pt x="771525" y="9525"/>
                </a:moveTo>
                <a:lnTo>
                  <a:pt x="781050" y="9525"/>
                </a:lnTo>
                <a:lnTo>
                  <a:pt x="781050" y="28575"/>
                </a:lnTo>
                <a:lnTo>
                  <a:pt x="771525" y="28575"/>
                </a:lnTo>
                <a:close/>
                <a:moveTo>
                  <a:pt x="790575" y="9525"/>
                </a:moveTo>
                <a:lnTo>
                  <a:pt x="800100" y="9525"/>
                </a:lnTo>
                <a:lnTo>
                  <a:pt x="800100" y="19050"/>
                </a:lnTo>
                <a:lnTo>
                  <a:pt x="828675" y="19050"/>
                </a:lnTo>
                <a:lnTo>
                  <a:pt x="828675" y="28575"/>
                </a:lnTo>
                <a:lnTo>
                  <a:pt x="790575" y="28575"/>
                </a:lnTo>
                <a:close/>
                <a:moveTo>
                  <a:pt x="1104900" y="9525"/>
                </a:moveTo>
                <a:lnTo>
                  <a:pt x="1133475" y="9525"/>
                </a:lnTo>
                <a:lnTo>
                  <a:pt x="1133475" y="19050"/>
                </a:lnTo>
                <a:lnTo>
                  <a:pt x="1152525" y="19050"/>
                </a:lnTo>
                <a:lnTo>
                  <a:pt x="1152525" y="28575"/>
                </a:lnTo>
                <a:lnTo>
                  <a:pt x="1085850" y="28575"/>
                </a:lnTo>
                <a:lnTo>
                  <a:pt x="1085850" y="19050"/>
                </a:lnTo>
                <a:lnTo>
                  <a:pt x="1104900" y="19050"/>
                </a:lnTo>
                <a:close/>
                <a:moveTo>
                  <a:pt x="381000" y="19050"/>
                </a:moveTo>
                <a:lnTo>
                  <a:pt x="400050" y="19050"/>
                </a:lnTo>
                <a:lnTo>
                  <a:pt x="400050" y="28575"/>
                </a:lnTo>
                <a:lnTo>
                  <a:pt x="381000" y="28575"/>
                </a:lnTo>
                <a:close/>
                <a:moveTo>
                  <a:pt x="609600" y="19050"/>
                </a:moveTo>
                <a:lnTo>
                  <a:pt x="647700" y="19050"/>
                </a:lnTo>
                <a:lnTo>
                  <a:pt x="647700" y="28575"/>
                </a:lnTo>
                <a:lnTo>
                  <a:pt x="609600" y="28575"/>
                </a:lnTo>
                <a:close/>
                <a:moveTo>
                  <a:pt x="695325" y="19050"/>
                </a:moveTo>
                <a:lnTo>
                  <a:pt x="704850" y="19050"/>
                </a:lnTo>
                <a:lnTo>
                  <a:pt x="704850" y="28575"/>
                </a:lnTo>
                <a:lnTo>
                  <a:pt x="695325" y="28575"/>
                </a:lnTo>
                <a:close/>
                <a:moveTo>
                  <a:pt x="371475" y="28575"/>
                </a:moveTo>
                <a:lnTo>
                  <a:pt x="381000" y="28575"/>
                </a:lnTo>
                <a:lnTo>
                  <a:pt x="381000" y="38100"/>
                </a:lnTo>
                <a:lnTo>
                  <a:pt x="371475" y="38100"/>
                </a:lnTo>
                <a:close/>
                <a:moveTo>
                  <a:pt x="1162050" y="28575"/>
                </a:moveTo>
                <a:lnTo>
                  <a:pt x="1190625" y="28575"/>
                </a:lnTo>
                <a:lnTo>
                  <a:pt x="1190625" y="38100"/>
                </a:lnTo>
                <a:lnTo>
                  <a:pt x="1162050" y="38100"/>
                </a:lnTo>
                <a:close/>
                <a:moveTo>
                  <a:pt x="1219200" y="38100"/>
                </a:moveTo>
                <a:lnTo>
                  <a:pt x="1238250" y="38100"/>
                </a:lnTo>
                <a:lnTo>
                  <a:pt x="1238250" y="47625"/>
                </a:lnTo>
                <a:lnTo>
                  <a:pt x="1219200" y="47625"/>
                </a:lnTo>
                <a:close/>
                <a:moveTo>
                  <a:pt x="1247775" y="47625"/>
                </a:moveTo>
                <a:lnTo>
                  <a:pt x="1257300" y="47625"/>
                </a:lnTo>
                <a:lnTo>
                  <a:pt x="1257300" y="57150"/>
                </a:lnTo>
                <a:lnTo>
                  <a:pt x="1247775" y="57150"/>
                </a:lnTo>
                <a:close/>
                <a:moveTo>
                  <a:pt x="276225" y="57150"/>
                </a:moveTo>
                <a:lnTo>
                  <a:pt x="285750" y="57150"/>
                </a:lnTo>
                <a:lnTo>
                  <a:pt x="285750" y="66675"/>
                </a:lnTo>
                <a:lnTo>
                  <a:pt x="276225" y="66675"/>
                </a:lnTo>
                <a:close/>
                <a:moveTo>
                  <a:pt x="1285875" y="57150"/>
                </a:moveTo>
                <a:lnTo>
                  <a:pt x="1295400" y="57150"/>
                </a:lnTo>
                <a:lnTo>
                  <a:pt x="1295400" y="66675"/>
                </a:lnTo>
                <a:lnTo>
                  <a:pt x="1285875" y="66675"/>
                </a:lnTo>
                <a:close/>
                <a:moveTo>
                  <a:pt x="438150" y="95250"/>
                </a:moveTo>
                <a:lnTo>
                  <a:pt x="447675" y="95250"/>
                </a:lnTo>
                <a:lnTo>
                  <a:pt x="447675" y="104775"/>
                </a:lnTo>
                <a:lnTo>
                  <a:pt x="438150" y="104775"/>
                </a:lnTo>
                <a:close/>
                <a:moveTo>
                  <a:pt x="476250" y="95250"/>
                </a:moveTo>
                <a:lnTo>
                  <a:pt x="523875" y="95250"/>
                </a:lnTo>
                <a:lnTo>
                  <a:pt x="523875" y="104775"/>
                </a:lnTo>
                <a:lnTo>
                  <a:pt x="504825" y="104775"/>
                </a:lnTo>
                <a:lnTo>
                  <a:pt x="504825" y="114300"/>
                </a:lnTo>
                <a:lnTo>
                  <a:pt x="495300" y="114300"/>
                </a:lnTo>
                <a:lnTo>
                  <a:pt x="495300" y="142875"/>
                </a:lnTo>
                <a:lnTo>
                  <a:pt x="533400" y="142875"/>
                </a:lnTo>
                <a:lnTo>
                  <a:pt x="533400" y="133350"/>
                </a:lnTo>
                <a:lnTo>
                  <a:pt x="552450" y="133350"/>
                </a:lnTo>
                <a:lnTo>
                  <a:pt x="552450" y="123825"/>
                </a:lnTo>
                <a:lnTo>
                  <a:pt x="571500" y="123825"/>
                </a:lnTo>
                <a:lnTo>
                  <a:pt x="571500" y="133350"/>
                </a:lnTo>
                <a:lnTo>
                  <a:pt x="609600" y="133350"/>
                </a:lnTo>
                <a:lnTo>
                  <a:pt x="609600" y="142875"/>
                </a:lnTo>
                <a:lnTo>
                  <a:pt x="552450" y="142875"/>
                </a:lnTo>
                <a:lnTo>
                  <a:pt x="552450" y="152400"/>
                </a:lnTo>
                <a:lnTo>
                  <a:pt x="514350" y="152400"/>
                </a:lnTo>
                <a:lnTo>
                  <a:pt x="514350" y="161925"/>
                </a:lnTo>
                <a:lnTo>
                  <a:pt x="495300" y="161925"/>
                </a:lnTo>
                <a:lnTo>
                  <a:pt x="495300" y="152400"/>
                </a:lnTo>
                <a:lnTo>
                  <a:pt x="476250" y="152400"/>
                </a:lnTo>
                <a:lnTo>
                  <a:pt x="476250" y="142875"/>
                </a:lnTo>
                <a:lnTo>
                  <a:pt x="447675" y="142875"/>
                </a:lnTo>
                <a:lnTo>
                  <a:pt x="447675" y="123825"/>
                </a:lnTo>
                <a:lnTo>
                  <a:pt x="466725" y="123825"/>
                </a:lnTo>
                <a:lnTo>
                  <a:pt x="466725" y="104775"/>
                </a:lnTo>
                <a:lnTo>
                  <a:pt x="476250" y="104775"/>
                </a:lnTo>
                <a:close/>
                <a:moveTo>
                  <a:pt x="533400" y="95250"/>
                </a:moveTo>
                <a:lnTo>
                  <a:pt x="571500" y="95250"/>
                </a:lnTo>
                <a:lnTo>
                  <a:pt x="571500" y="104775"/>
                </a:lnTo>
                <a:lnTo>
                  <a:pt x="533400" y="104775"/>
                </a:lnTo>
                <a:close/>
                <a:moveTo>
                  <a:pt x="981075" y="95250"/>
                </a:moveTo>
                <a:lnTo>
                  <a:pt x="1028700" y="95250"/>
                </a:lnTo>
                <a:lnTo>
                  <a:pt x="1028700" y="104775"/>
                </a:lnTo>
                <a:lnTo>
                  <a:pt x="1057275" y="104775"/>
                </a:lnTo>
                <a:lnTo>
                  <a:pt x="1057275" y="95250"/>
                </a:lnTo>
                <a:lnTo>
                  <a:pt x="1095375" y="95250"/>
                </a:lnTo>
                <a:lnTo>
                  <a:pt x="1095375" y="104775"/>
                </a:lnTo>
                <a:lnTo>
                  <a:pt x="1085850" y="104775"/>
                </a:lnTo>
                <a:lnTo>
                  <a:pt x="1085850" y="114300"/>
                </a:lnTo>
                <a:lnTo>
                  <a:pt x="1066800" y="114300"/>
                </a:lnTo>
                <a:lnTo>
                  <a:pt x="1066800" y="123825"/>
                </a:lnTo>
                <a:lnTo>
                  <a:pt x="1057275" y="123825"/>
                </a:lnTo>
                <a:lnTo>
                  <a:pt x="1057275" y="114300"/>
                </a:lnTo>
                <a:lnTo>
                  <a:pt x="1047750" y="114300"/>
                </a:lnTo>
                <a:lnTo>
                  <a:pt x="1047750" y="123825"/>
                </a:lnTo>
                <a:lnTo>
                  <a:pt x="1057275" y="123825"/>
                </a:lnTo>
                <a:lnTo>
                  <a:pt x="1057275" y="133350"/>
                </a:lnTo>
                <a:lnTo>
                  <a:pt x="1114425" y="133350"/>
                </a:lnTo>
                <a:lnTo>
                  <a:pt x="1114425" y="123825"/>
                </a:lnTo>
                <a:lnTo>
                  <a:pt x="1143000" y="123825"/>
                </a:lnTo>
                <a:lnTo>
                  <a:pt x="1143000" y="152400"/>
                </a:lnTo>
                <a:lnTo>
                  <a:pt x="1095375" y="152400"/>
                </a:lnTo>
                <a:lnTo>
                  <a:pt x="1095375" y="161925"/>
                </a:lnTo>
                <a:lnTo>
                  <a:pt x="1076325" y="161925"/>
                </a:lnTo>
                <a:lnTo>
                  <a:pt x="1076325" y="152400"/>
                </a:lnTo>
                <a:lnTo>
                  <a:pt x="1028700" y="152400"/>
                </a:lnTo>
                <a:lnTo>
                  <a:pt x="1028700" y="142875"/>
                </a:lnTo>
                <a:lnTo>
                  <a:pt x="942975" y="142875"/>
                </a:lnTo>
                <a:lnTo>
                  <a:pt x="942975" y="133350"/>
                </a:lnTo>
                <a:lnTo>
                  <a:pt x="923925" y="133350"/>
                </a:lnTo>
                <a:lnTo>
                  <a:pt x="923925" y="114300"/>
                </a:lnTo>
                <a:lnTo>
                  <a:pt x="933450" y="114300"/>
                </a:lnTo>
                <a:lnTo>
                  <a:pt x="933450" y="104775"/>
                </a:lnTo>
                <a:lnTo>
                  <a:pt x="981075" y="104775"/>
                </a:lnTo>
                <a:close/>
                <a:moveTo>
                  <a:pt x="1190625" y="104775"/>
                </a:moveTo>
                <a:lnTo>
                  <a:pt x="1200150" y="104775"/>
                </a:lnTo>
                <a:lnTo>
                  <a:pt x="1200150" y="114300"/>
                </a:lnTo>
                <a:lnTo>
                  <a:pt x="1190625" y="114300"/>
                </a:lnTo>
                <a:close/>
                <a:moveTo>
                  <a:pt x="400050" y="114300"/>
                </a:moveTo>
                <a:lnTo>
                  <a:pt x="409575" y="114300"/>
                </a:lnTo>
                <a:lnTo>
                  <a:pt x="409575" y="123825"/>
                </a:lnTo>
                <a:lnTo>
                  <a:pt x="400050" y="123825"/>
                </a:lnTo>
                <a:close/>
                <a:moveTo>
                  <a:pt x="381000" y="123825"/>
                </a:moveTo>
                <a:lnTo>
                  <a:pt x="390525" y="123825"/>
                </a:lnTo>
                <a:lnTo>
                  <a:pt x="390525" y="142875"/>
                </a:lnTo>
                <a:lnTo>
                  <a:pt x="381000" y="142875"/>
                </a:lnTo>
                <a:close/>
                <a:moveTo>
                  <a:pt x="628650" y="123825"/>
                </a:moveTo>
                <a:lnTo>
                  <a:pt x="647700" y="123825"/>
                </a:lnTo>
                <a:lnTo>
                  <a:pt x="647700" y="133350"/>
                </a:lnTo>
                <a:lnTo>
                  <a:pt x="638175" y="133350"/>
                </a:lnTo>
                <a:lnTo>
                  <a:pt x="638175" y="142875"/>
                </a:lnTo>
                <a:lnTo>
                  <a:pt x="619125" y="142875"/>
                </a:lnTo>
                <a:lnTo>
                  <a:pt x="619125" y="133350"/>
                </a:lnTo>
                <a:lnTo>
                  <a:pt x="628650" y="133350"/>
                </a:lnTo>
                <a:close/>
                <a:moveTo>
                  <a:pt x="1019175" y="123825"/>
                </a:moveTo>
                <a:lnTo>
                  <a:pt x="1028700" y="123825"/>
                </a:lnTo>
                <a:lnTo>
                  <a:pt x="1028700" y="133350"/>
                </a:lnTo>
                <a:lnTo>
                  <a:pt x="1038225" y="133350"/>
                </a:lnTo>
                <a:lnTo>
                  <a:pt x="1038225" y="114300"/>
                </a:lnTo>
                <a:lnTo>
                  <a:pt x="981075" y="114300"/>
                </a:lnTo>
                <a:lnTo>
                  <a:pt x="981075" y="133350"/>
                </a:lnTo>
                <a:lnTo>
                  <a:pt x="1019175" y="133350"/>
                </a:lnTo>
                <a:close/>
                <a:moveTo>
                  <a:pt x="1209675" y="133350"/>
                </a:moveTo>
                <a:lnTo>
                  <a:pt x="1219200" y="133350"/>
                </a:lnTo>
                <a:lnTo>
                  <a:pt x="1219200" y="142875"/>
                </a:lnTo>
                <a:lnTo>
                  <a:pt x="1209675" y="142875"/>
                </a:lnTo>
                <a:close/>
                <a:moveTo>
                  <a:pt x="190500" y="142875"/>
                </a:moveTo>
                <a:lnTo>
                  <a:pt x="200025" y="142875"/>
                </a:lnTo>
                <a:lnTo>
                  <a:pt x="200025" y="152400"/>
                </a:lnTo>
                <a:lnTo>
                  <a:pt x="190500" y="152400"/>
                </a:lnTo>
                <a:close/>
                <a:moveTo>
                  <a:pt x="390525" y="142875"/>
                </a:moveTo>
                <a:lnTo>
                  <a:pt x="400050" y="142875"/>
                </a:lnTo>
                <a:lnTo>
                  <a:pt x="400050" y="152400"/>
                </a:lnTo>
                <a:lnTo>
                  <a:pt x="390525" y="152400"/>
                </a:lnTo>
                <a:close/>
                <a:moveTo>
                  <a:pt x="1228725" y="142875"/>
                </a:moveTo>
                <a:lnTo>
                  <a:pt x="1238250" y="142875"/>
                </a:lnTo>
                <a:lnTo>
                  <a:pt x="1238250" y="152400"/>
                </a:lnTo>
                <a:lnTo>
                  <a:pt x="1228725" y="152400"/>
                </a:lnTo>
                <a:close/>
                <a:moveTo>
                  <a:pt x="180975" y="152400"/>
                </a:moveTo>
                <a:lnTo>
                  <a:pt x="190500" y="152400"/>
                </a:lnTo>
                <a:lnTo>
                  <a:pt x="190500" y="161925"/>
                </a:lnTo>
                <a:lnTo>
                  <a:pt x="180975" y="161925"/>
                </a:lnTo>
                <a:close/>
                <a:moveTo>
                  <a:pt x="304800" y="152400"/>
                </a:moveTo>
                <a:lnTo>
                  <a:pt x="323850" y="152400"/>
                </a:lnTo>
                <a:lnTo>
                  <a:pt x="323850" y="161925"/>
                </a:lnTo>
                <a:lnTo>
                  <a:pt x="304800" y="161925"/>
                </a:lnTo>
                <a:close/>
                <a:moveTo>
                  <a:pt x="1152525" y="152400"/>
                </a:moveTo>
                <a:lnTo>
                  <a:pt x="1162050" y="152400"/>
                </a:lnTo>
                <a:lnTo>
                  <a:pt x="1162050" y="161925"/>
                </a:lnTo>
                <a:lnTo>
                  <a:pt x="1171575" y="161925"/>
                </a:lnTo>
                <a:lnTo>
                  <a:pt x="1171575" y="152400"/>
                </a:lnTo>
                <a:lnTo>
                  <a:pt x="1190625" y="152400"/>
                </a:lnTo>
                <a:lnTo>
                  <a:pt x="1190625" y="161925"/>
                </a:lnTo>
                <a:lnTo>
                  <a:pt x="1181100" y="161925"/>
                </a:lnTo>
                <a:lnTo>
                  <a:pt x="1181100" y="180975"/>
                </a:lnTo>
                <a:lnTo>
                  <a:pt x="1190625" y="180975"/>
                </a:lnTo>
                <a:lnTo>
                  <a:pt x="1190625" y="190500"/>
                </a:lnTo>
                <a:lnTo>
                  <a:pt x="1162050" y="190500"/>
                </a:lnTo>
                <a:lnTo>
                  <a:pt x="1162050" y="180975"/>
                </a:lnTo>
                <a:lnTo>
                  <a:pt x="1152525" y="180975"/>
                </a:lnTo>
                <a:lnTo>
                  <a:pt x="1152525" y="171450"/>
                </a:lnTo>
                <a:lnTo>
                  <a:pt x="1143000" y="171450"/>
                </a:lnTo>
                <a:lnTo>
                  <a:pt x="1143000" y="161925"/>
                </a:lnTo>
                <a:lnTo>
                  <a:pt x="1152525" y="161925"/>
                </a:lnTo>
                <a:close/>
                <a:moveTo>
                  <a:pt x="1476375" y="152400"/>
                </a:moveTo>
                <a:lnTo>
                  <a:pt x="1485900" y="152400"/>
                </a:lnTo>
                <a:lnTo>
                  <a:pt x="1485900" y="161925"/>
                </a:lnTo>
                <a:lnTo>
                  <a:pt x="1476375" y="161925"/>
                </a:lnTo>
                <a:close/>
                <a:moveTo>
                  <a:pt x="1485900" y="161925"/>
                </a:moveTo>
                <a:lnTo>
                  <a:pt x="1495425" y="161925"/>
                </a:lnTo>
                <a:lnTo>
                  <a:pt x="1495425" y="180975"/>
                </a:lnTo>
                <a:lnTo>
                  <a:pt x="1485900" y="180975"/>
                </a:lnTo>
                <a:close/>
                <a:moveTo>
                  <a:pt x="800100" y="180975"/>
                </a:moveTo>
                <a:lnTo>
                  <a:pt x="885825" y="180975"/>
                </a:lnTo>
                <a:lnTo>
                  <a:pt x="885825" y="190500"/>
                </a:lnTo>
                <a:lnTo>
                  <a:pt x="933450" y="190500"/>
                </a:lnTo>
                <a:lnTo>
                  <a:pt x="933450" y="200025"/>
                </a:lnTo>
                <a:lnTo>
                  <a:pt x="838200" y="200025"/>
                </a:lnTo>
                <a:lnTo>
                  <a:pt x="838200" y="209550"/>
                </a:lnTo>
                <a:lnTo>
                  <a:pt x="819150" y="209550"/>
                </a:lnTo>
                <a:lnTo>
                  <a:pt x="819150" y="200025"/>
                </a:lnTo>
                <a:lnTo>
                  <a:pt x="800100" y="200025"/>
                </a:lnTo>
                <a:lnTo>
                  <a:pt x="800100" y="209550"/>
                </a:lnTo>
                <a:lnTo>
                  <a:pt x="781050" y="209550"/>
                </a:lnTo>
                <a:lnTo>
                  <a:pt x="781050" y="219075"/>
                </a:lnTo>
                <a:lnTo>
                  <a:pt x="762000" y="219075"/>
                </a:lnTo>
                <a:lnTo>
                  <a:pt x="762000" y="209550"/>
                </a:lnTo>
                <a:lnTo>
                  <a:pt x="742950" y="209550"/>
                </a:lnTo>
                <a:lnTo>
                  <a:pt x="742950" y="200025"/>
                </a:lnTo>
                <a:lnTo>
                  <a:pt x="781050" y="200025"/>
                </a:lnTo>
                <a:lnTo>
                  <a:pt x="781050" y="190500"/>
                </a:lnTo>
                <a:lnTo>
                  <a:pt x="800100" y="190500"/>
                </a:lnTo>
                <a:close/>
                <a:moveTo>
                  <a:pt x="266700" y="190500"/>
                </a:moveTo>
                <a:lnTo>
                  <a:pt x="276225" y="190500"/>
                </a:lnTo>
                <a:lnTo>
                  <a:pt x="276225" y="200025"/>
                </a:lnTo>
                <a:lnTo>
                  <a:pt x="266700" y="200025"/>
                </a:lnTo>
                <a:close/>
                <a:moveTo>
                  <a:pt x="1200150" y="190500"/>
                </a:moveTo>
                <a:lnTo>
                  <a:pt x="1219200" y="190500"/>
                </a:lnTo>
                <a:lnTo>
                  <a:pt x="1219200" y="200025"/>
                </a:lnTo>
                <a:lnTo>
                  <a:pt x="1200150" y="200025"/>
                </a:lnTo>
                <a:close/>
                <a:moveTo>
                  <a:pt x="257175" y="200025"/>
                </a:moveTo>
                <a:lnTo>
                  <a:pt x="266700" y="200025"/>
                </a:lnTo>
                <a:lnTo>
                  <a:pt x="266700" y="209550"/>
                </a:lnTo>
                <a:lnTo>
                  <a:pt x="257175" y="209550"/>
                </a:lnTo>
                <a:close/>
                <a:moveTo>
                  <a:pt x="333375" y="200025"/>
                </a:moveTo>
                <a:lnTo>
                  <a:pt x="352425" y="200025"/>
                </a:lnTo>
                <a:lnTo>
                  <a:pt x="352425" y="219075"/>
                </a:lnTo>
                <a:lnTo>
                  <a:pt x="342900" y="219075"/>
                </a:lnTo>
                <a:lnTo>
                  <a:pt x="342900" y="238125"/>
                </a:lnTo>
                <a:lnTo>
                  <a:pt x="333375" y="238125"/>
                </a:lnTo>
                <a:lnTo>
                  <a:pt x="333375" y="247650"/>
                </a:lnTo>
                <a:lnTo>
                  <a:pt x="323850" y="247650"/>
                </a:lnTo>
                <a:lnTo>
                  <a:pt x="323850" y="219075"/>
                </a:lnTo>
                <a:lnTo>
                  <a:pt x="333375" y="219075"/>
                </a:lnTo>
                <a:close/>
                <a:moveTo>
                  <a:pt x="619125" y="200025"/>
                </a:moveTo>
                <a:lnTo>
                  <a:pt x="676275" y="200025"/>
                </a:lnTo>
                <a:lnTo>
                  <a:pt x="676275" y="209550"/>
                </a:lnTo>
                <a:lnTo>
                  <a:pt x="685800" y="209550"/>
                </a:lnTo>
                <a:lnTo>
                  <a:pt x="685800" y="219075"/>
                </a:lnTo>
                <a:lnTo>
                  <a:pt x="666750" y="219075"/>
                </a:lnTo>
                <a:lnTo>
                  <a:pt x="666750" y="238125"/>
                </a:lnTo>
                <a:lnTo>
                  <a:pt x="685800" y="238125"/>
                </a:lnTo>
                <a:lnTo>
                  <a:pt x="685800" y="247650"/>
                </a:lnTo>
                <a:lnTo>
                  <a:pt x="695325" y="247650"/>
                </a:lnTo>
                <a:lnTo>
                  <a:pt x="695325" y="257175"/>
                </a:lnTo>
                <a:lnTo>
                  <a:pt x="657225" y="257175"/>
                </a:lnTo>
                <a:lnTo>
                  <a:pt x="657225" y="247650"/>
                </a:lnTo>
                <a:lnTo>
                  <a:pt x="647700" y="247650"/>
                </a:lnTo>
                <a:lnTo>
                  <a:pt x="647700" y="228600"/>
                </a:lnTo>
                <a:lnTo>
                  <a:pt x="638175" y="228600"/>
                </a:lnTo>
                <a:lnTo>
                  <a:pt x="638175" y="219075"/>
                </a:lnTo>
                <a:lnTo>
                  <a:pt x="619125" y="219075"/>
                </a:lnTo>
                <a:close/>
                <a:moveTo>
                  <a:pt x="981075" y="200025"/>
                </a:moveTo>
                <a:lnTo>
                  <a:pt x="1009650" y="200025"/>
                </a:lnTo>
                <a:lnTo>
                  <a:pt x="1009650" y="209550"/>
                </a:lnTo>
                <a:lnTo>
                  <a:pt x="1019175" y="209550"/>
                </a:lnTo>
                <a:lnTo>
                  <a:pt x="1019175" y="219075"/>
                </a:lnTo>
                <a:lnTo>
                  <a:pt x="1009650" y="219075"/>
                </a:lnTo>
                <a:lnTo>
                  <a:pt x="1009650" y="228600"/>
                </a:lnTo>
                <a:lnTo>
                  <a:pt x="1000125" y="228600"/>
                </a:lnTo>
                <a:lnTo>
                  <a:pt x="1000125" y="238125"/>
                </a:lnTo>
                <a:lnTo>
                  <a:pt x="990600" y="238125"/>
                </a:lnTo>
                <a:lnTo>
                  <a:pt x="990600" y="247650"/>
                </a:lnTo>
                <a:lnTo>
                  <a:pt x="971550" y="247650"/>
                </a:lnTo>
                <a:lnTo>
                  <a:pt x="971550" y="257175"/>
                </a:lnTo>
                <a:lnTo>
                  <a:pt x="914400" y="257175"/>
                </a:lnTo>
                <a:lnTo>
                  <a:pt x="914400" y="247650"/>
                </a:lnTo>
                <a:lnTo>
                  <a:pt x="942975" y="247650"/>
                </a:lnTo>
                <a:lnTo>
                  <a:pt x="942975" y="238125"/>
                </a:lnTo>
                <a:lnTo>
                  <a:pt x="981075" y="238125"/>
                </a:lnTo>
                <a:lnTo>
                  <a:pt x="981075" y="228600"/>
                </a:lnTo>
                <a:lnTo>
                  <a:pt x="990600" y="228600"/>
                </a:lnTo>
                <a:lnTo>
                  <a:pt x="990600" y="209550"/>
                </a:lnTo>
                <a:lnTo>
                  <a:pt x="981075" y="209550"/>
                </a:lnTo>
                <a:close/>
                <a:moveTo>
                  <a:pt x="1247775" y="209550"/>
                </a:moveTo>
                <a:lnTo>
                  <a:pt x="1257300" y="209550"/>
                </a:lnTo>
                <a:lnTo>
                  <a:pt x="1257300" y="219075"/>
                </a:lnTo>
                <a:lnTo>
                  <a:pt x="1247775" y="219075"/>
                </a:lnTo>
                <a:close/>
                <a:moveTo>
                  <a:pt x="238125" y="219075"/>
                </a:moveTo>
                <a:lnTo>
                  <a:pt x="247650" y="219075"/>
                </a:lnTo>
                <a:lnTo>
                  <a:pt x="247650" y="228600"/>
                </a:lnTo>
                <a:lnTo>
                  <a:pt x="238125" y="228600"/>
                </a:lnTo>
                <a:close/>
                <a:moveTo>
                  <a:pt x="1257300" y="219075"/>
                </a:moveTo>
                <a:lnTo>
                  <a:pt x="1266825" y="219075"/>
                </a:lnTo>
                <a:lnTo>
                  <a:pt x="1266825" y="228600"/>
                </a:lnTo>
                <a:lnTo>
                  <a:pt x="1285875" y="228600"/>
                </a:lnTo>
                <a:lnTo>
                  <a:pt x="1285875" y="238125"/>
                </a:lnTo>
                <a:lnTo>
                  <a:pt x="1314450" y="238125"/>
                </a:lnTo>
                <a:lnTo>
                  <a:pt x="1314450" y="247650"/>
                </a:lnTo>
                <a:lnTo>
                  <a:pt x="1323975" y="247650"/>
                </a:lnTo>
                <a:lnTo>
                  <a:pt x="1323975" y="266700"/>
                </a:lnTo>
                <a:lnTo>
                  <a:pt x="1333500" y="266700"/>
                </a:lnTo>
                <a:lnTo>
                  <a:pt x="1333500" y="276225"/>
                </a:lnTo>
                <a:lnTo>
                  <a:pt x="1314450" y="276225"/>
                </a:lnTo>
                <a:lnTo>
                  <a:pt x="1314450" y="285750"/>
                </a:lnTo>
                <a:lnTo>
                  <a:pt x="1304925" y="285750"/>
                </a:lnTo>
                <a:lnTo>
                  <a:pt x="1304925" y="295275"/>
                </a:lnTo>
                <a:lnTo>
                  <a:pt x="1295400" y="295275"/>
                </a:lnTo>
                <a:lnTo>
                  <a:pt x="1295400" y="304800"/>
                </a:lnTo>
                <a:lnTo>
                  <a:pt x="1276350" y="304800"/>
                </a:lnTo>
                <a:lnTo>
                  <a:pt x="1276350" y="314325"/>
                </a:lnTo>
                <a:lnTo>
                  <a:pt x="1266825" y="314325"/>
                </a:lnTo>
                <a:lnTo>
                  <a:pt x="1266825" y="333375"/>
                </a:lnTo>
                <a:lnTo>
                  <a:pt x="1247775" y="333375"/>
                </a:lnTo>
                <a:lnTo>
                  <a:pt x="1247775" y="314325"/>
                </a:lnTo>
                <a:lnTo>
                  <a:pt x="1257300" y="314325"/>
                </a:lnTo>
                <a:lnTo>
                  <a:pt x="1257300" y="304800"/>
                </a:lnTo>
                <a:lnTo>
                  <a:pt x="1266825" y="304800"/>
                </a:lnTo>
                <a:lnTo>
                  <a:pt x="1266825" y="276225"/>
                </a:lnTo>
                <a:lnTo>
                  <a:pt x="1285875" y="276225"/>
                </a:lnTo>
                <a:lnTo>
                  <a:pt x="1285875" y="266700"/>
                </a:lnTo>
                <a:lnTo>
                  <a:pt x="1276350" y="266700"/>
                </a:lnTo>
                <a:lnTo>
                  <a:pt x="1276350" y="257175"/>
                </a:lnTo>
                <a:lnTo>
                  <a:pt x="1266825" y="257175"/>
                </a:lnTo>
                <a:lnTo>
                  <a:pt x="1266825" y="247650"/>
                </a:lnTo>
                <a:lnTo>
                  <a:pt x="1257300" y="247650"/>
                </a:lnTo>
                <a:close/>
                <a:moveTo>
                  <a:pt x="219075" y="247650"/>
                </a:moveTo>
                <a:lnTo>
                  <a:pt x="238125" y="247650"/>
                </a:lnTo>
                <a:lnTo>
                  <a:pt x="238125" y="257175"/>
                </a:lnTo>
                <a:lnTo>
                  <a:pt x="228600" y="257175"/>
                </a:lnTo>
                <a:lnTo>
                  <a:pt x="228600" y="295275"/>
                </a:lnTo>
                <a:lnTo>
                  <a:pt x="219075" y="295275"/>
                </a:lnTo>
                <a:lnTo>
                  <a:pt x="219075" y="304800"/>
                </a:lnTo>
                <a:lnTo>
                  <a:pt x="209550" y="304800"/>
                </a:lnTo>
                <a:lnTo>
                  <a:pt x="209550" y="266700"/>
                </a:lnTo>
                <a:lnTo>
                  <a:pt x="219075" y="266700"/>
                </a:lnTo>
                <a:close/>
                <a:moveTo>
                  <a:pt x="762000" y="257175"/>
                </a:moveTo>
                <a:lnTo>
                  <a:pt x="809625" y="257175"/>
                </a:lnTo>
                <a:lnTo>
                  <a:pt x="809625" y="266700"/>
                </a:lnTo>
                <a:lnTo>
                  <a:pt x="790575" y="266700"/>
                </a:lnTo>
                <a:lnTo>
                  <a:pt x="790575" y="276225"/>
                </a:lnTo>
                <a:lnTo>
                  <a:pt x="781050" y="276225"/>
                </a:lnTo>
                <a:lnTo>
                  <a:pt x="781050" y="266700"/>
                </a:lnTo>
                <a:lnTo>
                  <a:pt x="762000" y="266700"/>
                </a:lnTo>
                <a:close/>
                <a:moveTo>
                  <a:pt x="857250" y="257175"/>
                </a:moveTo>
                <a:lnTo>
                  <a:pt x="866775" y="257175"/>
                </a:lnTo>
                <a:lnTo>
                  <a:pt x="866775" y="266700"/>
                </a:lnTo>
                <a:lnTo>
                  <a:pt x="857250" y="266700"/>
                </a:lnTo>
                <a:close/>
                <a:moveTo>
                  <a:pt x="895350" y="257175"/>
                </a:moveTo>
                <a:lnTo>
                  <a:pt x="904875" y="257175"/>
                </a:lnTo>
                <a:lnTo>
                  <a:pt x="904875" y="266700"/>
                </a:lnTo>
                <a:lnTo>
                  <a:pt x="895350" y="266700"/>
                </a:lnTo>
                <a:close/>
                <a:moveTo>
                  <a:pt x="66675" y="266700"/>
                </a:moveTo>
                <a:lnTo>
                  <a:pt x="76200" y="266700"/>
                </a:lnTo>
                <a:lnTo>
                  <a:pt x="76200" y="276225"/>
                </a:lnTo>
                <a:lnTo>
                  <a:pt x="66675" y="276225"/>
                </a:lnTo>
                <a:close/>
                <a:moveTo>
                  <a:pt x="304800" y="266700"/>
                </a:moveTo>
                <a:lnTo>
                  <a:pt x="323850" y="266700"/>
                </a:lnTo>
                <a:lnTo>
                  <a:pt x="323850" y="285750"/>
                </a:lnTo>
                <a:lnTo>
                  <a:pt x="314325" y="285750"/>
                </a:lnTo>
                <a:lnTo>
                  <a:pt x="314325" y="295275"/>
                </a:lnTo>
                <a:lnTo>
                  <a:pt x="323850" y="295275"/>
                </a:lnTo>
                <a:lnTo>
                  <a:pt x="323850" y="304800"/>
                </a:lnTo>
                <a:lnTo>
                  <a:pt x="304800" y="304800"/>
                </a:lnTo>
                <a:close/>
                <a:moveTo>
                  <a:pt x="866775" y="266700"/>
                </a:moveTo>
                <a:lnTo>
                  <a:pt x="895350" y="266700"/>
                </a:lnTo>
                <a:lnTo>
                  <a:pt x="895350" y="276225"/>
                </a:lnTo>
                <a:lnTo>
                  <a:pt x="866775" y="276225"/>
                </a:lnTo>
                <a:close/>
                <a:moveTo>
                  <a:pt x="1343025" y="266700"/>
                </a:moveTo>
                <a:lnTo>
                  <a:pt x="1352550" y="266700"/>
                </a:lnTo>
                <a:lnTo>
                  <a:pt x="1352550" y="276225"/>
                </a:lnTo>
                <a:lnTo>
                  <a:pt x="1362075" y="276225"/>
                </a:lnTo>
                <a:lnTo>
                  <a:pt x="1362075" y="285750"/>
                </a:lnTo>
                <a:lnTo>
                  <a:pt x="1333500" y="285750"/>
                </a:lnTo>
                <a:lnTo>
                  <a:pt x="1333500" y="276225"/>
                </a:lnTo>
                <a:lnTo>
                  <a:pt x="1343025" y="276225"/>
                </a:lnTo>
                <a:close/>
                <a:moveTo>
                  <a:pt x="76200" y="276225"/>
                </a:moveTo>
                <a:lnTo>
                  <a:pt x="85725" y="276225"/>
                </a:lnTo>
                <a:lnTo>
                  <a:pt x="85725" y="295275"/>
                </a:lnTo>
                <a:lnTo>
                  <a:pt x="66675" y="295275"/>
                </a:lnTo>
                <a:lnTo>
                  <a:pt x="66675" y="285750"/>
                </a:lnTo>
                <a:lnTo>
                  <a:pt x="76200" y="285750"/>
                </a:lnTo>
                <a:close/>
                <a:moveTo>
                  <a:pt x="133350" y="276225"/>
                </a:moveTo>
                <a:lnTo>
                  <a:pt x="142875" y="276225"/>
                </a:lnTo>
                <a:lnTo>
                  <a:pt x="142875" y="285750"/>
                </a:lnTo>
                <a:lnTo>
                  <a:pt x="133350" y="285750"/>
                </a:lnTo>
                <a:close/>
                <a:moveTo>
                  <a:pt x="409575" y="276225"/>
                </a:moveTo>
                <a:lnTo>
                  <a:pt x="438150" y="276225"/>
                </a:lnTo>
                <a:lnTo>
                  <a:pt x="438150" y="285750"/>
                </a:lnTo>
                <a:lnTo>
                  <a:pt x="447675" y="285750"/>
                </a:lnTo>
                <a:lnTo>
                  <a:pt x="447675" y="304800"/>
                </a:lnTo>
                <a:lnTo>
                  <a:pt x="438150" y="304800"/>
                </a:lnTo>
                <a:lnTo>
                  <a:pt x="438150" y="295275"/>
                </a:lnTo>
                <a:lnTo>
                  <a:pt x="428625" y="295275"/>
                </a:lnTo>
                <a:lnTo>
                  <a:pt x="428625" y="285750"/>
                </a:lnTo>
                <a:lnTo>
                  <a:pt x="419100" y="285750"/>
                </a:lnTo>
                <a:lnTo>
                  <a:pt x="419100" y="295275"/>
                </a:lnTo>
                <a:lnTo>
                  <a:pt x="400050" y="295275"/>
                </a:lnTo>
                <a:lnTo>
                  <a:pt x="400050" y="285750"/>
                </a:lnTo>
                <a:lnTo>
                  <a:pt x="409575" y="285750"/>
                </a:lnTo>
                <a:close/>
                <a:moveTo>
                  <a:pt x="123825" y="304800"/>
                </a:moveTo>
                <a:lnTo>
                  <a:pt x="133350" y="304800"/>
                </a:lnTo>
                <a:lnTo>
                  <a:pt x="133350" y="323850"/>
                </a:lnTo>
                <a:lnTo>
                  <a:pt x="123825" y="323850"/>
                </a:lnTo>
                <a:close/>
                <a:moveTo>
                  <a:pt x="1371600" y="314325"/>
                </a:moveTo>
                <a:lnTo>
                  <a:pt x="1381125" y="314325"/>
                </a:lnTo>
                <a:lnTo>
                  <a:pt x="1381125" y="323850"/>
                </a:lnTo>
                <a:lnTo>
                  <a:pt x="1371600" y="323850"/>
                </a:lnTo>
                <a:close/>
                <a:moveTo>
                  <a:pt x="209550" y="333375"/>
                </a:moveTo>
                <a:lnTo>
                  <a:pt x="219075" y="333375"/>
                </a:lnTo>
                <a:lnTo>
                  <a:pt x="219075" y="352425"/>
                </a:lnTo>
                <a:lnTo>
                  <a:pt x="200025" y="352425"/>
                </a:lnTo>
                <a:lnTo>
                  <a:pt x="200025" y="342900"/>
                </a:lnTo>
                <a:lnTo>
                  <a:pt x="209550" y="342900"/>
                </a:lnTo>
                <a:close/>
                <a:moveTo>
                  <a:pt x="314325" y="352425"/>
                </a:moveTo>
                <a:lnTo>
                  <a:pt x="333375" y="352425"/>
                </a:lnTo>
                <a:lnTo>
                  <a:pt x="333375" y="419100"/>
                </a:lnTo>
                <a:lnTo>
                  <a:pt x="323850" y="419100"/>
                </a:lnTo>
                <a:lnTo>
                  <a:pt x="323850" y="400050"/>
                </a:lnTo>
                <a:lnTo>
                  <a:pt x="314325" y="400050"/>
                </a:lnTo>
                <a:lnTo>
                  <a:pt x="314325" y="390525"/>
                </a:lnTo>
                <a:lnTo>
                  <a:pt x="323850" y="390525"/>
                </a:lnTo>
                <a:lnTo>
                  <a:pt x="323850" y="381000"/>
                </a:lnTo>
                <a:lnTo>
                  <a:pt x="314325" y="381000"/>
                </a:lnTo>
                <a:close/>
                <a:moveTo>
                  <a:pt x="1247775" y="352425"/>
                </a:moveTo>
                <a:lnTo>
                  <a:pt x="1257300" y="352425"/>
                </a:lnTo>
                <a:lnTo>
                  <a:pt x="1257300" y="390525"/>
                </a:lnTo>
                <a:lnTo>
                  <a:pt x="1247775" y="390525"/>
                </a:lnTo>
                <a:close/>
                <a:moveTo>
                  <a:pt x="409575" y="371475"/>
                </a:moveTo>
                <a:lnTo>
                  <a:pt x="428625" y="371475"/>
                </a:lnTo>
                <a:lnTo>
                  <a:pt x="428625" y="381000"/>
                </a:lnTo>
                <a:lnTo>
                  <a:pt x="438150" y="381000"/>
                </a:lnTo>
                <a:lnTo>
                  <a:pt x="438150" y="390525"/>
                </a:lnTo>
                <a:lnTo>
                  <a:pt x="428625" y="390525"/>
                </a:lnTo>
                <a:lnTo>
                  <a:pt x="428625" y="400050"/>
                </a:lnTo>
                <a:lnTo>
                  <a:pt x="419100" y="400050"/>
                </a:lnTo>
                <a:lnTo>
                  <a:pt x="419100" y="390525"/>
                </a:lnTo>
                <a:lnTo>
                  <a:pt x="409575" y="390525"/>
                </a:lnTo>
                <a:lnTo>
                  <a:pt x="409575" y="400050"/>
                </a:lnTo>
                <a:lnTo>
                  <a:pt x="400050" y="400050"/>
                </a:lnTo>
                <a:lnTo>
                  <a:pt x="400050" y="409575"/>
                </a:lnTo>
                <a:lnTo>
                  <a:pt x="390525" y="409575"/>
                </a:lnTo>
                <a:lnTo>
                  <a:pt x="390525" y="390525"/>
                </a:lnTo>
                <a:lnTo>
                  <a:pt x="400050" y="390525"/>
                </a:lnTo>
                <a:lnTo>
                  <a:pt x="400050" y="381000"/>
                </a:lnTo>
                <a:lnTo>
                  <a:pt x="409575" y="381000"/>
                </a:lnTo>
                <a:close/>
                <a:moveTo>
                  <a:pt x="609600" y="371475"/>
                </a:moveTo>
                <a:lnTo>
                  <a:pt x="647700" y="371475"/>
                </a:lnTo>
                <a:lnTo>
                  <a:pt x="647700" y="381000"/>
                </a:lnTo>
                <a:lnTo>
                  <a:pt x="609600" y="381000"/>
                </a:lnTo>
                <a:close/>
                <a:moveTo>
                  <a:pt x="733425" y="371475"/>
                </a:moveTo>
                <a:lnTo>
                  <a:pt x="752475" y="371475"/>
                </a:lnTo>
                <a:lnTo>
                  <a:pt x="752475" y="390525"/>
                </a:lnTo>
                <a:lnTo>
                  <a:pt x="733425" y="390525"/>
                </a:lnTo>
                <a:close/>
                <a:moveTo>
                  <a:pt x="485775" y="381000"/>
                </a:moveTo>
                <a:lnTo>
                  <a:pt x="514350" y="381000"/>
                </a:lnTo>
                <a:lnTo>
                  <a:pt x="514350" y="390525"/>
                </a:lnTo>
                <a:lnTo>
                  <a:pt x="504825" y="390525"/>
                </a:lnTo>
                <a:lnTo>
                  <a:pt x="504825" y="400050"/>
                </a:lnTo>
                <a:lnTo>
                  <a:pt x="485775" y="400050"/>
                </a:lnTo>
                <a:lnTo>
                  <a:pt x="485775" y="409575"/>
                </a:lnTo>
                <a:lnTo>
                  <a:pt x="476250" y="409575"/>
                </a:lnTo>
                <a:lnTo>
                  <a:pt x="476250" y="390525"/>
                </a:lnTo>
                <a:lnTo>
                  <a:pt x="485775" y="390525"/>
                </a:lnTo>
                <a:close/>
                <a:moveTo>
                  <a:pt x="600075" y="381000"/>
                </a:moveTo>
                <a:lnTo>
                  <a:pt x="609600" y="381000"/>
                </a:lnTo>
                <a:lnTo>
                  <a:pt x="609600" y="390525"/>
                </a:lnTo>
                <a:lnTo>
                  <a:pt x="600075" y="390525"/>
                </a:lnTo>
                <a:close/>
                <a:moveTo>
                  <a:pt x="647700" y="381000"/>
                </a:moveTo>
                <a:lnTo>
                  <a:pt x="657225" y="381000"/>
                </a:lnTo>
                <a:lnTo>
                  <a:pt x="657225" y="390525"/>
                </a:lnTo>
                <a:lnTo>
                  <a:pt x="647700" y="390525"/>
                </a:lnTo>
                <a:close/>
                <a:moveTo>
                  <a:pt x="438150" y="390525"/>
                </a:moveTo>
                <a:lnTo>
                  <a:pt x="447675" y="390525"/>
                </a:lnTo>
                <a:lnTo>
                  <a:pt x="447675" y="400050"/>
                </a:lnTo>
                <a:lnTo>
                  <a:pt x="438150" y="400050"/>
                </a:lnTo>
                <a:close/>
                <a:moveTo>
                  <a:pt x="1085850" y="390525"/>
                </a:moveTo>
                <a:lnTo>
                  <a:pt x="1114425" y="390525"/>
                </a:lnTo>
                <a:lnTo>
                  <a:pt x="1114425" y="400050"/>
                </a:lnTo>
                <a:lnTo>
                  <a:pt x="1085850" y="400050"/>
                </a:lnTo>
                <a:close/>
                <a:moveTo>
                  <a:pt x="1123950" y="390525"/>
                </a:moveTo>
                <a:lnTo>
                  <a:pt x="1143000" y="390525"/>
                </a:lnTo>
                <a:lnTo>
                  <a:pt x="1143000" y="409575"/>
                </a:lnTo>
                <a:lnTo>
                  <a:pt x="1133475" y="409575"/>
                </a:lnTo>
                <a:lnTo>
                  <a:pt x="1133475" y="400050"/>
                </a:lnTo>
                <a:lnTo>
                  <a:pt x="1123950" y="400050"/>
                </a:lnTo>
                <a:close/>
                <a:moveTo>
                  <a:pt x="1495425" y="390525"/>
                </a:moveTo>
                <a:lnTo>
                  <a:pt x="1504950" y="390525"/>
                </a:lnTo>
                <a:lnTo>
                  <a:pt x="1504950" y="400050"/>
                </a:lnTo>
                <a:lnTo>
                  <a:pt x="1495425" y="400050"/>
                </a:lnTo>
                <a:close/>
                <a:moveTo>
                  <a:pt x="209550" y="400050"/>
                </a:moveTo>
                <a:lnTo>
                  <a:pt x="219075" y="400050"/>
                </a:lnTo>
                <a:lnTo>
                  <a:pt x="219075" y="419100"/>
                </a:lnTo>
                <a:lnTo>
                  <a:pt x="228600" y="419100"/>
                </a:lnTo>
                <a:lnTo>
                  <a:pt x="228600" y="428625"/>
                </a:lnTo>
                <a:lnTo>
                  <a:pt x="219075" y="428625"/>
                </a:lnTo>
                <a:lnTo>
                  <a:pt x="219075" y="447675"/>
                </a:lnTo>
                <a:lnTo>
                  <a:pt x="209550" y="447675"/>
                </a:lnTo>
                <a:close/>
                <a:moveTo>
                  <a:pt x="1447800" y="419100"/>
                </a:moveTo>
                <a:lnTo>
                  <a:pt x="1457325" y="419100"/>
                </a:lnTo>
                <a:lnTo>
                  <a:pt x="1457325" y="428625"/>
                </a:lnTo>
                <a:lnTo>
                  <a:pt x="1466850" y="428625"/>
                </a:lnTo>
                <a:lnTo>
                  <a:pt x="1466850" y="419100"/>
                </a:lnTo>
                <a:lnTo>
                  <a:pt x="1485900" y="419100"/>
                </a:lnTo>
                <a:lnTo>
                  <a:pt x="1485900" y="438150"/>
                </a:lnTo>
                <a:lnTo>
                  <a:pt x="1495425" y="438150"/>
                </a:lnTo>
                <a:lnTo>
                  <a:pt x="1495425" y="447675"/>
                </a:lnTo>
                <a:lnTo>
                  <a:pt x="1504950" y="447675"/>
                </a:lnTo>
                <a:lnTo>
                  <a:pt x="1504950" y="476250"/>
                </a:lnTo>
                <a:lnTo>
                  <a:pt x="1495425" y="476250"/>
                </a:lnTo>
                <a:lnTo>
                  <a:pt x="1495425" y="485775"/>
                </a:lnTo>
                <a:lnTo>
                  <a:pt x="1476375" y="485775"/>
                </a:lnTo>
                <a:lnTo>
                  <a:pt x="1476375" y="476250"/>
                </a:lnTo>
                <a:lnTo>
                  <a:pt x="1466850" y="476250"/>
                </a:lnTo>
                <a:lnTo>
                  <a:pt x="1466850" y="447675"/>
                </a:lnTo>
                <a:lnTo>
                  <a:pt x="1457325" y="447675"/>
                </a:lnTo>
                <a:lnTo>
                  <a:pt x="1457325" y="438150"/>
                </a:lnTo>
                <a:lnTo>
                  <a:pt x="1447800" y="438150"/>
                </a:lnTo>
                <a:close/>
                <a:moveTo>
                  <a:pt x="123825" y="438150"/>
                </a:moveTo>
                <a:lnTo>
                  <a:pt x="133350" y="438150"/>
                </a:lnTo>
                <a:lnTo>
                  <a:pt x="133350" y="466725"/>
                </a:lnTo>
                <a:lnTo>
                  <a:pt x="123825" y="466725"/>
                </a:lnTo>
                <a:close/>
                <a:moveTo>
                  <a:pt x="257175" y="447675"/>
                </a:moveTo>
                <a:lnTo>
                  <a:pt x="266700" y="447675"/>
                </a:lnTo>
                <a:lnTo>
                  <a:pt x="266700" y="466725"/>
                </a:lnTo>
                <a:lnTo>
                  <a:pt x="257175" y="466725"/>
                </a:lnTo>
                <a:close/>
                <a:moveTo>
                  <a:pt x="209550" y="457200"/>
                </a:moveTo>
                <a:lnTo>
                  <a:pt x="219075" y="457200"/>
                </a:lnTo>
                <a:lnTo>
                  <a:pt x="219075" y="542925"/>
                </a:lnTo>
                <a:lnTo>
                  <a:pt x="209550" y="542925"/>
                </a:lnTo>
                <a:lnTo>
                  <a:pt x="209550" y="514350"/>
                </a:lnTo>
                <a:lnTo>
                  <a:pt x="200025" y="514350"/>
                </a:lnTo>
                <a:lnTo>
                  <a:pt x="200025" y="485775"/>
                </a:lnTo>
                <a:lnTo>
                  <a:pt x="209550" y="485775"/>
                </a:lnTo>
                <a:close/>
                <a:moveTo>
                  <a:pt x="323850" y="457200"/>
                </a:moveTo>
                <a:lnTo>
                  <a:pt x="333375" y="457200"/>
                </a:lnTo>
                <a:lnTo>
                  <a:pt x="333375" y="476250"/>
                </a:lnTo>
                <a:lnTo>
                  <a:pt x="323850" y="476250"/>
                </a:lnTo>
                <a:close/>
                <a:moveTo>
                  <a:pt x="390525" y="466725"/>
                </a:moveTo>
                <a:lnTo>
                  <a:pt x="400050" y="466725"/>
                </a:lnTo>
                <a:lnTo>
                  <a:pt x="400050" y="476250"/>
                </a:lnTo>
                <a:lnTo>
                  <a:pt x="390525" y="476250"/>
                </a:lnTo>
                <a:close/>
                <a:moveTo>
                  <a:pt x="1162050" y="466725"/>
                </a:moveTo>
                <a:lnTo>
                  <a:pt x="1181100" y="466725"/>
                </a:lnTo>
                <a:lnTo>
                  <a:pt x="1181100" y="476250"/>
                </a:lnTo>
                <a:lnTo>
                  <a:pt x="1162050" y="476250"/>
                </a:lnTo>
                <a:close/>
                <a:moveTo>
                  <a:pt x="314325" y="476250"/>
                </a:moveTo>
                <a:lnTo>
                  <a:pt x="323850" y="476250"/>
                </a:lnTo>
                <a:lnTo>
                  <a:pt x="323850" y="495300"/>
                </a:lnTo>
                <a:lnTo>
                  <a:pt x="304800" y="495300"/>
                </a:lnTo>
                <a:lnTo>
                  <a:pt x="304800" y="485775"/>
                </a:lnTo>
                <a:lnTo>
                  <a:pt x="314325" y="485775"/>
                </a:lnTo>
                <a:close/>
                <a:moveTo>
                  <a:pt x="400050" y="476250"/>
                </a:moveTo>
                <a:lnTo>
                  <a:pt x="419100" y="476250"/>
                </a:lnTo>
                <a:lnTo>
                  <a:pt x="419100" y="485775"/>
                </a:lnTo>
                <a:lnTo>
                  <a:pt x="400050" y="485775"/>
                </a:lnTo>
                <a:close/>
                <a:moveTo>
                  <a:pt x="428625" y="476250"/>
                </a:moveTo>
                <a:lnTo>
                  <a:pt x="438150" y="476250"/>
                </a:lnTo>
                <a:lnTo>
                  <a:pt x="438150" y="485775"/>
                </a:lnTo>
                <a:lnTo>
                  <a:pt x="428625" y="485775"/>
                </a:lnTo>
                <a:close/>
                <a:moveTo>
                  <a:pt x="276225" y="495300"/>
                </a:moveTo>
                <a:lnTo>
                  <a:pt x="304800" y="495300"/>
                </a:lnTo>
                <a:lnTo>
                  <a:pt x="304800" y="504825"/>
                </a:lnTo>
                <a:lnTo>
                  <a:pt x="295275" y="504825"/>
                </a:lnTo>
                <a:lnTo>
                  <a:pt x="295275" y="533400"/>
                </a:lnTo>
                <a:lnTo>
                  <a:pt x="304800" y="533400"/>
                </a:lnTo>
                <a:lnTo>
                  <a:pt x="304800" y="542925"/>
                </a:lnTo>
                <a:lnTo>
                  <a:pt x="314325" y="542925"/>
                </a:lnTo>
                <a:lnTo>
                  <a:pt x="314325" y="561975"/>
                </a:lnTo>
                <a:lnTo>
                  <a:pt x="304800" y="561975"/>
                </a:lnTo>
                <a:lnTo>
                  <a:pt x="304800" y="571500"/>
                </a:lnTo>
                <a:lnTo>
                  <a:pt x="295275" y="571500"/>
                </a:lnTo>
                <a:lnTo>
                  <a:pt x="295275" y="590550"/>
                </a:lnTo>
                <a:lnTo>
                  <a:pt x="285750" y="590550"/>
                </a:lnTo>
                <a:lnTo>
                  <a:pt x="285750" y="609600"/>
                </a:lnTo>
                <a:lnTo>
                  <a:pt x="276225" y="609600"/>
                </a:lnTo>
                <a:lnTo>
                  <a:pt x="276225" y="561975"/>
                </a:lnTo>
                <a:lnTo>
                  <a:pt x="285750" y="561975"/>
                </a:lnTo>
                <a:lnTo>
                  <a:pt x="285750" y="542925"/>
                </a:lnTo>
                <a:lnTo>
                  <a:pt x="266700" y="542925"/>
                </a:lnTo>
                <a:lnTo>
                  <a:pt x="266700" y="533400"/>
                </a:lnTo>
                <a:lnTo>
                  <a:pt x="257175" y="533400"/>
                </a:lnTo>
                <a:lnTo>
                  <a:pt x="257175" y="523875"/>
                </a:lnTo>
                <a:lnTo>
                  <a:pt x="266700" y="523875"/>
                </a:lnTo>
                <a:lnTo>
                  <a:pt x="266700" y="533400"/>
                </a:lnTo>
                <a:lnTo>
                  <a:pt x="276225" y="533400"/>
                </a:lnTo>
                <a:close/>
                <a:moveTo>
                  <a:pt x="123825" y="523875"/>
                </a:moveTo>
                <a:lnTo>
                  <a:pt x="133350" y="523875"/>
                </a:lnTo>
                <a:lnTo>
                  <a:pt x="133350" y="552450"/>
                </a:lnTo>
                <a:lnTo>
                  <a:pt x="123825" y="552450"/>
                </a:lnTo>
                <a:close/>
                <a:moveTo>
                  <a:pt x="1266825" y="533400"/>
                </a:moveTo>
                <a:lnTo>
                  <a:pt x="1276350" y="533400"/>
                </a:lnTo>
                <a:lnTo>
                  <a:pt x="1276350" y="542925"/>
                </a:lnTo>
                <a:lnTo>
                  <a:pt x="1285875" y="542925"/>
                </a:lnTo>
                <a:lnTo>
                  <a:pt x="1285875" y="552450"/>
                </a:lnTo>
                <a:lnTo>
                  <a:pt x="1295400" y="552450"/>
                </a:lnTo>
                <a:lnTo>
                  <a:pt x="1295400" y="571500"/>
                </a:lnTo>
                <a:lnTo>
                  <a:pt x="1304925" y="571500"/>
                </a:lnTo>
                <a:lnTo>
                  <a:pt x="1304925" y="600075"/>
                </a:lnTo>
                <a:lnTo>
                  <a:pt x="1295400" y="600075"/>
                </a:lnTo>
                <a:lnTo>
                  <a:pt x="1295400" y="581025"/>
                </a:lnTo>
                <a:lnTo>
                  <a:pt x="1285875" y="581025"/>
                </a:lnTo>
                <a:lnTo>
                  <a:pt x="1285875" y="561975"/>
                </a:lnTo>
                <a:lnTo>
                  <a:pt x="1276350" y="561975"/>
                </a:lnTo>
                <a:lnTo>
                  <a:pt x="1276350" y="552450"/>
                </a:lnTo>
                <a:lnTo>
                  <a:pt x="1266825" y="552450"/>
                </a:lnTo>
                <a:close/>
                <a:moveTo>
                  <a:pt x="200025" y="542925"/>
                </a:moveTo>
                <a:lnTo>
                  <a:pt x="209550" y="542925"/>
                </a:lnTo>
                <a:lnTo>
                  <a:pt x="209550" y="581025"/>
                </a:lnTo>
                <a:lnTo>
                  <a:pt x="219075" y="581025"/>
                </a:lnTo>
                <a:lnTo>
                  <a:pt x="219075" y="590550"/>
                </a:lnTo>
                <a:lnTo>
                  <a:pt x="209550" y="590550"/>
                </a:lnTo>
                <a:lnTo>
                  <a:pt x="209550" y="609600"/>
                </a:lnTo>
                <a:lnTo>
                  <a:pt x="200025" y="609600"/>
                </a:lnTo>
                <a:close/>
                <a:moveTo>
                  <a:pt x="1466850" y="542925"/>
                </a:moveTo>
                <a:lnTo>
                  <a:pt x="1485900" y="542925"/>
                </a:lnTo>
                <a:lnTo>
                  <a:pt x="1485900" y="552450"/>
                </a:lnTo>
                <a:lnTo>
                  <a:pt x="1495425" y="552450"/>
                </a:lnTo>
                <a:lnTo>
                  <a:pt x="1495425" y="581025"/>
                </a:lnTo>
                <a:lnTo>
                  <a:pt x="1514475" y="581025"/>
                </a:lnTo>
                <a:lnTo>
                  <a:pt x="1514475" y="590550"/>
                </a:lnTo>
                <a:lnTo>
                  <a:pt x="1476375" y="590550"/>
                </a:lnTo>
                <a:lnTo>
                  <a:pt x="1476375" y="581025"/>
                </a:lnTo>
                <a:lnTo>
                  <a:pt x="1466850" y="581025"/>
                </a:lnTo>
                <a:close/>
                <a:moveTo>
                  <a:pt x="1352550" y="552450"/>
                </a:moveTo>
                <a:lnTo>
                  <a:pt x="1362075" y="552450"/>
                </a:lnTo>
                <a:lnTo>
                  <a:pt x="1362075" y="561975"/>
                </a:lnTo>
                <a:lnTo>
                  <a:pt x="1352550" y="561975"/>
                </a:lnTo>
                <a:close/>
                <a:moveTo>
                  <a:pt x="1323975" y="590550"/>
                </a:moveTo>
                <a:lnTo>
                  <a:pt x="1333500" y="590550"/>
                </a:lnTo>
                <a:lnTo>
                  <a:pt x="1333500" y="619125"/>
                </a:lnTo>
                <a:lnTo>
                  <a:pt x="1343025" y="619125"/>
                </a:lnTo>
                <a:lnTo>
                  <a:pt x="1343025" y="638175"/>
                </a:lnTo>
                <a:lnTo>
                  <a:pt x="1333500" y="638175"/>
                </a:lnTo>
                <a:lnTo>
                  <a:pt x="1333500" y="647700"/>
                </a:lnTo>
                <a:lnTo>
                  <a:pt x="1323975" y="647700"/>
                </a:lnTo>
                <a:lnTo>
                  <a:pt x="1323975" y="628650"/>
                </a:lnTo>
                <a:lnTo>
                  <a:pt x="1314450" y="628650"/>
                </a:lnTo>
                <a:lnTo>
                  <a:pt x="1314450" y="609600"/>
                </a:lnTo>
                <a:lnTo>
                  <a:pt x="1304925" y="609600"/>
                </a:lnTo>
                <a:lnTo>
                  <a:pt x="1304925" y="600075"/>
                </a:lnTo>
                <a:lnTo>
                  <a:pt x="1314450" y="600075"/>
                </a:lnTo>
                <a:lnTo>
                  <a:pt x="1314450" y="609600"/>
                </a:lnTo>
                <a:lnTo>
                  <a:pt x="1323975" y="609600"/>
                </a:lnTo>
                <a:close/>
                <a:moveTo>
                  <a:pt x="1457325" y="590550"/>
                </a:moveTo>
                <a:lnTo>
                  <a:pt x="1476375" y="590550"/>
                </a:lnTo>
                <a:lnTo>
                  <a:pt x="1476375" y="600075"/>
                </a:lnTo>
                <a:lnTo>
                  <a:pt x="1466850" y="600075"/>
                </a:lnTo>
                <a:lnTo>
                  <a:pt x="1466850" y="628650"/>
                </a:lnTo>
                <a:lnTo>
                  <a:pt x="1457325" y="628650"/>
                </a:lnTo>
                <a:close/>
                <a:moveTo>
                  <a:pt x="200025" y="619125"/>
                </a:moveTo>
                <a:lnTo>
                  <a:pt x="209550" y="619125"/>
                </a:lnTo>
                <a:lnTo>
                  <a:pt x="209550" y="628650"/>
                </a:lnTo>
                <a:lnTo>
                  <a:pt x="200025" y="628650"/>
                </a:lnTo>
                <a:close/>
                <a:moveTo>
                  <a:pt x="266700" y="619125"/>
                </a:moveTo>
                <a:lnTo>
                  <a:pt x="276225" y="619125"/>
                </a:lnTo>
                <a:lnTo>
                  <a:pt x="276225" y="628650"/>
                </a:lnTo>
                <a:lnTo>
                  <a:pt x="266700" y="628650"/>
                </a:lnTo>
                <a:close/>
                <a:moveTo>
                  <a:pt x="1485900" y="619125"/>
                </a:moveTo>
                <a:lnTo>
                  <a:pt x="1495425" y="619125"/>
                </a:lnTo>
                <a:lnTo>
                  <a:pt x="1495425" y="628650"/>
                </a:lnTo>
                <a:lnTo>
                  <a:pt x="1514475" y="628650"/>
                </a:lnTo>
                <a:lnTo>
                  <a:pt x="1514475" y="638175"/>
                </a:lnTo>
                <a:lnTo>
                  <a:pt x="1485900" y="638175"/>
                </a:lnTo>
                <a:close/>
                <a:moveTo>
                  <a:pt x="257175" y="628650"/>
                </a:moveTo>
                <a:lnTo>
                  <a:pt x="266700" y="628650"/>
                </a:lnTo>
                <a:lnTo>
                  <a:pt x="266700" y="638175"/>
                </a:lnTo>
                <a:lnTo>
                  <a:pt x="257175" y="638175"/>
                </a:lnTo>
                <a:close/>
                <a:moveTo>
                  <a:pt x="200025" y="638175"/>
                </a:moveTo>
                <a:lnTo>
                  <a:pt x="209550" y="638175"/>
                </a:lnTo>
                <a:lnTo>
                  <a:pt x="209550" y="657225"/>
                </a:lnTo>
                <a:lnTo>
                  <a:pt x="200025" y="657225"/>
                </a:lnTo>
                <a:close/>
                <a:moveTo>
                  <a:pt x="1447800" y="638175"/>
                </a:moveTo>
                <a:lnTo>
                  <a:pt x="1466850" y="638175"/>
                </a:lnTo>
                <a:lnTo>
                  <a:pt x="1466850" y="647700"/>
                </a:lnTo>
                <a:lnTo>
                  <a:pt x="1447800" y="647700"/>
                </a:lnTo>
                <a:close/>
                <a:moveTo>
                  <a:pt x="1504950" y="647700"/>
                </a:moveTo>
                <a:lnTo>
                  <a:pt x="1524000" y="647700"/>
                </a:lnTo>
                <a:lnTo>
                  <a:pt x="1524000" y="676275"/>
                </a:lnTo>
                <a:lnTo>
                  <a:pt x="1514475" y="676275"/>
                </a:lnTo>
                <a:lnTo>
                  <a:pt x="1514475" y="666750"/>
                </a:lnTo>
                <a:lnTo>
                  <a:pt x="1504950" y="666750"/>
                </a:lnTo>
                <a:close/>
                <a:moveTo>
                  <a:pt x="1323975" y="657225"/>
                </a:moveTo>
                <a:lnTo>
                  <a:pt x="1333500" y="657225"/>
                </a:lnTo>
                <a:lnTo>
                  <a:pt x="1333500" y="676275"/>
                </a:lnTo>
                <a:lnTo>
                  <a:pt x="1323975" y="676275"/>
                </a:lnTo>
                <a:close/>
                <a:moveTo>
                  <a:pt x="247650" y="676275"/>
                </a:moveTo>
                <a:lnTo>
                  <a:pt x="257175" y="676275"/>
                </a:lnTo>
                <a:lnTo>
                  <a:pt x="257175" y="695325"/>
                </a:lnTo>
                <a:lnTo>
                  <a:pt x="247650" y="695325"/>
                </a:lnTo>
                <a:close/>
                <a:moveTo>
                  <a:pt x="247650" y="714375"/>
                </a:moveTo>
                <a:lnTo>
                  <a:pt x="257175" y="714375"/>
                </a:lnTo>
                <a:lnTo>
                  <a:pt x="257175" y="723900"/>
                </a:lnTo>
                <a:lnTo>
                  <a:pt x="266700" y="723900"/>
                </a:lnTo>
                <a:lnTo>
                  <a:pt x="266700" y="733425"/>
                </a:lnTo>
                <a:lnTo>
                  <a:pt x="276225" y="733425"/>
                </a:lnTo>
                <a:lnTo>
                  <a:pt x="276225" y="742950"/>
                </a:lnTo>
                <a:lnTo>
                  <a:pt x="285750" y="742950"/>
                </a:lnTo>
                <a:lnTo>
                  <a:pt x="285750" y="752475"/>
                </a:lnTo>
                <a:lnTo>
                  <a:pt x="295275" y="752475"/>
                </a:lnTo>
                <a:lnTo>
                  <a:pt x="295275" y="762000"/>
                </a:lnTo>
                <a:lnTo>
                  <a:pt x="266700" y="762000"/>
                </a:lnTo>
                <a:lnTo>
                  <a:pt x="266700" y="752475"/>
                </a:lnTo>
                <a:lnTo>
                  <a:pt x="247650" y="752475"/>
                </a:lnTo>
                <a:lnTo>
                  <a:pt x="247650" y="733425"/>
                </a:lnTo>
                <a:lnTo>
                  <a:pt x="238125" y="733425"/>
                </a:lnTo>
                <a:lnTo>
                  <a:pt x="238125" y="723900"/>
                </a:lnTo>
                <a:lnTo>
                  <a:pt x="247650" y="723900"/>
                </a:lnTo>
                <a:close/>
                <a:moveTo>
                  <a:pt x="1314450" y="714375"/>
                </a:moveTo>
                <a:lnTo>
                  <a:pt x="1323975" y="714375"/>
                </a:lnTo>
                <a:lnTo>
                  <a:pt x="1323975" y="723900"/>
                </a:lnTo>
                <a:lnTo>
                  <a:pt x="1314450" y="723900"/>
                </a:lnTo>
                <a:close/>
                <a:moveTo>
                  <a:pt x="200025" y="733425"/>
                </a:moveTo>
                <a:lnTo>
                  <a:pt x="209550" y="733425"/>
                </a:lnTo>
                <a:lnTo>
                  <a:pt x="209550" y="742950"/>
                </a:lnTo>
                <a:lnTo>
                  <a:pt x="200025" y="742950"/>
                </a:lnTo>
                <a:close/>
                <a:moveTo>
                  <a:pt x="209550" y="742950"/>
                </a:moveTo>
                <a:lnTo>
                  <a:pt x="219075" y="742950"/>
                </a:lnTo>
                <a:lnTo>
                  <a:pt x="219075" y="752475"/>
                </a:lnTo>
                <a:lnTo>
                  <a:pt x="238125" y="752475"/>
                </a:lnTo>
                <a:lnTo>
                  <a:pt x="238125" y="762000"/>
                </a:lnTo>
                <a:lnTo>
                  <a:pt x="228600" y="762000"/>
                </a:lnTo>
                <a:lnTo>
                  <a:pt x="228600" y="771525"/>
                </a:lnTo>
                <a:lnTo>
                  <a:pt x="219075" y="771525"/>
                </a:lnTo>
                <a:lnTo>
                  <a:pt x="219075" y="762000"/>
                </a:lnTo>
                <a:lnTo>
                  <a:pt x="209550" y="762000"/>
                </a:lnTo>
                <a:close/>
                <a:moveTo>
                  <a:pt x="1285875" y="742950"/>
                </a:moveTo>
                <a:lnTo>
                  <a:pt x="1295400" y="742950"/>
                </a:lnTo>
                <a:lnTo>
                  <a:pt x="1295400" y="752475"/>
                </a:lnTo>
                <a:lnTo>
                  <a:pt x="1285875" y="752475"/>
                </a:lnTo>
                <a:close/>
                <a:moveTo>
                  <a:pt x="1276350" y="752475"/>
                </a:moveTo>
                <a:lnTo>
                  <a:pt x="1285875" y="752475"/>
                </a:lnTo>
                <a:lnTo>
                  <a:pt x="1285875" y="762000"/>
                </a:lnTo>
                <a:lnTo>
                  <a:pt x="1276350" y="762000"/>
                </a:lnTo>
                <a:close/>
                <a:moveTo>
                  <a:pt x="1266825" y="762000"/>
                </a:moveTo>
                <a:lnTo>
                  <a:pt x="1276350" y="762000"/>
                </a:lnTo>
                <a:lnTo>
                  <a:pt x="1276350" y="771525"/>
                </a:lnTo>
                <a:lnTo>
                  <a:pt x="1266825" y="771525"/>
                </a:lnTo>
                <a:close/>
                <a:moveTo>
                  <a:pt x="1276350" y="790575"/>
                </a:moveTo>
                <a:lnTo>
                  <a:pt x="1285875" y="790575"/>
                </a:lnTo>
                <a:lnTo>
                  <a:pt x="1285875" y="809625"/>
                </a:lnTo>
                <a:lnTo>
                  <a:pt x="1295400" y="809625"/>
                </a:lnTo>
                <a:lnTo>
                  <a:pt x="1295400" y="819150"/>
                </a:lnTo>
                <a:lnTo>
                  <a:pt x="1304925" y="819150"/>
                </a:lnTo>
                <a:lnTo>
                  <a:pt x="1304925" y="838200"/>
                </a:lnTo>
                <a:lnTo>
                  <a:pt x="1285875" y="838200"/>
                </a:lnTo>
                <a:lnTo>
                  <a:pt x="1285875" y="847725"/>
                </a:lnTo>
                <a:lnTo>
                  <a:pt x="1276350" y="847725"/>
                </a:lnTo>
                <a:lnTo>
                  <a:pt x="1276350" y="809625"/>
                </a:lnTo>
                <a:lnTo>
                  <a:pt x="1266825" y="809625"/>
                </a:lnTo>
                <a:lnTo>
                  <a:pt x="1266825" y="800100"/>
                </a:lnTo>
                <a:lnTo>
                  <a:pt x="1276350" y="800100"/>
                </a:lnTo>
                <a:close/>
                <a:moveTo>
                  <a:pt x="1295400" y="790575"/>
                </a:moveTo>
                <a:lnTo>
                  <a:pt x="1314450" y="790575"/>
                </a:lnTo>
                <a:lnTo>
                  <a:pt x="1314450" y="800100"/>
                </a:lnTo>
                <a:lnTo>
                  <a:pt x="1295400" y="800100"/>
                </a:lnTo>
                <a:close/>
                <a:moveTo>
                  <a:pt x="209550" y="828675"/>
                </a:moveTo>
                <a:lnTo>
                  <a:pt x="219075" y="828675"/>
                </a:lnTo>
                <a:lnTo>
                  <a:pt x="219075" y="838200"/>
                </a:lnTo>
                <a:lnTo>
                  <a:pt x="209550" y="838200"/>
                </a:lnTo>
                <a:close/>
                <a:moveTo>
                  <a:pt x="247650" y="838200"/>
                </a:moveTo>
                <a:lnTo>
                  <a:pt x="266700" y="838200"/>
                </a:lnTo>
                <a:lnTo>
                  <a:pt x="266700" y="847725"/>
                </a:lnTo>
                <a:lnTo>
                  <a:pt x="247650" y="847725"/>
                </a:lnTo>
                <a:close/>
                <a:moveTo>
                  <a:pt x="1285875" y="847725"/>
                </a:moveTo>
                <a:lnTo>
                  <a:pt x="1314450" y="847725"/>
                </a:lnTo>
                <a:lnTo>
                  <a:pt x="1314450" y="857250"/>
                </a:lnTo>
                <a:lnTo>
                  <a:pt x="1333500" y="857250"/>
                </a:lnTo>
                <a:lnTo>
                  <a:pt x="1333500" y="866775"/>
                </a:lnTo>
                <a:lnTo>
                  <a:pt x="1323975" y="866775"/>
                </a:lnTo>
                <a:lnTo>
                  <a:pt x="1323975" y="885825"/>
                </a:lnTo>
                <a:lnTo>
                  <a:pt x="1304925" y="885825"/>
                </a:lnTo>
                <a:lnTo>
                  <a:pt x="1304925" y="876300"/>
                </a:lnTo>
                <a:lnTo>
                  <a:pt x="1295400" y="876300"/>
                </a:lnTo>
                <a:lnTo>
                  <a:pt x="1295400" y="885825"/>
                </a:lnTo>
                <a:lnTo>
                  <a:pt x="1285875" y="885825"/>
                </a:lnTo>
                <a:close/>
                <a:moveTo>
                  <a:pt x="1276350" y="885825"/>
                </a:moveTo>
                <a:lnTo>
                  <a:pt x="1285875" y="885825"/>
                </a:lnTo>
                <a:lnTo>
                  <a:pt x="1285875" y="904875"/>
                </a:lnTo>
                <a:lnTo>
                  <a:pt x="1276350" y="904875"/>
                </a:lnTo>
                <a:close/>
                <a:moveTo>
                  <a:pt x="1266825" y="904875"/>
                </a:moveTo>
                <a:lnTo>
                  <a:pt x="1276350" y="904875"/>
                </a:lnTo>
                <a:lnTo>
                  <a:pt x="1276350" y="914400"/>
                </a:lnTo>
                <a:lnTo>
                  <a:pt x="1266825" y="914400"/>
                </a:lnTo>
                <a:close/>
                <a:moveTo>
                  <a:pt x="1352550" y="923925"/>
                </a:moveTo>
                <a:lnTo>
                  <a:pt x="1362075" y="923925"/>
                </a:lnTo>
                <a:lnTo>
                  <a:pt x="1362075" y="933450"/>
                </a:lnTo>
                <a:lnTo>
                  <a:pt x="1352550" y="933450"/>
                </a:lnTo>
                <a:close/>
                <a:moveTo>
                  <a:pt x="1266825" y="981075"/>
                </a:moveTo>
                <a:lnTo>
                  <a:pt x="1276350" y="981075"/>
                </a:lnTo>
                <a:lnTo>
                  <a:pt x="1276350" y="990600"/>
                </a:lnTo>
                <a:lnTo>
                  <a:pt x="1266825" y="990600"/>
                </a:lnTo>
                <a:close/>
                <a:moveTo>
                  <a:pt x="1276350" y="990600"/>
                </a:moveTo>
                <a:lnTo>
                  <a:pt x="1295400" y="990600"/>
                </a:lnTo>
                <a:lnTo>
                  <a:pt x="1295400" y="1000125"/>
                </a:lnTo>
                <a:lnTo>
                  <a:pt x="1323975" y="1000125"/>
                </a:lnTo>
                <a:lnTo>
                  <a:pt x="1323975" y="990600"/>
                </a:lnTo>
                <a:lnTo>
                  <a:pt x="1352550" y="990600"/>
                </a:lnTo>
                <a:lnTo>
                  <a:pt x="1352550" y="1009650"/>
                </a:lnTo>
                <a:lnTo>
                  <a:pt x="1362075" y="1009650"/>
                </a:lnTo>
                <a:lnTo>
                  <a:pt x="1362075" y="1038225"/>
                </a:lnTo>
                <a:lnTo>
                  <a:pt x="1371600" y="1038225"/>
                </a:lnTo>
                <a:lnTo>
                  <a:pt x="1371600" y="1047750"/>
                </a:lnTo>
                <a:lnTo>
                  <a:pt x="1323975" y="1047750"/>
                </a:lnTo>
                <a:lnTo>
                  <a:pt x="1323975" y="1038225"/>
                </a:lnTo>
                <a:lnTo>
                  <a:pt x="1314450" y="1038225"/>
                </a:lnTo>
                <a:lnTo>
                  <a:pt x="1314450" y="1028700"/>
                </a:lnTo>
                <a:lnTo>
                  <a:pt x="1295400" y="1028700"/>
                </a:lnTo>
                <a:lnTo>
                  <a:pt x="1295400" y="1019175"/>
                </a:lnTo>
                <a:lnTo>
                  <a:pt x="1285875" y="1019175"/>
                </a:lnTo>
                <a:lnTo>
                  <a:pt x="1285875" y="1009650"/>
                </a:lnTo>
                <a:lnTo>
                  <a:pt x="1276350" y="1009650"/>
                </a:lnTo>
                <a:close/>
                <a:moveTo>
                  <a:pt x="1447800" y="1009650"/>
                </a:moveTo>
                <a:lnTo>
                  <a:pt x="1457325" y="1009650"/>
                </a:lnTo>
                <a:lnTo>
                  <a:pt x="1457325" y="1019175"/>
                </a:lnTo>
                <a:lnTo>
                  <a:pt x="1447800" y="1019175"/>
                </a:lnTo>
                <a:close/>
                <a:moveTo>
                  <a:pt x="1371600" y="1047750"/>
                </a:moveTo>
                <a:lnTo>
                  <a:pt x="1381125" y="1047750"/>
                </a:lnTo>
                <a:lnTo>
                  <a:pt x="1381125" y="1057275"/>
                </a:lnTo>
                <a:lnTo>
                  <a:pt x="1371600" y="1057275"/>
                </a:lnTo>
                <a:close/>
                <a:moveTo>
                  <a:pt x="1333500" y="1066800"/>
                </a:moveTo>
                <a:lnTo>
                  <a:pt x="1343025" y="1066800"/>
                </a:lnTo>
                <a:lnTo>
                  <a:pt x="1343025" y="1076325"/>
                </a:lnTo>
                <a:lnTo>
                  <a:pt x="1333500" y="1076325"/>
                </a:lnTo>
                <a:close/>
                <a:moveTo>
                  <a:pt x="133350" y="1076325"/>
                </a:moveTo>
                <a:lnTo>
                  <a:pt x="142875" y="1076325"/>
                </a:lnTo>
                <a:lnTo>
                  <a:pt x="142875" y="1104900"/>
                </a:lnTo>
                <a:lnTo>
                  <a:pt x="133350" y="1104900"/>
                </a:lnTo>
                <a:close/>
                <a:moveTo>
                  <a:pt x="114300" y="1114425"/>
                </a:moveTo>
                <a:lnTo>
                  <a:pt x="123825" y="1114425"/>
                </a:lnTo>
                <a:lnTo>
                  <a:pt x="123825" y="1123950"/>
                </a:lnTo>
                <a:lnTo>
                  <a:pt x="133350" y="1123950"/>
                </a:lnTo>
                <a:lnTo>
                  <a:pt x="133350" y="1114425"/>
                </a:lnTo>
                <a:lnTo>
                  <a:pt x="142875" y="1114425"/>
                </a:lnTo>
                <a:lnTo>
                  <a:pt x="142875" y="1133475"/>
                </a:lnTo>
                <a:lnTo>
                  <a:pt x="152400" y="1133475"/>
                </a:lnTo>
                <a:lnTo>
                  <a:pt x="152400" y="1152525"/>
                </a:lnTo>
                <a:lnTo>
                  <a:pt x="161925" y="1152525"/>
                </a:lnTo>
                <a:lnTo>
                  <a:pt x="161925" y="1171575"/>
                </a:lnTo>
                <a:lnTo>
                  <a:pt x="152400" y="1171575"/>
                </a:lnTo>
                <a:lnTo>
                  <a:pt x="152400" y="1162050"/>
                </a:lnTo>
                <a:lnTo>
                  <a:pt x="142875" y="1162050"/>
                </a:lnTo>
                <a:lnTo>
                  <a:pt x="142875" y="1143000"/>
                </a:lnTo>
                <a:lnTo>
                  <a:pt x="133350" y="1143000"/>
                </a:lnTo>
                <a:lnTo>
                  <a:pt x="133350" y="1133475"/>
                </a:lnTo>
                <a:lnTo>
                  <a:pt x="114300" y="1133475"/>
                </a:lnTo>
                <a:close/>
                <a:moveTo>
                  <a:pt x="85725" y="1143000"/>
                </a:moveTo>
                <a:lnTo>
                  <a:pt x="95250" y="1143000"/>
                </a:lnTo>
                <a:lnTo>
                  <a:pt x="95250" y="1152525"/>
                </a:lnTo>
                <a:lnTo>
                  <a:pt x="85725" y="1152525"/>
                </a:lnTo>
                <a:close/>
                <a:moveTo>
                  <a:pt x="66675" y="1171575"/>
                </a:moveTo>
                <a:lnTo>
                  <a:pt x="76200" y="1171575"/>
                </a:lnTo>
                <a:lnTo>
                  <a:pt x="76200" y="1181100"/>
                </a:lnTo>
                <a:lnTo>
                  <a:pt x="66675" y="1181100"/>
                </a:lnTo>
                <a:close/>
                <a:moveTo>
                  <a:pt x="161925" y="1181100"/>
                </a:moveTo>
                <a:lnTo>
                  <a:pt x="171450" y="1181100"/>
                </a:lnTo>
                <a:lnTo>
                  <a:pt x="171450" y="1190625"/>
                </a:lnTo>
                <a:lnTo>
                  <a:pt x="161925" y="1190625"/>
                </a:lnTo>
                <a:close/>
                <a:moveTo>
                  <a:pt x="180975" y="1209675"/>
                </a:moveTo>
                <a:lnTo>
                  <a:pt x="190500" y="1209675"/>
                </a:lnTo>
                <a:lnTo>
                  <a:pt x="190500" y="1228725"/>
                </a:lnTo>
                <a:lnTo>
                  <a:pt x="180975" y="1228725"/>
                </a:lnTo>
                <a:close/>
                <a:moveTo>
                  <a:pt x="209550" y="1257300"/>
                </a:moveTo>
                <a:lnTo>
                  <a:pt x="219075" y="1257300"/>
                </a:lnTo>
                <a:lnTo>
                  <a:pt x="219075" y="1266825"/>
                </a:lnTo>
                <a:lnTo>
                  <a:pt x="209550" y="1266825"/>
                </a:lnTo>
                <a:close/>
                <a:moveTo>
                  <a:pt x="238125" y="1276350"/>
                </a:moveTo>
                <a:lnTo>
                  <a:pt x="247650" y="1276350"/>
                </a:lnTo>
                <a:lnTo>
                  <a:pt x="247650" y="1285875"/>
                </a:lnTo>
                <a:lnTo>
                  <a:pt x="238125" y="1285875"/>
                </a:lnTo>
                <a:close/>
                <a:moveTo>
                  <a:pt x="133350" y="1285875"/>
                </a:moveTo>
                <a:lnTo>
                  <a:pt x="142875" y="1285875"/>
                </a:lnTo>
                <a:lnTo>
                  <a:pt x="142875" y="1295400"/>
                </a:lnTo>
                <a:lnTo>
                  <a:pt x="133350" y="1295400"/>
                </a:lnTo>
                <a:close/>
                <a:moveTo>
                  <a:pt x="352425" y="1343025"/>
                </a:moveTo>
                <a:lnTo>
                  <a:pt x="361950" y="1343025"/>
                </a:lnTo>
                <a:lnTo>
                  <a:pt x="361950" y="1352550"/>
                </a:lnTo>
                <a:lnTo>
                  <a:pt x="352425" y="1352550"/>
                </a:lnTo>
                <a:close/>
                <a:moveTo>
                  <a:pt x="247650" y="1352550"/>
                </a:moveTo>
                <a:lnTo>
                  <a:pt x="266700" y="1352550"/>
                </a:lnTo>
                <a:lnTo>
                  <a:pt x="266700" y="1362075"/>
                </a:lnTo>
                <a:lnTo>
                  <a:pt x="247650" y="1362075"/>
                </a:lnTo>
                <a:close/>
                <a:moveTo>
                  <a:pt x="1143000" y="1352550"/>
                </a:moveTo>
                <a:lnTo>
                  <a:pt x="1162050" y="1352550"/>
                </a:lnTo>
                <a:lnTo>
                  <a:pt x="1162050" y="1362075"/>
                </a:lnTo>
                <a:lnTo>
                  <a:pt x="1143000" y="1362075"/>
                </a:lnTo>
                <a:close/>
                <a:moveTo>
                  <a:pt x="266700" y="1362075"/>
                </a:moveTo>
                <a:lnTo>
                  <a:pt x="276225" y="1362075"/>
                </a:lnTo>
                <a:lnTo>
                  <a:pt x="276225" y="1371600"/>
                </a:lnTo>
                <a:lnTo>
                  <a:pt x="266700" y="1371600"/>
                </a:lnTo>
                <a:close/>
                <a:moveTo>
                  <a:pt x="390525" y="1362075"/>
                </a:moveTo>
                <a:lnTo>
                  <a:pt x="400050" y="1362075"/>
                </a:lnTo>
                <a:lnTo>
                  <a:pt x="400050" y="1371600"/>
                </a:lnTo>
                <a:lnTo>
                  <a:pt x="390525" y="1371600"/>
                </a:lnTo>
                <a:close/>
                <a:moveTo>
                  <a:pt x="819150" y="1362075"/>
                </a:moveTo>
                <a:lnTo>
                  <a:pt x="876300" y="1362075"/>
                </a:lnTo>
                <a:lnTo>
                  <a:pt x="876300" y="1371600"/>
                </a:lnTo>
                <a:lnTo>
                  <a:pt x="866775" y="1371600"/>
                </a:lnTo>
                <a:lnTo>
                  <a:pt x="866775" y="1381125"/>
                </a:lnTo>
                <a:lnTo>
                  <a:pt x="847725" y="1381125"/>
                </a:lnTo>
                <a:lnTo>
                  <a:pt x="847725" y="1371600"/>
                </a:lnTo>
                <a:lnTo>
                  <a:pt x="819150" y="1371600"/>
                </a:lnTo>
                <a:close/>
                <a:moveTo>
                  <a:pt x="1057275" y="1362075"/>
                </a:moveTo>
                <a:lnTo>
                  <a:pt x="1066800" y="1362075"/>
                </a:lnTo>
                <a:lnTo>
                  <a:pt x="1066800" y="1371600"/>
                </a:lnTo>
                <a:lnTo>
                  <a:pt x="1057275" y="1371600"/>
                </a:lnTo>
                <a:close/>
                <a:moveTo>
                  <a:pt x="257175" y="1371600"/>
                </a:moveTo>
                <a:lnTo>
                  <a:pt x="266700" y="1371600"/>
                </a:lnTo>
                <a:lnTo>
                  <a:pt x="266700" y="1381125"/>
                </a:lnTo>
                <a:lnTo>
                  <a:pt x="257175" y="1381125"/>
                </a:lnTo>
                <a:close/>
                <a:moveTo>
                  <a:pt x="1019175" y="1371600"/>
                </a:moveTo>
                <a:lnTo>
                  <a:pt x="1028700" y="1371600"/>
                </a:lnTo>
                <a:lnTo>
                  <a:pt x="1028700" y="1390650"/>
                </a:lnTo>
                <a:lnTo>
                  <a:pt x="1019175" y="1390650"/>
                </a:lnTo>
                <a:close/>
                <a:moveTo>
                  <a:pt x="933450" y="1381125"/>
                </a:moveTo>
                <a:lnTo>
                  <a:pt x="952500" y="1381125"/>
                </a:lnTo>
                <a:lnTo>
                  <a:pt x="952500" y="1419225"/>
                </a:lnTo>
                <a:lnTo>
                  <a:pt x="942975" y="1419225"/>
                </a:lnTo>
                <a:lnTo>
                  <a:pt x="942975" y="1409700"/>
                </a:lnTo>
                <a:lnTo>
                  <a:pt x="914400" y="1409700"/>
                </a:lnTo>
                <a:lnTo>
                  <a:pt x="914400" y="1419225"/>
                </a:lnTo>
                <a:lnTo>
                  <a:pt x="904875" y="1419225"/>
                </a:lnTo>
                <a:lnTo>
                  <a:pt x="904875" y="1390650"/>
                </a:lnTo>
                <a:lnTo>
                  <a:pt x="933450" y="1390650"/>
                </a:lnTo>
                <a:close/>
                <a:moveTo>
                  <a:pt x="1047750" y="1381125"/>
                </a:moveTo>
                <a:lnTo>
                  <a:pt x="1057275" y="1381125"/>
                </a:lnTo>
                <a:lnTo>
                  <a:pt x="1057275" y="1390650"/>
                </a:lnTo>
                <a:lnTo>
                  <a:pt x="1047750" y="1390650"/>
                </a:lnTo>
                <a:close/>
                <a:moveTo>
                  <a:pt x="838200" y="1390650"/>
                </a:moveTo>
                <a:lnTo>
                  <a:pt x="847725" y="1390650"/>
                </a:lnTo>
                <a:lnTo>
                  <a:pt x="847725" y="1400175"/>
                </a:lnTo>
                <a:lnTo>
                  <a:pt x="838200" y="1400175"/>
                </a:lnTo>
                <a:close/>
                <a:moveTo>
                  <a:pt x="1028700" y="1409700"/>
                </a:moveTo>
                <a:lnTo>
                  <a:pt x="1047750" y="1409700"/>
                </a:lnTo>
                <a:lnTo>
                  <a:pt x="1047750" y="1419225"/>
                </a:lnTo>
                <a:lnTo>
                  <a:pt x="1028700" y="1419225"/>
                </a:lnTo>
                <a:close/>
                <a:moveTo>
                  <a:pt x="390525" y="1419225"/>
                </a:moveTo>
                <a:lnTo>
                  <a:pt x="409575" y="1419225"/>
                </a:lnTo>
                <a:lnTo>
                  <a:pt x="409575" y="1428750"/>
                </a:lnTo>
                <a:lnTo>
                  <a:pt x="390525" y="1428750"/>
                </a:lnTo>
                <a:close/>
                <a:moveTo>
                  <a:pt x="371475" y="1438275"/>
                </a:moveTo>
                <a:lnTo>
                  <a:pt x="381000" y="1438275"/>
                </a:lnTo>
                <a:lnTo>
                  <a:pt x="381000" y="1447800"/>
                </a:lnTo>
                <a:lnTo>
                  <a:pt x="371475" y="1447800"/>
                </a:lnTo>
                <a:close/>
              </a:path>
            </a:pathLst>
          </a:custGeom>
          <a:solidFill xmlns:a="http://schemas.openxmlformats.org/drawingml/2006/main">
            <a:srgbClr val="FEF5E2"/>
          </a:solidFill>
          <a:ln xmlns:a="http://schemas.openxmlformats.org/drawingml/2006/main" w="0">
            <a:noFill/>
          </a:ln>
        </p:spPr>
      </p:sp>
      <p:sp>
        <p:nvSpPr>
          <p:cNvPr id="55" name="logo vector #fff4dc">
            <a:extLst xmlns:a="http://schemas.openxmlformats.org/drawingml/2006/main">
              <a:ext uri="{FF2B5EF4-FFF2-40B4-BE49-F238E27FC236}">
                <a16:creationId xmlns:a16="http://schemas.microsoft.com/office/drawing/2014/main" id="{A4DF1C60-6814-4AFB-9BAC-87514293596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219700" y="4476750"/>
            <a:ext cx="1581150" cy="1485900"/>
          </a:xfrm>
          <a:custGeom xmlns:a="http://schemas.openxmlformats.org/drawingml/2006/main">
            <a:pathLst>
              <a:path w="1581150" h="1485900">
                <a:moveTo>
                  <a:pt x="647700" y="19050"/>
                </a:moveTo>
                <a:lnTo>
                  <a:pt x="676275" y="19050"/>
                </a:lnTo>
                <a:lnTo>
                  <a:pt x="676275" y="28575"/>
                </a:lnTo>
                <a:lnTo>
                  <a:pt x="647700" y="28575"/>
                </a:lnTo>
                <a:close/>
                <a:moveTo>
                  <a:pt x="704850" y="19050"/>
                </a:moveTo>
                <a:lnTo>
                  <a:pt x="742950" y="19050"/>
                </a:lnTo>
                <a:lnTo>
                  <a:pt x="742950" y="28575"/>
                </a:lnTo>
                <a:lnTo>
                  <a:pt x="704850" y="28575"/>
                </a:lnTo>
                <a:close/>
                <a:moveTo>
                  <a:pt x="762000" y="19050"/>
                </a:moveTo>
                <a:lnTo>
                  <a:pt x="771525" y="19050"/>
                </a:lnTo>
                <a:lnTo>
                  <a:pt x="771525" y="28575"/>
                </a:lnTo>
                <a:lnTo>
                  <a:pt x="762000" y="28575"/>
                </a:lnTo>
                <a:close/>
                <a:moveTo>
                  <a:pt x="781050" y="19050"/>
                </a:moveTo>
                <a:lnTo>
                  <a:pt x="790575" y="19050"/>
                </a:lnTo>
                <a:lnTo>
                  <a:pt x="790575" y="28575"/>
                </a:lnTo>
                <a:lnTo>
                  <a:pt x="781050" y="28575"/>
                </a:lnTo>
                <a:close/>
                <a:moveTo>
                  <a:pt x="914400" y="28575"/>
                </a:moveTo>
                <a:lnTo>
                  <a:pt x="923925" y="28575"/>
                </a:lnTo>
                <a:lnTo>
                  <a:pt x="923925" y="38100"/>
                </a:lnTo>
                <a:lnTo>
                  <a:pt x="914400" y="38100"/>
                </a:lnTo>
                <a:close/>
                <a:moveTo>
                  <a:pt x="990600" y="28575"/>
                </a:moveTo>
                <a:lnTo>
                  <a:pt x="1000125" y="28575"/>
                </a:lnTo>
                <a:lnTo>
                  <a:pt x="1000125" y="38100"/>
                </a:lnTo>
                <a:lnTo>
                  <a:pt x="990600" y="38100"/>
                </a:lnTo>
                <a:close/>
                <a:moveTo>
                  <a:pt x="1152525" y="28575"/>
                </a:moveTo>
                <a:lnTo>
                  <a:pt x="1162050" y="28575"/>
                </a:lnTo>
                <a:lnTo>
                  <a:pt x="1162050" y="38100"/>
                </a:lnTo>
                <a:lnTo>
                  <a:pt x="1152525" y="38100"/>
                </a:lnTo>
                <a:close/>
                <a:moveTo>
                  <a:pt x="342900" y="38100"/>
                </a:moveTo>
                <a:lnTo>
                  <a:pt x="371475" y="38100"/>
                </a:lnTo>
                <a:lnTo>
                  <a:pt x="371475" y="47625"/>
                </a:lnTo>
                <a:lnTo>
                  <a:pt x="342900" y="47625"/>
                </a:lnTo>
                <a:close/>
                <a:moveTo>
                  <a:pt x="1190625" y="38100"/>
                </a:moveTo>
                <a:lnTo>
                  <a:pt x="1219200" y="38100"/>
                </a:lnTo>
                <a:lnTo>
                  <a:pt x="1219200" y="47625"/>
                </a:lnTo>
                <a:lnTo>
                  <a:pt x="1190625" y="47625"/>
                </a:lnTo>
                <a:close/>
                <a:moveTo>
                  <a:pt x="1238250" y="47625"/>
                </a:moveTo>
                <a:lnTo>
                  <a:pt x="1247775" y="47625"/>
                </a:lnTo>
                <a:lnTo>
                  <a:pt x="1247775" y="57150"/>
                </a:lnTo>
                <a:lnTo>
                  <a:pt x="1238250" y="57150"/>
                </a:lnTo>
                <a:close/>
                <a:moveTo>
                  <a:pt x="1257300" y="57150"/>
                </a:moveTo>
                <a:lnTo>
                  <a:pt x="1276350" y="57150"/>
                </a:lnTo>
                <a:lnTo>
                  <a:pt x="1276350" y="66675"/>
                </a:lnTo>
                <a:lnTo>
                  <a:pt x="1257300" y="66675"/>
                </a:lnTo>
                <a:close/>
                <a:moveTo>
                  <a:pt x="266700" y="66675"/>
                </a:moveTo>
                <a:lnTo>
                  <a:pt x="276225" y="66675"/>
                </a:lnTo>
                <a:lnTo>
                  <a:pt x="276225" y="76200"/>
                </a:lnTo>
                <a:lnTo>
                  <a:pt x="266700" y="76200"/>
                </a:lnTo>
                <a:close/>
                <a:moveTo>
                  <a:pt x="247650" y="76200"/>
                </a:moveTo>
                <a:lnTo>
                  <a:pt x="257175" y="76200"/>
                </a:lnTo>
                <a:lnTo>
                  <a:pt x="257175" y="85725"/>
                </a:lnTo>
                <a:lnTo>
                  <a:pt x="247650" y="85725"/>
                </a:lnTo>
                <a:close/>
                <a:moveTo>
                  <a:pt x="419100" y="85725"/>
                </a:moveTo>
                <a:lnTo>
                  <a:pt x="581025" y="85725"/>
                </a:lnTo>
                <a:lnTo>
                  <a:pt x="581025" y="95250"/>
                </a:lnTo>
                <a:lnTo>
                  <a:pt x="600075" y="95250"/>
                </a:lnTo>
                <a:lnTo>
                  <a:pt x="600075" y="104775"/>
                </a:lnTo>
                <a:lnTo>
                  <a:pt x="571500" y="104775"/>
                </a:lnTo>
                <a:lnTo>
                  <a:pt x="571500" y="95250"/>
                </a:lnTo>
                <a:lnTo>
                  <a:pt x="419100" y="95250"/>
                </a:lnTo>
                <a:close/>
                <a:moveTo>
                  <a:pt x="981075" y="85725"/>
                </a:moveTo>
                <a:lnTo>
                  <a:pt x="1095375" y="85725"/>
                </a:lnTo>
                <a:lnTo>
                  <a:pt x="1095375" y="95250"/>
                </a:lnTo>
                <a:lnTo>
                  <a:pt x="981075" y="95250"/>
                </a:lnTo>
                <a:close/>
                <a:moveTo>
                  <a:pt x="1114425" y="85725"/>
                </a:moveTo>
                <a:lnTo>
                  <a:pt x="1133475" y="85725"/>
                </a:lnTo>
                <a:lnTo>
                  <a:pt x="1133475" y="95250"/>
                </a:lnTo>
                <a:lnTo>
                  <a:pt x="1114425" y="95250"/>
                </a:lnTo>
                <a:close/>
                <a:moveTo>
                  <a:pt x="1143000" y="85725"/>
                </a:moveTo>
                <a:lnTo>
                  <a:pt x="1181100" y="85725"/>
                </a:lnTo>
                <a:lnTo>
                  <a:pt x="1181100" y="95250"/>
                </a:lnTo>
                <a:lnTo>
                  <a:pt x="1143000" y="95250"/>
                </a:lnTo>
                <a:close/>
                <a:moveTo>
                  <a:pt x="390525" y="95250"/>
                </a:moveTo>
                <a:lnTo>
                  <a:pt x="409575" y="95250"/>
                </a:lnTo>
                <a:lnTo>
                  <a:pt x="409575" y="104775"/>
                </a:lnTo>
                <a:lnTo>
                  <a:pt x="390525" y="104775"/>
                </a:lnTo>
                <a:close/>
                <a:moveTo>
                  <a:pt x="1181100" y="95250"/>
                </a:moveTo>
                <a:lnTo>
                  <a:pt x="1200150" y="95250"/>
                </a:lnTo>
                <a:lnTo>
                  <a:pt x="1200150" y="104775"/>
                </a:lnTo>
                <a:lnTo>
                  <a:pt x="1181100" y="104775"/>
                </a:lnTo>
                <a:close/>
                <a:moveTo>
                  <a:pt x="371475" y="104775"/>
                </a:moveTo>
                <a:lnTo>
                  <a:pt x="381000" y="104775"/>
                </a:lnTo>
                <a:lnTo>
                  <a:pt x="381000" y="123825"/>
                </a:lnTo>
                <a:lnTo>
                  <a:pt x="371475" y="123825"/>
                </a:lnTo>
                <a:lnTo>
                  <a:pt x="371475" y="133350"/>
                </a:lnTo>
                <a:lnTo>
                  <a:pt x="342900" y="133350"/>
                </a:lnTo>
                <a:lnTo>
                  <a:pt x="342900" y="123825"/>
                </a:lnTo>
                <a:lnTo>
                  <a:pt x="361950" y="123825"/>
                </a:lnTo>
                <a:lnTo>
                  <a:pt x="361950" y="114300"/>
                </a:lnTo>
                <a:lnTo>
                  <a:pt x="371475" y="114300"/>
                </a:lnTo>
                <a:close/>
                <a:moveTo>
                  <a:pt x="1200150" y="104775"/>
                </a:moveTo>
                <a:lnTo>
                  <a:pt x="1228725" y="104775"/>
                </a:lnTo>
                <a:lnTo>
                  <a:pt x="1228725" y="114300"/>
                </a:lnTo>
                <a:lnTo>
                  <a:pt x="1200150" y="114300"/>
                </a:lnTo>
                <a:close/>
                <a:moveTo>
                  <a:pt x="1228725" y="114300"/>
                </a:moveTo>
                <a:lnTo>
                  <a:pt x="1238250" y="114300"/>
                </a:lnTo>
                <a:lnTo>
                  <a:pt x="1238250" y="123825"/>
                </a:lnTo>
                <a:lnTo>
                  <a:pt x="1228725" y="123825"/>
                </a:lnTo>
                <a:close/>
                <a:moveTo>
                  <a:pt x="209550" y="123825"/>
                </a:moveTo>
                <a:lnTo>
                  <a:pt x="219075" y="123825"/>
                </a:lnTo>
                <a:lnTo>
                  <a:pt x="219075" y="133350"/>
                </a:lnTo>
                <a:lnTo>
                  <a:pt x="209550" y="133350"/>
                </a:lnTo>
                <a:close/>
                <a:moveTo>
                  <a:pt x="200025" y="133350"/>
                </a:moveTo>
                <a:lnTo>
                  <a:pt x="209550" y="133350"/>
                </a:lnTo>
                <a:lnTo>
                  <a:pt x="209550" y="152400"/>
                </a:lnTo>
                <a:lnTo>
                  <a:pt x="200025" y="152400"/>
                </a:lnTo>
                <a:close/>
                <a:moveTo>
                  <a:pt x="323850" y="133350"/>
                </a:moveTo>
                <a:lnTo>
                  <a:pt x="333375" y="133350"/>
                </a:lnTo>
                <a:lnTo>
                  <a:pt x="333375" y="142875"/>
                </a:lnTo>
                <a:lnTo>
                  <a:pt x="323850" y="142875"/>
                </a:lnTo>
                <a:close/>
                <a:moveTo>
                  <a:pt x="304800" y="142875"/>
                </a:moveTo>
                <a:lnTo>
                  <a:pt x="323850" y="142875"/>
                </a:lnTo>
                <a:lnTo>
                  <a:pt x="323850" y="152400"/>
                </a:lnTo>
                <a:lnTo>
                  <a:pt x="304800" y="152400"/>
                </a:lnTo>
                <a:close/>
                <a:moveTo>
                  <a:pt x="438150" y="142875"/>
                </a:moveTo>
                <a:lnTo>
                  <a:pt x="466725" y="142875"/>
                </a:lnTo>
                <a:lnTo>
                  <a:pt x="466725" y="152400"/>
                </a:lnTo>
                <a:lnTo>
                  <a:pt x="457200" y="152400"/>
                </a:lnTo>
                <a:lnTo>
                  <a:pt x="457200" y="161925"/>
                </a:lnTo>
                <a:lnTo>
                  <a:pt x="428625" y="161925"/>
                </a:lnTo>
                <a:lnTo>
                  <a:pt x="428625" y="171450"/>
                </a:lnTo>
                <a:lnTo>
                  <a:pt x="419100" y="171450"/>
                </a:lnTo>
                <a:lnTo>
                  <a:pt x="419100" y="180975"/>
                </a:lnTo>
                <a:lnTo>
                  <a:pt x="400050" y="180975"/>
                </a:lnTo>
                <a:lnTo>
                  <a:pt x="400050" y="190500"/>
                </a:lnTo>
                <a:lnTo>
                  <a:pt x="381000" y="190500"/>
                </a:lnTo>
                <a:lnTo>
                  <a:pt x="381000" y="200025"/>
                </a:lnTo>
                <a:lnTo>
                  <a:pt x="361950" y="200025"/>
                </a:lnTo>
                <a:lnTo>
                  <a:pt x="361950" y="190500"/>
                </a:lnTo>
                <a:lnTo>
                  <a:pt x="371475" y="190500"/>
                </a:lnTo>
                <a:lnTo>
                  <a:pt x="371475" y="180975"/>
                </a:lnTo>
                <a:lnTo>
                  <a:pt x="381000" y="180975"/>
                </a:lnTo>
                <a:lnTo>
                  <a:pt x="381000" y="171450"/>
                </a:lnTo>
                <a:lnTo>
                  <a:pt x="371475" y="171450"/>
                </a:lnTo>
                <a:lnTo>
                  <a:pt x="371475" y="152400"/>
                </a:lnTo>
                <a:lnTo>
                  <a:pt x="400050" y="152400"/>
                </a:lnTo>
                <a:lnTo>
                  <a:pt x="400050" y="161925"/>
                </a:lnTo>
                <a:lnTo>
                  <a:pt x="390525" y="161925"/>
                </a:lnTo>
                <a:lnTo>
                  <a:pt x="390525" y="171450"/>
                </a:lnTo>
                <a:lnTo>
                  <a:pt x="409575" y="171450"/>
                </a:lnTo>
                <a:lnTo>
                  <a:pt x="409575" y="152400"/>
                </a:lnTo>
                <a:lnTo>
                  <a:pt x="438150" y="152400"/>
                </a:lnTo>
                <a:close/>
                <a:moveTo>
                  <a:pt x="190500" y="152400"/>
                </a:moveTo>
                <a:lnTo>
                  <a:pt x="200025" y="152400"/>
                </a:lnTo>
                <a:lnTo>
                  <a:pt x="200025" y="161925"/>
                </a:lnTo>
                <a:lnTo>
                  <a:pt x="190500" y="161925"/>
                </a:lnTo>
                <a:close/>
                <a:moveTo>
                  <a:pt x="285750" y="152400"/>
                </a:moveTo>
                <a:lnTo>
                  <a:pt x="295275" y="152400"/>
                </a:lnTo>
                <a:lnTo>
                  <a:pt x="295275" y="161925"/>
                </a:lnTo>
                <a:lnTo>
                  <a:pt x="285750" y="161925"/>
                </a:lnTo>
                <a:close/>
                <a:moveTo>
                  <a:pt x="1257300" y="152400"/>
                </a:moveTo>
                <a:lnTo>
                  <a:pt x="1276350" y="152400"/>
                </a:lnTo>
                <a:lnTo>
                  <a:pt x="1276350" y="161925"/>
                </a:lnTo>
                <a:lnTo>
                  <a:pt x="1295400" y="161925"/>
                </a:lnTo>
                <a:lnTo>
                  <a:pt x="1295400" y="171450"/>
                </a:lnTo>
                <a:lnTo>
                  <a:pt x="1304925" y="171450"/>
                </a:lnTo>
                <a:lnTo>
                  <a:pt x="1304925" y="190500"/>
                </a:lnTo>
                <a:lnTo>
                  <a:pt x="1295400" y="190500"/>
                </a:lnTo>
                <a:lnTo>
                  <a:pt x="1295400" y="180975"/>
                </a:lnTo>
                <a:lnTo>
                  <a:pt x="1285875" y="180975"/>
                </a:lnTo>
                <a:lnTo>
                  <a:pt x="1285875" y="171450"/>
                </a:lnTo>
                <a:lnTo>
                  <a:pt x="1266825" y="171450"/>
                </a:lnTo>
                <a:lnTo>
                  <a:pt x="1266825" y="161925"/>
                </a:lnTo>
                <a:lnTo>
                  <a:pt x="1257300" y="161925"/>
                </a:lnTo>
                <a:close/>
                <a:moveTo>
                  <a:pt x="180975" y="161925"/>
                </a:moveTo>
                <a:lnTo>
                  <a:pt x="190500" y="161925"/>
                </a:lnTo>
                <a:lnTo>
                  <a:pt x="190500" y="171450"/>
                </a:lnTo>
                <a:lnTo>
                  <a:pt x="180975" y="171450"/>
                </a:lnTo>
                <a:close/>
                <a:moveTo>
                  <a:pt x="266700" y="161925"/>
                </a:moveTo>
                <a:lnTo>
                  <a:pt x="276225" y="161925"/>
                </a:lnTo>
                <a:lnTo>
                  <a:pt x="276225" y="171450"/>
                </a:lnTo>
                <a:lnTo>
                  <a:pt x="266700" y="171450"/>
                </a:lnTo>
                <a:close/>
                <a:moveTo>
                  <a:pt x="257175" y="171450"/>
                </a:moveTo>
                <a:lnTo>
                  <a:pt x="266700" y="171450"/>
                </a:lnTo>
                <a:lnTo>
                  <a:pt x="266700" y="180975"/>
                </a:lnTo>
                <a:lnTo>
                  <a:pt x="257175" y="180975"/>
                </a:lnTo>
                <a:close/>
                <a:moveTo>
                  <a:pt x="1409700" y="171450"/>
                </a:moveTo>
                <a:lnTo>
                  <a:pt x="1419225" y="171450"/>
                </a:lnTo>
                <a:lnTo>
                  <a:pt x="1419225" y="209550"/>
                </a:lnTo>
                <a:lnTo>
                  <a:pt x="1409700" y="209550"/>
                </a:lnTo>
                <a:close/>
                <a:moveTo>
                  <a:pt x="171450" y="180975"/>
                </a:moveTo>
                <a:lnTo>
                  <a:pt x="180975" y="180975"/>
                </a:lnTo>
                <a:lnTo>
                  <a:pt x="180975" y="190500"/>
                </a:lnTo>
                <a:lnTo>
                  <a:pt x="171450" y="190500"/>
                </a:lnTo>
                <a:close/>
                <a:moveTo>
                  <a:pt x="247650" y="180975"/>
                </a:moveTo>
                <a:lnTo>
                  <a:pt x="257175" y="180975"/>
                </a:lnTo>
                <a:lnTo>
                  <a:pt x="257175" y="200025"/>
                </a:lnTo>
                <a:lnTo>
                  <a:pt x="247650" y="200025"/>
                </a:lnTo>
                <a:close/>
                <a:moveTo>
                  <a:pt x="1181100" y="190500"/>
                </a:moveTo>
                <a:lnTo>
                  <a:pt x="1200150" y="190500"/>
                </a:lnTo>
                <a:lnTo>
                  <a:pt x="1200150" y="200025"/>
                </a:lnTo>
                <a:lnTo>
                  <a:pt x="1181100" y="200025"/>
                </a:lnTo>
                <a:close/>
                <a:moveTo>
                  <a:pt x="1304925" y="190500"/>
                </a:moveTo>
                <a:lnTo>
                  <a:pt x="1323975" y="190500"/>
                </a:lnTo>
                <a:lnTo>
                  <a:pt x="1323975" y="200025"/>
                </a:lnTo>
                <a:lnTo>
                  <a:pt x="1343025" y="200025"/>
                </a:lnTo>
                <a:lnTo>
                  <a:pt x="1343025" y="219075"/>
                </a:lnTo>
                <a:lnTo>
                  <a:pt x="1352550" y="219075"/>
                </a:lnTo>
                <a:lnTo>
                  <a:pt x="1352550" y="238125"/>
                </a:lnTo>
                <a:lnTo>
                  <a:pt x="1362075" y="238125"/>
                </a:lnTo>
                <a:lnTo>
                  <a:pt x="1362075" y="257175"/>
                </a:lnTo>
                <a:lnTo>
                  <a:pt x="1371600" y="257175"/>
                </a:lnTo>
                <a:lnTo>
                  <a:pt x="1371600" y="276225"/>
                </a:lnTo>
                <a:lnTo>
                  <a:pt x="1381125" y="276225"/>
                </a:lnTo>
                <a:lnTo>
                  <a:pt x="1381125" y="304800"/>
                </a:lnTo>
                <a:lnTo>
                  <a:pt x="1371600" y="304800"/>
                </a:lnTo>
                <a:lnTo>
                  <a:pt x="1371600" y="285750"/>
                </a:lnTo>
                <a:lnTo>
                  <a:pt x="1362075" y="285750"/>
                </a:lnTo>
                <a:lnTo>
                  <a:pt x="1362075" y="276225"/>
                </a:lnTo>
                <a:lnTo>
                  <a:pt x="1352550" y="276225"/>
                </a:lnTo>
                <a:lnTo>
                  <a:pt x="1352550" y="257175"/>
                </a:lnTo>
                <a:lnTo>
                  <a:pt x="1323975" y="257175"/>
                </a:lnTo>
                <a:lnTo>
                  <a:pt x="1323975" y="247650"/>
                </a:lnTo>
                <a:lnTo>
                  <a:pt x="1314450" y="247650"/>
                </a:lnTo>
                <a:lnTo>
                  <a:pt x="1314450" y="228600"/>
                </a:lnTo>
                <a:lnTo>
                  <a:pt x="1323975" y="228600"/>
                </a:lnTo>
                <a:lnTo>
                  <a:pt x="1323975" y="209550"/>
                </a:lnTo>
                <a:lnTo>
                  <a:pt x="1314450" y="209550"/>
                </a:lnTo>
                <a:lnTo>
                  <a:pt x="1314450" y="200025"/>
                </a:lnTo>
                <a:lnTo>
                  <a:pt x="1304925" y="200025"/>
                </a:lnTo>
                <a:close/>
                <a:moveTo>
                  <a:pt x="238125" y="200025"/>
                </a:moveTo>
                <a:lnTo>
                  <a:pt x="247650" y="200025"/>
                </a:lnTo>
                <a:lnTo>
                  <a:pt x="247650" y="219075"/>
                </a:lnTo>
                <a:lnTo>
                  <a:pt x="228600" y="219075"/>
                </a:lnTo>
                <a:lnTo>
                  <a:pt x="228600" y="209550"/>
                </a:lnTo>
                <a:lnTo>
                  <a:pt x="238125" y="209550"/>
                </a:lnTo>
                <a:close/>
                <a:moveTo>
                  <a:pt x="352425" y="200025"/>
                </a:moveTo>
                <a:lnTo>
                  <a:pt x="361950" y="200025"/>
                </a:lnTo>
                <a:lnTo>
                  <a:pt x="361950" y="209550"/>
                </a:lnTo>
                <a:lnTo>
                  <a:pt x="352425" y="209550"/>
                </a:lnTo>
                <a:close/>
                <a:moveTo>
                  <a:pt x="152400" y="219075"/>
                </a:moveTo>
                <a:lnTo>
                  <a:pt x="161925" y="219075"/>
                </a:lnTo>
                <a:lnTo>
                  <a:pt x="161925" y="247650"/>
                </a:lnTo>
                <a:lnTo>
                  <a:pt x="152400" y="247650"/>
                </a:lnTo>
                <a:close/>
                <a:moveTo>
                  <a:pt x="219075" y="219075"/>
                </a:moveTo>
                <a:lnTo>
                  <a:pt x="228600" y="219075"/>
                </a:lnTo>
                <a:lnTo>
                  <a:pt x="228600" y="238125"/>
                </a:lnTo>
                <a:lnTo>
                  <a:pt x="219075" y="238125"/>
                </a:lnTo>
                <a:close/>
                <a:moveTo>
                  <a:pt x="628650" y="219075"/>
                </a:moveTo>
                <a:lnTo>
                  <a:pt x="638175" y="219075"/>
                </a:lnTo>
                <a:lnTo>
                  <a:pt x="638175" y="228600"/>
                </a:lnTo>
                <a:lnTo>
                  <a:pt x="628650" y="228600"/>
                </a:lnTo>
                <a:close/>
                <a:moveTo>
                  <a:pt x="1419225" y="228600"/>
                </a:moveTo>
                <a:lnTo>
                  <a:pt x="1428750" y="228600"/>
                </a:lnTo>
                <a:lnTo>
                  <a:pt x="1428750" y="247650"/>
                </a:lnTo>
                <a:lnTo>
                  <a:pt x="1419225" y="247650"/>
                </a:lnTo>
                <a:close/>
                <a:moveTo>
                  <a:pt x="142875" y="247650"/>
                </a:moveTo>
                <a:lnTo>
                  <a:pt x="152400" y="247650"/>
                </a:lnTo>
                <a:lnTo>
                  <a:pt x="152400" y="266700"/>
                </a:lnTo>
                <a:lnTo>
                  <a:pt x="142875" y="266700"/>
                </a:lnTo>
                <a:close/>
                <a:moveTo>
                  <a:pt x="209550" y="247650"/>
                </a:moveTo>
                <a:lnTo>
                  <a:pt x="219075" y="247650"/>
                </a:lnTo>
                <a:lnTo>
                  <a:pt x="219075" y="266700"/>
                </a:lnTo>
                <a:lnTo>
                  <a:pt x="209550" y="266700"/>
                </a:lnTo>
                <a:close/>
                <a:moveTo>
                  <a:pt x="1428750" y="257175"/>
                </a:moveTo>
                <a:lnTo>
                  <a:pt x="1438275" y="257175"/>
                </a:lnTo>
                <a:lnTo>
                  <a:pt x="1438275" y="266700"/>
                </a:lnTo>
                <a:lnTo>
                  <a:pt x="1428750" y="266700"/>
                </a:lnTo>
                <a:close/>
                <a:moveTo>
                  <a:pt x="200025" y="266700"/>
                </a:moveTo>
                <a:lnTo>
                  <a:pt x="209550" y="266700"/>
                </a:lnTo>
                <a:lnTo>
                  <a:pt x="209550" y="323850"/>
                </a:lnTo>
                <a:lnTo>
                  <a:pt x="200025" y="323850"/>
                </a:lnTo>
                <a:close/>
                <a:moveTo>
                  <a:pt x="133350" y="285750"/>
                </a:moveTo>
                <a:lnTo>
                  <a:pt x="142875" y="285750"/>
                </a:lnTo>
                <a:lnTo>
                  <a:pt x="142875" y="447675"/>
                </a:lnTo>
                <a:lnTo>
                  <a:pt x="133350" y="447675"/>
                </a:lnTo>
                <a:close/>
                <a:moveTo>
                  <a:pt x="438150" y="304800"/>
                </a:moveTo>
                <a:lnTo>
                  <a:pt x="447675" y="304800"/>
                </a:lnTo>
                <a:lnTo>
                  <a:pt x="447675" y="314325"/>
                </a:lnTo>
                <a:lnTo>
                  <a:pt x="438150" y="314325"/>
                </a:lnTo>
                <a:close/>
                <a:moveTo>
                  <a:pt x="409575" y="314325"/>
                </a:moveTo>
                <a:lnTo>
                  <a:pt x="438150" y="314325"/>
                </a:lnTo>
                <a:lnTo>
                  <a:pt x="438150" y="333375"/>
                </a:lnTo>
                <a:lnTo>
                  <a:pt x="428625" y="333375"/>
                </a:lnTo>
                <a:lnTo>
                  <a:pt x="428625" y="342900"/>
                </a:lnTo>
                <a:lnTo>
                  <a:pt x="409575" y="342900"/>
                </a:lnTo>
                <a:close/>
                <a:moveTo>
                  <a:pt x="1381125" y="323850"/>
                </a:moveTo>
                <a:lnTo>
                  <a:pt x="1390650" y="323850"/>
                </a:lnTo>
                <a:lnTo>
                  <a:pt x="1390650" y="457200"/>
                </a:lnTo>
                <a:lnTo>
                  <a:pt x="1381125" y="457200"/>
                </a:lnTo>
                <a:close/>
                <a:moveTo>
                  <a:pt x="200025" y="352425"/>
                </a:moveTo>
                <a:lnTo>
                  <a:pt x="209550" y="352425"/>
                </a:lnTo>
                <a:lnTo>
                  <a:pt x="209550" y="428625"/>
                </a:lnTo>
                <a:lnTo>
                  <a:pt x="200025" y="428625"/>
                </a:lnTo>
                <a:close/>
                <a:moveTo>
                  <a:pt x="409575" y="361950"/>
                </a:moveTo>
                <a:lnTo>
                  <a:pt x="428625" y="361950"/>
                </a:lnTo>
                <a:lnTo>
                  <a:pt x="428625" y="371475"/>
                </a:lnTo>
                <a:lnTo>
                  <a:pt x="409575" y="371475"/>
                </a:lnTo>
                <a:close/>
                <a:moveTo>
                  <a:pt x="447675" y="390525"/>
                </a:moveTo>
                <a:lnTo>
                  <a:pt x="476250" y="390525"/>
                </a:lnTo>
                <a:lnTo>
                  <a:pt x="476250" y="409575"/>
                </a:lnTo>
                <a:lnTo>
                  <a:pt x="485775" y="409575"/>
                </a:lnTo>
                <a:lnTo>
                  <a:pt x="485775" y="419100"/>
                </a:lnTo>
                <a:lnTo>
                  <a:pt x="495300" y="419100"/>
                </a:lnTo>
                <a:lnTo>
                  <a:pt x="495300" y="428625"/>
                </a:lnTo>
                <a:lnTo>
                  <a:pt x="476250" y="428625"/>
                </a:lnTo>
                <a:lnTo>
                  <a:pt x="476250" y="419100"/>
                </a:lnTo>
                <a:lnTo>
                  <a:pt x="447675" y="419100"/>
                </a:lnTo>
                <a:lnTo>
                  <a:pt x="447675" y="428625"/>
                </a:lnTo>
                <a:lnTo>
                  <a:pt x="438150" y="428625"/>
                </a:lnTo>
                <a:lnTo>
                  <a:pt x="438150" y="438150"/>
                </a:lnTo>
                <a:lnTo>
                  <a:pt x="428625" y="438150"/>
                </a:lnTo>
                <a:lnTo>
                  <a:pt x="428625" y="419100"/>
                </a:lnTo>
                <a:lnTo>
                  <a:pt x="438150" y="419100"/>
                </a:lnTo>
                <a:lnTo>
                  <a:pt x="438150" y="409575"/>
                </a:lnTo>
                <a:lnTo>
                  <a:pt x="447675" y="409575"/>
                </a:lnTo>
                <a:close/>
                <a:moveTo>
                  <a:pt x="733425" y="390525"/>
                </a:moveTo>
                <a:lnTo>
                  <a:pt x="752475" y="390525"/>
                </a:lnTo>
                <a:lnTo>
                  <a:pt x="752475" y="400050"/>
                </a:lnTo>
                <a:lnTo>
                  <a:pt x="733425" y="400050"/>
                </a:lnTo>
                <a:close/>
                <a:moveTo>
                  <a:pt x="1066800" y="390525"/>
                </a:moveTo>
                <a:lnTo>
                  <a:pt x="1085850" y="390525"/>
                </a:lnTo>
                <a:lnTo>
                  <a:pt x="1085850" y="400050"/>
                </a:lnTo>
                <a:lnTo>
                  <a:pt x="1076325" y="400050"/>
                </a:lnTo>
                <a:lnTo>
                  <a:pt x="1076325" y="409575"/>
                </a:lnTo>
                <a:lnTo>
                  <a:pt x="1066800" y="409575"/>
                </a:lnTo>
                <a:close/>
                <a:moveTo>
                  <a:pt x="1438275" y="390525"/>
                </a:moveTo>
                <a:lnTo>
                  <a:pt x="1447800" y="390525"/>
                </a:lnTo>
                <a:lnTo>
                  <a:pt x="1447800" y="428625"/>
                </a:lnTo>
                <a:lnTo>
                  <a:pt x="1438275" y="428625"/>
                </a:lnTo>
                <a:close/>
                <a:moveTo>
                  <a:pt x="647700" y="400050"/>
                </a:moveTo>
                <a:lnTo>
                  <a:pt x="657225" y="400050"/>
                </a:lnTo>
                <a:lnTo>
                  <a:pt x="657225" y="409575"/>
                </a:lnTo>
                <a:lnTo>
                  <a:pt x="647700" y="409575"/>
                </a:lnTo>
                <a:close/>
                <a:moveTo>
                  <a:pt x="638175" y="409575"/>
                </a:moveTo>
                <a:lnTo>
                  <a:pt x="647700" y="409575"/>
                </a:lnTo>
                <a:lnTo>
                  <a:pt x="647700" y="419100"/>
                </a:lnTo>
                <a:lnTo>
                  <a:pt x="638175" y="419100"/>
                </a:lnTo>
                <a:close/>
                <a:moveTo>
                  <a:pt x="1076325" y="409575"/>
                </a:moveTo>
                <a:lnTo>
                  <a:pt x="1085850" y="409575"/>
                </a:lnTo>
                <a:lnTo>
                  <a:pt x="1085850" y="419100"/>
                </a:lnTo>
                <a:lnTo>
                  <a:pt x="1104900" y="419100"/>
                </a:lnTo>
                <a:lnTo>
                  <a:pt x="1104900" y="409575"/>
                </a:lnTo>
                <a:lnTo>
                  <a:pt x="1162050" y="409575"/>
                </a:lnTo>
                <a:lnTo>
                  <a:pt x="1162050" y="419100"/>
                </a:lnTo>
                <a:lnTo>
                  <a:pt x="1123950" y="419100"/>
                </a:lnTo>
                <a:lnTo>
                  <a:pt x="1123950" y="428625"/>
                </a:lnTo>
                <a:lnTo>
                  <a:pt x="1076325" y="428625"/>
                </a:lnTo>
                <a:close/>
                <a:moveTo>
                  <a:pt x="514350" y="419100"/>
                </a:moveTo>
                <a:lnTo>
                  <a:pt x="523875" y="419100"/>
                </a:lnTo>
                <a:lnTo>
                  <a:pt x="523875" y="428625"/>
                </a:lnTo>
                <a:lnTo>
                  <a:pt x="514350" y="428625"/>
                </a:lnTo>
                <a:close/>
                <a:moveTo>
                  <a:pt x="504825" y="428625"/>
                </a:moveTo>
                <a:lnTo>
                  <a:pt x="514350" y="428625"/>
                </a:lnTo>
                <a:lnTo>
                  <a:pt x="514350" y="438150"/>
                </a:lnTo>
                <a:lnTo>
                  <a:pt x="504825" y="438150"/>
                </a:lnTo>
                <a:close/>
                <a:moveTo>
                  <a:pt x="1171575" y="428625"/>
                </a:moveTo>
                <a:lnTo>
                  <a:pt x="1190625" y="428625"/>
                </a:lnTo>
                <a:lnTo>
                  <a:pt x="1190625" y="457200"/>
                </a:lnTo>
                <a:lnTo>
                  <a:pt x="1181100" y="457200"/>
                </a:lnTo>
                <a:lnTo>
                  <a:pt x="1181100" y="466725"/>
                </a:lnTo>
                <a:lnTo>
                  <a:pt x="1152525" y="466725"/>
                </a:lnTo>
                <a:lnTo>
                  <a:pt x="1152525" y="457200"/>
                </a:lnTo>
                <a:lnTo>
                  <a:pt x="1162050" y="457200"/>
                </a:lnTo>
                <a:lnTo>
                  <a:pt x="1162050" y="447675"/>
                </a:lnTo>
                <a:lnTo>
                  <a:pt x="1171575" y="447675"/>
                </a:lnTo>
                <a:close/>
                <a:moveTo>
                  <a:pt x="428625" y="447675"/>
                </a:moveTo>
                <a:lnTo>
                  <a:pt x="438150" y="447675"/>
                </a:lnTo>
                <a:lnTo>
                  <a:pt x="438150" y="466725"/>
                </a:lnTo>
                <a:lnTo>
                  <a:pt x="428625" y="466725"/>
                </a:lnTo>
                <a:close/>
                <a:moveTo>
                  <a:pt x="485775" y="457200"/>
                </a:moveTo>
                <a:lnTo>
                  <a:pt x="504825" y="457200"/>
                </a:lnTo>
                <a:lnTo>
                  <a:pt x="504825" y="466725"/>
                </a:lnTo>
                <a:lnTo>
                  <a:pt x="495300" y="466725"/>
                </a:lnTo>
                <a:lnTo>
                  <a:pt x="495300" y="485775"/>
                </a:lnTo>
                <a:lnTo>
                  <a:pt x="438150" y="485775"/>
                </a:lnTo>
                <a:lnTo>
                  <a:pt x="438150" y="466725"/>
                </a:lnTo>
                <a:lnTo>
                  <a:pt x="485775" y="466725"/>
                </a:lnTo>
                <a:close/>
                <a:moveTo>
                  <a:pt x="133350" y="466725"/>
                </a:moveTo>
                <a:lnTo>
                  <a:pt x="142875" y="466725"/>
                </a:lnTo>
                <a:lnTo>
                  <a:pt x="142875" y="666750"/>
                </a:lnTo>
                <a:lnTo>
                  <a:pt x="133350" y="666750"/>
                </a:lnTo>
                <a:close/>
                <a:moveTo>
                  <a:pt x="514350" y="466725"/>
                </a:moveTo>
                <a:lnTo>
                  <a:pt x="523875" y="466725"/>
                </a:lnTo>
                <a:lnTo>
                  <a:pt x="523875" y="476250"/>
                </a:lnTo>
                <a:lnTo>
                  <a:pt x="514350" y="476250"/>
                </a:lnTo>
                <a:close/>
                <a:moveTo>
                  <a:pt x="628650" y="466725"/>
                </a:moveTo>
                <a:lnTo>
                  <a:pt x="647700" y="466725"/>
                </a:lnTo>
                <a:lnTo>
                  <a:pt x="647700" y="476250"/>
                </a:lnTo>
                <a:lnTo>
                  <a:pt x="638175" y="476250"/>
                </a:lnTo>
                <a:lnTo>
                  <a:pt x="638175" y="485775"/>
                </a:lnTo>
                <a:lnTo>
                  <a:pt x="628650" y="485775"/>
                </a:lnTo>
                <a:close/>
                <a:moveTo>
                  <a:pt x="1076325" y="466725"/>
                </a:moveTo>
                <a:lnTo>
                  <a:pt x="1143000" y="466725"/>
                </a:lnTo>
                <a:lnTo>
                  <a:pt x="1143000" y="485775"/>
                </a:lnTo>
                <a:lnTo>
                  <a:pt x="1085850" y="485775"/>
                </a:lnTo>
                <a:lnTo>
                  <a:pt x="1085850" y="476250"/>
                </a:lnTo>
                <a:lnTo>
                  <a:pt x="1076325" y="476250"/>
                </a:lnTo>
                <a:close/>
                <a:moveTo>
                  <a:pt x="1371600" y="495300"/>
                </a:moveTo>
                <a:lnTo>
                  <a:pt x="1381125" y="495300"/>
                </a:lnTo>
                <a:lnTo>
                  <a:pt x="1381125" y="638175"/>
                </a:lnTo>
                <a:lnTo>
                  <a:pt x="1371600" y="638175"/>
                </a:lnTo>
                <a:lnTo>
                  <a:pt x="1371600" y="619125"/>
                </a:lnTo>
                <a:lnTo>
                  <a:pt x="1362075" y="619125"/>
                </a:lnTo>
                <a:lnTo>
                  <a:pt x="1362075" y="523875"/>
                </a:lnTo>
                <a:lnTo>
                  <a:pt x="1371600" y="523875"/>
                </a:lnTo>
                <a:close/>
                <a:moveTo>
                  <a:pt x="1447800" y="590550"/>
                </a:moveTo>
                <a:lnTo>
                  <a:pt x="1457325" y="590550"/>
                </a:lnTo>
                <a:lnTo>
                  <a:pt x="1457325" y="609600"/>
                </a:lnTo>
                <a:lnTo>
                  <a:pt x="1447800" y="609600"/>
                </a:lnTo>
                <a:close/>
                <a:moveTo>
                  <a:pt x="1438275" y="628650"/>
                </a:moveTo>
                <a:lnTo>
                  <a:pt x="1447800" y="628650"/>
                </a:lnTo>
                <a:lnTo>
                  <a:pt x="1447800" y="666750"/>
                </a:lnTo>
                <a:lnTo>
                  <a:pt x="1438275" y="666750"/>
                </a:lnTo>
                <a:close/>
                <a:moveTo>
                  <a:pt x="190500" y="647700"/>
                </a:moveTo>
                <a:lnTo>
                  <a:pt x="200025" y="647700"/>
                </a:lnTo>
                <a:lnTo>
                  <a:pt x="200025" y="723900"/>
                </a:lnTo>
                <a:lnTo>
                  <a:pt x="190500" y="723900"/>
                </a:lnTo>
                <a:close/>
                <a:moveTo>
                  <a:pt x="1381125" y="647700"/>
                </a:moveTo>
                <a:lnTo>
                  <a:pt x="1390650" y="647700"/>
                </a:lnTo>
                <a:lnTo>
                  <a:pt x="1390650" y="762000"/>
                </a:lnTo>
                <a:lnTo>
                  <a:pt x="1381125" y="762000"/>
                </a:lnTo>
                <a:close/>
                <a:moveTo>
                  <a:pt x="133350" y="685800"/>
                </a:moveTo>
                <a:lnTo>
                  <a:pt x="142875" y="685800"/>
                </a:lnTo>
                <a:lnTo>
                  <a:pt x="142875" y="990600"/>
                </a:lnTo>
                <a:lnTo>
                  <a:pt x="133350" y="990600"/>
                </a:lnTo>
                <a:lnTo>
                  <a:pt x="133350" y="962025"/>
                </a:lnTo>
                <a:lnTo>
                  <a:pt x="123825" y="962025"/>
                </a:lnTo>
                <a:lnTo>
                  <a:pt x="123825" y="923925"/>
                </a:lnTo>
                <a:lnTo>
                  <a:pt x="133350" y="923925"/>
                </a:lnTo>
                <a:close/>
                <a:moveTo>
                  <a:pt x="1438275" y="723900"/>
                </a:moveTo>
                <a:lnTo>
                  <a:pt x="1447800" y="723900"/>
                </a:lnTo>
                <a:lnTo>
                  <a:pt x="1447800" y="876300"/>
                </a:lnTo>
                <a:lnTo>
                  <a:pt x="1457325" y="876300"/>
                </a:lnTo>
                <a:lnTo>
                  <a:pt x="1457325" y="904875"/>
                </a:lnTo>
                <a:lnTo>
                  <a:pt x="1447800" y="904875"/>
                </a:lnTo>
                <a:lnTo>
                  <a:pt x="1447800" y="885825"/>
                </a:lnTo>
                <a:lnTo>
                  <a:pt x="1438275" y="885825"/>
                </a:lnTo>
                <a:close/>
                <a:moveTo>
                  <a:pt x="200025" y="742950"/>
                </a:moveTo>
                <a:lnTo>
                  <a:pt x="209550" y="742950"/>
                </a:lnTo>
                <a:lnTo>
                  <a:pt x="209550" y="762000"/>
                </a:lnTo>
                <a:lnTo>
                  <a:pt x="219075" y="762000"/>
                </a:lnTo>
                <a:lnTo>
                  <a:pt x="219075" y="800100"/>
                </a:lnTo>
                <a:lnTo>
                  <a:pt x="209550" y="800100"/>
                </a:lnTo>
                <a:lnTo>
                  <a:pt x="209550" y="781050"/>
                </a:lnTo>
                <a:lnTo>
                  <a:pt x="200025" y="781050"/>
                </a:lnTo>
                <a:close/>
                <a:moveTo>
                  <a:pt x="1257300" y="771525"/>
                </a:moveTo>
                <a:lnTo>
                  <a:pt x="1266825" y="771525"/>
                </a:lnTo>
                <a:lnTo>
                  <a:pt x="1266825" y="800100"/>
                </a:lnTo>
                <a:lnTo>
                  <a:pt x="1257300" y="800100"/>
                </a:lnTo>
                <a:close/>
                <a:moveTo>
                  <a:pt x="1371600" y="790575"/>
                </a:moveTo>
                <a:lnTo>
                  <a:pt x="1381125" y="790575"/>
                </a:lnTo>
                <a:lnTo>
                  <a:pt x="1381125" y="838200"/>
                </a:lnTo>
                <a:lnTo>
                  <a:pt x="1371600" y="838200"/>
                </a:lnTo>
                <a:close/>
                <a:moveTo>
                  <a:pt x="304800" y="800100"/>
                </a:moveTo>
                <a:lnTo>
                  <a:pt x="314325" y="800100"/>
                </a:lnTo>
                <a:lnTo>
                  <a:pt x="314325" y="838200"/>
                </a:lnTo>
                <a:lnTo>
                  <a:pt x="304800" y="838200"/>
                </a:lnTo>
                <a:close/>
                <a:moveTo>
                  <a:pt x="200025" y="809625"/>
                </a:moveTo>
                <a:lnTo>
                  <a:pt x="209550" y="809625"/>
                </a:lnTo>
                <a:lnTo>
                  <a:pt x="209550" y="838200"/>
                </a:lnTo>
                <a:lnTo>
                  <a:pt x="200025" y="838200"/>
                </a:lnTo>
                <a:close/>
                <a:moveTo>
                  <a:pt x="1266825" y="819150"/>
                </a:moveTo>
                <a:lnTo>
                  <a:pt x="1276350" y="819150"/>
                </a:lnTo>
                <a:lnTo>
                  <a:pt x="1276350" y="866775"/>
                </a:lnTo>
                <a:lnTo>
                  <a:pt x="1285875" y="866775"/>
                </a:lnTo>
                <a:lnTo>
                  <a:pt x="1285875" y="876300"/>
                </a:lnTo>
                <a:lnTo>
                  <a:pt x="1276350" y="876300"/>
                </a:lnTo>
                <a:lnTo>
                  <a:pt x="1276350" y="895350"/>
                </a:lnTo>
                <a:lnTo>
                  <a:pt x="1266825" y="895350"/>
                </a:lnTo>
                <a:close/>
                <a:moveTo>
                  <a:pt x="304800" y="847725"/>
                </a:moveTo>
                <a:lnTo>
                  <a:pt x="314325" y="847725"/>
                </a:lnTo>
                <a:lnTo>
                  <a:pt x="314325" y="885825"/>
                </a:lnTo>
                <a:lnTo>
                  <a:pt x="304800" y="885825"/>
                </a:lnTo>
                <a:close/>
                <a:moveTo>
                  <a:pt x="1371600" y="857250"/>
                </a:moveTo>
                <a:lnTo>
                  <a:pt x="1381125" y="857250"/>
                </a:lnTo>
                <a:lnTo>
                  <a:pt x="1381125" y="914400"/>
                </a:lnTo>
                <a:lnTo>
                  <a:pt x="1371600" y="914400"/>
                </a:lnTo>
                <a:lnTo>
                  <a:pt x="1371600" y="942975"/>
                </a:lnTo>
                <a:lnTo>
                  <a:pt x="1362075" y="942975"/>
                </a:lnTo>
                <a:lnTo>
                  <a:pt x="1362075" y="952500"/>
                </a:lnTo>
                <a:lnTo>
                  <a:pt x="1352550" y="952500"/>
                </a:lnTo>
                <a:lnTo>
                  <a:pt x="1352550" y="933450"/>
                </a:lnTo>
                <a:lnTo>
                  <a:pt x="1362075" y="933450"/>
                </a:lnTo>
                <a:lnTo>
                  <a:pt x="1362075" y="904875"/>
                </a:lnTo>
                <a:lnTo>
                  <a:pt x="1371600" y="904875"/>
                </a:lnTo>
                <a:close/>
                <a:moveTo>
                  <a:pt x="200025" y="876300"/>
                </a:moveTo>
                <a:lnTo>
                  <a:pt x="209550" y="876300"/>
                </a:lnTo>
                <a:lnTo>
                  <a:pt x="209550" y="895350"/>
                </a:lnTo>
                <a:lnTo>
                  <a:pt x="200025" y="895350"/>
                </a:lnTo>
                <a:close/>
                <a:moveTo>
                  <a:pt x="209550" y="895350"/>
                </a:moveTo>
                <a:lnTo>
                  <a:pt x="219075" y="895350"/>
                </a:lnTo>
                <a:lnTo>
                  <a:pt x="219075" y="923925"/>
                </a:lnTo>
                <a:lnTo>
                  <a:pt x="266700" y="923925"/>
                </a:lnTo>
                <a:lnTo>
                  <a:pt x="266700" y="933450"/>
                </a:lnTo>
                <a:lnTo>
                  <a:pt x="209550" y="933450"/>
                </a:lnTo>
                <a:close/>
                <a:moveTo>
                  <a:pt x="314325" y="895350"/>
                </a:moveTo>
                <a:lnTo>
                  <a:pt x="323850" y="895350"/>
                </a:lnTo>
                <a:lnTo>
                  <a:pt x="323850" y="914400"/>
                </a:lnTo>
                <a:lnTo>
                  <a:pt x="314325" y="914400"/>
                </a:lnTo>
                <a:close/>
                <a:moveTo>
                  <a:pt x="1257300" y="914400"/>
                </a:moveTo>
                <a:lnTo>
                  <a:pt x="1266825" y="914400"/>
                </a:lnTo>
                <a:lnTo>
                  <a:pt x="1266825" y="981075"/>
                </a:lnTo>
                <a:lnTo>
                  <a:pt x="1257300" y="981075"/>
                </a:lnTo>
                <a:close/>
                <a:moveTo>
                  <a:pt x="266700" y="933450"/>
                </a:moveTo>
                <a:lnTo>
                  <a:pt x="295275" y="933450"/>
                </a:lnTo>
                <a:lnTo>
                  <a:pt x="295275" y="942975"/>
                </a:lnTo>
                <a:lnTo>
                  <a:pt x="304800" y="942975"/>
                </a:lnTo>
                <a:lnTo>
                  <a:pt x="304800" y="933450"/>
                </a:lnTo>
                <a:lnTo>
                  <a:pt x="323850" y="933450"/>
                </a:lnTo>
                <a:lnTo>
                  <a:pt x="323850" y="942975"/>
                </a:lnTo>
                <a:lnTo>
                  <a:pt x="314325" y="942975"/>
                </a:lnTo>
                <a:lnTo>
                  <a:pt x="314325" y="952500"/>
                </a:lnTo>
                <a:lnTo>
                  <a:pt x="285750" y="952500"/>
                </a:lnTo>
                <a:lnTo>
                  <a:pt x="285750" y="942975"/>
                </a:lnTo>
                <a:lnTo>
                  <a:pt x="266700" y="942975"/>
                </a:lnTo>
                <a:close/>
                <a:moveTo>
                  <a:pt x="209550" y="952500"/>
                </a:moveTo>
                <a:lnTo>
                  <a:pt x="228600" y="952500"/>
                </a:lnTo>
                <a:lnTo>
                  <a:pt x="228600" y="981075"/>
                </a:lnTo>
                <a:lnTo>
                  <a:pt x="238125" y="981075"/>
                </a:lnTo>
                <a:lnTo>
                  <a:pt x="238125" y="1019175"/>
                </a:lnTo>
                <a:lnTo>
                  <a:pt x="247650" y="1019175"/>
                </a:lnTo>
                <a:lnTo>
                  <a:pt x="247650" y="1047750"/>
                </a:lnTo>
                <a:lnTo>
                  <a:pt x="228600" y="1047750"/>
                </a:lnTo>
                <a:lnTo>
                  <a:pt x="228600" y="1028700"/>
                </a:lnTo>
                <a:lnTo>
                  <a:pt x="209550" y="1028700"/>
                </a:lnTo>
                <a:lnTo>
                  <a:pt x="209550" y="990600"/>
                </a:lnTo>
                <a:lnTo>
                  <a:pt x="219075" y="990600"/>
                </a:lnTo>
                <a:lnTo>
                  <a:pt x="219075" y="981075"/>
                </a:lnTo>
                <a:lnTo>
                  <a:pt x="209550" y="981075"/>
                </a:lnTo>
                <a:close/>
                <a:moveTo>
                  <a:pt x="1362075" y="990600"/>
                </a:moveTo>
                <a:lnTo>
                  <a:pt x="1381125" y="990600"/>
                </a:lnTo>
                <a:lnTo>
                  <a:pt x="1381125" y="1009650"/>
                </a:lnTo>
                <a:lnTo>
                  <a:pt x="1371600" y="1009650"/>
                </a:lnTo>
                <a:lnTo>
                  <a:pt x="1371600" y="1028700"/>
                </a:lnTo>
                <a:lnTo>
                  <a:pt x="1362075" y="1028700"/>
                </a:lnTo>
                <a:lnTo>
                  <a:pt x="1362075" y="1009650"/>
                </a:lnTo>
                <a:lnTo>
                  <a:pt x="1352550" y="1009650"/>
                </a:lnTo>
                <a:lnTo>
                  <a:pt x="1352550" y="1000125"/>
                </a:lnTo>
                <a:lnTo>
                  <a:pt x="1362075" y="1000125"/>
                </a:lnTo>
                <a:close/>
                <a:moveTo>
                  <a:pt x="1266825" y="1000125"/>
                </a:moveTo>
                <a:lnTo>
                  <a:pt x="1276350" y="1000125"/>
                </a:lnTo>
                <a:lnTo>
                  <a:pt x="1276350" y="1019175"/>
                </a:lnTo>
                <a:lnTo>
                  <a:pt x="1295400" y="1019175"/>
                </a:lnTo>
                <a:lnTo>
                  <a:pt x="1295400" y="1028700"/>
                </a:lnTo>
                <a:lnTo>
                  <a:pt x="1304925" y="1028700"/>
                </a:lnTo>
                <a:lnTo>
                  <a:pt x="1304925" y="1038225"/>
                </a:lnTo>
                <a:lnTo>
                  <a:pt x="1314450" y="1038225"/>
                </a:lnTo>
                <a:lnTo>
                  <a:pt x="1314450" y="1047750"/>
                </a:lnTo>
                <a:lnTo>
                  <a:pt x="1323975" y="1047750"/>
                </a:lnTo>
                <a:lnTo>
                  <a:pt x="1323975" y="1095375"/>
                </a:lnTo>
                <a:lnTo>
                  <a:pt x="1314450" y="1095375"/>
                </a:lnTo>
                <a:lnTo>
                  <a:pt x="1314450" y="1057275"/>
                </a:lnTo>
                <a:lnTo>
                  <a:pt x="1304925" y="1057275"/>
                </a:lnTo>
                <a:lnTo>
                  <a:pt x="1304925" y="1047750"/>
                </a:lnTo>
                <a:lnTo>
                  <a:pt x="1295400" y="1047750"/>
                </a:lnTo>
                <a:lnTo>
                  <a:pt x="1295400" y="1038225"/>
                </a:lnTo>
                <a:lnTo>
                  <a:pt x="1266825" y="1038225"/>
                </a:lnTo>
                <a:close/>
                <a:moveTo>
                  <a:pt x="133350" y="1009650"/>
                </a:moveTo>
                <a:lnTo>
                  <a:pt x="142875" y="1009650"/>
                </a:lnTo>
                <a:lnTo>
                  <a:pt x="142875" y="1076325"/>
                </a:lnTo>
                <a:lnTo>
                  <a:pt x="133350" y="1076325"/>
                </a:lnTo>
                <a:close/>
                <a:moveTo>
                  <a:pt x="1438275" y="1019175"/>
                </a:moveTo>
                <a:lnTo>
                  <a:pt x="1447800" y="1019175"/>
                </a:lnTo>
                <a:lnTo>
                  <a:pt x="1447800" y="1057275"/>
                </a:lnTo>
                <a:lnTo>
                  <a:pt x="1438275" y="1057275"/>
                </a:lnTo>
                <a:close/>
                <a:moveTo>
                  <a:pt x="1371600" y="1028700"/>
                </a:moveTo>
                <a:lnTo>
                  <a:pt x="1381125" y="1028700"/>
                </a:lnTo>
                <a:lnTo>
                  <a:pt x="1381125" y="1038225"/>
                </a:lnTo>
                <a:lnTo>
                  <a:pt x="1371600" y="1038225"/>
                </a:lnTo>
                <a:close/>
                <a:moveTo>
                  <a:pt x="219075" y="1104900"/>
                </a:moveTo>
                <a:lnTo>
                  <a:pt x="238125" y="1104900"/>
                </a:lnTo>
                <a:lnTo>
                  <a:pt x="238125" y="1123950"/>
                </a:lnTo>
                <a:lnTo>
                  <a:pt x="247650" y="1123950"/>
                </a:lnTo>
                <a:lnTo>
                  <a:pt x="247650" y="1162050"/>
                </a:lnTo>
                <a:lnTo>
                  <a:pt x="257175" y="1162050"/>
                </a:lnTo>
                <a:lnTo>
                  <a:pt x="257175" y="1171575"/>
                </a:lnTo>
                <a:lnTo>
                  <a:pt x="247650" y="1171575"/>
                </a:lnTo>
                <a:lnTo>
                  <a:pt x="247650" y="1181100"/>
                </a:lnTo>
                <a:lnTo>
                  <a:pt x="238125" y="1181100"/>
                </a:lnTo>
                <a:lnTo>
                  <a:pt x="238125" y="1171575"/>
                </a:lnTo>
                <a:lnTo>
                  <a:pt x="228600" y="1171575"/>
                </a:lnTo>
                <a:lnTo>
                  <a:pt x="228600" y="1162050"/>
                </a:lnTo>
                <a:lnTo>
                  <a:pt x="219075" y="1162050"/>
                </a:lnTo>
                <a:lnTo>
                  <a:pt x="219075" y="1152525"/>
                </a:lnTo>
                <a:lnTo>
                  <a:pt x="238125" y="1152525"/>
                </a:lnTo>
                <a:lnTo>
                  <a:pt x="238125" y="1133475"/>
                </a:lnTo>
                <a:lnTo>
                  <a:pt x="219075" y="1133475"/>
                </a:lnTo>
                <a:close/>
                <a:moveTo>
                  <a:pt x="1371600" y="1114425"/>
                </a:moveTo>
                <a:lnTo>
                  <a:pt x="1381125" y="1114425"/>
                </a:lnTo>
                <a:lnTo>
                  <a:pt x="1381125" y="1133475"/>
                </a:lnTo>
                <a:lnTo>
                  <a:pt x="1362075" y="1133475"/>
                </a:lnTo>
                <a:lnTo>
                  <a:pt x="1362075" y="1123950"/>
                </a:lnTo>
                <a:lnTo>
                  <a:pt x="1371600" y="1123950"/>
                </a:lnTo>
                <a:close/>
                <a:moveTo>
                  <a:pt x="1428750" y="1123950"/>
                </a:moveTo>
                <a:lnTo>
                  <a:pt x="1438275" y="1123950"/>
                </a:lnTo>
                <a:lnTo>
                  <a:pt x="1438275" y="1133475"/>
                </a:lnTo>
                <a:lnTo>
                  <a:pt x="1428750" y="1133475"/>
                </a:lnTo>
                <a:close/>
                <a:moveTo>
                  <a:pt x="152400" y="1133475"/>
                </a:moveTo>
                <a:lnTo>
                  <a:pt x="161925" y="1133475"/>
                </a:lnTo>
                <a:lnTo>
                  <a:pt x="161925" y="1152525"/>
                </a:lnTo>
                <a:lnTo>
                  <a:pt x="152400" y="1152525"/>
                </a:lnTo>
                <a:close/>
                <a:moveTo>
                  <a:pt x="1419225" y="1143000"/>
                </a:moveTo>
                <a:lnTo>
                  <a:pt x="1428750" y="1143000"/>
                </a:lnTo>
                <a:lnTo>
                  <a:pt x="1428750" y="1152525"/>
                </a:lnTo>
                <a:lnTo>
                  <a:pt x="1419225" y="1152525"/>
                </a:lnTo>
                <a:close/>
                <a:moveTo>
                  <a:pt x="1409700" y="1162050"/>
                </a:moveTo>
                <a:lnTo>
                  <a:pt x="1419225" y="1162050"/>
                </a:lnTo>
                <a:lnTo>
                  <a:pt x="1419225" y="1181100"/>
                </a:lnTo>
                <a:lnTo>
                  <a:pt x="1409700" y="1181100"/>
                </a:lnTo>
                <a:close/>
                <a:moveTo>
                  <a:pt x="171450" y="1181100"/>
                </a:moveTo>
                <a:lnTo>
                  <a:pt x="180975" y="1181100"/>
                </a:lnTo>
                <a:lnTo>
                  <a:pt x="180975" y="1190625"/>
                </a:lnTo>
                <a:lnTo>
                  <a:pt x="171450" y="1190625"/>
                </a:lnTo>
                <a:close/>
                <a:moveTo>
                  <a:pt x="1400175" y="1181100"/>
                </a:moveTo>
                <a:lnTo>
                  <a:pt x="1409700" y="1181100"/>
                </a:lnTo>
                <a:lnTo>
                  <a:pt x="1409700" y="1190625"/>
                </a:lnTo>
                <a:lnTo>
                  <a:pt x="1400175" y="1190625"/>
                </a:lnTo>
                <a:close/>
                <a:moveTo>
                  <a:pt x="180975" y="1200150"/>
                </a:moveTo>
                <a:lnTo>
                  <a:pt x="190500" y="1200150"/>
                </a:lnTo>
                <a:lnTo>
                  <a:pt x="190500" y="1209675"/>
                </a:lnTo>
                <a:lnTo>
                  <a:pt x="180975" y="1209675"/>
                </a:lnTo>
                <a:close/>
                <a:moveTo>
                  <a:pt x="1390650" y="1200150"/>
                </a:moveTo>
                <a:lnTo>
                  <a:pt x="1400175" y="1200150"/>
                </a:lnTo>
                <a:lnTo>
                  <a:pt x="1400175" y="1219200"/>
                </a:lnTo>
                <a:lnTo>
                  <a:pt x="1390650" y="1219200"/>
                </a:lnTo>
                <a:close/>
                <a:moveTo>
                  <a:pt x="1381125" y="1219200"/>
                </a:moveTo>
                <a:lnTo>
                  <a:pt x="1390650" y="1219200"/>
                </a:lnTo>
                <a:lnTo>
                  <a:pt x="1390650" y="1257300"/>
                </a:lnTo>
                <a:lnTo>
                  <a:pt x="1381125" y="1257300"/>
                </a:lnTo>
                <a:close/>
                <a:moveTo>
                  <a:pt x="200025" y="1228725"/>
                </a:moveTo>
                <a:lnTo>
                  <a:pt x="209550" y="1228725"/>
                </a:lnTo>
                <a:lnTo>
                  <a:pt x="209550" y="1238250"/>
                </a:lnTo>
                <a:lnTo>
                  <a:pt x="200025" y="1238250"/>
                </a:lnTo>
                <a:close/>
                <a:moveTo>
                  <a:pt x="209550" y="1238250"/>
                </a:moveTo>
                <a:lnTo>
                  <a:pt x="219075" y="1238250"/>
                </a:lnTo>
                <a:lnTo>
                  <a:pt x="219075" y="1247775"/>
                </a:lnTo>
                <a:lnTo>
                  <a:pt x="209550" y="1247775"/>
                </a:lnTo>
                <a:close/>
                <a:moveTo>
                  <a:pt x="219075" y="1247775"/>
                </a:moveTo>
                <a:lnTo>
                  <a:pt x="228600" y="1247775"/>
                </a:lnTo>
                <a:lnTo>
                  <a:pt x="228600" y="1257300"/>
                </a:lnTo>
                <a:lnTo>
                  <a:pt x="238125" y="1257300"/>
                </a:lnTo>
                <a:lnTo>
                  <a:pt x="238125" y="1266825"/>
                </a:lnTo>
                <a:lnTo>
                  <a:pt x="247650" y="1266825"/>
                </a:lnTo>
                <a:lnTo>
                  <a:pt x="247650" y="1276350"/>
                </a:lnTo>
                <a:lnTo>
                  <a:pt x="228600" y="1276350"/>
                </a:lnTo>
                <a:lnTo>
                  <a:pt x="228600" y="1266825"/>
                </a:lnTo>
                <a:lnTo>
                  <a:pt x="219075" y="1266825"/>
                </a:lnTo>
                <a:close/>
                <a:moveTo>
                  <a:pt x="1371600" y="1257300"/>
                </a:moveTo>
                <a:lnTo>
                  <a:pt x="1381125" y="1257300"/>
                </a:lnTo>
                <a:lnTo>
                  <a:pt x="1381125" y="1266825"/>
                </a:lnTo>
                <a:lnTo>
                  <a:pt x="1371600" y="1266825"/>
                </a:lnTo>
                <a:close/>
                <a:moveTo>
                  <a:pt x="1352550" y="1266825"/>
                </a:moveTo>
                <a:lnTo>
                  <a:pt x="1371600" y="1266825"/>
                </a:lnTo>
                <a:lnTo>
                  <a:pt x="1371600" y="1276350"/>
                </a:lnTo>
                <a:lnTo>
                  <a:pt x="1352550" y="1276350"/>
                </a:lnTo>
                <a:close/>
                <a:moveTo>
                  <a:pt x="247650" y="1276350"/>
                </a:moveTo>
                <a:lnTo>
                  <a:pt x="257175" y="1276350"/>
                </a:lnTo>
                <a:lnTo>
                  <a:pt x="257175" y="1285875"/>
                </a:lnTo>
                <a:lnTo>
                  <a:pt x="247650" y="1285875"/>
                </a:lnTo>
                <a:close/>
                <a:moveTo>
                  <a:pt x="1343025" y="1276350"/>
                </a:moveTo>
                <a:lnTo>
                  <a:pt x="1352550" y="1276350"/>
                </a:lnTo>
                <a:lnTo>
                  <a:pt x="1352550" y="1295400"/>
                </a:lnTo>
                <a:lnTo>
                  <a:pt x="1333500" y="1295400"/>
                </a:lnTo>
                <a:lnTo>
                  <a:pt x="1333500" y="1285875"/>
                </a:lnTo>
                <a:lnTo>
                  <a:pt x="1343025" y="1285875"/>
                </a:lnTo>
                <a:close/>
                <a:moveTo>
                  <a:pt x="266700" y="1285875"/>
                </a:moveTo>
                <a:lnTo>
                  <a:pt x="276225" y="1285875"/>
                </a:lnTo>
                <a:lnTo>
                  <a:pt x="276225" y="1295400"/>
                </a:lnTo>
                <a:lnTo>
                  <a:pt x="266700" y="1295400"/>
                </a:lnTo>
                <a:close/>
                <a:moveTo>
                  <a:pt x="276225" y="1295400"/>
                </a:moveTo>
                <a:lnTo>
                  <a:pt x="285750" y="1295400"/>
                </a:lnTo>
                <a:lnTo>
                  <a:pt x="285750" y="1304925"/>
                </a:lnTo>
                <a:lnTo>
                  <a:pt x="276225" y="1304925"/>
                </a:lnTo>
                <a:close/>
                <a:moveTo>
                  <a:pt x="285750" y="1304925"/>
                </a:moveTo>
                <a:lnTo>
                  <a:pt x="295275" y="1304925"/>
                </a:lnTo>
                <a:lnTo>
                  <a:pt x="295275" y="1314450"/>
                </a:lnTo>
                <a:lnTo>
                  <a:pt x="285750" y="1314450"/>
                </a:lnTo>
                <a:close/>
                <a:moveTo>
                  <a:pt x="1285875" y="1304925"/>
                </a:moveTo>
                <a:lnTo>
                  <a:pt x="1314450" y="1304925"/>
                </a:lnTo>
                <a:lnTo>
                  <a:pt x="1314450" y="1314450"/>
                </a:lnTo>
                <a:lnTo>
                  <a:pt x="1285875" y="1314450"/>
                </a:lnTo>
                <a:close/>
                <a:moveTo>
                  <a:pt x="295275" y="1314450"/>
                </a:moveTo>
                <a:lnTo>
                  <a:pt x="314325" y="1314450"/>
                </a:lnTo>
                <a:lnTo>
                  <a:pt x="314325" y="1323975"/>
                </a:lnTo>
                <a:lnTo>
                  <a:pt x="295275" y="1323975"/>
                </a:lnTo>
                <a:close/>
                <a:moveTo>
                  <a:pt x="1257300" y="1314450"/>
                </a:moveTo>
                <a:lnTo>
                  <a:pt x="1285875" y="1314450"/>
                </a:lnTo>
                <a:lnTo>
                  <a:pt x="1285875" y="1323975"/>
                </a:lnTo>
                <a:lnTo>
                  <a:pt x="1257300" y="1323975"/>
                </a:lnTo>
                <a:close/>
                <a:moveTo>
                  <a:pt x="314325" y="1323975"/>
                </a:moveTo>
                <a:lnTo>
                  <a:pt x="352425" y="1323975"/>
                </a:lnTo>
                <a:lnTo>
                  <a:pt x="352425" y="1333500"/>
                </a:lnTo>
                <a:lnTo>
                  <a:pt x="314325" y="1333500"/>
                </a:lnTo>
                <a:close/>
                <a:moveTo>
                  <a:pt x="1228725" y="1323975"/>
                </a:moveTo>
                <a:lnTo>
                  <a:pt x="1247775" y="1323975"/>
                </a:lnTo>
                <a:lnTo>
                  <a:pt x="1247775" y="1333500"/>
                </a:lnTo>
                <a:lnTo>
                  <a:pt x="1228725" y="1333500"/>
                </a:lnTo>
                <a:close/>
                <a:moveTo>
                  <a:pt x="352425" y="1333500"/>
                </a:moveTo>
                <a:lnTo>
                  <a:pt x="361950" y="1333500"/>
                </a:lnTo>
                <a:lnTo>
                  <a:pt x="361950" y="1343025"/>
                </a:lnTo>
                <a:lnTo>
                  <a:pt x="352425" y="1343025"/>
                </a:lnTo>
                <a:close/>
                <a:moveTo>
                  <a:pt x="1200150" y="1333500"/>
                </a:moveTo>
                <a:lnTo>
                  <a:pt x="1219200" y="1333500"/>
                </a:lnTo>
                <a:lnTo>
                  <a:pt x="1219200" y="1343025"/>
                </a:lnTo>
                <a:lnTo>
                  <a:pt x="1200150" y="1343025"/>
                </a:lnTo>
                <a:close/>
                <a:moveTo>
                  <a:pt x="361950" y="1343025"/>
                </a:moveTo>
                <a:lnTo>
                  <a:pt x="476250" y="1343025"/>
                </a:lnTo>
                <a:lnTo>
                  <a:pt x="476250" y="1352550"/>
                </a:lnTo>
                <a:lnTo>
                  <a:pt x="409575" y="1352550"/>
                </a:lnTo>
                <a:lnTo>
                  <a:pt x="409575" y="1362075"/>
                </a:lnTo>
                <a:lnTo>
                  <a:pt x="381000" y="1362075"/>
                </a:lnTo>
                <a:lnTo>
                  <a:pt x="381000" y="1352550"/>
                </a:lnTo>
                <a:lnTo>
                  <a:pt x="361950" y="1352550"/>
                </a:lnTo>
                <a:close/>
                <a:moveTo>
                  <a:pt x="504825" y="1343025"/>
                </a:moveTo>
                <a:lnTo>
                  <a:pt x="514350" y="1343025"/>
                </a:lnTo>
                <a:lnTo>
                  <a:pt x="514350" y="1352550"/>
                </a:lnTo>
                <a:lnTo>
                  <a:pt x="504825" y="1352550"/>
                </a:lnTo>
                <a:close/>
                <a:moveTo>
                  <a:pt x="523875" y="1343025"/>
                </a:moveTo>
                <a:lnTo>
                  <a:pt x="533400" y="1343025"/>
                </a:lnTo>
                <a:lnTo>
                  <a:pt x="533400" y="1352550"/>
                </a:lnTo>
                <a:lnTo>
                  <a:pt x="523875" y="1352550"/>
                </a:lnTo>
                <a:close/>
                <a:moveTo>
                  <a:pt x="561975" y="1343025"/>
                </a:moveTo>
                <a:lnTo>
                  <a:pt x="857250" y="1343025"/>
                </a:lnTo>
                <a:lnTo>
                  <a:pt x="857250" y="1362075"/>
                </a:lnTo>
                <a:lnTo>
                  <a:pt x="828675" y="1362075"/>
                </a:lnTo>
                <a:lnTo>
                  <a:pt x="828675" y="1352550"/>
                </a:lnTo>
                <a:lnTo>
                  <a:pt x="561975" y="1352550"/>
                </a:lnTo>
                <a:close/>
                <a:moveTo>
                  <a:pt x="876300" y="1343025"/>
                </a:moveTo>
                <a:lnTo>
                  <a:pt x="904875" y="1343025"/>
                </a:lnTo>
                <a:lnTo>
                  <a:pt x="904875" y="1352550"/>
                </a:lnTo>
                <a:lnTo>
                  <a:pt x="1038225" y="1352550"/>
                </a:lnTo>
                <a:lnTo>
                  <a:pt x="1038225" y="1343025"/>
                </a:lnTo>
                <a:lnTo>
                  <a:pt x="1104900" y="1343025"/>
                </a:lnTo>
                <a:lnTo>
                  <a:pt x="1104900" y="1352550"/>
                </a:lnTo>
                <a:lnTo>
                  <a:pt x="1057275" y="1352550"/>
                </a:lnTo>
                <a:lnTo>
                  <a:pt x="1057275" y="1362075"/>
                </a:lnTo>
                <a:lnTo>
                  <a:pt x="1009650" y="1362075"/>
                </a:lnTo>
                <a:lnTo>
                  <a:pt x="1009650" y="1371600"/>
                </a:lnTo>
                <a:lnTo>
                  <a:pt x="990600" y="1371600"/>
                </a:lnTo>
                <a:lnTo>
                  <a:pt x="990600" y="1362075"/>
                </a:lnTo>
                <a:lnTo>
                  <a:pt x="876300" y="1362075"/>
                </a:lnTo>
                <a:close/>
              </a:path>
            </a:pathLst>
          </a:custGeom>
          <a:solidFill xmlns:a="http://schemas.openxmlformats.org/drawingml/2006/main">
            <a:srgbClr val="FFF4DC"/>
          </a:solidFill>
          <a:ln xmlns:a="http://schemas.openxmlformats.org/drawingml/2006/main" w="0">
            <a:noFill/>
          </a:ln>
        </p:spPr>
      </p:sp>
      <p:sp>
        <p:nvSpPr>
          <p:cNvPr id="56" name="logo vector #fff2dc">
            <a:extLst xmlns:a="http://schemas.openxmlformats.org/drawingml/2006/main">
              <a:ext uri="{FF2B5EF4-FFF2-40B4-BE49-F238E27FC236}">
                <a16:creationId xmlns:a16="http://schemas.microsoft.com/office/drawing/2014/main" id="{04931E5A-3649-44B5-882D-235942A4DE2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219700" y="4476750"/>
            <a:ext cx="1581150" cy="1485900"/>
          </a:xfrm>
          <a:custGeom xmlns:a="http://schemas.openxmlformats.org/drawingml/2006/main">
            <a:pathLst>
              <a:path w="1581150" h="1485900">
                <a:moveTo>
                  <a:pt x="742950" y="19050"/>
                </a:moveTo>
                <a:lnTo>
                  <a:pt x="762000" y="19050"/>
                </a:lnTo>
                <a:lnTo>
                  <a:pt x="762000" y="28575"/>
                </a:lnTo>
                <a:lnTo>
                  <a:pt x="742950" y="28575"/>
                </a:lnTo>
                <a:close/>
                <a:moveTo>
                  <a:pt x="381000" y="28575"/>
                </a:moveTo>
                <a:lnTo>
                  <a:pt x="457200" y="28575"/>
                </a:lnTo>
                <a:lnTo>
                  <a:pt x="457200" y="38100"/>
                </a:lnTo>
                <a:lnTo>
                  <a:pt x="381000" y="38100"/>
                </a:lnTo>
                <a:close/>
                <a:moveTo>
                  <a:pt x="1028700" y="28575"/>
                </a:moveTo>
                <a:lnTo>
                  <a:pt x="1152525" y="28575"/>
                </a:lnTo>
                <a:lnTo>
                  <a:pt x="1152525" y="38100"/>
                </a:lnTo>
                <a:lnTo>
                  <a:pt x="1028700" y="38100"/>
                </a:lnTo>
                <a:close/>
                <a:moveTo>
                  <a:pt x="314325" y="47625"/>
                </a:moveTo>
                <a:lnTo>
                  <a:pt x="333375" y="47625"/>
                </a:lnTo>
                <a:lnTo>
                  <a:pt x="333375" y="57150"/>
                </a:lnTo>
                <a:lnTo>
                  <a:pt x="314325" y="57150"/>
                </a:lnTo>
                <a:close/>
                <a:moveTo>
                  <a:pt x="295275" y="57150"/>
                </a:moveTo>
                <a:lnTo>
                  <a:pt x="304800" y="57150"/>
                </a:lnTo>
                <a:lnTo>
                  <a:pt x="304800" y="66675"/>
                </a:lnTo>
                <a:lnTo>
                  <a:pt x="295275" y="66675"/>
                </a:lnTo>
                <a:close/>
                <a:moveTo>
                  <a:pt x="276225" y="66675"/>
                </a:moveTo>
                <a:lnTo>
                  <a:pt x="285750" y="66675"/>
                </a:lnTo>
                <a:lnTo>
                  <a:pt x="285750" y="76200"/>
                </a:lnTo>
                <a:lnTo>
                  <a:pt x="276225" y="76200"/>
                </a:lnTo>
                <a:close/>
                <a:moveTo>
                  <a:pt x="1285875" y="66675"/>
                </a:moveTo>
                <a:lnTo>
                  <a:pt x="1304925" y="66675"/>
                </a:lnTo>
                <a:lnTo>
                  <a:pt x="1304925" y="76200"/>
                </a:lnTo>
                <a:lnTo>
                  <a:pt x="1285875" y="76200"/>
                </a:lnTo>
                <a:close/>
                <a:moveTo>
                  <a:pt x="257175" y="76200"/>
                </a:moveTo>
                <a:lnTo>
                  <a:pt x="266700" y="76200"/>
                </a:lnTo>
                <a:lnTo>
                  <a:pt x="266700" y="85725"/>
                </a:lnTo>
                <a:lnTo>
                  <a:pt x="257175" y="85725"/>
                </a:lnTo>
                <a:close/>
                <a:moveTo>
                  <a:pt x="1314450" y="76200"/>
                </a:moveTo>
                <a:lnTo>
                  <a:pt x="1333500" y="76200"/>
                </a:lnTo>
                <a:lnTo>
                  <a:pt x="1333500" y="85725"/>
                </a:lnTo>
                <a:lnTo>
                  <a:pt x="1314450" y="85725"/>
                </a:lnTo>
                <a:close/>
                <a:moveTo>
                  <a:pt x="247650" y="85725"/>
                </a:moveTo>
                <a:lnTo>
                  <a:pt x="257175" y="85725"/>
                </a:lnTo>
                <a:lnTo>
                  <a:pt x="257175" y="95250"/>
                </a:lnTo>
                <a:lnTo>
                  <a:pt x="247650" y="95250"/>
                </a:lnTo>
                <a:close/>
                <a:moveTo>
                  <a:pt x="1333500" y="85725"/>
                </a:moveTo>
                <a:lnTo>
                  <a:pt x="1352550" y="85725"/>
                </a:lnTo>
                <a:lnTo>
                  <a:pt x="1352550" y="95250"/>
                </a:lnTo>
                <a:lnTo>
                  <a:pt x="1362075" y="95250"/>
                </a:lnTo>
                <a:lnTo>
                  <a:pt x="1362075" y="104775"/>
                </a:lnTo>
                <a:lnTo>
                  <a:pt x="1371600" y="104775"/>
                </a:lnTo>
                <a:lnTo>
                  <a:pt x="1371600" y="123825"/>
                </a:lnTo>
                <a:lnTo>
                  <a:pt x="1362075" y="123825"/>
                </a:lnTo>
                <a:lnTo>
                  <a:pt x="1362075" y="114300"/>
                </a:lnTo>
                <a:lnTo>
                  <a:pt x="1352550" y="114300"/>
                </a:lnTo>
                <a:lnTo>
                  <a:pt x="1352550" y="104775"/>
                </a:lnTo>
                <a:lnTo>
                  <a:pt x="1343025" y="104775"/>
                </a:lnTo>
                <a:lnTo>
                  <a:pt x="1343025" y="95250"/>
                </a:lnTo>
                <a:lnTo>
                  <a:pt x="1333500" y="95250"/>
                </a:lnTo>
                <a:close/>
                <a:moveTo>
                  <a:pt x="228600" y="95250"/>
                </a:moveTo>
                <a:lnTo>
                  <a:pt x="247650" y="95250"/>
                </a:lnTo>
                <a:lnTo>
                  <a:pt x="247650" y="104775"/>
                </a:lnTo>
                <a:lnTo>
                  <a:pt x="238125" y="104775"/>
                </a:lnTo>
                <a:lnTo>
                  <a:pt x="238125" y="114300"/>
                </a:lnTo>
                <a:lnTo>
                  <a:pt x="228600" y="114300"/>
                </a:lnTo>
                <a:close/>
                <a:moveTo>
                  <a:pt x="600075" y="95250"/>
                </a:moveTo>
                <a:lnTo>
                  <a:pt x="628650" y="95250"/>
                </a:lnTo>
                <a:lnTo>
                  <a:pt x="628650" y="104775"/>
                </a:lnTo>
                <a:lnTo>
                  <a:pt x="600075" y="104775"/>
                </a:lnTo>
                <a:close/>
                <a:moveTo>
                  <a:pt x="933450" y="95250"/>
                </a:moveTo>
                <a:lnTo>
                  <a:pt x="971550" y="95250"/>
                </a:lnTo>
                <a:lnTo>
                  <a:pt x="971550" y="104775"/>
                </a:lnTo>
                <a:lnTo>
                  <a:pt x="933450" y="104775"/>
                </a:lnTo>
                <a:close/>
                <a:moveTo>
                  <a:pt x="647700" y="104775"/>
                </a:moveTo>
                <a:lnTo>
                  <a:pt x="714375" y="104775"/>
                </a:lnTo>
                <a:lnTo>
                  <a:pt x="714375" y="114300"/>
                </a:lnTo>
                <a:lnTo>
                  <a:pt x="695325" y="114300"/>
                </a:lnTo>
                <a:lnTo>
                  <a:pt x="695325" y="123825"/>
                </a:lnTo>
                <a:lnTo>
                  <a:pt x="676275" y="123825"/>
                </a:lnTo>
                <a:lnTo>
                  <a:pt x="676275" y="133350"/>
                </a:lnTo>
                <a:lnTo>
                  <a:pt x="657225" y="133350"/>
                </a:lnTo>
                <a:lnTo>
                  <a:pt x="657225" y="142875"/>
                </a:lnTo>
                <a:lnTo>
                  <a:pt x="638175" y="142875"/>
                </a:lnTo>
                <a:lnTo>
                  <a:pt x="638175" y="133350"/>
                </a:lnTo>
                <a:lnTo>
                  <a:pt x="647700" y="133350"/>
                </a:lnTo>
                <a:lnTo>
                  <a:pt x="647700" y="123825"/>
                </a:lnTo>
                <a:lnTo>
                  <a:pt x="657225" y="123825"/>
                </a:lnTo>
                <a:lnTo>
                  <a:pt x="657225" y="114300"/>
                </a:lnTo>
                <a:lnTo>
                  <a:pt x="647700" y="114300"/>
                </a:lnTo>
                <a:close/>
                <a:moveTo>
                  <a:pt x="752475" y="104775"/>
                </a:moveTo>
                <a:lnTo>
                  <a:pt x="771525" y="104775"/>
                </a:lnTo>
                <a:lnTo>
                  <a:pt x="771525" y="114300"/>
                </a:lnTo>
                <a:lnTo>
                  <a:pt x="752475" y="114300"/>
                </a:lnTo>
                <a:close/>
                <a:moveTo>
                  <a:pt x="800100" y="104775"/>
                </a:moveTo>
                <a:lnTo>
                  <a:pt x="933450" y="104775"/>
                </a:lnTo>
                <a:lnTo>
                  <a:pt x="933450" y="114300"/>
                </a:lnTo>
                <a:lnTo>
                  <a:pt x="923925" y="114300"/>
                </a:lnTo>
                <a:lnTo>
                  <a:pt x="923925" y="133350"/>
                </a:lnTo>
                <a:lnTo>
                  <a:pt x="942975" y="133350"/>
                </a:lnTo>
                <a:lnTo>
                  <a:pt x="942975" y="142875"/>
                </a:lnTo>
                <a:lnTo>
                  <a:pt x="914400" y="142875"/>
                </a:lnTo>
                <a:lnTo>
                  <a:pt x="914400" y="133350"/>
                </a:lnTo>
                <a:lnTo>
                  <a:pt x="895350" y="133350"/>
                </a:lnTo>
                <a:lnTo>
                  <a:pt x="895350" y="123825"/>
                </a:lnTo>
                <a:lnTo>
                  <a:pt x="819150" y="123825"/>
                </a:lnTo>
                <a:lnTo>
                  <a:pt x="819150" y="114300"/>
                </a:lnTo>
                <a:lnTo>
                  <a:pt x="800100" y="114300"/>
                </a:lnTo>
                <a:close/>
                <a:moveTo>
                  <a:pt x="219075" y="114300"/>
                </a:moveTo>
                <a:lnTo>
                  <a:pt x="228600" y="114300"/>
                </a:lnTo>
                <a:lnTo>
                  <a:pt x="228600" y="123825"/>
                </a:lnTo>
                <a:lnTo>
                  <a:pt x="219075" y="123825"/>
                </a:lnTo>
                <a:close/>
                <a:moveTo>
                  <a:pt x="352425" y="114300"/>
                </a:moveTo>
                <a:lnTo>
                  <a:pt x="361950" y="114300"/>
                </a:lnTo>
                <a:lnTo>
                  <a:pt x="361950" y="123825"/>
                </a:lnTo>
                <a:lnTo>
                  <a:pt x="352425" y="123825"/>
                </a:lnTo>
                <a:close/>
                <a:moveTo>
                  <a:pt x="333375" y="123825"/>
                </a:moveTo>
                <a:lnTo>
                  <a:pt x="342900" y="123825"/>
                </a:lnTo>
                <a:lnTo>
                  <a:pt x="342900" y="133350"/>
                </a:lnTo>
                <a:lnTo>
                  <a:pt x="333375" y="133350"/>
                </a:lnTo>
                <a:close/>
                <a:moveTo>
                  <a:pt x="1238250" y="123825"/>
                </a:moveTo>
                <a:lnTo>
                  <a:pt x="1257300" y="123825"/>
                </a:lnTo>
                <a:lnTo>
                  <a:pt x="1257300" y="133350"/>
                </a:lnTo>
                <a:lnTo>
                  <a:pt x="1266825" y="133350"/>
                </a:lnTo>
                <a:lnTo>
                  <a:pt x="1266825" y="142875"/>
                </a:lnTo>
                <a:lnTo>
                  <a:pt x="1276350" y="142875"/>
                </a:lnTo>
                <a:lnTo>
                  <a:pt x="1276350" y="152400"/>
                </a:lnTo>
                <a:lnTo>
                  <a:pt x="1257300" y="152400"/>
                </a:lnTo>
                <a:lnTo>
                  <a:pt x="1257300" y="142875"/>
                </a:lnTo>
                <a:lnTo>
                  <a:pt x="1247775" y="142875"/>
                </a:lnTo>
                <a:lnTo>
                  <a:pt x="1247775" y="133350"/>
                </a:lnTo>
                <a:lnTo>
                  <a:pt x="1238250" y="133350"/>
                </a:lnTo>
                <a:close/>
                <a:moveTo>
                  <a:pt x="1371600" y="123825"/>
                </a:moveTo>
                <a:lnTo>
                  <a:pt x="1390650" y="123825"/>
                </a:lnTo>
                <a:lnTo>
                  <a:pt x="1390650" y="133350"/>
                </a:lnTo>
                <a:lnTo>
                  <a:pt x="1400175" y="133350"/>
                </a:lnTo>
                <a:lnTo>
                  <a:pt x="1400175" y="142875"/>
                </a:lnTo>
                <a:lnTo>
                  <a:pt x="1409700" y="142875"/>
                </a:lnTo>
                <a:lnTo>
                  <a:pt x="1409700" y="161925"/>
                </a:lnTo>
                <a:lnTo>
                  <a:pt x="1419225" y="161925"/>
                </a:lnTo>
                <a:lnTo>
                  <a:pt x="1419225" y="171450"/>
                </a:lnTo>
                <a:lnTo>
                  <a:pt x="1400175" y="171450"/>
                </a:lnTo>
                <a:lnTo>
                  <a:pt x="1400175" y="161925"/>
                </a:lnTo>
                <a:lnTo>
                  <a:pt x="1390650" y="161925"/>
                </a:lnTo>
                <a:lnTo>
                  <a:pt x="1390650" y="142875"/>
                </a:lnTo>
                <a:lnTo>
                  <a:pt x="1381125" y="142875"/>
                </a:lnTo>
                <a:lnTo>
                  <a:pt x="1381125" y="133350"/>
                </a:lnTo>
                <a:lnTo>
                  <a:pt x="1371600" y="133350"/>
                </a:lnTo>
                <a:close/>
                <a:moveTo>
                  <a:pt x="295275" y="142875"/>
                </a:moveTo>
                <a:lnTo>
                  <a:pt x="304800" y="142875"/>
                </a:lnTo>
                <a:lnTo>
                  <a:pt x="304800" y="152400"/>
                </a:lnTo>
                <a:lnTo>
                  <a:pt x="295275" y="152400"/>
                </a:lnTo>
                <a:close/>
                <a:moveTo>
                  <a:pt x="552450" y="142875"/>
                </a:moveTo>
                <a:lnTo>
                  <a:pt x="571500" y="142875"/>
                </a:lnTo>
                <a:lnTo>
                  <a:pt x="571500" y="152400"/>
                </a:lnTo>
                <a:lnTo>
                  <a:pt x="552450" y="152400"/>
                </a:lnTo>
                <a:close/>
                <a:moveTo>
                  <a:pt x="1009650" y="142875"/>
                </a:moveTo>
                <a:lnTo>
                  <a:pt x="1028700" y="142875"/>
                </a:lnTo>
                <a:lnTo>
                  <a:pt x="1028700" y="152400"/>
                </a:lnTo>
                <a:lnTo>
                  <a:pt x="1009650" y="152400"/>
                </a:lnTo>
                <a:close/>
                <a:moveTo>
                  <a:pt x="457200" y="152400"/>
                </a:moveTo>
                <a:lnTo>
                  <a:pt x="495300" y="152400"/>
                </a:lnTo>
                <a:lnTo>
                  <a:pt x="495300" y="161925"/>
                </a:lnTo>
                <a:lnTo>
                  <a:pt x="476250" y="161925"/>
                </a:lnTo>
                <a:lnTo>
                  <a:pt x="476250" y="171450"/>
                </a:lnTo>
                <a:lnTo>
                  <a:pt x="466725" y="171450"/>
                </a:lnTo>
                <a:lnTo>
                  <a:pt x="466725" y="180975"/>
                </a:lnTo>
                <a:lnTo>
                  <a:pt x="457200" y="180975"/>
                </a:lnTo>
                <a:lnTo>
                  <a:pt x="457200" y="171450"/>
                </a:lnTo>
                <a:lnTo>
                  <a:pt x="438150" y="171450"/>
                </a:lnTo>
                <a:lnTo>
                  <a:pt x="438150" y="190500"/>
                </a:lnTo>
                <a:lnTo>
                  <a:pt x="419100" y="190500"/>
                </a:lnTo>
                <a:lnTo>
                  <a:pt x="419100" y="200025"/>
                </a:lnTo>
                <a:lnTo>
                  <a:pt x="381000" y="200025"/>
                </a:lnTo>
                <a:lnTo>
                  <a:pt x="381000" y="190500"/>
                </a:lnTo>
                <a:lnTo>
                  <a:pt x="400050" y="190500"/>
                </a:lnTo>
                <a:lnTo>
                  <a:pt x="400050" y="180975"/>
                </a:lnTo>
                <a:lnTo>
                  <a:pt x="419100" y="180975"/>
                </a:lnTo>
                <a:lnTo>
                  <a:pt x="419100" y="171450"/>
                </a:lnTo>
                <a:lnTo>
                  <a:pt x="428625" y="171450"/>
                </a:lnTo>
                <a:lnTo>
                  <a:pt x="428625" y="161925"/>
                </a:lnTo>
                <a:lnTo>
                  <a:pt x="457200" y="161925"/>
                </a:lnTo>
                <a:close/>
                <a:moveTo>
                  <a:pt x="523875" y="152400"/>
                </a:moveTo>
                <a:lnTo>
                  <a:pt x="533400" y="152400"/>
                </a:lnTo>
                <a:lnTo>
                  <a:pt x="533400" y="161925"/>
                </a:lnTo>
                <a:lnTo>
                  <a:pt x="523875" y="161925"/>
                </a:lnTo>
                <a:close/>
                <a:moveTo>
                  <a:pt x="1047750" y="152400"/>
                </a:moveTo>
                <a:lnTo>
                  <a:pt x="1066800" y="152400"/>
                </a:lnTo>
                <a:lnTo>
                  <a:pt x="1066800" y="161925"/>
                </a:lnTo>
                <a:lnTo>
                  <a:pt x="1047750" y="161925"/>
                </a:lnTo>
                <a:close/>
                <a:moveTo>
                  <a:pt x="1104900" y="152400"/>
                </a:moveTo>
                <a:lnTo>
                  <a:pt x="1133475" y="152400"/>
                </a:lnTo>
                <a:lnTo>
                  <a:pt x="1133475" y="171450"/>
                </a:lnTo>
                <a:lnTo>
                  <a:pt x="1143000" y="171450"/>
                </a:lnTo>
                <a:lnTo>
                  <a:pt x="1143000" y="180975"/>
                </a:lnTo>
                <a:lnTo>
                  <a:pt x="1152525" y="180975"/>
                </a:lnTo>
                <a:lnTo>
                  <a:pt x="1152525" y="190500"/>
                </a:lnTo>
                <a:lnTo>
                  <a:pt x="1181100" y="190500"/>
                </a:lnTo>
                <a:lnTo>
                  <a:pt x="1181100" y="200025"/>
                </a:lnTo>
                <a:lnTo>
                  <a:pt x="1143000" y="200025"/>
                </a:lnTo>
                <a:lnTo>
                  <a:pt x="1143000" y="190500"/>
                </a:lnTo>
                <a:lnTo>
                  <a:pt x="1133475" y="190500"/>
                </a:lnTo>
                <a:lnTo>
                  <a:pt x="1133475" y="180975"/>
                </a:lnTo>
                <a:lnTo>
                  <a:pt x="1123950" y="180975"/>
                </a:lnTo>
                <a:lnTo>
                  <a:pt x="1123950" y="171450"/>
                </a:lnTo>
                <a:lnTo>
                  <a:pt x="1104900" y="171450"/>
                </a:lnTo>
                <a:close/>
                <a:moveTo>
                  <a:pt x="1276350" y="152400"/>
                </a:moveTo>
                <a:lnTo>
                  <a:pt x="1285875" y="152400"/>
                </a:lnTo>
                <a:lnTo>
                  <a:pt x="1285875" y="161925"/>
                </a:lnTo>
                <a:lnTo>
                  <a:pt x="1276350" y="161925"/>
                </a:lnTo>
                <a:close/>
                <a:moveTo>
                  <a:pt x="771525" y="180975"/>
                </a:moveTo>
                <a:lnTo>
                  <a:pt x="790575" y="180975"/>
                </a:lnTo>
                <a:lnTo>
                  <a:pt x="790575" y="190500"/>
                </a:lnTo>
                <a:lnTo>
                  <a:pt x="771525" y="190500"/>
                </a:lnTo>
                <a:close/>
                <a:moveTo>
                  <a:pt x="885825" y="180975"/>
                </a:moveTo>
                <a:lnTo>
                  <a:pt x="923925" y="180975"/>
                </a:lnTo>
                <a:lnTo>
                  <a:pt x="923925" y="190500"/>
                </a:lnTo>
                <a:lnTo>
                  <a:pt x="885825" y="190500"/>
                </a:lnTo>
                <a:close/>
                <a:moveTo>
                  <a:pt x="1304925" y="180975"/>
                </a:moveTo>
                <a:lnTo>
                  <a:pt x="1323975" y="180975"/>
                </a:lnTo>
                <a:lnTo>
                  <a:pt x="1323975" y="190500"/>
                </a:lnTo>
                <a:lnTo>
                  <a:pt x="1304925" y="190500"/>
                </a:lnTo>
                <a:close/>
                <a:moveTo>
                  <a:pt x="657225" y="190500"/>
                </a:moveTo>
                <a:lnTo>
                  <a:pt x="685800" y="190500"/>
                </a:lnTo>
                <a:lnTo>
                  <a:pt x="685800" y="200025"/>
                </a:lnTo>
                <a:lnTo>
                  <a:pt x="657225" y="200025"/>
                </a:lnTo>
                <a:close/>
                <a:moveTo>
                  <a:pt x="704850" y="190500"/>
                </a:moveTo>
                <a:lnTo>
                  <a:pt x="771525" y="190500"/>
                </a:lnTo>
                <a:lnTo>
                  <a:pt x="771525" y="200025"/>
                </a:lnTo>
                <a:lnTo>
                  <a:pt x="704850" y="200025"/>
                </a:lnTo>
                <a:close/>
                <a:moveTo>
                  <a:pt x="933450" y="190500"/>
                </a:moveTo>
                <a:lnTo>
                  <a:pt x="981075" y="190500"/>
                </a:lnTo>
                <a:lnTo>
                  <a:pt x="981075" y="200025"/>
                </a:lnTo>
                <a:lnTo>
                  <a:pt x="933450" y="200025"/>
                </a:lnTo>
                <a:close/>
                <a:moveTo>
                  <a:pt x="1323975" y="190500"/>
                </a:moveTo>
                <a:lnTo>
                  <a:pt x="1333500" y="190500"/>
                </a:lnTo>
                <a:lnTo>
                  <a:pt x="1333500" y="200025"/>
                </a:lnTo>
                <a:lnTo>
                  <a:pt x="1323975" y="200025"/>
                </a:lnTo>
                <a:close/>
                <a:moveTo>
                  <a:pt x="161925" y="200025"/>
                </a:moveTo>
                <a:lnTo>
                  <a:pt x="171450" y="200025"/>
                </a:lnTo>
                <a:lnTo>
                  <a:pt x="171450" y="209550"/>
                </a:lnTo>
                <a:lnTo>
                  <a:pt x="161925" y="209550"/>
                </a:lnTo>
                <a:close/>
                <a:moveTo>
                  <a:pt x="361950" y="200025"/>
                </a:moveTo>
                <a:lnTo>
                  <a:pt x="381000" y="200025"/>
                </a:lnTo>
                <a:lnTo>
                  <a:pt x="381000" y="209550"/>
                </a:lnTo>
                <a:lnTo>
                  <a:pt x="371475" y="209550"/>
                </a:lnTo>
                <a:lnTo>
                  <a:pt x="371475" y="219075"/>
                </a:lnTo>
                <a:lnTo>
                  <a:pt x="361950" y="219075"/>
                </a:lnTo>
                <a:lnTo>
                  <a:pt x="361950" y="228600"/>
                </a:lnTo>
                <a:lnTo>
                  <a:pt x="352425" y="228600"/>
                </a:lnTo>
                <a:lnTo>
                  <a:pt x="352425" y="209550"/>
                </a:lnTo>
                <a:lnTo>
                  <a:pt x="361950" y="209550"/>
                </a:lnTo>
                <a:close/>
                <a:moveTo>
                  <a:pt x="581025" y="200025"/>
                </a:moveTo>
                <a:lnTo>
                  <a:pt x="600075" y="200025"/>
                </a:lnTo>
                <a:lnTo>
                  <a:pt x="600075" y="219075"/>
                </a:lnTo>
                <a:lnTo>
                  <a:pt x="571500" y="219075"/>
                </a:lnTo>
                <a:lnTo>
                  <a:pt x="571500" y="209550"/>
                </a:lnTo>
                <a:lnTo>
                  <a:pt x="581025" y="209550"/>
                </a:lnTo>
                <a:close/>
                <a:moveTo>
                  <a:pt x="609600" y="200025"/>
                </a:moveTo>
                <a:lnTo>
                  <a:pt x="619125" y="200025"/>
                </a:lnTo>
                <a:lnTo>
                  <a:pt x="619125" y="219075"/>
                </a:lnTo>
                <a:lnTo>
                  <a:pt x="628650" y="219075"/>
                </a:lnTo>
                <a:lnTo>
                  <a:pt x="628650" y="228600"/>
                </a:lnTo>
                <a:lnTo>
                  <a:pt x="609600" y="228600"/>
                </a:lnTo>
                <a:close/>
                <a:moveTo>
                  <a:pt x="1019175" y="200025"/>
                </a:moveTo>
                <a:lnTo>
                  <a:pt x="1028700" y="200025"/>
                </a:lnTo>
                <a:lnTo>
                  <a:pt x="1028700" y="219075"/>
                </a:lnTo>
                <a:lnTo>
                  <a:pt x="1019175" y="219075"/>
                </a:lnTo>
                <a:close/>
                <a:moveTo>
                  <a:pt x="1190625" y="200025"/>
                </a:moveTo>
                <a:lnTo>
                  <a:pt x="1209675" y="200025"/>
                </a:lnTo>
                <a:lnTo>
                  <a:pt x="1209675" y="209550"/>
                </a:lnTo>
                <a:lnTo>
                  <a:pt x="1238250" y="209550"/>
                </a:lnTo>
                <a:lnTo>
                  <a:pt x="1238250" y="219075"/>
                </a:lnTo>
                <a:lnTo>
                  <a:pt x="1247775" y="219075"/>
                </a:lnTo>
                <a:lnTo>
                  <a:pt x="1247775" y="238125"/>
                </a:lnTo>
                <a:lnTo>
                  <a:pt x="1257300" y="238125"/>
                </a:lnTo>
                <a:lnTo>
                  <a:pt x="1257300" y="247650"/>
                </a:lnTo>
                <a:lnTo>
                  <a:pt x="1266825" y="247650"/>
                </a:lnTo>
                <a:lnTo>
                  <a:pt x="1266825" y="304800"/>
                </a:lnTo>
                <a:lnTo>
                  <a:pt x="1257300" y="304800"/>
                </a:lnTo>
                <a:lnTo>
                  <a:pt x="1257300" y="314325"/>
                </a:lnTo>
                <a:lnTo>
                  <a:pt x="1247775" y="314325"/>
                </a:lnTo>
                <a:lnTo>
                  <a:pt x="1247775" y="247650"/>
                </a:lnTo>
                <a:lnTo>
                  <a:pt x="1238250" y="247650"/>
                </a:lnTo>
                <a:lnTo>
                  <a:pt x="1238250" y="228600"/>
                </a:lnTo>
                <a:lnTo>
                  <a:pt x="1228725" y="228600"/>
                </a:lnTo>
                <a:lnTo>
                  <a:pt x="1228725" y="219075"/>
                </a:lnTo>
                <a:lnTo>
                  <a:pt x="1200150" y="219075"/>
                </a:lnTo>
                <a:lnTo>
                  <a:pt x="1200150" y="209550"/>
                </a:lnTo>
                <a:lnTo>
                  <a:pt x="1190625" y="209550"/>
                </a:lnTo>
                <a:close/>
                <a:moveTo>
                  <a:pt x="533400" y="219075"/>
                </a:moveTo>
                <a:lnTo>
                  <a:pt x="561975" y="219075"/>
                </a:lnTo>
                <a:lnTo>
                  <a:pt x="561975" y="266700"/>
                </a:lnTo>
                <a:lnTo>
                  <a:pt x="542925" y="266700"/>
                </a:lnTo>
                <a:lnTo>
                  <a:pt x="542925" y="238125"/>
                </a:lnTo>
                <a:lnTo>
                  <a:pt x="533400" y="238125"/>
                </a:lnTo>
                <a:close/>
                <a:moveTo>
                  <a:pt x="342900" y="228600"/>
                </a:moveTo>
                <a:lnTo>
                  <a:pt x="352425" y="228600"/>
                </a:lnTo>
                <a:lnTo>
                  <a:pt x="352425" y="238125"/>
                </a:lnTo>
                <a:lnTo>
                  <a:pt x="342900" y="238125"/>
                </a:lnTo>
                <a:close/>
                <a:moveTo>
                  <a:pt x="628650" y="228600"/>
                </a:moveTo>
                <a:lnTo>
                  <a:pt x="638175" y="228600"/>
                </a:lnTo>
                <a:lnTo>
                  <a:pt x="638175" y="238125"/>
                </a:lnTo>
                <a:lnTo>
                  <a:pt x="628650" y="238125"/>
                </a:lnTo>
                <a:close/>
                <a:moveTo>
                  <a:pt x="333375" y="238125"/>
                </a:moveTo>
                <a:lnTo>
                  <a:pt x="342900" y="238125"/>
                </a:lnTo>
                <a:lnTo>
                  <a:pt x="342900" y="247650"/>
                </a:lnTo>
                <a:lnTo>
                  <a:pt x="333375" y="247650"/>
                </a:lnTo>
                <a:close/>
                <a:moveTo>
                  <a:pt x="990600" y="238125"/>
                </a:moveTo>
                <a:lnTo>
                  <a:pt x="1000125" y="238125"/>
                </a:lnTo>
                <a:lnTo>
                  <a:pt x="1000125" y="247650"/>
                </a:lnTo>
                <a:lnTo>
                  <a:pt x="990600" y="247650"/>
                </a:lnTo>
                <a:close/>
                <a:moveTo>
                  <a:pt x="1057275" y="238125"/>
                </a:moveTo>
                <a:lnTo>
                  <a:pt x="1095375" y="238125"/>
                </a:lnTo>
                <a:lnTo>
                  <a:pt x="1095375" y="257175"/>
                </a:lnTo>
                <a:lnTo>
                  <a:pt x="1085850" y="257175"/>
                </a:lnTo>
                <a:lnTo>
                  <a:pt x="1085850" y="266700"/>
                </a:lnTo>
                <a:lnTo>
                  <a:pt x="1066800" y="266700"/>
                </a:lnTo>
                <a:lnTo>
                  <a:pt x="1066800" y="257175"/>
                </a:lnTo>
                <a:lnTo>
                  <a:pt x="1057275" y="257175"/>
                </a:lnTo>
                <a:close/>
                <a:moveTo>
                  <a:pt x="323850" y="247650"/>
                </a:moveTo>
                <a:lnTo>
                  <a:pt x="333375" y="247650"/>
                </a:lnTo>
                <a:lnTo>
                  <a:pt x="333375" y="352425"/>
                </a:lnTo>
                <a:lnTo>
                  <a:pt x="323850" y="352425"/>
                </a:lnTo>
                <a:close/>
                <a:moveTo>
                  <a:pt x="638175" y="247650"/>
                </a:moveTo>
                <a:lnTo>
                  <a:pt x="647700" y="247650"/>
                </a:lnTo>
                <a:lnTo>
                  <a:pt x="647700" y="257175"/>
                </a:lnTo>
                <a:lnTo>
                  <a:pt x="638175" y="257175"/>
                </a:lnTo>
                <a:close/>
                <a:moveTo>
                  <a:pt x="971550" y="247650"/>
                </a:moveTo>
                <a:lnTo>
                  <a:pt x="990600" y="247650"/>
                </a:lnTo>
                <a:lnTo>
                  <a:pt x="990600" y="257175"/>
                </a:lnTo>
                <a:lnTo>
                  <a:pt x="971550" y="257175"/>
                </a:lnTo>
                <a:close/>
                <a:moveTo>
                  <a:pt x="676275" y="257175"/>
                </a:moveTo>
                <a:lnTo>
                  <a:pt x="762000" y="257175"/>
                </a:lnTo>
                <a:lnTo>
                  <a:pt x="762000" y="266700"/>
                </a:lnTo>
                <a:lnTo>
                  <a:pt x="676275" y="266700"/>
                </a:lnTo>
                <a:close/>
                <a:moveTo>
                  <a:pt x="809625" y="257175"/>
                </a:moveTo>
                <a:lnTo>
                  <a:pt x="819150" y="257175"/>
                </a:lnTo>
                <a:lnTo>
                  <a:pt x="819150" y="266700"/>
                </a:lnTo>
                <a:lnTo>
                  <a:pt x="809625" y="266700"/>
                </a:lnTo>
                <a:close/>
                <a:moveTo>
                  <a:pt x="847725" y="257175"/>
                </a:moveTo>
                <a:lnTo>
                  <a:pt x="857250" y="257175"/>
                </a:lnTo>
                <a:lnTo>
                  <a:pt x="857250" y="266700"/>
                </a:lnTo>
                <a:lnTo>
                  <a:pt x="847725" y="266700"/>
                </a:lnTo>
                <a:close/>
                <a:moveTo>
                  <a:pt x="904875" y="257175"/>
                </a:moveTo>
                <a:lnTo>
                  <a:pt x="914400" y="257175"/>
                </a:lnTo>
                <a:lnTo>
                  <a:pt x="914400" y="266700"/>
                </a:lnTo>
                <a:lnTo>
                  <a:pt x="904875" y="266700"/>
                </a:lnTo>
                <a:close/>
                <a:moveTo>
                  <a:pt x="409575" y="266700"/>
                </a:moveTo>
                <a:lnTo>
                  <a:pt x="457200" y="266700"/>
                </a:lnTo>
                <a:lnTo>
                  <a:pt x="457200" y="276225"/>
                </a:lnTo>
                <a:lnTo>
                  <a:pt x="409575" y="276225"/>
                </a:lnTo>
                <a:close/>
                <a:moveTo>
                  <a:pt x="771525" y="266700"/>
                </a:moveTo>
                <a:lnTo>
                  <a:pt x="781050" y="266700"/>
                </a:lnTo>
                <a:lnTo>
                  <a:pt x="781050" y="276225"/>
                </a:lnTo>
                <a:lnTo>
                  <a:pt x="771525" y="276225"/>
                </a:lnTo>
                <a:close/>
                <a:moveTo>
                  <a:pt x="790575" y="266700"/>
                </a:moveTo>
                <a:lnTo>
                  <a:pt x="800100" y="266700"/>
                </a:lnTo>
                <a:lnTo>
                  <a:pt x="800100" y="276225"/>
                </a:lnTo>
                <a:lnTo>
                  <a:pt x="790575" y="276225"/>
                </a:lnTo>
                <a:close/>
                <a:moveTo>
                  <a:pt x="895350" y="266700"/>
                </a:moveTo>
                <a:lnTo>
                  <a:pt x="904875" y="266700"/>
                </a:lnTo>
                <a:lnTo>
                  <a:pt x="904875" y="276225"/>
                </a:lnTo>
                <a:lnTo>
                  <a:pt x="895350" y="276225"/>
                </a:lnTo>
                <a:close/>
                <a:moveTo>
                  <a:pt x="400050" y="276225"/>
                </a:moveTo>
                <a:lnTo>
                  <a:pt x="409575" y="276225"/>
                </a:lnTo>
                <a:lnTo>
                  <a:pt x="409575" y="285750"/>
                </a:lnTo>
                <a:lnTo>
                  <a:pt x="400050" y="285750"/>
                </a:lnTo>
                <a:close/>
                <a:moveTo>
                  <a:pt x="457200" y="276225"/>
                </a:moveTo>
                <a:lnTo>
                  <a:pt x="466725" y="276225"/>
                </a:lnTo>
                <a:lnTo>
                  <a:pt x="466725" y="295275"/>
                </a:lnTo>
                <a:lnTo>
                  <a:pt x="457200" y="295275"/>
                </a:lnTo>
                <a:close/>
                <a:moveTo>
                  <a:pt x="876300" y="276225"/>
                </a:moveTo>
                <a:lnTo>
                  <a:pt x="885825" y="276225"/>
                </a:lnTo>
                <a:lnTo>
                  <a:pt x="885825" y="285750"/>
                </a:lnTo>
                <a:lnTo>
                  <a:pt x="876300" y="285750"/>
                </a:lnTo>
                <a:close/>
                <a:moveTo>
                  <a:pt x="390525" y="285750"/>
                </a:moveTo>
                <a:lnTo>
                  <a:pt x="400050" y="285750"/>
                </a:lnTo>
                <a:lnTo>
                  <a:pt x="400050" y="304800"/>
                </a:lnTo>
                <a:lnTo>
                  <a:pt x="409575" y="304800"/>
                </a:lnTo>
                <a:lnTo>
                  <a:pt x="409575" y="342900"/>
                </a:lnTo>
                <a:lnTo>
                  <a:pt x="428625" y="342900"/>
                </a:lnTo>
                <a:lnTo>
                  <a:pt x="428625" y="333375"/>
                </a:lnTo>
                <a:lnTo>
                  <a:pt x="438150" y="333375"/>
                </a:lnTo>
                <a:lnTo>
                  <a:pt x="438150" y="314325"/>
                </a:lnTo>
                <a:lnTo>
                  <a:pt x="447675" y="314325"/>
                </a:lnTo>
                <a:lnTo>
                  <a:pt x="447675" y="295275"/>
                </a:lnTo>
                <a:lnTo>
                  <a:pt x="457200" y="295275"/>
                </a:lnTo>
                <a:lnTo>
                  <a:pt x="457200" y="314325"/>
                </a:lnTo>
                <a:lnTo>
                  <a:pt x="447675" y="314325"/>
                </a:lnTo>
                <a:lnTo>
                  <a:pt x="447675" y="333375"/>
                </a:lnTo>
                <a:lnTo>
                  <a:pt x="438150" y="333375"/>
                </a:lnTo>
                <a:lnTo>
                  <a:pt x="438150" y="352425"/>
                </a:lnTo>
                <a:lnTo>
                  <a:pt x="428625" y="352425"/>
                </a:lnTo>
                <a:lnTo>
                  <a:pt x="428625" y="361950"/>
                </a:lnTo>
                <a:lnTo>
                  <a:pt x="409575" y="361950"/>
                </a:lnTo>
                <a:lnTo>
                  <a:pt x="409575" y="371475"/>
                </a:lnTo>
                <a:lnTo>
                  <a:pt x="400050" y="371475"/>
                </a:lnTo>
                <a:lnTo>
                  <a:pt x="400050" y="381000"/>
                </a:lnTo>
                <a:lnTo>
                  <a:pt x="390525" y="381000"/>
                </a:lnTo>
                <a:lnTo>
                  <a:pt x="390525" y="361950"/>
                </a:lnTo>
                <a:lnTo>
                  <a:pt x="400050" y="361950"/>
                </a:lnTo>
                <a:lnTo>
                  <a:pt x="400050" y="323850"/>
                </a:lnTo>
                <a:lnTo>
                  <a:pt x="390525" y="323850"/>
                </a:lnTo>
                <a:close/>
                <a:moveTo>
                  <a:pt x="428625" y="371475"/>
                </a:moveTo>
                <a:lnTo>
                  <a:pt x="438150" y="371475"/>
                </a:lnTo>
                <a:lnTo>
                  <a:pt x="438150" y="381000"/>
                </a:lnTo>
                <a:lnTo>
                  <a:pt x="428625" y="381000"/>
                </a:lnTo>
                <a:close/>
                <a:moveTo>
                  <a:pt x="485775" y="371475"/>
                </a:moveTo>
                <a:lnTo>
                  <a:pt x="514350" y="371475"/>
                </a:lnTo>
                <a:lnTo>
                  <a:pt x="514350" y="381000"/>
                </a:lnTo>
                <a:lnTo>
                  <a:pt x="485775" y="381000"/>
                </a:lnTo>
                <a:close/>
                <a:moveTo>
                  <a:pt x="647700" y="371475"/>
                </a:moveTo>
                <a:lnTo>
                  <a:pt x="657225" y="371475"/>
                </a:lnTo>
                <a:lnTo>
                  <a:pt x="657225" y="381000"/>
                </a:lnTo>
                <a:lnTo>
                  <a:pt x="647700" y="381000"/>
                </a:lnTo>
                <a:close/>
                <a:moveTo>
                  <a:pt x="752475" y="371475"/>
                </a:moveTo>
                <a:lnTo>
                  <a:pt x="790575" y="371475"/>
                </a:lnTo>
                <a:lnTo>
                  <a:pt x="790575" y="390525"/>
                </a:lnTo>
                <a:lnTo>
                  <a:pt x="762000" y="390525"/>
                </a:lnTo>
                <a:lnTo>
                  <a:pt x="762000" y="381000"/>
                </a:lnTo>
                <a:lnTo>
                  <a:pt x="752475" y="381000"/>
                </a:lnTo>
                <a:close/>
                <a:moveTo>
                  <a:pt x="438150" y="381000"/>
                </a:moveTo>
                <a:lnTo>
                  <a:pt x="447675" y="381000"/>
                </a:lnTo>
                <a:lnTo>
                  <a:pt x="447675" y="390525"/>
                </a:lnTo>
                <a:lnTo>
                  <a:pt x="438150" y="390525"/>
                </a:lnTo>
                <a:close/>
                <a:moveTo>
                  <a:pt x="476250" y="381000"/>
                </a:moveTo>
                <a:lnTo>
                  <a:pt x="485775" y="381000"/>
                </a:lnTo>
                <a:lnTo>
                  <a:pt x="485775" y="390525"/>
                </a:lnTo>
                <a:lnTo>
                  <a:pt x="476250" y="390525"/>
                </a:lnTo>
                <a:close/>
                <a:moveTo>
                  <a:pt x="514350" y="381000"/>
                </a:moveTo>
                <a:lnTo>
                  <a:pt x="542925" y="381000"/>
                </a:lnTo>
                <a:lnTo>
                  <a:pt x="542925" y="390525"/>
                </a:lnTo>
                <a:lnTo>
                  <a:pt x="514350" y="390525"/>
                </a:lnTo>
                <a:close/>
                <a:moveTo>
                  <a:pt x="581025" y="381000"/>
                </a:moveTo>
                <a:lnTo>
                  <a:pt x="600075" y="381000"/>
                </a:lnTo>
                <a:lnTo>
                  <a:pt x="600075" y="400050"/>
                </a:lnTo>
                <a:lnTo>
                  <a:pt x="581025" y="400050"/>
                </a:lnTo>
                <a:close/>
                <a:moveTo>
                  <a:pt x="723900" y="381000"/>
                </a:moveTo>
                <a:lnTo>
                  <a:pt x="733425" y="381000"/>
                </a:lnTo>
                <a:lnTo>
                  <a:pt x="733425" y="390525"/>
                </a:lnTo>
                <a:lnTo>
                  <a:pt x="723900" y="390525"/>
                </a:lnTo>
                <a:close/>
                <a:moveTo>
                  <a:pt x="1057275" y="381000"/>
                </a:moveTo>
                <a:lnTo>
                  <a:pt x="1123950" y="381000"/>
                </a:lnTo>
                <a:lnTo>
                  <a:pt x="1123950" y="390525"/>
                </a:lnTo>
                <a:lnTo>
                  <a:pt x="1066800" y="390525"/>
                </a:lnTo>
                <a:lnTo>
                  <a:pt x="1066800" y="400050"/>
                </a:lnTo>
                <a:lnTo>
                  <a:pt x="1057275" y="400050"/>
                </a:lnTo>
                <a:close/>
                <a:moveTo>
                  <a:pt x="1162050" y="381000"/>
                </a:moveTo>
                <a:lnTo>
                  <a:pt x="1181100" y="381000"/>
                </a:lnTo>
                <a:lnTo>
                  <a:pt x="1181100" y="390525"/>
                </a:lnTo>
                <a:lnTo>
                  <a:pt x="1190625" y="390525"/>
                </a:lnTo>
                <a:lnTo>
                  <a:pt x="1190625" y="428625"/>
                </a:lnTo>
                <a:lnTo>
                  <a:pt x="1162050" y="428625"/>
                </a:lnTo>
                <a:close/>
                <a:moveTo>
                  <a:pt x="542925" y="390525"/>
                </a:moveTo>
                <a:lnTo>
                  <a:pt x="552450" y="390525"/>
                </a:lnTo>
                <a:lnTo>
                  <a:pt x="552450" y="400050"/>
                </a:lnTo>
                <a:lnTo>
                  <a:pt x="542925" y="400050"/>
                </a:lnTo>
                <a:close/>
                <a:moveTo>
                  <a:pt x="1238250" y="400050"/>
                </a:moveTo>
                <a:lnTo>
                  <a:pt x="1247775" y="400050"/>
                </a:lnTo>
                <a:lnTo>
                  <a:pt x="1247775" y="504825"/>
                </a:lnTo>
                <a:lnTo>
                  <a:pt x="1238250" y="504825"/>
                </a:lnTo>
                <a:close/>
                <a:moveTo>
                  <a:pt x="200025" y="428625"/>
                </a:moveTo>
                <a:lnTo>
                  <a:pt x="209550" y="428625"/>
                </a:lnTo>
                <a:lnTo>
                  <a:pt x="209550" y="457200"/>
                </a:lnTo>
                <a:lnTo>
                  <a:pt x="200025" y="457200"/>
                </a:lnTo>
                <a:close/>
                <a:moveTo>
                  <a:pt x="1438275" y="428625"/>
                </a:moveTo>
                <a:lnTo>
                  <a:pt x="1447800" y="428625"/>
                </a:lnTo>
                <a:lnTo>
                  <a:pt x="1447800" y="438150"/>
                </a:lnTo>
                <a:lnTo>
                  <a:pt x="1438275" y="438150"/>
                </a:lnTo>
                <a:close/>
                <a:moveTo>
                  <a:pt x="1447800" y="447675"/>
                </a:moveTo>
                <a:lnTo>
                  <a:pt x="1457325" y="447675"/>
                </a:lnTo>
                <a:lnTo>
                  <a:pt x="1457325" y="590550"/>
                </a:lnTo>
                <a:lnTo>
                  <a:pt x="1447800" y="590550"/>
                </a:lnTo>
                <a:close/>
                <a:moveTo>
                  <a:pt x="1181100" y="457200"/>
                </a:moveTo>
                <a:lnTo>
                  <a:pt x="1190625" y="457200"/>
                </a:lnTo>
                <a:lnTo>
                  <a:pt x="1190625" y="476250"/>
                </a:lnTo>
                <a:lnTo>
                  <a:pt x="1181100" y="476250"/>
                </a:lnTo>
                <a:close/>
                <a:moveTo>
                  <a:pt x="200025" y="476250"/>
                </a:moveTo>
                <a:lnTo>
                  <a:pt x="209550" y="476250"/>
                </a:lnTo>
                <a:lnTo>
                  <a:pt x="209550" y="485775"/>
                </a:lnTo>
                <a:lnTo>
                  <a:pt x="200025" y="485775"/>
                </a:lnTo>
                <a:close/>
                <a:moveTo>
                  <a:pt x="638175" y="476250"/>
                </a:moveTo>
                <a:lnTo>
                  <a:pt x="647700" y="476250"/>
                </a:lnTo>
                <a:lnTo>
                  <a:pt x="647700" y="485775"/>
                </a:lnTo>
                <a:lnTo>
                  <a:pt x="638175" y="485775"/>
                </a:lnTo>
                <a:close/>
                <a:moveTo>
                  <a:pt x="323850" y="485775"/>
                </a:moveTo>
                <a:lnTo>
                  <a:pt x="333375" y="485775"/>
                </a:lnTo>
                <a:lnTo>
                  <a:pt x="333375" y="495300"/>
                </a:lnTo>
                <a:lnTo>
                  <a:pt x="323850" y="495300"/>
                </a:lnTo>
                <a:close/>
                <a:moveTo>
                  <a:pt x="314325" y="495300"/>
                </a:moveTo>
                <a:lnTo>
                  <a:pt x="323850" y="495300"/>
                </a:lnTo>
                <a:lnTo>
                  <a:pt x="323850" y="514350"/>
                </a:lnTo>
                <a:lnTo>
                  <a:pt x="314325" y="514350"/>
                </a:lnTo>
                <a:lnTo>
                  <a:pt x="314325" y="542925"/>
                </a:lnTo>
                <a:lnTo>
                  <a:pt x="304800" y="542925"/>
                </a:lnTo>
                <a:lnTo>
                  <a:pt x="304800" y="533400"/>
                </a:lnTo>
                <a:lnTo>
                  <a:pt x="295275" y="533400"/>
                </a:lnTo>
                <a:lnTo>
                  <a:pt x="295275" y="514350"/>
                </a:lnTo>
                <a:lnTo>
                  <a:pt x="304800" y="514350"/>
                </a:lnTo>
                <a:lnTo>
                  <a:pt x="304800" y="504825"/>
                </a:lnTo>
                <a:lnTo>
                  <a:pt x="314325" y="504825"/>
                </a:lnTo>
                <a:close/>
                <a:moveTo>
                  <a:pt x="1247775" y="504825"/>
                </a:moveTo>
                <a:lnTo>
                  <a:pt x="1257300" y="504825"/>
                </a:lnTo>
                <a:lnTo>
                  <a:pt x="1257300" y="514350"/>
                </a:lnTo>
                <a:lnTo>
                  <a:pt x="1247775" y="514350"/>
                </a:lnTo>
                <a:close/>
                <a:moveTo>
                  <a:pt x="1257300" y="514350"/>
                </a:moveTo>
                <a:lnTo>
                  <a:pt x="1266825" y="514350"/>
                </a:lnTo>
                <a:lnTo>
                  <a:pt x="1266825" y="523875"/>
                </a:lnTo>
                <a:lnTo>
                  <a:pt x="1257300" y="523875"/>
                </a:lnTo>
                <a:close/>
                <a:moveTo>
                  <a:pt x="1266825" y="552450"/>
                </a:moveTo>
                <a:lnTo>
                  <a:pt x="1276350" y="552450"/>
                </a:lnTo>
                <a:lnTo>
                  <a:pt x="1276350" y="561975"/>
                </a:lnTo>
                <a:lnTo>
                  <a:pt x="1266825" y="561975"/>
                </a:lnTo>
                <a:close/>
                <a:moveTo>
                  <a:pt x="304800" y="561975"/>
                </a:moveTo>
                <a:lnTo>
                  <a:pt x="314325" y="561975"/>
                </a:lnTo>
                <a:lnTo>
                  <a:pt x="314325" y="571500"/>
                </a:lnTo>
                <a:lnTo>
                  <a:pt x="304800" y="571500"/>
                </a:lnTo>
                <a:close/>
                <a:moveTo>
                  <a:pt x="1276350" y="561975"/>
                </a:moveTo>
                <a:lnTo>
                  <a:pt x="1285875" y="561975"/>
                </a:lnTo>
                <a:lnTo>
                  <a:pt x="1285875" y="571500"/>
                </a:lnTo>
                <a:lnTo>
                  <a:pt x="1276350" y="571500"/>
                </a:lnTo>
                <a:close/>
                <a:moveTo>
                  <a:pt x="295275" y="571500"/>
                </a:moveTo>
                <a:lnTo>
                  <a:pt x="304800" y="571500"/>
                </a:lnTo>
                <a:lnTo>
                  <a:pt x="304800" y="581025"/>
                </a:lnTo>
                <a:lnTo>
                  <a:pt x="295275" y="581025"/>
                </a:lnTo>
                <a:close/>
                <a:moveTo>
                  <a:pt x="285750" y="590550"/>
                </a:moveTo>
                <a:lnTo>
                  <a:pt x="295275" y="590550"/>
                </a:lnTo>
                <a:lnTo>
                  <a:pt x="295275" y="600075"/>
                </a:lnTo>
                <a:lnTo>
                  <a:pt x="285750" y="600075"/>
                </a:lnTo>
                <a:close/>
                <a:moveTo>
                  <a:pt x="1285875" y="590550"/>
                </a:moveTo>
                <a:lnTo>
                  <a:pt x="1295400" y="590550"/>
                </a:lnTo>
                <a:lnTo>
                  <a:pt x="1295400" y="600075"/>
                </a:lnTo>
                <a:lnTo>
                  <a:pt x="1285875" y="600075"/>
                </a:lnTo>
                <a:close/>
                <a:moveTo>
                  <a:pt x="1295400" y="600075"/>
                </a:moveTo>
                <a:lnTo>
                  <a:pt x="1304925" y="600075"/>
                </a:lnTo>
                <a:lnTo>
                  <a:pt x="1304925" y="609600"/>
                </a:lnTo>
                <a:lnTo>
                  <a:pt x="1295400" y="609600"/>
                </a:lnTo>
                <a:close/>
                <a:moveTo>
                  <a:pt x="1304925" y="609600"/>
                </a:moveTo>
                <a:lnTo>
                  <a:pt x="1314450" y="609600"/>
                </a:lnTo>
                <a:lnTo>
                  <a:pt x="1314450" y="619125"/>
                </a:lnTo>
                <a:lnTo>
                  <a:pt x="1304925" y="619125"/>
                </a:lnTo>
                <a:close/>
                <a:moveTo>
                  <a:pt x="257175" y="714375"/>
                </a:moveTo>
                <a:lnTo>
                  <a:pt x="266700" y="714375"/>
                </a:lnTo>
                <a:lnTo>
                  <a:pt x="266700" y="723900"/>
                </a:lnTo>
                <a:lnTo>
                  <a:pt x="257175" y="723900"/>
                </a:lnTo>
                <a:close/>
                <a:moveTo>
                  <a:pt x="1304925" y="723900"/>
                </a:moveTo>
                <a:lnTo>
                  <a:pt x="1314450" y="723900"/>
                </a:lnTo>
                <a:lnTo>
                  <a:pt x="1314450" y="733425"/>
                </a:lnTo>
                <a:lnTo>
                  <a:pt x="1304925" y="733425"/>
                </a:lnTo>
                <a:close/>
                <a:moveTo>
                  <a:pt x="1295400" y="733425"/>
                </a:moveTo>
                <a:lnTo>
                  <a:pt x="1304925" y="733425"/>
                </a:lnTo>
                <a:lnTo>
                  <a:pt x="1304925" y="742950"/>
                </a:lnTo>
                <a:lnTo>
                  <a:pt x="1295400" y="742950"/>
                </a:lnTo>
                <a:close/>
                <a:moveTo>
                  <a:pt x="200025" y="781050"/>
                </a:moveTo>
                <a:lnTo>
                  <a:pt x="209550" y="781050"/>
                </a:lnTo>
                <a:lnTo>
                  <a:pt x="209550" y="790575"/>
                </a:lnTo>
                <a:lnTo>
                  <a:pt x="200025" y="790575"/>
                </a:lnTo>
                <a:close/>
                <a:moveTo>
                  <a:pt x="200025" y="895350"/>
                </a:moveTo>
                <a:lnTo>
                  <a:pt x="209550" y="895350"/>
                </a:lnTo>
                <a:lnTo>
                  <a:pt x="209550" y="923925"/>
                </a:lnTo>
                <a:lnTo>
                  <a:pt x="200025" y="923925"/>
                </a:lnTo>
                <a:close/>
                <a:moveTo>
                  <a:pt x="1371600" y="914400"/>
                </a:moveTo>
                <a:lnTo>
                  <a:pt x="1381125" y="914400"/>
                </a:lnTo>
                <a:lnTo>
                  <a:pt x="1381125" y="952500"/>
                </a:lnTo>
                <a:lnTo>
                  <a:pt x="1371600" y="952500"/>
                </a:lnTo>
                <a:lnTo>
                  <a:pt x="1371600" y="990600"/>
                </a:lnTo>
                <a:lnTo>
                  <a:pt x="1362075" y="990600"/>
                </a:lnTo>
                <a:lnTo>
                  <a:pt x="1362075" y="962025"/>
                </a:lnTo>
                <a:lnTo>
                  <a:pt x="1352550" y="962025"/>
                </a:lnTo>
                <a:lnTo>
                  <a:pt x="1352550" y="952500"/>
                </a:lnTo>
                <a:lnTo>
                  <a:pt x="1362075" y="952500"/>
                </a:lnTo>
                <a:lnTo>
                  <a:pt x="1362075" y="942975"/>
                </a:lnTo>
                <a:lnTo>
                  <a:pt x="1371600" y="942975"/>
                </a:lnTo>
                <a:close/>
                <a:moveTo>
                  <a:pt x="1457325" y="952500"/>
                </a:moveTo>
                <a:lnTo>
                  <a:pt x="1466850" y="952500"/>
                </a:lnTo>
                <a:lnTo>
                  <a:pt x="1466850" y="990600"/>
                </a:lnTo>
                <a:lnTo>
                  <a:pt x="1457325" y="990600"/>
                </a:lnTo>
                <a:lnTo>
                  <a:pt x="1457325" y="1000125"/>
                </a:lnTo>
                <a:lnTo>
                  <a:pt x="1447800" y="1000125"/>
                </a:lnTo>
                <a:lnTo>
                  <a:pt x="1447800" y="981075"/>
                </a:lnTo>
                <a:lnTo>
                  <a:pt x="1457325" y="981075"/>
                </a:lnTo>
                <a:close/>
                <a:moveTo>
                  <a:pt x="200025" y="962025"/>
                </a:moveTo>
                <a:lnTo>
                  <a:pt x="209550" y="962025"/>
                </a:lnTo>
                <a:lnTo>
                  <a:pt x="209550" y="1028700"/>
                </a:lnTo>
                <a:lnTo>
                  <a:pt x="200025" y="1028700"/>
                </a:lnTo>
                <a:close/>
                <a:moveTo>
                  <a:pt x="1371600" y="1019175"/>
                </a:moveTo>
                <a:lnTo>
                  <a:pt x="1381125" y="1019175"/>
                </a:lnTo>
                <a:lnTo>
                  <a:pt x="1381125" y="1028700"/>
                </a:lnTo>
                <a:lnTo>
                  <a:pt x="1371600" y="1028700"/>
                </a:lnTo>
                <a:close/>
                <a:moveTo>
                  <a:pt x="209550" y="1028700"/>
                </a:moveTo>
                <a:lnTo>
                  <a:pt x="228600" y="1028700"/>
                </a:lnTo>
                <a:lnTo>
                  <a:pt x="228600" y="1047750"/>
                </a:lnTo>
                <a:lnTo>
                  <a:pt x="219075" y="1047750"/>
                </a:lnTo>
                <a:lnTo>
                  <a:pt x="219075" y="1038225"/>
                </a:lnTo>
                <a:lnTo>
                  <a:pt x="209550" y="1038225"/>
                </a:lnTo>
                <a:close/>
                <a:moveTo>
                  <a:pt x="238125" y="1057275"/>
                </a:moveTo>
                <a:lnTo>
                  <a:pt x="247650" y="1057275"/>
                </a:lnTo>
                <a:lnTo>
                  <a:pt x="247650" y="1066800"/>
                </a:lnTo>
                <a:lnTo>
                  <a:pt x="238125" y="1066800"/>
                </a:lnTo>
                <a:close/>
                <a:moveTo>
                  <a:pt x="161925" y="1162050"/>
                </a:moveTo>
                <a:lnTo>
                  <a:pt x="171450" y="1162050"/>
                </a:lnTo>
                <a:lnTo>
                  <a:pt x="171450" y="1171575"/>
                </a:lnTo>
                <a:lnTo>
                  <a:pt x="161925" y="1171575"/>
                </a:lnTo>
                <a:close/>
                <a:moveTo>
                  <a:pt x="190500" y="1209675"/>
                </a:moveTo>
                <a:lnTo>
                  <a:pt x="200025" y="1209675"/>
                </a:lnTo>
                <a:lnTo>
                  <a:pt x="200025" y="1219200"/>
                </a:lnTo>
                <a:lnTo>
                  <a:pt x="190500" y="1219200"/>
                </a:lnTo>
                <a:close/>
                <a:moveTo>
                  <a:pt x="1314450" y="1295400"/>
                </a:moveTo>
                <a:lnTo>
                  <a:pt x="1323975" y="1295400"/>
                </a:lnTo>
                <a:lnTo>
                  <a:pt x="1323975" y="1304925"/>
                </a:lnTo>
                <a:lnTo>
                  <a:pt x="1314450" y="1304925"/>
                </a:lnTo>
                <a:close/>
              </a:path>
            </a:pathLst>
          </a:custGeom>
          <a:solidFill xmlns:a="http://schemas.openxmlformats.org/drawingml/2006/main">
            <a:srgbClr val="FFF2DC"/>
          </a:solidFill>
          <a:ln xmlns:a="http://schemas.openxmlformats.org/drawingml/2006/main" w="0">
            <a:noFill/>
          </a:ln>
        </p:spPr>
      </p:sp>
      <p:sp>
        <p:nvSpPr>
          <p:cNvPr id="57" name="logo vector #fff0cf">
            <a:extLst xmlns:a="http://schemas.openxmlformats.org/drawingml/2006/main">
              <a:ext uri="{FF2B5EF4-FFF2-40B4-BE49-F238E27FC236}">
                <a16:creationId xmlns:a16="http://schemas.microsoft.com/office/drawing/2014/main" id="{6AADB8E8-F280-4F62-AD8C-BA31EC986B3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219700" y="4476750"/>
            <a:ext cx="1581150" cy="1485900"/>
          </a:xfrm>
          <a:custGeom xmlns:a="http://schemas.openxmlformats.org/drawingml/2006/main">
            <a:pathLst>
              <a:path w="1581150" h="1485900">
                <a:moveTo>
                  <a:pt x="723900" y="28575"/>
                </a:moveTo>
                <a:lnTo>
                  <a:pt x="742950" y="28575"/>
                </a:lnTo>
                <a:lnTo>
                  <a:pt x="742950" y="38100"/>
                </a:lnTo>
                <a:lnTo>
                  <a:pt x="1162050" y="38100"/>
                </a:lnTo>
                <a:lnTo>
                  <a:pt x="1162050" y="47625"/>
                </a:lnTo>
                <a:lnTo>
                  <a:pt x="390525" y="47625"/>
                </a:lnTo>
                <a:lnTo>
                  <a:pt x="390525" y="38100"/>
                </a:lnTo>
                <a:lnTo>
                  <a:pt x="723900" y="38100"/>
                </a:lnTo>
                <a:close/>
                <a:moveTo>
                  <a:pt x="342900" y="47625"/>
                </a:moveTo>
                <a:lnTo>
                  <a:pt x="381000" y="47625"/>
                </a:lnTo>
                <a:lnTo>
                  <a:pt x="381000" y="57150"/>
                </a:lnTo>
                <a:lnTo>
                  <a:pt x="342900" y="57150"/>
                </a:lnTo>
                <a:close/>
                <a:moveTo>
                  <a:pt x="1200150" y="47625"/>
                </a:moveTo>
                <a:lnTo>
                  <a:pt x="1228725" y="47625"/>
                </a:lnTo>
                <a:lnTo>
                  <a:pt x="1228725" y="57150"/>
                </a:lnTo>
                <a:lnTo>
                  <a:pt x="1200150" y="57150"/>
                </a:lnTo>
                <a:close/>
                <a:moveTo>
                  <a:pt x="323850" y="57150"/>
                </a:moveTo>
                <a:lnTo>
                  <a:pt x="342900" y="57150"/>
                </a:lnTo>
                <a:lnTo>
                  <a:pt x="342900" y="66675"/>
                </a:lnTo>
                <a:lnTo>
                  <a:pt x="323850" y="66675"/>
                </a:lnTo>
                <a:close/>
                <a:moveTo>
                  <a:pt x="1238250" y="57150"/>
                </a:moveTo>
                <a:lnTo>
                  <a:pt x="1247775" y="57150"/>
                </a:lnTo>
                <a:lnTo>
                  <a:pt x="1247775" y="66675"/>
                </a:lnTo>
                <a:lnTo>
                  <a:pt x="1238250" y="66675"/>
                </a:lnTo>
                <a:close/>
                <a:moveTo>
                  <a:pt x="295275" y="66675"/>
                </a:moveTo>
                <a:lnTo>
                  <a:pt x="314325" y="66675"/>
                </a:lnTo>
                <a:lnTo>
                  <a:pt x="314325" y="76200"/>
                </a:lnTo>
                <a:lnTo>
                  <a:pt x="295275" y="76200"/>
                </a:lnTo>
                <a:close/>
                <a:moveTo>
                  <a:pt x="1257300" y="66675"/>
                </a:moveTo>
                <a:lnTo>
                  <a:pt x="1276350" y="66675"/>
                </a:lnTo>
                <a:lnTo>
                  <a:pt x="1276350" y="76200"/>
                </a:lnTo>
                <a:lnTo>
                  <a:pt x="1257300" y="76200"/>
                </a:lnTo>
                <a:close/>
                <a:moveTo>
                  <a:pt x="285750" y="76200"/>
                </a:moveTo>
                <a:lnTo>
                  <a:pt x="295275" y="76200"/>
                </a:lnTo>
                <a:lnTo>
                  <a:pt x="295275" y="85725"/>
                </a:lnTo>
                <a:lnTo>
                  <a:pt x="285750" y="85725"/>
                </a:lnTo>
                <a:close/>
                <a:moveTo>
                  <a:pt x="1028700" y="76200"/>
                </a:moveTo>
                <a:lnTo>
                  <a:pt x="1162050" y="76200"/>
                </a:lnTo>
                <a:lnTo>
                  <a:pt x="1162050" y="85725"/>
                </a:lnTo>
                <a:lnTo>
                  <a:pt x="1028700" y="85725"/>
                </a:lnTo>
                <a:close/>
                <a:moveTo>
                  <a:pt x="1285875" y="76200"/>
                </a:moveTo>
                <a:lnTo>
                  <a:pt x="1295400" y="76200"/>
                </a:lnTo>
                <a:lnTo>
                  <a:pt x="1295400" y="85725"/>
                </a:lnTo>
                <a:lnTo>
                  <a:pt x="1285875" y="85725"/>
                </a:lnTo>
                <a:close/>
                <a:moveTo>
                  <a:pt x="266700" y="85725"/>
                </a:moveTo>
                <a:lnTo>
                  <a:pt x="285750" y="85725"/>
                </a:lnTo>
                <a:lnTo>
                  <a:pt x="285750" y="95250"/>
                </a:lnTo>
                <a:lnTo>
                  <a:pt x="266700" y="95250"/>
                </a:lnTo>
                <a:close/>
                <a:moveTo>
                  <a:pt x="381000" y="85725"/>
                </a:moveTo>
                <a:lnTo>
                  <a:pt x="409575" y="85725"/>
                </a:lnTo>
                <a:lnTo>
                  <a:pt x="409575" y="95250"/>
                </a:lnTo>
                <a:lnTo>
                  <a:pt x="381000" y="95250"/>
                </a:lnTo>
                <a:close/>
                <a:moveTo>
                  <a:pt x="647700" y="85725"/>
                </a:moveTo>
                <a:lnTo>
                  <a:pt x="952500" y="85725"/>
                </a:lnTo>
                <a:lnTo>
                  <a:pt x="952500" y="95250"/>
                </a:lnTo>
                <a:lnTo>
                  <a:pt x="647700" y="95250"/>
                </a:lnTo>
                <a:close/>
                <a:moveTo>
                  <a:pt x="1190625" y="85725"/>
                </a:moveTo>
                <a:lnTo>
                  <a:pt x="1209675" y="85725"/>
                </a:lnTo>
                <a:lnTo>
                  <a:pt x="1209675" y="95250"/>
                </a:lnTo>
                <a:lnTo>
                  <a:pt x="1190625" y="95250"/>
                </a:lnTo>
                <a:close/>
                <a:moveTo>
                  <a:pt x="1304925" y="85725"/>
                </a:moveTo>
                <a:lnTo>
                  <a:pt x="1323975" y="85725"/>
                </a:lnTo>
                <a:lnTo>
                  <a:pt x="1323975" y="95250"/>
                </a:lnTo>
                <a:lnTo>
                  <a:pt x="1333500" y="95250"/>
                </a:lnTo>
                <a:lnTo>
                  <a:pt x="1333500" y="104775"/>
                </a:lnTo>
                <a:lnTo>
                  <a:pt x="1314450" y="104775"/>
                </a:lnTo>
                <a:lnTo>
                  <a:pt x="1314450" y="95250"/>
                </a:lnTo>
                <a:lnTo>
                  <a:pt x="1304925" y="95250"/>
                </a:lnTo>
                <a:close/>
                <a:moveTo>
                  <a:pt x="257175" y="95250"/>
                </a:moveTo>
                <a:lnTo>
                  <a:pt x="266700" y="95250"/>
                </a:lnTo>
                <a:lnTo>
                  <a:pt x="266700" y="104775"/>
                </a:lnTo>
                <a:lnTo>
                  <a:pt x="257175" y="104775"/>
                </a:lnTo>
                <a:close/>
                <a:moveTo>
                  <a:pt x="361950" y="95250"/>
                </a:moveTo>
                <a:lnTo>
                  <a:pt x="381000" y="95250"/>
                </a:lnTo>
                <a:lnTo>
                  <a:pt x="381000" y="104775"/>
                </a:lnTo>
                <a:lnTo>
                  <a:pt x="361950" y="104775"/>
                </a:lnTo>
                <a:close/>
                <a:moveTo>
                  <a:pt x="1209675" y="95250"/>
                </a:moveTo>
                <a:lnTo>
                  <a:pt x="1228725" y="95250"/>
                </a:lnTo>
                <a:lnTo>
                  <a:pt x="1228725" y="104775"/>
                </a:lnTo>
                <a:lnTo>
                  <a:pt x="1209675" y="104775"/>
                </a:lnTo>
                <a:close/>
                <a:moveTo>
                  <a:pt x="247650" y="104775"/>
                </a:moveTo>
                <a:lnTo>
                  <a:pt x="257175" y="104775"/>
                </a:lnTo>
                <a:lnTo>
                  <a:pt x="257175" y="114300"/>
                </a:lnTo>
                <a:lnTo>
                  <a:pt x="247650" y="114300"/>
                </a:lnTo>
                <a:close/>
                <a:moveTo>
                  <a:pt x="333375" y="104775"/>
                </a:moveTo>
                <a:lnTo>
                  <a:pt x="361950" y="104775"/>
                </a:lnTo>
                <a:lnTo>
                  <a:pt x="361950" y="114300"/>
                </a:lnTo>
                <a:lnTo>
                  <a:pt x="342900" y="114300"/>
                </a:lnTo>
                <a:lnTo>
                  <a:pt x="342900" y="123825"/>
                </a:lnTo>
                <a:lnTo>
                  <a:pt x="314325" y="123825"/>
                </a:lnTo>
                <a:lnTo>
                  <a:pt x="314325" y="114300"/>
                </a:lnTo>
                <a:lnTo>
                  <a:pt x="333375" y="114300"/>
                </a:lnTo>
                <a:close/>
                <a:moveTo>
                  <a:pt x="1238250" y="104775"/>
                </a:moveTo>
                <a:lnTo>
                  <a:pt x="1247775" y="104775"/>
                </a:lnTo>
                <a:lnTo>
                  <a:pt x="1247775" y="114300"/>
                </a:lnTo>
                <a:lnTo>
                  <a:pt x="1238250" y="114300"/>
                </a:lnTo>
                <a:close/>
                <a:moveTo>
                  <a:pt x="1333500" y="104775"/>
                </a:moveTo>
                <a:lnTo>
                  <a:pt x="1343025" y="104775"/>
                </a:lnTo>
                <a:lnTo>
                  <a:pt x="1343025" y="114300"/>
                </a:lnTo>
                <a:lnTo>
                  <a:pt x="1333500" y="114300"/>
                </a:lnTo>
                <a:close/>
                <a:moveTo>
                  <a:pt x="238125" y="114300"/>
                </a:moveTo>
                <a:lnTo>
                  <a:pt x="247650" y="114300"/>
                </a:lnTo>
                <a:lnTo>
                  <a:pt x="247650" y="123825"/>
                </a:lnTo>
                <a:lnTo>
                  <a:pt x="238125" y="123825"/>
                </a:lnTo>
                <a:close/>
                <a:moveTo>
                  <a:pt x="1247775" y="114300"/>
                </a:moveTo>
                <a:lnTo>
                  <a:pt x="1266825" y="114300"/>
                </a:lnTo>
                <a:lnTo>
                  <a:pt x="1266825" y="123825"/>
                </a:lnTo>
                <a:lnTo>
                  <a:pt x="1247775" y="123825"/>
                </a:lnTo>
                <a:close/>
                <a:moveTo>
                  <a:pt x="1343025" y="114300"/>
                </a:moveTo>
                <a:lnTo>
                  <a:pt x="1352550" y="114300"/>
                </a:lnTo>
                <a:lnTo>
                  <a:pt x="1352550" y="123825"/>
                </a:lnTo>
                <a:lnTo>
                  <a:pt x="1343025" y="123825"/>
                </a:lnTo>
                <a:close/>
                <a:moveTo>
                  <a:pt x="228600" y="123825"/>
                </a:moveTo>
                <a:lnTo>
                  <a:pt x="238125" y="123825"/>
                </a:lnTo>
                <a:lnTo>
                  <a:pt x="238125" y="133350"/>
                </a:lnTo>
                <a:lnTo>
                  <a:pt x="228600" y="133350"/>
                </a:lnTo>
                <a:close/>
                <a:moveTo>
                  <a:pt x="304800" y="123825"/>
                </a:moveTo>
                <a:lnTo>
                  <a:pt x="314325" y="123825"/>
                </a:lnTo>
                <a:lnTo>
                  <a:pt x="314325" y="133350"/>
                </a:lnTo>
                <a:lnTo>
                  <a:pt x="304800" y="133350"/>
                </a:lnTo>
                <a:close/>
                <a:moveTo>
                  <a:pt x="1266825" y="123825"/>
                </a:moveTo>
                <a:lnTo>
                  <a:pt x="1285875" y="123825"/>
                </a:lnTo>
                <a:lnTo>
                  <a:pt x="1285875" y="133350"/>
                </a:lnTo>
                <a:lnTo>
                  <a:pt x="1295400" y="133350"/>
                </a:lnTo>
                <a:lnTo>
                  <a:pt x="1295400" y="142875"/>
                </a:lnTo>
                <a:lnTo>
                  <a:pt x="1304925" y="142875"/>
                </a:lnTo>
                <a:lnTo>
                  <a:pt x="1304925" y="152400"/>
                </a:lnTo>
                <a:lnTo>
                  <a:pt x="1285875" y="152400"/>
                </a:lnTo>
                <a:lnTo>
                  <a:pt x="1285875" y="142875"/>
                </a:lnTo>
                <a:lnTo>
                  <a:pt x="1276350" y="142875"/>
                </a:lnTo>
                <a:lnTo>
                  <a:pt x="1276350" y="133350"/>
                </a:lnTo>
                <a:lnTo>
                  <a:pt x="1266825" y="133350"/>
                </a:lnTo>
                <a:close/>
                <a:moveTo>
                  <a:pt x="1352550" y="123825"/>
                </a:moveTo>
                <a:lnTo>
                  <a:pt x="1362075" y="123825"/>
                </a:lnTo>
                <a:lnTo>
                  <a:pt x="1362075" y="133350"/>
                </a:lnTo>
                <a:lnTo>
                  <a:pt x="1352550" y="133350"/>
                </a:lnTo>
                <a:close/>
                <a:moveTo>
                  <a:pt x="219075" y="133350"/>
                </a:moveTo>
                <a:lnTo>
                  <a:pt x="228600" y="133350"/>
                </a:lnTo>
                <a:lnTo>
                  <a:pt x="228600" y="142875"/>
                </a:lnTo>
                <a:lnTo>
                  <a:pt x="219075" y="142875"/>
                </a:lnTo>
                <a:close/>
                <a:moveTo>
                  <a:pt x="285750" y="133350"/>
                </a:moveTo>
                <a:lnTo>
                  <a:pt x="304800" y="133350"/>
                </a:lnTo>
                <a:lnTo>
                  <a:pt x="304800" y="142875"/>
                </a:lnTo>
                <a:lnTo>
                  <a:pt x="285750" y="142875"/>
                </a:lnTo>
                <a:close/>
                <a:moveTo>
                  <a:pt x="1362075" y="133350"/>
                </a:moveTo>
                <a:lnTo>
                  <a:pt x="1371600" y="133350"/>
                </a:lnTo>
                <a:lnTo>
                  <a:pt x="1371600" y="142875"/>
                </a:lnTo>
                <a:lnTo>
                  <a:pt x="1362075" y="142875"/>
                </a:lnTo>
                <a:close/>
                <a:moveTo>
                  <a:pt x="209550" y="142875"/>
                </a:moveTo>
                <a:lnTo>
                  <a:pt x="219075" y="142875"/>
                </a:lnTo>
                <a:lnTo>
                  <a:pt x="219075" y="152400"/>
                </a:lnTo>
                <a:lnTo>
                  <a:pt x="209550" y="152400"/>
                </a:lnTo>
                <a:close/>
                <a:moveTo>
                  <a:pt x="276225" y="142875"/>
                </a:moveTo>
                <a:lnTo>
                  <a:pt x="285750" y="142875"/>
                </a:lnTo>
                <a:lnTo>
                  <a:pt x="285750" y="152400"/>
                </a:lnTo>
                <a:lnTo>
                  <a:pt x="276225" y="152400"/>
                </a:lnTo>
                <a:close/>
                <a:moveTo>
                  <a:pt x="1371600" y="142875"/>
                </a:moveTo>
                <a:lnTo>
                  <a:pt x="1381125" y="142875"/>
                </a:lnTo>
                <a:lnTo>
                  <a:pt x="1381125" y="161925"/>
                </a:lnTo>
                <a:lnTo>
                  <a:pt x="1371600" y="161925"/>
                </a:lnTo>
                <a:close/>
                <a:moveTo>
                  <a:pt x="200025" y="152400"/>
                </a:moveTo>
                <a:lnTo>
                  <a:pt x="209550" y="152400"/>
                </a:lnTo>
                <a:lnTo>
                  <a:pt x="209550" y="161925"/>
                </a:lnTo>
                <a:lnTo>
                  <a:pt x="200025" y="161925"/>
                </a:lnTo>
                <a:close/>
                <a:moveTo>
                  <a:pt x="266700" y="152400"/>
                </a:moveTo>
                <a:lnTo>
                  <a:pt x="276225" y="152400"/>
                </a:lnTo>
                <a:lnTo>
                  <a:pt x="276225" y="161925"/>
                </a:lnTo>
                <a:lnTo>
                  <a:pt x="266700" y="161925"/>
                </a:lnTo>
                <a:close/>
                <a:moveTo>
                  <a:pt x="1304925" y="152400"/>
                </a:moveTo>
                <a:lnTo>
                  <a:pt x="1314450" y="152400"/>
                </a:lnTo>
                <a:lnTo>
                  <a:pt x="1314450" y="161925"/>
                </a:lnTo>
                <a:lnTo>
                  <a:pt x="1304925" y="161925"/>
                </a:lnTo>
                <a:close/>
                <a:moveTo>
                  <a:pt x="257175" y="161925"/>
                </a:moveTo>
                <a:lnTo>
                  <a:pt x="266700" y="161925"/>
                </a:lnTo>
                <a:lnTo>
                  <a:pt x="266700" y="171450"/>
                </a:lnTo>
                <a:lnTo>
                  <a:pt x="257175" y="171450"/>
                </a:lnTo>
                <a:close/>
                <a:moveTo>
                  <a:pt x="1314450" y="161925"/>
                </a:moveTo>
                <a:lnTo>
                  <a:pt x="1323975" y="161925"/>
                </a:lnTo>
                <a:lnTo>
                  <a:pt x="1323975" y="171450"/>
                </a:lnTo>
                <a:lnTo>
                  <a:pt x="1314450" y="171450"/>
                </a:lnTo>
                <a:close/>
                <a:moveTo>
                  <a:pt x="1381125" y="161925"/>
                </a:moveTo>
                <a:lnTo>
                  <a:pt x="1390650" y="161925"/>
                </a:lnTo>
                <a:lnTo>
                  <a:pt x="1390650" y="171450"/>
                </a:lnTo>
                <a:lnTo>
                  <a:pt x="1381125" y="171450"/>
                </a:lnTo>
                <a:close/>
                <a:moveTo>
                  <a:pt x="190500" y="171450"/>
                </a:moveTo>
                <a:lnTo>
                  <a:pt x="200025" y="171450"/>
                </a:lnTo>
                <a:lnTo>
                  <a:pt x="200025" y="180975"/>
                </a:lnTo>
                <a:lnTo>
                  <a:pt x="190500" y="180975"/>
                </a:lnTo>
                <a:close/>
                <a:moveTo>
                  <a:pt x="247650" y="171450"/>
                </a:moveTo>
                <a:lnTo>
                  <a:pt x="257175" y="171450"/>
                </a:lnTo>
                <a:lnTo>
                  <a:pt x="257175" y="180975"/>
                </a:lnTo>
                <a:lnTo>
                  <a:pt x="247650" y="180975"/>
                </a:lnTo>
                <a:close/>
                <a:moveTo>
                  <a:pt x="1323975" y="171450"/>
                </a:moveTo>
                <a:lnTo>
                  <a:pt x="1333500" y="171450"/>
                </a:lnTo>
                <a:lnTo>
                  <a:pt x="1333500" y="180975"/>
                </a:lnTo>
                <a:lnTo>
                  <a:pt x="1323975" y="180975"/>
                </a:lnTo>
                <a:close/>
                <a:moveTo>
                  <a:pt x="1390650" y="171450"/>
                </a:moveTo>
                <a:lnTo>
                  <a:pt x="1400175" y="171450"/>
                </a:lnTo>
                <a:lnTo>
                  <a:pt x="1400175" y="190500"/>
                </a:lnTo>
                <a:lnTo>
                  <a:pt x="1390650" y="190500"/>
                </a:lnTo>
                <a:close/>
                <a:moveTo>
                  <a:pt x="180975" y="180975"/>
                </a:moveTo>
                <a:lnTo>
                  <a:pt x="190500" y="180975"/>
                </a:lnTo>
                <a:lnTo>
                  <a:pt x="190500" y="190500"/>
                </a:lnTo>
                <a:lnTo>
                  <a:pt x="180975" y="190500"/>
                </a:lnTo>
                <a:close/>
                <a:moveTo>
                  <a:pt x="238125" y="180975"/>
                </a:moveTo>
                <a:lnTo>
                  <a:pt x="247650" y="180975"/>
                </a:lnTo>
                <a:lnTo>
                  <a:pt x="247650" y="190500"/>
                </a:lnTo>
                <a:lnTo>
                  <a:pt x="238125" y="190500"/>
                </a:lnTo>
                <a:close/>
                <a:moveTo>
                  <a:pt x="1333500" y="180975"/>
                </a:moveTo>
                <a:lnTo>
                  <a:pt x="1343025" y="180975"/>
                </a:lnTo>
                <a:lnTo>
                  <a:pt x="1343025" y="200025"/>
                </a:lnTo>
                <a:lnTo>
                  <a:pt x="1333500" y="200025"/>
                </a:lnTo>
                <a:close/>
                <a:moveTo>
                  <a:pt x="228600" y="190500"/>
                </a:moveTo>
                <a:lnTo>
                  <a:pt x="238125" y="190500"/>
                </a:lnTo>
                <a:lnTo>
                  <a:pt x="238125" y="209550"/>
                </a:lnTo>
                <a:lnTo>
                  <a:pt x="228600" y="209550"/>
                </a:lnTo>
                <a:close/>
                <a:moveTo>
                  <a:pt x="1400175" y="190500"/>
                </a:moveTo>
                <a:lnTo>
                  <a:pt x="1409700" y="190500"/>
                </a:lnTo>
                <a:lnTo>
                  <a:pt x="1409700" y="209550"/>
                </a:lnTo>
                <a:lnTo>
                  <a:pt x="1400175" y="209550"/>
                </a:lnTo>
                <a:close/>
                <a:moveTo>
                  <a:pt x="171450" y="200025"/>
                </a:moveTo>
                <a:lnTo>
                  <a:pt x="180975" y="200025"/>
                </a:lnTo>
                <a:lnTo>
                  <a:pt x="180975" y="219075"/>
                </a:lnTo>
                <a:lnTo>
                  <a:pt x="171450" y="219075"/>
                </a:lnTo>
                <a:close/>
                <a:moveTo>
                  <a:pt x="1343025" y="200025"/>
                </a:moveTo>
                <a:lnTo>
                  <a:pt x="1352550" y="200025"/>
                </a:lnTo>
                <a:lnTo>
                  <a:pt x="1352550" y="209550"/>
                </a:lnTo>
                <a:lnTo>
                  <a:pt x="1343025" y="209550"/>
                </a:lnTo>
                <a:close/>
                <a:moveTo>
                  <a:pt x="219075" y="209550"/>
                </a:moveTo>
                <a:lnTo>
                  <a:pt x="228600" y="209550"/>
                </a:lnTo>
                <a:lnTo>
                  <a:pt x="228600" y="219075"/>
                </a:lnTo>
                <a:lnTo>
                  <a:pt x="219075" y="219075"/>
                </a:lnTo>
                <a:close/>
                <a:moveTo>
                  <a:pt x="1352550" y="209550"/>
                </a:moveTo>
                <a:lnTo>
                  <a:pt x="1362075" y="209550"/>
                </a:lnTo>
                <a:lnTo>
                  <a:pt x="1362075" y="228600"/>
                </a:lnTo>
                <a:lnTo>
                  <a:pt x="1352550" y="228600"/>
                </a:lnTo>
                <a:close/>
                <a:moveTo>
                  <a:pt x="1409700" y="209550"/>
                </a:moveTo>
                <a:lnTo>
                  <a:pt x="1419225" y="209550"/>
                </a:lnTo>
                <a:lnTo>
                  <a:pt x="1419225" y="238125"/>
                </a:lnTo>
                <a:lnTo>
                  <a:pt x="1409700" y="238125"/>
                </a:lnTo>
                <a:close/>
                <a:moveTo>
                  <a:pt x="161925" y="219075"/>
                </a:moveTo>
                <a:lnTo>
                  <a:pt x="171450" y="219075"/>
                </a:lnTo>
                <a:lnTo>
                  <a:pt x="171450" y="238125"/>
                </a:lnTo>
                <a:lnTo>
                  <a:pt x="161925" y="238125"/>
                </a:lnTo>
                <a:close/>
                <a:moveTo>
                  <a:pt x="209550" y="219075"/>
                </a:moveTo>
                <a:lnTo>
                  <a:pt x="219075" y="219075"/>
                </a:lnTo>
                <a:lnTo>
                  <a:pt x="219075" y="238125"/>
                </a:lnTo>
                <a:lnTo>
                  <a:pt x="209550" y="238125"/>
                </a:lnTo>
                <a:close/>
                <a:moveTo>
                  <a:pt x="1362075" y="228600"/>
                </a:moveTo>
                <a:lnTo>
                  <a:pt x="1371600" y="228600"/>
                </a:lnTo>
                <a:lnTo>
                  <a:pt x="1371600" y="247650"/>
                </a:lnTo>
                <a:lnTo>
                  <a:pt x="1362075" y="247650"/>
                </a:lnTo>
                <a:close/>
                <a:moveTo>
                  <a:pt x="152400" y="247650"/>
                </a:moveTo>
                <a:lnTo>
                  <a:pt x="161925" y="247650"/>
                </a:lnTo>
                <a:lnTo>
                  <a:pt x="161925" y="266700"/>
                </a:lnTo>
                <a:lnTo>
                  <a:pt x="152400" y="266700"/>
                </a:lnTo>
                <a:close/>
                <a:moveTo>
                  <a:pt x="200025" y="247650"/>
                </a:moveTo>
                <a:lnTo>
                  <a:pt x="209550" y="247650"/>
                </a:lnTo>
                <a:lnTo>
                  <a:pt x="209550" y="257175"/>
                </a:lnTo>
                <a:lnTo>
                  <a:pt x="200025" y="257175"/>
                </a:lnTo>
                <a:close/>
                <a:moveTo>
                  <a:pt x="1371600" y="247650"/>
                </a:moveTo>
                <a:lnTo>
                  <a:pt x="1381125" y="247650"/>
                </a:lnTo>
                <a:lnTo>
                  <a:pt x="1381125" y="266700"/>
                </a:lnTo>
                <a:lnTo>
                  <a:pt x="1371600" y="266700"/>
                </a:lnTo>
                <a:close/>
                <a:moveTo>
                  <a:pt x="1419225" y="247650"/>
                </a:moveTo>
                <a:lnTo>
                  <a:pt x="1428750" y="247650"/>
                </a:lnTo>
                <a:lnTo>
                  <a:pt x="1428750" y="266700"/>
                </a:lnTo>
                <a:lnTo>
                  <a:pt x="1419225" y="266700"/>
                </a:lnTo>
                <a:close/>
                <a:moveTo>
                  <a:pt x="142875" y="276225"/>
                </a:moveTo>
                <a:lnTo>
                  <a:pt x="152400" y="276225"/>
                </a:lnTo>
                <a:lnTo>
                  <a:pt x="152400" y="1104900"/>
                </a:lnTo>
                <a:lnTo>
                  <a:pt x="142875" y="1104900"/>
                </a:lnTo>
                <a:close/>
                <a:moveTo>
                  <a:pt x="190500" y="276225"/>
                </a:moveTo>
                <a:lnTo>
                  <a:pt x="200025" y="276225"/>
                </a:lnTo>
                <a:lnTo>
                  <a:pt x="200025" y="323850"/>
                </a:lnTo>
                <a:lnTo>
                  <a:pt x="190500" y="323850"/>
                </a:lnTo>
                <a:close/>
                <a:moveTo>
                  <a:pt x="1381125" y="276225"/>
                </a:moveTo>
                <a:lnTo>
                  <a:pt x="1390650" y="276225"/>
                </a:lnTo>
                <a:lnTo>
                  <a:pt x="1390650" y="304800"/>
                </a:lnTo>
                <a:lnTo>
                  <a:pt x="1381125" y="304800"/>
                </a:lnTo>
                <a:close/>
                <a:moveTo>
                  <a:pt x="1428750" y="276225"/>
                </a:moveTo>
                <a:lnTo>
                  <a:pt x="1438275" y="276225"/>
                </a:lnTo>
                <a:lnTo>
                  <a:pt x="1438275" y="447675"/>
                </a:lnTo>
                <a:lnTo>
                  <a:pt x="1428750" y="447675"/>
                </a:lnTo>
                <a:close/>
                <a:moveTo>
                  <a:pt x="1390650" y="304800"/>
                </a:moveTo>
                <a:lnTo>
                  <a:pt x="1400175" y="304800"/>
                </a:lnTo>
                <a:lnTo>
                  <a:pt x="1400175" y="476250"/>
                </a:lnTo>
                <a:lnTo>
                  <a:pt x="1390650" y="476250"/>
                </a:lnTo>
                <a:close/>
                <a:moveTo>
                  <a:pt x="180975" y="342900"/>
                </a:moveTo>
                <a:lnTo>
                  <a:pt x="190500" y="342900"/>
                </a:lnTo>
                <a:lnTo>
                  <a:pt x="190500" y="381000"/>
                </a:lnTo>
                <a:lnTo>
                  <a:pt x="200025" y="381000"/>
                </a:lnTo>
                <a:lnTo>
                  <a:pt x="200025" y="419100"/>
                </a:lnTo>
                <a:lnTo>
                  <a:pt x="190500" y="419100"/>
                </a:lnTo>
                <a:lnTo>
                  <a:pt x="190500" y="409575"/>
                </a:lnTo>
                <a:lnTo>
                  <a:pt x="180975" y="409575"/>
                </a:lnTo>
                <a:close/>
                <a:moveTo>
                  <a:pt x="885825" y="381000"/>
                </a:moveTo>
                <a:lnTo>
                  <a:pt x="904875" y="381000"/>
                </a:lnTo>
                <a:lnTo>
                  <a:pt x="904875" y="390525"/>
                </a:lnTo>
                <a:lnTo>
                  <a:pt x="895350" y="390525"/>
                </a:lnTo>
                <a:lnTo>
                  <a:pt x="895350" y="400050"/>
                </a:lnTo>
                <a:lnTo>
                  <a:pt x="838200" y="400050"/>
                </a:lnTo>
                <a:lnTo>
                  <a:pt x="838200" y="390525"/>
                </a:lnTo>
                <a:lnTo>
                  <a:pt x="885825" y="390525"/>
                </a:lnTo>
                <a:close/>
                <a:moveTo>
                  <a:pt x="723900" y="390525"/>
                </a:moveTo>
                <a:lnTo>
                  <a:pt x="733425" y="390525"/>
                </a:lnTo>
                <a:lnTo>
                  <a:pt x="733425" y="400050"/>
                </a:lnTo>
                <a:lnTo>
                  <a:pt x="723900" y="400050"/>
                </a:lnTo>
                <a:close/>
                <a:moveTo>
                  <a:pt x="790575" y="390525"/>
                </a:moveTo>
                <a:lnTo>
                  <a:pt x="800100" y="390525"/>
                </a:lnTo>
                <a:lnTo>
                  <a:pt x="800100" y="400050"/>
                </a:lnTo>
                <a:lnTo>
                  <a:pt x="790575" y="400050"/>
                </a:lnTo>
                <a:close/>
                <a:moveTo>
                  <a:pt x="1009650" y="390525"/>
                </a:moveTo>
                <a:lnTo>
                  <a:pt x="1019175" y="390525"/>
                </a:lnTo>
                <a:lnTo>
                  <a:pt x="1019175" y="400050"/>
                </a:lnTo>
                <a:lnTo>
                  <a:pt x="1057275" y="400050"/>
                </a:lnTo>
                <a:lnTo>
                  <a:pt x="1057275" y="409575"/>
                </a:lnTo>
                <a:lnTo>
                  <a:pt x="1009650" y="409575"/>
                </a:lnTo>
                <a:close/>
                <a:moveTo>
                  <a:pt x="581025" y="400050"/>
                </a:moveTo>
                <a:lnTo>
                  <a:pt x="590550" y="400050"/>
                </a:lnTo>
                <a:lnTo>
                  <a:pt x="590550" y="409575"/>
                </a:lnTo>
                <a:lnTo>
                  <a:pt x="581025" y="409575"/>
                </a:lnTo>
                <a:close/>
                <a:moveTo>
                  <a:pt x="733425" y="400050"/>
                </a:moveTo>
                <a:lnTo>
                  <a:pt x="762000" y="400050"/>
                </a:lnTo>
                <a:lnTo>
                  <a:pt x="762000" y="409575"/>
                </a:lnTo>
                <a:lnTo>
                  <a:pt x="733425" y="409575"/>
                </a:lnTo>
                <a:close/>
                <a:moveTo>
                  <a:pt x="533400" y="409575"/>
                </a:moveTo>
                <a:lnTo>
                  <a:pt x="542925" y="409575"/>
                </a:lnTo>
                <a:lnTo>
                  <a:pt x="542925" y="419100"/>
                </a:lnTo>
                <a:lnTo>
                  <a:pt x="533400" y="419100"/>
                </a:lnTo>
                <a:close/>
                <a:moveTo>
                  <a:pt x="590550" y="409575"/>
                </a:moveTo>
                <a:lnTo>
                  <a:pt x="609600" y="409575"/>
                </a:lnTo>
                <a:lnTo>
                  <a:pt x="609600" y="419100"/>
                </a:lnTo>
                <a:lnTo>
                  <a:pt x="590550" y="419100"/>
                </a:lnTo>
                <a:close/>
                <a:moveTo>
                  <a:pt x="619125" y="409575"/>
                </a:moveTo>
                <a:lnTo>
                  <a:pt x="628650" y="409575"/>
                </a:lnTo>
                <a:lnTo>
                  <a:pt x="628650" y="419100"/>
                </a:lnTo>
                <a:lnTo>
                  <a:pt x="619125" y="419100"/>
                </a:lnTo>
                <a:close/>
                <a:moveTo>
                  <a:pt x="523875" y="419100"/>
                </a:moveTo>
                <a:lnTo>
                  <a:pt x="533400" y="419100"/>
                </a:lnTo>
                <a:lnTo>
                  <a:pt x="533400" y="438150"/>
                </a:lnTo>
                <a:lnTo>
                  <a:pt x="523875" y="438150"/>
                </a:lnTo>
                <a:close/>
                <a:moveTo>
                  <a:pt x="628650" y="419100"/>
                </a:moveTo>
                <a:lnTo>
                  <a:pt x="638175" y="419100"/>
                </a:lnTo>
                <a:lnTo>
                  <a:pt x="638175" y="428625"/>
                </a:lnTo>
                <a:lnTo>
                  <a:pt x="628650" y="428625"/>
                </a:lnTo>
                <a:close/>
                <a:moveTo>
                  <a:pt x="647700" y="419100"/>
                </a:moveTo>
                <a:lnTo>
                  <a:pt x="657225" y="419100"/>
                </a:lnTo>
                <a:lnTo>
                  <a:pt x="657225" y="438150"/>
                </a:lnTo>
                <a:lnTo>
                  <a:pt x="638175" y="438150"/>
                </a:lnTo>
                <a:lnTo>
                  <a:pt x="638175" y="428625"/>
                </a:lnTo>
                <a:lnTo>
                  <a:pt x="647700" y="428625"/>
                </a:lnTo>
                <a:close/>
                <a:moveTo>
                  <a:pt x="1076325" y="428625"/>
                </a:moveTo>
                <a:lnTo>
                  <a:pt x="1085850" y="428625"/>
                </a:lnTo>
                <a:lnTo>
                  <a:pt x="1085850" y="438150"/>
                </a:lnTo>
                <a:lnTo>
                  <a:pt x="1095375" y="438150"/>
                </a:lnTo>
                <a:lnTo>
                  <a:pt x="1095375" y="428625"/>
                </a:lnTo>
                <a:lnTo>
                  <a:pt x="1104900" y="428625"/>
                </a:lnTo>
                <a:lnTo>
                  <a:pt x="1104900" y="438150"/>
                </a:lnTo>
                <a:lnTo>
                  <a:pt x="1095375" y="438150"/>
                </a:lnTo>
                <a:lnTo>
                  <a:pt x="1095375" y="447675"/>
                </a:lnTo>
                <a:lnTo>
                  <a:pt x="1104900" y="447675"/>
                </a:lnTo>
                <a:lnTo>
                  <a:pt x="1104900" y="457200"/>
                </a:lnTo>
                <a:lnTo>
                  <a:pt x="1085850" y="457200"/>
                </a:lnTo>
                <a:lnTo>
                  <a:pt x="1085850" y="466725"/>
                </a:lnTo>
                <a:lnTo>
                  <a:pt x="1076325" y="466725"/>
                </a:lnTo>
                <a:close/>
                <a:moveTo>
                  <a:pt x="180975" y="438150"/>
                </a:moveTo>
                <a:lnTo>
                  <a:pt x="190500" y="438150"/>
                </a:lnTo>
                <a:lnTo>
                  <a:pt x="190500" y="752475"/>
                </a:lnTo>
                <a:lnTo>
                  <a:pt x="200025" y="752475"/>
                </a:lnTo>
                <a:lnTo>
                  <a:pt x="200025" y="828675"/>
                </a:lnTo>
                <a:lnTo>
                  <a:pt x="190500" y="828675"/>
                </a:lnTo>
                <a:lnTo>
                  <a:pt x="190500" y="885825"/>
                </a:lnTo>
                <a:lnTo>
                  <a:pt x="200025" y="885825"/>
                </a:lnTo>
                <a:lnTo>
                  <a:pt x="200025" y="952500"/>
                </a:lnTo>
                <a:lnTo>
                  <a:pt x="190500" y="952500"/>
                </a:lnTo>
                <a:lnTo>
                  <a:pt x="190500" y="1019175"/>
                </a:lnTo>
                <a:lnTo>
                  <a:pt x="200025" y="1019175"/>
                </a:lnTo>
                <a:lnTo>
                  <a:pt x="200025" y="1038225"/>
                </a:lnTo>
                <a:lnTo>
                  <a:pt x="209550" y="1038225"/>
                </a:lnTo>
                <a:lnTo>
                  <a:pt x="209550" y="1143000"/>
                </a:lnTo>
                <a:lnTo>
                  <a:pt x="200025" y="1143000"/>
                </a:lnTo>
                <a:lnTo>
                  <a:pt x="200025" y="1076325"/>
                </a:lnTo>
                <a:lnTo>
                  <a:pt x="190500" y="1076325"/>
                </a:lnTo>
                <a:lnTo>
                  <a:pt x="190500" y="1028700"/>
                </a:lnTo>
                <a:lnTo>
                  <a:pt x="180975" y="1028700"/>
                </a:lnTo>
                <a:lnTo>
                  <a:pt x="180975" y="942975"/>
                </a:lnTo>
                <a:lnTo>
                  <a:pt x="190500" y="942975"/>
                </a:lnTo>
                <a:lnTo>
                  <a:pt x="190500" y="923925"/>
                </a:lnTo>
                <a:lnTo>
                  <a:pt x="180975" y="923925"/>
                </a:lnTo>
                <a:lnTo>
                  <a:pt x="180975" y="809625"/>
                </a:lnTo>
                <a:lnTo>
                  <a:pt x="190500" y="809625"/>
                </a:lnTo>
                <a:lnTo>
                  <a:pt x="190500" y="762000"/>
                </a:lnTo>
                <a:lnTo>
                  <a:pt x="180975" y="762000"/>
                </a:lnTo>
                <a:close/>
                <a:moveTo>
                  <a:pt x="428625" y="438150"/>
                </a:moveTo>
                <a:lnTo>
                  <a:pt x="438150" y="438150"/>
                </a:lnTo>
                <a:lnTo>
                  <a:pt x="438150" y="447675"/>
                </a:lnTo>
                <a:lnTo>
                  <a:pt x="428625" y="447675"/>
                </a:lnTo>
                <a:close/>
                <a:moveTo>
                  <a:pt x="495300" y="438150"/>
                </a:moveTo>
                <a:lnTo>
                  <a:pt x="504825" y="438150"/>
                </a:lnTo>
                <a:lnTo>
                  <a:pt x="504825" y="447675"/>
                </a:lnTo>
                <a:lnTo>
                  <a:pt x="495300" y="447675"/>
                </a:lnTo>
                <a:close/>
                <a:moveTo>
                  <a:pt x="438150" y="447675"/>
                </a:moveTo>
                <a:lnTo>
                  <a:pt x="495300" y="447675"/>
                </a:lnTo>
                <a:lnTo>
                  <a:pt x="495300" y="457200"/>
                </a:lnTo>
                <a:lnTo>
                  <a:pt x="476250" y="457200"/>
                </a:lnTo>
                <a:lnTo>
                  <a:pt x="476250" y="466725"/>
                </a:lnTo>
                <a:lnTo>
                  <a:pt x="447675" y="466725"/>
                </a:lnTo>
                <a:lnTo>
                  <a:pt x="447675" y="457200"/>
                </a:lnTo>
                <a:lnTo>
                  <a:pt x="438150" y="457200"/>
                </a:lnTo>
                <a:close/>
                <a:moveTo>
                  <a:pt x="638175" y="457200"/>
                </a:moveTo>
                <a:lnTo>
                  <a:pt x="647700" y="457200"/>
                </a:lnTo>
                <a:lnTo>
                  <a:pt x="647700" y="466725"/>
                </a:lnTo>
                <a:lnTo>
                  <a:pt x="638175" y="466725"/>
                </a:lnTo>
                <a:close/>
                <a:moveTo>
                  <a:pt x="1114425" y="457200"/>
                </a:moveTo>
                <a:lnTo>
                  <a:pt x="1143000" y="457200"/>
                </a:lnTo>
                <a:lnTo>
                  <a:pt x="1143000" y="466725"/>
                </a:lnTo>
                <a:lnTo>
                  <a:pt x="1114425" y="466725"/>
                </a:lnTo>
                <a:close/>
                <a:moveTo>
                  <a:pt x="619125" y="466725"/>
                </a:moveTo>
                <a:lnTo>
                  <a:pt x="628650" y="466725"/>
                </a:lnTo>
                <a:lnTo>
                  <a:pt x="628650" y="476250"/>
                </a:lnTo>
                <a:lnTo>
                  <a:pt x="619125" y="476250"/>
                </a:lnTo>
                <a:close/>
                <a:moveTo>
                  <a:pt x="1066800" y="466725"/>
                </a:moveTo>
                <a:lnTo>
                  <a:pt x="1076325" y="466725"/>
                </a:lnTo>
                <a:lnTo>
                  <a:pt x="1076325" y="485775"/>
                </a:lnTo>
                <a:lnTo>
                  <a:pt x="1066800" y="485775"/>
                </a:lnTo>
                <a:close/>
                <a:moveTo>
                  <a:pt x="1381125" y="485775"/>
                </a:moveTo>
                <a:lnTo>
                  <a:pt x="1390650" y="485775"/>
                </a:lnTo>
                <a:lnTo>
                  <a:pt x="1390650" y="619125"/>
                </a:lnTo>
                <a:lnTo>
                  <a:pt x="1400175" y="619125"/>
                </a:lnTo>
                <a:lnTo>
                  <a:pt x="1400175" y="809625"/>
                </a:lnTo>
                <a:lnTo>
                  <a:pt x="1390650" y="809625"/>
                </a:lnTo>
                <a:lnTo>
                  <a:pt x="1390650" y="819150"/>
                </a:lnTo>
                <a:lnTo>
                  <a:pt x="1400175" y="819150"/>
                </a:lnTo>
                <a:lnTo>
                  <a:pt x="1400175" y="876300"/>
                </a:lnTo>
                <a:lnTo>
                  <a:pt x="1390650" y="876300"/>
                </a:lnTo>
                <a:lnTo>
                  <a:pt x="1390650" y="1028700"/>
                </a:lnTo>
                <a:lnTo>
                  <a:pt x="1381125" y="1028700"/>
                </a:lnTo>
                <a:lnTo>
                  <a:pt x="1381125" y="790575"/>
                </a:lnTo>
                <a:lnTo>
                  <a:pt x="1390650" y="790575"/>
                </a:lnTo>
                <a:lnTo>
                  <a:pt x="1390650" y="638175"/>
                </a:lnTo>
                <a:lnTo>
                  <a:pt x="1381125" y="638175"/>
                </a:lnTo>
                <a:close/>
                <a:moveTo>
                  <a:pt x="1438275" y="485775"/>
                </a:moveTo>
                <a:lnTo>
                  <a:pt x="1447800" y="485775"/>
                </a:lnTo>
                <a:lnTo>
                  <a:pt x="1447800" y="514350"/>
                </a:lnTo>
                <a:lnTo>
                  <a:pt x="1438275" y="514350"/>
                </a:lnTo>
                <a:close/>
                <a:moveTo>
                  <a:pt x="1438275" y="552450"/>
                </a:moveTo>
                <a:lnTo>
                  <a:pt x="1447800" y="552450"/>
                </a:lnTo>
                <a:lnTo>
                  <a:pt x="1447800" y="581025"/>
                </a:lnTo>
                <a:lnTo>
                  <a:pt x="1438275" y="581025"/>
                </a:lnTo>
                <a:close/>
                <a:moveTo>
                  <a:pt x="1428750" y="638175"/>
                </a:moveTo>
                <a:lnTo>
                  <a:pt x="1438275" y="638175"/>
                </a:lnTo>
                <a:lnTo>
                  <a:pt x="1438275" y="809625"/>
                </a:lnTo>
                <a:lnTo>
                  <a:pt x="1428750" y="809625"/>
                </a:lnTo>
                <a:close/>
                <a:moveTo>
                  <a:pt x="314325" y="847725"/>
                </a:moveTo>
                <a:lnTo>
                  <a:pt x="323850" y="847725"/>
                </a:lnTo>
                <a:lnTo>
                  <a:pt x="323850" y="866775"/>
                </a:lnTo>
                <a:lnTo>
                  <a:pt x="314325" y="866775"/>
                </a:lnTo>
                <a:close/>
                <a:moveTo>
                  <a:pt x="1438275" y="904875"/>
                </a:moveTo>
                <a:lnTo>
                  <a:pt x="1447800" y="904875"/>
                </a:lnTo>
                <a:lnTo>
                  <a:pt x="1447800" y="933450"/>
                </a:lnTo>
                <a:lnTo>
                  <a:pt x="1438275" y="933450"/>
                </a:lnTo>
                <a:close/>
                <a:moveTo>
                  <a:pt x="238125" y="933450"/>
                </a:moveTo>
                <a:lnTo>
                  <a:pt x="247650" y="933450"/>
                </a:lnTo>
                <a:lnTo>
                  <a:pt x="247650" y="942975"/>
                </a:lnTo>
                <a:lnTo>
                  <a:pt x="238125" y="942975"/>
                </a:lnTo>
                <a:close/>
                <a:moveTo>
                  <a:pt x="228600" y="942975"/>
                </a:moveTo>
                <a:lnTo>
                  <a:pt x="238125" y="942975"/>
                </a:lnTo>
                <a:lnTo>
                  <a:pt x="238125" y="981075"/>
                </a:lnTo>
                <a:lnTo>
                  <a:pt x="228600" y="981075"/>
                </a:lnTo>
                <a:close/>
                <a:moveTo>
                  <a:pt x="295275" y="952500"/>
                </a:moveTo>
                <a:lnTo>
                  <a:pt x="323850" y="952500"/>
                </a:lnTo>
                <a:lnTo>
                  <a:pt x="323850" y="971550"/>
                </a:lnTo>
                <a:lnTo>
                  <a:pt x="304800" y="971550"/>
                </a:lnTo>
                <a:lnTo>
                  <a:pt x="304800" y="962025"/>
                </a:lnTo>
                <a:lnTo>
                  <a:pt x="295275" y="962025"/>
                </a:lnTo>
                <a:close/>
                <a:moveTo>
                  <a:pt x="1438275" y="952500"/>
                </a:moveTo>
                <a:lnTo>
                  <a:pt x="1447800" y="952500"/>
                </a:lnTo>
                <a:lnTo>
                  <a:pt x="1447800" y="981075"/>
                </a:lnTo>
                <a:lnTo>
                  <a:pt x="1438275" y="981075"/>
                </a:lnTo>
                <a:close/>
                <a:moveTo>
                  <a:pt x="238125" y="1009650"/>
                </a:moveTo>
                <a:lnTo>
                  <a:pt x="247650" y="1009650"/>
                </a:lnTo>
                <a:lnTo>
                  <a:pt x="247650" y="1019175"/>
                </a:lnTo>
                <a:lnTo>
                  <a:pt x="238125" y="1019175"/>
                </a:lnTo>
                <a:close/>
                <a:moveTo>
                  <a:pt x="1257300" y="1009650"/>
                </a:moveTo>
                <a:lnTo>
                  <a:pt x="1266825" y="1009650"/>
                </a:lnTo>
                <a:lnTo>
                  <a:pt x="1266825" y="1038225"/>
                </a:lnTo>
                <a:lnTo>
                  <a:pt x="1257300" y="1038225"/>
                </a:lnTo>
                <a:close/>
                <a:moveTo>
                  <a:pt x="1428750" y="1019175"/>
                </a:moveTo>
                <a:lnTo>
                  <a:pt x="1438275" y="1019175"/>
                </a:lnTo>
                <a:lnTo>
                  <a:pt x="1438275" y="1114425"/>
                </a:lnTo>
                <a:lnTo>
                  <a:pt x="1428750" y="1114425"/>
                </a:lnTo>
                <a:close/>
                <a:moveTo>
                  <a:pt x="247650" y="1028700"/>
                </a:moveTo>
                <a:lnTo>
                  <a:pt x="257175" y="1028700"/>
                </a:lnTo>
                <a:lnTo>
                  <a:pt x="257175" y="1038225"/>
                </a:lnTo>
                <a:lnTo>
                  <a:pt x="266700" y="1038225"/>
                </a:lnTo>
                <a:lnTo>
                  <a:pt x="266700" y="1047750"/>
                </a:lnTo>
                <a:lnTo>
                  <a:pt x="276225" y="1047750"/>
                </a:lnTo>
                <a:lnTo>
                  <a:pt x="276225" y="1066800"/>
                </a:lnTo>
                <a:lnTo>
                  <a:pt x="266700" y="1066800"/>
                </a:lnTo>
                <a:lnTo>
                  <a:pt x="266700" y="1076325"/>
                </a:lnTo>
                <a:lnTo>
                  <a:pt x="257175" y="1076325"/>
                </a:lnTo>
                <a:lnTo>
                  <a:pt x="257175" y="1047750"/>
                </a:lnTo>
                <a:lnTo>
                  <a:pt x="247650" y="1047750"/>
                </a:lnTo>
                <a:close/>
                <a:moveTo>
                  <a:pt x="1390650" y="1028700"/>
                </a:moveTo>
                <a:lnTo>
                  <a:pt x="1400175" y="1028700"/>
                </a:lnTo>
                <a:lnTo>
                  <a:pt x="1400175" y="1085850"/>
                </a:lnTo>
                <a:lnTo>
                  <a:pt x="1390650" y="1085850"/>
                </a:lnTo>
                <a:close/>
                <a:moveTo>
                  <a:pt x="1266825" y="1038225"/>
                </a:moveTo>
                <a:lnTo>
                  <a:pt x="1276350" y="1038225"/>
                </a:lnTo>
                <a:lnTo>
                  <a:pt x="1276350" y="1047750"/>
                </a:lnTo>
                <a:lnTo>
                  <a:pt x="1266825" y="1047750"/>
                </a:lnTo>
                <a:close/>
                <a:moveTo>
                  <a:pt x="1285875" y="1047750"/>
                </a:moveTo>
                <a:lnTo>
                  <a:pt x="1295400" y="1047750"/>
                </a:lnTo>
                <a:lnTo>
                  <a:pt x="1295400" y="1057275"/>
                </a:lnTo>
                <a:lnTo>
                  <a:pt x="1285875" y="1057275"/>
                </a:lnTo>
                <a:close/>
                <a:moveTo>
                  <a:pt x="1295400" y="1057275"/>
                </a:moveTo>
                <a:lnTo>
                  <a:pt x="1304925" y="1057275"/>
                </a:lnTo>
                <a:lnTo>
                  <a:pt x="1304925" y="1066800"/>
                </a:lnTo>
                <a:lnTo>
                  <a:pt x="1295400" y="1066800"/>
                </a:lnTo>
                <a:close/>
                <a:moveTo>
                  <a:pt x="1304925" y="1066800"/>
                </a:moveTo>
                <a:lnTo>
                  <a:pt x="1314450" y="1066800"/>
                </a:lnTo>
                <a:lnTo>
                  <a:pt x="1314450" y="1076325"/>
                </a:lnTo>
                <a:lnTo>
                  <a:pt x="1304925" y="1076325"/>
                </a:lnTo>
                <a:close/>
                <a:moveTo>
                  <a:pt x="247650" y="1085850"/>
                </a:moveTo>
                <a:lnTo>
                  <a:pt x="257175" y="1085850"/>
                </a:lnTo>
                <a:lnTo>
                  <a:pt x="257175" y="1152525"/>
                </a:lnTo>
                <a:lnTo>
                  <a:pt x="247650" y="1152525"/>
                </a:lnTo>
                <a:close/>
                <a:moveTo>
                  <a:pt x="1314450" y="1095375"/>
                </a:moveTo>
                <a:lnTo>
                  <a:pt x="1323975" y="1095375"/>
                </a:lnTo>
                <a:lnTo>
                  <a:pt x="1323975" y="1114425"/>
                </a:lnTo>
                <a:lnTo>
                  <a:pt x="1314450" y="1114425"/>
                </a:lnTo>
                <a:close/>
                <a:moveTo>
                  <a:pt x="1381125" y="1104900"/>
                </a:moveTo>
                <a:lnTo>
                  <a:pt x="1390650" y="1104900"/>
                </a:lnTo>
                <a:lnTo>
                  <a:pt x="1390650" y="1123950"/>
                </a:lnTo>
                <a:lnTo>
                  <a:pt x="1381125" y="1123950"/>
                </a:lnTo>
                <a:close/>
                <a:moveTo>
                  <a:pt x="152400" y="1114425"/>
                </a:moveTo>
                <a:lnTo>
                  <a:pt x="161925" y="1114425"/>
                </a:lnTo>
                <a:lnTo>
                  <a:pt x="161925" y="1123950"/>
                </a:lnTo>
                <a:lnTo>
                  <a:pt x="152400" y="1123950"/>
                </a:lnTo>
                <a:close/>
                <a:moveTo>
                  <a:pt x="1323975" y="1114425"/>
                </a:moveTo>
                <a:lnTo>
                  <a:pt x="1333500" y="1114425"/>
                </a:lnTo>
                <a:lnTo>
                  <a:pt x="1333500" y="1123950"/>
                </a:lnTo>
                <a:lnTo>
                  <a:pt x="1323975" y="1123950"/>
                </a:lnTo>
                <a:close/>
                <a:moveTo>
                  <a:pt x="1419225" y="1114425"/>
                </a:moveTo>
                <a:lnTo>
                  <a:pt x="1428750" y="1114425"/>
                </a:lnTo>
                <a:lnTo>
                  <a:pt x="1428750" y="1133475"/>
                </a:lnTo>
                <a:lnTo>
                  <a:pt x="1419225" y="1133475"/>
                </a:lnTo>
                <a:close/>
                <a:moveTo>
                  <a:pt x="1362075" y="1133475"/>
                </a:moveTo>
                <a:lnTo>
                  <a:pt x="1371600" y="1133475"/>
                </a:lnTo>
                <a:lnTo>
                  <a:pt x="1371600" y="1143000"/>
                </a:lnTo>
                <a:lnTo>
                  <a:pt x="1362075" y="1143000"/>
                </a:lnTo>
                <a:close/>
                <a:moveTo>
                  <a:pt x="161925" y="1143000"/>
                </a:moveTo>
                <a:lnTo>
                  <a:pt x="171450" y="1143000"/>
                </a:lnTo>
                <a:lnTo>
                  <a:pt x="171450" y="1162050"/>
                </a:lnTo>
                <a:lnTo>
                  <a:pt x="161925" y="1162050"/>
                </a:lnTo>
                <a:close/>
                <a:moveTo>
                  <a:pt x="209550" y="1143000"/>
                </a:moveTo>
                <a:lnTo>
                  <a:pt x="219075" y="1143000"/>
                </a:lnTo>
                <a:lnTo>
                  <a:pt x="219075" y="1162050"/>
                </a:lnTo>
                <a:lnTo>
                  <a:pt x="209550" y="1162050"/>
                </a:lnTo>
                <a:close/>
                <a:moveTo>
                  <a:pt x="1409700" y="1143000"/>
                </a:moveTo>
                <a:lnTo>
                  <a:pt x="1419225" y="1143000"/>
                </a:lnTo>
                <a:lnTo>
                  <a:pt x="1419225" y="1162050"/>
                </a:lnTo>
                <a:lnTo>
                  <a:pt x="1409700" y="1162050"/>
                </a:lnTo>
                <a:close/>
                <a:moveTo>
                  <a:pt x="171450" y="1162050"/>
                </a:moveTo>
                <a:lnTo>
                  <a:pt x="180975" y="1162050"/>
                </a:lnTo>
                <a:lnTo>
                  <a:pt x="180975" y="1181100"/>
                </a:lnTo>
                <a:lnTo>
                  <a:pt x="171450" y="1181100"/>
                </a:lnTo>
                <a:close/>
                <a:moveTo>
                  <a:pt x="219075" y="1171575"/>
                </a:moveTo>
                <a:lnTo>
                  <a:pt x="228600" y="1171575"/>
                </a:lnTo>
                <a:lnTo>
                  <a:pt x="228600" y="1181100"/>
                </a:lnTo>
                <a:lnTo>
                  <a:pt x="219075" y="1181100"/>
                </a:lnTo>
                <a:close/>
                <a:moveTo>
                  <a:pt x="1400175" y="1171575"/>
                </a:moveTo>
                <a:lnTo>
                  <a:pt x="1409700" y="1171575"/>
                </a:lnTo>
                <a:lnTo>
                  <a:pt x="1409700" y="1181100"/>
                </a:lnTo>
                <a:lnTo>
                  <a:pt x="1400175" y="1181100"/>
                </a:lnTo>
                <a:close/>
                <a:moveTo>
                  <a:pt x="180975" y="1181100"/>
                </a:moveTo>
                <a:lnTo>
                  <a:pt x="190500" y="1181100"/>
                </a:lnTo>
                <a:lnTo>
                  <a:pt x="190500" y="1200150"/>
                </a:lnTo>
                <a:lnTo>
                  <a:pt x="180975" y="1200150"/>
                </a:lnTo>
                <a:close/>
                <a:moveTo>
                  <a:pt x="228600" y="1181100"/>
                </a:moveTo>
                <a:lnTo>
                  <a:pt x="238125" y="1181100"/>
                </a:lnTo>
                <a:lnTo>
                  <a:pt x="238125" y="1190625"/>
                </a:lnTo>
                <a:lnTo>
                  <a:pt x="228600" y="1190625"/>
                </a:lnTo>
                <a:close/>
                <a:moveTo>
                  <a:pt x="247650" y="1181100"/>
                </a:moveTo>
                <a:lnTo>
                  <a:pt x="266700" y="1181100"/>
                </a:lnTo>
                <a:lnTo>
                  <a:pt x="266700" y="1200150"/>
                </a:lnTo>
                <a:lnTo>
                  <a:pt x="238125" y="1200150"/>
                </a:lnTo>
                <a:lnTo>
                  <a:pt x="238125" y="1190625"/>
                </a:lnTo>
                <a:lnTo>
                  <a:pt x="247650" y="1190625"/>
                </a:lnTo>
                <a:close/>
                <a:moveTo>
                  <a:pt x="1390650" y="1190625"/>
                </a:moveTo>
                <a:lnTo>
                  <a:pt x="1400175" y="1190625"/>
                </a:lnTo>
                <a:lnTo>
                  <a:pt x="1400175" y="1200150"/>
                </a:lnTo>
                <a:lnTo>
                  <a:pt x="1390650" y="1200150"/>
                </a:lnTo>
                <a:close/>
                <a:moveTo>
                  <a:pt x="190500" y="1200150"/>
                </a:moveTo>
                <a:lnTo>
                  <a:pt x="200025" y="1200150"/>
                </a:lnTo>
                <a:lnTo>
                  <a:pt x="200025" y="1209675"/>
                </a:lnTo>
                <a:lnTo>
                  <a:pt x="190500" y="1209675"/>
                </a:lnTo>
                <a:close/>
                <a:moveTo>
                  <a:pt x="1381125" y="1200150"/>
                </a:moveTo>
                <a:lnTo>
                  <a:pt x="1390650" y="1200150"/>
                </a:lnTo>
                <a:lnTo>
                  <a:pt x="1390650" y="1209675"/>
                </a:lnTo>
                <a:lnTo>
                  <a:pt x="1381125" y="1209675"/>
                </a:lnTo>
                <a:close/>
                <a:moveTo>
                  <a:pt x="200025" y="1209675"/>
                </a:moveTo>
                <a:lnTo>
                  <a:pt x="209550" y="1209675"/>
                </a:lnTo>
                <a:lnTo>
                  <a:pt x="209550" y="1228725"/>
                </a:lnTo>
                <a:lnTo>
                  <a:pt x="200025" y="1228725"/>
                </a:lnTo>
                <a:close/>
                <a:moveTo>
                  <a:pt x="1371600" y="1219200"/>
                </a:moveTo>
                <a:lnTo>
                  <a:pt x="1381125" y="1219200"/>
                </a:lnTo>
                <a:lnTo>
                  <a:pt x="1381125" y="1238250"/>
                </a:lnTo>
                <a:lnTo>
                  <a:pt x="1371600" y="1238250"/>
                </a:lnTo>
                <a:lnTo>
                  <a:pt x="1371600" y="1247775"/>
                </a:lnTo>
                <a:lnTo>
                  <a:pt x="1362075" y="1247775"/>
                </a:lnTo>
                <a:lnTo>
                  <a:pt x="1362075" y="1228725"/>
                </a:lnTo>
                <a:lnTo>
                  <a:pt x="1371600" y="1228725"/>
                </a:lnTo>
                <a:close/>
                <a:moveTo>
                  <a:pt x="209550" y="1228725"/>
                </a:moveTo>
                <a:lnTo>
                  <a:pt x="219075" y="1228725"/>
                </a:lnTo>
                <a:lnTo>
                  <a:pt x="219075" y="1238250"/>
                </a:lnTo>
                <a:lnTo>
                  <a:pt x="209550" y="1238250"/>
                </a:lnTo>
                <a:close/>
                <a:moveTo>
                  <a:pt x="219075" y="1238250"/>
                </a:moveTo>
                <a:lnTo>
                  <a:pt x="228600" y="1238250"/>
                </a:lnTo>
                <a:lnTo>
                  <a:pt x="228600" y="1247775"/>
                </a:lnTo>
                <a:lnTo>
                  <a:pt x="219075" y="1247775"/>
                </a:lnTo>
                <a:close/>
                <a:moveTo>
                  <a:pt x="314325" y="1238250"/>
                </a:moveTo>
                <a:lnTo>
                  <a:pt x="381000" y="1238250"/>
                </a:lnTo>
                <a:lnTo>
                  <a:pt x="381000" y="1247775"/>
                </a:lnTo>
                <a:lnTo>
                  <a:pt x="428625" y="1247775"/>
                </a:lnTo>
                <a:lnTo>
                  <a:pt x="428625" y="1257300"/>
                </a:lnTo>
                <a:lnTo>
                  <a:pt x="400050" y="1257300"/>
                </a:lnTo>
                <a:lnTo>
                  <a:pt x="400050" y="1266825"/>
                </a:lnTo>
                <a:lnTo>
                  <a:pt x="447675" y="1266825"/>
                </a:lnTo>
                <a:lnTo>
                  <a:pt x="447675" y="1257300"/>
                </a:lnTo>
                <a:lnTo>
                  <a:pt x="457200" y="1257300"/>
                </a:lnTo>
                <a:lnTo>
                  <a:pt x="457200" y="1247775"/>
                </a:lnTo>
                <a:lnTo>
                  <a:pt x="485775" y="1247775"/>
                </a:lnTo>
                <a:lnTo>
                  <a:pt x="485775" y="1257300"/>
                </a:lnTo>
                <a:lnTo>
                  <a:pt x="514350" y="1257300"/>
                </a:lnTo>
                <a:lnTo>
                  <a:pt x="514350" y="1247775"/>
                </a:lnTo>
                <a:lnTo>
                  <a:pt x="790575" y="1247775"/>
                </a:lnTo>
                <a:lnTo>
                  <a:pt x="790575" y="1257300"/>
                </a:lnTo>
                <a:lnTo>
                  <a:pt x="838200" y="1257300"/>
                </a:lnTo>
                <a:lnTo>
                  <a:pt x="838200" y="1247775"/>
                </a:lnTo>
                <a:lnTo>
                  <a:pt x="857250" y="1247775"/>
                </a:lnTo>
                <a:lnTo>
                  <a:pt x="857250" y="1257300"/>
                </a:lnTo>
                <a:lnTo>
                  <a:pt x="866775" y="1257300"/>
                </a:lnTo>
                <a:lnTo>
                  <a:pt x="866775" y="1276350"/>
                </a:lnTo>
                <a:lnTo>
                  <a:pt x="790575" y="1276350"/>
                </a:lnTo>
                <a:lnTo>
                  <a:pt x="790575" y="1285875"/>
                </a:lnTo>
                <a:lnTo>
                  <a:pt x="561975" y="1285875"/>
                </a:lnTo>
                <a:lnTo>
                  <a:pt x="561975" y="1276350"/>
                </a:lnTo>
                <a:lnTo>
                  <a:pt x="533400" y="1276350"/>
                </a:lnTo>
                <a:lnTo>
                  <a:pt x="533400" y="1285875"/>
                </a:lnTo>
                <a:lnTo>
                  <a:pt x="371475" y="1285875"/>
                </a:lnTo>
                <a:lnTo>
                  <a:pt x="371475" y="1276350"/>
                </a:lnTo>
                <a:lnTo>
                  <a:pt x="342900" y="1276350"/>
                </a:lnTo>
                <a:lnTo>
                  <a:pt x="342900" y="1266825"/>
                </a:lnTo>
                <a:lnTo>
                  <a:pt x="323850" y="1266825"/>
                </a:lnTo>
                <a:lnTo>
                  <a:pt x="323850" y="1257300"/>
                </a:lnTo>
                <a:lnTo>
                  <a:pt x="314325" y="1257300"/>
                </a:lnTo>
                <a:close/>
                <a:moveTo>
                  <a:pt x="228600" y="1247775"/>
                </a:moveTo>
                <a:lnTo>
                  <a:pt x="238125" y="1247775"/>
                </a:lnTo>
                <a:lnTo>
                  <a:pt x="238125" y="1257300"/>
                </a:lnTo>
                <a:lnTo>
                  <a:pt x="228600" y="1257300"/>
                </a:lnTo>
                <a:close/>
                <a:moveTo>
                  <a:pt x="1152525" y="1247775"/>
                </a:moveTo>
                <a:lnTo>
                  <a:pt x="1171575" y="1247775"/>
                </a:lnTo>
                <a:lnTo>
                  <a:pt x="1171575" y="1257300"/>
                </a:lnTo>
                <a:lnTo>
                  <a:pt x="1181100" y="1257300"/>
                </a:lnTo>
                <a:lnTo>
                  <a:pt x="1181100" y="1266825"/>
                </a:lnTo>
                <a:lnTo>
                  <a:pt x="1219200" y="1266825"/>
                </a:lnTo>
                <a:lnTo>
                  <a:pt x="1219200" y="1276350"/>
                </a:lnTo>
                <a:lnTo>
                  <a:pt x="1209675" y="1276350"/>
                </a:lnTo>
                <a:lnTo>
                  <a:pt x="1209675" y="1285875"/>
                </a:lnTo>
                <a:lnTo>
                  <a:pt x="1152525" y="1285875"/>
                </a:lnTo>
                <a:lnTo>
                  <a:pt x="1152525" y="1295400"/>
                </a:lnTo>
                <a:lnTo>
                  <a:pt x="990600" y="1295400"/>
                </a:lnTo>
                <a:lnTo>
                  <a:pt x="990600" y="1285875"/>
                </a:lnTo>
                <a:lnTo>
                  <a:pt x="981075" y="1285875"/>
                </a:lnTo>
                <a:lnTo>
                  <a:pt x="981075" y="1276350"/>
                </a:lnTo>
                <a:lnTo>
                  <a:pt x="1009650" y="1276350"/>
                </a:lnTo>
                <a:lnTo>
                  <a:pt x="1009650" y="1266825"/>
                </a:lnTo>
                <a:lnTo>
                  <a:pt x="1019175" y="1266825"/>
                </a:lnTo>
                <a:lnTo>
                  <a:pt x="1019175" y="1257300"/>
                </a:lnTo>
                <a:lnTo>
                  <a:pt x="1066800" y="1257300"/>
                </a:lnTo>
                <a:lnTo>
                  <a:pt x="1066800" y="1276350"/>
                </a:lnTo>
                <a:lnTo>
                  <a:pt x="1047750" y="1276350"/>
                </a:lnTo>
                <a:lnTo>
                  <a:pt x="1047750" y="1285875"/>
                </a:lnTo>
                <a:lnTo>
                  <a:pt x="1076325" y="1285875"/>
                </a:lnTo>
                <a:lnTo>
                  <a:pt x="1076325" y="1276350"/>
                </a:lnTo>
                <a:lnTo>
                  <a:pt x="1123950" y="1276350"/>
                </a:lnTo>
                <a:lnTo>
                  <a:pt x="1123950" y="1285875"/>
                </a:lnTo>
                <a:lnTo>
                  <a:pt x="1133475" y="1285875"/>
                </a:lnTo>
                <a:lnTo>
                  <a:pt x="1133475" y="1266825"/>
                </a:lnTo>
                <a:lnTo>
                  <a:pt x="1143000" y="1266825"/>
                </a:lnTo>
                <a:lnTo>
                  <a:pt x="1143000" y="1257300"/>
                </a:lnTo>
                <a:lnTo>
                  <a:pt x="1152525" y="1257300"/>
                </a:lnTo>
                <a:close/>
                <a:moveTo>
                  <a:pt x="1352550" y="1247775"/>
                </a:moveTo>
                <a:lnTo>
                  <a:pt x="1362075" y="1247775"/>
                </a:lnTo>
                <a:lnTo>
                  <a:pt x="1362075" y="1257300"/>
                </a:lnTo>
                <a:lnTo>
                  <a:pt x="1352550" y="1257300"/>
                </a:lnTo>
                <a:close/>
                <a:moveTo>
                  <a:pt x="238125" y="1257300"/>
                </a:moveTo>
                <a:lnTo>
                  <a:pt x="247650" y="1257300"/>
                </a:lnTo>
                <a:lnTo>
                  <a:pt x="247650" y="1266825"/>
                </a:lnTo>
                <a:lnTo>
                  <a:pt x="238125" y="1266825"/>
                </a:lnTo>
                <a:close/>
                <a:moveTo>
                  <a:pt x="876300" y="1257300"/>
                </a:moveTo>
                <a:lnTo>
                  <a:pt x="885825" y="1257300"/>
                </a:lnTo>
                <a:lnTo>
                  <a:pt x="885825" y="1276350"/>
                </a:lnTo>
                <a:lnTo>
                  <a:pt x="876300" y="1276350"/>
                </a:lnTo>
                <a:close/>
                <a:moveTo>
                  <a:pt x="923925" y="1257300"/>
                </a:moveTo>
                <a:lnTo>
                  <a:pt x="942975" y="1257300"/>
                </a:lnTo>
                <a:lnTo>
                  <a:pt x="942975" y="1276350"/>
                </a:lnTo>
                <a:lnTo>
                  <a:pt x="952500" y="1276350"/>
                </a:lnTo>
                <a:lnTo>
                  <a:pt x="952500" y="1257300"/>
                </a:lnTo>
                <a:lnTo>
                  <a:pt x="962025" y="1257300"/>
                </a:lnTo>
                <a:lnTo>
                  <a:pt x="962025" y="1276350"/>
                </a:lnTo>
                <a:lnTo>
                  <a:pt x="952500" y="1276350"/>
                </a:lnTo>
                <a:lnTo>
                  <a:pt x="952500" y="1285875"/>
                </a:lnTo>
                <a:lnTo>
                  <a:pt x="904875" y="1285875"/>
                </a:lnTo>
                <a:lnTo>
                  <a:pt x="904875" y="1276350"/>
                </a:lnTo>
                <a:lnTo>
                  <a:pt x="923925" y="1276350"/>
                </a:lnTo>
                <a:close/>
                <a:moveTo>
                  <a:pt x="1343025" y="1257300"/>
                </a:moveTo>
                <a:lnTo>
                  <a:pt x="1352550" y="1257300"/>
                </a:lnTo>
                <a:lnTo>
                  <a:pt x="1352550" y="1266825"/>
                </a:lnTo>
                <a:lnTo>
                  <a:pt x="1343025" y="1266825"/>
                </a:lnTo>
                <a:close/>
                <a:moveTo>
                  <a:pt x="247650" y="1266825"/>
                </a:moveTo>
                <a:lnTo>
                  <a:pt x="257175" y="1266825"/>
                </a:lnTo>
                <a:lnTo>
                  <a:pt x="257175" y="1276350"/>
                </a:lnTo>
                <a:lnTo>
                  <a:pt x="247650" y="1276350"/>
                </a:lnTo>
                <a:close/>
                <a:moveTo>
                  <a:pt x="1333500" y="1266825"/>
                </a:moveTo>
                <a:lnTo>
                  <a:pt x="1343025" y="1266825"/>
                </a:lnTo>
                <a:lnTo>
                  <a:pt x="1343025" y="1276350"/>
                </a:lnTo>
                <a:lnTo>
                  <a:pt x="1333500" y="1276350"/>
                </a:lnTo>
                <a:close/>
                <a:moveTo>
                  <a:pt x="266700" y="1276350"/>
                </a:moveTo>
                <a:lnTo>
                  <a:pt x="276225" y="1276350"/>
                </a:lnTo>
                <a:lnTo>
                  <a:pt x="276225" y="1285875"/>
                </a:lnTo>
                <a:lnTo>
                  <a:pt x="266700" y="1285875"/>
                </a:lnTo>
                <a:close/>
                <a:moveTo>
                  <a:pt x="1314450" y="1276350"/>
                </a:moveTo>
                <a:lnTo>
                  <a:pt x="1333500" y="1276350"/>
                </a:lnTo>
                <a:lnTo>
                  <a:pt x="1333500" y="1285875"/>
                </a:lnTo>
                <a:lnTo>
                  <a:pt x="1314450" y="1285875"/>
                </a:lnTo>
                <a:close/>
                <a:moveTo>
                  <a:pt x="276225" y="1285875"/>
                </a:moveTo>
                <a:lnTo>
                  <a:pt x="285750" y="1285875"/>
                </a:lnTo>
                <a:lnTo>
                  <a:pt x="285750" y="1295400"/>
                </a:lnTo>
                <a:lnTo>
                  <a:pt x="276225" y="1295400"/>
                </a:lnTo>
                <a:close/>
                <a:moveTo>
                  <a:pt x="533400" y="1285875"/>
                </a:moveTo>
                <a:lnTo>
                  <a:pt x="552450" y="1285875"/>
                </a:lnTo>
                <a:lnTo>
                  <a:pt x="552450" y="1295400"/>
                </a:lnTo>
                <a:lnTo>
                  <a:pt x="533400" y="1295400"/>
                </a:lnTo>
                <a:close/>
                <a:moveTo>
                  <a:pt x="1304925" y="1285875"/>
                </a:moveTo>
                <a:lnTo>
                  <a:pt x="1314450" y="1285875"/>
                </a:lnTo>
                <a:lnTo>
                  <a:pt x="1314450" y="1295400"/>
                </a:lnTo>
                <a:lnTo>
                  <a:pt x="1304925" y="1295400"/>
                </a:lnTo>
                <a:close/>
                <a:moveTo>
                  <a:pt x="285750" y="1295400"/>
                </a:moveTo>
                <a:lnTo>
                  <a:pt x="304800" y="1295400"/>
                </a:lnTo>
                <a:lnTo>
                  <a:pt x="304800" y="1304925"/>
                </a:lnTo>
                <a:lnTo>
                  <a:pt x="285750" y="1304925"/>
                </a:lnTo>
                <a:close/>
                <a:moveTo>
                  <a:pt x="1285875" y="1295400"/>
                </a:moveTo>
                <a:lnTo>
                  <a:pt x="1304925" y="1295400"/>
                </a:lnTo>
                <a:lnTo>
                  <a:pt x="1304925" y="1304925"/>
                </a:lnTo>
                <a:lnTo>
                  <a:pt x="1285875" y="1304925"/>
                </a:lnTo>
                <a:close/>
                <a:moveTo>
                  <a:pt x="304800" y="1304925"/>
                </a:moveTo>
                <a:lnTo>
                  <a:pt x="323850" y="1304925"/>
                </a:lnTo>
                <a:lnTo>
                  <a:pt x="323850" y="1314450"/>
                </a:lnTo>
                <a:lnTo>
                  <a:pt x="304800" y="1314450"/>
                </a:lnTo>
                <a:close/>
                <a:moveTo>
                  <a:pt x="1266825" y="1304925"/>
                </a:moveTo>
                <a:lnTo>
                  <a:pt x="1276350" y="1304925"/>
                </a:lnTo>
                <a:lnTo>
                  <a:pt x="1276350" y="1314450"/>
                </a:lnTo>
                <a:lnTo>
                  <a:pt x="1266825" y="1314450"/>
                </a:lnTo>
                <a:close/>
                <a:moveTo>
                  <a:pt x="323850" y="1314450"/>
                </a:moveTo>
                <a:lnTo>
                  <a:pt x="342900" y="1314450"/>
                </a:lnTo>
                <a:lnTo>
                  <a:pt x="342900" y="1323975"/>
                </a:lnTo>
                <a:lnTo>
                  <a:pt x="323850" y="1323975"/>
                </a:lnTo>
                <a:close/>
                <a:moveTo>
                  <a:pt x="1238250" y="1314450"/>
                </a:moveTo>
                <a:lnTo>
                  <a:pt x="1257300" y="1314450"/>
                </a:lnTo>
                <a:lnTo>
                  <a:pt x="1257300" y="1323975"/>
                </a:lnTo>
                <a:lnTo>
                  <a:pt x="1238250" y="1323975"/>
                </a:lnTo>
                <a:close/>
                <a:moveTo>
                  <a:pt x="352425" y="1323975"/>
                </a:moveTo>
                <a:lnTo>
                  <a:pt x="371475" y="1323975"/>
                </a:lnTo>
                <a:lnTo>
                  <a:pt x="371475" y="1333500"/>
                </a:lnTo>
                <a:lnTo>
                  <a:pt x="352425" y="1333500"/>
                </a:lnTo>
                <a:close/>
                <a:moveTo>
                  <a:pt x="1209675" y="1323975"/>
                </a:moveTo>
                <a:lnTo>
                  <a:pt x="1228725" y="1323975"/>
                </a:lnTo>
                <a:lnTo>
                  <a:pt x="1228725" y="1333500"/>
                </a:lnTo>
                <a:lnTo>
                  <a:pt x="1209675" y="1333500"/>
                </a:lnTo>
                <a:close/>
                <a:moveTo>
                  <a:pt x="371475" y="1333500"/>
                </a:moveTo>
                <a:lnTo>
                  <a:pt x="400050" y="1333500"/>
                </a:lnTo>
                <a:lnTo>
                  <a:pt x="400050" y="1343025"/>
                </a:lnTo>
                <a:lnTo>
                  <a:pt x="371475" y="1343025"/>
                </a:lnTo>
                <a:close/>
                <a:moveTo>
                  <a:pt x="438150" y="1333500"/>
                </a:moveTo>
                <a:lnTo>
                  <a:pt x="714375" y="1333500"/>
                </a:lnTo>
                <a:lnTo>
                  <a:pt x="714375" y="1343025"/>
                </a:lnTo>
                <a:lnTo>
                  <a:pt x="438150" y="1343025"/>
                </a:lnTo>
                <a:close/>
                <a:moveTo>
                  <a:pt x="771525" y="1333500"/>
                </a:moveTo>
                <a:lnTo>
                  <a:pt x="800100" y="1333500"/>
                </a:lnTo>
                <a:lnTo>
                  <a:pt x="800100" y="1343025"/>
                </a:lnTo>
                <a:lnTo>
                  <a:pt x="771525" y="1343025"/>
                </a:lnTo>
                <a:close/>
                <a:moveTo>
                  <a:pt x="1057275" y="1333500"/>
                </a:moveTo>
                <a:lnTo>
                  <a:pt x="1181100" y="1333500"/>
                </a:lnTo>
                <a:lnTo>
                  <a:pt x="1181100" y="1343025"/>
                </a:lnTo>
                <a:lnTo>
                  <a:pt x="1057275" y="1343025"/>
                </a:lnTo>
                <a:close/>
              </a:path>
            </a:pathLst>
          </a:custGeom>
          <a:solidFill xmlns:a="http://schemas.openxmlformats.org/drawingml/2006/main">
            <a:srgbClr val="FFF0CF"/>
          </a:solidFill>
          <a:ln xmlns:a="http://schemas.openxmlformats.org/drawingml/2006/main" w="0">
            <a:noFill/>
          </a:ln>
        </p:spPr>
      </p:sp>
      <p:sp>
        <p:nvSpPr>
          <p:cNvPr id="58" name="logo vector #ffead1">
            <a:extLst xmlns:a="http://schemas.openxmlformats.org/drawingml/2006/main">
              <a:ext uri="{FF2B5EF4-FFF2-40B4-BE49-F238E27FC236}">
                <a16:creationId xmlns:a16="http://schemas.microsoft.com/office/drawing/2014/main" id="{7AC2292F-14E4-4A60-89C7-7AF15DAFF38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219700" y="4476750"/>
            <a:ext cx="1581150" cy="1485900"/>
          </a:xfrm>
          <a:custGeom xmlns:a="http://schemas.openxmlformats.org/drawingml/2006/main">
            <a:pathLst>
              <a:path w="1581150" h="1485900">
                <a:moveTo>
                  <a:pt x="714375" y="123825"/>
                </a:moveTo>
                <a:lnTo>
                  <a:pt x="847725" y="123825"/>
                </a:lnTo>
                <a:lnTo>
                  <a:pt x="847725" y="133350"/>
                </a:lnTo>
                <a:lnTo>
                  <a:pt x="914400" y="133350"/>
                </a:lnTo>
                <a:lnTo>
                  <a:pt x="914400" y="142875"/>
                </a:lnTo>
                <a:lnTo>
                  <a:pt x="676275" y="142875"/>
                </a:lnTo>
                <a:lnTo>
                  <a:pt x="676275" y="133350"/>
                </a:lnTo>
                <a:lnTo>
                  <a:pt x="714375" y="133350"/>
                </a:lnTo>
                <a:close/>
                <a:moveTo>
                  <a:pt x="600075" y="142875"/>
                </a:moveTo>
                <a:lnTo>
                  <a:pt x="647700" y="142875"/>
                </a:lnTo>
                <a:lnTo>
                  <a:pt x="647700" y="152400"/>
                </a:lnTo>
                <a:lnTo>
                  <a:pt x="600075" y="152400"/>
                </a:lnTo>
                <a:close/>
                <a:moveTo>
                  <a:pt x="942975" y="142875"/>
                </a:moveTo>
                <a:lnTo>
                  <a:pt x="981075" y="142875"/>
                </a:lnTo>
                <a:lnTo>
                  <a:pt x="981075" y="152400"/>
                </a:lnTo>
                <a:lnTo>
                  <a:pt x="942975" y="152400"/>
                </a:lnTo>
                <a:close/>
                <a:moveTo>
                  <a:pt x="552450" y="152400"/>
                </a:moveTo>
                <a:lnTo>
                  <a:pt x="581025" y="152400"/>
                </a:lnTo>
                <a:lnTo>
                  <a:pt x="581025" y="161925"/>
                </a:lnTo>
                <a:lnTo>
                  <a:pt x="552450" y="161925"/>
                </a:lnTo>
                <a:close/>
                <a:moveTo>
                  <a:pt x="1019175" y="152400"/>
                </a:moveTo>
                <a:lnTo>
                  <a:pt x="1038225" y="152400"/>
                </a:lnTo>
                <a:lnTo>
                  <a:pt x="1038225" y="161925"/>
                </a:lnTo>
                <a:lnTo>
                  <a:pt x="1019175" y="161925"/>
                </a:lnTo>
                <a:close/>
                <a:moveTo>
                  <a:pt x="495300" y="161925"/>
                </a:moveTo>
                <a:lnTo>
                  <a:pt x="523875" y="161925"/>
                </a:lnTo>
                <a:lnTo>
                  <a:pt x="523875" y="171450"/>
                </a:lnTo>
                <a:lnTo>
                  <a:pt x="495300" y="171450"/>
                </a:lnTo>
                <a:close/>
                <a:moveTo>
                  <a:pt x="1066800" y="161925"/>
                </a:moveTo>
                <a:lnTo>
                  <a:pt x="1095375" y="161925"/>
                </a:lnTo>
                <a:lnTo>
                  <a:pt x="1095375" y="171450"/>
                </a:lnTo>
                <a:lnTo>
                  <a:pt x="1066800" y="171450"/>
                </a:lnTo>
                <a:close/>
                <a:moveTo>
                  <a:pt x="476250" y="171450"/>
                </a:moveTo>
                <a:lnTo>
                  <a:pt x="495300" y="171450"/>
                </a:lnTo>
                <a:lnTo>
                  <a:pt x="495300" y="180975"/>
                </a:lnTo>
                <a:lnTo>
                  <a:pt x="476250" y="180975"/>
                </a:lnTo>
                <a:close/>
                <a:moveTo>
                  <a:pt x="1095375" y="171450"/>
                </a:moveTo>
                <a:lnTo>
                  <a:pt x="1114425" y="171450"/>
                </a:lnTo>
                <a:lnTo>
                  <a:pt x="1114425" y="180975"/>
                </a:lnTo>
                <a:lnTo>
                  <a:pt x="1095375" y="180975"/>
                </a:lnTo>
                <a:close/>
                <a:moveTo>
                  <a:pt x="457200" y="180975"/>
                </a:moveTo>
                <a:lnTo>
                  <a:pt x="476250" y="180975"/>
                </a:lnTo>
                <a:lnTo>
                  <a:pt x="476250" y="190500"/>
                </a:lnTo>
                <a:lnTo>
                  <a:pt x="457200" y="190500"/>
                </a:lnTo>
                <a:close/>
                <a:moveTo>
                  <a:pt x="647700" y="180975"/>
                </a:moveTo>
                <a:lnTo>
                  <a:pt x="742950" y="180975"/>
                </a:lnTo>
                <a:lnTo>
                  <a:pt x="742950" y="190500"/>
                </a:lnTo>
                <a:lnTo>
                  <a:pt x="647700" y="190500"/>
                </a:lnTo>
                <a:close/>
                <a:moveTo>
                  <a:pt x="933450" y="180975"/>
                </a:moveTo>
                <a:lnTo>
                  <a:pt x="962025" y="180975"/>
                </a:lnTo>
                <a:lnTo>
                  <a:pt x="962025" y="190500"/>
                </a:lnTo>
                <a:lnTo>
                  <a:pt x="933450" y="190500"/>
                </a:lnTo>
                <a:close/>
                <a:moveTo>
                  <a:pt x="1114425" y="180975"/>
                </a:moveTo>
                <a:lnTo>
                  <a:pt x="1123950" y="180975"/>
                </a:lnTo>
                <a:lnTo>
                  <a:pt x="1123950" y="190500"/>
                </a:lnTo>
                <a:lnTo>
                  <a:pt x="1114425" y="190500"/>
                </a:lnTo>
                <a:close/>
                <a:moveTo>
                  <a:pt x="447675" y="190500"/>
                </a:moveTo>
                <a:lnTo>
                  <a:pt x="457200" y="190500"/>
                </a:lnTo>
                <a:lnTo>
                  <a:pt x="457200" y="200025"/>
                </a:lnTo>
                <a:lnTo>
                  <a:pt x="447675" y="200025"/>
                </a:lnTo>
                <a:close/>
                <a:moveTo>
                  <a:pt x="581025" y="190500"/>
                </a:moveTo>
                <a:lnTo>
                  <a:pt x="619125" y="190500"/>
                </a:lnTo>
                <a:lnTo>
                  <a:pt x="619125" y="200025"/>
                </a:lnTo>
                <a:lnTo>
                  <a:pt x="581025" y="200025"/>
                </a:lnTo>
                <a:close/>
                <a:moveTo>
                  <a:pt x="1000125" y="190500"/>
                </a:moveTo>
                <a:lnTo>
                  <a:pt x="1028700" y="190500"/>
                </a:lnTo>
                <a:lnTo>
                  <a:pt x="1028700" y="200025"/>
                </a:lnTo>
                <a:lnTo>
                  <a:pt x="1000125" y="200025"/>
                </a:lnTo>
                <a:close/>
                <a:moveTo>
                  <a:pt x="1123950" y="190500"/>
                </a:moveTo>
                <a:lnTo>
                  <a:pt x="1133475" y="190500"/>
                </a:lnTo>
                <a:lnTo>
                  <a:pt x="1133475" y="200025"/>
                </a:lnTo>
                <a:lnTo>
                  <a:pt x="1123950" y="200025"/>
                </a:lnTo>
                <a:close/>
                <a:moveTo>
                  <a:pt x="419100" y="200025"/>
                </a:moveTo>
                <a:lnTo>
                  <a:pt x="447675" y="200025"/>
                </a:lnTo>
                <a:lnTo>
                  <a:pt x="447675" y="209550"/>
                </a:lnTo>
                <a:lnTo>
                  <a:pt x="438150" y="209550"/>
                </a:lnTo>
                <a:lnTo>
                  <a:pt x="438150" y="219075"/>
                </a:lnTo>
                <a:lnTo>
                  <a:pt x="381000" y="219075"/>
                </a:lnTo>
                <a:lnTo>
                  <a:pt x="381000" y="209550"/>
                </a:lnTo>
                <a:lnTo>
                  <a:pt x="419100" y="209550"/>
                </a:lnTo>
                <a:close/>
                <a:moveTo>
                  <a:pt x="533400" y="200025"/>
                </a:moveTo>
                <a:lnTo>
                  <a:pt x="561975" y="200025"/>
                </a:lnTo>
                <a:lnTo>
                  <a:pt x="561975" y="209550"/>
                </a:lnTo>
                <a:lnTo>
                  <a:pt x="542925" y="209550"/>
                </a:lnTo>
                <a:lnTo>
                  <a:pt x="542925" y="219075"/>
                </a:lnTo>
                <a:lnTo>
                  <a:pt x="514350" y="219075"/>
                </a:lnTo>
                <a:lnTo>
                  <a:pt x="514350" y="238125"/>
                </a:lnTo>
                <a:lnTo>
                  <a:pt x="495300" y="238125"/>
                </a:lnTo>
                <a:lnTo>
                  <a:pt x="495300" y="247650"/>
                </a:lnTo>
                <a:lnTo>
                  <a:pt x="485775" y="247650"/>
                </a:lnTo>
                <a:lnTo>
                  <a:pt x="485775" y="257175"/>
                </a:lnTo>
                <a:lnTo>
                  <a:pt x="476250" y="257175"/>
                </a:lnTo>
                <a:lnTo>
                  <a:pt x="476250" y="295275"/>
                </a:lnTo>
                <a:lnTo>
                  <a:pt x="466725" y="295275"/>
                </a:lnTo>
                <a:lnTo>
                  <a:pt x="466725" y="266700"/>
                </a:lnTo>
                <a:lnTo>
                  <a:pt x="457200" y="266700"/>
                </a:lnTo>
                <a:lnTo>
                  <a:pt x="457200" y="257175"/>
                </a:lnTo>
                <a:lnTo>
                  <a:pt x="466725" y="257175"/>
                </a:lnTo>
                <a:lnTo>
                  <a:pt x="466725" y="247650"/>
                </a:lnTo>
                <a:lnTo>
                  <a:pt x="476250" y="247650"/>
                </a:lnTo>
                <a:lnTo>
                  <a:pt x="476250" y="238125"/>
                </a:lnTo>
                <a:lnTo>
                  <a:pt x="485775" y="238125"/>
                </a:lnTo>
                <a:lnTo>
                  <a:pt x="485775" y="228600"/>
                </a:lnTo>
                <a:lnTo>
                  <a:pt x="495300" y="228600"/>
                </a:lnTo>
                <a:lnTo>
                  <a:pt x="495300" y="219075"/>
                </a:lnTo>
                <a:lnTo>
                  <a:pt x="504825" y="219075"/>
                </a:lnTo>
                <a:lnTo>
                  <a:pt x="504825" y="209550"/>
                </a:lnTo>
                <a:lnTo>
                  <a:pt x="533400" y="209550"/>
                </a:lnTo>
                <a:close/>
                <a:moveTo>
                  <a:pt x="1038225" y="200025"/>
                </a:moveTo>
                <a:lnTo>
                  <a:pt x="1057275" y="200025"/>
                </a:lnTo>
                <a:lnTo>
                  <a:pt x="1057275" y="209550"/>
                </a:lnTo>
                <a:lnTo>
                  <a:pt x="1076325" y="209550"/>
                </a:lnTo>
                <a:lnTo>
                  <a:pt x="1076325" y="219075"/>
                </a:lnTo>
                <a:lnTo>
                  <a:pt x="1057275" y="219075"/>
                </a:lnTo>
                <a:lnTo>
                  <a:pt x="1057275" y="247650"/>
                </a:lnTo>
                <a:lnTo>
                  <a:pt x="1047750" y="247650"/>
                </a:lnTo>
                <a:lnTo>
                  <a:pt x="1047750" y="238125"/>
                </a:lnTo>
                <a:lnTo>
                  <a:pt x="1038225" y="238125"/>
                </a:lnTo>
                <a:lnTo>
                  <a:pt x="1038225" y="228600"/>
                </a:lnTo>
                <a:lnTo>
                  <a:pt x="1028700" y="228600"/>
                </a:lnTo>
                <a:lnTo>
                  <a:pt x="1028700" y="219075"/>
                </a:lnTo>
                <a:lnTo>
                  <a:pt x="1038225" y="219075"/>
                </a:lnTo>
                <a:close/>
                <a:moveTo>
                  <a:pt x="1133475" y="200025"/>
                </a:moveTo>
                <a:lnTo>
                  <a:pt x="1152525" y="200025"/>
                </a:lnTo>
                <a:lnTo>
                  <a:pt x="1152525" y="209550"/>
                </a:lnTo>
                <a:lnTo>
                  <a:pt x="1190625" y="209550"/>
                </a:lnTo>
                <a:lnTo>
                  <a:pt x="1190625" y="219075"/>
                </a:lnTo>
                <a:lnTo>
                  <a:pt x="1143000" y="219075"/>
                </a:lnTo>
                <a:lnTo>
                  <a:pt x="1143000" y="209550"/>
                </a:lnTo>
                <a:lnTo>
                  <a:pt x="1133475" y="209550"/>
                </a:lnTo>
                <a:close/>
                <a:moveTo>
                  <a:pt x="361950" y="219075"/>
                </a:moveTo>
                <a:lnTo>
                  <a:pt x="381000" y="219075"/>
                </a:lnTo>
                <a:lnTo>
                  <a:pt x="381000" y="228600"/>
                </a:lnTo>
                <a:lnTo>
                  <a:pt x="361950" y="228600"/>
                </a:lnTo>
                <a:close/>
                <a:moveTo>
                  <a:pt x="581025" y="219075"/>
                </a:moveTo>
                <a:lnTo>
                  <a:pt x="600075" y="219075"/>
                </a:lnTo>
                <a:lnTo>
                  <a:pt x="600075" y="228600"/>
                </a:lnTo>
                <a:lnTo>
                  <a:pt x="581025" y="228600"/>
                </a:lnTo>
                <a:close/>
                <a:moveTo>
                  <a:pt x="1076325" y="219075"/>
                </a:moveTo>
                <a:lnTo>
                  <a:pt x="1085850" y="219075"/>
                </a:lnTo>
                <a:lnTo>
                  <a:pt x="1085850" y="228600"/>
                </a:lnTo>
                <a:lnTo>
                  <a:pt x="1076325" y="228600"/>
                </a:lnTo>
                <a:close/>
                <a:moveTo>
                  <a:pt x="1200150" y="219075"/>
                </a:moveTo>
                <a:lnTo>
                  <a:pt x="1219200" y="219075"/>
                </a:lnTo>
                <a:lnTo>
                  <a:pt x="1219200" y="228600"/>
                </a:lnTo>
                <a:lnTo>
                  <a:pt x="1200150" y="228600"/>
                </a:lnTo>
                <a:close/>
                <a:moveTo>
                  <a:pt x="352425" y="228600"/>
                </a:moveTo>
                <a:lnTo>
                  <a:pt x="361950" y="228600"/>
                </a:lnTo>
                <a:lnTo>
                  <a:pt x="361950" y="238125"/>
                </a:lnTo>
                <a:lnTo>
                  <a:pt x="352425" y="238125"/>
                </a:lnTo>
                <a:close/>
                <a:moveTo>
                  <a:pt x="571500" y="228600"/>
                </a:moveTo>
                <a:lnTo>
                  <a:pt x="581025" y="228600"/>
                </a:lnTo>
                <a:lnTo>
                  <a:pt x="581025" y="238125"/>
                </a:lnTo>
                <a:lnTo>
                  <a:pt x="571500" y="238125"/>
                </a:lnTo>
                <a:close/>
                <a:moveTo>
                  <a:pt x="609600" y="228600"/>
                </a:moveTo>
                <a:lnTo>
                  <a:pt x="619125" y="228600"/>
                </a:lnTo>
                <a:lnTo>
                  <a:pt x="619125" y="238125"/>
                </a:lnTo>
                <a:lnTo>
                  <a:pt x="609600" y="238125"/>
                </a:lnTo>
                <a:close/>
                <a:moveTo>
                  <a:pt x="1019175" y="228600"/>
                </a:moveTo>
                <a:lnTo>
                  <a:pt x="1028700" y="228600"/>
                </a:lnTo>
                <a:lnTo>
                  <a:pt x="1028700" y="238125"/>
                </a:lnTo>
                <a:lnTo>
                  <a:pt x="1019175" y="238125"/>
                </a:lnTo>
                <a:close/>
                <a:moveTo>
                  <a:pt x="1085850" y="228600"/>
                </a:moveTo>
                <a:lnTo>
                  <a:pt x="1095375" y="228600"/>
                </a:lnTo>
                <a:lnTo>
                  <a:pt x="1095375" y="238125"/>
                </a:lnTo>
                <a:lnTo>
                  <a:pt x="1085850" y="238125"/>
                </a:lnTo>
                <a:close/>
                <a:moveTo>
                  <a:pt x="1219200" y="228600"/>
                </a:moveTo>
                <a:lnTo>
                  <a:pt x="1228725" y="228600"/>
                </a:lnTo>
                <a:lnTo>
                  <a:pt x="1228725" y="238125"/>
                </a:lnTo>
                <a:lnTo>
                  <a:pt x="1219200" y="238125"/>
                </a:lnTo>
                <a:close/>
                <a:moveTo>
                  <a:pt x="342900" y="238125"/>
                </a:moveTo>
                <a:lnTo>
                  <a:pt x="352425" y="238125"/>
                </a:lnTo>
                <a:lnTo>
                  <a:pt x="352425" y="247650"/>
                </a:lnTo>
                <a:lnTo>
                  <a:pt x="342900" y="247650"/>
                </a:lnTo>
                <a:close/>
                <a:moveTo>
                  <a:pt x="523875" y="238125"/>
                </a:moveTo>
                <a:lnTo>
                  <a:pt x="533400" y="238125"/>
                </a:lnTo>
                <a:lnTo>
                  <a:pt x="533400" y="247650"/>
                </a:lnTo>
                <a:lnTo>
                  <a:pt x="523875" y="247650"/>
                </a:lnTo>
                <a:close/>
                <a:moveTo>
                  <a:pt x="619125" y="238125"/>
                </a:moveTo>
                <a:lnTo>
                  <a:pt x="628650" y="238125"/>
                </a:lnTo>
                <a:lnTo>
                  <a:pt x="628650" y="247650"/>
                </a:lnTo>
                <a:lnTo>
                  <a:pt x="638175" y="247650"/>
                </a:lnTo>
                <a:lnTo>
                  <a:pt x="638175" y="257175"/>
                </a:lnTo>
                <a:lnTo>
                  <a:pt x="657225" y="257175"/>
                </a:lnTo>
                <a:lnTo>
                  <a:pt x="657225" y="266700"/>
                </a:lnTo>
                <a:lnTo>
                  <a:pt x="628650" y="266700"/>
                </a:lnTo>
                <a:lnTo>
                  <a:pt x="628650" y="257175"/>
                </a:lnTo>
                <a:lnTo>
                  <a:pt x="619125" y="257175"/>
                </a:lnTo>
                <a:close/>
                <a:moveTo>
                  <a:pt x="1095375" y="238125"/>
                </a:moveTo>
                <a:lnTo>
                  <a:pt x="1104900" y="238125"/>
                </a:lnTo>
                <a:lnTo>
                  <a:pt x="1104900" y="247650"/>
                </a:lnTo>
                <a:lnTo>
                  <a:pt x="1095375" y="247650"/>
                </a:lnTo>
                <a:close/>
                <a:moveTo>
                  <a:pt x="1228725" y="238125"/>
                </a:moveTo>
                <a:lnTo>
                  <a:pt x="1238250" y="238125"/>
                </a:lnTo>
                <a:lnTo>
                  <a:pt x="1238250" y="247650"/>
                </a:lnTo>
                <a:lnTo>
                  <a:pt x="1228725" y="247650"/>
                </a:lnTo>
                <a:close/>
                <a:moveTo>
                  <a:pt x="533400" y="247650"/>
                </a:moveTo>
                <a:lnTo>
                  <a:pt x="542925" y="247650"/>
                </a:lnTo>
                <a:lnTo>
                  <a:pt x="542925" y="266700"/>
                </a:lnTo>
                <a:lnTo>
                  <a:pt x="533400" y="266700"/>
                </a:lnTo>
                <a:close/>
                <a:moveTo>
                  <a:pt x="1000125" y="247650"/>
                </a:moveTo>
                <a:lnTo>
                  <a:pt x="1009650" y="247650"/>
                </a:lnTo>
                <a:lnTo>
                  <a:pt x="1009650" y="257175"/>
                </a:lnTo>
                <a:lnTo>
                  <a:pt x="1000125" y="257175"/>
                </a:lnTo>
                <a:close/>
                <a:moveTo>
                  <a:pt x="1104900" y="247650"/>
                </a:moveTo>
                <a:lnTo>
                  <a:pt x="1114425" y="247650"/>
                </a:lnTo>
                <a:lnTo>
                  <a:pt x="1114425" y="257175"/>
                </a:lnTo>
                <a:lnTo>
                  <a:pt x="1181100" y="257175"/>
                </a:lnTo>
                <a:lnTo>
                  <a:pt x="1181100" y="266700"/>
                </a:lnTo>
                <a:lnTo>
                  <a:pt x="1190625" y="266700"/>
                </a:lnTo>
                <a:lnTo>
                  <a:pt x="1190625" y="276225"/>
                </a:lnTo>
                <a:lnTo>
                  <a:pt x="1200150" y="276225"/>
                </a:lnTo>
                <a:lnTo>
                  <a:pt x="1200150" y="485775"/>
                </a:lnTo>
                <a:lnTo>
                  <a:pt x="1190625" y="485775"/>
                </a:lnTo>
                <a:lnTo>
                  <a:pt x="1190625" y="495300"/>
                </a:lnTo>
                <a:lnTo>
                  <a:pt x="1047750" y="495300"/>
                </a:lnTo>
                <a:lnTo>
                  <a:pt x="1047750" y="476250"/>
                </a:lnTo>
                <a:lnTo>
                  <a:pt x="1066800" y="476250"/>
                </a:lnTo>
                <a:lnTo>
                  <a:pt x="1066800" y="485775"/>
                </a:lnTo>
                <a:lnTo>
                  <a:pt x="1181100" y="485775"/>
                </a:lnTo>
                <a:lnTo>
                  <a:pt x="1181100" y="476250"/>
                </a:lnTo>
                <a:lnTo>
                  <a:pt x="1190625" y="476250"/>
                </a:lnTo>
                <a:lnTo>
                  <a:pt x="1190625" y="381000"/>
                </a:lnTo>
                <a:lnTo>
                  <a:pt x="1162050" y="381000"/>
                </a:lnTo>
                <a:lnTo>
                  <a:pt x="1162050" y="371475"/>
                </a:lnTo>
                <a:lnTo>
                  <a:pt x="1171575" y="371475"/>
                </a:lnTo>
                <a:lnTo>
                  <a:pt x="1171575" y="352425"/>
                </a:lnTo>
                <a:lnTo>
                  <a:pt x="1162050" y="352425"/>
                </a:lnTo>
                <a:lnTo>
                  <a:pt x="1162050" y="285750"/>
                </a:lnTo>
                <a:lnTo>
                  <a:pt x="1152525" y="285750"/>
                </a:lnTo>
                <a:lnTo>
                  <a:pt x="1152525" y="276225"/>
                </a:lnTo>
                <a:lnTo>
                  <a:pt x="1066800" y="276225"/>
                </a:lnTo>
                <a:lnTo>
                  <a:pt x="1066800" y="266700"/>
                </a:lnTo>
                <a:lnTo>
                  <a:pt x="1104900" y="266700"/>
                </a:lnTo>
                <a:close/>
                <a:moveTo>
                  <a:pt x="1238250" y="247650"/>
                </a:moveTo>
                <a:lnTo>
                  <a:pt x="1247775" y="247650"/>
                </a:lnTo>
                <a:lnTo>
                  <a:pt x="1247775" y="323850"/>
                </a:lnTo>
                <a:lnTo>
                  <a:pt x="1238250" y="323850"/>
                </a:lnTo>
                <a:close/>
                <a:moveTo>
                  <a:pt x="333375" y="257175"/>
                </a:moveTo>
                <a:lnTo>
                  <a:pt x="342900" y="257175"/>
                </a:lnTo>
                <a:lnTo>
                  <a:pt x="342900" y="504825"/>
                </a:lnTo>
                <a:lnTo>
                  <a:pt x="333375" y="504825"/>
                </a:lnTo>
                <a:close/>
                <a:moveTo>
                  <a:pt x="400050" y="257175"/>
                </a:moveTo>
                <a:lnTo>
                  <a:pt x="419100" y="257175"/>
                </a:lnTo>
                <a:lnTo>
                  <a:pt x="419100" y="266700"/>
                </a:lnTo>
                <a:lnTo>
                  <a:pt x="400050" y="266700"/>
                </a:lnTo>
                <a:close/>
                <a:moveTo>
                  <a:pt x="933450" y="257175"/>
                </a:moveTo>
                <a:lnTo>
                  <a:pt x="962025" y="257175"/>
                </a:lnTo>
                <a:lnTo>
                  <a:pt x="962025" y="266700"/>
                </a:lnTo>
                <a:lnTo>
                  <a:pt x="933450" y="266700"/>
                </a:lnTo>
                <a:close/>
                <a:moveTo>
                  <a:pt x="990600" y="257175"/>
                </a:moveTo>
                <a:lnTo>
                  <a:pt x="1000125" y="257175"/>
                </a:lnTo>
                <a:lnTo>
                  <a:pt x="1000125" y="266700"/>
                </a:lnTo>
                <a:lnTo>
                  <a:pt x="990600" y="266700"/>
                </a:lnTo>
                <a:close/>
                <a:moveTo>
                  <a:pt x="390525" y="266700"/>
                </a:moveTo>
                <a:lnTo>
                  <a:pt x="400050" y="266700"/>
                </a:lnTo>
                <a:lnTo>
                  <a:pt x="400050" y="276225"/>
                </a:lnTo>
                <a:lnTo>
                  <a:pt x="390525" y="276225"/>
                </a:lnTo>
                <a:close/>
                <a:moveTo>
                  <a:pt x="571500" y="266700"/>
                </a:moveTo>
                <a:lnTo>
                  <a:pt x="581025" y="266700"/>
                </a:lnTo>
                <a:lnTo>
                  <a:pt x="581025" y="333375"/>
                </a:lnTo>
                <a:lnTo>
                  <a:pt x="561975" y="333375"/>
                </a:lnTo>
                <a:lnTo>
                  <a:pt x="561975" y="323850"/>
                </a:lnTo>
                <a:lnTo>
                  <a:pt x="552450" y="323850"/>
                </a:lnTo>
                <a:lnTo>
                  <a:pt x="552450" y="295275"/>
                </a:lnTo>
                <a:lnTo>
                  <a:pt x="542925" y="295275"/>
                </a:lnTo>
                <a:lnTo>
                  <a:pt x="542925" y="276225"/>
                </a:lnTo>
                <a:lnTo>
                  <a:pt x="552450" y="276225"/>
                </a:lnTo>
                <a:lnTo>
                  <a:pt x="552450" y="295275"/>
                </a:lnTo>
                <a:lnTo>
                  <a:pt x="571500" y="295275"/>
                </a:lnTo>
                <a:close/>
                <a:moveTo>
                  <a:pt x="800100" y="266700"/>
                </a:moveTo>
                <a:lnTo>
                  <a:pt x="809625" y="266700"/>
                </a:lnTo>
                <a:lnTo>
                  <a:pt x="809625" y="276225"/>
                </a:lnTo>
                <a:lnTo>
                  <a:pt x="800100" y="276225"/>
                </a:lnTo>
                <a:close/>
                <a:moveTo>
                  <a:pt x="857250" y="266700"/>
                </a:moveTo>
                <a:lnTo>
                  <a:pt x="866775" y="266700"/>
                </a:lnTo>
                <a:lnTo>
                  <a:pt x="866775" y="276225"/>
                </a:lnTo>
                <a:lnTo>
                  <a:pt x="857250" y="276225"/>
                </a:lnTo>
                <a:close/>
                <a:moveTo>
                  <a:pt x="904875" y="266700"/>
                </a:moveTo>
                <a:lnTo>
                  <a:pt x="914400" y="266700"/>
                </a:lnTo>
                <a:lnTo>
                  <a:pt x="914400" y="276225"/>
                </a:lnTo>
                <a:lnTo>
                  <a:pt x="904875" y="276225"/>
                </a:lnTo>
                <a:close/>
                <a:moveTo>
                  <a:pt x="962025" y="266700"/>
                </a:moveTo>
                <a:lnTo>
                  <a:pt x="990600" y="266700"/>
                </a:lnTo>
                <a:lnTo>
                  <a:pt x="990600" y="276225"/>
                </a:lnTo>
                <a:lnTo>
                  <a:pt x="962025" y="276225"/>
                </a:lnTo>
                <a:close/>
                <a:moveTo>
                  <a:pt x="1047750" y="266700"/>
                </a:moveTo>
                <a:lnTo>
                  <a:pt x="1057275" y="266700"/>
                </a:lnTo>
                <a:lnTo>
                  <a:pt x="1057275" y="276225"/>
                </a:lnTo>
                <a:lnTo>
                  <a:pt x="1047750" y="276225"/>
                </a:lnTo>
                <a:close/>
                <a:moveTo>
                  <a:pt x="381000" y="276225"/>
                </a:moveTo>
                <a:lnTo>
                  <a:pt x="390525" y="276225"/>
                </a:lnTo>
                <a:lnTo>
                  <a:pt x="390525" y="419100"/>
                </a:lnTo>
                <a:lnTo>
                  <a:pt x="381000" y="419100"/>
                </a:lnTo>
                <a:close/>
                <a:moveTo>
                  <a:pt x="781050" y="276225"/>
                </a:moveTo>
                <a:lnTo>
                  <a:pt x="800100" y="276225"/>
                </a:lnTo>
                <a:lnTo>
                  <a:pt x="800100" y="314325"/>
                </a:lnTo>
                <a:lnTo>
                  <a:pt x="781050" y="314325"/>
                </a:lnTo>
                <a:close/>
                <a:moveTo>
                  <a:pt x="866775" y="276225"/>
                </a:moveTo>
                <a:lnTo>
                  <a:pt x="876300" y="276225"/>
                </a:lnTo>
                <a:lnTo>
                  <a:pt x="876300" y="285750"/>
                </a:lnTo>
                <a:lnTo>
                  <a:pt x="866775" y="285750"/>
                </a:lnTo>
                <a:close/>
                <a:moveTo>
                  <a:pt x="895350" y="276225"/>
                </a:moveTo>
                <a:lnTo>
                  <a:pt x="904875" y="276225"/>
                </a:lnTo>
                <a:lnTo>
                  <a:pt x="904875" y="285750"/>
                </a:lnTo>
                <a:lnTo>
                  <a:pt x="895350" y="285750"/>
                </a:lnTo>
                <a:close/>
                <a:moveTo>
                  <a:pt x="876300" y="285750"/>
                </a:moveTo>
                <a:lnTo>
                  <a:pt x="895350" y="285750"/>
                </a:lnTo>
                <a:lnTo>
                  <a:pt x="895350" y="295275"/>
                </a:lnTo>
                <a:lnTo>
                  <a:pt x="876300" y="295275"/>
                </a:lnTo>
                <a:close/>
                <a:moveTo>
                  <a:pt x="457200" y="304800"/>
                </a:moveTo>
                <a:lnTo>
                  <a:pt x="466725" y="304800"/>
                </a:lnTo>
                <a:lnTo>
                  <a:pt x="466725" y="314325"/>
                </a:lnTo>
                <a:lnTo>
                  <a:pt x="457200" y="314325"/>
                </a:lnTo>
                <a:close/>
                <a:moveTo>
                  <a:pt x="447675" y="314325"/>
                </a:moveTo>
                <a:lnTo>
                  <a:pt x="457200" y="314325"/>
                </a:lnTo>
                <a:lnTo>
                  <a:pt x="457200" y="342900"/>
                </a:lnTo>
                <a:lnTo>
                  <a:pt x="447675" y="342900"/>
                </a:lnTo>
                <a:close/>
                <a:moveTo>
                  <a:pt x="619125" y="314325"/>
                </a:moveTo>
                <a:lnTo>
                  <a:pt x="638175" y="314325"/>
                </a:lnTo>
                <a:lnTo>
                  <a:pt x="638175" y="333375"/>
                </a:lnTo>
                <a:lnTo>
                  <a:pt x="619125" y="333375"/>
                </a:lnTo>
                <a:close/>
                <a:moveTo>
                  <a:pt x="933450" y="314325"/>
                </a:moveTo>
                <a:lnTo>
                  <a:pt x="952500" y="314325"/>
                </a:lnTo>
                <a:lnTo>
                  <a:pt x="952500" y="323850"/>
                </a:lnTo>
                <a:lnTo>
                  <a:pt x="962025" y="323850"/>
                </a:lnTo>
                <a:lnTo>
                  <a:pt x="962025" y="333375"/>
                </a:lnTo>
                <a:lnTo>
                  <a:pt x="933450" y="333375"/>
                </a:lnTo>
                <a:close/>
                <a:moveTo>
                  <a:pt x="1104900" y="323850"/>
                </a:moveTo>
                <a:lnTo>
                  <a:pt x="1123950" y="323850"/>
                </a:lnTo>
                <a:lnTo>
                  <a:pt x="1123950" y="342900"/>
                </a:lnTo>
                <a:lnTo>
                  <a:pt x="1104900" y="342900"/>
                </a:lnTo>
                <a:close/>
                <a:moveTo>
                  <a:pt x="1171575" y="333375"/>
                </a:moveTo>
                <a:lnTo>
                  <a:pt x="1190625" y="333375"/>
                </a:lnTo>
                <a:lnTo>
                  <a:pt x="1190625" y="285750"/>
                </a:lnTo>
                <a:lnTo>
                  <a:pt x="1171575" y="285750"/>
                </a:lnTo>
                <a:close/>
                <a:moveTo>
                  <a:pt x="438150" y="342900"/>
                </a:moveTo>
                <a:lnTo>
                  <a:pt x="447675" y="342900"/>
                </a:lnTo>
                <a:lnTo>
                  <a:pt x="447675" y="361950"/>
                </a:lnTo>
                <a:lnTo>
                  <a:pt x="438150" y="361950"/>
                </a:lnTo>
                <a:close/>
                <a:moveTo>
                  <a:pt x="485775" y="352425"/>
                </a:moveTo>
                <a:lnTo>
                  <a:pt x="514350" y="352425"/>
                </a:lnTo>
                <a:lnTo>
                  <a:pt x="514350" y="371475"/>
                </a:lnTo>
                <a:lnTo>
                  <a:pt x="485775" y="371475"/>
                </a:lnTo>
                <a:close/>
                <a:moveTo>
                  <a:pt x="733425" y="361950"/>
                </a:moveTo>
                <a:lnTo>
                  <a:pt x="752475" y="361950"/>
                </a:lnTo>
                <a:lnTo>
                  <a:pt x="752475" y="371475"/>
                </a:lnTo>
                <a:lnTo>
                  <a:pt x="733425" y="371475"/>
                </a:lnTo>
                <a:close/>
                <a:moveTo>
                  <a:pt x="876300" y="361950"/>
                </a:moveTo>
                <a:lnTo>
                  <a:pt x="904875" y="361950"/>
                </a:lnTo>
                <a:lnTo>
                  <a:pt x="904875" y="371475"/>
                </a:lnTo>
                <a:lnTo>
                  <a:pt x="914400" y="371475"/>
                </a:lnTo>
                <a:lnTo>
                  <a:pt x="914400" y="381000"/>
                </a:lnTo>
                <a:lnTo>
                  <a:pt x="895350" y="381000"/>
                </a:lnTo>
                <a:lnTo>
                  <a:pt x="895350" y="371475"/>
                </a:lnTo>
                <a:lnTo>
                  <a:pt x="876300" y="371475"/>
                </a:lnTo>
                <a:close/>
                <a:moveTo>
                  <a:pt x="962025" y="361950"/>
                </a:moveTo>
                <a:lnTo>
                  <a:pt x="990600" y="361950"/>
                </a:lnTo>
                <a:lnTo>
                  <a:pt x="990600" y="371475"/>
                </a:lnTo>
                <a:lnTo>
                  <a:pt x="1047750" y="371475"/>
                </a:lnTo>
                <a:lnTo>
                  <a:pt x="1047750" y="381000"/>
                </a:lnTo>
                <a:lnTo>
                  <a:pt x="1038225" y="381000"/>
                </a:lnTo>
                <a:lnTo>
                  <a:pt x="1038225" y="390525"/>
                </a:lnTo>
                <a:lnTo>
                  <a:pt x="1009650" y="390525"/>
                </a:lnTo>
                <a:lnTo>
                  <a:pt x="1009650" y="400050"/>
                </a:lnTo>
                <a:lnTo>
                  <a:pt x="1000125" y="400050"/>
                </a:lnTo>
                <a:lnTo>
                  <a:pt x="1000125" y="390525"/>
                </a:lnTo>
                <a:lnTo>
                  <a:pt x="990600" y="390525"/>
                </a:lnTo>
                <a:lnTo>
                  <a:pt x="990600" y="381000"/>
                </a:lnTo>
                <a:lnTo>
                  <a:pt x="952500" y="381000"/>
                </a:lnTo>
                <a:lnTo>
                  <a:pt x="952500" y="371475"/>
                </a:lnTo>
                <a:lnTo>
                  <a:pt x="962025" y="371475"/>
                </a:lnTo>
                <a:close/>
                <a:moveTo>
                  <a:pt x="438150" y="371475"/>
                </a:moveTo>
                <a:lnTo>
                  <a:pt x="447675" y="371475"/>
                </a:lnTo>
                <a:lnTo>
                  <a:pt x="447675" y="381000"/>
                </a:lnTo>
                <a:lnTo>
                  <a:pt x="438150" y="381000"/>
                </a:lnTo>
                <a:close/>
                <a:moveTo>
                  <a:pt x="476250" y="371475"/>
                </a:moveTo>
                <a:lnTo>
                  <a:pt x="485775" y="371475"/>
                </a:lnTo>
                <a:lnTo>
                  <a:pt x="485775" y="381000"/>
                </a:lnTo>
                <a:lnTo>
                  <a:pt x="476250" y="381000"/>
                </a:lnTo>
                <a:close/>
                <a:moveTo>
                  <a:pt x="514350" y="371475"/>
                </a:moveTo>
                <a:lnTo>
                  <a:pt x="523875" y="371475"/>
                </a:lnTo>
                <a:lnTo>
                  <a:pt x="523875" y="381000"/>
                </a:lnTo>
                <a:lnTo>
                  <a:pt x="514350" y="381000"/>
                </a:lnTo>
                <a:close/>
                <a:moveTo>
                  <a:pt x="561975" y="371475"/>
                </a:moveTo>
                <a:lnTo>
                  <a:pt x="581025" y="371475"/>
                </a:lnTo>
                <a:lnTo>
                  <a:pt x="581025" y="400050"/>
                </a:lnTo>
                <a:lnTo>
                  <a:pt x="561975" y="400050"/>
                </a:lnTo>
                <a:lnTo>
                  <a:pt x="561975" y="390525"/>
                </a:lnTo>
                <a:lnTo>
                  <a:pt x="552450" y="390525"/>
                </a:lnTo>
                <a:lnTo>
                  <a:pt x="552450" y="381000"/>
                </a:lnTo>
                <a:lnTo>
                  <a:pt x="561975" y="381000"/>
                </a:lnTo>
                <a:close/>
                <a:moveTo>
                  <a:pt x="666750" y="371475"/>
                </a:moveTo>
                <a:lnTo>
                  <a:pt x="676275" y="371475"/>
                </a:lnTo>
                <a:lnTo>
                  <a:pt x="676275" y="390525"/>
                </a:lnTo>
                <a:lnTo>
                  <a:pt x="666750" y="390525"/>
                </a:lnTo>
                <a:close/>
                <a:moveTo>
                  <a:pt x="714375" y="371475"/>
                </a:moveTo>
                <a:lnTo>
                  <a:pt x="723900" y="371475"/>
                </a:lnTo>
                <a:lnTo>
                  <a:pt x="723900" y="390525"/>
                </a:lnTo>
                <a:lnTo>
                  <a:pt x="714375" y="390525"/>
                </a:lnTo>
                <a:close/>
                <a:moveTo>
                  <a:pt x="800100" y="371475"/>
                </a:moveTo>
                <a:lnTo>
                  <a:pt x="847725" y="371475"/>
                </a:lnTo>
                <a:lnTo>
                  <a:pt x="847725" y="390525"/>
                </a:lnTo>
                <a:lnTo>
                  <a:pt x="800100" y="390525"/>
                </a:lnTo>
                <a:close/>
                <a:moveTo>
                  <a:pt x="1066800" y="371475"/>
                </a:moveTo>
                <a:lnTo>
                  <a:pt x="1114425" y="371475"/>
                </a:lnTo>
                <a:lnTo>
                  <a:pt x="1114425" y="381000"/>
                </a:lnTo>
                <a:lnTo>
                  <a:pt x="1066800" y="381000"/>
                </a:lnTo>
                <a:close/>
                <a:moveTo>
                  <a:pt x="447675" y="381000"/>
                </a:moveTo>
                <a:lnTo>
                  <a:pt x="476250" y="381000"/>
                </a:lnTo>
                <a:lnTo>
                  <a:pt x="476250" y="390525"/>
                </a:lnTo>
                <a:lnTo>
                  <a:pt x="447675" y="390525"/>
                </a:lnTo>
                <a:close/>
                <a:moveTo>
                  <a:pt x="1133475" y="381000"/>
                </a:moveTo>
                <a:lnTo>
                  <a:pt x="1152525" y="381000"/>
                </a:lnTo>
                <a:lnTo>
                  <a:pt x="1152525" y="390525"/>
                </a:lnTo>
                <a:lnTo>
                  <a:pt x="1133475" y="390525"/>
                </a:lnTo>
                <a:close/>
                <a:moveTo>
                  <a:pt x="657225" y="390525"/>
                </a:moveTo>
                <a:lnTo>
                  <a:pt x="666750" y="390525"/>
                </a:lnTo>
                <a:lnTo>
                  <a:pt x="666750" y="400050"/>
                </a:lnTo>
                <a:lnTo>
                  <a:pt x="657225" y="400050"/>
                </a:lnTo>
                <a:close/>
                <a:moveTo>
                  <a:pt x="1152525" y="428625"/>
                </a:moveTo>
                <a:lnTo>
                  <a:pt x="1162050" y="428625"/>
                </a:lnTo>
                <a:lnTo>
                  <a:pt x="1162050" y="438150"/>
                </a:lnTo>
                <a:lnTo>
                  <a:pt x="1152525" y="438150"/>
                </a:lnTo>
                <a:close/>
                <a:moveTo>
                  <a:pt x="638175" y="438150"/>
                </a:moveTo>
                <a:lnTo>
                  <a:pt x="647700" y="438150"/>
                </a:lnTo>
                <a:lnTo>
                  <a:pt x="647700" y="457200"/>
                </a:lnTo>
                <a:lnTo>
                  <a:pt x="638175" y="457200"/>
                </a:lnTo>
                <a:close/>
                <a:moveTo>
                  <a:pt x="1095375" y="438150"/>
                </a:moveTo>
                <a:lnTo>
                  <a:pt x="1104900" y="438150"/>
                </a:lnTo>
                <a:lnTo>
                  <a:pt x="1104900" y="447675"/>
                </a:lnTo>
                <a:lnTo>
                  <a:pt x="1095375" y="447675"/>
                </a:lnTo>
                <a:close/>
                <a:moveTo>
                  <a:pt x="1152525" y="447675"/>
                </a:moveTo>
                <a:lnTo>
                  <a:pt x="1162050" y="447675"/>
                </a:lnTo>
                <a:lnTo>
                  <a:pt x="1162050" y="457200"/>
                </a:lnTo>
                <a:lnTo>
                  <a:pt x="1152525" y="457200"/>
                </a:lnTo>
                <a:close/>
                <a:moveTo>
                  <a:pt x="381000" y="457200"/>
                </a:moveTo>
                <a:lnTo>
                  <a:pt x="390525" y="457200"/>
                </a:lnTo>
                <a:lnTo>
                  <a:pt x="390525" y="476250"/>
                </a:lnTo>
                <a:lnTo>
                  <a:pt x="400050" y="476250"/>
                </a:lnTo>
                <a:lnTo>
                  <a:pt x="400050" y="485775"/>
                </a:lnTo>
                <a:lnTo>
                  <a:pt x="523875" y="485775"/>
                </a:lnTo>
                <a:lnTo>
                  <a:pt x="523875" y="466725"/>
                </a:lnTo>
                <a:lnTo>
                  <a:pt x="533400" y="466725"/>
                </a:lnTo>
                <a:lnTo>
                  <a:pt x="533400" y="476250"/>
                </a:lnTo>
                <a:lnTo>
                  <a:pt x="628650" y="476250"/>
                </a:lnTo>
                <a:lnTo>
                  <a:pt x="628650" y="485775"/>
                </a:lnTo>
                <a:lnTo>
                  <a:pt x="647700" y="485775"/>
                </a:lnTo>
                <a:lnTo>
                  <a:pt x="647700" y="476250"/>
                </a:lnTo>
                <a:lnTo>
                  <a:pt x="657225" y="476250"/>
                </a:lnTo>
                <a:lnTo>
                  <a:pt x="657225" y="466725"/>
                </a:lnTo>
                <a:lnTo>
                  <a:pt x="647700" y="466725"/>
                </a:lnTo>
                <a:lnTo>
                  <a:pt x="647700" y="457200"/>
                </a:lnTo>
                <a:lnTo>
                  <a:pt x="657225" y="457200"/>
                </a:lnTo>
                <a:lnTo>
                  <a:pt x="657225" y="466725"/>
                </a:lnTo>
                <a:lnTo>
                  <a:pt x="666750" y="466725"/>
                </a:lnTo>
                <a:lnTo>
                  <a:pt x="666750" y="495300"/>
                </a:lnTo>
                <a:lnTo>
                  <a:pt x="390525" y="495300"/>
                </a:lnTo>
                <a:lnTo>
                  <a:pt x="390525" y="485775"/>
                </a:lnTo>
                <a:lnTo>
                  <a:pt x="381000" y="485775"/>
                </a:lnTo>
                <a:close/>
                <a:moveTo>
                  <a:pt x="323850" y="504825"/>
                </a:moveTo>
                <a:lnTo>
                  <a:pt x="333375" y="504825"/>
                </a:lnTo>
                <a:lnTo>
                  <a:pt x="333375" y="514350"/>
                </a:lnTo>
                <a:lnTo>
                  <a:pt x="323850" y="514350"/>
                </a:lnTo>
                <a:close/>
                <a:moveTo>
                  <a:pt x="314325" y="514350"/>
                </a:moveTo>
                <a:lnTo>
                  <a:pt x="323850" y="514350"/>
                </a:lnTo>
                <a:lnTo>
                  <a:pt x="323850" y="523875"/>
                </a:lnTo>
                <a:lnTo>
                  <a:pt x="314325" y="523875"/>
                </a:lnTo>
                <a:close/>
                <a:moveTo>
                  <a:pt x="314325" y="552450"/>
                </a:moveTo>
                <a:lnTo>
                  <a:pt x="323850" y="552450"/>
                </a:lnTo>
                <a:lnTo>
                  <a:pt x="323850" y="571500"/>
                </a:lnTo>
                <a:lnTo>
                  <a:pt x="314325" y="571500"/>
                </a:lnTo>
                <a:close/>
                <a:moveTo>
                  <a:pt x="1266825" y="561975"/>
                </a:moveTo>
                <a:lnTo>
                  <a:pt x="1276350" y="561975"/>
                </a:lnTo>
                <a:lnTo>
                  <a:pt x="1276350" y="571500"/>
                </a:lnTo>
                <a:lnTo>
                  <a:pt x="1266825" y="571500"/>
                </a:lnTo>
                <a:close/>
                <a:moveTo>
                  <a:pt x="304800" y="571500"/>
                </a:moveTo>
                <a:lnTo>
                  <a:pt x="314325" y="571500"/>
                </a:lnTo>
                <a:lnTo>
                  <a:pt x="314325" y="581025"/>
                </a:lnTo>
                <a:lnTo>
                  <a:pt x="304800" y="581025"/>
                </a:lnTo>
                <a:close/>
                <a:moveTo>
                  <a:pt x="1276350" y="581025"/>
                </a:moveTo>
                <a:lnTo>
                  <a:pt x="1285875" y="581025"/>
                </a:lnTo>
                <a:lnTo>
                  <a:pt x="1285875" y="590550"/>
                </a:lnTo>
                <a:lnTo>
                  <a:pt x="1276350" y="590550"/>
                </a:lnTo>
                <a:close/>
                <a:moveTo>
                  <a:pt x="295275" y="590550"/>
                </a:moveTo>
                <a:lnTo>
                  <a:pt x="304800" y="590550"/>
                </a:lnTo>
                <a:lnTo>
                  <a:pt x="304800" y="600075"/>
                </a:lnTo>
                <a:lnTo>
                  <a:pt x="295275" y="600075"/>
                </a:lnTo>
                <a:close/>
                <a:moveTo>
                  <a:pt x="1285875" y="600075"/>
                </a:moveTo>
                <a:lnTo>
                  <a:pt x="1295400" y="600075"/>
                </a:lnTo>
                <a:lnTo>
                  <a:pt x="1295400" y="609600"/>
                </a:lnTo>
                <a:lnTo>
                  <a:pt x="1285875" y="609600"/>
                </a:lnTo>
                <a:close/>
                <a:moveTo>
                  <a:pt x="1295400" y="609600"/>
                </a:moveTo>
                <a:lnTo>
                  <a:pt x="1304925" y="609600"/>
                </a:lnTo>
                <a:lnTo>
                  <a:pt x="1304925" y="619125"/>
                </a:lnTo>
                <a:lnTo>
                  <a:pt x="1295400" y="619125"/>
                </a:lnTo>
                <a:close/>
                <a:moveTo>
                  <a:pt x="276225" y="619125"/>
                </a:moveTo>
                <a:lnTo>
                  <a:pt x="285750" y="619125"/>
                </a:lnTo>
                <a:lnTo>
                  <a:pt x="285750" y="628650"/>
                </a:lnTo>
                <a:lnTo>
                  <a:pt x="276225" y="628650"/>
                </a:lnTo>
                <a:close/>
                <a:moveTo>
                  <a:pt x="266700" y="628650"/>
                </a:moveTo>
                <a:lnTo>
                  <a:pt x="276225" y="628650"/>
                </a:lnTo>
                <a:lnTo>
                  <a:pt x="276225" y="638175"/>
                </a:lnTo>
                <a:lnTo>
                  <a:pt x="266700" y="638175"/>
                </a:lnTo>
                <a:close/>
                <a:moveTo>
                  <a:pt x="1304925" y="628650"/>
                </a:moveTo>
                <a:lnTo>
                  <a:pt x="1314450" y="628650"/>
                </a:lnTo>
                <a:lnTo>
                  <a:pt x="1314450" y="638175"/>
                </a:lnTo>
                <a:lnTo>
                  <a:pt x="1304925" y="638175"/>
                </a:lnTo>
                <a:close/>
                <a:moveTo>
                  <a:pt x="257175" y="647700"/>
                </a:moveTo>
                <a:lnTo>
                  <a:pt x="266700" y="647700"/>
                </a:lnTo>
                <a:lnTo>
                  <a:pt x="266700" y="666750"/>
                </a:lnTo>
                <a:lnTo>
                  <a:pt x="257175" y="666750"/>
                </a:lnTo>
                <a:close/>
                <a:moveTo>
                  <a:pt x="1314450" y="647700"/>
                </a:moveTo>
                <a:lnTo>
                  <a:pt x="1323975" y="647700"/>
                </a:lnTo>
                <a:lnTo>
                  <a:pt x="1323975" y="657225"/>
                </a:lnTo>
                <a:lnTo>
                  <a:pt x="1314450" y="657225"/>
                </a:lnTo>
                <a:close/>
                <a:moveTo>
                  <a:pt x="257175" y="695325"/>
                </a:moveTo>
                <a:lnTo>
                  <a:pt x="266700" y="695325"/>
                </a:lnTo>
                <a:lnTo>
                  <a:pt x="266700" y="714375"/>
                </a:lnTo>
                <a:lnTo>
                  <a:pt x="257175" y="714375"/>
                </a:lnTo>
                <a:close/>
                <a:moveTo>
                  <a:pt x="1314450" y="704850"/>
                </a:moveTo>
                <a:lnTo>
                  <a:pt x="1323975" y="704850"/>
                </a:lnTo>
                <a:lnTo>
                  <a:pt x="1323975" y="714375"/>
                </a:lnTo>
                <a:lnTo>
                  <a:pt x="1314450" y="714375"/>
                </a:lnTo>
                <a:close/>
                <a:moveTo>
                  <a:pt x="295275" y="742950"/>
                </a:moveTo>
                <a:lnTo>
                  <a:pt x="314325" y="742950"/>
                </a:lnTo>
                <a:lnTo>
                  <a:pt x="314325" y="752475"/>
                </a:lnTo>
                <a:lnTo>
                  <a:pt x="295275" y="752475"/>
                </a:lnTo>
                <a:close/>
                <a:moveTo>
                  <a:pt x="1276350" y="742950"/>
                </a:moveTo>
                <a:lnTo>
                  <a:pt x="1285875" y="742950"/>
                </a:lnTo>
                <a:lnTo>
                  <a:pt x="1285875" y="752475"/>
                </a:lnTo>
                <a:lnTo>
                  <a:pt x="1276350" y="752475"/>
                </a:lnTo>
                <a:close/>
                <a:moveTo>
                  <a:pt x="314325" y="752475"/>
                </a:moveTo>
                <a:lnTo>
                  <a:pt x="323850" y="752475"/>
                </a:lnTo>
                <a:lnTo>
                  <a:pt x="323850" y="762000"/>
                </a:lnTo>
                <a:lnTo>
                  <a:pt x="314325" y="762000"/>
                </a:lnTo>
                <a:close/>
                <a:moveTo>
                  <a:pt x="1009650" y="904875"/>
                </a:moveTo>
                <a:lnTo>
                  <a:pt x="1038225" y="904875"/>
                </a:lnTo>
                <a:lnTo>
                  <a:pt x="1038225" y="923925"/>
                </a:lnTo>
                <a:lnTo>
                  <a:pt x="1009650" y="923925"/>
                </a:lnTo>
                <a:close/>
                <a:moveTo>
                  <a:pt x="1247775" y="904875"/>
                </a:moveTo>
                <a:lnTo>
                  <a:pt x="1257300" y="904875"/>
                </a:lnTo>
                <a:lnTo>
                  <a:pt x="1257300" y="971550"/>
                </a:lnTo>
                <a:lnTo>
                  <a:pt x="1247775" y="971550"/>
                </a:lnTo>
                <a:close/>
                <a:moveTo>
                  <a:pt x="962025" y="1228725"/>
                </a:moveTo>
                <a:lnTo>
                  <a:pt x="1143000" y="1228725"/>
                </a:lnTo>
                <a:lnTo>
                  <a:pt x="1143000" y="1238250"/>
                </a:lnTo>
                <a:lnTo>
                  <a:pt x="1152525" y="1238250"/>
                </a:lnTo>
                <a:lnTo>
                  <a:pt x="1152525" y="1228725"/>
                </a:lnTo>
                <a:lnTo>
                  <a:pt x="1162050" y="1228725"/>
                </a:lnTo>
                <a:lnTo>
                  <a:pt x="1162050" y="1238250"/>
                </a:lnTo>
                <a:lnTo>
                  <a:pt x="1171575" y="1238250"/>
                </a:lnTo>
                <a:lnTo>
                  <a:pt x="1171575" y="1247775"/>
                </a:lnTo>
                <a:lnTo>
                  <a:pt x="1152525" y="1247775"/>
                </a:lnTo>
                <a:lnTo>
                  <a:pt x="1152525" y="1257300"/>
                </a:lnTo>
                <a:lnTo>
                  <a:pt x="1143000" y="1257300"/>
                </a:lnTo>
                <a:lnTo>
                  <a:pt x="1143000" y="1266825"/>
                </a:lnTo>
                <a:lnTo>
                  <a:pt x="1133475" y="1266825"/>
                </a:lnTo>
                <a:lnTo>
                  <a:pt x="1133475" y="1285875"/>
                </a:lnTo>
                <a:lnTo>
                  <a:pt x="1123950" y="1285875"/>
                </a:lnTo>
                <a:lnTo>
                  <a:pt x="1123950" y="1276350"/>
                </a:lnTo>
                <a:lnTo>
                  <a:pt x="1076325" y="1276350"/>
                </a:lnTo>
                <a:lnTo>
                  <a:pt x="1076325" y="1285875"/>
                </a:lnTo>
                <a:lnTo>
                  <a:pt x="1047750" y="1285875"/>
                </a:lnTo>
                <a:lnTo>
                  <a:pt x="1047750" y="1276350"/>
                </a:lnTo>
                <a:lnTo>
                  <a:pt x="1066800" y="1276350"/>
                </a:lnTo>
                <a:lnTo>
                  <a:pt x="1066800" y="1257300"/>
                </a:lnTo>
                <a:lnTo>
                  <a:pt x="1019175" y="1257300"/>
                </a:lnTo>
                <a:lnTo>
                  <a:pt x="1019175" y="1266825"/>
                </a:lnTo>
                <a:lnTo>
                  <a:pt x="1009650" y="1266825"/>
                </a:lnTo>
                <a:lnTo>
                  <a:pt x="1009650" y="1276350"/>
                </a:lnTo>
                <a:lnTo>
                  <a:pt x="981075" y="1276350"/>
                </a:lnTo>
                <a:lnTo>
                  <a:pt x="981075" y="1285875"/>
                </a:lnTo>
                <a:lnTo>
                  <a:pt x="952500" y="1285875"/>
                </a:lnTo>
                <a:lnTo>
                  <a:pt x="952500" y="1276350"/>
                </a:lnTo>
                <a:lnTo>
                  <a:pt x="942975" y="1276350"/>
                </a:lnTo>
                <a:lnTo>
                  <a:pt x="942975" y="1257300"/>
                </a:lnTo>
                <a:lnTo>
                  <a:pt x="923925" y="1257300"/>
                </a:lnTo>
                <a:lnTo>
                  <a:pt x="923925" y="1276350"/>
                </a:lnTo>
                <a:lnTo>
                  <a:pt x="885825" y="1276350"/>
                </a:lnTo>
                <a:lnTo>
                  <a:pt x="885825" y="1257300"/>
                </a:lnTo>
                <a:lnTo>
                  <a:pt x="876300" y="1257300"/>
                </a:lnTo>
                <a:lnTo>
                  <a:pt x="876300" y="1247775"/>
                </a:lnTo>
                <a:lnTo>
                  <a:pt x="942975" y="1247775"/>
                </a:lnTo>
                <a:lnTo>
                  <a:pt x="942975" y="1238250"/>
                </a:lnTo>
                <a:lnTo>
                  <a:pt x="962025" y="1238250"/>
                </a:lnTo>
                <a:close/>
                <a:moveTo>
                  <a:pt x="428625" y="1247775"/>
                </a:moveTo>
                <a:lnTo>
                  <a:pt x="457200" y="1247775"/>
                </a:lnTo>
                <a:lnTo>
                  <a:pt x="457200" y="1257300"/>
                </a:lnTo>
                <a:lnTo>
                  <a:pt x="447675" y="1257300"/>
                </a:lnTo>
                <a:lnTo>
                  <a:pt x="447675" y="1266825"/>
                </a:lnTo>
                <a:lnTo>
                  <a:pt x="400050" y="1266825"/>
                </a:lnTo>
                <a:lnTo>
                  <a:pt x="400050" y="1257300"/>
                </a:lnTo>
                <a:lnTo>
                  <a:pt x="428625" y="1257300"/>
                </a:lnTo>
                <a:close/>
                <a:moveTo>
                  <a:pt x="790575" y="1247775"/>
                </a:moveTo>
                <a:lnTo>
                  <a:pt x="809625" y="1247775"/>
                </a:lnTo>
                <a:lnTo>
                  <a:pt x="809625" y="1257300"/>
                </a:lnTo>
                <a:lnTo>
                  <a:pt x="790575" y="1257300"/>
                </a:lnTo>
                <a:close/>
                <a:moveTo>
                  <a:pt x="1171575" y="1247775"/>
                </a:moveTo>
                <a:lnTo>
                  <a:pt x="1181100" y="1247775"/>
                </a:lnTo>
                <a:lnTo>
                  <a:pt x="1181100" y="1257300"/>
                </a:lnTo>
                <a:lnTo>
                  <a:pt x="1171575" y="1257300"/>
                </a:lnTo>
                <a:close/>
                <a:moveTo>
                  <a:pt x="866775" y="1257300"/>
                </a:moveTo>
                <a:lnTo>
                  <a:pt x="876300" y="1257300"/>
                </a:lnTo>
                <a:lnTo>
                  <a:pt x="876300" y="1285875"/>
                </a:lnTo>
                <a:lnTo>
                  <a:pt x="790575" y="1285875"/>
                </a:lnTo>
                <a:lnTo>
                  <a:pt x="790575" y="1276350"/>
                </a:lnTo>
                <a:lnTo>
                  <a:pt x="866775" y="1276350"/>
                </a:lnTo>
                <a:close/>
                <a:moveTo>
                  <a:pt x="1181100" y="1257300"/>
                </a:moveTo>
                <a:lnTo>
                  <a:pt x="1209675" y="1257300"/>
                </a:lnTo>
                <a:lnTo>
                  <a:pt x="1209675" y="1266825"/>
                </a:lnTo>
                <a:lnTo>
                  <a:pt x="1181100" y="1266825"/>
                </a:lnTo>
                <a:close/>
                <a:moveTo>
                  <a:pt x="533400" y="1276350"/>
                </a:moveTo>
                <a:lnTo>
                  <a:pt x="561975" y="1276350"/>
                </a:lnTo>
                <a:lnTo>
                  <a:pt x="561975" y="1285875"/>
                </a:lnTo>
                <a:lnTo>
                  <a:pt x="533400" y="1285875"/>
                </a:lnTo>
                <a:close/>
                <a:moveTo>
                  <a:pt x="952500" y="1276350"/>
                </a:moveTo>
                <a:lnTo>
                  <a:pt x="962025" y="1276350"/>
                </a:lnTo>
                <a:lnTo>
                  <a:pt x="962025" y="1257300"/>
                </a:lnTo>
                <a:lnTo>
                  <a:pt x="952500" y="1257300"/>
                </a:lnTo>
                <a:close/>
              </a:path>
            </a:pathLst>
          </a:custGeom>
          <a:solidFill xmlns:a="http://schemas.openxmlformats.org/drawingml/2006/main">
            <a:srgbClr val="FFEAD1"/>
          </a:solidFill>
          <a:ln xmlns:a="http://schemas.openxmlformats.org/drawingml/2006/main" w="0">
            <a:noFill/>
          </a:ln>
        </p:spPr>
      </p:sp>
      <p:sp>
        <p:nvSpPr>
          <p:cNvPr id="59" name="logo vector #ffe8be">
            <a:extLst xmlns:a="http://schemas.openxmlformats.org/drawingml/2006/main">
              <a:ext uri="{FF2B5EF4-FFF2-40B4-BE49-F238E27FC236}">
                <a16:creationId xmlns:a16="http://schemas.microsoft.com/office/drawing/2014/main" id="{0684F259-5614-4A48-9736-C3A848847A1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219700" y="4476750"/>
            <a:ext cx="1581150" cy="1485900"/>
          </a:xfrm>
          <a:custGeom xmlns:a="http://schemas.openxmlformats.org/drawingml/2006/main">
            <a:pathLst>
              <a:path w="1581150" h="1485900">
                <a:moveTo>
                  <a:pt x="381000" y="47625"/>
                </a:moveTo>
                <a:lnTo>
                  <a:pt x="390525" y="47625"/>
                </a:lnTo>
                <a:lnTo>
                  <a:pt x="390525" y="57150"/>
                </a:lnTo>
                <a:lnTo>
                  <a:pt x="381000" y="57150"/>
                </a:lnTo>
                <a:close/>
                <a:moveTo>
                  <a:pt x="1190625" y="47625"/>
                </a:moveTo>
                <a:lnTo>
                  <a:pt x="1200150" y="47625"/>
                </a:lnTo>
                <a:lnTo>
                  <a:pt x="1200150" y="57150"/>
                </a:lnTo>
                <a:lnTo>
                  <a:pt x="1190625" y="57150"/>
                </a:lnTo>
                <a:close/>
                <a:moveTo>
                  <a:pt x="342900" y="57150"/>
                </a:moveTo>
                <a:lnTo>
                  <a:pt x="352425" y="57150"/>
                </a:lnTo>
                <a:lnTo>
                  <a:pt x="352425" y="66675"/>
                </a:lnTo>
                <a:lnTo>
                  <a:pt x="342900" y="66675"/>
                </a:lnTo>
                <a:close/>
                <a:moveTo>
                  <a:pt x="1228725" y="57150"/>
                </a:moveTo>
                <a:lnTo>
                  <a:pt x="1238250" y="57150"/>
                </a:lnTo>
                <a:lnTo>
                  <a:pt x="1238250" y="66675"/>
                </a:lnTo>
                <a:lnTo>
                  <a:pt x="1228725" y="66675"/>
                </a:lnTo>
                <a:close/>
                <a:moveTo>
                  <a:pt x="314325" y="66675"/>
                </a:moveTo>
                <a:lnTo>
                  <a:pt x="323850" y="66675"/>
                </a:lnTo>
                <a:lnTo>
                  <a:pt x="323850" y="76200"/>
                </a:lnTo>
                <a:lnTo>
                  <a:pt x="314325" y="76200"/>
                </a:lnTo>
                <a:close/>
                <a:moveTo>
                  <a:pt x="1247775" y="66675"/>
                </a:moveTo>
                <a:lnTo>
                  <a:pt x="1257300" y="66675"/>
                </a:lnTo>
                <a:lnTo>
                  <a:pt x="1257300" y="76200"/>
                </a:lnTo>
                <a:lnTo>
                  <a:pt x="1247775" y="76200"/>
                </a:lnTo>
                <a:close/>
                <a:moveTo>
                  <a:pt x="295275" y="76200"/>
                </a:moveTo>
                <a:lnTo>
                  <a:pt x="304800" y="76200"/>
                </a:lnTo>
                <a:lnTo>
                  <a:pt x="304800" y="85725"/>
                </a:lnTo>
                <a:lnTo>
                  <a:pt x="295275" y="85725"/>
                </a:lnTo>
                <a:close/>
                <a:moveTo>
                  <a:pt x="419100" y="76200"/>
                </a:moveTo>
                <a:lnTo>
                  <a:pt x="1028700" y="76200"/>
                </a:lnTo>
                <a:lnTo>
                  <a:pt x="1028700" y="85725"/>
                </a:lnTo>
                <a:lnTo>
                  <a:pt x="419100" y="85725"/>
                </a:lnTo>
                <a:close/>
                <a:moveTo>
                  <a:pt x="1162050" y="76200"/>
                </a:moveTo>
                <a:lnTo>
                  <a:pt x="1181100" y="76200"/>
                </a:lnTo>
                <a:lnTo>
                  <a:pt x="1181100" y="85725"/>
                </a:lnTo>
                <a:lnTo>
                  <a:pt x="1162050" y="85725"/>
                </a:lnTo>
                <a:close/>
                <a:moveTo>
                  <a:pt x="1276350" y="76200"/>
                </a:moveTo>
                <a:lnTo>
                  <a:pt x="1285875" y="76200"/>
                </a:lnTo>
                <a:lnTo>
                  <a:pt x="1285875" y="85725"/>
                </a:lnTo>
                <a:lnTo>
                  <a:pt x="1276350" y="85725"/>
                </a:lnTo>
                <a:close/>
                <a:moveTo>
                  <a:pt x="371475" y="85725"/>
                </a:moveTo>
                <a:lnTo>
                  <a:pt x="381000" y="85725"/>
                </a:lnTo>
                <a:lnTo>
                  <a:pt x="381000" y="95250"/>
                </a:lnTo>
                <a:lnTo>
                  <a:pt x="371475" y="95250"/>
                </a:lnTo>
                <a:close/>
                <a:moveTo>
                  <a:pt x="1209675" y="85725"/>
                </a:moveTo>
                <a:lnTo>
                  <a:pt x="1219200" y="85725"/>
                </a:lnTo>
                <a:lnTo>
                  <a:pt x="1219200" y="95250"/>
                </a:lnTo>
                <a:lnTo>
                  <a:pt x="1209675" y="95250"/>
                </a:lnTo>
                <a:close/>
                <a:moveTo>
                  <a:pt x="1295400" y="85725"/>
                </a:moveTo>
                <a:lnTo>
                  <a:pt x="1304925" y="85725"/>
                </a:lnTo>
                <a:lnTo>
                  <a:pt x="1304925" y="95250"/>
                </a:lnTo>
                <a:lnTo>
                  <a:pt x="1295400" y="95250"/>
                </a:lnTo>
                <a:close/>
                <a:moveTo>
                  <a:pt x="266700" y="95250"/>
                </a:moveTo>
                <a:lnTo>
                  <a:pt x="276225" y="95250"/>
                </a:lnTo>
                <a:lnTo>
                  <a:pt x="276225" y="104775"/>
                </a:lnTo>
                <a:lnTo>
                  <a:pt x="266700" y="104775"/>
                </a:lnTo>
                <a:close/>
                <a:moveTo>
                  <a:pt x="342900" y="95250"/>
                </a:moveTo>
                <a:lnTo>
                  <a:pt x="361950" y="95250"/>
                </a:lnTo>
                <a:lnTo>
                  <a:pt x="361950" y="104775"/>
                </a:lnTo>
                <a:lnTo>
                  <a:pt x="342900" y="104775"/>
                </a:lnTo>
                <a:close/>
                <a:moveTo>
                  <a:pt x="1228725" y="95250"/>
                </a:moveTo>
                <a:lnTo>
                  <a:pt x="1247775" y="95250"/>
                </a:lnTo>
                <a:lnTo>
                  <a:pt x="1247775" y="104775"/>
                </a:lnTo>
                <a:lnTo>
                  <a:pt x="1228725" y="104775"/>
                </a:lnTo>
                <a:close/>
                <a:moveTo>
                  <a:pt x="1304925" y="95250"/>
                </a:moveTo>
                <a:lnTo>
                  <a:pt x="1314450" y="95250"/>
                </a:lnTo>
                <a:lnTo>
                  <a:pt x="1314450" y="104775"/>
                </a:lnTo>
                <a:lnTo>
                  <a:pt x="1304925" y="104775"/>
                </a:lnTo>
                <a:close/>
                <a:moveTo>
                  <a:pt x="323850" y="104775"/>
                </a:moveTo>
                <a:lnTo>
                  <a:pt x="333375" y="104775"/>
                </a:lnTo>
                <a:lnTo>
                  <a:pt x="333375" y="114300"/>
                </a:lnTo>
                <a:lnTo>
                  <a:pt x="323850" y="114300"/>
                </a:lnTo>
                <a:close/>
                <a:moveTo>
                  <a:pt x="1247775" y="104775"/>
                </a:moveTo>
                <a:lnTo>
                  <a:pt x="1257300" y="104775"/>
                </a:lnTo>
                <a:lnTo>
                  <a:pt x="1257300" y="114300"/>
                </a:lnTo>
                <a:lnTo>
                  <a:pt x="1247775" y="114300"/>
                </a:lnTo>
                <a:close/>
                <a:moveTo>
                  <a:pt x="1323975" y="104775"/>
                </a:moveTo>
                <a:lnTo>
                  <a:pt x="1333500" y="104775"/>
                </a:lnTo>
                <a:lnTo>
                  <a:pt x="1333500" y="114300"/>
                </a:lnTo>
                <a:lnTo>
                  <a:pt x="1323975" y="114300"/>
                </a:lnTo>
                <a:close/>
                <a:moveTo>
                  <a:pt x="304800" y="114300"/>
                </a:moveTo>
                <a:lnTo>
                  <a:pt x="314325" y="114300"/>
                </a:lnTo>
                <a:lnTo>
                  <a:pt x="314325" y="123825"/>
                </a:lnTo>
                <a:lnTo>
                  <a:pt x="304800" y="123825"/>
                </a:lnTo>
                <a:close/>
                <a:moveTo>
                  <a:pt x="1266825" y="114300"/>
                </a:moveTo>
                <a:lnTo>
                  <a:pt x="1276350" y="114300"/>
                </a:lnTo>
                <a:lnTo>
                  <a:pt x="1276350" y="123825"/>
                </a:lnTo>
                <a:lnTo>
                  <a:pt x="1266825" y="123825"/>
                </a:lnTo>
                <a:close/>
                <a:moveTo>
                  <a:pt x="1333500" y="114300"/>
                </a:moveTo>
                <a:lnTo>
                  <a:pt x="1343025" y="114300"/>
                </a:lnTo>
                <a:lnTo>
                  <a:pt x="1343025" y="123825"/>
                </a:lnTo>
                <a:lnTo>
                  <a:pt x="1333500" y="123825"/>
                </a:lnTo>
                <a:close/>
                <a:moveTo>
                  <a:pt x="295275" y="123825"/>
                </a:moveTo>
                <a:lnTo>
                  <a:pt x="304800" y="123825"/>
                </a:lnTo>
                <a:lnTo>
                  <a:pt x="304800" y="133350"/>
                </a:lnTo>
                <a:lnTo>
                  <a:pt x="295275" y="133350"/>
                </a:lnTo>
                <a:close/>
                <a:moveTo>
                  <a:pt x="1343025" y="123825"/>
                </a:moveTo>
                <a:lnTo>
                  <a:pt x="1352550" y="123825"/>
                </a:lnTo>
                <a:lnTo>
                  <a:pt x="1352550" y="133350"/>
                </a:lnTo>
                <a:lnTo>
                  <a:pt x="1343025" y="133350"/>
                </a:lnTo>
                <a:close/>
                <a:moveTo>
                  <a:pt x="276225" y="133350"/>
                </a:moveTo>
                <a:lnTo>
                  <a:pt x="285750" y="133350"/>
                </a:lnTo>
                <a:lnTo>
                  <a:pt x="285750" y="142875"/>
                </a:lnTo>
                <a:lnTo>
                  <a:pt x="276225" y="142875"/>
                </a:lnTo>
                <a:close/>
                <a:moveTo>
                  <a:pt x="1295400" y="133350"/>
                </a:moveTo>
                <a:lnTo>
                  <a:pt x="1304925" y="133350"/>
                </a:lnTo>
                <a:lnTo>
                  <a:pt x="1304925" y="142875"/>
                </a:lnTo>
                <a:lnTo>
                  <a:pt x="1295400" y="142875"/>
                </a:lnTo>
                <a:close/>
                <a:moveTo>
                  <a:pt x="1352550" y="133350"/>
                </a:moveTo>
                <a:lnTo>
                  <a:pt x="1362075" y="133350"/>
                </a:lnTo>
                <a:lnTo>
                  <a:pt x="1362075" y="142875"/>
                </a:lnTo>
                <a:lnTo>
                  <a:pt x="1352550" y="142875"/>
                </a:lnTo>
                <a:close/>
                <a:moveTo>
                  <a:pt x="266700" y="142875"/>
                </a:moveTo>
                <a:lnTo>
                  <a:pt x="276225" y="142875"/>
                </a:lnTo>
                <a:lnTo>
                  <a:pt x="276225" y="152400"/>
                </a:lnTo>
                <a:lnTo>
                  <a:pt x="266700" y="152400"/>
                </a:lnTo>
                <a:close/>
                <a:moveTo>
                  <a:pt x="1304925" y="142875"/>
                </a:moveTo>
                <a:lnTo>
                  <a:pt x="1314450" y="142875"/>
                </a:lnTo>
                <a:lnTo>
                  <a:pt x="1314450" y="152400"/>
                </a:lnTo>
                <a:lnTo>
                  <a:pt x="1304925" y="152400"/>
                </a:lnTo>
                <a:close/>
                <a:moveTo>
                  <a:pt x="1362075" y="142875"/>
                </a:moveTo>
                <a:lnTo>
                  <a:pt x="1371600" y="142875"/>
                </a:lnTo>
                <a:lnTo>
                  <a:pt x="1371600" y="152400"/>
                </a:lnTo>
                <a:lnTo>
                  <a:pt x="1362075" y="152400"/>
                </a:lnTo>
                <a:close/>
                <a:moveTo>
                  <a:pt x="257175" y="152400"/>
                </a:moveTo>
                <a:lnTo>
                  <a:pt x="266700" y="152400"/>
                </a:lnTo>
                <a:lnTo>
                  <a:pt x="266700" y="161925"/>
                </a:lnTo>
                <a:lnTo>
                  <a:pt x="257175" y="161925"/>
                </a:lnTo>
                <a:close/>
                <a:moveTo>
                  <a:pt x="1314450" y="152400"/>
                </a:moveTo>
                <a:lnTo>
                  <a:pt x="1323975" y="152400"/>
                </a:lnTo>
                <a:lnTo>
                  <a:pt x="1323975" y="161925"/>
                </a:lnTo>
                <a:lnTo>
                  <a:pt x="1314450" y="161925"/>
                </a:lnTo>
                <a:close/>
                <a:moveTo>
                  <a:pt x="200025" y="161925"/>
                </a:moveTo>
                <a:lnTo>
                  <a:pt x="209550" y="161925"/>
                </a:lnTo>
                <a:lnTo>
                  <a:pt x="209550" y="171450"/>
                </a:lnTo>
                <a:lnTo>
                  <a:pt x="200025" y="171450"/>
                </a:lnTo>
                <a:close/>
                <a:moveTo>
                  <a:pt x="247650" y="161925"/>
                </a:moveTo>
                <a:lnTo>
                  <a:pt x="257175" y="161925"/>
                </a:lnTo>
                <a:lnTo>
                  <a:pt x="257175" y="171450"/>
                </a:lnTo>
                <a:lnTo>
                  <a:pt x="247650" y="171450"/>
                </a:lnTo>
                <a:close/>
                <a:moveTo>
                  <a:pt x="1323975" y="161925"/>
                </a:moveTo>
                <a:lnTo>
                  <a:pt x="1333500" y="161925"/>
                </a:lnTo>
                <a:lnTo>
                  <a:pt x="1333500" y="171450"/>
                </a:lnTo>
                <a:lnTo>
                  <a:pt x="1323975" y="171450"/>
                </a:lnTo>
                <a:close/>
                <a:moveTo>
                  <a:pt x="1371600" y="161925"/>
                </a:moveTo>
                <a:lnTo>
                  <a:pt x="1381125" y="161925"/>
                </a:lnTo>
                <a:lnTo>
                  <a:pt x="1381125" y="171450"/>
                </a:lnTo>
                <a:lnTo>
                  <a:pt x="1371600" y="171450"/>
                </a:lnTo>
                <a:close/>
                <a:moveTo>
                  <a:pt x="238125" y="171450"/>
                </a:moveTo>
                <a:lnTo>
                  <a:pt x="247650" y="171450"/>
                </a:lnTo>
                <a:lnTo>
                  <a:pt x="247650" y="180975"/>
                </a:lnTo>
                <a:lnTo>
                  <a:pt x="238125" y="180975"/>
                </a:lnTo>
                <a:close/>
                <a:moveTo>
                  <a:pt x="1333500" y="171450"/>
                </a:moveTo>
                <a:lnTo>
                  <a:pt x="1343025" y="171450"/>
                </a:lnTo>
                <a:lnTo>
                  <a:pt x="1343025" y="180975"/>
                </a:lnTo>
                <a:lnTo>
                  <a:pt x="1333500" y="180975"/>
                </a:lnTo>
                <a:close/>
                <a:moveTo>
                  <a:pt x="1381125" y="171450"/>
                </a:moveTo>
                <a:lnTo>
                  <a:pt x="1390650" y="171450"/>
                </a:lnTo>
                <a:lnTo>
                  <a:pt x="1390650" y="180975"/>
                </a:lnTo>
                <a:lnTo>
                  <a:pt x="1381125" y="180975"/>
                </a:lnTo>
                <a:close/>
                <a:moveTo>
                  <a:pt x="1343025" y="180975"/>
                </a:moveTo>
                <a:lnTo>
                  <a:pt x="1352550" y="180975"/>
                </a:lnTo>
                <a:lnTo>
                  <a:pt x="1352550" y="200025"/>
                </a:lnTo>
                <a:lnTo>
                  <a:pt x="1343025" y="200025"/>
                </a:lnTo>
                <a:close/>
                <a:moveTo>
                  <a:pt x="180975" y="190500"/>
                </a:moveTo>
                <a:lnTo>
                  <a:pt x="190500" y="190500"/>
                </a:lnTo>
                <a:lnTo>
                  <a:pt x="190500" y="200025"/>
                </a:lnTo>
                <a:lnTo>
                  <a:pt x="180975" y="200025"/>
                </a:lnTo>
                <a:close/>
                <a:moveTo>
                  <a:pt x="1390650" y="190500"/>
                </a:moveTo>
                <a:lnTo>
                  <a:pt x="1400175" y="190500"/>
                </a:lnTo>
                <a:lnTo>
                  <a:pt x="1400175" y="200025"/>
                </a:lnTo>
                <a:lnTo>
                  <a:pt x="1390650" y="200025"/>
                </a:lnTo>
                <a:close/>
                <a:moveTo>
                  <a:pt x="219075" y="200025"/>
                </a:moveTo>
                <a:lnTo>
                  <a:pt x="228600" y="200025"/>
                </a:lnTo>
                <a:lnTo>
                  <a:pt x="228600" y="209550"/>
                </a:lnTo>
                <a:lnTo>
                  <a:pt x="219075" y="209550"/>
                </a:lnTo>
                <a:close/>
                <a:moveTo>
                  <a:pt x="1352550" y="200025"/>
                </a:moveTo>
                <a:lnTo>
                  <a:pt x="1362075" y="200025"/>
                </a:lnTo>
                <a:lnTo>
                  <a:pt x="1362075" y="209550"/>
                </a:lnTo>
                <a:lnTo>
                  <a:pt x="1352550" y="209550"/>
                </a:lnTo>
                <a:close/>
                <a:moveTo>
                  <a:pt x="1400175" y="209550"/>
                </a:moveTo>
                <a:lnTo>
                  <a:pt x="1409700" y="209550"/>
                </a:lnTo>
                <a:lnTo>
                  <a:pt x="1409700" y="219075"/>
                </a:lnTo>
                <a:lnTo>
                  <a:pt x="1400175" y="219075"/>
                </a:lnTo>
                <a:close/>
                <a:moveTo>
                  <a:pt x="1362075" y="219075"/>
                </a:moveTo>
                <a:lnTo>
                  <a:pt x="1371600" y="219075"/>
                </a:lnTo>
                <a:lnTo>
                  <a:pt x="1371600" y="228600"/>
                </a:lnTo>
                <a:lnTo>
                  <a:pt x="1362075" y="228600"/>
                </a:lnTo>
                <a:close/>
                <a:moveTo>
                  <a:pt x="161925" y="238125"/>
                </a:moveTo>
                <a:lnTo>
                  <a:pt x="171450" y="238125"/>
                </a:lnTo>
                <a:lnTo>
                  <a:pt x="171450" y="247650"/>
                </a:lnTo>
                <a:lnTo>
                  <a:pt x="161925" y="247650"/>
                </a:lnTo>
                <a:close/>
                <a:moveTo>
                  <a:pt x="200025" y="238125"/>
                </a:moveTo>
                <a:lnTo>
                  <a:pt x="209550" y="238125"/>
                </a:lnTo>
                <a:lnTo>
                  <a:pt x="209550" y="247650"/>
                </a:lnTo>
                <a:lnTo>
                  <a:pt x="200025" y="247650"/>
                </a:lnTo>
                <a:close/>
                <a:moveTo>
                  <a:pt x="1371600" y="238125"/>
                </a:moveTo>
                <a:lnTo>
                  <a:pt x="1381125" y="238125"/>
                </a:lnTo>
                <a:lnTo>
                  <a:pt x="1381125" y="247650"/>
                </a:lnTo>
                <a:lnTo>
                  <a:pt x="1371600" y="247650"/>
                </a:lnTo>
                <a:close/>
                <a:moveTo>
                  <a:pt x="1409700" y="238125"/>
                </a:moveTo>
                <a:lnTo>
                  <a:pt x="1419225" y="238125"/>
                </a:lnTo>
                <a:lnTo>
                  <a:pt x="1419225" y="247650"/>
                </a:lnTo>
                <a:lnTo>
                  <a:pt x="1409700" y="247650"/>
                </a:lnTo>
                <a:close/>
                <a:moveTo>
                  <a:pt x="190500" y="257175"/>
                </a:moveTo>
                <a:lnTo>
                  <a:pt x="200025" y="257175"/>
                </a:lnTo>
                <a:lnTo>
                  <a:pt x="200025" y="276225"/>
                </a:lnTo>
                <a:lnTo>
                  <a:pt x="190500" y="276225"/>
                </a:lnTo>
                <a:close/>
                <a:moveTo>
                  <a:pt x="1381125" y="257175"/>
                </a:moveTo>
                <a:lnTo>
                  <a:pt x="1390650" y="257175"/>
                </a:lnTo>
                <a:lnTo>
                  <a:pt x="1390650" y="276225"/>
                </a:lnTo>
                <a:lnTo>
                  <a:pt x="1381125" y="276225"/>
                </a:lnTo>
                <a:close/>
                <a:moveTo>
                  <a:pt x="152400" y="266700"/>
                </a:moveTo>
                <a:lnTo>
                  <a:pt x="161925" y="266700"/>
                </a:lnTo>
                <a:lnTo>
                  <a:pt x="161925" y="285750"/>
                </a:lnTo>
                <a:lnTo>
                  <a:pt x="152400" y="285750"/>
                </a:lnTo>
                <a:close/>
                <a:moveTo>
                  <a:pt x="1419225" y="266700"/>
                </a:moveTo>
                <a:lnTo>
                  <a:pt x="1428750" y="266700"/>
                </a:lnTo>
                <a:lnTo>
                  <a:pt x="1428750" y="276225"/>
                </a:lnTo>
                <a:lnTo>
                  <a:pt x="1419225" y="276225"/>
                </a:lnTo>
                <a:close/>
                <a:moveTo>
                  <a:pt x="1390650" y="295275"/>
                </a:moveTo>
                <a:lnTo>
                  <a:pt x="1400175" y="295275"/>
                </a:lnTo>
                <a:lnTo>
                  <a:pt x="1400175" y="304800"/>
                </a:lnTo>
                <a:lnTo>
                  <a:pt x="1390650" y="304800"/>
                </a:lnTo>
                <a:close/>
                <a:moveTo>
                  <a:pt x="180975" y="304800"/>
                </a:moveTo>
                <a:lnTo>
                  <a:pt x="190500" y="304800"/>
                </a:lnTo>
                <a:lnTo>
                  <a:pt x="190500" y="342900"/>
                </a:lnTo>
                <a:lnTo>
                  <a:pt x="180975" y="342900"/>
                </a:lnTo>
                <a:close/>
                <a:moveTo>
                  <a:pt x="676275" y="371475"/>
                </a:moveTo>
                <a:lnTo>
                  <a:pt x="714375" y="371475"/>
                </a:lnTo>
                <a:lnTo>
                  <a:pt x="714375" y="390525"/>
                </a:lnTo>
                <a:lnTo>
                  <a:pt x="676275" y="390525"/>
                </a:lnTo>
                <a:close/>
                <a:moveTo>
                  <a:pt x="952500" y="381000"/>
                </a:moveTo>
                <a:lnTo>
                  <a:pt x="971550" y="381000"/>
                </a:lnTo>
                <a:lnTo>
                  <a:pt x="971550" y="390525"/>
                </a:lnTo>
                <a:lnTo>
                  <a:pt x="952500" y="390525"/>
                </a:lnTo>
                <a:close/>
                <a:moveTo>
                  <a:pt x="800100" y="390525"/>
                </a:moveTo>
                <a:lnTo>
                  <a:pt x="809625" y="390525"/>
                </a:lnTo>
                <a:lnTo>
                  <a:pt x="809625" y="400050"/>
                </a:lnTo>
                <a:lnTo>
                  <a:pt x="800100" y="400050"/>
                </a:lnTo>
                <a:close/>
                <a:moveTo>
                  <a:pt x="895350" y="390525"/>
                </a:moveTo>
                <a:lnTo>
                  <a:pt x="904875" y="390525"/>
                </a:lnTo>
                <a:lnTo>
                  <a:pt x="904875" y="409575"/>
                </a:lnTo>
                <a:lnTo>
                  <a:pt x="847725" y="409575"/>
                </a:lnTo>
                <a:lnTo>
                  <a:pt x="847725" y="400050"/>
                </a:lnTo>
                <a:lnTo>
                  <a:pt x="895350" y="400050"/>
                </a:lnTo>
                <a:close/>
                <a:moveTo>
                  <a:pt x="552450" y="400050"/>
                </a:moveTo>
                <a:lnTo>
                  <a:pt x="561975" y="400050"/>
                </a:lnTo>
                <a:lnTo>
                  <a:pt x="561975" y="409575"/>
                </a:lnTo>
                <a:lnTo>
                  <a:pt x="552450" y="409575"/>
                </a:lnTo>
                <a:close/>
                <a:moveTo>
                  <a:pt x="762000" y="400050"/>
                </a:moveTo>
                <a:lnTo>
                  <a:pt x="800100" y="400050"/>
                </a:lnTo>
                <a:lnTo>
                  <a:pt x="800100" y="409575"/>
                </a:lnTo>
                <a:lnTo>
                  <a:pt x="762000" y="409575"/>
                </a:lnTo>
                <a:close/>
                <a:moveTo>
                  <a:pt x="1000125" y="400050"/>
                </a:moveTo>
                <a:lnTo>
                  <a:pt x="1009650" y="400050"/>
                </a:lnTo>
                <a:lnTo>
                  <a:pt x="1009650" y="409575"/>
                </a:lnTo>
                <a:lnTo>
                  <a:pt x="1000125" y="409575"/>
                </a:lnTo>
                <a:close/>
                <a:moveTo>
                  <a:pt x="180975" y="409575"/>
                </a:moveTo>
                <a:lnTo>
                  <a:pt x="190500" y="409575"/>
                </a:lnTo>
                <a:lnTo>
                  <a:pt x="190500" y="438150"/>
                </a:lnTo>
                <a:lnTo>
                  <a:pt x="180975" y="438150"/>
                </a:lnTo>
                <a:close/>
                <a:moveTo>
                  <a:pt x="542925" y="409575"/>
                </a:moveTo>
                <a:lnTo>
                  <a:pt x="552450" y="409575"/>
                </a:lnTo>
                <a:lnTo>
                  <a:pt x="552450" y="419100"/>
                </a:lnTo>
                <a:lnTo>
                  <a:pt x="542925" y="419100"/>
                </a:lnTo>
                <a:close/>
                <a:moveTo>
                  <a:pt x="581025" y="409575"/>
                </a:moveTo>
                <a:lnTo>
                  <a:pt x="590550" y="409575"/>
                </a:lnTo>
                <a:lnTo>
                  <a:pt x="590550" y="419100"/>
                </a:lnTo>
                <a:lnTo>
                  <a:pt x="581025" y="419100"/>
                </a:lnTo>
                <a:close/>
                <a:moveTo>
                  <a:pt x="1057275" y="409575"/>
                </a:moveTo>
                <a:lnTo>
                  <a:pt x="1066800" y="409575"/>
                </a:lnTo>
                <a:lnTo>
                  <a:pt x="1066800" y="419100"/>
                </a:lnTo>
                <a:lnTo>
                  <a:pt x="1057275" y="419100"/>
                </a:lnTo>
                <a:close/>
                <a:moveTo>
                  <a:pt x="533400" y="419100"/>
                </a:moveTo>
                <a:lnTo>
                  <a:pt x="542925" y="419100"/>
                </a:lnTo>
                <a:lnTo>
                  <a:pt x="542925" y="428625"/>
                </a:lnTo>
                <a:lnTo>
                  <a:pt x="533400" y="428625"/>
                </a:lnTo>
                <a:close/>
                <a:moveTo>
                  <a:pt x="1066800" y="419100"/>
                </a:moveTo>
                <a:lnTo>
                  <a:pt x="1076325" y="419100"/>
                </a:lnTo>
                <a:lnTo>
                  <a:pt x="1076325" y="428625"/>
                </a:lnTo>
                <a:lnTo>
                  <a:pt x="1066800" y="428625"/>
                </a:lnTo>
                <a:close/>
                <a:moveTo>
                  <a:pt x="628650" y="428625"/>
                </a:moveTo>
                <a:lnTo>
                  <a:pt x="638175" y="428625"/>
                </a:lnTo>
                <a:lnTo>
                  <a:pt x="638175" y="438150"/>
                </a:lnTo>
                <a:lnTo>
                  <a:pt x="628650" y="438150"/>
                </a:lnTo>
                <a:close/>
                <a:moveTo>
                  <a:pt x="647700" y="438150"/>
                </a:moveTo>
                <a:lnTo>
                  <a:pt x="657225" y="438150"/>
                </a:lnTo>
                <a:lnTo>
                  <a:pt x="657225" y="457200"/>
                </a:lnTo>
                <a:lnTo>
                  <a:pt x="647700" y="457200"/>
                </a:lnTo>
                <a:close/>
                <a:moveTo>
                  <a:pt x="1152525" y="438150"/>
                </a:moveTo>
                <a:lnTo>
                  <a:pt x="1162050" y="438150"/>
                </a:lnTo>
                <a:lnTo>
                  <a:pt x="1162050" y="447675"/>
                </a:lnTo>
                <a:lnTo>
                  <a:pt x="1152525" y="447675"/>
                </a:lnTo>
                <a:close/>
                <a:moveTo>
                  <a:pt x="1104900" y="447675"/>
                </a:moveTo>
                <a:lnTo>
                  <a:pt x="1152525" y="447675"/>
                </a:lnTo>
                <a:lnTo>
                  <a:pt x="1152525" y="457200"/>
                </a:lnTo>
                <a:lnTo>
                  <a:pt x="1104900" y="457200"/>
                </a:lnTo>
                <a:close/>
                <a:moveTo>
                  <a:pt x="1428750" y="447675"/>
                </a:moveTo>
                <a:lnTo>
                  <a:pt x="1438275" y="447675"/>
                </a:lnTo>
                <a:lnTo>
                  <a:pt x="1438275" y="638175"/>
                </a:lnTo>
                <a:lnTo>
                  <a:pt x="1428750" y="638175"/>
                </a:lnTo>
                <a:close/>
                <a:moveTo>
                  <a:pt x="628650" y="457200"/>
                </a:moveTo>
                <a:lnTo>
                  <a:pt x="638175" y="457200"/>
                </a:lnTo>
                <a:lnTo>
                  <a:pt x="638175" y="466725"/>
                </a:lnTo>
                <a:lnTo>
                  <a:pt x="628650" y="466725"/>
                </a:lnTo>
                <a:close/>
                <a:moveTo>
                  <a:pt x="990600" y="476250"/>
                </a:moveTo>
                <a:lnTo>
                  <a:pt x="1019175" y="476250"/>
                </a:lnTo>
                <a:lnTo>
                  <a:pt x="1019175" y="495300"/>
                </a:lnTo>
                <a:lnTo>
                  <a:pt x="1000125" y="495300"/>
                </a:lnTo>
                <a:lnTo>
                  <a:pt x="1000125" y="485775"/>
                </a:lnTo>
                <a:lnTo>
                  <a:pt x="990600" y="485775"/>
                </a:lnTo>
                <a:close/>
                <a:moveTo>
                  <a:pt x="1390650" y="476250"/>
                </a:moveTo>
                <a:lnTo>
                  <a:pt x="1400175" y="476250"/>
                </a:lnTo>
                <a:lnTo>
                  <a:pt x="1400175" y="619125"/>
                </a:lnTo>
                <a:lnTo>
                  <a:pt x="1390650" y="619125"/>
                </a:lnTo>
                <a:close/>
                <a:moveTo>
                  <a:pt x="180975" y="762000"/>
                </a:moveTo>
                <a:lnTo>
                  <a:pt x="190500" y="762000"/>
                </a:lnTo>
                <a:lnTo>
                  <a:pt x="190500" y="809625"/>
                </a:lnTo>
                <a:lnTo>
                  <a:pt x="180975" y="809625"/>
                </a:lnTo>
                <a:close/>
                <a:moveTo>
                  <a:pt x="323850" y="762000"/>
                </a:moveTo>
                <a:lnTo>
                  <a:pt x="333375" y="762000"/>
                </a:lnTo>
                <a:lnTo>
                  <a:pt x="333375" y="781050"/>
                </a:lnTo>
                <a:lnTo>
                  <a:pt x="342900" y="781050"/>
                </a:lnTo>
                <a:lnTo>
                  <a:pt x="342900" y="800100"/>
                </a:lnTo>
                <a:lnTo>
                  <a:pt x="333375" y="800100"/>
                </a:lnTo>
                <a:lnTo>
                  <a:pt x="333375" y="828675"/>
                </a:lnTo>
                <a:lnTo>
                  <a:pt x="323850" y="828675"/>
                </a:lnTo>
                <a:close/>
                <a:moveTo>
                  <a:pt x="1190625" y="771525"/>
                </a:moveTo>
                <a:lnTo>
                  <a:pt x="1257300" y="771525"/>
                </a:lnTo>
                <a:lnTo>
                  <a:pt x="1257300" y="904875"/>
                </a:lnTo>
                <a:lnTo>
                  <a:pt x="1247775" y="904875"/>
                </a:lnTo>
                <a:lnTo>
                  <a:pt x="1247775" y="971550"/>
                </a:lnTo>
                <a:lnTo>
                  <a:pt x="1257300" y="971550"/>
                </a:lnTo>
                <a:lnTo>
                  <a:pt x="1257300" y="1028700"/>
                </a:lnTo>
                <a:lnTo>
                  <a:pt x="1247775" y="1028700"/>
                </a:lnTo>
                <a:lnTo>
                  <a:pt x="1247775" y="1019175"/>
                </a:lnTo>
                <a:lnTo>
                  <a:pt x="1238250" y="1019175"/>
                </a:lnTo>
                <a:lnTo>
                  <a:pt x="1238250" y="1009650"/>
                </a:lnTo>
                <a:lnTo>
                  <a:pt x="1200150" y="1009650"/>
                </a:lnTo>
                <a:lnTo>
                  <a:pt x="1200150" y="1000125"/>
                </a:lnTo>
                <a:lnTo>
                  <a:pt x="1190625" y="1000125"/>
                </a:lnTo>
                <a:lnTo>
                  <a:pt x="1190625" y="885825"/>
                </a:lnTo>
                <a:lnTo>
                  <a:pt x="1200150" y="885825"/>
                </a:lnTo>
                <a:lnTo>
                  <a:pt x="1200150" y="876300"/>
                </a:lnTo>
                <a:lnTo>
                  <a:pt x="1238250" y="876300"/>
                </a:lnTo>
                <a:lnTo>
                  <a:pt x="1238250" y="847725"/>
                </a:lnTo>
                <a:lnTo>
                  <a:pt x="1228725" y="847725"/>
                </a:lnTo>
                <a:lnTo>
                  <a:pt x="1228725" y="838200"/>
                </a:lnTo>
                <a:lnTo>
                  <a:pt x="1219200" y="838200"/>
                </a:lnTo>
                <a:lnTo>
                  <a:pt x="1219200" y="828675"/>
                </a:lnTo>
                <a:lnTo>
                  <a:pt x="1209675" y="828675"/>
                </a:lnTo>
                <a:lnTo>
                  <a:pt x="1209675" y="819150"/>
                </a:lnTo>
                <a:lnTo>
                  <a:pt x="1200150" y="819150"/>
                </a:lnTo>
                <a:lnTo>
                  <a:pt x="1200150" y="809625"/>
                </a:lnTo>
                <a:lnTo>
                  <a:pt x="1190625" y="809625"/>
                </a:lnTo>
                <a:close/>
                <a:moveTo>
                  <a:pt x="1390650" y="809625"/>
                </a:moveTo>
                <a:lnTo>
                  <a:pt x="1400175" y="809625"/>
                </a:lnTo>
                <a:lnTo>
                  <a:pt x="1400175" y="819150"/>
                </a:lnTo>
                <a:lnTo>
                  <a:pt x="1390650" y="819150"/>
                </a:lnTo>
                <a:close/>
                <a:moveTo>
                  <a:pt x="1428750" y="809625"/>
                </a:moveTo>
                <a:lnTo>
                  <a:pt x="1438275" y="809625"/>
                </a:lnTo>
                <a:lnTo>
                  <a:pt x="1438275" y="1019175"/>
                </a:lnTo>
                <a:lnTo>
                  <a:pt x="1428750" y="1019175"/>
                </a:lnTo>
                <a:close/>
                <a:moveTo>
                  <a:pt x="323850" y="838200"/>
                </a:moveTo>
                <a:lnTo>
                  <a:pt x="333375" y="838200"/>
                </a:lnTo>
                <a:lnTo>
                  <a:pt x="333375" y="895350"/>
                </a:lnTo>
                <a:lnTo>
                  <a:pt x="361950" y="895350"/>
                </a:lnTo>
                <a:lnTo>
                  <a:pt x="361950" y="904875"/>
                </a:lnTo>
                <a:lnTo>
                  <a:pt x="390525" y="904875"/>
                </a:lnTo>
                <a:lnTo>
                  <a:pt x="390525" y="962025"/>
                </a:lnTo>
                <a:lnTo>
                  <a:pt x="361950" y="962025"/>
                </a:lnTo>
                <a:lnTo>
                  <a:pt x="361950" y="942975"/>
                </a:lnTo>
                <a:lnTo>
                  <a:pt x="342900" y="942975"/>
                </a:lnTo>
                <a:lnTo>
                  <a:pt x="342900" y="962025"/>
                </a:lnTo>
                <a:lnTo>
                  <a:pt x="333375" y="962025"/>
                </a:lnTo>
                <a:lnTo>
                  <a:pt x="333375" y="981075"/>
                </a:lnTo>
                <a:lnTo>
                  <a:pt x="314325" y="981075"/>
                </a:lnTo>
                <a:lnTo>
                  <a:pt x="314325" y="971550"/>
                </a:lnTo>
                <a:lnTo>
                  <a:pt x="323850" y="971550"/>
                </a:lnTo>
                <a:close/>
                <a:moveTo>
                  <a:pt x="1390650" y="876300"/>
                </a:moveTo>
                <a:lnTo>
                  <a:pt x="1400175" y="876300"/>
                </a:lnTo>
                <a:lnTo>
                  <a:pt x="1400175" y="1028700"/>
                </a:lnTo>
                <a:lnTo>
                  <a:pt x="1390650" y="1028700"/>
                </a:lnTo>
                <a:close/>
                <a:moveTo>
                  <a:pt x="1019175" y="895350"/>
                </a:moveTo>
                <a:lnTo>
                  <a:pt x="1028700" y="895350"/>
                </a:lnTo>
                <a:lnTo>
                  <a:pt x="1028700" y="904875"/>
                </a:lnTo>
                <a:lnTo>
                  <a:pt x="1019175" y="904875"/>
                </a:lnTo>
                <a:close/>
                <a:moveTo>
                  <a:pt x="847725" y="904875"/>
                </a:moveTo>
                <a:lnTo>
                  <a:pt x="866775" y="904875"/>
                </a:lnTo>
                <a:lnTo>
                  <a:pt x="866775" y="933450"/>
                </a:lnTo>
                <a:lnTo>
                  <a:pt x="876300" y="933450"/>
                </a:lnTo>
                <a:lnTo>
                  <a:pt x="876300" y="952500"/>
                </a:lnTo>
                <a:lnTo>
                  <a:pt x="866775" y="952500"/>
                </a:lnTo>
                <a:lnTo>
                  <a:pt x="866775" y="990600"/>
                </a:lnTo>
                <a:lnTo>
                  <a:pt x="847725" y="990600"/>
                </a:lnTo>
                <a:close/>
                <a:moveTo>
                  <a:pt x="1000125" y="904875"/>
                </a:moveTo>
                <a:lnTo>
                  <a:pt x="1009650" y="904875"/>
                </a:lnTo>
                <a:lnTo>
                  <a:pt x="1009650" y="914400"/>
                </a:lnTo>
                <a:lnTo>
                  <a:pt x="1000125" y="914400"/>
                </a:lnTo>
                <a:close/>
                <a:moveTo>
                  <a:pt x="180975" y="923925"/>
                </a:moveTo>
                <a:lnTo>
                  <a:pt x="190500" y="923925"/>
                </a:lnTo>
                <a:lnTo>
                  <a:pt x="190500" y="942975"/>
                </a:lnTo>
                <a:lnTo>
                  <a:pt x="180975" y="942975"/>
                </a:lnTo>
                <a:close/>
                <a:moveTo>
                  <a:pt x="257175" y="933450"/>
                </a:moveTo>
                <a:lnTo>
                  <a:pt x="266700" y="933450"/>
                </a:lnTo>
                <a:lnTo>
                  <a:pt x="266700" y="942975"/>
                </a:lnTo>
                <a:lnTo>
                  <a:pt x="257175" y="942975"/>
                </a:lnTo>
                <a:close/>
                <a:moveTo>
                  <a:pt x="180975" y="1028700"/>
                </a:moveTo>
                <a:lnTo>
                  <a:pt x="190500" y="1028700"/>
                </a:lnTo>
                <a:lnTo>
                  <a:pt x="190500" y="1076325"/>
                </a:lnTo>
                <a:lnTo>
                  <a:pt x="180975" y="1076325"/>
                </a:lnTo>
                <a:close/>
                <a:moveTo>
                  <a:pt x="1257300" y="1038225"/>
                </a:moveTo>
                <a:lnTo>
                  <a:pt x="1266825" y="1038225"/>
                </a:lnTo>
                <a:lnTo>
                  <a:pt x="1266825" y="1047750"/>
                </a:lnTo>
                <a:lnTo>
                  <a:pt x="1257300" y="1047750"/>
                </a:lnTo>
                <a:close/>
                <a:moveTo>
                  <a:pt x="1200150" y="1047750"/>
                </a:moveTo>
                <a:lnTo>
                  <a:pt x="1228725" y="1047750"/>
                </a:lnTo>
                <a:lnTo>
                  <a:pt x="1228725" y="1057275"/>
                </a:lnTo>
                <a:lnTo>
                  <a:pt x="1238250" y="1057275"/>
                </a:lnTo>
                <a:lnTo>
                  <a:pt x="1238250" y="1066800"/>
                </a:lnTo>
                <a:lnTo>
                  <a:pt x="1228725" y="1066800"/>
                </a:lnTo>
                <a:lnTo>
                  <a:pt x="1228725" y="1085850"/>
                </a:lnTo>
                <a:lnTo>
                  <a:pt x="1219200" y="1085850"/>
                </a:lnTo>
                <a:lnTo>
                  <a:pt x="1219200" y="1104900"/>
                </a:lnTo>
                <a:lnTo>
                  <a:pt x="1209675" y="1104900"/>
                </a:lnTo>
                <a:lnTo>
                  <a:pt x="1209675" y="1114425"/>
                </a:lnTo>
                <a:lnTo>
                  <a:pt x="1200150" y="1114425"/>
                </a:lnTo>
                <a:lnTo>
                  <a:pt x="1200150" y="1104900"/>
                </a:lnTo>
                <a:lnTo>
                  <a:pt x="1190625" y="1104900"/>
                </a:lnTo>
                <a:lnTo>
                  <a:pt x="1190625" y="1076325"/>
                </a:lnTo>
                <a:lnTo>
                  <a:pt x="1200150" y="1076325"/>
                </a:lnTo>
                <a:close/>
                <a:moveTo>
                  <a:pt x="276225" y="1057275"/>
                </a:moveTo>
                <a:lnTo>
                  <a:pt x="285750" y="1057275"/>
                </a:lnTo>
                <a:lnTo>
                  <a:pt x="285750" y="1076325"/>
                </a:lnTo>
                <a:lnTo>
                  <a:pt x="266700" y="1076325"/>
                </a:lnTo>
                <a:lnTo>
                  <a:pt x="266700" y="1066800"/>
                </a:lnTo>
                <a:lnTo>
                  <a:pt x="276225" y="1066800"/>
                </a:lnTo>
                <a:close/>
                <a:moveTo>
                  <a:pt x="847725" y="1066800"/>
                </a:moveTo>
                <a:lnTo>
                  <a:pt x="876300" y="1066800"/>
                </a:lnTo>
                <a:lnTo>
                  <a:pt x="876300" y="1114425"/>
                </a:lnTo>
                <a:lnTo>
                  <a:pt x="885825" y="1114425"/>
                </a:lnTo>
                <a:lnTo>
                  <a:pt x="885825" y="1143000"/>
                </a:lnTo>
                <a:lnTo>
                  <a:pt x="876300" y="1143000"/>
                </a:lnTo>
                <a:lnTo>
                  <a:pt x="876300" y="1162050"/>
                </a:lnTo>
                <a:lnTo>
                  <a:pt x="857250" y="1162050"/>
                </a:lnTo>
                <a:lnTo>
                  <a:pt x="857250" y="1171575"/>
                </a:lnTo>
                <a:lnTo>
                  <a:pt x="714375" y="1171575"/>
                </a:lnTo>
                <a:lnTo>
                  <a:pt x="714375" y="1162050"/>
                </a:lnTo>
                <a:lnTo>
                  <a:pt x="619125" y="1162050"/>
                </a:lnTo>
                <a:lnTo>
                  <a:pt x="619125" y="1152525"/>
                </a:lnTo>
                <a:lnTo>
                  <a:pt x="762000" y="1152525"/>
                </a:lnTo>
                <a:lnTo>
                  <a:pt x="762000" y="1143000"/>
                </a:lnTo>
                <a:lnTo>
                  <a:pt x="809625" y="1143000"/>
                </a:lnTo>
                <a:lnTo>
                  <a:pt x="809625" y="1133475"/>
                </a:lnTo>
                <a:lnTo>
                  <a:pt x="819150" y="1133475"/>
                </a:lnTo>
                <a:lnTo>
                  <a:pt x="819150" y="1123950"/>
                </a:lnTo>
                <a:lnTo>
                  <a:pt x="828675" y="1123950"/>
                </a:lnTo>
                <a:lnTo>
                  <a:pt x="828675" y="1114425"/>
                </a:lnTo>
                <a:lnTo>
                  <a:pt x="838200" y="1114425"/>
                </a:lnTo>
                <a:lnTo>
                  <a:pt x="838200" y="1095375"/>
                </a:lnTo>
                <a:lnTo>
                  <a:pt x="847725" y="1095375"/>
                </a:lnTo>
                <a:close/>
                <a:moveTo>
                  <a:pt x="190500" y="1076325"/>
                </a:moveTo>
                <a:lnTo>
                  <a:pt x="200025" y="1076325"/>
                </a:lnTo>
                <a:lnTo>
                  <a:pt x="200025" y="1123950"/>
                </a:lnTo>
                <a:lnTo>
                  <a:pt x="190500" y="1123950"/>
                </a:lnTo>
                <a:close/>
                <a:moveTo>
                  <a:pt x="257175" y="1076325"/>
                </a:moveTo>
                <a:lnTo>
                  <a:pt x="266700" y="1076325"/>
                </a:lnTo>
                <a:lnTo>
                  <a:pt x="266700" y="1085850"/>
                </a:lnTo>
                <a:lnTo>
                  <a:pt x="257175" y="1085850"/>
                </a:lnTo>
                <a:close/>
                <a:moveTo>
                  <a:pt x="1390650" y="1085850"/>
                </a:moveTo>
                <a:lnTo>
                  <a:pt x="1400175" y="1085850"/>
                </a:lnTo>
                <a:lnTo>
                  <a:pt x="1400175" y="1095375"/>
                </a:lnTo>
                <a:lnTo>
                  <a:pt x="1390650" y="1095375"/>
                </a:lnTo>
                <a:close/>
                <a:moveTo>
                  <a:pt x="152400" y="1095375"/>
                </a:moveTo>
                <a:lnTo>
                  <a:pt x="161925" y="1095375"/>
                </a:lnTo>
                <a:lnTo>
                  <a:pt x="161925" y="1114425"/>
                </a:lnTo>
                <a:lnTo>
                  <a:pt x="152400" y="1114425"/>
                </a:lnTo>
                <a:close/>
                <a:moveTo>
                  <a:pt x="1419225" y="1104900"/>
                </a:moveTo>
                <a:lnTo>
                  <a:pt x="1428750" y="1104900"/>
                </a:lnTo>
                <a:lnTo>
                  <a:pt x="1428750" y="1114425"/>
                </a:lnTo>
                <a:lnTo>
                  <a:pt x="1419225" y="1114425"/>
                </a:lnTo>
                <a:close/>
                <a:moveTo>
                  <a:pt x="1381125" y="1123950"/>
                </a:moveTo>
                <a:lnTo>
                  <a:pt x="1390650" y="1123950"/>
                </a:lnTo>
                <a:lnTo>
                  <a:pt x="1390650" y="1133475"/>
                </a:lnTo>
                <a:lnTo>
                  <a:pt x="1381125" y="1133475"/>
                </a:lnTo>
                <a:close/>
                <a:moveTo>
                  <a:pt x="161925" y="1133475"/>
                </a:moveTo>
                <a:lnTo>
                  <a:pt x="171450" y="1133475"/>
                </a:lnTo>
                <a:lnTo>
                  <a:pt x="171450" y="1143000"/>
                </a:lnTo>
                <a:lnTo>
                  <a:pt x="161925" y="1143000"/>
                </a:lnTo>
                <a:close/>
                <a:moveTo>
                  <a:pt x="1371600" y="1133475"/>
                </a:moveTo>
                <a:lnTo>
                  <a:pt x="1381125" y="1133475"/>
                </a:lnTo>
                <a:lnTo>
                  <a:pt x="1381125" y="1143000"/>
                </a:lnTo>
                <a:lnTo>
                  <a:pt x="1371600" y="1143000"/>
                </a:lnTo>
                <a:close/>
                <a:moveTo>
                  <a:pt x="200025" y="1143000"/>
                </a:moveTo>
                <a:lnTo>
                  <a:pt x="209550" y="1143000"/>
                </a:lnTo>
                <a:lnTo>
                  <a:pt x="209550" y="1152525"/>
                </a:lnTo>
                <a:lnTo>
                  <a:pt x="200025" y="1152525"/>
                </a:lnTo>
                <a:close/>
                <a:moveTo>
                  <a:pt x="495300" y="1152525"/>
                </a:moveTo>
                <a:lnTo>
                  <a:pt x="504825" y="1152525"/>
                </a:lnTo>
                <a:lnTo>
                  <a:pt x="504825" y="1162050"/>
                </a:lnTo>
                <a:lnTo>
                  <a:pt x="495300" y="1162050"/>
                </a:lnTo>
                <a:close/>
                <a:moveTo>
                  <a:pt x="514350" y="1152525"/>
                </a:moveTo>
                <a:lnTo>
                  <a:pt x="581025" y="1152525"/>
                </a:lnTo>
                <a:lnTo>
                  <a:pt x="581025" y="1162050"/>
                </a:lnTo>
                <a:lnTo>
                  <a:pt x="514350" y="1162050"/>
                </a:lnTo>
                <a:close/>
                <a:moveTo>
                  <a:pt x="209550" y="1162050"/>
                </a:moveTo>
                <a:lnTo>
                  <a:pt x="219075" y="1162050"/>
                </a:lnTo>
                <a:lnTo>
                  <a:pt x="219075" y="1171575"/>
                </a:lnTo>
                <a:lnTo>
                  <a:pt x="209550" y="1171575"/>
                </a:lnTo>
                <a:close/>
                <a:moveTo>
                  <a:pt x="257175" y="1162050"/>
                </a:moveTo>
                <a:lnTo>
                  <a:pt x="266700" y="1162050"/>
                </a:lnTo>
                <a:lnTo>
                  <a:pt x="266700" y="1181100"/>
                </a:lnTo>
                <a:lnTo>
                  <a:pt x="257175" y="1181100"/>
                </a:lnTo>
                <a:close/>
                <a:moveTo>
                  <a:pt x="1400175" y="1162050"/>
                </a:moveTo>
                <a:lnTo>
                  <a:pt x="1409700" y="1162050"/>
                </a:lnTo>
                <a:lnTo>
                  <a:pt x="1409700" y="1171575"/>
                </a:lnTo>
                <a:lnTo>
                  <a:pt x="1400175" y="1171575"/>
                </a:lnTo>
                <a:close/>
                <a:moveTo>
                  <a:pt x="1390650" y="1181100"/>
                </a:moveTo>
                <a:lnTo>
                  <a:pt x="1400175" y="1181100"/>
                </a:lnTo>
                <a:lnTo>
                  <a:pt x="1400175" y="1190625"/>
                </a:lnTo>
                <a:lnTo>
                  <a:pt x="1390650" y="1190625"/>
                </a:lnTo>
                <a:close/>
                <a:moveTo>
                  <a:pt x="228600" y="1190625"/>
                </a:moveTo>
                <a:lnTo>
                  <a:pt x="238125" y="1190625"/>
                </a:lnTo>
                <a:lnTo>
                  <a:pt x="238125" y="1200150"/>
                </a:lnTo>
                <a:lnTo>
                  <a:pt x="228600" y="1200150"/>
                </a:lnTo>
                <a:close/>
                <a:moveTo>
                  <a:pt x="238125" y="1200150"/>
                </a:moveTo>
                <a:lnTo>
                  <a:pt x="266700" y="1200150"/>
                </a:lnTo>
                <a:lnTo>
                  <a:pt x="266700" y="1209675"/>
                </a:lnTo>
                <a:lnTo>
                  <a:pt x="238125" y="1209675"/>
                </a:lnTo>
                <a:close/>
                <a:moveTo>
                  <a:pt x="1371600" y="1209675"/>
                </a:moveTo>
                <a:lnTo>
                  <a:pt x="1381125" y="1209675"/>
                </a:lnTo>
                <a:lnTo>
                  <a:pt x="1381125" y="1219200"/>
                </a:lnTo>
                <a:lnTo>
                  <a:pt x="1371600" y="1219200"/>
                </a:lnTo>
                <a:close/>
                <a:moveTo>
                  <a:pt x="209550" y="1219200"/>
                </a:moveTo>
                <a:lnTo>
                  <a:pt x="219075" y="1219200"/>
                </a:lnTo>
                <a:lnTo>
                  <a:pt x="219075" y="1228725"/>
                </a:lnTo>
                <a:lnTo>
                  <a:pt x="209550" y="1228725"/>
                </a:lnTo>
                <a:close/>
                <a:moveTo>
                  <a:pt x="285750" y="1228725"/>
                </a:moveTo>
                <a:lnTo>
                  <a:pt x="485775" y="1228725"/>
                </a:lnTo>
                <a:lnTo>
                  <a:pt x="485775" y="1238250"/>
                </a:lnTo>
                <a:lnTo>
                  <a:pt x="571500" y="1238250"/>
                </a:lnTo>
                <a:lnTo>
                  <a:pt x="571500" y="1228725"/>
                </a:lnTo>
                <a:lnTo>
                  <a:pt x="666750" y="1228725"/>
                </a:lnTo>
                <a:lnTo>
                  <a:pt x="666750" y="1238250"/>
                </a:lnTo>
                <a:lnTo>
                  <a:pt x="904875" y="1238250"/>
                </a:lnTo>
                <a:lnTo>
                  <a:pt x="904875" y="1228725"/>
                </a:lnTo>
                <a:lnTo>
                  <a:pt x="962025" y="1228725"/>
                </a:lnTo>
                <a:lnTo>
                  <a:pt x="962025" y="1238250"/>
                </a:lnTo>
                <a:lnTo>
                  <a:pt x="942975" y="1238250"/>
                </a:lnTo>
                <a:lnTo>
                  <a:pt x="942975" y="1247775"/>
                </a:lnTo>
                <a:lnTo>
                  <a:pt x="876300" y="1247775"/>
                </a:lnTo>
                <a:lnTo>
                  <a:pt x="876300" y="1257300"/>
                </a:lnTo>
                <a:lnTo>
                  <a:pt x="857250" y="1257300"/>
                </a:lnTo>
                <a:lnTo>
                  <a:pt x="857250" y="1247775"/>
                </a:lnTo>
                <a:lnTo>
                  <a:pt x="838200" y="1247775"/>
                </a:lnTo>
                <a:lnTo>
                  <a:pt x="838200" y="1257300"/>
                </a:lnTo>
                <a:lnTo>
                  <a:pt x="809625" y="1257300"/>
                </a:lnTo>
                <a:lnTo>
                  <a:pt x="809625" y="1247775"/>
                </a:lnTo>
                <a:lnTo>
                  <a:pt x="514350" y="1247775"/>
                </a:lnTo>
                <a:lnTo>
                  <a:pt x="514350" y="1257300"/>
                </a:lnTo>
                <a:lnTo>
                  <a:pt x="485775" y="1257300"/>
                </a:lnTo>
                <a:lnTo>
                  <a:pt x="485775" y="1247775"/>
                </a:lnTo>
                <a:lnTo>
                  <a:pt x="381000" y="1247775"/>
                </a:lnTo>
                <a:lnTo>
                  <a:pt x="381000" y="1238250"/>
                </a:lnTo>
                <a:lnTo>
                  <a:pt x="314325" y="1238250"/>
                </a:lnTo>
                <a:lnTo>
                  <a:pt x="314325" y="1257300"/>
                </a:lnTo>
                <a:lnTo>
                  <a:pt x="323850" y="1257300"/>
                </a:lnTo>
                <a:lnTo>
                  <a:pt x="323850" y="1266825"/>
                </a:lnTo>
                <a:lnTo>
                  <a:pt x="304800" y="1266825"/>
                </a:lnTo>
                <a:lnTo>
                  <a:pt x="304800" y="1257300"/>
                </a:lnTo>
                <a:lnTo>
                  <a:pt x="295275" y="1257300"/>
                </a:lnTo>
                <a:lnTo>
                  <a:pt x="295275" y="1247775"/>
                </a:lnTo>
                <a:lnTo>
                  <a:pt x="285750" y="1247775"/>
                </a:lnTo>
                <a:close/>
                <a:moveTo>
                  <a:pt x="1143000" y="1228725"/>
                </a:moveTo>
                <a:lnTo>
                  <a:pt x="1152525" y="1228725"/>
                </a:lnTo>
                <a:lnTo>
                  <a:pt x="1152525" y="1238250"/>
                </a:lnTo>
                <a:lnTo>
                  <a:pt x="1143000" y="1238250"/>
                </a:lnTo>
                <a:close/>
                <a:moveTo>
                  <a:pt x="1162050" y="1228725"/>
                </a:moveTo>
                <a:lnTo>
                  <a:pt x="1171575" y="1228725"/>
                </a:lnTo>
                <a:lnTo>
                  <a:pt x="1171575" y="1238250"/>
                </a:lnTo>
                <a:lnTo>
                  <a:pt x="1162050" y="1238250"/>
                </a:lnTo>
                <a:close/>
                <a:moveTo>
                  <a:pt x="1247775" y="1228725"/>
                </a:moveTo>
                <a:lnTo>
                  <a:pt x="1295400" y="1228725"/>
                </a:lnTo>
                <a:lnTo>
                  <a:pt x="1295400" y="1247775"/>
                </a:lnTo>
                <a:lnTo>
                  <a:pt x="1276350" y="1247775"/>
                </a:lnTo>
                <a:lnTo>
                  <a:pt x="1276350" y="1257300"/>
                </a:lnTo>
                <a:lnTo>
                  <a:pt x="1266825" y="1257300"/>
                </a:lnTo>
                <a:lnTo>
                  <a:pt x="1266825" y="1266825"/>
                </a:lnTo>
                <a:lnTo>
                  <a:pt x="1238250" y="1266825"/>
                </a:lnTo>
                <a:lnTo>
                  <a:pt x="1238250" y="1276350"/>
                </a:lnTo>
                <a:lnTo>
                  <a:pt x="1228725" y="1276350"/>
                </a:lnTo>
                <a:lnTo>
                  <a:pt x="1228725" y="1285875"/>
                </a:lnTo>
                <a:lnTo>
                  <a:pt x="1209675" y="1285875"/>
                </a:lnTo>
                <a:lnTo>
                  <a:pt x="1209675" y="1276350"/>
                </a:lnTo>
                <a:lnTo>
                  <a:pt x="1219200" y="1276350"/>
                </a:lnTo>
                <a:lnTo>
                  <a:pt x="1219200" y="1266825"/>
                </a:lnTo>
                <a:lnTo>
                  <a:pt x="1209675" y="1266825"/>
                </a:lnTo>
                <a:lnTo>
                  <a:pt x="1209675" y="1257300"/>
                </a:lnTo>
                <a:lnTo>
                  <a:pt x="1181100" y="1257300"/>
                </a:lnTo>
                <a:lnTo>
                  <a:pt x="1181100" y="1247775"/>
                </a:lnTo>
                <a:lnTo>
                  <a:pt x="1171575" y="1247775"/>
                </a:lnTo>
                <a:lnTo>
                  <a:pt x="1171575" y="1238250"/>
                </a:lnTo>
                <a:lnTo>
                  <a:pt x="1247775" y="1238250"/>
                </a:lnTo>
                <a:close/>
                <a:moveTo>
                  <a:pt x="1352550" y="1238250"/>
                </a:moveTo>
                <a:lnTo>
                  <a:pt x="1362075" y="1238250"/>
                </a:lnTo>
                <a:lnTo>
                  <a:pt x="1362075" y="1247775"/>
                </a:lnTo>
                <a:lnTo>
                  <a:pt x="1352550" y="1247775"/>
                </a:lnTo>
                <a:close/>
                <a:moveTo>
                  <a:pt x="1343025" y="1247775"/>
                </a:moveTo>
                <a:lnTo>
                  <a:pt x="1352550" y="1247775"/>
                </a:lnTo>
                <a:lnTo>
                  <a:pt x="1352550" y="1257300"/>
                </a:lnTo>
                <a:lnTo>
                  <a:pt x="1343025" y="1257300"/>
                </a:lnTo>
                <a:close/>
                <a:moveTo>
                  <a:pt x="247650" y="1257300"/>
                </a:moveTo>
                <a:lnTo>
                  <a:pt x="257175" y="1257300"/>
                </a:lnTo>
                <a:lnTo>
                  <a:pt x="257175" y="1266825"/>
                </a:lnTo>
                <a:lnTo>
                  <a:pt x="247650" y="1266825"/>
                </a:lnTo>
                <a:close/>
                <a:moveTo>
                  <a:pt x="1333500" y="1257300"/>
                </a:moveTo>
                <a:lnTo>
                  <a:pt x="1343025" y="1257300"/>
                </a:lnTo>
                <a:lnTo>
                  <a:pt x="1343025" y="1266825"/>
                </a:lnTo>
                <a:lnTo>
                  <a:pt x="1333500" y="1266825"/>
                </a:lnTo>
                <a:close/>
                <a:moveTo>
                  <a:pt x="257175" y="1266825"/>
                </a:moveTo>
                <a:lnTo>
                  <a:pt x="266700" y="1266825"/>
                </a:lnTo>
                <a:lnTo>
                  <a:pt x="266700" y="1276350"/>
                </a:lnTo>
                <a:lnTo>
                  <a:pt x="257175" y="1276350"/>
                </a:lnTo>
                <a:close/>
                <a:moveTo>
                  <a:pt x="323850" y="1266825"/>
                </a:moveTo>
                <a:lnTo>
                  <a:pt x="342900" y="1266825"/>
                </a:lnTo>
                <a:lnTo>
                  <a:pt x="342900" y="1276350"/>
                </a:lnTo>
                <a:lnTo>
                  <a:pt x="323850" y="1276350"/>
                </a:lnTo>
                <a:close/>
                <a:moveTo>
                  <a:pt x="1323975" y="1266825"/>
                </a:moveTo>
                <a:lnTo>
                  <a:pt x="1333500" y="1266825"/>
                </a:lnTo>
                <a:lnTo>
                  <a:pt x="1333500" y="1276350"/>
                </a:lnTo>
                <a:lnTo>
                  <a:pt x="1323975" y="1276350"/>
                </a:lnTo>
                <a:close/>
                <a:moveTo>
                  <a:pt x="352425" y="1276350"/>
                </a:moveTo>
                <a:lnTo>
                  <a:pt x="371475" y="1276350"/>
                </a:lnTo>
                <a:lnTo>
                  <a:pt x="371475" y="1285875"/>
                </a:lnTo>
                <a:lnTo>
                  <a:pt x="352425" y="1285875"/>
                </a:lnTo>
                <a:close/>
                <a:moveTo>
                  <a:pt x="876300" y="1276350"/>
                </a:moveTo>
                <a:lnTo>
                  <a:pt x="904875" y="1276350"/>
                </a:lnTo>
                <a:lnTo>
                  <a:pt x="904875" y="1285875"/>
                </a:lnTo>
                <a:lnTo>
                  <a:pt x="990600" y="1285875"/>
                </a:lnTo>
                <a:lnTo>
                  <a:pt x="990600" y="1295400"/>
                </a:lnTo>
                <a:lnTo>
                  <a:pt x="1152525" y="1295400"/>
                </a:lnTo>
                <a:lnTo>
                  <a:pt x="1152525" y="1285875"/>
                </a:lnTo>
                <a:lnTo>
                  <a:pt x="1209675" y="1285875"/>
                </a:lnTo>
                <a:lnTo>
                  <a:pt x="1209675" y="1295400"/>
                </a:lnTo>
                <a:lnTo>
                  <a:pt x="1171575" y="1295400"/>
                </a:lnTo>
                <a:lnTo>
                  <a:pt x="1171575" y="1304925"/>
                </a:lnTo>
                <a:lnTo>
                  <a:pt x="981075" y="1304925"/>
                </a:lnTo>
                <a:lnTo>
                  <a:pt x="981075" y="1295400"/>
                </a:lnTo>
                <a:lnTo>
                  <a:pt x="819150" y="1295400"/>
                </a:lnTo>
                <a:lnTo>
                  <a:pt x="819150" y="1304925"/>
                </a:lnTo>
                <a:lnTo>
                  <a:pt x="419100" y="1304925"/>
                </a:lnTo>
                <a:lnTo>
                  <a:pt x="419100" y="1295400"/>
                </a:lnTo>
                <a:lnTo>
                  <a:pt x="381000" y="1295400"/>
                </a:lnTo>
                <a:lnTo>
                  <a:pt x="381000" y="1285875"/>
                </a:lnTo>
                <a:lnTo>
                  <a:pt x="533400" y="1285875"/>
                </a:lnTo>
                <a:lnTo>
                  <a:pt x="533400" y="1295400"/>
                </a:lnTo>
                <a:lnTo>
                  <a:pt x="552450" y="1295400"/>
                </a:lnTo>
                <a:lnTo>
                  <a:pt x="552450" y="1285875"/>
                </a:lnTo>
                <a:lnTo>
                  <a:pt x="876300" y="1285875"/>
                </a:lnTo>
                <a:close/>
                <a:moveTo>
                  <a:pt x="1304925" y="1276350"/>
                </a:moveTo>
                <a:lnTo>
                  <a:pt x="1314450" y="1276350"/>
                </a:lnTo>
                <a:lnTo>
                  <a:pt x="1314450" y="1285875"/>
                </a:lnTo>
                <a:lnTo>
                  <a:pt x="1304925" y="1285875"/>
                </a:lnTo>
                <a:close/>
                <a:moveTo>
                  <a:pt x="285750" y="1285875"/>
                </a:moveTo>
                <a:lnTo>
                  <a:pt x="295275" y="1285875"/>
                </a:lnTo>
                <a:lnTo>
                  <a:pt x="295275" y="1295400"/>
                </a:lnTo>
                <a:lnTo>
                  <a:pt x="285750" y="1295400"/>
                </a:lnTo>
                <a:close/>
                <a:moveTo>
                  <a:pt x="1295400" y="1285875"/>
                </a:moveTo>
                <a:lnTo>
                  <a:pt x="1304925" y="1285875"/>
                </a:lnTo>
                <a:lnTo>
                  <a:pt x="1304925" y="1295400"/>
                </a:lnTo>
                <a:lnTo>
                  <a:pt x="1295400" y="1295400"/>
                </a:lnTo>
                <a:close/>
                <a:moveTo>
                  <a:pt x="304800" y="1295400"/>
                </a:moveTo>
                <a:lnTo>
                  <a:pt x="314325" y="1295400"/>
                </a:lnTo>
                <a:lnTo>
                  <a:pt x="314325" y="1304925"/>
                </a:lnTo>
                <a:lnTo>
                  <a:pt x="304800" y="1304925"/>
                </a:lnTo>
                <a:close/>
                <a:moveTo>
                  <a:pt x="1276350" y="1295400"/>
                </a:moveTo>
                <a:lnTo>
                  <a:pt x="1285875" y="1295400"/>
                </a:lnTo>
                <a:lnTo>
                  <a:pt x="1285875" y="1304925"/>
                </a:lnTo>
                <a:lnTo>
                  <a:pt x="1276350" y="1304925"/>
                </a:lnTo>
                <a:close/>
                <a:moveTo>
                  <a:pt x="1257300" y="1304925"/>
                </a:moveTo>
                <a:lnTo>
                  <a:pt x="1266825" y="1304925"/>
                </a:lnTo>
                <a:lnTo>
                  <a:pt x="1266825" y="1314450"/>
                </a:lnTo>
                <a:lnTo>
                  <a:pt x="1257300" y="1314450"/>
                </a:lnTo>
                <a:close/>
                <a:moveTo>
                  <a:pt x="342900" y="1314450"/>
                </a:moveTo>
                <a:lnTo>
                  <a:pt x="352425" y="1314450"/>
                </a:lnTo>
                <a:lnTo>
                  <a:pt x="352425" y="1323975"/>
                </a:lnTo>
                <a:lnTo>
                  <a:pt x="342900" y="1323975"/>
                </a:lnTo>
                <a:close/>
                <a:moveTo>
                  <a:pt x="1228725" y="1314450"/>
                </a:moveTo>
                <a:lnTo>
                  <a:pt x="1238250" y="1314450"/>
                </a:lnTo>
                <a:lnTo>
                  <a:pt x="1238250" y="1323975"/>
                </a:lnTo>
                <a:lnTo>
                  <a:pt x="1228725" y="1323975"/>
                </a:lnTo>
                <a:close/>
                <a:moveTo>
                  <a:pt x="371475" y="1323975"/>
                </a:moveTo>
                <a:lnTo>
                  <a:pt x="381000" y="1323975"/>
                </a:lnTo>
                <a:lnTo>
                  <a:pt x="381000" y="1333500"/>
                </a:lnTo>
                <a:lnTo>
                  <a:pt x="371475" y="1333500"/>
                </a:lnTo>
                <a:close/>
                <a:moveTo>
                  <a:pt x="1200150" y="1323975"/>
                </a:moveTo>
                <a:lnTo>
                  <a:pt x="1209675" y="1323975"/>
                </a:lnTo>
                <a:lnTo>
                  <a:pt x="1209675" y="1333500"/>
                </a:lnTo>
                <a:lnTo>
                  <a:pt x="1200150" y="1333500"/>
                </a:lnTo>
                <a:close/>
                <a:moveTo>
                  <a:pt x="400050" y="1333500"/>
                </a:moveTo>
                <a:lnTo>
                  <a:pt x="438150" y="1333500"/>
                </a:lnTo>
                <a:lnTo>
                  <a:pt x="438150" y="1343025"/>
                </a:lnTo>
                <a:lnTo>
                  <a:pt x="400050" y="1343025"/>
                </a:lnTo>
                <a:close/>
                <a:moveTo>
                  <a:pt x="714375" y="1333500"/>
                </a:moveTo>
                <a:lnTo>
                  <a:pt x="771525" y="1333500"/>
                </a:lnTo>
                <a:lnTo>
                  <a:pt x="771525" y="1343025"/>
                </a:lnTo>
                <a:lnTo>
                  <a:pt x="714375" y="1343025"/>
                </a:lnTo>
                <a:close/>
                <a:moveTo>
                  <a:pt x="800100" y="1333500"/>
                </a:moveTo>
                <a:lnTo>
                  <a:pt x="1057275" y="1333500"/>
                </a:lnTo>
                <a:lnTo>
                  <a:pt x="1057275" y="1343025"/>
                </a:lnTo>
                <a:lnTo>
                  <a:pt x="800100" y="1343025"/>
                </a:lnTo>
                <a:close/>
              </a:path>
            </a:pathLst>
          </a:custGeom>
          <a:solidFill xmlns:a="http://schemas.openxmlformats.org/drawingml/2006/main">
            <a:srgbClr val="FFE8BE"/>
          </a:solidFill>
          <a:ln xmlns:a="http://schemas.openxmlformats.org/drawingml/2006/main" w="0">
            <a:noFill/>
          </a:ln>
        </p:spPr>
      </p:sp>
      <p:sp>
        <p:nvSpPr>
          <p:cNvPr id="60" name="logo vector #fdf7e5">
            <a:extLst xmlns:a="http://schemas.openxmlformats.org/drawingml/2006/main">
              <a:ext uri="{FF2B5EF4-FFF2-40B4-BE49-F238E27FC236}">
                <a16:creationId xmlns:a16="http://schemas.microsoft.com/office/drawing/2014/main" id="{378593CF-018A-4D69-B449-ADF4D5DF106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219700" y="4476750"/>
            <a:ext cx="1581150" cy="1485900"/>
          </a:xfrm>
          <a:custGeom xmlns:a="http://schemas.openxmlformats.org/drawingml/2006/main">
            <a:pathLst>
              <a:path w="1581150" h="1485900">
                <a:moveTo>
                  <a:pt x="1162050" y="0"/>
                </a:moveTo>
                <a:lnTo>
                  <a:pt x="1209675" y="0"/>
                </a:lnTo>
                <a:lnTo>
                  <a:pt x="1209675" y="19050"/>
                </a:lnTo>
                <a:lnTo>
                  <a:pt x="1190625" y="19050"/>
                </a:lnTo>
                <a:lnTo>
                  <a:pt x="1190625" y="28575"/>
                </a:lnTo>
                <a:lnTo>
                  <a:pt x="1171575" y="28575"/>
                </a:lnTo>
                <a:lnTo>
                  <a:pt x="1171575" y="19050"/>
                </a:lnTo>
                <a:lnTo>
                  <a:pt x="1162050" y="19050"/>
                </a:lnTo>
                <a:close/>
                <a:moveTo>
                  <a:pt x="1238250" y="0"/>
                </a:moveTo>
                <a:lnTo>
                  <a:pt x="1266825" y="0"/>
                </a:lnTo>
                <a:lnTo>
                  <a:pt x="1266825" y="9525"/>
                </a:lnTo>
                <a:lnTo>
                  <a:pt x="1257300" y="9525"/>
                </a:lnTo>
                <a:lnTo>
                  <a:pt x="1257300" y="19050"/>
                </a:lnTo>
                <a:lnTo>
                  <a:pt x="1228725" y="19050"/>
                </a:lnTo>
                <a:lnTo>
                  <a:pt x="1228725" y="28575"/>
                </a:lnTo>
                <a:lnTo>
                  <a:pt x="1219200" y="28575"/>
                </a:lnTo>
                <a:lnTo>
                  <a:pt x="1219200" y="9525"/>
                </a:lnTo>
                <a:lnTo>
                  <a:pt x="1238250" y="9525"/>
                </a:lnTo>
                <a:close/>
                <a:moveTo>
                  <a:pt x="1304925" y="0"/>
                </a:moveTo>
                <a:lnTo>
                  <a:pt x="1314450" y="0"/>
                </a:lnTo>
                <a:lnTo>
                  <a:pt x="1314450" y="9525"/>
                </a:lnTo>
                <a:lnTo>
                  <a:pt x="1304925" y="9525"/>
                </a:lnTo>
                <a:close/>
                <a:moveTo>
                  <a:pt x="1419225" y="0"/>
                </a:moveTo>
                <a:lnTo>
                  <a:pt x="1438275" y="0"/>
                </a:lnTo>
                <a:lnTo>
                  <a:pt x="1438275" y="9525"/>
                </a:lnTo>
                <a:lnTo>
                  <a:pt x="1447800" y="9525"/>
                </a:lnTo>
                <a:lnTo>
                  <a:pt x="1447800" y="19050"/>
                </a:lnTo>
                <a:lnTo>
                  <a:pt x="1457325" y="19050"/>
                </a:lnTo>
                <a:lnTo>
                  <a:pt x="1457325" y="28575"/>
                </a:lnTo>
                <a:lnTo>
                  <a:pt x="1428750" y="28575"/>
                </a:lnTo>
                <a:lnTo>
                  <a:pt x="1428750" y="19050"/>
                </a:lnTo>
                <a:lnTo>
                  <a:pt x="1419225" y="19050"/>
                </a:lnTo>
                <a:close/>
                <a:moveTo>
                  <a:pt x="1504950" y="114300"/>
                </a:moveTo>
                <a:lnTo>
                  <a:pt x="1524000" y="114300"/>
                </a:lnTo>
                <a:lnTo>
                  <a:pt x="1524000" y="123825"/>
                </a:lnTo>
                <a:lnTo>
                  <a:pt x="1533525" y="123825"/>
                </a:lnTo>
                <a:lnTo>
                  <a:pt x="1533525" y="142875"/>
                </a:lnTo>
                <a:lnTo>
                  <a:pt x="1543050" y="142875"/>
                </a:lnTo>
                <a:lnTo>
                  <a:pt x="1543050" y="190500"/>
                </a:lnTo>
                <a:lnTo>
                  <a:pt x="1552575" y="190500"/>
                </a:lnTo>
                <a:lnTo>
                  <a:pt x="1552575" y="371475"/>
                </a:lnTo>
                <a:lnTo>
                  <a:pt x="1533525" y="371475"/>
                </a:lnTo>
                <a:lnTo>
                  <a:pt x="1533525" y="361950"/>
                </a:lnTo>
                <a:lnTo>
                  <a:pt x="1524000" y="361950"/>
                </a:lnTo>
                <a:lnTo>
                  <a:pt x="1524000" y="352425"/>
                </a:lnTo>
                <a:lnTo>
                  <a:pt x="1514475" y="352425"/>
                </a:lnTo>
                <a:lnTo>
                  <a:pt x="1514475" y="361950"/>
                </a:lnTo>
                <a:lnTo>
                  <a:pt x="1495425" y="361950"/>
                </a:lnTo>
                <a:lnTo>
                  <a:pt x="1495425" y="352425"/>
                </a:lnTo>
                <a:lnTo>
                  <a:pt x="1485900" y="352425"/>
                </a:lnTo>
                <a:lnTo>
                  <a:pt x="1485900" y="333375"/>
                </a:lnTo>
                <a:lnTo>
                  <a:pt x="1495425" y="333375"/>
                </a:lnTo>
                <a:lnTo>
                  <a:pt x="1495425" y="304800"/>
                </a:lnTo>
                <a:lnTo>
                  <a:pt x="1485900" y="304800"/>
                </a:lnTo>
                <a:lnTo>
                  <a:pt x="1485900" y="285750"/>
                </a:lnTo>
                <a:lnTo>
                  <a:pt x="1504950" y="285750"/>
                </a:lnTo>
                <a:lnTo>
                  <a:pt x="1504950" y="295275"/>
                </a:lnTo>
                <a:lnTo>
                  <a:pt x="1514475" y="295275"/>
                </a:lnTo>
                <a:lnTo>
                  <a:pt x="1514475" y="304800"/>
                </a:lnTo>
                <a:lnTo>
                  <a:pt x="1524000" y="304800"/>
                </a:lnTo>
                <a:lnTo>
                  <a:pt x="1524000" y="285750"/>
                </a:lnTo>
                <a:lnTo>
                  <a:pt x="1514475" y="285750"/>
                </a:lnTo>
                <a:lnTo>
                  <a:pt x="1514475" y="266700"/>
                </a:lnTo>
                <a:lnTo>
                  <a:pt x="1504950" y="266700"/>
                </a:lnTo>
                <a:lnTo>
                  <a:pt x="1504950" y="247650"/>
                </a:lnTo>
                <a:lnTo>
                  <a:pt x="1514475" y="247650"/>
                </a:lnTo>
                <a:lnTo>
                  <a:pt x="1514475" y="228600"/>
                </a:lnTo>
                <a:lnTo>
                  <a:pt x="1524000" y="228600"/>
                </a:lnTo>
                <a:lnTo>
                  <a:pt x="1524000" y="200025"/>
                </a:lnTo>
                <a:lnTo>
                  <a:pt x="1514475" y="200025"/>
                </a:lnTo>
                <a:lnTo>
                  <a:pt x="1514475" y="123825"/>
                </a:lnTo>
                <a:lnTo>
                  <a:pt x="1504950" y="123825"/>
                </a:lnTo>
                <a:close/>
                <a:moveTo>
                  <a:pt x="1457325" y="190500"/>
                </a:moveTo>
                <a:lnTo>
                  <a:pt x="1466850" y="190500"/>
                </a:lnTo>
                <a:lnTo>
                  <a:pt x="1466850" y="247650"/>
                </a:lnTo>
                <a:lnTo>
                  <a:pt x="1457325" y="247650"/>
                </a:lnTo>
                <a:lnTo>
                  <a:pt x="1457325" y="228600"/>
                </a:lnTo>
                <a:lnTo>
                  <a:pt x="1447800" y="228600"/>
                </a:lnTo>
                <a:lnTo>
                  <a:pt x="1447800" y="219075"/>
                </a:lnTo>
                <a:lnTo>
                  <a:pt x="1438275" y="219075"/>
                </a:lnTo>
                <a:lnTo>
                  <a:pt x="1438275" y="200025"/>
                </a:lnTo>
                <a:lnTo>
                  <a:pt x="1457325" y="200025"/>
                </a:lnTo>
                <a:close/>
                <a:moveTo>
                  <a:pt x="1485900" y="200025"/>
                </a:moveTo>
                <a:lnTo>
                  <a:pt x="1495425" y="200025"/>
                </a:lnTo>
                <a:lnTo>
                  <a:pt x="1495425" y="209550"/>
                </a:lnTo>
                <a:lnTo>
                  <a:pt x="1485900" y="209550"/>
                </a:lnTo>
                <a:close/>
                <a:moveTo>
                  <a:pt x="1457325" y="257175"/>
                </a:moveTo>
                <a:lnTo>
                  <a:pt x="1466850" y="257175"/>
                </a:lnTo>
                <a:lnTo>
                  <a:pt x="1466850" y="276225"/>
                </a:lnTo>
                <a:lnTo>
                  <a:pt x="1476375" y="276225"/>
                </a:lnTo>
                <a:lnTo>
                  <a:pt x="1476375" y="295275"/>
                </a:lnTo>
                <a:lnTo>
                  <a:pt x="1447800" y="295275"/>
                </a:lnTo>
                <a:lnTo>
                  <a:pt x="1447800" y="266700"/>
                </a:lnTo>
                <a:lnTo>
                  <a:pt x="1457325" y="266700"/>
                </a:lnTo>
                <a:close/>
                <a:moveTo>
                  <a:pt x="104775" y="285750"/>
                </a:moveTo>
                <a:lnTo>
                  <a:pt x="114300" y="285750"/>
                </a:lnTo>
                <a:lnTo>
                  <a:pt x="114300" y="304800"/>
                </a:lnTo>
                <a:lnTo>
                  <a:pt x="104775" y="304800"/>
                </a:lnTo>
                <a:close/>
                <a:moveTo>
                  <a:pt x="95250" y="323850"/>
                </a:moveTo>
                <a:lnTo>
                  <a:pt x="114300" y="323850"/>
                </a:lnTo>
                <a:lnTo>
                  <a:pt x="114300" y="333375"/>
                </a:lnTo>
                <a:lnTo>
                  <a:pt x="95250" y="333375"/>
                </a:lnTo>
                <a:close/>
                <a:moveTo>
                  <a:pt x="1314450" y="419100"/>
                </a:moveTo>
                <a:lnTo>
                  <a:pt x="1333500" y="419100"/>
                </a:lnTo>
                <a:lnTo>
                  <a:pt x="1333500" y="438150"/>
                </a:lnTo>
                <a:lnTo>
                  <a:pt x="1323975" y="438150"/>
                </a:lnTo>
                <a:lnTo>
                  <a:pt x="1323975" y="428625"/>
                </a:lnTo>
                <a:lnTo>
                  <a:pt x="1314450" y="428625"/>
                </a:lnTo>
                <a:close/>
                <a:moveTo>
                  <a:pt x="104775" y="552450"/>
                </a:moveTo>
                <a:lnTo>
                  <a:pt x="114300" y="552450"/>
                </a:lnTo>
                <a:lnTo>
                  <a:pt x="114300" y="571500"/>
                </a:lnTo>
                <a:lnTo>
                  <a:pt x="104775" y="571500"/>
                </a:lnTo>
                <a:close/>
                <a:moveTo>
                  <a:pt x="1533525" y="704850"/>
                </a:moveTo>
                <a:lnTo>
                  <a:pt x="1543050" y="704850"/>
                </a:lnTo>
                <a:lnTo>
                  <a:pt x="1543050" y="714375"/>
                </a:lnTo>
                <a:lnTo>
                  <a:pt x="1552575" y="714375"/>
                </a:lnTo>
                <a:lnTo>
                  <a:pt x="1552575" y="733425"/>
                </a:lnTo>
                <a:lnTo>
                  <a:pt x="1524000" y="733425"/>
                </a:lnTo>
                <a:lnTo>
                  <a:pt x="1524000" y="723900"/>
                </a:lnTo>
                <a:lnTo>
                  <a:pt x="1533525" y="723900"/>
                </a:lnTo>
                <a:close/>
                <a:moveTo>
                  <a:pt x="66675" y="714375"/>
                </a:moveTo>
                <a:lnTo>
                  <a:pt x="85725" y="714375"/>
                </a:lnTo>
                <a:lnTo>
                  <a:pt x="85725" y="733425"/>
                </a:lnTo>
                <a:lnTo>
                  <a:pt x="66675" y="733425"/>
                </a:lnTo>
                <a:close/>
                <a:moveTo>
                  <a:pt x="1533525" y="752475"/>
                </a:moveTo>
                <a:lnTo>
                  <a:pt x="1543050" y="752475"/>
                </a:lnTo>
                <a:lnTo>
                  <a:pt x="1543050" y="762000"/>
                </a:lnTo>
                <a:lnTo>
                  <a:pt x="1552575" y="762000"/>
                </a:lnTo>
                <a:lnTo>
                  <a:pt x="1552575" y="781050"/>
                </a:lnTo>
                <a:lnTo>
                  <a:pt x="1543050" y="781050"/>
                </a:lnTo>
                <a:lnTo>
                  <a:pt x="1543050" y="800100"/>
                </a:lnTo>
                <a:lnTo>
                  <a:pt x="1552575" y="800100"/>
                </a:lnTo>
                <a:lnTo>
                  <a:pt x="1552575" y="819150"/>
                </a:lnTo>
                <a:lnTo>
                  <a:pt x="1543050" y="819150"/>
                </a:lnTo>
                <a:lnTo>
                  <a:pt x="1543050" y="828675"/>
                </a:lnTo>
                <a:lnTo>
                  <a:pt x="1524000" y="828675"/>
                </a:lnTo>
                <a:lnTo>
                  <a:pt x="1524000" y="819150"/>
                </a:lnTo>
                <a:lnTo>
                  <a:pt x="1514475" y="819150"/>
                </a:lnTo>
                <a:lnTo>
                  <a:pt x="1514475" y="828675"/>
                </a:lnTo>
                <a:lnTo>
                  <a:pt x="1504950" y="828675"/>
                </a:lnTo>
                <a:lnTo>
                  <a:pt x="1504950" y="819150"/>
                </a:lnTo>
                <a:lnTo>
                  <a:pt x="1476375" y="819150"/>
                </a:lnTo>
                <a:lnTo>
                  <a:pt x="1476375" y="800100"/>
                </a:lnTo>
                <a:lnTo>
                  <a:pt x="1485900" y="800100"/>
                </a:lnTo>
                <a:lnTo>
                  <a:pt x="1485900" y="790575"/>
                </a:lnTo>
                <a:lnTo>
                  <a:pt x="1466850" y="790575"/>
                </a:lnTo>
                <a:lnTo>
                  <a:pt x="1466850" y="800100"/>
                </a:lnTo>
                <a:lnTo>
                  <a:pt x="1457325" y="800100"/>
                </a:lnTo>
                <a:lnTo>
                  <a:pt x="1457325" y="781050"/>
                </a:lnTo>
                <a:lnTo>
                  <a:pt x="1466850" y="781050"/>
                </a:lnTo>
                <a:lnTo>
                  <a:pt x="1466850" y="771525"/>
                </a:lnTo>
                <a:lnTo>
                  <a:pt x="1476375" y="771525"/>
                </a:lnTo>
                <a:lnTo>
                  <a:pt x="1476375" y="762000"/>
                </a:lnTo>
                <a:lnTo>
                  <a:pt x="1514475" y="762000"/>
                </a:lnTo>
                <a:lnTo>
                  <a:pt x="1514475" y="771525"/>
                </a:lnTo>
                <a:lnTo>
                  <a:pt x="1524000" y="771525"/>
                </a:lnTo>
                <a:lnTo>
                  <a:pt x="1524000" y="781050"/>
                </a:lnTo>
                <a:lnTo>
                  <a:pt x="1533525" y="781050"/>
                </a:lnTo>
                <a:close/>
                <a:moveTo>
                  <a:pt x="76200" y="809625"/>
                </a:moveTo>
                <a:lnTo>
                  <a:pt x="95250" y="809625"/>
                </a:lnTo>
                <a:lnTo>
                  <a:pt x="95250" y="838200"/>
                </a:lnTo>
                <a:lnTo>
                  <a:pt x="104775" y="838200"/>
                </a:lnTo>
                <a:lnTo>
                  <a:pt x="104775" y="866775"/>
                </a:lnTo>
                <a:lnTo>
                  <a:pt x="95250" y="866775"/>
                </a:lnTo>
                <a:lnTo>
                  <a:pt x="95250" y="857250"/>
                </a:lnTo>
                <a:lnTo>
                  <a:pt x="85725" y="857250"/>
                </a:lnTo>
                <a:lnTo>
                  <a:pt x="85725" y="847725"/>
                </a:lnTo>
                <a:lnTo>
                  <a:pt x="76200" y="847725"/>
                </a:lnTo>
                <a:close/>
                <a:moveTo>
                  <a:pt x="1504950" y="809625"/>
                </a:moveTo>
                <a:lnTo>
                  <a:pt x="1524000" y="809625"/>
                </a:lnTo>
                <a:lnTo>
                  <a:pt x="1524000" y="800100"/>
                </a:lnTo>
                <a:lnTo>
                  <a:pt x="1504950" y="800100"/>
                </a:lnTo>
                <a:close/>
                <a:moveTo>
                  <a:pt x="1466850" y="819150"/>
                </a:moveTo>
                <a:lnTo>
                  <a:pt x="1476375" y="819150"/>
                </a:lnTo>
                <a:lnTo>
                  <a:pt x="1476375" y="828675"/>
                </a:lnTo>
                <a:lnTo>
                  <a:pt x="1466850" y="828675"/>
                </a:lnTo>
                <a:close/>
                <a:moveTo>
                  <a:pt x="38100" y="828675"/>
                </a:moveTo>
                <a:lnTo>
                  <a:pt x="47625" y="828675"/>
                </a:lnTo>
                <a:lnTo>
                  <a:pt x="47625" y="838200"/>
                </a:lnTo>
                <a:lnTo>
                  <a:pt x="38100" y="838200"/>
                </a:lnTo>
                <a:close/>
                <a:moveTo>
                  <a:pt x="114300" y="847725"/>
                </a:moveTo>
                <a:lnTo>
                  <a:pt x="123825" y="847725"/>
                </a:lnTo>
                <a:lnTo>
                  <a:pt x="123825" y="885825"/>
                </a:lnTo>
                <a:lnTo>
                  <a:pt x="114300" y="885825"/>
                </a:lnTo>
                <a:lnTo>
                  <a:pt x="114300" y="876300"/>
                </a:lnTo>
                <a:lnTo>
                  <a:pt x="104775" y="876300"/>
                </a:lnTo>
                <a:lnTo>
                  <a:pt x="104775" y="866775"/>
                </a:lnTo>
                <a:lnTo>
                  <a:pt x="114300" y="866775"/>
                </a:lnTo>
                <a:close/>
                <a:moveTo>
                  <a:pt x="38100" y="857250"/>
                </a:moveTo>
                <a:lnTo>
                  <a:pt x="47625" y="857250"/>
                </a:lnTo>
                <a:lnTo>
                  <a:pt x="47625" y="895350"/>
                </a:lnTo>
                <a:lnTo>
                  <a:pt x="38100" y="895350"/>
                </a:lnTo>
                <a:close/>
                <a:moveTo>
                  <a:pt x="66675" y="857250"/>
                </a:moveTo>
                <a:lnTo>
                  <a:pt x="76200" y="857250"/>
                </a:lnTo>
                <a:lnTo>
                  <a:pt x="76200" y="866775"/>
                </a:lnTo>
                <a:lnTo>
                  <a:pt x="66675" y="866775"/>
                </a:lnTo>
                <a:close/>
                <a:moveTo>
                  <a:pt x="66675" y="914400"/>
                </a:moveTo>
                <a:lnTo>
                  <a:pt x="76200" y="914400"/>
                </a:lnTo>
                <a:lnTo>
                  <a:pt x="76200" y="933450"/>
                </a:lnTo>
                <a:lnTo>
                  <a:pt x="66675" y="933450"/>
                </a:lnTo>
                <a:close/>
                <a:moveTo>
                  <a:pt x="66675" y="971550"/>
                </a:moveTo>
                <a:lnTo>
                  <a:pt x="76200" y="971550"/>
                </a:lnTo>
                <a:lnTo>
                  <a:pt x="76200" y="990600"/>
                </a:lnTo>
                <a:lnTo>
                  <a:pt x="66675" y="990600"/>
                </a:lnTo>
                <a:close/>
                <a:moveTo>
                  <a:pt x="1543050" y="981075"/>
                </a:moveTo>
                <a:lnTo>
                  <a:pt x="1552575" y="981075"/>
                </a:lnTo>
                <a:lnTo>
                  <a:pt x="1552575" y="1171575"/>
                </a:lnTo>
                <a:lnTo>
                  <a:pt x="1543050" y="1171575"/>
                </a:lnTo>
                <a:lnTo>
                  <a:pt x="1543050" y="1209675"/>
                </a:lnTo>
                <a:lnTo>
                  <a:pt x="1533525" y="1209675"/>
                </a:lnTo>
                <a:lnTo>
                  <a:pt x="1533525" y="1238250"/>
                </a:lnTo>
                <a:lnTo>
                  <a:pt x="1524000" y="1238250"/>
                </a:lnTo>
                <a:lnTo>
                  <a:pt x="1524000" y="1266825"/>
                </a:lnTo>
                <a:lnTo>
                  <a:pt x="1514475" y="1266825"/>
                </a:lnTo>
                <a:lnTo>
                  <a:pt x="1514475" y="1285875"/>
                </a:lnTo>
                <a:lnTo>
                  <a:pt x="1504950" y="1285875"/>
                </a:lnTo>
                <a:lnTo>
                  <a:pt x="1504950" y="1295400"/>
                </a:lnTo>
                <a:lnTo>
                  <a:pt x="1495425" y="1295400"/>
                </a:lnTo>
                <a:lnTo>
                  <a:pt x="1495425" y="1304925"/>
                </a:lnTo>
                <a:lnTo>
                  <a:pt x="1485900" y="1304925"/>
                </a:lnTo>
                <a:lnTo>
                  <a:pt x="1485900" y="1285875"/>
                </a:lnTo>
                <a:lnTo>
                  <a:pt x="1495425" y="1285875"/>
                </a:lnTo>
                <a:lnTo>
                  <a:pt x="1495425" y="1247775"/>
                </a:lnTo>
                <a:lnTo>
                  <a:pt x="1504950" y="1247775"/>
                </a:lnTo>
                <a:lnTo>
                  <a:pt x="1504950" y="1238250"/>
                </a:lnTo>
                <a:lnTo>
                  <a:pt x="1495425" y="1238250"/>
                </a:lnTo>
                <a:lnTo>
                  <a:pt x="1495425" y="1219200"/>
                </a:lnTo>
                <a:lnTo>
                  <a:pt x="1504950" y="1219200"/>
                </a:lnTo>
                <a:lnTo>
                  <a:pt x="1504950" y="1171575"/>
                </a:lnTo>
                <a:lnTo>
                  <a:pt x="1495425" y="1171575"/>
                </a:lnTo>
                <a:lnTo>
                  <a:pt x="1495425" y="1181100"/>
                </a:lnTo>
                <a:lnTo>
                  <a:pt x="1485900" y="1181100"/>
                </a:lnTo>
                <a:lnTo>
                  <a:pt x="1485900" y="1190625"/>
                </a:lnTo>
                <a:lnTo>
                  <a:pt x="1476375" y="1190625"/>
                </a:lnTo>
                <a:lnTo>
                  <a:pt x="1476375" y="1200150"/>
                </a:lnTo>
                <a:lnTo>
                  <a:pt x="1457325" y="1200150"/>
                </a:lnTo>
                <a:lnTo>
                  <a:pt x="1457325" y="1209675"/>
                </a:lnTo>
                <a:lnTo>
                  <a:pt x="1438275" y="1209675"/>
                </a:lnTo>
                <a:lnTo>
                  <a:pt x="1438275" y="1200150"/>
                </a:lnTo>
                <a:lnTo>
                  <a:pt x="1447800" y="1200150"/>
                </a:lnTo>
                <a:lnTo>
                  <a:pt x="1447800" y="1181100"/>
                </a:lnTo>
                <a:lnTo>
                  <a:pt x="1438275" y="1181100"/>
                </a:lnTo>
                <a:lnTo>
                  <a:pt x="1438275" y="1162050"/>
                </a:lnTo>
                <a:lnTo>
                  <a:pt x="1447800" y="1162050"/>
                </a:lnTo>
                <a:lnTo>
                  <a:pt x="1447800" y="1123950"/>
                </a:lnTo>
                <a:lnTo>
                  <a:pt x="1457325" y="1123950"/>
                </a:lnTo>
                <a:lnTo>
                  <a:pt x="1457325" y="1114425"/>
                </a:lnTo>
                <a:lnTo>
                  <a:pt x="1466850" y="1114425"/>
                </a:lnTo>
                <a:lnTo>
                  <a:pt x="1466850" y="1143000"/>
                </a:lnTo>
                <a:lnTo>
                  <a:pt x="1476375" y="1143000"/>
                </a:lnTo>
                <a:lnTo>
                  <a:pt x="1476375" y="1133475"/>
                </a:lnTo>
                <a:lnTo>
                  <a:pt x="1504950" y="1133475"/>
                </a:lnTo>
                <a:lnTo>
                  <a:pt x="1504950" y="1095375"/>
                </a:lnTo>
                <a:lnTo>
                  <a:pt x="1514475" y="1095375"/>
                </a:lnTo>
                <a:lnTo>
                  <a:pt x="1514475" y="1076325"/>
                </a:lnTo>
                <a:lnTo>
                  <a:pt x="1504950" y="1076325"/>
                </a:lnTo>
                <a:lnTo>
                  <a:pt x="1504950" y="1038225"/>
                </a:lnTo>
                <a:lnTo>
                  <a:pt x="1514475" y="1038225"/>
                </a:lnTo>
                <a:lnTo>
                  <a:pt x="1514475" y="1028700"/>
                </a:lnTo>
                <a:lnTo>
                  <a:pt x="1524000" y="1028700"/>
                </a:lnTo>
                <a:lnTo>
                  <a:pt x="1524000" y="1009650"/>
                </a:lnTo>
                <a:lnTo>
                  <a:pt x="1533525" y="1009650"/>
                </a:lnTo>
                <a:lnTo>
                  <a:pt x="1533525" y="990600"/>
                </a:lnTo>
                <a:lnTo>
                  <a:pt x="1543050" y="990600"/>
                </a:lnTo>
                <a:close/>
                <a:moveTo>
                  <a:pt x="85725" y="1009650"/>
                </a:moveTo>
                <a:lnTo>
                  <a:pt x="114300" y="1009650"/>
                </a:lnTo>
                <a:lnTo>
                  <a:pt x="114300" y="1028700"/>
                </a:lnTo>
                <a:lnTo>
                  <a:pt x="104775" y="1028700"/>
                </a:lnTo>
                <a:lnTo>
                  <a:pt x="104775" y="1038225"/>
                </a:lnTo>
                <a:lnTo>
                  <a:pt x="85725" y="1038225"/>
                </a:lnTo>
                <a:close/>
                <a:moveTo>
                  <a:pt x="114300" y="1028700"/>
                </a:moveTo>
                <a:lnTo>
                  <a:pt x="123825" y="1028700"/>
                </a:lnTo>
                <a:lnTo>
                  <a:pt x="123825" y="1038225"/>
                </a:lnTo>
                <a:lnTo>
                  <a:pt x="114300" y="1038225"/>
                </a:lnTo>
                <a:close/>
                <a:moveTo>
                  <a:pt x="1476375" y="1038225"/>
                </a:moveTo>
                <a:lnTo>
                  <a:pt x="1485900" y="1038225"/>
                </a:lnTo>
                <a:lnTo>
                  <a:pt x="1485900" y="1047750"/>
                </a:lnTo>
                <a:lnTo>
                  <a:pt x="1476375" y="1047750"/>
                </a:lnTo>
                <a:close/>
                <a:moveTo>
                  <a:pt x="1457325" y="1085850"/>
                </a:moveTo>
                <a:lnTo>
                  <a:pt x="1466850" y="1085850"/>
                </a:lnTo>
                <a:lnTo>
                  <a:pt x="1466850" y="1104900"/>
                </a:lnTo>
                <a:lnTo>
                  <a:pt x="1457325" y="1104900"/>
                </a:lnTo>
                <a:close/>
                <a:moveTo>
                  <a:pt x="1476375" y="1152525"/>
                </a:moveTo>
                <a:lnTo>
                  <a:pt x="1485900" y="1152525"/>
                </a:lnTo>
                <a:lnTo>
                  <a:pt x="1485900" y="1143000"/>
                </a:lnTo>
                <a:lnTo>
                  <a:pt x="1476375" y="1143000"/>
                </a:lnTo>
                <a:close/>
                <a:moveTo>
                  <a:pt x="76200" y="1200150"/>
                </a:moveTo>
                <a:lnTo>
                  <a:pt x="85725" y="1200150"/>
                </a:lnTo>
                <a:lnTo>
                  <a:pt x="85725" y="1209675"/>
                </a:lnTo>
                <a:lnTo>
                  <a:pt x="76200" y="1209675"/>
                </a:lnTo>
                <a:close/>
                <a:moveTo>
                  <a:pt x="1419225" y="1200150"/>
                </a:moveTo>
                <a:lnTo>
                  <a:pt x="1428750" y="1200150"/>
                </a:lnTo>
                <a:lnTo>
                  <a:pt x="1428750" y="1228725"/>
                </a:lnTo>
                <a:lnTo>
                  <a:pt x="1419225" y="1228725"/>
                </a:lnTo>
                <a:close/>
                <a:moveTo>
                  <a:pt x="76200" y="1257300"/>
                </a:moveTo>
                <a:lnTo>
                  <a:pt x="85725" y="1257300"/>
                </a:lnTo>
                <a:lnTo>
                  <a:pt x="85725" y="1285875"/>
                </a:lnTo>
                <a:lnTo>
                  <a:pt x="76200" y="1285875"/>
                </a:lnTo>
                <a:close/>
                <a:moveTo>
                  <a:pt x="1476375" y="1304925"/>
                </a:moveTo>
                <a:lnTo>
                  <a:pt x="1485900" y="1304925"/>
                </a:lnTo>
                <a:lnTo>
                  <a:pt x="1485900" y="1323975"/>
                </a:lnTo>
                <a:lnTo>
                  <a:pt x="1476375" y="1323975"/>
                </a:lnTo>
                <a:lnTo>
                  <a:pt x="1476375" y="1333500"/>
                </a:lnTo>
                <a:lnTo>
                  <a:pt x="1466850" y="1333500"/>
                </a:lnTo>
                <a:lnTo>
                  <a:pt x="1466850" y="1343025"/>
                </a:lnTo>
                <a:lnTo>
                  <a:pt x="1457325" y="1343025"/>
                </a:lnTo>
                <a:lnTo>
                  <a:pt x="1457325" y="1352550"/>
                </a:lnTo>
                <a:lnTo>
                  <a:pt x="1447800" y="1352550"/>
                </a:lnTo>
                <a:lnTo>
                  <a:pt x="1447800" y="1362075"/>
                </a:lnTo>
                <a:lnTo>
                  <a:pt x="1438275" y="1362075"/>
                </a:lnTo>
                <a:lnTo>
                  <a:pt x="1438275" y="1371600"/>
                </a:lnTo>
                <a:lnTo>
                  <a:pt x="1428750" y="1371600"/>
                </a:lnTo>
                <a:lnTo>
                  <a:pt x="1428750" y="1381125"/>
                </a:lnTo>
                <a:lnTo>
                  <a:pt x="1419225" y="1381125"/>
                </a:lnTo>
                <a:lnTo>
                  <a:pt x="1419225" y="1390650"/>
                </a:lnTo>
                <a:lnTo>
                  <a:pt x="1409700" y="1390650"/>
                </a:lnTo>
                <a:lnTo>
                  <a:pt x="1409700" y="1400175"/>
                </a:lnTo>
                <a:lnTo>
                  <a:pt x="1390650" y="1400175"/>
                </a:lnTo>
                <a:lnTo>
                  <a:pt x="1390650" y="1409700"/>
                </a:lnTo>
                <a:lnTo>
                  <a:pt x="1371600" y="1409700"/>
                </a:lnTo>
                <a:lnTo>
                  <a:pt x="1371600" y="1419225"/>
                </a:lnTo>
                <a:lnTo>
                  <a:pt x="1352550" y="1419225"/>
                </a:lnTo>
                <a:lnTo>
                  <a:pt x="1352550" y="1428750"/>
                </a:lnTo>
                <a:lnTo>
                  <a:pt x="1323975" y="1428750"/>
                </a:lnTo>
                <a:lnTo>
                  <a:pt x="1323975" y="1438275"/>
                </a:lnTo>
                <a:lnTo>
                  <a:pt x="1285875" y="1438275"/>
                </a:lnTo>
                <a:lnTo>
                  <a:pt x="1285875" y="1447800"/>
                </a:lnTo>
                <a:lnTo>
                  <a:pt x="1257300" y="1447800"/>
                </a:lnTo>
                <a:lnTo>
                  <a:pt x="1257300" y="1438275"/>
                </a:lnTo>
                <a:lnTo>
                  <a:pt x="1247775" y="1438275"/>
                </a:lnTo>
                <a:lnTo>
                  <a:pt x="1247775" y="1447800"/>
                </a:lnTo>
                <a:lnTo>
                  <a:pt x="1104900" y="1447800"/>
                </a:lnTo>
                <a:lnTo>
                  <a:pt x="1104900" y="1428750"/>
                </a:lnTo>
                <a:lnTo>
                  <a:pt x="1152525" y="1428750"/>
                </a:lnTo>
                <a:lnTo>
                  <a:pt x="1152525" y="1419225"/>
                </a:lnTo>
                <a:lnTo>
                  <a:pt x="1247775" y="1419225"/>
                </a:lnTo>
                <a:lnTo>
                  <a:pt x="1247775" y="1409700"/>
                </a:lnTo>
                <a:lnTo>
                  <a:pt x="1285875" y="1409700"/>
                </a:lnTo>
                <a:lnTo>
                  <a:pt x="1285875" y="1400175"/>
                </a:lnTo>
                <a:lnTo>
                  <a:pt x="1295400" y="1400175"/>
                </a:lnTo>
                <a:lnTo>
                  <a:pt x="1295400" y="1390650"/>
                </a:lnTo>
                <a:lnTo>
                  <a:pt x="1314450" y="1390650"/>
                </a:lnTo>
                <a:lnTo>
                  <a:pt x="1314450" y="1381125"/>
                </a:lnTo>
                <a:lnTo>
                  <a:pt x="1323975" y="1381125"/>
                </a:lnTo>
                <a:lnTo>
                  <a:pt x="1323975" y="1371600"/>
                </a:lnTo>
                <a:lnTo>
                  <a:pt x="1333500" y="1371600"/>
                </a:lnTo>
                <a:lnTo>
                  <a:pt x="1333500" y="1362075"/>
                </a:lnTo>
                <a:lnTo>
                  <a:pt x="1343025" y="1362075"/>
                </a:lnTo>
                <a:lnTo>
                  <a:pt x="1343025" y="1381125"/>
                </a:lnTo>
                <a:lnTo>
                  <a:pt x="1352550" y="1381125"/>
                </a:lnTo>
                <a:lnTo>
                  <a:pt x="1352550" y="1371600"/>
                </a:lnTo>
                <a:lnTo>
                  <a:pt x="1381125" y="1371600"/>
                </a:lnTo>
                <a:lnTo>
                  <a:pt x="1381125" y="1362075"/>
                </a:lnTo>
                <a:lnTo>
                  <a:pt x="1428750" y="1362075"/>
                </a:lnTo>
                <a:lnTo>
                  <a:pt x="1428750" y="1352550"/>
                </a:lnTo>
                <a:lnTo>
                  <a:pt x="1438275" y="1352550"/>
                </a:lnTo>
                <a:lnTo>
                  <a:pt x="1438275" y="1343025"/>
                </a:lnTo>
                <a:lnTo>
                  <a:pt x="1447800" y="1343025"/>
                </a:lnTo>
                <a:lnTo>
                  <a:pt x="1447800" y="1333500"/>
                </a:lnTo>
                <a:lnTo>
                  <a:pt x="1457325" y="1333500"/>
                </a:lnTo>
                <a:lnTo>
                  <a:pt x="1457325" y="1323975"/>
                </a:lnTo>
                <a:lnTo>
                  <a:pt x="1466850" y="1323975"/>
                </a:lnTo>
                <a:lnTo>
                  <a:pt x="1466850" y="1314450"/>
                </a:lnTo>
                <a:lnTo>
                  <a:pt x="1476375" y="1314450"/>
                </a:lnTo>
                <a:close/>
                <a:moveTo>
                  <a:pt x="1257300" y="1333500"/>
                </a:moveTo>
                <a:lnTo>
                  <a:pt x="1304925" y="1333500"/>
                </a:lnTo>
                <a:lnTo>
                  <a:pt x="1304925" y="1343025"/>
                </a:lnTo>
                <a:lnTo>
                  <a:pt x="1314450" y="1343025"/>
                </a:lnTo>
                <a:lnTo>
                  <a:pt x="1314450" y="1362075"/>
                </a:lnTo>
                <a:lnTo>
                  <a:pt x="1304925" y="1362075"/>
                </a:lnTo>
                <a:lnTo>
                  <a:pt x="1304925" y="1371600"/>
                </a:lnTo>
                <a:lnTo>
                  <a:pt x="1247775" y="1371600"/>
                </a:lnTo>
                <a:lnTo>
                  <a:pt x="1247775" y="1381125"/>
                </a:lnTo>
                <a:lnTo>
                  <a:pt x="1219200" y="1381125"/>
                </a:lnTo>
                <a:lnTo>
                  <a:pt x="1219200" y="1371600"/>
                </a:lnTo>
                <a:lnTo>
                  <a:pt x="1200150" y="1371600"/>
                </a:lnTo>
                <a:lnTo>
                  <a:pt x="1200150" y="1352550"/>
                </a:lnTo>
                <a:lnTo>
                  <a:pt x="1238250" y="1352550"/>
                </a:lnTo>
                <a:lnTo>
                  <a:pt x="1238250" y="1343025"/>
                </a:lnTo>
                <a:lnTo>
                  <a:pt x="1257300" y="1343025"/>
                </a:lnTo>
                <a:close/>
                <a:moveTo>
                  <a:pt x="457200" y="1371600"/>
                </a:moveTo>
                <a:lnTo>
                  <a:pt x="476250" y="1371600"/>
                </a:lnTo>
                <a:lnTo>
                  <a:pt x="476250" y="1381125"/>
                </a:lnTo>
                <a:lnTo>
                  <a:pt x="457200" y="1381125"/>
                </a:lnTo>
                <a:close/>
                <a:moveTo>
                  <a:pt x="504825" y="1371600"/>
                </a:moveTo>
                <a:lnTo>
                  <a:pt x="523875" y="1371600"/>
                </a:lnTo>
                <a:lnTo>
                  <a:pt x="523875" y="1381125"/>
                </a:lnTo>
                <a:lnTo>
                  <a:pt x="514350" y="1381125"/>
                </a:lnTo>
                <a:lnTo>
                  <a:pt x="514350" y="1400175"/>
                </a:lnTo>
                <a:lnTo>
                  <a:pt x="523875" y="1400175"/>
                </a:lnTo>
                <a:lnTo>
                  <a:pt x="523875" y="1419225"/>
                </a:lnTo>
                <a:lnTo>
                  <a:pt x="514350" y="1419225"/>
                </a:lnTo>
                <a:lnTo>
                  <a:pt x="514350" y="1409700"/>
                </a:lnTo>
                <a:lnTo>
                  <a:pt x="504825" y="1409700"/>
                </a:lnTo>
                <a:lnTo>
                  <a:pt x="504825" y="1400175"/>
                </a:lnTo>
                <a:lnTo>
                  <a:pt x="495300" y="1400175"/>
                </a:lnTo>
                <a:lnTo>
                  <a:pt x="495300" y="1381125"/>
                </a:lnTo>
                <a:lnTo>
                  <a:pt x="504825" y="1381125"/>
                </a:lnTo>
                <a:close/>
                <a:moveTo>
                  <a:pt x="733425" y="1400175"/>
                </a:moveTo>
                <a:lnTo>
                  <a:pt x="742950" y="1400175"/>
                </a:lnTo>
                <a:lnTo>
                  <a:pt x="742950" y="1409700"/>
                </a:lnTo>
                <a:lnTo>
                  <a:pt x="733425" y="1409700"/>
                </a:lnTo>
                <a:close/>
                <a:moveTo>
                  <a:pt x="714375" y="1409700"/>
                </a:moveTo>
                <a:lnTo>
                  <a:pt x="733425" y="1409700"/>
                </a:lnTo>
                <a:lnTo>
                  <a:pt x="733425" y="1419225"/>
                </a:lnTo>
                <a:lnTo>
                  <a:pt x="742950" y="1419225"/>
                </a:lnTo>
                <a:lnTo>
                  <a:pt x="742950" y="1428750"/>
                </a:lnTo>
                <a:lnTo>
                  <a:pt x="762000" y="1428750"/>
                </a:lnTo>
                <a:lnTo>
                  <a:pt x="762000" y="1409700"/>
                </a:lnTo>
                <a:lnTo>
                  <a:pt x="781050" y="1409700"/>
                </a:lnTo>
                <a:lnTo>
                  <a:pt x="781050" y="1428750"/>
                </a:lnTo>
                <a:lnTo>
                  <a:pt x="771525" y="1428750"/>
                </a:lnTo>
                <a:lnTo>
                  <a:pt x="771525" y="1438275"/>
                </a:lnTo>
                <a:lnTo>
                  <a:pt x="781050" y="1438275"/>
                </a:lnTo>
                <a:lnTo>
                  <a:pt x="781050" y="1447800"/>
                </a:lnTo>
                <a:lnTo>
                  <a:pt x="714375" y="1447800"/>
                </a:lnTo>
                <a:lnTo>
                  <a:pt x="714375" y="1428750"/>
                </a:lnTo>
                <a:lnTo>
                  <a:pt x="723900" y="1428750"/>
                </a:lnTo>
                <a:lnTo>
                  <a:pt x="723900" y="1419225"/>
                </a:lnTo>
                <a:lnTo>
                  <a:pt x="714375" y="1419225"/>
                </a:lnTo>
                <a:close/>
                <a:moveTo>
                  <a:pt x="466725" y="1428750"/>
                </a:moveTo>
                <a:lnTo>
                  <a:pt x="476250" y="1428750"/>
                </a:lnTo>
                <a:lnTo>
                  <a:pt x="476250" y="1447800"/>
                </a:lnTo>
                <a:lnTo>
                  <a:pt x="466725" y="1447800"/>
                </a:lnTo>
                <a:close/>
                <a:moveTo>
                  <a:pt x="847725" y="1428750"/>
                </a:moveTo>
                <a:lnTo>
                  <a:pt x="866775" y="1428750"/>
                </a:lnTo>
                <a:lnTo>
                  <a:pt x="866775" y="1447800"/>
                </a:lnTo>
                <a:lnTo>
                  <a:pt x="838200" y="1447800"/>
                </a:lnTo>
                <a:lnTo>
                  <a:pt x="838200" y="1438275"/>
                </a:lnTo>
                <a:lnTo>
                  <a:pt x="847725" y="1438275"/>
                </a:lnTo>
                <a:close/>
              </a:path>
            </a:pathLst>
          </a:custGeom>
          <a:solidFill xmlns:a="http://schemas.openxmlformats.org/drawingml/2006/main">
            <a:srgbClr val="FDF7E5"/>
          </a:solidFill>
          <a:ln xmlns:a="http://schemas.openxmlformats.org/drawingml/2006/main" w="0">
            <a:noFill/>
          </a:ln>
        </p:spPr>
      </p:sp>
      <p:sp>
        <p:nvSpPr>
          <p:cNvPr id="61" name="logo vector #fdf6e4">
            <a:extLst xmlns:a="http://schemas.openxmlformats.org/drawingml/2006/main">
              <a:ext uri="{FF2B5EF4-FFF2-40B4-BE49-F238E27FC236}">
                <a16:creationId xmlns:a16="http://schemas.microsoft.com/office/drawing/2014/main" id="{B9C95C2B-62C8-4EE3-A60D-D8EBCD72241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219700" y="4476750"/>
            <a:ext cx="1581150" cy="1485900"/>
          </a:xfrm>
          <a:custGeom xmlns:a="http://schemas.openxmlformats.org/drawingml/2006/main">
            <a:pathLst>
              <a:path w="1581150" h="1485900">
                <a:moveTo>
                  <a:pt x="1114425" y="0"/>
                </a:moveTo>
                <a:lnTo>
                  <a:pt x="1123950" y="0"/>
                </a:lnTo>
                <a:lnTo>
                  <a:pt x="1123950" y="9525"/>
                </a:lnTo>
                <a:lnTo>
                  <a:pt x="1114425" y="9525"/>
                </a:lnTo>
                <a:close/>
                <a:moveTo>
                  <a:pt x="1152525" y="0"/>
                </a:moveTo>
                <a:lnTo>
                  <a:pt x="1162050" y="0"/>
                </a:lnTo>
                <a:lnTo>
                  <a:pt x="1162050" y="19050"/>
                </a:lnTo>
                <a:lnTo>
                  <a:pt x="1171575" y="19050"/>
                </a:lnTo>
                <a:lnTo>
                  <a:pt x="1171575" y="28575"/>
                </a:lnTo>
                <a:lnTo>
                  <a:pt x="1152525" y="28575"/>
                </a:lnTo>
                <a:close/>
                <a:moveTo>
                  <a:pt x="1209675" y="0"/>
                </a:moveTo>
                <a:lnTo>
                  <a:pt x="1238250" y="0"/>
                </a:lnTo>
                <a:lnTo>
                  <a:pt x="1238250" y="9525"/>
                </a:lnTo>
                <a:lnTo>
                  <a:pt x="1219200" y="9525"/>
                </a:lnTo>
                <a:lnTo>
                  <a:pt x="1219200" y="28575"/>
                </a:lnTo>
                <a:lnTo>
                  <a:pt x="1228725" y="28575"/>
                </a:lnTo>
                <a:lnTo>
                  <a:pt x="1228725" y="38100"/>
                </a:lnTo>
                <a:lnTo>
                  <a:pt x="1200150" y="38100"/>
                </a:lnTo>
                <a:lnTo>
                  <a:pt x="1200150" y="28575"/>
                </a:lnTo>
                <a:lnTo>
                  <a:pt x="1190625" y="28575"/>
                </a:lnTo>
                <a:lnTo>
                  <a:pt x="1190625" y="19050"/>
                </a:lnTo>
                <a:lnTo>
                  <a:pt x="1209675" y="19050"/>
                </a:lnTo>
                <a:close/>
                <a:moveTo>
                  <a:pt x="1266825" y="0"/>
                </a:moveTo>
                <a:lnTo>
                  <a:pt x="1276350" y="0"/>
                </a:lnTo>
                <a:lnTo>
                  <a:pt x="1276350" y="9525"/>
                </a:lnTo>
                <a:lnTo>
                  <a:pt x="1295400" y="9525"/>
                </a:lnTo>
                <a:lnTo>
                  <a:pt x="1295400" y="0"/>
                </a:lnTo>
                <a:lnTo>
                  <a:pt x="1304925" y="0"/>
                </a:lnTo>
                <a:lnTo>
                  <a:pt x="1304925" y="9525"/>
                </a:lnTo>
                <a:lnTo>
                  <a:pt x="1314450" y="9525"/>
                </a:lnTo>
                <a:lnTo>
                  <a:pt x="1314450" y="0"/>
                </a:lnTo>
                <a:lnTo>
                  <a:pt x="1333500" y="0"/>
                </a:lnTo>
                <a:lnTo>
                  <a:pt x="1333500" y="19050"/>
                </a:lnTo>
                <a:lnTo>
                  <a:pt x="1323975" y="19050"/>
                </a:lnTo>
                <a:lnTo>
                  <a:pt x="1323975" y="28575"/>
                </a:lnTo>
                <a:lnTo>
                  <a:pt x="1314450" y="28575"/>
                </a:lnTo>
                <a:lnTo>
                  <a:pt x="1314450" y="19050"/>
                </a:lnTo>
                <a:lnTo>
                  <a:pt x="1304925" y="19050"/>
                </a:lnTo>
                <a:lnTo>
                  <a:pt x="1304925" y="28575"/>
                </a:lnTo>
                <a:lnTo>
                  <a:pt x="1295400" y="28575"/>
                </a:lnTo>
                <a:lnTo>
                  <a:pt x="1295400" y="47625"/>
                </a:lnTo>
                <a:lnTo>
                  <a:pt x="1238250" y="47625"/>
                </a:lnTo>
                <a:lnTo>
                  <a:pt x="1238250" y="28575"/>
                </a:lnTo>
                <a:lnTo>
                  <a:pt x="1257300" y="28575"/>
                </a:lnTo>
                <a:lnTo>
                  <a:pt x="1257300" y="9525"/>
                </a:lnTo>
                <a:lnTo>
                  <a:pt x="1266825" y="9525"/>
                </a:lnTo>
                <a:close/>
                <a:moveTo>
                  <a:pt x="1409700" y="0"/>
                </a:moveTo>
                <a:lnTo>
                  <a:pt x="1419225" y="0"/>
                </a:lnTo>
                <a:lnTo>
                  <a:pt x="1419225" y="9525"/>
                </a:lnTo>
                <a:lnTo>
                  <a:pt x="1409700" y="9525"/>
                </a:lnTo>
                <a:close/>
                <a:moveTo>
                  <a:pt x="1419225" y="19050"/>
                </a:moveTo>
                <a:lnTo>
                  <a:pt x="1428750" y="19050"/>
                </a:lnTo>
                <a:lnTo>
                  <a:pt x="1428750" y="28575"/>
                </a:lnTo>
                <a:lnTo>
                  <a:pt x="1419225" y="28575"/>
                </a:lnTo>
                <a:close/>
                <a:moveTo>
                  <a:pt x="447675" y="104775"/>
                </a:moveTo>
                <a:lnTo>
                  <a:pt x="466725" y="104775"/>
                </a:lnTo>
                <a:lnTo>
                  <a:pt x="466725" y="123825"/>
                </a:lnTo>
                <a:lnTo>
                  <a:pt x="438150" y="123825"/>
                </a:lnTo>
                <a:lnTo>
                  <a:pt x="438150" y="114300"/>
                </a:lnTo>
                <a:lnTo>
                  <a:pt x="447675" y="114300"/>
                </a:lnTo>
                <a:close/>
                <a:moveTo>
                  <a:pt x="504825" y="104775"/>
                </a:moveTo>
                <a:lnTo>
                  <a:pt x="533400" y="104775"/>
                </a:lnTo>
                <a:lnTo>
                  <a:pt x="533400" y="142875"/>
                </a:lnTo>
                <a:lnTo>
                  <a:pt x="495300" y="142875"/>
                </a:lnTo>
                <a:lnTo>
                  <a:pt x="495300" y="114300"/>
                </a:lnTo>
                <a:lnTo>
                  <a:pt x="504825" y="114300"/>
                </a:lnTo>
                <a:close/>
                <a:moveTo>
                  <a:pt x="1085850" y="104775"/>
                </a:moveTo>
                <a:lnTo>
                  <a:pt x="1133475" y="104775"/>
                </a:lnTo>
                <a:lnTo>
                  <a:pt x="1133475" y="114300"/>
                </a:lnTo>
                <a:lnTo>
                  <a:pt x="1162050" y="114300"/>
                </a:lnTo>
                <a:lnTo>
                  <a:pt x="1162050" y="104775"/>
                </a:lnTo>
                <a:lnTo>
                  <a:pt x="1181100" y="104775"/>
                </a:lnTo>
                <a:lnTo>
                  <a:pt x="1181100" y="133350"/>
                </a:lnTo>
                <a:lnTo>
                  <a:pt x="1143000" y="133350"/>
                </a:lnTo>
                <a:lnTo>
                  <a:pt x="1143000" y="123825"/>
                </a:lnTo>
                <a:lnTo>
                  <a:pt x="1114425" y="123825"/>
                </a:lnTo>
                <a:lnTo>
                  <a:pt x="1114425" y="133350"/>
                </a:lnTo>
                <a:lnTo>
                  <a:pt x="1076325" y="133350"/>
                </a:lnTo>
                <a:lnTo>
                  <a:pt x="1076325" y="123825"/>
                </a:lnTo>
                <a:lnTo>
                  <a:pt x="1066800" y="123825"/>
                </a:lnTo>
                <a:lnTo>
                  <a:pt x="1066800" y="114300"/>
                </a:lnTo>
                <a:lnTo>
                  <a:pt x="1085850" y="114300"/>
                </a:lnTo>
                <a:close/>
                <a:moveTo>
                  <a:pt x="1000125" y="123825"/>
                </a:moveTo>
                <a:lnTo>
                  <a:pt x="1009650" y="123825"/>
                </a:lnTo>
                <a:lnTo>
                  <a:pt x="1009650" y="133350"/>
                </a:lnTo>
                <a:lnTo>
                  <a:pt x="1000125" y="133350"/>
                </a:lnTo>
                <a:close/>
                <a:moveTo>
                  <a:pt x="1495425" y="133350"/>
                </a:moveTo>
                <a:lnTo>
                  <a:pt x="1504950" y="133350"/>
                </a:lnTo>
                <a:lnTo>
                  <a:pt x="1504950" y="152400"/>
                </a:lnTo>
                <a:lnTo>
                  <a:pt x="1514475" y="152400"/>
                </a:lnTo>
                <a:lnTo>
                  <a:pt x="1514475" y="171450"/>
                </a:lnTo>
                <a:lnTo>
                  <a:pt x="1504950" y="171450"/>
                </a:lnTo>
                <a:lnTo>
                  <a:pt x="1504950" y="180975"/>
                </a:lnTo>
                <a:lnTo>
                  <a:pt x="1495425" y="180975"/>
                </a:lnTo>
                <a:lnTo>
                  <a:pt x="1495425" y="161925"/>
                </a:lnTo>
                <a:lnTo>
                  <a:pt x="1485900" y="161925"/>
                </a:lnTo>
                <a:lnTo>
                  <a:pt x="1485900" y="142875"/>
                </a:lnTo>
                <a:lnTo>
                  <a:pt x="1495425" y="142875"/>
                </a:lnTo>
                <a:close/>
                <a:moveTo>
                  <a:pt x="1504950" y="180975"/>
                </a:moveTo>
                <a:lnTo>
                  <a:pt x="1514475" y="180975"/>
                </a:lnTo>
                <a:lnTo>
                  <a:pt x="1514475" y="200025"/>
                </a:lnTo>
                <a:lnTo>
                  <a:pt x="1504950" y="200025"/>
                </a:lnTo>
                <a:lnTo>
                  <a:pt x="1504950" y="209550"/>
                </a:lnTo>
                <a:lnTo>
                  <a:pt x="1495425" y="209550"/>
                </a:lnTo>
                <a:lnTo>
                  <a:pt x="1495425" y="200025"/>
                </a:lnTo>
                <a:lnTo>
                  <a:pt x="1476375" y="200025"/>
                </a:lnTo>
                <a:lnTo>
                  <a:pt x="1476375" y="190500"/>
                </a:lnTo>
                <a:lnTo>
                  <a:pt x="1504950" y="190500"/>
                </a:lnTo>
                <a:close/>
                <a:moveTo>
                  <a:pt x="85725" y="190500"/>
                </a:moveTo>
                <a:lnTo>
                  <a:pt x="104775" y="190500"/>
                </a:lnTo>
                <a:lnTo>
                  <a:pt x="104775" y="266700"/>
                </a:lnTo>
                <a:lnTo>
                  <a:pt x="114300" y="266700"/>
                </a:lnTo>
                <a:lnTo>
                  <a:pt x="114300" y="285750"/>
                </a:lnTo>
                <a:lnTo>
                  <a:pt x="104775" y="285750"/>
                </a:lnTo>
                <a:lnTo>
                  <a:pt x="104775" y="276225"/>
                </a:lnTo>
                <a:lnTo>
                  <a:pt x="95250" y="276225"/>
                </a:lnTo>
                <a:lnTo>
                  <a:pt x="95250" y="295275"/>
                </a:lnTo>
                <a:lnTo>
                  <a:pt x="85725" y="295275"/>
                </a:lnTo>
                <a:lnTo>
                  <a:pt x="85725" y="276225"/>
                </a:lnTo>
                <a:lnTo>
                  <a:pt x="76200" y="276225"/>
                </a:lnTo>
                <a:lnTo>
                  <a:pt x="76200" y="266700"/>
                </a:lnTo>
                <a:lnTo>
                  <a:pt x="66675" y="266700"/>
                </a:lnTo>
                <a:lnTo>
                  <a:pt x="66675" y="257175"/>
                </a:lnTo>
                <a:lnTo>
                  <a:pt x="57150" y="257175"/>
                </a:lnTo>
                <a:lnTo>
                  <a:pt x="57150" y="228600"/>
                </a:lnTo>
                <a:lnTo>
                  <a:pt x="66675" y="228600"/>
                </a:lnTo>
                <a:lnTo>
                  <a:pt x="66675" y="209550"/>
                </a:lnTo>
                <a:lnTo>
                  <a:pt x="76200" y="209550"/>
                </a:lnTo>
                <a:lnTo>
                  <a:pt x="76200" y="200025"/>
                </a:lnTo>
                <a:lnTo>
                  <a:pt x="85725" y="200025"/>
                </a:lnTo>
                <a:close/>
                <a:moveTo>
                  <a:pt x="276225" y="200025"/>
                </a:moveTo>
                <a:lnTo>
                  <a:pt x="285750" y="200025"/>
                </a:lnTo>
                <a:lnTo>
                  <a:pt x="285750" y="209550"/>
                </a:lnTo>
                <a:lnTo>
                  <a:pt x="314325" y="209550"/>
                </a:lnTo>
                <a:lnTo>
                  <a:pt x="314325" y="219075"/>
                </a:lnTo>
                <a:lnTo>
                  <a:pt x="323850" y="219075"/>
                </a:lnTo>
                <a:lnTo>
                  <a:pt x="323850" y="228600"/>
                </a:lnTo>
                <a:lnTo>
                  <a:pt x="304800" y="228600"/>
                </a:lnTo>
                <a:lnTo>
                  <a:pt x="304800" y="238125"/>
                </a:lnTo>
                <a:lnTo>
                  <a:pt x="276225" y="238125"/>
                </a:lnTo>
                <a:lnTo>
                  <a:pt x="276225" y="266700"/>
                </a:lnTo>
                <a:lnTo>
                  <a:pt x="266700" y="266700"/>
                </a:lnTo>
                <a:lnTo>
                  <a:pt x="266700" y="285750"/>
                </a:lnTo>
                <a:lnTo>
                  <a:pt x="257175" y="285750"/>
                </a:lnTo>
                <a:lnTo>
                  <a:pt x="257175" y="295275"/>
                </a:lnTo>
                <a:lnTo>
                  <a:pt x="228600" y="295275"/>
                </a:lnTo>
                <a:lnTo>
                  <a:pt x="228600" y="266700"/>
                </a:lnTo>
                <a:lnTo>
                  <a:pt x="238125" y="266700"/>
                </a:lnTo>
                <a:lnTo>
                  <a:pt x="238125" y="228600"/>
                </a:lnTo>
                <a:lnTo>
                  <a:pt x="247650" y="228600"/>
                </a:lnTo>
                <a:lnTo>
                  <a:pt x="247650" y="219075"/>
                </a:lnTo>
                <a:lnTo>
                  <a:pt x="257175" y="219075"/>
                </a:lnTo>
                <a:lnTo>
                  <a:pt x="257175" y="209550"/>
                </a:lnTo>
                <a:lnTo>
                  <a:pt x="276225" y="209550"/>
                </a:lnTo>
                <a:close/>
                <a:moveTo>
                  <a:pt x="1428750" y="209550"/>
                </a:moveTo>
                <a:lnTo>
                  <a:pt x="1438275" y="209550"/>
                </a:lnTo>
                <a:lnTo>
                  <a:pt x="1438275" y="219075"/>
                </a:lnTo>
                <a:lnTo>
                  <a:pt x="1428750" y="219075"/>
                </a:lnTo>
                <a:close/>
                <a:moveTo>
                  <a:pt x="742950" y="219075"/>
                </a:moveTo>
                <a:lnTo>
                  <a:pt x="790575" y="219075"/>
                </a:lnTo>
                <a:lnTo>
                  <a:pt x="790575" y="228600"/>
                </a:lnTo>
                <a:lnTo>
                  <a:pt x="742950" y="228600"/>
                </a:lnTo>
                <a:close/>
                <a:moveTo>
                  <a:pt x="828675" y="219075"/>
                </a:moveTo>
                <a:lnTo>
                  <a:pt x="838200" y="219075"/>
                </a:lnTo>
                <a:lnTo>
                  <a:pt x="838200" y="228600"/>
                </a:lnTo>
                <a:lnTo>
                  <a:pt x="828675" y="228600"/>
                </a:lnTo>
                <a:close/>
                <a:moveTo>
                  <a:pt x="981075" y="219075"/>
                </a:moveTo>
                <a:lnTo>
                  <a:pt x="990600" y="219075"/>
                </a:lnTo>
                <a:lnTo>
                  <a:pt x="990600" y="228600"/>
                </a:lnTo>
                <a:lnTo>
                  <a:pt x="981075" y="228600"/>
                </a:lnTo>
                <a:close/>
                <a:moveTo>
                  <a:pt x="971550" y="228600"/>
                </a:moveTo>
                <a:lnTo>
                  <a:pt x="981075" y="228600"/>
                </a:lnTo>
                <a:lnTo>
                  <a:pt x="981075" y="238125"/>
                </a:lnTo>
                <a:lnTo>
                  <a:pt x="971550" y="238125"/>
                </a:lnTo>
                <a:close/>
                <a:moveTo>
                  <a:pt x="923925" y="238125"/>
                </a:moveTo>
                <a:lnTo>
                  <a:pt x="933450" y="238125"/>
                </a:lnTo>
                <a:lnTo>
                  <a:pt x="933450" y="247650"/>
                </a:lnTo>
                <a:lnTo>
                  <a:pt x="923925" y="247650"/>
                </a:lnTo>
                <a:close/>
                <a:moveTo>
                  <a:pt x="733425" y="247650"/>
                </a:moveTo>
                <a:lnTo>
                  <a:pt x="752475" y="247650"/>
                </a:lnTo>
                <a:lnTo>
                  <a:pt x="752475" y="257175"/>
                </a:lnTo>
                <a:lnTo>
                  <a:pt x="733425" y="257175"/>
                </a:lnTo>
                <a:close/>
                <a:moveTo>
                  <a:pt x="1438275" y="247650"/>
                </a:moveTo>
                <a:lnTo>
                  <a:pt x="1447800" y="247650"/>
                </a:lnTo>
                <a:lnTo>
                  <a:pt x="1447800" y="266700"/>
                </a:lnTo>
                <a:lnTo>
                  <a:pt x="1438275" y="266700"/>
                </a:lnTo>
                <a:close/>
                <a:moveTo>
                  <a:pt x="866775" y="257175"/>
                </a:moveTo>
                <a:lnTo>
                  <a:pt x="876300" y="257175"/>
                </a:lnTo>
                <a:lnTo>
                  <a:pt x="876300" y="266700"/>
                </a:lnTo>
                <a:lnTo>
                  <a:pt x="866775" y="266700"/>
                </a:lnTo>
                <a:close/>
                <a:moveTo>
                  <a:pt x="57150" y="285750"/>
                </a:moveTo>
                <a:lnTo>
                  <a:pt x="66675" y="285750"/>
                </a:lnTo>
                <a:lnTo>
                  <a:pt x="66675" y="295275"/>
                </a:lnTo>
                <a:lnTo>
                  <a:pt x="85725" y="295275"/>
                </a:lnTo>
                <a:lnTo>
                  <a:pt x="85725" y="304800"/>
                </a:lnTo>
                <a:lnTo>
                  <a:pt x="95250" y="304800"/>
                </a:lnTo>
                <a:lnTo>
                  <a:pt x="95250" y="333375"/>
                </a:lnTo>
                <a:lnTo>
                  <a:pt x="114300" y="333375"/>
                </a:lnTo>
                <a:lnTo>
                  <a:pt x="114300" y="323850"/>
                </a:lnTo>
                <a:lnTo>
                  <a:pt x="123825" y="323850"/>
                </a:lnTo>
                <a:lnTo>
                  <a:pt x="123825" y="381000"/>
                </a:lnTo>
                <a:lnTo>
                  <a:pt x="114300" y="381000"/>
                </a:lnTo>
                <a:lnTo>
                  <a:pt x="114300" y="400050"/>
                </a:lnTo>
                <a:lnTo>
                  <a:pt x="104775" y="400050"/>
                </a:lnTo>
                <a:lnTo>
                  <a:pt x="104775" y="419100"/>
                </a:lnTo>
                <a:lnTo>
                  <a:pt x="95250" y="419100"/>
                </a:lnTo>
                <a:lnTo>
                  <a:pt x="95250" y="428625"/>
                </a:lnTo>
                <a:lnTo>
                  <a:pt x="104775" y="428625"/>
                </a:lnTo>
                <a:lnTo>
                  <a:pt x="104775" y="419100"/>
                </a:lnTo>
                <a:lnTo>
                  <a:pt x="114300" y="419100"/>
                </a:lnTo>
                <a:lnTo>
                  <a:pt x="114300" y="438150"/>
                </a:lnTo>
                <a:lnTo>
                  <a:pt x="123825" y="438150"/>
                </a:lnTo>
                <a:lnTo>
                  <a:pt x="123825" y="590550"/>
                </a:lnTo>
                <a:lnTo>
                  <a:pt x="114300" y="590550"/>
                </a:lnTo>
                <a:lnTo>
                  <a:pt x="114300" y="657225"/>
                </a:lnTo>
                <a:lnTo>
                  <a:pt x="85725" y="657225"/>
                </a:lnTo>
                <a:lnTo>
                  <a:pt x="85725" y="647700"/>
                </a:lnTo>
                <a:lnTo>
                  <a:pt x="57150" y="647700"/>
                </a:lnTo>
                <a:lnTo>
                  <a:pt x="57150" y="638175"/>
                </a:lnTo>
                <a:lnTo>
                  <a:pt x="47625" y="638175"/>
                </a:lnTo>
                <a:lnTo>
                  <a:pt x="47625" y="647700"/>
                </a:lnTo>
                <a:lnTo>
                  <a:pt x="38100" y="647700"/>
                </a:lnTo>
                <a:lnTo>
                  <a:pt x="38100" y="523875"/>
                </a:lnTo>
                <a:lnTo>
                  <a:pt x="47625" y="523875"/>
                </a:lnTo>
                <a:lnTo>
                  <a:pt x="47625" y="533400"/>
                </a:lnTo>
                <a:lnTo>
                  <a:pt x="57150" y="533400"/>
                </a:lnTo>
                <a:lnTo>
                  <a:pt x="57150" y="495300"/>
                </a:lnTo>
                <a:lnTo>
                  <a:pt x="47625" y="495300"/>
                </a:lnTo>
                <a:lnTo>
                  <a:pt x="47625" y="485775"/>
                </a:lnTo>
                <a:lnTo>
                  <a:pt x="38100" y="485775"/>
                </a:lnTo>
                <a:lnTo>
                  <a:pt x="38100" y="409575"/>
                </a:lnTo>
                <a:lnTo>
                  <a:pt x="47625" y="409575"/>
                </a:lnTo>
                <a:lnTo>
                  <a:pt x="47625" y="390525"/>
                </a:lnTo>
                <a:lnTo>
                  <a:pt x="28575" y="390525"/>
                </a:lnTo>
                <a:lnTo>
                  <a:pt x="28575" y="371475"/>
                </a:lnTo>
                <a:lnTo>
                  <a:pt x="47625" y="371475"/>
                </a:lnTo>
                <a:lnTo>
                  <a:pt x="47625" y="361950"/>
                </a:lnTo>
                <a:lnTo>
                  <a:pt x="57150" y="361950"/>
                </a:lnTo>
                <a:lnTo>
                  <a:pt x="57150" y="342900"/>
                </a:lnTo>
                <a:lnTo>
                  <a:pt x="66675" y="342900"/>
                </a:lnTo>
                <a:lnTo>
                  <a:pt x="66675" y="333375"/>
                </a:lnTo>
                <a:lnTo>
                  <a:pt x="57150" y="333375"/>
                </a:lnTo>
                <a:close/>
                <a:moveTo>
                  <a:pt x="114300" y="285750"/>
                </a:moveTo>
                <a:lnTo>
                  <a:pt x="123825" y="285750"/>
                </a:lnTo>
                <a:lnTo>
                  <a:pt x="123825" y="304800"/>
                </a:lnTo>
                <a:lnTo>
                  <a:pt x="114300" y="304800"/>
                </a:lnTo>
                <a:close/>
                <a:moveTo>
                  <a:pt x="219075" y="323850"/>
                </a:moveTo>
                <a:lnTo>
                  <a:pt x="238125" y="323850"/>
                </a:lnTo>
                <a:lnTo>
                  <a:pt x="238125" y="352425"/>
                </a:lnTo>
                <a:lnTo>
                  <a:pt x="228600" y="352425"/>
                </a:lnTo>
                <a:lnTo>
                  <a:pt x="228600" y="342900"/>
                </a:lnTo>
                <a:lnTo>
                  <a:pt x="219075" y="342900"/>
                </a:lnTo>
                <a:close/>
                <a:moveTo>
                  <a:pt x="1266825" y="333375"/>
                </a:moveTo>
                <a:lnTo>
                  <a:pt x="1285875" y="333375"/>
                </a:lnTo>
                <a:lnTo>
                  <a:pt x="1285875" y="342900"/>
                </a:lnTo>
                <a:lnTo>
                  <a:pt x="1276350" y="342900"/>
                </a:lnTo>
                <a:lnTo>
                  <a:pt x="1276350" y="352425"/>
                </a:lnTo>
                <a:lnTo>
                  <a:pt x="1266825" y="352425"/>
                </a:lnTo>
                <a:close/>
                <a:moveTo>
                  <a:pt x="247650" y="352425"/>
                </a:moveTo>
                <a:lnTo>
                  <a:pt x="266700" y="352425"/>
                </a:lnTo>
                <a:lnTo>
                  <a:pt x="266700" y="361950"/>
                </a:lnTo>
                <a:lnTo>
                  <a:pt x="247650" y="361950"/>
                </a:lnTo>
                <a:close/>
                <a:moveTo>
                  <a:pt x="1257300" y="352425"/>
                </a:moveTo>
                <a:lnTo>
                  <a:pt x="1266825" y="352425"/>
                </a:lnTo>
                <a:lnTo>
                  <a:pt x="1266825" y="390525"/>
                </a:lnTo>
                <a:lnTo>
                  <a:pt x="1257300" y="390525"/>
                </a:lnTo>
                <a:close/>
                <a:moveTo>
                  <a:pt x="1514475" y="352425"/>
                </a:moveTo>
                <a:lnTo>
                  <a:pt x="1524000" y="352425"/>
                </a:lnTo>
                <a:lnTo>
                  <a:pt x="1524000" y="361950"/>
                </a:lnTo>
                <a:lnTo>
                  <a:pt x="1533525" y="361950"/>
                </a:lnTo>
                <a:lnTo>
                  <a:pt x="1533525" y="371475"/>
                </a:lnTo>
                <a:lnTo>
                  <a:pt x="1524000" y="371475"/>
                </a:lnTo>
                <a:lnTo>
                  <a:pt x="1524000" y="381000"/>
                </a:lnTo>
                <a:lnTo>
                  <a:pt x="1514475" y="381000"/>
                </a:lnTo>
                <a:lnTo>
                  <a:pt x="1514475" y="390525"/>
                </a:lnTo>
                <a:lnTo>
                  <a:pt x="1495425" y="390525"/>
                </a:lnTo>
                <a:lnTo>
                  <a:pt x="1495425" y="400050"/>
                </a:lnTo>
                <a:lnTo>
                  <a:pt x="1476375" y="400050"/>
                </a:lnTo>
                <a:lnTo>
                  <a:pt x="1476375" y="409575"/>
                </a:lnTo>
                <a:lnTo>
                  <a:pt x="1466850" y="409575"/>
                </a:lnTo>
                <a:lnTo>
                  <a:pt x="1466850" y="428625"/>
                </a:lnTo>
                <a:lnTo>
                  <a:pt x="1457325" y="428625"/>
                </a:lnTo>
                <a:lnTo>
                  <a:pt x="1457325" y="419100"/>
                </a:lnTo>
                <a:lnTo>
                  <a:pt x="1447800" y="419100"/>
                </a:lnTo>
                <a:lnTo>
                  <a:pt x="1447800" y="390525"/>
                </a:lnTo>
                <a:lnTo>
                  <a:pt x="1476375" y="390525"/>
                </a:lnTo>
                <a:lnTo>
                  <a:pt x="1476375" y="381000"/>
                </a:lnTo>
                <a:lnTo>
                  <a:pt x="1485900" y="381000"/>
                </a:lnTo>
                <a:lnTo>
                  <a:pt x="1485900" y="371475"/>
                </a:lnTo>
                <a:lnTo>
                  <a:pt x="1514475" y="371475"/>
                </a:lnTo>
                <a:close/>
                <a:moveTo>
                  <a:pt x="228600" y="361950"/>
                </a:moveTo>
                <a:lnTo>
                  <a:pt x="238125" y="361950"/>
                </a:lnTo>
                <a:lnTo>
                  <a:pt x="238125" y="371475"/>
                </a:lnTo>
                <a:lnTo>
                  <a:pt x="228600" y="371475"/>
                </a:lnTo>
                <a:close/>
                <a:moveTo>
                  <a:pt x="104775" y="371475"/>
                </a:moveTo>
                <a:lnTo>
                  <a:pt x="114300" y="371475"/>
                </a:lnTo>
                <a:lnTo>
                  <a:pt x="114300" y="361950"/>
                </a:lnTo>
                <a:lnTo>
                  <a:pt x="104775" y="361950"/>
                </a:lnTo>
                <a:close/>
                <a:moveTo>
                  <a:pt x="1247775" y="390525"/>
                </a:moveTo>
                <a:lnTo>
                  <a:pt x="1257300" y="390525"/>
                </a:lnTo>
                <a:lnTo>
                  <a:pt x="1257300" y="400050"/>
                </a:lnTo>
                <a:lnTo>
                  <a:pt x="1247775" y="400050"/>
                </a:lnTo>
                <a:close/>
                <a:moveTo>
                  <a:pt x="76200" y="400050"/>
                </a:moveTo>
                <a:lnTo>
                  <a:pt x="85725" y="400050"/>
                </a:lnTo>
                <a:lnTo>
                  <a:pt x="85725" y="381000"/>
                </a:lnTo>
                <a:lnTo>
                  <a:pt x="76200" y="381000"/>
                </a:lnTo>
                <a:close/>
                <a:moveTo>
                  <a:pt x="228600" y="428625"/>
                </a:moveTo>
                <a:lnTo>
                  <a:pt x="238125" y="428625"/>
                </a:lnTo>
                <a:lnTo>
                  <a:pt x="238125" y="447675"/>
                </a:lnTo>
                <a:lnTo>
                  <a:pt x="257175" y="447675"/>
                </a:lnTo>
                <a:lnTo>
                  <a:pt x="257175" y="466725"/>
                </a:lnTo>
                <a:lnTo>
                  <a:pt x="276225" y="466725"/>
                </a:lnTo>
                <a:lnTo>
                  <a:pt x="276225" y="485775"/>
                </a:lnTo>
                <a:lnTo>
                  <a:pt x="285750" y="485775"/>
                </a:lnTo>
                <a:lnTo>
                  <a:pt x="285750" y="495300"/>
                </a:lnTo>
                <a:lnTo>
                  <a:pt x="276225" y="495300"/>
                </a:lnTo>
                <a:lnTo>
                  <a:pt x="276225" y="504825"/>
                </a:lnTo>
                <a:lnTo>
                  <a:pt x="266700" y="504825"/>
                </a:lnTo>
                <a:lnTo>
                  <a:pt x="266700" y="514350"/>
                </a:lnTo>
                <a:lnTo>
                  <a:pt x="257175" y="514350"/>
                </a:lnTo>
                <a:lnTo>
                  <a:pt x="257175" y="533400"/>
                </a:lnTo>
                <a:lnTo>
                  <a:pt x="266700" y="533400"/>
                </a:lnTo>
                <a:lnTo>
                  <a:pt x="266700" y="542925"/>
                </a:lnTo>
                <a:lnTo>
                  <a:pt x="285750" y="542925"/>
                </a:lnTo>
                <a:lnTo>
                  <a:pt x="285750" y="561975"/>
                </a:lnTo>
                <a:lnTo>
                  <a:pt x="276225" y="561975"/>
                </a:lnTo>
                <a:lnTo>
                  <a:pt x="276225" y="571500"/>
                </a:lnTo>
                <a:lnTo>
                  <a:pt x="247650" y="571500"/>
                </a:lnTo>
                <a:lnTo>
                  <a:pt x="247650" y="561975"/>
                </a:lnTo>
                <a:lnTo>
                  <a:pt x="238125" y="561975"/>
                </a:lnTo>
                <a:lnTo>
                  <a:pt x="238125" y="590550"/>
                </a:lnTo>
                <a:lnTo>
                  <a:pt x="228600" y="590550"/>
                </a:lnTo>
                <a:lnTo>
                  <a:pt x="228600" y="600075"/>
                </a:lnTo>
                <a:lnTo>
                  <a:pt x="219075" y="600075"/>
                </a:lnTo>
                <a:lnTo>
                  <a:pt x="219075" y="581025"/>
                </a:lnTo>
                <a:lnTo>
                  <a:pt x="209550" y="581025"/>
                </a:lnTo>
                <a:lnTo>
                  <a:pt x="209550" y="542925"/>
                </a:lnTo>
                <a:lnTo>
                  <a:pt x="219075" y="542925"/>
                </a:lnTo>
                <a:lnTo>
                  <a:pt x="219075" y="466725"/>
                </a:lnTo>
                <a:lnTo>
                  <a:pt x="228600" y="466725"/>
                </a:lnTo>
                <a:close/>
                <a:moveTo>
                  <a:pt x="1533525" y="466725"/>
                </a:moveTo>
                <a:lnTo>
                  <a:pt x="1543050" y="466725"/>
                </a:lnTo>
                <a:lnTo>
                  <a:pt x="1543050" y="485775"/>
                </a:lnTo>
                <a:lnTo>
                  <a:pt x="1533525" y="485775"/>
                </a:lnTo>
                <a:close/>
                <a:moveTo>
                  <a:pt x="1247775" y="495300"/>
                </a:moveTo>
                <a:lnTo>
                  <a:pt x="1257300" y="495300"/>
                </a:lnTo>
                <a:lnTo>
                  <a:pt x="1257300" y="504825"/>
                </a:lnTo>
                <a:lnTo>
                  <a:pt x="1247775" y="504825"/>
                </a:lnTo>
                <a:close/>
                <a:moveTo>
                  <a:pt x="1343025" y="495300"/>
                </a:moveTo>
                <a:lnTo>
                  <a:pt x="1352550" y="495300"/>
                </a:lnTo>
                <a:lnTo>
                  <a:pt x="1352550" y="504825"/>
                </a:lnTo>
                <a:lnTo>
                  <a:pt x="1343025" y="504825"/>
                </a:lnTo>
                <a:close/>
                <a:moveTo>
                  <a:pt x="1333500" y="504825"/>
                </a:moveTo>
                <a:lnTo>
                  <a:pt x="1343025" y="504825"/>
                </a:lnTo>
                <a:lnTo>
                  <a:pt x="1343025" y="514350"/>
                </a:lnTo>
                <a:lnTo>
                  <a:pt x="1333500" y="514350"/>
                </a:lnTo>
                <a:close/>
                <a:moveTo>
                  <a:pt x="95250" y="514350"/>
                </a:moveTo>
                <a:lnTo>
                  <a:pt x="114300" y="514350"/>
                </a:lnTo>
                <a:lnTo>
                  <a:pt x="114300" y="495300"/>
                </a:lnTo>
                <a:lnTo>
                  <a:pt x="95250" y="495300"/>
                </a:lnTo>
                <a:close/>
                <a:moveTo>
                  <a:pt x="1266825" y="523875"/>
                </a:moveTo>
                <a:lnTo>
                  <a:pt x="1276350" y="523875"/>
                </a:lnTo>
                <a:lnTo>
                  <a:pt x="1276350" y="533400"/>
                </a:lnTo>
                <a:lnTo>
                  <a:pt x="1266825" y="533400"/>
                </a:lnTo>
                <a:close/>
                <a:moveTo>
                  <a:pt x="1323975" y="542925"/>
                </a:moveTo>
                <a:lnTo>
                  <a:pt x="1333500" y="542925"/>
                </a:lnTo>
                <a:lnTo>
                  <a:pt x="1333500" y="571500"/>
                </a:lnTo>
                <a:lnTo>
                  <a:pt x="1314450" y="571500"/>
                </a:lnTo>
                <a:lnTo>
                  <a:pt x="1314450" y="561975"/>
                </a:lnTo>
                <a:lnTo>
                  <a:pt x="1304925" y="561975"/>
                </a:lnTo>
                <a:lnTo>
                  <a:pt x="1304925" y="552450"/>
                </a:lnTo>
                <a:lnTo>
                  <a:pt x="1323975" y="552450"/>
                </a:lnTo>
                <a:close/>
                <a:moveTo>
                  <a:pt x="76200" y="552450"/>
                </a:moveTo>
                <a:lnTo>
                  <a:pt x="85725" y="552450"/>
                </a:lnTo>
                <a:lnTo>
                  <a:pt x="85725" y="542925"/>
                </a:lnTo>
                <a:lnTo>
                  <a:pt x="76200" y="542925"/>
                </a:lnTo>
                <a:close/>
                <a:moveTo>
                  <a:pt x="104775" y="571500"/>
                </a:moveTo>
                <a:lnTo>
                  <a:pt x="114300" y="571500"/>
                </a:lnTo>
                <a:lnTo>
                  <a:pt x="114300" y="552450"/>
                </a:lnTo>
                <a:lnTo>
                  <a:pt x="104775" y="552450"/>
                </a:lnTo>
                <a:close/>
                <a:moveTo>
                  <a:pt x="1304925" y="571500"/>
                </a:moveTo>
                <a:lnTo>
                  <a:pt x="1314450" y="571500"/>
                </a:lnTo>
                <a:lnTo>
                  <a:pt x="1314450" y="581025"/>
                </a:lnTo>
                <a:lnTo>
                  <a:pt x="1304925" y="581025"/>
                </a:lnTo>
                <a:close/>
                <a:moveTo>
                  <a:pt x="1524000" y="581025"/>
                </a:moveTo>
                <a:lnTo>
                  <a:pt x="1552575" y="581025"/>
                </a:lnTo>
                <a:lnTo>
                  <a:pt x="1552575" y="619125"/>
                </a:lnTo>
                <a:lnTo>
                  <a:pt x="1514475" y="619125"/>
                </a:lnTo>
                <a:lnTo>
                  <a:pt x="1514475" y="628650"/>
                </a:lnTo>
                <a:lnTo>
                  <a:pt x="1495425" y="628650"/>
                </a:lnTo>
                <a:lnTo>
                  <a:pt x="1495425" y="619125"/>
                </a:lnTo>
                <a:lnTo>
                  <a:pt x="1485900" y="619125"/>
                </a:lnTo>
                <a:lnTo>
                  <a:pt x="1485900" y="638175"/>
                </a:lnTo>
                <a:lnTo>
                  <a:pt x="1514475" y="638175"/>
                </a:lnTo>
                <a:lnTo>
                  <a:pt x="1514475" y="647700"/>
                </a:lnTo>
                <a:lnTo>
                  <a:pt x="1504950" y="647700"/>
                </a:lnTo>
                <a:lnTo>
                  <a:pt x="1504950" y="666750"/>
                </a:lnTo>
                <a:lnTo>
                  <a:pt x="1514475" y="666750"/>
                </a:lnTo>
                <a:lnTo>
                  <a:pt x="1514475" y="676275"/>
                </a:lnTo>
                <a:lnTo>
                  <a:pt x="1524000" y="676275"/>
                </a:lnTo>
                <a:lnTo>
                  <a:pt x="1524000" y="704850"/>
                </a:lnTo>
                <a:lnTo>
                  <a:pt x="1533525" y="704850"/>
                </a:lnTo>
                <a:lnTo>
                  <a:pt x="1533525" y="723900"/>
                </a:lnTo>
                <a:lnTo>
                  <a:pt x="1524000" y="723900"/>
                </a:lnTo>
                <a:lnTo>
                  <a:pt x="1524000" y="733425"/>
                </a:lnTo>
                <a:lnTo>
                  <a:pt x="1514475" y="733425"/>
                </a:lnTo>
                <a:lnTo>
                  <a:pt x="1514475" y="723900"/>
                </a:lnTo>
                <a:lnTo>
                  <a:pt x="1504950" y="723900"/>
                </a:lnTo>
                <a:lnTo>
                  <a:pt x="1504950" y="714375"/>
                </a:lnTo>
                <a:lnTo>
                  <a:pt x="1495425" y="714375"/>
                </a:lnTo>
                <a:lnTo>
                  <a:pt x="1495425" y="704850"/>
                </a:lnTo>
                <a:lnTo>
                  <a:pt x="1485900" y="704850"/>
                </a:lnTo>
                <a:lnTo>
                  <a:pt x="1485900" y="676275"/>
                </a:lnTo>
                <a:lnTo>
                  <a:pt x="1476375" y="676275"/>
                </a:lnTo>
                <a:lnTo>
                  <a:pt x="1476375" y="666750"/>
                </a:lnTo>
                <a:lnTo>
                  <a:pt x="1457325" y="666750"/>
                </a:lnTo>
                <a:lnTo>
                  <a:pt x="1457325" y="647700"/>
                </a:lnTo>
                <a:lnTo>
                  <a:pt x="1466850" y="647700"/>
                </a:lnTo>
                <a:lnTo>
                  <a:pt x="1466850" y="638175"/>
                </a:lnTo>
                <a:lnTo>
                  <a:pt x="1457325" y="638175"/>
                </a:lnTo>
                <a:lnTo>
                  <a:pt x="1457325" y="628650"/>
                </a:lnTo>
                <a:lnTo>
                  <a:pt x="1466850" y="628650"/>
                </a:lnTo>
                <a:lnTo>
                  <a:pt x="1466850" y="600075"/>
                </a:lnTo>
                <a:lnTo>
                  <a:pt x="1476375" y="600075"/>
                </a:lnTo>
                <a:lnTo>
                  <a:pt x="1476375" y="590550"/>
                </a:lnTo>
                <a:lnTo>
                  <a:pt x="1524000" y="590550"/>
                </a:lnTo>
                <a:close/>
                <a:moveTo>
                  <a:pt x="47625" y="600075"/>
                </a:moveTo>
                <a:lnTo>
                  <a:pt x="57150" y="600075"/>
                </a:lnTo>
                <a:lnTo>
                  <a:pt x="57150" y="571500"/>
                </a:lnTo>
                <a:lnTo>
                  <a:pt x="47625" y="571500"/>
                </a:lnTo>
                <a:close/>
                <a:moveTo>
                  <a:pt x="209550" y="619125"/>
                </a:moveTo>
                <a:lnTo>
                  <a:pt x="219075" y="619125"/>
                </a:lnTo>
                <a:lnTo>
                  <a:pt x="219075" y="628650"/>
                </a:lnTo>
                <a:lnTo>
                  <a:pt x="209550" y="628650"/>
                </a:lnTo>
                <a:close/>
                <a:moveTo>
                  <a:pt x="38100" y="666750"/>
                </a:moveTo>
                <a:lnTo>
                  <a:pt x="47625" y="666750"/>
                </a:lnTo>
                <a:lnTo>
                  <a:pt x="47625" y="676275"/>
                </a:lnTo>
                <a:lnTo>
                  <a:pt x="57150" y="676275"/>
                </a:lnTo>
                <a:lnTo>
                  <a:pt x="57150" y="666750"/>
                </a:lnTo>
                <a:lnTo>
                  <a:pt x="95250" y="666750"/>
                </a:lnTo>
                <a:lnTo>
                  <a:pt x="95250" y="685800"/>
                </a:lnTo>
                <a:lnTo>
                  <a:pt x="114300" y="685800"/>
                </a:lnTo>
                <a:lnTo>
                  <a:pt x="114300" y="723900"/>
                </a:lnTo>
                <a:lnTo>
                  <a:pt x="123825" y="723900"/>
                </a:lnTo>
                <a:lnTo>
                  <a:pt x="123825" y="733425"/>
                </a:lnTo>
                <a:lnTo>
                  <a:pt x="114300" y="733425"/>
                </a:lnTo>
                <a:lnTo>
                  <a:pt x="114300" y="800100"/>
                </a:lnTo>
                <a:lnTo>
                  <a:pt x="123825" y="800100"/>
                </a:lnTo>
                <a:lnTo>
                  <a:pt x="123825" y="819150"/>
                </a:lnTo>
                <a:lnTo>
                  <a:pt x="114300" y="819150"/>
                </a:lnTo>
                <a:lnTo>
                  <a:pt x="114300" y="838200"/>
                </a:lnTo>
                <a:lnTo>
                  <a:pt x="95250" y="838200"/>
                </a:lnTo>
                <a:lnTo>
                  <a:pt x="95250" y="809625"/>
                </a:lnTo>
                <a:lnTo>
                  <a:pt x="76200" y="809625"/>
                </a:lnTo>
                <a:lnTo>
                  <a:pt x="76200" y="847725"/>
                </a:lnTo>
                <a:lnTo>
                  <a:pt x="85725" y="847725"/>
                </a:lnTo>
                <a:lnTo>
                  <a:pt x="85725" y="857250"/>
                </a:lnTo>
                <a:lnTo>
                  <a:pt x="95250" y="857250"/>
                </a:lnTo>
                <a:lnTo>
                  <a:pt x="95250" y="866775"/>
                </a:lnTo>
                <a:lnTo>
                  <a:pt x="104775" y="866775"/>
                </a:lnTo>
                <a:lnTo>
                  <a:pt x="104775" y="876300"/>
                </a:lnTo>
                <a:lnTo>
                  <a:pt x="114300" y="876300"/>
                </a:lnTo>
                <a:lnTo>
                  <a:pt x="114300" y="885825"/>
                </a:lnTo>
                <a:lnTo>
                  <a:pt x="123825" y="885825"/>
                </a:lnTo>
                <a:lnTo>
                  <a:pt x="123825" y="895350"/>
                </a:lnTo>
                <a:lnTo>
                  <a:pt x="114300" y="895350"/>
                </a:lnTo>
                <a:lnTo>
                  <a:pt x="114300" y="904875"/>
                </a:lnTo>
                <a:lnTo>
                  <a:pt x="95250" y="904875"/>
                </a:lnTo>
                <a:lnTo>
                  <a:pt x="95250" y="942975"/>
                </a:lnTo>
                <a:lnTo>
                  <a:pt x="114300" y="942975"/>
                </a:lnTo>
                <a:lnTo>
                  <a:pt x="114300" y="952500"/>
                </a:lnTo>
                <a:lnTo>
                  <a:pt x="123825" y="952500"/>
                </a:lnTo>
                <a:lnTo>
                  <a:pt x="123825" y="1028700"/>
                </a:lnTo>
                <a:lnTo>
                  <a:pt x="114300" y="1028700"/>
                </a:lnTo>
                <a:lnTo>
                  <a:pt x="114300" y="1009650"/>
                </a:lnTo>
                <a:lnTo>
                  <a:pt x="85725" y="1009650"/>
                </a:lnTo>
                <a:lnTo>
                  <a:pt x="85725" y="1019175"/>
                </a:lnTo>
                <a:lnTo>
                  <a:pt x="66675" y="1019175"/>
                </a:lnTo>
                <a:lnTo>
                  <a:pt x="66675" y="1009650"/>
                </a:lnTo>
                <a:lnTo>
                  <a:pt x="38100" y="1009650"/>
                </a:lnTo>
                <a:lnTo>
                  <a:pt x="38100" y="895350"/>
                </a:lnTo>
                <a:lnTo>
                  <a:pt x="47625" y="895350"/>
                </a:lnTo>
                <a:lnTo>
                  <a:pt x="47625" y="857250"/>
                </a:lnTo>
                <a:lnTo>
                  <a:pt x="38100" y="857250"/>
                </a:lnTo>
                <a:lnTo>
                  <a:pt x="38100" y="838200"/>
                </a:lnTo>
                <a:lnTo>
                  <a:pt x="47625" y="838200"/>
                </a:lnTo>
                <a:lnTo>
                  <a:pt x="47625" y="828675"/>
                </a:lnTo>
                <a:lnTo>
                  <a:pt x="38100" y="828675"/>
                </a:lnTo>
                <a:lnTo>
                  <a:pt x="38100" y="790575"/>
                </a:lnTo>
                <a:lnTo>
                  <a:pt x="57150" y="790575"/>
                </a:lnTo>
                <a:lnTo>
                  <a:pt x="57150" y="752475"/>
                </a:lnTo>
                <a:lnTo>
                  <a:pt x="66675" y="752475"/>
                </a:lnTo>
                <a:lnTo>
                  <a:pt x="66675" y="733425"/>
                </a:lnTo>
                <a:lnTo>
                  <a:pt x="57150" y="733425"/>
                </a:lnTo>
                <a:lnTo>
                  <a:pt x="57150" y="723900"/>
                </a:lnTo>
                <a:lnTo>
                  <a:pt x="66675" y="723900"/>
                </a:lnTo>
                <a:lnTo>
                  <a:pt x="66675" y="733425"/>
                </a:lnTo>
                <a:lnTo>
                  <a:pt x="95250" y="733425"/>
                </a:lnTo>
                <a:lnTo>
                  <a:pt x="95250" y="714375"/>
                </a:lnTo>
                <a:lnTo>
                  <a:pt x="76200" y="714375"/>
                </a:lnTo>
                <a:lnTo>
                  <a:pt x="76200" y="695325"/>
                </a:lnTo>
                <a:lnTo>
                  <a:pt x="57150" y="695325"/>
                </a:lnTo>
                <a:lnTo>
                  <a:pt x="57150" y="685800"/>
                </a:lnTo>
                <a:lnTo>
                  <a:pt x="47625" y="685800"/>
                </a:lnTo>
                <a:lnTo>
                  <a:pt x="47625" y="695325"/>
                </a:lnTo>
                <a:lnTo>
                  <a:pt x="38100" y="695325"/>
                </a:lnTo>
                <a:close/>
                <a:moveTo>
                  <a:pt x="1323975" y="676275"/>
                </a:moveTo>
                <a:lnTo>
                  <a:pt x="1333500" y="676275"/>
                </a:lnTo>
                <a:lnTo>
                  <a:pt x="1333500" y="685800"/>
                </a:lnTo>
                <a:lnTo>
                  <a:pt x="1323975" y="685800"/>
                </a:lnTo>
                <a:close/>
                <a:moveTo>
                  <a:pt x="209550" y="723900"/>
                </a:moveTo>
                <a:lnTo>
                  <a:pt x="219075" y="723900"/>
                </a:lnTo>
                <a:lnTo>
                  <a:pt x="219075" y="733425"/>
                </a:lnTo>
                <a:lnTo>
                  <a:pt x="209550" y="733425"/>
                </a:lnTo>
                <a:close/>
                <a:moveTo>
                  <a:pt x="219075" y="733425"/>
                </a:moveTo>
                <a:lnTo>
                  <a:pt x="247650" y="733425"/>
                </a:lnTo>
                <a:lnTo>
                  <a:pt x="247650" y="752475"/>
                </a:lnTo>
                <a:lnTo>
                  <a:pt x="266700" y="752475"/>
                </a:lnTo>
                <a:lnTo>
                  <a:pt x="266700" y="762000"/>
                </a:lnTo>
                <a:lnTo>
                  <a:pt x="285750" y="762000"/>
                </a:lnTo>
                <a:lnTo>
                  <a:pt x="285750" y="771525"/>
                </a:lnTo>
                <a:lnTo>
                  <a:pt x="257175" y="771525"/>
                </a:lnTo>
                <a:lnTo>
                  <a:pt x="257175" y="781050"/>
                </a:lnTo>
                <a:lnTo>
                  <a:pt x="247650" y="781050"/>
                </a:lnTo>
                <a:lnTo>
                  <a:pt x="247650" y="762000"/>
                </a:lnTo>
                <a:lnTo>
                  <a:pt x="238125" y="762000"/>
                </a:lnTo>
                <a:lnTo>
                  <a:pt x="238125" y="752475"/>
                </a:lnTo>
                <a:lnTo>
                  <a:pt x="228600" y="752475"/>
                </a:lnTo>
                <a:lnTo>
                  <a:pt x="228600" y="742950"/>
                </a:lnTo>
                <a:lnTo>
                  <a:pt x="219075" y="742950"/>
                </a:lnTo>
                <a:close/>
                <a:moveTo>
                  <a:pt x="1524000" y="733425"/>
                </a:moveTo>
                <a:lnTo>
                  <a:pt x="1543050" y="733425"/>
                </a:lnTo>
                <a:lnTo>
                  <a:pt x="1543050" y="752475"/>
                </a:lnTo>
                <a:lnTo>
                  <a:pt x="1533525" y="752475"/>
                </a:lnTo>
                <a:lnTo>
                  <a:pt x="1533525" y="781050"/>
                </a:lnTo>
                <a:lnTo>
                  <a:pt x="1524000" y="781050"/>
                </a:lnTo>
                <a:lnTo>
                  <a:pt x="1524000" y="771525"/>
                </a:lnTo>
                <a:lnTo>
                  <a:pt x="1514475" y="771525"/>
                </a:lnTo>
                <a:lnTo>
                  <a:pt x="1514475" y="762000"/>
                </a:lnTo>
                <a:lnTo>
                  <a:pt x="1524000" y="762000"/>
                </a:lnTo>
                <a:close/>
                <a:moveTo>
                  <a:pt x="38100" y="752475"/>
                </a:moveTo>
                <a:lnTo>
                  <a:pt x="47625" y="752475"/>
                </a:lnTo>
                <a:lnTo>
                  <a:pt x="47625" y="781050"/>
                </a:lnTo>
                <a:lnTo>
                  <a:pt x="38100" y="781050"/>
                </a:lnTo>
                <a:close/>
                <a:moveTo>
                  <a:pt x="85725" y="771525"/>
                </a:moveTo>
                <a:lnTo>
                  <a:pt x="95250" y="771525"/>
                </a:lnTo>
                <a:lnTo>
                  <a:pt x="95250" y="762000"/>
                </a:lnTo>
                <a:lnTo>
                  <a:pt x="85725" y="762000"/>
                </a:lnTo>
                <a:close/>
                <a:moveTo>
                  <a:pt x="1314450" y="771525"/>
                </a:moveTo>
                <a:lnTo>
                  <a:pt x="1333500" y="771525"/>
                </a:lnTo>
                <a:lnTo>
                  <a:pt x="1333500" y="781050"/>
                </a:lnTo>
                <a:lnTo>
                  <a:pt x="1323975" y="781050"/>
                </a:lnTo>
                <a:lnTo>
                  <a:pt x="1323975" y="790575"/>
                </a:lnTo>
                <a:lnTo>
                  <a:pt x="1295400" y="790575"/>
                </a:lnTo>
                <a:lnTo>
                  <a:pt x="1295400" y="800100"/>
                </a:lnTo>
                <a:lnTo>
                  <a:pt x="1285875" y="800100"/>
                </a:lnTo>
                <a:lnTo>
                  <a:pt x="1285875" y="781050"/>
                </a:lnTo>
                <a:lnTo>
                  <a:pt x="1314450" y="781050"/>
                </a:lnTo>
                <a:close/>
                <a:moveTo>
                  <a:pt x="285750" y="781050"/>
                </a:moveTo>
                <a:lnTo>
                  <a:pt x="295275" y="781050"/>
                </a:lnTo>
                <a:lnTo>
                  <a:pt x="295275" y="790575"/>
                </a:lnTo>
                <a:lnTo>
                  <a:pt x="285750" y="790575"/>
                </a:lnTo>
                <a:close/>
                <a:moveTo>
                  <a:pt x="1466850" y="790575"/>
                </a:moveTo>
                <a:lnTo>
                  <a:pt x="1485900" y="790575"/>
                </a:lnTo>
                <a:lnTo>
                  <a:pt x="1485900" y="800100"/>
                </a:lnTo>
                <a:lnTo>
                  <a:pt x="1476375" y="800100"/>
                </a:lnTo>
                <a:lnTo>
                  <a:pt x="1476375" y="819150"/>
                </a:lnTo>
                <a:lnTo>
                  <a:pt x="1466850" y="819150"/>
                </a:lnTo>
                <a:lnTo>
                  <a:pt x="1466850" y="828675"/>
                </a:lnTo>
                <a:lnTo>
                  <a:pt x="1476375" y="828675"/>
                </a:lnTo>
                <a:lnTo>
                  <a:pt x="1476375" y="819150"/>
                </a:lnTo>
                <a:lnTo>
                  <a:pt x="1504950" y="819150"/>
                </a:lnTo>
                <a:lnTo>
                  <a:pt x="1504950" y="828675"/>
                </a:lnTo>
                <a:lnTo>
                  <a:pt x="1514475" y="828675"/>
                </a:lnTo>
                <a:lnTo>
                  <a:pt x="1514475" y="819150"/>
                </a:lnTo>
                <a:lnTo>
                  <a:pt x="1524000" y="819150"/>
                </a:lnTo>
                <a:lnTo>
                  <a:pt x="1524000" y="828675"/>
                </a:lnTo>
                <a:lnTo>
                  <a:pt x="1543050" y="828675"/>
                </a:lnTo>
                <a:lnTo>
                  <a:pt x="1543050" y="847725"/>
                </a:lnTo>
                <a:lnTo>
                  <a:pt x="1533525" y="847725"/>
                </a:lnTo>
                <a:lnTo>
                  <a:pt x="1533525" y="838200"/>
                </a:lnTo>
                <a:lnTo>
                  <a:pt x="1485900" y="838200"/>
                </a:lnTo>
                <a:lnTo>
                  <a:pt x="1485900" y="828675"/>
                </a:lnTo>
                <a:lnTo>
                  <a:pt x="1476375" y="828675"/>
                </a:lnTo>
                <a:lnTo>
                  <a:pt x="1476375" y="838200"/>
                </a:lnTo>
                <a:lnTo>
                  <a:pt x="1485900" y="838200"/>
                </a:lnTo>
                <a:lnTo>
                  <a:pt x="1485900" y="847725"/>
                </a:lnTo>
                <a:lnTo>
                  <a:pt x="1457325" y="847725"/>
                </a:lnTo>
                <a:lnTo>
                  <a:pt x="1457325" y="800100"/>
                </a:lnTo>
                <a:lnTo>
                  <a:pt x="1466850" y="800100"/>
                </a:lnTo>
                <a:close/>
                <a:moveTo>
                  <a:pt x="66675" y="866775"/>
                </a:moveTo>
                <a:lnTo>
                  <a:pt x="76200" y="866775"/>
                </a:lnTo>
                <a:lnTo>
                  <a:pt x="76200" y="857250"/>
                </a:lnTo>
                <a:lnTo>
                  <a:pt x="66675" y="857250"/>
                </a:lnTo>
                <a:close/>
                <a:moveTo>
                  <a:pt x="1285875" y="895350"/>
                </a:moveTo>
                <a:lnTo>
                  <a:pt x="1304925" y="895350"/>
                </a:lnTo>
                <a:lnTo>
                  <a:pt x="1304925" y="904875"/>
                </a:lnTo>
                <a:lnTo>
                  <a:pt x="1314450" y="904875"/>
                </a:lnTo>
                <a:lnTo>
                  <a:pt x="1314450" y="914400"/>
                </a:lnTo>
                <a:lnTo>
                  <a:pt x="1323975" y="914400"/>
                </a:lnTo>
                <a:lnTo>
                  <a:pt x="1323975" y="933450"/>
                </a:lnTo>
                <a:lnTo>
                  <a:pt x="1314450" y="933450"/>
                </a:lnTo>
                <a:lnTo>
                  <a:pt x="1314450" y="962025"/>
                </a:lnTo>
                <a:lnTo>
                  <a:pt x="1295400" y="962025"/>
                </a:lnTo>
                <a:lnTo>
                  <a:pt x="1295400" y="952500"/>
                </a:lnTo>
                <a:lnTo>
                  <a:pt x="1285875" y="952500"/>
                </a:lnTo>
                <a:close/>
                <a:moveTo>
                  <a:pt x="66675" y="933450"/>
                </a:moveTo>
                <a:lnTo>
                  <a:pt x="76200" y="933450"/>
                </a:lnTo>
                <a:lnTo>
                  <a:pt x="76200" y="914400"/>
                </a:lnTo>
                <a:lnTo>
                  <a:pt x="66675" y="914400"/>
                </a:lnTo>
                <a:close/>
                <a:moveTo>
                  <a:pt x="1323975" y="952500"/>
                </a:moveTo>
                <a:lnTo>
                  <a:pt x="1333500" y="952500"/>
                </a:lnTo>
                <a:lnTo>
                  <a:pt x="1333500" y="962025"/>
                </a:lnTo>
                <a:lnTo>
                  <a:pt x="1323975" y="962025"/>
                </a:lnTo>
                <a:close/>
                <a:moveTo>
                  <a:pt x="1314450" y="981075"/>
                </a:moveTo>
                <a:lnTo>
                  <a:pt x="1323975" y="981075"/>
                </a:lnTo>
                <a:lnTo>
                  <a:pt x="1323975" y="990600"/>
                </a:lnTo>
                <a:lnTo>
                  <a:pt x="1314450" y="990600"/>
                </a:lnTo>
                <a:close/>
                <a:moveTo>
                  <a:pt x="47625" y="990600"/>
                </a:moveTo>
                <a:lnTo>
                  <a:pt x="57150" y="990600"/>
                </a:lnTo>
                <a:lnTo>
                  <a:pt x="57150" y="981075"/>
                </a:lnTo>
                <a:lnTo>
                  <a:pt x="47625" y="981075"/>
                </a:lnTo>
                <a:close/>
                <a:moveTo>
                  <a:pt x="66675" y="990600"/>
                </a:moveTo>
                <a:lnTo>
                  <a:pt x="76200" y="990600"/>
                </a:lnTo>
                <a:lnTo>
                  <a:pt x="76200" y="971550"/>
                </a:lnTo>
                <a:lnTo>
                  <a:pt x="66675" y="971550"/>
                </a:lnTo>
                <a:close/>
                <a:moveTo>
                  <a:pt x="1304925" y="990600"/>
                </a:moveTo>
                <a:lnTo>
                  <a:pt x="1314450" y="990600"/>
                </a:lnTo>
                <a:lnTo>
                  <a:pt x="1314450" y="1000125"/>
                </a:lnTo>
                <a:lnTo>
                  <a:pt x="1304925" y="1000125"/>
                </a:lnTo>
                <a:close/>
                <a:moveTo>
                  <a:pt x="1514475" y="1000125"/>
                </a:moveTo>
                <a:lnTo>
                  <a:pt x="1533525" y="1000125"/>
                </a:lnTo>
                <a:lnTo>
                  <a:pt x="1533525" y="1009650"/>
                </a:lnTo>
                <a:lnTo>
                  <a:pt x="1524000" y="1009650"/>
                </a:lnTo>
                <a:lnTo>
                  <a:pt x="1524000" y="1028700"/>
                </a:lnTo>
                <a:lnTo>
                  <a:pt x="1514475" y="1028700"/>
                </a:lnTo>
                <a:lnTo>
                  <a:pt x="1514475" y="1038225"/>
                </a:lnTo>
                <a:lnTo>
                  <a:pt x="1504950" y="1038225"/>
                </a:lnTo>
                <a:lnTo>
                  <a:pt x="1504950" y="1019175"/>
                </a:lnTo>
                <a:lnTo>
                  <a:pt x="1514475" y="1019175"/>
                </a:lnTo>
                <a:close/>
                <a:moveTo>
                  <a:pt x="1457325" y="1019175"/>
                </a:moveTo>
                <a:lnTo>
                  <a:pt x="1485900" y="1019175"/>
                </a:lnTo>
                <a:lnTo>
                  <a:pt x="1485900" y="1038225"/>
                </a:lnTo>
                <a:lnTo>
                  <a:pt x="1457325" y="1038225"/>
                </a:lnTo>
                <a:close/>
                <a:moveTo>
                  <a:pt x="76200" y="1028700"/>
                </a:moveTo>
                <a:lnTo>
                  <a:pt x="85725" y="1028700"/>
                </a:lnTo>
                <a:lnTo>
                  <a:pt x="85725" y="1038225"/>
                </a:lnTo>
                <a:lnTo>
                  <a:pt x="95250" y="1038225"/>
                </a:lnTo>
                <a:lnTo>
                  <a:pt x="95250" y="1047750"/>
                </a:lnTo>
                <a:lnTo>
                  <a:pt x="114300" y="1047750"/>
                </a:lnTo>
                <a:lnTo>
                  <a:pt x="114300" y="1085850"/>
                </a:lnTo>
                <a:lnTo>
                  <a:pt x="95250" y="1085850"/>
                </a:lnTo>
                <a:lnTo>
                  <a:pt x="95250" y="1076325"/>
                </a:lnTo>
                <a:lnTo>
                  <a:pt x="85725" y="1076325"/>
                </a:lnTo>
                <a:lnTo>
                  <a:pt x="85725" y="1066800"/>
                </a:lnTo>
                <a:lnTo>
                  <a:pt x="76200" y="1066800"/>
                </a:lnTo>
                <a:lnTo>
                  <a:pt x="76200" y="1057275"/>
                </a:lnTo>
                <a:lnTo>
                  <a:pt x="66675" y="1057275"/>
                </a:lnTo>
                <a:lnTo>
                  <a:pt x="66675" y="1038225"/>
                </a:lnTo>
                <a:lnTo>
                  <a:pt x="76200" y="1038225"/>
                </a:lnTo>
                <a:close/>
                <a:moveTo>
                  <a:pt x="1485900" y="1038225"/>
                </a:moveTo>
                <a:lnTo>
                  <a:pt x="1495425" y="1038225"/>
                </a:lnTo>
                <a:lnTo>
                  <a:pt x="1495425" y="1047750"/>
                </a:lnTo>
                <a:lnTo>
                  <a:pt x="1504950" y="1047750"/>
                </a:lnTo>
                <a:lnTo>
                  <a:pt x="1504950" y="1076325"/>
                </a:lnTo>
                <a:lnTo>
                  <a:pt x="1514475" y="1076325"/>
                </a:lnTo>
                <a:lnTo>
                  <a:pt x="1514475" y="1095375"/>
                </a:lnTo>
                <a:lnTo>
                  <a:pt x="1504950" y="1095375"/>
                </a:lnTo>
                <a:lnTo>
                  <a:pt x="1504950" y="1133475"/>
                </a:lnTo>
                <a:lnTo>
                  <a:pt x="1495425" y="1133475"/>
                </a:lnTo>
                <a:lnTo>
                  <a:pt x="1495425" y="1123950"/>
                </a:lnTo>
                <a:lnTo>
                  <a:pt x="1485900" y="1123950"/>
                </a:lnTo>
                <a:lnTo>
                  <a:pt x="1485900" y="1133475"/>
                </a:lnTo>
                <a:lnTo>
                  <a:pt x="1476375" y="1133475"/>
                </a:lnTo>
                <a:lnTo>
                  <a:pt x="1476375" y="1143000"/>
                </a:lnTo>
                <a:lnTo>
                  <a:pt x="1466850" y="1143000"/>
                </a:lnTo>
                <a:lnTo>
                  <a:pt x="1466850" y="1123950"/>
                </a:lnTo>
                <a:lnTo>
                  <a:pt x="1476375" y="1123950"/>
                </a:lnTo>
                <a:lnTo>
                  <a:pt x="1476375" y="1104900"/>
                </a:lnTo>
                <a:lnTo>
                  <a:pt x="1485900" y="1104900"/>
                </a:lnTo>
                <a:close/>
                <a:moveTo>
                  <a:pt x="1447800" y="1047750"/>
                </a:moveTo>
                <a:lnTo>
                  <a:pt x="1457325" y="1047750"/>
                </a:lnTo>
                <a:lnTo>
                  <a:pt x="1457325" y="1057275"/>
                </a:lnTo>
                <a:lnTo>
                  <a:pt x="1447800" y="1057275"/>
                </a:lnTo>
                <a:close/>
                <a:moveTo>
                  <a:pt x="1343025" y="1066800"/>
                </a:moveTo>
                <a:lnTo>
                  <a:pt x="1362075" y="1066800"/>
                </a:lnTo>
                <a:lnTo>
                  <a:pt x="1362075" y="1076325"/>
                </a:lnTo>
                <a:lnTo>
                  <a:pt x="1343025" y="1076325"/>
                </a:lnTo>
                <a:close/>
                <a:moveTo>
                  <a:pt x="1447800" y="1066800"/>
                </a:moveTo>
                <a:lnTo>
                  <a:pt x="1457325" y="1066800"/>
                </a:lnTo>
                <a:lnTo>
                  <a:pt x="1457325" y="1104900"/>
                </a:lnTo>
                <a:lnTo>
                  <a:pt x="1466850" y="1104900"/>
                </a:lnTo>
                <a:lnTo>
                  <a:pt x="1466850" y="1114425"/>
                </a:lnTo>
                <a:lnTo>
                  <a:pt x="1457325" y="1114425"/>
                </a:lnTo>
                <a:lnTo>
                  <a:pt x="1457325" y="1123950"/>
                </a:lnTo>
                <a:lnTo>
                  <a:pt x="1447800" y="1123950"/>
                </a:lnTo>
                <a:close/>
                <a:moveTo>
                  <a:pt x="38100" y="1095375"/>
                </a:moveTo>
                <a:lnTo>
                  <a:pt x="47625" y="1095375"/>
                </a:lnTo>
                <a:lnTo>
                  <a:pt x="47625" y="1114425"/>
                </a:lnTo>
                <a:lnTo>
                  <a:pt x="38100" y="1114425"/>
                </a:lnTo>
                <a:close/>
                <a:moveTo>
                  <a:pt x="57150" y="1104900"/>
                </a:moveTo>
                <a:lnTo>
                  <a:pt x="66675" y="1104900"/>
                </a:lnTo>
                <a:lnTo>
                  <a:pt x="66675" y="1123950"/>
                </a:lnTo>
                <a:lnTo>
                  <a:pt x="76200" y="1123950"/>
                </a:lnTo>
                <a:lnTo>
                  <a:pt x="76200" y="1133475"/>
                </a:lnTo>
                <a:lnTo>
                  <a:pt x="85725" y="1133475"/>
                </a:lnTo>
                <a:lnTo>
                  <a:pt x="85725" y="1143000"/>
                </a:lnTo>
                <a:lnTo>
                  <a:pt x="76200" y="1143000"/>
                </a:lnTo>
                <a:lnTo>
                  <a:pt x="76200" y="1152525"/>
                </a:lnTo>
                <a:lnTo>
                  <a:pt x="57150" y="1152525"/>
                </a:lnTo>
                <a:lnTo>
                  <a:pt x="57150" y="1162050"/>
                </a:lnTo>
                <a:lnTo>
                  <a:pt x="47625" y="1162050"/>
                </a:lnTo>
                <a:lnTo>
                  <a:pt x="47625" y="1143000"/>
                </a:lnTo>
                <a:lnTo>
                  <a:pt x="57150" y="1143000"/>
                </a:lnTo>
                <a:close/>
                <a:moveTo>
                  <a:pt x="114300" y="1133475"/>
                </a:moveTo>
                <a:lnTo>
                  <a:pt x="133350" y="1133475"/>
                </a:lnTo>
                <a:lnTo>
                  <a:pt x="133350" y="1143000"/>
                </a:lnTo>
                <a:lnTo>
                  <a:pt x="142875" y="1143000"/>
                </a:lnTo>
                <a:lnTo>
                  <a:pt x="142875" y="1162050"/>
                </a:lnTo>
                <a:lnTo>
                  <a:pt x="123825" y="1162050"/>
                </a:lnTo>
                <a:lnTo>
                  <a:pt x="123825" y="1190625"/>
                </a:lnTo>
                <a:lnTo>
                  <a:pt x="104775" y="1190625"/>
                </a:lnTo>
                <a:lnTo>
                  <a:pt x="104775" y="1209675"/>
                </a:lnTo>
                <a:lnTo>
                  <a:pt x="123825" y="1209675"/>
                </a:lnTo>
                <a:lnTo>
                  <a:pt x="123825" y="1219200"/>
                </a:lnTo>
                <a:lnTo>
                  <a:pt x="133350" y="1219200"/>
                </a:lnTo>
                <a:lnTo>
                  <a:pt x="133350" y="1247775"/>
                </a:lnTo>
                <a:lnTo>
                  <a:pt x="114300" y="1247775"/>
                </a:lnTo>
                <a:lnTo>
                  <a:pt x="114300" y="1257300"/>
                </a:lnTo>
                <a:lnTo>
                  <a:pt x="133350" y="1257300"/>
                </a:lnTo>
                <a:lnTo>
                  <a:pt x="133350" y="1266825"/>
                </a:lnTo>
                <a:lnTo>
                  <a:pt x="142875" y="1266825"/>
                </a:lnTo>
                <a:lnTo>
                  <a:pt x="142875" y="1257300"/>
                </a:lnTo>
                <a:lnTo>
                  <a:pt x="161925" y="1257300"/>
                </a:lnTo>
                <a:lnTo>
                  <a:pt x="161925" y="1238250"/>
                </a:lnTo>
                <a:lnTo>
                  <a:pt x="171450" y="1238250"/>
                </a:lnTo>
                <a:lnTo>
                  <a:pt x="171450" y="1219200"/>
                </a:lnTo>
                <a:lnTo>
                  <a:pt x="180975" y="1219200"/>
                </a:lnTo>
                <a:lnTo>
                  <a:pt x="180975" y="1238250"/>
                </a:lnTo>
                <a:lnTo>
                  <a:pt x="190500" y="1238250"/>
                </a:lnTo>
                <a:lnTo>
                  <a:pt x="190500" y="1266825"/>
                </a:lnTo>
                <a:lnTo>
                  <a:pt x="180975" y="1266825"/>
                </a:lnTo>
                <a:lnTo>
                  <a:pt x="180975" y="1276350"/>
                </a:lnTo>
                <a:lnTo>
                  <a:pt x="152400" y="1276350"/>
                </a:lnTo>
                <a:lnTo>
                  <a:pt x="152400" y="1285875"/>
                </a:lnTo>
                <a:lnTo>
                  <a:pt x="142875" y="1285875"/>
                </a:lnTo>
                <a:lnTo>
                  <a:pt x="142875" y="1276350"/>
                </a:lnTo>
                <a:lnTo>
                  <a:pt x="123825" y="1276350"/>
                </a:lnTo>
                <a:lnTo>
                  <a:pt x="123825" y="1285875"/>
                </a:lnTo>
                <a:lnTo>
                  <a:pt x="95250" y="1285875"/>
                </a:lnTo>
                <a:lnTo>
                  <a:pt x="95250" y="1266825"/>
                </a:lnTo>
                <a:lnTo>
                  <a:pt x="85725" y="1266825"/>
                </a:lnTo>
                <a:lnTo>
                  <a:pt x="85725" y="1257300"/>
                </a:lnTo>
                <a:lnTo>
                  <a:pt x="76200" y="1257300"/>
                </a:lnTo>
                <a:lnTo>
                  <a:pt x="76200" y="1247775"/>
                </a:lnTo>
                <a:lnTo>
                  <a:pt x="57150" y="1247775"/>
                </a:lnTo>
                <a:lnTo>
                  <a:pt x="57150" y="1238250"/>
                </a:lnTo>
                <a:lnTo>
                  <a:pt x="47625" y="1238250"/>
                </a:lnTo>
                <a:lnTo>
                  <a:pt x="47625" y="1219200"/>
                </a:lnTo>
                <a:lnTo>
                  <a:pt x="66675" y="1219200"/>
                </a:lnTo>
                <a:lnTo>
                  <a:pt x="66675" y="1200150"/>
                </a:lnTo>
                <a:lnTo>
                  <a:pt x="57150" y="1200150"/>
                </a:lnTo>
                <a:lnTo>
                  <a:pt x="57150" y="1190625"/>
                </a:lnTo>
                <a:lnTo>
                  <a:pt x="47625" y="1190625"/>
                </a:lnTo>
                <a:lnTo>
                  <a:pt x="47625" y="1181100"/>
                </a:lnTo>
                <a:lnTo>
                  <a:pt x="85725" y="1181100"/>
                </a:lnTo>
                <a:lnTo>
                  <a:pt x="85725" y="1171575"/>
                </a:lnTo>
                <a:lnTo>
                  <a:pt x="95250" y="1171575"/>
                </a:lnTo>
                <a:lnTo>
                  <a:pt x="95250" y="1162050"/>
                </a:lnTo>
                <a:lnTo>
                  <a:pt x="85725" y="1162050"/>
                </a:lnTo>
                <a:lnTo>
                  <a:pt x="85725" y="1152525"/>
                </a:lnTo>
                <a:lnTo>
                  <a:pt x="95250" y="1152525"/>
                </a:lnTo>
                <a:lnTo>
                  <a:pt x="95250" y="1143000"/>
                </a:lnTo>
                <a:lnTo>
                  <a:pt x="114300" y="1143000"/>
                </a:lnTo>
                <a:close/>
                <a:moveTo>
                  <a:pt x="1438275" y="1133475"/>
                </a:moveTo>
                <a:lnTo>
                  <a:pt x="1447800" y="1133475"/>
                </a:lnTo>
                <a:lnTo>
                  <a:pt x="1447800" y="1162050"/>
                </a:lnTo>
                <a:lnTo>
                  <a:pt x="1438275" y="1162050"/>
                </a:lnTo>
                <a:close/>
                <a:moveTo>
                  <a:pt x="1476375" y="1143000"/>
                </a:moveTo>
                <a:lnTo>
                  <a:pt x="1485900" y="1143000"/>
                </a:lnTo>
                <a:lnTo>
                  <a:pt x="1485900" y="1152525"/>
                </a:lnTo>
                <a:lnTo>
                  <a:pt x="1476375" y="1152525"/>
                </a:lnTo>
                <a:close/>
                <a:moveTo>
                  <a:pt x="85725" y="1190625"/>
                </a:moveTo>
                <a:lnTo>
                  <a:pt x="76200" y="1190625"/>
                </a:lnTo>
                <a:lnTo>
                  <a:pt x="76200" y="1209675"/>
                </a:lnTo>
                <a:lnTo>
                  <a:pt x="85725" y="1209675"/>
                </a:lnTo>
                <a:close/>
                <a:moveTo>
                  <a:pt x="85725" y="1190625"/>
                </a:moveTo>
                <a:lnTo>
                  <a:pt x="95250" y="1190625"/>
                </a:lnTo>
                <a:lnTo>
                  <a:pt x="95250" y="1181100"/>
                </a:lnTo>
                <a:lnTo>
                  <a:pt x="85725" y="1181100"/>
                </a:lnTo>
                <a:close/>
                <a:moveTo>
                  <a:pt x="1409700" y="1200150"/>
                </a:moveTo>
                <a:lnTo>
                  <a:pt x="1419225" y="1200150"/>
                </a:lnTo>
                <a:lnTo>
                  <a:pt x="1419225" y="1209675"/>
                </a:lnTo>
                <a:lnTo>
                  <a:pt x="1409700" y="1209675"/>
                </a:lnTo>
                <a:close/>
                <a:moveTo>
                  <a:pt x="1457325" y="1200150"/>
                </a:moveTo>
                <a:lnTo>
                  <a:pt x="1466850" y="1200150"/>
                </a:lnTo>
                <a:lnTo>
                  <a:pt x="1466850" y="1219200"/>
                </a:lnTo>
                <a:lnTo>
                  <a:pt x="1457325" y="1219200"/>
                </a:lnTo>
                <a:close/>
                <a:moveTo>
                  <a:pt x="1476375" y="1238250"/>
                </a:moveTo>
                <a:lnTo>
                  <a:pt x="1504950" y="1238250"/>
                </a:lnTo>
                <a:lnTo>
                  <a:pt x="1504950" y="1247775"/>
                </a:lnTo>
                <a:lnTo>
                  <a:pt x="1495425" y="1247775"/>
                </a:lnTo>
                <a:lnTo>
                  <a:pt x="1495425" y="1257300"/>
                </a:lnTo>
                <a:lnTo>
                  <a:pt x="1485900" y="1257300"/>
                </a:lnTo>
                <a:lnTo>
                  <a:pt x="1485900" y="1247775"/>
                </a:lnTo>
                <a:lnTo>
                  <a:pt x="1476375" y="1247775"/>
                </a:lnTo>
                <a:close/>
                <a:moveTo>
                  <a:pt x="76200" y="1247775"/>
                </a:moveTo>
                <a:lnTo>
                  <a:pt x="85725" y="1247775"/>
                </a:lnTo>
                <a:lnTo>
                  <a:pt x="85725" y="1238250"/>
                </a:lnTo>
                <a:lnTo>
                  <a:pt x="76200" y="1238250"/>
                </a:lnTo>
                <a:close/>
                <a:moveTo>
                  <a:pt x="66675" y="1257300"/>
                </a:moveTo>
                <a:lnTo>
                  <a:pt x="76200" y="1257300"/>
                </a:lnTo>
                <a:lnTo>
                  <a:pt x="76200" y="1276350"/>
                </a:lnTo>
                <a:lnTo>
                  <a:pt x="66675" y="1276350"/>
                </a:lnTo>
                <a:close/>
                <a:moveTo>
                  <a:pt x="228600" y="1295400"/>
                </a:moveTo>
                <a:lnTo>
                  <a:pt x="238125" y="1295400"/>
                </a:lnTo>
                <a:lnTo>
                  <a:pt x="238125" y="1304925"/>
                </a:lnTo>
                <a:lnTo>
                  <a:pt x="228600" y="1304925"/>
                </a:lnTo>
                <a:close/>
                <a:moveTo>
                  <a:pt x="219075" y="1304925"/>
                </a:moveTo>
                <a:lnTo>
                  <a:pt x="228600" y="1304925"/>
                </a:lnTo>
                <a:lnTo>
                  <a:pt x="228600" y="1333500"/>
                </a:lnTo>
                <a:lnTo>
                  <a:pt x="209550" y="1333500"/>
                </a:lnTo>
                <a:lnTo>
                  <a:pt x="209550" y="1314450"/>
                </a:lnTo>
                <a:lnTo>
                  <a:pt x="219075" y="1314450"/>
                </a:lnTo>
                <a:close/>
                <a:moveTo>
                  <a:pt x="1266825" y="1323975"/>
                </a:moveTo>
                <a:lnTo>
                  <a:pt x="1285875" y="1323975"/>
                </a:lnTo>
                <a:lnTo>
                  <a:pt x="1285875" y="1333500"/>
                </a:lnTo>
                <a:lnTo>
                  <a:pt x="1266825" y="1333500"/>
                </a:lnTo>
                <a:close/>
                <a:moveTo>
                  <a:pt x="114300" y="1333500"/>
                </a:moveTo>
                <a:lnTo>
                  <a:pt x="133350" y="1333500"/>
                </a:lnTo>
                <a:lnTo>
                  <a:pt x="133350" y="1343025"/>
                </a:lnTo>
                <a:lnTo>
                  <a:pt x="123825" y="1343025"/>
                </a:lnTo>
                <a:lnTo>
                  <a:pt x="123825" y="1352550"/>
                </a:lnTo>
                <a:lnTo>
                  <a:pt x="114300" y="1352550"/>
                </a:lnTo>
                <a:close/>
                <a:moveTo>
                  <a:pt x="152400" y="1343025"/>
                </a:moveTo>
                <a:lnTo>
                  <a:pt x="161925" y="1343025"/>
                </a:lnTo>
                <a:lnTo>
                  <a:pt x="161925" y="1371600"/>
                </a:lnTo>
                <a:lnTo>
                  <a:pt x="133350" y="1371600"/>
                </a:lnTo>
                <a:lnTo>
                  <a:pt x="133350" y="1362075"/>
                </a:lnTo>
                <a:lnTo>
                  <a:pt x="123825" y="1362075"/>
                </a:lnTo>
                <a:lnTo>
                  <a:pt x="123825" y="1352550"/>
                </a:lnTo>
                <a:lnTo>
                  <a:pt x="152400" y="1352550"/>
                </a:lnTo>
                <a:close/>
                <a:moveTo>
                  <a:pt x="1314450" y="1343025"/>
                </a:moveTo>
                <a:lnTo>
                  <a:pt x="1323975" y="1343025"/>
                </a:lnTo>
                <a:lnTo>
                  <a:pt x="1323975" y="1352550"/>
                </a:lnTo>
                <a:lnTo>
                  <a:pt x="1333500" y="1352550"/>
                </a:lnTo>
                <a:lnTo>
                  <a:pt x="1333500" y="1343025"/>
                </a:lnTo>
                <a:lnTo>
                  <a:pt x="1371600" y="1343025"/>
                </a:lnTo>
                <a:lnTo>
                  <a:pt x="1371600" y="1352550"/>
                </a:lnTo>
                <a:lnTo>
                  <a:pt x="1362075" y="1352550"/>
                </a:lnTo>
                <a:lnTo>
                  <a:pt x="1362075" y="1371600"/>
                </a:lnTo>
                <a:lnTo>
                  <a:pt x="1352550" y="1371600"/>
                </a:lnTo>
                <a:lnTo>
                  <a:pt x="1352550" y="1381125"/>
                </a:lnTo>
                <a:lnTo>
                  <a:pt x="1343025" y="1381125"/>
                </a:lnTo>
                <a:lnTo>
                  <a:pt x="1343025" y="1362075"/>
                </a:lnTo>
                <a:lnTo>
                  <a:pt x="1333500" y="1362075"/>
                </a:lnTo>
                <a:lnTo>
                  <a:pt x="1333500" y="1371600"/>
                </a:lnTo>
                <a:lnTo>
                  <a:pt x="1323975" y="1371600"/>
                </a:lnTo>
                <a:lnTo>
                  <a:pt x="1323975" y="1381125"/>
                </a:lnTo>
                <a:lnTo>
                  <a:pt x="1314450" y="1381125"/>
                </a:lnTo>
                <a:lnTo>
                  <a:pt x="1314450" y="1390650"/>
                </a:lnTo>
                <a:lnTo>
                  <a:pt x="1295400" y="1390650"/>
                </a:lnTo>
                <a:lnTo>
                  <a:pt x="1295400" y="1400175"/>
                </a:lnTo>
                <a:lnTo>
                  <a:pt x="1285875" y="1400175"/>
                </a:lnTo>
                <a:lnTo>
                  <a:pt x="1285875" y="1390650"/>
                </a:lnTo>
                <a:lnTo>
                  <a:pt x="1276350" y="1390650"/>
                </a:lnTo>
                <a:lnTo>
                  <a:pt x="1276350" y="1371600"/>
                </a:lnTo>
                <a:lnTo>
                  <a:pt x="1304925" y="1371600"/>
                </a:lnTo>
                <a:lnTo>
                  <a:pt x="1304925" y="1362075"/>
                </a:lnTo>
                <a:lnTo>
                  <a:pt x="1314450" y="1362075"/>
                </a:lnTo>
                <a:close/>
                <a:moveTo>
                  <a:pt x="1190625" y="1352550"/>
                </a:moveTo>
                <a:lnTo>
                  <a:pt x="1200150" y="1352550"/>
                </a:lnTo>
                <a:lnTo>
                  <a:pt x="1200150" y="1371600"/>
                </a:lnTo>
                <a:lnTo>
                  <a:pt x="1181100" y="1371600"/>
                </a:lnTo>
                <a:lnTo>
                  <a:pt x="1181100" y="1381125"/>
                </a:lnTo>
                <a:lnTo>
                  <a:pt x="1162050" y="1381125"/>
                </a:lnTo>
                <a:lnTo>
                  <a:pt x="1162050" y="1362075"/>
                </a:lnTo>
                <a:lnTo>
                  <a:pt x="1190625" y="1362075"/>
                </a:lnTo>
                <a:close/>
                <a:moveTo>
                  <a:pt x="1409700" y="1352550"/>
                </a:moveTo>
                <a:lnTo>
                  <a:pt x="1419225" y="1352550"/>
                </a:lnTo>
                <a:lnTo>
                  <a:pt x="1419225" y="1362075"/>
                </a:lnTo>
                <a:lnTo>
                  <a:pt x="1409700" y="1362075"/>
                </a:lnTo>
                <a:close/>
                <a:moveTo>
                  <a:pt x="523875" y="1362075"/>
                </a:moveTo>
                <a:lnTo>
                  <a:pt x="533400" y="1362075"/>
                </a:lnTo>
                <a:lnTo>
                  <a:pt x="533400" y="1371600"/>
                </a:lnTo>
                <a:lnTo>
                  <a:pt x="581025" y="1371600"/>
                </a:lnTo>
                <a:lnTo>
                  <a:pt x="581025" y="1362075"/>
                </a:lnTo>
                <a:lnTo>
                  <a:pt x="619125" y="1362075"/>
                </a:lnTo>
                <a:lnTo>
                  <a:pt x="619125" y="1371600"/>
                </a:lnTo>
                <a:lnTo>
                  <a:pt x="638175" y="1371600"/>
                </a:lnTo>
                <a:lnTo>
                  <a:pt x="638175" y="1381125"/>
                </a:lnTo>
                <a:lnTo>
                  <a:pt x="628650" y="1381125"/>
                </a:lnTo>
                <a:lnTo>
                  <a:pt x="628650" y="1390650"/>
                </a:lnTo>
                <a:lnTo>
                  <a:pt x="619125" y="1390650"/>
                </a:lnTo>
                <a:lnTo>
                  <a:pt x="619125" y="1400175"/>
                </a:lnTo>
                <a:lnTo>
                  <a:pt x="609600" y="1400175"/>
                </a:lnTo>
                <a:lnTo>
                  <a:pt x="609600" y="1409700"/>
                </a:lnTo>
                <a:lnTo>
                  <a:pt x="590550" y="1409700"/>
                </a:lnTo>
                <a:lnTo>
                  <a:pt x="590550" y="1381125"/>
                </a:lnTo>
                <a:lnTo>
                  <a:pt x="571500" y="1381125"/>
                </a:lnTo>
                <a:lnTo>
                  <a:pt x="571500" y="1428750"/>
                </a:lnTo>
                <a:lnTo>
                  <a:pt x="590550" y="1428750"/>
                </a:lnTo>
                <a:lnTo>
                  <a:pt x="590550" y="1419225"/>
                </a:lnTo>
                <a:lnTo>
                  <a:pt x="609600" y="1419225"/>
                </a:lnTo>
                <a:lnTo>
                  <a:pt x="609600" y="1428750"/>
                </a:lnTo>
                <a:lnTo>
                  <a:pt x="600075" y="1428750"/>
                </a:lnTo>
                <a:lnTo>
                  <a:pt x="600075" y="1438275"/>
                </a:lnTo>
                <a:lnTo>
                  <a:pt x="619125" y="1438275"/>
                </a:lnTo>
                <a:lnTo>
                  <a:pt x="619125" y="1419225"/>
                </a:lnTo>
                <a:lnTo>
                  <a:pt x="666750" y="1419225"/>
                </a:lnTo>
                <a:lnTo>
                  <a:pt x="666750" y="1409700"/>
                </a:lnTo>
                <a:lnTo>
                  <a:pt x="676275" y="1409700"/>
                </a:lnTo>
                <a:lnTo>
                  <a:pt x="676275" y="1400175"/>
                </a:lnTo>
                <a:lnTo>
                  <a:pt x="666750" y="1400175"/>
                </a:lnTo>
                <a:lnTo>
                  <a:pt x="666750" y="1390650"/>
                </a:lnTo>
                <a:lnTo>
                  <a:pt x="657225" y="1390650"/>
                </a:lnTo>
                <a:lnTo>
                  <a:pt x="657225" y="1381125"/>
                </a:lnTo>
                <a:lnTo>
                  <a:pt x="666750" y="1381125"/>
                </a:lnTo>
                <a:lnTo>
                  <a:pt x="666750" y="1371600"/>
                </a:lnTo>
                <a:lnTo>
                  <a:pt x="676275" y="1371600"/>
                </a:lnTo>
                <a:lnTo>
                  <a:pt x="676275" y="1381125"/>
                </a:lnTo>
                <a:lnTo>
                  <a:pt x="685800" y="1381125"/>
                </a:lnTo>
                <a:lnTo>
                  <a:pt x="685800" y="1371600"/>
                </a:lnTo>
                <a:lnTo>
                  <a:pt x="714375" y="1371600"/>
                </a:lnTo>
                <a:lnTo>
                  <a:pt x="714375" y="1362075"/>
                </a:lnTo>
                <a:lnTo>
                  <a:pt x="723900" y="1362075"/>
                </a:lnTo>
                <a:lnTo>
                  <a:pt x="723900" y="1381125"/>
                </a:lnTo>
                <a:lnTo>
                  <a:pt x="714375" y="1381125"/>
                </a:lnTo>
                <a:lnTo>
                  <a:pt x="714375" y="1390650"/>
                </a:lnTo>
                <a:lnTo>
                  <a:pt x="704850" y="1390650"/>
                </a:lnTo>
                <a:lnTo>
                  <a:pt x="704850" y="1409700"/>
                </a:lnTo>
                <a:lnTo>
                  <a:pt x="714375" y="1409700"/>
                </a:lnTo>
                <a:lnTo>
                  <a:pt x="714375" y="1419225"/>
                </a:lnTo>
                <a:lnTo>
                  <a:pt x="723900" y="1419225"/>
                </a:lnTo>
                <a:lnTo>
                  <a:pt x="723900" y="1428750"/>
                </a:lnTo>
                <a:lnTo>
                  <a:pt x="714375" y="1428750"/>
                </a:lnTo>
                <a:lnTo>
                  <a:pt x="714375" y="1447800"/>
                </a:lnTo>
                <a:lnTo>
                  <a:pt x="542925" y="1447800"/>
                </a:lnTo>
                <a:lnTo>
                  <a:pt x="542925" y="1428750"/>
                </a:lnTo>
                <a:lnTo>
                  <a:pt x="552450" y="1428750"/>
                </a:lnTo>
                <a:lnTo>
                  <a:pt x="552450" y="1419225"/>
                </a:lnTo>
                <a:lnTo>
                  <a:pt x="561975" y="1419225"/>
                </a:lnTo>
                <a:lnTo>
                  <a:pt x="561975" y="1409700"/>
                </a:lnTo>
                <a:lnTo>
                  <a:pt x="552450" y="1409700"/>
                </a:lnTo>
                <a:lnTo>
                  <a:pt x="552450" y="1400175"/>
                </a:lnTo>
                <a:lnTo>
                  <a:pt x="542925" y="1400175"/>
                </a:lnTo>
                <a:lnTo>
                  <a:pt x="542925" y="1390650"/>
                </a:lnTo>
                <a:lnTo>
                  <a:pt x="523875" y="1390650"/>
                </a:lnTo>
                <a:lnTo>
                  <a:pt x="523875" y="1400175"/>
                </a:lnTo>
                <a:lnTo>
                  <a:pt x="514350" y="1400175"/>
                </a:lnTo>
                <a:lnTo>
                  <a:pt x="514350" y="1381125"/>
                </a:lnTo>
                <a:lnTo>
                  <a:pt x="523875" y="1381125"/>
                </a:lnTo>
                <a:close/>
                <a:moveTo>
                  <a:pt x="733425" y="1371600"/>
                </a:moveTo>
                <a:lnTo>
                  <a:pt x="752475" y="1371600"/>
                </a:lnTo>
                <a:lnTo>
                  <a:pt x="752475" y="1381125"/>
                </a:lnTo>
                <a:lnTo>
                  <a:pt x="733425" y="1381125"/>
                </a:lnTo>
                <a:close/>
                <a:moveTo>
                  <a:pt x="781050" y="1371600"/>
                </a:moveTo>
                <a:lnTo>
                  <a:pt x="847725" y="1371600"/>
                </a:lnTo>
                <a:lnTo>
                  <a:pt x="847725" y="1390650"/>
                </a:lnTo>
                <a:lnTo>
                  <a:pt x="838200" y="1390650"/>
                </a:lnTo>
                <a:lnTo>
                  <a:pt x="838200" y="1409700"/>
                </a:lnTo>
                <a:lnTo>
                  <a:pt x="866775" y="1409700"/>
                </a:lnTo>
                <a:lnTo>
                  <a:pt x="866775" y="1419225"/>
                </a:lnTo>
                <a:lnTo>
                  <a:pt x="904875" y="1419225"/>
                </a:lnTo>
                <a:lnTo>
                  <a:pt x="904875" y="1428750"/>
                </a:lnTo>
                <a:lnTo>
                  <a:pt x="885825" y="1428750"/>
                </a:lnTo>
                <a:lnTo>
                  <a:pt x="885825" y="1438275"/>
                </a:lnTo>
                <a:lnTo>
                  <a:pt x="895350" y="1438275"/>
                </a:lnTo>
                <a:lnTo>
                  <a:pt x="895350" y="1447800"/>
                </a:lnTo>
                <a:lnTo>
                  <a:pt x="866775" y="1447800"/>
                </a:lnTo>
                <a:lnTo>
                  <a:pt x="866775" y="1428750"/>
                </a:lnTo>
                <a:lnTo>
                  <a:pt x="838200" y="1428750"/>
                </a:lnTo>
                <a:lnTo>
                  <a:pt x="838200" y="1419225"/>
                </a:lnTo>
                <a:lnTo>
                  <a:pt x="781050" y="1419225"/>
                </a:lnTo>
                <a:lnTo>
                  <a:pt x="781050" y="1409700"/>
                </a:lnTo>
                <a:lnTo>
                  <a:pt x="762000" y="1409700"/>
                </a:lnTo>
                <a:lnTo>
                  <a:pt x="762000" y="1428750"/>
                </a:lnTo>
                <a:lnTo>
                  <a:pt x="742950" y="1428750"/>
                </a:lnTo>
                <a:lnTo>
                  <a:pt x="742950" y="1419225"/>
                </a:lnTo>
                <a:lnTo>
                  <a:pt x="733425" y="1419225"/>
                </a:lnTo>
                <a:lnTo>
                  <a:pt x="733425" y="1409700"/>
                </a:lnTo>
                <a:lnTo>
                  <a:pt x="742950" y="1409700"/>
                </a:lnTo>
                <a:lnTo>
                  <a:pt x="742950" y="1400175"/>
                </a:lnTo>
                <a:lnTo>
                  <a:pt x="752475" y="1400175"/>
                </a:lnTo>
                <a:lnTo>
                  <a:pt x="752475" y="1381125"/>
                </a:lnTo>
                <a:lnTo>
                  <a:pt x="762000" y="1381125"/>
                </a:lnTo>
                <a:lnTo>
                  <a:pt x="762000" y="1390650"/>
                </a:lnTo>
                <a:lnTo>
                  <a:pt x="771525" y="1390650"/>
                </a:lnTo>
                <a:lnTo>
                  <a:pt x="771525" y="1400175"/>
                </a:lnTo>
                <a:lnTo>
                  <a:pt x="781050" y="1400175"/>
                </a:lnTo>
                <a:close/>
                <a:moveTo>
                  <a:pt x="1209675" y="1371600"/>
                </a:moveTo>
                <a:lnTo>
                  <a:pt x="1219200" y="1371600"/>
                </a:lnTo>
                <a:lnTo>
                  <a:pt x="1219200" y="1381125"/>
                </a:lnTo>
                <a:lnTo>
                  <a:pt x="1209675" y="1381125"/>
                </a:lnTo>
                <a:close/>
                <a:moveTo>
                  <a:pt x="1247775" y="1371600"/>
                </a:moveTo>
                <a:lnTo>
                  <a:pt x="1266825" y="1371600"/>
                </a:lnTo>
                <a:lnTo>
                  <a:pt x="1266825" y="1400175"/>
                </a:lnTo>
                <a:lnTo>
                  <a:pt x="1285875" y="1400175"/>
                </a:lnTo>
                <a:lnTo>
                  <a:pt x="1285875" y="1409700"/>
                </a:lnTo>
                <a:lnTo>
                  <a:pt x="1247775" y="1409700"/>
                </a:lnTo>
                <a:lnTo>
                  <a:pt x="1247775" y="1419225"/>
                </a:lnTo>
                <a:lnTo>
                  <a:pt x="1219200" y="1419225"/>
                </a:lnTo>
                <a:lnTo>
                  <a:pt x="1219200" y="1409700"/>
                </a:lnTo>
                <a:lnTo>
                  <a:pt x="1209675" y="1409700"/>
                </a:lnTo>
                <a:lnTo>
                  <a:pt x="1209675" y="1419225"/>
                </a:lnTo>
                <a:lnTo>
                  <a:pt x="1190625" y="1419225"/>
                </a:lnTo>
                <a:lnTo>
                  <a:pt x="1190625" y="1400175"/>
                </a:lnTo>
                <a:lnTo>
                  <a:pt x="1219200" y="1400175"/>
                </a:lnTo>
                <a:lnTo>
                  <a:pt x="1219200" y="1409700"/>
                </a:lnTo>
                <a:lnTo>
                  <a:pt x="1228725" y="1409700"/>
                </a:lnTo>
                <a:lnTo>
                  <a:pt x="1228725" y="1381125"/>
                </a:lnTo>
                <a:lnTo>
                  <a:pt x="1247775" y="1381125"/>
                </a:lnTo>
                <a:close/>
                <a:moveTo>
                  <a:pt x="400050" y="1400175"/>
                </a:moveTo>
                <a:lnTo>
                  <a:pt x="409575" y="1400175"/>
                </a:lnTo>
                <a:lnTo>
                  <a:pt x="409575" y="1409700"/>
                </a:lnTo>
                <a:lnTo>
                  <a:pt x="400050" y="1409700"/>
                </a:lnTo>
                <a:close/>
                <a:moveTo>
                  <a:pt x="933450" y="1428750"/>
                </a:moveTo>
                <a:lnTo>
                  <a:pt x="942975" y="1428750"/>
                </a:lnTo>
                <a:lnTo>
                  <a:pt x="942975" y="1447800"/>
                </a:lnTo>
                <a:lnTo>
                  <a:pt x="933450" y="1447800"/>
                </a:lnTo>
                <a:close/>
                <a:moveTo>
                  <a:pt x="647700" y="1438275"/>
                </a:moveTo>
                <a:lnTo>
                  <a:pt x="695325" y="1438275"/>
                </a:lnTo>
                <a:lnTo>
                  <a:pt x="695325" y="1419225"/>
                </a:lnTo>
                <a:lnTo>
                  <a:pt x="676275" y="1419225"/>
                </a:lnTo>
                <a:lnTo>
                  <a:pt x="676275" y="1428750"/>
                </a:lnTo>
                <a:lnTo>
                  <a:pt x="647700" y="1428750"/>
                </a:lnTo>
                <a:close/>
              </a:path>
            </a:pathLst>
          </a:custGeom>
          <a:solidFill xmlns:a="http://schemas.openxmlformats.org/drawingml/2006/main">
            <a:srgbClr val="FDF6E4"/>
          </a:solidFill>
          <a:ln xmlns:a="http://schemas.openxmlformats.org/drawingml/2006/main" w="0">
            <a:noFill/>
          </a:ln>
        </p:spPr>
      </p:sp>
      <p:sp>
        <p:nvSpPr>
          <p:cNvPr id="62" name="logo vector #fdf6e3">
            <a:extLst xmlns:a="http://schemas.openxmlformats.org/drawingml/2006/main">
              <a:ext uri="{FF2B5EF4-FFF2-40B4-BE49-F238E27FC236}">
                <a16:creationId xmlns:a16="http://schemas.microsoft.com/office/drawing/2014/main" id="{81008644-14C2-455A-85A7-228C5949BB6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219700" y="4476750"/>
            <a:ext cx="1581150" cy="1485900"/>
          </a:xfrm>
          <a:custGeom xmlns:a="http://schemas.openxmlformats.org/drawingml/2006/main">
            <a:pathLst>
              <a:path w="1581150" h="1485900">
                <a:moveTo>
                  <a:pt x="19050" y="0"/>
                </a:moveTo>
                <a:lnTo>
                  <a:pt x="38100" y="0"/>
                </a:lnTo>
                <a:lnTo>
                  <a:pt x="38100" y="9525"/>
                </a:lnTo>
                <a:lnTo>
                  <a:pt x="19050" y="9525"/>
                </a:lnTo>
                <a:close/>
                <a:moveTo>
                  <a:pt x="1266825" y="47625"/>
                </a:moveTo>
                <a:lnTo>
                  <a:pt x="1276350" y="47625"/>
                </a:lnTo>
                <a:lnTo>
                  <a:pt x="1276350" y="57150"/>
                </a:lnTo>
                <a:lnTo>
                  <a:pt x="1266825" y="57150"/>
                </a:lnTo>
                <a:close/>
                <a:moveTo>
                  <a:pt x="1095375" y="95250"/>
                </a:moveTo>
                <a:lnTo>
                  <a:pt x="1104900" y="95250"/>
                </a:lnTo>
                <a:lnTo>
                  <a:pt x="1104900" y="104775"/>
                </a:lnTo>
                <a:lnTo>
                  <a:pt x="1095375" y="104775"/>
                </a:lnTo>
                <a:close/>
                <a:moveTo>
                  <a:pt x="1114425" y="95250"/>
                </a:moveTo>
                <a:lnTo>
                  <a:pt x="1143000" y="95250"/>
                </a:lnTo>
                <a:lnTo>
                  <a:pt x="1143000" y="104775"/>
                </a:lnTo>
                <a:lnTo>
                  <a:pt x="1114425" y="104775"/>
                </a:lnTo>
                <a:close/>
                <a:moveTo>
                  <a:pt x="1181100" y="104775"/>
                </a:moveTo>
                <a:lnTo>
                  <a:pt x="1190625" y="104775"/>
                </a:lnTo>
                <a:lnTo>
                  <a:pt x="1190625" y="114300"/>
                </a:lnTo>
                <a:lnTo>
                  <a:pt x="1209675" y="114300"/>
                </a:lnTo>
                <a:lnTo>
                  <a:pt x="1209675" y="142875"/>
                </a:lnTo>
                <a:lnTo>
                  <a:pt x="1171575" y="142875"/>
                </a:lnTo>
                <a:lnTo>
                  <a:pt x="1171575" y="133350"/>
                </a:lnTo>
                <a:lnTo>
                  <a:pt x="1181100" y="133350"/>
                </a:lnTo>
                <a:close/>
                <a:moveTo>
                  <a:pt x="409575" y="123825"/>
                </a:moveTo>
                <a:lnTo>
                  <a:pt x="419100" y="123825"/>
                </a:lnTo>
                <a:lnTo>
                  <a:pt x="419100" y="133350"/>
                </a:lnTo>
                <a:lnTo>
                  <a:pt x="409575" y="133350"/>
                </a:lnTo>
                <a:close/>
                <a:moveTo>
                  <a:pt x="1476375" y="133350"/>
                </a:moveTo>
                <a:lnTo>
                  <a:pt x="1495425" y="133350"/>
                </a:lnTo>
                <a:lnTo>
                  <a:pt x="1495425" y="142875"/>
                </a:lnTo>
                <a:lnTo>
                  <a:pt x="1485900" y="142875"/>
                </a:lnTo>
                <a:lnTo>
                  <a:pt x="1485900" y="152400"/>
                </a:lnTo>
                <a:lnTo>
                  <a:pt x="1476375" y="152400"/>
                </a:lnTo>
                <a:close/>
                <a:moveTo>
                  <a:pt x="295275" y="161925"/>
                </a:moveTo>
                <a:lnTo>
                  <a:pt x="323850" y="161925"/>
                </a:lnTo>
                <a:lnTo>
                  <a:pt x="323850" y="171450"/>
                </a:lnTo>
                <a:lnTo>
                  <a:pt x="342900" y="171450"/>
                </a:lnTo>
                <a:lnTo>
                  <a:pt x="342900" y="200025"/>
                </a:lnTo>
                <a:lnTo>
                  <a:pt x="333375" y="200025"/>
                </a:lnTo>
                <a:lnTo>
                  <a:pt x="333375" y="209550"/>
                </a:lnTo>
                <a:lnTo>
                  <a:pt x="323850" y="209550"/>
                </a:lnTo>
                <a:lnTo>
                  <a:pt x="323850" y="219075"/>
                </a:lnTo>
                <a:lnTo>
                  <a:pt x="314325" y="219075"/>
                </a:lnTo>
                <a:lnTo>
                  <a:pt x="314325" y="209550"/>
                </a:lnTo>
                <a:lnTo>
                  <a:pt x="285750" y="209550"/>
                </a:lnTo>
                <a:lnTo>
                  <a:pt x="285750" y="200025"/>
                </a:lnTo>
                <a:lnTo>
                  <a:pt x="276225" y="200025"/>
                </a:lnTo>
                <a:lnTo>
                  <a:pt x="276225" y="180975"/>
                </a:lnTo>
                <a:lnTo>
                  <a:pt x="285750" y="180975"/>
                </a:lnTo>
                <a:lnTo>
                  <a:pt x="285750" y="171450"/>
                </a:lnTo>
                <a:lnTo>
                  <a:pt x="295275" y="171450"/>
                </a:lnTo>
                <a:close/>
                <a:moveTo>
                  <a:pt x="1476375" y="180975"/>
                </a:moveTo>
                <a:lnTo>
                  <a:pt x="1504950" y="180975"/>
                </a:lnTo>
                <a:lnTo>
                  <a:pt x="1504950" y="190500"/>
                </a:lnTo>
                <a:lnTo>
                  <a:pt x="1476375" y="190500"/>
                </a:lnTo>
                <a:close/>
                <a:moveTo>
                  <a:pt x="1438275" y="190500"/>
                </a:moveTo>
                <a:lnTo>
                  <a:pt x="1457325" y="190500"/>
                </a:lnTo>
                <a:lnTo>
                  <a:pt x="1457325" y="200025"/>
                </a:lnTo>
                <a:lnTo>
                  <a:pt x="1438275" y="200025"/>
                </a:lnTo>
                <a:close/>
                <a:moveTo>
                  <a:pt x="1466850" y="190500"/>
                </a:moveTo>
                <a:lnTo>
                  <a:pt x="1476375" y="190500"/>
                </a:lnTo>
                <a:lnTo>
                  <a:pt x="1476375" y="200025"/>
                </a:lnTo>
                <a:lnTo>
                  <a:pt x="1466850" y="200025"/>
                </a:lnTo>
                <a:close/>
                <a:moveTo>
                  <a:pt x="1428750" y="200025"/>
                </a:moveTo>
                <a:lnTo>
                  <a:pt x="1438275" y="200025"/>
                </a:lnTo>
                <a:lnTo>
                  <a:pt x="1438275" y="209550"/>
                </a:lnTo>
                <a:lnTo>
                  <a:pt x="1428750" y="209550"/>
                </a:lnTo>
                <a:close/>
                <a:moveTo>
                  <a:pt x="247650" y="209550"/>
                </a:moveTo>
                <a:lnTo>
                  <a:pt x="257175" y="209550"/>
                </a:lnTo>
                <a:lnTo>
                  <a:pt x="257175" y="219075"/>
                </a:lnTo>
                <a:lnTo>
                  <a:pt x="247650" y="219075"/>
                </a:lnTo>
                <a:close/>
                <a:moveTo>
                  <a:pt x="733425" y="209550"/>
                </a:moveTo>
                <a:lnTo>
                  <a:pt x="752475" y="209550"/>
                </a:lnTo>
                <a:lnTo>
                  <a:pt x="752475" y="219075"/>
                </a:lnTo>
                <a:lnTo>
                  <a:pt x="733425" y="219075"/>
                </a:lnTo>
                <a:close/>
                <a:moveTo>
                  <a:pt x="314325" y="228600"/>
                </a:moveTo>
                <a:lnTo>
                  <a:pt x="323850" y="228600"/>
                </a:lnTo>
                <a:lnTo>
                  <a:pt x="323850" y="247650"/>
                </a:lnTo>
                <a:lnTo>
                  <a:pt x="314325" y="247650"/>
                </a:lnTo>
                <a:lnTo>
                  <a:pt x="314325" y="266700"/>
                </a:lnTo>
                <a:lnTo>
                  <a:pt x="304800" y="266700"/>
                </a:lnTo>
                <a:lnTo>
                  <a:pt x="304800" y="314325"/>
                </a:lnTo>
                <a:lnTo>
                  <a:pt x="314325" y="314325"/>
                </a:lnTo>
                <a:lnTo>
                  <a:pt x="314325" y="381000"/>
                </a:lnTo>
                <a:lnTo>
                  <a:pt x="323850" y="381000"/>
                </a:lnTo>
                <a:lnTo>
                  <a:pt x="323850" y="390525"/>
                </a:lnTo>
                <a:lnTo>
                  <a:pt x="304800" y="390525"/>
                </a:lnTo>
                <a:lnTo>
                  <a:pt x="304800" y="352425"/>
                </a:lnTo>
                <a:lnTo>
                  <a:pt x="247650" y="352425"/>
                </a:lnTo>
                <a:lnTo>
                  <a:pt x="247650" y="361950"/>
                </a:lnTo>
                <a:lnTo>
                  <a:pt x="228600" y="361950"/>
                </a:lnTo>
                <a:lnTo>
                  <a:pt x="228600" y="371475"/>
                </a:lnTo>
                <a:lnTo>
                  <a:pt x="238125" y="371475"/>
                </a:lnTo>
                <a:lnTo>
                  <a:pt x="238125" y="381000"/>
                </a:lnTo>
                <a:lnTo>
                  <a:pt x="276225" y="381000"/>
                </a:lnTo>
                <a:lnTo>
                  <a:pt x="276225" y="390525"/>
                </a:lnTo>
                <a:lnTo>
                  <a:pt x="285750" y="390525"/>
                </a:lnTo>
                <a:lnTo>
                  <a:pt x="285750" y="409575"/>
                </a:lnTo>
                <a:lnTo>
                  <a:pt x="314325" y="409575"/>
                </a:lnTo>
                <a:lnTo>
                  <a:pt x="314325" y="400050"/>
                </a:lnTo>
                <a:lnTo>
                  <a:pt x="323850" y="400050"/>
                </a:lnTo>
                <a:lnTo>
                  <a:pt x="323850" y="409575"/>
                </a:lnTo>
                <a:lnTo>
                  <a:pt x="314325" y="409575"/>
                </a:lnTo>
                <a:lnTo>
                  <a:pt x="314325" y="428625"/>
                </a:lnTo>
                <a:lnTo>
                  <a:pt x="304800" y="428625"/>
                </a:lnTo>
                <a:lnTo>
                  <a:pt x="304800" y="476250"/>
                </a:lnTo>
                <a:lnTo>
                  <a:pt x="314325" y="476250"/>
                </a:lnTo>
                <a:lnTo>
                  <a:pt x="314325" y="485775"/>
                </a:lnTo>
                <a:lnTo>
                  <a:pt x="295275" y="485775"/>
                </a:lnTo>
                <a:lnTo>
                  <a:pt x="295275" y="495300"/>
                </a:lnTo>
                <a:lnTo>
                  <a:pt x="285750" y="495300"/>
                </a:lnTo>
                <a:lnTo>
                  <a:pt x="285750" y="485775"/>
                </a:lnTo>
                <a:lnTo>
                  <a:pt x="276225" y="485775"/>
                </a:lnTo>
                <a:lnTo>
                  <a:pt x="276225" y="466725"/>
                </a:lnTo>
                <a:lnTo>
                  <a:pt x="266700" y="466725"/>
                </a:lnTo>
                <a:lnTo>
                  <a:pt x="266700" y="447675"/>
                </a:lnTo>
                <a:lnTo>
                  <a:pt x="238125" y="447675"/>
                </a:lnTo>
                <a:lnTo>
                  <a:pt x="238125" y="428625"/>
                </a:lnTo>
                <a:lnTo>
                  <a:pt x="228600" y="428625"/>
                </a:lnTo>
                <a:lnTo>
                  <a:pt x="228600" y="400050"/>
                </a:lnTo>
                <a:lnTo>
                  <a:pt x="219075" y="400050"/>
                </a:lnTo>
                <a:lnTo>
                  <a:pt x="219075" y="371475"/>
                </a:lnTo>
                <a:lnTo>
                  <a:pt x="209550" y="371475"/>
                </a:lnTo>
                <a:lnTo>
                  <a:pt x="209550" y="352425"/>
                </a:lnTo>
                <a:lnTo>
                  <a:pt x="219075" y="352425"/>
                </a:lnTo>
                <a:lnTo>
                  <a:pt x="219075" y="342900"/>
                </a:lnTo>
                <a:lnTo>
                  <a:pt x="228600" y="342900"/>
                </a:lnTo>
                <a:lnTo>
                  <a:pt x="228600" y="352425"/>
                </a:lnTo>
                <a:lnTo>
                  <a:pt x="238125" y="352425"/>
                </a:lnTo>
                <a:lnTo>
                  <a:pt x="238125" y="323850"/>
                </a:lnTo>
                <a:lnTo>
                  <a:pt x="209550" y="323850"/>
                </a:lnTo>
                <a:lnTo>
                  <a:pt x="209550" y="304800"/>
                </a:lnTo>
                <a:lnTo>
                  <a:pt x="219075" y="304800"/>
                </a:lnTo>
                <a:lnTo>
                  <a:pt x="219075" y="295275"/>
                </a:lnTo>
                <a:lnTo>
                  <a:pt x="266700" y="295275"/>
                </a:lnTo>
                <a:lnTo>
                  <a:pt x="266700" y="304800"/>
                </a:lnTo>
                <a:lnTo>
                  <a:pt x="276225" y="304800"/>
                </a:lnTo>
                <a:lnTo>
                  <a:pt x="276225" y="238125"/>
                </a:lnTo>
                <a:lnTo>
                  <a:pt x="314325" y="238125"/>
                </a:lnTo>
                <a:close/>
                <a:moveTo>
                  <a:pt x="228600" y="238125"/>
                </a:moveTo>
                <a:lnTo>
                  <a:pt x="238125" y="238125"/>
                </a:lnTo>
                <a:lnTo>
                  <a:pt x="238125" y="247650"/>
                </a:lnTo>
                <a:lnTo>
                  <a:pt x="228600" y="247650"/>
                </a:lnTo>
                <a:close/>
                <a:moveTo>
                  <a:pt x="1343025" y="285750"/>
                </a:moveTo>
                <a:lnTo>
                  <a:pt x="1352550" y="285750"/>
                </a:lnTo>
                <a:lnTo>
                  <a:pt x="1352550" y="295275"/>
                </a:lnTo>
                <a:lnTo>
                  <a:pt x="1362075" y="295275"/>
                </a:lnTo>
                <a:lnTo>
                  <a:pt x="1362075" y="304800"/>
                </a:lnTo>
                <a:lnTo>
                  <a:pt x="1371600" y="304800"/>
                </a:lnTo>
                <a:lnTo>
                  <a:pt x="1371600" y="314325"/>
                </a:lnTo>
                <a:lnTo>
                  <a:pt x="1333500" y="314325"/>
                </a:lnTo>
                <a:lnTo>
                  <a:pt x="1333500" y="323850"/>
                </a:lnTo>
                <a:lnTo>
                  <a:pt x="1323975" y="323850"/>
                </a:lnTo>
                <a:lnTo>
                  <a:pt x="1323975" y="342900"/>
                </a:lnTo>
                <a:lnTo>
                  <a:pt x="1314450" y="342900"/>
                </a:lnTo>
                <a:lnTo>
                  <a:pt x="1314450" y="314325"/>
                </a:lnTo>
                <a:lnTo>
                  <a:pt x="1323975" y="314325"/>
                </a:lnTo>
                <a:lnTo>
                  <a:pt x="1323975" y="295275"/>
                </a:lnTo>
                <a:lnTo>
                  <a:pt x="1343025" y="295275"/>
                </a:lnTo>
                <a:close/>
                <a:moveTo>
                  <a:pt x="1276350" y="304800"/>
                </a:moveTo>
                <a:lnTo>
                  <a:pt x="1285875" y="304800"/>
                </a:lnTo>
                <a:lnTo>
                  <a:pt x="1285875" y="314325"/>
                </a:lnTo>
                <a:lnTo>
                  <a:pt x="1295400" y="314325"/>
                </a:lnTo>
                <a:lnTo>
                  <a:pt x="1295400" y="333375"/>
                </a:lnTo>
                <a:lnTo>
                  <a:pt x="1304925" y="333375"/>
                </a:lnTo>
                <a:lnTo>
                  <a:pt x="1304925" y="342900"/>
                </a:lnTo>
                <a:lnTo>
                  <a:pt x="1314450" y="342900"/>
                </a:lnTo>
                <a:lnTo>
                  <a:pt x="1314450" y="352425"/>
                </a:lnTo>
                <a:lnTo>
                  <a:pt x="1295400" y="352425"/>
                </a:lnTo>
                <a:lnTo>
                  <a:pt x="1295400" y="342900"/>
                </a:lnTo>
                <a:lnTo>
                  <a:pt x="1285875" y="342900"/>
                </a:lnTo>
                <a:lnTo>
                  <a:pt x="1285875" y="333375"/>
                </a:lnTo>
                <a:lnTo>
                  <a:pt x="1266825" y="333375"/>
                </a:lnTo>
                <a:lnTo>
                  <a:pt x="1266825" y="314325"/>
                </a:lnTo>
                <a:lnTo>
                  <a:pt x="1276350" y="314325"/>
                </a:lnTo>
                <a:close/>
                <a:moveTo>
                  <a:pt x="247650" y="323850"/>
                </a:moveTo>
                <a:lnTo>
                  <a:pt x="266700" y="323850"/>
                </a:lnTo>
                <a:lnTo>
                  <a:pt x="266700" y="314325"/>
                </a:lnTo>
                <a:lnTo>
                  <a:pt x="247650" y="314325"/>
                </a:lnTo>
                <a:close/>
                <a:moveTo>
                  <a:pt x="276225" y="323850"/>
                </a:moveTo>
                <a:lnTo>
                  <a:pt x="295275" y="323850"/>
                </a:lnTo>
                <a:lnTo>
                  <a:pt x="295275" y="314325"/>
                </a:lnTo>
                <a:lnTo>
                  <a:pt x="276225" y="314325"/>
                </a:lnTo>
                <a:close/>
                <a:moveTo>
                  <a:pt x="38100" y="361950"/>
                </a:moveTo>
                <a:lnTo>
                  <a:pt x="47625" y="361950"/>
                </a:lnTo>
                <a:lnTo>
                  <a:pt x="47625" y="371475"/>
                </a:lnTo>
                <a:lnTo>
                  <a:pt x="38100" y="371475"/>
                </a:lnTo>
                <a:close/>
                <a:moveTo>
                  <a:pt x="1524000" y="371475"/>
                </a:moveTo>
                <a:lnTo>
                  <a:pt x="1543050" y="371475"/>
                </a:lnTo>
                <a:lnTo>
                  <a:pt x="1543050" y="390525"/>
                </a:lnTo>
                <a:lnTo>
                  <a:pt x="1533525" y="390525"/>
                </a:lnTo>
                <a:lnTo>
                  <a:pt x="1533525" y="381000"/>
                </a:lnTo>
                <a:lnTo>
                  <a:pt x="1524000" y="381000"/>
                </a:lnTo>
                <a:close/>
                <a:moveTo>
                  <a:pt x="76200" y="381000"/>
                </a:moveTo>
                <a:lnTo>
                  <a:pt x="85725" y="381000"/>
                </a:lnTo>
                <a:lnTo>
                  <a:pt x="85725" y="400050"/>
                </a:lnTo>
                <a:lnTo>
                  <a:pt x="76200" y="400050"/>
                </a:lnTo>
                <a:close/>
                <a:moveTo>
                  <a:pt x="114300" y="381000"/>
                </a:moveTo>
                <a:lnTo>
                  <a:pt x="123825" y="381000"/>
                </a:lnTo>
                <a:lnTo>
                  <a:pt x="123825" y="390525"/>
                </a:lnTo>
                <a:lnTo>
                  <a:pt x="114300" y="390525"/>
                </a:lnTo>
                <a:close/>
                <a:moveTo>
                  <a:pt x="28575" y="390525"/>
                </a:moveTo>
                <a:lnTo>
                  <a:pt x="47625" y="390525"/>
                </a:lnTo>
                <a:lnTo>
                  <a:pt x="47625" y="409575"/>
                </a:lnTo>
                <a:lnTo>
                  <a:pt x="38100" y="409575"/>
                </a:lnTo>
                <a:lnTo>
                  <a:pt x="38100" y="400050"/>
                </a:lnTo>
                <a:lnTo>
                  <a:pt x="28575" y="400050"/>
                </a:lnTo>
                <a:close/>
                <a:moveTo>
                  <a:pt x="600075" y="390525"/>
                </a:moveTo>
                <a:lnTo>
                  <a:pt x="609600" y="390525"/>
                </a:lnTo>
                <a:lnTo>
                  <a:pt x="609600" y="400050"/>
                </a:lnTo>
                <a:lnTo>
                  <a:pt x="600075" y="400050"/>
                </a:lnTo>
                <a:close/>
                <a:moveTo>
                  <a:pt x="104775" y="400050"/>
                </a:moveTo>
                <a:lnTo>
                  <a:pt x="114300" y="400050"/>
                </a:lnTo>
                <a:lnTo>
                  <a:pt x="114300" y="409575"/>
                </a:lnTo>
                <a:lnTo>
                  <a:pt x="123825" y="409575"/>
                </a:lnTo>
                <a:lnTo>
                  <a:pt x="123825" y="438150"/>
                </a:lnTo>
                <a:lnTo>
                  <a:pt x="114300" y="438150"/>
                </a:lnTo>
                <a:lnTo>
                  <a:pt x="114300" y="419100"/>
                </a:lnTo>
                <a:lnTo>
                  <a:pt x="104775" y="419100"/>
                </a:lnTo>
                <a:close/>
                <a:moveTo>
                  <a:pt x="419100" y="409575"/>
                </a:moveTo>
                <a:lnTo>
                  <a:pt x="428625" y="409575"/>
                </a:lnTo>
                <a:lnTo>
                  <a:pt x="428625" y="419100"/>
                </a:lnTo>
                <a:lnTo>
                  <a:pt x="419100" y="419100"/>
                </a:lnTo>
                <a:close/>
                <a:moveTo>
                  <a:pt x="219075" y="428625"/>
                </a:moveTo>
                <a:lnTo>
                  <a:pt x="228600" y="428625"/>
                </a:lnTo>
                <a:lnTo>
                  <a:pt x="228600" y="466725"/>
                </a:lnTo>
                <a:lnTo>
                  <a:pt x="219075" y="466725"/>
                </a:lnTo>
                <a:lnTo>
                  <a:pt x="219075" y="457200"/>
                </a:lnTo>
                <a:lnTo>
                  <a:pt x="209550" y="457200"/>
                </a:lnTo>
                <a:lnTo>
                  <a:pt x="209550" y="447675"/>
                </a:lnTo>
                <a:lnTo>
                  <a:pt x="219075" y="447675"/>
                </a:lnTo>
                <a:close/>
                <a:moveTo>
                  <a:pt x="266700" y="447675"/>
                </a:moveTo>
                <a:lnTo>
                  <a:pt x="285750" y="447675"/>
                </a:lnTo>
                <a:lnTo>
                  <a:pt x="285750" y="428625"/>
                </a:lnTo>
                <a:lnTo>
                  <a:pt x="266700" y="428625"/>
                </a:lnTo>
                <a:close/>
                <a:moveTo>
                  <a:pt x="123825" y="476250"/>
                </a:moveTo>
                <a:lnTo>
                  <a:pt x="133350" y="476250"/>
                </a:lnTo>
                <a:lnTo>
                  <a:pt x="133350" y="495300"/>
                </a:lnTo>
                <a:lnTo>
                  <a:pt x="123825" y="495300"/>
                </a:lnTo>
                <a:close/>
                <a:moveTo>
                  <a:pt x="1362075" y="476250"/>
                </a:moveTo>
                <a:lnTo>
                  <a:pt x="1371600" y="476250"/>
                </a:lnTo>
                <a:lnTo>
                  <a:pt x="1371600" y="485775"/>
                </a:lnTo>
                <a:lnTo>
                  <a:pt x="1362075" y="485775"/>
                </a:lnTo>
                <a:close/>
                <a:moveTo>
                  <a:pt x="38100" y="485775"/>
                </a:moveTo>
                <a:lnTo>
                  <a:pt x="47625" y="485775"/>
                </a:lnTo>
                <a:lnTo>
                  <a:pt x="47625" y="495300"/>
                </a:lnTo>
                <a:lnTo>
                  <a:pt x="57150" y="495300"/>
                </a:lnTo>
                <a:lnTo>
                  <a:pt x="57150" y="533400"/>
                </a:lnTo>
                <a:lnTo>
                  <a:pt x="47625" y="533400"/>
                </a:lnTo>
                <a:lnTo>
                  <a:pt x="47625" y="523875"/>
                </a:lnTo>
                <a:lnTo>
                  <a:pt x="38100" y="523875"/>
                </a:lnTo>
                <a:close/>
                <a:moveTo>
                  <a:pt x="1352550" y="485775"/>
                </a:moveTo>
                <a:lnTo>
                  <a:pt x="1362075" y="485775"/>
                </a:lnTo>
                <a:lnTo>
                  <a:pt x="1362075" y="504825"/>
                </a:lnTo>
                <a:lnTo>
                  <a:pt x="1352550" y="504825"/>
                </a:lnTo>
                <a:close/>
                <a:moveTo>
                  <a:pt x="1343025" y="504825"/>
                </a:moveTo>
                <a:lnTo>
                  <a:pt x="1352550" y="504825"/>
                </a:lnTo>
                <a:lnTo>
                  <a:pt x="1352550" y="581025"/>
                </a:lnTo>
                <a:lnTo>
                  <a:pt x="1343025" y="581025"/>
                </a:lnTo>
                <a:lnTo>
                  <a:pt x="1343025" y="590550"/>
                </a:lnTo>
                <a:lnTo>
                  <a:pt x="1323975" y="590550"/>
                </a:lnTo>
                <a:lnTo>
                  <a:pt x="1323975" y="571500"/>
                </a:lnTo>
                <a:lnTo>
                  <a:pt x="1333500" y="571500"/>
                </a:lnTo>
                <a:lnTo>
                  <a:pt x="1333500" y="514350"/>
                </a:lnTo>
                <a:lnTo>
                  <a:pt x="1343025" y="514350"/>
                </a:lnTo>
                <a:close/>
                <a:moveTo>
                  <a:pt x="1485900" y="523875"/>
                </a:moveTo>
                <a:lnTo>
                  <a:pt x="1495425" y="523875"/>
                </a:lnTo>
                <a:lnTo>
                  <a:pt x="1495425" y="533400"/>
                </a:lnTo>
                <a:lnTo>
                  <a:pt x="1504950" y="533400"/>
                </a:lnTo>
                <a:lnTo>
                  <a:pt x="1504950" y="561975"/>
                </a:lnTo>
                <a:lnTo>
                  <a:pt x="1495425" y="561975"/>
                </a:lnTo>
                <a:lnTo>
                  <a:pt x="1495425" y="552450"/>
                </a:lnTo>
                <a:lnTo>
                  <a:pt x="1485900" y="552450"/>
                </a:lnTo>
                <a:close/>
                <a:moveTo>
                  <a:pt x="76200" y="542925"/>
                </a:moveTo>
                <a:lnTo>
                  <a:pt x="85725" y="542925"/>
                </a:lnTo>
                <a:lnTo>
                  <a:pt x="85725" y="552450"/>
                </a:lnTo>
                <a:lnTo>
                  <a:pt x="76200" y="552450"/>
                </a:lnTo>
                <a:close/>
                <a:moveTo>
                  <a:pt x="123825" y="552450"/>
                </a:moveTo>
                <a:lnTo>
                  <a:pt x="133350" y="552450"/>
                </a:lnTo>
                <a:lnTo>
                  <a:pt x="133350" y="571500"/>
                </a:lnTo>
                <a:lnTo>
                  <a:pt x="123825" y="571500"/>
                </a:lnTo>
                <a:close/>
                <a:moveTo>
                  <a:pt x="1295400" y="552450"/>
                </a:moveTo>
                <a:lnTo>
                  <a:pt x="1304925" y="552450"/>
                </a:lnTo>
                <a:lnTo>
                  <a:pt x="1304925" y="561975"/>
                </a:lnTo>
                <a:lnTo>
                  <a:pt x="1314450" y="561975"/>
                </a:lnTo>
                <a:lnTo>
                  <a:pt x="1314450" y="571500"/>
                </a:lnTo>
                <a:lnTo>
                  <a:pt x="1295400" y="571500"/>
                </a:lnTo>
                <a:close/>
                <a:moveTo>
                  <a:pt x="238125" y="561975"/>
                </a:moveTo>
                <a:lnTo>
                  <a:pt x="247650" y="561975"/>
                </a:lnTo>
                <a:lnTo>
                  <a:pt x="247650" y="571500"/>
                </a:lnTo>
                <a:lnTo>
                  <a:pt x="238125" y="571500"/>
                </a:lnTo>
                <a:close/>
                <a:moveTo>
                  <a:pt x="114300" y="590550"/>
                </a:moveTo>
                <a:lnTo>
                  <a:pt x="123825" y="590550"/>
                </a:lnTo>
                <a:lnTo>
                  <a:pt x="123825" y="609600"/>
                </a:lnTo>
                <a:lnTo>
                  <a:pt x="114300" y="609600"/>
                </a:lnTo>
                <a:close/>
                <a:moveTo>
                  <a:pt x="209550" y="590550"/>
                </a:moveTo>
                <a:lnTo>
                  <a:pt x="219075" y="590550"/>
                </a:lnTo>
                <a:lnTo>
                  <a:pt x="219075" y="619125"/>
                </a:lnTo>
                <a:lnTo>
                  <a:pt x="209550" y="619125"/>
                </a:lnTo>
                <a:close/>
                <a:moveTo>
                  <a:pt x="1343025" y="628650"/>
                </a:moveTo>
                <a:lnTo>
                  <a:pt x="1362075" y="628650"/>
                </a:lnTo>
                <a:lnTo>
                  <a:pt x="1362075" y="638175"/>
                </a:lnTo>
                <a:lnTo>
                  <a:pt x="1343025" y="638175"/>
                </a:lnTo>
                <a:close/>
                <a:moveTo>
                  <a:pt x="47625" y="638175"/>
                </a:moveTo>
                <a:lnTo>
                  <a:pt x="57150" y="638175"/>
                </a:lnTo>
                <a:lnTo>
                  <a:pt x="57150" y="647700"/>
                </a:lnTo>
                <a:lnTo>
                  <a:pt x="85725" y="647700"/>
                </a:lnTo>
                <a:lnTo>
                  <a:pt x="85725" y="657225"/>
                </a:lnTo>
                <a:lnTo>
                  <a:pt x="95250" y="657225"/>
                </a:lnTo>
                <a:lnTo>
                  <a:pt x="95250" y="666750"/>
                </a:lnTo>
                <a:lnTo>
                  <a:pt x="57150" y="666750"/>
                </a:lnTo>
                <a:lnTo>
                  <a:pt x="57150" y="676275"/>
                </a:lnTo>
                <a:lnTo>
                  <a:pt x="47625" y="676275"/>
                </a:lnTo>
                <a:lnTo>
                  <a:pt x="47625" y="666750"/>
                </a:lnTo>
                <a:lnTo>
                  <a:pt x="38100" y="666750"/>
                </a:lnTo>
                <a:lnTo>
                  <a:pt x="38100" y="647700"/>
                </a:lnTo>
                <a:lnTo>
                  <a:pt x="47625" y="647700"/>
                </a:lnTo>
                <a:close/>
                <a:moveTo>
                  <a:pt x="104775" y="666750"/>
                </a:moveTo>
                <a:lnTo>
                  <a:pt x="123825" y="666750"/>
                </a:lnTo>
                <a:lnTo>
                  <a:pt x="123825" y="723900"/>
                </a:lnTo>
                <a:lnTo>
                  <a:pt x="114300" y="723900"/>
                </a:lnTo>
                <a:lnTo>
                  <a:pt x="114300" y="685800"/>
                </a:lnTo>
                <a:lnTo>
                  <a:pt x="104775" y="685800"/>
                </a:lnTo>
                <a:close/>
                <a:moveTo>
                  <a:pt x="47625" y="685800"/>
                </a:moveTo>
                <a:lnTo>
                  <a:pt x="57150" y="685800"/>
                </a:lnTo>
                <a:lnTo>
                  <a:pt x="57150" y="695325"/>
                </a:lnTo>
                <a:lnTo>
                  <a:pt x="76200" y="695325"/>
                </a:lnTo>
                <a:lnTo>
                  <a:pt x="76200" y="714375"/>
                </a:lnTo>
                <a:lnTo>
                  <a:pt x="66675" y="714375"/>
                </a:lnTo>
                <a:lnTo>
                  <a:pt x="66675" y="723900"/>
                </a:lnTo>
                <a:lnTo>
                  <a:pt x="57150" y="723900"/>
                </a:lnTo>
                <a:lnTo>
                  <a:pt x="57150" y="714375"/>
                </a:lnTo>
                <a:lnTo>
                  <a:pt x="47625" y="714375"/>
                </a:lnTo>
                <a:lnTo>
                  <a:pt x="47625" y="723900"/>
                </a:lnTo>
                <a:lnTo>
                  <a:pt x="38100" y="723900"/>
                </a:lnTo>
                <a:lnTo>
                  <a:pt x="38100" y="695325"/>
                </a:lnTo>
                <a:lnTo>
                  <a:pt x="47625" y="695325"/>
                </a:lnTo>
                <a:close/>
                <a:moveTo>
                  <a:pt x="1533525" y="695325"/>
                </a:moveTo>
                <a:lnTo>
                  <a:pt x="1543050" y="695325"/>
                </a:lnTo>
                <a:lnTo>
                  <a:pt x="1543050" y="704850"/>
                </a:lnTo>
                <a:lnTo>
                  <a:pt x="1533525" y="704850"/>
                </a:lnTo>
                <a:close/>
                <a:moveTo>
                  <a:pt x="1543050" y="704850"/>
                </a:moveTo>
                <a:lnTo>
                  <a:pt x="1552575" y="704850"/>
                </a:lnTo>
                <a:lnTo>
                  <a:pt x="1552575" y="714375"/>
                </a:lnTo>
                <a:lnTo>
                  <a:pt x="1543050" y="714375"/>
                </a:lnTo>
                <a:close/>
                <a:moveTo>
                  <a:pt x="123825" y="723900"/>
                </a:moveTo>
                <a:lnTo>
                  <a:pt x="133350" y="723900"/>
                </a:lnTo>
                <a:lnTo>
                  <a:pt x="133350" y="733425"/>
                </a:lnTo>
                <a:lnTo>
                  <a:pt x="123825" y="733425"/>
                </a:lnTo>
                <a:close/>
                <a:moveTo>
                  <a:pt x="1543050" y="733425"/>
                </a:moveTo>
                <a:lnTo>
                  <a:pt x="1552575" y="733425"/>
                </a:lnTo>
                <a:lnTo>
                  <a:pt x="1552575" y="762000"/>
                </a:lnTo>
                <a:lnTo>
                  <a:pt x="1543050" y="762000"/>
                </a:lnTo>
                <a:close/>
                <a:moveTo>
                  <a:pt x="238125" y="762000"/>
                </a:moveTo>
                <a:lnTo>
                  <a:pt x="247650" y="762000"/>
                </a:lnTo>
                <a:lnTo>
                  <a:pt x="247650" y="771525"/>
                </a:lnTo>
                <a:lnTo>
                  <a:pt x="238125" y="771525"/>
                </a:lnTo>
                <a:close/>
                <a:moveTo>
                  <a:pt x="304800" y="762000"/>
                </a:moveTo>
                <a:lnTo>
                  <a:pt x="314325" y="762000"/>
                </a:lnTo>
                <a:lnTo>
                  <a:pt x="314325" y="771525"/>
                </a:lnTo>
                <a:lnTo>
                  <a:pt x="304800" y="771525"/>
                </a:lnTo>
                <a:close/>
                <a:moveTo>
                  <a:pt x="47625" y="771525"/>
                </a:moveTo>
                <a:lnTo>
                  <a:pt x="57150" y="771525"/>
                </a:lnTo>
                <a:lnTo>
                  <a:pt x="57150" y="790575"/>
                </a:lnTo>
                <a:lnTo>
                  <a:pt x="38100" y="790575"/>
                </a:lnTo>
                <a:lnTo>
                  <a:pt x="38100" y="781050"/>
                </a:lnTo>
                <a:lnTo>
                  <a:pt x="47625" y="781050"/>
                </a:lnTo>
                <a:close/>
                <a:moveTo>
                  <a:pt x="1266825" y="771525"/>
                </a:moveTo>
                <a:lnTo>
                  <a:pt x="1276350" y="771525"/>
                </a:lnTo>
                <a:lnTo>
                  <a:pt x="1276350" y="790575"/>
                </a:lnTo>
                <a:lnTo>
                  <a:pt x="1266825" y="790575"/>
                </a:lnTo>
                <a:close/>
                <a:moveTo>
                  <a:pt x="247650" y="781050"/>
                </a:moveTo>
                <a:lnTo>
                  <a:pt x="257175" y="781050"/>
                </a:lnTo>
                <a:lnTo>
                  <a:pt x="257175" y="790575"/>
                </a:lnTo>
                <a:lnTo>
                  <a:pt x="247650" y="790575"/>
                </a:lnTo>
                <a:close/>
                <a:moveTo>
                  <a:pt x="1543050" y="781050"/>
                </a:moveTo>
                <a:lnTo>
                  <a:pt x="1552575" y="781050"/>
                </a:lnTo>
                <a:lnTo>
                  <a:pt x="1552575" y="800100"/>
                </a:lnTo>
                <a:lnTo>
                  <a:pt x="1543050" y="800100"/>
                </a:lnTo>
                <a:close/>
                <a:moveTo>
                  <a:pt x="285750" y="790575"/>
                </a:moveTo>
                <a:lnTo>
                  <a:pt x="295275" y="790575"/>
                </a:lnTo>
                <a:lnTo>
                  <a:pt x="295275" y="800100"/>
                </a:lnTo>
                <a:lnTo>
                  <a:pt x="285750" y="800100"/>
                </a:lnTo>
                <a:close/>
                <a:moveTo>
                  <a:pt x="1314450" y="790575"/>
                </a:moveTo>
                <a:lnTo>
                  <a:pt x="1323975" y="790575"/>
                </a:lnTo>
                <a:lnTo>
                  <a:pt x="1323975" y="819150"/>
                </a:lnTo>
                <a:lnTo>
                  <a:pt x="1314450" y="819150"/>
                </a:lnTo>
                <a:lnTo>
                  <a:pt x="1314450" y="838200"/>
                </a:lnTo>
                <a:lnTo>
                  <a:pt x="1323975" y="838200"/>
                </a:lnTo>
                <a:lnTo>
                  <a:pt x="1323975" y="847725"/>
                </a:lnTo>
                <a:lnTo>
                  <a:pt x="1333500" y="847725"/>
                </a:lnTo>
                <a:lnTo>
                  <a:pt x="1333500" y="838200"/>
                </a:lnTo>
                <a:lnTo>
                  <a:pt x="1352550" y="838200"/>
                </a:lnTo>
                <a:lnTo>
                  <a:pt x="1352550" y="828675"/>
                </a:lnTo>
                <a:lnTo>
                  <a:pt x="1362075" y="828675"/>
                </a:lnTo>
                <a:lnTo>
                  <a:pt x="1362075" y="838200"/>
                </a:lnTo>
                <a:lnTo>
                  <a:pt x="1352550" y="838200"/>
                </a:lnTo>
                <a:lnTo>
                  <a:pt x="1352550" y="847725"/>
                </a:lnTo>
                <a:lnTo>
                  <a:pt x="1333500" y="847725"/>
                </a:lnTo>
                <a:lnTo>
                  <a:pt x="1333500" y="857250"/>
                </a:lnTo>
                <a:lnTo>
                  <a:pt x="1314450" y="857250"/>
                </a:lnTo>
                <a:lnTo>
                  <a:pt x="1314450" y="847725"/>
                </a:lnTo>
                <a:lnTo>
                  <a:pt x="1295400" y="847725"/>
                </a:lnTo>
                <a:lnTo>
                  <a:pt x="1295400" y="838200"/>
                </a:lnTo>
                <a:lnTo>
                  <a:pt x="1304925" y="838200"/>
                </a:lnTo>
                <a:lnTo>
                  <a:pt x="1304925" y="819150"/>
                </a:lnTo>
                <a:lnTo>
                  <a:pt x="1295400" y="819150"/>
                </a:lnTo>
                <a:lnTo>
                  <a:pt x="1295400" y="809625"/>
                </a:lnTo>
                <a:lnTo>
                  <a:pt x="1285875" y="809625"/>
                </a:lnTo>
                <a:lnTo>
                  <a:pt x="1285875" y="800100"/>
                </a:lnTo>
                <a:lnTo>
                  <a:pt x="1314450" y="800100"/>
                </a:lnTo>
                <a:close/>
                <a:moveTo>
                  <a:pt x="1352550" y="790575"/>
                </a:moveTo>
                <a:lnTo>
                  <a:pt x="1362075" y="790575"/>
                </a:lnTo>
                <a:lnTo>
                  <a:pt x="1362075" y="800100"/>
                </a:lnTo>
                <a:lnTo>
                  <a:pt x="1352550" y="800100"/>
                </a:lnTo>
                <a:close/>
                <a:moveTo>
                  <a:pt x="276225" y="800100"/>
                </a:moveTo>
                <a:lnTo>
                  <a:pt x="285750" y="800100"/>
                </a:lnTo>
                <a:lnTo>
                  <a:pt x="285750" y="809625"/>
                </a:lnTo>
                <a:lnTo>
                  <a:pt x="276225" y="809625"/>
                </a:lnTo>
                <a:close/>
                <a:moveTo>
                  <a:pt x="1343025" y="800100"/>
                </a:moveTo>
                <a:lnTo>
                  <a:pt x="1352550" y="800100"/>
                </a:lnTo>
                <a:lnTo>
                  <a:pt x="1352550" y="809625"/>
                </a:lnTo>
                <a:lnTo>
                  <a:pt x="1343025" y="809625"/>
                </a:lnTo>
                <a:close/>
                <a:moveTo>
                  <a:pt x="1447800" y="800100"/>
                </a:moveTo>
                <a:lnTo>
                  <a:pt x="1457325" y="800100"/>
                </a:lnTo>
                <a:lnTo>
                  <a:pt x="1457325" y="809625"/>
                </a:lnTo>
                <a:lnTo>
                  <a:pt x="1447800" y="809625"/>
                </a:lnTo>
                <a:close/>
                <a:moveTo>
                  <a:pt x="114300" y="819150"/>
                </a:moveTo>
                <a:lnTo>
                  <a:pt x="123825" y="819150"/>
                </a:lnTo>
                <a:lnTo>
                  <a:pt x="123825" y="838200"/>
                </a:lnTo>
                <a:lnTo>
                  <a:pt x="114300" y="838200"/>
                </a:lnTo>
                <a:close/>
                <a:moveTo>
                  <a:pt x="238125" y="828675"/>
                </a:moveTo>
                <a:lnTo>
                  <a:pt x="247650" y="828675"/>
                </a:lnTo>
                <a:lnTo>
                  <a:pt x="247650" y="838200"/>
                </a:lnTo>
                <a:lnTo>
                  <a:pt x="238125" y="838200"/>
                </a:lnTo>
                <a:close/>
                <a:moveTo>
                  <a:pt x="1457325" y="847725"/>
                </a:moveTo>
                <a:lnTo>
                  <a:pt x="1476375" y="847725"/>
                </a:lnTo>
                <a:lnTo>
                  <a:pt x="1476375" y="866775"/>
                </a:lnTo>
                <a:lnTo>
                  <a:pt x="1457325" y="866775"/>
                </a:lnTo>
                <a:close/>
                <a:moveTo>
                  <a:pt x="1533525" y="847725"/>
                </a:moveTo>
                <a:lnTo>
                  <a:pt x="1543050" y="847725"/>
                </a:lnTo>
                <a:lnTo>
                  <a:pt x="1543050" y="857250"/>
                </a:lnTo>
                <a:lnTo>
                  <a:pt x="1533525" y="857250"/>
                </a:lnTo>
                <a:close/>
                <a:moveTo>
                  <a:pt x="238125" y="857250"/>
                </a:moveTo>
                <a:lnTo>
                  <a:pt x="247650" y="857250"/>
                </a:lnTo>
                <a:lnTo>
                  <a:pt x="247650" y="876300"/>
                </a:lnTo>
                <a:lnTo>
                  <a:pt x="238125" y="876300"/>
                </a:lnTo>
                <a:close/>
                <a:moveTo>
                  <a:pt x="1295400" y="876300"/>
                </a:moveTo>
                <a:lnTo>
                  <a:pt x="1304925" y="876300"/>
                </a:lnTo>
                <a:lnTo>
                  <a:pt x="1304925" y="885825"/>
                </a:lnTo>
                <a:lnTo>
                  <a:pt x="1343025" y="885825"/>
                </a:lnTo>
                <a:lnTo>
                  <a:pt x="1343025" y="904875"/>
                </a:lnTo>
                <a:lnTo>
                  <a:pt x="1333500" y="904875"/>
                </a:lnTo>
                <a:lnTo>
                  <a:pt x="1333500" y="914400"/>
                </a:lnTo>
                <a:lnTo>
                  <a:pt x="1314450" y="914400"/>
                </a:lnTo>
                <a:lnTo>
                  <a:pt x="1314450" y="904875"/>
                </a:lnTo>
                <a:lnTo>
                  <a:pt x="1304925" y="904875"/>
                </a:lnTo>
                <a:lnTo>
                  <a:pt x="1304925" y="895350"/>
                </a:lnTo>
                <a:lnTo>
                  <a:pt x="1285875" y="895350"/>
                </a:lnTo>
                <a:lnTo>
                  <a:pt x="1285875" y="885825"/>
                </a:lnTo>
                <a:lnTo>
                  <a:pt x="1295400" y="885825"/>
                </a:lnTo>
                <a:close/>
                <a:moveTo>
                  <a:pt x="28575" y="895350"/>
                </a:moveTo>
                <a:lnTo>
                  <a:pt x="38100" y="895350"/>
                </a:lnTo>
                <a:lnTo>
                  <a:pt x="38100" y="904875"/>
                </a:lnTo>
                <a:lnTo>
                  <a:pt x="28575" y="904875"/>
                </a:lnTo>
                <a:close/>
                <a:moveTo>
                  <a:pt x="114300" y="895350"/>
                </a:moveTo>
                <a:lnTo>
                  <a:pt x="123825" y="895350"/>
                </a:lnTo>
                <a:lnTo>
                  <a:pt x="123825" y="914400"/>
                </a:lnTo>
                <a:lnTo>
                  <a:pt x="114300" y="914400"/>
                </a:lnTo>
                <a:lnTo>
                  <a:pt x="114300" y="942975"/>
                </a:lnTo>
                <a:lnTo>
                  <a:pt x="95250" y="942975"/>
                </a:lnTo>
                <a:lnTo>
                  <a:pt x="95250" y="904875"/>
                </a:lnTo>
                <a:lnTo>
                  <a:pt x="114300" y="904875"/>
                </a:lnTo>
                <a:close/>
                <a:moveTo>
                  <a:pt x="276225" y="895350"/>
                </a:moveTo>
                <a:lnTo>
                  <a:pt x="295275" y="895350"/>
                </a:lnTo>
                <a:lnTo>
                  <a:pt x="295275" y="904875"/>
                </a:lnTo>
                <a:lnTo>
                  <a:pt x="276225" y="904875"/>
                </a:lnTo>
                <a:close/>
                <a:moveTo>
                  <a:pt x="266700" y="904875"/>
                </a:moveTo>
                <a:lnTo>
                  <a:pt x="276225" y="904875"/>
                </a:lnTo>
                <a:lnTo>
                  <a:pt x="276225" y="914400"/>
                </a:lnTo>
                <a:lnTo>
                  <a:pt x="266700" y="914400"/>
                </a:lnTo>
                <a:close/>
                <a:moveTo>
                  <a:pt x="295275" y="904875"/>
                </a:moveTo>
                <a:lnTo>
                  <a:pt x="304800" y="904875"/>
                </a:lnTo>
                <a:lnTo>
                  <a:pt x="304800" y="914400"/>
                </a:lnTo>
                <a:lnTo>
                  <a:pt x="295275" y="914400"/>
                </a:lnTo>
                <a:close/>
                <a:moveTo>
                  <a:pt x="1276350" y="904875"/>
                </a:moveTo>
                <a:lnTo>
                  <a:pt x="1285875" y="904875"/>
                </a:lnTo>
                <a:lnTo>
                  <a:pt x="1285875" y="914400"/>
                </a:lnTo>
                <a:lnTo>
                  <a:pt x="1276350" y="914400"/>
                </a:lnTo>
                <a:close/>
                <a:moveTo>
                  <a:pt x="285750" y="914400"/>
                </a:moveTo>
                <a:lnTo>
                  <a:pt x="295275" y="914400"/>
                </a:lnTo>
                <a:lnTo>
                  <a:pt x="295275" y="923925"/>
                </a:lnTo>
                <a:lnTo>
                  <a:pt x="285750" y="923925"/>
                </a:lnTo>
                <a:close/>
                <a:moveTo>
                  <a:pt x="1323975" y="933450"/>
                </a:moveTo>
                <a:lnTo>
                  <a:pt x="1333500" y="933450"/>
                </a:lnTo>
                <a:lnTo>
                  <a:pt x="1333500" y="952500"/>
                </a:lnTo>
                <a:lnTo>
                  <a:pt x="1314450" y="952500"/>
                </a:lnTo>
                <a:lnTo>
                  <a:pt x="1314450" y="942975"/>
                </a:lnTo>
                <a:lnTo>
                  <a:pt x="1323975" y="942975"/>
                </a:lnTo>
                <a:close/>
                <a:moveTo>
                  <a:pt x="114300" y="942975"/>
                </a:moveTo>
                <a:lnTo>
                  <a:pt x="123825" y="942975"/>
                </a:lnTo>
                <a:lnTo>
                  <a:pt x="123825" y="952500"/>
                </a:lnTo>
                <a:lnTo>
                  <a:pt x="114300" y="952500"/>
                </a:lnTo>
                <a:close/>
                <a:moveTo>
                  <a:pt x="1266825" y="942975"/>
                </a:moveTo>
                <a:lnTo>
                  <a:pt x="1276350" y="942975"/>
                </a:lnTo>
                <a:lnTo>
                  <a:pt x="1276350" y="962025"/>
                </a:lnTo>
                <a:lnTo>
                  <a:pt x="1266825" y="962025"/>
                </a:lnTo>
                <a:close/>
                <a:moveTo>
                  <a:pt x="1276350" y="971550"/>
                </a:moveTo>
                <a:lnTo>
                  <a:pt x="1285875" y="971550"/>
                </a:lnTo>
                <a:lnTo>
                  <a:pt x="1285875" y="981075"/>
                </a:lnTo>
                <a:lnTo>
                  <a:pt x="1276350" y="981075"/>
                </a:lnTo>
                <a:close/>
                <a:moveTo>
                  <a:pt x="1323975" y="971550"/>
                </a:moveTo>
                <a:lnTo>
                  <a:pt x="1333500" y="971550"/>
                </a:lnTo>
                <a:lnTo>
                  <a:pt x="1333500" y="990600"/>
                </a:lnTo>
                <a:lnTo>
                  <a:pt x="1323975" y="990600"/>
                </a:lnTo>
                <a:close/>
                <a:moveTo>
                  <a:pt x="47625" y="981075"/>
                </a:moveTo>
                <a:lnTo>
                  <a:pt x="57150" y="981075"/>
                </a:lnTo>
                <a:lnTo>
                  <a:pt x="57150" y="990600"/>
                </a:lnTo>
                <a:lnTo>
                  <a:pt x="47625" y="990600"/>
                </a:lnTo>
                <a:close/>
                <a:moveTo>
                  <a:pt x="123825" y="990600"/>
                </a:moveTo>
                <a:lnTo>
                  <a:pt x="133350" y="990600"/>
                </a:lnTo>
                <a:lnTo>
                  <a:pt x="133350" y="1019175"/>
                </a:lnTo>
                <a:lnTo>
                  <a:pt x="123825" y="1019175"/>
                </a:lnTo>
                <a:close/>
                <a:moveTo>
                  <a:pt x="1295400" y="990600"/>
                </a:moveTo>
                <a:lnTo>
                  <a:pt x="1304925" y="990600"/>
                </a:lnTo>
                <a:lnTo>
                  <a:pt x="1304925" y="1000125"/>
                </a:lnTo>
                <a:lnTo>
                  <a:pt x="1295400" y="1000125"/>
                </a:lnTo>
                <a:close/>
                <a:moveTo>
                  <a:pt x="1314450" y="990600"/>
                </a:moveTo>
                <a:lnTo>
                  <a:pt x="1323975" y="990600"/>
                </a:lnTo>
                <a:lnTo>
                  <a:pt x="1323975" y="1000125"/>
                </a:lnTo>
                <a:lnTo>
                  <a:pt x="1314450" y="1000125"/>
                </a:lnTo>
                <a:close/>
                <a:moveTo>
                  <a:pt x="1514475" y="990600"/>
                </a:moveTo>
                <a:lnTo>
                  <a:pt x="1524000" y="990600"/>
                </a:lnTo>
                <a:lnTo>
                  <a:pt x="1524000" y="1000125"/>
                </a:lnTo>
                <a:lnTo>
                  <a:pt x="1514475" y="1000125"/>
                </a:lnTo>
                <a:close/>
                <a:moveTo>
                  <a:pt x="38100" y="1009650"/>
                </a:moveTo>
                <a:lnTo>
                  <a:pt x="66675" y="1009650"/>
                </a:lnTo>
                <a:lnTo>
                  <a:pt x="66675" y="1019175"/>
                </a:lnTo>
                <a:lnTo>
                  <a:pt x="85725" y="1019175"/>
                </a:lnTo>
                <a:lnTo>
                  <a:pt x="85725" y="1028700"/>
                </a:lnTo>
                <a:lnTo>
                  <a:pt x="76200" y="1028700"/>
                </a:lnTo>
                <a:lnTo>
                  <a:pt x="76200" y="1038225"/>
                </a:lnTo>
                <a:lnTo>
                  <a:pt x="66675" y="1038225"/>
                </a:lnTo>
                <a:lnTo>
                  <a:pt x="66675" y="1057275"/>
                </a:lnTo>
                <a:lnTo>
                  <a:pt x="76200" y="1057275"/>
                </a:lnTo>
                <a:lnTo>
                  <a:pt x="76200" y="1066800"/>
                </a:lnTo>
                <a:lnTo>
                  <a:pt x="85725" y="1066800"/>
                </a:lnTo>
                <a:lnTo>
                  <a:pt x="85725" y="1076325"/>
                </a:lnTo>
                <a:lnTo>
                  <a:pt x="95250" y="1076325"/>
                </a:lnTo>
                <a:lnTo>
                  <a:pt x="95250" y="1095375"/>
                </a:lnTo>
                <a:lnTo>
                  <a:pt x="104775" y="1095375"/>
                </a:lnTo>
                <a:lnTo>
                  <a:pt x="104775" y="1114425"/>
                </a:lnTo>
                <a:lnTo>
                  <a:pt x="114300" y="1114425"/>
                </a:lnTo>
                <a:lnTo>
                  <a:pt x="114300" y="1143000"/>
                </a:lnTo>
                <a:lnTo>
                  <a:pt x="85725" y="1143000"/>
                </a:lnTo>
                <a:lnTo>
                  <a:pt x="85725" y="1133475"/>
                </a:lnTo>
                <a:lnTo>
                  <a:pt x="76200" y="1133475"/>
                </a:lnTo>
                <a:lnTo>
                  <a:pt x="76200" y="1123950"/>
                </a:lnTo>
                <a:lnTo>
                  <a:pt x="66675" y="1123950"/>
                </a:lnTo>
                <a:lnTo>
                  <a:pt x="66675" y="1104900"/>
                </a:lnTo>
                <a:lnTo>
                  <a:pt x="57150" y="1104900"/>
                </a:lnTo>
                <a:lnTo>
                  <a:pt x="57150" y="1143000"/>
                </a:lnTo>
                <a:lnTo>
                  <a:pt x="47625" y="1143000"/>
                </a:lnTo>
                <a:lnTo>
                  <a:pt x="47625" y="1133475"/>
                </a:lnTo>
                <a:lnTo>
                  <a:pt x="38100" y="1133475"/>
                </a:lnTo>
                <a:lnTo>
                  <a:pt x="38100" y="1114425"/>
                </a:lnTo>
                <a:lnTo>
                  <a:pt x="47625" y="1114425"/>
                </a:lnTo>
                <a:lnTo>
                  <a:pt x="47625" y="1095375"/>
                </a:lnTo>
                <a:lnTo>
                  <a:pt x="38100" y="1095375"/>
                </a:lnTo>
                <a:lnTo>
                  <a:pt x="38100" y="1085850"/>
                </a:lnTo>
                <a:lnTo>
                  <a:pt x="57150" y="1085850"/>
                </a:lnTo>
                <a:lnTo>
                  <a:pt x="57150" y="1076325"/>
                </a:lnTo>
                <a:lnTo>
                  <a:pt x="47625" y="1076325"/>
                </a:lnTo>
                <a:lnTo>
                  <a:pt x="47625" y="1066800"/>
                </a:lnTo>
                <a:lnTo>
                  <a:pt x="38100" y="1066800"/>
                </a:lnTo>
                <a:lnTo>
                  <a:pt x="38100" y="1047750"/>
                </a:lnTo>
                <a:lnTo>
                  <a:pt x="47625" y="1047750"/>
                </a:lnTo>
                <a:lnTo>
                  <a:pt x="47625" y="1028700"/>
                </a:lnTo>
                <a:lnTo>
                  <a:pt x="38100" y="1028700"/>
                </a:lnTo>
                <a:close/>
                <a:moveTo>
                  <a:pt x="1447800" y="1028700"/>
                </a:moveTo>
                <a:lnTo>
                  <a:pt x="1457325" y="1028700"/>
                </a:lnTo>
                <a:lnTo>
                  <a:pt x="1457325" y="1047750"/>
                </a:lnTo>
                <a:lnTo>
                  <a:pt x="1447800" y="1047750"/>
                </a:lnTo>
                <a:close/>
                <a:moveTo>
                  <a:pt x="114300" y="1047750"/>
                </a:moveTo>
                <a:lnTo>
                  <a:pt x="123825" y="1047750"/>
                </a:lnTo>
                <a:lnTo>
                  <a:pt x="123825" y="1057275"/>
                </a:lnTo>
                <a:lnTo>
                  <a:pt x="114300" y="1057275"/>
                </a:lnTo>
                <a:close/>
                <a:moveTo>
                  <a:pt x="1352550" y="1047750"/>
                </a:moveTo>
                <a:lnTo>
                  <a:pt x="1362075" y="1047750"/>
                </a:lnTo>
                <a:lnTo>
                  <a:pt x="1362075" y="1057275"/>
                </a:lnTo>
                <a:lnTo>
                  <a:pt x="1371600" y="1057275"/>
                </a:lnTo>
                <a:lnTo>
                  <a:pt x="1371600" y="1066800"/>
                </a:lnTo>
                <a:lnTo>
                  <a:pt x="1343025" y="1066800"/>
                </a:lnTo>
                <a:lnTo>
                  <a:pt x="1343025" y="1057275"/>
                </a:lnTo>
                <a:lnTo>
                  <a:pt x="1352550" y="1057275"/>
                </a:lnTo>
                <a:close/>
                <a:moveTo>
                  <a:pt x="1371600" y="1104900"/>
                </a:moveTo>
                <a:lnTo>
                  <a:pt x="1381125" y="1104900"/>
                </a:lnTo>
                <a:lnTo>
                  <a:pt x="1381125" y="1114425"/>
                </a:lnTo>
                <a:lnTo>
                  <a:pt x="1371600" y="1114425"/>
                </a:lnTo>
                <a:close/>
                <a:moveTo>
                  <a:pt x="1485900" y="1123950"/>
                </a:moveTo>
                <a:lnTo>
                  <a:pt x="1495425" y="1123950"/>
                </a:lnTo>
                <a:lnTo>
                  <a:pt x="1495425" y="1133475"/>
                </a:lnTo>
                <a:lnTo>
                  <a:pt x="1485900" y="1133475"/>
                </a:lnTo>
                <a:close/>
                <a:moveTo>
                  <a:pt x="1428750" y="1152525"/>
                </a:moveTo>
                <a:lnTo>
                  <a:pt x="1438275" y="1152525"/>
                </a:lnTo>
                <a:lnTo>
                  <a:pt x="1438275" y="1162050"/>
                </a:lnTo>
                <a:lnTo>
                  <a:pt x="1428750" y="1162050"/>
                </a:lnTo>
                <a:close/>
                <a:moveTo>
                  <a:pt x="85725" y="1162050"/>
                </a:moveTo>
                <a:lnTo>
                  <a:pt x="95250" y="1162050"/>
                </a:lnTo>
                <a:lnTo>
                  <a:pt x="95250" y="1171575"/>
                </a:lnTo>
                <a:lnTo>
                  <a:pt x="85725" y="1171575"/>
                </a:lnTo>
                <a:close/>
                <a:moveTo>
                  <a:pt x="47625" y="1171575"/>
                </a:moveTo>
                <a:lnTo>
                  <a:pt x="57150" y="1171575"/>
                </a:lnTo>
                <a:lnTo>
                  <a:pt x="57150" y="1181100"/>
                </a:lnTo>
                <a:lnTo>
                  <a:pt x="47625" y="1181100"/>
                </a:lnTo>
                <a:close/>
                <a:moveTo>
                  <a:pt x="76200" y="1171575"/>
                </a:moveTo>
                <a:lnTo>
                  <a:pt x="85725" y="1171575"/>
                </a:lnTo>
                <a:lnTo>
                  <a:pt x="85725" y="1181100"/>
                </a:lnTo>
                <a:lnTo>
                  <a:pt x="76200" y="1181100"/>
                </a:lnTo>
                <a:close/>
                <a:moveTo>
                  <a:pt x="38100" y="1190625"/>
                </a:moveTo>
                <a:lnTo>
                  <a:pt x="57150" y="1190625"/>
                </a:lnTo>
                <a:lnTo>
                  <a:pt x="57150" y="1200150"/>
                </a:lnTo>
                <a:lnTo>
                  <a:pt x="66675" y="1200150"/>
                </a:lnTo>
                <a:lnTo>
                  <a:pt x="66675" y="1219200"/>
                </a:lnTo>
                <a:lnTo>
                  <a:pt x="47625" y="1219200"/>
                </a:lnTo>
                <a:lnTo>
                  <a:pt x="47625" y="1200150"/>
                </a:lnTo>
                <a:lnTo>
                  <a:pt x="38100" y="1200150"/>
                </a:lnTo>
                <a:close/>
                <a:moveTo>
                  <a:pt x="1409700" y="1190625"/>
                </a:moveTo>
                <a:lnTo>
                  <a:pt x="1419225" y="1190625"/>
                </a:lnTo>
                <a:lnTo>
                  <a:pt x="1419225" y="1200150"/>
                </a:lnTo>
                <a:lnTo>
                  <a:pt x="1409700" y="1200150"/>
                </a:lnTo>
                <a:close/>
                <a:moveTo>
                  <a:pt x="1409700" y="1209675"/>
                </a:moveTo>
                <a:lnTo>
                  <a:pt x="1419225" y="1209675"/>
                </a:lnTo>
                <a:lnTo>
                  <a:pt x="1419225" y="1228725"/>
                </a:lnTo>
                <a:lnTo>
                  <a:pt x="1428750" y="1228725"/>
                </a:lnTo>
                <a:lnTo>
                  <a:pt x="1428750" y="1238250"/>
                </a:lnTo>
                <a:lnTo>
                  <a:pt x="1466850" y="1238250"/>
                </a:lnTo>
                <a:lnTo>
                  <a:pt x="1466850" y="1247775"/>
                </a:lnTo>
                <a:lnTo>
                  <a:pt x="1419225" y="1247775"/>
                </a:lnTo>
                <a:lnTo>
                  <a:pt x="1419225" y="1238250"/>
                </a:lnTo>
                <a:lnTo>
                  <a:pt x="1400175" y="1238250"/>
                </a:lnTo>
                <a:lnTo>
                  <a:pt x="1400175" y="1219200"/>
                </a:lnTo>
                <a:lnTo>
                  <a:pt x="1409700" y="1219200"/>
                </a:lnTo>
                <a:close/>
                <a:moveTo>
                  <a:pt x="180975" y="1228725"/>
                </a:moveTo>
                <a:lnTo>
                  <a:pt x="190500" y="1228725"/>
                </a:lnTo>
                <a:lnTo>
                  <a:pt x="190500" y="1238250"/>
                </a:lnTo>
                <a:lnTo>
                  <a:pt x="180975" y="1238250"/>
                </a:lnTo>
                <a:close/>
                <a:moveTo>
                  <a:pt x="190500" y="1238250"/>
                </a:moveTo>
                <a:lnTo>
                  <a:pt x="200025" y="1238250"/>
                </a:lnTo>
                <a:lnTo>
                  <a:pt x="200025" y="1257300"/>
                </a:lnTo>
                <a:lnTo>
                  <a:pt x="209550" y="1257300"/>
                </a:lnTo>
                <a:lnTo>
                  <a:pt x="209550" y="1266825"/>
                </a:lnTo>
                <a:lnTo>
                  <a:pt x="228600" y="1266825"/>
                </a:lnTo>
                <a:lnTo>
                  <a:pt x="228600" y="1285875"/>
                </a:lnTo>
                <a:lnTo>
                  <a:pt x="247650" y="1285875"/>
                </a:lnTo>
                <a:lnTo>
                  <a:pt x="247650" y="1295400"/>
                </a:lnTo>
                <a:lnTo>
                  <a:pt x="266700" y="1295400"/>
                </a:lnTo>
                <a:lnTo>
                  <a:pt x="266700" y="1304925"/>
                </a:lnTo>
                <a:lnTo>
                  <a:pt x="276225" y="1304925"/>
                </a:lnTo>
                <a:lnTo>
                  <a:pt x="276225" y="1323975"/>
                </a:lnTo>
                <a:lnTo>
                  <a:pt x="285750" y="1323975"/>
                </a:lnTo>
                <a:lnTo>
                  <a:pt x="285750" y="1333500"/>
                </a:lnTo>
                <a:lnTo>
                  <a:pt x="276225" y="1333500"/>
                </a:lnTo>
                <a:lnTo>
                  <a:pt x="276225" y="1352550"/>
                </a:lnTo>
                <a:lnTo>
                  <a:pt x="247650" y="1352550"/>
                </a:lnTo>
                <a:lnTo>
                  <a:pt x="247650" y="1362075"/>
                </a:lnTo>
                <a:lnTo>
                  <a:pt x="257175" y="1362075"/>
                </a:lnTo>
                <a:lnTo>
                  <a:pt x="257175" y="1371600"/>
                </a:lnTo>
                <a:lnTo>
                  <a:pt x="219075" y="1371600"/>
                </a:lnTo>
                <a:lnTo>
                  <a:pt x="219075" y="1381125"/>
                </a:lnTo>
                <a:lnTo>
                  <a:pt x="209550" y="1381125"/>
                </a:lnTo>
                <a:lnTo>
                  <a:pt x="209550" y="1371600"/>
                </a:lnTo>
                <a:lnTo>
                  <a:pt x="200025" y="1371600"/>
                </a:lnTo>
                <a:lnTo>
                  <a:pt x="200025" y="1381125"/>
                </a:lnTo>
                <a:lnTo>
                  <a:pt x="190500" y="1381125"/>
                </a:lnTo>
                <a:lnTo>
                  <a:pt x="190500" y="1400175"/>
                </a:lnTo>
                <a:lnTo>
                  <a:pt x="180975" y="1400175"/>
                </a:lnTo>
                <a:lnTo>
                  <a:pt x="180975" y="1390650"/>
                </a:lnTo>
                <a:lnTo>
                  <a:pt x="161925" y="1390650"/>
                </a:lnTo>
                <a:lnTo>
                  <a:pt x="161925" y="1381125"/>
                </a:lnTo>
                <a:lnTo>
                  <a:pt x="142875" y="1381125"/>
                </a:lnTo>
                <a:lnTo>
                  <a:pt x="142875" y="1371600"/>
                </a:lnTo>
                <a:lnTo>
                  <a:pt x="161925" y="1371600"/>
                </a:lnTo>
                <a:lnTo>
                  <a:pt x="161925" y="1343025"/>
                </a:lnTo>
                <a:lnTo>
                  <a:pt x="171450" y="1343025"/>
                </a:lnTo>
                <a:lnTo>
                  <a:pt x="171450" y="1333500"/>
                </a:lnTo>
                <a:lnTo>
                  <a:pt x="161925" y="1333500"/>
                </a:lnTo>
                <a:lnTo>
                  <a:pt x="161925" y="1323975"/>
                </a:lnTo>
                <a:lnTo>
                  <a:pt x="152400" y="1323975"/>
                </a:lnTo>
                <a:lnTo>
                  <a:pt x="152400" y="1333500"/>
                </a:lnTo>
                <a:lnTo>
                  <a:pt x="142875" y="1333500"/>
                </a:lnTo>
                <a:lnTo>
                  <a:pt x="142875" y="1343025"/>
                </a:lnTo>
                <a:lnTo>
                  <a:pt x="133350" y="1343025"/>
                </a:lnTo>
                <a:lnTo>
                  <a:pt x="133350" y="1333500"/>
                </a:lnTo>
                <a:lnTo>
                  <a:pt x="114300" y="1333500"/>
                </a:lnTo>
                <a:lnTo>
                  <a:pt x="114300" y="1343025"/>
                </a:lnTo>
                <a:lnTo>
                  <a:pt x="104775" y="1343025"/>
                </a:lnTo>
                <a:lnTo>
                  <a:pt x="104775" y="1323975"/>
                </a:lnTo>
                <a:lnTo>
                  <a:pt x="95250" y="1323975"/>
                </a:lnTo>
                <a:lnTo>
                  <a:pt x="95250" y="1314450"/>
                </a:lnTo>
                <a:lnTo>
                  <a:pt x="85725" y="1314450"/>
                </a:lnTo>
                <a:lnTo>
                  <a:pt x="85725" y="1266825"/>
                </a:lnTo>
                <a:lnTo>
                  <a:pt x="95250" y="1266825"/>
                </a:lnTo>
                <a:lnTo>
                  <a:pt x="95250" y="1285875"/>
                </a:lnTo>
                <a:lnTo>
                  <a:pt x="123825" y="1285875"/>
                </a:lnTo>
                <a:lnTo>
                  <a:pt x="123825" y="1276350"/>
                </a:lnTo>
                <a:lnTo>
                  <a:pt x="133350" y="1276350"/>
                </a:lnTo>
                <a:lnTo>
                  <a:pt x="133350" y="1295400"/>
                </a:lnTo>
                <a:lnTo>
                  <a:pt x="142875" y="1295400"/>
                </a:lnTo>
                <a:lnTo>
                  <a:pt x="142875" y="1285875"/>
                </a:lnTo>
                <a:lnTo>
                  <a:pt x="152400" y="1285875"/>
                </a:lnTo>
                <a:lnTo>
                  <a:pt x="152400" y="1276350"/>
                </a:lnTo>
                <a:lnTo>
                  <a:pt x="180975" y="1276350"/>
                </a:lnTo>
                <a:lnTo>
                  <a:pt x="180975" y="1266825"/>
                </a:lnTo>
                <a:lnTo>
                  <a:pt x="190500" y="1266825"/>
                </a:lnTo>
                <a:close/>
                <a:moveTo>
                  <a:pt x="1466850" y="1247775"/>
                </a:moveTo>
                <a:lnTo>
                  <a:pt x="1485900" y="1247775"/>
                </a:lnTo>
                <a:lnTo>
                  <a:pt x="1485900" y="1257300"/>
                </a:lnTo>
                <a:lnTo>
                  <a:pt x="1476375" y="1257300"/>
                </a:lnTo>
                <a:lnTo>
                  <a:pt x="1476375" y="1266825"/>
                </a:lnTo>
                <a:lnTo>
                  <a:pt x="1466850" y="1266825"/>
                </a:lnTo>
                <a:close/>
                <a:moveTo>
                  <a:pt x="238125" y="1314450"/>
                </a:moveTo>
                <a:lnTo>
                  <a:pt x="247650" y="1314450"/>
                </a:lnTo>
                <a:lnTo>
                  <a:pt x="247650" y="1304925"/>
                </a:lnTo>
                <a:lnTo>
                  <a:pt x="238125" y="1304925"/>
                </a:lnTo>
                <a:lnTo>
                  <a:pt x="238125" y="1295400"/>
                </a:lnTo>
                <a:lnTo>
                  <a:pt x="228600" y="1295400"/>
                </a:lnTo>
                <a:lnTo>
                  <a:pt x="228600" y="1304925"/>
                </a:lnTo>
                <a:lnTo>
                  <a:pt x="219075" y="1304925"/>
                </a:lnTo>
                <a:lnTo>
                  <a:pt x="219075" y="1314450"/>
                </a:lnTo>
                <a:lnTo>
                  <a:pt x="209550" y="1314450"/>
                </a:lnTo>
                <a:lnTo>
                  <a:pt x="209550" y="1333500"/>
                </a:lnTo>
                <a:lnTo>
                  <a:pt x="228600" y="1333500"/>
                </a:lnTo>
                <a:lnTo>
                  <a:pt x="228600" y="1323975"/>
                </a:lnTo>
                <a:lnTo>
                  <a:pt x="238125" y="1323975"/>
                </a:lnTo>
                <a:close/>
                <a:moveTo>
                  <a:pt x="1304925" y="1323975"/>
                </a:moveTo>
                <a:lnTo>
                  <a:pt x="1323975" y="1323975"/>
                </a:lnTo>
                <a:lnTo>
                  <a:pt x="1323975" y="1333500"/>
                </a:lnTo>
                <a:lnTo>
                  <a:pt x="1371600" y="1333500"/>
                </a:lnTo>
                <a:lnTo>
                  <a:pt x="1371600" y="1343025"/>
                </a:lnTo>
                <a:lnTo>
                  <a:pt x="1333500" y="1343025"/>
                </a:lnTo>
                <a:lnTo>
                  <a:pt x="1333500" y="1352550"/>
                </a:lnTo>
                <a:lnTo>
                  <a:pt x="1323975" y="1352550"/>
                </a:lnTo>
                <a:lnTo>
                  <a:pt x="1323975" y="1343025"/>
                </a:lnTo>
                <a:lnTo>
                  <a:pt x="1304925" y="1343025"/>
                </a:lnTo>
                <a:close/>
                <a:moveTo>
                  <a:pt x="314325" y="1333500"/>
                </a:moveTo>
                <a:lnTo>
                  <a:pt x="323850" y="1333500"/>
                </a:lnTo>
                <a:lnTo>
                  <a:pt x="323850" y="1343025"/>
                </a:lnTo>
                <a:lnTo>
                  <a:pt x="314325" y="1343025"/>
                </a:lnTo>
                <a:close/>
                <a:moveTo>
                  <a:pt x="1247775" y="1333500"/>
                </a:moveTo>
                <a:lnTo>
                  <a:pt x="1257300" y="1333500"/>
                </a:lnTo>
                <a:lnTo>
                  <a:pt x="1257300" y="1343025"/>
                </a:lnTo>
                <a:lnTo>
                  <a:pt x="1247775" y="1343025"/>
                </a:lnTo>
                <a:close/>
                <a:moveTo>
                  <a:pt x="1190625" y="1343025"/>
                </a:moveTo>
                <a:lnTo>
                  <a:pt x="1200150" y="1343025"/>
                </a:lnTo>
                <a:lnTo>
                  <a:pt x="1200150" y="1352550"/>
                </a:lnTo>
                <a:lnTo>
                  <a:pt x="1190625" y="1352550"/>
                </a:lnTo>
                <a:close/>
                <a:moveTo>
                  <a:pt x="1371600" y="1343025"/>
                </a:moveTo>
                <a:lnTo>
                  <a:pt x="1390650" y="1343025"/>
                </a:lnTo>
                <a:lnTo>
                  <a:pt x="1390650" y="1352550"/>
                </a:lnTo>
                <a:lnTo>
                  <a:pt x="1400175" y="1352550"/>
                </a:lnTo>
                <a:lnTo>
                  <a:pt x="1400175" y="1343025"/>
                </a:lnTo>
                <a:lnTo>
                  <a:pt x="1419225" y="1343025"/>
                </a:lnTo>
                <a:lnTo>
                  <a:pt x="1419225" y="1352550"/>
                </a:lnTo>
                <a:lnTo>
                  <a:pt x="1409700" y="1352550"/>
                </a:lnTo>
                <a:lnTo>
                  <a:pt x="1409700" y="1362075"/>
                </a:lnTo>
                <a:lnTo>
                  <a:pt x="1381125" y="1362075"/>
                </a:lnTo>
                <a:lnTo>
                  <a:pt x="1381125" y="1352550"/>
                </a:lnTo>
                <a:lnTo>
                  <a:pt x="1371600" y="1352550"/>
                </a:lnTo>
                <a:close/>
                <a:moveTo>
                  <a:pt x="323850" y="1352550"/>
                </a:moveTo>
                <a:lnTo>
                  <a:pt x="333375" y="1352550"/>
                </a:lnTo>
                <a:lnTo>
                  <a:pt x="333375" y="1362075"/>
                </a:lnTo>
                <a:lnTo>
                  <a:pt x="323850" y="1362075"/>
                </a:lnTo>
                <a:close/>
                <a:moveTo>
                  <a:pt x="485775" y="1352550"/>
                </a:moveTo>
                <a:lnTo>
                  <a:pt x="504825" y="1352550"/>
                </a:lnTo>
                <a:lnTo>
                  <a:pt x="504825" y="1362075"/>
                </a:lnTo>
                <a:lnTo>
                  <a:pt x="495300" y="1362075"/>
                </a:lnTo>
                <a:lnTo>
                  <a:pt x="495300" y="1371600"/>
                </a:lnTo>
                <a:lnTo>
                  <a:pt x="485775" y="1371600"/>
                </a:lnTo>
                <a:close/>
                <a:moveTo>
                  <a:pt x="1104900" y="1352550"/>
                </a:moveTo>
                <a:lnTo>
                  <a:pt x="1133475" y="1352550"/>
                </a:lnTo>
                <a:lnTo>
                  <a:pt x="1133475" y="1362075"/>
                </a:lnTo>
                <a:lnTo>
                  <a:pt x="1104900" y="1362075"/>
                </a:lnTo>
                <a:close/>
                <a:moveTo>
                  <a:pt x="1162050" y="1352550"/>
                </a:moveTo>
                <a:lnTo>
                  <a:pt x="1190625" y="1352550"/>
                </a:lnTo>
                <a:lnTo>
                  <a:pt x="1190625" y="1362075"/>
                </a:lnTo>
                <a:lnTo>
                  <a:pt x="1162050" y="1362075"/>
                </a:lnTo>
                <a:close/>
                <a:moveTo>
                  <a:pt x="400050" y="1362075"/>
                </a:moveTo>
                <a:lnTo>
                  <a:pt x="409575" y="1362075"/>
                </a:lnTo>
                <a:lnTo>
                  <a:pt x="409575" y="1371600"/>
                </a:lnTo>
                <a:lnTo>
                  <a:pt x="419100" y="1371600"/>
                </a:lnTo>
                <a:lnTo>
                  <a:pt x="419100" y="1381125"/>
                </a:lnTo>
                <a:lnTo>
                  <a:pt x="485775" y="1381125"/>
                </a:lnTo>
                <a:lnTo>
                  <a:pt x="485775" y="1390650"/>
                </a:lnTo>
                <a:lnTo>
                  <a:pt x="476250" y="1390650"/>
                </a:lnTo>
                <a:lnTo>
                  <a:pt x="476250" y="1419225"/>
                </a:lnTo>
                <a:lnTo>
                  <a:pt x="485775" y="1419225"/>
                </a:lnTo>
                <a:lnTo>
                  <a:pt x="485775" y="1438275"/>
                </a:lnTo>
                <a:lnTo>
                  <a:pt x="495300" y="1438275"/>
                </a:lnTo>
                <a:lnTo>
                  <a:pt x="495300" y="1419225"/>
                </a:lnTo>
                <a:lnTo>
                  <a:pt x="523875" y="1419225"/>
                </a:lnTo>
                <a:lnTo>
                  <a:pt x="523875" y="1390650"/>
                </a:lnTo>
                <a:lnTo>
                  <a:pt x="542925" y="1390650"/>
                </a:lnTo>
                <a:lnTo>
                  <a:pt x="542925" y="1400175"/>
                </a:lnTo>
                <a:lnTo>
                  <a:pt x="552450" y="1400175"/>
                </a:lnTo>
                <a:lnTo>
                  <a:pt x="552450" y="1409700"/>
                </a:lnTo>
                <a:lnTo>
                  <a:pt x="561975" y="1409700"/>
                </a:lnTo>
                <a:lnTo>
                  <a:pt x="561975" y="1419225"/>
                </a:lnTo>
                <a:lnTo>
                  <a:pt x="552450" y="1419225"/>
                </a:lnTo>
                <a:lnTo>
                  <a:pt x="552450" y="1428750"/>
                </a:lnTo>
                <a:lnTo>
                  <a:pt x="542925" y="1428750"/>
                </a:lnTo>
                <a:lnTo>
                  <a:pt x="542925" y="1447800"/>
                </a:lnTo>
                <a:lnTo>
                  <a:pt x="476250" y="1447800"/>
                </a:lnTo>
                <a:lnTo>
                  <a:pt x="476250" y="1428750"/>
                </a:lnTo>
                <a:lnTo>
                  <a:pt x="466725" y="1428750"/>
                </a:lnTo>
                <a:lnTo>
                  <a:pt x="466725" y="1447800"/>
                </a:lnTo>
                <a:lnTo>
                  <a:pt x="438150" y="1447800"/>
                </a:lnTo>
                <a:lnTo>
                  <a:pt x="438150" y="1438275"/>
                </a:lnTo>
                <a:lnTo>
                  <a:pt x="428625" y="1438275"/>
                </a:lnTo>
                <a:lnTo>
                  <a:pt x="428625" y="1428750"/>
                </a:lnTo>
                <a:lnTo>
                  <a:pt x="409575" y="1428750"/>
                </a:lnTo>
                <a:lnTo>
                  <a:pt x="409575" y="1400175"/>
                </a:lnTo>
                <a:lnTo>
                  <a:pt x="381000" y="1400175"/>
                </a:lnTo>
                <a:lnTo>
                  <a:pt x="381000" y="1381125"/>
                </a:lnTo>
                <a:lnTo>
                  <a:pt x="390525" y="1381125"/>
                </a:lnTo>
                <a:lnTo>
                  <a:pt x="390525" y="1371600"/>
                </a:lnTo>
                <a:lnTo>
                  <a:pt x="400050" y="1371600"/>
                </a:lnTo>
                <a:close/>
                <a:moveTo>
                  <a:pt x="533400" y="1362075"/>
                </a:moveTo>
                <a:lnTo>
                  <a:pt x="561975" y="1362075"/>
                </a:lnTo>
                <a:lnTo>
                  <a:pt x="561975" y="1371600"/>
                </a:lnTo>
                <a:lnTo>
                  <a:pt x="533400" y="1371600"/>
                </a:lnTo>
                <a:close/>
                <a:moveTo>
                  <a:pt x="571500" y="1362075"/>
                </a:moveTo>
                <a:lnTo>
                  <a:pt x="581025" y="1362075"/>
                </a:lnTo>
                <a:lnTo>
                  <a:pt x="581025" y="1371600"/>
                </a:lnTo>
                <a:lnTo>
                  <a:pt x="571500" y="1371600"/>
                </a:lnTo>
                <a:close/>
                <a:moveTo>
                  <a:pt x="619125" y="1362075"/>
                </a:moveTo>
                <a:lnTo>
                  <a:pt x="666750" y="1362075"/>
                </a:lnTo>
                <a:lnTo>
                  <a:pt x="666750" y="1381125"/>
                </a:lnTo>
                <a:lnTo>
                  <a:pt x="657225" y="1381125"/>
                </a:lnTo>
                <a:lnTo>
                  <a:pt x="657225" y="1390650"/>
                </a:lnTo>
                <a:lnTo>
                  <a:pt x="666750" y="1390650"/>
                </a:lnTo>
                <a:lnTo>
                  <a:pt x="666750" y="1400175"/>
                </a:lnTo>
                <a:lnTo>
                  <a:pt x="676275" y="1400175"/>
                </a:lnTo>
                <a:lnTo>
                  <a:pt x="676275" y="1409700"/>
                </a:lnTo>
                <a:lnTo>
                  <a:pt x="666750" y="1409700"/>
                </a:lnTo>
                <a:lnTo>
                  <a:pt x="666750" y="1419225"/>
                </a:lnTo>
                <a:lnTo>
                  <a:pt x="619125" y="1419225"/>
                </a:lnTo>
                <a:lnTo>
                  <a:pt x="619125" y="1409700"/>
                </a:lnTo>
                <a:lnTo>
                  <a:pt x="628650" y="1409700"/>
                </a:lnTo>
                <a:lnTo>
                  <a:pt x="628650" y="1400175"/>
                </a:lnTo>
                <a:lnTo>
                  <a:pt x="619125" y="1400175"/>
                </a:lnTo>
                <a:lnTo>
                  <a:pt x="619125" y="1390650"/>
                </a:lnTo>
                <a:lnTo>
                  <a:pt x="628650" y="1390650"/>
                </a:lnTo>
                <a:lnTo>
                  <a:pt x="628650" y="1381125"/>
                </a:lnTo>
                <a:lnTo>
                  <a:pt x="638175" y="1381125"/>
                </a:lnTo>
                <a:lnTo>
                  <a:pt x="638175" y="1371600"/>
                </a:lnTo>
                <a:lnTo>
                  <a:pt x="619125" y="1371600"/>
                </a:lnTo>
                <a:close/>
                <a:moveTo>
                  <a:pt x="685800" y="1362075"/>
                </a:moveTo>
                <a:lnTo>
                  <a:pt x="714375" y="1362075"/>
                </a:lnTo>
                <a:lnTo>
                  <a:pt x="714375" y="1371600"/>
                </a:lnTo>
                <a:lnTo>
                  <a:pt x="685800" y="1371600"/>
                </a:lnTo>
                <a:close/>
                <a:moveTo>
                  <a:pt x="723900" y="1362075"/>
                </a:moveTo>
                <a:lnTo>
                  <a:pt x="819150" y="1362075"/>
                </a:lnTo>
                <a:lnTo>
                  <a:pt x="819150" y="1371600"/>
                </a:lnTo>
                <a:lnTo>
                  <a:pt x="781050" y="1371600"/>
                </a:lnTo>
                <a:lnTo>
                  <a:pt x="781050" y="1400175"/>
                </a:lnTo>
                <a:lnTo>
                  <a:pt x="771525" y="1400175"/>
                </a:lnTo>
                <a:lnTo>
                  <a:pt x="771525" y="1390650"/>
                </a:lnTo>
                <a:lnTo>
                  <a:pt x="762000" y="1390650"/>
                </a:lnTo>
                <a:lnTo>
                  <a:pt x="762000" y="1381125"/>
                </a:lnTo>
                <a:lnTo>
                  <a:pt x="752475" y="1381125"/>
                </a:lnTo>
                <a:lnTo>
                  <a:pt x="752475" y="1371600"/>
                </a:lnTo>
                <a:lnTo>
                  <a:pt x="723900" y="1371600"/>
                </a:lnTo>
                <a:close/>
                <a:moveTo>
                  <a:pt x="1085850" y="1362075"/>
                </a:moveTo>
                <a:lnTo>
                  <a:pt x="1104900" y="1362075"/>
                </a:lnTo>
                <a:lnTo>
                  <a:pt x="1104900" y="1381125"/>
                </a:lnTo>
                <a:lnTo>
                  <a:pt x="1095375" y="1381125"/>
                </a:lnTo>
                <a:lnTo>
                  <a:pt x="1095375" y="1400175"/>
                </a:lnTo>
                <a:lnTo>
                  <a:pt x="1085850" y="1400175"/>
                </a:lnTo>
                <a:lnTo>
                  <a:pt x="1085850" y="1381125"/>
                </a:lnTo>
                <a:lnTo>
                  <a:pt x="1057275" y="1381125"/>
                </a:lnTo>
                <a:lnTo>
                  <a:pt x="1057275" y="1371600"/>
                </a:lnTo>
                <a:lnTo>
                  <a:pt x="1085850" y="1371600"/>
                </a:lnTo>
                <a:close/>
                <a:moveTo>
                  <a:pt x="866775" y="1371600"/>
                </a:moveTo>
                <a:lnTo>
                  <a:pt x="885825" y="1371600"/>
                </a:lnTo>
                <a:lnTo>
                  <a:pt x="885825" y="1381125"/>
                </a:lnTo>
                <a:lnTo>
                  <a:pt x="895350" y="1381125"/>
                </a:lnTo>
                <a:lnTo>
                  <a:pt x="895350" y="1400175"/>
                </a:lnTo>
                <a:lnTo>
                  <a:pt x="904875" y="1400175"/>
                </a:lnTo>
                <a:lnTo>
                  <a:pt x="904875" y="1419225"/>
                </a:lnTo>
                <a:lnTo>
                  <a:pt x="866775" y="1419225"/>
                </a:lnTo>
                <a:lnTo>
                  <a:pt x="866775" y="1409700"/>
                </a:lnTo>
                <a:lnTo>
                  <a:pt x="838200" y="1409700"/>
                </a:lnTo>
                <a:lnTo>
                  <a:pt x="838200" y="1400175"/>
                </a:lnTo>
                <a:lnTo>
                  <a:pt x="847725" y="1400175"/>
                </a:lnTo>
                <a:lnTo>
                  <a:pt x="847725" y="1381125"/>
                </a:lnTo>
                <a:lnTo>
                  <a:pt x="866775" y="1381125"/>
                </a:lnTo>
                <a:close/>
                <a:moveTo>
                  <a:pt x="1266825" y="1371600"/>
                </a:moveTo>
                <a:lnTo>
                  <a:pt x="1276350" y="1371600"/>
                </a:lnTo>
                <a:lnTo>
                  <a:pt x="1276350" y="1381125"/>
                </a:lnTo>
                <a:lnTo>
                  <a:pt x="1266825" y="1381125"/>
                </a:lnTo>
                <a:close/>
                <a:moveTo>
                  <a:pt x="171450" y="1381125"/>
                </a:moveTo>
                <a:lnTo>
                  <a:pt x="180975" y="1381125"/>
                </a:lnTo>
                <a:lnTo>
                  <a:pt x="180975" y="1362075"/>
                </a:lnTo>
                <a:lnTo>
                  <a:pt x="171450" y="1362075"/>
                </a:lnTo>
                <a:close/>
                <a:moveTo>
                  <a:pt x="571500" y="1381125"/>
                </a:moveTo>
                <a:lnTo>
                  <a:pt x="590550" y="1381125"/>
                </a:lnTo>
                <a:lnTo>
                  <a:pt x="590550" y="1409700"/>
                </a:lnTo>
                <a:lnTo>
                  <a:pt x="600075" y="1409700"/>
                </a:lnTo>
                <a:lnTo>
                  <a:pt x="600075" y="1419225"/>
                </a:lnTo>
                <a:lnTo>
                  <a:pt x="590550" y="1419225"/>
                </a:lnTo>
                <a:lnTo>
                  <a:pt x="590550" y="1428750"/>
                </a:lnTo>
                <a:lnTo>
                  <a:pt x="571500" y="1428750"/>
                </a:lnTo>
                <a:close/>
                <a:moveTo>
                  <a:pt x="371475" y="1400175"/>
                </a:moveTo>
                <a:lnTo>
                  <a:pt x="381000" y="1400175"/>
                </a:lnTo>
                <a:lnTo>
                  <a:pt x="381000" y="1409700"/>
                </a:lnTo>
                <a:lnTo>
                  <a:pt x="371475" y="1409700"/>
                </a:lnTo>
                <a:close/>
                <a:moveTo>
                  <a:pt x="1143000" y="1400175"/>
                </a:moveTo>
                <a:lnTo>
                  <a:pt x="1152525" y="1400175"/>
                </a:lnTo>
                <a:lnTo>
                  <a:pt x="1152525" y="1409700"/>
                </a:lnTo>
                <a:lnTo>
                  <a:pt x="1143000" y="1409700"/>
                </a:lnTo>
                <a:close/>
                <a:moveTo>
                  <a:pt x="1181100" y="1400175"/>
                </a:moveTo>
                <a:lnTo>
                  <a:pt x="1190625" y="1400175"/>
                </a:lnTo>
                <a:lnTo>
                  <a:pt x="1190625" y="1419225"/>
                </a:lnTo>
                <a:lnTo>
                  <a:pt x="1181100" y="1419225"/>
                </a:lnTo>
                <a:close/>
                <a:moveTo>
                  <a:pt x="295275" y="1409700"/>
                </a:moveTo>
                <a:lnTo>
                  <a:pt x="304800" y="1409700"/>
                </a:lnTo>
                <a:lnTo>
                  <a:pt x="304800" y="1419225"/>
                </a:lnTo>
                <a:lnTo>
                  <a:pt x="295275" y="1419225"/>
                </a:lnTo>
                <a:close/>
                <a:moveTo>
                  <a:pt x="914400" y="1409700"/>
                </a:moveTo>
                <a:lnTo>
                  <a:pt x="933450" y="1409700"/>
                </a:lnTo>
                <a:lnTo>
                  <a:pt x="933450" y="1419225"/>
                </a:lnTo>
                <a:lnTo>
                  <a:pt x="942975" y="1419225"/>
                </a:lnTo>
                <a:lnTo>
                  <a:pt x="942975" y="1428750"/>
                </a:lnTo>
                <a:lnTo>
                  <a:pt x="914400" y="1428750"/>
                </a:lnTo>
                <a:close/>
                <a:moveTo>
                  <a:pt x="304800" y="1419225"/>
                </a:moveTo>
                <a:lnTo>
                  <a:pt x="314325" y="1419225"/>
                </a:lnTo>
                <a:lnTo>
                  <a:pt x="314325" y="1428750"/>
                </a:lnTo>
                <a:lnTo>
                  <a:pt x="342900" y="1428750"/>
                </a:lnTo>
                <a:lnTo>
                  <a:pt x="342900" y="1419225"/>
                </a:lnTo>
                <a:lnTo>
                  <a:pt x="361950" y="1419225"/>
                </a:lnTo>
                <a:lnTo>
                  <a:pt x="361950" y="1428750"/>
                </a:lnTo>
                <a:lnTo>
                  <a:pt x="352425" y="1428750"/>
                </a:lnTo>
                <a:lnTo>
                  <a:pt x="352425" y="1447800"/>
                </a:lnTo>
                <a:lnTo>
                  <a:pt x="314325" y="1447800"/>
                </a:lnTo>
                <a:lnTo>
                  <a:pt x="314325" y="1438275"/>
                </a:lnTo>
                <a:lnTo>
                  <a:pt x="304800" y="1438275"/>
                </a:lnTo>
                <a:close/>
                <a:moveTo>
                  <a:pt x="381000" y="1419225"/>
                </a:moveTo>
                <a:lnTo>
                  <a:pt x="390525" y="1419225"/>
                </a:lnTo>
                <a:lnTo>
                  <a:pt x="390525" y="1428750"/>
                </a:lnTo>
                <a:lnTo>
                  <a:pt x="400050" y="1428750"/>
                </a:lnTo>
                <a:lnTo>
                  <a:pt x="400050" y="1438275"/>
                </a:lnTo>
                <a:lnTo>
                  <a:pt x="419100" y="1438275"/>
                </a:lnTo>
                <a:lnTo>
                  <a:pt x="419100" y="1447800"/>
                </a:lnTo>
                <a:lnTo>
                  <a:pt x="381000" y="1447800"/>
                </a:lnTo>
                <a:close/>
                <a:moveTo>
                  <a:pt x="419100" y="1419225"/>
                </a:moveTo>
                <a:lnTo>
                  <a:pt x="447675" y="1419225"/>
                </a:lnTo>
                <a:lnTo>
                  <a:pt x="447675" y="1400175"/>
                </a:lnTo>
                <a:lnTo>
                  <a:pt x="428625" y="1400175"/>
                </a:lnTo>
                <a:lnTo>
                  <a:pt x="428625" y="1409700"/>
                </a:lnTo>
                <a:lnTo>
                  <a:pt x="419100" y="1409700"/>
                </a:lnTo>
                <a:close/>
                <a:moveTo>
                  <a:pt x="942975" y="1428750"/>
                </a:moveTo>
                <a:lnTo>
                  <a:pt x="952500" y="1428750"/>
                </a:lnTo>
                <a:lnTo>
                  <a:pt x="952500" y="1447800"/>
                </a:lnTo>
                <a:lnTo>
                  <a:pt x="942975" y="1447800"/>
                </a:lnTo>
                <a:close/>
              </a:path>
            </a:pathLst>
          </a:custGeom>
          <a:solidFill xmlns:a="http://schemas.openxmlformats.org/drawingml/2006/main">
            <a:srgbClr val="FDF6E3"/>
          </a:solidFill>
          <a:ln xmlns:a="http://schemas.openxmlformats.org/drawingml/2006/main" w="0">
            <a:noFill/>
          </a:ln>
        </p:spPr>
      </p:sp>
      <p:sp>
        <p:nvSpPr>
          <p:cNvPr id="63" name="logo vector #fcf5e3">
            <a:extLst xmlns:a="http://schemas.openxmlformats.org/drawingml/2006/main">
              <a:ext uri="{FF2B5EF4-FFF2-40B4-BE49-F238E27FC236}">
                <a16:creationId xmlns:a16="http://schemas.microsoft.com/office/drawing/2014/main" id="{F4B0AF68-7CE7-4677-B54B-2F6DBD42A26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219700" y="4476750"/>
            <a:ext cx="1581150" cy="1485900"/>
          </a:xfrm>
          <a:custGeom xmlns:a="http://schemas.openxmlformats.org/drawingml/2006/main">
            <a:pathLst>
              <a:path w="1581150" h="1485900">
                <a:moveTo>
                  <a:pt x="66675" y="0"/>
                </a:moveTo>
                <a:lnTo>
                  <a:pt x="76200" y="0"/>
                </a:lnTo>
                <a:lnTo>
                  <a:pt x="76200" y="38100"/>
                </a:lnTo>
                <a:lnTo>
                  <a:pt x="66675" y="38100"/>
                </a:lnTo>
                <a:close/>
                <a:moveTo>
                  <a:pt x="104775" y="0"/>
                </a:moveTo>
                <a:lnTo>
                  <a:pt x="114300" y="0"/>
                </a:lnTo>
                <a:lnTo>
                  <a:pt x="114300" y="9525"/>
                </a:lnTo>
                <a:lnTo>
                  <a:pt x="104775" y="9525"/>
                </a:lnTo>
                <a:close/>
                <a:moveTo>
                  <a:pt x="161925" y="0"/>
                </a:moveTo>
                <a:lnTo>
                  <a:pt x="409575" y="0"/>
                </a:lnTo>
                <a:lnTo>
                  <a:pt x="409575" y="9525"/>
                </a:lnTo>
                <a:lnTo>
                  <a:pt x="400050" y="9525"/>
                </a:lnTo>
                <a:lnTo>
                  <a:pt x="400050" y="19050"/>
                </a:lnTo>
                <a:lnTo>
                  <a:pt x="352425" y="19050"/>
                </a:lnTo>
                <a:lnTo>
                  <a:pt x="352425" y="28575"/>
                </a:lnTo>
                <a:lnTo>
                  <a:pt x="323850" y="28575"/>
                </a:lnTo>
                <a:lnTo>
                  <a:pt x="323850" y="38100"/>
                </a:lnTo>
                <a:lnTo>
                  <a:pt x="314325" y="38100"/>
                </a:lnTo>
                <a:lnTo>
                  <a:pt x="314325" y="47625"/>
                </a:lnTo>
                <a:lnTo>
                  <a:pt x="285750" y="47625"/>
                </a:lnTo>
                <a:lnTo>
                  <a:pt x="285750" y="28575"/>
                </a:lnTo>
                <a:lnTo>
                  <a:pt x="276225" y="28575"/>
                </a:lnTo>
                <a:lnTo>
                  <a:pt x="276225" y="47625"/>
                </a:lnTo>
                <a:lnTo>
                  <a:pt x="266700" y="47625"/>
                </a:lnTo>
                <a:lnTo>
                  <a:pt x="266700" y="57150"/>
                </a:lnTo>
                <a:lnTo>
                  <a:pt x="257175" y="57150"/>
                </a:lnTo>
                <a:lnTo>
                  <a:pt x="257175" y="66675"/>
                </a:lnTo>
                <a:lnTo>
                  <a:pt x="247650" y="66675"/>
                </a:lnTo>
                <a:lnTo>
                  <a:pt x="247650" y="76200"/>
                </a:lnTo>
                <a:lnTo>
                  <a:pt x="238125" y="76200"/>
                </a:lnTo>
                <a:lnTo>
                  <a:pt x="238125" y="85725"/>
                </a:lnTo>
                <a:lnTo>
                  <a:pt x="219075" y="85725"/>
                </a:lnTo>
                <a:lnTo>
                  <a:pt x="219075" y="114300"/>
                </a:lnTo>
                <a:lnTo>
                  <a:pt x="209550" y="114300"/>
                </a:lnTo>
                <a:lnTo>
                  <a:pt x="209550" y="123825"/>
                </a:lnTo>
                <a:lnTo>
                  <a:pt x="200025" y="123825"/>
                </a:lnTo>
                <a:lnTo>
                  <a:pt x="200025" y="133350"/>
                </a:lnTo>
                <a:lnTo>
                  <a:pt x="190500" y="133350"/>
                </a:lnTo>
                <a:lnTo>
                  <a:pt x="190500" y="142875"/>
                </a:lnTo>
                <a:lnTo>
                  <a:pt x="180975" y="142875"/>
                </a:lnTo>
                <a:lnTo>
                  <a:pt x="180975" y="161925"/>
                </a:lnTo>
                <a:lnTo>
                  <a:pt x="171450" y="161925"/>
                </a:lnTo>
                <a:lnTo>
                  <a:pt x="171450" y="180975"/>
                </a:lnTo>
                <a:lnTo>
                  <a:pt x="161925" y="180975"/>
                </a:lnTo>
                <a:lnTo>
                  <a:pt x="161925" y="200025"/>
                </a:lnTo>
                <a:lnTo>
                  <a:pt x="152400" y="200025"/>
                </a:lnTo>
                <a:lnTo>
                  <a:pt x="152400" y="209550"/>
                </a:lnTo>
                <a:lnTo>
                  <a:pt x="142875" y="209550"/>
                </a:lnTo>
                <a:lnTo>
                  <a:pt x="142875" y="228600"/>
                </a:lnTo>
                <a:lnTo>
                  <a:pt x="133350" y="228600"/>
                </a:lnTo>
                <a:lnTo>
                  <a:pt x="133350" y="266700"/>
                </a:lnTo>
                <a:lnTo>
                  <a:pt x="123825" y="266700"/>
                </a:lnTo>
                <a:lnTo>
                  <a:pt x="123825" y="285750"/>
                </a:lnTo>
                <a:lnTo>
                  <a:pt x="114300" y="285750"/>
                </a:lnTo>
                <a:lnTo>
                  <a:pt x="114300" y="266700"/>
                </a:lnTo>
                <a:lnTo>
                  <a:pt x="104775" y="266700"/>
                </a:lnTo>
                <a:lnTo>
                  <a:pt x="104775" y="190500"/>
                </a:lnTo>
                <a:lnTo>
                  <a:pt x="85725" y="190500"/>
                </a:lnTo>
                <a:lnTo>
                  <a:pt x="85725" y="200025"/>
                </a:lnTo>
                <a:lnTo>
                  <a:pt x="76200" y="200025"/>
                </a:lnTo>
                <a:lnTo>
                  <a:pt x="76200" y="209550"/>
                </a:lnTo>
                <a:lnTo>
                  <a:pt x="66675" y="209550"/>
                </a:lnTo>
                <a:lnTo>
                  <a:pt x="66675" y="228600"/>
                </a:lnTo>
                <a:lnTo>
                  <a:pt x="57150" y="228600"/>
                </a:lnTo>
                <a:lnTo>
                  <a:pt x="57150" y="257175"/>
                </a:lnTo>
                <a:lnTo>
                  <a:pt x="66675" y="257175"/>
                </a:lnTo>
                <a:lnTo>
                  <a:pt x="66675" y="276225"/>
                </a:lnTo>
                <a:lnTo>
                  <a:pt x="76200" y="276225"/>
                </a:lnTo>
                <a:lnTo>
                  <a:pt x="76200" y="285750"/>
                </a:lnTo>
                <a:lnTo>
                  <a:pt x="57150" y="285750"/>
                </a:lnTo>
                <a:lnTo>
                  <a:pt x="57150" y="333375"/>
                </a:lnTo>
                <a:lnTo>
                  <a:pt x="66675" y="333375"/>
                </a:lnTo>
                <a:lnTo>
                  <a:pt x="66675" y="342900"/>
                </a:lnTo>
                <a:lnTo>
                  <a:pt x="57150" y="342900"/>
                </a:lnTo>
                <a:lnTo>
                  <a:pt x="57150" y="361950"/>
                </a:lnTo>
                <a:lnTo>
                  <a:pt x="38100" y="361950"/>
                </a:lnTo>
                <a:lnTo>
                  <a:pt x="38100" y="371475"/>
                </a:lnTo>
                <a:lnTo>
                  <a:pt x="28575" y="371475"/>
                </a:lnTo>
                <a:lnTo>
                  <a:pt x="28575" y="209550"/>
                </a:lnTo>
                <a:lnTo>
                  <a:pt x="38100" y="209550"/>
                </a:lnTo>
                <a:lnTo>
                  <a:pt x="38100" y="161925"/>
                </a:lnTo>
                <a:lnTo>
                  <a:pt x="47625" y="161925"/>
                </a:lnTo>
                <a:lnTo>
                  <a:pt x="47625" y="152400"/>
                </a:lnTo>
                <a:lnTo>
                  <a:pt x="57150" y="152400"/>
                </a:lnTo>
                <a:lnTo>
                  <a:pt x="57150" y="114300"/>
                </a:lnTo>
                <a:lnTo>
                  <a:pt x="66675" y="114300"/>
                </a:lnTo>
                <a:lnTo>
                  <a:pt x="66675" y="85725"/>
                </a:lnTo>
                <a:lnTo>
                  <a:pt x="76200" y="85725"/>
                </a:lnTo>
                <a:lnTo>
                  <a:pt x="76200" y="76200"/>
                </a:lnTo>
                <a:lnTo>
                  <a:pt x="85725" y="76200"/>
                </a:lnTo>
                <a:lnTo>
                  <a:pt x="85725" y="66675"/>
                </a:lnTo>
                <a:lnTo>
                  <a:pt x="95250" y="66675"/>
                </a:lnTo>
                <a:lnTo>
                  <a:pt x="95250" y="47625"/>
                </a:lnTo>
                <a:lnTo>
                  <a:pt x="104775" y="47625"/>
                </a:lnTo>
                <a:lnTo>
                  <a:pt x="104775" y="38100"/>
                </a:lnTo>
                <a:lnTo>
                  <a:pt x="114300" y="38100"/>
                </a:lnTo>
                <a:lnTo>
                  <a:pt x="114300" y="19050"/>
                </a:lnTo>
                <a:lnTo>
                  <a:pt x="142875" y="19050"/>
                </a:lnTo>
                <a:lnTo>
                  <a:pt x="142875" y="9525"/>
                </a:lnTo>
                <a:lnTo>
                  <a:pt x="161925" y="9525"/>
                </a:lnTo>
                <a:close/>
                <a:moveTo>
                  <a:pt x="419100" y="0"/>
                </a:moveTo>
                <a:lnTo>
                  <a:pt x="476250" y="0"/>
                </a:lnTo>
                <a:lnTo>
                  <a:pt x="476250" y="9525"/>
                </a:lnTo>
                <a:lnTo>
                  <a:pt x="457200" y="9525"/>
                </a:lnTo>
                <a:lnTo>
                  <a:pt x="457200" y="19050"/>
                </a:lnTo>
                <a:lnTo>
                  <a:pt x="428625" y="19050"/>
                </a:lnTo>
                <a:lnTo>
                  <a:pt x="428625" y="9525"/>
                </a:lnTo>
                <a:lnTo>
                  <a:pt x="419100" y="9525"/>
                </a:lnTo>
                <a:close/>
                <a:moveTo>
                  <a:pt x="485775" y="0"/>
                </a:moveTo>
                <a:lnTo>
                  <a:pt x="495300" y="0"/>
                </a:lnTo>
                <a:lnTo>
                  <a:pt x="495300" y="9525"/>
                </a:lnTo>
                <a:lnTo>
                  <a:pt x="485775" y="9525"/>
                </a:lnTo>
                <a:close/>
                <a:moveTo>
                  <a:pt x="609600" y="0"/>
                </a:moveTo>
                <a:lnTo>
                  <a:pt x="619125" y="0"/>
                </a:lnTo>
                <a:lnTo>
                  <a:pt x="619125" y="9525"/>
                </a:lnTo>
                <a:lnTo>
                  <a:pt x="609600" y="9525"/>
                </a:lnTo>
                <a:close/>
                <a:moveTo>
                  <a:pt x="809625" y="0"/>
                </a:moveTo>
                <a:lnTo>
                  <a:pt x="828675" y="0"/>
                </a:lnTo>
                <a:lnTo>
                  <a:pt x="828675" y="9525"/>
                </a:lnTo>
                <a:lnTo>
                  <a:pt x="809625" y="9525"/>
                </a:lnTo>
                <a:close/>
                <a:moveTo>
                  <a:pt x="981075" y="0"/>
                </a:moveTo>
                <a:lnTo>
                  <a:pt x="1019175" y="0"/>
                </a:lnTo>
                <a:lnTo>
                  <a:pt x="1019175" y="19050"/>
                </a:lnTo>
                <a:lnTo>
                  <a:pt x="1009650" y="19050"/>
                </a:lnTo>
                <a:lnTo>
                  <a:pt x="1009650" y="9525"/>
                </a:lnTo>
                <a:lnTo>
                  <a:pt x="981075" y="9525"/>
                </a:lnTo>
                <a:close/>
                <a:moveTo>
                  <a:pt x="1047750" y="0"/>
                </a:moveTo>
                <a:lnTo>
                  <a:pt x="1114425" y="0"/>
                </a:lnTo>
                <a:lnTo>
                  <a:pt x="1114425" y="9525"/>
                </a:lnTo>
                <a:lnTo>
                  <a:pt x="1104900" y="9525"/>
                </a:lnTo>
                <a:lnTo>
                  <a:pt x="1104900" y="19050"/>
                </a:lnTo>
                <a:lnTo>
                  <a:pt x="1085850" y="19050"/>
                </a:lnTo>
                <a:lnTo>
                  <a:pt x="1085850" y="28575"/>
                </a:lnTo>
                <a:lnTo>
                  <a:pt x="1066800" y="28575"/>
                </a:lnTo>
                <a:lnTo>
                  <a:pt x="1066800" y="19050"/>
                </a:lnTo>
                <a:lnTo>
                  <a:pt x="1057275" y="19050"/>
                </a:lnTo>
                <a:lnTo>
                  <a:pt x="1057275" y="9525"/>
                </a:lnTo>
                <a:lnTo>
                  <a:pt x="1047750" y="9525"/>
                </a:lnTo>
                <a:close/>
                <a:moveTo>
                  <a:pt x="1123950" y="0"/>
                </a:moveTo>
                <a:lnTo>
                  <a:pt x="1152525" y="0"/>
                </a:lnTo>
                <a:lnTo>
                  <a:pt x="1152525" y="19050"/>
                </a:lnTo>
                <a:lnTo>
                  <a:pt x="1133475" y="19050"/>
                </a:lnTo>
                <a:lnTo>
                  <a:pt x="1133475" y="9525"/>
                </a:lnTo>
                <a:lnTo>
                  <a:pt x="1123950" y="9525"/>
                </a:lnTo>
                <a:close/>
                <a:moveTo>
                  <a:pt x="1276350" y="0"/>
                </a:moveTo>
                <a:lnTo>
                  <a:pt x="1295400" y="0"/>
                </a:lnTo>
                <a:lnTo>
                  <a:pt x="1295400" y="9525"/>
                </a:lnTo>
                <a:lnTo>
                  <a:pt x="1276350" y="9525"/>
                </a:lnTo>
                <a:close/>
                <a:moveTo>
                  <a:pt x="1333500" y="0"/>
                </a:moveTo>
                <a:lnTo>
                  <a:pt x="1409700" y="0"/>
                </a:lnTo>
                <a:lnTo>
                  <a:pt x="1409700" y="9525"/>
                </a:lnTo>
                <a:lnTo>
                  <a:pt x="1419225" y="9525"/>
                </a:lnTo>
                <a:lnTo>
                  <a:pt x="1419225" y="28575"/>
                </a:lnTo>
                <a:lnTo>
                  <a:pt x="1466850" y="28575"/>
                </a:lnTo>
                <a:lnTo>
                  <a:pt x="1466850" y="38100"/>
                </a:lnTo>
                <a:lnTo>
                  <a:pt x="1476375" y="38100"/>
                </a:lnTo>
                <a:lnTo>
                  <a:pt x="1476375" y="47625"/>
                </a:lnTo>
                <a:lnTo>
                  <a:pt x="1485900" y="47625"/>
                </a:lnTo>
                <a:lnTo>
                  <a:pt x="1485900" y="57150"/>
                </a:lnTo>
                <a:lnTo>
                  <a:pt x="1495425" y="57150"/>
                </a:lnTo>
                <a:lnTo>
                  <a:pt x="1495425" y="76200"/>
                </a:lnTo>
                <a:lnTo>
                  <a:pt x="1504950" y="76200"/>
                </a:lnTo>
                <a:lnTo>
                  <a:pt x="1504950" y="95250"/>
                </a:lnTo>
                <a:lnTo>
                  <a:pt x="1514475" y="95250"/>
                </a:lnTo>
                <a:lnTo>
                  <a:pt x="1514475" y="104775"/>
                </a:lnTo>
                <a:lnTo>
                  <a:pt x="1524000" y="104775"/>
                </a:lnTo>
                <a:lnTo>
                  <a:pt x="1524000" y="114300"/>
                </a:lnTo>
                <a:lnTo>
                  <a:pt x="1504950" y="114300"/>
                </a:lnTo>
                <a:lnTo>
                  <a:pt x="1504950" y="123825"/>
                </a:lnTo>
                <a:lnTo>
                  <a:pt x="1514475" y="123825"/>
                </a:lnTo>
                <a:lnTo>
                  <a:pt x="1514475" y="152400"/>
                </a:lnTo>
                <a:lnTo>
                  <a:pt x="1504950" y="152400"/>
                </a:lnTo>
                <a:lnTo>
                  <a:pt x="1504950" y="133350"/>
                </a:lnTo>
                <a:lnTo>
                  <a:pt x="1485900" y="133350"/>
                </a:lnTo>
                <a:lnTo>
                  <a:pt x="1485900" y="104775"/>
                </a:lnTo>
                <a:lnTo>
                  <a:pt x="1476375" y="104775"/>
                </a:lnTo>
                <a:lnTo>
                  <a:pt x="1476375" y="85725"/>
                </a:lnTo>
                <a:lnTo>
                  <a:pt x="1457325" y="85725"/>
                </a:lnTo>
                <a:lnTo>
                  <a:pt x="1457325" y="66675"/>
                </a:lnTo>
                <a:lnTo>
                  <a:pt x="1419225" y="66675"/>
                </a:lnTo>
                <a:lnTo>
                  <a:pt x="1419225" y="57150"/>
                </a:lnTo>
                <a:lnTo>
                  <a:pt x="1438275" y="57150"/>
                </a:lnTo>
                <a:lnTo>
                  <a:pt x="1438275" y="47625"/>
                </a:lnTo>
                <a:lnTo>
                  <a:pt x="1419225" y="47625"/>
                </a:lnTo>
                <a:lnTo>
                  <a:pt x="1419225" y="38100"/>
                </a:lnTo>
                <a:lnTo>
                  <a:pt x="1400175" y="38100"/>
                </a:lnTo>
                <a:lnTo>
                  <a:pt x="1400175" y="19050"/>
                </a:lnTo>
                <a:lnTo>
                  <a:pt x="1390650" y="19050"/>
                </a:lnTo>
                <a:lnTo>
                  <a:pt x="1390650" y="28575"/>
                </a:lnTo>
                <a:lnTo>
                  <a:pt x="1381125" y="28575"/>
                </a:lnTo>
                <a:lnTo>
                  <a:pt x="1381125" y="38100"/>
                </a:lnTo>
                <a:lnTo>
                  <a:pt x="1371600" y="38100"/>
                </a:lnTo>
                <a:lnTo>
                  <a:pt x="1371600" y="47625"/>
                </a:lnTo>
                <a:lnTo>
                  <a:pt x="1362075" y="47625"/>
                </a:lnTo>
                <a:lnTo>
                  <a:pt x="1362075" y="57150"/>
                </a:lnTo>
                <a:lnTo>
                  <a:pt x="1333500" y="57150"/>
                </a:lnTo>
                <a:lnTo>
                  <a:pt x="1333500" y="66675"/>
                </a:lnTo>
                <a:lnTo>
                  <a:pt x="1295400" y="66675"/>
                </a:lnTo>
                <a:lnTo>
                  <a:pt x="1295400" y="57150"/>
                </a:lnTo>
                <a:lnTo>
                  <a:pt x="1276350" y="57150"/>
                </a:lnTo>
                <a:lnTo>
                  <a:pt x="1276350" y="47625"/>
                </a:lnTo>
                <a:lnTo>
                  <a:pt x="1295400" y="47625"/>
                </a:lnTo>
                <a:lnTo>
                  <a:pt x="1295400" y="28575"/>
                </a:lnTo>
                <a:lnTo>
                  <a:pt x="1304925" y="28575"/>
                </a:lnTo>
                <a:lnTo>
                  <a:pt x="1304925" y="19050"/>
                </a:lnTo>
                <a:lnTo>
                  <a:pt x="1314450" y="19050"/>
                </a:lnTo>
                <a:lnTo>
                  <a:pt x="1314450" y="28575"/>
                </a:lnTo>
                <a:lnTo>
                  <a:pt x="1323975" y="28575"/>
                </a:lnTo>
                <a:lnTo>
                  <a:pt x="1323975" y="19050"/>
                </a:lnTo>
                <a:lnTo>
                  <a:pt x="1333500" y="19050"/>
                </a:lnTo>
                <a:close/>
                <a:moveTo>
                  <a:pt x="28575" y="38100"/>
                </a:moveTo>
                <a:lnTo>
                  <a:pt x="38100" y="38100"/>
                </a:lnTo>
                <a:lnTo>
                  <a:pt x="38100" y="47625"/>
                </a:lnTo>
                <a:lnTo>
                  <a:pt x="28575" y="47625"/>
                </a:lnTo>
                <a:close/>
                <a:moveTo>
                  <a:pt x="0" y="57150"/>
                </a:moveTo>
                <a:lnTo>
                  <a:pt x="9525" y="57150"/>
                </a:lnTo>
                <a:lnTo>
                  <a:pt x="9525" y="66675"/>
                </a:lnTo>
                <a:lnTo>
                  <a:pt x="0" y="66675"/>
                </a:lnTo>
                <a:close/>
                <a:moveTo>
                  <a:pt x="28575" y="57150"/>
                </a:moveTo>
                <a:lnTo>
                  <a:pt x="38100" y="57150"/>
                </a:lnTo>
                <a:lnTo>
                  <a:pt x="38100" y="85725"/>
                </a:lnTo>
                <a:lnTo>
                  <a:pt x="9525" y="85725"/>
                </a:lnTo>
                <a:lnTo>
                  <a:pt x="9525" y="66675"/>
                </a:lnTo>
                <a:lnTo>
                  <a:pt x="28575" y="66675"/>
                </a:lnTo>
                <a:close/>
                <a:moveTo>
                  <a:pt x="0" y="95250"/>
                </a:moveTo>
                <a:lnTo>
                  <a:pt x="9525" y="95250"/>
                </a:lnTo>
                <a:lnTo>
                  <a:pt x="9525" y="104775"/>
                </a:lnTo>
                <a:lnTo>
                  <a:pt x="0" y="104775"/>
                </a:lnTo>
                <a:close/>
                <a:moveTo>
                  <a:pt x="1438275" y="95250"/>
                </a:moveTo>
                <a:lnTo>
                  <a:pt x="1457325" y="95250"/>
                </a:lnTo>
                <a:lnTo>
                  <a:pt x="1457325" y="104775"/>
                </a:lnTo>
                <a:lnTo>
                  <a:pt x="1466850" y="104775"/>
                </a:lnTo>
                <a:lnTo>
                  <a:pt x="1466850" y="114300"/>
                </a:lnTo>
                <a:lnTo>
                  <a:pt x="1457325" y="114300"/>
                </a:lnTo>
                <a:lnTo>
                  <a:pt x="1457325" y="123825"/>
                </a:lnTo>
                <a:lnTo>
                  <a:pt x="1447800" y="123825"/>
                </a:lnTo>
                <a:lnTo>
                  <a:pt x="1447800" y="133350"/>
                </a:lnTo>
                <a:lnTo>
                  <a:pt x="1428750" y="133350"/>
                </a:lnTo>
                <a:lnTo>
                  <a:pt x="1428750" y="123825"/>
                </a:lnTo>
                <a:lnTo>
                  <a:pt x="1419225" y="123825"/>
                </a:lnTo>
                <a:lnTo>
                  <a:pt x="1419225" y="114300"/>
                </a:lnTo>
                <a:lnTo>
                  <a:pt x="1428750" y="114300"/>
                </a:lnTo>
                <a:lnTo>
                  <a:pt x="1428750" y="104775"/>
                </a:lnTo>
                <a:lnTo>
                  <a:pt x="1438275" y="104775"/>
                </a:lnTo>
                <a:close/>
                <a:moveTo>
                  <a:pt x="533400" y="104775"/>
                </a:moveTo>
                <a:lnTo>
                  <a:pt x="552450" y="104775"/>
                </a:lnTo>
                <a:lnTo>
                  <a:pt x="552450" y="133350"/>
                </a:lnTo>
                <a:lnTo>
                  <a:pt x="533400" y="133350"/>
                </a:lnTo>
                <a:close/>
                <a:moveTo>
                  <a:pt x="581025" y="114300"/>
                </a:moveTo>
                <a:lnTo>
                  <a:pt x="600075" y="114300"/>
                </a:lnTo>
                <a:lnTo>
                  <a:pt x="600075" y="123825"/>
                </a:lnTo>
                <a:lnTo>
                  <a:pt x="609600" y="123825"/>
                </a:lnTo>
                <a:lnTo>
                  <a:pt x="609600" y="133350"/>
                </a:lnTo>
                <a:lnTo>
                  <a:pt x="590550" y="133350"/>
                </a:lnTo>
                <a:lnTo>
                  <a:pt x="590550" y="123825"/>
                </a:lnTo>
                <a:lnTo>
                  <a:pt x="581025" y="123825"/>
                </a:lnTo>
                <a:close/>
                <a:moveTo>
                  <a:pt x="981075" y="114300"/>
                </a:moveTo>
                <a:lnTo>
                  <a:pt x="1038225" y="114300"/>
                </a:lnTo>
                <a:lnTo>
                  <a:pt x="1038225" y="133350"/>
                </a:lnTo>
                <a:lnTo>
                  <a:pt x="1028700" y="133350"/>
                </a:lnTo>
                <a:lnTo>
                  <a:pt x="1028700" y="123825"/>
                </a:lnTo>
                <a:lnTo>
                  <a:pt x="1019175" y="123825"/>
                </a:lnTo>
                <a:lnTo>
                  <a:pt x="1019175" y="133350"/>
                </a:lnTo>
                <a:lnTo>
                  <a:pt x="1009650" y="133350"/>
                </a:lnTo>
                <a:lnTo>
                  <a:pt x="1009650" y="123825"/>
                </a:lnTo>
                <a:lnTo>
                  <a:pt x="1000125" y="123825"/>
                </a:lnTo>
                <a:lnTo>
                  <a:pt x="1000125" y="133350"/>
                </a:lnTo>
                <a:lnTo>
                  <a:pt x="981075" y="133350"/>
                </a:lnTo>
                <a:close/>
                <a:moveTo>
                  <a:pt x="1047750" y="114300"/>
                </a:moveTo>
                <a:lnTo>
                  <a:pt x="1057275" y="114300"/>
                </a:lnTo>
                <a:lnTo>
                  <a:pt x="1057275" y="123825"/>
                </a:lnTo>
                <a:lnTo>
                  <a:pt x="1047750" y="123825"/>
                </a:lnTo>
                <a:close/>
                <a:moveTo>
                  <a:pt x="571500" y="123825"/>
                </a:moveTo>
                <a:lnTo>
                  <a:pt x="581025" y="123825"/>
                </a:lnTo>
                <a:lnTo>
                  <a:pt x="581025" y="133350"/>
                </a:lnTo>
                <a:lnTo>
                  <a:pt x="571500" y="133350"/>
                </a:lnTo>
                <a:close/>
                <a:moveTo>
                  <a:pt x="1057275" y="123825"/>
                </a:moveTo>
                <a:lnTo>
                  <a:pt x="1076325" y="123825"/>
                </a:lnTo>
                <a:lnTo>
                  <a:pt x="1076325" y="133350"/>
                </a:lnTo>
                <a:lnTo>
                  <a:pt x="1057275" y="133350"/>
                </a:lnTo>
                <a:close/>
                <a:moveTo>
                  <a:pt x="1143000" y="133350"/>
                </a:moveTo>
                <a:lnTo>
                  <a:pt x="1171575" y="133350"/>
                </a:lnTo>
                <a:lnTo>
                  <a:pt x="1171575" y="142875"/>
                </a:lnTo>
                <a:lnTo>
                  <a:pt x="1143000" y="142875"/>
                </a:lnTo>
                <a:close/>
                <a:moveTo>
                  <a:pt x="1457325" y="142875"/>
                </a:moveTo>
                <a:lnTo>
                  <a:pt x="1476375" y="142875"/>
                </a:lnTo>
                <a:lnTo>
                  <a:pt x="1476375" y="161925"/>
                </a:lnTo>
                <a:lnTo>
                  <a:pt x="1485900" y="161925"/>
                </a:lnTo>
                <a:lnTo>
                  <a:pt x="1485900" y="180975"/>
                </a:lnTo>
                <a:lnTo>
                  <a:pt x="1476375" y="180975"/>
                </a:lnTo>
                <a:lnTo>
                  <a:pt x="1476375" y="190500"/>
                </a:lnTo>
                <a:lnTo>
                  <a:pt x="1447800" y="190500"/>
                </a:lnTo>
                <a:lnTo>
                  <a:pt x="1447800" y="180975"/>
                </a:lnTo>
                <a:lnTo>
                  <a:pt x="1457325" y="180975"/>
                </a:lnTo>
                <a:close/>
                <a:moveTo>
                  <a:pt x="1504950" y="171450"/>
                </a:moveTo>
                <a:lnTo>
                  <a:pt x="1514475" y="171450"/>
                </a:lnTo>
                <a:lnTo>
                  <a:pt x="1514475" y="180975"/>
                </a:lnTo>
                <a:lnTo>
                  <a:pt x="1504950" y="180975"/>
                </a:lnTo>
                <a:close/>
                <a:moveTo>
                  <a:pt x="323850" y="209550"/>
                </a:moveTo>
                <a:lnTo>
                  <a:pt x="333375" y="209550"/>
                </a:lnTo>
                <a:lnTo>
                  <a:pt x="333375" y="219075"/>
                </a:lnTo>
                <a:lnTo>
                  <a:pt x="323850" y="219075"/>
                </a:lnTo>
                <a:close/>
                <a:moveTo>
                  <a:pt x="228600" y="257175"/>
                </a:moveTo>
                <a:lnTo>
                  <a:pt x="238125" y="257175"/>
                </a:lnTo>
                <a:lnTo>
                  <a:pt x="238125" y="266700"/>
                </a:lnTo>
                <a:lnTo>
                  <a:pt x="228600" y="266700"/>
                </a:lnTo>
                <a:close/>
                <a:moveTo>
                  <a:pt x="209550" y="323850"/>
                </a:moveTo>
                <a:lnTo>
                  <a:pt x="219075" y="323850"/>
                </a:lnTo>
                <a:lnTo>
                  <a:pt x="219075" y="333375"/>
                </a:lnTo>
                <a:lnTo>
                  <a:pt x="209550" y="333375"/>
                </a:lnTo>
                <a:close/>
                <a:moveTo>
                  <a:pt x="1257300" y="333375"/>
                </a:moveTo>
                <a:lnTo>
                  <a:pt x="1266825" y="333375"/>
                </a:lnTo>
                <a:lnTo>
                  <a:pt x="1266825" y="352425"/>
                </a:lnTo>
                <a:lnTo>
                  <a:pt x="1247775" y="352425"/>
                </a:lnTo>
                <a:lnTo>
                  <a:pt x="1247775" y="342900"/>
                </a:lnTo>
                <a:lnTo>
                  <a:pt x="1257300" y="342900"/>
                </a:lnTo>
                <a:close/>
                <a:moveTo>
                  <a:pt x="1543050" y="371475"/>
                </a:moveTo>
                <a:lnTo>
                  <a:pt x="1552575" y="371475"/>
                </a:lnTo>
                <a:lnTo>
                  <a:pt x="1552575" y="409575"/>
                </a:lnTo>
                <a:lnTo>
                  <a:pt x="1543050" y="409575"/>
                </a:lnTo>
                <a:lnTo>
                  <a:pt x="1543050" y="419100"/>
                </a:lnTo>
                <a:lnTo>
                  <a:pt x="1533525" y="419100"/>
                </a:lnTo>
                <a:lnTo>
                  <a:pt x="1533525" y="400050"/>
                </a:lnTo>
                <a:lnTo>
                  <a:pt x="1514475" y="400050"/>
                </a:lnTo>
                <a:lnTo>
                  <a:pt x="1514475" y="428625"/>
                </a:lnTo>
                <a:lnTo>
                  <a:pt x="1504950" y="428625"/>
                </a:lnTo>
                <a:lnTo>
                  <a:pt x="1504950" y="438150"/>
                </a:lnTo>
                <a:lnTo>
                  <a:pt x="1485900" y="438150"/>
                </a:lnTo>
                <a:lnTo>
                  <a:pt x="1485900" y="419100"/>
                </a:lnTo>
                <a:lnTo>
                  <a:pt x="1466850" y="419100"/>
                </a:lnTo>
                <a:lnTo>
                  <a:pt x="1466850" y="409575"/>
                </a:lnTo>
                <a:lnTo>
                  <a:pt x="1476375" y="409575"/>
                </a:lnTo>
                <a:lnTo>
                  <a:pt x="1476375" y="400050"/>
                </a:lnTo>
                <a:lnTo>
                  <a:pt x="1504950" y="400050"/>
                </a:lnTo>
                <a:lnTo>
                  <a:pt x="1504950" y="390525"/>
                </a:lnTo>
                <a:lnTo>
                  <a:pt x="1514475" y="390525"/>
                </a:lnTo>
                <a:lnTo>
                  <a:pt x="1514475" y="381000"/>
                </a:lnTo>
                <a:lnTo>
                  <a:pt x="1533525" y="381000"/>
                </a:lnTo>
                <a:lnTo>
                  <a:pt x="1533525" y="390525"/>
                </a:lnTo>
                <a:lnTo>
                  <a:pt x="1543050" y="390525"/>
                </a:lnTo>
                <a:close/>
                <a:moveTo>
                  <a:pt x="114300" y="390525"/>
                </a:moveTo>
                <a:lnTo>
                  <a:pt x="123825" y="390525"/>
                </a:lnTo>
                <a:lnTo>
                  <a:pt x="123825" y="409575"/>
                </a:lnTo>
                <a:lnTo>
                  <a:pt x="114300" y="409575"/>
                </a:lnTo>
                <a:close/>
                <a:moveTo>
                  <a:pt x="28575" y="400050"/>
                </a:moveTo>
                <a:lnTo>
                  <a:pt x="38100" y="400050"/>
                </a:lnTo>
                <a:lnTo>
                  <a:pt x="38100" y="723900"/>
                </a:lnTo>
                <a:lnTo>
                  <a:pt x="47625" y="723900"/>
                </a:lnTo>
                <a:lnTo>
                  <a:pt x="47625" y="714375"/>
                </a:lnTo>
                <a:lnTo>
                  <a:pt x="57150" y="714375"/>
                </a:lnTo>
                <a:lnTo>
                  <a:pt x="57150" y="733425"/>
                </a:lnTo>
                <a:lnTo>
                  <a:pt x="66675" y="733425"/>
                </a:lnTo>
                <a:lnTo>
                  <a:pt x="66675" y="752475"/>
                </a:lnTo>
                <a:lnTo>
                  <a:pt x="57150" y="752475"/>
                </a:lnTo>
                <a:lnTo>
                  <a:pt x="57150" y="771525"/>
                </a:lnTo>
                <a:lnTo>
                  <a:pt x="47625" y="771525"/>
                </a:lnTo>
                <a:lnTo>
                  <a:pt x="47625" y="752475"/>
                </a:lnTo>
                <a:lnTo>
                  <a:pt x="38100" y="752475"/>
                </a:lnTo>
                <a:lnTo>
                  <a:pt x="38100" y="895350"/>
                </a:lnTo>
                <a:lnTo>
                  <a:pt x="28575" y="895350"/>
                </a:lnTo>
                <a:close/>
                <a:moveTo>
                  <a:pt x="1524000" y="428625"/>
                </a:moveTo>
                <a:lnTo>
                  <a:pt x="1543050" y="428625"/>
                </a:lnTo>
                <a:lnTo>
                  <a:pt x="1543050" y="438150"/>
                </a:lnTo>
                <a:lnTo>
                  <a:pt x="1552575" y="438150"/>
                </a:lnTo>
                <a:lnTo>
                  <a:pt x="1552575" y="514350"/>
                </a:lnTo>
                <a:lnTo>
                  <a:pt x="1543050" y="514350"/>
                </a:lnTo>
                <a:lnTo>
                  <a:pt x="1543050" y="542925"/>
                </a:lnTo>
                <a:lnTo>
                  <a:pt x="1552575" y="542925"/>
                </a:lnTo>
                <a:lnTo>
                  <a:pt x="1552575" y="581025"/>
                </a:lnTo>
                <a:lnTo>
                  <a:pt x="1524000" y="581025"/>
                </a:lnTo>
                <a:lnTo>
                  <a:pt x="1524000" y="590550"/>
                </a:lnTo>
                <a:lnTo>
                  <a:pt x="1514475" y="590550"/>
                </a:lnTo>
                <a:lnTo>
                  <a:pt x="1514475" y="581025"/>
                </a:lnTo>
                <a:lnTo>
                  <a:pt x="1495425" y="581025"/>
                </a:lnTo>
                <a:lnTo>
                  <a:pt x="1495425" y="561975"/>
                </a:lnTo>
                <a:lnTo>
                  <a:pt x="1504950" y="561975"/>
                </a:lnTo>
                <a:lnTo>
                  <a:pt x="1504950" y="533400"/>
                </a:lnTo>
                <a:lnTo>
                  <a:pt x="1495425" y="533400"/>
                </a:lnTo>
                <a:lnTo>
                  <a:pt x="1495425" y="514350"/>
                </a:lnTo>
                <a:lnTo>
                  <a:pt x="1504950" y="514350"/>
                </a:lnTo>
                <a:lnTo>
                  <a:pt x="1504950" y="504825"/>
                </a:lnTo>
                <a:lnTo>
                  <a:pt x="1495425" y="504825"/>
                </a:lnTo>
                <a:lnTo>
                  <a:pt x="1495425" y="495300"/>
                </a:lnTo>
                <a:lnTo>
                  <a:pt x="1485900" y="495300"/>
                </a:lnTo>
                <a:lnTo>
                  <a:pt x="1485900" y="485775"/>
                </a:lnTo>
                <a:lnTo>
                  <a:pt x="1495425" y="485775"/>
                </a:lnTo>
                <a:lnTo>
                  <a:pt x="1495425" y="476250"/>
                </a:lnTo>
                <a:lnTo>
                  <a:pt x="1504950" y="476250"/>
                </a:lnTo>
                <a:lnTo>
                  <a:pt x="1504950" y="466725"/>
                </a:lnTo>
                <a:lnTo>
                  <a:pt x="1524000" y="466725"/>
                </a:lnTo>
                <a:lnTo>
                  <a:pt x="1524000" y="457200"/>
                </a:lnTo>
                <a:lnTo>
                  <a:pt x="1514475" y="457200"/>
                </a:lnTo>
                <a:lnTo>
                  <a:pt x="1514475" y="438150"/>
                </a:lnTo>
                <a:lnTo>
                  <a:pt x="1524000" y="438150"/>
                </a:lnTo>
                <a:close/>
                <a:moveTo>
                  <a:pt x="1533525" y="485775"/>
                </a:moveTo>
                <a:lnTo>
                  <a:pt x="1543050" y="485775"/>
                </a:lnTo>
                <a:lnTo>
                  <a:pt x="1543050" y="466725"/>
                </a:lnTo>
                <a:lnTo>
                  <a:pt x="1533525" y="466725"/>
                </a:lnTo>
                <a:close/>
                <a:moveTo>
                  <a:pt x="266700" y="504825"/>
                </a:moveTo>
                <a:lnTo>
                  <a:pt x="276225" y="504825"/>
                </a:lnTo>
                <a:lnTo>
                  <a:pt x="276225" y="533400"/>
                </a:lnTo>
                <a:lnTo>
                  <a:pt x="266700" y="533400"/>
                </a:lnTo>
                <a:lnTo>
                  <a:pt x="266700" y="523875"/>
                </a:lnTo>
                <a:lnTo>
                  <a:pt x="257175" y="523875"/>
                </a:lnTo>
                <a:lnTo>
                  <a:pt x="257175" y="514350"/>
                </a:lnTo>
                <a:lnTo>
                  <a:pt x="266700" y="514350"/>
                </a:lnTo>
                <a:close/>
                <a:moveTo>
                  <a:pt x="47625" y="571500"/>
                </a:moveTo>
                <a:lnTo>
                  <a:pt x="57150" y="571500"/>
                </a:lnTo>
                <a:lnTo>
                  <a:pt x="57150" y="600075"/>
                </a:lnTo>
                <a:lnTo>
                  <a:pt x="47625" y="600075"/>
                </a:lnTo>
                <a:close/>
                <a:moveTo>
                  <a:pt x="1466850" y="581025"/>
                </a:moveTo>
                <a:lnTo>
                  <a:pt x="1476375" y="581025"/>
                </a:lnTo>
                <a:lnTo>
                  <a:pt x="1476375" y="590550"/>
                </a:lnTo>
                <a:lnTo>
                  <a:pt x="1466850" y="590550"/>
                </a:lnTo>
                <a:close/>
                <a:moveTo>
                  <a:pt x="114300" y="609600"/>
                </a:moveTo>
                <a:lnTo>
                  <a:pt x="123825" y="609600"/>
                </a:lnTo>
                <a:lnTo>
                  <a:pt x="123825" y="666750"/>
                </a:lnTo>
                <a:lnTo>
                  <a:pt x="104775" y="666750"/>
                </a:lnTo>
                <a:lnTo>
                  <a:pt x="104775" y="685800"/>
                </a:lnTo>
                <a:lnTo>
                  <a:pt x="95250" y="685800"/>
                </a:lnTo>
                <a:lnTo>
                  <a:pt x="95250" y="657225"/>
                </a:lnTo>
                <a:lnTo>
                  <a:pt x="114300" y="657225"/>
                </a:lnTo>
                <a:close/>
                <a:moveTo>
                  <a:pt x="1514475" y="619125"/>
                </a:moveTo>
                <a:lnTo>
                  <a:pt x="1552575" y="619125"/>
                </a:lnTo>
                <a:lnTo>
                  <a:pt x="1552575" y="666750"/>
                </a:lnTo>
                <a:lnTo>
                  <a:pt x="1543050" y="666750"/>
                </a:lnTo>
                <a:lnTo>
                  <a:pt x="1543050" y="685800"/>
                </a:lnTo>
                <a:lnTo>
                  <a:pt x="1552575" y="685800"/>
                </a:lnTo>
                <a:lnTo>
                  <a:pt x="1552575" y="704850"/>
                </a:lnTo>
                <a:lnTo>
                  <a:pt x="1543050" y="704850"/>
                </a:lnTo>
                <a:lnTo>
                  <a:pt x="1543050" y="695325"/>
                </a:lnTo>
                <a:lnTo>
                  <a:pt x="1533525" y="695325"/>
                </a:lnTo>
                <a:lnTo>
                  <a:pt x="1533525" y="704850"/>
                </a:lnTo>
                <a:lnTo>
                  <a:pt x="1524000" y="704850"/>
                </a:lnTo>
                <a:lnTo>
                  <a:pt x="1524000" y="647700"/>
                </a:lnTo>
                <a:lnTo>
                  <a:pt x="1514475" y="647700"/>
                </a:lnTo>
                <a:close/>
                <a:moveTo>
                  <a:pt x="114300" y="733425"/>
                </a:moveTo>
                <a:lnTo>
                  <a:pt x="123825" y="733425"/>
                </a:lnTo>
                <a:lnTo>
                  <a:pt x="123825" y="800100"/>
                </a:lnTo>
                <a:lnTo>
                  <a:pt x="114300" y="800100"/>
                </a:lnTo>
                <a:close/>
                <a:moveTo>
                  <a:pt x="1543050" y="819150"/>
                </a:moveTo>
                <a:lnTo>
                  <a:pt x="1552575" y="819150"/>
                </a:lnTo>
                <a:lnTo>
                  <a:pt x="1552575" y="866775"/>
                </a:lnTo>
                <a:lnTo>
                  <a:pt x="1543050" y="866775"/>
                </a:lnTo>
                <a:lnTo>
                  <a:pt x="1543050" y="885825"/>
                </a:lnTo>
                <a:lnTo>
                  <a:pt x="1552575" y="885825"/>
                </a:lnTo>
                <a:lnTo>
                  <a:pt x="1552575" y="981075"/>
                </a:lnTo>
                <a:lnTo>
                  <a:pt x="1543050" y="981075"/>
                </a:lnTo>
                <a:lnTo>
                  <a:pt x="1543050" y="990600"/>
                </a:lnTo>
                <a:lnTo>
                  <a:pt x="1533525" y="990600"/>
                </a:lnTo>
                <a:lnTo>
                  <a:pt x="1533525" y="1000125"/>
                </a:lnTo>
                <a:lnTo>
                  <a:pt x="1524000" y="1000125"/>
                </a:lnTo>
                <a:lnTo>
                  <a:pt x="1524000" y="981075"/>
                </a:lnTo>
                <a:lnTo>
                  <a:pt x="1504950" y="981075"/>
                </a:lnTo>
                <a:lnTo>
                  <a:pt x="1504950" y="990600"/>
                </a:lnTo>
                <a:lnTo>
                  <a:pt x="1514475" y="990600"/>
                </a:lnTo>
                <a:lnTo>
                  <a:pt x="1514475" y="1019175"/>
                </a:lnTo>
                <a:lnTo>
                  <a:pt x="1504950" y="1019175"/>
                </a:lnTo>
                <a:lnTo>
                  <a:pt x="1504950" y="1047750"/>
                </a:lnTo>
                <a:lnTo>
                  <a:pt x="1495425" y="1047750"/>
                </a:lnTo>
                <a:lnTo>
                  <a:pt x="1495425" y="1038225"/>
                </a:lnTo>
                <a:lnTo>
                  <a:pt x="1485900" y="1038225"/>
                </a:lnTo>
                <a:lnTo>
                  <a:pt x="1485900" y="1019175"/>
                </a:lnTo>
                <a:lnTo>
                  <a:pt x="1457325" y="1019175"/>
                </a:lnTo>
                <a:lnTo>
                  <a:pt x="1457325" y="1000125"/>
                </a:lnTo>
                <a:lnTo>
                  <a:pt x="1466850" y="1000125"/>
                </a:lnTo>
                <a:lnTo>
                  <a:pt x="1466850" y="990600"/>
                </a:lnTo>
                <a:lnTo>
                  <a:pt x="1476375" y="990600"/>
                </a:lnTo>
                <a:lnTo>
                  <a:pt x="1476375" y="981075"/>
                </a:lnTo>
                <a:lnTo>
                  <a:pt x="1485900" y="981075"/>
                </a:lnTo>
                <a:lnTo>
                  <a:pt x="1485900" y="971550"/>
                </a:lnTo>
                <a:lnTo>
                  <a:pt x="1504950" y="971550"/>
                </a:lnTo>
                <a:lnTo>
                  <a:pt x="1504950" y="952500"/>
                </a:lnTo>
                <a:lnTo>
                  <a:pt x="1514475" y="952500"/>
                </a:lnTo>
                <a:lnTo>
                  <a:pt x="1514475" y="933450"/>
                </a:lnTo>
                <a:lnTo>
                  <a:pt x="1533525" y="933450"/>
                </a:lnTo>
                <a:lnTo>
                  <a:pt x="1533525" y="914400"/>
                </a:lnTo>
                <a:lnTo>
                  <a:pt x="1514475" y="914400"/>
                </a:lnTo>
                <a:lnTo>
                  <a:pt x="1514475" y="923925"/>
                </a:lnTo>
                <a:lnTo>
                  <a:pt x="1495425" y="923925"/>
                </a:lnTo>
                <a:lnTo>
                  <a:pt x="1495425" y="895350"/>
                </a:lnTo>
                <a:lnTo>
                  <a:pt x="1485900" y="895350"/>
                </a:lnTo>
                <a:lnTo>
                  <a:pt x="1485900" y="904875"/>
                </a:lnTo>
                <a:lnTo>
                  <a:pt x="1476375" y="904875"/>
                </a:lnTo>
                <a:lnTo>
                  <a:pt x="1476375" y="895350"/>
                </a:lnTo>
                <a:lnTo>
                  <a:pt x="1466850" y="895350"/>
                </a:lnTo>
                <a:lnTo>
                  <a:pt x="1466850" y="876300"/>
                </a:lnTo>
                <a:lnTo>
                  <a:pt x="1457325" y="876300"/>
                </a:lnTo>
                <a:lnTo>
                  <a:pt x="1457325" y="866775"/>
                </a:lnTo>
                <a:lnTo>
                  <a:pt x="1476375" y="866775"/>
                </a:lnTo>
                <a:lnTo>
                  <a:pt x="1476375" y="847725"/>
                </a:lnTo>
                <a:lnTo>
                  <a:pt x="1485900" y="847725"/>
                </a:lnTo>
                <a:lnTo>
                  <a:pt x="1485900" y="838200"/>
                </a:lnTo>
                <a:lnTo>
                  <a:pt x="1476375" y="838200"/>
                </a:lnTo>
                <a:lnTo>
                  <a:pt x="1476375" y="828675"/>
                </a:lnTo>
                <a:lnTo>
                  <a:pt x="1485900" y="828675"/>
                </a:lnTo>
                <a:lnTo>
                  <a:pt x="1485900" y="838200"/>
                </a:lnTo>
                <a:lnTo>
                  <a:pt x="1533525" y="838200"/>
                </a:lnTo>
                <a:lnTo>
                  <a:pt x="1533525" y="857250"/>
                </a:lnTo>
                <a:lnTo>
                  <a:pt x="1543050" y="857250"/>
                </a:lnTo>
                <a:close/>
                <a:moveTo>
                  <a:pt x="28575" y="904875"/>
                </a:moveTo>
                <a:lnTo>
                  <a:pt x="38100" y="904875"/>
                </a:lnTo>
                <a:lnTo>
                  <a:pt x="38100" y="1028700"/>
                </a:lnTo>
                <a:lnTo>
                  <a:pt x="47625" y="1028700"/>
                </a:lnTo>
                <a:lnTo>
                  <a:pt x="47625" y="1047750"/>
                </a:lnTo>
                <a:lnTo>
                  <a:pt x="38100" y="1047750"/>
                </a:lnTo>
                <a:lnTo>
                  <a:pt x="38100" y="1066800"/>
                </a:lnTo>
                <a:lnTo>
                  <a:pt x="47625" y="1066800"/>
                </a:lnTo>
                <a:lnTo>
                  <a:pt x="47625" y="1076325"/>
                </a:lnTo>
                <a:lnTo>
                  <a:pt x="57150" y="1076325"/>
                </a:lnTo>
                <a:lnTo>
                  <a:pt x="57150" y="1085850"/>
                </a:lnTo>
                <a:lnTo>
                  <a:pt x="38100" y="1085850"/>
                </a:lnTo>
                <a:lnTo>
                  <a:pt x="38100" y="1133475"/>
                </a:lnTo>
                <a:lnTo>
                  <a:pt x="47625" y="1133475"/>
                </a:lnTo>
                <a:lnTo>
                  <a:pt x="47625" y="1162050"/>
                </a:lnTo>
                <a:lnTo>
                  <a:pt x="57150" y="1162050"/>
                </a:lnTo>
                <a:lnTo>
                  <a:pt x="57150" y="1152525"/>
                </a:lnTo>
                <a:lnTo>
                  <a:pt x="76200" y="1152525"/>
                </a:lnTo>
                <a:lnTo>
                  <a:pt x="76200" y="1143000"/>
                </a:lnTo>
                <a:lnTo>
                  <a:pt x="85725" y="1143000"/>
                </a:lnTo>
                <a:lnTo>
                  <a:pt x="85725" y="1171575"/>
                </a:lnTo>
                <a:lnTo>
                  <a:pt x="66675" y="1171575"/>
                </a:lnTo>
                <a:lnTo>
                  <a:pt x="66675" y="1181100"/>
                </a:lnTo>
                <a:lnTo>
                  <a:pt x="57150" y="1181100"/>
                </a:lnTo>
                <a:lnTo>
                  <a:pt x="57150" y="1171575"/>
                </a:lnTo>
                <a:lnTo>
                  <a:pt x="47625" y="1171575"/>
                </a:lnTo>
                <a:lnTo>
                  <a:pt x="47625" y="1190625"/>
                </a:lnTo>
                <a:lnTo>
                  <a:pt x="38100" y="1190625"/>
                </a:lnTo>
                <a:lnTo>
                  <a:pt x="38100" y="1143000"/>
                </a:lnTo>
                <a:lnTo>
                  <a:pt x="28575" y="1143000"/>
                </a:lnTo>
                <a:close/>
                <a:moveTo>
                  <a:pt x="114300" y="914400"/>
                </a:moveTo>
                <a:lnTo>
                  <a:pt x="123825" y="914400"/>
                </a:lnTo>
                <a:lnTo>
                  <a:pt x="123825" y="942975"/>
                </a:lnTo>
                <a:lnTo>
                  <a:pt x="114300" y="942975"/>
                </a:lnTo>
                <a:close/>
                <a:moveTo>
                  <a:pt x="1323975" y="923925"/>
                </a:moveTo>
                <a:lnTo>
                  <a:pt x="1333500" y="923925"/>
                </a:lnTo>
                <a:lnTo>
                  <a:pt x="1333500" y="933450"/>
                </a:lnTo>
                <a:lnTo>
                  <a:pt x="1323975" y="933450"/>
                </a:lnTo>
                <a:close/>
                <a:moveTo>
                  <a:pt x="1314450" y="933450"/>
                </a:moveTo>
                <a:lnTo>
                  <a:pt x="1323975" y="933450"/>
                </a:lnTo>
                <a:lnTo>
                  <a:pt x="1323975" y="942975"/>
                </a:lnTo>
                <a:lnTo>
                  <a:pt x="1314450" y="942975"/>
                </a:lnTo>
                <a:close/>
                <a:moveTo>
                  <a:pt x="114300" y="1057275"/>
                </a:moveTo>
                <a:lnTo>
                  <a:pt x="123825" y="1057275"/>
                </a:lnTo>
                <a:lnTo>
                  <a:pt x="123825" y="1085850"/>
                </a:lnTo>
                <a:lnTo>
                  <a:pt x="114300" y="1085850"/>
                </a:lnTo>
                <a:close/>
                <a:moveTo>
                  <a:pt x="95250" y="1085850"/>
                </a:moveTo>
                <a:lnTo>
                  <a:pt x="114300" y="1085850"/>
                </a:lnTo>
                <a:lnTo>
                  <a:pt x="114300" y="1104900"/>
                </a:lnTo>
                <a:lnTo>
                  <a:pt x="123825" y="1104900"/>
                </a:lnTo>
                <a:lnTo>
                  <a:pt x="123825" y="1114425"/>
                </a:lnTo>
                <a:lnTo>
                  <a:pt x="104775" y="1114425"/>
                </a:lnTo>
                <a:lnTo>
                  <a:pt x="104775" y="1095375"/>
                </a:lnTo>
                <a:lnTo>
                  <a:pt x="95250" y="1095375"/>
                </a:lnTo>
                <a:close/>
                <a:moveTo>
                  <a:pt x="123825" y="1114425"/>
                </a:moveTo>
                <a:lnTo>
                  <a:pt x="133350" y="1114425"/>
                </a:lnTo>
                <a:lnTo>
                  <a:pt x="133350" y="1123950"/>
                </a:lnTo>
                <a:lnTo>
                  <a:pt x="123825" y="1123950"/>
                </a:lnTo>
                <a:close/>
                <a:moveTo>
                  <a:pt x="1438275" y="1123950"/>
                </a:moveTo>
                <a:lnTo>
                  <a:pt x="1447800" y="1123950"/>
                </a:lnTo>
                <a:lnTo>
                  <a:pt x="1447800" y="1133475"/>
                </a:lnTo>
                <a:lnTo>
                  <a:pt x="1438275" y="1133475"/>
                </a:lnTo>
                <a:close/>
                <a:moveTo>
                  <a:pt x="38100" y="1200150"/>
                </a:moveTo>
                <a:lnTo>
                  <a:pt x="47625" y="1200150"/>
                </a:lnTo>
                <a:lnTo>
                  <a:pt x="47625" y="1209675"/>
                </a:lnTo>
                <a:lnTo>
                  <a:pt x="38100" y="1209675"/>
                </a:lnTo>
                <a:close/>
                <a:moveTo>
                  <a:pt x="76200" y="1238250"/>
                </a:moveTo>
                <a:lnTo>
                  <a:pt x="85725" y="1238250"/>
                </a:lnTo>
                <a:lnTo>
                  <a:pt x="85725" y="1247775"/>
                </a:lnTo>
                <a:lnTo>
                  <a:pt x="76200" y="1247775"/>
                </a:lnTo>
                <a:close/>
                <a:moveTo>
                  <a:pt x="57150" y="1247775"/>
                </a:moveTo>
                <a:lnTo>
                  <a:pt x="76200" y="1247775"/>
                </a:lnTo>
                <a:lnTo>
                  <a:pt x="76200" y="1257300"/>
                </a:lnTo>
                <a:lnTo>
                  <a:pt x="66675" y="1257300"/>
                </a:lnTo>
                <a:lnTo>
                  <a:pt x="66675" y="1266825"/>
                </a:lnTo>
                <a:lnTo>
                  <a:pt x="57150" y="1266825"/>
                </a:lnTo>
                <a:close/>
                <a:moveTo>
                  <a:pt x="1476375" y="1257300"/>
                </a:moveTo>
                <a:lnTo>
                  <a:pt x="1495425" y="1257300"/>
                </a:lnTo>
                <a:lnTo>
                  <a:pt x="1495425" y="1285875"/>
                </a:lnTo>
                <a:lnTo>
                  <a:pt x="1476375" y="1285875"/>
                </a:lnTo>
                <a:lnTo>
                  <a:pt x="1476375" y="1295400"/>
                </a:lnTo>
                <a:lnTo>
                  <a:pt x="1485900" y="1295400"/>
                </a:lnTo>
                <a:lnTo>
                  <a:pt x="1485900" y="1304925"/>
                </a:lnTo>
                <a:lnTo>
                  <a:pt x="1476375" y="1304925"/>
                </a:lnTo>
                <a:lnTo>
                  <a:pt x="1476375" y="1314450"/>
                </a:lnTo>
                <a:lnTo>
                  <a:pt x="1457325" y="1314450"/>
                </a:lnTo>
                <a:lnTo>
                  <a:pt x="1457325" y="1304925"/>
                </a:lnTo>
                <a:lnTo>
                  <a:pt x="1466850" y="1304925"/>
                </a:lnTo>
                <a:lnTo>
                  <a:pt x="1466850" y="1266825"/>
                </a:lnTo>
                <a:lnTo>
                  <a:pt x="1476375" y="1266825"/>
                </a:lnTo>
                <a:close/>
                <a:moveTo>
                  <a:pt x="66675" y="1276350"/>
                </a:moveTo>
                <a:lnTo>
                  <a:pt x="76200" y="1276350"/>
                </a:lnTo>
                <a:lnTo>
                  <a:pt x="76200" y="1285875"/>
                </a:lnTo>
                <a:lnTo>
                  <a:pt x="66675" y="1285875"/>
                </a:lnTo>
                <a:close/>
                <a:moveTo>
                  <a:pt x="133350" y="1276350"/>
                </a:moveTo>
                <a:lnTo>
                  <a:pt x="142875" y="1276350"/>
                </a:lnTo>
                <a:lnTo>
                  <a:pt x="142875" y="1285875"/>
                </a:lnTo>
                <a:lnTo>
                  <a:pt x="133350" y="1285875"/>
                </a:lnTo>
                <a:close/>
                <a:moveTo>
                  <a:pt x="76200" y="1285875"/>
                </a:moveTo>
                <a:lnTo>
                  <a:pt x="85725" y="1285875"/>
                </a:lnTo>
                <a:lnTo>
                  <a:pt x="85725" y="1304925"/>
                </a:lnTo>
                <a:lnTo>
                  <a:pt x="76200" y="1304925"/>
                </a:lnTo>
                <a:close/>
                <a:moveTo>
                  <a:pt x="1447800" y="1314450"/>
                </a:moveTo>
                <a:lnTo>
                  <a:pt x="1457325" y="1314450"/>
                </a:lnTo>
                <a:lnTo>
                  <a:pt x="1457325" y="1323975"/>
                </a:lnTo>
                <a:lnTo>
                  <a:pt x="1447800" y="1323975"/>
                </a:lnTo>
                <a:close/>
                <a:moveTo>
                  <a:pt x="95250" y="1323975"/>
                </a:moveTo>
                <a:lnTo>
                  <a:pt x="104775" y="1323975"/>
                </a:lnTo>
                <a:lnTo>
                  <a:pt x="104775" y="1333500"/>
                </a:lnTo>
                <a:lnTo>
                  <a:pt x="95250" y="1333500"/>
                </a:lnTo>
                <a:close/>
                <a:moveTo>
                  <a:pt x="1285875" y="1323975"/>
                </a:moveTo>
                <a:lnTo>
                  <a:pt x="1304925" y="1323975"/>
                </a:lnTo>
                <a:lnTo>
                  <a:pt x="1304925" y="1333500"/>
                </a:lnTo>
                <a:lnTo>
                  <a:pt x="1285875" y="1333500"/>
                </a:lnTo>
                <a:close/>
                <a:moveTo>
                  <a:pt x="1438275" y="1323975"/>
                </a:moveTo>
                <a:lnTo>
                  <a:pt x="1447800" y="1323975"/>
                </a:lnTo>
                <a:lnTo>
                  <a:pt x="1447800" y="1343025"/>
                </a:lnTo>
                <a:lnTo>
                  <a:pt x="1438275" y="1343025"/>
                </a:lnTo>
                <a:lnTo>
                  <a:pt x="1438275" y="1352550"/>
                </a:lnTo>
                <a:lnTo>
                  <a:pt x="1428750" y="1352550"/>
                </a:lnTo>
                <a:lnTo>
                  <a:pt x="1428750" y="1362075"/>
                </a:lnTo>
                <a:lnTo>
                  <a:pt x="1419225" y="1362075"/>
                </a:lnTo>
                <a:lnTo>
                  <a:pt x="1419225" y="1343025"/>
                </a:lnTo>
                <a:lnTo>
                  <a:pt x="1428750" y="1343025"/>
                </a:lnTo>
                <a:lnTo>
                  <a:pt x="1428750" y="1333500"/>
                </a:lnTo>
                <a:lnTo>
                  <a:pt x="1438275" y="1333500"/>
                </a:lnTo>
                <a:close/>
                <a:moveTo>
                  <a:pt x="1104900" y="1362075"/>
                </a:moveTo>
                <a:lnTo>
                  <a:pt x="1133475" y="1362075"/>
                </a:lnTo>
                <a:lnTo>
                  <a:pt x="1133475" y="1371600"/>
                </a:lnTo>
                <a:lnTo>
                  <a:pt x="1152525" y="1371600"/>
                </a:lnTo>
                <a:lnTo>
                  <a:pt x="1152525" y="1362075"/>
                </a:lnTo>
                <a:lnTo>
                  <a:pt x="1162050" y="1362075"/>
                </a:lnTo>
                <a:lnTo>
                  <a:pt x="1162050" y="1381125"/>
                </a:lnTo>
                <a:lnTo>
                  <a:pt x="1181100" y="1381125"/>
                </a:lnTo>
                <a:lnTo>
                  <a:pt x="1181100" y="1371600"/>
                </a:lnTo>
                <a:lnTo>
                  <a:pt x="1209675" y="1371600"/>
                </a:lnTo>
                <a:lnTo>
                  <a:pt x="1209675" y="1381125"/>
                </a:lnTo>
                <a:lnTo>
                  <a:pt x="1228725" y="1381125"/>
                </a:lnTo>
                <a:lnTo>
                  <a:pt x="1228725" y="1409700"/>
                </a:lnTo>
                <a:lnTo>
                  <a:pt x="1219200" y="1409700"/>
                </a:lnTo>
                <a:lnTo>
                  <a:pt x="1219200" y="1400175"/>
                </a:lnTo>
                <a:lnTo>
                  <a:pt x="1181100" y="1400175"/>
                </a:lnTo>
                <a:lnTo>
                  <a:pt x="1181100" y="1419225"/>
                </a:lnTo>
                <a:lnTo>
                  <a:pt x="1152525" y="1419225"/>
                </a:lnTo>
                <a:lnTo>
                  <a:pt x="1152525" y="1428750"/>
                </a:lnTo>
                <a:lnTo>
                  <a:pt x="1104900" y="1428750"/>
                </a:lnTo>
                <a:lnTo>
                  <a:pt x="1104900" y="1447800"/>
                </a:lnTo>
                <a:lnTo>
                  <a:pt x="1085850" y="1447800"/>
                </a:lnTo>
                <a:lnTo>
                  <a:pt x="1085850" y="1428750"/>
                </a:lnTo>
                <a:lnTo>
                  <a:pt x="1095375" y="1428750"/>
                </a:lnTo>
                <a:lnTo>
                  <a:pt x="1095375" y="1419225"/>
                </a:lnTo>
                <a:lnTo>
                  <a:pt x="1104900" y="1419225"/>
                </a:lnTo>
                <a:lnTo>
                  <a:pt x="1104900" y="1409700"/>
                </a:lnTo>
                <a:lnTo>
                  <a:pt x="1114425" y="1409700"/>
                </a:lnTo>
                <a:lnTo>
                  <a:pt x="1114425" y="1390650"/>
                </a:lnTo>
                <a:lnTo>
                  <a:pt x="1095375" y="1390650"/>
                </a:lnTo>
                <a:lnTo>
                  <a:pt x="1095375" y="1381125"/>
                </a:lnTo>
                <a:lnTo>
                  <a:pt x="1104900" y="1381125"/>
                </a:lnTo>
                <a:close/>
                <a:moveTo>
                  <a:pt x="152400" y="1381125"/>
                </a:moveTo>
                <a:lnTo>
                  <a:pt x="161925" y="1381125"/>
                </a:lnTo>
                <a:lnTo>
                  <a:pt x="161925" y="1390650"/>
                </a:lnTo>
                <a:lnTo>
                  <a:pt x="152400" y="1390650"/>
                </a:lnTo>
                <a:close/>
                <a:moveTo>
                  <a:pt x="1266825" y="1381125"/>
                </a:moveTo>
                <a:lnTo>
                  <a:pt x="1276350" y="1381125"/>
                </a:lnTo>
                <a:lnTo>
                  <a:pt x="1276350" y="1390650"/>
                </a:lnTo>
                <a:lnTo>
                  <a:pt x="1285875" y="1390650"/>
                </a:lnTo>
                <a:lnTo>
                  <a:pt x="1285875" y="1400175"/>
                </a:lnTo>
                <a:lnTo>
                  <a:pt x="1266825" y="1400175"/>
                </a:lnTo>
                <a:close/>
                <a:moveTo>
                  <a:pt x="1143000" y="1409700"/>
                </a:moveTo>
                <a:lnTo>
                  <a:pt x="1152525" y="1409700"/>
                </a:lnTo>
                <a:lnTo>
                  <a:pt x="1152525" y="1400175"/>
                </a:lnTo>
                <a:lnTo>
                  <a:pt x="1143000" y="1400175"/>
                </a:lnTo>
                <a:close/>
                <a:moveTo>
                  <a:pt x="1209675" y="1409700"/>
                </a:moveTo>
                <a:lnTo>
                  <a:pt x="1219200" y="1409700"/>
                </a:lnTo>
                <a:lnTo>
                  <a:pt x="1219200" y="1419225"/>
                </a:lnTo>
                <a:lnTo>
                  <a:pt x="1209675" y="1419225"/>
                </a:lnTo>
                <a:close/>
                <a:moveTo>
                  <a:pt x="276225" y="1428750"/>
                </a:moveTo>
                <a:lnTo>
                  <a:pt x="304800" y="1428750"/>
                </a:lnTo>
                <a:lnTo>
                  <a:pt x="304800" y="1438275"/>
                </a:lnTo>
                <a:lnTo>
                  <a:pt x="314325" y="1438275"/>
                </a:lnTo>
                <a:lnTo>
                  <a:pt x="314325" y="1447800"/>
                </a:lnTo>
                <a:lnTo>
                  <a:pt x="295275" y="1447800"/>
                </a:lnTo>
                <a:lnTo>
                  <a:pt x="295275" y="1438275"/>
                </a:lnTo>
                <a:lnTo>
                  <a:pt x="276225" y="1438275"/>
                </a:lnTo>
                <a:close/>
                <a:moveTo>
                  <a:pt x="352425" y="1438275"/>
                </a:moveTo>
                <a:lnTo>
                  <a:pt x="371475" y="1438275"/>
                </a:lnTo>
                <a:lnTo>
                  <a:pt x="371475" y="1447800"/>
                </a:lnTo>
                <a:lnTo>
                  <a:pt x="352425" y="1447800"/>
                </a:lnTo>
                <a:close/>
              </a:path>
            </a:pathLst>
          </a:custGeom>
          <a:solidFill xmlns:a="http://schemas.openxmlformats.org/drawingml/2006/main">
            <a:srgbClr val="FCF5E3"/>
          </a:solidFill>
          <a:ln xmlns:a="http://schemas.openxmlformats.org/drawingml/2006/main" w="0">
            <a:noFill/>
          </a:ln>
        </p:spPr>
      </p:sp>
      <p:sp>
        <p:nvSpPr>
          <p:cNvPr id="64" name="logo vector #fdf5e1">
            <a:extLst xmlns:a="http://schemas.openxmlformats.org/drawingml/2006/main">
              <a:ext uri="{FF2B5EF4-FFF2-40B4-BE49-F238E27FC236}">
                <a16:creationId xmlns:a16="http://schemas.microsoft.com/office/drawing/2014/main" id="{EAEB94E3-1F07-4CD6-BA24-F36543EC0A6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219700" y="4476750"/>
            <a:ext cx="1581150" cy="1485900"/>
          </a:xfrm>
          <a:custGeom xmlns:a="http://schemas.openxmlformats.org/drawingml/2006/main">
            <a:pathLst>
              <a:path w="1581150" h="1485900">
                <a:moveTo>
                  <a:pt x="0" y="0"/>
                </a:moveTo>
                <a:lnTo>
                  <a:pt x="19050" y="0"/>
                </a:lnTo>
                <a:lnTo>
                  <a:pt x="19050" y="9525"/>
                </a:lnTo>
                <a:lnTo>
                  <a:pt x="38100" y="9525"/>
                </a:lnTo>
                <a:lnTo>
                  <a:pt x="38100" y="0"/>
                </a:lnTo>
                <a:lnTo>
                  <a:pt x="66675" y="0"/>
                </a:lnTo>
                <a:lnTo>
                  <a:pt x="66675" y="38100"/>
                </a:lnTo>
                <a:lnTo>
                  <a:pt x="76200" y="38100"/>
                </a:lnTo>
                <a:lnTo>
                  <a:pt x="76200" y="0"/>
                </a:lnTo>
                <a:lnTo>
                  <a:pt x="104775" y="0"/>
                </a:lnTo>
                <a:lnTo>
                  <a:pt x="104775" y="9525"/>
                </a:lnTo>
                <a:lnTo>
                  <a:pt x="114300" y="9525"/>
                </a:lnTo>
                <a:lnTo>
                  <a:pt x="114300" y="0"/>
                </a:lnTo>
                <a:lnTo>
                  <a:pt x="123825" y="0"/>
                </a:lnTo>
                <a:lnTo>
                  <a:pt x="123825" y="9525"/>
                </a:lnTo>
                <a:lnTo>
                  <a:pt x="114300" y="9525"/>
                </a:lnTo>
                <a:lnTo>
                  <a:pt x="114300" y="38100"/>
                </a:lnTo>
                <a:lnTo>
                  <a:pt x="104775" y="38100"/>
                </a:lnTo>
                <a:lnTo>
                  <a:pt x="104775" y="47625"/>
                </a:lnTo>
                <a:lnTo>
                  <a:pt x="95250" y="47625"/>
                </a:lnTo>
                <a:lnTo>
                  <a:pt x="95250" y="38100"/>
                </a:lnTo>
                <a:lnTo>
                  <a:pt x="85725" y="38100"/>
                </a:lnTo>
                <a:lnTo>
                  <a:pt x="85725" y="47625"/>
                </a:lnTo>
                <a:lnTo>
                  <a:pt x="66675" y="47625"/>
                </a:lnTo>
                <a:lnTo>
                  <a:pt x="66675" y="57150"/>
                </a:lnTo>
                <a:lnTo>
                  <a:pt x="57150" y="57150"/>
                </a:lnTo>
                <a:lnTo>
                  <a:pt x="57150" y="76200"/>
                </a:lnTo>
                <a:lnTo>
                  <a:pt x="47625" y="76200"/>
                </a:lnTo>
                <a:lnTo>
                  <a:pt x="47625" y="104775"/>
                </a:lnTo>
                <a:lnTo>
                  <a:pt x="38100" y="104775"/>
                </a:lnTo>
                <a:lnTo>
                  <a:pt x="38100" y="114300"/>
                </a:lnTo>
                <a:lnTo>
                  <a:pt x="28575" y="114300"/>
                </a:lnTo>
                <a:lnTo>
                  <a:pt x="28575" y="123825"/>
                </a:lnTo>
                <a:lnTo>
                  <a:pt x="19050" y="123825"/>
                </a:lnTo>
                <a:lnTo>
                  <a:pt x="19050" y="142875"/>
                </a:lnTo>
                <a:lnTo>
                  <a:pt x="9525" y="142875"/>
                </a:lnTo>
                <a:lnTo>
                  <a:pt x="9525" y="152400"/>
                </a:lnTo>
                <a:lnTo>
                  <a:pt x="0" y="152400"/>
                </a:lnTo>
                <a:lnTo>
                  <a:pt x="0" y="104775"/>
                </a:lnTo>
                <a:lnTo>
                  <a:pt x="9525" y="104775"/>
                </a:lnTo>
                <a:lnTo>
                  <a:pt x="9525" y="95250"/>
                </a:lnTo>
                <a:lnTo>
                  <a:pt x="0" y="95250"/>
                </a:lnTo>
                <a:lnTo>
                  <a:pt x="0" y="66675"/>
                </a:lnTo>
                <a:lnTo>
                  <a:pt x="9525" y="66675"/>
                </a:lnTo>
                <a:lnTo>
                  <a:pt x="9525" y="57150"/>
                </a:lnTo>
                <a:lnTo>
                  <a:pt x="0" y="57150"/>
                </a:lnTo>
                <a:close/>
                <a:moveTo>
                  <a:pt x="142875" y="0"/>
                </a:moveTo>
                <a:lnTo>
                  <a:pt x="161925" y="0"/>
                </a:lnTo>
                <a:lnTo>
                  <a:pt x="161925" y="9525"/>
                </a:lnTo>
                <a:lnTo>
                  <a:pt x="142875" y="9525"/>
                </a:lnTo>
                <a:close/>
                <a:moveTo>
                  <a:pt x="409575" y="0"/>
                </a:moveTo>
                <a:lnTo>
                  <a:pt x="419100" y="0"/>
                </a:lnTo>
                <a:lnTo>
                  <a:pt x="419100" y="9525"/>
                </a:lnTo>
                <a:lnTo>
                  <a:pt x="428625" y="9525"/>
                </a:lnTo>
                <a:lnTo>
                  <a:pt x="428625" y="19050"/>
                </a:lnTo>
                <a:lnTo>
                  <a:pt x="457200" y="19050"/>
                </a:lnTo>
                <a:lnTo>
                  <a:pt x="457200" y="9525"/>
                </a:lnTo>
                <a:lnTo>
                  <a:pt x="476250" y="9525"/>
                </a:lnTo>
                <a:lnTo>
                  <a:pt x="476250" y="0"/>
                </a:lnTo>
                <a:lnTo>
                  <a:pt x="485775" y="0"/>
                </a:lnTo>
                <a:lnTo>
                  <a:pt x="485775" y="28575"/>
                </a:lnTo>
                <a:lnTo>
                  <a:pt x="400050" y="28575"/>
                </a:lnTo>
                <a:lnTo>
                  <a:pt x="400050" y="9525"/>
                </a:lnTo>
                <a:lnTo>
                  <a:pt x="409575" y="9525"/>
                </a:lnTo>
                <a:close/>
                <a:moveTo>
                  <a:pt x="561975" y="0"/>
                </a:moveTo>
                <a:lnTo>
                  <a:pt x="609600" y="0"/>
                </a:lnTo>
                <a:lnTo>
                  <a:pt x="609600" y="9525"/>
                </a:lnTo>
                <a:lnTo>
                  <a:pt x="619125" y="9525"/>
                </a:lnTo>
                <a:lnTo>
                  <a:pt x="619125" y="0"/>
                </a:lnTo>
                <a:lnTo>
                  <a:pt x="657225" y="0"/>
                </a:lnTo>
                <a:lnTo>
                  <a:pt x="657225" y="9525"/>
                </a:lnTo>
                <a:lnTo>
                  <a:pt x="647700" y="9525"/>
                </a:lnTo>
                <a:lnTo>
                  <a:pt x="647700" y="19050"/>
                </a:lnTo>
                <a:lnTo>
                  <a:pt x="609600" y="19050"/>
                </a:lnTo>
                <a:lnTo>
                  <a:pt x="609600" y="28575"/>
                </a:lnTo>
                <a:lnTo>
                  <a:pt x="581025" y="28575"/>
                </a:lnTo>
                <a:lnTo>
                  <a:pt x="581025" y="19050"/>
                </a:lnTo>
                <a:lnTo>
                  <a:pt x="571500" y="19050"/>
                </a:lnTo>
                <a:lnTo>
                  <a:pt x="571500" y="9525"/>
                </a:lnTo>
                <a:lnTo>
                  <a:pt x="561975" y="9525"/>
                </a:lnTo>
                <a:close/>
                <a:moveTo>
                  <a:pt x="685800" y="0"/>
                </a:moveTo>
                <a:lnTo>
                  <a:pt x="809625" y="0"/>
                </a:lnTo>
                <a:lnTo>
                  <a:pt x="809625" y="9525"/>
                </a:lnTo>
                <a:lnTo>
                  <a:pt x="828675" y="9525"/>
                </a:lnTo>
                <a:lnTo>
                  <a:pt x="828675" y="0"/>
                </a:lnTo>
                <a:lnTo>
                  <a:pt x="981075" y="0"/>
                </a:lnTo>
                <a:lnTo>
                  <a:pt x="981075" y="9525"/>
                </a:lnTo>
                <a:lnTo>
                  <a:pt x="1009650" y="9525"/>
                </a:lnTo>
                <a:lnTo>
                  <a:pt x="1009650" y="19050"/>
                </a:lnTo>
                <a:lnTo>
                  <a:pt x="800100" y="19050"/>
                </a:lnTo>
                <a:lnTo>
                  <a:pt x="800100" y="9525"/>
                </a:lnTo>
                <a:lnTo>
                  <a:pt x="790575" y="9525"/>
                </a:lnTo>
                <a:lnTo>
                  <a:pt x="790575" y="19050"/>
                </a:lnTo>
                <a:lnTo>
                  <a:pt x="781050" y="19050"/>
                </a:lnTo>
                <a:lnTo>
                  <a:pt x="781050" y="9525"/>
                </a:lnTo>
                <a:lnTo>
                  <a:pt x="771525" y="9525"/>
                </a:lnTo>
                <a:lnTo>
                  <a:pt x="771525" y="19050"/>
                </a:lnTo>
                <a:lnTo>
                  <a:pt x="695325" y="19050"/>
                </a:lnTo>
                <a:lnTo>
                  <a:pt x="695325" y="9525"/>
                </a:lnTo>
                <a:lnTo>
                  <a:pt x="685800" y="9525"/>
                </a:lnTo>
                <a:close/>
                <a:moveTo>
                  <a:pt x="133350" y="9525"/>
                </a:moveTo>
                <a:lnTo>
                  <a:pt x="142875" y="9525"/>
                </a:lnTo>
                <a:lnTo>
                  <a:pt x="142875" y="19050"/>
                </a:lnTo>
                <a:lnTo>
                  <a:pt x="133350" y="19050"/>
                </a:lnTo>
                <a:close/>
                <a:moveTo>
                  <a:pt x="352425" y="19050"/>
                </a:moveTo>
                <a:lnTo>
                  <a:pt x="381000" y="19050"/>
                </a:lnTo>
                <a:lnTo>
                  <a:pt x="381000" y="28575"/>
                </a:lnTo>
                <a:lnTo>
                  <a:pt x="361950" y="28575"/>
                </a:lnTo>
                <a:lnTo>
                  <a:pt x="361950" y="38100"/>
                </a:lnTo>
                <a:lnTo>
                  <a:pt x="342900" y="38100"/>
                </a:lnTo>
                <a:lnTo>
                  <a:pt x="342900" y="47625"/>
                </a:lnTo>
                <a:lnTo>
                  <a:pt x="314325" y="47625"/>
                </a:lnTo>
                <a:lnTo>
                  <a:pt x="314325" y="38100"/>
                </a:lnTo>
                <a:lnTo>
                  <a:pt x="323850" y="38100"/>
                </a:lnTo>
                <a:lnTo>
                  <a:pt x="323850" y="28575"/>
                </a:lnTo>
                <a:lnTo>
                  <a:pt x="352425" y="28575"/>
                </a:lnTo>
                <a:close/>
                <a:moveTo>
                  <a:pt x="495300" y="19050"/>
                </a:moveTo>
                <a:lnTo>
                  <a:pt x="504825" y="19050"/>
                </a:lnTo>
                <a:lnTo>
                  <a:pt x="504825" y="28575"/>
                </a:lnTo>
                <a:lnTo>
                  <a:pt x="495300" y="28575"/>
                </a:lnTo>
                <a:close/>
                <a:moveTo>
                  <a:pt x="514350" y="19050"/>
                </a:moveTo>
                <a:lnTo>
                  <a:pt x="523875" y="19050"/>
                </a:lnTo>
                <a:lnTo>
                  <a:pt x="523875" y="28575"/>
                </a:lnTo>
                <a:lnTo>
                  <a:pt x="514350" y="28575"/>
                </a:lnTo>
                <a:close/>
                <a:moveTo>
                  <a:pt x="533400" y="19050"/>
                </a:moveTo>
                <a:lnTo>
                  <a:pt x="542925" y="19050"/>
                </a:lnTo>
                <a:lnTo>
                  <a:pt x="542925" y="28575"/>
                </a:lnTo>
                <a:lnTo>
                  <a:pt x="533400" y="28575"/>
                </a:lnTo>
                <a:close/>
                <a:moveTo>
                  <a:pt x="1390650" y="19050"/>
                </a:moveTo>
                <a:lnTo>
                  <a:pt x="1400175" y="19050"/>
                </a:lnTo>
                <a:lnTo>
                  <a:pt x="1400175" y="38100"/>
                </a:lnTo>
                <a:lnTo>
                  <a:pt x="1419225" y="38100"/>
                </a:lnTo>
                <a:lnTo>
                  <a:pt x="1419225" y="47625"/>
                </a:lnTo>
                <a:lnTo>
                  <a:pt x="1438275" y="47625"/>
                </a:lnTo>
                <a:lnTo>
                  <a:pt x="1438275" y="57150"/>
                </a:lnTo>
                <a:lnTo>
                  <a:pt x="1419225" y="57150"/>
                </a:lnTo>
                <a:lnTo>
                  <a:pt x="1419225" y="66675"/>
                </a:lnTo>
                <a:lnTo>
                  <a:pt x="1457325" y="66675"/>
                </a:lnTo>
                <a:lnTo>
                  <a:pt x="1457325" y="85725"/>
                </a:lnTo>
                <a:lnTo>
                  <a:pt x="1476375" y="85725"/>
                </a:lnTo>
                <a:lnTo>
                  <a:pt x="1476375" y="104775"/>
                </a:lnTo>
                <a:lnTo>
                  <a:pt x="1485900" y="104775"/>
                </a:lnTo>
                <a:lnTo>
                  <a:pt x="1485900" y="133350"/>
                </a:lnTo>
                <a:lnTo>
                  <a:pt x="1476375" y="133350"/>
                </a:lnTo>
                <a:lnTo>
                  <a:pt x="1476375" y="142875"/>
                </a:lnTo>
                <a:lnTo>
                  <a:pt x="1457325" y="142875"/>
                </a:lnTo>
                <a:lnTo>
                  <a:pt x="1457325" y="180975"/>
                </a:lnTo>
                <a:lnTo>
                  <a:pt x="1447800" y="180975"/>
                </a:lnTo>
                <a:lnTo>
                  <a:pt x="1447800" y="190500"/>
                </a:lnTo>
                <a:lnTo>
                  <a:pt x="1438275" y="190500"/>
                </a:lnTo>
                <a:lnTo>
                  <a:pt x="1438275" y="200025"/>
                </a:lnTo>
                <a:lnTo>
                  <a:pt x="1428750" y="200025"/>
                </a:lnTo>
                <a:lnTo>
                  <a:pt x="1428750" y="209550"/>
                </a:lnTo>
                <a:lnTo>
                  <a:pt x="1419225" y="209550"/>
                </a:lnTo>
                <a:lnTo>
                  <a:pt x="1419225" y="161925"/>
                </a:lnTo>
                <a:lnTo>
                  <a:pt x="1409700" y="161925"/>
                </a:lnTo>
                <a:lnTo>
                  <a:pt x="1409700" y="142875"/>
                </a:lnTo>
                <a:lnTo>
                  <a:pt x="1400175" y="142875"/>
                </a:lnTo>
                <a:lnTo>
                  <a:pt x="1400175" y="133350"/>
                </a:lnTo>
                <a:lnTo>
                  <a:pt x="1390650" y="133350"/>
                </a:lnTo>
                <a:lnTo>
                  <a:pt x="1390650" y="114300"/>
                </a:lnTo>
                <a:lnTo>
                  <a:pt x="1381125" y="114300"/>
                </a:lnTo>
                <a:lnTo>
                  <a:pt x="1381125" y="104775"/>
                </a:lnTo>
                <a:lnTo>
                  <a:pt x="1362075" y="104775"/>
                </a:lnTo>
                <a:lnTo>
                  <a:pt x="1362075" y="95250"/>
                </a:lnTo>
                <a:lnTo>
                  <a:pt x="1352550" y="95250"/>
                </a:lnTo>
                <a:lnTo>
                  <a:pt x="1352550" y="85725"/>
                </a:lnTo>
                <a:lnTo>
                  <a:pt x="1333500" y="85725"/>
                </a:lnTo>
                <a:lnTo>
                  <a:pt x="1333500" y="76200"/>
                </a:lnTo>
                <a:lnTo>
                  <a:pt x="1304925" y="76200"/>
                </a:lnTo>
                <a:lnTo>
                  <a:pt x="1304925" y="66675"/>
                </a:lnTo>
                <a:lnTo>
                  <a:pt x="1333500" y="66675"/>
                </a:lnTo>
                <a:lnTo>
                  <a:pt x="1333500" y="57150"/>
                </a:lnTo>
                <a:lnTo>
                  <a:pt x="1362075" y="57150"/>
                </a:lnTo>
                <a:lnTo>
                  <a:pt x="1362075" y="47625"/>
                </a:lnTo>
                <a:lnTo>
                  <a:pt x="1371600" y="47625"/>
                </a:lnTo>
                <a:lnTo>
                  <a:pt x="1371600" y="38100"/>
                </a:lnTo>
                <a:lnTo>
                  <a:pt x="1381125" y="38100"/>
                </a:lnTo>
                <a:lnTo>
                  <a:pt x="1381125" y="28575"/>
                </a:lnTo>
                <a:lnTo>
                  <a:pt x="1390650" y="28575"/>
                </a:lnTo>
                <a:close/>
                <a:moveTo>
                  <a:pt x="276225" y="28575"/>
                </a:moveTo>
                <a:lnTo>
                  <a:pt x="285750" y="28575"/>
                </a:lnTo>
                <a:lnTo>
                  <a:pt x="285750" y="47625"/>
                </a:lnTo>
                <a:lnTo>
                  <a:pt x="314325" y="47625"/>
                </a:lnTo>
                <a:lnTo>
                  <a:pt x="314325" y="57150"/>
                </a:lnTo>
                <a:lnTo>
                  <a:pt x="295275" y="57150"/>
                </a:lnTo>
                <a:lnTo>
                  <a:pt x="295275" y="66675"/>
                </a:lnTo>
                <a:lnTo>
                  <a:pt x="285750" y="66675"/>
                </a:lnTo>
                <a:lnTo>
                  <a:pt x="285750" y="57150"/>
                </a:lnTo>
                <a:lnTo>
                  <a:pt x="276225" y="57150"/>
                </a:lnTo>
                <a:lnTo>
                  <a:pt x="276225" y="66675"/>
                </a:lnTo>
                <a:lnTo>
                  <a:pt x="266700" y="66675"/>
                </a:lnTo>
                <a:lnTo>
                  <a:pt x="266700" y="76200"/>
                </a:lnTo>
                <a:lnTo>
                  <a:pt x="247650" y="76200"/>
                </a:lnTo>
                <a:lnTo>
                  <a:pt x="247650" y="66675"/>
                </a:lnTo>
                <a:lnTo>
                  <a:pt x="257175" y="66675"/>
                </a:lnTo>
                <a:lnTo>
                  <a:pt x="257175" y="57150"/>
                </a:lnTo>
                <a:lnTo>
                  <a:pt x="266700" y="57150"/>
                </a:lnTo>
                <a:lnTo>
                  <a:pt x="266700" y="47625"/>
                </a:lnTo>
                <a:lnTo>
                  <a:pt x="276225" y="47625"/>
                </a:lnTo>
                <a:close/>
                <a:moveTo>
                  <a:pt x="28575" y="47625"/>
                </a:moveTo>
                <a:lnTo>
                  <a:pt x="38100" y="47625"/>
                </a:lnTo>
                <a:lnTo>
                  <a:pt x="38100" y="38100"/>
                </a:lnTo>
                <a:lnTo>
                  <a:pt x="28575" y="38100"/>
                </a:lnTo>
                <a:close/>
                <a:moveTo>
                  <a:pt x="1257300" y="47625"/>
                </a:moveTo>
                <a:lnTo>
                  <a:pt x="1266825" y="47625"/>
                </a:lnTo>
                <a:lnTo>
                  <a:pt x="1266825" y="57150"/>
                </a:lnTo>
                <a:lnTo>
                  <a:pt x="1257300" y="57150"/>
                </a:lnTo>
                <a:close/>
                <a:moveTo>
                  <a:pt x="85725" y="57150"/>
                </a:moveTo>
                <a:lnTo>
                  <a:pt x="95250" y="57150"/>
                </a:lnTo>
                <a:lnTo>
                  <a:pt x="95250" y="66675"/>
                </a:lnTo>
                <a:lnTo>
                  <a:pt x="85725" y="66675"/>
                </a:lnTo>
                <a:close/>
                <a:moveTo>
                  <a:pt x="238125" y="76200"/>
                </a:moveTo>
                <a:lnTo>
                  <a:pt x="247650" y="76200"/>
                </a:lnTo>
                <a:lnTo>
                  <a:pt x="247650" y="95250"/>
                </a:lnTo>
                <a:lnTo>
                  <a:pt x="228600" y="95250"/>
                </a:lnTo>
                <a:lnTo>
                  <a:pt x="228600" y="114300"/>
                </a:lnTo>
                <a:lnTo>
                  <a:pt x="219075" y="114300"/>
                </a:lnTo>
                <a:lnTo>
                  <a:pt x="219075" y="85725"/>
                </a:lnTo>
                <a:lnTo>
                  <a:pt x="238125" y="85725"/>
                </a:lnTo>
                <a:close/>
                <a:moveTo>
                  <a:pt x="9525" y="85725"/>
                </a:moveTo>
                <a:lnTo>
                  <a:pt x="38100" y="85725"/>
                </a:lnTo>
                <a:lnTo>
                  <a:pt x="38100" y="57150"/>
                </a:lnTo>
                <a:lnTo>
                  <a:pt x="28575" y="57150"/>
                </a:lnTo>
                <a:lnTo>
                  <a:pt x="28575" y="66675"/>
                </a:lnTo>
                <a:lnTo>
                  <a:pt x="9525" y="66675"/>
                </a:lnTo>
                <a:close/>
                <a:moveTo>
                  <a:pt x="523875" y="95250"/>
                </a:moveTo>
                <a:lnTo>
                  <a:pt x="533400" y="95250"/>
                </a:lnTo>
                <a:lnTo>
                  <a:pt x="533400" y="104775"/>
                </a:lnTo>
                <a:lnTo>
                  <a:pt x="523875" y="104775"/>
                </a:lnTo>
                <a:close/>
                <a:moveTo>
                  <a:pt x="971550" y="95250"/>
                </a:moveTo>
                <a:lnTo>
                  <a:pt x="981075" y="95250"/>
                </a:lnTo>
                <a:lnTo>
                  <a:pt x="981075" y="104775"/>
                </a:lnTo>
                <a:lnTo>
                  <a:pt x="971550" y="104775"/>
                </a:lnTo>
                <a:close/>
                <a:moveTo>
                  <a:pt x="552450" y="104775"/>
                </a:moveTo>
                <a:lnTo>
                  <a:pt x="647700" y="104775"/>
                </a:lnTo>
                <a:lnTo>
                  <a:pt x="647700" y="114300"/>
                </a:lnTo>
                <a:lnTo>
                  <a:pt x="657225" y="114300"/>
                </a:lnTo>
                <a:lnTo>
                  <a:pt x="657225" y="123825"/>
                </a:lnTo>
                <a:lnTo>
                  <a:pt x="628650" y="123825"/>
                </a:lnTo>
                <a:lnTo>
                  <a:pt x="628650" y="133350"/>
                </a:lnTo>
                <a:lnTo>
                  <a:pt x="619125" y="133350"/>
                </a:lnTo>
                <a:lnTo>
                  <a:pt x="619125" y="142875"/>
                </a:lnTo>
                <a:lnTo>
                  <a:pt x="609600" y="142875"/>
                </a:lnTo>
                <a:lnTo>
                  <a:pt x="609600" y="123825"/>
                </a:lnTo>
                <a:lnTo>
                  <a:pt x="600075" y="123825"/>
                </a:lnTo>
                <a:lnTo>
                  <a:pt x="600075" y="114300"/>
                </a:lnTo>
                <a:lnTo>
                  <a:pt x="581025" y="114300"/>
                </a:lnTo>
                <a:lnTo>
                  <a:pt x="581025" y="123825"/>
                </a:lnTo>
                <a:lnTo>
                  <a:pt x="552450" y="123825"/>
                </a:lnTo>
                <a:close/>
                <a:moveTo>
                  <a:pt x="209550" y="114300"/>
                </a:moveTo>
                <a:lnTo>
                  <a:pt x="219075" y="114300"/>
                </a:lnTo>
                <a:lnTo>
                  <a:pt x="219075" y="123825"/>
                </a:lnTo>
                <a:lnTo>
                  <a:pt x="209550" y="123825"/>
                </a:lnTo>
                <a:close/>
                <a:moveTo>
                  <a:pt x="1457325" y="114300"/>
                </a:moveTo>
                <a:lnTo>
                  <a:pt x="1466850" y="114300"/>
                </a:lnTo>
                <a:lnTo>
                  <a:pt x="1466850" y="104775"/>
                </a:lnTo>
                <a:lnTo>
                  <a:pt x="1457325" y="104775"/>
                </a:lnTo>
                <a:lnTo>
                  <a:pt x="1457325" y="95250"/>
                </a:lnTo>
                <a:lnTo>
                  <a:pt x="1438275" y="95250"/>
                </a:lnTo>
                <a:lnTo>
                  <a:pt x="1438275" y="104775"/>
                </a:lnTo>
                <a:lnTo>
                  <a:pt x="1428750" y="104775"/>
                </a:lnTo>
                <a:lnTo>
                  <a:pt x="1428750" y="114300"/>
                </a:lnTo>
                <a:lnTo>
                  <a:pt x="1419225" y="114300"/>
                </a:lnTo>
                <a:lnTo>
                  <a:pt x="1419225" y="123825"/>
                </a:lnTo>
                <a:lnTo>
                  <a:pt x="1428750" y="123825"/>
                </a:lnTo>
                <a:lnTo>
                  <a:pt x="1428750" y="133350"/>
                </a:lnTo>
                <a:lnTo>
                  <a:pt x="1447800" y="133350"/>
                </a:lnTo>
                <a:lnTo>
                  <a:pt x="1447800" y="123825"/>
                </a:lnTo>
                <a:lnTo>
                  <a:pt x="1457325" y="123825"/>
                </a:lnTo>
                <a:close/>
                <a:moveTo>
                  <a:pt x="200025" y="123825"/>
                </a:moveTo>
                <a:lnTo>
                  <a:pt x="209550" y="123825"/>
                </a:lnTo>
                <a:lnTo>
                  <a:pt x="209550" y="133350"/>
                </a:lnTo>
                <a:lnTo>
                  <a:pt x="200025" y="133350"/>
                </a:lnTo>
                <a:close/>
                <a:moveTo>
                  <a:pt x="581025" y="123825"/>
                </a:moveTo>
                <a:lnTo>
                  <a:pt x="590550" y="123825"/>
                </a:lnTo>
                <a:lnTo>
                  <a:pt x="590550" y="133350"/>
                </a:lnTo>
                <a:lnTo>
                  <a:pt x="581025" y="133350"/>
                </a:lnTo>
                <a:close/>
                <a:moveTo>
                  <a:pt x="190500" y="133350"/>
                </a:moveTo>
                <a:lnTo>
                  <a:pt x="200025" y="133350"/>
                </a:lnTo>
                <a:lnTo>
                  <a:pt x="200025" y="142875"/>
                </a:lnTo>
                <a:lnTo>
                  <a:pt x="190500" y="142875"/>
                </a:lnTo>
                <a:close/>
                <a:moveTo>
                  <a:pt x="333375" y="133350"/>
                </a:moveTo>
                <a:lnTo>
                  <a:pt x="371475" y="133350"/>
                </a:lnTo>
                <a:lnTo>
                  <a:pt x="371475" y="142875"/>
                </a:lnTo>
                <a:lnTo>
                  <a:pt x="390525" y="142875"/>
                </a:lnTo>
                <a:lnTo>
                  <a:pt x="390525" y="152400"/>
                </a:lnTo>
                <a:lnTo>
                  <a:pt x="371475" y="152400"/>
                </a:lnTo>
                <a:lnTo>
                  <a:pt x="371475" y="171450"/>
                </a:lnTo>
                <a:lnTo>
                  <a:pt x="381000" y="171450"/>
                </a:lnTo>
                <a:lnTo>
                  <a:pt x="381000" y="180975"/>
                </a:lnTo>
                <a:lnTo>
                  <a:pt x="371475" y="180975"/>
                </a:lnTo>
                <a:lnTo>
                  <a:pt x="371475" y="190500"/>
                </a:lnTo>
                <a:lnTo>
                  <a:pt x="352425" y="190500"/>
                </a:lnTo>
                <a:lnTo>
                  <a:pt x="352425" y="180975"/>
                </a:lnTo>
                <a:lnTo>
                  <a:pt x="342900" y="180975"/>
                </a:lnTo>
                <a:lnTo>
                  <a:pt x="342900" y="171450"/>
                </a:lnTo>
                <a:lnTo>
                  <a:pt x="323850" y="171450"/>
                </a:lnTo>
                <a:lnTo>
                  <a:pt x="323850" y="152400"/>
                </a:lnTo>
                <a:lnTo>
                  <a:pt x="333375" y="152400"/>
                </a:lnTo>
                <a:close/>
                <a:moveTo>
                  <a:pt x="1219200" y="133350"/>
                </a:moveTo>
                <a:lnTo>
                  <a:pt x="1228725" y="133350"/>
                </a:lnTo>
                <a:lnTo>
                  <a:pt x="1228725" y="142875"/>
                </a:lnTo>
                <a:lnTo>
                  <a:pt x="1219200" y="142875"/>
                </a:lnTo>
                <a:close/>
                <a:moveTo>
                  <a:pt x="1238250" y="133350"/>
                </a:moveTo>
                <a:lnTo>
                  <a:pt x="1247775" y="133350"/>
                </a:lnTo>
                <a:lnTo>
                  <a:pt x="1247775" y="142875"/>
                </a:lnTo>
                <a:lnTo>
                  <a:pt x="1238250" y="142875"/>
                </a:lnTo>
                <a:close/>
                <a:moveTo>
                  <a:pt x="180975" y="142875"/>
                </a:moveTo>
                <a:lnTo>
                  <a:pt x="190500" y="142875"/>
                </a:lnTo>
                <a:lnTo>
                  <a:pt x="190500" y="152400"/>
                </a:lnTo>
                <a:lnTo>
                  <a:pt x="180975" y="152400"/>
                </a:lnTo>
                <a:close/>
                <a:moveTo>
                  <a:pt x="466725" y="142875"/>
                </a:moveTo>
                <a:lnTo>
                  <a:pt x="476250" y="142875"/>
                </a:lnTo>
                <a:lnTo>
                  <a:pt x="476250" y="152400"/>
                </a:lnTo>
                <a:lnTo>
                  <a:pt x="466725" y="152400"/>
                </a:lnTo>
                <a:close/>
                <a:moveTo>
                  <a:pt x="1143000" y="142875"/>
                </a:moveTo>
                <a:lnTo>
                  <a:pt x="1190625" y="142875"/>
                </a:lnTo>
                <a:lnTo>
                  <a:pt x="1190625" y="152400"/>
                </a:lnTo>
                <a:lnTo>
                  <a:pt x="1171575" y="152400"/>
                </a:lnTo>
                <a:lnTo>
                  <a:pt x="1171575" y="161925"/>
                </a:lnTo>
                <a:lnTo>
                  <a:pt x="1162050" y="161925"/>
                </a:lnTo>
                <a:lnTo>
                  <a:pt x="1162050" y="152400"/>
                </a:lnTo>
                <a:lnTo>
                  <a:pt x="1152525" y="152400"/>
                </a:lnTo>
                <a:lnTo>
                  <a:pt x="1152525" y="161925"/>
                </a:lnTo>
                <a:lnTo>
                  <a:pt x="1143000" y="161925"/>
                </a:lnTo>
                <a:lnTo>
                  <a:pt x="1143000" y="171450"/>
                </a:lnTo>
                <a:lnTo>
                  <a:pt x="1133475" y="171450"/>
                </a:lnTo>
                <a:lnTo>
                  <a:pt x="1133475" y="152400"/>
                </a:lnTo>
                <a:lnTo>
                  <a:pt x="1143000" y="152400"/>
                </a:lnTo>
                <a:close/>
                <a:moveTo>
                  <a:pt x="1200150" y="142875"/>
                </a:moveTo>
                <a:lnTo>
                  <a:pt x="1219200" y="142875"/>
                </a:lnTo>
                <a:lnTo>
                  <a:pt x="1219200" y="152400"/>
                </a:lnTo>
                <a:lnTo>
                  <a:pt x="1247775" y="152400"/>
                </a:lnTo>
                <a:lnTo>
                  <a:pt x="1247775" y="142875"/>
                </a:lnTo>
                <a:lnTo>
                  <a:pt x="1257300" y="142875"/>
                </a:lnTo>
                <a:lnTo>
                  <a:pt x="1257300" y="161925"/>
                </a:lnTo>
                <a:lnTo>
                  <a:pt x="1266825" y="161925"/>
                </a:lnTo>
                <a:lnTo>
                  <a:pt x="1266825" y="171450"/>
                </a:lnTo>
                <a:lnTo>
                  <a:pt x="1285875" y="171450"/>
                </a:lnTo>
                <a:lnTo>
                  <a:pt x="1285875" y="180975"/>
                </a:lnTo>
                <a:lnTo>
                  <a:pt x="1295400" y="180975"/>
                </a:lnTo>
                <a:lnTo>
                  <a:pt x="1295400" y="190500"/>
                </a:lnTo>
                <a:lnTo>
                  <a:pt x="1304925" y="190500"/>
                </a:lnTo>
                <a:lnTo>
                  <a:pt x="1304925" y="200025"/>
                </a:lnTo>
                <a:lnTo>
                  <a:pt x="1314450" y="200025"/>
                </a:lnTo>
                <a:lnTo>
                  <a:pt x="1314450" y="209550"/>
                </a:lnTo>
                <a:lnTo>
                  <a:pt x="1323975" y="209550"/>
                </a:lnTo>
                <a:lnTo>
                  <a:pt x="1323975" y="228600"/>
                </a:lnTo>
                <a:lnTo>
                  <a:pt x="1314450" y="228600"/>
                </a:lnTo>
                <a:lnTo>
                  <a:pt x="1314450" y="219075"/>
                </a:lnTo>
                <a:lnTo>
                  <a:pt x="1285875" y="219075"/>
                </a:lnTo>
                <a:lnTo>
                  <a:pt x="1285875" y="228600"/>
                </a:lnTo>
                <a:lnTo>
                  <a:pt x="1276350" y="228600"/>
                </a:lnTo>
                <a:lnTo>
                  <a:pt x="1276350" y="219075"/>
                </a:lnTo>
                <a:lnTo>
                  <a:pt x="1266825" y="219075"/>
                </a:lnTo>
                <a:lnTo>
                  <a:pt x="1266825" y="209550"/>
                </a:lnTo>
                <a:lnTo>
                  <a:pt x="1247775" y="209550"/>
                </a:lnTo>
                <a:lnTo>
                  <a:pt x="1247775" y="219075"/>
                </a:lnTo>
                <a:lnTo>
                  <a:pt x="1238250" y="219075"/>
                </a:lnTo>
                <a:lnTo>
                  <a:pt x="1238250" y="209550"/>
                </a:lnTo>
                <a:lnTo>
                  <a:pt x="1209675" y="209550"/>
                </a:lnTo>
                <a:lnTo>
                  <a:pt x="1209675" y="200025"/>
                </a:lnTo>
                <a:lnTo>
                  <a:pt x="1219200" y="200025"/>
                </a:lnTo>
                <a:lnTo>
                  <a:pt x="1219200" y="190500"/>
                </a:lnTo>
                <a:lnTo>
                  <a:pt x="1190625" y="190500"/>
                </a:lnTo>
                <a:lnTo>
                  <a:pt x="1190625" y="180975"/>
                </a:lnTo>
                <a:lnTo>
                  <a:pt x="1181100" y="180975"/>
                </a:lnTo>
                <a:lnTo>
                  <a:pt x="1181100" y="161925"/>
                </a:lnTo>
                <a:lnTo>
                  <a:pt x="1190625" y="161925"/>
                </a:lnTo>
                <a:lnTo>
                  <a:pt x="1190625" y="152400"/>
                </a:lnTo>
                <a:lnTo>
                  <a:pt x="1200150" y="152400"/>
                </a:lnTo>
                <a:close/>
                <a:moveTo>
                  <a:pt x="295275" y="152400"/>
                </a:moveTo>
                <a:lnTo>
                  <a:pt x="304800" y="152400"/>
                </a:lnTo>
                <a:lnTo>
                  <a:pt x="304800" y="161925"/>
                </a:lnTo>
                <a:lnTo>
                  <a:pt x="295275" y="161925"/>
                </a:lnTo>
                <a:close/>
                <a:moveTo>
                  <a:pt x="400050" y="152400"/>
                </a:moveTo>
                <a:lnTo>
                  <a:pt x="409575" y="152400"/>
                </a:lnTo>
                <a:lnTo>
                  <a:pt x="409575" y="171450"/>
                </a:lnTo>
                <a:lnTo>
                  <a:pt x="390525" y="171450"/>
                </a:lnTo>
                <a:lnTo>
                  <a:pt x="390525" y="161925"/>
                </a:lnTo>
                <a:lnTo>
                  <a:pt x="400050" y="161925"/>
                </a:lnTo>
                <a:close/>
                <a:moveTo>
                  <a:pt x="514350" y="152400"/>
                </a:moveTo>
                <a:lnTo>
                  <a:pt x="523875" y="152400"/>
                </a:lnTo>
                <a:lnTo>
                  <a:pt x="523875" y="161925"/>
                </a:lnTo>
                <a:lnTo>
                  <a:pt x="514350" y="161925"/>
                </a:lnTo>
                <a:close/>
                <a:moveTo>
                  <a:pt x="1066800" y="152400"/>
                </a:moveTo>
                <a:lnTo>
                  <a:pt x="1076325" y="152400"/>
                </a:lnTo>
                <a:lnTo>
                  <a:pt x="1076325" y="161925"/>
                </a:lnTo>
                <a:lnTo>
                  <a:pt x="1066800" y="161925"/>
                </a:lnTo>
                <a:close/>
                <a:moveTo>
                  <a:pt x="1095375" y="152400"/>
                </a:moveTo>
                <a:lnTo>
                  <a:pt x="1104900" y="152400"/>
                </a:lnTo>
                <a:lnTo>
                  <a:pt x="1104900" y="161925"/>
                </a:lnTo>
                <a:lnTo>
                  <a:pt x="1095375" y="161925"/>
                </a:lnTo>
                <a:close/>
                <a:moveTo>
                  <a:pt x="171450" y="161925"/>
                </a:moveTo>
                <a:lnTo>
                  <a:pt x="180975" y="161925"/>
                </a:lnTo>
                <a:lnTo>
                  <a:pt x="180975" y="180975"/>
                </a:lnTo>
                <a:lnTo>
                  <a:pt x="171450" y="180975"/>
                </a:lnTo>
                <a:close/>
                <a:moveTo>
                  <a:pt x="285750" y="161925"/>
                </a:moveTo>
                <a:lnTo>
                  <a:pt x="295275" y="161925"/>
                </a:lnTo>
                <a:lnTo>
                  <a:pt x="295275" y="171450"/>
                </a:lnTo>
                <a:lnTo>
                  <a:pt x="285750" y="171450"/>
                </a:lnTo>
                <a:close/>
                <a:moveTo>
                  <a:pt x="1143000" y="171450"/>
                </a:moveTo>
                <a:lnTo>
                  <a:pt x="1152525" y="171450"/>
                </a:lnTo>
                <a:lnTo>
                  <a:pt x="1152525" y="180975"/>
                </a:lnTo>
                <a:lnTo>
                  <a:pt x="1143000" y="180975"/>
                </a:lnTo>
                <a:close/>
                <a:moveTo>
                  <a:pt x="161925" y="180975"/>
                </a:moveTo>
                <a:lnTo>
                  <a:pt x="171450" y="180975"/>
                </a:lnTo>
                <a:lnTo>
                  <a:pt x="171450" y="200025"/>
                </a:lnTo>
                <a:lnTo>
                  <a:pt x="161925" y="200025"/>
                </a:lnTo>
                <a:close/>
                <a:moveTo>
                  <a:pt x="790575" y="180975"/>
                </a:moveTo>
                <a:lnTo>
                  <a:pt x="800100" y="180975"/>
                </a:lnTo>
                <a:lnTo>
                  <a:pt x="800100" y="190500"/>
                </a:lnTo>
                <a:lnTo>
                  <a:pt x="790575" y="190500"/>
                </a:lnTo>
                <a:close/>
                <a:moveTo>
                  <a:pt x="1152525" y="180975"/>
                </a:moveTo>
                <a:lnTo>
                  <a:pt x="1162050" y="180975"/>
                </a:lnTo>
                <a:lnTo>
                  <a:pt x="1162050" y="190500"/>
                </a:lnTo>
                <a:lnTo>
                  <a:pt x="1152525" y="190500"/>
                </a:lnTo>
                <a:close/>
                <a:moveTo>
                  <a:pt x="771525" y="190500"/>
                </a:moveTo>
                <a:lnTo>
                  <a:pt x="781050" y="190500"/>
                </a:lnTo>
                <a:lnTo>
                  <a:pt x="781050" y="200025"/>
                </a:lnTo>
                <a:lnTo>
                  <a:pt x="771525" y="200025"/>
                </a:lnTo>
                <a:close/>
                <a:moveTo>
                  <a:pt x="152400" y="200025"/>
                </a:moveTo>
                <a:lnTo>
                  <a:pt x="161925" y="200025"/>
                </a:lnTo>
                <a:lnTo>
                  <a:pt x="161925" y="209550"/>
                </a:lnTo>
                <a:lnTo>
                  <a:pt x="152400" y="209550"/>
                </a:lnTo>
                <a:close/>
                <a:moveTo>
                  <a:pt x="600075" y="200025"/>
                </a:moveTo>
                <a:lnTo>
                  <a:pt x="609600" y="200025"/>
                </a:lnTo>
                <a:lnTo>
                  <a:pt x="609600" y="219075"/>
                </a:lnTo>
                <a:lnTo>
                  <a:pt x="600075" y="219075"/>
                </a:lnTo>
                <a:close/>
                <a:moveTo>
                  <a:pt x="1009650" y="200025"/>
                </a:moveTo>
                <a:lnTo>
                  <a:pt x="1019175" y="200025"/>
                </a:lnTo>
                <a:lnTo>
                  <a:pt x="1019175" y="209550"/>
                </a:lnTo>
                <a:lnTo>
                  <a:pt x="1009650" y="209550"/>
                </a:lnTo>
                <a:close/>
                <a:moveTo>
                  <a:pt x="142875" y="209550"/>
                </a:moveTo>
                <a:lnTo>
                  <a:pt x="152400" y="209550"/>
                </a:lnTo>
                <a:lnTo>
                  <a:pt x="152400" y="228600"/>
                </a:lnTo>
                <a:lnTo>
                  <a:pt x="142875" y="228600"/>
                </a:lnTo>
                <a:close/>
                <a:moveTo>
                  <a:pt x="342900" y="219075"/>
                </a:moveTo>
                <a:lnTo>
                  <a:pt x="352425" y="219075"/>
                </a:lnTo>
                <a:lnTo>
                  <a:pt x="352425" y="228600"/>
                </a:lnTo>
                <a:lnTo>
                  <a:pt x="342900" y="228600"/>
                </a:lnTo>
                <a:close/>
                <a:moveTo>
                  <a:pt x="1009650" y="219075"/>
                </a:moveTo>
                <a:lnTo>
                  <a:pt x="1019175" y="219075"/>
                </a:lnTo>
                <a:lnTo>
                  <a:pt x="1019175" y="228600"/>
                </a:lnTo>
                <a:lnTo>
                  <a:pt x="1009650" y="228600"/>
                </a:lnTo>
                <a:close/>
                <a:moveTo>
                  <a:pt x="1247775" y="219075"/>
                </a:moveTo>
                <a:lnTo>
                  <a:pt x="1257300" y="219075"/>
                </a:lnTo>
                <a:lnTo>
                  <a:pt x="1257300" y="238125"/>
                </a:lnTo>
                <a:lnTo>
                  <a:pt x="1247775" y="238125"/>
                </a:lnTo>
                <a:close/>
                <a:moveTo>
                  <a:pt x="133350" y="228600"/>
                </a:moveTo>
                <a:lnTo>
                  <a:pt x="142875" y="228600"/>
                </a:lnTo>
                <a:lnTo>
                  <a:pt x="142875" y="276225"/>
                </a:lnTo>
                <a:lnTo>
                  <a:pt x="133350" y="276225"/>
                </a:lnTo>
                <a:lnTo>
                  <a:pt x="133350" y="304800"/>
                </a:lnTo>
                <a:lnTo>
                  <a:pt x="123825" y="304800"/>
                </a:lnTo>
                <a:lnTo>
                  <a:pt x="123825" y="266700"/>
                </a:lnTo>
                <a:lnTo>
                  <a:pt x="133350" y="266700"/>
                </a:lnTo>
                <a:close/>
                <a:moveTo>
                  <a:pt x="638175" y="228600"/>
                </a:moveTo>
                <a:lnTo>
                  <a:pt x="647700" y="228600"/>
                </a:lnTo>
                <a:lnTo>
                  <a:pt x="647700" y="247650"/>
                </a:lnTo>
                <a:lnTo>
                  <a:pt x="638175" y="247650"/>
                </a:lnTo>
                <a:close/>
                <a:moveTo>
                  <a:pt x="1000125" y="228600"/>
                </a:moveTo>
                <a:lnTo>
                  <a:pt x="1009650" y="228600"/>
                </a:lnTo>
                <a:lnTo>
                  <a:pt x="1009650" y="238125"/>
                </a:lnTo>
                <a:lnTo>
                  <a:pt x="1000125" y="238125"/>
                </a:lnTo>
                <a:close/>
                <a:moveTo>
                  <a:pt x="1285875" y="228600"/>
                </a:moveTo>
                <a:lnTo>
                  <a:pt x="1295400" y="228600"/>
                </a:lnTo>
                <a:lnTo>
                  <a:pt x="1295400" y="238125"/>
                </a:lnTo>
                <a:lnTo>
                  <a:pt x="1285875" y="238125"/>
                </a:lnTo>
                <a:close/>
                <a:moveTo>
                  <a:pt x="314325" y="247650"/>
                </a:moveTo>
                <a:lnTo>
                  <a:pt x="323850" y="247650"/>
                </a:lnTo>
                <a:lnTo>
                  <a:pt x="323850" y="257175"/>
                </a:lnTo>
                <a:lnTo>
                  <a:pt x="314325" y="257175"/>
                </a:lnTo>
                <a:close/>
                <a:moveTo>
                  <a:pt x="647700" y="247650"/>
                </a:moveTo>
                <a:lnTo>
                  <a:pt x="657225" y="247650"/>
                </a:lnTo>
                <a:lnTo>
                  <a:pt x="657225" y="257175"/>
                </a:lnTo>
                <a:lnTo>
                  <a:pt x="647700" y="257175"/>
                </a:lnTo>
                <a:close/>
                <a:moveTo>
                  <a:pt x="1266825" y="257175"/>
                </a:moveTo>
                <a:lnTo>
                  <a:pt x="1276350" y="257175"/>
                </a:lnTo>
                <a:lnTo>
                  <a:pt x="1276350" y="276225"/>
                </a:lnTo>
                <a:lnTo>
                  <a:pt x="1266825" y="276225"/>
                </a:lnTo>
                <a:close/>
                <a:moveTo>
                  <a:pt x="1333500" y="257175"/>
                </a:moveTo>
                <a:lnTo>
                  <a:pt x="1352550" y="257175"/>
                </a:lnTo>
                <a:lnTo>
                  <a:pt x="1352550" y="266700"/>
                </a:lnTo>
                <a:lnTo>
                  <a:pt x="1343025" y="266700"/>
                </a:lnTo>
                <a:lnTo>
                  <a:pt x="1343025" y="276225"/>
                </a:lnTo>
                <a:lnTo>
                  <a:pt x="1333500" y="276225"/>
                </a:lnTo>
                <a:close/>
                <a:moveTo>
                  <a:pt x="438150" y="276225"/>
                </a:moveTo>
                <a:lnTo>
                  <a:pt x="457200" y="276225"/>
                </a:lnTo>
                <a:lnTo>
                  <a:pt x="457200" y="295275"/>
                </a:lnTo>
                <a:lnTo>
                  <a:pt x="447675" y="295275"/>
                </a:lnTo>
                <a:lnTo>
                  <a:pt x="447675" y="285750"/>
                </a:lnTo>
                <a:lnTo>
                  <a:pt x="438150" y="285750"/>
                </a:lnTo>
                <a:close/>
                <a:moveTo>
                  <a:pt x="314325" y="285750"/>
                </a:moveTo>
                <a:lnTo>
                  <a:pt x="323850" y="285750"/>
                </a:lnTo>
                <a:lnTo>
                  <a:pt x="323850" y="295275"/>
                </a:lnTo>
                <a:lnTo>
                  <a:pt x="314325" y="295275"/>
                </a:lnTo>
                <a:close/>
                <a:moveTo>
                  <a:pt x="304800" y="304800"/>
                </a:moveTo>
                <a:lnTo>
                  <a:pt x="314325" y="304800"/>
                </a:lnTo>
                <a:lnTo>
                  <a:pt x="314325" y="314325"/>
                </a:lnTo>
                <a:lnTo>
                  <a:pt x="304800" y="314325"/>
                </a:lnTo>
                <a:close/>
                <a:moveTo>
                  <a:pt x="123825" y="323850"/>
                </a:moveTo>
                <a:lnTo>
                  <a:pt x="133350" y="323850"/>
                </a:lnTo>
                <a:lnTo>
                  <a:pt x="133350" y="361950"/>
                </a:lnTo>
                <a:lnTo>
                  <a:pt x="123825" y="361950"/>
                </a:lnTo>
                <a:close/>
                <a:moveTo>
                  <a:pt x="314325" y="323850"/>
                </a:moveTo>
                <a:lnTo>
                  <a:pt x="323850" y="323850"/>
                </a:lnTo>
                <a:lnTo>
                  <a:pt x="323850" y="352425"/>
                </a:lnTo>
                <a:lnTo>
                  <a:pt x="314325" y="352425"/>
                </a:lnTo>
                <a:close/>
                <a:moveTo>
                  <a:pt x="1247775" y="333375"/>
                </a:moveTo>
                <a:lnTo>
                  <a:pt x="1257300" y="333375"/>
                </a:lnTo>
                <a:lnTo>
                  <a:pt x="1257300" y="342900"/>
                </a:lnTo>
                <a:lnTo>
                  <a:pt x="1247775" y="342900"/>
                </a:lnTo>
                <a:close/>
                <a:moveTo>
                  <a:pt x="400050" y="371475"/>
                </a:moveTo>
                <a:lnTo>
                  <a:pt x="409575" y="371475"/>
                </a:lnTo>
                <a:lnTo>
                  <a:pt x="409575" y="381000"/>
                </a:lnTo>
                <a:lnTo>
                  <a:pt x="400050" y="381000"/>
                </a:lnTo>
                <a:close/>
                <a:moveTo>
                  <a:pt x="390525" y="381000"/>
                </a:moveTo>
                <a:lnTo>
                  <a:pt x="400050" y="381000"/>
                </a:lnTo>
                <a:lnTo>
                  <a:pt x="400050" y="390525"/>
                </a:lnTo>
                <a:lnTo>
                  <a:pt x="390525" y="390525"/>
                </a:lnTo>
                <a:close/>
                <a:moveTo>
                  <a:pt x="752475" y="381000"/>
                </a:moveTo>
                <a:lnTo>
                  <a:pt x="762000" y="381000"/>
                </a:lnTo>
                <a:lnTo>
                  <a:pt x="762000" y="390525"/>
                </a:lnTo>
                <a:lnTo>
                  <a:pt x="752475" y="390525"/>
                </a:lnTo>
                <a:close/>
                <a:moveTo>
                  <a:pt x="123825" y="390525"/>
                </a:moveTo>
                <a:lnTo>
                  <a:pt x="133350" y="390525"/>
                </a:lnTo>
                <a:lnTo>
                  <a:pt x="133350" y="428625"/>
                </a:lnTo>
                <a:lnTo>
                  <a:pt x="123825" y="428625"/>
                </a:lnTo>
                <a:close/>
                <a:moveTo>
                  <a:pt x="1143000" y="390525"/>
                </a:moveTo>
                <a:lnTo>
                  <a:pt x="1162050" y="390525"/>
                </a:lnTo>
                <a:lnTo>
                  <a:pt x="1162050" y="409575"/>
                </a:lnTo>
                <a:lnTo>
                  <a:pt x="1143000" y="409575"/>
                </a:lnTo>
                <a:close/>
                <a:moveTo>
                  <a:pt x="1514475" y="400050"/>
                </a:moveTo>
                <a:lnTo>
                  <a:pt x="1533525" y="400050"/>
                </a:lnTo>
                <a:lnTo>
                  <a:pt x="1533525" y="419100"/>
                </a:lnTo>
                <a:lnTo>
                  <a:pt x="1543050" y="419100"/>
                </a:lnTo>
                <a:lnTo>
                  <a:pt x="1543050" y="409575"/>
                </a:lnTo>
                <a:lnTo>
                  <a:pt x="1552575" y="409575"/>
                </a:lnTo>
                <a:lnTo>
                  <a:pt x="1552575" y="438150"/>
                </a:lnTo>
                <a:lnTo>
                  <a:pt x="1543050" y="438150"/>
                </a:lnTo>
                <a:lnTo>
                  <a:pt x="1543050" y="428625"/>
                </a:lnTo>
                <a:lnTo>
                  <a:pt x="1524000" y="428625"/>
                </a:lnTo>
                <a:lnTo>
                  <a:pt x="1524000" y="438150"/>
                </a:lnTo>
                <a:lnTo>
                  <a:pt x="1514475" y="438150"/>
                </a:lnTo>
                <a:lnTo>
                  <a:pt x="1514475" y="457200"/>
                </a:lnTo>
                <a:lnTo>
                  <a:pt x="1524000" y="457200"/>
                </a:lnTo>
                <a:lnTo>
                  <a:pt x="1524000" y="466725"/>
                </a:lnTo>
                <a:lnTo>
                  <a:pt x="1504950" y="466725"/>
                </a:lnTo>
                <a:lnTo>
                  <a:pt x="1504950" y="447675"/>
                </a:lnTo>
                <a:lnTo>
                  <a:pt x="1495425" y="447675"/>
                </a:lnTo>
                <a:lnTo>
                  <a:pt x="1495425" y="438150"/>
                </a:lnTo>
                <a:lnTo>
                  <a:pt x="1504950" y="438150"/>
                </a:lnTo>
                <a:lnTo>
                  <a:pt x="1504950" y="428625"/>
                </a:lnTo>
                <a:lnTo>
                  <a:pt x="1514475" y="428625"/>
                </a:lnTo>
                <a:close/>
                <a:moveTo>
                  <a:pt x="219075" y="409575"/>
                </a:moveTo>
                <a:lnTo>
                  <a:pt x="228600" y="409575"/>
                </a:lnTo>
                <a:lnTo>
                  <a:pt x="228600" y="419100"/>
                </a:lnTo>
                <a:lnTo>
                  <a:pt x="219075" y="419100"/>
                </a:lnTo>
                <a:close/>
                <a:moveTo>
                  <a:pt x="304800" y="438150"/>
                </a:moveTo>
                <a:lnTo>
                  <a:pt x="314325" y="438150"/>
                </a:lnTo>
                <a:lnTo>
                  <a:pt x="314325" y="447675"/>
                </a:lnTo>
                <a:lnTo>
                  <a:pt x="323850" y="447675"/>
                </a:lnTo>
                <a:lnTo>
                  <a:pt x="323850" y="476250"/>
                </a:lnTo>
                <a:lnTo>
                  <a:pt x="304800" y="476250"/>
                </a:lnTo>
                <a:close/>
                <a:moveTo>
                  <a:pt x="1447800" y="438150"/>
                </a:moveTo>
                <a:lnTo>
                  <a:pt x="1457325" y="438150"/>
                </a:lnTo>
                <a:lnTo>
                  <a:pt x="1457325" y="447675"/>
                </a:lnTo>
                <a:lnTo>
                  <a:pt x="1447800" y="447675"/>
                </a:lnTo>
                <a:close/>
                <a:moveTo>
                  <a:pt x="1457325" y="447675"/>
                </a:moveTo>
                <a:lnTo>
                  <a:pt x="1466850" y="447675"/>
                </a:lnTo>
                <a:lnTo>
                  <a:pt x="1466850" y="476250"/>
                </a:lnTo>
                <a:lnTo>
                  <a:pt x="1476375" y="476250"/>
                </a:lnTo>
                <a:lnTo>
                  <a:pt x="1476375" y="485775"/>
                </a:lnTo>
                <a:lnTo>
                  <a:pt x="1485900" y="485775"/>
                </a:lnTo>
                <a:lnTo>
                  <a:pt x="1485900" y="495300"/>
                </a:lnTo>
                <a:lnTo>
                  <a:pt x="1495425" y="495300"/>
                </a:lnTo>
                <a:lnTo>
                  <a:pt x="1495425" y="504825"/>
                </a:lnTo>
                <a:lnTo>
                  <a:pt x="1504950" y="504825"/>
                </a:lnTo>
                <a:lnTo>
                  <a:pt x="1504950" y="514350"/>
                </a:lnTo>
                <a:lnTo>
                  <a:pt x="1495425" y="514350"/>
                </a:lnTo>
                <a:lnTo>
                  <a:pt x="1495425" y="523875"/>
                </a:lnTo>
                <a:lnTo>
                  <a:pt x="1485900" y="523875"/>
                </a:lnTo>
                <a:lnTo>
                  <a:pt x="1485900" y="533400"/>
                </a:lnTo>
                <a:lnTo>
                  <a:pt x="1476375" y="533400"/>
                </a:lnTo>
                <a:lnTo>
                  <a:pt x="1476375" y="542925"/>
                </a:lnTo>
                <a:lnTo>
                  <a:pt x="1466850" y="542925"/>
                </a:lnTo>
                <a:lnTo>
                  <a:pt x="1466850" y="590550"/>
                </a:lnTo>
                <a:lnTo>
                  <a:pt x="1457325" y="590550"/>
                </a:lnTo>
                <a:close/>
                <a:moveTo>
                  <a:pt x="200025" y="457200"/>
                </a:moveTo>
                <a:lnTo>
                  <a:pt x="209550" y="457200"/>
                </a:lnTo>
                <a:lnTo>
                  <a:pt x="209550" y="476250"/>
                </a:lnTo>
                <a:lnTo>
                  <a:pt x="200025" y="476250"/>
                </a:lnTo>
                <a:close/>
                <a:moveTo>
                  <a:pt x="123825" y="466725"/>
                </a:moveTo>
                <a:lnTo>
                  <a:pt x="133350" y="466725"/>
                </a:lnTo>
                <a:lnTo>
                  <a:pt x="133350" y="476250"/>
                </a:lnTo>
                <a:lnTo>
                  <a:pt x="123825" y="476250"/>
                </a:lnTo>
                <a:close/>
                <a:moveTo>
                  <a:pt x="323850" y="476250"/>
                </a:moveTo>
                <a:lnTo>
                  <a:pt x="333375" y="476250"/>
                </a:lnTo>
                <a:lnTo>
                  <a:pt x="333375" y="485775"/>
                </a:lnTo>
                <a:lnTo>
                  <a:pt x="323850" y="485775"/>
                </a:lnTo>
                <a:close/>
                <a:moveTo>
                  <a:pt x="1162050" y="476250"/>
                </a:moveTo>
                <a:lnTo>
                  <a:pt x="1181100" y="476250"/>
                </a:lnTo>
                <a:lnTo>
                  <a:pt x="1181100" y="485775"/>
                </a:lnTo>
                <a:lnTo>
                  <a:pt x="1162050" y="485775"/>
                </a:lnTo>
                <a:close/>
                <a:moveTo>
                  <a:pt x="304800" y="495300"/>
                </a:moveTo>
                <a:lnTo>
                  <a:pt x="314325" y="495300"/>
                </a:lnTo>
                <a:lnTo>
                  <a:pt x="314325" y="504825"/>
                </a:lnTo>
                <a:lnTo>
                  <a:pt x="304800" y="504825"/>
                </a:lnTo>
                <a:close/>
                <a:moveTo>
                  <a:pt x="295275" y="504825"/>
                </a:moveTo>
                <a:lnTo>
                  <a:pt x="304800" y="504825"/>
                </a:lnTo>
                <a:lnTo>
                  <a:pt x="304800" y="514350"/>
                </a:lnTo>
                <a:lnTo>
                  <a:pt x="295275" y="514350"/>
                </a:lnTo>
                <a:close/>
                <a:moveTo>
                  <a:pt x="1543050" y="514350"/>
                </a:moveTo>
                <a:lnTo>
                  <a:pt x="1552575" y="514350"/>
                </a:lnTo>
                <a:lnTo>
                  <a:pt x="1552575" y="542925"/>
                </a:lnTo>
                <a:lnTo>
                  <a:pt x="1543050" y="542925"/>
                </a:lnTo>
                <a:close/>
                <a:moveTo>
                  <a:pt x="123825" y="571500"/>
                </a:moveTo>
                <a:lnTo>
                  <a:pt x="133350" y="571500"/>
                </a:lnTo>
                <a:lnTo>
                  <a:pt x="133350" y="581025"/>
                </a:lnTo>
                <a:lnTo>
                  <a:pt x="123825" y="581025"/>
                </a:lnTo>
                <a:close/>
                <a:moveTo>
                  <a:pt x="1285875" y="581025"/>
                </a:moveTo>
                <a:lnTo>
                  <a:pt x="1295400" y="581025"/>
                </a:lnTo>
                <a:lnTo>
                  <a:pt x="1295400" y="590550"/>
                </a:lnTo>
                <a:lnTo>
                  <a:pt x="1285875" y="590550"/>
                </a:lnTo>
                <a:close/>
                <a:moveTo>
                  <a:pt x="123825" y="590550"/>
                </a:moveTo>
                <a:lnTo>
                  <a:pt x="133350" y="590550"/>
                </a:lnTo>
                <a:lnTo>
                  <a:pt x="133350" y="666750"/>
                </a:lnTo>
                <a:lnTo>
                  <a:pt x="123825" y="666750"/>
                </a:lnTo>
                <a:close/>
                <a:moveTo>
                  <a:pt x="1447800" y="609600"/>
                </a:moveTo>
                <a:lnTo>
                  <a:pt x="1457325" y="609600"/>
                </a:lnTo>
                <a:lnTo>
                  <a:pt x="1457325" y="628650"/>
                </a:lnTo>
                <a:lnTo>
                  <a:pt x="1447800" y="628650"/>
                </a:lnTo>
                <a:close/>
                <a:moveTo>
                  <a:pt x="1543050" y="666750"/>
                </a:moveTo>
                <a:lnTo>
                  <a:pt x="1552575" y="666750"/>
                </a:lnTo>
                <a:lnTo>
                  <a:pt x="1552575" y="685800"/>
                </a:lnTo>
                <a:lnTo>
                  <a:pt x="1543050" y="685800"/>
                </a:lnTo>
                <a:close/>
                <a:moveTo>
                  <a:pt x="123825" y="704850"/>
                </a:moveTo>
                <a:lnTo>
                  <a:pt x="133350" y="704850"/>
                </a:lnTo>
                <a:lnTo>
                  <a:pt x="133350" y="723900"/>
                </a:lnTo>
                <a:lnTo>
                  <a:pt x="123825" y="723900"/>
                </a:lnTo>
                <a:close/>
                <a:moveTo>
                  <a:pt x="123825" y="733425"/>
                </a:moveTo>
                <a:lnTo>
                  <a:pt x="133350" y="733425"/>
                </a:lnTo>
                <a:lnTo>
                  <a:pt x="133350" y="800100"/>
                </a:lnTo>
                <a:lnTo>
                  <a:pt x="123825" y="800100"/>
                </a:lnTo>
                <a:close/>
                <a:moveTo>
                  <a:pt x="219075" y="742950"/>
                </a:moveTo>
                <a:lnTo>
                  <a:pt x="228600" y="742950"/>
                </a:lnTo>
                <a:lnTo>
                  <a:pt x="228600" y="752475"/>
                </a:lnTo>
                <a:lnTo>
                  <a:pt x="219075" y="752475"/>
                </a:lnTo>
                <a:close/>
                <a:moveTo>
                  <a:pt x="123825" y="809625"/>
                </a:moveTo>
                <a:lnTo>
                  <a:pt x="133350" y="809625"/>
                </a:lnTo>
                <a:lnTo>
                  <a:pt x="133350" y="819150"/>
                </a:lnTo>
                <a:lnTo>
                  <a:pt x="123825" y="819150"/>
                </a:lnTo>
                <a:close/>
                <a:moveTo>
                  <a:pt x="247650" y="828675"/>
                </a:moveTo>
                <a:lnTo>
                  <a:pt x="266700" y="828675"/>
                </a:lnTo>
                <a:lnTo>
                  <a:pt x="266700" y="838200"/>
                </a:lnTo>
                <a:lnTo>
                  <a:pt x="247650" y="838200"/>
                </a:lnTo>
                <a:close/>
                <a:moveTo>
                  <a:pt x="238125" y="847725"/>
                </a:moveTo>
                <a:lnTo>
                  <a:pt x="257175" y="847725"/>
                </a:lnTo>
                <a:lnTo>
                  <a:pt x="257175" y="857250"/>
                </a:lnTo>
                <a:lnTo>
                  <a:pt x="238125" y="857250"/>
                </a:lnTo>
                <a:close/>
                <a:moveTo>
                  <a:pt x="247650" y="866775"/>
                </a:moveTo>
                <a:lnTo>
                  <a:pt x="257175" y="866775"/>
                </a:lnTo>
                <a:lnTo>
                  <a:pt x="257175" y="876300"/>
                </a:lnTo>
                <a:lnTo>
                  <a:pt x="247650" y="876300"/>
                </a:lnTo>
                <a:close/>
                <a:moveTo>
                  <a:pt x="1323975" y="866775"/>
                </a:moveTo>
                <a:lnTo>
                  <a:pt x="1333500" y="866775"/>
                </a:lnTo>
                <a:lnTo>
                  <a:pt x="1333500" y="885825"/>
                </a:lnTo>
                <a:lnTo>
                  <a:pt x="1323975" y="885825"/>
                </a:lnTo>
                <a:close/>
                <a:moveTo>
                  <a:pt x="1447800" y="866775"/>
                </a:moveTo>
                <a:lnTo>
                  <a:pt x="1457325" y="866775"/>
                </a:lnTo>
                <a:lnTo>
                  <a:pt x="1457325" y="876300"/>
                </a:lnTo>
                <a:lnTo>
                  <a:pt x="1447800" y="876300"/>
                </a:lnTo>
                <a:close/>
                <a:moveTo>
                  <a:pt x="1543050" y="866775"/>
                </a:moveTo>
                <a:lnTo>
                  <a:pt x="1552575" y="866775"/>
                </a:lnTo>
                <a:lnTo>
                  <a:pt x="1552575" y="885825"/>
                </a:lnTo>
                <a:lnTo>
                  <a:pt x="1543050" y="885825"/>
                </a:lnTo>
                <a:close/>
                <a:moveTo>
                  <a:pt x="123825" y="876300"/>
                </a:moveTo>
                <a:lnTo>
                  <a:pt x="133350" y="876300"/>
                </a:lnTo>
                <a:lnTo>
                  <a:pt x="133350" y="885825"/>
                </a:lnTo>
                <a:lnTo>
                  <a:pt x="123825" y="885825"/>
                </a:lnTo>
                <a:close/>
                <a:moveTo>
                  <a:pt x="1457325" y="876300"/>
                </a:moveTo>
                <a:lnTo>
                  <a:pt x="1466850" y="876300"/>
                </a:lnTo>
                <a:lnTo>
                  <a:pt x="1466850" y="895350"/>
                </a:lnTo>
                <a:lnTo>
                  <a:pt x="1476375" y="895350"/>
                </a:lnTo>
                <a:lnTo>
                  <a:pt x="1476375" y="904875"/>
                </a:lnTo>
                <a:lnTo>
                  <a:pt x="1485900" y="904875"/>
                </a:lnTo>
                <a:lnTo>
                  <a:pt x="1485900" y="895350"/>
                </a:lnTo>
                <a:lnTo>
                  <a:pt x="1495425" y="895350"/>
                </a:lnTo>
                <a:lnTo>
                  <a:pt x="1495425" y="923925"/>
                </a:lnTo>
                <a:lnTo>
                  <a:pt x="1514475" y="923925"/>
                </a:lnTo>
                <a:lnTo>
                  <a:pt x="1514475" y="914400"/>
                </a:lnTo>
                <a:lnTo>
                  <a:pt x="1533525" y="914400"/>
                </a:lnTo>
                <a:lnTo>
                  <a:pt x="1533525" y="933450"/>
                </a:lnTo>
                <a:lnTo>
                  <a:pt x="1514475" y="933450"/>
                </a:lnTo>
                <a:lnTo>
                  <a:pt x="1514475" y="952500"/>
                </a:lnTo>
                <a:lnTo>
                  <a:pt x="1504950" y="952500"/>
                </a:lnTo>
                <a:lnTo>
                  <a:pt x="1504950" y="971550"/>
                </a:lnTo>
                <a:lnTo>
                  <a:pt x="1485900" y="971550"/>
                </a:lnTo>
                <a:lnTo>
                  <a:pt x="1485900" y="981075"/>
                </a:lnTo>
                <a:lnTo>
                  <a:pt x="1476375" y="981075"/>
                </a:lnTo>
                <a:lnTo>
                  <a:pt x="1476375" y="990600"/>
                </a:lnTo>
                <a:lnTo>
                  <a:pt x="1466850" y="990600"/>
                </a:lnTo>
                <a:lnTo>
                  <a:pt x="1466850" y="952500"/>
                </a:lnTo>
                <a:lnTo>
                  <a:pt x="1457325" y="952500"/>
                </a:lnTo>
                <a:close/>
                <a:moveTo>
                  <a:pt x="1343025" y="885825"/>
                </a:moveTo>
                <a:lnTo>
                  <a:pt x="1352550" y="885825"/>
                </a:lnTo>
                <a:lnTo>
                  <a:pt x="1352550" y="904875"/>
                </a:lnTo>
                <a:lnTo>
                  <a:pt x="1362075" y="904875"/>
                </a:lnTo>
                <a:lnTo>
                  <a:pt x="1362075" y="923925"/>
                </a:lnTo>
                <a:lnTo>
                  <a:pt x="1343025" y="923925"/>
                </a:lnTo>
                <a:lnTo>
                  <a:pt x="1343025" y="933450"/>
                </a:lnTo>
                <a:lnTo>
                  <a:pt x="1333500" y="933450"/>
                </a:lnTo>
                <a:lnTo>
                  <a:pt x="1333500" y="923925"/>
                </a:lnTo>
                <a:lnTo>
                  <a:pt x="1323975" y="923925"/>
                </a:lnTo>
                <a:lnTo>
                  <a:pt x="1323975" y="914400"/>
                </a:lnTo>
                <a:lnTo>
                  <a:pt x="1333500" y="914400"/>
                </a:lnTo>
                <a:lnTo>
                  <a:pt x="1333500" y="904875"/>
                </a:lnTo>
                <a:lnTo>
                  <a:pt x="1343025" y="904875"/>
                </a:lnTo>
                <a:close/>
                <a:moveTo>
                  <a:pt x="228600" y="904875"/>
                </a:moveTo>
                <a:lnTo>
                  <a:pt x="247650" y="904875"/>
                </a:lnTo>
                <a:lnTo>
                  <a:pt x="247650" y="914400"/>
                </a:lnTo>
                <a:lnTo>
                  <a:pt x="238125" y="914400"/>
                </a:lnTo>
                <a:lnTo>
                  <a:pt x="238125" y="923925"/>
                </a:lnTo>
                <a:lnTo>
                  <a:pt x="219075" y="923925"/>
                </a:lnTo>
                <a:lnTo>
                  <a:pt x="219075" y="914400"/>
                </a:lnTo>
                <a:lnTo>
                  <a:pt x="228600" y="914400"/>
                </a:lnTo>
                <a:close/>
                <a:moveTo>
                  <a:pt x="1352550" y="962025"/>
                </a:moveTo>
                <a:lnTo>
                  <a:pt x="1362075" y="962025"/>
                </a:lnTo>
                <a:lnTo>
                  <a:pt x="1362075" y="1000125"/>
                </a:lnTo>
                <a:lnTo>
                  <a:pt x="1352550" y="1000125"/>
                </a:lnTo>
                <a:lnTo>
                  <a:pt x="1352550" y="990600"/>
                </a:lnTo>
                <a:lnTo>
                  <a:pt x="1343025" y="990600"/>
                </a:lnTo>
                <a:lnTo>
                  <a:pt x="1343025" y="981075"/>
                </a:lnTo>
                <a:lnTo>
                  <a:pt x="1352550" y="981075"/>
                </a:lnTo>
                <a:close/>
                <a:moveTo>
                  <a:pt x="1504950" y="981075"/>
                </a:moveTo>
                <a:lnTo>
                  <a:pt x="1524000" y="981075"/>
                </a:lnTo>
                <a:lnTo>
                  <a:pt x="1524000" y="990600"/>
                </a:lnTo>
                <a:lnTo>
                  <a:pt x="1504950" y="990600"/>
                </a:lnTo>
                <a:close/>
                <a:moveTo>
                  <a:pt x="1457325" y="990600"/>
                </a:moveTo>
                <a:lnTo>
                  <a:pt x="1466850" y="990600"/>
                </a:lnTo>
                <a:lnTo>
                  <a:pt x="1466850" y="1000125"/>
                </a:lnTo>
                <a:lnTo>
                  <a:pt x="1457325" y="1000125"/>
                </a:lnTo>
                <a:close/>
                <a:moveTo>
                  <a:pt x="1447800" y="1000125"/>
                </a:moveTo>
                <a:lnTo>
                  <a:pt x="1457325" y="1000125"/>
                </a:lnTo>
                <a:lnTo>
                  <a:pt x="1457325" y="1009650"/>
                </a:lnTo>
                <a:lnTo>
                  <a:pt x="1447800" y="1009650"/>
                </a:lnTo>
                <a:close/>
                <a:moveTo>
                  <a:pt x="123825" y="1019175"/>
                </a:moveTo>
                <a:lnTo>
                  <a:pt x="133350" y="1019175"/>
                </a:lnTo>
                <a:lnTo>
                  <a:pt x="133350" y="1028700"/>
                </a:lnTo>
                <a:lnTo>
                  <a:pt x="123825" y="1028700"/>
                </a:lnTo>
                <a:close/>
                <a:moveTo>
                  <a:pt x="1304925" y="1028700"/>
                </a:moveTo>
                <a:lnTo>
                  <a:pt x="1314450" y="1028700"/>
                </a:lnTo>
                <a:lnTo>
                  <a:pt x="1314450" y="1038225"/>
                </a:lnTo>
                <a:lnTo>
                  <a:pt x="1304925" y="1038225"/>
                </a:lnTo>
                <a:close/>
                <a:moveTo>
                  <a:pt x="1314450" y="1038225"/>
                </a:moveTo>
                <a:lnTo>
                  <a:pt x="1323975" y="1038225"/>
                </a:lnTo>
                <a:lnTo>
                  <a:pt x="1323975" y="1047750"/>
                </a:lnTo>
                <a:lnTo>
                  <a:pt x="1314450" y="1047750"/>
                </a:lnTo>
                <a:close/>
                <a:moveTo>
                  <a:pt x="123825" y="1057275"/>
                </a:moveTo>
                <a:lnTo>
                  <a:pt x="133350" y="1057275"/>
                </a:lnTo>
                <a:lnTo>
                  <a:pt x="133350" y="1104900"/>
                </a:lnTo>
                <a:lnTo>
                  <a:pt x="142875" y="1104900"/>
                </a:lnTo>
                <a:lnTo>
                  <a:pt x="142875" y="1114425"/>
                </a:lnTo>
                <a:lnTo>
                  <a:pt x="123825" y="1114425"/>
                </a:lnTo>
                <a:lnTo>
                  <a:pt x="123825" y="1104900"/>
                </a:lnTo>
                <a:lnTo>
                  <a:pt x="114300" y="1104900"/>
                </a:lnTo>
                <a:lnTo>
                  <a:pt x="114300" y="1085850"/>
                </a:lnTo>
                <a:lnTo>
                  <a:pt x="123825" y="1085850"/>
                </a:lnTo>
                <a:close/>
                <a:moveTo>
                  <a:pt x="1323975" y="1057275"/>
                </a:moveTo>
                <a:lnTo>
                  <a:pt x="1343025" y="1057275"/>
                </a:lnTo>
                <a:lnTo>
                  <a:pt x="1343025" y="1066800"/>
                </a:lnTo>
                <a:lnTo>
                  <a:pt x="1333500" y="1066800"/>
                </a:lnTo>
                <a:lnTo>
                  <a:pt x="1333500" y="1076325"/>
                </a:lnTo>
                <a:lnTo>
                  <a:pt x="1323975" y="1076325"/>
                </a:lnTo>
                <a:close/>
                <a:moveTo>
                  <a:pt x="1438275" y="1104900"/>
                </a:moveTo>
                <a:lnTo>
                  <a:pt x="1447800" y="1104900"/>
                </a:lnTo>
                <a:lnTo>
                  <a:pt x="1447800" y="1123950"/>
                </a:lnTo>
                <a:lnTo>
                  <a:pt x="1438275" y="1123950"/>
                </a:lnTo>
                <a:close/>
                <a:moveTo>
                  <a:pt x="28575" y="1143000"/>
                </a:moveTo>
                <a:lnTo>
                  <a:pt x="38100" y="1143000"/>
                </a:lnTo>
                <a:lnTo>
                  <a:pt x="38100" y="1162050"/>
                </a:lnTo>
                <a:lnTo>
                  <a:pt x="28575" y="1162050"/>
                </a:lnTo>
                <a:close/>
                <a:moveTo>
                  <a:pt x="38100" y="1209675"/>
                </a:moveTo>
                <a:lnTo>
                  <a:pt x="47625" y="1209675"/>
                </a:lnTo>
                <a:lnTo>
                  <a:pt x="47625" y="1219200"/>
                </a:lnTo>
                <a:lnTo>
                  <a:pt x="38100" y="1219200"/>
                </a:lnTo>
                <a:close/>
                <a:moveTo>
                  <a:pt x="1400175" y="1209675"/>
                </a:moveTo>
                <a:lnTo>
                  <a:pt x="1409700" y="1209675"/>
                </a:lnTo>
                <a:lnTo>
                  <a:pt x="1409700" y="1219200"/>
                </a:lnTo>
                <a:lnTo>
                  <a:pt x="1400175" y="1219200"/>
                </a:lnTo>
                <a:close/>
                <a:moveTo>
                  <a:pt x="1400175" y="1238250"/>
                </a:moveTo>
                <a:lnTo>
                  <a:pt x="1409700" y="1238250"/>
                </a:lnTo>
                <a:lnTo>
                  <a:pt x="1409700" y="1247775"/>
                </a:lnTo>
                <a:lnTo>
                  <a:pt x="1447800" y="1247775"/>
                </a:lnTo>
                <a:lnTo>
                  <a:pt x="1447800" y="1257300"/>
                </a:lnTo>
                <a:lnTo>
                  <a:pt x="1466850" y="1257300"/>
                </a:lnTo>
                <a:lnTo>
                  <a:pt x="1466850" y="1304925"/>
                </a:lnTo>
                <a:lnTo>
                  <a:pt x="1457325" y="1304925"/>
                </a:lnTo>
                <a:lnTo>
                  <a:pt x="1457325" y="1314450"/>
                </a:lnTo>
                <a:lnTo>
                  <a:pt x="1447800" y="1314450"/>
                </a:lnTo>
                <a:lnTo>
                  <a:pt x="1447800" y="1323975"/>
                </a:lnTo>
                <a:lnTo>
                  <a:pt x="1438275" y="1323975"/>
                </a:lnTo>
                <a:lnTo>
                  <a:pt x="1438275" y="1333500"/>
                </a:lnTo>
                <a:lnTo>
                  <a:pt x="1428750" y="1333500"/>
                </a:lnTo>
                <a:lnTo>
                  <a:pt x="1428750" y="1304925"/>
                </a:lnTo>
                <a:lnTo>
                  <a:pt x="1438275" y="1304925"/>
                </a:lnTo>
                <a:lnTo>
                  <a:pt x="1438275" y="1295400"/>
                </a:lnTo>
                <a:lnTo>
                  <a:pt x="1447800" y="1295400"/>
                </a:lnTo>
                <a:lnTo>
                  <a:pt x="1447800" y="1266825"/>
                </a:lnTo>
                <a:lnTo>
                  <a:pt x="1419225" y="1266825"/>
                </a:lnTo>
                <a:lnTo>
                  <a:pt x="1419225" y="1276350"/>
                </a:lnTo>
                <a:lnTo>
                  <a:pt x="1409700" y="1276350"/>
                </a:lnTo>
                <a:lnTo>
                  <a:pt x="1409700" y="1295400"/>
                </a:lnTo>
                <a:lnTo>
                  <a:pt x="1400175" y="1295400"/>
                </a:lnTo>
                <a:lnTo>
                  <a:pt x="1400175" y="1333500"/>
                </a:lnTo>
                <a:lnTo>
                  <a:pt x="1390650" y="1333500"/>
                </a:lnTo>
                <a:lnTo>
                  <a:pt x="1390650" y="1343025"/>
                </a:lnTo>
                <a:lnTo>
                  <a:pt x="1381125" y="1343025"/>
                </a:lnTo>
                <a:lnTo>
                  <a:pt x="1381125" y="1333500"/>
                </a:lnTo>
                <a:lnTo>
                  <a:pt x="1371600" y="1333500"/>
                </a:lnTo>
                <a:lnTo>
                  <a:pt x="1371600" y="1314450"/>
                </a:lnTo>
                <a:lnTo>
                  <a:pt x="1381125" y="1314450"/>
                </a:lnTo>
                <a:lnTo>
                  <a:pt x="1381125" y="1304925"/>
                </a:lnTo>
                <a:lnTo>
                  <a:pt x="1371600" y="1304925"/>
                </a:lnTo>
                <a:lnTo>
                  <a:pt x="1371600" y="1295400"/>
                </a:lnTo>
                <a:lnTo>
                  <a:pt x="1352550" y="1295400"/>
                </a:lnTo>
                <a:lnTo>
                  <a:pt x="1352550" y="1276350"/>
                </a:lnTo>
                <a:lnTo>
                  <a:pt x="1371600" y="1276350"/>
                </a:lnTo>
                <a:lnTo>
                  <a:pt x="1371600" y="1266825"/>
                </a:lnTo>
                <a:lnTo>
                  <a:pt x="1381125" y="1266825"/>
                </a:lnTo>
                <a:lnTo>
                  <a:pt x="1381125" y="1257300"/>
                </a:lnTo>
                <a:lnTo>
                  <a:pt x="1390650" y="1257300"/>
                </a:lnTo>
                <a:lnTo>
                  <a:pt x="1390650" y="1247775"/>
                </a:lnTo>
                <a:lnTo>
                  <a:pt x="1400175" y="1247775"/>
                </a:lnTo>
                <a:close/>
                <a:moveTo>
                  <a:pt x="1323975" y="1295400"/>
                </a:moveTo>
                <a:lnTo>
                  <a:pt x="1352550" y="1295400"/>
                </a:lnTo>
                <a:lnTo>
                  <a:pt x="1352550" y="1304925"/>
                </a:lnTo>
                <a:lnTo>
                  <a:pt x="1343025" y="1304925"/>
                </a:lnTo>
                <a:lnTo>
                  <a:pt x="1343025" y="1314450"/>
                </a:lnTo>
                <a:lnTo>
                  <a:pt x="1323975" y="1314450"/>
                </a:lnTo>
                <a:lnTo>
                  <a:pt x="1323975" y="1323975"/>
                </a:lnTo>
                <a:lnTo>
                  <a:pt x="1285875" y="1323975"/>
                </a:lnTo>
                <a:lnTo>
                  <a:pt x="1285875" y="1314450"/>
                </a:lnTo>
                <a:lnTo>
                  <a:pt x="1314450" y="1314450"/>
                </a:lnTo>
                <a:lnTo>
                  <a:pt x="1314450" y="1304925"/>
                </a:lnTo>
                <a:lnTo>
                  <a:pt x="1323975" y="1304925"/>
                </a:lnTo>
                <a:close/>
                <a:moveTo>
                  <a:pt x="1371600" y="1295400"/>
                </a:moveTo>
                <a:lnTo>
                  <a:pt x="1381125" y="1295400"/>
                </a:lnTo>
                <a:lnTo>
                  <a:pt x="1381125" y="1285875"/>
                </a:lnTo>
                <a:lnTo>
                  <a:pt x="1371600" y="1285875"/>
                </a:lnTo>
                <a:close/>
                <a:moveTo>
                  <a:pt x="276225" y="1314450"/>
                </a:moveTo>
                <a:lnTo>
                  <a:pt x="285750" y="1314450"/>
                </a:lnTo>
                <a:lnTo>
                  <a:pt x="285750" y="1323975"/>
                </a:lnTo>
                <a:lnTo>
                  <a:pt x="276225" y="1323975"/>
                </a:lnTo>
                <a:close/>
                <a:moveTo>
                  <a:pt x="1419225" y="1333500"/>
                </a:moveTo>
                <a:lnTo>
                  <a:pt x="1428750" y="1333500"/>
                </a:lnTo>
                <a:lnTo>
                  <a:pt x="1428750" y="1343025"/>
                </a:lnTo>
                <a:lnTo>
                  <a:pt x="1419225" y="1343025"/>
                </a:lnTo>
                <a:close/>
                <a:moveTo>
                  <a:pt x="314325" y="1352550"/>
                </a:moveTo>
                <a:lnTo>
                  <a:pt x="323850" y="1352550"/>
                </a:lnTo>
                <a:lnTo>
                  <a:pt x="323850" y="1362075"/>
                </a:lnTo>
                <a:lnTo>
                  <a:pt x="314325" y="1362075"/>
                </a:lnTo>
                <a:close/>
                <a:moveTo>
                  <a:pt x="333375" y="1352550"/>
                </a:moveTo>
                <a:lnTo>
                  <a:pt x="381000" y="1352550"/>
                </a:lnTo>
                <a:lnTo>
                  <a:pt x="381000" y="1371600"/>
                </a:lnTo>
                <a:lnTo>
                  <a:pt x="361950" y="1371600"/>
                </a:lnTo>
                <a:lnTo>
                  <a:pt x="361950" y="1362075"/>
                </a:lnTo>
                <a:lnTo>
                  <a:pt x="333375" y="1362075"/>
                </a:lnTo>
                <a:close/>
                <a:moveTo>
                  <a:pt x="1133475" y="1352550"/>
                </a:moveTo>
                <a:lnTo>
                  <a:pt x="1143000" y="1352550"/>
                </a:lnTo>
                <a:lnTo>
                  <a:pt x="1143000" y="1362075"/>
                </a:lnTo>
                <a:lnTo>
                  <a:pt x="1152525" y="1362075"/>
                </a:lnTo>
                <a:lnTo>
                  <a:pt x="1152525" y="1371600"/>
                </a:lnTo>
                <a:lnTo>
                  <a:pt x="1133475" y="1371600"/>
                </a:lnTo>
                <a:close/>
                <a:moveTo>
                  <a:pt x="276225" y="1362075"/>
                </a:moveTo>
                <a:lnTo>
                  <a:pt x="295275" y="1362075"/>
                </a:lnTo>
                <a:lnTo>
                  <a:pt x="295275" y="1371600"/>
                </a:lnTo>
                <a:lnTo>
                  <a:pt x="323850" y="1371600"/>
                </a:lnTo>
                <a:lnTo>
                  <a:pt x="323850" y="1400175"/>
                </a:lnTo>
                <a:lnTo>
                  <a:pt x="314325" y="1400175"/>
                </a:lnTo>
                <a:lnTo>
                  <a:pt x="314325" y="1409700"/>
                </a:lnTo>
                <a:lnTo>
                  <a:pt x="304800" y="1409700"/>
                </a:lnTo>
                <a:lnTo>
                  <a:pt x="304800" y="1400175"/>
                </a:lnTo>
                <a:lnTo>
                  <a:pt x="295275" y="1400175"/>
                </a:lnTo>
                <a:lnTo>
                  <a:pt x="295275" y="1419225"/>
                </a:lnTo>
                <a:lnTo>
                  <a:pt x="304800" y="1419225"/>
                </a:lnTo>
                <a:lnTo>
                  <a:pt x="304800" y="1428750"/>
                </a:lnTo>
                <a:lnTo>
                  <a:pt x="276225" y="1428750"/>
                </a:lnTo>
                <a:lnTo>
                  <a:pt x="276225" y="1438275"/>
                </a:lnTo>
                <a:lnTo>
                  <a:pt x="257175" y="1438275"/>
                </a:lnTo>
                <a:lnTo>
                  <a:pt x="257175" y="1428750"/>
                </a:lnTo>
                <a:lnTo>
                  <a:pt x="228600" y="1428750"/>
                </a:lnTo>
                <a:lnTo>
                  <a:pt x="228600" y="1419225"/>
                </a:lnTo>
                <a:lnTo>
                  <a:pt x="209550" y="1419225"/>
                </a:lnTo>
                <a:lnTo>
                  <a:pt x="209550" y="1409700"/>
                </a:lnTo>
                <a:lnTo>
                  <a:pt x="190500" y="1409700"/>
                </a:lnTo>
                <a:lnTo>
                  <a:pt x="190500" y="1400175"/>
                </a:lnTo>
                <a:lnTo>
                  <a:pt x="219075" y="1400175"/>
                </a:lnTo>
                <a:lnTo>
                  <a:pt x="219075" y="1371600"/>
                </a:lnTo>
                <a:lnTo>
                  <a:pt x="228600" y="1371600"/>
                </a:lnTo>
                <a:lnTo>
                  <a:pt x="228600" y="1381125"/>
                </a:lnTo>
                <a:lnTo>
                  <a:pt x="247650" y="1381125"/>
                </a:lnTo>
                <a:lnTo>
                  <a:pt x="247650" y="1390650"/>
                </a:lnTo>
                <a:lnTo>
                  <a:pt x="257175" y="1390650"/>
                </a:lnTo>
                <a:lnTo>
                  <a:pt x="257175" y="1409700"/>
                </a:lnTo>
                <a:lnTo>
                  <a:pt x="285750" y="1409700"/>
                </a:lnTo>
                <a:lnTo>
                  <a:pt x="285750" y="1400175"/>
                </a:lnTo>
                <a:lnTo>
                  <a:pt x="276225" y="1400175"/>
                </a:lnTo>
                <a:lnTo>
                  <a:pt x="276225" y="1390650"/>
                </a:lnTo>
                <a:lnTo>
                  <a:pt x="266700" y="1390650"/>
                </a:lnTo>
                <a:lnTo>
                  <a:pt x="266700" y="1371600"/>
                </a:lnTo>
                <a:lnTo>
                  <a:pt x="276225" y="1371600"/>
                </a:lnTo>
                <a:close/>
                <a:moveTo>
                  <a:pt x="1076325" y="1362075"/>
                </a:moveTo>
                <a:lnTo>
                  <a:pt x="1085850" y="1362075"/>
                </a:lnTo>
                <a:lnTo>
                  <a:pt x="1085850" y="1371600"/>
                </a:lnTo>
                <a:lnTo>
                  <a:pt x="1076325" y="1371600"/>
                </a:lnTo>
                <a:close/>
                <a:moveTo>
                  <a:pt x="342900" y="1371600"/>
                </a:moveTo>
                <a:lnTo>
                  <a:pt x="361950" y="1371600"/>
                </a:lnTo>
                <a:lnTo>
                  <a:pt x="361950" y="1381125"/>
                </a:lnTo>
                <a:lnTo>
                  <a:pt x="342900" y="1381125"/>
                </a:lnTo>
                <a:close/>
                <a:moveTo>
                  <a:pt x="952500" y="1371600"/>
                </a:moveTo>
                <a:lnTo>
                  <a:pt x="1009650" y="1371600"/>
                </a:lnTo>
                <a:lnTo>
                  <a:pt x="1009650" y="1390650"/>
                </a:lnTo>
                <a:lnTo>
                  <a:pt x="1057275" y="1390650"/>
                </a:lnTo>
                <a:lnTo>
                  <a:pt x="1057275" y="1381125"/>
                </a:lnTo>
                <a:lnTo>
                  <a:pt x="1085850" y="1381125"/>
                </a:lnTo>
                <a:lnTo>
                  <a:pt x="1085850" y="1390650"/>
                </a:lnTo>
                <a:lnTo>
                  <a:pt x="1076325" y="1390650"/>
                </a:lnTo>
                <a:lnTo>
                  <a:pt x="1076325" y="1400175"/>
                </a:lnTo>
                <a:lnTo>
                  <a:pt x="1066800" y="1400175"/>
                </a:lnTo>
                <a:lnTo>
                  <a:pt x="1066800" y="1409700"/>
                </a:lnTo>
                <a:lnTo>
                  <a:pt x="1076325" y="1409700"/>
                </a:lnTo>
                <a:lnTo>
                  <a:pt x="1076325" y="1419225"/>
                </a:lnTo>
                <a:lnTo>
                  <a:pt x="1085850" y="1419225"/>
                </a:lnTo>
                <a:lnTo>
                  <a:pt x="1085850" y="1409700"/>
                </a:lnTo>
                <a:lnTo>
                  <a:pt x="1095375" y="1409700"/>
                </a:lnTo>
                <a:lnTo>
                  <a:pt x="1095375" y="1390650"/>
                </a:lnTo>
                <a:lnTo>
                  <a:pt x="1114425" y="1390650"/>
                </a:lnTo>
                <a:lnTo>
                  <a:pt x="1114425" y="1409700"/>
                </a:lnTo>
                <a:lnTo>
                  <a:pt x="1104900" y="1409700"/>
                </a:lnTo>
                <a:lnTo>
                  <a:pt x="1104900" y="1419225"/>
                </a:lnTo>
                <a:lnTo>
                  <a:pt x="1095375" y="1419225"/>
                </a:lnTo>
                <a:lnTo>
                  <a:pt x="1095375" y="1428750"/>
                </a:lnTo>
                <a:lnTo>
                  <a:pt x="1085850" y="1428750"/>
                </a:lnTo>
                <a:lnTo>
                  <a:pt x="1085850" y="1447800"/>
                </a:lnTo>
                <a:lnTo>
                  <a:pt x="952500" y="1447800"/>
                </a:lnTo>
                <a:lnTo>
                  <a:pt x="952500" y="1428750"/>
                </a:lnTo>
                <a:lnTo>
                  <a:pt x="942975" y="1428750"/>
                </a:lnTo>
                <a:lnTo>
                  <a:pt x="942975" y="1419225"/>
                </a:lnTo>
                <a:lnTo>
                  <a:pt x="952500" y="1419225"/>
                </a:lnTo>
                <a:close/>
                <a:moveTo>
                  <a:pt x="171450" y="1390650"/>
                </a:moveTo>
                <a:lnTo>
                  <a:pt x="180975" y="1390650"/>
                </a:lnTo>
                <a:lnTo>
                  <a:pt x="180975" y="1400175"/>
                </a:lnTo>
                <a:lnTo>
                  <a:pt x="171450" y="1400175"/>
                </a:lnTo>
                <a:close/>
                <a:moveTo>
                  <a:pt x="981075" y="1400175"/>
                </a:moveTo>
                <a:lnTo>
                  <a:pt x="1000125" y="1400175"/>
                </a:lnTo>
                <a:lnTo>
                  <a:pt x="1000125" y="1381125"/>
                </a:lnTo>
                <a:lnTo>
                  <a:pt x="971550" y="1381125"/>
                </a:lnTo>
                <a:lnTo>
                  <a:pt x="971550" y="1409700"/>
                </a:lnTo>
                <a:lnTo>
                  <a:pt x="981075" y="1409700"/>
                </a:lnTo>
                <a:close/>
                <a:moveTo>
                  <a:pt x="1028700" y="1419225"/>
                </a:moveTo>
                <a:lnTo>
                  <a:pt x="1047750" y="1419225"/>
                </a:lnTo>
                <a:lnTo>
                  <a:pt x="1047750" y="1409700"/>
                </a:lnTo>
                <a:lnTo>
                  <a:pt x="1028700" y="1409700"/>
                </a:lnTo>
                <a:close/>
              </a:path>
            </a:pathLst>
          </a:custGeom>
          <a:solidFill xmlns:a="http://schemas.openxmlformats.org/drawingml/2006/main">
            <a:srgbClr val="FDF5E1"/>
          </a:solidFill>
          <a:ln xmlns:a="http://schemas.openxmlformats.org/drawingml/2006/main" w="0">
            <a:noFill/>
          </a:ln>
        </p:spPr>
      </p:sp>
      <p:sp>
        <p:nvSpPr>
          <p:cNvPr id="65" name="logo vector #fdf1da">
            <a:extLst xmlns:a="http://schemas.openxmlformats.org/drawingml/2006/main">
              <a:ext uri="{FF2B5EF4-FFF2-40B4-BE49-F238E27FC236}">
                <a16:creationId xmlns:a16="http://schemas.microsoft.com/office/drawing/2014/main" id="{6FC37B09-8D72-40EE-95A0-0BACC6A0EC1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219700" y="4476750"/>
            <a:ext cx="1581150" cy="1485900"/>
          </a:xfrm>
          <a:custGeom xmlns:a="http://schemas.openxmlformats.org/drawingml/2006/main">
            <a:pathLst>
              <a:path w="1581150" h="1485900">
                <a:moveTo>
                  <a:pt x="457200" y="28575"/>
                </a:moveTo>
                <a:lnTo>
                  <a:pt x="723900" y="28575"/>
                </a:lnTo>
                <a:lnTo>
                  <a:pt x="723900" y="38100"/>
                </a:lnTo>
                <a:lnTo>
                  <a:pt x="457200" y="38100"/>
                </a:lnTo>
                <a:close/>
                <a:moveTo>
                  <a:pt x="742950" y="28575"/>
                </a:moveTo>
                <a:lnTo>
                  <a:pt x="914400" y="28575"/>
                </a:lnTo>
                <a:lnTo>
                  <a:pt x="914400" y="38100"/>
                </a:lnTo>
                <a:lnTo>
                  <a:pt x="742950" y="38100"/>
                </a:lnTo>
                <a:close/>
                <a:moveTo>
                  <a:pt x="923925" y="28575"/>
                </a:moveTo>
                <a:lnTo>
                  <a:pt x="990600" y="28575"/>
                </a:lnTo>
                <a:lnTo>
                  <a:pt x="990600" y="38100"/>
                </a:lnTo>
                <a:lnTo>
                  <a:pt x="923925" y="38100"/>
                </a:lnTo>
                <a:close/>
                <a:moveTo>
                  <a:pt x="1000125" y="28575"/>
                </a:moveTo>
                <a:lnTo>
                  <a:pt x="1028700" y="28575"/>
                </a:lnTo>
                <a:lnTo>
                  <a:pt x="1028700" y="38100"/>
                </a:lnTo>
                <a:lnTo>
                  <a:pt x="1000125" y="38100"/>
                </a:lnTo>
                <a:close/>
                <a:moveTo>
                  <a:pt x="371475" y="38100"/>
                </a:moveTo>
                <a:lnTo>
                  <a:pt x="390525" y="38100"/>
                </a:lnTo>
                <a:lnTo>
                  <a:pt x="390525" y="47625"/>
                </a:lnTo>
                <a:lnTo>
                  <a:pt x="371475" y="47625"/>
                </a:lnTo>
                <a:close/>
                <a:moveTo>
                  <a:pt x="1162050" y="38100"/>
                </a:moveTo>
                <a:lnTo>
                  <a:pt x="1190625" y="38100"/>
                </a:lnTo>
                <a:lnTo>
                  <a:pt x="1190625" y="47625"/>
                </a:lnTo>
                <a:lnTo>
                  <a:pt x="1162050" y="47625"/>
                </a:lnTo>
                <a:close/>
                <a:moveTo>
                  <a:pt x="333375" y="47625"/>
                </a:moveTo>
                <a:lnTo>
                  <a:pt x="342900" y="47625"/>
                </a:lnTo>
                <a:lnTo>
                  <a:pt x="342900" y="57150"/>
                </a:lnTo>
                <a:lnTo>
                  <a:pt x="333375" y="57150"/>
                </a:lnTo>
                <a:close/>
                <a:moveTo>
                  <a:pt x="1228725" y="47625"/>
                </a:moveTo>
                <a:lnTo>
                  <a:pt x="1238250" y="47625"/>
                </a:lnTo>
                <a:lnTo>
                  <a:pt x="1238250" y="57150"/>
                </a:lnTo>
                <a:lnTo>
                  <a:pt x="1228725" y="57150"/>
                </a:lnTo>
                <a:close/>
                <a:moveTo>
                  <a:pt x="304800" y="57150"/>
                </a:moveTo>
                <a:lnTo>
                  <a:pt x="323850" y="57150"/>
                </a:lnTo>
                <a:lnTo>
                  <a:pt x="323850" y="66675"/>
                </a:lnTo>
                <a:lnTo>
                  <a:pt x="304800" y="66675"/>
                </a:lnTo>
                <a:close/>
                <a:moveTo>
                  <a:pt x="1247775" y="57150"/>
                </a:moveTo>
                <a:lnTo>
                  <a:pt x="1257300" y="57150"/>
                </a:lnTo>
                <a:lnTo>
                  <a:pt x="1257300" y="66675"/>
                </a:lnTo>
                <a:lnTo>
                  <a:pt x="1247775" y="66675"/>
                </a:lnTo>
                <a:close/>
                <a:moveTo>
                  <a:pt x="285750" y="66675"/>
                </a:moveTo>
                <a:lnTo>
                  <a:pt x="295275" y="66675"/>
                </a:lnTo>
                <a:lnTo>
                  <a:pt x="295275" y="76200"/>
                </a:lnTo>
                <a:lnTo>
                  <a:pt x="285750" y="76200"/>
                </a:lnTo>
                <a:close/>
                <a:moveTo>
                  <a:pt x="1276350" y="66675"/>
                </a:moveTo>
                <a:lnTo>
                  <a:pt x="1285875" y="66675"/>
                </a:lnTo>
                <a:lnTo>
                  <a:pt x="1285875" y="76200"/>
                </a:lnTo>
                <a:lnTo>
                  <a:pt x="1276350" y="76200"/>
                </a:lnTo>
                <a:close/>
                <a:moveTo>
                  <a:pt x="266700" y="76200"/>
                </a:moveTo>
                <a:lnTo>
                  <a:pt x="285750" y="76200"/>
                </a:lnTo>
                <a:lnTo>
                  <a:pt x="285750" y="85725"/>
                </a:lnTo>
                <a:lnTo>
                  <a:pt x="266700" y="85725"/>
                </a:lnTo>
                <a:close/>
                <a:moveTo>
                  <a:pt x="1295400" y="76200"/>
                </a:moveTo>
                <a:lnTo>
                  <a:pt x="1314450" y="76200"/>
                </a:lnTo>
                <a:lnTo>
                  <a:pt x="1314450" y="85725"/>
                </a:lnTo>
                <a:lnTo>
                  <a:pt x="1295400" y="85725"/>
                </a:lnTo>
                <a:close/>
                <a:moveTo>
                  <a:pt x="257175" y="85725"/>
                </a:moveTo>
                <a:lnTo>
                  <a:pt x="266700" y="85725"/>
                </a:lnTo>
                <a:lnTo>
                  <a:pt x="266700" y="95250"/>
                </a:lnTo>
                <a:lnTo>
                  <a:pt x="257175" y="95250"/>
                </a:lnTo>
                <a:close/>
                <a:moveTo>
                  <a:pt x="409575" y="85725"/>
                </a:moveTo>
                <a:lnTo>
                  <a:pt x="419100" y="85725"/>
                </a:lnTo>
                <a:lnTo>
                  <a:pt x="419100" y="95250"/>
                </a:lnTo>
                <a:lnTo>
                  <a:pt x="409575" y="95250"/>
                </a:lnTo>
                <a:close/>
                <a:moveTo>
                  <a:pt x="581025" y="85725"/>
                </a:moveTo>
                <a:lnTo>
                  <a:pt x="647700" y="85725"/>
                </a:lnTo>
                <a:lnTo>
                  <a:pt x="647700" y="95250"/>
                </a:lnTo>
                <a:lnTo>
                  <a:pt x="933450" y="95250"/>
                </a:lnTo>
                <a:lnTo>
                  <a:pt x="933450" y="104775"/>
                </a:lnTo>
                <a:lnTo>
                  <a:pt x="800100" y="104775"/>
                </a:lnTo>
                <a:lnTo>
                  <a:pt x="800100" y="114300"/>
                </a:lnTo>
                <a:lnTo>
                  <a:pt x="819150" y="114300"/>
                </a:lnTo>
                <a:lnTo>
                  <a:pt x="819150" y="123825"/>
                </a:lnTo>
                <a:lnTo>
                  <a:pt x="714375" y="123825"/>
                </a:lnTo>
                <a:lnTo>
                  <a:pt x="714375" y="133350"/>
                </a:lnTo>
                <a:lnTo>
                  <a:pt x="676275" y="133350"/>
                </a:lnTo>
                <a:lnTo>
                  <a:pt x="676275" y="123825"/>
                </a:lnTo>
                <a:lnTo>
                  <a:pt x="695325" y="123825"/>
                </a:lnTo>
                <a:lnTo>
                  <a:pt x="695325" y="114300"/>
                </a:lnTo>
                <a:lnTo>
                  <a:pt x="714375" y="114300"/>
                </a:lnTo>
                <a:lnTo>
                  <a:pt x="714375" y="104775"/>
                </a:lnTo>
                <a:lnTo>
                  <a:pt x="628650" y="104775"/>
                </a:lnTo>
                <a:lnTo>
                  <a:pt x="628650" y="95250"/>
                </a:lnTo>
                <a:lnTo>
                  <a:pt x="581025" y="95250"/>
                </a:lnTo>
                <a:close/>
                <a:moveTo>
                  <a:pt x="952500" y="85725"/>
                </a:moveTo>
                <a:lnTo>
                  <a:pt x="981075" y="85725"/>
                </a:lnTo>
                <a:lnTo>
                  <a:pt x="981075" y="95250"/>
                </a:lnTo>
                <a:lnTo>
                  <a:pt x="952500" y="95250"/>
                </a:lnTo>
                <a:close/>
                <a:moveTo>
                  <a:pt x="1181100" y="85725"/>
                </a:moveTo>
                <a:lnTo>
                  <a:pt x="1190625" y="85725"/>
                </a:lnTo>
                <a:lnTo>
                  <a:pt x="1190625" y="95250"/>
                </a:lnTo>
                <a:lnTo>
                  <a:pt x="1181100" y="95250"/>
                </a:lnTo>
                <a:close/>
                <a:moveTo>
                  <a:pt x="1323975" y="85725"/>
                </a:moveTo>
                <a:lnTo>
                  <a:pt x="1333500" y="85725"/>
                </a:lnTo>
                <a:lnTo>
                  <a:pt x="1333500" y="95250"/>
                </a:lnTo>
                <a:lnTo>
                  <a:pt x="1323975" y="95250"/>
                </a:lnTo>
                <a:close/>
                <a:moveTo>
                  <a:pt x="247650" y="95250"/>
                </a:moveTo>
                <a:lnTo>
                  <a:pt x="257175" y="95250"/>
                </a:lnTo>
                <a:lnTo>
                  <a:pt x="257175" y="104775"/>
                </a:lnTo>
                <a:lnTo>
                  <a:pt x="247650" y="104775"/>
                </a:lnTo>
                <a:close/>
                <a:moveTo>
                  <a:pt x="381000" y="95250"/>
                </a:moveTo>
                <a:lnTo>
                  <a:pt x="390525" y="95250"/>
                </a:lnTo>
                <a:lnTo>
                  <a:pt x="390525" y="104775"/>
                </a:lnTo>
                <a:lnTo>
                  <a:pt x="381000" y="104775"/>
                </a:lnTo>
                <a:close/>
                <a:moveTo>
                  <a:pt x="1200150" y="95250"/>
                </a:moveTo>
                <a:lnTo>
                  <a:pt x="1209675" y="95250"/>
                </a:lnTo>
                <a:lnTo>
                  <a:pt x="1209675" y="104775"/>
                </a:lnTo>
                <a:lnTo>
                  <a:pt x="1200150" y="104775"/>
                </a:lnTo>
                <a:close/>
                <a:moveTo>
                  <a:pt x="1333500" y="95250"/>
                </a:moveTo>
                <a:lnTo>
                  <a:pt x="1343025" y="95250"/>
                </a:lnTo>
                <a:lnTo>
                  <a:pt x="1343025" y="104775"/>
                </a:lnTo>
                <a:lnTo>
                  <a:pt x="1333500" y="104775"/>
                </a:lnTo>
                <a:close/>
                <a:moveTo>
                  <a:pt x="238125" y="104775"/>
                </a:moveTo>
                <a:lnTo>
                  <a:pt x="247650" y="104775"/>
                </a:lnTo>
                <a:lnTo>
                  <a:pt x="247650" y="114300"/>
                </a:lnTo>
                <a:lnTo>
                  <a:pt x="238125" y="114300"/>
                </a:lnTo>
                <a:close/>
                <a:moveTo>
                  <a:pt x="361950" y="104775"/>
                </a:moveTo>
                <a:lnTo>
                  <a:pt x="371475" y="104775"/>
                </a:lnTo>
                <a:lnTo>
                  <a:pt x="371475" y="114300"/>
                </a:lnTo>
                <a:lnTo>
                  <a:pt x="361950" y="114300"/>
                </a:lnTo>
                <a:close/>
                <a:moveTo>
                  <a:pt x="1228725" y="104775"/>
                </a:moveTo>
                <a:lnTo>
                  <a:pt x="1238250" y="104775"/>
                </a:lnTo>
                <a:lnTo>
                  <a:pt x="1238250" y="114300"/>
                </a:lnTo>
                <a:lnTo>
                  <a:pt x="1228725" y="114300"/>
                </a:lnTo>
                <a:close/>
                <a:moveTo>
                  <a:pt x="1343025" y="104775"/>
                </a:moveTo>
                <a:lnTo>
                  <a:pt x="1352550" y="104775"/>
                </a:lnTo>
                <a:lnTo>
                  <a:pt x="1352550" y="114300"/>
                </a:lnTo>
                <a:lnTo>
                  <a:pt x="1343025" y="114300"/>
                </a:lnTo>
                <a:close/>
                <a:moveTo>
                  <a:pt x="228600" y="114300"/>
                </a:moveTo>
                <a:lnTo>
                  <a:pt x="238125" y="114300"/>
                </a:lnTo>
                <a:lnTo>
                  <a:pt x="238125" y="123825"/>
                </a:lnTo>
                <a:lnTo>
                  <a:pt x="228600" y="123825"/>
                </a:lnTo>
                <a:close/>
                <a:moveTo>
                  <a:pt x="342900" y="114300"/>
                </a:moveTo>
                <a:lnTo>
                  <a:pt x="352425" y="114300"/>
                </a:lnTo>
                <a:lnTo>
                  <a:pt x="352425" y="123825"/>
                </a:lnTo>
                <a:lnTo>
                  <a:pt x="342900" y="123825"/>
                </a:lnTo>
                <a:close/>
                <a:moveTo>
                  <a:pt x="752475" y="114300"/>
                </a:moveTo>
                <a:lnTo>
                  <a:pt x="771525" y="114300"/>
                </a:lnTo>
                <a:lnTo>
                  <a:pt x="771525" y="104775"/>
                </a:lnTo>
                <a:lnTo>
                  <a:pt x="752475" y="104775"/>
                </a:lnTo>
                <a:close/>
                <a:moveTo>
                  <a:pt x="1238250" y="114300"/>
                </a:moveTo>
                <a:lnTo>
                  <a:pt x="1247775" y="114300"/>
                </a:lnTo>
                <a:lnTo>
                  <a:pt x="1247775" y="123825"/>
                </a:lnTo>
                <a:lnTo>
                  <a:pt x="1238250" y="123825"/>
                </a:lnTo>
                <a:close/>
                <a:moveTo>
                  <a:pt x="1352550" y="114300"/>
                </a:moveTo>
                <a:lnTo>
                  <a:pt x="1362075" y="114300"/>
                </a:lnTo>
                <a:lnTo>
                  <a:pt x="1362075" y="123825"/>
                </a:lnTo>
                <a:lnTo>
                  <a:pt x="1352550" y="123825"/>
                </a:lnTo>
                <a:close/>
                <a:moveTo>
                  <a:pt x="219075" y="123825"/>
                </a:moveTo>
                <a:lnTo>
                  <a:pt x="228600" y="123825"/>
                </a:lnTo>
                <a:lnTo>
                  <a:pt x="228600" y="133350"/>
                </a:lnTo>
                <a:lnTo>
                  <a:pt x="219075" y="133350"/>
                </a:lnTo>
                <a:close/>
                <a:moveTo>
                  <a:pt x="314325" y="123825"/>
                </a:moveTo>
                <a:lnTo>
                  <a:pt x="333375" y="123825"/>
                </a:lnTo>
                <a:lnTo>
                  <a:pt x="333375" y="133350"/>
                </a:lnTo>
                <a:lnTo>
                  <a:pt x="323850" y="133350"/>
                </a:lnTo>
                <a:lnTo>
                  <a:pt x="323850" y="142875"/>
                </a:lnTo>
                <a:lnTo>
                  <a:pt x="304800" y="142875"/>
                </a:lnTo>
                <a:lnTo>
                  <a:pt x="304800" y="133350"/>
                </a:lnTo>
                <a:lnTo>
                  <a:pt x="314325" y="133350"/>
                </a:lnTo>
                <a:close/>
                <a:moveTo>
                  <a:pt x="847725" y="123825"/>
                </a:moveTo>
                <a:lnTo>
                  <a:pt x="895350" y="123825"/>
                </a:lnTo>
                <a:lnTo>
                  <a:pt x="895350" y="133350"/>
                </a:lnTo>
                <a:lnTo>
                  <a:pt x="847725" y="133350"/>
                </a:lnTo>
                <a:close/>
                <a:moveTo>
                  <a:pt x="1257300" y="123825"/>
                </a:moveTo>
                <a:lnTo>
                  <a:pt x="1266825" y="123825"/>
                </a:lnTo>
                <a:lnTo>
                  <a:pt x="1266825" y="133350"/>
                </a:lnTo>
                <a:lnTo>
                  <a:pt x="1257300" y="133350"/>
                </a:lnTo>
                <a:close/>
                <a:moveTo>
                  <a:pt x="1362075" y="123825"/>
                </a:moveTo>
                <a:lnTo>
                  <a:pt x="1371600" y="123825"/>
                </a:lnTo>
                <a:lnTo>
                  <a:pt x="1371600" y="133350"/>
                </a:lnTo>
                <a:lnTo>
                  <a:pt x="1362075" y="133350"/>
                </a:lnTo>
                <a:close/>
                <a:moveTo>
                  <a:pt x="209550" y="133350"/>
                </a:moveTo>
                <a:lnTo>
                  <a:pt x="219075" y="133350"/>
                </a:lnTo>
                <a:lnTo>
                  <a:pt x="219075" y="142875"/>
                </a:lnTo>
                <a:lnTo>
                  <a:pt x="209550" y="142875"/>
                </a:lnTo>
                <a:close/>
                <a:moveTo>
                  <a:pt x="657225" y="133350"/>
                </a:moveTo>
                <a:lnTo>
                  <a:pt x="676275" y="133350"/>
                </a:lnTo>
                <a:lnTo>
                  <a:pt x="676275" y="142875"/>
                </a:lnTo>
                <a:lnTo>
                  <a:pt x="657225" y="142875"/>
                </a:lnTo>
                <a:close/>
                <a:moveTo>
                  <a:pt x="1266825" y="133350"/>
                </a:moveTo>
                <a:lnTo>
                  <a:pt x="1276350" y="133350"/>
                </a:lnTo>
                <a:lnTo>
                  <a:pt x="1276350" y="142875"/>
                </a:lnTo>
                <a:lnTo>
                  <a:pt x="1266825" y="142875"/>
                </a:lnTo>
                <a:close/>
                <a:moveTo>
                  <a:pt x="1371600" y="133350"/>
                </a:moveTo>
                <a:lnTo>
                  <a:pt x="1381125" y="133350"/>
                </a:lnTo>
                <a:lnTo>
                  <a:pt x="1381125" y="142875"/>
                </a:lnTo>
                <a:lnTo>
                  <a:pt x="1371600" y="142875"/>
                </a:lnTo>
                <a:close/>
                <a:moveTo>
                  <a:pt x="285750" y="142875"/>
                </a:moveTo>
                <a:lnTo>
                  <a:pt x="295275" y="142875"/>
                </a:lnTo>
                <a:lnTo>
                  <a:pt x="295275" y="152400"/>
                </a:lnTo>
                <a:lnTo>
                  <a:pt x="285750" y="152400"/>
                </a:lnTo>
                <a:close/>
                <a:moveTo>
                  <a:pt x="571500" y="142875"/>
                </a:moveTo>
                <a:lnTo>
                  <a:pt x="600075" y="142875"/>
                </a:lnTo>
                <a:lnTo>
                  <a:pt x="600075" y="152400"/>
                </a:lnTo>
                <a:lnTo>
                  <a:pt x="571500" y="152400"/>
                </a:lnTo>
                <a:close/>
                <a:moveTo>
                  <a:pt x="981075" y="142875"/>
                </a:moveTo>
                <a:lnTo>
                  <a:pt x="1009650" y="142875"/>
                </a:lnTo>
                <a:lnTo>
                  <a:pt x="1009650" y="152400"/>
                </a:lnTo>
                <a:lnTo>
                  <a:pt x="981075" y="152400"/>
                </a:lnTo>
                <a:close/>
                <a:moveTo>
                  <a:pt x="1276350" y="142875"/>
                </a:moveTo>
                <a:lnTo>
                  <a:pt x="1285875" y="142875"/>
                </a:lnTo>
                <a:lnTo>
                  <a:pt x="1285875" y="152400"/>
                </a:lnTo>
                <a:lnTo>
                  <a:pt x="1276350" y="152400"/>
                </a:lnTo>
                <a:close/>
                <a:moveTo>
                  <a:pt x="1381125" y="142875"/>
                </a:moveTo>
                <a:lnTo>
                  <a:pt x="1390650" y="142875"/>
                </a:lnTo>
                <a:lnTo>
                  <a:pt x="1390650" y="161925"/>
                </a:lnTo>
                <a:lnTo>
                  <a:pt x="1381125" y="161925"/>
                </a:lnTo>
                <a:close/>
                <a:moveTo>
                  <a:pt x="276225" y="152400"/>
                </a:moveTo>
                <a:lnTo>
                  <a:pt x="285750" y="152400"/>
                </a:lnTo>
                <a:lnTo>
                  <a:pt x="285750" y="161925"/>
                </a:lnTo>
                <a:lnTo>
                  <a:pt x="276225" y="161925"/>
                </a:lnTo>
                <a:close/>
                <a:moveTo>
                  <a:pt x="533400" y="152400"/>
                </a:moveTo>
                <a:lnTo>
                  <a:pt x="552450" y="152400"/>
                </a:lnTo>
                <a:lnTo>
                  <a:pt x="552450" y="161925"/>
                </a:lnTo>
                <a:lnTo>
                  <a:pt x="533400" y="161925"/>
                </a:lnTo>
                <a:close/>
                <a:moveTo>
                  <a:pt x="1038225" y="152400"/>
                </a:moveTo>
                <a:lnTo>
                  <a:pt x="1047750" y="152400"/>
                </a:lnTo>
                <a:lnTo>
                  <a:pt x="1047750" y="161925"/>
                </a:lnTo>
                <a:lnTo>
                  <a:pt x="1038225" y="161925"/>
                </a:lnTo>
                <a:close/>
                <a:moveTo>
                  <a:pt x="1285875" y="152400"/>
                </a:moveTo>
                <a:lnTo>
                  <a:pt x="1304925" y="152400"/>
                </a:lnTo>
                <a:lnTo>
                  <a:pt x="1304925" y="161925"/>
                </a:lnTo>
                <a:lnTo>
                  <a:pt x="1314450" y="161925"/>
                </a:lnTo>
                <a:lnTo>
                  <a:pt x="1314450" y="171450"/>
                </a:lnTo>
                <a:lnTo>
                  <a:pt x="1323975" y="171450"/>
                </a:lnTo>
                <a:lnTo>
                  <a:pt x="1323975" y="180975"/>
                </a:lnTo>
                <a:lnTo>
                  <a:pt x="1304925" y="180975"/>
                </a:lnTo>
                <a:lnTo>
                  <a:pt x="1304925" y="171450"/>
                </a:lnTo>
                <a:lnTo>
                  <a:pt x="1295400" y="171450"/>
                </a:lnTo>
                <a:lnTo>
                  <a:pt x="1295400" y="161925"/>
                </a:lnTo>
                <a:lnTo>
                  <a:pt x="1285875" y="161925"/>
                </a:lnTo>
                <a:close/>
                <a:moveTo>
                  <a:pt x="190500" y="161925"/>
                </a:moveTo>
                <a:lnTo>
                  <a:pt x="200025" y="161925"/>
                </a:lnTo>
                <a:lnTo>
                  <a:pt x="200025" y="171450"/>
                </a:lnTo>
                <a:lnTo>
                  <a:pt x="190500" y="171450"/>
                </a:lnTo>
                <a:close/>
                <a:moveTo>
                  <a:pt x="476250" y="161925"/>
                </a:moveTo>
                <a:lnTo>
                  <a:pt x="495300" y="161925"/>
                </a:lnTo>
                <a:lnTo>
                  <a:pt x="495300" y="171450"/>
                </a:lnTo>
                <a:lnTo>
                  <a:pt x="476250" y="171450"/>
                </a:lnTo>
                <a:close/>
                <a:moveTo>
                  <a:pt x="1095375" y="161925"/>
                </a:moveTo>
                <a:lnTo>
                  <a:pt x="1104900" y="161925"/>
                </a:lnTo>
                <a:lnTo>
                  <a:pt x="1104900" y="171450"/>
                </a:lnTo>
                <a:lnTo>
                  <a:pt x="1095375" y="171450"/>
                </a:lnTo>
                <a:close/>
                <a:moveTo>
                  <a:pt x="1390650" y="161925"/>
                </a:moveTo>
                <a:lnTo>
                  <a:pt x="1400175" y="161925"/>
                </a:lnTo>
                <a:lnTo>
                  <a:pt x="1400175" y="171450"/>
                </a:lnTo>
                <a:lnTo>
                  <a:pt x="1390650" y="171450"/>
                </a:lnTo>
                <a:close/>
                <a:moveTo>
                  <a:pt x="180975" y="171450"/>
                </a:moveTo>
                <a:lnTo>
                  <a:pt x="190500" y="171450"/>
                </a:lnTo>
                <a:lnTo>
                  <a:pt x="190500" y="180975"/>
                </a:lnTo>
                <a:lnTo>
                  <a:pt x="180975" y="180975"/>
                </a:lnTo>
                <a:close/>
                <a:moveTo>
                  <a:pt x="438150" y="171450"/>
                </a:moveTo>
                <a:lnTo>
                  <a:pt x="457200" y="171450"/>
                </a:lnTo>
                <a:lnTo>
                  <a:pt x="457200" y="190500"/>
                </a:lnTo>
                <a:lnTo>
                  <a:pt x="447675" y="190500"/>
                </a:lnTo>
                <a:lnTo>
                  <a:pt x="447675" y="200025"/>
                </a:lnTo>
                <a:lnTo>
                  <a:pt x="419100" y="200025"/>
                </a:lnTo>
                <a:lnTo>
                  <a:pt x="419100" y="190500"/>
                </a:lnTo>
                <a:lnTo>
                  <a:pt x="438150" y="190500"/>
                </a:lnTo>
                <a:close/>
                <a:moveTo>
                  <a:pt x="466725" y="171450"/>
                </a:moveTo>
                <a:lnTo>
                  <a:pt x="476250" y="171450"/>
                </a:lnTo>
                <a:lnTo>
                  <a:pt x="476250" y="180975"/>
                </a:lnTo>
                <a:lnTo>
                  <a:pt x="466725" y="180975"/>
                </a:lnTo>
                <a:close/>
                <a:moveTo>
                  <a:pt x="1114425" y="171450"/>
                </a:moveTo>
                <a:lnTo>
                  <a:pt x="1123950" y="171450"/>
                </a:lnTo>
                <a:lnTo>
                  <a:pt x="1123950" y="180975"/>
                </a:lnTo>
                <a:lnTo>
                  <a:pt x="1114425" y="180975"/>
                </a:lnTo>
                <a:close/>
                <a:moveTo>
                  <a:pt x="1400175" y="171450"/>
                </a:moveTo>
                <a:lnTo>
                  <a:pt x="1409700" y="171450"/>
                </a:lnTo>
                <a:lnTo>
                  <a:pt x="1409700" y="190500"/>
                </a:lnTo>
                <a:lnTo>
                  <a:pt x="1400175" y="190500"/>
                </a:lnTo>
                <a:close/>
                <a:moveTo>
                  <a:pt x="742950" y="180975"/>
                </a:moveTo>
                <a:lnTo>
                  <a:pt x="771525" y="180975"/>
                </a:lnTo>
                <a:lnTo>
                  <a:pt x="771525" y="190500"/>
                </a:lnTo>
                <a:lnTo>
                  <a:pt x="742950" y="190500"/>
                </a:lnTo>
                <a:close/>
                <a:moveTo>
                  <a:pt x="923925" y="180975"/>
                </a:moveTo>
                <a:lnTo>
                  <a:pt x="933450" y="180975"/>
                </a:lnTo>
                <a:lnTo>
                  <a:pt x="933450" y="190500"/>
                </a:lnTo>
                <a:lnTo>
                  <a:pt x="923925" y="190500"/>
                </a:lnTo>
                <a:close/>
                <a:moveTo>
                  <a:pt x="1123950" y="180975"/>
                </a:moveTo>
                <a:lnTo>
                  <a:pt x="1133475" y="180975"/>
                </a:lnTo>
                <a:lnTo>
                  <a:pt x="1133475" y="190500"/>
                </a:lnTo>
                <a:lnTo>
                  <a:pt x="1123950" y="190500"/>
                </a:lnTo>
                <a:close/>
                <a:moveTo>
                  <a:pt x="1323975" y="180975"/>
                </a:moveTo>
                <a:lnTo>
                  <a:pt x="1333500" y="180975"/>
                </a:lnTo>
                <a:lnTo>
                  <a:pt x="1333500" y="190500"/>
                </a:lnTo>
                <a:lnTo>
                  <a:pt x="1323975" y="190500"/>
                </a:lnTo>
                <a:close/>
                <a:moveTo>
                  <a:pt x="171450" y="190500"/>
                </a:moveTo>
                <a:lnTo>
                  <a:pt x="180975" y="190500"/>
                </a:lnTo>
                <a:lnTo>
                  <a:pt x="180975" y="200025"/>
                </a:lnTo>
                <a:lnTo>
                  <a:pt x="171450" y="200025"/>
                </a:lnTo>
                <a:close/>
                <a:moveTo>
                  <a:pt x="238125" y="190500"/>
                </a:moveTo>
                <a:lnTo>
                  <a:pt x="247650" y="190500"/>
                </a:lnTo>
                <a:lnTo>
                  <a:pt x="247650" y="200025"/>
                </a:lnTo>
                <a:lnTo>
                  <a:pt x="238125" y="200025"/>
                </a:lnTo>
                <a:close/>
                <a:moveTo>
                  <a:pt x="619125" y="190500"/>
                </a:moveTo>
                <a:lnTo>
                  <a:pt x="657225" y="190500"/>
                </a:lnTo>
                <a:lnTo>
                  <a:pt x="657225" y="200025"/>
                </a:lnTo>
                <a:lnTo>
                  <a:pt x="619125" y="200025"/>
                </a:lnTo>
                <a:close/>
                <a:moveTo>
                  <a:pt x="685800" y="190500"/>
                </a:moveTo>
                <a:lnTo>
                  <a:pt x="704850" y="190500"/>
                </a:lnTo>
                <a:lnTo>
                  <a:pt x="704850" y="200025"/>
                </a:lnTo>
                <a:lnTo>
                  <a:pt x="685800" y="200025"/>
                </a:lnTo>
                <a:close/>
                <a:moveTo>
                  <a:pt x="981075" y="190500"/>
                </a:moveTo>
                <a:lnTo>
                  <a:pt x="1000125" y="190500"/>
                </a:lnTo>
                <a:lnTo>
                  <a:pt x="1000125" y="200025"/>
                </a:lnTo>
                <a:lnTo>
                  <a:pt x="981075" y="200025"/>
                </a:lnTo>
                <a:close/>
                <a:moveTo>
                  <a:pt x="1133475" y="190500"/>
                </a:moveTo>
                <a:lnTo>
                  <a:pt x="1143000" y="190500"/>
                </a:lnTo>
                <a:lnTo>
                  <a:pt x="1143000" y="200025"/>
                </a:lnTo>
                <a:lnTo>
                  <a:pt x="1133475" y="200025"/>
                </a:lnTo>
                <a:close/>
                <a:moveTo>
                  <a:pt x="381000" y="200025"/>
                </a:moveTo>
                <a:lnTo>
                  <a:pt x="419100" y="200025"/>
                </a:lnTo>
                <a:lnTo>
                  <a:pt x="419100" y="209550"/>
                </a:lnTo>
                <a:lnTo>
                  <a:pt x="381000" y="209550"/>
                </a:lnTo>
                <a:close/>
                <a:moveTo>
                  <a:pt x="561975" y="200025"/>
                </a:moveTo>
                <a:lnTo>
                  <a:pt x="581025" y="200025"/>
                </a:lnTo>
                <a:lnTo>
                  <a:pt x="581025" y="209550"/>
                </a:lnTo>
                <a:lnTo>
                  <a:pt x="571500" y="209550"/>
                </a:lnTo>
                <a:lnTo>
                  <a:pt x="571500" y="219075"/>
                </a:lnTo>
                <a:lnTo>
                  <a:pt x="581025" y="219075"/>
                </a:lnTo>
                <a:lnTo>
                  <a:pt x="581025" y="228600"/>
                </a:lnTo>
                <a:lnTo>
                  <a:pt x="571500" y="228600"/>
                </a:lnTo>
                <a:lnTo>
                  <a:pt x="571500" y="295275"/>
                </a:lnTo>
                <a:lnTo>
                  <a:pt x="552450" y="295275"/>
                </a:lnTo>
                <a:lnTo>
                  <a:pt x="552450" y="276225"/>
                </a:lnTo>
                <a:lnTo>
                  <a:pt x="542925" y="276225"/>
                </a:lnTo>
                <a:lnTo>
                  <a:pt x="542925" y="266700"/>
                </a:lnTo>
                <a:lnTo>
                  <a:pt x="561975" y="266700"/>
                </a:lnTo>
                <a:lnTo>
                  <a:pt x="561975" y="219075"/>
                </a:lnTo>
                <a:lnTo>
                  <a:pt x="542925" y="219075"/>
                </a:lnTo>
                <a:lnTo>
                  <a:pt x="542925" y="209550"/>
                </a:lnTo>
                <a:lnTo>
                  <a:pt x="561975" y="209550"/>
                </a:lnTo>
                <a:close/>
                <a:moveTo>
                  <a:pt x="1028700" y="200025"/>
                </a:moveTo>
                <a:lnTo>
                  <a:pt x="1038225" y="200025"/>
                </a:lnTo>
                <a:lnTo>
                  <a:pt x="1038225" y="219075"/>
                </a:lnTo>
                <a:lnTo>
                  <a:pt x="1028700" y="219075"/>
                </a:lnTo>
                <a:close/>
                <a:moveTo>
                  <a:pt x="1152525" y="200025"/>
                </a:moveTo>
                <a:lnTo>
                  <a:pt x="1190625" y="200025"/>
                </a:lnTo>
                <a:lnTo>
                  <a:pt x="1190625" y="209550"/>
                </a:lnTo>
                <a:lnTo>
                  <a:pt x="1152525" y="209550"/>
                </a:lnTo>
                <a:close/>
                <a:moveTo>
                  <a:pt x="161925" y="209550"/>
                </a:moveTo>
                <a:lnTo>
                  <a:pt x="171450" y="209550"/>
                </a:lnTo>
                <a:lnTo>
                  <a:pt x="171450" y="219075"/>
                </a:lnTo>
                <a:lnTo>
                  <a:pt x="161925" y="219075"/>
                </a:lnTo>
                <a:close/>
                <a:moveTo>
                  <a:pt x="371475" y="209550"/>
                </a:moveTo>
                <a:lnTo>
                  <a:pt x="381000" y="209550"/>
                </a:lnTo>
                <a:lnTo>
                  <a:pt x="381000" y="219075"/>
                </a:lnTo>
                <a:lnTo>
                  <a:pt x="371475" y="219075"/>
                </a:lnTo>
                <a:close/>
                <a:moveTo>
                  <a:pt x="1190625" y="209550"/>
                </a:moveTo>
                <a:lnTo>
                  <a:pt x="1200150" y="209550"/>
                </a:lnTo>
                <a:lnTo>
                  <a:pt x="1200150" y="219075"/>
                </a:lnTo>
                <a:lnTo>
                  <a:pt x="1190625" y="219075"/>
                </a:lnTo>
                <a:close/>
                <a:moveTo>
                  <a:pt x="1343025" y="209550"/>
                </a:moveTo>
                <a:lnTo>
                  <a:pt x="1352550" y="209550"/>
                </a:lnTo>
                <a:lnTo>
                  <a:pt x="1352550" y="219075"/>
                </a:lnTo>
                <a:lnTo>
                  <a:pt x="1343025" y="219075"/>
                </a:lnTo>
                <a:close/>
                <a:moveTo>
                  <a:pt x="514350" y="219075"/>
                </a:moveTo>
                <a:lnTo>
                  <a:pt x="533400" y="219075"/>
                </a:lnTo>
                <a:lnTo>
                  <a:pt x="533400" y="238125"/>
                </a:lnTo>
                <a:lnTo>
                  <a:pt x="514350" y="238125"/>
                </a:lnTo>
                <a:close/>
                <a:moveTo>
                  <a:pt x="600075" y="219075"/>
                </a:moveTo>
                <a:lnTo>
                  <a:pt x="609600" y="219075"/>
                </a:lnTo>
                <a:lnTo>
                  <a:pt x="609600" y="228600"/>
                </a:lnTo>
                <a:lnTo>
                  <a:pt x="600075" y="228600"/>
                </a:lnTo>
                <a:close/>
                <a:moveTo>
                  <a:pt x="1019175" y="219075"/>
                </a:moveTo>
                <a:lnTo>
                  <a:pt x="1028700" y="219075"/>
                </a:lnTo>
                <a:lnTo>
                  <a:pt x="1028700" y="228600"/>
                </a:lnTo>
                <a:lnTo>
                  <a:pt x="1019175" y="228600"/>
                </a:lnTo>
                <a:close/>
                <a:moveTo>
                  <a:pt x="1057275" y="219075"/>
                </a:moveTo>
                <a:lnTo>
                  <a:pt x="1076325" y="219075"/>
                </a:lnTo>
                <a:lnTo>
                  <a:pt x="1076325" y="228600"/>
                </a:lnTo>
                <a:lnTo>
                  <a:pt x="1085850" y="228600"/>
                </a:lnTo>
                <a:lnTo>
                  <a:pt x="1085850" y="238125"/>
                </a:lnTo>
                <a:lnTo>
                  <a:pt x="1057275" y="238125"/>
                </a:lnTo>
                <a:close/>
                <a:moveTo>
                  <a:pt x="1219200" y="219075"/>
                </a:moveTo>
                <a:lnTo>
                  <a:pt x="1228725" y="219075"/>
                </a:lnTo>
                <a:lnTo>
                  <a:pt x="1228725" y="228600"/>
                </a:lnTo>
                <a:lnTo>
                  <a:pt x="1219200" y="228600"/>
                </a:lnTo>
                <a:close/>
                <a:moveTo>
                  <a:pt x="619125" y="228600"/>
                </a:moveTo>
                <a:lnTo>
                  <a:pt x="628650" y="228600"/>
                </a:lnTo>
                <a:lnTo>
                  <a:pt x="628650" y="238125"/>
                </a:lnTo>
                <a:lnTo>
                  <a:pt x="619125" y="238125"/>
                </a:lnTo>
                <a:close/>
                <a:moveTo>
                  <a:pt x="1009650" y="228600"/>
                </a:moveTo>
                <a:lnTo>
                  <a:pt x="1019175" y="228600"/>
                </a:lnTo>
                <a:lnTo>
                  <a:pt x="1019175" y="238125"/>
                </a:lnTo>
                <a:lnTo>
                  <a:pt x="1009650" y="238125"/>
                </a:lnTo>
                <a:close/>
                <a:moveTo>
                  <a:pt x="1228725" y="228600"/>
                </a:moveTo>
                <a:lnTo>
                  <a:pt x="1238250" y="228600"/>
                </a:lnTo>
                <a:lnTo>
                  <a:pt x="1238250" y="238125"/>
                </a:lnTo>
                <a:lnTo>
                  <a:pt x="1228725" y="238125"/>
                </a:lnTo>
                <a:close/>
                <a:moveTo>
                  <a:pt x="1352550" y="228600"/>
                </a:moveTo>
                <a:lnTo>
                  <a:pt x="1362075" y="228600"/>
                </a:lnTo>
                <a:lnTo>
                  <a:pt x="1362075" y="238125"/>
                </a:lnTo>
                <a:lnTo>
                  <a:pt x="1352550" y="238125"/>
                </a:lnTo>
                <a:close/>
                <a:moveTo>
                  <a:pt x="209550" y="238125"/>
                </a:moveTo>
                <a:lnTo>
                  <a:pt x="219075" y="238125"/>
                </a:lnTo>
                <a:lnTo>
                  <a:pt x="219075" y="247650"/>
                </a:lnTo>
                <a:lnTo>
                  <a:pt x="209550" y="247650"/>
                </a:lnTo>
                <a:close/>
                <a:moveTo>
                  <a:pt x="533400" y="238125"/>
                </a:moveTo>
                <a:lnTo>
                  <a:pt x="542925" y="238125"/>
                </a:lnTo>
                <a:lnTo>
                  <a:pt x="542925" y="247650"/>
                </a:lnTo>
                <a:lnTo>
                  <a:pt x="533400" y="247650"/>
                </a:lnTo>
                <a:close/>
                <a:moveTo>
                  <a:pt x="628650" y="238125"/>
                </a:moveTo>
                <a:lnTo>
                  <a:pt x="638175" y="238125"/>
                </a:lnTo>
                <a:lnTo>
                  <a:pt x="638175" y="247650"/>
                </a:lnTo>
                <a:lnTo>
                  <a:pt x="628650" y="247650"/>
                </a:lnTo>
                <a:close/>
                <a:moveTo>
                  <a:pt x="1000125" y="238125"/>
                </a:moveTo>
                <a:lnTo>
                  <a:pt x="1009650" y="238125"/>
                </a:lnTo>
                <a:lnTo>
                  <a:pt x="1009650" y="247650"/>
                </a:lnTo>
                <a:lnTo>
                  <a:pt x="1000125" y="247650"/>
                </a:lnTo>
                <a:close/>
                <a:moveTo>
                  <a:pt x="333375" y="247650"/>
                </a:moveTo>
                <a:lnTo>
                  <a:pt x="342900" y="247650"/>
                </a:lnTo>
                <a:lnTo>
                  <a:pt x="342900" y="257175"/>
                </a:lnTo>
                <a:lnTo>
                  <a:pt x="333375" y="257175"/>
                </a:lnTo>
                <a:close/>
                <a:moveTo>
                  <a:pt x="990600" y="247650"/>
                </a:moveTo>
                <a:lnTo>
                  <a:pt x="1000125" y="247650"/>
                </a:lnTo>
                <a:lnTo>
                  <a:pt x="1000125" y="257175"/>
                </a:lnTo>
                <a:lnTo>
                  <a:pt x="990600" y="257175"/>
                </a:lnTo>
                <a:close/>
                <a:moveTo>
                  <a:pt x="1047750" y="247650"/>
                </a:moveTo>
                <a:lnTo>
                  <a:pt x="1057275" y="247650"/>
                </a:lnTo>
                <a:lnTo>
                  <a:pt x="1057275" y="257175"/>
                </a:lnTo>
                <a:lnTo>
                  <a:pt x="1066800" y="257175"/>
                </a:lnTo>
                <a:lnTo>
                  <a:pt x="1066800" y="276225"/>
                </a:lnTo>
                <a:lnTo>
                  <a:pt x="1057275" y="276225"/>
                </a:lnTo>
                <a:lnTo>
                  <a:pt x="1057275" y="266700"/>
                </a:lnTo>
                <a:lnTo>
                  <a:pt x="1047750" y="266700"/>
                </a:lnTo>
                <a:close/>
                <a:moveTo>
                  <a:pt x="1095375" y="247650"/>
                </a:moveTo>
                <a:lnTo>
                  <a:pt x="1104900" y="247650"/>
                </a:lnTo>
                <a:lnTo>
                  <a:pt x="1104900" y="266700"/>
                </a:lnTo>
                <a:lnTo>
                  <a:pt x="1085850" y="266700"/>
                </a:lnTo>
                <a:lnTo>
                  <a:pt x="1085850" y="257175"/>
                </a:lnTo>
                <a:lnTo>
                  <a:pt x="1095375" y="257175"/>
                </a:lnTo>
                <a:close/>
                <a:moveTo>
                  <a:pt x="1362075" y="247650"/>
                </a:moveTo>
                <a:lnTo>
                  <a:pt x="1371600" y="247650"/>
                </a:lnTo>
                <a:lnTo>
                  <a:pt x="1371600" y="257175"/>
                </a:lnTo>
                <a:lnTo>
                  <a:pt x="1362075" y="257175"/>
                </a:lnTo>
                <a:close/>
                <a:moveTo>
                  <a:pt x="200025" y="257175"/>
                </a:moveTo>
                <a:lnTo>
                  <a:pt x="209550" y="257175"/>
                </a:lnTo>
                <a:lnTo>
                  <a:pt x="209550" y="266700"/>
                </a:lnTo>
                <a:lnTo>
                  <a:pt x="200025" y="266700"/>
                </a:lnTo>
                <a:close/>
                <a:moveTo>
                  <a:pt x="419100" y="257175"/>
                </a:moveTo>
                <a:lnTo>
                  <a:pt x="457200" y="257175"/>
                </a:lnTo>
                <a:lnTo>
                  <a:pt x="457200" y="266700"/>
                </a:lnTo>
                <a:lnTo>
                  <a:pt x="419100" y="266700"/>
                </a:lnTo>
                <a:close/>
                <a:moveTo>
                  <a:pt x="657225" y="257175"/>
                </a:moveTo>
                <a:lnTo>
                  <a:pt x="676275" y="257175"/>
                </a:lnTo>
                <a:lnTo>
                  <a:pt x="676275" y="266700"/>
                </a:lnTo>
                <a:lnTo>
                  <a:pt x="657225" y="266700"/>
                </a:lnTo>
                <a:close/>
                <a:moveTo>
                  <a:pt x="819150" y="257175"/>
                </a:moveTo>
                <a:lnTo>
                  <a:pt x="847725" y="257175"/>
                </a:lnTo>
                <a:lnTo>
                  <a:pt x="847725" y="266700"/>
                </a:lnTo>
                <a:lnTo>
                  <a:pt x="819150" y="266700"/>
                </a:lnTo>
                <a:close/>
                <a:moveTo>
                  <a:pt x="914400" y="257175"/>
                </a:moveTo>
                <a:lnTo>
                  <a:pt x="933450" y="257175"/>
                </a:lnTo>
                <a:lnTo>
                  <a:pt x="933450" y="266700"/>
                </a:lnTo>
                <a:lnTo>
                  <a:pt x="914400" y="266700"/>
                </a:lnTo>
                <a:close/>
                <a:moveTo>
                  <a:pt x="962025" y="257175"/>
                </a:moveTo>
                <a:lnTo>
                  <a:pt x="990600" y="257175"/>
                </a:lnTo>
                <a:lnTo>
                  <a:pt x="990600" y="266700"/>
                </a:lnTo>
                <a:lnTo>
                  <a:pt x="962025" y="266700"/>
                </a:lnTo>
                <a:close/>
                <a:moveTo>
                  <a:pt x="142875" y="266700"/>
                </a:moveTo>
                <a:lnTo>
                  <a:pt x="152400" y="266700"/>
                </a:lnTo>
                <a:lnTo>
                  <a:pt x="152400" y="276225"/>
                </a:lnTo>
                <a:lnTo>
                  <a:pt x="142875" y="276225"/>
                </a:lnTo>
                <a:close/>
                <a:moveTo>
                  <a:pt x="400050" y="266700"/>
                </a:moveTo>
                <a:lnTo>
                  <a:pt x="409575" y="266700"/>
                </a:lnTo>
                <a:lnTo>
                  <a:pt x="409575" y="276225"/>
                </a:lnTo>
                <a:lnTo>
                  <a:pt x="400050" y="276225"/>
                </a:lnTo>
                <a:close/>
                <a:moveTo>
                  <a:pt x="457200" y="266700"/>
                </a:moveTo>
                <a:lnTo>
                  <a:pt x="466725" y="266700"/>
                </a:lnTo>
                <a:lnTo>
                  <a:pt x="466725" y="276225"/>
                </a:lnTo>
                <a:lnTo>
                  <a:pt x="457200" y="276225"/>
                </a:lnTo>
                <a:close/>
                <a:moveTo>
                  <a:pt x="1371600" y="266700"/>
                </a:moveTo>
                <a:lnTo>
                  <a:pt x="1381125" y="266700"/>
                </a:lnTo>
                <a:lnTo>
                  <a:pt x="1381125" y="276225"/>
                </a:lnTo>
                <a:lnTo>
                  <a:pt x="1371600" y="276225"/>
                </a:lnTo>
                <a:close/>
                <a:moveTo>
                  <a:pt x="1428750" y="266700"/>
                </a:moveTo>
                <a:lnTo>
                  <a:pt x="1438275" y="266700"/>
                </a:lnTo>
                <a:lnTo>
                  <a:pt x="1438275" y="276225"/>
                </a:lnTo>
                <a:lnTo>
                  <a:pt x="1428750" y="276225"/>
                </a:lnTo>
                <a:close/>
                <a:moveTo>
                  <a:pt x="390525" y="276225"/>
                </a:moveTo>
                <a:lnTo>
                  <a:pt x="400050" y="276225"/>
                </a:lnTo>
                <a:lnTo>
                  <a:pt x="400050" y="285750"/>
                </a:lnTo>
                <a:lnTo>
                  <a:pt x="390525" y="285750"/>
                </a:lnTo>
                <a:close/>
                <a:moveTo>
                  <a:pt x="885825" y="276225"/>
                </a:moveTo>
                <a:lnTo>
                  <a:pt x="895350" y="276225"/>
                </a:lnTo>
                <a:lnTo>
                  <a:pt x="895350" y="285750"/>
                </a:lnTo>
                <a:lnTo>
                  <a:pt x="885825" y="285750"/>
                </a:lnTo>
                <a:close/>
                <a:moveTo>
                  <a:pt x="1171575" y="285750"/>
                </a:moveTo>
                <a:lnTo>
                  <a:pt x="1190625" y="285750"/>
                </a:lnTo>
                <a:lnTo>
                  <a:pt x="1190625" y="333375"/>
                </a:lnTo>
                <a:lnTo>
                  <a:pt x="1171575" y="333375"/>
                </a:lnTo>
                <a:close/>
                <a:moveTo>
                  <a:pt x="457200" y="295275"/>
                </a:moveTo>
                <a:lnTo>
                  <a:pt x="466725" y="295275"/>
                </a:lnTo>
                <a:lnTo>
                  <a:pt x="466725" y="304800"/>
                </a:lnTo>
                <a:lnTo>
                  <a:pt x="457200" y="304800"/>
                </a:lnTo>
                <a:close/>
                <a:moveTo>
                  <a:pt x="1381125" y="304800"/>
                </a:moveTo>
                <a:lnTo>
                  <a:pt x="1390650" y="304800"/>
                </a:lnTo>
                <a:lnTo>
                  <a:pt x="1390650" y="323850"/>
                </a:lnTo>
                <a:lnTo>
                  <a:pt x="1381125" y="323850"/>
                </a:lnTo>
                <a:close/>
                <a:moveTo>
                  <a:pt x="190500" y="323850"/>
                </a:moveTo>
                <a:lnTo>
                  <a:pt x="200025" y="323850"/>
                </a:lnTo>
                <a:lnTo>
                  <a:pt x="200025" y="381000"/>
                </a:lnTo>
                <a:lnTo>
                  <a:pt x="190500" y="381000"/>
                </a:lnTo>
                <a:close/>
                <a:moveTo>
                  <a:pt x="390525" y="323850"/>
                </a:moveTo>
                <a:lnTo>
                  <a:pt x="400050" y="323850"/>
                </a:lnTo>
                <a:lnTo>
                  <a:pt x="400050" y="361950"/>
                </a:lnTo>
                <a:lnTo>
                  <a:pt x="390525" y="361950"/>
                </a:lnTo>
                <a:close/>
                <a:moveTo>
                  <a:pt x="1238250" y="323850"/>
                </a:moveTo>
                <a:lnTo>
                  <a:pt x="1247775" y="323850"/>
                </a:lnTo>
                <a:lnTo>
                  <a:pt x="1247775" y="400050"/>
                </a:lnTo>
                <a:lnTo>
                  <a:pt x="1238250" y="400050"/>
                </a:lnTo>
                <a:close/>
                <a:moveTo>
                  <a:pt x="438150" y="333375"/>
                </a:moveTo>
                <a:lnTo>
                  <a:pt x="447675" y="333375"/>
                </a:lnTo>
                <a:lnTo>
                  <a:pt x="447675" y="342900"/>
                </a:lnTo>
                <a:lnTo>
                  <a:pt x="438150" y="342900"/>
                </a:lnTo>
                <a:close/>
                <a:moveTo>
                  <a:pt x="428625" y="352425"/>
                </a:moveTo>
                <a:lnTo>
                  <a:pt x="438150" y="352425"/>
                </a:lnTo>
                <a:lnTo>
                  <a:pt x="438150" y="371475"/>
                </a:lnTo>
                <a:lnTo>
                  <a:pt x="428625" y="371475"/>
                </a:lnTo>
                <a:close/>
                <a:moveTo>
                  <a:pt x="581025" y="371475"/>
                </a:moveTo>
                <a:lnTo>
                  <a:pt x="609600" y="371475"/>
                </a:lnTo>
                <a:lnTo>
                  <a:pt x="609600" y="381000"/>
                </a:lnTo>
                <a:lnTo>
                  <a:pt x="581025" y="381000"/>
                </a:lnTo>
                <a:close/>
                <a:moveTo>
                  <a:pt x="657225" y="371475"/>
                </a:moveTo>
                <a:lnTo>
                  <a:pt x="666750" y="371475"/>
                </a:lnTo>
                <a:lnTo>
                  <a:pt x="666750" y="390525"/>
                </a:lnTo>
                <a:lnTo>
                  <a:pt x="657225" y="390525"/>
                </a:lnTo>
                <a:close/>
                <a:moveTo>
                  <a:pt x="723900" y="371475"/>
                </a:moveTo>
                <a:lnTo>
                  <a:pt x="733425" y="371475"/>
                </a:lnTo>
                <a:lnTo>
                  <a:pt x="733425" y="381000"/>
                </a:lnTo>
                <a:lnTo>
                  <a:pt x="723900" y="381000"/>
                </a:lnTo>
                <a:close/>
                <a:moveTo>
                  <a:pt x="790575" y="371475"/>
                </a:moveTo>
                <a:lnTo>
                  <a:pt x="800100" y="371475"/>
                </a:lnTo>
                <a:lnTo>
                  <a:pt x="800100" y="390525"/>
                </a:lnTo>
                <a:lnTo>
                  <a:pt x="790575" y="390525"/>
                </a:lnTo>
                <a:close/>
                <a:moveTo>
                  <a:pt x="847725" y="371475"/>
                </a:moveTo>
                <a:lnTo>
                  <a:pt x="895350" y="371475"/>
                </a:lnTo>
                <a:lnTo>
                  <a:pt x="895350" y="381000"/>
                </a:lnTo>
                <a:lnTo>
                  <a:pt x="885825" y="381000"/>
                </a:lnTo>
                <a:lnTo>
                  <a:pt x="885825" y="390525"/>
                </a:lnTo>
                <a:lnTo>
                  <a:pt x="847725" y="390525"/>
                </a:lnTo>
                <a:close/>
                <a:moveTo>
                  <a:pt x="1047750" y="371475"/>
                </a:moveTo>
                <a:lnTo>
                  <a:pt x="1066800" y="371475"/>
                </a:lnTo>
                <a:lnTo>
                  <a:pt x="1066800" y="381000"/>
                </a:lnTo>
                <a:lnTo>
                  <a:pt x="1057275" y="381000"/>
                </a:lnTo>
                <a:lnTo>
                  <a:pt x="1057275" y="400050"/>
                </a:lnTo>
                <a:lnTo>
                  <a:pt x="1019175" y="400050"/>
                </a:lnTo>
                <a:lnTo>
                  <a:pt x="1019175" y="390525"/>
                </a:lnTo>
                <a:lnTo>
                  <a:pt x="1038225" y="390525"/>
                </a:lnTo>
                <a:lnTo>
                  <a:pt x="1038225" y="381000"/>
                </a:lnTo>
                <a:lnTo>
                  <a:pt x="1047750" y="381000"/>
                </a:lnTo>
                <a:close/>
                <a:moveTo>
                  <a:pt x="542925" y="381000"/>
                </a:moveTo>
                <a:lnTo>
                  <a:pt x="552450" y="381000"/>
                </a:lnTo>
                <a:lnTo>
                  <a:pt x="552450" y="390525"/>
                </a:lnTo>
                <a:lnTo>
                  <a:pt x="542925" y="390525"/>
                </a:lnTo>
                <a:close/>
                <a:moveTo>
                  <a:pt x="1123950" y="381000"/>
                </a:moveTo>
                <a:lnTo>
                  <a:pt x="1133475" y="381000"/>
                </a:lnTo>
                <a:lnTo>
                  <a:pt x="1133475" y="390525"/>
                </a:lnTo>
                <a:lnTo>
                  <a:pt x="1123950" y="390525"/>
                </a:lnTo>
                <a:close/>
                <a:moveTo>
                  <a:pt x="1152525" y="381000"/>
                </a:moveTo>
                <a:lnTo>
                  <a:pt x="1162050" y="381000"/>
                </a:lnTo>
                <a:lnTo>
                  <a:pt x="1162050" y="390525"/>
                </a:lnTo>
                <a:lnTo>
                  <a:pt x="1152525" y="390525"/>
                </a:lnTo>
                <a:close/>
                <a:moveTo>
                  <a:pt x="1181100" y="381000"/>
                </a:moveTo>
                <a:lnTo>
                  <a:pt x="1190625" y="381000"/>
                </a:lnTo>
                <a:lnTo>
                  <a:pt x="1190625" y="390525"/>
                </a:lnTo>
                <a:lnTo>
                  <a:pt x="1181100" y="390525"/>
                </a:lnTo>
                <a:close/>
                <a:moveTo>
                  <a:pt x="552450" y="390525"/>
                </a:moveTo>
                <a:lnTo>
                  <a:pt x="561975" y="390525"/>
                </a:lnTo>
                <a:lnTo>
                  <a:pt x="561975" y="400050"/>
                </a:lnTo>
                <a:lnTo>
                  <a:pt x="552450" y="400050"/>
                </a:lnTo>
                <a:close/>
                <a:moveTo>
                  <a:pt x="752475" y="390525"/>
                </a:moveTo>
                <a:lnTo>
                  <a:pt x="790575" y="390525"/>
                </a:lnTo>
                <a:lnTo>
                  <a:pt x="790575" y="400050"/>
                </a:lnTo>
                <a:lnTo>
                  <a:pt x="752475" y="400050"/>
                </a:lnTo>
                <a:close/>
                <a:moveTo>
                  <a:pt x="542925" y="400050"/>
                </a:moveTo>
                <a:lnTo>
                  <a:pt x="552450" y="400050"/>
                </a:lnTo>
                <a:lnTo>
                  <a:pt x="552450" y="409575"/>
                </a:lnTo>
                <a:lnTo>
                  <a:pt x="542925" y="409575"/>
                </a:lnTo>
                <a:close/>
                <a:moveTo>
                  <a:pt x="590550" y="400050"/>
                </a:moveTo>
                <a:lnTo>
                  <a:pt x="600075" y="400050"/>
                </a:lnTo>
                <a:lnTo>
                  <a:pt x="600075" y="409575"/>
                </a:lnTo>
                <a:lnTo>
                  <a:pt x="590550" y="409575"/>
                </a:lnTo>
                <a:close/>
                <a:moveTo>
                  <a:pt x="1057275" y="400050"/>
                </a:moveTo>
                <a:lnTo>
                  <a:pt x="1066800" y="400050"/>
                </a:lnTo>
                <a:lnTo>
                  <a:pt x="1066800" y="409575"/>
                </a:lnTo>
                <a:lnTo>
                  <a:pt x="1057275" y="409575"/>
                </a:lnTo>
                <a:close/>
                <a:moveTo>
                  <a:pt x="647700" y="409575"/>
                </a:moveTo>
                <a:lnTo>
                  <a:pt x="657225" y="409575"/>
                </a:lnTo>
                <a:lnTo>
                  <a:pt x="657225" y="419100"/>
                </a:lnTo>
                <a:lnTo>
                  <a:pt x="647700" y="419100"/>
                </a:lnTo>
                <a:close/>
                <a:moveTo>
                  <a:pt x="1066800" y="409575"/>
                </a:moveTo>
                <a:lnTo>
                  <a:pt x="1076325" y="409575"/>
                </a:lnTo>
                <a:lnTo>
                  <a:pt x="1076325" y="419100"/>
                </a:lnTo>
                <a:lnTo>
                  <a:pt x="1066800" y="419100"/>
                </a:lnTo>
                <a:close/>
                <a:moveTo>
                  <a:pt x="190500" y="419100"/>
                </a:moveTo>
                <a:lnTo>
                  <a:pt x="200025" y="419100"/>
                </a:lnTo>
                <a:lnTo>
                  <a:pt x="200025" y="647700"/>
                </a:lnTo>
                <a:lnTo>
                  <a:pt x="190500" y="647700"/>
                </a:lnTo>
                <a:close/>
                <a:moveTo>
                  <a:pt x="381000" y="419100"/>
                </a:moveTo>
                <a:lnTo>
                  <a:pt x="390525" y="419100"/>
                </a:lnTo>
                <a:lnTo>
                  <a:pt x="390525" y="457200"/>
                </a:lnTo>
                <a:lnTo>
                  <a:pt x="381000" y="457200"/>
                </a:lnTo>
                <a:close/>
                <a:moveTo>
                  <a:pt x="447675" y="419100"/>
                </a:moveTo>
                <a:lnTo>
                  <a:pt x="476250" y="419100"/>
                </a:lnTo>
                <a:lnTo>
                  <a:pt x="476250" y="428625"/>
                </a:lnTo>
                <a:lnTo>
                  <a:pt x="447675" y="428625"/>
                </a:lnTo>
                <a:close/>
                <a:moveTo>
                  <a:pt x="638175" y="419100"/>
                </a:moveTo>
                <a:lnTo>
                  <a:pt x="647700" y="419100"/>
                </a:lnTo>
                <a:lnTo>
                  <a:pt x="647700" y="428625"/>
                </a:lnTo>
                <a:lnTo>
                  <a:pt x="638175" y="428625"/>
                </a:lnTo>
                <a:close/>
                <a:moveTo>
                  <a:pt x="1123950" y="419100"/>
                </a:moveTo>
                <a:lnTo>
                  <a:pt x="1162050" y="419100"/>
                </a:lnTo>
                <a:lnTo>
                  <a:pt x="1162050" y="428625"/>
                </a:lnTo>
                <a:lnTo>
                  <a:pt x="1123950" y="428625"/>
                </a:lnTo>
                <a:close/>
                <a:moveTo>
                  <a:pt x="495300" y="428625"/>
                </a:moveTo>
                <a:lnTo>
                  <a:pt x="504825" y="428625"/>
                </a:lnTo>
                <a:lnTo>
                  <a:pt x="504825" y="438150"/>
                </a:lnTo>
                <a:lnTo>
                  <a:pt x="495300" y="438150"/>
                </a:lnTo>
                <a:close/>
                <a:moveTo>
                  <a:pt x="514350" y="428625"/>
                </a:moveTo>
                <a:lnTo>
                  <a:pt x="523875" y="428625"/>
                </a:lnTo>
                <a:lnTo>
                  <a:pt x="523875" y="466725"/>
                </a:lnTo>
                <a:lnTo>
                  <a:pt x="504825" y="466725"/>
                </a:lnTo>
                <a:lnTo>
                  <a:pt x="504825" y="457200"/>
                </a:lnTo>
                <a:lnTo>
                  <a:pt x="495300" y="457200"/>
                </a:lnTo>
                <a:lnTo>
                  <a:pt x="495300" y="447675"/>
                </a:lnTo>
                <a:lnTo>
                  <a:pt x="504825" y="447675"/>
                </a:lnTo>
                <a:lnTo>
                  <a:pt x="504825" y="438150"/>
                </a:lnTo>
                <a:lnTo>
                  <a:pt x="514350" y="438150"/>
                </a:lnTo>
                <a:close/>
                <a:moveTo>
                  <a:pt x="1085850" y="428625"/>
                </a:moveTo>
                <a:lnTo>
                  <a:pt x="1095375" y="428625"/>
                </a:lnTo>
                <a:lnTo>
                  <a:pt x="1095375" y="438150"/>
                </a:lnTo>
                <a:lnTo>
                  <a:pt x="1085850" y="438150"/>
                </a:lnTo>
                <a:close/>
                <a:moveTo>
                  <a:pt x="1162050" y="428625"/>
                </a:moveTo>
                <a:lnTo>
                  <a:pt x="1171575" y="428625"/>
                </a:lnTo>
                <a:lnTo>
                  <a:pt x="1171575" y="447675"/>
                </a:lnTo>
                <a:lnTo>
                  <a:pt x="1162050" y="447675"/>
                </a:lnTo>
                <a:close/>
                <a:moveTo>
                  <a:pt x="1438275" y="438150"/>
                </a:moveTo>
                <a:lnTo>
                  <a:pt x="1447800" y="438150"/>
                </a:lnTo>
                <a:lnTo>
                  <a:pt x="1447800" y="485775"/>
                </a:lnTo>
                <a:lnTo>
                  <a:pt x="1438275" y="485775"/>
                </a:lnTo>
                <a:close/>
                <a:moveTo>
                  <a:pt x="438150" y="457200"/>
                </a:moveTo>
                <a:lnTo>
                  <a:pt x="447675" y="457200"/>
                </a:lnTo>
                <a:lnTo>
                  <a:pt x="447675" y="466725"/>
                </a:lnTo>
                <a:lnTo>
                  <a:pt x="438150" y="466725"/>
                </a:lnTo>
                <a:close/>
                <a:moveTo>
                  <a:pt x="476250" y="457200"/>
                </a:moveTo>
                <a:lnTo>
                  <a:pt x="485775" y="457200"/>
                </a:lnTo>
                <a:lnTo>
                  <a:pt x="485775" y="466725"/>
                </a:lnTo>
                <a:lnTo>
                  <a:pt x="476250" y="466725"/>
                </a:lnTo>
                <a:close/>
                <a:moveTo>
                  <a:pt x="1085850" y="457200"/>
                </a:moveTo>
                <a:lnTo>
                  <a:pt x="1114425" y="457200"/>
                </a:lnTo>
                <a:lnTo>
                  <a:pt x="1114425" y="466725"/>
                </a:lnTo>
                <a:lnTo>
                  <a:pt x="1085850" y="466725"/>
                </a:lnTo>
                <a:close/>
                <a:moveTo>
                  <a:pt x="1143000" y="457200"/>
                </a:moveTo>
                <a:lnTo>
                  <a:pt x="1152525" y="457200"/>
                </a:lnTo>
                <a:lnTo>
                  <a:pt x="1152525" y="466725"/>
                </a:lnTo>
                <a:lnTo>
                  <a:pt x="1143000" y="466725"/>
                </a:lnTo>
                <a:close/>
                <a:moveTo>
                  <a:pt x="1381125" y="457200"/>
                </a:moveTo>
                <a:lnTo>
                  <a:pt x="1390650" y="457200"/>
                </a:lnTo>
                <a:lnTo>
                  <a:pt x="1390650" y="485775"/>
                </a:lnTo>
                <a:lnTo>
                  <a:pt x="1381125" y="485775"/>
                </a:lnTo>
                <a:close/>
                <a:moveTo>
                  <a:pt x="647700" y="466725"/>
                </a:moveTo>
                <a:lnTo>
                  <a:pt x="657225" y="466725"/>
                </a:lnTo>
                <a:lnTo>
                  <a:pt x="657225" y="476250"/>
                </a:lnTo>
                <a:lnTo>
                  <a:pt x="647700" y="476250"/>
                </a:lnTo>
                <a:close/>
                <a:moveTo>
                  <a:pt x="514350" y="476250"/>
                </a:moveTo>
                <a:lnTo>
                  <a:pt x="523875" y="476250"/>
                </a:lnTo>
                <a:lnTo>
                  <a:pt x="523875" y="485775"/>
                </a:lnTo>
                <a:lnTo>
                  <a:pt x="514350" y="485775"/>
                </a:lnTo>
                <a:close/>
                <a:moveTo>
                  <a:pt x="1076325" y="476250"/>
                </a:moveTo>
                <a:lnTo>
                  <a:pt x="1085850" y="476250"/>
                </a:lnTo>
                <a:lnTo>
                  <a:pt x="1085850" y="485775"/>
                </a:lnTo>
                <a:lnTo>
                  <a:pt x="1076325" y="485775"/>
                </a:lnTo>
                <a:close/>
                <a:moveTo>
                  <a:pt x="323850" y="495300"/>
                </a:moveTo>
                <a:lnTo>
                  <a:pt x="333375" y="495300"/>
                </a:lnTo>
                <a:lnTo>
                  <a:pt x="333375" y="504825"/>
                </a:lnTo>
                <a:lnTo>
                  <a:pt x="323850" y="504825"/>
                </a:lnTo>
                <a:close/>
                <a:moveTo>
                  <a:pt x="1438275" y="514350"/>
                </a:moveTo>
                <a:lnTo>
                  <a:pt x="1447800" y="514350"/>
                </a:lnTo>
                <a:lnTo>
                  <a:pt x="1447800" y="552450"/>
                </a:lnTo>
                <a:lnTo>
                  <a:pt x="1438275" y="552450"/>
                </a:lnTo>
                <a:close/>
                <a:moveTo>
                  <a:pt x="1276350" y="571500"/>
                </a:moveTo>
                <a:lnTo>
                  <a:pt x="1285875" y="571500"/>
                </a:lnTo>
                <a:lnTo>
                  <a:pt x="1285875" y="581025"/>
                </a:lnTo>
                <a:lnTo>
                  <a:pt x="1276350" y="581025"/>
                </a:lnTo>
                <a:close/>
                <a:moveTo>
                  <a:pt x="295275" y="581025"/>
                </a:moveTo>
                <a:lnTo>
                  <a:pt x="304800" y="581025"/>
                </a:lnTo>
                <a:lnTo>
                  <a:pt x="304800" y="590550"/>
                </a:lnTo>
                <a:lnTo>
                  <a:pt x="295275" y="590550"/>
                </a:lnTo>
                <a:close/>
                <a:moveTo>
                  <a:pt x="1438275" y="581025"/>
                </a:moveTo>
                <a:lnTo>
                  <a:pt x="1447800" y="581025"/>
                </a:lnTo>
                <a:lnTo>
                  <a:pt x="1447800" y="628650"/>
                </a:lnTo>
                <a:lnTo>
                  <a:pt x="1438275" y="628650"/>
                </a:lnTo>
                <a:close/>
                <a:moveTo>
                  <a:pt x="285750" y="600075"/>
                </a:moveTo>
                <a:lnTo>
                  <a:pt x="295275" y="600075"/>
                </a:lnTo>
                <a:lnTo>
                  <a:pt x="295275" y="609600"/>
                </a:lnTo>
                <a:lnTo>
                  <a:pt x="285750" y="609600"/>
                </a:lnTo>
                <a:close/>
                <a:moveTo>
                  <a:pt x="276225" y="609600"/>
                </a:moveTo>
                <a:lnTo>
                  <a:pt x="285750" y="609600"/>
                </a:lnTo>
                <a:lnTo>
                  <a:pt x="285750" y="619125"/>
                </a:lnTo>
                <a:lnTo>
                  <a:pt x="276225" y="619125"/>
                </a:lnTo>
                <a:close/>
                <a:moveTo>
                  <a:pt x="1304925" y="619125"/>
                </a:moveTo>
                <a:lnTo>
                  <a:pt x="1314450" y="619125"/>
                </a:lnTo>
                <a:lnTo>
                  <a:pt x="1314450" y="628650"/>
                </a:lnTo>
                <a:lnTo>
                  <a:pt x="1304925" y="628650"/>
                </a:lnTo>
                <a:close/>
                <a:moveTo>
                  <a:pt x="1314450" y="628650"/>
                </a:moveTo>
                <a:lnTo>
                  <a:pt x="1323975" y="628650"/>
                </a:lnTo>
                <a:lnTo>
                  <a:pt x="1323975" y="647700"/>
                </a:lnTo>
                <a:lnTo>
                  <a:pt x="1314450" y="647700"/>
                </a:lnTo>
                <a:close/>
                <a:moveTo>
                  <a:pt x="257175" y="638175"/>
                </a:moveTo>
                <a:lnTo>
                  <a:pt x="266700" y="638175"/>
                </a:lnTo>
                <a:lnTo>
                  <a:pt x="266700" y="647700"/>
                </a:lnTo>
                <a:lnTo>
                  <a:pt x="257175" y="647700"/>
                </a:lnTo>
                <a:close/>
                <a:moveTo>
                  <a:pt x="1381125" y="638175"/>
                </a:moveTo>
                <a:lnTo>
                  <a:pt x="1390650" y="638175"/>
                </a:lnTo>
                <a:lnTo>
                  <a:pt x="1390650" y="647700"/>
                </a:lnTo>
                <a:lnTo>
                  <a:pt x="1381125" y="647700"/>
                </a:lnTo>
                <a:close/>
                <a:moveTo>
                  <a:pt x="190500" y="723900"/>
                </a:moveTo>
                <a:lnTo>
                  <a:pt x="200025" y="723900"/>
                </a:lnTo>
                <a:lnTo>
                  <a:pt x="200025" y="752475"/>
                </a:lnTo>
                <a:lnTo>
                  <a:pt x="190500" y="752475"/>
                </a:lnTo>
                <a:close/>
                <a:moveTo>
                  <a:pt x="266700" y="723900"/>
                </a:moveTo>
                <a:lnTo>
                  <a:pt x="276225" y="723900"/>
                </a:lnTo>
                <a:lnTo>
                  <a:pt x="276225" y="733425"/>
                </a:lnTo>
                <a:lnTo>
                  <a:pt x="266700" y="733425"/>
                </a:lnTo>
                <a:close/>
                <a:moveTo>
                  <a:pt x="276225" y="733425"/>
                </a:moveTo>
                <a:lnTo>
                  <a:pt x="285750" y="733425"/>
                </a:lnTo>
                <a:lnTo>
                  <a:pt x="285750" y="742950"/>
                </a:lnTo>
                <a:lnTo>
                  <a:pt x="276225" y="742950"/>
                </a:lnTo>
                <a:close/>
                <a:moveTo>
                  <a:pt x="285750" y="742950"/>
                </a:moveTo>
                <a:lnTo>
                  <a:pt x="295275" y="742950"/>
                </a:lnTo>
                <a:lnTo>
                  <a:pt x="295275" y="752475"/>
                </a:lnTo>
                <a:lnTo>
                  <a:pt x="285750" y="752475"/>
                </a:lnTo>
                <a:close/>
                <a:moveTo>
                  <a:pt x="304800" y="752475"/>
                </a:moveTo>
                <a:lnTo>
                  <a:pt x="314325" y="752475"/>
                </a:lnTo>
                <a:lnTo>
                  <a:pt x="314325" y="762000"/>
                </a:lnTo>
                <a:lnTo>
                  <a:pt x="304800" y="762000"/>
                </a:lnTo>
                <a:close/>
                <a:moveTo>
                  <a:pt x="1266825" y="752475"/>
                </a:moveTo>
                <a:lnTo>
                  <a:pt x="1276350" y="752475"/>
                </a:lnTo>
                <a:lnTo>
                  <a:pt x="1276350" y="762000"/>
                </a:lnTo>
                <a:lnTo>
                  <a:pt x="1266825" y="762000"/>
                </a:lnTo>
                <a:close/>
                <a:moveTo>
                  <a:pt x="314325" y="762000"/>
                </a:moveTo>
                <a:lnTo>
                  <a:pt x="323850" y="762000"/>
                </a:lnTo>
                <a:lnTo>
                  <a:pt x="323850" y="847725"/>
                </a:lnTo>
                <a:lnTo>
                  <a:pt x="314325" y="847725"/>
                </a:lnTo>
                <a:close/>
                <a:moveTo>
                  <a:pt x="1257300" y="762000"/>
                </a:moveTo>
                <a:lnTo>
                  <a:pt x="1266825" y="762000"/>
                </a:lnTo>
                <a:lnTo>
                  <a:pt x="1266825" y="771525"/>
                </a:lnTo>
                <a:lnTo>
                  <a:pt x="1257300" y="771525"/>
                </a:lnTo>
                <a:close/>
                <a:moveTo>
                  <a:pt x="1381125" y="762000"/>
                </a:moveTo>
                <a:lnTo>
                  <a:pt x="1390650" y="762000"/>
                </a:lnTo>
                <a:lnTo>
                  <a:pt x="1390650" y="790575"/>
                </a:lnTo>
                <a:lnTo>
                  <a:pt x="1381125" y="790575"/>
                </a:lnTo>
                <a:close/>
                <a:moveTo>
                  <a:pt x="200025" y="790575"/>
                </a:moveTo>
                <a:lnTo>
                  <a:pt x="209550" y="790575"/>
                </a:lnTo>
                <a:lnTo>
                  <a:pt x="209550" y="809625"/>
                </a:lnTo>
                <a:lnTo>
                  <a:pt x="200025" y="809625"/>
                </a:lnTo>
                <a:close/>
                <a:moveTo>
                  <a:pt x="1257300" y="800100"/>
                </a:moveTo>
                <a:lnTo>
                  <a:pt x="1266825" y="800100"/>
                </a:lnTo>
                <a:lnTo>
                  <a:pt x="1266825" y="914400"/>
                </a:lnTo>
                <a:lnTo>
                  <a:pt x="1257300" y="914400"/>
                </a:lnTo>
                <a:close/>
                <a:moveTo>
                  <a:pt x="190500" y="828675"/>
                </a:moveTo>
                <a:lnTo>
                  <a:pt x="200025" y="828675"/>
                </a:lnTo>
                <a:lnTo>
                  <a:pt x="200025" y="885825"/>
                </a:lnTo>
                <a:lnTo>
                  <a:pt x="190500" y="885825"/>
                </a:lnTo>
                <a:close/>
                <a:moveTo>
                  <a:pt x="314325" y="866775"/>
                </a:moveTo>
                <a:lnTo>
                  <a:pt x="323850" y="866775"/>
                </a:lnTo>
                <a:lnTo>
                  <a:pt x="323850" y="895350"/>
                </a:lnTo>
                <a:lnTo>
                  <a:pt x="314325" y="895350"/>
                </a:lnTo>
                <a:close/>
                <a:moveTo>
                  <a:pt x="1438275" y="885825"/>
                </a:moveTo>
                <a:lnTo>
                  <a:pt x="1447800" y="885825"/>
                </a:lnTo>
                <a:lnTo>
                  <a:pt x="1447800" y="904875"/>
                </a:lnTo>
                <a:lnTo>
                  <a:pt x="1438275" y="904875"/>
                </a:lnTo>
                <a:close/>
                <a:moveTo>
                  <a:pt x="1447800" y="904875"/>
                </a:moveTo>
                <a:lnTo>
                  <a:pt x="1457325" y="904875"/>
                </a:lnTo>
                <a:lnTo>
                  <a:pt x="1457325" y="981075"/>
                </a:lnTo>
                <a:lnTo>
                  <a:pt x="1447800" y="981075"/>
                </a:lnTo>
                <a:lnTo>
                  <a:pt x="1447800" y="952500"/>
                </a:lnTo>
                <a:lnTo>
                  <a:pt x="1438275" y="952500"/>
                </a:lnTo>
                <a:lnTo>
                  <a:pt x="1438275" y="933450"/>
                </a:lnTo>
                <a:lnTo>
                  <a:pt x="1447800" y="933450"/>
                </a:lnTo>
                <a:close/>
                <a:moveTo>
                  <a:pt x="314325" y="914400"/>
                </a:moveTo>
                <a:lnTo>
                  <a:pt x="323850" y="914400"/>
                </a:lnTo>
                <a:lnTo>
                  <a:pt x="323850" y="933450"/>
                </a:lnTo>
                <a:lnTo>
                  <a:pt x="314325" y="933450"/>
                </a:lnTo>
                <a:close/>
                <a:moveTo>
                  <a:pt x="200025" y="923925"/>
                </a:moveTo>
                <a:lnTo>
                  <a:pt x="209550" y="923925"/>
                </a:lnTo>
                <a:lnTo>
                  <a:pt x="209550" y="933450"/>
                </a:lnTo>
                <a:lnTo>
                  <a:pt x="238125" y="933450"/>
                </a:lnTo>
                <a:lnTo>
                  <a:pt x="238125" y="942975"/>
                </a:lnTo>
                <a:lnTo>
                  <a:pt x="228600" y="942975"/>
                </a:lnTo>
                <a:lnTo>
                  <a:pt x="228600" y="952500"/>
                </a:lnTo>
                <a:lnTo>
                  <a:pt x="209550" y="952500"/>
                </a:lnTo>
                <a:lnTo>
                  <a:pt x="209550" y="962025"/>
                </a:lnTo>
                <a:lnTo>
                  <a:pt x="200025" y="962025"/>
                </a:lnTo>
                <a:lnTo>
                  <a:pt x="200025" y="1019175"/>
                </a:lnTo>
                <a:lnTo>
                  <a:pt x="190500" y="1019175"/>
                </a:lnTo>
                <a:lnTo>
                  <a:pt x="190500" y="952500"/>
                </a:lnTo>
                <a:lnTo>
                  <a:pt x="200025" y="952500"/>
                </a:lnTo>
                <a:close/>
                <a:moveTo>
                  <a:pt x="314325" y="942975"/>
                </a:moveTo>
                <a:lnTo>
                  <a:pt x="323850" y="942975"/>
                </a:lnTo>
                <a:lnTo>
                  <a:pt x="323850" y="952500"/>
                </a:lnTo>
                <a:lnTo>
                  <a:pt x="314325" y="952500"/>
                </a:lnTo>
                <a:close/>
                <a:moveTo>
                  <a:pt x="1371600" y="952500"/>
                </a:moveTo>
                <a:lnTo>
                  <a:pt x="1381125" y="952500"/>
                </a:lnTo>
                <a:lnTo>
                  <a:pt x="1381125" y="990600"/>
                </a:lnTo>
                <a:lnTo>
                  <a:pt x="1371600" y="990600"/>
                </a:lnTo>
                <a:close/>
                <a:moveTo>
                  <a:pt x="1257300" y="981075"/>
                </a:moveTo>
                <a:lnTo>
                  <a:pt x="1266825" y="981075"/>
                </a:lnTo>
                <a:lnTo>
                  <a:pt x="1266825" y="1009650"/>
                </a:lnTo>
                <a:lnTo>
                  <a:pt x="1257300" y="1009650"/>
                </a:lnTo>
                <a:close/>
                <a:moveTo>
                  <a:pt x="1438275" y="981075"/>
                </a:moveTo>
                <a:lnTo>
                  <a:pt x="1447800" y="981075"/>
                </a:lnTo>
                <a:lnTo>
                  <a:pt x="1447800" y="1019175"/>
                </a:lnTo>
                <a:lnTo>
                  <a:pt x="1438275" y="1019175"/>
                </a:lnTo>
                <a:close/>
                <a:moveTo>
                  <a:pt x="1371600" y="1009650"/>
                </a:moveTo>
                <a:lnTo>
                  <a:pt x="1381125" y="1009650"/>
                </a:lnTo>
                <a:lnTo>
                  <a:pt x="1381125" y="1019175"/>
                </a:lnTo>
                <a:lnTo>
                  <a:pt x="1371600" y="1019175"/>
                </a:lnTo>
                <a:close/>
                <a:moveTo>
                  <a:pt x="200025" y="1028700"/>
                </a:moveTo>
                <a:lnTo>
                  <a:pt x="209550" y="1028700"/>
                </a:lnTo>
                <a:lnTo>
                  <a:pt x="209550" y="1038225"/>
                </a:lnTo>
                <a:lnTo>
                  <a:pt x="200025" y="1038225"/>
                </a:lnTo>
                <a:close/>
                <a:moveTo>
                  <a:pt x="1381125" y="1028700"/>
                </a:moveTo>
                <a:lnTo>
                  <a:pt x="1390650" y="1028700"/>
                </a:lnTo>
                <a:lnTo>
                  <a:pt x="1390650" y="1104900"/>
                </a:lnTo>
                <a:lnTo>
                  <a:pt x="1381125" y="1104900"/>
                </a:lnTo>
                <a:close/>
                <a:moveTo>
                  <a:pt x="209550" y="1038225"/>
                </a:moveTo>
                <a:lnTo>
                  <a:pt x="219075" y="1038225"/>
                </a:lnTo>
                <a:lnTo>
                  <a:pt x="219075" y="1047750"/>
                </a:lnTo>
                <a:lnTo>
                  <a:pt x="257175" y="1047750"/>
                </a:lnTo>
                <a:lnTo>
                  <a:pt x="257175" y="1085850"/>
                </a:lnTo>
                <a:lnTo>
                  <a:pt x="247650" y="1085850"/>
                </a:lnTo>
                <a:lnTo>
                  <a:pt x="247650" y="1123950"/>
                </a:lnTo>
                <a:lnTo>
                  <a:pt x="238125" y="1123950"/>
                </a:lnTo>
                <a:lnTo>
                  <a:pt x="238125" y="1104900"/>
                </a:lnTo>
                <a:lnTo>
                  <a:pt x="219075" y="1104900"/>
                </a:lnTo>
                <a:lnTo>
                  <a:pt x="219075" y="1143000"/>
                </a:lnTo>
                <a:lnTo>
                  <a:pt x="209550" y="1143000"/>
                </a:lnTo>
                <a:close/>
                <a:moveTo>
                  <a:pt x="1276350" y="1038225"/>
                </a:moveTo>
                <a:lnTo>
                  <a:pt x="1295400" y="1038225"/>
                </a:lnTo>
                <a:lnTo>
                  <a:pt x="1295400" y="1047750"/>
                </a:lnTo>
                <a:lnTo>
                  <a:pt x="1276350" y="1047750"/>
                </a:lnTo>
                <a:close/>
                <a:moveTo>
                  <a:pt x="1295400" y="1047750"/>
                </a:moveTo>
                <a:lnTo>
                  <a:pt x="1304925" y="1047750"/>
                </a:lnTo>
                <a:lnTo>
                  <a:pt x="1304925" y="1057275"/>
                </a:lnTo>
                <a:lnTo>
                  <a:pt x="1295400" y="1057275"/>
                </a:lnTo>
                <a:close/>
                <a:moveTo>
                  <a:pt x="1304925" y="1057275"/>
                </a:moveTo>
                <a:lnTo>
                  <a:pt x="1314450" y="1057275"/>
                </a:lnTo>
                <a:lnTo>
                  <a:pt x="1314450" y="1066800"/>
                </a:lnTo>
                <a:lnTo>
                  <a:pt x="1304925" y="1066800"/>
                </a:lnTo>
                <a:close/>
                <a:moveTo>
                  <a:pt x="238125" y="1066800"/>
                </a:moveTo>
                <a:lnTo>
                  <a:pt x="247650" y="1066800"/>
                </a:lnTo>
                <a:lnTo>
                  <a:pt x="247650" y="1057275"/>
                </a:lnTo>
                <a:lnTo>
                  <a:pt x="238125" y="1057275"/>
                </a:lnTo>
                <a:close/>
                <a:moveTo>
                  <a:pt x="142875" y="1104900"/>
                </a:moveTo>
                <a:lnTo>
                  <a:pt x="152400" y="1104900"/>
                </a:lnTo>
                <a:lnTo>
                  <a:pt x="152400" y="1123950"/>
                </a:lnTo>
                <a:lnTo>
                  <a:pt x="142875" y="1123950"/>
                </a:lnTo>
                <a:close/>
                <a:moveTo>
                  <a:pt x="1428750" y="1114425"/>
                </a:moveTo>
                <a:lnTo>
                  <a:pt x="1438275" y="1114425"/>
                </a:lnTo>
                <a:lnTo>
                  <a:pt x="1438275" y="1123950"/>
                </a:lnTo>
                <a:lnTo>
                  <a:pt x="1428750" y="1123950"/>
                </a:lnTo>
                <a:close/>
                <a:moveTo>
                  <a:pt x="152400" y="1123950"/>
                </a:moveTo>
                <a:lnTo>
                  <a:pt x="161925" y="1123950"/>
                </a:lnTo>
                <a:lnTo>
                  <a:pt x="161925" y="1133475"/>
                </a:lnTo>
                <a:lnTo>
                  <a:pt x="152400" y="1133475"/>
                </a:lnTo>
                <a:close/>
                <a:moveTo>
                  <a:pt x="1419225" y="1133475"/>
                </a:moveTo>
                <a:lnTo>
                  <a:pt x="1428750" y="1133475"/>
                </a:lnTo>
                <a:lnTo>
                  <a:pt x="1428750" y="1143000"/>
                </a:lnTo>
                <a:lnTo>
                  <a:pt x="1419225" y="1143000"/>
                </a:lnTo>
                <a:close/>
                <a:moveTo>
                  <a:pt x="247650" y="1152525"/>
                </a:moveTo>
                <a:lnTo>
                  <a:pt x="257175" y="1152525"/>
                </a:lnTo>
                <a:lnTo>
                  <a:pt x="257175" y="1162050"/>
                </a:lnTo>
                <a:lnTo>
                  <a:pt x="247650" y="1162050"/>
                </a:lnTo>
                <a:close/>
                <a:moveTo>
                  <a:pt x="219075" y="1162050"/>
                </a:moveTo>
                <a:lnTo>
                  <a:pt x="228600" y="1162050"/>
                </a:lnTo>
                <a:lnTo>
                  <a:pt x="228600" y="1171575"/>
                </a:lnTo>
                <a:lnTo>
                  <a:pt x="219075" y="1171575"/>
                </a:lnTo>
                <a:close/>
                <a:moveTo>
                  <a:pt x="228600" y="1171575"/>
                </a:moveTo>
                <a:lnTo>
                  <a:pt x="238125" y="1171575"/>
                </a:lnTo>
                <a:lnTo>
                  <a:pt x="238125" y="1181100"/>
                </a:lnTo>
                <a:lnTo>
                  <a:pt x="228600" y="1181100"/>
                </a:lnTo>
                <a:close/>
                <a:moveTo>
                  <a:pt x="247650" y="1171575"/>
                </a:moveTo>
                <a:lnTo>
                  <a:pt x="257175" y="1171575"/>
                </a:lnTo>
                <a:lnTo>
                  <a:pt x="257175" y="1181100"/>
                </a:lnTo>
                <a:lnTo>
                  <a:pt x="247650" y="1181100"/>
                </a:lnTo>
                <a:close/>
                <a:moveTo>
                  <a:pt x="238125" y="1181100"/>
                </a:moveTo>
                <a:lnTo>
                  <a:pt x="247650" y="1181100"/>
                </a:lnTo>
                <a:lnTo>
                  <a:pt x="247650" y="1190625"/>
                </a:lnTo>
                <a:lnTo>
                  <a:pt x="238125" y="1190625"/>
                </a:lnTo>
                <a:close/>
                <a:moveTo>
                  <a:pt x="1381125" y="1209675"/>
                </a:moveTo>
                <a:lnTo>
                  <a:pt x="1390650" y="1209675"/>
                </a:lnTo>
                <a:lnTo>
                  <a:pt x="1390650" y="1219200"/>
                </a:lnTo>
                <a:lnTo>
                  <a:pt x="1381125" y="1219200"/>
                </a:lnTo>
                <a:close/>
                <a:moveTo>
                  <a:pt x="1371600" y="1238250"/>
                </a:moveTo>
                <a:lnTo>
                  <a:pt x="1381125" y="1238250"/>
                </a:lnTo>
                <a:lnTo>
                  <a:pt x="1381125" y="1257300"/>
                </a:lnTo>
                <a:lnTo>
                  <a:pt x="1371600" y="1257300"/>
                </a:lnTo>
                <a:lnTo>
                  <a:pt x="1371600" y="1266825"/>
                </a:lnTo>
                <a:lnTo>
                  <a:pt x="1352550" y="1266825"/>
                </a:lnTo>
                <a:lnTo>
                  <a:pt x="1352550" y="1257300"/>
                </a:lnTo>
                <a:lnTo>
                  <a:pt x="1362075" y="1257300"/>
                </a:lnTo>
                <a:lnTo>
                  <a:pt x="1362075" y="1247775"/>
                </a:lnTo>
                <a:lnTo>
                  <a:pt x="1371600" y="1247775"/>
                </a:lnTo>
                <a:close/>
                <a:moveTo>
                  <a:pt x="1343025" y="1266825"/>
                </a:moveTo>
                <a:lnTo>
                  <a:pt x="1352550" y="1266825"/>
                </a:lnTo>
                <a:lnTo>
                  <a:pt x="1352550" y="1276350"/>
                </a:lnTo>
                <a:lnTo>
                  <a:pt x="1343025" y="1276350"/>
                </a:lnTo>
                <a:close/>
                <a:moveTo>
                  <a:pt x="257175" y="1276350"/>
                </a:moveTo>
                <a:lnTo>
                  <a:pt x="266700" y="1276350"/>
                </a:lnTo>
                <a:lnTo>
                  <a:pt x="266700" y="1285875"/>
                </a:lnTo>
                <a:lnTo>
                  <a:pt x="257175" y="1285875"/>
                </a:lnTo>
                <a:close/>
                <a:moveTo>
                  <a:pt x="1333500" y="1276350"/>
                </a:moveTo>
                <a:lnTo>
                  <a:pt x="1343025" y="1276350"/>
                </a:lnTo>
                <a:lnTo>
                  <a:pt x="1343025" y="1285875"/>
                </a:lnTo>
                <a:lnTo>
                  <a:pt x="1333500" y="1285875"/>
                </a:lnTo>
                <a:close/>
                <a:moveTo>
                  <a:pt x="1314450" y="1285875"/>
                </a:moveTo>
                <a:lnTo>
                  <a:pt x="1333500" y="1285875"/>
                </a:lnTo>
                <a:lnTo>
                  <a:pt x="1333500" y="1295400"/>
                </a:lnTo>
                <a:lnTo>
                  <a:pt x="1314450" y="1295400"/>
                </a:lnTo>
                <a:close/>
                <a:moveTo>
                  <a:pt x="1304925" y="1295400"/>
                </a:moveTo>
                <a:lnTo>
                  <a:pt x="1314450" y="1295400"/>
                </a:lnTo>
                <a:lnTo>
                  <a:pt x="1314450" y="1304925"/>
                </a:lnTo>
                <a:lnTo>
                  <a:pt x="1304925" y="1304925"/>
                </a:lnTo>
                <a:close/>
                <a:moveTo>
                  <a:pt x="295275" y="1304925"/>
                </a:moveTo>
                <a:lnTo>
                  <a:pt x="304800" y="1304925"/>
                </a:lnTo>
                <a:lnTo>
                  <a:pt x="304800" y="1314450"/>
                </a:lnTo>
                <a:lnTo>
                  <a:pt x="295275" y="1314450"/>
                </a:lnTo>
                <a:close/>
                <a:moveTo>
                  <a:pt x="1276350" y="1304925"/>
                </a:moveTo>
                <a:lnTo>
                  <a:pt x="1285875" y="1304925"/>
                </a:lnTo>
                <a:lnTo>
                  <a:pt x="1285875" y="1314450"/>
                </a:lnTo>
                <a:lnTo>
                  <a:pt x="1276350" y="1314450"/>
                </a:lnTo>
                <a:close/>
                <a:moveTo>
                  <a:pt x="314325" y="1314450"/>
                </a:moveTo>
                <a:lnTo>
                  <a:pt x="323850" y="1314450"/>
                </a:lnTo>
                <a:lnTo>
                  <a:pt x="323850" y="1323975"/>
                </a:lnTo>
                <a:lnTo>
                  <a:pt x="314325" y="1323975"/>
                </a:lnTo>
                <a:close/>
                <a:moveTo>
                  <a:pt x="361950" y="1333500"/>
                </a:moveTo>
                <a:lnTo>
                  <a:pt x="371475" y="1333500"/>
                </a:lnTo>
                <a:lnTo>
                  <a:pt x="371475" y="1343025"/>
                </a:lnTo>
                <a:lnTo>
                  <a:pt x="361950" y="1343025"/>
                </a:lnTo>
                <a:close/>
                <a:moveTo>
                  <a:pt x="1181100" y="1333500"/>
                </a:moveTo>
                <a:lnTo>
                  <a:pt x="1200150" y="1333500"/>
                </a:lnTo>
                <a:lnTo>
                  <a:pt x="1200150" y="1343025"/>
                </a:lnTo>
                <a:lnTo>
                  <a:pt x="1181100" y="1343025"/>
                </a:lnTo>
                <a:close/>
                <a:moveTo>
                  <a:pt x="857250" y="1343025"/>
                </a:moveTo>
                <a:lnTo>
                  <a:pt x="876300" y="1343025"/>
                </a:lnTo>
                <a:lnTo>
                  <a:pt x="876300" y="1352550"/>
                </a:lnTo>
                <a:lnTo>
                  <a:pt x="857250" y="1352550"/>
                </a:lnTo>
                <a:close/>
                <a:moveTo>
                  <a:pt x="904875" y="1343025"/>
                </a:moveTo>
                <a:lnTo>
                  <a:pt x="1038225" y="1343025"/>
                </a:lnTo>
                <a:lnTo>
                  <a:pt x="1038225" y="1352550"/>
                </a:lnTo>
                <a:lnTo>
                  <a:pt x="904875" y="1352550"/>
                </a:lnTo>
                <a:close/>
              </a:path>
            </a:pathLst>
          </a:custGeom>
          <a:solidFill xmlns:a="http://schemas.openxmlformats.org/drawingml/2006/main">
            <a:srgbClr val="FDF1DA"/>
          </a:solidFill>
          <a:ln xmlns:a="http://schemas.openxmlformats.org/drawingml/2006/main" w="0">
            <a:noFill/>
          </a:ln>
        </p:spPr>
      </p:sp>
      <p:sp>
        <p:nvSpPr>
          <p:cNvPr id="66" name="logo vector #f8f1df">
            <a:extLst xmlns:a="http://schemas.openxmlformats.org/drawingml/2006/main">
              <a:ext uri="{FF2B5EF4-FFF2-40B4-BE49-F238E27FC236}">
                <a16:creationId xmlns:a16="http://schemas.microsoft.com/office/drawing/2014/main" id="{E9E3C57C-6281-496B-9FD8-DB46D0E060E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219700" y="4476750"/>
            <a:ext cx="1581150" cy="1485900"/>
          </a:xfrm>
          <a:custGeom xmlns:a="http://schemas.openxmlformats.org/drawingml/2006/main">
            <a:pathLst>
              <a:path w="1581150" h="1485900">
                <a:moveTo>
                  <a:pt x="123825" y="0"/>
                </a:moveTo>
                <a:lnTo>
                  <a:pt x="142875" y="0"/>
                </a:lnTo>
                <a:lnTo>
                  <a:pt x="142875" y="9525"/>
                </a:lnTo>
                <a:lnTo>
                  <a:pt x="133350" y="9525"/>
                </a:lnTo>
                <a:lnTo>
                  <a:pt x="133350" y="19050"/>
                </a:lnTo>
                <a:lnTo>
                  <a:pt x="114300" y="19050"/>
                </a:lnTo>
                <a:lnTo>
                  <a:pt x="114300" y="9525"/>
                </a:lnTo>
                <a:lnTo>
                  <a:pt x="123825" y="9525"/>
                </a:lnTo>
                <a:close/>
                <a:moveTo>
                  <a:pt x="1438275" y="0"/>
                </a:moveTo>
                <a:lnTo>
                  <a:pt x="1447800" y="0"/>
                </a:lnTo>
                <a:lnTo>
                  <a:pt x="1447800" y="9525"/>
                </a:lnTo>
                <a:lnTo>
                  <a:pt x="1438275" y="9525"/>
                </a:lnTo>
                <a:close/>
                <a:moveTo>
                  <a:pt x="85725" y="38100"/>
                </a:moveTo>
                <a:lnTo>
                  <a:pt x="95250" y="38100"/>
                </a:lnTo>
                <a:lnTo>
                  <a:pt x="95250" y="57150"/>
                </a:lnTo>
                <a:lnTo>
                  <a:pt x="85725" y="57150"/>
                </a:lnTo>
                <a:lnTo>
                  <a:pt x="85725" y="76200"/>
                </a:lnTo>
                <a:lnTo>
                  <a:pt x="76200" y="76200"/>
                </a:lnTo>
                <a:lnTo>
                  <a:pt x="76200" y="85725"/>
                </a:lnTo>
                <a:lnTo>
                  <a:pt x="66675" y="85725"/>
                </a:lnTo>
                <a:lnTo>
                  <a:pt x="66675" y="114300"/>
                </a:lnTo>
                <a:lnTo>
                  <a:pt x="57150" y="114300"/>
                </a:lnTo>
                <a:lnTo>
                  <a:pt x="57150" y="152400"/>
                </a:lnTo>
                <a:lnTo>
                  <a:pt x="47625" y="152400"/>
                </a:lnTo>
                <a:lnTo>
                  <a:pt x="47625" y="161925"/>
                </a:lnTo>
                <a:lnTo>
                  <a:pt x="38100" y="161925"/>
                </a:lnTo>
                <a:lnTo>
                  <a:pt x="38100" y="209550"/>
                </a:lnTo>
                <a:lnTo>
                  <a:pt x="9525" y="209550"/>
                </a:lnTo>
                <a:lnTo>
                  <a:pt x="9525" y="276225"/>
                </a:lnTo>
                <a:lnTo>
                  <a:pt x="0" y="276225"/>
                </a:lnTo>
                <a:lnTo>
                  <a:pt x="0" y="152400"/>
                </a:lnTo>
                <a:lnTo>
                  <a:pt x="9525" y="152400"/>
                </a:lnTo>
                <a:lnTo>
                  <a:pt x="9525" y="142875"/>
                </a:lnTo>
                <a:lnTo>
                  <a:pt x="19050" y="142875"/>
                </a:lnTo>
                <a:lnTo>
                  <a:pt x="19050" y="123825"/>
                </a:lnTo>
                <a:lnTo>
                  <a:pt x="28575" y="123825"/>
                </a:lnTo>
                <a:lnTo>
                  <a:pt x="28575" y="114300"/>
                </a:lnTo>
                <a:lnTo>
                  <a:pt x="38100" y="114300"/>
                </a:lnTo>
                <a:lnTo>
                  <a:pt x="38100" y="104775"/>
                </a:lnTo>
                <a:lnTo>
                  <a:pt x="47625" y="104775"/>
                </a:lnTo>
                <a:lnTo>
                  <a:pt x="47625" y="76200"/>
                </a:lnTo>
                <a:lnTo>
                  <a:pt x="57150" y="76200"/>
                </a:lnTo>
                <a:lnTo>
                  <a:pt x="57150" y="57150"/>
                </a:lnTo>
                <a:lnTo>
                  <a:pt x="66675" y="57150"/>
                </a:lnTo>
                <a:lnTo>
                  <a:pt x="66675" y="47625"/>
                </a:lnTo>
                <a:lnTo>
                  <a:pt x="85725" y="47625"/>
                </a:lnTo>
                <a:close/>
                <a:moveTo>
                  <a:pt x="1504950" y="85725"/>
                </a:moveTo>
                <a:lnTo>
                  <a:pt x="1514475" y="85725"/>
                </a:lnTo>
                <a:lnTo>
                  <a:pt x="1514475" y="95250"/>
                </a:lnTo>
                <a:lnTo>
                  <a:pt x="1504950" y="95250"/>
                </a:lnTo>
                <a:close/>
                <a:moveTo>
                  <a:pt x="1371600" y="104775"/>
                </a:moveTo>
                <a:lnTo>
                  <a:pt x="1381125" y="104775"/>
                </a:lnTo>
                <a:lnTo>
                  <a:pt x="1381125" y="114300"/>
                </a:lnTo>
                <a:lnTo>
                  <a:pt x="1390650" y="114300"/>
                </a:lnTo>
                <a:lnTo>
                  <a:pt x="1390650" y="123825"/>
                </a:lnTo>
                <a:lnTo>
                  <a:pt x="1371600" y="123825"/>
                </a:lnTo>
                <a:close/>
                <a:moveTo>
                  <a:pt x="1552575" y="466725"/>
                </a:moveTo>
                <a:lnTo>
                  <a:pt x="1562100" y="466725"/>
                </a:lnTo>
                <a:lnTo>
                  <a:pt x="1562100" y="476250"/>
                </a:lnTo>
                <a:lnTo>
                  <a:pt x="1552575" y="476250"/>
                </a:lnTo>
                <a:close/>
                <a:moveTo>
                  <a:pt x="1552575" y="514350"/>
                </a:moveTo>
                <a:lnTo>
                  <a:pt x="1562100" y="514350"/>
                </a:lnTo>
                <a:lnTo>
                  <a:pt x="1562100" y="542925"/>
                </a:lnTo>
                <a:lnTo>
                  <a:pt x="1552575" y="542925"/>
                </a:lnTo>
                <a:close/>
                <a:moveTo>
                  <a:pt x="28575" y="1162050"/>
                </a:moveTo>
                <a:lnTo>
                  <a:pt x="38100" y="1162050"/>
                </a:lnTo>
                <a:lnTo>
                  <a:pt x="38100" y="1190625"/>
                </a:lnTo>
                <a:lnTo>
                  <a:pt x="28575" y="1190625"/>
                </a:lnTo>
                <a:close/>
                <a:moveTo>
                  <a:pt x="47625" y="1238250"/>
                </a:moveTo>
                <a:lnTo>
                  <a:pt x="57150" y="1238250"/>
                </a:lnTo>
                <a:lnTo>
                  <a:pt x="57150" y="1247775"/>
                </a:lnTo>
                <a:lnTo>
                  <a:pt x="47625" y="1247775"/>
                </a:lnTo>
                <a:close/>
                <a:moveTo>
                  <a:pt x="57150" y="1266825"/>
                </a:moveTo>
                <a:lnTo>
                  <a:pt x="66675" y="1266825"/>
                </a:lnTo>
                <a:lnTo>
                  <a:pt x="66675" y="1276350"/>
                </a:lnTo>
                <a:lnTo>
                  <a:pt x="57150" y="1276350"/>
                </a:lnTo>
                <a:close/>
                <a:moveTo>
                  <a:pt x="66675" y="1285875"/>
                </a:moveTo>
                <a:lnTo>
                  <a:pt x="76200" y="1285875"/>
                </a:lnTo>
                <a:lnTo>
                  <a:pt x="76200" y="1295400"/>
                </a:lnTo>
                <a:lnTo>
                  <a:pt x="66675" y="1295400"/>
                </a:lnTo>
                <a:close/>
                <a:moveTo>
                  <a:pt x="1476375" y="1285875"/>
                </a:moveTo>
                <a:lnTo>
                  <a:pt x="1485900" y="1285875"/>
                </a:lnTo>
                <a:lnTo>
                  <a:pt x="1485900" y="1295400"/>
                </a:lnTo>
                <a:lnTo>
                  <a:pt x="1476375" y="1295400"/>
                </a:lnTo>
                <a:close/>
                <a:moveTo>
                  <a:pt x="85725" y="1314450"/>
                </a:moveTo>
                <a:lnTo>
                  <a:pt x="95250" y="1314450"/>
                </a:lnTo>
                <a:lnTo>
                  <a:pt x="95250" y="1323975"/>
                </a:lnTo>
                <a:lnTo>
                  <a:pt x="85725" y="1323975"/>
                </a:lnTo>
                <a:close/>
                <a:moveTo>
                  <a:pt x="1457325" y="1314450"/>
                </a:moveTo>
                <a:lnTo>
                  <a:pt x="1466850" y="1314450"/>
                </a:lnTo>
                <a:lnTo>
                  <a:pt x="1466850" y="1323975"/>
                </a:lnTo>
                <a:lnTo>
                  <a:pt x="1457325" y="1323975"/>
                </a:lnTo>
                <a:close/>
                <a:moveTo>
                  <a:pt x="1447800" y="1323975"/>
                </a:moveTo>
                <a:lnTo>
                  <a:pt x="1457325" y="1323975"/>
                </a:lnTo>
                <a:lnTo>
                  <a:pt x="1457325" y="1333500"/>
                </a:lnTo>
                <a:lnTo>
                  <a:pt x="1447800" y="1333500"/>
                </a:lnTo>
                <a:close/>
                <a:moveTo>
                  <a:pt x="0" y="1343025"/>
                </a:moveTo>
                <a:lnTo>
                  <a:pt x="9525" y="1343025"/>
                </a:lnTo>
                <a:lnTo>
                  <a:pt x="9525" y="1362075"/>
                </a:lnTo>
                <a:lnTo>
                  <a:pt x="19050" y="1362075"/>
                </a:lnTo>
                <a:lnTo>
                  <a:pt x="19050" y="1381125"/>
                </a:lnTo>
                <a:lnTo>
                  <a:pt x="28575" y="1381125"/>
                </a:lnTo>
                <a:lnTo>
                  <a:pt x="28575" y="1390650"/>
                </a:lnTo>
                <a:lnTo>
                  <a:pt x="19050" y="1390650"/>
                </a:lnTo>
                <a:lnTo>
                  <a:pt x="19050" y="1419225"/>
                </a:lnTo>
                <a:lnTo>
                  <a:pt x="28575" y="1419225"/>
                </a:lnTo>
                <a:lnTo>
                  <a:pt x="28575" y="1428750"/>
                </a:lnTo>
                <a:lnTo>
                  <a:pt x="38100" y="1428750"/>
                </a:lnTo>
                <a:lnTo>
                  <a:pt x="38100" y="1438275"/>
                </a:lnTo>
                <a:lnTo>
                  <a:pt x="47625" y="1438275"/>
                </a:lnTo>
                <a:lnTo>
                  <a:pt x="47625" y="1457325"/>
                </a:lnTo>
                <a:lnTo>
                  <a:pt x="57150" y="1457325"/>
                </a:lnTo>
                <a:lnTo>
                  <a:pt x="57150" y="1466850"/>
                </a:lnTo>
                <a:lnTo>
                  <a:pt x="66675" y="1466850"/>
                </a:lnTo>
                <a:lnTo>
                  <a:pt x="66675" y="1485900"/>
                </a:lnTo>
                <a:lnTo>
                  <a:pt x="0" y="1485900"/>
                </a:lnTo>
                <a:close/>
                <a:moveTo>
                  <a:pt x="180975" y="1400175"/>
                </a:moveTo>
                <a:lnTo>
                  <a:pt x="190500" y="1400175"/>
                </a:lnTo>
                <a:lnTo>
                  <a:pt x="190500" y="1409700"/>
                </a:lnTo>
                <a:lnTo>
                  <a:pt x="180975" y="1409700"/>
                </a:lnTo>
                <a:close/>
                <a:moveTo>
                  <a:pt x="200025" y="1409700"/>
                </a:moveTo>
                <a:lnTo>
                  <a:pt x="209550" y="1409700"/>
                </a:lnTo>
                <a:lnTo>
                  <a:pt x="209550" y="1419225"/>
                </a:lnTo>
                <a:lnTo>
                  <a:pt x="200025" y="1419225"/>
                </a:lnTo>
                <a:close/>
                <a:moveTo>
                  <a:pt x="219075" y="1419225"/>
                </a:moveTo>
                <a:lnTo>
                  <a:pt x="228600" y="1419225"/>
                </a:lnTo>
                <a:lnTo>
                  <a:pt x="228600" y="1428750"/>
                </a:lnTo>
                <a:lnTo>
                  <a:pt x="219075" y="1428750"/>
                </a:lnTo>
                <a:close/>
                <a:moveTo>
                  <a:pt x="247650" y="1428750"/>
                </a:moveTo>
                <a:lnTo>
                  <a:pt x="257175" y="1428750"/>
                </a:lnTo>
                <a:lnTo>
                  <a:pt x="257175" y="1438275"/>
                </a:lnTo>
                <a:lnTo>
                  <a:pt x="247650" y="1438275"/>
                </a:lnTo>
                <a:close/>
                <a:moveTo>
                  <a:pt x="285750" y="1438275"/>
                </a:moveTo>
                <a:lnTo>
                  <a:pt x="295275" y="1438275"/>
                </a:lnTo>
                <a:lnTo>
                  <a:pt x="295275" y="1447800"/>
                </a:lnTo>
                <a:lnTo>
                  <a:pt x="285750" y="1447800"/>
                </a:lnTo>
                <a:close/>
              </a:path>
            </a:pathLst>
          </a:custGeom>
          <a:solidFill xmlns:a="http://schemas.openxmlformats.org/drawingml/2006/main">
            <a:srgbClr val="F8F1DF"/>
          </a:solidFill>
          <a:ln xmlns:a="http://schemas.openxmlformats.org/drawingml/2006/main" w="0">
            <a:noFill/>
          </a:ln>
        </p:spPr>
      </p:sp>
      <p:sp>
        <p:nvSpPr>
          <p:cNvPr id="67" name="logo vector #ece9dd">
            <a:extLst xmlns:a="http://schemas.openxmlformats.org/drawingml/2006/main">
              <a:ext uri="{FF2B5EF4-FFF2-40B4-BE49-F238E27FC236}">
                <a16:creationId xmlns:a16="http://schemas.microsoft.com/office/drawing/2014/main" id="{933D8817-6363-471A-8A82-A58A9A929C0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219700" y="4476750"/>
            <a:ext cx="1581150" cy="1485900"/>
          </a:xfrm>
          <a:custGeom xmlns:a="http://schemas.openxmlformats.org/drawingml/2006/main">
            <a:pathLst>
              <a:path w="1581150" h="1485900">
                <a:moveTo>
                  <a:pt x="1447800" y="0"/>
                </a:moveTo>
                <a:lnTo>
                  <a:pt x="1543050" y="0"/>
                </a:lnTo>
                <a:lnTo>
                  <a:pt x="1543050" y="142875"/>
                </a:lnTo>
                <a:lnTo>
                  <a:pt x="1533525" y="142875"/>
                </a:lnTo>
                <a:lnTo>
                  <a:pt x="1533525" y="123825"/>
                </a:lnTo>
                <a:lnTo>
                  <a:pt x="1524000" y="123825"/>
                </a:lnTo>
                <a:lnTo>
                  <a:pt x="1524000" y="104775"/>
                </a:lnTo>
                <a:lnTo>
                  <a:pt x="1514475" y="104775"/>
                </a:lnTo>
                <a:lnTo>
                  <a:pt x="1514475" y="85725"/>
                </a:lnTo>
                <a:lnTo>
                  <a:pt x="1504950" y="85725"/>
                </a:lnTo>
                <a:lnTo>
                  <a:pt x="1504950" y="76200"/>
                </a:lnTo>
                <a:lnTo>
                  <a:pt x="1495425" y="76200"/>
                </a:lnTo>
                <a:lnTo>
                  <a:pt x="1495425" y="57150"/>
                </a:lnTo>
                <a:lnTo>
                  <a:pt x="1485900" y="57150"/>
                </a:lnTo>
                <a:lnTo>
                  <a:pt x="1485900" y="47625"/>
                </a:lnTo>
                <a:lnTo>
                  <a:pt x="1476375" y="47625"/>
                </a:lnTo>
                <a:lnTo>
                  <a:pt x="1476375" y="38100"/>
                </a:lnTo>
                <a:lnTo>
                  <a:pt x="1466850" y="38100"/>
                </a:lnTo>
                <a:lnTo>
                  <a:pt x="1466850" y="28575"/>
                </a:lnTo>
                <a:lnTo>
                  <a:pt x="1457325" y="28575"/>
                </a:lnTo>
                <a:lnTo>
                  <a:pt x="1457325" y="19050"/>
                </a:lnTo>
                <a:lnTo>
                  <a:pt x="1447800" y="19050"/>
                </a:lnTo>
                <a:close/>
                <a:moveTo>
                  <a:pt x="1543050" y="161925"/>
                </a:moveTo>
                <a:lnTo>
                  <a:pt x="1552575" y="161925"/>
                </a:lnTo>
                <a:lnTo>
                  <a:pt x="1552575" y="190500"/>
                </a:lnTo>
                <a:lnTo>
                  <a:pt x="1543050" y="190500"/>
                </a:lnTo>
                <a:close/>
                <a:moveTo>
                  <a:pt x="9525" y="209550"/>
                </a:moveTo>
                <a:lnTo>
                  <a:pt x="28575" y="209550"/>
                </a:lnTo>
                <a:lnTo>
                  <a:pt x="28575" y="1190625"/>
                </a:lnTo>
                <a:lnTo>
                  <a:pt x="38100" y="1190625"/>
                </a:lnTo>
                <a:lnTo>
                  <a:pt x="38100" y="1209675"/>
                </a:lnTo>
                <a:lnTo>
                  <a:pt x="19050" y="1209675"/>
                </a:lnTo>
                <a:lnTo>
                  <a:pt x="19050" y="1219200"/>
                </a:lnTo>
                <a:lnTo>
                  <a:pt x="47625" y="1219200"/>
                </a:lnTo>
                <a:lnTo>
                  <a:pt x="47625" y="1238250"/>
                </a:lnTo>
                <a:lnTo>
                  <a:pt x="38100" y="1238250"/>
                </a:lnTo>
                <a:lnTo>
                  <a:pt x="38100" y="1228725"/>
                </a:lnTo>
                <a:lnTo>
                  <a:pt x="28575" y="1228725"/>
                </a:lnTo>
                <a:lnTo>
                  <a:pt x="28575" y="1266825"/>
                </a:lnTo>
                <a:lnTo>
                  <a:pt x="38100" y="1266825"/>
                </a:lnTo>
                <a:lnTo>
                  <a:pt x="38100" y="1295400"/>
                </a:lnTo>
                <a:lnTo>
                  <a:pt x="47625" y="1295400"/>
                </a:lnTo>
                <a:lnTo>
                  <a:pt x="47625" y="1323975"/>
                </a:lnTo>
                <a:lnTo>
                  <a:pt x="57150" y="1323975"/>
                </a:lnTo>
                <a:lnTo>
                  <a:pt x="57150" y="1343025"/>
                </a:lnTo>
                <a:lnTo>
                  <a:pt x="66675" y="1343025"/>
                </a:lnTo>
                <a:lnTo>
                  <a:pt x="66675" y="1352550"/>
                </a:lnTo>
                <a:lnTo>
                  <a:pt x="76200" y="1352550"/>
                </a:lnTo>
                <a:lnTo>
                  <a:pt x="76200" y="1381125"/>
                </a:lnTo>
                <a:lnTo>
                  <a:pt x="85725" y="1381125"/>
                </a:lnTo>
                <a:lnTo>
                  <a:pt x="85725" y="1390650"/>
                </a:lnTo>
                <a:lnTo>
                  <a:pt x="95250" y="1390650"/>
                </a:lnTo>
                <a:lnTo>
                  <a:pt x="95250" y="1409700"/>
                </a:lnTo>
                <a:lnTo>
                  <a:pt x="104775" y="1409700"/>
                </a:lnTo>
                <a:lnTo>
                  <a:pt x="104775" y="1419225"/>
                </a:lnTo>
                <a:lnTo>
                  <a:pt x="114300" y="1419225"/>
                </a:lnTo>
                <a:lnTo>
                  <a:pt x="114300" y="1428750"/>
                </a:lnTo>
                <a:lnTo>
                  <a:pt x="123825" y="1428750"/>
                </a:lnTo>
                <a:lnTo>
                  <a:pt x="123825" y="1447800"/>
                </a:lnTo>
                <a:lnTo>
                  <a:pt x="133350" y="1447800"/>
                </a:lnTo>
                <a:lnTo>
                  <a:pt x="133350" y="1457325"/>
                </a:lnTo>
                <a:lnTo>
                  <a:pt x="142875" y="1457325"/>
                </a:lnTo>
                <a:lnTo>
                  <a:pt x="142875" y="1466850"/>
                </a:lnTo>
                <a:lnTo>
                  <a:pt x="161925" y="1466850"/>
                </a:lnTo>
                <a:lnTo>
                  <a:pt x="161925" y="1476375"/>
                </a:lnTo>
                <a:lnTo>
                  <a:pt x="171450" y="1476375"/>
                </a:lnTo>
                <a:lnTo>
                  <a:pt x="171450" y="1485900"/>
                </a:lnTo>
                <a:lnTo>
                  <a:pt x="66675" y="1485900"/>
                </a:lnTo>
                <a:lnTo>
                  <a:pt x="66675" y="1466850"/>
                </a:lnTo>
                <a:lnTo>
                  <a:pt x="57150" y="1466850"/>
                </a:lnTo>
                <a:lnTo>
                  <a:pt x="57150" y="1457325"/>
                </a:lnTo>
                <a:lnTo>
                  <a:pt x="47625" y="1457325"/>
                </a:lnTo>
                <a:lnTo>
                  <a:pt x="47625" y="1438275"/>
                </a:lnTo>
                <a:lnTo>
                  <a:pt x="38100" y="1438275"/>
                </a:lnTo>
                <a:lnTo>
                  <a:pt x="38100" y="1428750"/>
                </a:lnTo>
                <a:lnTo>
                  <a:pt x="28575" y="1428750"/>
                </a:lnTo>
                <a:lnTo>
                  <a:pt x="28575" y="1419225"/>
                </a:lnTo>
                <a:lnTo>
                  <a:pt x="19050" y="1419225"/>
                </a:lnTo>
                <a:lnTo>
                  <a:pt x="19050" y="1390650"/>
                </a:lnTo>
                <a:lnTo>
                  <a:pt x="28575" y="1390650"/>
                </a:lnTo>
                <a:lnTo>
                  <a:pt x="28575" y="1381125"/>
                </a:lnTo>
                <a:lnTo>
                  <a:pt x="19050" y="1381125"/>
                </a:lnTo>
                <a:lnTo>
                  <a:pt x="19050" y="1362075"/>
                </a:lnTo>
                <a:lnTo>
                  <a:pt x="9525" y="1362075"/>
                </a:lnTo>
                <a:lnTo>
                  <a:pt x="9525" y="1343025"/>
                </a:lnTo>
                <a:lnTo>
                  <a:pt x="0" y="1343025"/>
                </a:lnTo>
                <a:lnTo>
                  <a:pt x="0" y="276225"/>
                </a:lnTo>
                <a:lnTo>
                  <a:pt x="9525" y="276225"/>
                </a:lnTo>
                <a:close/>
                <a:moveTo>
                  <a:pt x="1552575" y="219075"/>
                </a:moveTo>
                <a:lnTo>
                  <a:pt x="1562100" y="219075"/>
                </a:lnTo>
                <a:lnTo>
                  <a:pt x="1562100" y="266700"/>
                </a:lnTo>
                <a:lnTo>
                  <a:pt x="1571625" y="266700"/>
                </a:lnTo>
                <a:lnTo>
                  <a:pt x="1571625" y="285750"/>
                </a:lnTo>
                <a:lnTo>
                  <a:pt x="1581150" y="285750"/>
                </a:lnTo>
                <a:lnTo>
                  <a:pt x="1581150" y="333375"/>
                </a:lnTo>
                <a:lnTo>
                  <a:pt x="1562100" y="333375"/>
                </a:lnTo>
                <a:lnTo>
                  <a:pt x="1562100" y="400050"/>
                </a:lnTo>
                <a:lnTo>
                  <a:pt x="1571625" y="400050"/>
                </a:lnTo>
                <a:lnTo>
                  <a:pt x="1571625" y="409575"/>
                </a:lnTo>
                <a:lnTo>
                  <a:pt x="1581150" y="409575"/>
                </a:lnTo>
                <a:lnTo>
                  <a:pt x="1581150" y="990600"/>
                </a:lnTo>
                <a:lnTo>
                  <a:pt x="1571625" y="990600"/>
                </a:lnTo>
                <a:lnTo>
                  <a:pt x="1571625" y="1000125"/>
                </a:lnTo>
                <a:lnTo>
                  <a:pt x="1562100" y="1000125"/>
                </a:lnTo>
                <a:lnTo>
                  <a:pt x="1562100" y="1009650"/>
                </a:lnTo>
                <a:lnTo>
                  <a:pt x="1552575" y="1009650"/>
                </a:lnTo>
                <a:lnTo>
                  <a:pt x="1552575" y="542925"/>
                </a:lnTo>
                <a:lnTo>
                  <a:pt x="1562100" y="542925"/>
                </a:lnTo>
                <a:lnTo>
                  <a:pt x="1562100" y="514350"/>
                </a:lnTo>
                <a:lnTo>
                  <a:pt x="1552575" y="514350"/>
                </a:lnTo>
                <a:lnTo>
                  <a:pt x="1552575" y="476250"/>
                </a:lnTo>
                <a:lnTo>
                  <a:pt x="1562100" y="476250"/>
                </a:lnTo>
                <a:lnTo>
                  <a:pt x="1562100" y="466725"/>
                </a:lnTo>
                <a:lnTo>
                  <a:pt x="1552575" y="466725"/>
                </a:lnTo>
                <a:close/>
                <a:moveTo>
                  <a:pt x="1543050" y="1171575"/>
                </a:moveTo>
                <a:lnTo>
                  <a:pt x="1552575" y="1171575"/>
                </a:lnTo>
                <a:lnTo>
                  <a:pt x="1552575" y="1200150"/>
                </a:lnTo>
                <a:lnTo>
                  <a:pt x="1543050" y="1200150"/>
                </a:lnTo>
                <a:close/>
                <a:moveTo>
                  <a:pt x="1533525" y="1209675"/>
                </a:moveTo>
                <a:lnTo>
                  <a:pt x="1543050" y="1209675"/>
                </a:lnTo>
                <a:lnTo>
                  <a:pt x="1543050" y="1228725"/>
                </a:lnTo>
                <a:lnTo>
                  <a:pt x="1533525" y="1228725"/>
                </a:lnTo>
                <a:close/>
                <a:moveTo>
                  <a:pt x="1524000" y="1238250"/>
                </a:moveTo>
                <a:lnTo>
                  <a:pt x="1533525" y="1238250"/>
                </a:lnTo>
                <a:lnTo>
                  <a:pt x="1533525" y="1257300"/>
                </a:lnTo>
                <a:lnTo>
                  <a:pt x="1524000" y="1257300"/>
                </a:lnTo>
                <a:close/>
                <a:moveTo>
                  <a:pt x="47625" y="1247775"/>
                </a:moveTo>
                <a:lnTo>
                  <a:pt x="57150" y="1247775"/>
                </a:lnTo>
                <a:lnTo>
                  <a:pt x="57150" y="1257300"/>
                </a:lnTo>
                <a:lnTo>
                  <a:pt x="47625" y="1257300"/>
                </a:lnTo>
                <a:close/>
                <a:moveTo>
                  <a:pt x="1514475" y="1266825"/>
                </a:moveTo>
                <a:lnTo>
                  <a:pt x="1524000" y="1266825"/>
                </a:lnTo>
                <a:lnTo>
                  <a:pt x="1524000" y="1276350"/>
                </a:lnTo>
                <a:lnTo>
                  <a:pt x="1514475" y="1276350"/>
                </a:lnTo>
                <a:close/>
                <a:moveTo>
                  <a:pt x="1504950" y="1285875"/>
                </a:moveTo>
                <a:lnTo>
                  <a:pt x="1514475" y="1285875"/>
                </a:lnTo>
                <a:lnTo>
                  <a:pt x="1514475" y="1295400"/>
                </a:lnTo>
                <a:lnTo>
                  <a:pt x="1504950" y="1295400"/>
                </a:lnTo>
                <a:close/>
                <a:moveTo>
                  <a:pt x="1495425" y="1295400"/>
                </a:moveTo>
                <a:lnTo>
                  <a:pt x="1504950" y="1295400"/>
                </a:lnTo>
                <a:lnTo>
                  <a:pt x="1504950" y="1304925"/>
                </a:lnTo>
                <a:lnTo>
                  <a:pt x="1495425" y="1304925"/>
                </a:lnTo>
                <a:close/>
                <a:moveTo>
                  <a:pt x="76200" y="1304925"/>
                </a:moveTo>
                <a:lnTo>
                  <a:pt x="85725" y="1304925"/>
                </a:lnTo>
                <a:lnTo>
                  <a:pt x="85725" y="1314450"/>
                </a:lnTo>
                <a:lnTo>
                  <a:pt x="76200" y="1314450"/>
                </a:lnTo>
                <a:close/>
                <a:moveTo>
                  <a:pt x="1485900" y="1304925"/>
                </a:moveTo>
                <a:lnTo>
                  <a:pt x="1495425" y="1304925"/>
                </a:lnTo>
                <a:lnTo>
                  <a:pt x="1495425" y="1323975"/>
                </a:lnTo>
                <a:lnTo>
                  <a:pt x="1485900" y="1323975"/>
                </a:lnTo>
                <a:close/>
                <a:moveTo>
                  <a:pt x="1476375" y="1323975"/>
                </a:moveTo>
                <a:lnTo>
                  <a:pt x="1485900" y="1323975"/>
                </a:lnTo>
                <a:lnTo>
                  <a:pt x="1485900" y="1333500"/>
                </a:lnTo>
                <a:lnTo>
                  <a:pt x="1476375" y="1333500"/>
                </a:lnTo>
                <a:close/>
                <a:moveTo>
                  <a:pt x="1466850" y="1333500"/>
                </a:moveTo>
                <a:lnTo>
                  <a:pt x="1476375" y="1333500"/>
                </a:lnTo>
                <a:lnTo>
                  <a:pt x="1476375" y="1343025"/>
                </a:lnTo>
                <a:lnTo>
                  <a:pt x="1466850" y="1343025"/>
                </a:lnTo>
                <a:close/>
                <a:moveTo>
                  <a:pt x="104775" y="1343025"/>
                </a:moveTo>
                <a:lnTo>
                  <a:pt x="114300" y="1343025"/>
                </a:lnTo>
                <a:lnTo>
                  <a:pt x="114300" y="1352550"/>
                </a:lnTo>
                <a:lnTo>
                  <a:pt x="104775" y="1352550"/>
                </a:lnTo>
                <a:close/>
                <a:moveTo>
                  <a:pt x="1457325" y="1343025"/>
                </a:moveTo>
                <a:lnTo>
                  <a:pt x="1466850" y="1343025"/>
                </a:lnTo>
                <a:lnTo>
                  <a:pt x="1466850" y="1352550"/>
                </a:lnTo>
                <a:lnTo>
                  <a:pt x="1457325" y="1352550"/>
                </a:lnTo>
                <a:close/>
                <a:moveTo>
                  <a:pt x="114300" y="1352550"/>
                </a:moveTo>
                <a:lnTo>
                  <a:pt x="123825" y="1352550"/>
                </a:lnTo>
                <a:lnTo>
                  <a:pt x="123825" y="1362075"/>
                </a:lnTo>
                <a:lnTo>
                  <a:pt x="114300" y="1362075"/>
                </a:lnTo>
                <a:close/>
                <a:moveTo>
                  <a:pt x="1447800" y="1352550"/>
                </a:moveTo>
                <a:lnTo>
                  <a:pt x="1457325" y="1352550"/>
                </a:lnTo>
                <a:lnTo>
                  <a:pt x="1457325" y="1362075"/>
                </a:lnTo>
                <a:lnTo>
                  <a:pt x="1447800" y="1362075"/>
                </a:lnTo>
                <a:close/>
                <a:moveTo>
                  <a:pt x="123825" y="1362075"/>
                </a:moveTo>
                <a:lnTo>
                  <a:pt x="133350" y="1362075"/>
                </a:lnTo>
                <a:lnTo>
                  <a:pt x="133350" y="1371600"/>
                </a:lnTo>
                <a:lnTo>
                  <a:pt x="123825" y="1371600"/>
                </a:lnTo>
                <a:close/>
                <a:moveTo>
                  <a:pt x="1438275" y="1362075"/>
                </a:moveTo>
                <a:lnTo>
                  <a:pt x="1447800" y="1362075"/>
                </a:lnTo>
                <a:lnTo>
                  <a:pt x="1447800" y="1371600"/>
                </a:lnTo>
                <a:lnTo>
                  <a:pt x="1438275" y="1371600"/>
                </a:lnTo>
                <a:close/>
                <a:moveTo>
                  <a:pt x="133350" y="1371600"/>
                </a:moveTo>
                <a:lnTo>
                  <a:pt x="142875" y="1371600"/>
                </a:lnTo>
                <a:lnTo>
                  <a:pt x="142875" y="1381125"/>
                </a:lnTo>
                <a:lnTo>
                  <a:pt x="133350" y="1381125"/>
                </a:lnTo>
                <a:close/>
                <a:moveTo>
                  <a:pt x="1428750" y="1371600"/>
                </a:moveTo>
                <a:lnTo>
                  <a:pt x="1438275" y="1371600"/>
                </a:lnTo>
                <a:lnTo>
                  <a:pt x="1438275" y="1381125"/>
                </a:lnTo>
                <a:lnTo>
                  <a:pt x="1428750" y="1381125"/>
                </a:lnTo>
                <a:close/>
                <a:moveTo>
                  <a:pt x="1419225" y="1381125"/>
                </a:moveTo>
                <a:lnTo>
                  <a:pt x="1428750" y="1381125"/>
                </a:lnTo>
                <a:lnTo>
                  <a:pt x="1428750" y="1390650"/>
                </a:lnTo>
                <a:lnTo>
                  <a:pt x="1419225" y="1390650"/>
                </a:lnTo>
                <a:close/>
                <a:moveTo>
                  <a:pt x="161925" y="1390650"/>
                </a:moveTo>
                <a:lnTo>
                  <a:pt x="171450" y="1390650"/>
                </a:lnTo>
                <a:lnTo>
                  <a:pt x="171450" y="1400175"/>
                </a:lnTo>
                <a:lnTo>
                  <a:pt x="161925" y="1400175"/>
                </a:lnTo>
                <a:close/>
                <a:moveTo>
                  <a:pt x="1409700" y="1390650"/>
                </a:moveTo>
                <a:lnTo>
                  <a:pt x="1419225" y="1390650"/>
                </a:lnTo>
                <a:lnTo>
                  <a:pt x="1419225" y="1400175"/>
                </a:lnTo>
                <a:lnTo>
                  <a:pt x="1409700" y="1400175"/>
                </a:lnTo>
                <a:close/>
                <a:moveTo>
                  <a:pt x="1390650" y="1400175"/>
                </a:moveTo>
                <a:lnTo>
                  <a:pt x="1400175" y="1400175"/>
                </a:lnTo>
                <a:lnTo>
                  <a:pt x="1400175" y="1409700"/>
                </a:lnTo>
                <a:lnTo>
                  <a:pt x="1390650" y="1409700"/>
                </a:lnTo>
                <a:close/>
                <a:moveTo>
                  <a:pt x="190500" y="1409700"/>
                </a:moveTo>
                <a:lnTo>
                  <a:pt x="200025" y="1409700"/>
                </a:lnTo>
                <a:lnTo>
                  <a:pt x="200025" y="1419225"/>
                </a:lnTo>
                <a:lnTo>
                  <a:pt x="190500" y="1419225"/>
                </a:lnTo>
                <a:close/>
                <a:moveTo>
                  <a:pt x="1371600" y="1409700"/>
                </a:moveTo>
                <a:lnTo>
                  <a:pt x="1381125" y="1409700"/>
                </a:lnTo>
                <a:lnTo>
                  <a:pt x="1381125" y="1419225"/>
                </a:lnTo>
                <a:lnTo>
                  <a:pt x="1371600" y="1419225"/>
                </a:lnTo>
                <a:close/>
                <a:moveTo>
                  <a:pt x="1352550" y="1419225"/>
                </a:moveTo>
                <a:lnTo>
                  <a:pt x="1362075" y="1419225"/>
                </a:lnTo>
                <a:lnTo>
                  <a:pt x="1362075" y="1428750"/>
                </a:lnTo>
                <a:lnTo>
                  <a:pt x="1352550" y="1428750"/>
                </a:lnTo>
                <a:close/>
                <a:moveTo>
                  <a:pt x="238125" y="1428750"/>
                </a:moveTo>
                <a:lnTo>
                  <a:pt x="247650" y="1428750"/>
                </a:lnTo>
                <a:lnTo>
                  <a:pt x="247650" y="1438275"/>
                </a:lnTo>
                <a:lnTo>
                  <a:pt x="238125" y="1438275"/>
                </a:lnTo>
                <a:close/>
                <a:moveTo>
                  <a:pt x="1323975" y="1428750"/>
                </a:moveTo>
                <a:lnTo>
                  <a:pt x="1343025" y="1428750"/>
                </a:lnTo>
                <a:lnTo>
                  <a:pt x="1343025" y="1438275"/>
                </a:lnTo>
                <a:lnTo>
                  <a:pt x="1323975" y="1438275"/>
                </a:lnTo>
                <a:close/>
                <a:moveTo>
                  <a:pt x="266700" y="1438275"/>
                </a:moveTo>
                <a:lnTo>
                  <a:pt x="285750" y="1438275"/>
                </a:lnTo>
                <a:lnTo>
                  <a:pt x="285750" y="1447800"/>
                </a:lnTo>
                <a:lnTo>
                  <a:pt x="266700" y="1447800"/>
                </a:lnTo>
                <a:close/>
                <a:moveTo>
                  <a:pt x="1247775" y="1438275"/>
                </a:moveTo>
                <a:lnTo>
                  <a:pt x="1257300" y="1438275"/>
                </a:lnTo>
                <a:lnTo>
                  <a:pt x="1257300" y="1447800"/>
                </a:lnTo>
                <a:lnTo>
                  <a:pt x="1247775" y="1447800"/>
                </a:lnTo>
                <a:close/>
                <a:moveTo>
                  <a:pt x="1285875" y="1438275"/>
                </a:moveTo>
                <a:lnTo>
                  <a:pt x="1304925" y="1438275"/>
                </a:lnTo>
                <a:lnTo>
                  <a:pt x="1304925" y="1447800"/>
                </a:lnTo>
                <a:lnTo>
                  <a:pt x="1285875" y="1447800"/>
                </a:lnTo>
                <a:close/>
                <a:moveTo>
                  <a:pt x="352425" y="1447800"/>
                </a:moveTo>
                <a:lnTo>
                  <a:pt x="1123950" y="1447800"/>
                </a:lnTo>
                <a:lnTo>
                  <a:pt x="1123950" y="1457325"/>
                </a:lnTo>
                <a:lnTo>
                  <a:pt x="352425" y="1457325"/>
                </a:lnTo>
                <a:close/>
                <a:moveTo>
                  <a:pt x="1190625" y="1447800"/>
                </a:moveTo>
                <a:lnTo>
                  <a:pt x="1228725" y="1447800"/>
                </a:lnTo>
                <a:lnTo>
                  <a:pt x="1228725" y="1457325"/>
                </a:lnTo>
                <a:lnTo>
                  <a:pt x="1190625" y="1457325"/>
                </a:lnTo>
                <a:close/>
              </a:path>
            </a:pathLst>
          </a:custGeom>
          <a:solidFill xmlns:a="http://schemas.openxmlformats.org/drawingml/2006/main">
            <a:srgbClr val="ECE9DD"/>
          </a:solidFill>
          <a:ln xmlns:a="http://schemas.openxmlformats.org/drawingml/2006/main" w="0">
            <a:noFill/>
          </a:ln>
        </p:spPr>
      </p:sp>
      <p:sp>
        <p:nvSpPr>
          <p:cNvPr id="68" name="logo vector #ffe1bc">
            <a:extLst xmlns:a="http://schemas.openxmlformats.org/drawingml/2006/main">
              <a:ext uri="{FF2B5EF4-FFF2-40B4-BE49-F238E27FC236}">
                <a16:creationId xmlns:a16="http://schemas.microsoft.com/office/drawing/2014/main" id="{7D8231DF-F3A3-459E-A922-9FC4193C341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219700" y="4476750"/>
            <a:ext cx="1581150" cy="1485900"/>
          </a:xfrm>
          <a:custGeom xmlns:a="http://schemas.openxmlformats.org/drawingml/2006/main">
            <a:pathLst>
              <a:path w="1581150" h="1485900">
                <a:moveTo>
                  <a:pt x="390525" y="47625"/>
                </a:moveTo>
                <a:lnTo>
                  <a:pt x="400050" y="47625"/>
                </a:lnTo>
                <a:lnTo>
                  <a:pt x="400050" y="57150"/>
                </a:lnTo>
                <a:lnTo>
                  <a:pt x="390525" y="57150"/>
                </a:lnTo>
                <a:close/>
                <a:moveTo>
                  <a:pt x="1171575" y="47625"/>
                </a:moveTo>
                <a:lnTo>
                  <a:pt x="1190625" y="47625"/>
                </a:lnTo>
                <a:lnTo>
                  <a:pt x="1190625" y="57150"/>
                </a:lnTo>
                <a:lnTo>
                  <a:pt x="1171575" y="57150"/>
                </a:lnTo>
                <a:close/>
                <a:moveTo>
                  <a:pt x="323850" y="66675"/>
                </a:moveTo>
                <a:lnTo>
                  <a:pt x="333375" y="66675"/>
                </a:lnTo>
                <a:lnTo>
                  <a:pt x="333375" y="76200"/>
                </a:lnTo>
                <a:lnTo>
                  <a:pt x="323850" y="76200"/>
                </a:lnTo>
                <a:close/>
                <a:moveTo>
                  <a:pt x="400050" y="76200"/>
                </a:moveTo>
                <a:lnTo>
                  <a:pt x="419100" y="76200"/>
                </a:lnTo>
                <a:lnTo>
                  <a:pt x="419100" y="85725"/>
                </a:lnTo>
                <a:lnTo>
                  <a:pt x="400050" y="85725"/>
                </a:lnTo>
                <a:close/>
                <a:moveTo>
                  <a:pt x="1181100" y="76200"/>
                </a:moveTo>
                <a:lnTo>
                  <a:pt x="1190625" y="76200"/>
                </a:lnTo>
                <a:lnTo>
                  <a:pt x="1190625" y="85725"/>
                </a:lnTo>
                <a:lnTo>
                  <a:pt x="1181100" y="85725"/>
                </a:lnTo>
                <a:close/>
                <a:moveTo>
                  <a:pt x="285750" y="85725"/>
                </a:moveTo>
                <a:lnTo>
                  <a:pt x="295275" y="85725"/>
                </a:lnTo>
                <a:lnTo>
                  <a:pt x="295275" y="95250"/>
                </a:lnTo>
                <a:lnTo>
                  <a:pt x="285750" y="95250"/>
                </a:lnTo>
                <a:close/>
                <a:moveTo>
                  <a:pt x="361950" y="85725"/>
                </a:moveTo>
                <a:lnTo>
                  <a:pt x="371475" y="85725"/>
                </a:lnTo>
                <a:lnTo>
                  <a:pt x="371475" y="95250"/>
                </a:lnTo>
                <a:lnTo>
                  <a:pt x="361950" y="95250"/>
                </a:lnTo>
                <a:close/>
                <a:moveTo>
                  <a:pt x="257175" y="104775"/>
                </a:moveTo>
                <a:lnTo>
                  <a:pt x="266700" y="104775"/>
                </a:lnTo>
                <a:lnTo>
                  <a:pt x="266700" y="114300"/>
                </a:lnTo>
                <a:lnTo>
                  <a:pt x="257175" y="114300"/>
                </a:lnTo>
                <a:close/>
                <a:moveTo>
                  <a:pt x="1257300" y="104775"/>
                </a:moveTo>
                <a:lnTo>
                  <a:pt x="1266825" y="104775"/>
                </a:lnTo>
                <a:lnTo>
                  <a:pt x="1266825" y="114300"/>
                </a:lnTo>
                <a:lnTo>
                  <a:pt x="1257300" y="114300"/>
                </a:lnTo>
                <a:close/>
                <a:moveTo>
                  <a:pt x="1314450" y="104775"/>
                </a:moveTo>
                <a:lnTo>
                  <a:pt x="1323975" y="104775"/>
                </a:lnTo>
                <a:lnTo>
                  <a:pt x="1323975" y="114300"/>
                </a:lnTo>
                <a:lnTo>
                  <a:pt x="1314450" y="114300"/>
                </a:lnTo>
                <a:close/>
                <a:moveTo>
                  <a:pt x="285750" y="123825"/>
                </a:moveTo>
                <a:lnTo>
                  <a:pt x="295275" y="123825"/>
                </a:lnTo>
                <a:lnTo>
                  <a:pt x="295275" y="133350"/>
                </a:lnTo>
                <a:lnTo>
                  <a:pt x="285750" y="133350"/>
                </a:lnTo>
                <a:close/>
                <a:moveTo>
                  <a:pt x="1285875" y="123825"/>
                </a:moveTo>
                <a:lnTo>
                  <a:pt x="1295400" y="123825"/>
                </a:lnTo>
                <a:lnTo>
                  <a:pt x="1295400" y="133350"/>
                </a:lnTo>
                <a:lnTo>
                  <a:pt x="1285875" y="133350"/>
                </a:lnTo>
                <a:close/>
                <a:moveTo>
                  <a:pt x="219075" y="142875"/>
                </a:moveTo>
                <a:lnTo>
                  <a:pt x="228600" y="142875"/>
                </a:lnTo>
                <a:lnTo>
                  <a:pt x="228600" y="152400"/>
                </a:lnTo>
                <a:lnTo>
                  <a:pt x="219075" y="152400"/>
                </a:lnTo>
                <a:close/>
                <a:moveTo>
                  <a:pt x="647700" y="142875"/>
                </a:moveTo>
                <a:lnTo>
                  <a:pt x="666750" y="142875"/>
                </a:lnTo>
                <a:lnTo>
                  <a:pt x="666750" y="152400"/>
                </a:lnTo>
                <a:lnTo>
                  <a:pt x="647700" y="152400"/>
                </a:lnTo>
                <a:close/>
                <a:moveTo>
                  <a:pt x="923925" y="142875"/>
                </a:moveTo>
                <a:lnTo>
                  <a:pt x="942975" y="142875"/>
                </a:lnTo>
                <a:lnTo>
                  <a:pt x="942975" y="152400"/>
                </a:lnTo>
                <a:lnTo>
                  <a:pt x="923925" y="152400"/>
                </a:lnTo>
                <a:close/>
                <a:moveTo>
                  <a:pt x="209550" y="152400"/>
                </a:moveTo>
                <a:lnTo>
                  <a:pt x="219075" y="152400"/>
                </a:lnTo>
                <a:lnTo>
                  <a:pt x="219075" y="161925"/>
                </a:lnTo>
                <a:lnTo>
                  <a:pt x="209550" y="161925"/>
                </a:lnTo>
                <a:close/>
                <a:moveTo>
                  <a:pt x="581025" y="152400"/>
                </a:moveTo>
                <a:lnTo>
                  <a:pt x="590550" y="152400"/>
                </a:lnTo>
                <a:lnTo>
                  <a:pt x="590550" y="161925"/>
                </a:lnTo>
                <a:lnTo>
                  <a:pt x="581025" y="161925"/>
                </a:lnTo>
                <a:close/>
                <a:moveTo>
                  <a:pt x="1009650" y="152400"/>
                </a:moveTo>
                <a:lnTo>
                  <a:pt x="1019175" y="152400"/>
                </a:lnTo>
                <a:lnTo>
                  <a:pt x="1019175" y="161925"/>
                </a:lnTo>
                <a:lnTo>
                  <a:pt x="1009650" y="161925"/>
                </a:lnTo>
                <a:close/>
                <a:moveTo>
                  <a:pt x="523875" y="161925"/>
                </a:moveTo>
                <a:lnTo>
                  <a:pt x="533400" y="161925"/>
                </a:lnTo>
                <a:lnTo>
                  <a:pt x="533400" y="171450"/>
                </a:lnTo>
                <a:lnTo>
                  <a:pt x="523875" y="171450"/>
                </a:lnTo>
                <a:close/>
                <a:moveTo>
                  <a:pt x="1057275" y="161925"/>
                </a:moveTo>
                <a:lnTo>
                  <a:pt x="1066800" y="161925"/>
                </a:lnTo>
                <a:lnTo>
                  <a:pt x="1066800" y="171450"/>
                </a:lnTo>
                <a:lnTo>
                  <a:pt x="1057275" y="171450"/>
                </a:lnTo>
                <a:close/>
                <a:moveTo>
                  <a:pt x="771525" y="171450"/>
                </a:moveTo>
                <a:lnTo>
                  <a:pt x="876300" y="171450"/>
                </a:lnTo>
                <a:lnTo>
                  <a:pt x="876300" y="180975"/>
                </a:lnTo>
                <a:lnTo>
                  <a:pt x="771525" y="180975"/>
                </a:lnTo>
                <a:close/>
                <a:moveTo>
                  <a:pt x="190500" y="180975"/>
                </a:moveTo>
                <a:lnTo>
                  <a:pt x="200025" y="180975"/>
                </a:lnTo>
                <a:lnTo>
                  <a:pt x="200025" y="190500"/>
                </a:lnTo>
                <a:lnTo>
                  <a:pt x="190500" y="190500"/>
                </a:lnTo>
                <a:close/>
                <a:moveTo>
                  <a:pt x="228600" y="180975"/>
                </a:moveTo>
                <a:lnTo>
                  <a:pt x="238125" y="180975"/>
                </a:lnTo>
                <a:lnTo>
                  <a:pt x="238125" y="190500"/>
                </a:lnTo>
                <a:lnTo>
                  <a:pt x="228600" y="190500"/>
                </a:lnTo>
                <a:close/>
                <a:moveTo>
                  <a:pt x="638175" y="180975"/>
                </a:moveTo>
                <a:lnTo>
                  <a:pt x="647700" y="180975"/>
                </a:lnTo>
                <a:lnTo>
                  <a:pt x="647700" y="190500"/>
                </a:lnTo>
                <a:lnTo>
                  <a:pt x="638175" y="190500"/>
                </a:lnTo>
                <a:close/>
                <a:moveTo>
                  <a:pt x="962025" y="180975"/>
                </a:moveTo>
                <a:lnTo>
                  <a:pt x="971550" y="180975"/>
                </a:lnTo>
                <a:lnTo>
                  <a:pt x="971550" y="190500"/>
                </a:lnTo>
                <a:lnTo>
                  <a:pt x="962025" y="190500"/>
                </a:lnTo>
                <a:close/>
                <a:moveTo>
                  <a:pt x="1104900" y="180975"/>
                </a:moveTo>
                <a:lnTo>
                  <a:pt x="1114425" y="180975"/>
                </a:lnTo>
                <a:lnTo>
                  <a:pt x="1114425" y="190500"/>
                </a:lnTo>
                <a:lnTo>
                  <a:pt x="1104900" y="190500"/>
                </a:lnTo>
                <a:close/>
                <a:moveTo>
                  <a:pt x="457200" y="190500"/>
                </a:moveTo>
                <a:lnTo>
                  <a:pt x="466725" y="190500"/>
                </a:lnTo>
                <a:lnTo>
                  <a:pt x="466725" y="200025"/>
                </a:lnTo>
                <a:lnTo>
                  <a:pt x="457200" y="200025"/>
                </a:lnTo>
                <a:close/>
                <a:moveTo>
                  <a:pt x="571500" y="190500"/>
                </a:moveTo>
                <a:lnTo>
                  <a:pt x="581025" y="190500"/>
                </a:lnTo>
                <a:lnTo>
                  <a:pt x="581025" y="200025"/>
                </a:lnTo>
                <a:lnTo>
                  <a:pt x="571500" y="200025"/>
                </a:lnTo>
                <a:close/>
                <a:moveTo>
                  <a:pt x="1114425" y="190500"/>
                </a:moveTo>
                <a:lnTo>
                  <a:pt x="1123950" y="190500"/>
                </a:lnTo>
                <a:lnTo>
                  <a:pt x="1123950" y="200025"/>
                </a:lnTo>
                <a:lnTo>
                  <a:pt x="1114425" y="200025"/>
                </a:lnTo>
                <a:close/>
                <a:moveTo>
                  <a:pt x="180975" y="200025"/>
                </a:moveTo>
                <a:lnTo>
                  <a:pt x="190500" y="200025"/>
                </a:lnTo>
                <a:lnTo>
                  <a:pt x="190500" y="209550"/>
                </a:lnTo>
                <a:lnTo>
                  <a:pt x="180975" y="209550"/>
                </a:lnTo>
                <a:close/>
                <a:moveTo>
                  <a:pt x="447675" y="200025"/>
                </a:moveTo>
                <a:lnTo>
                  <a:pt x="457200" y="200025"/>
                </a:lnTo>
                <a:lnTo>
                  <a:pt x="457200" y="209550"/>
                </a:lnTo>
                <a:lnTo>
                  <a:pt x="447675" y="209550"/>
                </a:lnTo>
                <a:close/>
                <a:moveTo>
                  <a:pt x="523875" y="200025"/>
                </a:moveTo>
                <a:lnTo>
                  <a:pt x="533400" y="200025"/>
                </a:lnTo>
                <a:lnTo>
                  <a:pt x="533400" y="209550"/>
                </a:lnTo>
                <a:lnTo>
                  <a:pt x="523875" y="209550"/>
                </a:lnTo>
                <a:close/>
                <a:moveTo>
                  <a:pt x="1057275" y="200025"/>
                </a:moveTo>
                <a:lnTo>
                  <a:pt x="1066800" y="200025"/>
                </a:lnTo>
                <a:lnTo>
                  <a:pt x="1066800" y="209550"/>
                </a:lnTo>
                <a:lnTo>
                  <a:pt x="1057275" y="209550"/>
                </a:lnTo>
                <a:close/>
                <a:moveTo>
                  <a:pt x="1123950" y="200025"/>
                </a:moveTo>
                <a:lnTo>
                  <a:pt x="1133475" y="200025"/>
                </a:lnTo>
                <a:lnTo>
                  <a:pt x="1133475" y="209550"/>
                </a:lnTo>
                <a:lnTo>
                  <a:pt x="1123950" y="209550"/>
                </a:lnTo>
                <a:close/>
                <a:moveTo>
                  <a:pt x="209550" y="209550"/>
                </a:moveTo>
                <a:lnTo>
                  <a:pt x="219075" y="209550"/>
                </a:lnTo>
                <a:lnTo>
                  <a:pt x="219075" y="219075"/>
                </a:lnTo>
                <a:lnTo>
                  <a:pt x="209550" y="219075"/>
                </a:lnTo>
                <a:close/>
                <a:moveTo>
                  <a:pt x="438150" y="209550"/>
                </a:moveTo>
                <a:lnTo>
                  <a:pt x="447675" y="209550"/>
                </a:lnTo>
                <a:lnTo>
                  <a:pt x="447675" y="219075"/>
                </a:lnTo>
                <a:lnTo>
                  <a:pt x="438150" y="219075"/>
                </a:lnTo>
                <a:close/>
                <a:moveTo>
                  <a:pt x="495300" y="209550"/>
                </a:moveTo>
                <a:lnTo>
                  <a:pt x="504825" y="209550"/>
                </a:lnTo>
                <a:lnTo>
                  <a:pt x="504825" y="219075"/>
                </a:lnTo>
                <a:lnTo>
                  <a:pt x="495300" y="219075"/>
                </a:lnTo>
                <a:close/>
                <a:moveTo>
                  <a:pt x="1076325" y="209550"/>
                </a:moveTo>
                <a:lnTo>
                  <a:pt x="1085850" y="209550"/>
                </a:lnTo>
                <a:lnTo>
                  <a:pt x="1085850" y="219075"/>
                </a:lnTo>
                <a:lnTo>
                  <a:pt x="1076325" y="219075"/>
                </a:lnTo>
                <a:close/>
                <a:moveTo>
                  <a:pt x="1133475" y="209550"/>
                </a:moveTo>
                <a:lnTo>
                  <a:pt x="1143000" y="209550"/>
                </a:lnTo>
                <a:lnTo>
                  <a:pt x="1143000" y="219075"/>
                </a:lnTo>
                <a:lnTo>
                  <a:pt x="1133475" y="219075"/>
                </a:lnTo>
                <a:close/>
                <a:moveTo>
                  <a:pt x="1362075" y="209550"/>
                </a:moveTo>
                <a:lnTo>
                  <a:pt x="1371600" y="209550"/>
                </a:lnTo>
                <a:lnTo>
                  <a:pt x="1371600" y="219075"/>
                </a:lnTo>
                <a:lnTo>
                  <a:pt x="1362075" y="219075"/>
                </a:lnTo>
                <a:close/>
                <a:moveTo>
                  <a:pt x="171450" y="219075"/>
                </a:moveTo>
                <a:lnTo>
                  <a:pt x="180975" y="219075"/>
                </a:lnTo>
                <a:lnTo>
                  <a:pt x="180975" y="228600"/>
                </a:lnTo>
                <a:lnTo>
                  <a:pt x="171450" y="228600"/>
                </a:lnTo>
                <a:close/>
                <a:moveTo>
                  <a:pt x="381000" y="219075"/>
                </a:moveTo>
                <a:lnTo>
                  <a:pt x="390525" y="219075"/>
                </a:lnTo>
                <a:lnTo>
                  <a:pt x="390525" y="228600"/>
                </a:lnTo>
                <a:lnTo>
                  <a:pt x="381000" y="228600"/>
                </a:lnTo>
                <a:close/>
                <a:moveTo>
                  <a:pt x="485775" y="219075"/>
                </a:moveTo>
                <a:lnTo>
                  <a:pt x="495300" y="219075"/>
                </a:lnTo>
                <a:lnTo>
                  <a:pt x="495300" y="228600"/>
                </a:lnTo>
                <a:lnTo>
                  <a:pt x="485775" y="228600"/>
                </a:lnTo>
                <a:close/>
                <a:moveTo>
                  <a:pt x="1085850" y="219075"/>
                </a:moveTo>
                <a:lnTo>
                  <a:pt x="1095375" y="219075"/>
                </a:lnTo>
                <a:lnTo>
                  <a:pt x="1095375" y="228600"/>
                </a:lnTo>
                <a:lnTo>
                  <a:pt x="1085850" y="228600"/>
                </a:lnTo>
                <a:close/>
                <a:moveTo>
                  <a:pt x="200025" y="228600"/>
                </a:moveTo>
                <a:lnTo>
                  <a:pt x="209550" y="228600"/>
                </a:lnTo>
                <a:lnTo>
                  <a:pt x="209550" y="238125"/>
                </a:lnTo>
                <a:lnTo>
                  <a:pt x="200025" y="238125"/>
                </a:lnTo>
                <a:close/>
                <a:moveTo>
                  <a:pt x="476250" y="228600"/>
                </a:moveTo>
                <a:lnTo>
                  <a:pt x="485775" y="228600"/>
                </a:lnTo>
                <a:lnTo>
                  <a:pt x="485775" y="238125"/>
                </a:lnTo>
                <a:lnTo>
                  <a:pt x="476250" y="238125"/>
                </a:lnTo>
                <a:close/>
                <a:moveTo>
                  <a:pt x="1095375" y="228600"/>
                </a:moveTo>
                <a:lnTo>
                  <a:pt x="1104900" y="228600"/>
                </a:lnTo>
                <a:lnTo>
                  <a:pt x="1104900" y="238125"/>
                </a:lnTo>
                <a:lnTo>
                  <a:pt x="1095375" y="238125"/>
                </a:lnTo>
                <a:close/>
                <a:moveTo>
                  <a:pt x="1371600" y="228600"/>
                </a:moveTo>
                <a:lnTo>
                  <a:pt x="1381125" y="228600"/>
                </a:lnTo>
                <a:lnTo>
                  <a:pt x="1381125" y="238125"/>
                </a:lnTo>
                <a:lnTo>
                  <a:pt x="1371600" y="238125"/>
                </a:lnTo>
                <a:close/>
                <a:moveTo>
                  <a:pt x="1009650" y="238125"/>
                </a:moveTo>
                <a:lnTo>
                  <a:pt x="1019175" y="238125"/>
                </a:lnTo>
                <a:lnTo>
                  <a:pt x="1019175" y="247650"/>
                </a:lnTo>
                <a:lnTo>
                  <a:pt x="1009650" y="247650"/>
                </a:lnTo>
                <a:close/>
                <a:moveTo>
                  <a:pt x="1104900" y="238125"/>
                </a:moveTo>
                <a:lnTo>
                  <a:pt x="1114425" y="238125"/>
                </a:lnTo>
                <a:lnTo>
                  <a:pt x="1114425" y="247650"/>
                </a:lnTo>
                <a:lnTo>
                  <a:pt x="1104900" y="247650"/>
                </a:lnTo>
                <a:close/>
                <a:moveTo>
                  <a:pt x="161925" y="247650"/>
                </a:moveTo>
                <a:lnTo>
                  <a:pt x="171450" y="247650"/>
                </a:lnTo>
                <a:lnTo>
                  <a:pt x="171450" y="257175"/>
                </a:lnTo>
                <a:lnTo>
                  <a:pt x="161925" y="257175"/>
                </a:lnTo>
                <a:close/>
                <a:moveTo>
                  <a:pt x="342900" y="247650"/>
                </a:moveTo>
                <a:lnTo>
                  <a:pt x="352425" y="247650"/>
                </a:lnTo>
                <a:lnTo>
                  <a:pt x="352425" y="257175"/>
                </a:lnTo>
                <a:lnTo>
                  <a:pt x="342900" y="257175"/>
                </a:lnTo>
                <a:close/>
                <a:moveTo>
                  <a:pt x="1114425" y="247650"/>
                </a:moveTo>
                <a:lnTo>
                  <a:pt x="1123950" y="247650"/>
                </a:lnTo>
                <a:lnTo>
                  <a:pt x="1123950" y="257175"/>
                </a:lnTo>
                <a:lnTo>
                  <a:pt x="1114425" y="257175"/>
                </a:lnTo>
                <a:close/>
                <a:moveTo>
                  <a:pt x="1228725" y="247650"/>
                </a:moveTo>
                <a:lnTo>
                  <a:pt x="1238250" y="247650"/>
                </a:lnTo>
                <a:lnTo>
                  <a:pt x="1238250" y="257175"/>
                </a:lnTo>
                <a:lnTo>
                  <a:pt x="1228725" y="257175"/>
                </a:lnTo>
                <a:close/>
                <a:moveTo>
                  <a:pt x="390525" y="257175"/>
                </a:moveTo>
                <a:lnTo>
                  <a:pt x="400050" y="257175"/>
                </a:lnTo>
                <a:lnTo>
                  <a:pt x="400050" y="266700"/>
                </a:lnTo>
                <a:lnTo>
                  <a:pt x="390525" y="266700"/>
                </a:lnTo>
                <a:close/>
                <a:moveTo>
                  <a:pt x="476250" y="257175"/>
                </a:moveTo>
                <a:lnTo>
                  <a:pt x="485775" y="257175"/>
                </a:lnTo>
                <a:lnTo>
                  <a:pt x="485775" y="266700"/>
                </a:lnTo>
                <a:lnTo>
                  <a:pt x="476250" y="266700"/>
                </a:lnTo>
                <a:close/>
                <a:moveTo>
                  <a:pt x="571500" y="257175"/>
                </a:moveTo>
                <a:lnTo>
                  <a:pt x="581025" y="257175"/>
                </a:lnTo>
                <a:lnTo>
                  <a:pt x="581025" y="266700"/>
                </a:lnTo>
                <a:lnTo>
                  <a:pt x="571500" y="266700"/>
                </a:lnTo>
                <a:close/>
                <a:moveTo>
                  <a:pt x="619125" y="257175"/>
                </a:moveTo>
                <a:lnTo>
                  <a:pt x="628650" y="257175"/>
                </a:lnTo>
                <a:lnTo>
                  <a:pt x="628650" y="266700"/>
                </a:lnTo>
                <a:lnTo>
                  <a:pt x="619125" y="266700"/>
                </a:lnTo>
                <a:close/>
                <a:moveTo>
                  <a:pt x="1038225" y="257175"/>
                </a:moveTo>
                <a:lnTo>
                  <a:pt x="1047750" y="257175"/>
                </a:lnTo>
                <a:lnTo>
                  <a:pt x="1047750" y="266700"/>
                </a:lnTo>
                <a:lnTo>
                  <a:pt x="1038225" y="266700"/>
                </a:lnTo>
                <a:close/>
                <a:moveTo>
                  <a:pt x="1181100" y="257175"/>
                </a:moveTo>
                <a:lnTo>
                  <a:pt x="1190625" y="257175"/>
                </a:lnTo>
                <a:lnTo>
                  <a:pt x="1190625" y="266700"/>
                </a:lnTo>
                <a:lnTo>
                  <a:pt x="1181100" y="266700"/>
                </a:lnTo>
                <a:close/>
                <a:moveTo>
                  <a:pt x="381000" y="266700"/>
                </a:moveTo>
                <a:lnTo>
                  <a:pt x="390525" y="266700"/>
                </a:lnTo>
                <a:lnTo>
                  <a:pt x="390525" y="276225"/>
                </a:lnTo>
                <a:lnTo>
                  <a:pt x="381000" y="276225"/>
                </a:lnTo>
                <a:close/>
                <a:moveTo>
                  <a:pt x="533400" y="266700"/>
                </a:moveTo>
                <a:lnTo>
                  <a:pt x="542925" y="266700"/>
                </a:lnTo>
                <a:lnTo>
                  <a:pt x="542925" y="276225"/>
                </a:lnTo>
                <a:lnTo>
                  <a:pt x="533400" y="276225"/>
                </a:lnTo>
                <a:close/>
                <a:moveTo>
                  <a:pt x="714375" y="266700"/>
                </a:moveTo>
                <a:lnTo>
                  <a:pt x="733425" y="266700"/>
                </a:lnTo>
                <a:lnTo>
                  <a:pt x="733425" y="276225"/>
                </a:lnTo>
                <a:lnTo>
                  <a:pt x="714375" y="276225"/>
                </a:lnTo>
                <a:close/>
                <a:moveTo>
                  <a:pt x="990600" y="266700"/>
                </a:moveTo>
                <a:lnTo>
                  <a:pt x="1000125" y="266700"/>
                </a:lnTo>
                <a:lnTo>
                  <a:pt x="1000125" y="276225"/>
                </a:lnTo>
                <a:lnTo>
                  <a:pt x="990600" y="276225"/>
                </a:lnTo>
                <a:close/>
                <a:moveTo>
                  <a:pt x="1190625" y="266700"/>
                </a:moveTo>
                <a:lnTo>
                  <a:pt x="1200150" y="266700"/>
                </a:lnTo>
                <a:lnTo>
                  <a:pt x="1200150" y="276225"/>
                </a:lnTo>
                <a:lnTo>
                  <a:pt x="1190625" y="276225"/>
                </a:lnTo>
                <a:close/>
                <a:moveTo>
                  <a:pt x="971550" y="276225"/>
                </a:moveTo>
                <a:lnTo>
                  <a:pt x="990600" y="276225"/>
                </a:lnTo>
                <a:lnTo>
                  <a:pt x="990600" y="285750"/>
                </a:lnTo>
                <a:lnTo>
                  <a:pt x="971550" y="285750"/>
                </a:lnTo>
                <a:close/>
                <a:moveTo>
                  <a:pt x="1419225" y="276225"/>
                </a:moveTo>
                <a:lnTo>
                  <a:pt x="1428750" y="276225"/>
                </a:lnTo>
                <a:lnTo>
                  <a:pt x="1428750" y="285750"/>
                </a:lnTo>
                <a:lnTo>
                  <a:pt x="1419225" y="285750"/>
                </a:lnTo>
                <a:close/>
                <a:moveTo>
                  <a:pt x="1390650" y="285750"/>
                </a:moveTo>
                <a:lnTo>
                  <a:pt x="1400175" y="285750"/>
                </a:lnTo>
                <a:lnTo>
                  <a:pt x="1400175" y="295275"/>
                </a:lnTo>
                <a:lnTo>
                  <a:pt x="1390650" y="295275"/>
                </a:lnTo>
                <a:close/>
                <a:moveTo>
                  <a:pt x="180975" y="295275"/>
                </a:moveTo>
                <a:lnTo>
                  <a:pt x="190500" y="295275"/>
                </a:lnTo>
                <a:lnTo>
                  <a:pt x="190500" y="304800"/>
                </a:lnTo>
                <a:lnTo>
                  <a:pt x="180975" y="304800"/>
                </a:lnTo>
                <a:close/>
                <a:moveTo>
                  <a:pt x="619125" y="295275"/>
                </a:moveTo>
                <a:lnTo>
                  <a:pt x="638175" y="295275"/>
                </a:lnTo>
                <a:lnTo>
                  <a:pt x="638175" y="314325"/>
                </a:lnTo>
                <a:lnTo>
                  <a:pt x="619125" y="314325"/>
                </a:lnTo>
                <a:close/>
                <a:moveTo>
                  <a:pt x="933450" y="304800"/>
                </a:moveTo>
                <a:lnTo>
                  <a:pt x="942975" y="304800"/>
                </a:lnTo>
                <a:lnTo>
                  <a:pt x="942975" y="314325"/>
                </a:lnTo>
                <a:lnTo>
                  <a:pt x="933450" y="314325"/>
                </a:lnTo>
                <a:close/>
                <a:moveTo>
                  <a:pt x="781050" y="314325"/>
                </a:moveTo>
                <a:lnTo>
                  <a:pt x="800100" y="314325"/>
                </a:lnTo>
                <a:lnTo>
                  <a:pt x="800100" y="323850"/>
                </a:lnTo>
                <a:lnTo>
                  <a:pt x="781050" y="323850"/>
                </a:lnTo>
                <a:close/>
                <a:moveTo>
                  <a:pt x="923925" y="314325"/>
                </a:moveTo>
                <a:lnTo>
                  <a:pt x="933450" y="314325"/>
                </a:lnTo>
                <a:lnTo>
                  <a:pt x="933450" y="323850"/>
                </a:lnTo>
                <a:lnTo>
                  <a:pt x="923925" y="323850"/>
                </a:lnTo>
                <a:close/>
                <a:moveTo>
                  <a:pt x="952500" y="314325"/>
                </a:moveTo>
                <a:lnTo>
                  <a:pt x="962025" y="314325"/>
                </a:lnTo>
                <a:lnTo>
                  <a:pt x="962025" y="323850"/>
                </a:lnTo>
                <a:lnTo>
                  <a:pt x="952500" y="323850"/>
                </a:lnTo>
                <a:close/>
                <a:moveTo>
                  <a:pt x="1104900" y="314325"/>
                </a:moveTo>
                <a:lnTo>
                  <a:pt x="1123950" y="314325"/>
                </a:lnTo>
                <a:lnTo>
                  <a:pt x="1123950" y="323850"/>
                </a:lnTo>
                <a:lnTo>
                  <a:pt x="1104900" y="323850"/>
                </a:lnTo>
                <a:close/>
                <a:moveTo>
                  <a:pt x="552450" y="323850"/>
                </a:moveTo>
                <a:lnTo>
                  <a:pt x="561975" y="323850"/>
                </a:lnTo>
                <a:lnTo>
                  <a:pt x="561975" y="333375"/>
                </a:lnTo>
                <a:lnTo>
                  <a:pt x="552450" y="333375"/>
                </a:lnTo>
                <a:close/>
                <a:moveTo>
                  <a:pt x="1028700" y="323850"/>
                </a:moveTo>
                <a:lnTo>
                  <a:pt x="1047750" y="323850"/>
                </a:lnTo>
                <a:lnTo>
                  <a:pt x="1047750" y="342900"/>
                </a:lnTo>
                <a:lnTo>
                  <a:pt x="1028700" y="342900"/>
                </a:lnTo>
                <a:close/>
                <a:moveTo>
                  <a:pt x="561975" y="333375"/>
                </a:moveTo>
                <a:lnTo>
                  <a:pt x="581025" y="333375"/>
                </a:lnTo>
                <a:lnTo>
                  <a:pt x="581025" y="342900"/>
                </a:lnTo>
                <a:lnTo>
                  <a:pt x="561975" y="342900"/>
                </a:lnTo>
                <a:close/>
                <a:moveTo>
                  <a:pt x="942975" y="333375"/>
                </a:moveTo>
                <a:lnTo>
                  <a:pt x="952500" y="333375"/>
                </a:lnTo>
                <a:lnTo>
                  <a:pt x="952500" y="342900"/>
                </a:lnTo>
                <a:lnTo>
                  <a:pt x="942975" y="342900"/>
                </a:lnTo>
                <a:close/>
                <a:moveTo>
                  <a:pt x="495300" y="342900"/>
                </a:moveTo>
                <a:lnTo>
                  <a:pt x="504825" y="342900"/>
                </a:lnTo>
                <a:lnTo>
                  <a:pt x="504825" y="352425"/>
                </a:lnTo>
                <a:lnTo>
                  <a:pt x="495300" y="352425"/>
                </a:lnTo>
                <a:close/>
                <a:moveTo>
                  <a:pt x="1104900" y="342900"/>
                </a:moveTo>
                <a:lnTo>
                  <a:pt x="1123950" y="342900"/>
                </a:lnTo>
                <a:lnTo>
                  <a:pt x="1123950" y="352425"/>
                </a:lnTo>
                <a:lnTo>
                  <a:pt x="1104900" y="352425"/>
                </a:lnTo>
                <a:close/>
                <a:moveTo>
                  <a:pt x="885825" y="352425"/>
                </a:moveTo>
                <a:lnTo>
                  <a:pt x="904875" y="352425"/>
                </a:lnTo>
                <a:lnTo>
                  <a:pt x="904875" y="361950"/>
                </a:lnTo>
                <a:lnTo>
                  <a:pt x="885825" y="361950"/>
                </a:lnTo>
                <a:close/>
                <a:moveTo>
                  <a:pt x="676275" y="361950"/>
                </a:moveTo>
                <a:lnTo>
                  <a:pt x="695325" y="361950"/>
                </a:lnTo>
                <a:lnTo>
                  <a:pt x="695325" y="371475"/>
                </a:lnTo>
                <a:lnTo>
                  <a:pt x="676275" y="371475"/>
                </a:lnTo>
                <a:close/>
                <a:moveTo>
                  <a:pt x="781050" y="361950"/>
                </a:moveTo>
                <a:lnTo>
                  <a:pt x="809625" y="361950"/>
                </a:lnTo>
                <a:lnTo>
                  <a:pt x="809625" y="371475"/>
                </a:lnTo>
                <a:lnTo>
                  <a:pt x="781050" y="371475"/>
                </a:lnTo>
                <a:close/>
                <a:moveTo>
                  <a:pt x="904875" y="361950"/>
                </a:moveTo>
                <a:lnTo>
                  <a:pt x="914400" y="361950"/>
                </a:lnTo>
                <a:lnTo>
                  <a:pt x="914400" y="371475"/>
                </a:lnTo>
                <a:lnTo>
                  <a:pt x="904875" y="371475"/>
                </a:lnTo>
                <a:close/>
                <a:moveTo>
                  <a:pt x="952500" y="361950"/>
                </a:moveTo>
                <a:lnTo>
                  <a:pt x="962025" y="361950"/>
                </a:lnTo>
                <a:lnTo>
                  <a:pt x="962025" y="371475"/>
                </a:lnTo>
                <a:lnTo>
                  <a:pt x="952500" y="371475"/>
                </a:lnTo>
                <a:close/>
                <a:moveTo>
                  <a:pt x="990600" y="361950"/>
                </a:moveTo>
                <a:lnTo>
                  <a:pt x="1000125" y="361950"/>
                </a:lnTo>
                <a:lnTo>
                  <a:pt x="1000125" y="371475"/>
                </a:lnTo>
                <a:lnTo>
                  <a:pt x="990600" y="371475"/>
                </a:lnTo>
                <a:close/>
                <a:moveTo>
                  <a:pt x="552450" y="371475"/>
                </a:moveTo>
                <a:lnTo>
                  <a:pt x="561975" y="371475"/>
                </a:lnTo>
                <a:lnTo>
                  <a:pt x="561975" y="381000"/>
                </a:lnTo>
                <a:lnTo>
                  <a:pt x="552450" y="381000"/>
                </a:lnTo>
                <a:close/>
                <a:moveTo>
                  <a:pt x="942975" y="371475"/>
                </a:moveTo>
                <a:lnTo>
                  <a:pt x="952500" y="371475"/>
                </a:lnTo>
                <a:lnTo>
                  <a:pt x="952500" y="381000"/>
                </a:lnTo>
                <a:lnTo>
                  <a:pt x="942975" y="381000"/>
                </a:lnTo>
                <a:close/>
                <a:moveTo>
                  <a:pt x="1114425" y="371475"/>
                </a:moveTo>
                <a:lnTo>
                  <a:pt x="1123950" y="371475"/>
                </a:lnTo>
                <a:lnTo>
                  <a:pt x="1123950" y="381000"/>
                </a:lnTo>
                <a:lnTo>
                  <a:pt x="1114425" y="381000"/>
                </a:lnTo>
                <a:close/>
                <a:moveTo>
                  <a:pt x="904875" y="381000"/>
                </a:moveTo>
                <a:lnTo>
                  <a:pt x="914400" y="381000"/>
                </a:lnTo>
                <a:lnTo>
                  <a:pt x="914400" y="390525"/>
                </a:lnTo>
                <a:lnTo>
                  <a:pt x="904875" y="390525"/>
                </a:lnTo>
                <a:close/>
                <a:moveTo>
                  <a:pt x="828675" y="390525"/>
                </a:moveTo>
                <a:lnTo>
                  <a:pt x="838200" y="390525"/>
                </a:lnTo>
                <a:lnTo>
                  <a:pt x="838200" y="400050"/>
                </a:lnTo>
                <a:lnTo>
                  <a:pt x="828675" y="400050"/>
                </a:lnTo>
                <a:close/>
                <a:moveTo>
                  <a:pt x="609600" y="409575"/>
                </a:moveTo>
                <a:lnTo>
                  <a:pt x="619125" y="409575"/>
                </a:lnTo>
                <a:lnTo>
                  <a:pt x="619125" y="419100"/>
                </a:lnTo>
                <a:lnTo>
                  <a:pt x="609600" y="419100"/>
                </a:lnTo>
                <a:close/>
                <a:moveTo>
                  <a:pt x="1009650" y="409575"/>
                </a:moveTo>
                <a:lnTo>
                  <a:pt x="1019175" y="409575"/>
                </a:lnTo>
                <a:lnTo>
                  <a:pt x="1019175" y="419100"/>
                </a:lnTo>
                <a:lnTo>
                  <a:pt x="1009650" y="419100"/>
                </a:lnTo>
                <a:close/>
                <a:moveTo>
                  <a:pt x="619125" y="419100"/>
                </a:moveTo>
                <a:lnTo>
                  <a:pt x="628650" y="419100"/>
                </a:lnTo>
                <a:lnTo>
                  <a:pt x="628650" y="428625"/>
                </a:lnTo>
                <a:lnTo>
                  <a:pt x="619125" y="428625"/>
                </a:lnTo>
                <a:close/>
                <a:moveTo>
                  <a:pt x="1066800" y="428625"/>
                </a:moveTo>
                <a:lnTo>
                  <a:pt x="1076325" y="428625"/>
                </a:lnTo>
                <a:lnTo>
                  <a:pt x="1076325" y="438150"/>
                </a:lnTo>
                <a:lnTo>
                  <a:pt x="1066800" y="438150"/>
                </a:lnTo>
                <a:close/>
                <a:moveTo>
                  <a:pt x="1104900" y="428625"/>
                </a:moveTo>
                <a:lnTo>
                  <a:pt x="1152525" y="428625"/>
                </a:lnTo>
                <a:lnTo>
                  <a:pt x="1152525" y="447675"/>
                </a:lnTo>
                <a:lnTo>
                  <a:pt x="1104900" y="447675"/>
                </a:lnTo>
                <a:close/>
                <a:moveTo>
                  <a:pt x="1066800" y="457200"/>
                </a:moveTo>
                <a:lnTo>
                  <a:pt x="1076325" y="457200"/>
                </a:lnTo>
                <a:lnTo>
                  <a:pt x="1076325" y="466725"/>
                </a:lnTo>
                <a:lnTo>
                  <a:pt x="1066800" y="466725"/>
                </a:lnTo>
                <a:close/>
                <a:moveTo>
                  <a:pt x="1057275" y="466725"/>
                </a:moveTo>
                <a:lnTo>
                  <a:pt x="1066800" y="466725"/>
                </a:lnTo>
                <a:lnTo>
                  <a:pt x="1066800" y="476250"/>
                </a:lnTo>
                <a:lnTo>
                  <a:pt x="1057275" y="476250"/>
                </a:lnTo>
                <a:close/>
                <a:moveTo>
                  <a:pt x="666750" y="476250"/>
                </a:moveTo>
                <a:lnTo>
                  <a:pt x="990600" y="476250"/>
                </a:lnTo>
                <a:lnTo>
                  <a:pt x="990600" y="485775"/>
                </a:lnTo>
                <a:lnTo>
                  <a:pt x="1000125" y="485775"/>
                </a:lnTo>
                <a:lnTo>
                  <a:pt x="1000125" y="495300"/>
                </a:lnTo>
                <a:lnTo>
                  <a:pt x="666750" y="495300"/>
                </a:lnTo>
                <a:close/>
                <a:moveTo>
                  <a:pt x="1019175" y="476250"/>
                </a:moveTo>
                <a:lnTo>
                  <a:pt x="1047750" y="476250"/>
                </a:lnTo>
                <a:lnTo>
                  <a:pt x="1047750" y="495300"/>
                </a:lnTo>
                <a:lnTo>
                  <a:pt x="1019175" y="495300"/>
                </a:lnTo>
                <a:close/>
                <a:moveTo>
                  <a:pt x="1228725" y="495300"/>
                </a:moveTo>
                <a:lnTo>
                  <a:pt x="1238250" y="495300"/>
                </a:lnTo>
                <a:lnTo>
                  <a:pt x="1238250" y="504825"/>
                </a:lnTo>
                <a:lnTo>
                  <a:pt x="1228725" y="504825"/>
                </a:lnTo>
                <a:close/>
                <a:moveTo>
                  <a:pt x="1238250" y="504825"/>
                </a:moveTo>
                <a:lnTo>
                  <a:pt x="1247775" y="504825"/>
                </a:lnTo>
                <a:lnTo>
                  <a:pt x="1247775" y="514350"/>
                </a:lnTo>
                <a:lnTo>
                  <a:pt x="1238250" y="514350"/>
                </a:lnTo>
                <a:close/>
                <a:moveTo>
                  <a:pt x="1247775" y="514350"/>
                </a:moveTo>
                <a:lnTo>
                  <a:pt x="1257300" y="514350"/>
                </a:lnTo>
                <a:lnTo>
                  <a:pt x="1257300" y="523875"/>
                </a:lnTo>
                <a:lnTo>
                  <a:pt x="1247775" y="523875"/>
                </a:lnTo>
                <a:close/>
                <a:moveTo>
                  <a:pt x="314325" y="523875"/>
                </a:moveTo>
                <a:lnTo>
                  <a:pt x="323850" y="523875"/>
                </a:lnTo>
                <a:lnTo>
                  <a:pt x="323850" y="552450"/>
                </a:lnTo>
                <a:lnTo>
                  <a:pt x="314325" y="552450"/>
                </a:lnTo>
                <a:close/>
                <a:moveTo>
                  <a:pt x="1257300" y="523875"/>
                </a:moveTo>
                <a:lnTo>
                  <a:pt x="1266825" y="523875"/>
                </a:lnTo>
                <a:lnTo>
                  <a:pt x="1266825" y="533400"/>
                </a:lnTo>
                <a:lnTo>
                  <a:pt x="1257300" y="533400"/>
                </a:lnTo>
                <a:close/>
                <a:moveTo>
                  <a:pt x="1266825" y="571500"/>
                </a:moveTo>
                <a:lnTo>
                  <a:pt x="1276350" y="571500"/>
                </a:lnTo>
                <a:lnTo>
                  <a:pt x="1276350" y="581025"/>
                </a:lnTo>
                <a:lnTo>
                  <a:pt x="1266825" y="581025"/>
                </a:lnTo>
                <a:close/>
                <a:moveTo>
                  <a:pt x="1276350" y="590550"/>
                </a:moveTo>
                <a:lnTo>
                  <a:pt x="1285875" y="590550"/>
                </a:lnTo>
                <a:lnTo>
                  <a:pt x="1285875" y="600075"/>
                </a:lnTo>
                <a:lnTo>
                  <a:pt x="1276350" y="600075"/>
                </a:lnTo>
                <a:close/>
                <a:moveTo>
                  <a:pt x="1295400" y="619125"/>
                </a:moveTo>
                <a:lnTo>
                  <a:pt x="1304925" y="619125"/>
                </a:lnTo>
                <a:lnTo>
                  <a:pt x="1304925" y="628650"/>
                </a:lnTo>
                <a:lnTo>
                  <a:pt x="1295400" y="628650"/>
                </a:lnTo>
                <a:close/>
                <a:moveTo>
                  <a:pt x="266700" y="638175"/>
                </a:moveTo>
                <a:lnTo>
                  <a:pt x="276225" y="638175"/>
                </a:lnTo>
                <a:lnTo>
                  <a:pt x="276225" y="647700"/>
                </a:lnTo>
                <a:lnTo>
                  <a:pt x="266700" y="647700"/>
                </a:lnTo>
                <a:close/>
                <a:moveTo>
                  <a:pt x="1314450" y="695325"/>
                </a:moveTo>
                <a:lnTo>
                  <a:pt x="1323975" y="695325"/>
                </a:lnTo>
                <a:lnTo>
                  <a:pt x="1323975" y="704850"/>
                </a:lnTo>
                <a:lnTo>
                  <a:pt x="1314450" y="704850"/>
                </a:lnTo>
                <a:close/>
                <a:moveTo>
                  <a:pt x="1285875" y="733425"/>
                </a:moveTo>
                <a:lnTo>
                  <a:pt x="1295400" y="733425"/>
                </a:lnTo>
                <a:lnTo>
                  <a:pt x="1295400" y="742950"/>
                </a:lnTo>
                <a:lnTo>
                  <a:pt x="1285875" y="742950"/>
                </a:lnTo>
                <a:close/>
                <a:moveTo>
                  <a:pt x="1266825" y="742950"/>
                </a:moveTo>
                <a:lnTo>
                  <a:pt x="1276350" y="742950"/>
                </a:lnTo>
                <a:lnTo>
                  <a:pt x="1276350" y="752475"/>
                </a:lnTo>
                <a:lnTo>
                  <a:pt x="1266825" y="752475"/>
                </a:lnTo>
                <a:close/>
                <a:moveTo>
                  <a:pt x="1257300" y="752475"/>
                </a:moveTo>
                <a:lnTo>
                  <a:pt x="1266825" y="752475"/>
                </a:lnTo>
                <a:lnTo>
                  <a:pt x="1266825" y="762000"/>
                </a:lnTo>
                <a:lnTo>
                  <a:pt x="1257300" y="762000"/>
                </a:lnTo>
                <a:close/>
                <a:moveTo>
                  <a:pt x="1181100" y="762000"/>
                </a:moveTo>
                <a:lnTo>
                  <a:pt x="1200150" y="762000"/>
                </a:lnTo>
                <a:lnTo>
                  <a:pt x="1200150" y="771525"/>
                </a:lnTo>
                <a:lnTo>
                  <a:pt x="1190625" y="771525"/>
                </a:lnTo>
                <a:lnTo>
                  <a:pt x="1190625" y="809625"/>
                </a:lnTo>
                <a:lnTo>
                  <a:pt x="1181100" y="809625"/>
                </a:lnTo>
                <a:lnTo>
                  <a:pt x="1181100" y="800100"/>
                </a:lnTo>
                <a:lnTo>
                  <a:pt x="1171575" y="800100"/>
                </a:lnTo>
                <a:lnTo>
                  <a:pt x="1171575" y="771525"/>
                </a:lnTo>
                <a:lnTo>
                  <a:pt x="1181100" y="771525"/>
                </a:lnTo>
                <a:close/>
                <a:moveTo>
                  <a:pt x="1247775" y="762000"/>
                </a:moveTo>
                <a:lnTo>
                  <a:pt x="1257300" y="762000"/>
                </a:lnTo>
                <a:lnTo>
                  <a:pt x="1257300" y="771525"/>
                </a:lnTo>
                <a:lnTo>
                  <a:pt x="1247775" y="771525"/>
                </a:lnTo>
                <a:close/>
                <a:moveTo>
                  <a:pt x="333375" y="771525"/>
                </a:moveTo>
                <a:lnTo>
                  <a:pt x="390525" y="771525"/>
                </a:lnTo>
                <a:lnTo>
                  <a:pt x="390525" y="828675"/>
                </a:lnTo>
                <a:lnTo>
                  <a:pt x="361950" y="828675"/>
                </a:lnTo>
                <a:lnTo>
                  <a:pt x="361950" y="866775"/>
                </a:lnTo>
                <a:lnTo>
                  <a:pt x="381000" y="866775"/>
                </a:lnTo>
                <a:lnTo>
                  <a:pt x="381000" y="876300"/>
                </a:lnTo>
                <a:lnTo>
                  <a:pt x="390525" y="876300"/>
                </a:lnTo>
                <a:lnTo>
                  <a:pt x="390525" y="885825"/>
                </a:lnTo>
                <a:lnTo>
                  <a:pt x="400050" y="885825"/>
                </a:lnTo>
                <a:lnTo>
                  <a:pt x="400050" y="952500"/>
                </a:lnTo>
                <a:lnTo>
                  <a:pt x="390525" y="952500"/>
                </a:lnTo>
                <a:lnTo>
                  <a:pt x="390525" y="904875"/>
                </a:lnTo>
                <a:lnTo>
                  <a:pt x="361950" y="904875"/>
                </a:lnTo>
                <a:lnTo>
                  <a:pt x="361950" y="895350"/>
                </a:lnTo>
                <a:lnTo>
                  <a:pt x="333375" y="895350"/>
                </a:lnTo>
                <a:lnTo>
                  <a:pt x="333375" y="838200"/>
                </a:lnTo>
                <a:lnTo>
                  <a:pt x="323850" y="838200"/>
                </a:lnTo>
                <a:lnTo>
                  <a:pt x="323850" y="828675"/>
                </a:lnTo>
                <a:lnTo>
                  <a:pt x="333375" y="828675"/>
                </a:lnTo>
                <a:lnTo>
                  <a:pt x="333375" y="800100"/>
                </a:lnTo>
                <a:lnTo>
                  <a:pt x="342900" y="800100"/>
                </a:lnTo>
                <a:lnTo>
                  <a:pt x="342900" y="781050"/>
                </a:lnTo>
                <a:lnTo>
                  <a:pt x="333375" y="781050"/>
                </a:lnTo>
                <a:close/>
                <a:moveTo>
                  <a:pt x="838200" y="771525"/>
                </a:moveTo>
                <a:lnTo>
                  <a:pt x="876300" y="771525"/>
                </a:lnTo>
                <a:lnTo>
                  <a:pt x="876300" y="781050"/>
                </a:lnTo>
                <a:lnTo>
                  <a:pt x="885825" y="781050"/>
                </a:lnTo>
                <a:lnTo>
                  <a:pt x="885825" y="809625"/>
                </a:lnTo>
                <a:lnTo>
                  <a:pt x="876300" y="809625"/>
                </a:lnTo>
                <a:lnTo>
                  <a:pt x="876300" y="819150"/>
                </a:lnTo>
                <a:lnTo>
                  <a:pt x="866775" y="819150"/>
                </a:lnTo>
                <a:lnTo>
                  <a:pt x="866775" y="885825"/>
                </a:lnTo>
                <a:lnTo>
                  <a:pt x="876300" y="885825"/>
                </a:lnTo>
                <a:lnTo>
                  <a:pt x="876300" y="895350"/>
                </a:lnTo>
                <a:lnTo>
                  <a:pt x="885825" y="895350"/>
                </a:lnTo>
                <a:lnTo>
                  <a:pt x="885825" y="1114425"/>
                </a:lnTo>
                <a:lnTo>
                  <a:pt x="876300" y="1114425"/>
                </a:lnTo>
                <a:lnTo>
                  <a:pt x="876300" y="1066800"/>
                </a:lnTo>
                <a:lnTo>
                  <a:pt x="847725" y="1066800"/>
                </a:lnTo>
                <a:lnTo>
                  <a:pt x="847725" y="1095375"/>
                </a:lnTo>
                <a:lnTo>
                  <a:pt x="838200" y="1095375"/>
                </a:lnTo>
                <a:lnTo>
                  <a:pt x="838200" y="1114425"/>
                </a:lnTo>
                <a:lnTo>
                  <a:pt x="828675" y="1114425"/>
                </a:lnTo>
                <a:lnTo>
                  <a:pt x="828675" y="1085850"/>
                </a:lnTo>
                <a:lnTo>
                  <a:pt x="838200" y="1085850"/>
                </a:lnTo>
                <a:lnTo>
                  <a:pt x="838200" y="1047750"/>
                </a:lnTo>
                <a:lnTo>
                  <a:pt x="847725" y="1047750"/>
                </a:lnTo>
                <a:lnTo>
                  <a:pt x="847725" y="1009650"/>
                </a:lnTo>
                <a:lnTo>
                  <a:pt x="838200" y="1009650"/>
                </a:lnTo>
                <a:lnTo>
                  <a:pt x="838200" y="971550"/>
                </a:lnTo>
                <a:lnTo>
                  <a:pt x="828675" y="971550"/>
                </a:lnTo>
                <a:lnTo>
                  <a:pt x="828675" y="914400"/>
                </a:lnTo>
                <a:lnTo>
                  <a:pt x="838200" y="914400"/>
                </a:lnTo>
                <a:lnTo>
                  <a:pt x="838200" y="895350"/>
                </a:lnTo>
                <a:lnTo>
                  <a:pt x="847725" y="895350"/>
                </a:lnTo>
                <a:lnTo>
                  <a:pt x="847725" y="790575"/>
                </a:lnTo>
                <a:lnTo>
                  <a:pt x="838200" y="790575"/>
                </a:lnTo>
                <a:close/>
                <a:moveTo>
                  <a:pt x="1190625" y="809625"/>
                </a:moveTo>
                <a:lnTo>
                  <a:pt x="1200150" y="809625"/>
                </a:lnTo>
                <a:lnTo>
                  <a:pt x="1200150" y="819150"/>
                </a:lnTo>
                <a:lnTo>
                  <a:pt x="1209675" y="819150"/>
                </a:lnTo>
                <a:lnTo>
                  <a:pt x="1209675" y="828675"/>
                </a:lnTo>
                <a:lnTo>
                  <a:pt x="1219200" y="828675"/>
                </a:lnTo>
                <a:lnTo>
                  <a:pt x="1219200" y="838200"/>
                </a:lnTo>
                <a:lnTo>
                  <a:pt x="1228725" y="838200"/>
                </a:lnTo>
                <a:lnTo>
                  <a:pt x="1228725" y="847725"/>
                </a:lnTo>
                <a:lnTo>
                  <a:pt x="1238250" y="847725"/>
                </a:lnTo>
                <a:lnTo>
                  <a:pt x="1238250" y="876300"/>
                </a:lnTo>
                <a:lnTo>
                  <a:pt x="1200150" y="876300"/>
                </a:lnTo>
                <a:lnTo>
                  <a:pt x="1200150" y="885825"/>
                </a:lnTo>
                <a:lnTo>
                  <a:pt x="1190625" y="885825"/>
                </a:lnTo>
                <a:lnTo>
                  <a:pt x="1190625" y="1000125"/>
                </a:lnTo>
                <a:lnTo>
                  <a:pt x="1200150" y="1000125"/>
                </a:lnTo>
                <a:lnTo>
                  <a:pt x="1200150" y="1009650"/>
                </a:lnTo>
                <a:lnTo>
                  <a:pt x="1238250" y="1009650"/>
                </a:lnTo>
                <a:lnTo>
                  <a:pt x="1238250" y="1019175"/>
                </a:lnTo>
                <a:lnTo>
                  <a:pt x="1247775" y="1019175"/>
                </a:lnTo>
                <a:lnTo>
                  <a:pt x="1247775" y="1028700"/>
                </a:lnTo>
                <a:lnTo>
                  <a:pt x="1257300" y="1028700"/>
                </a:lnTo>
                <a:lnTo>
                  <a:pt x="1257300" y="1047750"/>
                </a:lnTo>
                <a:lnTo>
                  <a:pt x="1247775" y="1047750"/>
                </a:lnTo>
                <a:lnTo>
                  <a:pt x="1247775" y="1057275"/>
                </a:lnTo>
                <a:lnTo>
                  <a:pt x="1228725" y="1057275"/>
                </a:lnTo>
                <a:lnTo>
                  <a:pt x="1228725" y="1047750"/>
                </a:lnTo>
                <a:lnTo>
                  <a:pt x="1200150" y="1047750"/>
                </a:lnTo>
                <a:lnTo>
                  <a:pt x="1200150" y="1076325"/>
                </a:lnTo>
                <a:lnTo>
                  <a:pt x="1190625" y="1076325"/>
                </a:lnTo>
                <a:lnTo>
                  <a:pt x="1190625" y="1104900"/>
                </a:lnTo>
                <a:lnTo>
                  <a:pt x="1200150" y="1104900"/>
                </a:lnTo>
                <a:lnTo>
                  <a:pt x="1200150" y="1114425"/>
                </a:lnTo>
                <a:lnTo>
                  <a:pt x="1190625" y="1114425"/>
                </a:lnTo>
                <a:lnTo>
                  <a:pt x="1190625" y="1123950"/>
                </a:lnTo>
                <a:lnTo>
                  <a:pt x="1181100" y="1123950"/>
                </a:lnTo>
                <a:lnTo>
                  <a:pt x="1181100" y="1114425"/>
                </a:lnTo>
                <a:lnTo>
                  <a:pt x="1171575" y="1114425"/>
                </a:lnTo>
                <a:lnTo>
                  <a:pt x="1171575" y="1047750"/>
                </a:lnTo>
                <a:lnTo>
                  <a:pt x="1181100" y="1047750"/>
                </a:lnTo>
                <a:lnTo>
                  <a:pt x="1181100" y="1028700"/>
                </a:lnTo>
                <a:lnTo>
                  <a:pt x="1190625" y="1028700"/>
                </a:lnTo>
                <a:lnTo>
                  <a:pt x="1190625" y="1019175"/>
                </a:lnTo>
                <a:lnTo>
                  <a:pt x="1181100" y="1019175"/>
                </a:lnTo>
                <a:lnTo>
                  <a:pt x="1181100" y="1000125"/>
                </a:lnTo>
                <a:lnTo>
                  <a:pt x="1171575" y="1000125"/>
                </a:lnTo>
                <a:lnTo>
                  <a:pt x="1171575" y="885825"/>
                </a:lnTo>
                <a:lnTo>
                  <a:pt x="1181100" y="885825"/>
                </a:lnTo>
                <a:lnTo>
                  <a:pt x="1181100" y="866775"/>
                </a:lnTo>
                <a:lnTo>
                  <a:pt x="1190625" y="866775"/>
                </a:lnTo>
                <a:close/>
                <a:moveTo>
                  <a:pt x="476250" y="838200"/>
                </a:moveTo>
                <a:lnTo>
                  <a:pt x="495300" y="838200"/>
                </a:lnTo>
                <a:lnTo>
                  <a:pt x="495300" y="866775"/>
                </a:lnTo>
                <a:lnTo>
                  <a:pt x="485775" y="866775"/>
                </a:lnTo>
                <a:lnTo>
                  <a:pt x="485775" y="876300"/>
                </a:lnTo>
                <a:lnTo>
                  <a:pt x="466725" y="876300"/>
                </a:lnTo>
                <a:lnTo>
                  <a:pt x="466725" y="847725"/>
                </a:lnTo>
                <a:lnTo>
                  <a:pt x="476250" y="847725"/>
                </a:lnTo>
                <a:close/>
                <a:moveTo>
                  <a:pt x="552450" y="838200"/>
                </a:moveTo>
                <a:lnTo>
                  <a:pt x="647700" y="838200"/>
                </a:lnTo>
                <a:lnTo>
                  <a:pt x="647700" y="847725"/>
                </a:lnTo>
                <a:lnTo>
                  <a:pt x="666750" y="847725"/>
                </a:lnTo>
                <a:lnTo>
                  <a:pt x="666750" y="857250"/>
                </a:lnTo>
                <a:lnTo>
                  <a:pt x="628650" y="857250"/>
                </a:lnTo>
                <a:lnTo>
                  <a:pt x="628650" y="866775"/>
                </a:lnTo>
                <a:lnTo>
                  <a:pt x="590550" y="866775"/>
                </a:lnTo>
                <a:lnTo>
                  <a:pt x="590550" y="876300"/>
                </a:lnTo>
                <a:lnTo>
                  <a:pt x="552450" y="876300"/>
                </a:lnTo>
                <a:lnTo>
                  <a:pt x="552450" y="866775"/>
                </a:lnTo>
                <a:lnTo>
                  <a:pt x="542925" y="866775"/>
                </a:lnTo>
                <a:lnTo>
                  <a:pt x="542925" y="847725"/>
                </a:lnTo>
                <a:lnTo>
                  <a:pt x="552450" y="847725"/>
                </a:lnTo>
                <a:close/>
                <a:moveTo>
                  <a:pt x="1009650" y="895350"/>
                </a:moveTo>
                <a:lnTo>
                  <a:pt x="1019175" y="895350"/>
                </a:lnTo>
                <a:lnTo>
                  <a:pt x="1019175" y="904875"/>
                </a:lnTo>
                <a:lnTo>
                  <a:pt x="1009650" y="904875"/>
                </a:lnTo>
                <a:close/>
                <a:moveTo>
                  <a:pt x="752475" y="904875"/>
                </a:moveTo>
                <a:lnTo>
                  <a:pt x="771525" y="904875"/>
                </a:lnTo>
                <a:lnTo>
                  <a:pt x="771525" y="933450"/>
                </a:lnTo>
                <a:lnTo>
                  <a:pt x="762000" y="933450"/>
                </a:lnTo>
                <a:lnTo>
                  <a:pt x="762000" y="923925"/>
                </a:lnTo>
                <a:lnTo>
                  <a:pt x="752475" y="923925"/>
                </a:lnTo>
                <a:close/>
                <a:moveTo>
                  <a:pt x="1038225" y="904875"/>
                </a:moveTo>
                <a:lnTo>
                  <a:pt x="1066800" y="904875"/>
                </a:lnTo>
                <a:lnTo>
                  <a:pt x="1066800" y="923925"/>
                </a:lnTo>
                <a:lnTo>
                  <a:pt x="1038225" y="923925"/>
                </a:lnTo>
                <a:close/>
                <a:moveTo>
                  <a:pt x="1000125" y="914400"/>
                </a:moveTo>
                <a:lnTo>
                  <a:pt x="1009650" y="914400"/>
                </a:lnTo>
                <a:lnTo>
                  <a:pt x="1009650" y="923925"/>
                </a:lnTo>
                <a:lnTo>
                  <a:pt x="1000125" y="923925"/>
                </a:lnTo>
                <a:close/>
                <a:moveTo>
                  <a:pt x="962025" y="923925"/>
                </a:moveTo>
                <a:lnTo>
                  <a:pt x="981075" y="923925"/>
                </a:lnTo>
                <a:lnTo>
                  <a:pt x="981075" y="933450"/>
                </a:lnTo>
                <a:lnTo>
                  <a:pt x="962025" y="933450"/>
                </a:lnTo>
                <a:close/>
                <a:moveTo>
                  <a:pt x="1085850" y="923925"/>
                </a:moveTo>
                <a:lnTo>
                  <a:pt x="1095375" y="923925"/>
                </a:lnTo>
                <a:lnTo>
                  <a:pt x="1095375" y="933450"/>
                </a:lnTo>
                <a:lnTo>
                  <a:pt x="1085850" y="933450"/>
                </a:lnTo>
                <a:close/>
                <a:moveTo>
                  <a:pt x="342900" y="942975"/>
                </a:moveTo>
                <a:lnTo>
                  <a:pt x="361950" y="942975"/>
                </a:lnTo>
                <a:lnTo>
                  <a:pt x="361950" y="962025"/>
                </a:lnTo>
                <a:lnTo>
                  <a:pt x="381000" y="962025"/>
                </a:lnTo>
                <a:lnTo>
                  <a:pt x="381000" y="971550"/>
                </a:lnTo>
                <a:lnTo>
                  <a:pt x="342900" y="971550"/>
                </a:lnTo>
                <a:lnTo>
                  <a:pt x="342900" y="981075"/>
                </a:lnTo>
                <a:lnTo>
                  <a:pt x="333375" y="981075"/>
                </a:lnTo>
                <a:lnTo>
                  <a:pt x="333375" y="962025"/>
                </a:lnTo>
                <a:lnTo>
                  <a:pt x="342900" y="962025"/>
                </a:lnTo>
                <a:close/>
                <a:moveTo>
                  <a:pt x="866775" y="952500"/>
                </a:moveTo>
                <a:lnTo>
                  <a:pt x="876300" y="952500"/>
                </a:lnTo>
                <a:lnTo>
                  <a:pt x="876300" y="933450"/>
                </a:lnTo>
                <a:lnTo>
                  <a:pt x="866775" y="933450"/>
                </a:lnTo>
                <a:lnTo>
                  <a:pt x="866775" y="904875"/>
                </a:lnTo>
                <a:lnTo>
                  <a:pt x="847725" y="904875"/>
                </a:lnTo>
                <a:lnTo>
                  <a:pt x="847725" y="990600"/>
                </a:lnTo>
                <a:lnTo>
                  <a:pt x="866775" y="990600"/>
                </a:lnTo>
                <a:close/>
                <a:moveTo>
                  <a:pt x="962025" y="962025"/>
                </a:moveTo>
                <a:lnTo>
                  <a:pt x="971550" y="962025"/>
                </a:lnTo>
                <a:lnTo>
                  <a:pt x="971550" y="981075"/>
                </a:lnTo>
                <a:lnTo>
                  <a:pt x="962025" y="981075"/>
                </a:lnTo>
                <a:close/>
                <a:moveTo>
                  <a:pt x="1000125" y="971550"/>
                </a:moveTo>
                <a:lnTo>
                  <a:pt x="1066800" y="971550"/>
                </a:lnTo>
                <a:lnTo>
                  <a:pt x="1066800" y="981075"/>
                </a:lnTo>
                <a:lnTo>
                  <a:pt x="1047750" y="981075"/>
                </a:lnTo>
                <a:lnTo>
                  <a:pt x="1047750" y="990600"/>
                </a:lnTo>
                <a:lnTo>
                  <a:pt x="1000125" y="990600"/>
                </a:lnTo>
                <a:close/>
                <a:moveTo>
                  <a:pt x="323850" y="981075"/>
                </a:moveTo>
                <a:lnTo>
                  <a:pt x="333375" y="981075"/>
                </a:lnTo>
                <a:lnTo>
                  <a:pt x="333375" y="990600"/>
                </a:lnTo>
                <a:lnTo>
                  <a:pt x="323850" y="990600"/>
                </a:lnTo>
                <a:close/>
                <a:moveTo>
                  <a:pt x="390525" y="1038225"/>
                </a:moveTo>
                <a:lnTo>
                  <a:pt x="400050" y="1038225"/>
                </a:lnTo>
                <a:lnTo>
                  <a:pt x="400050" y="1066800"/>
                </a:lnTo>
                <a:lnTo>
                  <a:pt x="390525" y="1066800"/>
                </a:lnTo>
                <a:lnTo>
                  <a:pt x="390525" y="1076325"/>
                </a:lnTo>
                <a:lnTo>
                  <a:pt x="381000" y="1076325"/>
                </a:lnTo>
                <a:lnTo>
                  <a:pt x="381000" y="1047750"/>
                </a:lnTo>
                <a:lnTo>
                  <a:pt x="390525" y="1047750"/>
                </a:lnTo>
                <a:close/>
                <a:moveTo>
                  <a:pt x="1390650" y="1095375"/>
                </a:moveTo>
                <a:lnTo>
                  <a:pt x="1400175" y="1095375"/>
                </a:lnTo>
                <a:lnTo>
                  <a:pt x="1400175" y="1104900"/>
                </a:lnTo>
                <a:lnTo>
                  <a:pt x="1390650" y="1104900"/>
                </a:lnTo>
                <a:close/>
                <a:moveTo>
                  <a:pt x="190500" y="1123950"/>
                </a:moveTo>
                <a:lnTo>
                  <a:pt x="200025" y="1123950"/>
                </a:lnTo>
                <a:lnTo>
                  <a:pt x="200025" y="1133475"/>
                </a:lnTo>
                <a:lnTo>
                  <a:pt x="190500" y="1133475"/>
                </a:lnTo>
                <a:close/>
                <a:moveTo>
                  <a:pt x="495300" y="1133475"/>
                </a:moveTo>
                <a:lnTo>
                  <a:pt x="666750" y="1133475"/>
                </a:lnTo>
                <a:lnTo>
                  <a:pt x="666750" y="1143000"/>
                </a:lnTo>
                <a:lnTo>
                  <a:pt x="695325" y="1143000"/>
                </a:lnTo>
                <a:lnTo>
                  <a:pt x="695325" y="1133475"/>
                </a:lnTo>
                <a:lnTo>
                  <a:pt x="809625" y="1133475"/>
                </a:lnTo>
                <a:lnTo>
                  <a:pt x="809625" y="1143000"/>
                </a:lnTo>
                <a:lnTo>
                  <a:pt x="762000" y="1143000"/>
                </a:lnTo>
                <a:lnTo>
                  <a:pt x="762000" y="1152525"/>
                </a:lnTo>
                <a:lnTo>
                  <a:pt x="619125" y="1152525"/>
                </a:lnTo>
                <a:lnTo>
                  <a:pt x="619125" y="1162050"/>
                </a:lnTo>
                <a:lnTo>
                  <a:pt x="714375" y="1162050"/>
                </a:lnTo>
                <a:lnTo>
                  <a:pt x="714375" y="1171575"/>
                </a:lnTo>
                <a:lnTo>
                  <a:pt x="438150" y="1171575"/>
                </a:lnTo>
                <a:lnTo>
                  <a:pt x="438150" y="1162050"/>
                </a:lnTo>
                <a:lnTo>
                  <a:pt x="419100" y="1162050"/>
                </a:lnTo>
                <a:lnTo>
                  <a:pt x="419100" y="1143000"/>
                </a:lnTo>
                <a:lnTo>
                  <a:pt x="495300" y="1143000"/>
                </a:lnTo>
                <a:close/>
                <a:moveTo>
                  <a:pt x="1409700" y="1133475"/>
                </a:moveTo>
                <a:lnTo>
                  <a:pt x="1419225" y="1133475"/>
                </a:lnTo>
                <a:lnTo>
                  <a:pt x="1419225" y="1143000"/>
                </a:lnTo>
                <a:lnTo>
                  <a:pt x="1409700" y="1143000"/>
                </a:lnTo>
                <a:close/>
                <a:moveTo>
                  <a:pt x="876300" y="1143000"/>
                </a:moveTo>
                <a:lnTo>
                  <a:pt x="885825" y="1143000"/>
                </a:lnTo>
                <a:lnTo>
                  <a:pt x="885825" y="1162050"/>
                </a:lnTo>
                <a:lnTo>
                  <a:pt x="876300" y="1162050"/>
                </a:lnTo>
                <a:close/>
                <a:moveTo>
                  <a:pt x="495300" y="1162050"/>
                </a:moveTo>
                <a:lnTo>
                  <a:pt x="504825" y="1162050"/>
                </a:lnTo>
                <a:lnTo>
                  <a:pt x="504825" y="1152525"/>
                </a:lnTo>
                <a:lnTo>
                  <a:pt x="495300" y="1152525"/>
                </a:lnTo>
                <a:close/>
                <a:moveTo>
                  <a:pt x="514350" y="1162050"/>
                </a:moveTo>
                <a:lnTo>
                  <a:pt x="581025" y="1162050"/>
                </a:lnTo>
                <a:lnTo>
                  <a:pt x="581025" y="1152525"/>
                </a:lnTo>
                <a:lnTo>
                  <a:pt x="514350" y="1152525"/>
                </a:lnTo>
                <a:close/>
                <a:moveTo>
                  <a:pt x="857250" y="1162050"/>
                </a:moveTo>
                <a:lnTo>
                  <a:pt x="876300" y="1162050"/>
                </a:lnTo>
                <a:lnTo>
                  <a:pt x="876300" y="1171575"/>
                </a:lnTo>
                <a:lnTo>
                  <a:pt x="857250" y="1171575"/>
                </a:lnTo>
                <a:close/>
                <a:moveTo>
                  <a:pt x="180975" y="1171575"/>
                </a:moveTo>
                <a:lnTo>
                  <a:pt x="190500" y="1171575"/>
                </a:lnTo>
                <a:lnTo>
                  <a:pt x="190500" y="1181100"/>
                </a:lnTo>
                <a:lnTo>
                  <a:pt x="180975" y="1181100"/>
                </a:lnTo>
                <a:close/>
                <a:moveTo>
                  <a:pt x="266700" y="1181100"/>
                </a:moveTo>
                <a:lnTo>
                  <a:pt x="276225" y="1181100"/>
                </a:lnTo>
                <a:lnTo>
                  <a:pt x="276225" y="1200150"/>
                </a:lnTo>
                <a:lnTo>
                  <a:pt x="266700" y="1200150"/>
                </a:lnTo>
                <a:close/>
                <a:moveTo>
                  <a:pt x="190500" y="1190625"/>
                </a:moveTo>
                <a:lnTo>
                  <a:pt x="200025" y="1190625"/>
                </a:lnTo>
                <a:lnTo>
                  <a:pt x="200025" y="1200150"/>
                </a:lnTo>
                <a:lnTo>
                  <a:pt x="190500" y="1200150"/>
                </a:lnTo>
                <a:close/>
                <a:moveTo>
                  <a:pt x="247650" y="1209675"/>
                </a:moveTo>
                <a:lnTo>
                  <a:pt x="257175" y="1209675"/>
                </a:lnTo>
                <a:lnTo>
                  <a:pt x="257175" y="1219200"/>
                </a:lnTo>
                <a:lnTo>
                  <a:pt x="247650" y="1219200"/>
                </a:lnTo>
                <a:close/>
                <a:moveTo>
                  <a:pt x="1362075" y="1219200"/>
                </a:moveTo>
                <a:lnTo>
                  <a:pt x="1371600" y="1219200"/>
                </a:lnTo>
                <a:lnTo>
                  <a:pt x="1371600" y="1228725"/>
                </a:lnTo>
                <a:lnTo>
                  <a:pt x="1362075" y="1228725"/>
                </a:lnTo>
                <a:close/>
                <a:moveTo>
                  <a:pt x="219075" y="1228725"/>
                </a:moveTo>
                <a:lnTo>
                  <a:pt x="228600" y="1228725"/>
                </a:lnTo>
                <a:lnTo>
                  <a:pt x="228600" y="1238250"/>
                </a:lnTo>
                <a:lnTo>
                  <a:pt x="219075" y="1238250"/>
                </a:lnTo>
                <a:close/>
                <a:moveTo>
                  <a:pt x="485775" y="1228725"/>
                </a:moveTo>
                <a:lnTo>
                  <a:pt x="571500" y="1228725"/>
                </a:lnTo>
                <a:lnTo>
                  <a:pt x="571500" y="1238250"/>
                </a:lnTo>
                <a:lnTo>
                  <a:pt x="485775" y="1238250"/>
                </a:lnTo>
                <a:close/>
                <a:moveTo>
                  <a:pt x="666750" y="1228725"/>
                </a:moveTo>
                <a:lnTo>
                  <a:pt x="904875" y="1228725"/>
                </a:lnTo>
                <a:lnTo>
                  <a:pt x="904875" y="1238250"/>
                </a:lnTo>
                <a:lnTo>
                  <a:pt x="666750" y="1238250"/>
                </a:lnTo>
                <a:close/>
                <a:moveTo>
                  <a:pt x="1171575" y="1228725"/>
                </a:moveTo>
                <a:lnTo>
                  <a:pt x="1247775" y="1228725"/>
                </a:lnTo>
                <a:lnTo>
                  <a:pt x="1247775" y="1238250"/>
                </a:lnTo>
                <a:lnTo>
                  <a:pt x="1171575" y="1238250"/>
                </a:lnTo>
                <a:close/>
                <a:moveTo>
                  <a:pt x="228600" y="1238250"/>
                </a:moveTo>
                <a:lnTo>
                  <a:pt x="238125" y="1238250"/>
                </a:lnTo>
                <a:lnTo>
                  <a:pt x="238125" y="1247775"/>
                </a:lnTo>
                <a:lnTo>
                  <a:pt x="228600" y="1247775"/>
                </a:lnTo>
                <a:close/>
                <a:moveTo>
                  <a:pt x="276225" y="1238250"/>
                </a:moveTo>
                <a:lnTo>
                  <a:pt x="285750" y="1238250"/>
                </a:lnTo>
                <a:lnTo>
                  <a:pt x="285750" y="1247775"/>
                </a:lnTo>
                <a:lnTo>
                  <a:pt x="276225" y="1247775"/>
                </a:lnTo>
                <a:close/>
                <a:moveTo>
                  <a:pt x="238125" y="1247775"/>
                </a:moveTo>
                <a:lnTo>
                  <a:pt x="247650" y="1247775"/>
                </a:lnTo>
                <a:lnTo>
                  <a:pt x="247650" y="1257300"/>
                </a:lnTo>
                <a:lnTo>
                  <a:pt x="238125" y="1257300"/>
                </a:lnTo>
                <a:close/>
                <a:moveTo>
                  <a:pt x="1276350" y="1247775"/>
                </a:moveTo>
                <a:lnTo>
                  <a:pt x="1285875" y="1247775"/>
                </a:lnTo>
                <a:lnTo>
                  <a:pt x="1285875" y="1257300"/>
                </a:lnTo>
                <a:lnTo>
                  <a:pt x="1276350" y="1257300"/>
                </a:lnTo>
                <a:close/>
                <a:moveTo>
                  <a:pt x="1238250" y="1266825"/>
                </a:moveTo>
                <a:lnTo>
                  <a:pt x="1247775" y="1266825"/>
                </a:lnTo>
                <a:lnTo>
                  <a:pt x="1247775" y="1276350"/>
                </a:lnTo>
                <a:lnTo>
                  <a:pt x="1238250" y="1276350"/>
                </a:lnTo>
                <a:close/>
                <a:moveTo>
                  <a:pt x="342900" y="1276350"/>
                </a:moveTo>
                <a:lnTo>
                  <a:pt x="352425" y="1276350"/>
                </a:lnTo>
                <a:lnTo>
                  <a:pt x="352425" y="1285875"/>
                </a:lnTo>
                <a:lnTo>
                  <a:pt x="342900" y="1285875"/>
                </a:lnTo>
                <a:close/>
                <a:moveTo>
                  <a:pt x="1228725" y="1276350"/>
                </a:moveTo>
                <a:lnTo>
                  <a:pt x="1238250" y="1276350"/>
                </a:lnTo>
                <a:lnTo>
                  <a:pt x="1238250" y="1285875"/>
                </a:lnTo>
                <a:lnTo>
                  <a:pt x="1228725" y="1285875"/>
                </a:lnTo>
                <a:close/>
                <a:moveTo>
                  <a:pt x="371475" y="1285875"/>
                </a:moveTo>
                <a:lnTo>
                  <a:pt x="381000" y="1285875"/>
                </a:lnTo>
                <a:lnTo>
                  <a:pt x="381000" y="1295400"/>
                </a:lnTo>
                <a:lnTo>
                  <a:pt x="371475" y="1295400"/>
                </a:lnTo>
                <a:close/>
                <a:moveTo>
                  <a:pt x="1209675" y="1285875"/>
                </a:moveTo>
                <a:lnTo>
                  <a:pt x="1219200" y="1285875"/>
                </a:lnTo>
                <a:lnTo>
                  <a:pt x="1219200" y="1295400"/>
                </a:lnTo>
                <a:lnTo>
                  <a:pt x="1209675" y="1295400"/>
                </a:lnTo>
                <a:close/>
                <a:moveTo>
                  <a:pt x="409575" y="1295400"/>
                </a:moveTo>
                <a:lnTo>
                  <a:pt x="419100" y="1295400"/>
                </a:lnTo>
                <a:lnTo>
                  <a:pt x="419100" y="1304925"/>
                </a:lnTo>
                <a:lnTo>
                  <a:pt x="409575" y="1304925"/>
                </a:lnTo>
                <a:close/>
                <a:moveTo>
                  <a:pt x="819150" y="1295400"/>
                </a:moveTo>
                <a:lnTo>
                  <a:pt x="981075" y="1295400"/>
                </a:lnTo>
                <a:lnTo>
                  <a:pt x="981075" y="1304925"/>
                </a:lnTo>
                <a:lnTo>
                  <a:pt x="819150" y="1304925"/>
                </a:lnTo>
                <a:close/>
                <a:moveTo>
                  <a:pt x="1171575" y="1295400"/>
                </a:moveTo>
                <a:lnTo>
                  <a:pt x="1181100" y="1295400"/>
                </a:lnTo>
                <a:lnTo>
                  <a:pt x="1181100" y="1304925"/>
                </a:lnTo>
                <a:lnTo>
                  <a:pt x="1171575" y="1304925"/>
                </a:lnTo>
                <a:close/>
                <a:moveTo>
                  <a:pt x="323850" y="1304925"/>
                </a:moveTo>
                <a:lnTo>
                  <a:pt x="333375" y="1304925"/>
                </a:lnTo>
                <a:lnTo>
                  <a:pt x="333375" y="1314450"/>
                </a:lnTo>
                <a:lnTo>
                  <a:pt x="323850" y="1314450"/>
                </a:lnTo>
                <a:close/>
                <a:moveTo>
                  <a:pt x="1190625" y="1323975"/>
                </a:moveTo>
                <a:lnTo>
                  <a:pt x="1200150" y="1323975"/>
                </a:lnTo>
                <a:lnTo>
                  <a:pt x="1200150" y="1333500"/>
                </a:lnTo>
                <a:lnTo>
                  <a:pt x="1190625" y="1333500"/>
                </a:lnTo>
                <a:close/>
              </a:path>
            </a:pathLst>
          </a:custGeom>
          <a:solidFill xmlns:a="http://schemas.openxmlformats.org/drawingml/2006/main">
            <a:srgbClr val="FFE1BC"/>
          </a:solidFill>
          <a:ln xmlns:a="http://schemas.openxmlformats.org/drawingml/2006/main" w="0">
            <a:noFill/>
          </a:ln>
        </p:spPr>
      </p:sp>
      <p:sp>
        <p:nvSpPr>
          <p:cNvPr id="69" name="logo vector #fed8b2">
            <a:extLst xmlns:a="http://schemas.openxmlformats.org/drawingml/2006/main">
              <a:ext uri="{FF2B5EF4-FFF2-40B4-BE49-F238E27FC236}">
                <a16:creationId xmlns:a16="http://schemas.microsoft.com/office/drawing/2014/main" id="{96ACCA8A-3B60-4609-8A3A-D5AD01DA6ED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219700" y="4476750"/>
            <a:ext cx="1581150" cy="1485900"/>
          </a:xfrm>
          <a:custGeom xmlns:a="http://schemas.openxmlformats.org/drawingml/2006/main">
            <a:pathLst>
              <a:path w="1581150" h="1485900">
                <a:moveTo>
                  <a:pt x="400050" y="47625"/>
                </a:moveTo>
                <a:lnTo>
                  <a:pt x="447675" y="47625"/>
                </a:lnTo>
                <a:lnTo>
                  <a:pt x="447675" y="57150"/>
                </a:lnTo>
                <a:lnTo>
                  <a:pt x="400050" y="57150"/>
                </a:lnTo>
                <a:close/>
                <a:moveTo>
                  <a:pt x="1114425" y="47625"/>
                </a:moveTo>
                <a:lnTo>
                  <a:pt x="1171575" y="47625"/>
                </a:lnTo>
                <a:lnTo>
                  <a:pt x="1171575" y="57150"/>
                </a:lnTo>
                <a:lnTo>
                  <a:pt x="1114425" y="57150"/>
                </a:lnTo>
                <a:close/>
                <a:moveTo>
                  <a:pt x="352425" y="57150"/>
                </a:moveTo>
                <a:lnTo>
                  <a:pt x="361950" y="57150"/>
                </a:lnTo>
                <a:lnTo>
                  <a:pt x="361950" y="66675"/>
                </a:lnTo>
                <a:lnTo>
                  <a:pt x="352425" y="66675"/>
                </a:lnTo>
                <a:close/>
                <a:moveTo>
                  <a:pt x="1219200" y="57150"/>
                </a:moveTo>
                <a:lnTo>
                  <a:pt x="1228725" y="57150"/>
                </a:lnTo>
                <a:lnTo>
                  <a:pt x="1228725" y="66675"/>
                </a:lnTo>
                <a:lnTo>
                  <a:pt x="1219200" y="66675"/>
                </a:lnTo>
                <a:close/>
                <a:moveTo>
                  <a:pt x="304800" y="76200"/>
                </a:moveTo>
                <a:lnTo>
                  <a:pt x="314325" y="76200"/>
                </a:lnTo>
                <a:lnTo>
                  <a:pt x="314325" y="85725"/>
                </a:lnTo>
                <a:lnTo>
                  <a:pt x="304800" y="85725"/>
                </a:lnTo>
                <a:close/>
                <a:moveTo>
                  <a:pt x="390525" y="76200"/>
                </a:moveTo>
                <a:lnTo>
                  <a:pt x="400050" y="76200"/>
                </a:lnTo>
                <a:lnTo>
                  <a:pt x="400050" y="85725"/>
                </a:lnTo>
                <a:lnTo>
                  <a:pt x="390525" y="85725"/>
                </a:lnTo>
                <a:close/>
                <a:moveTo>
                  <a:pt x="1190625" y="76200"/>
                </a:moveTo>
                <a:lnTo>
                  <a:pt x="1200150" y="76200"/>
                </a:lnTo>
                <a:lnTo>
                  <a:pt x="1200150" y="85725"/>
                </a:lnTo>
                <a:lnTo>
                  <a:pt x="1190625" y="85725"/>
                </a:lnTo>
                <a:close/>
                <a:moveTo>
                  <a:pt x="1266825" y="76200"/>
                </a:moveTo>
                <a:lnTo>
                  <a:pt x="1276350" y="76200"/>
                </a:lnTo>
                <a:lnTo>
                  <a:pt x="1276350" y="85725"/>
                </a:lnTo>
                <a:lnTo>
                  <a:pt x="1266825" y="85725"/>
                </a:lnTo>
                <a:close/>
                <a:moveTo>
                  <a:pt x="1219200" y="85725"/>
                </a:moveTo>
                <a:lnTo>
                  <a:pt x="1228725" y="85725"/>
                </a:lnTo>
                <a:lnTo>
                  <a:pt x="1228725" y="95250"/>
                </a:lnTo>
                <a:lnTo>
                  <a:pt x="1219200" y="95250"/>
                </a:lnTo>
                <a:close/>
                <a:moveTo>
                  <a:pt x="1285875" y="85725"/>
                </a:moveTo>
                <a:lnTo>
                  <a:pt x="1295400" y="85725"/>
                </a:lnTo>
                <a:lnTo>
                  <a:pt x="1295400" y="95250"/>
                </a:lnTo>
                <a:lnTo>
                  <a:pt x="1285875" y="95250"/>
                </a:lnTo>
                <a:close/>
                <a:moveTo>
                  <a:pt x="333375" y="95250"/>
                </a:moveTo>
                <a:lnTo>
                  <a:pt x="342900" y="95250"/>
                </a:lnTo>
                <a:lnTo>
                  <a:pt x="342900" y="104775"/>
                </a:lnTo>
                <a:lnTo>
                  <a:pt x="333375" y="104775"/>
                </a:lnTo>
                <a:close/>
                <a:moveTo>
                  <a:pt x="314325" y="104775"/>
                </a:moveTo>
                <a:lnTo>
                  <a:pt x="323850" y="104775"/>
                </a:lnTo>
                <a:lnTo>
                  <a:pt x="323850" y="114300"/>
                </a:lnTo>
                <a:lnTo>
                  <a:pt x="314325" y="114300"/>
                </a:lnTo>
                <a:close/>
                <a:moveTo>
                  <a:pt x="247650" y="114300"/>
                </a:moveTo>
                <a:lnTo>
                  <a:pt x="257175" y="114300"/>
                </a:lnTo>
                <a:lnTo>
                  <a:pt x="257175" y="123825"/>
                </a:lnTo>
                <a:lnTo>
                  <a:pt x="247650" y="123825"/>
                </a:lnTo>
                <a:close/>
                <a:moveTo>
                  <a:pt x="295275" y="114300"/>
                </a:moveTo>
                <a:lnTo>
                  <a:pt x="304800" y="114300"/>
                </a:lnTo>
                <a:lnTo>
                  <a:pt x="304800" y="123825"/>
                </a:lnTo>
                <a:lnTo>
                  <a:pt x="295275" y="123825"/>
                </a:lnTo>
                <a:close/>
                <a:moveTo>
                  <a:pt x="1276350" y="114300"/>
                </a:moveTo>
                <a:lnTo>
                  <a:pt x="1285875" y="114300"/>
                </a:lnTo>
                <a:lnTo>
                  <a:pt x="1285875" y="123825"/>
                </a:lnTo>
                <a:lnTo>
                  <a:pt x="1276350" y="123825"/>
                </a:lnTo>
                <a:close/>
                <a:moveTo>
                  <a:pt x="1323975" y="114300"/>
                </a:moveTo>
                <a:lnTo>
                  <a:pt x="1333500" y="114300"/>
                </a:lnTo>
                <a:lnTo>
                  <a:pt x="1333500" y="123825"/>
                </a:lnTo>
                <a:lnTo>
                  <a:pt x="1323975" y="123825"/>
                </a:lnTo>
                <a:close/>
                <a:moveTo>
                  <a:pt x="238125" y="123825"/>
                </a:moveTo>
                <a:lnTo>
                  <a:pt x="247650" y="123825"/>
                </a:lnTo>
                <a:lnTo>
                  <a:pt x="247650" y="133350"/>
                </a:lnTo>
                <a:lnTo>
                  <a:pt x="238125" y="133350"/>
                </a:lnTo>
                <a:close/>
                <a:moveTo>
                  <a:pt x="1333500" y="123825"/>
                </a:moveTo>
                <a:lnTo>
                  <a:pt x="1343025" y="123825"/>
                </a:lnTo>
                <a:lnTo>
                  <a:pt x="1343025" y="133350"/>
                </a:lnTo>
                <a:lnTo>
                  <a:pt x="1333500" y="133350"/>
                </a:lnTo>
                <a:close/>
                <a:moveTo>
                  <a:pt x="228600" y="133350"/>
                </a:moveTo>
                <a:lnTo>
                  <a:pt x="238125" y="133350"/>
                </a:lnTo>
                <a:lnTo>
                  <a:pt x="238125" y="142875"/>
                </a:lnTo>
                <a:lnTo>
                  <a:pt x="228600" y="142875"/>
                </a:lnTo>
                <a:close/>
                <a:moveTo>
                  <a:pt x="1343025" y="133350"/>
                </a:moveTo>
                <a:lnTo>
                  <a:pt x="1352550" y="133350"/>
                </a:lnTo>
                <a:lnTo>
                  <a:pt x="1352550" y="142875"/>
                </a:lnTo>
                <a:lnTo>
                  <a:pt x="1343025" y="142875"/>
                </a:lnTo>
                <a:close/>
                <a:moveTo>
                  <a:pt x="666750" y="142875"/>
                </a:moveTo>
                <a:lnTo>
                  <a:pt x="685800" y="142875"/>
                </a:lnTo>
                <a:lnTo>
                  <a:pt x="685800" y="152400"/>
                </a:lnTo>
                <a:lnTo>
                  <a:pt x="666750" y="152400"/>
                </a:lnTo>
                <a:close/>
                <a:moveTo>
                  <a:pt x="904875" y="142875"/>
                </a:moveTo>
                <a:lnTo>
                  <a:pt x="923925" y="142875"/>
                </a:lnTo>
                <a:lnTo>
                  <a:pt x="923925" y="152400"/>
                </a:lnTo>
                <a:lnTo>
                  <a:pt x="904875" y="152400"/>
                </a:lnTo>
                <a:close/>
                <a:moveTo>
                  <a:pt x="1352550" y="142875"/>
                </a:moveTo>
                <a:lnTo>
                  <a:pt x="1362075" y="142875"/>
                </a:lnTo>
                <a:lnTo>
                  <a:pt x="1362075" y="152400"/>
                </a:lnTo>
                <a:lnTo>
                  <a:pt x="1352550" y="152400"/>
                </a:lnTo>
                <a:close/>
                <a:moveTo>
                  <a:pt x="590550" y="152400"/>
                </a:moveTo>
                <a:lnTo>
                  <a:pt x="600075" y="152400"/>
                </a:lnTo>
                <a:lnTo>
                  <a:pt x="600075" y="161925"/>
                </a:lnTo>
                <a:lnTo>
                  <a:pt x="590550" y="161925"/>
                </a:lnTo>
                <a:close/>
                <a:moveTo>
                  <a:pt x="1000125" y="152400"/>
                </a:moveTo>
                <a:lnTo>
                  <a:pt x="1009650" y="152400"/>
                </a:lnTo>
                <a:lnTo>
                  <a:pt x="1009650" y="161925"/>
                </a:lnTo>
                <a:lnTo>
                  <a:pt x="1000125" y="161925"/>
                </a:lnTo>
                <a:close/>
                <a:moveTo>
                  <a:pt x="1362075" y="152400"/>
                </a:moveTo>
                <a:lnTo>
                  <a:pt x="1371600" y="152400"/>
                </a:lnTo>
                <a:lnTo>
                  <a:pt x="1371600" y="161925"/>
                </a:lnTo>
                <a:lnTo>
                  <a:pt x="1362075" y="161925"/>
                </a:lnTo>
                <a:close/>
                <a:moveTo>
                  <a:pt x="533400" y="161925"/>
                </a:moveTo>
                <a:lnTo>
                  <a:pt x="542925" y="161925"/>
                </a:lnTo>
                <a:lnTo>
                  <a:pt x="542925" y="171450"/>
                </a:lnTo>
                <a:lnTo>
                  <a:pt x="533400" y="171450"/>
                </a:lnTo>
                <a:close/>
                <a:moveTo>
                  <a:pt x="1047750" y="161925"/>
                </a:moveTo>
                <a:lnTo>
                  <a:pt x="1057275" y="161925"/>
                </a:lnTo>
                <a:lnTo>
                  <a:pt x="1057275" y="171450"/>
                </a:lnTo>
                <a:lnTo>
                  <a:pt x="1047750" y="171450"/>
                </a:lnTo>
                <a:close/>
                <a:moveTo>
                  <a:pt x="200025" y="171450"/>
                </a:moveTo>
                <a:lnTo>
                  <a:pt x="209550" y="171450"/>
                </a:lnTo>
                <a:lnTo>
                  <a:pt x="209550" y="180975"/>
                </a:lnTo>
                <a:lnTo>
                  <a:pt x="200025" y="180975"/>
                </a:lnTo>
                <a:close/>
                <a:moveTo>
                  <a:pt x="495300" y="171450"/>
                </a:moveTo>
                <a:lnTo>
                  <a:pt x="504825" y="171450"/>
                </a:lnTo>
                <a:lnTo>
                  <a:pt x="504825" y="180975"/>
                </a:lnTo>
                <a:lnTo>
                  <a:pt x="495300" y="180975"/>
                </a:lnTo>
                <a:close/>
                <a:moveTo>
                  <a:pt x="714375" y="171450"/>
                </a:moveTo>
                <a:lnTo>
                  <a:pt x="771525" y="171450"/>
                </a:lnTo>
                <a:lnTo>
                  <a:pt x="771525" y="180975"/>
                </a:lnTo>
                <a:lnTo>
                  <a:pt x="714375" y="180975"/>
                </a:lnTo>
                <a:close/>
                <a:moveTo>
                  <a:pt x="876300" y="171450"/>
                </a:moveTo>
                <a:lnTo>
                  <a:pt x="895350" y="171450"/>
                </a:lnTo>
                <a:lnTo>
                  <a:pt x="895350" y="180975"/>
                </a:lnTo>
                <a:lnTo>
                  <a:pt x="876300" y="180975"/>
                </a:lnTo>
                <a:close/>
                <a:moveTo>
                  <a:pt x="1085850" y="171450"/>
                </a:moveTo>
                <a:lnTo>
                  <a:pt x="1095375" y="171450"/>
                </a:lnTo>
                <a:lnTo>
                  <a:pt x="1095375" y="180975"/>
                </a:lnTo>
                <a:lnTo>
                  <a:pt x="1085850" y="180975"/>
                </a:lnTo>
                <a:close/>
                <a:moveTo>
                  <a:pt x="476250" y="180975"/>
                </a:moveTo>
                <a:lnTo>
                  <a:pt x="485775" y="180975"/>
                </a:lnTo>
                <a:lnTo>
                  <a:pt x="485775" y="190500"/>
                </a:lnTo>
                <a:lnTo>
                  <a:pt x="476250" y="190500"/>
                </a:lnTo>
                <a:close/>
                <a:moveTo>
                  <a:pt x="619125" y="180975"/>
                </a:moveTo>
                <a:lnTo>
                  <a:pt x="638175" y="180975"/>
                </a:lnTo>
                <a:lnTo>
                  <a:pt x="638175" y="190500"/>
                </a:lnTo>
                <a:lnTo>
                  <a:pt x="619125" y="190500"/>
                </a:lnTo>
                <a:close/>
                <a:moveTo>
                  <a:pt x="971550" y="180975"/>
                </a:moveTo>
                <a:lnTo>
                  <a:pt x="981075" y="180975"/>
                </a:lnTo>
                <a:lnTo>
                  <a:pt x="981075" y="190500"/>
                </a:lnTo>
                <a:lnTo>
                  <a:pt x="971550" y="190500"/>
                </a:lnTo>
                <a:close/>
                <a:moveTo>
                  <a:pt x="1381125" y="180975"/>
                </a:moveTo>
                <a:lnTo>
                  <a:pt x="1390650" y="180975"/>
                </a:lnTo>
                <a:lnTo>
                  <a:pt x="1390650" y="190500"/>
                </a:lnTo>
                <a:lnTo>
                  <a:pt x="1381125" y="190500"/>
                </a:lnTo>
                <a:close/>
                <a:moveTo>
                  <a:pt x="219075" y="190500"/>
                </a:moveTo>
                <a:lnTo>
                  <a:pt x="228600" y="190500"/>
                </a:lnTo>
                <a:lnTo>
                  <a:pt x="228600" y="200025"/>
                </a:lnTo>
                <a:lnTo>
                  <a:pt x="219075" y="200025"/>
                </a:lnTo>
                <a:close/>
                <a:moveTo>
                  <a:pt x="561975" y="190500"/>
                </a:moveTo>
                <a:lnTo>
                  <a:pt x="571500" y="190500"/>
                </a:lnTo>
                <a:lnTo>
                  <a:pt x="571500" y="200025"/>
                </a:lnTo>
                <a:lnTo>
                  <a:pt x="561975" y="200025"/>
                </a:lnTo>
                <a:close/>
                <a:moveTo>
                  <a:pt x="1028700" y="190500"/>
                </a:moveTo>
                <a:lnTo>
                  <a:pt x="1038225" y="190500"/>
                </a:lnTo>
                <a:lnTo>
                  <a:pt x="1038225" y="200025"/>
                </a:lnTo>
                <a:lnTo>
                  <a:pt x="1028700" y="200025"/>
                </a:lnTo>
                <a:close/>
                <a:moveTo>
                  <a:pt x="1352550" y="190500"/>
                </a:moveTo>
                <a:lnTo>
                  <a:pt x="1362075" y="190500"/>
                </a:lnTo>
                <a:lnTo>
                  <a:pt x="1362075" y="200025"/>
                </a:lnTo>
                <a:lnTo>
                  <a:pt x="1352550" y="200025"/>
                </a:lnTo>
                <a:close/>
                <a:moveTo>
                  <a:pt x="514350" y="200025"/>
                </a:moveTo>
                <a:lnTo>
                  <a:pt x="523875" y="200025"/>
                </a:lnTo>
                <a:lnTo>
                  <a:pt x="523875" y="209550"/>
                </a:lnTo>
                <a:lnTo>
                  <a:pt x="514350" y="209550"/>
                </a:lnTo>
                <a:close/>
                <a:moveTo>
                  <a:pt x="1390650" y="200025"/>
                </a:moveTo>
                <a:lnTo>
                  <a:pt x="1400175" y="200025"/>
                </a:lnTo>
                <a:lnTo>
                  <a:pt x="1400175" y="209550"/>
                </a:lnTo>
                <a:lnTo>
                  <a:pt x="1390650" y="209550"/>
                </a:lnTo>
                <a:close/>
                <a:moveTo>
                  <a:pt x="1190625" y="219075"/>
                </a:moveTo>
                <a:lnTo>
                  <a:pt x="1200150" y="219075"/>
                </a:lnTo>
                <a:lnTo>
                  <a:pt x="1200150" y="228600"/>
                </a:lnTo>
                <a:lnTo>
                  <a:pt x="1190625" y="228600"/>
                </a:lnTo>
                <a:close/>
                <a:moveTo>
                  <a:pt x="1400175" y="219075"/>
                </a:moveTo>
                <a:lnTo>
                  <a:pt x="1409700" y="219075"/>
                </a:lnTo>
                <a:lnTo>
                  <a:pt x="1409700" y="228600"/>
                </a:lnTo>
                <a:lnTo>
                  <a:pt x="1400175" y="228600"/>
                </a:lnTo>
                <a:close/>
                <a:moveTo>
                  <a:pt x="361950" y="228600"/>
                </a:moveTo>
                <a:lnTo>
                  <a:pt x="371475" y="228600"/>
                </a:lnTo>
                <a:lnTo>
                  <a:pt x="371475" y="238125"/>
                </a:lnTo>
                <a:lnTo>
                  <a:pt x="361950" y="238125"/>
                </a:lnTo>
                <a:close/>
                <a:moveTo>
                  <a:pt x="1209675" y="228600"/>
                </a:moveTo>
                <a:lnTo>
                  <a:pt x="1219200" y="228600"/>
                </a:lnTo>
                <a:lnTo>
                  <a:pt x="1219200" y="238125"/>
                </a:lnTo>
                <a:lnTo>
                  <a:pt x="1209675" y="238125"/>
                </a:lnTo>
                <a:close/>
                <a:moveTo>
                  <a:pt x="352425" y="238125"/>
                </a:moveTo>
                <a:lnTo>
                  <a:pt x="361950" y="238125"/>
                </a:lnTo>
                <a:lnTo>
                  <a:pt x="361950" y="247650"/>
                </a:lnTo>
                <a:lnTo>
                  <a:pt x="352425" y="247650"/>
                </a:lnTo>
                <a:close/>
                <a:moveTo>
                  <a:pt x="466725" y="238125"/>
                </a:moveTo>
                <a:lnTo>
                  <a:pt x="476250" y="238125"/>
                </a:lnTo>
                <a:lnTo>
                  <a:pt x="476250" y="247650"/>
                </a:lnTo>
                <a:lnTo>
                  <a:pt x="466725" y="247650"/>
                </a:lnTo>
                <a:close/>
                <a:moveTo>
                  <a:pt x="495300" y="238125"/>
                </a:moveTo>
                <a:lnTo>
                  <a:pt x="504825" y="238125"/>
                </a:lnTo>
                <a:lnTo>
                  <a:pt x="504825" y="247650"/>
                </a:lnTo>
                <a:lnTo>
                  <a:pt x="495300" y="247650"/>
                </a:lnTo>
                <a:close/>
                <a:moveTo>
                  <a:pt x="571500" y="238125"/>
                </a:moveTo>
                <a:lnTo>
                  <a:pt x="581025" y="238125"/>
                </a:lnTo>
                <a:lnTo>
                  <a:pt x="581025" y="257175"/>
                </a:lnTo>
                <a:lnTo>
                  <a:pt x="571500" y="257175"/>
                </a:lnTo>
                <a:close/>
                <a:moveTo>
                  <a:pt x="1219200" y="238125"/>
                </a:moveTo>
                <a:lnTo>
                  <a:pt x="1228725" y="238125"/>
                </a:lnTo>
                <a:lnTo>
                  <a:pt x="1228725" y="247650"/>
                </a:lnTo>
                <a:lnTo>
                  <a:pt x="1219200" y="247650"/>
                </a:lnTo>
                <a:close/>
                <a:moveTo>
                  <a:pt x="190500" y="247650"/>
                </a:moveTo>
                <a:lnTo>
                  <a:pt x="200025" y="247650"/>
                </a:lnTo>
                <a:lnTo>
                  <a:pt x="200025" y="257175"/>
                </a:lnTo>
                <a:lnTo>
                  <a:pt x="190500" y="257175"/>
                </a:lnTo>
                <a:close/>
                <a:moveTo>
                  <a:pt x="457200" y="247650"/>
                </a:moveTo>
                <a:lnTo>
                  <a:pt x="466725" y="247650"/>
                </a:lnTo>
                <a:lnTo>
                  <a:pt x="466725" y="257175"/>
                </a:lnTo>
                <a:lnTo>
                  <a:pt x="457200" y="257175"/>
                </a:lnTo>
                <a:close/>
                <a:moveTo>
                  <a:pt x="485775" y="247650"/>
                </a:moveTo>
                <a:lnTo>
                  <a:pt x="495300" y="247650"/>
                </a:lnTo>
                <a:lnTo>
                  <a:pt x="495300" y="257175"/>
                </a:lnTo>
                <a:lnTo>
                  <a:pt x="485775" y="257175"/>
                </a:lnTo>
                <a:close/>
                <a:moveTo>
                  <a:pt x="1123950" y="247650"/>
                </a:moveTo>
                <a:lnTo>
                  <a:pt x="1143000" y="247650"/>
                </a:lnTo>
                <a:lnTo>
                  <a:pt x="1143000" y="257175"/>
                </a:lnTo>
                <a:lnTo>
                  <a:pt x="1123950" y="257175"/>
                </a:lnTo>
                <a:close/>
                <a:moveTo>
                  <a:pt x="1381125" y="247650"/>
                </a:moveTo>
                <a:lnTo>
                  <a:pt x="1390650" y="247650"/>
                </a:lnTo>
                <a:lnTo>
                  <a:pt x="1390650" y="257175"/>
                </a:lnTo>
                <a:lnTo>
                  <a:pt x="1381125" y="257175"/>
                </a:lnTo>
                <a:close/>
                <a:moveTo>
                  <a:pt x="1409700" y="247650"/>
                </a:moveTo>
                <a:lnTo>
                  <a:pt x="1419225" y="247650"/>
                </a:lnTo>
                <a:lnTo>
                  <a:pt x="1419225" y="257175"/>
                </a:lnTo>
                <a:lnTo>
                  <a:pt x="1409700" y="257175"/>
                </a:lnTo>
                <a:close/>
                <a:moveTo>
                  <a:pt x="342900" y="257175"/>
                </a:moveTo>
                <a:lnTo>
                  <a:pt x="352425" y="257175"/>
                </a:lnTo>
                <a:lnTo>
                  <a:pt x="352425" y="266700"/>
                </a:lnTo>
                <a:lnTo>
                  <a:pt x="342900" y="266700"/>
                </a:lnTo>
                <a:close/>
                <a:moveTo>
                  <a:pt x="476250" y="266700"/>
                </a:moveTo>
                <a:lnTo>
                  <a:pt x="485775" y="266700"/>
                </a:lnTo>
                <a:lnTo>
                  <a:pt x="485775" y="276225"/>
                </a:lnTo>
                <a:lnTo>
                  <a:pt x="476250" y="276225"/>
                </a:lnTo>
                <a:close/>
                <a:moveTo>
                  <a:pt x="619125" y="266700"/>
                </a:moveTo>
                <a:lnTo>
                  <a:pt x="638175" y="266700"/>
                </a:lnTo>
                <a:lnTo>
                  <a:pt x="638175" y="276225"/>
                </a:lnTo>
                <a:lnTo>
                  <a:pt x="619125" y="276225"/>
                </a:lnTo>
                <a:close/>
                <a:moveTo>
                  <a:pt x="666750" y="266700"/>
                </a:moveTo>
                <a:lnTo>
                  <a:pt x="685800" y="266700"/>
                </a:lnTo>
                <a:lnTo>
                  <a:pt x="685800" y="276225"/>
                </a:lnTo>
                <a:lnTo>
                  <a:pt x="666750" y="276225"/>
                </a:lnTo>
                <a:close/>
                <a:moveTo>
                  <a:pt x="952500" y="266700"/>
                </a:moveTo>
                <a:lnTo>
                  <a:pt x="962025" y="266700"/>
                </a:lnTo>
                <a:lnTo>
                  <a:pt x="962025" y="276225"/>
                </a:lnTo>
                <a:lnTo>
                  <a:pt x="952500" y="276225"/>
                </a:lnTo>
                <a:close/>
                <a:moveTo>
                  <a:pt x="1038225" y="266700"/>
                </a:moveTo>
                <a:lnTo>
                  <a:pt x="1047750" y="266700"/>
                </a:lnTo>
                <a:lnTo>
                  <a:pt x="1047750" y="276225"/>
                </a:lnTo>
                <a:lnTo>
                  <a:pt x="1038225" y="276225"/>
                </a:lnTo>
                <a:close/>
                <a:moveTo>
                  <a:pt x="962025" y="276225"/>
                </a:moveTo>
                <a:lnTo>
                  <a:pt x="971550" y="276225"/>
                </a:lnTo>
                <a:lnTo>
                  <a:pt x="971550" y="285750"/>
                </a:lnTo>
                <a:lnTo>
                  <a:pt x="962025" y="285750"/>
                </a:lnTo>
                <a:close/>
                <a:moveTo>
                  <a:pt x="1047750" y="276225"/>
                </a:moveTo>
                <a:lnTo>
                  <a:pt x="1066800" y="276225"/>
                </a:lnTo>
                <a:lnTo>
                  <a:pt x="1066800" y="285750"/>
                </a:lnTo>
                <a:lnTo>
                  <a:pt x="1047750" y="285750"/>
                </a:lnTo>
                <a:close/>
                <a:moveTo>
                  <a:pt x="1143000" y="276225"/>
                </a:moveTo>
                <a:lnTo>
                  <a:pt x="1152525" y="276225"/>
                </a:lnTo>
                <a:lnTo>
                  <a:pt x="1152525" y="285750"/>
                </a:lnTo>
                <a:lnTo>
                  <a:pt x="1143000" y="285750"/>
                </a:lnTo>
                <a:close/>
                <a:moveTo>
                  <a:pt x="1390650" y="276225"/>
                </a:moveTo>
                <a:lnTo>
                  <a:pt x="1400175" y="276225"/>
                </a:lnTo>
                <a:lnTo>
                  <a:pt x="1400175" y="285750"/>
                </a:lnTo>
                <a:lnTo>
                  <a:pt x="1390650" y="285750"/>
                </a:lnTo>
                <a:close/>
                <a:moveTo>
                  <a:pt x="152400" y="285750"/>
                </a:moveTo>
                <a:lnTo>
                  <a:pt x="161925" y="285750"/>
                </a:lnTo>
                <a:lnTo>
                  <a:pt x="161925" y="295275"/>
                </a:lnTo>
                <a:lnTo>
                  <a:pt x="152400" y="295275"/>
                </a:lnTo>
                <a:close/>
                <a:moveTo>
                  <a:pt x="180975" y="285750"/>
                </a:moveTo>
                <a:lnTo>
                  <a:pt x="190500" y="285750"/>
                </a:lnTo>
                <a:lnTo>
                  <a:pt x="190500" y="295275"/>
                </a:lnTo>
                <a:lnTo>
                  <a:pt x="180975" y="295275"/>
                </a:lnTo>
                <a:close/>
                <a:moveTo>
                  <a:pt x="1152525" y="285750"/>
                </a:moveTo>
                <a:lnTo>
                  <a:pt x="1162050" y="285750"/>
                </a:lnTo>
                <a:lnTo>
                  <a:pt x="1162050" y="295275"/>
                </a:lnTo>
                <a:lnTo>
                  <a:pt x="1152525" y="295275"/>
                </a:lnTo>
                <a:close/>
                <a:moveTo>
                  <a:pt x="1419225" y="285750"/>
                </a:moveTo>
                <a:lnTo>
                  <a:pt x="1428750" y="285750"/>
                </a:lnTo>
                <a:lnTo>
                  <a:pt x="1428750" y="295275"/>
                </a:lnTo>
                <a:lnTo>
                  <a:pt x="1419225" y="295275"/>
                </a:lnTo>
                <a:close/>
                <a:moveTo>
                  <a:pt x="542925" y="295275"/>
                </a:moveTo>
                <a:lnTo>
                  <a:pt x="552450" y="295275"/>
                </a:lnTo>
                <a:lnTo>
                  <a:pt x="552450" y="304800"/>
                </a:lnTo>
                <a:lnTo>
                  <a:pt x="542925" y="304800"/>
                </a:lnTo>
                <a:close/>
                <a:moveTo>
                  <a:pt x="923925" y="295275"/>
                </a:moveTo>
                <a:lnTo>
                  <a:pt x="942975" y="295275"/>
                </a:lnTo>
                <a:lnTo>
                  <a:pt x="942975" y="304800"/>
                </a:lnTo>
                <a:lnTo>
                  <a:pt x="933450" y="304800"/>
                </a:lnTo>
                <a:lnTo>
                  <a:pt x="933450" y="314325"/>
                </a:lnTo>
                <a:lnTo>
                  <a:pt x="923925" y="314325"/>
                </a:lnTo>
                <a:close/>
                <a:moveTo>
                  <a:pt x="676275" y="304800"/>
                </a:moveTo>
                <a:lnTo>
                  <a:pt x="695325" y="304800"/>
                </a:lnTo>
                <a:lnTo>
                  <a:pt x="695325" y="342900"/>
                </a:lnTo>
                <a:lnTo>
                  <a:pt x="676275" y="342900"/>
                </a:lnTo>
                <a:close/>
                <a:moveTo>
                  <a:pt x="723900" y="304800"/>
                </a:moveTo>
                <a:lnTo>
                  <a:pt x="742950" y="304800"/>
                </a:lnTo>
                <a:lnTo>
                  <a:pt x="742950" y="342900"/>
                </a:lnTo>
                <a:lnTo>
                  <a:pt x="723900" y="342900"/>
                </a:lnTo>
                <a:close/>
                <a:moveTo>
                  <a:pt x="942975" y="304800"/>
                </a:moveTo>
                <a:lnTo>
                  <a:pt x="952500" y="304800"/>
                </a:lnTo>
                <a:lnTo>
                  <a:pt x="952500" y="314325"/>
                </a:lnTo>
                <a:lnTo>
                  <a:pt x="942975" y="314325"/>
                </a:lnTo>
                <a:close/>
                <a:moveTo>
                  <a:pt x="457200" y="314325"/>
                </a:moveTo>
                <a:lnTo>
                  <a:pt x="466725" y="314325"/>
                </a:lnTo>
                <a:lnTo>
                  <a:pt x="466725" y="323850"/>
                </a:lnTo>
                <a:lnTo>
                  <a:pt x="457200" y="323850"/>
                </a:lnTo>
                <a:close/>
                <a:moveTo>
                  <a:pt x="923925" y="323850"/>
                </a:moveTo>
                <a:lnTo>
                  <a:pt x="933450" y="323850"/>
                </a:lnTo>
                <a:lnTo>
                  <a:pt x="933450" y="333375"/>
                </a:lnTo>
                <a:lnTo>
                  <a:pt x="923925" y="333375"/>
                </a:lnTo>
                <a:close/>
                <a:moveTo>
                  <a:pt x="962025" y="323850"/>
                </a:moveTo>
                <a:lnTo>
                  <a:pt x="971550" y="323850"/>
                </a:lnTo>
                <a:lnTo>
                  <a:pt x="971550" y="333375"/>
                </a:lnTo>
                <a:lnTo>
                  <a:pt x="962025" y="333375"/>
                </a:lnTo>
                <a:close/>
                <a:moveTo>
                  <a:pt x="1019175" y="323850"/>
                </a:moveTo>
                <a:lnTo>
                  <a:pt x="1028700" y="323850"/>
                </a:lnTo>
                <a:lnTo>
                  <a:pt x="1028700" y="342900"/>
                </a:lnTo>
                <a:lnTo>
                  <a:pt x="1019175" y="342900"/>
                </a:lnTo>
                <a:close/>
                <a:moveTo>
                  <a:pt x="1047750" y="323850"/>
                </a:moveTo>
                <a:lnTo>
                  <a:pt x="1057275" y="323850"/>
                </a:lnTo>
                <a:lnTo>
                  <a:pt x="1057275" y="342900"/>
                </a:lnTo>
                <a:lnTo>
                  <a:pt x="1047750" y="342900"/>
                </a:lnTo>
                <a:close/>
                <a:moveTo>
                  <a:pt x="619125" y="333375"/>
                </a:moveTo>
                <a:lnTo>
                  <a:pt x="638175" y="333375"/>
                </a:lnTo>
                <a:lnTo>
                  <a:pt x="638175" y="342900"/>
                </a:lnTo>
                <a:lnTo>
                  <a:pt x="619125" y="342900"/>
                </a:lnTo>
                <a:close/>
                <a:moveTo>
                  <a:pt x="933450" y="333375"/>
                </a:moveTo>
                <a:lnTo>
                  <a:pt x="942975" y="333375"/>
                </a:lnTo>
                <a:lnTo>
                  <a:pt x="942975" y="342900"/>
                </a:lnTo>
                <a:lnTo>
                  <a:pt x="933450" y="342900"/>
                </a:lnTo>
                <a:close/>
                <a:moveTo>
                  <a:pt x="952500" y="333375"/>
                </a:moveTo>
                <a:lnTo>
                  <a:pt x="962025" y="333375"/>
                </a:lnTo>
                <a:lnTo>
                  <a:pt x="962025" y="342900"/>
                </a:lnTo>
                <a:lnTo>
                  <a:pt x="952500" y="342900"/>
                </a:lnTo>
                <a:close/>
                <a:moveTo>
                  <a:pt x="447675" y="342900"/>
                </a:moveTo>
                <a:lnTo>
                  <a:pt x="457200" y="342900"/>
                </a:lnTo>
                <a:lnTo>
                  <a:pt x="457200" y="352425"/>
                </a:lnTo>
                <a:lnTo>
                  <a:pt x="447675" y="352425"/>
                </a:lnTo>
                <a:close/>
                <a:moveTo>
                  <a:pt x="485775" y="342900"/>
                </a:moveTo>
                <a:lnTo>
                  <a:pt x="495300" y="342900"/>
                </a:lnTo>
                <a:lnTo>
                  <a:pt x="495300" y="352425"/>
                </a:lnTo>
                <a:lnTo>
                  <a:pt x="485775" y="352425"/>
                </a:lnTo>
                <a:close/>
                <a:moveTo>
                  <a:pt x="742950" y="352425"/>
                </a:moveTo>
                <a:lnTo>
                  <a:pt x="752475" y="352425"/>
                </a:lnTo>
                <a:lnTo>
                  <a:pt x="752475" y="361950"/>
                </a:lnTo>
                <a:lnTo>
                  <a:pt x="742950" y="361950"/>
                </a:lnTo>
                <a:close/>
                <a:moveTo>
                  <a:pt x="876300" y="352425"/>
                </a:moveTo>
                <a:lnTo>
                  <a:pt x="885825" y="352425"/>
                </a:lnTo>
                <a:lnTo>
                  <a:pt x="885825" y="361950"/>
                </a:lnTo>
                <a:lnTo>
                  <a:pt x="876300" y="361950"/>
                </a:lnTo>
                <a:close/>
                <a:moveTo>
                  <a:pt x="962025" y="352425"/>
                </a:moveTo>
                <a:lnTo>
                  <a:pt x="990600" y="352425"/>
                </a:lnTo>
                <a:lnTo>
                  <a:pt x="990600" y="361950"/>
                </a:lnTo>
                <a:lnTo>
                  <a:pt x="962025" y="361950"/>
                </a:lnTo>
                <a:close/>
                <a:moveTo>
                  <a:pt x="1162050" y="352425"/>
                </a:moveTo>
                <a:lnTo>
                  <a:pt x="1171575" y="352425"/>
                </a:lnTo>
                <a:lnTo>
                  <a:pt x="1171575" y="361950"/>
                </a:lnTo>
                <a:lnTo>
                  <a:pt x="1162050" y="361950"/>
                </a:lnTo>
                <a:close/>
                <a:moveTo>
                  <a:pt x="438150" y="361950"/>
                </a:moveTo>
                <a:lnTo>
                  <a:pt x="447675" y="361950"/>
                </a:lnTo>
                <a:lnTo>
                  <a:pt x="447675" y="371475"/>
                </a:lnTo>
                <a:lnTo>
                  <a:pt x="438150" y="371475"/>
                </a:lnTo>
                <a:close/>
                <a:moveTo>
                  <a:pt x="514350" y="361950"/>
                </a:moveTo>
                <a:lnTo>
                  <a:pt x="523875" y="361950"/>
                </a:lnTo>
                <a:lnTo>
                  <a:pt x="523875" y="371475"/>
                </a:lnTo>
                <a:lnTo>
                  <a:pt x="514350" y="371475"/>
                </a:lnTo>
                <a:close/>
                <a:moveTo>
                  <a:pt x="695325" y="361950"/>
                </a:moveTo>
                <a:lnTo>
                  <a:pt x="733425" y="361950"/>
                </a:lnTo>
                <a:lnTo>
                  <a:pt x="733425" y="371475"/>
                </a:lnTo>
                <a:lnTo>
                  <a:pt x="695325" y="371475"/>
                </a:lnTo>
                <a:close/>
                <a:moveTo>
                  <a:pt x="752475" y="361950"/>
                </a:moveTo>
                <a:lnTo>
                  <a:pt x="781050" y="361950"/>
                </a:lnTo>
                <a:lnTo>
                  <a:pt x="781050" y="371475"/>
                </a:lnTo>
                <a:lnTo>
                  <a:pt x="752475" y="371475"/>
                </a:lnTo>
                <a:close/>
                <a:moveTo>
                  <a:pt x="828675" y="361950"/>
                </a:moveTo>
                <a:lnTo>
                  <a:pt x="876300" y="361950"/>
                </a:lnTo>
                <a:lnTo>
                  <a:pt x="876300" y="371475"/>
                </a:lnTo>
                <a:lnTo>
                  <a:pt x="828675" y="371475"/>
                </a:lnTo>
                <a:close/>
                <a:moveTo>
                  <a:pt x="914400" y="361950"/>
                </a:moveTo>
                <a:lnTo>
                  <a:pt x="923925" y="361950"/>
                </a:lnTo>
                <a:lnTo>
                  <a:pt x="923925" y="371475"/>
                </a:lnTo>
                <a:lnTo>
                  <a:pt x="942975" y="371475"/>
                </a:lnTo>
                <a:lnTo>
                  <a:pt x="942975" y="381000"/>
                </a:lnTo>
                <a:lnTo>
                  <a:pt x="952500" y="381000"/>
                </a:lnTo>
                <a:lnTo>
                  <a:pt x="952500" y="390525"/>
                </a:lnTo>
                <a:lnTo>
                  <a:pt x="923925" y="390525"/>
                </a:lnTo>
                <a:lnTo>
                  <a:pt x="923925" y="381000"/>
                </a:lnTo>
                <a:lnTo>
                  <a:pt x="914400" y="381000"/>
                </a:lnTo>
                <a:close/>
                <a:moveTo>
                  <a:pt x="1047750" y="361950"/>
                </a:moveTo>
                <a:lnTo>
                  <a:pt x="1066800" y="361950"/>
                </a:lnTo>
                <a:lnTo>
                  <a:pt x="1066800" y="371475"/>
                </a:lnTo>
                <a:lnTo>
                  <a:pt x="1047750" y="371475"/>
                </a:lnTo>
                <a:close/>
                <a:moveTo>
                  <a:pt x="1104900" y="361950"/>
                </a:moveTo>
                <a:lnTo>
                  <a:pt x="1114425" y="361950"/>
                </a:lnTo>
                <a:lnTo>
                  <a:pt x="1114425" y="371475"/>
                </a:lnTo>
                <a:lnTo>
                  <a:pt x="1104900" y="371475"/>
                </a:lnTo>
                <a:close/>
                <a:moveTo>
                  <a:pt x="523875" y="371475"/>
                </a:moveTo>
                <a:lnTo>
                  <a:pt x="552450" y="371475"/>
                </a:lnTo>
                <a:lnTo>
                  <a:pt x="552450" y="381000"/>
                </a:lnTo>
                <a:lnTo>
                  <a:pt x="523875" y="381000"/>
                </a:lnTo>
                <a:close/>
                <a:moveTo>
                  <a:pt x="1123950" y="371475"/>
                </a:moveTo>
                <a:lnTo>
                  <a:pt x="1133475" y="371475"/>
                </a:lnTo>
                <a:lnTo>
                  <a:pt x="1133475" y="381000"/>
                </a:lnTo>
                <a:lnTo>
                  <a:pt x="1123950" y="381000"/>
                </a:lnTo>
                <a:close/>
                <a:moveTo>
                  <a:pt x="971550" y="381000"/>
                </a:moveTo>
                <a:lnTo>
                  <a:pt x="990600" y="381000"/>
                </a:lnTo>
                <a:lnTo>
                  <a:pt x="990600" y="390525"/>
                </a:lnTo>
                <a:lnTo>
                  <a:pt x="981075" y="390525"/>
                </a:lnTo>
                <a:lnTo>
                  <a:pt x="981075" y="400050"/>
                </a:lnTo>
                <a:lnTo>
                  <a:pt x="952500" y="400050"/>
                </a:lnTo>
                <a:lnTo>
                  <a:pt x="952500" y="390525"/>
                </a:lnTo>
                <a:lnTo>
                  <a:pt x="971550" y="390525"/>
                </a:lnTo>
                <a:close/>
                <a:moveTo>
                  <a:pt x="809625" y="390525"/>
                </a:moveTo>
                <a:lnTo>
                  <a:pt x="819150" y="390525"/>
                </a:lnTo>
                <a:lnTo>
                  <a:pt x="819150" y="400050"/>
                </a:lnTo>
                <a:lnTo>
                  <a:pt x="809625" y="400050"/>
                </a:lnTo>
                <a:close/>
                <a:moveTo>
                  <a:pt x="990600" y="390525"/>
                </a:moveTo>
                <a:lnTo>
                  <a:pt x="1000125" y="390525"/>
                </a:lnTo>
                <a:lnTo>
                  <a:pt x="1000125" y="400050"/>
                </a:lnTo>
                <a:lnTo>
                  <a:pt x="990600" y="400050"/>
                </a:lnTo>
                <a:close/>
                <a:moveTo>
                  <a:pt x="561975" y="400050"/>
                </a:moveTo>
                <a:lnTo>
                  <a:pt x="581025" y="400050"/>
                </a:lnTo>
                <a:lnTo>
                  <a:pt x="581025" y="419100"/>
                </a:lnTo>
                <a:lnTo>
                  <a:pt x="600075" y="419100"/>
                </a:lnTo>
                <a:lnTo>
                  <a:pt x="600075" y="428625"/>
                </a:lnTo>
                <a:lnTo>
                  <a:pt x="571500" y="428625"/>
                </a:lnTo>
                <a:lnTo>
                  <a:pt x="571500" y="409575"/>
                </a:lnTo>
                <a:lnTo>
                  <a:pt x="561975" y="409575"/>
                </a:lnTo>
                <a:close/>
                <a:moveTo>
                  <a:pt x="800100" y="400050"/>
                </a:moveTo>
                <a:lnTo>
                  <a:pt x="809625" y="400050"/>
                </a:lnTo>
                <a:lnTo>
                  <a:pt x="809625" y="409575"/>
                </a:lnTo>
                <a:lnTo>
                  <a:pt x="800100" y="409575"/>
                </a:lnTo>
                <a:close/>
                <a:moveTo>
                  <a:pt x="838200" y="400050"/>
                </a:moveTo>
                <a:lnTo>
                  <a:pt x="847725" y="400050"/>
                </a:lnTo>
                <a:lnTo>
                  <a:pt x="847725" y="409575"/>
                </a:lnTo>
                <a:lnTo>
                  <a:pt x="838200" y="409575"/>
                </a:lnTo>
                <a:close/>
                <a:moveTo>
                  <a:pt x="552450" y="409575"/>
                </a:moveTo>
                <a:lnTo>
                  <a:pt x="561975" y="409575"/>
                </a:lnTo>
                <a:lnTo>
                  <a:pt x="561975" y="419100"/>
                </a:lnTo>
                <a:lnTo>
                  <a:pt x="552450" y="419100"/>
                </a:lnTo>
                <a:close/>
                <a:moveTo>
                  <a:pt x="733425" y="409575"/>
                </a:moveTo>
                <a:lnTo>
                  <a:pt x="752475" y="409575"/>
                </a:lnTo>
                <a:lnTo>
                  <a:pt x="752475" y="419100"/>
                </a:lnTo>
                <a:lnTo>
                  <a:pt x="733425" y="419100"/>
                </a:lnTo>
                <a:close/>
                <a:moveTo>
                  <a:pt x="847725" y="409575"/>
                </a:moveTo>
                <a:lnTo>
                  <a:pt x="857250" y="409575"/>
                </a:lnTo>
                <a:lnTo>
                  <a:pt x="857250" y="419100"/>
                </a:lnTo>
                <a:lnTo>
                  <a:pt x="847725" y="419100"/>
                </a:lnTo>
                <a:close/>
                <a:moveTo>
                  <a:pt x="885825" y="409575"/>
                </a:moveTo>
                <a:lnTo>
                  <a:pt x="895350" y="409575"/>
                </a:lnTo>
                <a:lnTo>
                  <a:pt x="895350" y="419100"/>
                </a:lnTo>
                <a:lnTo>
                  <a:pt x="885825" y="419100"/>
                </a:lnTo>
                <a:close/>
                <a:moveTo>
                  <a:pt x="1000125" y="409575"/>
                </a:moveTo>
                <a:lnTo>
                  <a:pt x="1009650" y="409575"/>
                </a:lnTo>
                <a:lnTo>
                  <a:pt x="1009650" y="419100"/>
                </a:lnTo>
                <a:lnTo>
                  <a:pt x="1000125" y="419100"/>
                </a:lnTo>
                <a:close/>
                <a:moveTo>
                  <a:pt x="523875" y="438150"/>
                </a:moveTo>
                <a:lnTo>
                  <a:pt x="533400" y="438150"/>
                </a:lnTo>
                <a:lnTo>
                  <a:pt x="533400" y="447675"/>
                </a:lnTo>
                <a:lnTo>
                  <a:pt x="523875" y="447675"/>
                </a:lnTo>
                <a:close/>
                <a:moveTo>
                  <a:pt x="628650" y="438150"/>
                </a:moveTo>
                <a:lnTo>
                  <a:pt x="638175" y="438150"/>
                </a:lnTo>
                <a:lnTo>
                  <a:pt x="638175" y="447675"/>
                </a:lnTo>
                <a:lnTo>
                  <a:pt x="628650" y="447675"/>
                </a:lnTo>
                <a:close/>
                <a:moveTo>
                  <a:pt x="1066800" y="438150"/>
                </a:moveTo>
                <a:lnTo>
                  <a:pt x="1076325" y="438150"/>
                </a:lnTo>
                <a:lnTo>
                  <a:pt x="1076325" y="457200"/>
                </a:lnTo>
                <a:lnTo>
                  <a:pt x="1066800" y="457200"/>
                </a:lnTo>
                <a:close/>
                <a:moveTo>
                  <a:pt x="723900" y="466725"/>
                </a:moveTo>
                <a:lnTo>
                  <a:pt x="742950" y="466725"/>
                </a:lnTo>
                <a:lnTo>
                  <a:pt x="742950" y="476250"/>
                </a:lnTo>
                <a:lnTo>
                  <a:pt x="723900" y="476250"/>
                </a:lnTo>
                <a:close/>
                <a:moveTo>
                  <a:pt x="790575" y="466725"/>
                </a:moveTo>
                <a:lnTo>
                  <a:pt x="819150" y="466725"/>
                </a:lnTo>
                <a:lnTo>
                  <a:pt x="819150" y="476250"/>
                </a:lnTo>
                <a:lnTo>
                  <a:pt x="790575" y="476250"/>
                </a:lnTo>
                <a:close/>
                <a:moveTo>
                  <a:pt x="342900" y="495300"/>
                </a:moveTo>
                <a:lnTo>
                  <a:pt x="352425" y="495300"/>
                </a:lnTo>
                <a:lnTo>
                  <a:pt x="352425" y="504825"/>
                </a:lnTo>
                <a:lnTo>
                  <a:pt x="342900" y="504825"/>
                </a:lnTo>
                <a:close/>
                <a:moveTo>
                  <a:pt x="333375" y="504825"/>
                </a:moveTo>
                <a:lnTo>
                  <a:pt x="342900" y="504825"/>
                </a:lnTo>
                <a:lnTo>
                  <a:pt x="342900" y="514350"/>
                </a:lnTo>
                <a:lnTo>
                  <a:pt x="333375" y="514350"/>
                </a:lnTo>
                <a:close/>
                <a:moveTo>
                  <a:pt x="323850" y="514350"/>
                </a:moveTo>
                <a:lnTo>
                  <a:pt x="333375" y="514350"/>
                </a:lnTo>
                <a:lnTo>
                  <a:pt x="333375" y="523875"/>
                </a:lnTo>
                <a:lnTo>
                  <a:pt x="323850" y="523875"/>
                </a:lnTo>
                <a:close/>
                <a:moveTo>
                  <a:pt x="1257300" y="533400"/>
                </a:moveTo>
                <a:lnTo>
                  <a:pt x="1266825" y="533400"/>
                </a:lnTo>
                <a:lnTo>
                  <a:pt x="1266825" y="571500"/>
                </a:lnTo>
                <a:lnTo>
                  <a:pt x="1257300" y="571500"/>
                </a:lnTo>
                <a:close/>
                <a:moveTo>
                  <a:pt x="304800" y="581025"/>
                </a:moveTo>
                <a:lnTo>
                  <a:pt x="314325" y="581025"/>
                </a:lnTo>
                <a:lnTo>
                  <a:pt x="314325" y="590550"/>
                </a:lnTo>
                <a:lnTo>
                  <a:pt x="304800" y="590550"/>
                </a:lnTo>
                <a:close/>
                <a:moveTo>
                  <a:pt x="285750" y="609600"/>
                </a:moveTo>
                <a:lnTo>
                  <a:pt x="295275" y="609600"/>
                </a:lnTo>
                <a:lnTo>
                  <a:pt x="295275" y="619125"/>
                </a:lnTo>
                <a:lnTo>
                  <a:pt x="285750" y="619125"/>
                </a:lnTo>
                <a:close/>
                <a:moveTo>
                  <a:pt x="1304925" y="638175"/>
                </a:moveTo>
                <a:lnTo>
                  <a:pt x="1314450" y="638175"/>
                </a:lnTo>
                <a:lnTo>
                  <a:pt x="1314450" y="647700"/>
                </a:lnTo>
                <a:lnTo>
                  <a:pt x="1304925" y="647700"/>
                </a:lnTo>
                <a:close/>
                <a:moveTo>
                  <a:pt x="1314450" y="657225"/>
                </a:moveTo>
                <a:lnTo>
                  <a:pt x="1323975" y="657225"/>
                </a:lnTo>
                <a:lnTo>
                  <a:pt x="1323975" y="666750"/>
                </a:lnTo>
                <a:lnTo>
                  <a:pt x="1314450" y="666750"/>
                </a:lnTo>
                <a:close/>
                <a:moveTo>
                  <a:pt x="257175" y="666750"/>
                </a:moveTo>
                <a:lnTo>
                  <a:pt x="266700" y="666750"/>
                </a:lnTo>
                <a:lnTo>
                  <a:pt x="266700" y="695325"/>
                </a:lnTo>
                <a:lnTo>
                  <a:pt x="257175" y="695325"/>
                </a:lnTo>
                <a:close/>
                <a:moveTo>
                  <a:pt x="1314450" y="685800"/>
                </a:moveTo>
                <a:lnTo>
                  <a:pt x="1323975" y="685800"/>
                </a:lnTo>
                <a:lnTo>
                  <a:pt x="1323975" y="695325"/>
                </a:lnTo>
                <a:lnTo>
                  <a:pt x="1314450" y="695325"/>
                </a:lnTo>
                <a:close/>
                <a:moveTo>
                  <a:pt x="266700" y="714375"/>
                </a:moveTo>
                <a:lnTo>
                  <a:pt x="276225" y="714375"/>
                </a:lnTo>
                <a:lnTo>
                  <a:pt x="276225" y="723900"/>
                </a:lnTo>
                <a:lnTo>
                  <a:pt x="266700" y="723900"/>
                </a:lnTo>
                <a:close/>
                <a:moveTo>
                  <a:pt x="276225" y="723900"/>
                </a:moveTo>
                <a:lnTo>
                  <a:pt x="285750" y="723900"/>
                </a:lnTo>
                <a:lnTo>
                  <a:pt x="285750" y="733425"/>
                </a:lnTo>
                <a:lnTo>
                  <a:pt x="276225" y="733425"/>
                </a:lnTo>
                <a:close/>
                <a:moveTo>
                  <a:pt x="285750" y="733425"/>
                </a:moveTo>
                <a:lnTo>
                  <a:pt x="295275" y="733425"/>
                </a:lnTo>
                <a:lnTo>
                  <a:pt x="295275" y="742950"/>
                </a:lnTo>
                <a:lnTo>
                  <a:pt x="285750" y="742950"/>
                </a:lnTo>
                <a:close/>
                <a:moveTo>
                  <a:pt x="1257300" y="742950"/>
                </a:moveTo>
                <a:lnTo>
                  <a:pt x="1266825" y="742950"/>
                </a:lnTo>
                <a:lnTo>
                  <a:pt x="1266825" y="752475"/>
                </a:lnTo>
                <a:lnTo>
                  <a:pt x="1257300" y="752475"/>
                </a:lnTo>
                <a:close/>
                <a:moveTo>
                  <a:pt x="323850" y="752475"/>
                </a:moveTo>
                <a:lnTo>
                  <a:pt x="333375" y="752475"/>
                </a:lnTo>
                <a:lnTo>
                  <a:pt x="333375" y="762000"/>
                </a:lnTo>
                <a:lnTo>
                  <a:pt x="323850" y="762000"/>
                </a:lnTo>
                <a:close/>
                <a:moveTo>
                  <a:pt x="1181100" y="752475"/>
                </a:moveTo>
                <a:lnTo>
                  <a:pt x="1200150" y="752475"/>
                </a:lnTo>
                <a:lnTo>
                  <a:pt x="1200150" y="762000"/>
                </a:lnTo>
                <a:lnTo>
                  <a:pt x="1181100" y="762000"/>
                </a:lnTo>
                <a:close/>
                <a:moveTo>
                  <a:pt x="1247775" y="752475"/>
                </a:moveTo>
                <a:lnTo>
                  <a:pt x="1257300" y="752475"/>
                </a:lnTo>
                <a:lnTo>
                  <a:pt x="1257300" y="762000"/>
                </a:lnTo>
                <a:lnTo>
                  <a:pt x="1247775" y="762000"/>
                </a:lnTo>
                <a:close/>
                <a:moveTo>
                  <a:pt x="333375" y="762000"/>
                </a:moveTo>
                <a:lnTo>
                  <a:pt x="409575" y="762000"/>
                </a:lnTo>
                <a:lnTo>
                  <a:pt x="409575" y="971550"/>
                </a:lnTo>
                <a:lnTo>
                  <a:pt x="381000" y="971550"/>
                </a:lnTo>
                <a:lnTo>
                  <a:pt x="381000" y="962025"/>
                </a:lnTo>
                <a:lnTo>
                  <a:pt x="390525" y="962025"/>
                </a:lnTo>
                <a:lnTo>
                  <a:pt x="390525" y="952500"/>
                </a:lnTo>
                <a:lnTo>
                  <a:pt x="400050" y="952500"/>
                </a:lnTo>
                <a:lnTo>
                  <a:pt x="400050" y="885825"/>
                </a:lnTo>
                <a:lnTo>
                  <a:pt x="390525" y="885825"/>
                </a:lnTo>
                <a:lnTo>
                  <a:pt x="390525" y="876300"/>
                </a:lnTo>
                <a:lnTo>
                  <a:pt x="381000" y="876300"/>
                </a:lnTo>
                <a:lnTo>
                  <a:pt x="381000" y="866775"/>
                </a:lnTo>
                <a:lnTo>
                  <a:pt x="361950" y="866775"/>
                </a:lnTo>
                <a:lnTo>
                  <a:pt x="361950" y="828675"/>
                </a:lnTo>
                <a:lnTo>
                  <a:pt x="390525" y="828675"/>
                </a:lnTo>
                <a:lnTo>
                  <a:pt x="390525" y="771525"/>
                </a:lnTo>
                <a:lnTo>
                  <a:pt x="333375" y="771525"/>
                </a:lnTo>
                <a:close/>
                <a:moveTo>
                  <a:pt x="828675" y="762000"/>
                </a:moveTo>
                <a:lnTo>
                  <a:pt x="895350" y="762000"/>
                </a:lnTo>
                <a:lnTo>
                  <a:pt x="895350" y="790575"/>
                </a:lnTo>
                <a:lnTo>
                  <a:pt x="885825" y="790575"/>
                </a:lnTo>
                <a:lnTo>
                  <a:pt x="885825" y="781050"/>
                </a:lnTo>
                <a:lnTo>
                  <a:pt x="876300" y="781050"/>
                </a:lnTo>
                <a:lnTo>
                  <a:pt x="876300" y="771525"/>
                </a:lnTo>
                <a:lnTo>
                  <a:pt x="838200" y="771525"/>
                </a:lnTo>
                <a:lnTo>
                  <a:pt x="838200" y="790575"/>
                </a:lnTo>
                <a:lnTo>
                  <a:pt x="847725" y="790575"/>
                </a:lnTo>
                <a:lnTo>
                  <a:pt x="847725" y="895350"/>
                </a:lnTo>
                <a:lnTo>
                  <a:pt x="838200" y="895350"/>
                </a:lnTo>
                <a:lnTo>
                  <a:pt x="838200" y="914400"/>
                </a:lnTo>
                <a:lnTo>
                  <a:pt x="828675" y="914400"/>
                </a:lnTo>
                <a:lnTo>
                  <a:pt x="828675" y="781050"/>
                </a:lnTo>
                <a:lnTo>
                  <a:pt x="819150" y="781050"/>
                </a:lnTo>
                <a:lnTo>
                  <a:pt x="819150" y="771525"/>
                </a:lnTo>
                <a:lnTo>
                  <a:pt x="828675" y="771525"/>
                </a:lnTo>
                <a:close/>
                <a:moveTo>
                  <a:pt x="1162050" y="762000"/>
                </a:moveTo>
                <a:lnTo>
                  <a:pt x="1181100" y="762000"/>
                </a:lnTo>
                <a:lnTo>
                  <a:pt x="1181100" y="771525"/>
                </a:lnTo>
                <a:lnTo>
                  <a:pt x="1171575" y="771525"/>
                </a:lnTo>
                <a:lnTo>
                  <a:pt x="1171575" y="790575"/>
                </a:lnTo>
                <a:lnTo>
                  <a:pt x="1162050" y="790575"/>
                </a:lnTo>
                <a:close/>
                <a:moveTo>
                  <a:pt x="1200150" y="762000"/>
                </a:moveTo>
                <a:lnTo>
                  <a:pt x="1247775" y="762000"/>
                </a:lnTo>
                <a:lnTo>
                  <a:pt x="1247775" y="771525"/>
                </a:lnTo>
                <a:lnTo>
                  <a:pt x="1200150" y="771525"/>
                </a:lnTo>
                <a:close/>
                <a:moveTo>
                  <a:pt x="1171575" y="800100"/>
                </a:moveTo>
                <a:lnTo>
                  <a:pt x="1181100" y="800100"/>
                </a:lnTo>
                <a:lnTo>
                  <a:pt x="1181100" y="809625"/>
                </a:lnTo>
                <a:lnTo>
                  <a:pt x="1190625" y="809625"/>
                </a:lnTo>
                <a:lnTo>
                  <a:pt x="1190625" y="866775"/>
                </a:lnTo>
                <a:lnTo>
                  <a:pt x="1181100" y="866775"/>
                </a:lnTo>
                <a:lnTo>
                  <a:pt x="1181100" y="885825"/>
                </a:lnTo>
                <a:lnTo>
                  <a:pt x="1171575" y="885825"/>
                </a:lnTo>
                <a:close/>
                <a:moveTo>
                  <a:pt x="876300" y="809625"/>
                </a:moveTo>
                <a:lnTo>
                  <a:pt x="885825" y="809625"/>
                </a:lnTo>
                <a:lnTo>
                  <a:pt x="885825" y="895350"/>
                </a:lnTo>
                <a:lnTo>
                  <a:pt x="876300" y="895350"/>
                </a:lnTo>
                <a:lnTo>
                  <a:pt x="876300" y="885825"/>
                </a:lnTo>
                <a:lnTo>
                  <a:pt x="866775" y="885825"/>
                </a:lnTo>
                <a:lnTo>
                  <a:pt x="866775" y="819150"/>
                </a:lnTo>
                <a:lnTo>
                  <a:pt x="876300" y="819150"/>
                </a:lnTo>
                <a:close/>
                <a:moveTo>
                  <a:pt x="457200" y="828675"/>
                </a:moveTo>
                <a:lnTo>
                  <a:pt x="514350" y="828675"/>
                </a:lnTo>
                <a:lnTo>
                  <a:pt x="514350" y="838200"/>
                </a:lnTo>
                <a:lnTo>
                  <a:pt x="533400" y="838200"/>
                </a:lnTo>
                <a:lnTo>
                  <a:pt x="533400" y="828675"/>
                </a:lnTo>
                <a:lnTo>
                  <a:pt x="762000" y="828675"/>
                </a:lnTo>
                <a:lnTo>
                  <a:pt x="762000" y="838200"/>
                </a:lnTo>
                <a:lnTo>
                  <a:pt x="781050" y="838200"/>
                </a:lnTo>
                <a:lnTo>
                  <a:pt x="781050" y="895350"/>
                </a:lnTo>
                <a:lnTo>
                  <a:pt x="790575" y="895350"/>
                </a:lnTo>
                <a:lnTo>
                  <a:pt x="790575" y="971550"/>
                </a:lnTo>
                <a:lnTo>
                  <a:pt x="781050" y="971550"/>
                </a:lnTo>
                <a:lnTo>
                  <a:pt x="781050" y="1009650"/>
                </a:lnTo>
                <a:lnTo>
                  <a:pt x="771525" y="1009650"/>
                </a:lnTo>
                <a:lnTo>
                  <a:pt x="771525" y="1066800"/>
                </a:lnTo>
                <a:lnTo>
                  <a:pt x="781050" y="1066800"/>
                </a:lnTo>
                <a:lnTo>
                  <a:pt x="781050" y="1076325"/>
                </a:lnTo>
                <a:lnTo>
                  <a:pt x="762000" y="1076325"/>
                </a:lnTo>
                <a:lnTo>
                  <a:pt x="762000" y="1066800"/>
                </a:lnTo>
                <a:lnTo>
                  <a:pt x="752475" y="1066800"/>
                </a:lnTo>
                <a:lnTo>
                  <a:pt x="752475" y="1038225"/>
                </a:lnTo>
                <a:lnTo>
                  <a:pt x="733425" y="1038225"/>
                </a:lnTo>
                <a:lnTo>
                  <a:pt x="733425" y="1028700"/>
                </a:lnTo>
                <a:lnTo>
                  <a:pt x="723900" y="1028700"/>
                </a:lnTo>
                <a:lnTo>
                  <a:pt x="723900" y="1019175"/>
                </a:lnTo>
                <a:lnTo>
                  <a:pt x="704850" y="1019175"/>
                </a:lnTo>
                <a:lnTo>
                  <a:pt x="704850" y="1028700"/>
                </a:lnTo>
                <a:lnTo>
                  <a:pt x="695325" y="1028700"/>
                </a:lnTo>
                <a:lnTo>
                  <a:pt x="695325" y="1019175"/>
                </a:lnTo>
                <a:lnTo>
                  <a:pt x="685800" y="1019175"/>
                </a:lnTo>
                <a:lnTo>
                  <a:pt x="685800" y="1000125"/>
                </a:lnTo>
                <a:lnTo>
                  <a:pt x="752475" y="1000125"/>
                </a:lnTo>
                <a:lnTo>
                  <a:pt x="752475" y="990600"/>
                </a:lnTo>
                <a:lnTo>
                  <a:pt x="762000" y="990600"/>
                </a:lnTo>
                <a:lnTo>
                  <a:pt x="762000" y="962025"/>
                </a:lnTo>
                <a:lnTo>
                  <a:pt x="752475" y="962025"/>
                </a:lnTo>
                <a:lnTo>
                  <a:pt x="752475" y="923925"/>
                </a:lnTo>
                <a:lnTo>
                  <a:pt x="762000" y="923925"/>
                </a:lnTo>
                <a:lnTo>
                  <a:pt x="762000" y="933450"/>
                </a:lnTo>
                <a:lnTo>
                  <a:pt x="771525" y="933450"/>
                </a:lnTo>
                <a:lnTo>
                  <a:pt x="771525" y="904875"/>
                </a:lnTo>
                <a:lnTo>
                  <a:pt x="752475" y="904875"/>
                </a:lnTo>
                <a:lnTo>
                  <a:pt x="752475" y="914400"/>
                </a:lnTo>
                <a:lnTo>
                  <a:pt x="742950" y="914400"/>
                </a:lnTo>
                <a:lnTo>
                  <a:pt x="742950" y="885825"/>
                </a:lnTo>
                <a:lnTo>
                  <a:pt x="733425" y="885825"/>
                </a:lnTo>
                <a:lnTo>
                  <a:pt x="733425" y="876300"/>
                </a:lnTo>
                <a:lnTo>
                  <a:pt x="723900" y="876300"/>
                </a:lnTo>
                <a:lnTo>
                  <a:pt x="723900" y="866775"/>
                </a:lnTo>
                <a:lnTo>
                  <a:pt x="695325" y="866775"/>
                </a:lnTo>
                <a:lnTo>
                  <a:pt x="695325" y="876300"/>
                </a:lnTo>
                <a:lnTo>
                  <a:pt x="676275" y="876300"/>
                </a:lnTo>
                <a:lnTo>
                  <a:pt x="676275" y="885825"/>
                </a:lnTo>
                <a:lnTo>
                  <a:pt x="647700" y="885825"/>
                </a:lnTo>
                <a:lnTo>
                  <a:pt x="647700" y="876300"/>
                </a:lnTo>
                <a:lnTo>
                  <a:pt x="590550" y="876300"/>
                </a:lnTo>
                <a:lnTo>
                  <a:pt x="590550" y="866775"/>
                </a:lnTo>
                <a:lnTo>
                  <a:pt x="628650" y="866775"/>
                </a:lnTo>
                <a:lnTo>
                  <a:pt x="628650" y="857250"/>
                </a:lnTo>
                <a:lnTo>
                  <a:pt x="666750" y="857250"/>
                </a:lnTo>
                <a:lnTo>
                  <a:pt x="666750" y="847725"/>
                </a:lnTo>
                <a:lnTo>
                  <a:pt x="647700" y="847725"/>
                </a:lnTo>
                <a:lnTo>
                  <a:pt x="647700" y="838200"/>
                </a:lnTo>
                <a:lnTo>
                  <a:pt x="552450" y="838200"/>
                </a:lnTo>
                <a:lnTo>
                  <a:pt x="552450" y="847725"/>
                </a:lnTo>
                <a:lnTo>
                  <a:pt x="542925" y="847725"/>
                </a:lnTo>
                <a:lnTo>
                  <a:pt x="542925" y="866775"/>
                </a:lnTo>
                <a:lnTo>
                  <a:pt x="533400" y="866775"/>
                </a:lnTo>
                <a:lnTo>
                  <a:pt x="533400" y="847725"/>
                </a:lnTo>
                <a:lnTo>
                  <a:pt x="514350" y="847725"/>
                </a:lnTo>
                <a:lnTo>
                  <a:pt x="514350" y="857250"/>
                </a:lnTo>
                <a:lnTo>
                  <a:pt x="504825" y="857250"/>
                </a:lnTo>
                <a:lnTo>
                  <a:pt x="504825" y="876300"/>
                </a:lnTo>
                <a:lnTo>
                  <a:pt x="495300" y="876300"/>
                </a:lnTo>
                <a:lnTo>
                  <a:pt x="495300" y="885825"/>
                </a:lnTo>
                <a:lnTo>
                  <a:pt x="485775" y="885825"/>
                </a:lnTo>
                <a:lnTo>
                  <a:pt x="485775" y="904875"/>
                </a:lnTo>
                <a:lnTo>
                  <a:pt x="476250" y="904875"/>
                </a:lnTo>
                <a:lnTo>
                  <a:pt x="476250" y="914400"/>
                </a:lnTo>
                <a:lnTo>
                  <a:pt x="457200" y="914400"/>
                </a:lnTo>
                <a:lnTo>
                  <a:pt x="457200" y="895350"/>
                </a:lnTo>
                <a:lnTo>
                  <a:pt x="447675" y="895350"/>
                </a:lnTo>
                <a:lnTo>
                  <a:pt x="447675" y="838200"/>
                </a:lnTo>
                <a:lnTo>
                  <a:pt x="457200" y="838200"/>
                </a:lnTo>
                <a:close/>
                <a:moveTo>
                  <a:pt x="485775" y="866775"/>
                </a:moveTo>
                <a:lnTo>
                  <a:pt x="495300" y="866775"/>
                </a:lnTo>
                <a:lnTo>
                  <a:pt x="495300" y="838200"/>
                </a:lnTo>
                <a:lnTo>
                  <a:pt x="476250" y="838200"/>
                </a:lnTo>
                <a:lnTo>
                  <a:pt x="476250" y="847725"/>
                </a:lnTo>
                <a:lnTo>
                  <a:pt x="466725" y="847725"/>
                </a:lnTo>
                <a:lnTo>
                  <a:pt x="466725" y="876300"/>
                </a:lnTo>
                <a:lnTo>
                  <a:pt x="485775" y="876300"/>
                </a:lnTo>
                <a:close/>
                <a:moveTo>
                  <a:pt x="542925" y="866775"/>
                </a:moveTo>
                <a:lnTo>
                  <a:pt x="552450" y="866775"/>
                </a:lnTo>
                <a:lnTo>
                  <a:pt x="552450" y="876300"/>
                </a:lnTo>
                <a:lnTo>
                  <a:pt x="581025" y="876300"/>
                </a:lnTo>
                <a:lnTo>
                  <a:pt x="581025" y="885825"/>
                </a:lnTo>
                <a:lnTo>
                  <a:pt x="571500" y="885825"/>
                </a:lnTo>
                <a:lnTo>
                  <a:pt x="571500" y="895350"/>
                </a:lnTo>
                <a:lnTo>
                  <a:pt x="552450" y="895350"/>
                </a:lnTo>
                <a:lnTo>
                  <a:pt x="552450" y="885825"/>
                </a:lnTo>
                <a:lnTo>
                  <a:pt x="542925" y="885825"/>
                </a:lnTo>
                <a:close/>
                <a:moveTo>
                  <a:pt x="1028700" y="895350"/>
                </a:moveTo>
                <a:lnTo>
                  <a:pt x="1038225" y="895350"/>
                </a:lnTo>
                <a:lnTo>
                  <a:pt x="1038225" y="904875"/>
                </a:lnTo>
                <a:lnTo>
                  <a:pt x="1028700" y="904875"/>
                </a:lnTo>
                <a:close/>
                <a:moveTo>
                  <a:pt x="962025" y="904875"/>
                </a:moveTo>
                <a:lnTo>
                  <a:pt x="981075" y="904875"/>
                </a:lnTo>
                <a:lnTo>
                  <a:pt x="981075" y="923925"/>
                </a:lnTo>
                <a:lnTo>
                  <a:pt x="962025" y="923925"/>
                </a:lnTo>
                <a:lnTo>
                  <a:pt x="962025" y="933450"/>
                </a:lnTo>
                <a:lnTo>
                  <a:pt x="971550" y="933450"/>
                </a:lnTo>
                <a:lnTo>
                  <a:pt x="971550" y="962025"/>
                </a:lnTo>
                <a:lnTo>
                  <a:pt x="962025" y="962025"/>
                </a:lnTo>
                <a:lnTo>
                  <a:pt x="962025" y="981075"/>
                </a:lnTo>
                <a:lnTo>
                  <a:pt x="952500" y="981075"/>
                </a:lnTo>
                <a:lnTo>
                  <a:pt x="952500" y="914400"/>
                </a:lnTo>
                <a:lnTo>
                  <a:pt x="962025" y="914400"/>
                </a:lnTo>
                <a:close/>
                <a:moveTo>
                  <a:pt x="1066800" y="904875"/>
                </a:moveTo>
                <a:lnTo>
                  <a:pt x="1085850" y="904875"/>
                </a:lnTo>
                <a:lnTo>
                  <a:pt x="1085850" y="914400"/>
                </a:lnTo>
                <a:lnTo>
                  <a:pt x="1095375" y="914400"/>
                </a:lnTo>
                <a:lnTo>
                  <a:pt x="1095375" y="923925"/>
                </a:lnTo>
                <a:lnTo>
                  <a:pt x="1066800" y="923925"/>
                </a:lnTo>
                <a:close/>
                <a:moveTo>
                  <a:pt x="990600" y="962025"/>
                </a:moveTo>
                <a:lnTo>
                  <a:pt x="1104900" y="962025"/>
                </a:lnTo>
                <a:lnTo>
                  <a:pt x="1104900" y="981075"/>
                </a:lnTo>
                <a:lnTo>
                  <a:pt x="1095375" y="981075"/>
                </a:lnTo>
                <a:lnTo>
                  <a:pt x="1095375" y="990600"/>
                </a:lnTo>
                <a:lnTo>
                  <a:pt x="1047750" y="990600"/>
                </a:lnTo>
                <a:lnTo>
                  <a:pt x="1047750" y="981075"/>
                </a:lnTo>
                <a:lnTo>
                  <a:pt x="1066800" y="981075"/>
                </a:lnTo>
                <a:lnTo>
                  <a:pt x="1066800" y="971550"/>
                </a:lnTo>
                <a:lnTo>
                  <a:pt x="1000125" y="971550"/>
                </a:lnTo>
                <a:lnTo>
                  <a:pt x="1000125" y="990600"/>
                </a:lnTo>
                <a:lnTo>
                  <a:pt x="962025" y="990600"/>
                </a:lnTo>
                <a:lnTo>
                  <a:pt x="962025" y="981075"/>
                </a:lnTo>
                <a:lnTo>
                  <a:pt x="971550" y="981075"/>
                </a:lnTo>
                <a:lnTo>
                  <a:pt x="971550" y="971550"/>
                </a:lnTo>
                <a:lnTo>
                  <a:pt x="990600" y="971550"/>
                </a:lnTo>
                <a:close/>
                <a:moveTo>
                  <a:pt x="342900" y="971550"/>
                </a:moveTo>
                <a:lnTo>
                  <a:pt x="361950" y="971550"/>
                </a:lnTo>
                <a:lnTo>
                  <a:pt x="361950" y="981075"/>
                </a:lnTo>
                <a:lnTo>
                  <a:pt x="352425" y="981075"/>
                </a:lnTo>
                <a:lnTo>
                  <a:pt x="352425" y="990600"/>
                </a:lnTo>
                <a:lnTo>
                  <a:pt x="333375" y="990600"/>
                </a:lnTo>
                <a:lnTo>
                  <a:pt x="333375" y="981075"/>
                </a:lnTo>
                <a:lnTo>
                  <a:pt x="342900" y="981075"/>
                </a:lnTo>
                <a:close/>
                <a:moveTo>
                  <a:pt x="828675" y="971550"/>
                </a:moveTo>
                <a:lnTo>
                  <a:pt x="838200" y="971550"/>
                </a:lnTo>
                <a:lnTo>
                  <a:pt x="838200" y="1009650"/>
                </a:lnTo>
                <a:lnTo>
                  <a:pt x="847725" y="1009650"/>
                </a:lnTo>
                <a:lnTo>
                  <a:pt x="847725" y="1047750"/>
                </a:lnTo>
                <a:lnTo>
                  <a:pt x="838200" y="1047750"/>
                </a:lnTo>
                <a:lnTo>
                  <a:pt x="838200" y="1085850"/>
                </a:lnTo>
                <a:lnTo>
                  <a:pt x="828675" y="1085850"/>
                </a:lnTo>
                <a:close/>
                <a:moveTo>
                  <a:pt x="447675" y="1000125"/>
                </a:moveTo>
                <a:lnTo>
                  <a:pt x="485775" y="1000125"/>
                </a:lnTo>
                <a:lnTo>
                  <a:pt x="485775" y="1019175"/>
                </a:lnTo>
                <a:lnTo>
                  <a:pt x="476250" y="1019175"/>
                </a:lnTo>
                <a:lnTo>
                  <a:pt x="476250" y="1038225"/>
                </a:lnTo>
                <a:lnTo>
                  <a:pt x="466725" y="1038225"/>
                </a:lnTo>
                <a:lnTo>
                  <a:pt x="466725" y="1047750"/>
                </a:lnTo>
                <a:lnTo>
                  <a:pt x="457200" y="1047750"/>
                </a:lnTo>
                <a:lnTo>
                  <a:pt x="457200" y="1038225"/>
                </a:lnTo>
                <a:lnTo>
                  <a:pt x="447675" y="1038225"/>
                </a:lnTo>
                <a:close/>
                <a:moveTo>
                  <a:pt x="1171575" y="1000125"/>
                </a:moveTo>
                <a:lnTo>
                  <a:pt x="1181100" y="1000125"/>
                </a:lnTo>
                <a:lnTo>
                  <a:pt x="1181100" y="1019175"/>
                </a:lnTo>
                <a:lnTo>
                  <a:pt x="1190625" y="1019175"/>
                </a:lnTo>
                <a:lnTo>
                  <a:pt x="1190625" y="1028700"/>
                </a:lnTo>
                <a:lnTo>
                  <a:pt x="1181100" y="1028700"/>
                </a:lnTo>
                <a:lnTo>
                  <a:pt x="1181100" y="1047750"/>
                </a:lnTo>
                <a:lnTo>
                  <a:pt x="1171575" y="1047750"/>
                </a:lnTo>
                <a:close/>
                <a:moveTo>
                  <a:pt x="390525" y="1019175"/>
                </a:moveTo>
                <a:lnTo>
                  <a:pt x="409575" y="1019175"/>
                </a:lnTo>
                <a:lnTo>
                  <a:pt x="409575" y="1085850"/>
                </a:lnTo>
                <a:lnTo>
                  <a:pt x="390525" y="1085850"/>
                </a:lnTo>
                <a:lnTo>
                  <a:pt x="390525" y="1066800"/>
                </a:lnTo>
                <a:lnTo>
                  <a:pt x="400050" y="1066800"/>
                </a:lnTo>
                <a:lnTo>
                  <a:pt x="400050" y="1038225"/>
                </a:lnTo>
                <a:lnTo>
                  <a:pt x="390525" y="1038225"/>
                </a:lnTo>
                <a:close/>
                <a:moveTo>
                  <a:pt x="381000" y="1038225"/>
                </a:moveTo>
                <a:lnTo>
                  <a:pt x="390525" y="1038225"/>
                </a:lnTo>
                <a:lnTo>
                  <a:pt x="390525" y="1047750"/>
                </a:lnTo>
                <a:lnTo>
                  <a:pt x="381000" y="1047750"/>
                </a:lnTo>
                <a:close/>
                <a:moveTo>
                  <a:pt x="371475" y="1047750"/>
                </a:moveTo>
                <a:lnTo>
                  <a:pt x="381000" y="1047750"/>
                </a:lnTo>
                <a:lnTo>
                  <a:pt x="381000" y="1076325"/>
                </a:lnTo>
                <a:lnTo>
                  <a:pt x="361950" y="1076325"/>
                </a:lnTo>
                <a:lnTo>
                  <a:pt x="361950" y="1057275"/>
                </a:lnTo>
                <a:lnTo>
                  <a:pt x="371475" y="1057275"/>
                </a:lnTo>
                <a:close/>
                <a:moveTo>
                  <a:pt x="285750" y="1057275"/>
                </a:moveTo>
                <a:lnTo>
                  <a:pt x="295275" y="1057275"/>
                </a:lnTo>
                <a:lnTo>
                  <a:pt x="295275" y="1076325"/>
                </a:lnTo>
                <a:lnTo>
                  <a:pt x="285750" y="1076325"/>
                </a:lnTo>
                <a:close/>
                <a:moveTo>
                  <a:pt x="180975" y="1076325"/>
                </a:moveTo>
                <a:lnTo>
                  <a:pt x="190500" y="1076325"/>
                </a:lnTo>
                <a:lnTo>
                  <a:pt x="190500" y="1095375"/>
                </a:lnTo>
                <a:lnTo>
                  <a:pt x="180975" y="1095375"/>
                </a:lnTo>
                <a:close/>
                <a:moveTo>
                  <a:pt x="152400" y="1085850"/>
                </a:moveTo>
                <a:lnTo>
                  <a:pt x="161925" y="1085850"/>
                </a:lnTo>
                <a:lnTo>
                  <a:pt x="161925" y="1095375"/>
                </a:lnTo>
                <a:lnTo>
                  <a:pt x="152400" y="1095375"/>
                </a:lnTo>
                <a:close/>
                <a:moveTo>
                  <a:pt x="1419225" y="1095375"/>
                </a:moveTo>
                <a:lnTo>
                  <a:pt x="1428750" y="1095375"/>
                </a:lnTo>
                <a:lnTo>
                  <a:pt x="1428750" y="1104900"/>
                </a:lnTo>
                <a:lnTo>
                  <a:pt x="1419225" y="1104900"/>
                </a:lnTo>
                <a:close/>
                <a:moveTo>
                  <a:pt x="1171575" y="1114425"/>
                </a:moveTo>
                <a:lnTo>
                  <a:pt x="1181100" y="1114425"/>
                </a:lnTo>
                <a:lnTo>
                  <a:pt x="1181100" y="1123950"/>
                </a:lnTo>
                <a:lnTo>
                  <a:pt x="1171575" y="1123950"/>
                </a:lnTo>
                <a:close/>
                <a:moveTo>
                  <a:pt x="161925" y="1123950"/>
                </a:moveTo>
                <a:lnTo>
                  <a:pt x="171450" y="1123950"/>
                </a:lnTo>
                <a:lnTo>
                  <a:pt x="171450" y="1133475"/>
                </a:lnTo>
                <a:lnTo>
                  <a:pt x="161925" y="1133475"/>
                </a:lnTo>
                <a:close/>
                <a:moveTo>
                  <a:pt x="257175" y="1123950"/>
                </a:moveTo>
                <a:lnTo>
                  <a:pt x="266700" y="1123950"/>
                </a:lnTo>
                <a:lnTo>
                  <a:pt x="266700" y="1162050"/>
                </a:lnTo>
                <a:lnTo>
                  <a:pt x="257175" y="1162050"/>
                </a:lnTo>
                <a:close/>
                <a:moveTo>
                  <a:pt x="400050" y="1133475"/>
                </a:moveTo>
                <a:lnTo>
                  <a:pt x="495300" y="1133475"/>
                </a:lnTo>
                <a:lnTo>
                  <a:pt x="495300" y="1143000"/>
                </a:lnTo>
                <a:lnTo>
                  <a:pt x="419100" y="1143000"/>
                </a:lnTo>
                <a:lnTo>
                  <a:pt x="419100" y="1162050"/>
                </a:lnTo>
                <a:lnTo>
                  <a:pt x="438150" y="1162050"/>
                </a:lnTo>
                <a:lnTo>
                  <a:pt x="438150" y="1171575"/>
                </a:lnTo>
                <a:lnTo>
                  <a:pt x="400050" y="1171575"/>
                </a:lnTo>
                <a:lnTo>
                  <a:pt x="400050" y="1162050"/>
                </a:lnTo>
                <a:lnTo>
                  <a:pt x="390525" y="1162050"/>
                </a:lnTo>
                <a:lnTo>
                  <a:pt x="390525" y="1143000"/>
                </a:lnTo>
                <a:lnTo>
                  <a:pt x="400050" y="1143000"/>
                </a:lnTo>
                <a:close/>
                <a:moveTo>
                  <a:pt x="666750" y="1133475"/>
                </a:moveTo>
                <a:lnTo>
                  <a:pt x="695325" y="1133475"/>
                </a:lnTo>
                <a:lnTo>
                  <a:pt x="695325" y="1143000"/>
                </a:lnTo>
                <a:lnTo>
                  <a:pt x="666750" y="1143000"/>
                </a:lnTo>
                <a:close/>
                <a:moveTo>
                  <a:pt x="1381125" y="1133475"/>
                </a:moveTo>
                <a:lnTo>
                  <a:pt x="1390650" y="1133475"/>
                </a:lnTo>
                <a:lnTo>
                  <a:pt x="1390650" y="1143000"/>
                </a:lnTo>
                <a:lnTo>
                  <a:pt x="1381125" y="1143000"/>
                </a:lnTo>
                <a:close/>
                <a:moveTo>
                  <a:pt x="1362075" y="1143000"/>
                </a:moveTo>
                <a:lnTo>
                  <a:pt x="1381125" y="1143000"/>
                </a:lnTo>
                <a:lnTo>
                  <a:pt x="1381125" y="1152525"/>
                </a:lnTo>
                <a:lnTo>
                  <a:pt x="1362075" y="1152525"/>
                </a:lnTo>
                <a:close/>
                <a:moveTo>
                  <a:pt x="171450" y="1152525"/>
                </a:moveTo>
                <a:lnTo>
                  <a:pt x="180975" y="1152525"/>
                </a:lnTo>
                <a:lnTo>
                  <a:pt x="180975" y="1162050"/>
                </a:lnTo>
                <a:lnTo>
                  <a:pt x="171450" y="1162050"/>
                </a:lnTo>
                <a:close/>
                <a:moveTo>
                  <a:pt x="876300" y="1162050"/>
                </a:moveTo>
                <a:lnTo>
                  <a:pt x="885825" y="1162050"/>
                </a:lnTo>
                <a:lnTo>
                  <a:pt x="885825" y="1171575"/>
                </a:lnTo>
                <a:lnTo>
                  <a:pt x="876300" y="1171575"/>
                </a:lnTo>
                <a:close/>
                <a:moveTo>
                  <a:pt x="752475" y="1171575"/>
                </a:moveTo>
                <a:lnTo>
                  <a:pt x="857250" y="1171575"/>
                </a:lnTo>
                <a:lnTo>
                  <a:pt x="857250" y="1181100"/>
                </a:lnTo>
                <a:lnTo>
                  <a:pt x="752475" y="1181100"/>
                </a:lnTo>
                <a:close/>
                <a:moveTo>
                  <a:pt x="1390650" y="1171575"/>
                </a:moveTo>
                <a:lnTo>
                  <a:pt x="1400175" y="1171575"/>
                </a:lnTo>
                <a:lnTo>
                  <a:pt x="1400175" y="1181100"/>
                </a:lnTo>
                <a:lnTo>
                  <a:pt x="1390650" y="1181100"/>
                </a:lnTo>
                <a:close/>
                <a:moveTo>
                  <a:pt x="219075" y="1181100"/>
                </a:moveTo>
                <a:lnTo>
                  <a:pt x="228600" y="1181100"/>
                </a:lnTo>
                <a:lnTo>
                  <a:pt x="228600" y="1190625"/>
                </a:lnTo>
                <a:lnTo>
                  <a:pt x="219075" y="1190625"/>
                </a:lnTo>
                <a:close/>
                <a:moveTo>
                  <a:pt x="1381125" y="1190625"/>
                </a:moveTo>
                <a:lnTo>
                  <a:pt x="1390650" y="1190625"/>
                </a:lnTo>
                <a:lnTo>
                  <a:pt x="1390650" y="1200150"/>
                </a:lnTo>
                <a:lnTo>
                  <a:pt x="1381125" y="1200150"/>
                </a:lnTo>
                <a:close/>
                <a:moveTo>
                  <a:pt x="200025" y="1200150"/>
                </a:moveTo>
                <a:lnTo>
                  <a:pt x="209550" y="1200150"/>
                </a:lnTo>
                <a:lnTo>
                  <a:pt x="209550" y="1209675"/>
                </a:lnTo>
                <a:lnTo>
                  <a:pt x="200025" y="1209675"/>
                </a:lnTo>
                <a:close/>
                <a:moveTo>
                  <a:pt x="257175" y="1209675"/>
                </a:moveTo>
                <a:lnTo>
                  <a:pt x="266700" y="1209675"/>
                </a:lnTo>
                <a:lnTo>
                  <a:pt x="266700" y="1219200"/>
                </a:lnTo>
                <a:lnTo>
                  <a:pt x="276225" y="1219200"/>
                </a:lnTo>
                <a:lnTo>
                  <a:pt x="276225" y="1228725"/>
                </a:lnTo>
                <a:lnTo>
                  <a:pt x="285750" y="1228725"/>
                </a:lnTo>
                <a:lnTo>
                  <a:pt x="285750" y="1238250"/>
                </a:lnTo>
                <a:lnTo>
                  <a:pt x="266700" y="1238250"/>
                </a:lnTo>
                <a:lnTo>
                  <a:pt x="266700" y="1228725"/>
                </a:lnTo>
                <a:lnTo>
                  <a:pt x="257175" y="1228725"/>
                </a:lnTo>
                <a:close/>
                <a:moveTo>
                  <a:pt x="1295400" y="1228725"/>
                </a:moveTo>
                <a:lnTo>
                  <a:pt x="1304925" y="1228725"/>
                </a:lnTo>
                <a:lnTo>
                  <a:pt x="1304925" y="1247775"/>
                </a:lnTo>
                <a:lnTo>
                  <a:pt x="1295400" y="1247775"/>
                </a:lnTo>
                <a:close/>
                <a:moveTo>
                  <a:pt x="1352550" y="1228725"/>
                </a:moveTo>
                <a:lnTo>
                  <a:pt x="1362075" y="1228725"/>
                </a:lnTo>
                <a:lnTo>
                  <a:pt x="1362075" y="1238250"/>
                </a:lnTo>
                <a:lnTo>
                  <a:pt x="1352550" y="1238250"/>
                </a:lnTo>
                <a:close/>
                <a:moveTo>
                  <a:pt x="1343025" y="1238250"/>
                </a:moveTo>
                <a:lnTo>
                  <a:pt x="1352550" y="1238250"/>
                </a:lnTo>
                <a:lnTo>
                  <a:pt x="1352550" y="1247775"/>
                </a:lnTo>
                <a:lnTo>
                  <a:pt x="1343025" y="1247775"/>
                </a:lnTo>
                <a:close/>
                <a:moveTo>
                  <a:pt x="285750" y="1247775"/>
                </a:moveTo>
                <a:lnTo>
                  <a:pt x="295275" y="1247775"/>
                </a:lnTo>
                <a:lnTo>
                  <a:pt x="295275" y="1257300"/>
                </a:lnTo>
                <a:lnTo>
                  <a:pt x="285750" y="1257300"/>
                </a:lnTo>
                <a:close/>
                <a:moveTo>
                  <a:pt x="1285875" y="1247775"/>
                </a:moveTo>
                <a:lnTo>
                  <a:pt x="1295400" y="1247775"/>
                </a:lnTo>
                <a:lnTo>
                  <a:pt x="1295400" y="1257300"/>
                </a:lnTo>
                <a:lnTo>
                  <a:pt x="1285875" y="1257300"/>
                </a:lnTo>
                <a:close/>
                <a:moveTo>
                  <a:pt x="1333500" y="1247775"/>
                </a:moveTo>
                <a:lnTo>
                  <a:pt x="1343025" y="1247775"/>
                </a:lnTo>
                <a:lnTo>
                  <a:pt x="1343025" y="1257300"/>
                </a:lnTo>
                <a:lnTo>
                  <a:pt x="1333500" y="1257300"/>
                </a:lnTo>
                <a:close/>
                <a:moveTo>
                  <a:pt x="1266825" y="1257300"/>
                </a:moveTo>
                <a:lnTo>
                  <a:pt x="1276350" y="1257300"/>
                </a:lnTo>
                <a:lnTo>
                  <a:pt x="1276350" y="1266825"/>
                </a:lnTo>
                <a:lnTo>
                  <a:pt x="1266825" y="1266825"/>
                </a:lnTo>
                <a:close/>
                <a:moveTo>
                  <a:pt x="1323975" y="1257300"/>
                </a:moveTo>
                <a:lnTo>
                  <a:pt x="1333500" y="1257300"/>
                </a:lnTo>
                <a:lnTo>
                  <a:pt x="1333500" y="1266825"/>
                </a:lnTo>
                <a:lnTo>
                  <a:pt x="1323975" y="1266825"/>
                </a:lnTo>
                <a:close/>
                <a:moveTo>
                  <a:pt x="314325" y="1266825"/>
                </a:moveTo>
                <a:lnTo>
                  <a:pt x="323850" y="1266825"/>
                </a:lnTo>
                <a:lnTo>
                  <a:pt x="323850" y="1276350"/>
                </a:lnTo>
                <a:lnTo>
                  <a:pt x="314325" y="1276350"/>
                </a:lnTo>
                <a:close/>
                <a:moveTo>
                  <a:pt x="1247775" y="1266825"/>
                </a:moveTo>
                <a:lnTo>
                  <a:pt x="1257300" y="1266825"/>
                </a:lnTo>
                <a:lnTo>
                  <a:pt x="1257300" y="1276350"/>
                </a:lnTo>
                <a:lnTo>
                  <a:pt x="1247775" y="1276350"/>
                </a:lnTo>
                <a:close/>
                <a:moveTo>
                  <a:pt x="1314450" y="1266825"/>
                </a:moveTo>
                <a:lnTo>
                  <a:pt x="1323975" y="1266825"/>
                </a:lnTo>
                <a:lnTo>
                  <a:pt x="1323975" y="1276350"/>
                </a:lnTo>
                <a:lnTo>
                  <a:pt x="1314450" y="1276350"/>
                </a:lnTo>
                <a:close/>
                <a:moveTo>
                  <a:pt x="276225" y="1276350"/>
                </a:moveTo>
                <a:lnTo>
                  <a:pt x="285750" y="1276350"/>
                </a:lnTo>
                <a:lnTo>
                  <a:pt x="285750" y="1285875"/>
                </a:lnTo>
                <a:lnTo>
                  <a:pt x="276225" y="1285875"/>
                </a:lnTo>
                <a:close/>
                <a:moveTo>
                  <a:pt x="333375" y="1276350"/>
                </a:moveTo>
                <a:lnTo>
                  <a:pt x="342900" y="1276350"/>
                </a:lnTo>
                <a:lnTo>
                  <a:pt x="342900" y="1285875"/>
                </a:lnTo>
                <a:lnTo>
                  <a:pt x="333375" y="1285875"/>
                </a:lnTo>
                <a:close/>
                <a:moveTo>
                  <a:pt x="361950" y="1285875"/>
                </a:moveTo>
                <a:lnTo>
                  <a:pt x="371475" y="1285875"/>
                </a:lnTo>
                <a:lnTo>
                  <a:pt x="371475" y="1295400"/>
                </a:lnTo>
                <a:lnTo>
                  <a:pt x="361950" y="1295400"/>
                </a:lnTo>
                <a:close/>
                <a:moveTo>
                  <a:pt x="1285875" y="1285875"/>
                </a:moveTo>
                <a:lnTo>
                  <a:pt x="1295400" y="1285875"/>
                </a:lnTo>
                <a:lnTo>
                  <a:pt x="1295400" y="1295400"/>
                </a:lnTo>
                <a:lnTo>
                  <a:pt x="1285875" y="1295400"/>
                </a:lnTo>
                <a:close/>
                <a:moveTo>
                  <a:pt x="390525" y="1295400"/>
                </a:moveTo>
                <a:lnTo>
                  <a:pt x="409575" y="1295400"/>
                </a:lnTo>
                <a:lnTo>
                  <a:pt x="409575" y="1304925"/>
                </a:lnTo>
                <a:lnTo>
                  <a:pt x="390525" y="1304925"/>
                </a:lnTo>
                <a:close/>
                <a:moveTo>
                  <a:pt x="1181100" y="1295400"/>
                </a:moveTo>
                <a:lnTo>
                  <a:pt x="1190625" y="1295400"/>
                </a:lnTo>
                <a:lnTo>
                  <a:pt x="1190625" y="1304925"/>
                </a:lnTo>
                <a:lnTo>
                  <a:pt x="1181100" y="1304925"/>
                </a:lnTo>
                <a:close/>
                <a:moveTo>
                  <a:pt x="1266825" y="1295400"/>
                </a:moveTo>
                <a:lnTo>
                  <a:pt x="1276350" y="1295400"/>
                </a:lnTo>
                <a:lnTo>
                  <a:pt x="1276350" y="1304925"/>
                </a:lnTo>
                <a:lnTo>
                  <a:pt x="1266825" y="1304925"/>
                </a:lnTo>
                <a:close/>
                <a:moveTo>
                  <a:pt x="1247775" y="1304925"/>
                </a:moveTo>
                <a:lnTo>
                  <a:pt x="1257300" y="1304925"/>
                </a:lnTo>
                <a:lnTo>
                  <a:pt x="1257300" y="1314450"/>
                </a:lnTo>
                <a:lnTo>
                  <a:pt x="1247775" y="1314450"/>
                </a:lnTo>
                <a:close/>
                <a:moveTo>
                  <a:pt x="352425" y="1314450"/>
                </a:moveTo>
                <a:lnTo>
                  <a:pt x="361950" y="1314450"/>
                </a:lnTo>
                <a:lnTo>
                  <a:pt x="361950" y="1323975"/>
                </a:lnTo>
                <a:lnTo>
                  <a:pt x="352425" y="1323975"/>
                </a:lnTo>
                <a:close/>
                <a:moveTo>
                  <a:pt x="1219200" y="1314450"/>
                </a:moveTo>
                <a:lnTo>
                  <a:pt x="1228725" y="1314450"/>
                </a:lnTo>
                <a:lnTo>
                  <a:pt x="1228725" y="1323975"/>
                </a:lnTo>
                <a:lnTo>
                  <a:pt x="1219200" y="1323975"/>
                </a:lnTo>
                <a:close/>
                <a:moveTo>
                  <a:pt x="381000" y="1323975"/>
                </a:moveTo>
                <a:lnTo>
                  <a:pt x="390525" y="1323975"/>
                </a:lnTo>
                <a:lnTo>
                  <a:pt x="390525" y="1333500"/>
                </a:lnTo>
                <a:lnTo>
                  <a:pt x="381000" y="1333500"/>
                </a:lnTo>
                <a:close/>
                <a:moveTo>
                  <a:pt x="1181100" y="1323975"/>
                </a:moveTo>
                <a:lnTo>
                  <a:pt x="1190625" y="1323975"/>
                </a:lnTo>
                <a:lnTo>
                  <a:pt x="1190625" y="1333500"/>
                </a:lnTo>
                <a:lnTo>
                  <a:pt x="1181100" y="1333500"/>
                </a:lnTo>
                <a:close/>
              </a:path>
            </a:pathLst>
          </a:custGeom>
          <a:solidFill xmlns:a="http://schemas.openxmlformats.org/drawingml/2006/main">
            <a:srgbClr val="FED8B2"/>
          </a:solidFill>
          <a:ln xmlns:a="http://schemas.openxmlformats.org/drawingml/2006/main" w="0">
            <a:noFill/>
          </a:ln>
        </p:spPr>
      </p:sp>
      <p:sp>
        <p:nvSpPr>
          <p:cNvPr id="70" name="logo vector #fcc99d">
            <a:extLst xmlns:a="http://schemas.openxmlformats.org/drawingml/2006/main">
              <a:ext uri="{FF2B5EF4-FFF2-40B4-BE49-F238E27FC236}">
                <a16:creationId xmlns:a16="http://schemas.microsoft.com/office/drawing/2014/main" id="{DCF688C3-53E7-4C09-9A43-6967DCECDFA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219700" y="4476750"/>
            <a:ext cx="1581150" cy="1485900"/>
          </a:xfrm>
          <a:custGeom xmlns:a="http://schemas.openxmlformats.org/drawingml/2006/main">
            <a:pathLst>
              <a:path w="1581150" h="1485900">
                <a:moveTo>
                  <a:pt x="447675" y="47625"/>
                </a:moveTo>
                <a:lnTo>
                  <a:pt x="1114425" y="47625"/>
                </a:lnTo>
                <a:lnTo>
                  <a:pt x="1114425" y="57150"/>
                </a:lnTo>
                <a:lnTo>
                  <a:pt x="447675" y="57150"/>
                </a:lnTo>
                <a:close/>
                <a:moveTo>
                  <a:pt x="361950" y="57150"/>
                </a:moveTo>
                <a:lnTo>
                  <a:pt x="371475" y="57150"/>
                </a:lnTo>
                <a:lnTo>
                  <a:pt x="371475" y="66675"/>
                </a:lnTo>
                <a:lnTo>
                  <a:pt x="361950" y="66675"/>
                </a:lnTo>
                <a:close/>
                <a:moveTo>
                  <a:pt x="1209675" y="57150"/>
                </a:moveTo>
                <a:lnTo>
                  <a:pt x="1219200" y="57150"/>
                </a:lnTo>
                <a:lnTo>
                  <a:pt x="1219200" y="66675"/>
                </a:lnTo>
                <a:lnTo>
                  <a:pt x="1209675" y="66675"/>
                </a:lnTo>
                <a:close/>
                <a:moveTo>
                  <a:pt x="333375" y="66675"/>
                </a:moveTo>
                <a:lnTo>
                  <a:pt x="342900" y="66675"/>
                </a:lnTo>
                <a:lnTo>
                  <a:pt x="342900" y="76200"/>
                </a:lnTo>
                <a:lnTo>
                  <a:pt x="333375" y="76200"/>
                </a:lnTo>
                <a:close/>
                <a:moveTo>
                  <a:pt x="1238250" y="66675"/>
                </a:moveTo>
                <a:lnTo>
                  <a:pt x="1247775" y="66675"/>
                </a:lnTo>
                <a:lnTo>
                  <a:pt x="1247775" y="76200"/>
                </a:lnTo>
                <a:lnTo>
                  <a:pt x="1238250" y="76200"/>
                </a:lnTo>
                <a:close/>
                <a:moveTo>
                  <a:pt x="381000" y="76200"/>
                </a:moveTo>
                <a:lnTo>
                  <a:pt x="390525" y="76200"/>
                </a:lnTo>
                <a:lnTo>
                  <a:pt x="390525" y="85725"/>
                </a:lnTo>
                <a:lnTo>
                  <a:pt x="381000" y="85725"/>
                </a:lnTo>
                <a:close/>
                <a:moveTo>
                  <a:pt x="352425" y="85725"/>
                </a:moveTo>
                <a:lnTo>
                  <a:pt x="361950" y="85725"/>
                </a:lnTo>
                <a:lnTo>
                  <a:pt x="361950" y="95250"/>
                </a:lnTo>
                <a:lnTo>
                  <a:pt x="352425" y="95250"/>
                </a:lnTo>
                <a:close/>
                <a:moveTo>
                  <a:pt x="276225" y="95250"/>
                </a:moveTo>
                <a:lnTo>
                  <a:pt x="285750" y="95250"/>
                </a:lnTo>
                <a:lnTo>
                  <a:pt x="285750" y="104775"/>
                </a:lnTo>
                <a:lnTo>
                  <a:pt x="276225" y="104775"/>
                </a:lnTo>
                <a:close/>
                <a:moveTo>
                  <a:pt x="323850" y="95250"/>
                </a:moveTo>
                <a:lnTo>
                  <a:pt x="333375" y="95250"/>
                </a:lnTo>
                <a:lnTo>
                  <a:pt x="333375" y="104775"/>
                </a:lnTo>
                <a:lnTo>
                  <a:pt x="323850" y="104775"/>
                </a:lnTo>
                <a:close/>
                <a:moveTo>
                  <a:pt x="1247775" y="95250"/>
                </a:moveTo>
                <a:lnTo>
                  <a:pt x="1257300" y="95250"/>
                </a:lnTo>
                <a:lnTo>
                  <a:pt x="1257300" y="104775"/>
                </a:lnTo>
                <a:lnTo>
                  <a:pt x="1247775" y="104775"/>
                </a:lnTo>
                <a:close/>
                <a:moveTo>
                  <a:pt x="1295400" y="95250"/>
                </a:moveTo>
                <a:lnTo>
                  <a:pt x="1304925" y="95250"/>
                </a:lnTo>
                <a:lnTo>
                  <a:pt x="1304925" y="104775"/>
                </a:lnTo>
                <a:lnTo>
                  <a:pt x="1295400" y="104775"/>
                </a:lnTo>
                <a:close/>
                <a:moveTo>
                  <a:pt x="266700" y="133350"/>
                </a:moveTo>
                <a:lnTo>
                  <a:pt x="276225" y="133350"/>
                </a:lnTo>
                <a:lnTo>
                  <a:pt x="276225" y="142875"/>
                </a:lnTo>
                <a:lnTo>
                  <a:pt x="266700" y="142875"/>
                </a:lnTo>
                <a:close/>
                <a:moveTo>
                  <a:pt x="1304925" y="133350"/>
                </a:moveTo>
                <a:lnTo>
                  <a:pt x="1314450" y="133350"/>
                </a:lnTo>
                <a:lnTo>
                  <a:pt x="1314450" y="142875"/>
                </a:lnTo>
                <a:lnTo>
                  <a:pt x="1304925" y="142875"/>
                </a:lnTo>
                <a:close/>
                <a:moveTo>
                  <a:pt x="257175" y="142875"/>
                </a:moveTo>
                <a:lnTo>
                  <a:pt x="266700" y="142875"/>
                </a:lnTo>
                <a:lnTo>
                  <a:pt x="266700" y="152400"/>
                </a:lnTo>
                <a:lnTo>
                  <a:pt x="257175" y="152400"/>
                </a:lnTo>
                <a:close/>
                <a:moveTo>
                  <a:pt x="685800" y="142875"/>
                </a:moveTo>
                <a:lnTo>
                  <a:pt x="704850" y="142875"/>
                </a:lnTo>
                <a:lnTo>
                  <a:pt x="704850" y="152400"/>
                </a:lnTo>
                <a:lnTo>
                  <a:pt x="685800" y="152400"/>
                </a:lnTo>
                <a:close/>
                <a:moveTo>
                  <a:pt x="895350" y="142875"/>
                </a:moveTo>
                <a:lnTo>
                  <a:pt x="904875" y="142875"/>
                </a:lnTo>
                <a:lnTo>
                  <a:pt x="904875" y="152400"/>
                </a:lnTo>
                <a:lnTo>
                  <a:pt x="895350" y="152400"/>
                </a:lnTo>
                <a:close/>
                <a:moveTo>
                  <a:pt x="1314450" y="142875"/>
                </a:moveTo>
                <a:lnTo>
                  <a:pt x="1323975" y="142875"/>
                </a:lnTo>
                <a:lnTo>
                  <a:pt x="1323975" y="152400"/>
                </a:lnTo>
                <a:lnTo>
                  <a:pt x="1314450" y="152400"/>
                </a:lnTo>
                <a:close/>
                <a:moveTo>
                  <a:pt x="247650" y="152400"/>
                </a:moveTo>
                <a:lnTo>
                  <a:pt x="257175" y="152400"/>
                </a:lnTo>
                <a:lnTo>
                  <a:pt x="257175" y="161925"/>
                </a:lnTo>
                <a:lnTo>
                  <a:pt x="247650" y="161925"/>
                </a:lnTo>
                <a:close/>
                <a:moveTo>
                  <a:pt x="600075" y="152400"/>
                </a:moveTo>
                <a:lnTo>
                  <a:pt x="609600" y="152400"/>
                </a:lnTo>
                <a:lnTo>
                  <a:pt x="609600" y="161925"/>
                </a:lnTo>
                <a:lnTo>
                  <a:pt x="600075" y="161925"/>
                </a:lnTo>
                <a:close/>
                <a:moveTo>
                  <a:pt x="981075" y="152400"/>
                </a:moveTo>
                <a:lnTo>
                  <a:pt x="1000125" y="152400"/>
                </a:lnTo>
                <a:lnTo>
                  <a:pt x="1000125" y="161925"/>
                </a:lnTo>
                <a:lnTo>
                  <a:pt x="981075" y="161925"/>
                </a:lnTo>
                <a:close/>
                <a:moveTo>
                  <a:pt x="1323975" y="152400"/>
                </a:moveTo>
                <a:lnTo>
                  <a:pt x="1333500" y="152400"/>
                </a:lnTo>
                <a:lnTo>
                  <a:pt x="1333500" y="161925"/>
                </a:lnTo>
                <a:lnTo>
                  <a:pt x="1323975" y="161925"/>
                </a:lnTo>
                <a:close/>
                <a:moveTo>
                  <a:pt x="209550" y="161925"/>
                </a:moveTo>
                <a:lnTo>
                  <a:pt x="219075" y="161925"/>
                </a:lnTo>
                <a:lnTo>
                  <a:pt x="219075" y="171450"/>
                </a:lnTo>
                <a:lnTo>
                  <a:pt x="209550" y="171450"/>
                </a:lnTo>
                <a:close/>
                <a:moveTo>
                  <a:pt x="238125" y="161925"/>
                </a:moveTo>
                <a:lnTo>
                  <a:pt x="247650" y="161925"/>
                </a:lnTo>
                <a:lnTo>
                  <a:pt x="247650" y="171450"/>
                </a:lnTo>
                <a:lnTo>
                  <a:pt x="238125" y="171450"/>
                </a:lnTo>
                <a:close/>
                <a:moveTo>
                  <a:pt x="542925" y="161925"/>
                </a:moveTo>
                <a:lnTo>
                  <a:pt x="552450" y="161925"/>
                </a:lnTo>
                <a:lnTo>
                  <a:pt x="552450" y="171450"/>
                </a:lnTo>
                <a:lnTo>
                  <a:pt x="542925" y="171450"/>
                </a:lnTo>
                <a:close/>
                <a:moveTo>
                  <a:pt x="1333500" y="161925"/>
                </a:moveTo>
                <a:lnTo>
                  <a:pt x="1343025" y="161925"/>
                </a:lnTo>
                <a:lnTo>
                  <a:pt x="1343025" y="171450"/>
                </a:lnTo>
                <a:lnTo>
                  <a:pt x="1333500" y="171450"/>
                </a:lnTo>
                <a:close/>
                <a:moveTo>
                  <a:pt x="695325" y="171450"/>
                </a:moveTo>
                <a:lnTo>
                  <a:pt x="714375" y="171450"/>
                </a:lnTo>
                <a:lnTo>
                  <a:pt x="714375" y="180975"/>
                </a:lnTo>
                <a:lnTo>
                  <a:pt x="695325" y="180975"/>
                </a:lnTo>
                <a:close/>
                <a:moveTo>
                  <a:pt x="895350" y="171450"/>
                </a:moveTo>
                <a:lnTo>
                  <a:pt x="914400" y="171450"/>
                </a:lnTo>
                <a:lnTo>
                  <a:pt x="914400" y="180975"/>
                </a:lnTo>
                <a:lnTo>
                  <a:pt x="895350" y="180975"/>
                </a:lnTo>
                <a:close/>
                <a:moveTo>
                  <a:pt x="1343025" y="171450"/>
                </a:moveTo>
                <a:lnTo>
                  <a:pt x="1352550" y="171450"/>
                </a:lnTo>
                <a:lnTo>
                  <a:pt x="1352550" y="180975"/>
                </a:lnTo>
                <a:lnTo>
                  <a:pt x="1343025" y="180975"/>
                </a:lnTo>
                <a:close/>
                <a:moveTo>
                  <a:pt x="1371600" y="171450"/>
                </a:moveTo>
                <a:lnTo>
                  <a:pt x="1381125" y="171450"/>
                </a:lnTo>
                <a:lnTo>
                  <a:pt x="1381125" y="180975"/>
                </a:lnTo>
                <a:lnTo>
                  <a:pt x="1371600" y="180975"/>
                </a:lnTo>
                <a:close/>
                <a:moveTo>
                  <a:pt x="609600" y="180975"/>
                </a:moveTo>
                <a:lnTo>
                  <a:pt x="619125" y="180975"/>
                </a:lnTo>
                <a:lnTo>
                  <a:pt x="619125" y="190500"/>
                </a:lnTo>
                <a:lnTo>
                  <a:pt x="609600" y="190500"/>
                </a:lnTo>
                <a:close/>
                <a:moveTo>
                  <a:pt x="981075" y="180975"/>
                </a:moveTo>
                <a:lnTo>
                  <a:pt x="990600" y="180975"/>
                </a:lnTo>
                <a:lnTo>
                  <a:pt x="990600" y="190500"/>
                </a:lnTo>
                <a:lnTo>
                  <a:pt x="981075" y="190500"/>
                </a:lnTo>
                <a:close/>
                <a:moveTo>
                  <a:pt x="552450" y="190500"/>
                </a:moveTo>
                <a:lnTo>
                  <a:pt x="561975" y="190500"/>
                </a:lnTo>
                <a:lnTo>
                  <a:pt x="561975" y="200025"/>
                </a:lnTo>
                <a:lnTo>
                  <a:pt x="552450" y="200025"/>
                </a:lnTo>
                <a:close/>
                <a:moveTo>
                  <a:pt x="1038225" y="190500"/>
                </a:moveTo>
                <a:lnTo>
                  <a:pt x="1047750" y="190500"/>
                </a:lnTo>
                <a:lnTo>
                  <a:pt x="1047750" y="200025"/>
                </a:lnTo>
                <a:lnTo>
                  <a:pt x="1038225" y="200025"/>
                </a:lnTo>
                <a:close/>
                <a:moveTo>
                  <a:pt x="1066800" y="200025"/>
                </a:moveTo>
                <a:lnTo>
                  <a:pt x="1076325" y="200025"/>
                </a:lnTo>
                <a:lnTo>
                  <a:pt x="1076325" y="209550"/>
                </a:lnTo>
                <a:lnTo>
                  <a:pt x="1066800" y="209550"/>
                </a:lnTo>
                <a:close/>
                <a:moveTo>
                  <a:pt x="1362075" y="200025"/>
                </a:moveTo>
                <a:lnTo>
                  <a:pt x="1371600" y="200025"/>
                </a:lnTo>
                <a:lnTo>
                  <a:pt x="1371600" y="209550"/>
                </a:lnTo>
                <a:lnTo>
                  <a:pt x="1362075" y="209550"/>
                </a:lnTo>
                <a:close/>
                <a:moveTo>
                  <a:pt x="1085850" y="209550"/>
                </a:moveTo>
                <a:lnTo>
                  <a:pt x="1095375" y="209550"/>
                </a:lnTo>
                <a:lnTo>
                  <a:pt x="1095375" y="219075"/>
                </a:lnTo>
                <a:lnTo>
                  <a:pt x="1085850" y="219075"/>
                </a:lnTo>
                <a:close/>
                <a:moveTo>
                  <a:pt x="200025" y="219075"/>
                </a:moveTo>
                <a:lnTo>
                  <a:pt x="209550" y="219075"/>
                </a:lnTo>
                <a:lnTo>
                  <a:pt x="209550" y="228600"/>
                </a:lnTo>
                <a:lnTo>
                  <a:pt x="200025" y="228600"/>
                </a:lnTo>
                <a:close/>
                <a:moveTo>
                  <a:pt x="390525" y="219075"/>
                </a:moveTo>
                <a:lnTo>
                  <a:pt x="400050" y="219075"/>
                </a:lnTo>
                <a:lnTo>
                  <a:pt x="400050" y="228600"/>
                </a:lnTo>
                <a:lnTo>
                  <a:pt x="390525" y="228600"/>
                </a:lnTo>
                <a:close/>
                <a:moveTo>
                  <a:pt x="428625" y="219075"/>
                </a:moveTo>
                <a:lnTo>
                  <a:pt x="438150" y="219075"/>
                </a:lnTo>
                <a:lnTo>
                  <a:pt x="438150" y="228600"/>
                </a:lnTo>
                <a:lnTo>
                  <a:pt x="428625" y="228600"/>
                </a:lnTo>
                <a:close/>
                <a:moveTo>
                  <a:pt x="1095375" y="219075"/>
                </a:moveTo>
                <a:lnTo>
                  <a:pt x="1104900" y="219075"/>
                </a:lnTo>
                <a:lnTo>
                  <a:pt x="1104900" y="228600"/>
                </a:lnTo>
                <a:lnTo>
                  <a:pt x="1095375" y="228600"/>
                </a:lnTo>
                <a:close/>
                <a:moveTo>
                  <a:pt x="1143000" y="219075"/>
                </a:moveTo>
                <a:lnTo>
                  <a:pt x="1162050" y="219075"/>
                </a:lnTo>
                <a:lnTo>
                  <a:pt x="1162050" y="228600"/>
                </a:lnTo>
                <a:lnTo>
                  <a:pt x="1143000" y="228600"/>
                </a:lnTo>
                <a:close/>
                <a:moveTo>
                  <a:pt x="1181100" y="219075"/>
                </a:moveTo>
                <a:lnTo>
                  <a:pt x="1190625" y="219075"/>
                </a:lnTo>
                <a:lnTo>
                  <a:pt x="1190625" y="228600"/>
                </a:lnTo>
                <a:lnTo>
                  <a:pt x="1181100" y="228600"/>
                </a:lnTo>
                <a:close/>
                <a:moveTo>
                  <a:pt x="1371600" y="219075"/>
                </a:moveTo>
                <a:lnTo>
                  <a:pt x="1381125" y="219075"/>
                </a:lnTo>
                <a:lnTo>
                  <a:pt x="1381125" y="228600"/>
                </a:lnTo>
                <a:lnTo>
                  <a:pt x="1371600" y="228600"/>
                </a:lnTo>
                <a:close/>
                <a:moveTo>
                  <a:pt x="171450" y="228600"/>
                </a:moveTo>
                <a:lnTo>
                  <a:pt x="180975" y="228600"/>
                </a:lnTo>
                <a:lnTo>
                  <a:pt x="180975" y="238125"/>
                </a:lnTo>
                <a:lnTo>
                  <a:pt x="171450" y="238125"/>
                </a:lnTo>
                <a:close/>
                <a:moveTo>
                  <a:pt x="581025" y="228600"/>
                </a:moveTo>
                <a:lnTo>
                  <a:pt x="590550" y="228600"/>
                </a:lnTo>
                <a:lnTo>
                  <a:pt x="590550" y="238125"/>
                </a:lnTo>
                <a:lnTo>
                  <a:pt x="581025" y="238125"/>
                </a:lnTo>
                <a:close/>
                <a:moveTo>
                  <a:pt x="514350" y="238125"/>
                </a:moveTo>
                <a:lnTo>
                  <a:pt x="523875" y="238125"/>
                </a:lnTo>
                <a:lnTo>
                  <a:pt x="523875" y="247650"/>
                </a:lnTo>
                <a:lnTo>
                  <a:pt x="514350" y="247650"/>
                </a:lnTo>
                <a:close/>
                <a:moveTo>
                  <a:pt x="409575" y="247650"/>
                </a:moveTo>
                <a:lnTo>
                  <a:pt x="428625" y="247650"/>
                </a:lnTo>
                <a:lnTo>
                  <a:pt x="428625" y="257175"/>
                </a:lnTo>
                <a:lnTo>
                  <a:pt x="409575" y="257175"/>
                </a:lnTo>
                <a:close/>
                <a:moveTo>
                  <a:pt x="523875" y="247650"/>
                </a:moveTo>
                <a:lnTo>
                  <a:pt x="533400" y="247650"/>
                </a:lnTo>
                <a:lnTo>
                  <a:pt x="533400" y="257175"/>
                </a:lnTo>
                <a:lnTo>
                  <a:pt x="523875" y="257175"/>
                </a:lnTo>
                <a:close/>
                <a:moveTo>
                  <a:pt x="1038225" y="247650"/>
                </a:moveTo>
                <a:lnTo>
                  <a:pt x="1047750" y="247650"/>
                </a:lnTo>
                <a:lnTo>
                  <a:pt x="1047750" y="257175"/>
                </a:lnTo>
                <a:lnTo>
                  <a:pt x="1038225" y="257175"/>
                </a:lnTo>
                <a:close/>
                <a:moveTo>
                  <a:pt x="1143000" y="247650"/>
                </a:moveTo>
                <a:lnTo>
                  <a:pt x="1181100" y="247650"/>
                </a:lnTo>
                <a:lnTo>
                  <a:pt x="1181100" y="257175"/>
                </a:lnTo>
                <a:lnTo>
                  <a:pt x="1143000" y="257175"/>
                </a:lnTo>
                <a:close/>
                <a:moveTo>
                  <a:pt x="161925" y="257175"/>
                </a:moveTo>
                <a:lnTo>
                  <a:pt x="171450" y="257175"/>
                </a:lnTo>
                <a:lnTo>
                  <a:pt x="171450" y="266700"/>
                </a:lnTo>
                <a:lnTo>
                  <a:pt x="161925" y="266700"/>
                </a:lnTo>
                <a:close/>
                <a:moveTo>
                  <a:pt x="1000125" y="257175"/>
                </a:moveTo>
                <a:lnTo>
                  <a:pt x="1009650" y="257175"/>
                </a:lnTo>
                <a:lnTo>
                  <a:pt x="1009650" y="266700"/>
                </a:lnTo>
                <a:lnTo>
                  <a:pt x="1000125" y="266700"/>
                </a:lnTo>
                <a:close/>
                <a:moveTo>
                  <a:pt x="1228725" y="257175"/>
                </a:moveTo>
                <a:lnTo>
                  <a:pt x="1238250" y="257175"/>
                </a:lnTo>
                <a:lnTo>
                  <a:pt x="1238250" y="266700"/>
                </a:lnTo>
                <a:lnTo>
                  <a:pt x="1228725" y="266700"/>
                </a:lnTo>
                <a:close/>
                <a:moveTo>
                  <a:pt x="638175" y="266700"/>
                </a:moveTo>
                <a:lnTo>
                  <a:pt x="647700" y="266700"/>
                </a:lnTo>
                <a:lnTo>
                  <a:pt x="647700" y="276225"/>
                </a:lnTo>
                <a:lnTo>
                  <a:pt x="638175" y="276225"/>
                </a:lnTo>
                <a:close/>
                <a:moveTo>
                  <a:pt x="762000" y="266700"/>
                </a:moveTo>
                <a:lnTo>
                  <a:pt x="771525" y="266700"/>
                </a:lnTo>
                <a:lnTo>
                  <a:pt x="771525" y="276225"/>
                </a:lnTo>
                <a:lnTo>
                  <a:pt x="762000" y="276225"/>
                </a:lnTo>
                <a:close/>
                <a:moveTo>
                  <a:pt x="180975" y="276225"/>
                </a:moveTo>
                <a:lnTo>
                  <a:pt x="190500" y="276225"/>
                </a:lnTo>
                <a:lnTo>
                  <a:pt x="190500" y="285750"/>
                </a:lnTo>
                <a:lnTo>
                  <a:pt x="180975" y="285750"/>
                </a:lnTo>
                <a:close/>
                <a:moveTo>
                  <a:pt x="628650" y="276225"/>
                </a:moveTo>
                <a:lnTo>
                  <a:pt x="638175" y="276225"/>
                </a:lnTo>
                <a:lnTo>
                  <a:pt x="638175" y="285750"/>
                </a:lnTo>
                <a:lnTo>
                  <a:pt x="628650" y="285750"/>
                </a:lnTo>
                <a:close/>
                <a:moveTo>
                  <a:pt x="771525" y="276225"/>
                </a:moveTo>
                <a:lnTo>
                  <a:pt x="781050" y="276225"/>
                </a:lnTo>
                <a:lnTo>
                  <a:pt x="781050" y="285750"/>
                </a:lnTo>
                <a:lnTo>
                  <a:pt x="771525" y="285750"/>
                </a:lnTo>
                <a:close/>
                <a:moveTo>
                  <a:pt x="1066800" y="276225"/>
                </a:moveTo>
                <a:lnTo>
                  <a:pt x="1076325" y="276225"/>
                </a:lnTo>
                <a:lnTo>
                  <a:pt x="1076325" y="285750"/>
                </a:lnTo>
                <a:lnTo>
                  <a:pt x="1066800" y="285750"/>
                </a:lnTo>
                <a:close/>
                <a:moveTo>
                  <a:pt x="152400" y="295275"/>
                </a:moveTo>
                <a:lnTo>
                  <a:pt x="161925" y="295275"/>
                </a:lnTo>
                <a:lnTo>
                  <a:pt x="161925" y="314325"/>
                </a:lnTo>
                <a:lnTo>
                  <a:pt x="152400" y="314325"/>
                </a:lnTo>
                <a:close/>
                <a:moveTo>
                  <a:pt x="466725" y="295275"/>
                </a:moveTo>
                <a:lnTo>
                  <a:pt x="476250" y="295275"/>
                </a:lnTo>
                <a:lnTo>
                  <a:pt x="476250" y="304800"/>
                </a:lnTo>
                <a:lnTo>
                  <a:pt x="466725" y="304800"/>
                </a:lnTo>
                <a:close/>
                <a:moveTo>
                  <a:pt x="723900" y="295275"/>
                </a:moveTo>
                <a:lnTo>
                  <a:pt x="742950" y="295275"/>
                </a:lnTo>
                <a:lnTo>
                  <a:pt x="742950" y="304800"/>
                </a:lnTo>
                <a:lnTo>
                  <a:pt x="723900" y="304800"/>
                </a:lnTo>
                <a:close/>
                <a:moveTo>
                  <a:pt x="1419225" y="295275"/>
                </a:moveTo>
                <a:lnTo>
                  <a:pt x="1428750" y="295275"/>
                </a:lnTo>
                <a:lnTo>
                  <a:pt x="1428750" y="304800"/>
                </a:lnTo>
                <a:lnTo>
                  <a:pt x="1419225" y="304800"/>
                </a:lnTo>
                <a:close/>
                <a:moveTo>
                  <a:pt x="542925" y="304800"/>
                </a:moveTo>
                <a:lnTo>
                  <a:pt x="552450" y="304800"/>
                </a:lnTo>
                <a:lnTo>
                  <a:pt x="552450" y="314325"/>
                </a:lnTo>
                <a:lnTo>
                  <a:pt x="542925" y="314325"/>
                </a:lnTo>
                <a:close/>
                <a:moveTo>
                  <a:pt x="952500" y="304800"/>
                </a:moveTo>
                <a:lnTo>
                  <a:pt x="962025" y="304800"/>
                </a:lnTo>
                <a:lnTo>
                  <a:pt x="962025" y="314325"/>
                </a:lnTo>
                <a:lnTo>
                  <a:pt x="952500" y="314325"/>
                </a:lnTo>
                <a:close/>
                <a:moveTo>
                  <a:pt x="1228725" y="304800"/>
                </a:moveTo>
                <a:lnTo>
                  <a:pt x="1238250" y="304800"/>
                </a:lnTo>
                <a:lnTo>
                  <a:pt x="1238250" y="495300"/>
                </a:lnTo>
                <a:lnTo>
                  <a:pt x="1228725" y="495300"/>
                </a:lnTo>
                <a:close/>
                <a:moveTo>
                  <a:pt x="962025" y="314325"/>
                </a:moveTo>
                <a:lnTo>
                  <a:pt x="971550" y="314325"/>
                </a:lnTo>
                <a:lnTo>
                  <a:pt x="971550" y="323850"/>
                </a:lnTo>
                <a:lnTo>
                  <a:pt x="962025" y="323850"/>
                </a:lnTo>
                <a:close/>
                <a:moveTo>
                  <a:pt x="1057275" y="314325"/>
                </a:moveTo>
                <a:lnTo>
                  <a:pt x="1066800" y="314325"/>
                </a:lnTo>
                <a:lnTo>
                  <a:pt x="1066800" y="323850"/>
                </a:lnTo>
                <a:lnTo>
                  <a:pt x="1076325" y="323850"/>
                </a:lnTo>
                <a:lnTo>
                  <a:pt x="1076325" y="352425"/>
                </a:lnTo>
                <a:lnTo>
                  <a:pt x="1047750" y="352425"/>
                </a:lnTo>
                <a:lnTo>
                  <a:pt x="1047750" y="342900"/>
                </a:lnTo>
                <a:lnTo>
                  <a:pt x="1057275" y="342900"/>
                </a:lnTo>
                <a:close/>
                <a:moveTo>
                  <a:pt x="1400175" y="323850"/>
                </a:moveTo>
                <a:lnTo>
                  <a:pt x="1409700" y="323850"/>
                </a:lnTo>
                <a:lnTo>
                  <a:pt x="1409700" y="390525"/>
                </a:lnTo>
                <a:lnTo>
                  <a:pt x="1400175" y="390525"/>
                </a:lnTo>
                <a:close/>
                <a:moveTo>
                  <a:pt x="552450" y="333375"/>
                </a:moveTo>
                <a:lnTo>
                  <a:pt x="561975" y="333375"/>
                </a:lnTo>
                <a:lnTo>
                  <a:pt x="561975" y="342900"/>
                </a:lnTo>
                <a:lnTo>
                  <a:pt x="552450" y="342900"/>
                </a:lnTo>
                <a:close/>
                <a:moveTo>
                  <a:pt x="504825" y="342900"/>
                </a:moveTo>
                <a:lnTo>
                  <a:pt x="514350" y="342900"/>
                </a:lnTo>
                <a:lnTo>
                  <a:pt x="514350" y="352425"/>
                </a:lnTo>
                <a:lnTo>
                  <a:pt x="504825" y="352425"/>
                </a:lnTo>
                <a:close/>
                <a:moveTo>
                  <a:pt x="561975" y="342900"/>
                </a:moveTo>
                <a:lnTo>
                  <a:pt x="581025" y="342900"/>
                </a:lnTo>
                <a:lnTo>
                  <a:pt x="581025" y="352425"/>
                </a:lnTo>
                <a:lnTo>
                  <a:pt x="561975" y="352425"/>
                </a:lnTo>
                <a:close/>
                <a:moveTo>
                  <a:pt x="885825" y="342900"/>
                </a:moveTo>
                <a:lnTo>
                  <a:pt x="895350" y="342900"/>
                </a:lnTo>
                <a:lnTo>
                  <a:pt x="895350" y="352425"/>
                </a:lnTo>
                <a:lnTo>
                  <a:pt x="885825" y="352425"/>
                </a:lnTo>
                <a:close/>
                <a:moveTo>
                  <a:pt x="476250" y="352425"/>
                </a:moveTo>
                <a:lnTo>
                  <a:pt x="485775" y="352425"/>
                </a:lnTo>
                <a:lnTo>
                  <a:pt x="485775" y="361950"/>
                </a:lnTo>
                <a:lnTo>
                  <a:pt x="476250" y="361950"/>
                </a:lnTo>
                <a:close/>
                <a:moveTo>
                  <a:pt x="514350" y="352425"/>
                </a:moveTo>
                <a:lnTo>
                  <a:pt x="523875" y="352425"/>
                </a:lnTo>
                <a:lnTo>
                  <a:pt x="523875" y="361950"/>
                </a:lnTo>
                <a:lnTo>
                  <a:pt x="514350" y="361950"/>
                </a:lnTo>
                <a:close/>
                <a:moveTo>
                  <a:pt x="685800" y="352425"/>
                </a:moveTo>
                <a:lnTo>
                  <a:pt x="695325" y="352425"/>
                </a:lnTo>
                <a:lnTo>
                  <a:pt x="695325" y="361950"/>
                </a:lnTo>
                <a:lnTo>
                  <a:pt x="685800" y="361950"/>
                </a:lnTo>
                <a:close/>
                <a:moveTo>
                  <a:pt x="781050" y="352425"/>
                </a:moveTo>
                <a:lnTo>
                  <a:pt x="800100" y="352425"/>
                </a:lnTo>
                <a:lnTo>
                  <a:pt x="800100" y="361950"/>
                </a:lnTo>
                <a:lnTo>
                  <a:pt x="781050" y="361950"/>
                </a:lnTo>
                <a:close/>
                <a:moveTo>
                  <a:pt x="942975" y="361950"/>
                </a:moveTo>
                <a:lnTo>
                  <a:pt x="952500" y="361950"/>
                </a:lnTo>
                <a:lnTo>
                  <a:pt x="952500" y="371475"/>
                </a:lnTo>
                <a:lnTo>
                  <a:pt x="942975" y="371475"/>
                </a:lnTo>
                <a:close/>
                <a:moveTo>
                  <a:pt x="1038225" y="361950"/>
                </a:moveTo>
                <a:lnTo>
                  <a:pt x="1047750" y="361950"/>
                </a:lnTo>
                <a:lnTo>
                  <a:pt x="1047750" y="371475"/>
                </a:lnTo>
                <a:lnTo>
                  <a:pt x="1038225" y="371475"/>
                </a:lnTo>
                <a:close/>
                <a:moveTo>
                  <a:pt x="914400" y="381000"/>
                </a:moveTo>
                <a:lnTo>
                  <a:pt x="923925" y="381000"/>
                </a:lnTo>
                <a:lnTo>
                  <a:pt x="923925" y="390525"/>
                </a:lnTo>
                <a:lnTo>
                  <a:pt x="914400" y="390525"/>
                </a:lnTo>
                <a:close/>
                <a:moveTo>
                  <a:pt x="666750" y="390525"/>
                </a:moveTo>
                <a:lnTo>
                  <a:pt x="676275" y="390525"/>
                </a:lnTo>
                <a:lnTo>
                  <a:pt x="676275" y="400050"/>
                </a:lnTo>
                <a:lnTo>
                  <a:pt x="666750" y="400050"/>
                </a:lnTo>
                <a:close/>
                <a:moveTo>
                  <a:pt x="714375" y="390525"/>
                </a:moveTo>
                <a:lnTo>
                  <a:pt x="723900" y="390525"/>
                </a:lnTo>
                <a:lnTo>
                  <a:pt x="723900" y="400050"/>
                </a:lnTo>
                <a:lnTo>
                  <a:pt x="714375" y="400050"/>
                </a:lnTo>
                <a:close/>
                <a:moveTo>
                  <a:pt x="819150" y="390525"/>
                </a:moveTo>
                <a:lnTo>
                  <a:pt x="828675" y="390525"/>
                </a:lnTo>
                <a:lnTo>
                  <a:pt x="828675" y="400050"/>
                </a:lnTo>
                <a:lnTo>
                  <a:pt x="819150" y="400050"/>
                </a:lnTo>
                <a:close/>
                <a:moveTo>
                  <a:pt x="933450" y="390525"/>
                </a:moveTo>
                <a:lnTo>
                  <a:pt x="942975" y="390525"/>
                </a:lnTo>
                <a:lnTo>
                  <a:pt x="942975" y="400050"/>
                </a:lnTo>
                <a:lnTo>
                  <a:pt x="933450" y="400050"/>
                </a:lnTo>
                <a:close/>
                <a:moveTo>
                  <a:pt x="657225" y="400050"/>
                </a:moveTo>
                <a:lnTo>
                  <a:pt x="666750" y="400050"/>
                </a:lnTo>
                <a:lnTo>
                  <a:pt x="666750" y="466725"/>
                </a:lnTo>
                <a:lnTo>
                  <a:pt x="657225" y="466725"/>
                </a:lnTo>
                <a:close/>
                <a:moveTo>
                  <a:pt x="723900" y="400050"/>
                </a:moveTo>
                <a:lnTo>
                  <a:pt x="733425" y="400050"/>
                </a:lnTo>
                <a:lnTo>
                  <a:pt x="733425" y="419100"/>
                </a:lnTo>
                <a:lnTo>
                  <a:pt x="723900" y="419100"/>
                </a:lnTo>
                <a:close/>
                <a:moveTo>
                  <a:pt x="828675" y="400050"/>
                </a:moveTo>
                <a:lnTo>
                  <a:pt x="838200" y="400050"/>
                </a:lnTo>
                <a:lnTo>
                  <a:pt x="838200" y="409575"/>
                </a:lnTo>
                <a:lnTo>
                  <a:pt x="828675" y="409575"/>
                </a:lnTo>
                <a:close/>
                <a:moveTo>
                  <a:pt x="561975" y="409575"/>
                </a:moveTo>
                <a:lnTo>
                  <a:pt x="571500" y="409575"/>
                </a:lnTo>
                <a:lnTo>
                  <a:pt x="571500" y="419100"/>
                </a:lnTo>
                <a:lnTo>
                  <a:pt x="561975" y="419100"/>
                </a:lnTo>
                <a:close/>
                <a:moveTo>
                  <a:pt x="790575" y="409575"/>
                </a:moveTo>
                <a:lnTo>
                  <a:pt x="809625" y="409575"/>
                </a:lnTo>
                <a:lnTo>
                  <a:pt x="809625" y="419100"/>
                </a:lnTo>
                <a:lnTo>
                  <a:pt x="790575" y="419100"/>
                </a:lnTo>
                <a:close/>
                <a:moveTo>
                  <a:pt x="838200" y="409575"/>
                </a:moveTo>
                <a:lnTo>
                  <a:pt x="847725" y="409575"/>
                </a:lnTo>
                <a:lnTo>
                  <a:pt x="847725" y="438150"/>
                </a:lnTo>
                <a:lnTo>
                  <a:pt x="857250" y="438150"/>
                </a:lnTo>
                <a:lnTo>
                  <a:pt x="857250" y="476250"/>
                </a:lnTo>
                <a:lnTo>
                  <a:pt x="838200" y="476250"/>
                </a:lnTo>
                <a:lnTo>
                  <a:pt x="838200" y="447675"/>
                </a:lnTo>
                <a:lnTo>
                  <a:pt x="828675" y="447675"/>
                </a:lnTo>
                <a:lnTo>
                  <a:pt x="828675" y="428625"/>
                </a:lnTo>
                <a:lnTo>
                  <a:pt x="838200" y="428625"/>
                </a:lnTo>
                <a:close/>
                <a:moveTo>
                  <a:pt x="542925" y="419100"/>
                </a:moveTo>
                <a:lnTo>
                  <a:pt x="552450" y="419100"/>
                </a:lnTo>
                <a:lnTo>
                  <a:pt x="552450" y="428625"/>
                </a:lnTo>
                <a:lnTo>
                  <a:pt x="542925" y="428625"/>
                </a:lnTo>
                <a:close/>
                <a:moveTo>
                  <a:pt x="600075" y="419100"/>
                </a:moveTo>
                <a:lnTo>
                  <a:pt x="609600" y="419100"/>
                </a:lnTo>
                <a:lnTo>
                  <a:pt x="609600" y="428625"/>
                </a:lnTo>
                <a:lnTo>
                  <a:pt x="600075" y="428625"/>
                </a:lnTo>
                <a:close/>
                <a:moveTo>
                  <a:pt x="733425" y="419100"/>
                </a:moveTo>
                <a:lnTo>
                  <a:pt x="742950" y="419100"/>
                </a:lnTo>
                <a:lnTo>
                  <a:pt x="742950" y="428625"/>
                </a:lnTo>
                <a:lnTo>
                  <a:pt x="733425" y="428625"/>
                </a:lnTo>
                <a:close/>
                <a:moveTo>
                  <a:pt x="885825" y="419100"/>
                </a:moveTo>
                <a:lnTo>
                  <a:pt x="895350" y="419100"/>
                </a:lnTo>
                <a:lnTo>
                  <a:pt x="895350" y="438150"/>
                </a:lnTo>
                <a:lnTo>
                  <a:pt x="885825" y="438150"/>
                </a:lnTo>
                <a:close/>
                <a:moveTo>
                  <a:pt x="990600" y="419100"/>
                </a:moveTo>
                <a:lnTo>
                  <a:pt x="1009650" y="419100"/>
                </a:lnTo>
                <a:lnTo>
                  <a:pt x="1009650" y="428625"/>
                </a:lnTo>
                <a:lnTo>
                  <a:pt x="990600" y="428625"/>
                </a:lnTo>
                <a:close/>
                <a:moveTo>
                  <a:pt x="581025" y="428625"/>
                </a:moveTo>
                <a:lnTo>
                  <a:pt x="590550" y="428625"/>
                </a:lnTo>
                <a:lnTo>
                  <a:pt x="590550" y="438150"/>
                </a:lnTo>
                <a:lnTo>
                  <a:pt x="581025" y="438150"/>
                </a:lnTo>
                <a:close/>
                <a:moveTo>
                  <a:pt x="1400175" y="428625"/>
                </a:moveTo>
                <a:lnTo>
                  <a:pt x="1409700" y="428625"/>
                </a:lnTo>
                <a:lnTo>
                  <a:pt x="1409700" y="438150"/>
                </a:lnTo>
                <a:lnTo>
                  <a:pt x="1400175" y="438150"/>
                </a:lnTo>
                <a:close/>
                <a:moveTo>
                  <a:pt x="542925" y="438150"/>
                </a:moveTo>
                <a:lnTo>
                  <a:pt x="561975" y="438150"/>
                </a:lnTo>
                <a:lnTo>
                  <a:pt x="561975" y="447675"/>
                </a:lnTo>
                <a:lnTo>
                  <a:pt x="542925" y="447675"/>
                </a:lnTo>
                <a:close/>
                <a:moveTo>
                  <a:pt x="619125" y="438150"/>
                </a:moveTo>
                <a:lnTo>
                  <a:pt x="628650" y="438150"/>
                </a:lnTo>
                <a:lnTo>
                  <a:pt x="628650" y="447675"/>
                </a:lnTo>
                <a:lnTo>
                  <a:pt x="638175" y="447675"/>
                </a:lnTo>
                <a:lnTo>
                  <a:pt x="638175" y="457200"/>
                </a:lnTo>
                <a:lnTo>
                  <a:pt x="628650" y="457200"/>
                </a:lnTo>
                <a:lnTo>
                  <a:pt x="628650" y="466725"/>
                </a:lnTo>
                <a:lnTo>
                  <a:pt x="619125" y="466725"/>
                </a:lnTo>
                <a:close/>
                <a:moveTo>
                  <a:pt x="762000" y="438150"/>
                </a:moveTo>
                <a:lnTo>
                  <a:pt x="781050" y="438150"/>
                </a:lnTo>
                <a:lnTo>
                  <a:pt x="781050" y="447675"/>
                </a:lnTo>
                <a:lnTo>
                  <a:pt x="762000" y="447675"/>
                </a:lnTo>
                <a:close/>
                <a:moveTo>
                  <a:pt x="1028700" y="438150"/>
                </a:moveTo>
                <a:lnTo>
                  <a:pt x="1047750" y="438150"/>
                </a:lnTo>
                <a:lnTo>
                  <a:pt x="1047750" y="447675"/>
                </a:lnTo>
                <a:lnTo>
                  <a:pt x="1028700" y="447675"/>
                </a:lnTo>
                <a:close/>
                <a:moveTo>
                  <a:pt x="800100" y="457200"/>
                </a:moveTo>
                <a:lnTo>
                  <a:pt x="809625" y="457200"/>
                </a:lnTo>
                <a:lnTo>
                  <a:pt x="809625" y="466725"/>
                </a:lnTo>
                <a:lnTo>
                  <a:pt x="800100" y="466725"/>
                </a:lnTo>
                <a:close/>
                <a:moveTo>
                  <a:pt x="609600" y="466725"/>
                </a:moveTo>
                <a:lnTo>
                  <a:pt x="619125" y="466725"/>
                </a:lnTo>
                <a:lnTo>
                  <a:pt x="619125" y="476250"/>
                </a:lnTo>
                <a:lnTo>
                  <a:pt x="609600" y="476250"/>
                </a:lnTo>
                <a:close/>
                <a:moveTo>
                  <a:pt x="666750" y="466725"/>
                </a:moveTo>
                <a:lnTo>
                  <a:pt x="676275" y="466725"/>
                </a:lnTo>
                <a:lnTo>
                  <a:pt x="676275" y="476250"/>
                </a:lnTo>
                <a:lnTo>
                  <a:pt x="666750" y="476250"/>
                </a:lnTo>
                <a:close/>
                <a:moveTo>
                  <a:pt x="742950" y="466725"/>
                </a:moveTo>
                <a:lnTo>
                  <a:pt x="752475" y="466725"/>
                </a:lnTo>
                <a:lnTo>
                  <a:pt x="752475" y="476250"/>
                </a:lnTo>
                <a:lnTo>
                  <a:pt x="742950" y="476250"/>
                </a:lnTo>
                <a:close/>
                <a:moveTo>
                  <a:pt x="885825" y="466725"/>
                </a:moveTo>
                <a:lnTo>
                  <a:pt x="914400" y="466725"/>
                </a:lnTo>
                <a:lnTo>
                  <a:pt x="914400" y="476250"/>
                </a:lnTo>
                <a:lnTo>
                  <a:pt x="885825" y="476250"/>
                </a:lnTo>
                <a:close/>
                <a:moveTo>
                  <a:pt x="923925" y="466725"/>
                </a:moveTo>
                <a:lnTo>
                  <a:pt x="981075" y="466725"/>
                </a:lnTo>
                <a:lnTo>
                  <a:pt x="981075" y="476250"/>
                </a:lnTo>
                <a:lnTo>
                  <a:pt x="923925" y="476250"/>
                </a:lnTo>
                <a:close/>
                <a:moveTo>
                  <a:pt x="990600" y="466725"/>
                </a:moveTo>
                <a:lnTo>
                  <a:pt x="1019175" y="466725"/>
                </a:lnTo>
                <a:lnTo>
                  <a:pt x="1019175" y="476250"/>
                </a:lnTo>
                <a:lnTo>
                  <a:pt x="990600" y="476250"/>
                </a:lnTo>
                <a:close/>
                <a:moveTo>
                  <a:pt x="342900" y="485775"/>
                </a:moveTo>
                <a:lnTo>
                  <a:pt x="352425" y="485775"/>
                </a:lnTo>
                <a:lnTo>
                  <a:pt x="352425" y="495300"/>
                </a:lnTo>
                <a:lnTo>
                  <a:pt x="342900" y="495300"/>
                </a:lnTo>
                <a:close/>
                <a:moveTo>
                  <a:pt x="1266825" y="581025"/>
                </a:moveTo>
                <a:lnTo>
                  <a:pt x="1276350" y="581025"/>
                </a:lnTo>
                <a:lnTo>
                  <a:pt x="1276350" y="590550"/>
                </a:lnTo>
                <a:lnTo>
                  <a:pt x="1266825" y="590550"/>
                </a:lnTo>
                <a:close/>
                <a:moveTo>
                  <a:pt x="1285875" y="609600"/>
                </a:moveTo>
                <a:lnTo>
                  <a:pt x="1295400" y="609600"/>
                </a:lnTo>
                <a:lnTo>
                  <a:pt x="1295400" y="619125"/>
                </a:lnTo>
                <a:lnTo>
                  <a:pt x="1285875" y="619125"/>
                </a:lnTo>
                <a:close/>
                <a:moveTo>
                  <a:pt x="276225" y="628650"/>
                </a:moveTo>
                <a:lnTo>
                  <a:pt x="285750" y="628650"/>
                </a:lnTo>
                <a:lnTo>
                  <a:pt x="285750" y="638175"/>
                </a:lnTo>
                <a:lnTo>
                  <a:pt x="276225" y="638175"/>
                </a:lnTo>
                <a:close/>
                <a:moveTo>
                  <a:pt x="1400175" y="695325"/>
                </a:moveTo>
                <a:lnTo>
                  <a:pt x="1409700" y="695325"/>
                </a:lnTo>
                <a:lnTo>
                  <a:pt x="1409700" y="771525"/>
                </a:lnTo>
                <a:lnTo>
                  <a:pt x="1400175" y="771525"/>
                </a:lnTo>
                <a:close/>
                <a:moveTo>
                  <a:pt x="1304925" y="714375"/>
                </a:moveTo>
                <a:lnTo>
                  <a:pt x="1314450" y="714375"/>
                </a:lnTo>
                <a:lnTo>
                  <a:pt x="1314450" y="723900"/>
                </a:lnTo>
                <a:lnTo>
                  <a:pt x="1304925" y="723900"/>
                </a:lnTo>
                <a:close/>
                <a:moveTo>
                  <a:pt x="371475" y="723900"/>
                </a:moveTo>
                <a:lnTo>
                  <a:pt x="390525" y="723900"/>
                </a:lnTo>
                <a:lnTo>
                  <a:pt x="390525" y="733425"/>
                </a:lnTo>
                <a:lnTo>
                  <a:pt x="400050" y="733425"/>
                </a:lnTo>
                <a:lnTo>
                  <a:pt x="400050" y="742950"/>
                </a:lnTo>
                <a:lnTo>
                  <a:pt x="428625" y="742950"/>
                </a:lnTo>
                <a:lnTo>
                  <a:pt x="428625" y="752475"/>
                </a:lnTo>
                <a:lnTo>
                  <a:pt x="476250" y="752475"/>
                </a:lnTo>
                <a:lnTo>
                  <a:pt x="476250" y="742950"/>
                </a:lnTo>
                <a:lnTo>
                  <a:pt x="485775" y="742950"/>
                </a:lnTo>
                <a:lnTo>
                  <a:pt x="485775" y="733425"/>
                </a:lnTo>
                <a:lnTo>
                  <a:pt x="523875" y="733425"/>
                </a:lnTo>
                <a:lnTo>
                  <a:pt x="523875" y="742950"/>
                </a:lnTo>
                <a:lnTo>
                  <a:pt x="542925" y="742950"/>
                </a:lnTo>
                <a:lnTo>
                  <a:pt x="542925" y="752475"/>
                </a:lnTo>
                <a:lnTo>
                  <a:pt x="561975" y="752475"/>
                </a:lnTo>
                <a:lnTo>
                  <a:pt x="561975" y="742950"/>
                </a:lnTo>
                <a:lnTo>
                  <a:pt x="600075" y="742950"/>
                </a:lnTo>
                <a:lnTo>
                  <a:pt x="600075" y="733425"/>
                </a:lnTo>
                <a:lnTo>
                  <a:pt x="609600" y="733425"/>
                </a:lnTo>
                <a:lnTo>
                  <a:pt x="609600" y="723900"/>
                </a:lnTo>
                <a:lnTo>
                  <a:pt x="628650" y="723900"/>
                </a:lnTo>
                <a:lnTo>
                  <a:pt x="628650" y="733425"/>
                </a:lnTo>
                <a:lnTo>
                  <a:pt x="638175" y="733425"/>
                </a:lnTo>
                <a:lnTo>
                  <a:pt x="638175" y="742950"/>
                </a:lnTo>
                <a:lnTo>
                  <a:pt x="704850" y="742950"/>
                </a:lnTo>
                <a:lnTo>
                  <a:pt x="704850" y="733425"/>
                </a:lnTo>
                <a:lnTo>
                  <a:pt x="714375" y="733425"/>
                </a:lnTo>
                <a:lnTo>
                  <a:pt x="714375" y="723900"/>
                </a:lnTo>
                <a:lnTo>
                  <a:pt x="742950" y="723900"/>
                </a:lnTo>
                <a:lnTo>
                  <a:pt x="742950" y="733425"/>
                </a:lnTo>
                <a:lnTo>
                  <a:pt x="762000" y="733425"/>
                </a:lnTo>
                <a:lnTo>
                  <a:pt x="762000" y="742950"/>
                </a:lnTo>
                <a:lnTo>
                  <a:pt x="819150" y="742950"/>
                </a:lnTo>
                <a:lnTo>
                  <a:pt x="819150" y="733425"/>
                </a:lnTo>
                <a:lnTo>
                  <a:pt x="838200" y="733425"/>
                </a:lnTo>
                <a:lnTo>
                  <a:pt x="838200" y="723900"/>
                </a:lnTo>
                <a:lnTo>
                  <a:pt x="857250" y="723900"/>
                </a:lnTo>
                <a:lnTo>
                  <a:pt x="857250" y="733425"/>
                </a:lnTo>
                <a:lnTo>
                  <a:pt x="866775" y="733425"/>
                </a:lnTo>
                <a:lnTo>
                  <a:pt x="866775" y="742950"/>
                </a:lnTo>
                <a:lnTo>
                  <a:pt x="904875" y="742950"/>
                </a:lnTo>
                <a:lnTo>
                  <a:pt x="904875" y="752475"/>
                </a:lnTo>
                <a:lnTo>
                  <a:pt x="942975" y="752475"/>
                </a:lnTo>
                <a:lnTo>
                  <a:pt x="942975" y="771525"/>
                </a:lnTo>
                <a:lnTo>
                  <a:pt x="914400" y="771525"/>
                </a:lnTo>
                <a:lnTo>
                  <a:pt x="914400" y="781050"/>
                </a:lnTo>
                <a:lnTo>
                  <a:pt x="904875" y="781050"/>
                </a:lnTo>
                <a:lnTo>
                  <a:pt x="904875" y="790575"/>
                </a:lnTo>
                <a:lnTo>
                  <a:pt x="895350" y="790575"/>
                </a:lnTo>
                <a:lnTo>
                  <a:pt x="895350" y="762000"/>
                </a:lnTo>
                <a:lnTo>
                  <a:pt x="828675" y="762000"/>
                </a:lnTo>
                <a:lnTo>
                  <a:pt x="828675" y="771525"/>
                </a:lnTo>
                <a:lnTo>
                  <a:pt x="419100" y="771525"/>
                </a:lnTo>
                <a:lnTo>
                  <a:pt x="419100" y="781050"/>
                </a:lnTo>
                <a:lnTo>
                  <a:pt x="409575" y="781050"/>
                </a:lnTo>
                <a:lnTo>
                  <a:pt x="409575" y="762000"/>
                </a:lnTo>
                <a:lnTo>
                  <a:pt x="333375" y="762000"/>
                </a:lnTo>
                <a:lnTo>
                  <a:pt x="333375" y="752475"/>
                </a:lnTo>
                <a:lnTo>
                  <a:pt x="352425" y="752475"/>
                </a:lnTo>
                <a:lnTo>
                  <a:pt x="352425" y="742950"/>
                </a:lnTo>
                <a:lnTo>
                  <a:pt x="361950" y="742950"/>
                </a:lnTo>
                <a:lnTo>
                  <a:pt x="361950" y="733425"/>
                </a:lnTo>
                <a:lnTo>
                  <a:pt x="371475" y="733425"/>
                </a:lnTo>
                <a:close/>
                <a:moveTo>
                  <a:pt x="1190625" y="723900"/>
                </a:moveTo>
                <a:lnTo>
                  <a:pt x="1209675" y="723900"/>
                </a:lnTo>
                <a:lnTo>
                  <a:pt x="1209675" y="733425"/>
                </a:lnTo>
                <a:lnTo>
                  <a:pt x="1228725" y="733425"/>
                </a:lnTo>
                <a:lnTo>
                  <a:pt x="1228725" y="742950"/>
                </a:lnTo>
                <a:lnTo>
                  <a:pt x="1257300" y="742950"/>
                </a:lnTo>
                <a:lnTo>
                  <a:pt x="1257300" y="752475"/>
                </a:lnTo>
                <a:lnTo>
                  <a:pt x="1247775" y="752475"/>
                </a:lnTo>
                <a:lnTo>
                  <a:pt x="1247775" y="762000"/>
                </a:lnTo>
                <a:lnTo>
                  <a:pt x="1200150" y="762000"/>
                </a:lnTo>
                <a:lnTo>
                  <a:pt x="1200150" y="752475"/>
                </a:lnTo>
                <a:lnTo>
                  <a:pt x="1181100" y="752475"/>
                </a:lnTo>
                <a:lnTo>
                  <a:pt x="1181100" y="762000"/>
                </a:lnTo>
                <a:lnTo>
                  <a:pt x="1162050" y="762000"/>
                </a:lnTo>
                <a:lnTo>
                  <a:pt x="1162050" y="781050"/>
                </a:lnTo>
                <a:lnTo>
                  <a:pt x="1152525" y="781050"/>
                </a:lnTo>
                <a:lnTo>
                  <a:pt x="1152525" y="771525"/>
                </a:lnTo>
                <a:lnTo>
                  <a:pt x="1133475" y="771525"/>
                </a:lnTo>
                <a:lnTo>
                  <a:pt x="1133475" y="762000"/>
                </a:lnTo>
                <a:lnTo>
                  <a:pt x="1028700" y="762000"/>
                </a:lnTo>
                <a:lnTo>
                  <a:pt x="1028700" y="752475"/>
                </a:lnTo>
                <a:lnTo>
                  <a:pt x="1076325" y="752475"/>
                </a:lnTo>
                <a:lnTo>
                  <a:pt x="1076325" y="742950"/>
                </a:lnTo>
                <a:lnTo>
                  <a:pt x="1066800" y="742950"/>
                </a:lnTo>
                <a:lnTo>
                  <a:pt x="1066800" y="733425"/>
                </a:lnTo>
                <a:lnTo>
                  <a:pt x="1104900" y="733425"/>
                </a:lnTo>
                <a:lnTo>
                  <a:pt x="1104900" y="752475"/>
                </a:lnTo>
                <a:lnTo>
                  <a:pt x="1162050" y="752475"/>
                </a:lnTo>
                <a:lnTo>
                  <a:pt x="1162050" y="742950"/>
                </a:lnTo>
                <a:lnTo>
                  <a:pt x="1181100" y="742950"/>
                </a:lnTo>
                <a:lnTo>
                  <a:pt x="1181100" y="733425"/>
                </a:lnTo>
                <a:lnTo>
                  <a:pt x="1190625" y="733425"/>
                </a:lnTo>
                <a:close/>
                <a:moveTo>
                  <a:pt x="1295400" y="723900"/>
                </a:moveTo>
                <a:lnTo>
                  <a:pt x="1304925" y="723900"/>
                </a:lnTo>
                <a:lnTo>
                  <a:pt x="1304925" y="733425"/>
                </a:lnTo>
                <a:lnTo>
                  <a:pt x="1295400" y="733425"/>
                </a:lnTo>
                <a:close/>
                <a:moveTo>
                  <a:pt x="962025" y="733425"/>
                </a:moveTo>
                <a:lnTo>
                  <a:pt x="981075" y="733425"/>
                </a:lnTo>
                <a:lnTo>
                  <a:pt x="981075" y="752475"/>
                </a:lnTo>
                <a:lnTo>
                  <a:pt x="1019175" y="752475"/>
                </a:lnTo>
                <a:lnTo>
                  <a:pt x="1019175" y="762000"/>
                </a:lnTo>
                <a:lnTo>
                  <a:pt x="962025" y="762000"/>
                </a:lnTo>
                <a:lnTo>
                  <a:pt x="962025" y="752475"/>
                </a:lnTo>
                <a:lnTo>
                  <a:pt x="971550" y="752475"/>
                </a:lnTo>
                <a:lnTo>
                  <a:pt x="971550" y="742950"/>
                </a:lnTo>
                <a:lnTo>
                  <a:pt x="962025" y="742950"/>
                </a:lnTo>
                <a:close/>
                <a:moveTo>
                  <a:pt x="314325" y="742950"/>
                </a:moveTo>
                <a:lnTo>
                  <a:pt x="323850" y="742950"/>
                </a:lnTo>
                <a:lnTo>
                  <a:pt x="323850" y="752475"/>
                </a:lnTo>
                <a:lnTo>
                  <a:pt x="314325" y="752475"/>
                </a:lnTo>
                <a:close/>
                <a:moveTo>
                  <a:pt x="885825" y="790575"/>
                </a:moveTo>
                <a:lnTo>
                  <a:pt x="895350" y="790575"/>
                </a:lnTo>
                <a:lnTo>
                  <a:pt x="895350" y="800100"/>
                </a:lnTo>
                <a:lnTo>
                  <a:pt x="885825" y="800100"/>
                </a:lnTo>
                <a:close/>
                <a:moveTo>
                  <a:pt x="1162050" y="790575"/>
                </a:moveTo>
                <a:lnTo>
                  <a:pt x="1171575" y="790575"/>
                </a:lnTo>
                <a:lnTo>
                  <a:pt x="1171575" y="809625"/>
                </a:lnTo>
                <a:lnTo>
                  <a:pt x="1162050" y="809625"/>
                </a:lnTo>
                <a:close/>
                <a:moveTo>
                  <a:pt x="457200" y="809625"/>
                </a:moveTo>
                <a:lnTo>
                  <a:pt x="657225" y="809625"/>
                </a:lnTo>
                <a:lnTo>
                  <a:pt x="657225" y="819150"/>
                </a:lnTo>
                <a:lnTo>
                  <a:pt x="790575" y="819150"/>
                </a:lnTo>
                <a:lnTo>
                  <a:pt x="790575" y="895350"/>
                </a:lnTo>
                <a:lnTo>
                  <a:pt x="781050" y="895350"/>
                </a:lnTo>
                <a:lnTo>
                  <a:pt x="781050" y="838200"/>
                </a:lnTo>
                <a:lnTo>
                  <a:pt x="762000" y="838200"/>
                </a:lnTo>
                <a:lnTo>
                  <a:pt x="762000" y="828675"/>
                </a:lnTo>
                <a:lnTo>
                  <a:pt x="533400" y="828675"/>
                </a:lnTo>
                <a:lnTo>
                  <a:pt x="533400" y="838200"/>
                </a:lnTo>
                <a:lnTo>
                  <a:pt x="514350" y="838200"/>
                </a:lnTo>
                <a:lnTo>
                  <a:pt x="514350" y="828675"/>
                </a:lnTo>
                <a:lnTo>
                  <a:pt x="457200" y="828675"/>
                </a:lnTo>
                <a:lnTo>
                  <a:pt x="457200" y="838200"/>
                </a:lnTo>
                <a:lnTo>
                  <a:pt x="447675" y="838200"/>
                </a:lnTo>
                <a:lnTo>
                  <a:pt x="447675" y="819150"/>
                </a:lnTo>
                <a:lnTo>
                  <a:pt x="457200" y="819150"/>
                </a:lnTo>
                <a:close/>
                <a:moveTo>
                  <a:pt x="514350" y="847725"/>
                </a:moveTo>
                <a:lnTo>
                  <a:pt x="533400" y="847725"/>
                </a:lnTo>
                <a:lnTo>
                  <a:pt x="533400" y="857250"/>
                </a:lnTo>
                <a:lnTo>
                  <a:pt x="514350" y="857250"/>
                </a:lnTo>
                <a:close/>
                <a:moveTo>
                  <a:pt x="504825" y="857250"/>
                </a:moveTo>
                <a:lnTo>
                  <a:pt x="514350" y="857250"/>
                </a:lnTo>
                <a:lnTo>
                  <a:pt x="514350" y="866775"/>
                </a:lnTo>
                <a:lnTo>
                  <a:pt x="504825" y="866775"/>
                </a:lnTo>
                <a:close/>
                <a:moveTo>
                  <a:pt x="533400" y="866775"/>
                </a:moveTo>
                <a:lnTo>
                  <a:pt x="542925" y="866775"/>
                </a:lnTo>
                <a:lnTo>
                  <a:pt x="542925" y="876300"/>
                </a:lnTo>
                <a:lnTo>
                  <a:pt x="533400" y="876300"/>
                </a:lnTo>
                <a:close/>
                <a:moveTo>
                  <a:pt x="695325" y="866775"/>
                </a:moveTo>
                <a:lnTo>
                  <a:pt x="723900" y="866775"/>
                </a:lnTo>
                <a:lnTo>
                  <a:pt x="723900" y="876300"/>
                </a:lnTo>
                <a:lnTo>
                  <a:pt x="695325" y="876300"/>
                </a:lnTo>
                <a:close/>
                <a:moveTo>
                  <a:pt x="1066800" y="866775"/>
                </a:moveTo>
                <a:lnTo>
                  <a:pt x="1076325" y="866775"/>
                </a:lnTo>
                <a:lnTo>
                  <a:pt x="1076325" y="876300"/>
                </a:lnTo>
                <a:lnTo>
                  <a:pt x="1095375" y="876300"/>
                </a:lnTo>
                <a:lnTo>
                  <a:pt x="1095375" y="895350"/>
                </a:lnTo>
                <a:lnTo>
                  <a:pt x="1085850" y="895350"/>
                </a:lnTo>
                <a:lnTo>
                  <a:pt x="1085850" y="904875"/>
                </a:lnTo>
                <a:lnTo>
                  <a:pt x="1057275" y="904875"/>
                </a:lnTo>
                <a:lnTo>
                  <a:pt x="1057275" y="895350"/>
                </a:lnTo>
                <a:lnTo>
                  <a:pt x="1066800" y="895350"/>
                </a:lnTo>
                <a:lnTo>
                  <a:pt x="1066800" y="885825"/>
                </a:lnTo>
                <a:lnTo>
                  <a:pt x="1057275" y="885825"/>
                </a:lnTo>
                <a:lnTo>
                  <a:pt x="1057275" y="876300"/>
                </a:lnTo>
                <a:lnTo>
                  <a:pt x="1066800" y="876300"/>
                </a:lnTo>
                <a:close/>
                <a:moveTo>
                  <a:pt x="495300" y="876300"/>
                </a:moveTo>
                <a:lnTo>
                  <a:pt x="504825" y="876300"/>
                </a:lnTo>
                <a:lnTo>
                  <a:pt x="504825" y="885825"/>
                </a:lnTo>
                <a:lnTo>
                  <a:pt x="495300" y="885825"/>
                </a:lnTo>
                <a:close/>
                <a:moveTo>
                  <a:pt x="581025" y="876300"/>
                </a:moveTo>
                <a:lnTo>
                  <a:pt x="600075" y="876300"/>
                </a:lnTo>
                <a:lnTo>
                  <a:pt x="600075" y="885825"/>
                </a:lnTo>
                <a:lnTo>
                  <a:pt x="581025" y="885825"/>
                </a:lnTo>
                <a:close/>
                <a:moveTo>
                  <a:pt x="676275" y="876300"/>
                </a:moveTo>
                <a:lnTo>
                  <a:pt x="685800" y="876300"/>
                </a:lnTo>
                <a:lnTo>
                  <a:pt x="685800" y="885825"/>
                </a:lnTo>
                <a:lnTo>
                  <a:pt x="676275" y="885825"/>
                </a:lnTo>
                <a:close/>
                <a:moveTo>
                  <a:pt x="723900" y="876300"/>
                </a:moveTo>
                <a:lnTo>
                  <a:pt x="733425" y="876300"/>
                </a:lnTo>
                <a:lnTo>
                  <a:pt x="733425" y="885825"/>
                </a:lnTo>
                <a:lnTo>
                  <a:pt x="723900" y="885825"/>
                </a:lnTo>
                <a:close/>
                <a:moveTo>
                  <a:pt x="962025" y="876300"/>
                </a:moveTo>
                <a:lnTo>
                  <a:pt x="990600" y="876300"/>
                </a:lnTo>
                <a:lnTo>
                  <a:pt x="990600" y="904875"/>
                </a:lnTo>
                <a:lnTo>
                  <a:pt x="1000125" y="904875"/>
                </a:lnTo>
                <a:lnTo>
                  <a:pt x="1000125" y="923925"/>
                </a:lnTo>
                <a:lnTo>
                  <a:pt x="981075" y="923925"/>
                </a:lnTo>
                <a:lnTo>
                  <a:pt x="981075" y="904875"/>
                </a:lnTo>
                <a:lnTo>
                  <a:pt x="962025" y="904875"/>
                </a:lnTo>
                <a:lnTo>
                  <a:pt x="962025" y="914400"/>
                </a:lnTo>
                <a:lnTo>
                  <a:pt x="952500" y="914400"/>
                </a:lnTo>
                <a:lnTo>
                  <a:pt x="952500" y="885825"/>
                </a:lnTo>
                <a:lnTo>
                  <a:pt x="962025" y="885825"/>
                </a:lnTo>
                <a:close/>
                <a:moveTo>
                  <a:pt x="485775" y="885825"/>
                </a:moveTo>
                <a:lnTo>
                  <a:pt x="495300" y="885825"/>
                </a:lnTo>
                <a:lnTo>
                  <a:pt x="495300" y="895350"/>
                </a:lnTo>
                <a:lnTo>
                  <a:pt x="485775" y="895350"/>
                </a:lnTo>
                <a:close/>
                <a:moveTo>
                  <a:pt x="542925" y="885825"/>
                </a:moveTo>
                <a:lnTo>
                  <a:pt x="552450" y="885825"/>
                </a:lnTo>
                <a:lnTo>
                  <a:pt x="552450" y="895350"/>
                </a:lnTo>
                <a:lnTo>
                  <a:pt x="542925" y="895350"/>
                </a:lnTo>
                <a:close/>
                <a:moveTo>
                  <a:pt x="571500" y="885825"/>
                </a:moveTo>
                <a:lnTo>
                  <a:pt x="581025" y="885825"/>
                </a:lnTo>
                <a:lnTo>
                  <a:pt x="581025" y="895350"/>
                </a:lnTo>
                <a:lnTo>
                  <a:pt x="571500" y="895350"/>
                </a:lnTo>
                <a:close/>
                <a:moveTo>
                  <a:pt x="657225" y="885825"/>
                </a:moveTo>
                <a:lnTo>
                  <a:pt x="676275" y="885825"/>
                </a:lnTo>
                <a:lnTo>
                  <a:pt x="676275" y="895350"/>
                </a:lnTo>
                <a:lnTo>
                  <a:pt x="666750" y="895350"/>
                </a:lnTo>
                <a:lnTo>
                  <a:pt x="666750" y="904875"/>
                </a:lnTo>
                <a:lnTo>
                  <a:pt x="657225" y="904875"/>
                </a:lnTo>
                <a:close/>
                <a:moveTo>
                  <a:pt x="733425" y="885825"/>
                </a:moveTo>
                <a:lnTo>
                  <a:pt x="742950" y="885825"/>
                </a:lnTo>
                <a:lnTo>
                  <a:pt x="742950" y="895350"/>
                </a:lnTo>
                <a:lnTo>
                  <a:pt x="733425" y="895350"/>
                </a:lnTo>
                <a:close/>
                <a:moveTo>
                  <a:pt x="447675" y="895350"/>
                </a:moveTo>
                <a:lnTo>
                  <a:pt x="457200" y="895350"/>
                </a:lnTo>
                <a:lnTo>
                  <a:pt x="457200" y="914400"/>
                </a:lnTo>
                <a:lnTo>
                  <a:pt x="476250" y="914400"/>
                </a:lnTo>
                <a:lnTo>
                  <a:pt x="476250" y="904875"/>
                </a:lnTo>
                <a:lnTo>
                  <a:pt x="485775" y="904875"/>
                </a:lnTo>
                <a:lnTo>
                  <a:pt x="485775" y="952500"/>
                </a:lnTo>
                <a:lnTo>
                  <a:pt x="476250" y="952500"/>
                </a:lnTo>
                <a:lnTo>
                  <a:pt x="476250" y="962025"/>
                </a:lnTo>
                <a:lnTo>
                  <a:pt x="457200" y="962025"/>
                </a:lnTo>
                <a:lnTo>
                  <a:pt x="457200" y="952500"/>
                </a:lnTo>
                <a:lnTo>
                  <a:pt x="447675" y="952500"/>
                </a:lnTo>
                <a:close/>
                <a:moveTo>
                  <a:pt x="552450" y="895350"/>
                </a:moveTo>
                <a:lnTo>
                  <a:pt x="571500" y="895350"/>
                </a:lnTo>
                <a:lnTo>
                  <a:pt x="571500" y="923925"/>
                </a:lnTo>
                <a:lnTo>
                  <a:pt x="552450" y="923925"/>
                </a:lnTo>
                <a:close/>
                <a:moveTo>
                  <a:pt x="742950" y="914400"/>
                </a:moveTo>
                <a:lnTo>
                  <a:pt x="752475" y="914400"/>
                </a:lnTo>
                <a:lnTo>
                  <a:pt x="752475" y="952500"/>
                </a:lnTo>
                <a:lnTo>
                  <a:pt x="742950" y="952500"/>
                </a:lnTo>
                <a:close/>
                <a:moveTo>
                  <a:pt x="1095375" y="923925"/>
                </a:moveTo>
                <a:lnTo>
                  <a:pt x="1104900" y="923925"/>
                </a:lnTo>
                <a:lnTo>
                  <a:pt x="1104900" y="952500"/>
                </a:lnTo>
                <a:lnTo>
                  <a:pt x="1114425" y="952500"/>
                </a:lnTo>
                <a:lnTo>
                  <a:pt x="1114425" y="971550"/>
                </a:lnTo>
                <a:lnTo>
                  <a:pt x="1104900" y="971550"/>
                </a:lnTo>
                <a:lnTo>
                  <a:pt x="1104900" y="962025"/>
                </a:lnTo>
                <a:lnTo>
                  <a:pt x="1085850" y="962025"/>
                </a:lnTo>
                <a:lnTo>
                  <a:pt x="1085850" y="952500"/>
                </a:lnTo>
                <a:lnTo>
                  <a:pt x="1095375" y="952500"/>
                </a:lnTo>
                <a:close/>
                <a:moveTo>
                  <a:pt x="1162050" y="923925"/>
                </a:moveTo>
                <a:lnTo>
                  <a:pt x="1171575" y="923925"/>
                </a:lnTo>
                <a:lnTo>
                  <a:pt x="1171575" y="1123950"/>
                </a:lnTo>
                <a:lnTo>
                  <a:pt x="1181100" y="1123950"/>
                </a:lnTo>
                <a:lnTo>
                  <a:pt x="1181100" y="1133475"/>
                </a:lnTo>
                <a:lnTo>
                  <a:pt x="1162050" y="1133475"/>
                </a:lnTo>
                <a:close/>
                <a:moveTo>
                  <a:pt x="657225" y="942975"/>
                </a:moveTo>
                <a:lnTo>
                  <a:pt x="676275" y="942975"/>
                </a:lnTo>
                <a:lnTo>
                  <a:pt x="676275" y="952500"/>
                </a:lnTo>
                <a:lnTo>
                  <a:pt x="657225" y="952500"/>
                </a:lnTo>
                <a:close/>
                <a:moveTo>
                  <a:pt x="752475" y="962025"/>
                </a:moveTo>
                <a:lnTo>
                  <a:pt x="762000" y="962025"/>
                </a:lnTo>
                <a:lnTo>
                  <a:pt x="762000" y="971550"/>
                </a:lnTo>
                <a:lnTo>
                  <a:pt x="752475" y="971550"/>
                </a:lnTo>
                <a:close/>
                <a:moveTo>
                  <a:pt x="971550" y="962025"/>
                </a:moveTo>
                <a:lnTo>
                  <a:pt x="981075" y="962025"/>
                </a:lnTo>
                <a:lnTo>
                  <a:pt x="981075" y="971550"/>
                </a:lnTo>
                <a:lnTo>
                  <a:pt x="971550" y="971550"/>
                </a:lnTo>
                <a:close/>
                <a:moveTo>
                  <a:pt x="171450" y="971550"/>
                </a:moveTo>
                <a:lnTo>
                  <a:pt x="180975" y="971550"/>
                </a:lnTo>
                <a:lnTo>
                  <a:pt x="180975" y="990600"/>
                </a:lnTo>
                <a:lnTo>
                  <a:pt x="171450" y="990600"/>
                </a:lnTo>
                <a:close/>
                <a:moveTo>
                  <a:pt x="361950" y="971550"/>
                </a:moveTo>
                <a:lnTo>
                  <a:pt x="371475" y="971550"/>
                </a:lnTo>
                <a:lnTo>
                  <a:pt x="371475" y="981075"/>
                </a:lnTo>
                <a:lnTo>
                  <a:pt x="361950" y="981075"/>
                </a:lnTo>
                <a:close/>
                <a:moveTo>
                  <a:pt x="390525" y="971550"/>
                </a:moveTo>
                <a:lnTo>
                  <a:pt x="400050" y="971550"/>
                </a:lnTo>
                <a:lnTo>
                  <a:pt x="400050" y="981075"/>
                </a:lnTo>
                <a:lnTo>
                  <a:pt x="390525" y="981075"/>
                </a:lnTo>
                <a:close/>
                <a:moveTo>
                  <a:pt x="781050" y="971550"/>
                </a:moveTo>
                <a:lnTo>
                  <a:pt x="790575" y="971550"/>
                </a:lnTo>
                <a:lnTo>
                  <a:pt x="790575" y="1085850"/>
                </a:lnTo>
                <a:lnTo>
                  <a:pt x="781050" y="1085850"/>
                </a:lnTo>
                <a:lnTo>
                  <a:pt x="781050" y="1095375"/>
                </a:lnTo>
                <a:lnTo>
                  <a:pt x="752475" y="1095375"/>
                </a:lnTo>
                <a:lnTo>
                  <a:pt x="752475" y="1085850"/>
                </a:lnTo>
                <a:lnTo>
                  <a:pt x="742950" y="1085850"/>
                </a:lnTo>
                <a:lnTo>
                  <a:pt x="742950" y="1057275"/>
                </a:lnTo>
                <a:lnTo>
                  <a:pt x="733425" y="1057275"/>
                </a:lnTo>
                <a:lnTo>
                  <a:pt x="733425" y="1038225"/>
                </a:lnTo>
                <a:lnTo>
                  <a:pt x="723900" y="1038225"/>
                </a:lnTo>
                <a:lnTo>
                  <a:pt x="723900" y="1028700"/>
                </a:lnTo>
                <a:lnTo>
                  <a:pt x="704850" y="1028700"/>
                </a:lnTo>
                <a:lnTo>
                  <a:pt x="704850" y="1019175"/>
                </a:lnTo>
                <a:lnTo>
                  <a:pt x="723900" y="1019175"/>
                </a:lnTo>
                <a:lnTo>
                  <a:pt x="723900" y="1028700"/>
                </a:lnTo>
                <a:lnTo>
                  <a:pt x="733425" y="1028700"/>
                </a:lnTo>
                <a:lnTo>
                  <a:pt x="733425" y="1038225"/>
                </a:lnTo>
                <a:lnTo>
                  <a:pt x="752475" y="1038225"/>
                </a:lnTo>
                <a:lnTo>
                  <a:pt x="752475" y="1066800"/>
                </a:lnTo>
                <a:lnTo>
                  <a:pt x="762000" y="1066800"/>
                </a:lnTo>
                <a:lnTo>
                  <a:pt x="762000" y="1076325"/>
                </a:lnTo>
                <a:lnTo>
                  <a:pt x="781050" y="1076325"/>
                </a:lnTo>
                <a:lnTo>
                  <a:pt x="781050" y="1066800"/>
                </a:lnTo>
                <a:lnTo>
                  <a:pt x="771525" y="1066800"/>
                </a:lnTo>
                <a:lnTo>
                  <a:pt x="771525" y="1009650"/>
                </a:lnTo>
                <a:lnTo>
                  <a:pt x="781050" y="1009650"/>
                </a:lnTo>
                <a:close/>
                <a:moveTo>
                  <a:pt x="752475" y="981075"/>
                </a:moveTo>
                <a:lnTo>
                  <a:pt x="762000" y="981075"/>
                </a:lnTo>
                <a:lnTo>
                  <a:pt x="762000" y="990600"/>
                </a:lnTo>
                <a:lnTo>
                  <a:pt x="752475" y="990600"/>
                </a:lnTo>
                <a:close/>
                <a:moveTo>
                  <a:pt x="457200" y="990600"/>
                </a:moveTo>
                <a:lnTo>
                  <a:pt x="704850" y="990600"/>
                </a:lnTo>
                <a:lnTo>
                  <a:pt x="704850" y="1000125"/>
                </a:lnTo>
                <a:lnTo>
                  <a:pt x="685800" y="1000125"/>
                </a:lnTo>
                <a:lnTo>
                  <a:pt x="685800" y="1019175"/>
                </a:lnTo>
                <a:lnTo>
                  <a:pt x="695325" y="1019175"/>
                </a:lnTo>
                <a:lnTo>
                  <a:pt x="695325" y="1028700"/>
                </a:lnTo>
                <a:lnTo>
                  <a:pt x="704850" y="1028700"/>
                </a:lnTo>
                <a:lnTo>
                  <a:pt x="704850" y="1038225"/>
                </a:lnTo>
                <a:lnTo>
                  <a:pt x="695325" y="1038225"/>
                </a:lnTo>
                <a:lnTo>
                  <a:pt x="695325" y="1047750"/>
                </a:lnTo>
                <a:lnTo>
                  <a:pt x="685800" y="1047750"/>
                </a:lnTo>
                <a:lnTo>
                  <a:pt x="685800" y="1038225"/>
                </a:lnTo>
                <a:lnTo>
                  <a:pt x="676275" y="1038225"/>
                </a:lnTo>
                <a:lnTo>
                  <a:pt x="676275" y="1019175"/>
                </a:lnTo>
                <a:lnTo>
                  <a:pt x="666750" y="1019175"/>
                </a:lnTo>
                <a:lnTo>
                  <a:pt x="666750" y="1009650"/>
                </a:lnTo>
                <a:lnTo>
                  <a:pt x="619125" y="1009650"/>
                </a:lnTo>
                <a:lnTo>
                  <a:pt x="619125" y="1019175"/>
                </a:lnTo>
                <a:lnTo>
                  <a:pt x="609600" y="1019175"/>
                </a:lnTo>
                <a:lnTo>
                  <a:pt x="609600" y="1066800"/>
                </a:lnTo>
                <a:lnTo>
                  <a:pt x="590550" y="1066800"/>
                </a:lnTo>
                <a:lnTo>
                  <a:pt x="590550" y="1028700"/>
                </a:lnTo>
                <a:lnTo>
                  <a:pt x="581025" y="1028700"/>
                </a:lnTo>
                <a:lnTo>
                  <a:pt x="581025" y="1019175"/>
                </a:lnTo>
                <a:lnTo>
                  <a:pt x="485775" y="1019175"/>
                </a:lnTo>
                <a:lnTo>
                  <a:pt x="485775" y="1000125"/>
                </a:lnTo>
                <a:lnTo>
                  <a:pt x="457200" y="1000125"/>
                </a:lnTo>
                <a:close/>
                <a:moveTo>
                  <a:pt x="742950" y="990600"/>
                </a:moveTo>
                <a:lnTo>
                  <a:pt x="752475" y="990600"/>
                </a:lnTo>
                <a:lnTo>
                  <a:pt x="752475" y="1000125"/>
                </a:lnTo>
                <a:lnTo>
                  <a:pt x="742950" y="1000125"/>
                </a:lnTo>
                <a:close/>
                <a:moveTo>
                  <a:pt x="476250" y="1019175"/>
                </a:moveTo>
                <a:lnTo>
                  <a:pt x="485775" y="1019175"/>
                </a:lnTo>
                <a:lnTo>
                  <a:pt x="485775" y="1028700"/>
                </a:lnTo>
                <a:lnTo>
                  <a:pt x="476250" y="1028700"/>
                </a:lnTo>
                <a:close/>
                <a:moveTo>
                  <a:pt x="447675" y="1038225"/>
                </a:moveTo>
                <a:lnTo>
                  <a:pt x="457200" y="1038225"/>
                </a:lnTo>
                <a:lnTo>
                  <a:pt x="457200" y="1047750"/>
                </a:lnTo>
                <a:lnTo>
                  <a:pt x="466725" y="1047750"/>
                </a:lnTo>
                <a:lnTo>
                  <a:pt x="466725" y="1038225"/>
                </a:lnTo>
                <a:lnTo>
                  <a:pt x="476250" y="1038225"/>
                </a:lnTo>
                <a:lnTo>
                  <a:pt x="476250" y="1066800"/>
                </a:lnTo>
                <a:lnTo>
                  <a:pt x="466725" y="1066800"/>
                </a:lnTo>
                <a:lnTo>
                  <a:pt x="466725" y="1085850"/>
                </a:lnTo>
                <a:lnTo>
                  <a:pt x="447675" y="1085850"/>
                </a:lnTo>
                <a:close/>
                <a:moveTo>
                  <a:pt x="152400" y="1047750"/>
                </a:moveTo>
                <a:lnTo>
                  <a:pt x="161925" y="1047750"/>
                </a:lnTo>
                <a:lnTo>
                  <a:pt x="161925" y="1085850"/>
                </a:lnTo>
                <a:lnTo>
                  <a:pt x="152400" y="1085850"/>
                </a:lnTo>
                <a:close/>
                <a:moveTo>
                  <a:pt x="1247775" y="1047750"/>
                </a:moveTo>
                <a:lnTo>
                  <a:pt x="1257300" y="1047750"/>
                </a:lnTo>
                <a:lnTo>
                  <a:pt x="1257300" y="1057275"/>
                </a:lnTo>
                <a:lnTo>
                  <a:pt x="1247775" y="1057275"/>
                </a:lnTo>
                <a:close/>
                <a:moveTo>
                  <a:pt x="266700" y="1076325"/>
                </a:moveTo>
                <a:lnTo>
                  <a:pt x="276225" y="1076325"/>
                </a:lnTo>
                <a:lnTo>
                  <a:pt x="276225" y="1085850"/>
                </a:lnTo>
                <a:lnTo>
                  <a:pt x="266700" y="1085850"/>
                </a:lnTo>
                <a:close/>
                <a:moveTo>
                  <a:pt x="381000" y="1076325"/>
                </a:moveTo>
                <a:lnTo>
                  <a:pt x="390525" y="1076325"/>
                </a:lnTo>
                <a:lnTo>
                  <a:pt x="390525" y="1085850"/>
                </a:lnTo>
                <a:lnTo>
                  <a:pt x="381000" y="1085850"/>
                </a:lnTo>
                <a:close/>
                <a:moveTo>
                  <a:pt x="1419225" y="1076325"/>
                </a:moveTo>
                <a:lnTo>
                  <a:pt x="1428750" y="1076325"/>
                </a:lnTo>
                <a:lnTo>
                  <a:pt x="1428750" y="1095375"/>
                </a:lnTo>
                <a:lnTo>
                  <a:pt x="1419225" y="1095375"/>
                </a:lnTo>
                <a:close/>
                <a:moveTo>
                  <a:pt x="257175" y="1085850"/>
                </a:moveTo>
                <a:lnTo>
                  <a:pt x="266700" y="1085850"/>
                </a:lnTo>
                <a:lnTo>
                  <a:pt x="266700" y="1123950"/>
                </a:lnTo>
                <a:lnTo>
                  <a:pt x="257175" y="1123950"/>
                </a:lnTo>
                <a:close/>
                <a:moveTo>
                  <a:pt x="390525" y="1085850"/>
                </a:moveTo>
                <a:lnTo>
                  <a:pt x="409575" y="1085850"/>
                </a:lnTo>
                <a:lnTo>
                  <a:pt x="409575" y="1123950"/>
                </a:lnTo>
                <a:lnTo>
                  <a:pt x="419100" y="1123950"/>
                </a:lnTo>
                <a:lnTo>
                  <a:pt x="419100" y="1133475"/>
                </a:lnTo>
                <a:lnTo>
                  <a:pt x="400050" y="1133475"/>
                </a:lnTo>
                <a:lnTo>
                  <a:pt x="400050" y="1143000"/>
                </a:lnTo>
                <a:lnTo>
                  <a:pt x="390525" y="1143000"/>
                </a:lnTo>
                <a:close/>
                <a:moveTo>
                  <a:pt x="180975" y="1095375"/>
                </a:moveTo>
                <a:lnTo>
                  <a:pt x="190500" y="1095375"/>
                </a:lnTo>
                <a:lnTo>
                  <a:pt x="190500" y="1104900"/>
                </a:lnTo>
                <a:lnTo>
                  <a:pt x="180975" y="1104900"/>
                </a:lnTo>
                <a:close/>
                <a:moveTo>
                  <a:pt x="1390650" y="1104900"/>
                </a:moveTo>
                <a:lnTo>
                  <a:pt x="1400175" y="1104900"/>
                </a:lnTo>
                <a:lnTo>
                  <a:pt x="1400175" y="1114425"/>
                </a:lnTo>
                <a:lnTo>
                  <a:pt x="1390650" y="1114425"/>
                </a:lnTo>
                <a:close/>
                <a:moveTo>
                  <a:pt x="1409700" y="1123950"/>
                </a:moveTo>
                <a:lnTo>
                  <a:pt x="1419225" y="1123950"/>
                </a:lnTo>
                <a:lnTo>
                  <a:pt x="1419225" y="1133475"/>
                </a:lnTo>
                <a:lnTo>
                  <a:pt x="1409700" y="1133475"/>
                </a:lnTo>
                <a:close/>
                <a:moveTo>
                  <a:pt x="190500" y="1133475"/>
                </a:moveTo>
                <a:lnTo>
                  <a:pt x="200025" y="1133475"/>
                </a:lnTo>
                <a:lnTo>
                  <a:pt x="200025" y="1143000"/>
                </a:lnTo>
                <a:lnTo>
                  <a:pt x="190500" y="1143000"/>
                </a:lnTo>
                <a:close/>
                <a:moveTo>
                  <a:pt x="200025" y="1152525"/>
                </a:moveTo>
                <a:lnTo>
                  <a:pt x="209550" y="1152525"/>
                </a:lnTo>
                <a:lnTo>
                  <a:pt x="209550" y="1162050"/>
                </a:lnTo>
                <a:lnTo>
                  <a:pt x="200025" y="1162050"/>
                </a:lnTo>
                <a:close/>
                <a:moveTo>
                  <a:pt x="1362075" y="1152525"/>
                </a:moveTo>
                <a:lnTo>
                  <a:pt x="1381125" y="1152525"/>
                </a:lnTo>
                <a:lnTo>
                  <a:pt x="1381125" y="1162050"/>
                </a:lnTo>
                <a:lnTo>
                  <a:pt x="1362075" y="1162050"/>
                </a:lnTo>
                <a:close/>
                <a:moveTo>
                  <a:pt x="1400175" y="1152525"/>
                </a:moveTo>
                <a:lnTo>
                  <a:pt x="1409700" y="1152525"/>
                </a:lnTo>
                <a:lnTo>
                  <a:pt x="1409700" y="1162050"/>
                </a:lnTo>
                <a:lnTo>
                  <a:pt x="1400175" y="1162050"/>
                </a:lnTo>
                <a:close/>
                <a:moveTo>
                  <a:pt x="390525" y="1162050"/>
                </a:moveTo>
                <a:lnTo>
                  <a:pt x="400050" y="1162050"/>
                </a:lnTo>
                <a:lnTo>
                  <a:pt x="400050" y="1171575"/>
                </a:lnTo>
                <a:lnTo>
                  <a:pt x="390525" y="1171575"/>
                </a:lnTo>
                <a:close/>
                <a:moveTo>
                  <a:pt x="209550" y="1171575"/>
                </a:moveTo>
                <a:lnTo>
                  <a:pt x="219075" y="1171575"/>
                </a:lnTo>
                <a:lnTo>
                  <a:pt x="219075" y="1181100"/>
                </a:lnTo>
                <a:lnTo>
                  <a:pt x="209550" y="1181100"/>
                </a:lnTo>
                <a:close/>
                <a:moveTo>
                  <a:pt x="266700" y="1171575"/>
                </a:moveTo>
                <a:lnTo>
                  <a:pt x="276225" y="1171575"/>
                </a:lnTo>
                <a:lnTo>
                  <a:pt x="276225" y="1181100"/>
                </a:lnTo>
                <a:lnTo>
                  <a:pt x="266700" y="1181100"/>
                </a:lnTo>
                <a:close/>
                <a:moveTo>
                  <a:pt x="400050" y="1171575"/>
                </a:moveTo>
                <a:lnTo>
                  <a:pt x="752475" y="1171575"/>
                </a:lnTo>
                <a:lnTo>
                  <a:pt x="752475" y="1181100"/>
                </a:lnTo>
                <a:lnTo>
                  <a:pt x="400050" y="1181100"/>
                </a:lnTo>
                <a:close/>
                <a:moveTo>
                  <a:pt x="857250" y="1171575"/>
                </a:moveTo>
                <a:lnTo>
                  <a:pt x="876300" y="1171575"/>
                </a:lnTo>
                <a:lnTo>
                  <a:pt x="876300" y="1181100"/>
                </a:lnTo>
                <a:lnTo>
                  <a:pt x="857250" y="1181100"/>
                </a:lnTo>
                <a:close/>
                <a:moveTo>
                  <a:pt x="1371600" y="1200150"/>
                </a:moveTo>
                <a:lnTo>
                  <a:pt x="1381125" y="1200150"/>
                </a:lnTo>
                <a:lnTo>
                  <a:pt x="1381125" y="1209675"/>
                </a:lnTo>
                <a:lnTo>
                  <a:pt x="1371600" y="1209675"/>
                </a:lnTo>
                <a:close/>
                <a:moveTo>
                  <a:pt x="238125" y="1209675"/>
                </a:moveTo>
                <a:lnTo>
                  <a:pt x="247650" y="1209675"/>
                </a:lnTo>
                <a:lnTo>
                  <a:pt x="247650" y="1219200"/>
                </a:lnTo>
                <a:lnTo>
                  <a:pt x="238125" y="1219200"/>
                </a:lnTo>
                <a:close/>
                <a:moveTo>
                  <a:pt x="266700" y="1209675"/>
                </a:moveTo>
                <a:lnTo>
                  <a:pt x="276225" y="1209675"/>
                </a:lnTo>
                <a:lnTo>
                  <a:pt x="276225" y="1219200"/>
                </a:lnTo>
                <a:lnTo>
                  <a:pt x="266700" y="1219200"/>
                </a:lnTo>
                <a:close/>
                <a:moveTo>
                  <a:pt x="247650" y="1219200"/>
                </a:moveTo>
                <a:lnTo>
                  <a:pt x="257175" y="1219200"/>
                </a:lnTo>
                <a:lnTo>
                  <a:pt x="257175" y="1228725"/>
                </a:lnTo>
                <a:lnTo>
                  <a:pt x="247650" y="1228725"/>
                </a:lnTo>
                <a:close/>
                <a:moveTo>
                  <a:pt x="276225" y="1219200"/>
                </a:moveTo>
                <a:lnTo>
                  <a:pt x="285750" y="1219200"/>
                </a:lnTo>
                <a:lnTo>
                  <a:pt x="285750" y="1228725"/>
                </a:lnTo>
                <a:lnTo>
                  <a:pt x="276225" y="1228725"/>
                </a:lnTo>
                <a:close/>
                <a:moveTo>
                  <a:pt x="257175" y="1228725"/>
                </a:moveTo>
                <a:lnTo>
                  <a:pt x="266700" y="1228725"/>
                </a:lnTo>
                <a:lnTo>
                  <a:pt x="266700" y="1238250"/>
                </a:lnTo>
                <a:lnTo>
                  <a:pt x="257175" y="1238250"/>
                </a:lnTo>
                <a:close/>
                <a:moveTo>
                  <a:pt x="266700" y="1238250"/>
                </a:moveTo>
                <a:lnTo>
                  <a:pt x="276225" y="1238250"/>
                </a:lnTo>
                <a:lnTo>
                  <a:pt x="276225" y="1247775"/>
                </a:lnTo>
                <a:lnTo>
                  <a:pt x="266700" y="1247775"/>
                </a:lnTo>
                <a:close/>
                <a:moveTo>
                  <a:pt x="295275" y="1257300"/>
                </a:moveTo>
                <a:lnTo>
                  <a:pt x="304800" y="1257300"/>
                </a:lnTo>
                <a:lnTo>
                  <a:pt x="304800" y="1266825"/>
                </a:lnTo>
                <a:lnTo>
                  <a:pt x="295275" y="1266825"/>
                </a:lnTo>
                <a:close/>
                <a:moveTo>
                  <a:pt x="1276350" y="1257300"/>
                </a:moveTo>
                <a:lnTo>
                  <a:pt x="1285875" y="1257300"/>
                </a:lnTo>
                <a:lnTo>
                  <a:pt x="1285875" y="1266825"/>
                </a:lnTo>
                <a:lnTo>
                  <a:pt x="1276350" y="1266825"/>
                </a:lnTo>
                <a:close/>
                <a:moveTo>
                  <a:pt x="1257300" y="1266825"/>
                </a:moveTo>
                <a:lnTo>
                  <a:pt x="1266825" y="1266825"/>
                </a:lnTo>
                <a:lnTo>
                  <a:pt x="1266825" y="1276350"/>
                </a:lnTo>
                <a:lnTo>
                  <a:pt x="1257300" y="1276350"/>
                </a:lnTo>
                <a:close/>
                <a:moveTo>
                  <a:pt x="1238250" y="1276350"/>
                </a:moveTo>
                <a:lnTo>
                  <a:pt x="1247775" y="1276350"/>
                </a:lnTo>
                <a:lnTo>
                  <a:pt x="1247775" y="1285875"/>
                </a:lnTo>
                <a:lnTo>
                  <a:pt x="1238250" y="1285875"/>
                </a:lnTo>
                <a:close/>
                <a:moveTo>
                  <a:pt x="1295400" y="1276350"/>
                </a:moveTo>
                <a:lnTo>
                  <a:pt x="1304925" y="1276350"/>
                </a:lnTo>
                <a:lnTo>
                  <a:pt x="1304925" y="1285875"/>
                </a:lnTo>
                <a:lnTo>
                  <a:pt x="1295400" y="1285875"/>
                </a:lnTo>
                <a:close/>
                <a:moveTo>
                  <a:pt x="295275" y="1285875"/>
                </a:moveTo>
                <a:lnTo>
                  <a:pt x="304800" y="1285875"/>
                </a:lnTo>
                <a:lnTo>
                  <a:pt x="304800" y="1295400"/>
                </a:lnTo>
                <a:lnTo>
                  <a:pt x="295275" y="1295400"/>
                </a:lnTo>
                <a:close/>
                <a:moveTo>
                  <a:pt x="352425" y="1285875"/>
                </a:moveTo>
                <a:lnTo>
                  <a:pt x="361950" y="1285875"/>
                </a:lnTo>
                <a:lnTo>
                  <a:pt x="361950" y="1295400"/>
                </a:lnTo>
                <a:lnTo>
                  <a:pt x="352425" y="1295400"/>
                </a:lnTo>
                <a:close/>
                <a:moveTo>
                  <a:pt x="1219200" y="1285875"/>
                </a:moveTo>
                <a:lnTo>
                  <a:pt x="1228725" y="1285875"/>
                </a:lnTo>
                <a:lnTo>
                  <a:pt x="1228725" y="1295400"/>
                </a:lnTo>
                <a:lnTo>
                  <a:pt x="1219200" y="1295400"/>
                </a:lnTo>
                <a:close/>
                <a:moveTo>
                  <a:pt x="314325" y="1295400"/>
                </a:moveTo>
                <a:lnTo>
                  <a:pt x="323850" y="1295400"/>
                </a:lnTo>
                <a:lnTo>
                  <a:pt x="323850" y="1304925"/>
                </a:lnTo>
                <a:lnTo>
                  <a:pt x="314325" y="1304925"/>
                </a:lnTo>
                <a:close/>
                <a:moveTo>
                  <a:pt x="381000" y="1295400"/>
                </a:moveTo>
                <a:lnTo>
                  <a:pt x="390525" y="1295400"/>
                </a:lnTo>
                <a:lnTo>
                  <a:pt x="390525" y="1304925"/>
                </a:lnTo>
                <a:lnTo>
                  <a:pt x="381000" y="1304925"/>
                </a:lnTo>
                <a:close/>
                <a:moveTo>
                  <a:pt x="1190625" y="1295400"/>
                </a:moveTo>
                <a:lnTo>
                  <a:pt x="1200150" y="1295400"/>
                </a:lnTo>
                <a:lnTo>
                  <a:pt x="1200150" y="1304925"/>
                </a:lnTo>
                <a:lnTo>
                  <a:pt x="1190625" y="1304925"/>
                </a:lnTo>
                <a:close/>
                <a:moveTo>
                  <a:pt x="333375" y="1304925"/>
                </a:moveTo>
                <a:lnTo>
                  <a:pt x="342900" y="1304925"/>
                </a:lnTo>
                <a:lnTo>
                  <a:pt x="342900" y="1314450"/>
                </a:lnTo>
                <a:lnTo>
                  <a:pt x="333375" y="1314450"/>
                </a:lnTo>
                <a:close/>
                <a:moveTo>
                  <a:pt x="390525" y="1323975"/>
                </a:moveTo>
                <a:lnTo>
                  <a:pt x="400050" y="1323975"/>
                </a:lnTo>
                <a:lnTo>
                  <a:pt x="400050" y="1333500"/>
                </a:lnTo>
                <a:lnTo>
                  <a:pt x="390525" y="1333500"/>
                </a:lnTo>
                <a:close/>
                <a:moveTo>
                  <a:pt x="1171575" y="1323975"/>
                </a:moveTo>
                <a:lnTo>
                  <a:pt x="1181100" y="1323975"/>
                </a:lnTo>
                <a:lnTo>
                  <a:pt x="1181100" y="1333500"/>
                </a:lnTo>
                <a:lnTo>
                  <a:pt x="1171575" y="1333500"/>
                </a:lnTo>
                <a:close/>
              </a:path>
            </a:pathLst>
          </a:custGeom>
          <a:solidFill xmlns:a="http://schemas.openxmlformats.org/drawingml/2006/main">
            <a:srgbClr val="FCC99D"/>
          </a:solidFill>
          <a:ln xmlns:a="http://schemas.openxmlformats.org/drawingml/2006/main" w="0">
            <a:noFill/>
          </a:ln>
        </p:spPr>
      </p:sp>
      <p:sp>
        <p:nvSpPr>
          <p:cNvPr id="71" name="logo vector #f9ab7f">
            <a:extLst xmlns:a="http://schemas.openxmlformats.org/drawingml/2006/main">
              <a:ext uri="{FF2B5EF4-FFF2-40B4-BE49-F238E27FC236}">
                <a16:creationId xmlns:a16="http://schemas.microsoft.com/office/drawing/2014/main" id="{9B956CB0-295A-4D2B-A417-8C71744E771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219700" y="4476750"/>
            <a:ext cx="1581150" cy="1485900"/>
          </a:xfrm>
          <a:custGeom xmlns:a="http://schemas.openxmlformats.org/drawingml/2006/main">
            <a:pathLst>
              <a:path w="1581150" h="1485900">
                <a:moveTo>
                  <a:pt x="609600" y="152400"/>
                </a:moveTo>
                <a:lnTo>
                  <a:pt x="619125" y="152400"/>
                </a:lnTo>
                <a:lnTo>
                  <a:pt x="619125" y="161925"/>
                </a:lnTo>
                <a:lnTo>
                  <a:pt x="609600" y="161925"/>
                </a:lnTo>
                <a:close/>
                <a:moveTo>
                  <a:pt x="971550" y="152400"/>
                </a:moveTo>
                <a:lnTo>
                  <a:pt x="981075" y="152400"/>
                </a:lnTo>
                <a:lnTo>
                  <a:pt x="981075" y="161925"/>
                </a:lnTo>
                <a:lnTo>
                  <a:pt x="971550" y="161925"/>
                </a:lnTo>
                <a:close/>
                <a:moveTo>
                  <a:pt x="600075" y="180975"/>
                </a:moveTo>
                <a:lnTo>
                  <a:pt x="609600" y="180975"/>
                </a:lnTo>
                <a:lnTo>
                  <a:pt x="609600" y="190500"/>
                </a:lnTo>
                <a:lnTo>
                  <a:pt x="600075" y="190500"/>
                </a:lnTo>
                <a:close/>
                <a:moveTo>
                  <a:pt x="466725" y="190500"/>
                </a:moveTo>
                <a:lnTo>
                  <a:pt x="476250" y="190500"/>
                </a:lnTo>
                <a:lnTo>
                  <a:pt x="476250" y="200025"/>
                </a:lnTo>
                <a:lnTo>
                  <a:pt x="466725" y="200025"/>
                </a:lnTo>
                <a:close/>
                <a:moveTo>
                  <a:pt x="1381125" y="190500"/>
                </a:moveTo>
                <a:lnTo>
                  <a:pt x="1390650" y="190500"/>
                </a:lnTo>
                <a:lnTo>
                  <a:pt x="1390650" y="200025"/>
                </a:lnTo>
                <a:lnTo>
                  <a:pt x="1381125" y="200025"/>
                </a:lnTo>
                <a:close/>
                <a:moveTo>
                  <a:pt x="457200" y="200025"/>
                </a:moveTo>
                <a:lnTo>
                  <a:pt x="466725" y="200025"/>
                </a:lnTo>
                <a:lnTo>
                  <a:pt x="466725" y="209550"/>
                </a:lnTo>
                <a:lnTo>
                  <a:pt x="457200" y="209550"/>
                </a:lnTo>
                <a:close/>
                <a:moveTo>
                  <a:pt x="504825" y="200025"/>
                </a:moveTo>
                <a:lnTo>
                  <a:pt x="514350" y="200025"/>
                </a:lnTo>
                <a:lnTo>
                  <a:pt x="514350" y="209550"/>
                </a:lnTo>
                <a:lnTo>
                  <a:pt x="504825" y="209550"/>
                </a:lnTo>
                <a:close/>
                <a:moveTo>
                  <a:pt x="447675" y="209550"/>
                </a:moveTo>
                <a:lnTo>
                  <a:pt x="457200" y="209550"/>
                </a:lnTo>
                <a:lnTo>
                  <a:pt x="457200" y="219075"/>
                </a:lnTo>
                <a:lnTo>
                  <a:pt x="447675" y="219075"/>
                </a:lnTo>
                <a:close/>
                <a:moveTo>
                  <a:pt x="485775" y="209550"/>
                </a:moveTo>
                <a:lnTo>
                  <a:pt x="495300" y="209550"/>
                </a:lnTo>
                <a:lnTo>
                  <a:pt x="495300" y="219075"/>
                </a:lnTo>
                <a:lnTo>
                  <a:pt x="485775" y="219075"/>
                </a:lnTo>
                <a:close/>
                <a:moveTo>
                  <a:pt x="1123950" y="209550"/>
                </a:moveTo>
                <a:lnTo>
                  <a:pt x="1133475" y="209550"/>
                </a:lnTo>
                <a:lnTo>
                  <a:pt x="1133475" y="219075"/>
                </a:lnTo>
                <a:lnTo>
                  <a:pt x="1123950" y="219075"/>
                </a:lnTo>
                <a:close/>
                <a:moveTo>
                  <a:pt x="438150" y="219075"/>
                </a:moveTo>
                <a:lnTo>
                  <a:pt x="447675" y="219075"/>
                </a:lnTo>
                <a:lnTo>
                  <a:pt x="447675" y="228600"/>
                </a:lnTo>
                <a:lnTo>
                  <a:pt x="438150" y="228600"/>
                </a:lnTo>
                <a:close/>
                <a:moveTo>
                  <a:pt x="476250" y="219075"/>
                </a:moveTo>
                <a:lnTo>
                  <a:pt x="485775" y="219075"/>
                </a:lnTo>
                <a:lnTo>
                  <a:pt x="485775" y="228600"/>
                </a:lnTo>
                <a:lnTo>
                  <a:pt x="476250" y="228600"/>
                </a:lnTo>
                <a:close/>
                <a:moveTo>
                  <a:pt x="1133475" y="219075"/>
                </a:moveTo>
                <a:lnTo>
                  <a:pt x="1143000" y="219075"/>
                </a:lnTo>
                <a:lnTo>
                  <a:pt x="1143000" y="228600"/>
                </a:lnTo>
                <a:lnTo>
                  <a:pt x="1133475" y="228600"/>
                </a:lnTo>
                <a:close/>
                <a:moveTo>
                  <a:pt x="1181100" y="247650"/>
                </a:moveTo>
                <a:lnTo>
                  <a:pt x="1190625" y="247650"/>
                </a:lnTo>
                <a:lnTo>
                  <a:pt x="1190625" y="257175"/>
                </a:lnTo>
                <a:lnTo>
                  <a:pt x="1181100" y="257175"/>
                </a:lnTo>
                <a:close/>
                <a:moveTo>
                  <a:pt x="1190625" y="257175"/>
                </a:moveTo>
                <a:lnTo>
                  <a:pt x="1200150" y="257175"/>
                </a:lnTo>
                <a:lnTo>
                  <a:pt x="1200150" y="266700"/>
                </a:lnTo>
                <a:lnTo>
                  <a:pt x="1190625" y="266700"/>
                </a:lnTo>
                <a:close/>
                <a:moveTo>
                  <a:pt x="1028700" y="266700"/>
                </a:moveTo>
                <a:lnTo>
                  <a:pt x="1038225" y="266700"/>
                </a:lnTo>
                <a:lnTo>
                  <a:pt x="1038225" y="276225"/>
                </a:lnTo>
                <a:lnTo>
                  <a:pt x="1028700" y="276225"/>
                </a:lnTo>
                <a:close/>
                <a:moveTo>
                  <a:pt x="342900" y="276225"/>
                </a:moveTo>
                <a:lnTo>
                  <a:pt x="352425" y="276225"/>
                </a:lnTo>
                <a:lnTo>
                  <a:pt x="352425" y="485775"/>
                </a:lnTo>
                <a:lnTo>
                  <a:pt x="342900" y="485775"/>
                </a:lnTo>
                <a:close/>
                <a:moveTo>
                  <a:pt x="1009650" y="276225"/>
                </a:moveTo>
                <a:lnTo>
                  <a:pt x="1028700" y="276225"/>
                </a:lnTo>
                <a:lnTo>
                  <a:pt x="1028700" y="285750"/>
                </a:lnTo>
                <a:lnTo>
                  <a:pt x="1009650" y="285750"/>
                </a:lnTo>
                <a:close/>
                <a:moveTo>
                  <a:pt x="1228725" y="276225"/>
                </a:moveTo>
                <a:lnTo>
                  <a:pt x="1238250" y="276225"/>
                </a:lnTo>
                <a:lnTo>
                  <a:pt x="1238250" y="304800"/>
                </a:lnTo>
                <a:lnTo>
                  <a:pt x="1228725" y="304800"/>
                </a:lnTo>
                <a:close/>
                <a:moveTo>
                  <a:pt x="1057275" y="285750"/>
                </a:moveTo>
                <a:lnTo>
                  <a:pt x="1066800" y="285750"/>
                </a:lnTo>
                <a:lnTo>
                  <a:pt x="1066800" y="295275"/>
                </a:lnTo>
                <a:lnTo>
                  <a:pt x="1057275" y="295275"/>
                </a:lnTo>
                <a:close/>
                <a:moveTo>
                  <a:pt x="742950" y="295275"/>
                </a:moveTo>
                <a:lnTo>
                  <a:pt x="752475" y="295275"/>
                </a:lnTo>
                <a:lnTo>
                  <a:pt x="752475" y="342900"/>
                </a:lnTo>
                <a:lnTo>
                  <a:pt x="742950" y="342900"/>
                </a:lnTo>
                <a:close/>
                <a:moveTo>
                  <a:pt x="800100" y="295275"/>
                </a:moveTo>
                <a:lnTo>
                  <a:pt x="809625" y="295275"/>
                </a:lnTo>
                <a:lnTo>
                  <a:pt x="809625" y="314325"/>
                </a:lnTo>
                <a:lnTo>
                  <a:pt x="800100" y="314325"/>
                </a:lnTo>
                <a:close/>
                <a:moveTo>
                  <a:pt x="819150" y="295275"/>
                </a:moveTo>
                <a:lnTo>
                  <a:pt x="828675" y="295275"/>
                </a:lnTo>
                <a:lnTo>
                  <a:pt x="828675" y="304800"/>
                </a:lnTo>
                <a:lnTo>
                  <a:pt x="819150" y="304800"/>
                </a:lnTo>
                <a:close/>
                <a:moveTo>
                  <a:pt x="485775" y="304800"/>
                </a:moveTo>
                <a:lnTo>
                  <a:pt x="504825" y="304800"/>
                </a:lnTo>
                <a:lnTo>
                  <a:pt x="504825" y="323850"/>
                </a:lnTo>
                <a:lnTo>
                  <a:pt x="495300" y="323850"/>
                </a:lnTo>
                <a:lnTo>
                  <a:pt x="495300" y="314325"/>
                </a:lnTo>
                <a:lnTo>
                  <a:pt x="485775" y="314325"/>
                </a:lnTo>
                <a:close/>
                <a:moveTo>
                  <a:pt x="1104900" y="304800"/>
                </a:moveTo>
                <a:lnTo>
                  <a:pt x="1123950" y="304800"/>
                </a:lnTo>
                <a:lnTo>
                  <a:pt x="1123950" y="314325"/>
                </a:lnTo>
                <a:lnTo>
                  <a:pt x="1104900" y="314325"/>
                </a:lnTo>
                <a:close/>
                <a:moveTo>
                  <a:pt x="1066800" y="314325"/>
                </a:moveTo>
                <a:lnTo>
                  <a:pt x="1076325" y="314325"/>
                </a:lnTo>
                <a:lnTo>
                  <a:pt x="1076325" y="323850"/>
                </a:lnTo>
                <a:lnTo>
                  <a:pt x="1066800" y="323850"/>
                </a:lnTo>
                <a:close/>
                <a:moveTo>
                  <a:pt x="962025" y="333375"/>
                </a:moveTo>
                <a:lnTo>
                  <a:pt x="971550" y="333375"/>
                </a:lnTo>
                <a:lnTo>
                  <a:pt x="971550" y="342900"/>
                </a:lnTo>
                <a:lnTo>
                  <a:pt x="981075" y="342900"/>
                </a:lnTo>
                <a:lnTo>
                  <a:pt x="981075" y="352425"/>
                </a:lnTo>
                <a:lnTo>
                  <a:pt x="962025" y="352425"/>
                </a:lnTo>
                <a:close/>
                <a:moveTo>
                  <a:pt x="1009650" y="333375"/>
                </a:moveTo>
                <a:lnTo>
                  <a:pt x="1019175" y="333375"/>
                </a:lnTo>
                <a:lnTo>
                  <a:pt x="1019175" y="342900"/>
                </a:lnTo>
                <a:lnTo>
                  <a:pt x="1009650" y="342900"/>
                </a:lnTo>
                <a:close/>
                <a:moveTo>
                  <a:pt x="1019175" y="342900"/>
                </a:moveTo>
                <a:lnTo>
                  <a:pt x="1038225" y="342900"/>
                </a:lnTo>
                <a:lnTo>
                  <a:pt x="1038225" y="352425"/>
                </a:lnTo>
                <a:lnTo>
                  <a:pt x="1019175" y="352425"/>
                </a:lnTo>
                <a:close/>
                <a:moveTo>
                  <a:pt x="1200150" y="352425"/>
                </a:moveTo>
                <a:lnTo>
                  <a:pt x="1209675" y="352425"/>
                </a:lnTo>
                <a:lnTo>
                  <a:pt x="1209675" y="485775"/>
                </a:lnTo>
                <a:lnTo>
                  <a:pt x="1200150" y="485775"/>
                </a:lnTo>
                <a:close/>
                <a:moveTo>
                  <a:pt x="1143000" y="371475"/>
                </a:moveTo>
                <a:lnTo>
                  <a:pt x="1152525" y="371475"/>
                </a:lnTo>
                <a:lnTo>
                  <a:pt x="1152525" y="381000"/>
                </a:lnTo>
                <a:lnTo>
                  <a:pt x="1143000" y="381000"/>
                </a:lnTo>
                <a:close/>
                <a:moveTo>
                  <a:pt x="942975" y="390525"/>
                </a:moveTo>
                <a:lnTo>
                  <a:pt x="952500" y="390525"/>
                </a:lnTo>
                <a:lnTo>
                  <a:pt x="952500" y="400050"/>
                </a:lnTo>
                <a:lnTo>
                  <a:pt x="942975" y="400050"/>
                </a:lnTo>
                <a:close/>
                <a:moveTo>
                  <a:pt x="923925" y="400050"/>
                </a:moveTo>
                <a:lnTo>
                  <a:pt x="942975" y="400050"/>
                </a:lnTo>
                <a:lnTo>
                  <a:pt x="942975" y="466725"/>
                </a:lnTo>
                <a:lnTo>
                  <a:pt x="923925" y="466725"/>
                </a:lnTo>
                <a:close/>
                <a:moveTo>
                  <a:pt x="723900" y="419100"/>
                </a:moveTo>
                <a:lnTo>
                  <a:pt x="733425" y="419100"/>
                </a:lnTo>
                <a:lnTo>
                  <a:pt x="733425" y="428625"/>
                </a:lnTo>
                <a:lnTo>
                  <a:pt x="723900" y="428625"/>
                </a:lnTo>
                <a:close/>
                <a:moveTo>
                  <a:pt x="990600" y="428625"/>
                </a:moveTo>
                <a:lnTo>
                  <a:pt x="1009650" y="428625"/>
                </a:lnTo>
                <a:lnTo>
                  <a:pt x="1009650" y="457200"/>
                </a:lnTo>
                <a:lnTo>
                  <a:pt x="1000125" y="457200"/>
                </a:lnTo>
                <a:lnTo>
                  <a:pt x="1000125" y="466725"/>
                </a:lnTo>
                <a:lnTo>
                  <a:pt x="990600" y="466725"/>
                </a:lnTo>
                <a:close/>
                <a:moveTo>
                  <a:pt x="695325" y="438150"/>
                </a:moveTo>
                <a:lnTo>
                  <a:pt x="704850" y="438150"/>
                </a:lnTo>
                <a:lnTo>
                  <a:pt x="704850" y="457200"/>
                </a:lnTo>
                <a:lnTo>
                  <a:pt x="695325" y="457200"/>
                </a:lnTo>
                <a:close/>
                <a:moveTo>
                  <a:pt x="857250" y="438150"/>
                </a:moveTo>
                <a:lnTo>
                  <a:pt x="866775" y="438150"/>
                </a:lnTo>
                <a:lnTo>
                  <a:pt x="866775" y="447675"/>
                </a:lnTo>
                <a:lnTo>
                  <a:pt x="857250" y="447675"/>
                </a:lnTo>
                <a:close/>
                <a:moveTo>
                  <a:pt x="885825" y="438150"/>
                </a:moveTo>
                <a:lnTo>
                  <a:pt x="895350" y="438150"/>
                </a:lnTo>
                <a:lnTo>
                  <a:pt x="895350" y="447675"/>
                </a:lnTo>
                <a:lnTo>
                  <a:pt x="885825" y="447675"/>
                </a:lnTo>
                <a:close/>
                <a:moveTo>
                  <a:pt x="1409700" y="438150"/>
                </a:moveTo>
                <a:lnTo>
                  <a:pt x="1428750" y="438150"/>
                </a:lnTo>
                <a:lnTo>
                  <a:pt x="1428750" y="638175"/>
                </a:lnTo>
                <a:lnTo>
                  <a:pt x="1409700" y="638175"/>
                </a:lnTo>
                <a:lnTo>
                  <a:pt x="1409700" y="581025"/>
                </a:lnTo>
                <a:lnTo>
                  <a:pt x="1419225" y="581025"/>
                </a:lnTo>
                <a:lnTo>
                  <a:pt x="1419225" y="542925"/>
                </a:lnTo>
                <a:lnTo>
                  <a:pt x="1409700" y="542925"/>
                </a:lnTo>
                <a:close/>
                <a:moveTo>
                  <a:pt x="590550" y="457200"/>
                </a:moveTo>
                <a:lnTo>
                  <a:pt x="600075" y="457200"/>
                </a:lnTo>
                <a:lnTo>
                  <a:pt x="600075" y="466725"/>
                </a:lnTo>
                <a:lnTo>
                  <a:pt x="609600" y="466725"/>
                </a:lnTo>
                <a:lnTo>
                  <a:pt x="609600" y="476250"/>
                </a:lnTo>
                <a:lnTo>
                  <a:pt x="571500" y="476250"/>
                </a:lnTo>
                <a:lnTo>
                  <a:pt x="571500" y="466725"/>
                </a:lnTo>
                <a:lnTo>
                  <a:pt x="590550" y="466725"/>
                </a:lnTo>
                <a:close/>
                <a:moveTo>
                  <a:pt x="733425" y="457200"/>
                </a:moveTo>
                <a:lnTo>
                  <a:pt x="742950" y="457200"/>
                </a:lnTo>
                <a:lnTo>
                  <a:pt x="742950" y="466725"/>
                </a:lnTo>
                <a:lnTo>
                  <a:pt x="733425" y="466725"/>
                </a:lnTo>
                <a:close/>
                <a:moveTo>
                  <a:pt x="790575" y="457200"/>
                </a:moveTo>
                <a:lnTo>
                  <a:pt x="800100" y="457200"/>
                </a:lnTo>
                <a:lnTo>
                  <a:pt x="800100" y="466725"/>
                </a:lnTo>
                <a:lnTo>
                  <a:pt x="790575" y="466725"/>
                </a:lnTo>
                <a:close/>
                <a:moveTo>
                  <a:pt x="542925" y="466725"/>
                </a:moveTo>
                <a:lnTo>
                  <a:pt x="561975" y="466725"/>
                </a:lnTo>
                <a:lnTo>
                  <a:pt x="561975" y="476250"/>
                </a:lnTo>
                <a:lnTo>
                  <a:pt x="542925" y="476250"/>
                </a:lnTo>
                <a:close/>
                <a:moveTo>
                  <a:pt x="781050" y="466725"/>
                </a:moveTo>
                <a:lnTo>
                  <a:pt x="790575" y="466725"/>
                </a:lnTo>
                <a:lnTo>
                  <a:pt x="790575" y="476250"/>
                </a:lnTo>
                <a:lnTo>
                  <a:pt x="781050" y="476250"/>
                </a:lnTo>
                <a:close/>
                <a:moveTo>
                  <a:pt x="914400" y="466725"/>
                </a:moveTo>
                <a:lnTo>
                  <a:pt x="923925" y="466725"/>
                </a:lnTo>
                <a:lnTo>
                  <a:pt x="923925" y="476250"/>
                </a:lnTo>
                <a:lnTo>
                  <a:pt x="914400" y="476250"/>
                </a:lnTo>
                <a:close/>
                <a:moveTo>
                  <a:pt x="1190625" y="485775"/>
                </a:moveTo>
                <a:lnTo>
                  <a:pt x="1200150" y="485775"/>
                </a:lnTo>
                <a:lnTo>
                  <a:pt x="1200150" y="495300"/>
                </a:lnTo>
                <a:lnTo>
                  <a:pt x="1190625" y="495300"/>
                </a:lnTo>
                <a:close/>
                <a:moveTo>
                  <a:pt x="400050" y="495300"/>
                </a:moveTo>
                <a:lnTo>
                  <a:pt x="1190625" y="495300"/>
                </a:lnTo>
                <a:lnTo>
                  <a:pt x="1190625" y="504825"/>
                </a:lnTo>
                <a:lnTo>
                  <a:pt x="400050" y="504825"/>
                </a:lnTo>
                <a:close/>
                <a:moveTo>
                  <a:pt x="342900" y="504825"/>
                </a:moveTo>
                <a:lnTo>
                  <a:pt x="352425" y="504825"/>
                </a:lnTo>
                <a:lnTo>
                  <a:pt x="352425" y="514350"/>
                </a:lnTo>
                <a:lnTo>
                  <a:pt x="342900" y="514350"/>
                </a:lnTo>
                <a:close/>
                <a:moveTo>
                  <a:pt x="1228725" y="504825"/>
                </a:moveTo>
                <a:lnTo>
                  <a:pt x="1238250" y="504825"/>
                </a:lnTo>
                <a:lnTo>
                  <a:pt x="1238250" y="514350"/>
                </a:lnTo>
                <a:lnTo>
                  <a:pt x="1228725" y="514350"/>
                </a:lnTo>
                <a:close/>
                <a:moveTo>
                  <a:pt x="1295400" y="628650"/>
                </a:moveTo>
                <a:lnTo>
                  <a:pt x="1304925" y="628650"/>
                </a:lnTo>
                <a:lnTo>
                  <a:pt x="1304925" y="638175"/>
                </a:lnTo>
                <a:lnTo>
                  <a:pt x="1295400" y="638175"/>
                </a:lnTo>
                <a:close/>
                <a:moveTo>
                  <a:pt x="266700" y="647700"/>
                </a:moveTo>
                <a:lnTo>
                  <a:pt x="276225" y="647700"/>
                </a:lnTo>
                <a:lnTo>
                  <a:pt x="276225" y="657225"/>
                </a:lnTo>
                <a:lnTo>
                  <a:pt x="266700" y="657225"/>
                </a:lnTo>
                <a:close/>
                <a:moveTo>
                  <a:pt x="723900" y="714375"/>
                </a:moveTo>
                <a:lnTo>
                  <a:pt x="742950" y="714375"/>
                </a:lnTo>
                <a:lnTo>
                  <a:pt x="742950" y="723900"/>
                </a:lnTo>
                <a:lnTo>
                  <a:pt x="723900" y="723900"/>
                </a:lnTo>
                <a:close/>
                <a:moveTo>
                  <a:pt x="838200" y="714375"/>
                </a:moveTo>
                <a:lnTo>
                  <a:pt x="857250" y="714375"/>
                </a:lnTo>
                <a:lnTo>
                  <a:pt x="857250" y="723900"/>
                </a:lnTo>
                <a:lnTo>
                  <a:pt x="838200" y="723900"/>
                </a:lnTo>
                <a:close/>
                <a:moveTo>
                  <a:pt x="1190625" y="714375"/>
                </a:moveTo>
                <a:lnTo>
                  <a:pt x="1209675" y="714375"/>
                </a:lnTo>
                <a:lnTo>
                  <a:pt x="1209675" y="723900"/>
                </a:lnTo>
                <a:lnTo>
                  <a:pt x="1190625" y="723900"/>
                </a:lnTo>
                <a:close/>
                <a:moveTo>
                  <a:pt x="390525" y="723900"/>
                </a:moveTo>
                <a:lnTo>
                  <a:pt x="400050" y="723900"/>
                </a:lnTo>
                <a:lnTo>
                  <a:pt x="400050" y="733425"/>
                </a:lnTo>
                <a:lnTo>
                  <a:pt x="390525" y="733425"/>
                </a:lnTo>
                <a:close/>
                <a:moveTo>
                  <a:pt x="485775" y="723900"/>
                </a:moveTo>
                <a:lnTo>
                  <a:pt x="514350" y="723900"/>
                </a:lnTo>
                <a:lnTo>
                  <a:pt x="514350" y="733425"/>
                </a:lnTo>
                <a:lnTo>
                  <a:pt x="485775" y="733425"/>
                </a:lnTo>
                <a:close/>
                <a:moveTo>
                  <a:pt x="600075" y="723900"/>
                </a:moveTo>
                <a:lnTo>
                  <a:pt x="609600" y="723900"/>
                </a:lnTo>
                <a:lnTo>
                  <a:pt x="609600" y="733425"/>
                </a:lnTo>
                <a:lnTo>
                  <a:pt x="600075" y="733425"/>
                </a:lnTo>
                <a:close/>
                <a:moveTo>
                  <a:pt x="742950" y="723900"/>
                </a:moveTo>
                <a:lnTo>
                  <a:pt x="752475" y="723900"/>
                </a:lnTo>
                <a:lnTo>
                  <a:pt x="752475" y="733425"/>
                </a:lnTo>
                <a:lnTo>
                  <a:pt x="742950" y="733425"/>
                </a:lnTo>
                <a:close/>
                <a:moveTo>
                  <a:pt x="828675" y="723900"/>
                </a:moveTo>
                <a:lnTo>
                  <a:pt x="838200" y="723900"/>
                </a:lnTo>
                <a:lnTo>
                  <a:pt x="838200" y="733425"/>
                </a:lnTo>
                <a:lnTo>
                  <a:pt x="828675" y="733425"/>
                </a:lnTo>
                <a:close/>
                <a:moveTo>
                  <a:pt x="857250" y="723900"/>
                </a:moveTo>
                <a:lnTo>
                  <a:pt x="866775" y="723900"/>
                </a:lnTo>
                <a:lnTo>
                  <a:pt x="866775" y="733425"/>
                </a:lnTo>
                <a:lnTo>
                  <a:pt x="857250" y="733425"/>
                </a:lnTo>
                <a:close/>
                <a:moveTo>
                  <a:pt x="942975" y="723900"/>
                </a:moveTo>
                <a:lnTo>
                  <a:pt x="981075" y="723900"/>
                </a:lnTo>
                <a:lnTo>
                  <a:pt x="981075" y="733425"/>
                </a:lnTo>
                <a:lnTo>
                  <a:pt x="962025" y="733425"/>
                </a:lnTo>
                <a:lnTo>
                  <a:pt x="962025" y="742950"/>
                </a:lnTo>
                <a:lnTo>
                  <a:pt x="971550" y="742950"/>
                </a:lnTo>
                <a:lnTo>
                  <a:pt x="971550" y="752475"/>
                </a:lnTo>
                <a:lnTo>
                  <a:pt x="962025" y="752475"/>
                </a:lnTo>
                <a:lnTo>
                  <a:pt x="962025" y="762000"/>
                </a:lnTo>
                <a:lnTo>
                  <a:pt x="1019175" y="762000"/>
                </a:lnTo>
                <a:lnTo>
                  <a:pt x="1019175" y="752475"/>
                </a:lnTo>
                <a:lnTo>
                  <a:pt x="981075" y="752475"/>
                </a:lnTo>
                <a:lnTo>
                  <a:pt x="981075" y="733425"/>
                </a:lnTo>
                <a:lnTo>
                  <a:pt x="1000125" y="733425"/>
                </a:lnTo>
                <a:lnTo>
                  <a:pt x="1000125" y="742950"/>
                </a:lnTo>
                <a:lnTo>
                  <a:pt x="1057275" y="742950"/>
                </a:lnTo>
                <a:lnTo>
                  <a:pt x="1057275" y="733425"/>
                </a:lnTo>
                <a:lnTo>
                  <a:pt x="1066800" y="733425"/>
                </a:lnTo>
                <a:lnTo>
                  <a:pt x="1066800" y="723900"/>
                </a:lnTo>
                <a:lnTo>
                  <a:pt x="1095375" y="723900"/>
                </a:lnTo>
                <a:lnTo>
                  <a:pt x="1095375" y="733425"/>
                </a:lnTo>
                <a:lnTo>
                  <a:pt x="1066800" y="733425"/>
                </a:lnTo>
                <a:lnTo>
                  <a:pt x="1066800" y="752475"/>
                </a:lnTo>
                <a:lnTo>
                  <a:pt x="1028700" y="752475"/>
                </a:lnTo>
                <a:lnTo>
                  <a:pt x="1028700" y="762000"/>
                </a:lnTo>
                <a:lnTo>
                  <a:pt x="1095375" y="762000"/>
                </a:lnTo>
                <a:lnTo>
                  <a:pt x="1095375" y="771525"/>
                </a:lnTo>
                <a:lnTo>
                  <a:pt x="942975" y="771525"/>
                </a:lnTo>
                <a:lnTo>
                  <a:pt x="942975" y="752475"/>
                </a:lnTo>
                <a:lnTo>
                  <a:pt x="904875" y="752475"/>
                </a:lnTo>
                <a:lnTo>
                  <a:pt x="904875" y="742950"/>
                </a:lnTo>
                <a:lnTo>
                  <a:pt x="933450" y="742950"/>
                </a:lnTo>
                <a:lnTo>
                  <a:pt x="933450" y="733425"/>
                </a:lnTo>
                <a:lnTo>
                  <a:pt x="942975" y="733425"/>
                </a:lnTo>
                <a:close/>
                <a:moveTo>
                  <a:pt x="1181100" y="723900"/>
                </a:moveTo>
                <a:lnTo>
                  <a:pt x="1190625" y="723900"/>
                </a:lnTo>
                <a:lnTo>
                  <a:pt x="1190625" y="733425"/>
                </a:lnTo>
                <a:lnTo>
                  <a:pt x="1181100" y="733425"/>
                </a:lnTo>
                <a:close/>
                <a:moveTo>
                  <a:pt x="1209675" y="723900"/>
                </a:moveTo>
                <a:lnTo>
                  <a:pt x="1219200" y="723900"/>
                </a:lnTo>
                <a:lnTo>
                  <a:pt x="1219200" y="733425"/>
                </a:lnTo>
                <a:lnTo>
                  <a:pt x="1209675" y="733425"/>
                </a:lnTo>
                <a:close/>
                <a:moveTo>
                  <a:pt x="295275" y="733425"/>
                </a:moveTo>
                <a:lnTo>
                  <a:pt x="304800" y="733425"/>
                </a:lnTo>
                <a:lnTo>
                  <a:pt x="304800" y="742950"/>
                </a:lnTo>
                <a:lnTo>
                  <a:pt x="295275" y="742950"/>
                </a:lnTo>
                <a:close/>
                <a:moveTo>
                  <a:pt x="352425" y="733425"/>
                </a:moveTo>
                <a:lnTo>
                  <a:pt x="361950" y="733425"/>
                </a:lnTo>
                <a:lnTo>
                  <a:pt x="361950" y="742950"/>
                </a:lnTo>
                <a:lnTo>
                  <a:pt x="352425" y="742950"/>
                </a:lnTo>
                <a:close/>
                <a:moveTo>
                  <a:pt x="400050" y="733425"/>
                </a:moveTo>
                <a:lnTo>
                  <a:pt x="419100" y="733425"/>
                </a:lnTo>
                <a:lnTo>
                  <a:pt x="419100" y="742950"/>
                </a:lnTo>
                <a:lnTo>
                  <a:pt x="400050" y="742950"/>
                </a:lnTo>
                <a:close/>
                <a:moveTo>
                  <a:pt x="476250" y="733425"/>
                </a:moveTo>
                <a:lnTo>
                  <a:pt x="485775" y="733425"/>
                </a:lnTo>
                <a:lnTo>
                  <a:pt x="485775" y="742950"/>
                </a:lnTo>
                <a:lnTo>
                  <a:pt x="476250" y="742950"/>
                </a:lnTo>
                <a:close/>
                <a:moveTo>
                  <a:pt x="523875" y="733425"/>
                </a:moveTo>
                <a:lnTo>
                  <a:pt x="533400" y="733425"/>
                </a:lnTo>
                <a:lnTo>
                  <a:pt x="533400" y="742950"/>
                </a:lnTo>
                <a:lnTo>
                  <a:pt x="523875" y="742950"/>
                </a:lnTo>
                <a:close/>
                <a:moveTo>
                  <a:pt x="590550" y="733425"/>
                </a:moveTo>
                <a:lnTo>
                  <a:pt x="600075" y="733425"/>
                </a:lnTo>
                <a:lnTo>
                  <a:pt x="600075" y="742950"/>
                </a:lnTo>
                <a:lnTo>
                  <a:pt x="590550" y="742950"/>
                </a:lnTo>
                <a:close/>
                <a:moveTo>
                  <a:pt x="638175" y="733425"/>
                </a:moveTo>
                <a:lnTo>
                  <a:pt x="647700" y="733425"/>
                </a:lnTo>
                <a:lnTo>
                  <a:pt x="647700" y="742950"/>
                </a:lnTo>
                <a:lnTo>
                  <a:pt x="638175" y="742950"/>
                </a:lnTo>
                <a:close/>
                <a:moveTo>
                  <a:pt x="695325" y="733425"/>
                </a:moveTo>
                <a:lnTo>
                  <a:pt x="704850" y="733425"/>
                </a:lnTo>
                <a:lnTo>
                  <a:pt x="704850" y="742950"/>
                </a:lnTo>
                <a:lnTo>
                  <a:pt x="695325" y="742950"/>
                </a:lnTo>
                <a:close/>
                <a:moveTo>
                  <a:pt x="762000" y="733425"/>
                </a:moveTo>
                <a:lnTo>
                  <a:pt x="771525" y="733425"/>
                </a:lnTo>
                <a:lnTo>
                  <a:pt x="771525" y="742950"/>
                </a:lnTo>
                <a:lnTo>
                  <a:pt x="762000" y="742950"/>
                </a:lnTo>
                <a:close/>
                <a:moveTo>
                  <a:pt x="866775" y="733425"/>
                </a:moveTo>
                <a:lnTo>
                  <a:pt x="876300" y="733425"/>
                </a:lnTo>
                <a:lnTo>
                  <a:pt x="876300" y="742950"/>
                </a:lnTo>
                <a:lnTo>
                  <a:pt x="866775" y="742950"/>
                </a:lnTo>
                <a:close/>
                <a:moveTo>
                  <a:pt x="1104900" y="733425"/>
                </a:moveTo>
                <a:lnTo>
                  <a:pt x="1114425" y="733425"/>
                </a:lnTo>
                <a:lnTo>
                  <a:pt x="1114425" y="742950"/>
                </a:lnTo>
                <a:lnTo>
                  <a:pt x="1133475" y="742950"/>
                </a:lnTo>
                <a:lnTo>
                  <a:pt x="1133475" y="752475"/>
                </a:lnTo>
                <a:lnTo>
                  <a:pt x="1104900" y="752475"/>
                </a:lnTo>
                <a:close/>
                <a:moveTo>
                  <a:pt x="1162050" y="733425"/>
                </a:moveTo>
                <a:lnTo>
                  <a:pt x="1181100" y="733425"/>
                </a:lnTo>
                <a:lnTo>
                  <a:pt x="1181100" y="742950"/>
                </a:lnTo>
                <a:lnTo>
                  <a:pt x="1162050" y="742950"/>
                </a:lnTo>
                <a:close/>
                <a:moveTo>
                  <a:pt x="1276350" y="733425"/>
                </a:moveTo>
                <a:lnTo>
                  <a:pt x="1285875" y="733425"/>
                </a:lnTo>
                <a:lnTo>
                  <a:pt x="1285875" y="742950"/>
                </a:lnTo>
                <a:lnTo>
                  <a:pt x="1276350" y="742950"/>
                </a:lnTo>
                <a:close/>
                <a:moveTo>
                  <a:pt x="428625" y="742950"/>
                </a:moveTo>
                <a:lnTo>
                  <a:pt x="476250" y="742950"/>
                </a:lnTo>
                <a:lnTo>
                  <a:pt x="476250" y="752475"/>
                </a:lnTo>
                <a:lnTo>
                  <a:pt x="428625" y="752475"/>
                </a:lnTo>
                <a:close/>
                <a:moveTo>
                  <a:pt x="542925" y="742950"/>
                </a:moveTo>
                <a:lnTo>
                  <a:pt x="561975" y="742950"/>
                </a:lnTo>
                <a:lnTo>
                  <a:pt x="561975" y="752475"/>
                </a:lnTo>
                <a:lnTo>
                  <a:pt x="542925" y="752475"/>
                </a:lnTo>
                <a:close/>
                <a:moveTo>
                  <a:pt x="485775" y="800100"/>
                </a:moveTo>
                <a:lnTo>
                  <a:pt x="514350" y="800100"/>
                </a:lnTo>
                <a:lnTo>
                  <a:pt x="514350" y="809625"/>
                </a:lnTo>
                <a:lnTo>
                  <a:pt x="485775" y="809625"/>
                </a:lnTo>
                <a:close/>
                <a:moveTo>
                  <a:pt x="552450" y="800100"/>
                </a:moveTo>
                <a:lnTo>
                  <a:pt x="676275" y="800100"/>
                </a:lnTo>
                <a:lnTo>
                  <a:pt x="676275" y="809625"/>
                </a:lnTo>
                <a:lnTo>
                  <a:pt x="723900" y="809625"/>
                </a:lnTo>
                <a:lnTo>
                  <a:pt x="723900" y="800100"/>
                </a:lnTo>
                <a:lnTo>
                  <a:pt x="781050" y="800100"/>
                </a:lnTo>
                <a:lnTo>
                  <a:pt x="781050" y="809625"/>
                </a:lnTo>
                <a:lnTo>
                  <a:pt x="790575" y="809625"/>
                </a:lnTo>
                <a:lnTo>
                  <a:pt x="790575" y="819150"/>
                </a:lnTo>
                <a:lnTo>
                  <a:pt x="657225" y="819150"/>
                </a:lnTo>
                <a:lnTo>
                  <a:pt x="657225" y="809625"/>
                </a:lnTo>
                <a:lnTo>
                  <a:pt x="552450" y="809625"/>
                </a:lnTo>
                <a:close/>
                <a:moveTo>
                  <a:pt x="885825" y="800100"/>
                </a:moveTo>
                <a:lnTo>
                  <a:pt x="895350" y="800100"/>
                </a:lnTo>
                <a:lnTo>
                  <a:pt x="895350" y="809625"/>
                </a:lnTo>
                <a:lnTo>
                  <a:pt x="885825" y="809625"/>
                </a:lnTo>
                <a:close/>
                <a:moveTo>
                  <a:pt x="438150" y="809625"/>
                </a:moveTo>
                <a:lnTo>
                  <a:pt x="457200" y="809625"/>
                </a:lnTo>
                <a:lnTo>
                  <a:pt x="457200" y="819150"/>
                </a:lnTo>
                <a:lnTo>
                  <a:pt x="447675" y="819150"/>
                </a:lnTo>
                <a:lnTo>
                  <a:pt x="447675" y="866775"/>
                </a:lnTo>
                <a:lnTo>
                  <a:pt x="438150" y="866775"/>
                </a:lnTo>
                <a:close/>
                <a:moveTo>
                  <a:pt x="1162050" y="809625"/>
                </a:moveTo>
                <a:lnTo>
                  <a:pt x="1171575" y="809625"/>
                </a:lnTo>
                <a:lnTo>
                  <a:pt x="1171575" y="923925"/>
                </a:lnTo>
                <a:lnTo>
                  <a:pt x="1162050" y="923925"/>
                </a:lnTo>
                <a:close/>
                <a:moveTo>
                  <a:pt x="1409700" y="819150"/>
                </a:moveTo>
                <a:lnTo>
                  <a:pt x="1428750" y="819150"/>
                </a:lnTo>
                <a:lnTo>
                  <a:pt x="1428750" y="857250"/>
                </a:lnTo>
                <a:lnTo>
                  <a:pt x="1409700" y="857250"/>
                </a:lnTo>
                <a:close/>
                <a:moveTo>
                  <a:pt x="885825" y="828675"/>
                </a:moveTo>
                <a:lnTo>
                  <a:pt x="895350" y="828675"/>
                </a:lnTo>
                <a:lnTo>
                  <a:pt x="895350" y="1047750"/>
                </a:lnTo>
                <a:lnTo>
                  <a:pt x="885825" y="1047750"/>
                </a:lnTo>
                <a:close/>
                <a:moveTo>
                  <a:pt x="952500" y="828675"/>
                </a:moveTo>
                <a:lnTo>
                  <a:pt x="990600" y="828675"/>
                </a:lnTo>
                <a:lnTo>
                  <a:pt x="990600" y="838200"/>
                </a:lnTo>
                <a:lnTo>
                  <a:pt x="1114425" y="838200"/>
                </a:lnTo>
                <a:lnTo>
                  <a:pt x="1114425" y="857250"/>
                </a:lnTo>
                <a:lnTo>
                  <a:pt x="1104900" y="857250"/>
                </a:lnTo>
                <a:lnTo>
                  <a:pt x="1104900" y="847725"/>
                </a:lnTo>
                <a:lnTo>
                  <a:pt x="1047750" y="847725"/>
                </a:lnTo>
                <a:lnTo>
                  <a:pt x="1047750" y="857250"/>
                </a:lnTo>
                <a:lnTo>
                  <a:pt x="1019175" y="857250"/>
                </a:lnTo>
                <a:lnTo>
                  <a:pt x="1019175" y="847725"/>
                </a:lnTo>
                <a:lnTo>
                  <a:pt x="962025" y="847725"/>
                </a:lnTo>
                <a:lnTo>
                  <a:pt x="962025" y="866775"/>
                </a:lnTo>
                <a:lnTo>
                  <a:pt x="952500" y="866775"/>
                </a:lnTo>
                <a:lnTo>
                  <a:pt x="952500" y="952500"/>
                </a:lnTo>
                <a:lnTo>
                  <a:pt x="942975" y="952500"/>
                </a:lnTo>
                <a:lnTo>
                  <a:pt x="942975" y="838200"/>
                </a:lnTo>
                <a:lnTo>
                  <a:pt x="952500" y="838200"/>
                </a:lnTo>
                <a:close/>
                <a:moveTo>
                  <a:pt x="504825" y="866775"/>
                </a:moveTo>
                <a:lnTo>
                  <a:pt x="514350" y="866775"/>
                </a:lnTo>
                <a:lnTo>
                  <a:pt x="514350" y="876300"/>
                </a:lnTo>
                <a:lnTo>
                  <a:pt x="504825" y="876300"/>
                </a:lnTo>
                <a:close/>
                <a:moveTo>
                  <a:pt x="533400" y="876300"/>
                </a:moveTo>
                <a:lnTo>
                  <a:pt x="542925" y="876300"/>
                </a:lnTo>
                <a:lnTo>
                  <a:pt x="542925" y="885825"/>
                </a:lnTo>
                <a:lnTo>
                  <a:pt x="533400" y="885825"/>
                </a:lnTo>
                <a:close/>
                <a:moveTo>
                  <a:pt x="600075" y="876300"/>
                </a:moveTo>
                <a:lnTo>
                  <a:pt x="638175" y="876300"/>
                </a:lnTo>
                <a:lnTo>
                  <a:pt x="638175" y="885825"/>
                </a:lnTo>
                <a:lnTo>
                  <a:pt x="600075" y="885825"/>
                </a:lnTo>
                <a:close/>
                <a:moveTo>
                  <a:pt x="638175" y="885825"/>
                </a:moveTo>
                <a:lnTo>
                  <a:pt x="647700" y="885825"/>
                </a:lnTo>
                <a:lnTo>
                  <a:pt x="647700" y="895350"/>
                </a:lnTo>
                <a:lnTo>
                  <a:pt x="638175" y="895350"/>
                </a:lnTo>
                <a:close/>
                <a:moveTo>
                  <a:pt x="1028700" y="885825"/>
                </a:moveTo>
                <a:lnTo>
                  <a:pt x="1038225" y="885825"/>
                </a:lnTo>
                <a:lnTo>
                  <a:pt x="1038225" y="895350"/>
                </a:lnTo>
                <a:lnTo>
                  <a:pt x="1028700" y="895350"/>
                </a:lnTo>
                <a:close/>
                <a:moveTo>
                  <a:pt x="485775" y="895350"/>
                </a:moveTo>
                <a:lnTo>
                  <a:pt x="495300" y="895350"/>
                </a:lnTo>
                <a:lnTo>
                  <a:pt x="495300" y="904875"/>
                </a:lnTo>
                <a:lnTo>
                  <a:pt x="485775" y="904875"/>
                </a:lnTo>
                <a:close/>
                <a:moveTo>
                  <a:pt x="647700" y="895350"/>
                </a:moveTo>
                <a:lnTo>
                  <a:pt x="657225" y="895350"/>
                </a:lnTo>
                <a:lnTo>
                  <a:pt x="657225" y="904875"/>
                </a:lnTo>
                <a:lnTo>
                  <a:pt x="647700" y="904875"/>
                </a:lnTo>
                <a:close/>
                <a:moveTo>
                  <a:pt x="666750" y="895350"/>
                </a:moveTo>
                <a:lnTo>
                  <a:pt x="676275" y="895350"/>
                </a:lnTo>
                <a:lnTo>
                  <a:pt x="676275" y="942975"/>
                </a:lnTo>
                <a:lnTo>
                  <a:pt x="657225" y="942975"/>
                </a:lnTo>
                <a:lnTo>
                  <a:pt x="657225" y="952500"/>
                </a:lnTo>
                <a:lnTo>
                  <a:pt x="647700" y="952500"/>
                </a:lnTo>
                <a:lnTo>
                  <a:pt x="647700" y="923925"/>
                </a:lnTo>
                <a:lnTo>
                  <a:pt x="657225" y="923925"/>
                </a:lnTo>
                <a:lnTo>
                  <a:pt x="657225" y="904875"/>
                </a:lnTo>
                <a:lnTo>
                  <a:pt x="666750" y="904875"/>
                </a:lnTo>
                <a:close/>
                <a:moveTo>
                  <a:pt x="733425" y="895350"/>
                </a:moveTo>
                <a:lnTo>
                  <a:pt x="742950" y="895350"/>
                </a:lnTo>
                <a:lnTo>
                  <a:pt x="742950" y="914400"/>
                </a:lnTo>
                <a:lnTo>
                  <a:pt x="733425" y="914400"/>
                </a:lnTo>
                <a:close/>
                <a:moveTo>
                  <a:pt x="1104900" y="914400"/>
                </a:moveTo>
                <a:lnTo>
                  <a:pt x="1114425" y="914400"/>
                </a:lnTo>
                <a:lnTo>
                  <a:pt x="1114425" y="942975"/>
                </a:lnTo>
                <a:lnTo>
                  <a:pt x="1104900" y="942975"/>
                </a:lnTo>
                <a:close/>
                <a:moveTo>
                  <a:pt x="552450" y="923925"/>
                </a:moveTo>
                <a:lnTo>
                  <a:pt x="571500" y="923925"/>
                </a:lnTo>
                <a:lnTo>
                  <a:pt x="571500" y="952500"/>
                </a:lnTo>
                <a:lnTo>
                  <a:pt x="552450" y="952500"/>
                </a:lnTo>
                <a:close/>
                <a:moveTo>
                  <a:pt x="485775" y="942975"/>
                </a:moveTo>
                <a:lnTo>
                  <a:pt x="495300" y="942975"/>
                </a:lnTo>
                <a:lnTo>
                  <a:pt x="495300" y="952500"/>
                </a:lnTo>
                <a:lnTo>
                  <a:pt x="485775" y="952500"/>
                </a:lnTo>
                <a:close/>
                <a:moveTo>
                  <a:pt x="476250" y="952500"/>
                </a:moveTo>
                <a:lnTo>
                  <a:pt x="485775" y="952500"/>
                </a:lnTo>
                <a:lnTo>
                  <a:pt x="485775" y="962025"/>
                </a:lnTo>
                <a:lnTo>
                  <a:pt x="476250" y="962025"/>
                </a:lnTo>
                <a:close/>
                <a:moveTo>
                  <a:pt x="657225" y="952500"/>
                </a:moveTo>
                <a:lnTo>
                  <a:pt x="666750" y="952500"/>
                </a:lnTo>
                <a:lnTo>
                  <a:pt x="666750" y="962025"/>
                </a:lnTo>
                <a:lnTo>
                  <a:pt x="657225" y="962025"/>
                </a:lnTo>
                <a:close/>
                <a:moveTo>
                  <a:pt x="942975" y="971550"/>
                </a:moveTo>
                <a:lnTo>
                  <a:pt x="952500" y="971550"/>
                </a:lnTo>
                <a:lnTo>
                  <a:pt x="952500" y="981075"/>
                </a:lnTo>
                <a:lnTo>
                  <a:pt x="962025" y="981075"/>
                </a:lnTo>
                <a:lnTo>
                  <a:pt x="962025" y="990600"/>
                </a:lnTo>
                <a:lnTo>
                  <a:pt x="1085850" y="990600"/>
                </a:lnTo>
                <a:lnTo>
                  <a:pt x="1085850" y="1000125"/>
                </a:lnTo>
                <a:lnTo>
                  <a:pt x="1066800" y="1000125"/>
                </a:lnTo>
                <a:lnTo>
                  <a:pt x="1066800" y="1009650"/>
                </a:lnTo>
                <a:lnTo>
                  <a:pt x="1028700" y="1009650"/>
                </a:lnTo>
                <a:lnTo>
                  <a:pt x="1028700" y="1019175"/>
                </a:lnTo>
                <a:lnTo>
                  <a:pt x="1019175" y="1019175"/>
                </a:lnTo>
                <a:lnTo>
                  <a:pt x="1019175" y="1009650"/>
                </a:lnTo>
                <a:lnTo>
                  <a:pt x="952500" y="1009650"/>
                </a:lnTo>
                <a:lnTo>
                  <a:pt x="952500" y="990600"/>
                </a:lnTo>
                <a:lnTo>
                  <a:pt x="942975" y="990600"/>
                </a:lnTo>
                <a:close/>
                <a:moveTo>
                  <a:pt x="1104900" y="971550"/>
                </a:moveTo>
                <a:lnTo>
                  <a:pt x="1114425" y="971550"/>
                </a:lnTo>
                <a:lnTo>
                  <a:pt x="1114425" y="990600"/>
                </a:lnTo>
                <a:lnTo>
                  <a:pt x="1104900" y="990600"/>
                </a:lnTo>
                <a:lnTo>
                  <a:pt x="1104900" y="1000125"/>
                </a:lnTo>
                <a:lnTo>
                  <a:pt x="1095375" y="1000125"/>
                </a:lnTo>
                <a:lnTo>
                  <a:pt x="1095375" y="981075"/>
                </a:lnTo>
                <a:lnTo>
                  <a:pt x="1104900" y="981075"/>
                </a:lnTo>
                <a:close/>
                <a:moveTo>
                  <a:pt x="619125" y="1009650"/>
                </a:moveTo>
                <a:lnTo>
                  <a:pt x="666750" y="1009650"/>
                </a:lnTo>
                <a:lnTo>
                  <a:pt x="666750" y="1019175"/>
                </a:lnTo>
                <a:lnTo>
                  <a:pt x="628650" y="1019175"/>
                </a:lnTo>
                <a:lnTo>
                  <a:pt x="628650" y="1028700"/>
                </a:lnTo>
                <a:lnTo>
                  <a:pt x="619125" y="1028700"/>
                </a:lnTo>
                <a:lnTo>
                  <a:pt x="619125" y="1085850"/>
                </a:lnTo>
                <a:lnTo>
                  <a:pt x="609600" y="1085850"/>
                </a:lnTo>
                <a:lnTo>
                  <a:pt x="609600" y="1095375"/>
                </a:lnTo>
                <a:lnTo>
                  <a:pt x="600075" y="1095375"/>
                </a:lnTo>
                <a:lnTo>
                  <a:pt x="600075" y="1085850"/>
                </a:lnTo>
                <a:lnTo>
                  <a:pt x="590550" y="1085850"/>
                </a:lnTo>
                <a:lnTo>
                  <a:pt x="590550" y="1066800"/>
                </a:lnTo>
                <a:lnTo>
                  <a:pt x="609600" y="1066800"/>
                </a:lnTo>
                <a:lnTo>
                  <a:pt x="609600" y="1019175"/>
                </a:lnTo>
                <a:lnTo>
                  <a:pt x="619125" y="1019175"/>
                </a:lnTo>
                <a:close/>
                <a:moveTo>
                  <a:pt x="485775" y="1019175"/>
                </a:moveTo>
                <a:lnTo>
                  <a:pt x="495300" y="1019175"/>
                </a:lnTo>
                <a:lnTo>
                  <a:pt x="495300" y="1028700"/>
                </a:lnTo>
                <a:lnTo>
                  <a:pt x="485775" y="1028700"/>
                </a:lnTo>
                <a:close/>
                <a:moveTo>
                  <a:pt x="666750" y="1019175"/>
                </a:moveTo>
                <a:lnTo>
                  <a:pt x="676275" y="1019175"/>
                </a:lnTo>
                <a:lnTo>
                  <a:pt x="676275" y="1028700"/>
                </a:lnTo>
                <a:lnTo>
                  <a:pt x="666750" y="1028700"/>
                </a:lnTo>
                <a:close/>
                <a:moveTo>
                  <a:pt x="1409700" y="1019175"/>
                </a:moveTo>
                <a:lnTo>
                  <a:pt x="1428750" y="1019175"/>
                </a:lnTo>
                <a:lnTo>
                  <a:pt x="1428750" y="1028700"/>
                </a:lnTo>
                <a:lnTo>
                  <a:pt x="1409700" y="1028700"/>
                </a:lnTo>
                <a:close/>
                <a:moveTo>
                  <a:pt x="476250" y="1028700"/>
                </a:moveTo>
                <a:lnTo>
                  <a:pt x="485775" y="1028700"/>
                </a:lnTo>
                <a:lnTo>
                  <a:pt x="485775" y="1038225"/>
                </a:lnTo>
                <a:lnTo>
                  <a:pt x="476250" y="1038225"/>
                </a:lnTo>
                <a:close/>
                <a:moveTo>
                  <a:pt x="704850" y="1028700"/>
                </a:moveTo>
                <a:lnTo>
                  <a:pt x="723900" y="1028700"/>
                </a:lnTo>
                <a:lnTo>
                  <a:pt x="723900" y="1038225"/>
                </a:lnTo>
                <a:lnTo>
                  <a:pt x="704850" y="1038225"/>
                </a:lnTo>
                <a:close/>
                <a:moveTo>
                  <a:pt x="676275" y="1038225"/>
                </a:moveTo>
                <a:lnTo>
                  <a:pt x="685800" y="1038225"/>
                </a:lnTo>
                <a:lnTo>
                  <a:pt x="685800" y="1047750"/>
                </a:lnTo>
                <a:lnTo>
                  <a:pt x="695325" y="1047750"/>
                </a:lnTo>
                <a:lnTo>
                  <a:pt x="695325" y="1085850"/>
                </a:lnTo>
                <a:lnTo>
                  <a:pt x="676275" y="1085850"/>
                </a:lnTo>
                <a:close/>
                <a:moveTo>
                  <a:pt x="723900" y="1038225"/>
                </a:moveTo>
                <a:lnTo>
                  <a:pt x="733425" y="1038225"/>
                </a:lnTo>
                <a:lnTo>
                  <a:pt x="733425" y="1047750"/>
                </a:lnTo>
                <a:lnTo>
                  <a:pt x="723900" y="1047750"/>
                </a:lnTo>
                <a:close/>
                <a:moveTo>
                  <a:pt x="733425" y="1057275"/>
                </a:moveTo>
                <a:lnTo>
                  <a:pt x="742950" y="1057275"/>
                </a:lnTo>
                <a:lnTo>
                  <a:pt x="742950" y="1085850"/>
                </a:lnTo>
                <a:lnTo>
                  <a:pt x="733425" y="1085850"/>
                </a:lnTo>
                <a:close/>
                <a:moveTo>
                  <a:pt x="466725" y="1066800"/>
                </a:moveTo>
                <a:lnTo>
                  <a:pt x="476250" y="1066800"/>
                </a:lnTo>
                <a:lnTo>
                  <a:pt x="476250" y="1076325"/>
                </a:lnTo>
                <a:lnTo>
                  <a:pt x="466725" y="1076325"/>
                </a:lnTo>
                <a:close/>
                <a:moveTo>
                  <a:pt x="742950" y="1085850"/>
                </a:moveTo>
                <a:lnTo>
                  <a:pt x="752475" y="1085850"/>
                </a:lnTo>
                <a:lnTo>
                  <a:pt x="752475" y="1095375"/>
                </a:lnTo>
                <a:lnTo>
                  <a:pt x="742950" y="1095375"/>
                </a:lnTo>
                <a:close/>
                <a:moveTo>
                  <a:pt x="381000" y="1152525"/>
                </a:moveTo>
                <a:lnTo>
                  <a:pt x="390525" y="1152525"/>
                </a:lnTo>
                <a:lnTo>
                  <a:pt x="390525" y="1171575"/>
                </a:lnTo>
                <a:lnTo>
                  <a:pt x="381000" y="1171575"/>
                </a:lnTo>
                <a:close/>
                <a:moveTo>
                  <a:pt x="885825" y="1152525"/>
                </a:moveTo>
                <a:lnTo>
                  <a:pt x="895350" y="1152525"/>
                </a:lnTo>
                <a:lnTo>
                  <a:pt x="895350" y="1171575"/>
                </a:lnTo>
                <a:lnTo>
                  <a:pt x="885825" y="1171575"/>
                </a:lnTo>
                <a:close/>
                <a:moveTo>
                  <a:pt x="390525" y="1171575"/>
                </a:moveTo>
                <a:lnTo>
                  <a:pt x="400050" y="1171575"/>
                </a:lnTo>
                <a:lnTo>
                  <a:pt x="400050" y="1181100"/>
                </a:lnTo>
                <a:lnTo>
                  <a:pt x="390525" y="1181100"/>
                </a:lnTo>
                <a:close/>
                <a:moveTo>
                  <a:pt x="876300" y="1171575"/>
                </a:moveTo>
                <a:lnTo>
                  <a:pt x="885825" y="1171575"/>
                </a:lnTo>
                <a:lnTo>
                  <a:pt x="885825" y="1181100"/>
                </a:lnTo>
                <a:lnTo>
                  <a:pt x="876300" y="1181100"/>
                </a:lnTo>
                <a:close/>
                <a:moveTo>
                  <a:pt x="276225" y="1181100"/>
                </a:moveTo>
                <a:lnTo>
                  <a:pt x="285750" y="1181100"/>
                </a:lnTo>
                <a:lnTo>
                  <a:pt x="285750" y="1200150"/>
                </a:lnTo>
                <a:lnTo>
                  <a:pt x="276225" y="1200150"/>
                </a:lnTo>
                <a:close/>
                <a:moveTo>
                  <a:pt x="266700" y="1200150"/>
                </a:moveTo>
                <a:lnTo>
                  <a:pt x="276225" y="1200150"/>
                </a:lnTo>
                <a:lnTo>
                  <a:pt x="276225" y="1209675"/>
                </a:lnTo>
                <a:lnTo>
                  <a:pt x="266700" y="1209675"/>
                </a:lnTo>
                <a:close/>
                <a:moveTo>
                  <a:pt x="333375" y="1219200"/>
                </a:moveTo>
                <a:lnTo>
                  <a:pt x="371475" y="1219200"/>
                </a:lnTo>
                <a:lnTo>
                  <a:pt x="371475" y="1228725"/>
                </a:lnTo>
                <a:lnTo>
                  <a:pt x="333375" y="1228725"/>
                </a:lnTo>
                <a:close/>
                <a:moveTo>
                  <a:pt x="476250" y="1219200"/>
                </a:moveTo>
                <a:lnTo>
                  <a:pt x="590550" y="1219200"/>
                </a:lnTo>
                <a:lnTo>
                  <a:pt x="590550" y="1228725"/>
                </a:lnTo>
                <a:lnTo>
                  <a:pt x="476250" y="1228725"/>
                </a:lnTo>
                <a:close/>
                <a:moveTo>
                  <a:pt x="647700" y="1219200"/>
                </a:moveTo>
                <a:lnTo>
                  <a:pt x="714375" y="1219200"/>
                </a:lnTo>
                <a:lnTo>
                  <a:pt x="714375" y="1228725"/>
                </a:lnTo>
                <a:lnTo>
                  <a:pt x="647700" y="1228725"/>
                </a:lnTo>
                <a:close/>
                <a:moveTo>
                  <a:pt x="723900" y="1219200"/>
                </a:moveTo>
                <a:lnTo>
                  <a:pt x="742950" y="1219200"/>
                </a:lnTo>
                <a:lnTo>
                  <a:pt x="742950" y="1228725"/>
                </a:lnTo>
                <a:lnTo>
                  <a:pt x="723900" y="1228725"/>
                </a:lnTo>
                <a:close/>
                <a:moveTo>
                  <a:pt x="771525" y="1219200"/>
                </a:moveTo>
                <a:lnTo>
                  <a:pt x="1133475" y="1219200"/>
                </a:lnTo>
                <a:lnTo>
                  <a:pt x="1133475" y="1228725"/>
                </a:lnTo>
                <a:lnTo>
                  <a:pt x="771525" y="1228725"/>
                </a:lnTo>
                <a:close/>
                <a:moveTo>
                  <a:pt x="1162050" y="1219200"/>
                </a:moveTo>
                <a:lnTo>
                  <a:pt x="1171575" y="1219200"/>
                </a:lnTo>
                <a:lnTo>
                  <a:pt x="1171575" y="1228725"/>
                </a:lnTo>
                <a:lnTo>
                  <a:pt x="1162050" y="1228725"/>
                </a:lnTo>
                <a:close/>
                <a:moveTo>
                  <a:pt x="1181100" y="1219200"/>
                </a:moveTo>
                <a:lnTo>
                  <a:pt x="1238250" y="1219200"/>
                </a:lnTo>
                <a:lnTo>
                  <a:pt x="1238250" y="1228725"/>
                </a:lnTo>
                <a:lnTo>
                  <a:pt x="1181100" y="1228725"/>
                </a:lnTo>
                <a:close/>
                <a:moveTo>
                  <a:pt x="1304925" y="1266825"/>
                </a:moveTo>
                <a:lnTo>
                  <a:pt x="1314450" y="1266825"/>
                </a:lnTo>
                <a:lnTo>
                  <a:pt x="1314450" y="1276350"/>
                </a:lnTo>
                <a:lnTo>
                  <a:pt x="1304925" y="1276350"/>
                </a:lnTo>
                <a:close/>
                <a:moveTo>
                  <a:pt x="1247775" y="1276350"/>
                </a:moveTo>
                <a:lnTo>
                  <a:pt x="1257300" y="1276350"/>
                </a:lnTo>
                <a:lnTo>
                  <a:pt x="1257300" y="1285875"/>
                </a:lnTo>
                <a:lnTo>
                  <a:pt x="1247775" y="1285875"/>
                </a:lnTo>
                <a:close/>
                <a:moveTo>
                  <a:pt x="371475" y="1295400"/>
                </a:moveTo>
                <a:lnTo>
                  <a:pt x="381000" y="1295400"/>
                </a:lnTo>
                <a:lnTo>
                  <a:pt x="381000" y="1304925"/>
                </a:lnTo>
                <a:lnTo>
                  <a:pt x="371475" y="1304925"/>
                </a:lnTo>
                <a:close/>
                <a:moveTo>
                  <a:pt x="438150" y="1314450"/>
                </a:moveTo>
                <a:lnTo>
                  <a:pt x="447675" y="1314450"/>
                </a:lnTo>
                <a:lnTo>
                  <a:pt x="447675" y="1333500"/>
                </a:lnTo>
                <a:lnTo>
                  <a:pt x="419100" y="1333500"/>
                </a:lnTo>
                <a:lnTo>
                  <a:pt x="419100" y="1323975"/>
                </a:lnTo>
                <a:lnTo>
                  <a:pt x="438150" y="1323975"/>
                </a:lnTo>
                <a:close/>
                <a:moveTo>
                  <a:pt x="466725" y="1314450"/>
                </a:moveTo>
                <a:lnTo>
                  <a:pt x="485775" y="1314450"/>
                </a:lnTo>
                <a:lnTo>
                  <a:pt x="485775" y="1333500"/>
                </a:lnTo>
                <a:lnTo>
                  <a:pt x="466725" y="1333500"/>
                </a:lnTo>
                <a:close/>
                <a:moveTo>
                  <a:pt x="590550" y="1314450"/>
                </a:moveTo>
                <a:lnTo>
                  <a:pt x="628650" y="1314450"/>
                </a:lnTo>
                <a:lnTo>
                  <a:pt x="628650" y="1333500"/>
                </a:lnTo>
                <a:lnTo>
                  <a:pt x="590550" y="1333500"/>
                </a:lnTo>
                <a:close/>
                <a:moveTo>
                  <a:pt x="647700" y="1314450"/>
                </a:moveTo>
                <a:lnTo>
                  <a:pt x="704850" y="1314450"/>
                </a:lnTo>
                <a:lnTo>
                  <a:pt x="704850" y="1333500"/>
                </a:lnTo>
                <a:lnTo>
                  <a:pt x="647700" y="1333500"/>
                </a:lnTo>
                <a:close/>
                <a:moveTo>
                  <a:pt x="1057275" y="1314450"/>
                </a:moveTo>
                <a:lnTo>
                  <a:pt x="1085850" y="1314450"/>
                </a:lnTo>
                <a:lnTo>
                  <a:pt x="1085850" y="1333500"/>
                </a:lnTo>
                <a:lnTo>
                  <a:pt x="1057275" y="1333500"/>
                </a:lnTo>
                <a:close/>
              </a:path>
            </a:pathLst>
          </a:custGeom>
          <a:solidFill xmlns:a="http://schemas.openxmlformats.org/drawingml/2006/main">
            <a:srgbClr val="F9AB7F"/>
          </a:solidFill>
          <a:ln xmlns:a="http://schemas.openxmlformats.org/drawingml/2006/main" w="0">
            <a:noFill/>
          </a:ln>
        </p:spPr>
      </p:sp>
      <p:sp>
        <p:nvSpPr>
          <p:cNvPr id="72" name="logo vector #dcd5c4">
            <a:extLst xmlns:a="http://schemas.openxmlformats.org/drawingml/2006/main">
              <a:ext uri="{FF2B5EF4-FFF2-40B4-BE49-F238E27FC236}">
                <a16:creationId xmlns:a16="http://schemas.microsoft.com/office/drawing/2014/main" id="{204C243E-4C0A-411E-9D18-A0DE270F7C6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219700" y="4476750"/>
            <a:ext cx="1581150" cy="1485900"/>
          </a:xfrm>
          <a:custGeom xmlns:a="http://schemas.openxmlformats.org/drawingml/2006/main">
            <a:pathLst>
              <a:path w="1581150" h="1485900">
                <a:moveTo>
                  <a:pt x="1543050" y="133350"/>
                </a:moveTo>
                <a:lnTo>
                  <a:pt x="1552575" y="133350"/>
                </a:lnTo>
                <a:lnTo>
                  <a:pt x="1552575" y="161925"/>
                </a:lnTo>
                <a:lnTo>
                  <a:pt x="1543050" y="161925"/>
                </a:lnTo>
                <a:close/>
                <a:moveTo>
                  <a:pt x="1552575" y="190500"/>
                </a:moveTo>
                <a:lnTo>
                  <a:pt x="1562100" y="190500"/>
                </a:lnTo>
                <a:lnTo>
                  <a:pt x="1562100" y="219075"/>
                </a:lnTo>
                <a:lnTo>
                  <a:pt x="1552575" y="219075"/>
                </a:lnTo>
                <a:close/>
                <a:moveTo>
                  <a:pt x="1562100" y="247650"/>
                </a:moveTo>
                <a:lnTo>
                  <a:pt x="1571625" y="247650"/>
                </a:lnTo>
                <a:lnTo>
                  <a:pt x="1571625" y="266700"/>
                </a:lnTo>
                <a:lnTo>
                  <a:pt x="1562100" y="266700"/>
                </a:lnTo>
                <a:close/>
                <a:moveTo>
                  <a:pt x="1571625" y="266700"/>
                </a:moveTo>
                <a:lnTo>
                  <a:pt x="1581150" y="266700"/>
                </a:lnTo>
                <a:lnTo>
                  <a:pt x="1581150" y="285750"/>
                </a:lnTo>
                <a:lnTo>
                  <a:pt x="1571625" y="285750"/>
                </a:lnTo>
                <a:close/>
                <a:moveTo>
                  <a:pt x="1562100" y="333375"/>
                </a:moveTo>
                <a:lnTo>
                  <a:pt x="1581150" y="333375"/>
                </a:lnTo>
                <a:lnTo>
                  <a:pt x="1581150" y="409575"/>
                </a:lnTo>
                <a:lnTo>
                  <a:pt x="1571625" y="409575"/>
                </a:lnTo>
                <a:lnTo>
                  <a:pt x="1571625" y="400050"/>
                </a:lnTo>
                <a:lnTo>
                  <a:pt x="1562100" y="400050"/>
                </a:lnTo>
                <a:close/>
                <a:moveTo>
                  <a:pt x="723900" y="352425"/>
                </a:moveTo>
                <a:lnTo>
                  <a:pt x="742950" y="352425"/>
                </a:lnTo>
                <a:lnTo>
                  <a:pt x="742950" y="361950"/>
                </a:lnTo>
                <a:lnTo>
                  <a:pt x="723900" y="361950"/>
                </a:lnTo>
                <a:close/>
                <a:moveTo>
                  <a:pt x="438150" y="428625"/>
                </a:moveTo>
                <a:lnTo>
                  <a:pt x="495300" y="428625"/>
                </a:lnTo>
                <a:lnTo>
                  <a:pt x="495300" y="447675"/>
                </a:lnTo>
                <a:lnTo>
                  <a:pt x="438150" y="447675"/>
                </a:lnTo>
                <a:close/>
                <a:moveTo>
                  <a:pt x="276225" y="942975"/>
                </a:moveTo>
                <a:lnTo>
                  <a:pt x="285750" y="942975"/>
                </a:lnTo>
                <a:lnTo>
                  <a:pt x="285750" y="952500"/>
                </a:lnTo>
                <a:lnTo>
                  <a:pt x="276225" y="952500"/>
                </a:lnTo>
                <a:close/>
                <a:moveTo>
                  <a:pt x="1571625" y="990600"/>
                </a:moveTo>
                <a:lnTo>
                  <a:pt x="1581150" y="990600"/>
                </a:lnTo>
                <a:lnTo>
                  <a:pt x="1581150" y="1000125"/>
                </a:lnTo>
                <a:lnTo>
                  <a:pt x="1571625" y="1000125"/>
                </a:lnTo>
                <a:close/>
                <a:moveTo>
                  <a:pt x="238125" y="1000125"/>
                </a:moveTo>
                <a:lnTo>
                  <a:pt x="247650" y="1000125"/>
                </a:lnTo>
                <a:lnTo>
                  <a:pt x="247650" y="1009650"/>
                </a:lnTo>
                <a:lnTo>
                  <a:pt x="238125" y="1009650"/>
                </a:lnTo>
                <a:close/>
                <a:moveTo>
                  <a:pt x="1562100" y="1000125"/>
                </a:moveTo>
                <a:lnTo>
                  <a:pt x="1571625" y="1000125"/>
                </a:lnTo>
                <a:lnTo>
                  <a:pt x="1571625" y="1009650"/>
                </a:lnTo>
                <a:lnTo>
                  <a:pt x="1562100" y="1009650"/>
                </a:lnTo>
                <a:close/>
                <a:moveTo>
                  <a:pt x="1552575" y="1009650"/>
                </a:moveTo>
                <a:lnTo>
                  <a:pt x="1562100" y="1009650"/>
                </a:lnTo>
                <a:lnTo>
                  <a:pt x="1562100" y="1143000"/>
                </a:lnTo>
                <a:lnTo>
                  <a:pt x="1552575" y="1143000"/>
                </a:lnTo>
                <a:close/>
                <a:moveTo>
                  <a:pt x="247650" y="1019175"/>
                </a:moveTo>
                <a:lnTo>
                  <a:pt x="257175" y="1019175"/>
                </a:lnTo>
                <a:lnTo>
                  <a:pt x="257175" y="1028700"/>
                </a:lnTo>
                <a:lnTo>
                  <a:pt x="247650" y="1028700"/>
                </a:lnTo>
                <a:close/>
                <a:moveTo>
                  <a:pt x="1276350" y="1047750"/>
                </a:moveTo>
                <a:lnTo>
                  <a:pt x="1285875" y="1047750"/>
                </a:lnTo>
                <a:lnTo>
                  <a:pt x="1285875" y="1057275"/>
                </a:lnTo>
                <a:lnTo>
                  <a:pt x="1276350" y="1057275"/>
                </a:lnTo>
                <a:close/>
                <a:moveTo>
                  <a:pt x="1343025" y="1123950"/>
                </a:moveTo>
                <a:lnTo>
                  <a:pt x="1352550" y="1123950"/>
                </a:lnTo>
                <a:lnTo>
                  <a:pt x="1352550" y="1133475"/>
                </a:lnTo>
                <a:lnTo>
                  <a:pt x="1343025" y="1133475"/>
                </a:lnTo>
                <a:close/>
                <a:moveTo>
                  <a:pt x="1352550" y="1133475"/>
                </a:moveTo>
                <a:lnTo>
                  <a:pt x="1362075" y="1133475"/>
                </a:lnTo>
                <a:lnTo>
                  <a:pt x="1362075" y="1143000"/>
                </a:lnTo>
                <a:lnTo>
                  <a:pt x="1352550" y="1143000"/>
                </a:lnTo>
                <a:close/>
                <a:moveTo>
                  <a:pt x="1543050" y="1200150"/>
                </a:moveTo>
                <a:lnTo>
                  <a:pt x="1552575" y="1200150"/>
                </a:lnTo>
                <a:lnTo>
                  <a:pt x="1552575" y="1209675"/>
                </a:lnTo>
                <a:lnTo>
                  <a:pt x="1543050" y="1209675"/>
                </a:lnTo>
                <a:close/>
                <a:moveTo>
                  <a:pt x="19050" y="1209675"/>
                </a:moveTo>
                <a:lnTo>
                  <a:pt x="38100" y="1209675"/>
                </a:lnTo>
                <a:lnTo>
                  <a:pt x="38100" y="1219200"/>
                </a:lnTo>
                <a:lnTo>
                  <a:pt x="19050" y="1219200"/>
                </a:lnTo>
                <a:close/>
                <a:moveTo>
                  <a:pt x="28575" y="1228725"/>
                </a:moveTo>
                <a:lnTo>
                  <a:pt x="38100" y="1228725"/>
                </a:lnTo>
                <a:lnTo>
                  <a:pt x="38100" y="1238250"/>
                </a:lnTo>
                <a:lnTo>
                  <a:pt x="47625" y="1238250"/>
                </a:lnTo>
                <a:lnTo>
                  <a:pt x="47625" y="1257300"/>
                </a:lnTo>
                <a:lnTo>
                  <a:pt x="57150" y="1257300"/>
                </a:lnTo>
                <a:lnTo>
                  <a:pt x="57150" y="1276350"/>
                </a:lnTo>
                <a:lnTo>
                  <a:pt x="66675" y="1276350"/>
                </a:lnTo>
                <a:lnTo>
                  <a:pt x="66675" y="1295400"/>
                </a:lnTo>
                <a:lnTo>
                  <a:pt x="76200" y="1295400"/>
                </a:lnTo>
                <a:lnTo>
                  <a:pt x="76200" y="1314450"/>
                </a:lnTo>
                <a:lnTo>
                  <a:pt x="85725" y="1314450"/>
                </a:lnTo>
                <a:lnTo>
                  <a:pt x="85725" y="1323975"/>
                </a:lnTo>
                <a:lnTo>
                  <a:pt x="95250" y="1323975"/>
                </a:lnTo>
                <a:lnTo>
                  <a:pt x="95250" y="1333500"/>
                </a:lnTo>
                <a:lnTo>
                  <a:pt x="104775" y="1333500"/>
                </a:lnTo>
                <a:lnTo>
                  <a:pt x="104775" y="1352550"/>
                </a:lnTo>
                <a:lnTo>
                  <a:pt x="114300" y="1352550"/>
                </a:lnTo>
                <a:lnTo>
                  <a:pt x="114300" y="1362075"/>
                </a:lnTo>
                <a:lnTo>
                  <a:pt x="123825" y="1362075"/>
                </a:lnTo>
                <a:lnTo>
                  <a:pt x="123825" y="1371600"/>
                </a:lnTo>
                <a:lnTo>
                  <a:pt x="133350" y="1371600"/>
                </a:lnTo>
                <a:lnTo>
                  <a:pt x="133350" y="1381125"/>
                </a:lnTo>
                <a:lnTo>
                  <a:pt x="152400" y="1381125"/>
                </a:lnTo>
                <a:lnTo>
                  <a:pt x="152400" y="1390650"/>
                </a:lnTo>
                <a:lnTo>
                  <a:pt x="161925" y="1390650"/>
                </a:lnTo>
                <a:lnTo>
                  <a:pt x="161925" y="1400175"/>
                </a:lnTo>
                <a:lnTo>
                  <a:pt x="180975" y="1400175"/>
                </a:lnTo>
                <a:lnTo>
                  <a:pt x="180975" y="1409700"/>
                </a:lnTo>
                <a:lnTo>
                  <a:pt x="190500" y="1409700"/>
                </a:lnTo>
                <a:lnTo>
                  <a:pt x="190500" y="1419225"/>
                </a:lnTo>
                <a:lnTo>
                  <a:pt x="219075" y="1419225"/>
                </a:lnTo>
                <a:lnTo>
                  <a:pt x="219075" y="1428750"/>
                </a:lnTo>
                <a:lnTo>
                  <a:pt x="238125" y="1428750"/>
                </a:lnTo>
                <a:lnTo>
                  <a:pt x="238125" y="1438275"/>
                </a:lnTo>
                <a:lnTo>
                  <a:pt x="266700" y="1438275"/>
                </a:lnTo>
                <a:lnTo>
                  <a:pt x="266700" y="1447800"/>
                </a:lnTo>
                <a:lnTo>
                  <a:pt x="352425" y="1447800"/>
                </a:lnTo>
                <a:lnTo>
                  <a:pt x="352425" y="1457325"/>
                </a:lnTo>
                <a:lnTo>
                  <a:pt x="1104900" y="1457325"/>
                </a:lnTo>
                <a:lnTo>
                  <a:pt x="1104900" y="1466850"/>
                </a:lnTo>
                <a:lnTo>
                  <a:pt x="1095375" y="1466850"/>
                </a:lnTo>
                <a:lnTo>
                  <a:pt x="1095375" y="1485900"/>
                </a:lnTo>
                <a:lnTo>
                  <a:pt x="171450" y="1485900"/>
                </a:lnTo>
                <a:lnTo>
                  <a:pt x="171450" y="1476375"/>
                </a:lnTo>
                <a:lnTo>
                  <a:pt x="161925" y="1476375"/>
                </a:lnTo>
                <a:lnTo>
                  <a:pt x="161925" y="1466850"/>
                </a:lnTo>
                <a:lnTo>
                  <a:pt x="142875" y="1466850"/>
                </a:lnTo>
                <a:lnTo>
                  <a:pt x="142875" y="1457325"/>
                </a:lnTo>
                <a:lnTo>
                  <a:pt x="133350" y="1457325"/>
                </a:lnTo>
                <a:lnTo>
                  <a:pt x="133350" y="1447800"/>
                </a:lnTo>
                <a:lnTo>
                  <a:pt x="123825" y="1447800"/>
                </a:lnTo>
                <a:lnTo>
                  <a:pt x="123825" y="1428750"/>
                </a:lnTo>
                <a:lnTo>
                  <a:pt x="114300" y="1428750"/>
                </a:lnTo>
                <a:lnTo>
                  <a:pt x="114300" y="1419225"/>
                </a:lnTo>
                <a:lnTo>
                  <a:pt x="104775" y="1419225"/>
                </a:lnTo>
                <a:lnTo>
                  <a:pt x="104775" y="1409700"/>
                </a:lnTo>
                <a:lnTo>
                  <a:pt x="95250" y="1409700"/>
                </a:lnTo>
                <a:lnTo>
                  <a:pt x="95250" y="1390650"/>
                </a:lnTo>
                <a:lnTo>
                  <a:pt x="85725" y="1390650"/>
                </a:lnTo>
                <a:lnTo>
                  <a:pt x="85725" y="1381125"/>
                </a:lnTo>
                <a:lnTo>
                  <a:pt x="76200" y="1381125"/>
                </a:lnTo>
                <a:lnTo>
                  <a:pt x="76200" y="1352550"/>
                </a:lnTo>
                <a:lnTo>
                  <a:pt x="66675" y="1352550"/>
                </a:lnTo>
                <a:lnTo>
                  <a:pt x="66675" y="1343025"/>
                </a:lnTo>
                <a:lnTo>
                  <a:pt x="57150" y="1343025"/>
                </a:lnTo>
                <a:lnTo>
                  <a:pt x="57150" y="1323975"/>
                </a:lnTo>
                <a:lnTo>
                  <a:pt x="47625" y="1323975"/>
                </a:lnTo>
                <a:lnTo>
                  <a:pt x="47625" y="1295400"/>
                </a:lnTo>
                <a:lnTo>
                  <a:pt x="38100" y="1295400"/>
                </a:lnTo>
                <a:lnTo>
                  <a:pt x="38100" y="1266825"/>
                </a:lnTo>
                <a:lnTo>
                  <a:pt x="28575" y="1266825"/>
                </a:lnTo>
                <a:close/>
                <a:moveTo>
                  <a:pt x="1533525" y="1228725"/>
                </a:moveTo>
                <a:lnTo>
                  <a:pt x="1543050" y="1228725"/>
                </a:lnTo>
                <a:lnTo>
                  <a:pt x="1543050" y="1238250"/>
                </a:lnTo>
                <a:lnTo>
                  <a:pt x="1533525" y="1238250"/>
                </a:lnTo>
                <a:close/>
                <a:moveTo>
                  <a:pt x="1495425" y="1304925"/>
                </a:moveTo>
                <a:lnTo>
                  <a:pt x="1504950" y="1304925"/>
                </a:lnTo>
                <a:lnTo>
                  <a:pt x="1504950" y="1314450"/>
                </a:lnTo>
                <a:lnTo>
                  <a:pt x="1495425" y="1314450"/>
                </a:lnTo>
                <a:close/>
                <a:moveTo>
                  <a:pt x="1466850" y="1343025"/>
                </a:moveTo>
                <a:lnTo>
                  <a:pt x="1476375" y="1343025"/>
                </a:lnTo>
                <a:lnTo>
                  <a:pt x="1476375" y="1352550"/>
                </a:lnTo>
                <a:lnTo>
                  <a:pt x="1466850" y="1352550"/>
                </a:lnTo>
                <a:close/>
                <a:moveTo>
                  <a:pt x="1457325" y="1352550"/>
                </a:moveTo>
                <a:lnTo>
                  <a:pt x="1466850" y="1352550"/>
                </a:lnTo>
                <a:lnTo>
                  <a:pt x="1466850" y="1362075"/>
                </a:lnTo>
                <a:lnTo>
                  <a:pt x="1457325" y="1362075"/>
                </a:lnTo>
                <a:close/>
                <a:moveTo>
                  <a:pt x="1447800" y="1362075"/>
                </a:moveTo>
                <a:lnTo>
                  <a:pt x="1457325" y="1362075"/>
                </a:lnTo>
                <a:lnTo>
                  <a:pt x="1457325" y="1371600"/>
                </a:lnTo>
                <a:lnTo>
                  <a:pt x="1447800" y="1371600"/>
                </a:lnTo>
                <a:close/>
                <a:moveTo>
                  <a:pt x="1438275" y="1371600"/>
                </a:moveTo>
                <a:lnTo>
                  <a:pt x="1447800" y="1371600"/>
                </a:lnTo>
                <a:lnTo>
                  <a:pt x="1447800" y="1381125"/>
                </a:lnTo>
                <a:lnTo>
                  <a:pt x="1438275" y="1381125"/>
                </a:lnTo>
                <a:close/>
                <a:moveTo>
                  <a:pt x="1381125" y="1409700"/>
                </a:moveTo>
                <a:lnTo>
                  <a:pt x="1390650" y="1409700"/>
                </a:lnTo>
                <a:lnTo>
                  <a:pt x="1390650" y="1419225"/>
                </a:lnTo>
                <a:lnTo>
                  <a:pt x="1381125" y="1419225"/>
                </a:lnTo>
                <a:close/>
                <a:moveTo>
                  <a:pt x="1362075" y="1419225"/>
                </a:moveTo>
                <a:lnTo>
                  <a:pt x="1371600" y="1419225"/>
                </a:lnTo>
                <a:lnTo>
                  <a:pt x="1371600" y="1428750"/>
                </a:lnTo>
                <a:lnTo>
                  <a:pt x="1362075" y="1428750"/>
                </a:lnTo>
                <a:close/>
                <a:moveTo>
                  <a:pt x="1304925" y="1438275"/>
                </a:moveTo>
                <a:lnTo>
                  <a:pt x="1314450" y="1438275"/>
                </a:lnTo>
                <a:lnTo>
                  <a:pt x="1314450" y="1447800"/>
                </a:lnTo>
                <a:lnTo>
                  <a:pt x="1304925" y="1447800"/>
                </a:lnTo>
                <a:close/>
                <a:moveTo>
                  <a:pt x="1123950" y="1447800"/>
                </a:moveTo>
                <a:lnTo>
                  <a:pt x="1190625" y="1447800"/>
                </a:lnTo>
                <a:lnTo>
                  <a:pt x="1190625" y="1457325"/>
                </a:lnTo>
                <a:lnTo>
                  <a:pt x="1123950" y="1457325"/>
                </a:lnTo>
                <a:close/>
                <a:moveTo>
                  <a:pt x="1228725" y="1447800"/>
                </a:moveTo>
                <a:lnTo>
                  <a:pt x="1266825" y="1447800"/>
                </a:lnTo>
                <a:lnTo>
                  <a:pt x="1266825" y="1457325"/>
                </a:lnTo>
                <a:lnTo>
                  <a:pt x="1228725" y="1457325"/>
                </a:lnTo>
                <a:close/>
              </a:path>
            </a:pathLst>
          </a:custGeom>
          <a:solidFill xmlns:a="http://schemas.openxmlformats.org/drawingml/2006/main">
            <a:srgbClr val="DCD5C4"/>
          </a:solidFill>
          <a:ln xmlns:a="http://schemas.openxmlformats.org/drawingml/2006/main" w="0">
            <a:noFill/>
          </a:ln>
        </p:spPr>
      </p:sp>
      <p:sp>
        <p:nvSpPr>
          <p:cNvPr id="73" name="logo vector #e4bb8e">
            <a:extLst xmlns:a="http://schemas.openxmlformats.org/drawingml/2006/main">
              <a:ext uri="{FF2B5EF4-FFF2-40B4-BE49-F238E27FC236}">
                <a16:creationId xmlns:a16="http://schemas.microsoft.com/office/drawing/2014/main" id="{B74DC3CF-8DDB-49FE-82B2-C933B25B69E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219700" y="4476750"/>
            <a:ext cx="1581150" cy="1485900"/>
          </a:xfrm>
          <a:custGeom xmlns:a="http://schemas.openxmlformats.org/drawingml/2006/main">
            <a:pathLst>
              <a:path w="1581150" h="1485900">
                <a:moveTo>
                  <a:pt x="371475" y="57150"/>
                </a:moveTo>
                <a:lnTo>
                  <a:pt x="381000" y="57150"/>
                </a:lnTo>
                <a:lnTo>
                  <a:pt x="381000" y="66675"/>
                </a:lnTo>
                <a:lnTo>
                  <a:pt x="371475" y="66675"/>
                </a:lnTo>
                <a:close/>
                <a:moveTo>
                  <a:pt x="314325" y="76200"/>
                </a:moveTo>
                <a:lnTo>
                  <a:pt x="323850" y="76200"/>
                </a:lnTo>
                <a:lnTo>
                  <a:pt x="323850" y="85725"/>
                </a:lnTo>
                <a:lnTo>
                  <a:pt x="314325" y="85725"/>
                </a:lnTo>
                <a:close/>
                <a:moveTo>
                  <a:pt x="371475" y="76200"/>
                </a:moveTo>
                <a:lnTo>
                  <a:pt x="381000" y="76200"/>
                </a:lnTo>
                <a:lnTo>
                  <a:pt x="381000" y="85725"/>
                </a:lnTo>
                <a:lnTo>
                  <a:pt x="371475" y="85725"/>
                </a:lnTo>
                <a:close/>
                <a:moveTo>
                  <a:pt x="1200150" y="76200"/>
                </a:moveTo>
                <a:lnTo>
                  <a:pt x="1209675" y="76200"/>
                </a:lnTo>
                <a:lnTo>
                  <a:pt x="1209675" y="85725"/>
                </a:lnTo>
                <a:lnTo>
                  <a:pt x="1200150" y="85725"/>
                </a:lnTo>
                <a:close/>
                <a:moveTo>
                  <a:pt x="1257300" y="76200"/>
                </a:moveTo>
                <a:lnTo>
                  <a:pt x="1266825" y="76200"/>
                </a:lnTo>
                <a:lnTo>
                  <a:pt x="1266825" y="85725"/>
                </a:lnTo>
                <a:lnTo>
                  <a:pt x="1257300" y="85725"/>
                </a:lnTo>
                <a:close/>
                <a:moveTo>
                  <a:pt x="295275" y="85725"/>
                </a:moveTo>
                <a:lnTo>
                  <a:pt x="304800" y="85725"/>
                </a:lnTo>
                <a:lnTo>
                  <a:pt x="304800" y="95250"/>
                </a:lnTo>
                <a:lnTo>
                  <a:pt x="295275" y="95250"/>
                </a:lnTo>
                <a:close/>
                <a:moveTo>
                  <a:pt x="342900" y="85725"/>
                </a:moveTo>
                <a:lnTo>
                  <a:pt x="352425" y="85725"/>
                </a:lnTo>
                <a:lnTo>
                  <a:pt x="352425" y="95250"/>
                </a:lnTo>
                <a:lnTo>
                  <a:pt x="342900" y="95250"/>
                </a:lnTo>
                <a:close/>
                <a:moveTo>
                  <a:pt x="1228725" y="85725"/>
                </a:moveTo>
                <a:lnTo>
                  <a:pt x="1238250" y="85725"/>
                </a:lnTo>
                <a:lnTo>
                  <a:pt x="1238250" y="95250"/>
                </a:lnTo>
                <a:lnTo>
                  <a:pt x="1228725" y="95250"/>
                </a:lnTo>
                <a:close/>
                <a:moveTo>
                  <a:pt x="1276350" y="85725"/>
                </a:moveTo>
                <a:lnTo>
                  <a:pt x="1285875" y="85725"/>
                </a:lnTo>
                <a:lnTo>
                  <a:pt x="1285875" y="95250"/>
                </a:lnTo>
                <a:lnTo>
                  <a:pt x="1276350" y="95250"/>
                </a:lnTo>
                <a:close/>
                <a:moveTo>
                  <a:pt x="266700" y="104775"/>
                </a:moveTo>
                <a:lnTo>
                  <a:pt x="276225" y="104775"/>
                </a:lnTo>
                <a:lnTo>
                  <a:pt x="276225" y="114300"/>
                </a:lnTo>
                <a:lnTo>
                  <a:pt x="266700" y="114300"/>
                </a:lnTo>
                <a:close/>
                <a:moveTo>
                  <a:pt x="304800" y="104775"/>
                </a:moveTo>
                <a:lnTo>
                  <a:pt x="314325" y="104775"/>
                </a:lnTo>
                <a:lnTo>
                  <a:pt x="314325" y="114300"/>
                </a:lnTo>
                <a:lnTo>
                  <a:pt x="304800" y="114300"/>
                </a:lnTo>
                <a:close/>
                <a:moveTo>
                  <a:pt x="1266825" y="104775"/>
                </a:moveTo>
                <a:lnTo>
                  <a:pt x="1276350" y="104775"/>
                </a:lnTo>
                <a:lnTo>
                  <a:pt x="1276350" y="114300"/>
                </a:lnTo>
                <a:lnTo>
                  <a:pt x="1266825" y="114300"/>
                </a:lnTo>
                <a:close/>
                <a:moveTo>
                  <a:pt x="1304925" y="104775"/>
                </a:moveTo>
                <a:lnTo>
                  <a:pt x="1314450" y="104775"/>
                </a:lnTo>
                <a:lnTo>
                  <a:pt x="1314450" y="114300"/>
                </a:lnTo>
                <a:lnTo>
                  <a:pt x="1304925" y="114300"/>
                </a:lnTo>
                <a:close/>
                <a:moveTo>
                  <a:pt x="276225" y="123825"/>
                </a:moveTo>
                <a:lnTo>
                  <a:pt x="285750" y="123825"/>
                </a:lnTo>
                <a:lnTo>
                  <a:pt x="285750" y="133350"/>
                </a:lnTo>
                <a:lnTo>
                  <a:pt x="276225" y="133350"/>
                </a:lnTo>
                <a:close/>
                <a:moveTo>
                  <a:pt x="1295400" y="123825"/>
                </a:moveTo>
                <a:lnTo>
                  <a:pt x="1304925" y="123825"/>
                </a:lnTo>
                <a:lnTo>
                  <a:pt x="1304925" y="133350"/>
                </a:lnTo>
                <a:lnTo>
                  <a:pt x="1295400" y="133350"/>
                </a:lnTo>
                <a:close/>
                <a:moveTo>
                  <a:pt x="704850" y="142875"/>
                </a:moveTo>
                <a:lnTo>
                  <a:pt x="733425" y="142875"/>
                </a:lnTo>
                <a:lnTo>
                  <a:pt x="733425" y="152400"/>
                </a:lnTo>
                <a:lnTo>
                  <a:pt x="704850" y="152400"/>
                </a:lnTo>
                <a:close/>
                <a:moveTo>
                  <a:pt x="866775" y="142875"/>
                </a:moveTo>
                <a:lnTo>
                  <a:pt x="895350" y="142875"/>
                </a:lnTo>
                <a:lnTo>
                  <a:pt x="895350" y="152400"/>
                </a:lnTo>
                <a:lnTo>
                  <a:pt x="866775" y="152400"/>
                </a:lnTo>
                <a:close/>
                <a:moveTo>
                  <a:pt x="219075" y="152400"/>
                </a:moveTo>
                <a:lnTo>
                  <a:pt x="228600" y="152400"/>
                </a:lnTo>
                <a:lnTo>
                  <a:pt x="228600" y="161925"/>
                </a:lnTo>
                <a:lnTo>
                  <a:pt x="219075" y="161925"/>
                </a:lnTo>
                <a:close/>
                <a:moveTo>
                  <a:pt x="552450" y="161925"/>
                </a:moveTo>
                <a:lnTo>
                  <a:pt x="561975" y="161925"/>
                </a:lnTo>
                <a:lnTo>
                  <a:pt x="561975" y="171450"/>
                </a:lnTo>
                <a:lnTo>
                  <a:pt x="552450" y="171450"/>
                </a:lnTo>
                <a:close/>
                <a:moveTo>
                  <a:pt x="1038225" y="161925"/>
                </a:moveTo>
                <a:lnTo>
                  <a:pt x="1047750" y="161925"/>
                </a:lnTo>
                <a:lnTo>
                  <a:pt x="1047750" y="171450"/>
                </a:lnTo>
                <a:lnTo>
                  <a:pt x="1038225" y="171450"/>
                </a:lnTo>
                <a:close/>
                <a:moveTo>
                  <a:pt x="1362075" y="161925"/>
                </a:moveTo>
                <a:lnTo>
                  <a:pt x="1371600" y="161925"/>
                </a:lnTo>
                <a:lnTo>
                  <a:pt x="1371600" y="171450"/>
                </a:lnTo>
                <a:lnTo>
                  <a:pt x="1362075" y="171450"/>
                </a:lnTo>
                <a:close/>
                <a:moveTo>
                  <a:pt x="228600" y="171450"/>
                </a:moveTo>
                <a:lnTo>
                  <a:pt x="238125" y="171450"/>
                </a:lnTo>
                <a:lnTo>
                  <a:pt x="238125" y="180975"/>
                </a:lnTo>
                <a:lnTo>
                  <a:pt x="228600" y="180975"/>
                </a:lnTo>
                <a:close/>
                <a:moveTo>
                  <a:pt x="504825" y="171450"/>
                </a:moveTo>
                <a:lnTo>
                  <a:pt x="514350" y="171450"/>
                </a:lnTo>
                <a:lnTo>
                  <a:pt x="514350" y="180975"/>
                </a:lnTo>
                <a:lnTo>
                  <a:pt x="504825" y="180975"/>
                </a:lnTo>
                <a:close/>
                <a:moveTo>
                  <a:pt x="676275" y="171450"/>
                </a:moveTo>
                <a:lnTo>
                  <a:pt x="695325" y="171450"/>
                </a:lnTo>
                <a:lnTo>
                  <a:pt x="695325" y="180975"/>
                </a:lnTo>
                <a:lnTo>
                  <a:pt x="676275" y="180975"/>
                </a:lnTo>
                <a:close/>
                <a:moveTo>
                  <a:pt x="914400" y="171450"/>
                </a:moveTo>
                <a:lnTo>
                  <a:pt x="923925" y="171450"/>
                </a:lnTo>
                <a:lnTo>
                  <a:pt x="923925" y="180975"/>
                </a:lnTo>
                <a:lnTo>
                  <a:pt x="914400" y="180975"/>
                </a:lnTo>
                <a:close/>
                <a:moveTo>
                  <a:pt x="1076325" y="171450"/>
                </a:moveTo>
                <a:lnTo>
                  <a:pt x="1085850" y="171450"/>
                </a:lnTo>
                <a:lnTo>
                  <a:pt x="1085850" y="180975"/>
                </a:lnTo>
                <a:lnTo>
                  <a:pt x="1076325" y="180975"/>
                </a:lnTo>
                <a:close/>
                <a:moveTo>
                  <a:pt x="990600" y="180975"/>
                </a:moveTo>
                <a:lnTo>
                  <a:pt x="1000125" y="180975"/>
                </a:lnTo>
                <a:lnTo>
                  <a:pt x="1000125" y="190500"/>
                </a:lnTo>
                <a:lnTo>
                  <a:pt x="990600" y="190500"/>
                </a:lnTo>
                <a:close/>
                <a:moveTo>
                  <a:pt x="1095375" y="180975"/>
                </a:moveTo>
                <a:lnTo>
                  <a:pt x="1104900" y="180975"/>
                </a:lnTo>
                <a:lnTo>
                  <a:pt x="1104900" y="190500"/>
                </a:lnTo>
                <a:lnTo>
                  <a:pt x="1095375" y="190500"/>
                </a:lnTo>
                <a:close/>
                <a:moveTo>
                  <a:pt x="190500" y="190500"/>
                </a:moveTo>
                <a:lnTo>
                  <a:pt x="200025" y="190500"/>
                </a:lnTo>
                <a:lnTo>
                  <a:pt x="200025" y="200025"/>
                </a:lnTo>
                <a:lnTo>
                  <a:pt x="190500" y="200025"/>
                </a:lnTo>
                <a:close/>
                <a:moveTo>
                  <a:pt x="542925" y="190500"/>
                </a:moveTo>
                <a:lnTo>
                  <a:pt x="552450" y="190500"/>
                </a:lnTo>
                <a:lnTo>
                  <a:pt x="552450" y="200025"/>
                </a:lnTo>
                <a:lnTo>
                  <a:pt x="542925" y="200025"/>
                </a:lnTo>
                <a:close/>
                <a:moveTo>
                  <a:pt x="209550" y="200025"/>
                </a:moveTo>
                <a:lnTo>
                  <a:pt x="219075" y="200025"/>
                </a:lnTo>
                <a:lnTo>
                  <a:pt x="219075" y="209550"/>
                </a:lnTo>
                <a:lnTo>
                  <a:pt x="209550" y="209550"/>
                </a:lnTo>
                <a:close/>
                <a:moveTo>
                  <a:pt x="180975" y="209550"/>
                </a:moveTo>
                <a:lnTo>
                  <a:pt x="190500" y="209550"/>
                </a:lnTo>
                <a:lnTo>
                  <a:pt x="190500" y="219075"/>
                </a:lnTo>
                <a:lnTo>
                  <a:pt x="180975" y="219075"/>
                </a:lnTo>
                <a:close/>
                <a:moveTo>
                  <a:pt x="1390650" y="209550"/>
                </a:moveTo>
                <a:lnTo>
                  <a:pt x="1400175" y="209550"/>
                </a:lnTo>
                <a:lnTo>
                  <a:pt x="1400175" y="219075"/>
                </a:lnTo>
                <a:lnTo>
                  <a:pt x="1390650" y="219075"/>
                </a:lnTo>
                <a:close/>
                <a:moveTo>
                  <a:pt x="400050" y="219075"/>
                </a:moveTo>
                <a:lnTo>
                  <a:pt x="428625" y="219075"/>
                </a:lnTo>
                <a:lnTo>
                  <a:pt x="428625" y="228600"/>
                </a:lnTo>
                <a:lnTo>
                  <a:pt x="400050" y="228600"/>
                </a:lnTo>
                <a:close/>
                <a:moveTo>
                  <a:pt x="1162050" y="219075"/>
                </a:moveTo>
                <a:lnTo>
                  <a:pt x="1181100" y="219075"/>
                </a:lnTo>
                <a:lnTo>
                  <a:pt x="1181100" y="228600"/>
                </a:lnTo>
                <a:lnTo>
                  <a:pt x="1162050" y="228600"/>
                </a:lnTo>
                <a:close/>
                <a:moveTo>
                  <a:pt x="590550" y="228600"/>
                </a:moveTo>
                <a:lnTo>
                  <a:pt x="600075" y="228600"/>
                </a:lnTo>
                <a:lnTo>
                  <a:pt x="600075" y="238125"/>
                </a:lnTo>
                <a:lnTo>
                  <a:pt x="590550" y="238125"/>
                </a:lnTo>
                <a:close/>
                <a:moveTo>
                  <a:pt x="1400175" y="228600"/>
                </a:moveTo>
                <a:lnTo>
                  <a:pt x="1409700" y="228600"/>
                </a:lnTo>
                <a:lnTo>
                  <a:pt x="1409700" y="238125"/>
                </a:lnTo>
                <a:lnTo>
                  <a:pt x="1400175" y="238125"/>
                </a:lnTo>
                <a:close/>
                <a:moveTo>
                  <a:pt x="190500" y="238125"/>
                </a:moveTo>
                <a:lnTo>
                  <a:pt x="200025" y="238125"/>
                </a:lnTo>
                <a:lnTo>
                  <a:pt x="200025" y="247650"/>
                </a:lnTo>
                <a:lnTo>
                  <a:pt x="190500" y="247650"/>
                </a:lnTo>
                <a:close/>
                <a:moveTo>
                  <a:pt x="1381125" y="238125"/>
                </a:moveTo>
                <a:lnTo>
                  <a:pt x="1390650" y="238125"/>
                </a:lnTo>
                <a:lnTo>
                  <a:pt x="1390650" y="247650"/>
                </a:lnTo>
                <a:lnTo>
                  <a:pt x="1381125" y="247650"/>
                </a:lnTo>
                <a:close/>
                <a:moveTo>
                  <a:pt x="400050" y="247650"/>
                </a:moveTo>
                <a:lnTo>
                  <a:pt x="409575" y="247650"/>
                </a:lnTo>
                <a:lnTo>
                  <a:pt x="409575" y="257175"/>
                </a:lnTo>
                <a:lnTo>
                  <a:pt x="400050" y="257175"/>
                </a:lnTo>
                <a:close/>
                <a:moveTo>
                  <a:pt x="428625" y="247650"/>
                </a:moveTo>
                <a:lnTo>
                  <a:pt x="457200" y="247650"/>
                </a:lnTo>
                <a:lnTo>
                  <a:pt x="457200" y="257175"/>
                </a:lnTo>
                <a:lnTo>
                  <a:pt x="428625" y="257175"/>
                </a:lnTo>
                <a:close/>
                <a:moveTo>
                  <a:pt x="1028700" y="257175"/>
                </a:moveTo>
                <a:lnTo>
                  <a:pt x="1038225" y="257175"/>
                </a:lnTo>
                <a:lnTo>
                  <a:pt x="1038225" y="266700"/>
                </a:lnTo>
                <a:lnTo>
                  <a:pt x="1028700" y="266700"/>
                </a:lnTo>
                <a:close/>
                <a:moveTo>
                  <a:pt x="1409700" y="257175"/>
                </a:moveTo>
                <a:lnTo>
                  <a:pt x="1419225" y="257175"/>
                </a:lnTo>
                <a:lnTo>
                  <a:pt x="1419225" y="266700"/>
                </a:lnTo>
                <a:lnTo>
                  <a:pt x="1409700" y="266700"/>
                </a:lnTo>
                <a:close/>
                <a:moveTo>
                  <a:pt x="161925" y="266700"/>
                </a:moveTo>
                <a:lnTo>
                  <a:pt x="171450" y="266700"/>
                </a:lnTo>
                <a:lnTo>
                  <a:pt x="171450" y="276225"/>
                </a:lnTo>
                <a:lnTo>
                  <a:pt x="161925" y="276225"/>
                </a:lnTo>
                <a:close/>
                <a:moveTo>
                  <a:pt x="180975" y="266700"/>
                </a:moveTo>
                <a:lnTo>
                  <a:pt x="190500" y="266700"/>
                </a:lnTo>
                <a:lnTo>
                  <a:pt x="190500" y="276225"/>
                </a:lnTo>
                <a:lnTo>
                  <a:pt x="180975" y="276225"/>
                </a:lnTo>
                <a:close/>
                <a:moveTo>
                  <a:pt x="342900" y="266700"/>
                </a:moveTo>
                <a:lnTo>
                  <a:pt x="352425" y="266700"/>
                </a:lnTo>
                <a:lnTo>
                  <a:pt x="352425" y="276225"/>
                </a:lnTo>
                <a:lnTo>
                  <a:pt x="342900" y="276225"/>
                </a:lnTo>
                <a:close/>
                <a:moveTo>
                  <a:pt x="647700" y="266700"/>
                </a:moveTo>
                <a:lnTo>
                  <a:pt x="666750" y="266700"/>
                </a:lnTo>
                <a:lnTo>
                  <a:pt x="666750" y="276225"/>
                </a:lnTo>
                <a:lnTo>
                  <a:pt x="647700" y="276225"/>
                </a:lnTo>
                <a:close/>
                <a:moveTo>
                  <a:pt x="733425" y="266700"/>
                </a:moveTo>
                <a:lnTo>
                  <a:pt x="742950" y="266700"/>
                </a:lnTo>
                <a:lnTo>
                  <a:pt x="742950" y="276225"/>
                </a:lnTo>
                <a:lnTo>
                  <a:pt x="733425" y="276225"/>
                </a:lnTo>
                <a:close/>
                <a:moveTo>
                  <a:pt x="809625" y="266700"/>
                </a:moveTo>
                <a:lnTo>
                  <a:pt x="819150" y="266700"/>
                </a:lnTo>
                <a:lnTo>
                  <a:pt x="819150" y="276225"/>
                </a:lnTo>
                <a:lnTo>
                  <a:pt x="809625" y="276225"/>
                </a:lnTo>
                <a:close/>
                <a:moveTo>
                  <a:pt x="914400" y="266700"/>
                </a:moveTo>
                <a:lnTo>
                  <a:pt x="923925" y="266700"/>
                </a:lnTo>
                <a:lnTo>
                  <a:pt x="923925" y="276225"/>
                </a:lnTo>
                <a:lnTo>
                  <a:pt x="914400" y="276225"/>
                </a:lnTo>
                <a:close/>
                <a:moveTo>
                  <a:pt x="1000125" y="266700"/>
                </a:moveTo>
                <a:lnTo>
                  <a:pt x="1009650" y="266700"/>
                </a:lnTo>
                <a:lnTo>
                  <a:pt x="1009650" y="276225"/>
                </a:lnTo>
                <a:lnTo>
                  <a:pt x="1000125" y="276225"/>
                </a:lnTo>
                <a:close/>
                <a:moveTo>
                  <a:pt x="1228725" y="266700"/>
                </a:moveTo>
                <a:lnTo>
                  <a:pt x="1238250" y="266700"/>
                </a:lnTo>
                <a:lnTo>
                  <a:pt x="1238250" y="276225"/>
                </a:lnTo>
                <a:lnTo>
                  <a:pt x="1228725" y="276225"/>
                </a:lnTo>
                <a:close/>
                <a:moveTo>
                  <a:pt x="1390650" y="266700"/>
                </a:moveTo>
                <a:lnTo>
                  <a:pt x="1400175" y="266700"/>
                </a:lnTo>
                <a:lnTo>
                  <a:pt x="1400175" y="276225"/>
                </a:lnTo>
                <a:lnTo>
                  <a:pt x="1390650" y="276225"/>
                </a:lnTo>
                <a:close/>
                <a:moveTo>
                  <a:pt x="533400" y="276225"/>
                </a:moveTo>
                <a:lnTo>
                  <a:pt x="542925" y="276225"/>
                </a:lnTo>
                <a:lnTo>
                  <a:pt x="542925" y="285750"/>
                </a:lnTo>
                <a:lnTo>
                  <a:pt x="533400" y="285750"/>
                </a:lnTo>
                <a:close/>
                <a:moveTo>
                  <a:pt x="800100" y="276225"/>
                </a:moveTo>
                <a:lnTo>
                  <a:pt x="809625" y="276225"/>
                </a:lnTo>
                <a:lnTo>
                  <a:pt x="809625" y="285750"/>
                </a:lnTo>
                <a:lnTo>
                  <a:pt x="800100" y="285750"/>
                </a:lnTo>
                <a:close/>
                <a:moveTo>
                  <a:pt x="1095375" y="276225"/>
                </a:moveTo>
                <a:lnTo>
                  <a:pt x="1114425" y="276225"/>
                </a:lnTo>
                <a:lnTo>
                  <a:pt x="1114425" y="285750"/>
                </a:lnTo>
                <a:lnTo>
                  <a:pt x="1095375" y="285750"/>
                </a:lnTo>
                <a:close/>
                <a:moveTo>
                  <a:pt x="971550" y="285750"/>
                </a:moveTo>
                <a:lnTo>
                  <a:pt x="981075" y="285750"/>
                </a:lnTo>
                <a:lnTo>
                  <a:pt x="981075" y="295275"/>
                </a:lnTo>
                <a:lnTo>
                  <a:pt x="971550" y="295275"/>
                </a:lnTo>
                <a:close/>
                <a:moveTo>
                  <a:pt x="1400175" y="295275"/>
                </a:moveTo>
                <a:lnTo>
                  <a:pt x="1419225" y="295275"/>
                </a:lnTo>
                <a:lnTo>
                  <a:pt x="1419225" y="304800"/>
                </a:lnTo>
                <a:lnTo>
                  <a:pt x="1428750" y="304800"/>
                </a:lnTo>
                <a:lnTo>
                  <a:pt x="1428750" y="438150"/>
                </a:lnTo>
                <a:lnTo>
                  <a:pt x="1409700" y="438150"/>
                </a:lnTo>
                <a:lnTo>
                  <a:pt x="1409700" y="428625"/>
                </a:lnTo>
                <a:lnTo>
                  <a:pt x="1400175" y="428625"/>
                </a:lnTo>
                <a:lnTo>
                  <a:pt x="1400175" y="390525"/>
                </a:lnTo>
                <a:lnTo>
                  <a:pt x="1409700" y="390525"/>
                </a:lnTo>
                <a:lnTo>
                  <a:pt x="1409700" y="323850"/>
                </a:lnTo>
                <a:lnTo>
                  <a:pt x="1400175" y="323850"/>
                </a:lnTo>
                <a:close/>
                <a:moveTo>
                  <a:pt x="152400" y="314325"/>
                </a:moveTo>
                <a:lnTo>
                  <a:pt x="180975" y="314325"/>
                </a:lnTo>
                <a:lnTo>
                  <a:pt x="180975" y="971550"/>
                </a:lnTo>
                <a:lnTo>
                  <a:pt x="171450" y="971550"/>
                </a:lnTo>
                <a:lnTo>
                  <a:pt x="171450" y="990600"/>
                </a:lnTo>
                <a:lnTo>
                  <a:pt x="180975" y="990600"/>
                </a:lnTo>
                <a:lnTo>
                  <a:pt x="180975" y="1066800"/>
                </a:lnTo>
                <a:lnTo>
                  <a:pt x="161925" y="1066800"/>
                </a:lnTo>
                <a:lnTo>
                  <a:pt x="161925" y="1047750"/>
                </a:lnTo>
                <a:lnTo>
                  <a:pt x="152400" y="1047750"/>
                </a:lnTo>
                <a:close/>
                <a:moveTo>
                  <a:pt x="457200" y="323850"/>
                </a:moveTo>
                <a:lnTo>
                  <a:pt x="466725" y="323850"/>
                </a:lnTo>
                <a:lnTo>
                  <a:pt x="466725" y="333375"/>
                </a:lnTo>
                <a:lnTo>
                  <a:pt x="457200" y="333375"/>
                </a:lnTo>
                <a:close/>
                <a:moveTo>
                  <a:pt x="676275" y="342900"/>
                </a:moveTo>
                <a:lnTo>
                  <a:pt x="695325" y="342900"/>
                </a:lnTo>
                <a:lnTo>
                  <a:pt x="695325" y="352425"/>
                </a:lnTo>
                <a:lnTo>
                  <a:pt x="685800" y="352425"/>
                </a:lnTo>
                <a:lnTo>
                  <a:pt x="685800" y="361950"/>
                </a:lnTo>
                <a:lnTo>
                  <a:pt x="676275" y="361950"/>
                </a:lnTo>
                <a:lnTo>
                  <a:pt x="676275" y="371475"/>
                </a:lnTo>
                <a:lnTo>
                  <a:pt x="619125" y="371475"/>
                </a:lnTo>
                <a:lnTo>
                  <a:pt x="619125" y="361950"/>
                </a:lnTo>
                <a:lnTo>
                  <a:pt x="666750" y="361950"/>
                </a:lnTo>
                <a:lnTo>
                  <a:pt x="666750" y="352425"/>
                </a:lnTo>
                <a:lnTo>
                  <a:pt x="676275" y="352425"/>
                </a:lnTo>
                <a:close/>
                <a:moveTo>
                  <a:pt x="723900" y="342900"/>
                </a:moveTo>
                <a:lnTo>
                  <a:pt x="742950" y="342900"/>
                </a:lnTo>
                <a:lnTo>
                  <a:pt x="742950" y="352425"/>
                </a:lnTo>
                <a:lnTo>
                  <a:pt x="723900" y="352425"/>
                </a:lnTo>
                <a:close/>
                <a:moveTo>
                  <a:pt x="1038225" y="342900"/>
                </a:moveTo>
                <a:lnTo>
                  <a:pt x="1047750" y="342900"/>
                </a:lnTo>
                <a:lnTo>
                  <a:pt x="1047750" y="352425"/>
                </a:lnTo>
                <a:lnTo>
                  <a:pt x="1038225" y="352425"/>
                </a:lnTo>
                <a:close/>
                <a:moveTo>
                  <a:pt x="1047750" y="352425"/>
                </a:moveTo>
                <a:lnTo>
                  <a:pt x="1066800" y="352425"/>
                </a:lnTo>
                <a:lnTo>
                  <a:pt x="1066800" y="361950"/>
                </a:lnTo>
                <a:lnTo>
                  <a:pt x="1047750" y="361950"/>
                </a:lnTo>
                <a:close/>
                <a:moveTo>
                  <a:pt x="1104900" y="352425"/>
                </a:moveTo>
                <a:lnTo>
                  <a:pt x="1123950" y="352425"/>
                </a:lnTo>
                <a:lnTo>
                  <a:pt x="1123950" y="361950"/>
                </a:lnTo>
                <a:lnTo>
                  <a:pt x="1133475" y="361950"/>
                </a:lnTo>
                <a:lnTo>
                  <a:pt x="1133475" y="371475"/>
                </a:lnTo>
                <a:lnTo>
                  <a:pt x="1114425" y="371475"/>
                </a:lnTo>
                <a:lnTo>
                  <a:pt x="1114425" y="361950"/>
                </a:lnTo>
                <a:lnTo>
                  <a:pt x="1104900" y="361950"/>
                </a:lnTo>
                <a:close/>
                <a:moveTo>
                  <a:pt x="809625" y="361950"/>
                </a:moveTo>
                <a:lnTo>
                  <a:pt x="828675" y="361950"/>
                </a:lnTo>
                <a:lnTo>
                  <a:pt x="828675" y="371475"/>
                </a:lnTo>
                <a:lnTo>
                  <a:pt x="809625" y="371475"/>
                </a:lnTo>
                <a:close/>
                <a:moveTo>
                  <a:pt x="923925" y="361950"/>
                </a:moveTo>
                <a:lnTo>
                  <a:pt x="942975" y="361950"/>
                </a:lnTo>
                <a:lnTo>
                  <a:pt x="942975" y="371475"/>
                </a:lnTo>
                <a:lnTo>
                  <a:pt x="923925" y="371475"/>
                </a:lnTo>
                <a:close/>
                <a:moveTo>
                  <a:pt x="1000125" y="361950"/>
                </a:moveTo>
                <a:lnTo>
                  <a:pt x="1009650" y="361950"/>
                </a:lnTo>
                <a:lnTo>
                  <a:pt x="1009650" y="371475"/>
                </a:lnTo>
                <a:lnTo>
                  <a:pt x="1000125" y="371475"/>
                </a:lnTo>
                <a:close/>
                <a:moveTo>
                  <a:pt x="1066800" y="361950"/>
                </a:moveTo>
                <a:lnTo>
                  <a:pt x="1076325" y="361950"/>
                </a:lnTo>
                <a:lnTo>
                  <a:pt x="1076325" y="371475"/>
                </a:lnTo>
                <a:lnTo>
                  <a:pt x="1066800" y="371475"/>
                </a:lnTo>
                <a:close/>
                <a:moveTo>
                  <a:pt x="1162050" y="361950"/>
                </a:moveTo>
                <a:lnTo>
                  <a:pt x="1171575" y="361950"/>
                </a:lnTo>
                <a:lnTo>
                  <a:pt x="1171575" y="371475"/>
                </a:lnTo>
                <a:lnTo>
                  <a:pt x="1162050" y="371475"/>
                </a:lnTo>
                <a:close/>
                <a:moveTo>
                  <a:pt x="1133475" y="371475"/>
                </a:moveTo>
                <a:lnTo>
                  <a:pt x="1143000" y="371475"/>
                </a:lnTo>
                <a:lnTo>
                  <a:pt x="1143000" y="381000"/>
                </a:lnTo>
                <a:lnTo>
                  <a:pt x="1133475" y="381000"/>
                </a:lnTo>
                <a:close/>
                <a:moveTo>
                  <a:pt x="1152525" y="371475"/>
                </a:moveTo>
                <a:lnTo>
                  <a:pt x="1162050" y="371475"/>
                </a:lnTo>
                <a:lnTo>
                  <a:pt x="1162050" y="381000"/>
                </a:lnTo>
                <a:lnTo>
                  <a:pt x="1152525" y="381000"/>
                </a:lnTo>
                <a:close/>
                <a:moveTo>
                  <a:pt x="904875" y="390525"/>
                </a:moveTo>
                <a:lnTo>
                  <a:pt x="933450" y="390525"/>
                </a:lnTo>
                <a:lnTo>
                  <a:pt x="933450" y="400050"/>
                </a:lnTo>
                <a:lnTo>
                  <a:pt x="923925" y="400050"/>
                </a:lnTo>
                <a:lnTo>
                  <a:pt x="923925" y="419100"/>
                </a:lnTo>
                <a:lnTo>
                  <a:pt x="904875" y="419100"/>
                </a:lnTo>
                <a:lnTo>
                  <a:pt x="904875" y="428625"/>
                </a:lnTo>
                <a:lnTo>
                  <a:pt x="895350" y="428625"/>
                </a:lnTo>
                <a:lnTo>
                  <a:pt x="895350" y="409575"/>
                </a:lnTo>
                <a:lnTo>
                  <a:pt x="904875" y="409575"/>
                </a:lnTo>
                <a:close/>
                <a:moveTo>
                  <a:pt x="981075" y="390525"/>
                </a:moveTo>
                <a:lnTo>
                  <a:pt x="990600" y="390525"/>
                </a:lnTo>
                <a:lnTo>
                  <a:pt x="990600" y="400050"/>
                </a:lnTo>
                <a:lnTo>
                  <a:pt x="981075" y="400050"/>
                </a:lnTo>
                <a:close/>
                <a:moveTo>
                  <a:pt x="990600" y="400050"/>
                </a:moveTo>
                <a:lnTo>
                  <a:pt x="1000125" y="400050"/>
                </a:lnTo>
                <a:lnTo>
                  <a:pt x="1000125" y="419100"/>
                </a:lnTo>
                <a:lnTo>
                  <a:pt x="990600" y="419100"/>
                </a:lnTo>
                <a:close/>
                <a:moveTo>
                  <a:pt x="752475" y="409575"/>
                </a:moveTo>
                <a:lnTo>
                  <a:pt x="762000" y="409575"/>
                </a:lnTo>
                <a:lnTo>
                  <a:pt x="762000" y="419100"/>
                </a:lnTo>
                <a:lnTo>
                  <a:pt x="752475" y="419100"/>
                </a:lnTo>
                <a:close/>
                <a:moveTo>
                  <a:pt x="781050" y="409575"/>
                </a:moveTo>
                <a:lnTo>
                  <a:pt x="790575" y="409575"/>
                </a:lnTo>
                <a:lnTo>
                  <a:pt x="790575" y="419100"/>
                </a:lnTo>
                <a:lnTo>
                  <a:pt x="781050" y="419100"/>
                </a:lnTo>
                <a:close/>
                <a:moveTo>
                  <a:pt x="1019175" y="409575"/>
                </a:moveTo>
                <a:lnTo>
                  <a:pt x="1028700" y="409575"/>
                </a:lnTo>
                <a:lnTo>
                  <a:pt x="1028700" y="419100"/>
                </a:lnTo>
                <a:lnTo>
                  <a:pt x="1019175" y="419100"/>
                </a:lnTo>
                <a:close/>
                <a:moveTo>
                  <a:pt x="1047750" y="409575"/>
                </a:moveTo>
                <a:lnTo>
                  <a:pt x="1057275" y="409575"/>
                </a:lnTo>
                <a:lnTo>
                  <a:pt x="1057275" y="419100"/>
                </a:lnTo>
                <a:lnTo>
                  <a:pt x="1047750" y="419100"/>
                </a:lnTo>
                <a:close/>
                <a:moveTo>
                  <a:pt x="561975" y="419100"/>
                </a:moveTo>
                <a:lnTo>
                  <a:pt x="571500" y="419100"/>
                </a:lnTo>
                <a:lnTo>
                  <a:pt x="571500" y="428625"/>
                </a:lnTo>
                <a:lnTo>
                  <a:pt x="561975" y="428625"/>
                </a:lnTo>
                <a:close/>
                <a:moveTo>
                  <a:pt x="609600" y="419100"/>
                </a:moveTo>
                <a:lnTo>
                  <a:pt x="619125" y="419100"/>
                </a:lnTo>
                <a:lnTo>
                  <a:pt x="619125" y="428625"/>
                </a:lnTo>
                <a:lnTo>
                  <a:pt x="609600" y="428625"/>
                </a:lnTo>
                <a:close/>
                <a:moveTo>
                  <a:pt x="742950" y="419100"/>
                </a:moveTo>
                <a:lnTo>
                  <a:pt x="752475" y="419100"/>
                </a:lnTo>
                <a:lnTo>
                  <a:pt x="752475" y="428625"/>
                </a:lnTo>
                <a:lnTo>
                  <a:pt x="742950" y="428625"/>
                </a:lnTo>
                <a:close/>
                <a:moveTo>
                  <a:pt x="790575" y="419100"/>
                </a:moveTo>
                <a:lnTo>
                  <a:pt x="800100" y="419100"/>
                </a:lnTo>
                <a:lnTo>
                  <a:pt x="800100" y="428625"/>
                </a:lnTo>
                <a:lnTo>
                  <a:pt x="790575" y="428625"/>
                </a:lnTo>
                <a:close/>
                <a:moveTo>
                  <a:pt x="1009650" y="419100"/>
                </a:moveTo>
                <a:lnTo>
                  <a:pt x="1019175" y="419100"/>
                </a:lnTo>
                <a:lnTo>
                  <a:pt x="1019175" y="428625"/>
                </a:lnTo>
                <a:lnTo>
                  <a:pt x="1009650" y="428625"/>
                </a:lnTo>
                <a:close/>
                <a:moveTo>
                  <a:pt x="1057275" y="419100"/>
                </a:moveTo>
                <a:lnTo>
                  <a:pt x="1066800" y="419100"/>
                </a:lnTo>
                <a:lnTo>
                  <a:pt x="1066800" y="428625"/>
                </a:lnTo>
                <a:lnTo>
                  <a:pt x="1057275" y="428625"/>
                </a:lnTo>
                <a:close/>
                <a:moveTo>
                  <a:pt x="533400" y="428625"/>
                </a:moveTo>
                <a:lnTo>
                  <a:pt x="542925" y="428625"/>
                </a:lnTo>
                <a:lnTo>
                  <a:pt x="542925" y="447675"/>
                </a:lnTo>
                <a:lnTo>
                  <a:pt x="561975" y="447675"/>
                </a:lnTo>
                <a:lnTo>
                  <a:pt x="561975" y="466725"/>
                </a:lnTo>
                <a:lnTo>
                  <a:pt x="542925" y="466725"/>
                </a:lnTo>
                <a:lnTo>
                  <a:pt x="542925" y="457200"/>
                </a:lnTo>
                <a:lnTo>
                  <a:pt x="533400" y="457200"/>
                </a:lnTo>
                <a:lnTo>
                  <a:pt x="533400" y="466725"/>
                </a:lnTo>
                <a:lnTo>
                  <a:pt x="523875" y="466725"/>
                </a:lnTo>
                <a:lnTo>
                  <a:pt x="523875" y="447675"/>
                </a:lnTo>
                <a:lnTo>
                  <a:pt x="533400" y="447675"/>
                </a:lnTo>
                <a:close/>
                <a:moveTo>
                  <a:pt x="619125" y="428625"/>
                </a:moveTo>
                <a:lnTo>
                  <a:pt x="628650" y="428625"/>
                </a:lnTo>
                <a:lnTo>
                  <a:pt x="628650" y="438150"/>
                </a:lnTo>
                <a:lnTo>
                  <a:pt x="619125" y="438150"/>
                </a:lnTo>
                <a:close/>
                <a:moveTo>
                  <a:pt x="609600" y="438150"/>
                </a:moveTo>
                <a:lnTo>
                  <a:pt x="619125" y="438150"/>
                </a:lnTo>
                <a:lnTo>
                  <a:pt x="619125" y="466725"/>
                </a:lnTo>
                <a:lnTo>
                  <a:pt x="609600" y="466725"/>
                </a:lnTo>
                <a:close/>
                <a:moveTo>
                  <a:pt x="1400175" y="438150"/>
                </a:moveTo>
                <a:lnTo>
                  <a:pt x="1409700" y="438150"/>
                </a:lnTo>
                <a:lnTo>
                  <a:pt x="1409700" y="638175"/>
                </a:lnTo>
                <a:lnTo>
                  <a:pt x="1428750" y="638175"/>
                </a:lnTo>
                <a:lnTo>
                  <a:pt x="1428750" y="819150"/>
                </a:lnTo>
                <a:lnTo>
                  <a:pt x="1409700" y="819150"/>
                </a:lnTo>
                <a:lnTo>
                  <a:pt x="1409700" y="1028700"/>
                </a:lnTo>
                <a:lnTo>
                  <a:pt x="1428750" y="1028700"/>
                </a:lnTo>
                <a:lnTo>
                  <a:pt x="1428750" y="1076325"/>
                </a:lnTo>
                <a:lnTo>
                  <a:pt x="1419225" y="1076325"/>
                </a:lnTo>
                <a:lnTo>
                  <a:pt x="1419225" y="1085850"/>
                </a:lnTo>
                <a:lnTo>
                  <a:pt x="1400175" y="1085850"/>
                </a:lnTo>
                <a:lnTo>
                  <a:pt x="1400175" y="771525"/>
                </a:lnTo>
                <a:lnTo>
                  <a:pt x="1409700" y="771525"/>
                </a:lnTo>
                <a:lnTo>
                  <a:pt x="1409700" y="695325"/>
                </a:lnTo>
                <a:lnTo>
                  <a:pt x="1400175" y="695325"/>
                </a:lnTo>
                <a:close/>
                <a:moveTo>
                  <a:pt x="828675" y="447675"/>
                </a:moveTo>
                <a:lnTo>
                  <a:pt x="838200" y="447675"/>
                </a:lnTo>
                <a:lnTo>
                  <a:pt x="838200" y="457200"/>
                </a:lnTo>
                <a:lnTo>
                  <a:pt x="828675" y="457200"/>
                </a:lnTo>
                <a:close/>
                <a:moveTo>
                  <a:pt x="895350" y="457200"/>
                </a:moveTo>
                <a:lnTo>
                  <a:pt x="904875" y="457200"/>
                </a:lnTo>
                <a:lnTo>
                  <a:pt x="904875" y="466725"/>
                </a:lnTo>
                <a:lnTo>
                  <a:pt x="895350" y="466725"/>
                </a:lnTo>
                <a:close/>
                <a:moveTo>
                  <a:pt x="1000125" y="457200"/>
                </a:moveTo>
                <a:lnTo>
                  <a:pt x="1009650" y="457200"/>
                </a:lnTo>
                <a:lnTo>
                  <a:pt x="1009650" y="466725"/>
                </a:lnTo>
                <a:lnTo>
                  <a:pt x="1000125" y="466725"/>
                </a:lnTo>
                <a:close/>
                <a:moveTo>
                  <a:pt x="533400" y="466725"/>
                </a:moveTo>
                <a:lnTo>
                  <a:pt x="542925" y="466725"/>
                </a:lnTo>
                <a:lnTo>
                  <a:pt x="542925" y="476250"/>
                </a:lnTo>
                <a:lnTo>
                  <a:pt x="533400" y="476250"/>
                </a:lnTo>
                <a:close/>
                <a:moveTo>
                  <a:pt x="561975" y="466725"/>
                </a:moveTo>
                <a:lnTo>
                  <a:pt x="571500" y="466725"/>
                </a:lnTo>
                <a:lnTo>
                  <a:pt x="571500" y="476250"/>
                </a:lnTo>
                <a:lnTo>
                  <a:pt x="561975" y="476250"/>
                </a:lnTo>
                <a:close/>
                <a:moveTo>
                  <a:pt x="828675" y="466725"/>
                </a:moveTo>
                <a:lnTo>
                  <a:pt x="838200" y="466725"/>
                </a:lnTo>
                <a:lnTo>
                  <a:pt x="838200" y="476250"/>
                </a:lnTo>
                <a:lnTo>
                  <a:pt x="828675" y="476250"/>
                </a:lnTo>
                <a:close/>
                <a:moveTo>
                  <a:pt x="981075" y="466725"/>
                </a:moveTo>
                <a:lnTo>
                  <a:pt x="990600" y="466725"/>
                </a:lnTo>
                <a:lnTo>
                  <a:pt x="990600" y="476250"/>
                </a:lnTo>
                <a:lnTo>
                  <a:pt x="981075" y="476250"/>
                </a:lnTo>
                <a:close/>
                <a:moveTo>
                  <a:pt x="314325" y="571500"/>
                </a:moveTo>
                <a:lnTo>
                  <a:pt x="323850" y="571500"/>
                </a:lnTo>
                <a:lnTo>
                  <a:pt x="323850" y="581025"/>
                </a:lnTo>
                <a:lnTo>
                  <a:pt x="314325" y="581025"/>
                </a:lnTo>
                <a:close/>
                <a:moveTo>
                  <a:pt x="295275" y="600075"/>
                </a:moveTo>
                <a:lnTo>
                  <a:pt x="304800" y="600075"/>
                </a:lnTo>
                <a:lnTo>
                  <a:pt x="304800" y="609600"/>
                </a:lnTo>
                <a:lnTo>
                  <a:pt x="295275" y="609600"/>
                </a:lnTo>
                <a:close/>
                <a:moveTo>
                  <a:pt x="1314450" y="666750"/>
                </a:moveTo>
                <a:lnTo>
                  <a:pt x="1323975" y="666750"/>
                </a:lnTo>
                <a:lnTo>
                  <a:pt x="1323975" y="685800"/>
                </a:lnTo>
                <a:lnTo>
                  <a:pt x="1314450" y="685800"/>
                </a:lnTo>
                <a:close/>
                <a:moveTo>
                  <a:pt x="323850" y="742950"/>
                </a:moveTo>
                <a:lnTo>
                  <a:pt x="352425" y="742950"/>
                </a:lnTo>
                <a:lnTo>
                  <a:pt x="352425" y="752475"/>
                </a:lnTo>
                <a:lnTo>
                  <a:pt x="323850" y="752475"/>
                </a:lnTo>
                <a:close/>
                <a:moveTo>
                  <a:pt x="1066800" y="742950"/>
                </a:moveTo>
                <a:lnTo>
                  <a:pt x="1076325" y="742950"/>
                </a:lnTo>
                <a:lnTo>
                  <a:pt x="1076325" y="752475"/>
                </a:lnTo>
                <a:lnTo>
                  <a:pt x="1066800" y="752475"/>
                </a:lnTo>
                <a:close/>
                <a:moveTo>
                  <a:pt x="1133475" y="742950"/>
                </a:moveTo>
                <a:lnTo>
                  <a:pt x="1162050" y="742950"/>
                </a:lnTo>
                <a:lnTo>
                  <a:pt x="1162050" y="752475"/>
                </a:lnTo>
                <a:lnTo>
                  <a:pt x="1133475" y="752475"/>
                </a:lnTo>
                <a:close/>
                <a:moveTo>
                  <a:pt x="1095375" y="762000"/>
                </a:moveTo>
                <a:lnTo>
                  <a:pt x="1133475" y="762000"/>
                </a:lnTo>
                <a:lnTo>
                  <a:pt x="1133475" y="771525"/>
                </a:lnTo>
                <a:lnTo>
                  <a:pt x="1095375" y="771525"/>
                </a:lnTo>
                <a:close/>
                <a:moveTo>
                  <a:pt x="962025" y="847725"/>
                </a:moveTo>
                <a:lnTo>
                  <a:pt x="1019175" y="847725"/>
                </a:lnTo>
                <a:lnTo>
                  <a:pt x="1019175" y="876300"/>
                </a:lnTo>
                <a:lnTo>
                  <a:pt x="1028700" y="876300"/>
                </a:lnTo>
                <a:lnTo>
                  <a:pt x="1028700" y="895350"/>
                </a:lnTo>
                <a:lnTo>
                  <a:pt x="1009650" y="895350"/>
                </a:lnTo>
                <a:lnTo>
                  <a:pt x="1009650" y="904875"/>
                </a:lnTo>
                <a:lnTo>
                  <a:pt x="990600" y="904875"/>
                </a:lnTo>
                <a:lnTo>
                  <a:pt x="990600" y="876300"/>
                </a:lnTo>
                <a:lnTo>
                  <a:pt x="962025" y="876300"/>
                </a:lnTo>
                <a:lnTo>
                  <a:pt x="962025" y="885825"/>
                </a:lnTo>
                <a:lnTo>
                  <a:pt x="952500" y="885825"/>
                </a:lnTo>
                <a:lnTo>
                  <a:pt x="952500" y="866775"/>
                </a:lnTo>
                <a:lnTo>
                  <a:pt x="962025" y="866775"/>
                </a:lnTo>
                <a:close/>
                <a:moveTo>
                  <a:pt x="1047750" y="847725"/>
                </a:moveTo>
                <a:lnTo>
                  <a:pt x="1104900" y="847725"/>
                </a:lnTo>
                <a:lnTo>
                  <a:pt x="1104900" y="857250"/>
                </a:lnTo>
                <a:lnTo>
                  <a:pt x="1114425" y="857250"/>
                </a:lnTo>
                <a:lnTo>
                  <a:pt x="1114425" y="914400"/>
                </a:lnTo>
                <a:lnTo>
                  <a:pt x="1104900" y="914400"/>
                </a:lnTo>
                <a:lnTo>
                  <a:pt x="1104900" y="923925"/>
                </a:lnTo>
                <a:lnTo>
                  <a:pt x="1095375" y="923925"/>
                </a:lnTo>
                <a:lnTo>
                  <a:pt x="1095375" y="914400"/>
                </a:lnTo>
                <a:lnTo>
                  <a:pt x="1085850" y="914400"/>
                </a:lnTo>
                <a:lnTo>
                  <a:pt x="1085850" y="895350"/>
                </a:lnTo>
                <a:lnTo>
                  <a:pt x="1095375" y="895350"/>
                </a:lnTo>
                <a:lnTo>
                  <a:pt x="1095375" y="876300"/>
                </a:lnTo>
                <a:lnTo>
                  <a:pt x="1076325" y="876300"/>
                </a:lnTo>
                <a:lnTo>
                  <a:pt x="1076325" y="866775"/>
                </a:lnTo>
                <a:lnTo>
                  <a:pt x="1066800" y="866775"/>
                </a:lnTo>
                <a:lnTo>
                  <a:pt x="1066800" y="876300"/>
                </a:lnTo>
                <a:lnTo>
                  <a:pt x="1057275" y="876300"/>
                </a:lnTo>
                <a:lnTo>
                  <a:pt x="1057275" y="866775"/>
                </a:lnTo>
                <a:lnTo>
                  <a:pt x="1047750" y="866775"/>
                </a:lnTo>
                <a:close/>
                <a:moveTo>
                  <a:pt x="638175" y="876300"/>
                </a:moveTo>
                <a:lnTo>
                  <a:pt x="647700" y="876300"/>
                </a:lnTo>
                <a:lnTo>
                  <a:pt x="647700" y="885825"/>
                </a:lnTo>
                <a:lnTo>
                  <a:pt x="638175" y="885825"/>
                </a:lnTo>
                <a:close/>
                <a:moveTo>
                  <a:pt x="647700" y="885825"/>
                </a:moveTo>
                <a:lnTo>
                  <a:pt x="657225" y="885825"/>
                </a:lnTo>
                <a:lnTo>
                  <a:pt x="657225" y="895350"/>
                </a:lnTo>
                <a:lnTo>
                  <a:pt x="647700" y="895350"/>
                </a:lnTo>
                <a:close/>
                <a:moveTo>
                  <a:pt x="1057275" y="885825"/>
                </a:moveTo>
                <a:lnTo>
                  <a:pt x="1066800" y="885825"/>
                </a:lnTo>
                <a:lnTo>
                  <a:pt x="1066800" y="895350"/>
                </a:lnTo>
                <a:lnTo>
                  <a:pt x="1057275" y="895350"/>
                </a:lnTo>
                <a:close/>
                <a:moveTo>
                  <a:pt x="1038225" y="895350"/>
                </a:moveTo>
                <a:lnTo>
                  <a:pt x="1057275" y="895350"/>
                </a:lnTo>
                <a:lnTo>
                  <a:pt x="1057275" y="904875"/>
                </a:lnTo>
                <a:lnTo>
                  <a:pt x="1038225" y="904875"/>
                </a:lnTo>
                <a:close/>
                <a:moveTo>
                  <a:pt x="981075" y="923925"/>
                </a:moveTo>
                <a:lnTo>
                  <a:pt x="1009650" y="923925"/>
                </a:lnTo>
                <a:lnTo>
                  <a:pt x="1009650" y="933450"/>
                </a:lnTo>
                <a:lnTo>
                  <a:pt x="981075" y="933450"/>
                </a:lnTo>
                <a:close/>
                <a:moveTo>
                  <a:pt x="1019175" y="923925"/>
                </a:moveTo>
                <a:lnTo>
                  <a:pt x="1085850" y="923925"/>
                </a:lnTo>
                <a:lnTo>
                  <a:pt x="1085850" y="933450"/>
                </a:lnTo>
                <a:lnTo>
                  <a:pt x="1019175" y="933450"/>
                </a:lnTo>
                <a:close/>
                <a:moveTo>
                  <a:pt x="247650" y="933450"/>
                </a:moveTo>
                <a:lnTo>
                  <a:pt x="257175" y="933450"/>
                </a:lnTo>
                <a:lnTo>
                  <a:pt x="257175" y="942975"/>
                </a:lnTo>
                <a:lnTo>
                  <a:pt x="247650" y="942975"/>
                </a:lnTo>
                <a:close/>
                <a:moveTo>
                  <a:pt x="971550" y="933450"/>
                </a:moveTo>
                <a:lnTo>
                  <a:pt x="981075" y="933450"/>
                </a:lnTo>
                <a:lnTo>
                  <a:pt x="981075" y="942975"/>
                </a:lnTo>
                <a:lnTo>
                  <a:pt x="971550" y="942975"/>
                </a:lnTo>
                <a:close/>
                <a:moveTo>
                  <a:pt x="1085850" y="933450"/>
                </a:moveTo>
                <a:lnTo>
                  <a:pt x="1095375" y="933450"/>
                </a:lnTo>
                <a:lnTo>
                  <a:pt x="1095375" y="952500"/>
                </a:lnTo>
                <a:lnTo>
                  <a:pt x="1085850" y="952500"/>
                </a:lnTo>
                <a:close/>
                <a:moveTo>
                  <a:pt x="1104900" y="942975"/>
                </a:moveTo>
                <a:lnTo>
                  <a:pt x="1114425" y="942975"/>
                </a:lnTo>
                <a:lnTo>
                  <a:pt x="1114425" y="952500"/>
                </a:lnTo>
                <a:lnTo>
                  <a:pt x="1104900" y="952500"/>
                </a:lnTo>
                <a:close/>
                <a:moveTo>
                  <a:pt x="942975" y="952500"/>
                </a:moveTo>
                <a:lnTo>
                  <a:pt x="952500" y="952500"/>
                </a:lnTo>
                <a:lnTo>
                  <a:pt x="952500" y="971550"/>
                </a:lnTo>
                <a:lnTo>
                  <a:pt x="942975" y="971550"/>
                </a:lnTo>
                <a:close/>
                <a:moveTo>
                  <a:pt x="971550" y="952500"/>
                </a:moveTo>
                <a:lnTo>
                  <a:pt x="981075" y="952500"/>
                </a:lnTo>
                <a:lnTo>
                  <a:pt x="981075" y="962025"/>
                </a:lnTo>
                <a:lnTo>
                  <a:pt x="971550" y="962025"/>
                </a:lnTo>
                <a:close/>
                <a:moveTo>
                  <a:pt x="1047750" y="952500"/>
                </a:moveTo>
                <a:lnTo>
                  <a:pt x="1085850" y="952500"/>
                </a:lnTo>
                <a:lnTo>
                  <a:pt x="1085850" y="962025"/>
                </a:lnTo>
                <a:lnTo>
                  <a:pt x="1047750" y="962025"/>
                </a:lnTo>
                <a:close/>
                <a:moveTo>
                  <a:pt x="981075" y="962025"/>
                </a:moveTo>
                <a:lnTo>
                  <a:pt x="990600" y="962025"/>
                </a:lnTo>
                <a:lnTo>
                  <a:pt x="990600" y="971550"/>
                </a:lnTo>
                <a:lnTo>
                  <a:pt x="981075" y="971550"/>
                </a:lnTo>
                <a:close/>
                <a:moveTo>
                  <a:pt x="400050" y="971550"/>
                </a:moveTo>
                <a:lnTo>
                  <a:pt x="409575" y="971550"/>
                </a:lnTo>
                <a:lnTo>
                  <a:pt x="409575" y="981075"/>
                </a:lnTo>
                <a:lnTo>
                  <a:pt x="400050" y="981075"/>
                </a:lnTo>
                <a:close/>
                <a:moveTo>
                  <a:pt x="314325" y="981075"/>
                </a:moveTo>
                <a:lnTo>
                  <a:pt x="323850" y="981075"/>
                </a:lnTo>
                <a:lnTo>
                  <a:pt x="323850" y="990600"/>
                </a:lnTo>
                <a:lnTo>
                  <a:pt x="314325" y="990600"/>
                </a:lnTo>
                <a:close/>
                <a:moveTo>
                  <a:pt x="323850" y="990600"/>
                </a:moveTo>
                <a:lnTo>
                  <a:pt x="342900" y="990600"/>
                </a:lnTo>
                <a:lnTo>
                  <a:pt x="342900" y="1000125"/>
                </a:lnTo>
                <a:lnTo>
                  <a:pt x="323850" y="1000125"/>
                </a:lnTo>
                <a:close/>
                <a:moveTo>
                  <a:pt x="704850" y="990600"/>
                </a:moveTo>
                <a:lnTo>
                  <a:pt x="742950" y="990600"/>
                </a:lnTo>
                <a:lnTo>
                  <a:pt x="742950" y="1000125"/>
                </a:lnTo>
                <a:lnTo>
                  <a:pt x="704850" y="1000125"/>
                </a:lnTo>
                <a:close/>
                <a:moveTo>
                  <a:pt x="390525" y="1000125"/>
                </a:moveTo>
                <a:lnTo>
                  <a:pt x="409575" y="1000125"/>
                </a:lnTo>
                <a:lnTo>
                  <a:pt x="409575" y="1019175"/>
                </a:lnTo>
                <a:lnTo>
                  <a:pt x="390525" y="1019175"/>
                </a:lnTo>
                <a:close/>
                <a:moveTo>
                  <a:pt x="276225" y="1047750"/>
                </a:moveTo>
                <a:lnTo>
                  <a:pt x="285750" y="1047750"/>
                </a:lnTo>
                <a:lnTo>
                  <a:pt x="285750" y="1057275"/>
                </a:lnTo>
                <a:lnTo>
                  <a:pt x="276225" y="1057275"/>
                </a:lnTo>
                <a:close/>
                <a:moveTo>
                  <a:pt x="885825" y="1047750"/>
                </a:moveTo>
                <a:lnTo>
                  <a:pt x="895350" y="1047750"/>
                </a:lnTo>
                <a:lnTo>
                  <a:pt x="895350" y="1152525"/>
                </a:lnTo>
                <a:lnTo>
                  <a:pt x="885825" y="1152525"/>
                </a:lnTo>
                <a:close/>
                <a:moveTo>
                  <a:pt x="1257300" y="1047750"/>
                </a:moveTo>
                <a:lnTo>
                  <a:pt x="1276350" y="1047750"/>
                </a:lnTo>
                <a:lnTo>
                  <a:pt x="1276350" y="1057275"/>
                </a:lnTo>
                <a:lnTo>
                  <a:pt x="1257300" y="1057275"/>
                </a:lnTo>
                <a:close/>
                <a:moveTo>
                  <a:pt x="295275" y="1057275"/>
                </a:moveTo>
                <a:lnTo>
                  <a:pt x="304800" y="1057275"/>
                </a:lnTo>
                <a:lnTo>
                  <a:pt x="304800" y="1076325"/>
                </a:lnTo>
                <a:lnTo>
                  <a:pt x="295275" y="1076325"/>
                </a:lnTo>
                <a:close/>
                <a:moveTo>
                  <a:pt x="1238250" y="1057275"/>
                </a:moveTo>
                <a:lnTo>
                  <a:pt x="1247775" y="1057275"/>
                </a:lnTo>
                <a:lnTo>
                  <a:pt x="1247775" y="1066800"/>
                </a:lnTo>
                <a:lnTo>
                  <a:pt x="1238250" y="1066800"/>
                </a:lnTo>
                <a:close/>
                <a:moveTo>
                  <a:pt x="1228725" y="1066800"/>
                </a:moveTo>
                <a:lnTo>
                  <a:pt x="1238250" y="1066800"/>
                </a:lnTo>
                <a:lnTo>
                  <a:pt x="1238250" y="1076325"/>
                </a:lnTo>
                <a:lnTo>
                  <a:pt x="1228725" y="1076325"/>
                </a:lnTo>
                <a:close/>
                <a:moveTo>
                  <a:pt x="1304925" y="1076325"/>
                </a:moveTo>
                <a:lnTo>
                  <a:pt x="1314450" y="1076325"/>
                </a:lnTo>
                <a:lnTo>
                  <a:pt x="1314450" y="1085850"/>
                </a:lnTo>
                <a:lnTo>
                  <a:pt x="1304925" y="1085850"/>
                </a:lnTo>
                <a:close/>
                <a:moveTo>
                  <a:pt x="1219200" y="1085850"/>
                </a:moveTo>
                <a:lnTo>
                  <a:pt x="1228725" y="1085850"/>
                </a:lnTo>
                <a:lnTo>
                  <a:pt x="1228725" y="1095375"/>
                </a:lnTo>
                <a:lnTo>
                  <a:pt x="1219200" y="1095375"/>
                </a:lnTo>
                <a:close/>
                <a:moveTo>
                  <a:pt x="180975" y="1104900"/>
                </a:moveTo>
                <a:lnTo>
                  <a:pt x="190500" y="1104900"/>
                </a:lnTo>
                <a:lnTo>
                  <a:pt x="190500" y="1114425"/>
                </a:lnTo>
                <a:lnTo>
                  <a:pt x="180975" y="1114425"/>
                </a:lnTo>
                <a:close/>
                <a:moveTo>
                  <a:pt x="161925" y="1114425"/>
                </a:moveTo>
                <a:lnTo>
                  <a:pt x="171450" y="1114425"/>
                </a:lnTo>
                <a:lnTo>
                  <a:pt x="171450" y="1123950"/>
                </a:lnTo>
                <a:lnTo>
                  <a:pt x="161925" y="1123950"/>
                </a:lnTo>
                <a:close/>
                <a:moveTo>
                  <a:pt x="819150" y="1114425"/>
                </a:moveTo>
                <a:lnTo>
                  <a:pt x="828675" y="1114425"/>
                </a:lnTo>
                <a:lnTo>
                  <a:pt x="828675" y="1123950"/>
                </a:lnTo>
                <a:lnTo>
                  <a:pt x="819150" y="1123950"/>
                </a:lnTo>
                <a:close/>
                <a:moveTo>
                  <a:pt x="1390650" y="1114425"/>
                </a:moveTo>
                <a:lnTo>
                  <a:pt x="1400175" y="1114425"/>
                </a:lnTo>
                <a:lnTo>
                  <a:pt x="1400175" y="1123950"/>
                </a:lnTo>
                <a:lnTo>
                  <a:pt x="1390650" y="1123950"/>
                </a:lnTo>
                <a:close/>
                <a:moveTo>
                  <a:pt x="1409700" y="1114425"/>
                </a:moveTo>
                <a:lnTo>
                  <a:pt x="1419225" y="1114425"/>
                </a:lnTo>
                <a:lnTo>
                  <a:pt x="1419225" y="1123950"/>
                </a:lnTo>
                <a:lnTo>
                  <a:pt x="1409700" y="1123950"/>
                </a:lnTo>
                <a:close/>
                <a:moveTo>
                  <a:pt x="809625" y="1123950"/>
                </a:moveTo>
                <a:lnTo>
                  <a:pt x="819150" y="1123950"/>
                </a:lnTo>
                <a:lnTo>
                  <a:pt x="819150" y="1133475"/>
                </a:lnTo>
                <a:lnTo>
                  <a:pt x="809625" y="1133475"/>
                </a:lnTo>
                <a:close/>
                <a:moveTo>
                  <a:pt x="171450" y="1143000"/>
                </a:moveTo>
                <a:lnTo>
                  <a:pt x="180975" y="1143000"/>
                </a:lnTo>
                <a:lnTo>
                  <a:pt x="180975" y="1152525"/>
                </a:lnTo>
                <a:lnTo>
                  <a:pt x="171450" y="1152525"/>
                </a:lnTo>
                <a:close/>
                <a:moveTo>
                  <a:pt x="1381125" y="1143000"/>
                </a:moveTo>
                <a:lnTo>
                  <a:pt x="1390650" y="1143000"/>
                </a:lnTo>
                <a:lnTo>
                  <a:pt x="1390650" y="1152525"/>
                </a:lnTo>
                <a:lnTo>
                  <a:pt x="1381125" y="1152525"/>
                </a:lnTo>
                <a:close/>
                <a:moveTo>
                  <a:pt x="1400175" y="1143000"/>
                </a:moveTo>
                <a:lnTo>
                  <a:pt x="1409700" y="1143000"/>
                </a:lnTo>
                <a:lnTo>
                  <a:pt x="1409700" y="1152525"/>
                </a:lnTo>
                <a:lnTo>
                  <a:pt x="1400175" y="1152525"/>
                </a:lnTo>
                <a:close/>
                <a:moveTo>
                  <a:pt x="180975" y="1162050"/>
                </a:moveTo>
                <a:lnTo>
                  <a:pt x="190500" y="1162050"/>
                </a:lnTo>
                <a:lnTo>
                  <a:pt x="190500" y="1171575"/>
                </a:lnTo>
                <a:lnTo>
                  <a:pt x="180975" y="1171575"/>
                </a:lnTo>
                <a:close/>
                <a:moveTo>
                  <a:pt x="1362075" y="1162050"/>
                </a:moveTo>
                <a:lnTo>
                  <a:pt x="1381125" y="1162050"/>
                </a:lnTo>
                <a:lnTo>
                  <a:pt x="1381125" y="1171575"/>
                </a:lnTo>
                <a:lnTo>
                  <a:pt x="1362075" y="1171575"/>
                </a:lnTo>
                <a:close/>
                <a:moveTo>
                  <a:pt x="190500" y="1181100"/>
                </a:moveTo>
                <a:lnTo>
                  <a:pt x="200025" y="1181100"/>
                </a:lnTo>
                <a:lnTo>
                  <a:pt x="200025" y="1190625"/>
                </a:lnTo>
                <a:lnTo>
                  <a:pt x="190500" y="1190625"/>
                </a:lnTo>
                <a:close/>
                <a:moveTo>
                  <a:pt x="1381125" y="1181100"/>
                </a:moveTo>
                <a:lnTo>
                  <a:pt x="1390650" y="1181100"/>
                </a:lnTo>
                <a:lnTo>
                  <a:pt x="1390650" y="1190625"/>
                </a:lnTo>
                <a:lnTo>
                  <a:pt x="1381125" y="1190625"/>
                </a:lnTo>
                <a:close/>
                <a:moveTo>
                  <a:pt x="228600" y="1200150"/>
                </a:moveTo>
                <a:lnTo>
                  <a:pt x="238125" y="1200150"/>
                </a:lnTo>
                <a:lnTo>
                  <a:pt x="238125" y="1209675"/>
                </a:lnTo>
                <a:lnTo>
                  <a:pt x="228600" y="1209675"/>
                </a:lnTo>
                <a:close/>
                <a:moveTo>
                  <a:pt x="209550" y="1209675"/>
                </a:moveTo>
                <a:lnTo>
                  <a:pt x="219075" y="1209675"/>
                </a:lnTo>
                <a:lnTo>
                  <a:pt x="219075" y="1219200"/>
                </a:lnTo>
                <a:lnTo>
                  <a:pt x="209550" y="1219200"/>
                </a:lnTo>
                <a:close/>
                <a:moveTo>
                  <a:pt x="1362075" y="1209675"/>
                </a:moveTo>
                <a:lnTo>
                  <a:pt x="1371600" y="1209675"/>
                </a:lnTo>
                <a:lnTo>
                  <a:pt x="1371600" y="1219200"/>
                </a:lnTo>
                <a:lnTo>
                  <a:pt x="1362075" y="1219200"/>
                </a:lnTo>
                <a:close/>
                <a:moveTo>
                  <a:pt x="285750" y="1219200"/>
                </a:moveTo>
                <a:lnTo>
                  <a:pt x="333375" y="1219200"/>
                </a:lnTo>
                <a:lnTo>
                  <a:pt x="333375" y="1228725"/>
                </a:lnTo>
                <a:lnTo>
                  <a:pt x="285750" y="1228725"/>
                </a:lnTo>
                <a:close/>
                <a:moveTo>
                  <a:pt x="371475" y="1219200"/>
                </a:moveTo>
                <a:lnTo>
                  <a:pt x="476250" y="1219200"/>
                </a:lnTo>
                <a:lnTo>
                  <a:pt x="476250" y="1228725"/>
                </a:lnTo>
                <a:lnTo>
                  <a:pt x="371475" y="1228725"/>
                </a:lnTo>
                <a:close/>
                <a:moveTo>
                  <a:pt x="590550" y="1219200"/>
                </a:moveTo>
                <a:lnTo>
                  <a:pt x="647700" y="1219200"/>
                </a:lnTo>
                <a:lnTo>
                  <a:pt x="647700" y="1228725"/>
                </a:lnTo>
                <a:lnTo>
                  <a:pt x="590550" y="1228725"/>
                </a:lnTo>
                <a:close/>
                <a:moveTo>
                  <a:pt x="714375" y="1219200"/>
                </a:moveTo>
                <a:lnTo>
                  <a:pt x="723900" y="1219200"/>
                </a:lnTo>
                <a:lnTo>
                  <a:pt x="723900" y="1228725"/>
                </a:lnTo>
                <a:lnTo>
                  <a:pt x="714375" y="1228725"/>
                </a:lnTo>
                <a:close/>
                <a:moveTo>
                  <a:pt x="742950" y="1219200"/>
                </a:moveTo>
                <a:lnTo>
                  <a:pt x="771525" y="1219200"/>
                </a:lnTo>
                <a:lnTo>
                  <a:pt x="771525" y="1228725"/>
                </a:lnTo>
                <a:lnTo>
                  <a:pt x="742950" y="1228725"/>
                </a:lnTo>
                <a:close/>
                <a:moveTo>
                  <a:pt x="1171575" y="1219200"/>
                </a:moveTo>
                <a:lnTo>
                  <a:pt x="1181100" y="1219200"/>
                </a:lnTo>
                <a:lnTo>
                  <a:pt x="1181100" y="1228725"/>
                </a:lnTo>
                <a:lnTo>
                  <a:pt x="1171575" y="1228725"/>
                </a:lnTo>
                <a:close/>
                <a:moveTo>
                  <a:pt x="1238250" y="1219200"/>
                </a:moveTo>
                <a:lnTo>
                  <a:pt x="1266825" y="1219200"/>
                </a:lnTo>
                <a:lnTo>
                  <a:pt x="1266825" y="1228725"/>
                </a:lnTo>
                <a:lnTo>
                  <a:pt x="1238250" y="1228725"/>
                </a:lnTo>
                <a:close/>
                <a:moveTo>
                  <a:pt x="1304925" y="1228725"/>
                </a:moveTo>
                <a:lnTo>
                  <a:pt x="1314450" y="1228725"/>
                </a:lnTo>
                <a:lnTo>
                  <a:pt x="1314450" y="1247775"/>
                </a:lnTo>
                <a:lnTo>
                  <a:pt x="1304925" y="1247775"/>
                </a:lnTo>
                <a:close/>
                <a:moveTo>
                  <a:pt x="276225" y="1247775"/>
                </a:moveTo>
                <a:lnTo>
                  <a:pt x="285750" y="1247775"/>
                </a:lnTo>
                <a:lnTo>
                  <a:pt x="285750" y="1257300"/>
                </a:lnTo>
                <a:lnTo>
                  <a:pt x="276225" y="1257300"/>
                </a:lnTo>
                <a:close/>
                <a:moveTo>
                  <a:pt x="266700" y="1266825"/>
                </a:moveTo>
                <a:lnTo>
                  <a:pt x="276225" y="1266825"/>
                </a:lnTo>
                <a:lnTo>
                  <a:pt x="276225" y="1276350"/>
                </a:lnTo>
                <a:lnTo>
                  <a:pt x="266700" y="1276350"/>
                </a:lnTo>
                <a:close/>
                <a:moveTo>
                  <a:pt x="304800" y="1266825"/>
                </a:moveTo>
                <a:lnTo>
                  <a:pt x="314325" y="1266825"/>
                </a:lnTo>
                <a:lnTo>
                  <a:pt x="314325" y="1276350"/>
                </a:lnTo>
                <a:lnTo>
                  <a:pt x="304800" y="1276350"/>
                </a:lnTo>
                <a:close/>
                <a:moveTo>
                  <a:pt x="323850" y="1276350"/>
                </a:moveTo>
                <a:lnTo>
                  <a:pt x="333375" y="1276350"/>
                </a:lnTo>
                <a:lnTo>
                  <a:pt x="333375" y="1285875"/>
                </a:lnTo>
                <a:lnTo>
                  <a:pt x="323850" y="1285875"/>
                </a:lnTo>
                <a:close/>
                <a:moveTo>
                  <a:pt x="342900" y="1285875"/>
                </a:moveTo>
                <a:lnTo>
                  <a:pt x="352425" y="1285875"/>
                </a:lnTo>
                <a:lnTo>
                  <a:pt x="352425" y="1295400"/>
                </a:lnTo>
                <a:lnTo>
                  <a:pt x="342900" y="1295400"/>
                </a:lnTo>
                <a:close/>
                <a:moveTo>
                  <a:pt x="1228725" y="1285875"/>
                </a:moveTo>
                <a:lnTo>
                  <a:pt x="1238250" y="1285875"/>
                </a:lnTo>
                <a:lnTo>
                  <a:pt x="1238250" y="1295400"/>
                </a:lnTo>
                <a:lnTo>
                  <a:pt x="1228725" y="1295400"/>
                </a:lnTo>
                <a:close/>
                <a:moveTo>
                  <a:pt x="1276350" y="1285875"/>
                </a:moveTo>
                <a:lnTo>
                  <a:pt x="1285875" y="1285875"/>
                </a:lnTo>
                <a:lnTo>
                  <a:pt x="1285875" y="1295400"/>
                </a:lnTo>
                <a:lnTo>
                  <a:pt x="1276350" y="1295400"/>
                </a:lnTo>
                <a:close/>
                <a:moveTo>
                  <a:pt x="1200150" y="1295400"/>
                </a:moveTo>
                <a:lnTo>
                  <a:pt x="1209675" y="1295400"/>
                </a:lnTo>
                <a:lnTo>
                  <a:pt x="1209675" y="1304925"/>
                </a:lnTo>
                <a:lnTo>
                  <a:pt x="1200150" y="1304925"/>
                </a:lnTo>
                <a:close/>
                <a:moveTo>
                  <a:pt x="1257300" y="1295400"/>
                </a:moveTo>
                <a:lnTo>
                  <a:pt x="1266825" y="1295400"/>
                </a:lnTo>
                <a:lnTo>
                  <a:pt x="1266825" y="1304925"/>
                </a:lnTo>
                <a:lnTo>
                  <a:pt x="1257300" y="1304925"/>
                </a:lnTo>
                <a:close/>
                <a:moveTo>
                  <a:pt x="419100" y="1304925"/>
                </a:moveTo>
                <a:lnTo>
                  <a:pt x="1171575" y="1304925"/>
                </a:lnTo>
                <a:lnTo>
                  <a:pt x="1171575" y="1333500"/>
                </a:lnTo>
                <a:lnTo>
                  <a:pt x="1085850" y="1333500"/>
                </a:lnTo>
                <a:lnTo>
                  <a:pt x="1085850" y="1314450"/>
                </a:lnTo>
                <a:lnTo>
                  <a:pt x="590550" y="1314450"/>
                </a:lnTo>
                <a:lnTo>
                  <a:pt x="590550" y="1333500"/>
                </a:lnTo>
                <a:lnTo>
                  <a:pt x="485775" y="1333500"/>
                </a:lnTo>
                <a:lnTo>
                  <a:pt x="485775" y="1314450"/>
                </a:lnTo>
                <a:lnTo>
                  <a:pt x="438150" y="1314450"/>
                </a:lnTo>
                <a:lnTo>
                  <a:pt x="438150" y="1323975"/>
                </a:lnTo>
                <a:lnTo>
                  <a:pt x="419100" y="1323975"/>
                </a:lnTo>
                <a:close/>
                <a:moveTo>
                  <a:pt x="1238250" y="1304925"/>
                </a:moveTo>
                <a:lnTo>
                  <a:pt x="1247775" y="1304925"/>
                </a:lnTo>
                <a:lnTo>
                  <a:pt x="1247775" y="1314450"/>
                </a:lnTo>
                <a:lnTo>
                  <a:pt x="1238250" y="1314450"/>
                </a:lnTo>
                <a:close/>
                <a:moveTo>
                  <a:pt x="361950" y="1314450"/>
                </a:moveTo>
                <a:lnTo>
                  <a:pt x="371475" y="1314450"/>
                </a:lnTo>
                <a:lnTo>
                  <a:pt x="371475" y="1323975"/>
                </a:lnTo>
                <a:lnTo>
                  <a:pt x="361950" y="1323975"/>
                </a:lnTo>
                <a:close/>
                <a:moveTo>
                  <a:pt x="1209675" y="1314450"/>
                </a:moveTo>
                <a:lnTo>
                  <a:pt x="1219200" y="1314450"/>
                </a:lnTo>
                <a:lnTo>
                  <a:pt x="1219200" y="1323975"/>
                </a:lnTo>
                <a:lnTo>
                  <a:pt x="1209675" y="1323975"/>
                </a:lnTo>
                <a:close/>
                <a:moveTo>
                  <a:pt x="400050" y="1323975"/>
                </a:moveTo>
                <a:lnTo>
                  <a:pt x="419100" y="1323975"/>
                </a:lnTo>
                <a:lnTo>
                  <a:pt x="419100" y="1333500"/>
                </a:lnTo>
                <a:lnTo>
                  <a:pt x="400050" y="1333500"/>
                </a:lnTo>
                <a:close/>
              </a:path>
            </a:pathLst>
          </a:custGeom>
          <a:solidFill xmlns:a="http://schemas.openxmlformats.org/drawingml/2006/main">
            <a:srgbClr val="E4BB8E"/>
          </a:solidFill>
          <a:ln xmlns:a="http://schemas.openxmlformats.org/drawingml/2006/main" w="0">
            <a:noFill/>
          </a:ln>
        </p:spPr>
      </p:sp>
      <p:sp>
        <p:nvSpPr>
          <p:cNvPr id="74" name="logo vector #e7a068">
            <a:extLst xmlns:a="http://schemas.openxmlformats.org/drawingml/2006/main">
              <a:ext uri="{FF2B5EF4-FFF2-40B4-BE49-F238E27FC236}">
                <a16:creationId xmlns:a16="http://schemas.microsoft.com/office/drawing/2014/main" id="{ACF3268E-47CB-43E5-A226-F116C19611E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219700" y="4476750"/>
            <a:ext cx="1581150" cy="1485900"/>
          </a:xfrm>
          <a:custGeom xmlns:a="http://schemas.openxmlformats.org/drawingml/2006/main">
            <a:pathLst>
              <a:path w="1581150" h="1485900">
                <a:moveTo>
                  <a:pt x="381000" y="57150"/>
                </a:moveTo>
                <a:lnTo>
                  <a:pt x="1209675" y="57150"/>
                </a:lnTo>
                <a:lnTo>
                  <a:pt x="1209675" y="66675"/>
                </a:lnTo>
                <a:lnTo>
                  <a:pt x="1200150" y="66675"/>
                </a:lnTo>
                <a:lnTo>
                  <a:pt x="1200150" y="76200"/>
                </a:lnTo>
                <a:lnTo>
                  <a:pt x="371475" y="76200"/>
                </a:lnTo>
                <a:lnTo>
                  <a:pt x="371475" y="66675"/>
                </a:lnTo>
                <a:lnTo>
                  <a:pt x="381000" y="66675"/>
                </a:lnTo>
                <a:close/>
                <a:moveTo>
                  <a:pt x="323850" y="76200"/>
                </a:moveTo>
                <a:lnTo>
                  <a:pt x="352425" y="76200"/>
                </a:lnTo>
                <a:lnTo>
                  <a:pt x="352425" y="85725"/>
                </a:lnTo>
                <a:lnTo>
                  <a:pt x="342900" y="85725"/>
                </a:lnTo>
                <a:lnTo>
                  <a:pt x="342900" y="95250"/>
                </a:lnTo>
                <a:lnTo>
                  <a:pt x="314325" y="95250"/>
                </a:lnTo>
                <a:lnTo>
                  <a:pt x="314325" y="85725"/>
                </a:lnTo>
                <a:lnTo>
                  <a:pt x="323850" y="85725"/>
                </a:lnTo>
                <a:close/>
                <a:moveTo>
                  <a:pt x="1228725" y="76200"/>
                </a:moveTo>
                <a:lnTo>
                  <a:pt x="1257300" y="76200"/>
                </a:lnTo>
                <a:lnTo>
                  <a:pt x="1257300" y="85725"/>
                </a:lnTo>
                <a:lnTo>
                  <a:pt x="1247775" y="85725"/>
                </a:lnTo>
                <a:lnTo>
                  <a:pt x="1247775" y="95250"/>
                </a:lnTo>
                <a:lnTo>
                  <a:pt x="1238250" y="95250"/>
                </a:lnTo>
                <a:lnTo>
                  <a:pt x="1238250" y="85725"/>
                </a:lnTo>
                <a:lnTo>
                  <a:pt x="1228725" y="85725"/>
                </a:lnTo>
                <a:close/>
                <a:moveTo>
                  <a:pt x="285750" y="95250"/>
                </a:moveTo>
                <a:lnTo>
                  <a:pt x="295275" y="95250"/>
                </a:lnTo>
                <a:lnTo>
                  <a:pt x="295275" y="104775"/>
                </a:lnTo>
                <a:lnTo>
                  <a:pt x="304800" y="104775"/>
                </a:lnTo>
                <a:lnTo>
                  <a:pt x="304800" y="114300"/>
                </a:lnTo>
                <a:lnTo>
                  <a:pt x="295275" y="114300"/>
                </a:lnTo>
                <a:lnTo>
                  <a:pt x="295275" y="123825"/>
                </a:lnTo>
                <a:lnTo>
                  <a:pt x="285750" y="123825"/>
                </a:lnTo>
                <a:lnTo>
                  <a:pt x="285750" y="114300"/>
                </a:lnTo>
                <a:lnTo>
                  <a:pt x="276225" y="114300"/>
                </a:lnTo>
                <a:lnTo>
                  <a:pt x="276225" y="104775"/>
                </a:lnTo>
                <a:lnTo>
                  <a:pt x="285750" y="104775"/>
                </a:lnTo>
                <a:close/>
                <a:moveTo>
                  <a:pt x="257175" y="114300"/>
                </a:moveTo>
                <a:lnTo>
                  <a:pt x="266700" y="114300"/>
                </a:lnTo>
                <a:lnTo>
                  <a:pt x="266700" y="123825"/>
                </a:lnTo>
                <a:lnTo>
                  <a:pt x="257175" y="123825"/>
                </a:lnTo>
                <a:close/>
                <a:moveTo>
                  <a:pt x="1285875" y="114300"/>
                </a:moveTo>
                <a:lnTo>
                  <a:pt x="1295400" y="114300"/>
                </a:lnTo>
                <a:lnTo>
                  <a:pt x="1295400" y="123825"/>
                </a:lnTo>
                <a:lnTo>
                  <a:pt x="1285875" y="123825"/>
                </a:lnTo>
                <a:close/>
                <a:moveTo>
                  <a:pt x="1314450" y="114300"/>
                </a:moveTo>
                <a:lnTo>
                  <a:pt x="1323975" y="114300"/>
                </a:lnTo>
                <a:lnTo>
                  <a:pt x="1323975" y="123825"/>
                </a:lnTo>
                <a:lnTo>
                  <a:pt x="1314450" y="123825"/>
                </a:lnTo>
                <a:close/>
                <a:moveTo>
                  <a:pt x="247650" y="123825"/>
                </a:moveTo>
                <a:lnTo>
                  <a:pt x="257175" y="123825"/>
                </a:lnTo>
                <a:lnTo>
                  <a:pt x="257175" y="133350"/>
                </a:lnTo>
                <a:lnTo>
                  <a:pt x="247650" y="133350"/>
                </a:lnTo>
                <a:close/>
                <a:moveTo>
                  <a:pt x="238125" y="133350"/>
                </a:moveTo>
                <a:lnTo>
                  <a:pt x="247650" y="133350"/>
                </a:lnTo>
                <a:lnTo>
                  <a:pt x="247650" y="142875"/>
                </a:lnTo>
                <a:lnTo>
                  <a:pt x="238125" y="142875"/>
                </a:lnTo>
                <a:close/>
                <a:moveTo>
                  <a:pt x="228600" y="142875"/>
                </a:moveTo>
                <a:lnTo>
                  <a:pt x="238125" y="142875"/>
                </a:lnTo>
                <a:lnTo>
                  <a:pt x="238125" y="152400"/>
                </a:lnTo>
                <a:lnTo>
                  <a:pt x="228600" y="152400"/>
                </a:lnTo>
                <a:close/>
                <a:moveTo>
                  <a:pt x="619125" y="152400"/>
                </a:moveTo>
                <a:lnTo>
                  <a:pt x="628650" y="152400"/>
                </a:lnTo>
                <a:lnTo>
                  <a:pt x="628650" y="161925"/>
                </a:lnTo>
                <a:lnTo>
                  <a:pt x="619125" y="161925"/>
                </a:lnTo>
                <a:close/>
                <a:moveTo>
                  <a:pt x="1352550" y="152400"/>
                </a:moveTo>
                <a:lnTo>
                  <a:pt x="1362075" y="152400"/>
                </a:lnTo>
                <a:lnTo>
                  <a:pt x="1362075" y="161925"/>
                </a:lnTo>
                <a:lnTo>
                  <a:pt x="1352550" y="161925"/>
                </a:lnTo>
                <a:close/>
                <a:moveTo>
                  <a:pt x="209550" y="171450"/>
                </a:moveTo>
                <a:lnTo>
                  <a:pt x="219075" y="171450"/>
                </a:lnTo>
                <a:lnTo>
                  <a:pt x="219075" y="180975"/>
                </a:lnTo>
                <a:lnTo>
                  <a:pt x="209550" y="180975"/>
                </a:lnTo>
                <a:close/>
                <a:moveTo>
                  <a:pt x="219075" y="180975"/>
                </a:moveTo>
                <a:lnTo>
                  <a:pt x="228600" y="180975"/>
                </a:lnTo>
                <a:lnTo>
                  <a:pt x="228600" y="190500"/>
                </a:lnTo>
                <a:lnTo>
                  <a:pt x="219075" y="190500"/>
                </a:lnTo>
                <a:close/>
                <a:moveTo>
                  <a:pt x="1000125" y="180975"/>
                </a:moveTo>
                <a:lnTo>
                  <a:pt x="1009650" y="180975"/>
                </a:lnTo>
                <a:lnTo>
                  <a:pt x="1009650" y="190500"/>
                </a:lnTo>
                <a:lnTo>
                  <a:pt x="1000125" y="190500"/>
                </a:lnTo>
                <a:close/>
                <a:moveTo>
                  <a:pt x="1352550" y="180975"/>
                </a:moveTo>
                <a:lnTo>
                  <a:pt x="1362075" y="180975"/>
                </a:lnTo>
                <a:lnTo>
                  <a:pt x="1362075" y="190500"/>
                </a:lnTo>
                <a:lnTo>
                  <a:pt x="1352550" y="190500"/>
                </a:lnTo>
                <a:close/>
                <a:moveTo>
                  <a:pt x="209550" y="190500"/>
                </a:moveTo>
                <a:lnTo>
                  <a:pt x="219075" y="190500"/>
                </a:lnTo>
                <a:lnTo>
                  <a:pt x="219075" y="200025"/>
                </a:lnTo>
                <a:lnTo>
                  <a:pt x="209550" y="200025"/>
                </a:lnTo>
                <a:close/>
                <a:moveTo>
                  <a:pt x="190500" y="200025"/>
                </a:moveTo>
                <a:lnTo>
                  <a:pt x="200025" y="200025"/>
                </a:lnTo>
                <a:lnTo>
                  <a:pt x="200025" y="209550"/>
                </a:lnTo>
                <a:lnTo>
                  <a:pt x="190500" y="209550"/>
                </a:lnTo>
                <a:close/>
                <a:moveTo>
                  <a:pt x="1381125" y="200025"/>
                </a:moveTo>
                <a:lnTo>
                  <a:pt x="1390650" y="200025"/>
                </a:lnTo>
                <a:lnTo>
                  <a:pt x="1390650" y="209550"/>
                </a:lnTo>
                <a:lnTo>
                  <a:pt x="1381125" y="209550"/>
                </a:lnTo>
                <a:close/>
                <a:moveTo>
                  <a:pt x="200025" y="209550"/>
                </a:moveTo>
                <a:lnTo>
                  <a:pt x="209550" y="209550"/>
                </a:lnTo>
                <a:lnTo>
                  <a:pt x="209550" y="219075"/>
                </a:lnTo>
                <a:lnTo>
                  <a:pt x="200025" y="219075"/>
                </a:lnTo>
                <a:close/>
                <a:moveTo>
                  <a:pt x="1371600" y="209550"/>
                </a:moveTo>
                <a:lnTo>
                  <a:pt x="1381125" y="209550"/>
                </a:lnTo>
                <a:lnTo>
                  <a:pt x="1381125" y="219075"/>
                </a:lnTo>
                <a:lnTo>
                  <a:pt x="1371600" y="219075"/>
                </a:lnTo>
                <a:close/>
                <a:moveTo>
                  <a:pt x="171450" y="238125"/>
                </a:moveTo>
                <a:lnTo>
                  <a:pt x="180975" y="238125"/>
                </a:lnTo>
                <a:lnTo>
                  <a:pt x="180975" y="247650"/>
                </a:lnTo>
                <a:lnTo>
                  <a:pt x="190500" y="247650"/>
                </a:lnTo>
                <a:lnTo>
                  <a:pt x="190500" y="266700"/>
                </a:lnTo>
                <a:lnTo>
                  <a:pt x="180975" y="266700"/>
                </a:lnTo>
                <a:lnTo>
                  <a:pt x="180975" y="276225"/>
                </a:lnTo>
                <a:lnTo>
                  <a:pt x="171450" y="276225"/>
                </a:lnTo>
                <a:close/>
                <a:moveTo>
                  <a:pt x="1400175" y="238125"/>
                </a:moveTo>
                <a:lnTo>
                  <a:pt x="1409700" y="238125"/>
                </a:lnTo>
                <a:lnTo>
                  <a:pt x="1409700" y="257175"/>
                </a:lnTo>
                <a:lnTo>
                  <a:pt x="1400175" y="257175"/>
                </a:lnTo>
                <a:lnTo>
                  <a:pt x="1400175" y="266700"/>
                </a:lnTo>
                <a:lnTo>
                  <a:pt x="1390650" y="266700"/>
                </a:lnTo>
                <a:lnTo>
                  <a:pt x="1390650" y="247650"/>
                </a:lnTo>
                <a:lnTo>
                  <a:pt x="1400175" y="247650"/>
                </a:lnTo>
                <a:close/>
                <a:moveTo>
                  <a:pt x="381000" y="257175"/>
                </a:moveTo>
                <a:lnTo>
                  <a:pt x="390525" y="257175"/>
                </a:lnTo>
                <a:lnTo>
                  <a:pt x="390525" y="266700"/>
                </a:lnTo>
                <a:lnTo>
                  <a:pt x="381000" y="266700"/>
                </a:lnTo>
                <a:close/>
                <a:moveTo>
                  <a:pt x="371475" y="276225"/>
                </a:moveTo>
                <a:lnTo>
                  <a:pt x="381000" y="276225"/>
                </a:lnTo>
                <a:lnTo>
                  <a:pt x="381000" y="476250"/>
                </a:lnTo>
                <a:lnTo>
                  <a:pt x="371475" y="476250"/>
                </a:lnTo>
                <a:close/>
                <a:moveTo>
                  <a:pt x="1200150" y="276225"/>
                </a:moveTo>
                <a:lnTo>
                  <a:pt x="1209675" y="276225"/>
                </a:lnTo>
                <a:lnTo>
                  <a:pt x="1209675" y="352425"/>
                </a:lnTo>
                <a:lnTo>
                  <a:pt x="1200150" y="352425"/>
                </a:lnTo>
                <a:close/>
                <a:moveTo>
                  <a:pt x="828675" y="285750"/>
                </a:moveTo>
                <a:lnTo>
                  <a:pt x="838200" y="285750"/>
                </a:lnTo>
                <a:lnTo>
                  <a:pt x="838200" y="304800"/>
                </a:lnTo>
                <a:lnTo>
                  <a:pt x="828675" y="304800"/>
                </a:lnTo>
                <a:close/>
                <a:moveTo>
                  <a:pt x="1019175" y="285750"/>
                </a:moveTo>
                <a:lnTo>
                  <a:pt x="1028700" y="285750"/>
                </a:lnTo>
                <a:lnTo>
                  <a:pt x="1028700" y="323850"/>
                </a:lnTo>
                <a:lnTo>
                  <a:pt x="1019175" y="323850"/>
                </a:lnTo>
                <a:lnTo>
                  <a:pt x="1019175" y="304800"/>
                </a:lnTo>
                <a:lnTo>
                  <a:pt x="1009650" y="304800"/>
                </a:lnTo>
                <a:lnTo>
                  <a:pt x="1009650" y="295275"/>
                </a:lnTo>
                <a:lnTo>
                  <a:pt x="1019175" y="295275"/>
                </a:lnTo>
                <a:close/>
                <a:moveTo>
                  <a:pt x="495300" y="295275"/>
                </a:moveTo>
                <a:lnTo>
                  <a:pt x="504825" y="295275"/>
                </a:lnTo>
                <a:lnTo>
                  <a:pt x="504825" y="304800"/>
                </a:lnTo>
                <a:lnTo>
                  <a:pt x="495300" y="304800"/>
                </a:lnTo>
                <a:close/>
                <a:moveTo>
                  <a:pt x="504825" y="304800"/>
                </a:moveTo>
                <a:lnTo>
                  <a:pt x="514350" y="304800"/>
                </a:lnTo>
                <a:lnTo>
                  <a:pt x="514350" y="314325"/>
                </a:lnTo>
                <a:lnTo>
                  <a:pt x="504825" y="314325"/>
                </a:lnTo>
                <a:close/>
                <a:moveTo>
                  <a:pt x="1057275" y="304800"/>
                </a:moveTo>
                <a:lnTo>
                  <a:pt x="1076325" y="304800"/>
                </a:lnTo>
                <a:lnTo>
                  <a:pt x="1076325" y="314325"/>
                </a:lnTo>
                <a:lnTo>
                  <a:pt x="1057275" y="314325"/>
                </a:lnTo>
                <a:close/>
                <a:moveTo>
                  <a:pt x="828675" y="323850"/>
                </a:moveTo>
                <a:lnTo>
                  <a:pt x="847725" y="323850"/>
                </a:lnTo>
                <a:lnTo>
                  <a:pt x="847725" y="342900"/>
                </a:lnTo>
                <a:lnTo>
                  <a:pt x="838200" y="342900"/>
                </a:lnTo>
                <a:lnTo>
                  <a:pt x="838200" y="352425"/>
                </a:lnTo>
                <a:lnTo>
                  <a:pt x="828675" y="352425"/>
                </a:lnTo>
                <a:close/>
                <a:moveTo>
                  <a:pt x="742950" y="342900"/>
                </a:moveTo>
                <a:lnTo>
                  <a:pt x="752475" y="342900"/>
                </a:lnTo>
                <a:lnTo>
                  <a:pt x="752475" y="352425"/>
                </a:lnTo>
                <a:lnTo>
                  <a:pt x="742950" y="352425"/>
                </a:lnTo>
                <a:close/>
                <a:moveTo>
                  <a:pt x="685800" y="400050"/>
                </a:moveTo>
                <a:lnTo>
                  <a:pt x="695325" y="400050"/>
                </a:lnTo>
                <a:lnTo>
                  <a:pt x="695325" y="409575"/>
                </a:lnTo>
                <a:lnTo>
                  <a:pt x="714375" y="409575"/>
                </a:lnTo>
                <a:lnTo>
                  <a:pt x="714375" y="400050"/>
                </a:lnTo>
                <a:lnTo>
                  <a:pt x="723900" y="400050"/>
                </a:lnTo>
                <a:lnTo>
                  <a:pt x="723900" y="428625"/>
                </a:lnTo>
                <a:lnTo>
                  <a:pt x="742950" y="428625"/>
                </a:lnTo>
                <a:lnTo>
                  <a:pt x="742950" y="438150"/>
                </a:lnTo>
                <a:lnTo>
                  <a:pt x="762000" y="438150"/>
                </a:lnTo>
                <a:lnTo>
                  <a:pt x="762000" y="428625"/>
                </a:lnTo>
                <a:lnTo>
                  <a:pt x="781050" y="428625"/>
                </a:lnTo>
                <a:lnTo>
                  <a:pt x="781050" y="438150"/>
                </a:lnTo>
                <a:lnTo>
                  <a:pt x="762000" y="438150"/>
                </a:lnTo>
                <a:lnTo>
                  <a:pt x="762000" y="447675"/>
                </a:lnTo>
                <a:lnTo>
                  <a:pt x="800100" y="447675"/>
                </a:lnTo>
                <a:lnTo>
                  <a:pt x="800100" y="438150"/>
                </a:lnTo>
                <a:lnTo>
                  <a:pt x="790575" y="438150"/>
                </a:lnTo>
                <a:lnTo>
                  <a:pt x="790575" y="428625"/>
                </a:lnTo>
                <a:lnTo>
                  <a:pt x="800100" y="428625"/>
                </a:lnTo>
                <a:lnTo>
                  <a:pt x="800100" y="419100"/>
                </a:lnTo>
                <a:lnTo>
                  <a:pt x="809625" y="419100"/>
                </a:lnTo>
                <a:lnTo>
                  <a:pt x="809625" y="428625"/>
                </a:lnTo>
                <a:lnTo>
                  <a:pt x="828675" y="428625"/>
                </a:lnTo>
                <a:lnTo>
                  <a:pt x="828675" y="409575"/>
                </a:lnTo>
                <a:lnTo>
                  <a:pt x="838200" y="409575"/>
                </a:lnTo>
                <a:lnTo>
                  <a:pt x="838200" y="428625"/>
                </a:lnTo>
                <a:lnTo>
                  <a:pt x="828675" y="428625"/>
                </a:lnTo>
                <a:lnTo>
                  <a:pt x="828675" y="447675"/>
                </a:lnTo>
                <a:lnTo>
                  <a:pt x="800100" y="447675"/>
                </a:lnTo>
                <a:lnTo>
                  <a:pt x="800100" y="457200"/>
                </a:lnTo>
                <a:lnTo>
                  <a:pt x="790575" y="457200"/>
                </a:lnTo>
                <a:lnTo>
                  <a:pt x="790575" y="466725"/>
                </a:lnTo>
                <a:lnTo>
                  <a:pt x="781050" y="466725"/>
                </a:lnTo>
                <a:lnTo>
                  <a:pt x="781050" y="476250"/>
                </a:lnTo>
                <a:lnTo>
                  <a:pt x="771525" y="476250"/>
                </a:lnTo>
                <a:lnTo>
                  <a:pt x="771525" y="457200"/>
                </a:lnTo>
                <a:lnTo>
                  <a:pt x="752475" y="457200"/>
                </a:lnTo>
                <a:lnTo>
                  <a:pt x="752475" y="466725"/>
                </a:lnTo>
                <a:lnTo>
                  <a:pt x="742950" y="466725"/>
                </a:lnTo>
                <a:lnTo>
                  <a:pt x="742950" y="457200"/>
                </a:lnTo>
                <a:lnTo>
                  <a:pt x="733425" y="457200"/>
                </a:lnTo>
                <a:lnTo>
                  <a:pt x="733425" y="466725"/>
                </a:lnTo>
                <a:lnTo>
                  <a:pt x="723900" y="466725"/>
                </a:lnTo>
                <a:lnTo>
                  <a:pt x="723900" y="447675"/>
                </a:lnTo>
                <a:lnTo>
                  <a:pt x="714375" y="447675"/>
                </a:lnTo>
                <a:lnTo>
                  <a:pt x="714375" y="457200"/>
                </a:lnTo>
                <a:lnTo>
                  <a:pt x="704850" y="457200"/>
                </a:lnTo>
                <a:lnTo>
                  <a:pt x="704850" y="438150"/>
                </a:lnTo>
                <a:lnTo>
                  <a:pt x="695325" y="438150"/>
                </a:lnTo>
                <a:lnTo>
                  <a:pt x="695325" y="428625"/>
                </a:lnTo>
                <a:lnTo>
                  <a:pt x="685800" y="428625"/>
                </a:lnTo>
                <a:close/>
                <a:moveTo>
                  <a:pt x="962025" y="400050"/>
                </a:moveTo>
                <a:lnTo>
                  <a:pt x="971550" y="400050"/>
                </a:lnTo>
                <a:lnTo>
                  <a:pt x="971550" y="457200"/>
                </a:lnTo>
                <a:lnTo>
                  <a:pt x="990600" y="457200"/>
                </a:lnTo>
                <a:lnTo>
                  <a:pt x="990600" y="466725"/>
                </a:lnTo>
                <a:lnTo>
                  <a:pt x="962025" y="466725"/>
                </a:lnTo>
                <a:lnTo>
                  <a:pt x="962025" y="457200"/>
                </a:lnTo>
                <a:lnTo>
                  <a:pt x="942975" y="457200"/>
                </a:lnTo>
                <a:lnTo>
                  <a:pt x="942975" y="419100"/>
                </a:lnTo>
                <a:lnTo>
                  <a:pt x="962025" y="419100"/>
                </a:lnTo>
                <a:close/>
                <a:moveTo>
                  <a:pt x="857250" y="409575"/>
                </a:moveTo>
                <a:lnTo>
                  <a:pt x="866775" y="409575"/>
                </a:lnTo>
                <a:lnTo>
                  <a:pt x="866775" y="419100"/>
                </a:lnTo>
                <a:lnTo>
                  <a:pt x="857250" y="419100"/>
                </a:lnTo>
                <a:close/>
                <a:moveTo>
                  <a:pt x="876300" y="409575"/>
                </a:moveTo>
                <a:lnTo>
                  <a:pt x="885825" y="409575"/>
                </a:lnTo>
                <a:lnTo>
                  <a:pt x="885825" y="447675"/>
                </a:lnTo>
                <a:lnTo>
                  <a:pt x="876300" y="447675"/>
                </a:lnTo>
                <a:close/>
                <a:moveTo>
                  <a:pt x="552450" y="419100"/>
                </a:moveTo>
                <a:lnTo>
                  <a:pt x="561975" y="419100"/>
                </a:lnTo>
                <a:lnTo>
                  <a:pt x="561975" y="428625"/>
                </a:lnTo>
                <a:lnTo>
                  <a:pt x="552450" y="428625"/>
                </a:lnTo>
                <a:close/>
                <a:moveTo>
                  <a:pt x="904875" y="419100"/>
                </a:moveTo>
                <a:lnTo>
                  <a:pt x="923925" y="419100"/>
                </a:lnTo>
                <a:lnTo>
                  <a:pt x="923925" y="466725"/>
                </a:lnTo>
                <a:lnTo>
                  <a:pt x="904875" y="466725"/>
                </a:lnTo>
                <a:lnTo>
                  <a:pt x="904875" y="457200"/>
                </a:lnTo>
                <a:lnTo>
                  <a:pt x="895350" y="457200"/>
                </a:lnTo>
                <a:lnTo>
                  <a:pt x="895350" y="428625"/>
                </a:lnTo>
                <a:lnTo>
                  <a:pt x="904875" y="428625"/>
                </a:lnTo>
                <a:close/>
                <a:moveTo>
                  <a:pt x="542925" y="428625"/>
                </a:moveTo>
                <a:lnTo>
                  <a:pt x="552450" y="428625"/>
                </a:lnTo>
                <a:lnTo>
                  <a:pt x="552450" y="438150"/>
                </a:lnTo>
                <a:lnTo>
                  <a:pt x="542925" y="438150"/>
                </a:lnTo>
                <a:close/>
                <a:moveTo>
                  <a:pt x="590550" y="428625"/>
                </a:moveTo>
                <a:lnTo>
                  <a:pt x="600075" y="428625"/>
                </a:lnTo>
                <a:lnTo>
                  <a:pt x="600075" y="438150"/>
                </a:lnTo>
                <a:lnTo>
                  <a:pt x="609600" y="438150"/>
                </a:lnTo>
                <a:lnTo>
                  <a:pt x="609600" y="466725"/>
                </a:lnTo>
                <a:lnTo>
                  <a:pt x="600075" y="466725"/>
                </a:lnTo>
                <a:lnTo>
                  <a:pt x="600075" y="457200"/>
                </a:lnTo>
                <a:lnTo>
                  <a:pt x="590550" y="457200"/>
                </a:lnTo>
                <a:lnTo>
                  <a:pt x="590550" y="466725"/>
                </a:lnTo>
                <a:lnTo>
                  <a:pt x="561975" y="466725"/>
                </a:lnTo>
                <a:lnTo>
                  <a:pt x="561975" y="447675"/>
                </a:lnTo>
                <a:lnTo>
                  <a:pt x="581025" y="447675"/>
                </a:lnTo>
                <a:lnTo>
                  <a:pt x="581025" y="438150"/>
                </a:lnTo>
                <a:lnTo>
                  <a:pt x="590550" y="438150"/>
                </a:lnTo>
                <a:close/>
                <a:moveTo>
                  <a:pt x="1009650" y="428625"/>
                </a:moveTo>
                <a:lnTo>
                  <a:pt x="1019175" y="428625"/>
                </a:lnTo>
                <a:lnTo>
                  <a:pt x="1019175" y="438150"/>
                </a:lnTo>
                <a:lnTo>
                  <a:pt x="1028700" y="438150"/>
                </a:lnTo>
                <a:lnTo>
                  <a:pt x="1028700" y="428625"/>
                </a:lnTo>
                <a:lnTo>
                  <a:pt x="1038225" y="428625"/>
                </a:lnTo>
                <a:lnTo>
                  <a:pt x="1038225" y="438150"/>
                </a:lnTo>
                <a:lnTo>
                  <a:pt x="1028700" y="438150"/>
                </a:lnTo>
                <a:lnTo>
                  <a:pt x="1028700" y="447675"/>
                </a:lnTo>
                <a:lnTo>
                  <a:pt x="1047750" y="447675"/>
                </a:lnTo>
                <a:lnTo>
                  <a:pt x="1047750" y="457200"/>
                </a:lnTo>
                <a:lnTo>
                  <a:pt x="1066800" y="457200"/>
                </a:lnTo>
                <a:lnTo>
                  <a:pt x="1066800" y="466725"/>
                </a:lnTo>
                <a:lnTo>
                  <a:pt x="1057275" y="466725"/>
                </a:lnTo>
                <a:lnTo>
                  <a:pt x="1057275" y="476250"/>
                </a:lnTo>
                <a:lnTo>
                  <a:pt x="1019175" y="476250"/>
                </a:lnTo>
                <a:lnTo>
                  <a:pt x="1019175" y="466725"/>
                </a:lnTo>
                <a:lnTo>
                  <a:pt x="1009650" y="466725"/>
                </a:lnTo>
                <a:close/>
                <a:moveTo>
                  <a:pt x="685800" y="447675"/>
                </a:moveTo>
                <a:lnTo>
                  <a:pt x="695325" y="447675"/>
                </a:lnTo>
                <a:lnTo>
                  <a:pt x="695325" y="457200"/>
                </a:lnTo>
                <a:lnTo>
                  <a:pt x="685800" y="457200"/>
                </a:lnTo>
                <a:close/>
                <a:moveTo>
                  <a:pt x="857250" y="447675"/>
                </a:moveTo>
                <a:lnTo>
                  <a:pt x="866775" y="447675"/>
                </a:lnTo>
                <a:lnTo>
                  <a:pt x="866775" y="466725"/>
                </a:lnTo>
                <a:lnTo>
                  <a:pt x="885825" y="466725"/>
                </a:lnTo>
                <a:lnTo>
                  <a:pt x="885825" y="476250"/>
                </a:lnTo>
                <a:lnTo>
                  <a:pt x="857250" y="476250"/>
                </a:lnTo>
                <a:close/>
                <a:moveTo>
                  <a:pt x="695325" y="457200"/>
                </a:moveTo>
                <a:lnTo>
                  <a:pt x="704850" y="457200"/>
                </a:lnTo>
                <a:lnTo>
                  <a:pt x="704850" y="466725"/>
                </a:lnTo>
                <a:lnTo>
                  <a:pt x="723900" y="466725"/>
                </a:lnTo>
                <a:lnTo>
                  <a:pt x="723900" y="476250"/>
                </a:lnTo>
                <a:lnTo>
                  <a:pt x="685800" y="476250"/>
                </a:lnTo>
                <a:lnTo>
                  <a:pt x="685800" y="466725"/>
                </a:lnTo>
                <a:lnTo>
                  <a:pt x="695325" y="466725"/>
                </a:lnTo>
                <a:close/>
                <a:moveTo>
                  <a:pt x="828675" y="457200"/>
                </a:moveTo>
                <a:lnTo>
                  <a:pt x="838200" y="457200"/>
                </a:lnTo>
                <a:lnTo>
                  <a:pt x="838200" y="466725"/>
                </a:lnTo>
                <a:lnTo>
                  <a:pt x="828675" y="466725"/>
                </a:lnTo>
                <a:close/>
                <a:moveTo>
                  <a:pt x="752475" y="466725"/>
                </a:moveTo>
                <a:lnTo>
                  <a:pt x="762000" y="466725"/>
                </a:lnTo>
                <a:lnTo>
                  <a:pt x="762000" y="476250"/>
                </a:lnTo>
                <a:lnTo>
                  <a:pt x="752475" y="476250"/>
                </a:lnTo>
                <a:close/>
                <a:moveTo>
                  <a:pt x="819150" y="466725"/>
                </a:moveTo>
                <a:lnTo>
                  <a:pt x="828675" y="466725"/>
                </a:lnTo>
                <a:lnTo>
                  <a:pt x="828675" y="476250"/>
                </a:lnTo>
                <a:lnTo>
                  <a:pt x="819150" y="476250"/>
                </a:lnTo>
                <a:close/>
                <a:moveTo>
                  <a:pt x="1019175" y="466725"/>
                </a:moveTo>
                <a:lnTo>
                  <a:pt x="1028700" y="466725"/>
                </a:lnTo>
                <a:lnTo>
                  <a:pt x="1028700" y="457200"/>
                </a:lnTo>
                <a:lnTo>
                  <a:pt x="1019175" y="457200"/>
                </a:lnTo>
                <a:close/>
                <a:moveTo>
                  <a:pt x="381000" y="485775"/>
                </a:moveTo>
                <a:lnTo>
                  <a:pt x="390525" y="485775"/>
                </a:lnTo>
                <a:lnTo>
                  <a:pt x="390525" y="495300"/>
                </a:lnTo>
                <a:lnTo>
                  <a:pt x="381000" y="495300"/>
                </a:lnTo>
                <a:close/>
                <a:moveTo>
                  <a:pt x="390525" y="495300"/>
                </a:moveTo>
                <a:lnTo>
                  <a:pt x="400050" y="495300"/>
                </a:lnTo>
                <a:lnTo>
                  <a:pt x="400050" y="504825"/>
                </a:lnTo>
                <a:lnTo>
                  <a:pt x="390525" y="504825"/>
                </a:lnTo>
                <a:close/>
                <a:moveTo>
                  <a:pt x="1409700" y="542925"/>
                </a:moveTo>
                <a:lnTo>
                  <a:pt x="1419225" y="542925"/>
                </a:lnTo>
                <a:lnTo>
                  <a:pt x="1419225" y="581025"/>
                </a:lnTo>
                <a:lnTo>
                  <a:pt x="1409700" y="581025"/>
                </a:lnTo>
                <a:close/>
                <a:moveTo>
                  <a:pt x="1304925" y="647700"/>
                </a:moveTo>
                <a:lnTo>
                  <a:pt x="1314450" y="647700"/>
                </a:lnTo>
                <a:lnTo>
                  <a:pt x="1314450" y="657225"/>
                </a:lnTo>
                <a:lnTo>
                  <a:pt x="1304925" y="657225"/>
                </a:lnTo>
                <a:close/>
                <a:moveTo>
                  <a:pt x="381000" y="714375"/>
                </a:moveTo>
                <a:lnTo>
                  <a:pt x="390525" y="714375"/>
                </a:lnTo>
                <a:lnTo>
                  <a:pt x="390525" y="723900"/>
                </a:lnTo>
                <a:lnTo>
                  <a:pt x="381000" y="723900"/>
                </a:lnTo>
                <a:close/>
                <a:moveTo>
                  <a:pt x="609600" y="714375"/>
                </a:moveTo>
                <a:lnTo>
                  <a:pt x="628650" y="714375"/>
                </a:lnTo>
                <a:lnTo>
                  <a:pt x="628650" y="723900"/>
                </a:lnTo>
                <a:lnTo>
                  <a:pt x="609600" y="723900"/>
                </a:lnTo>
                <a:close/>
                <a:moveTo>
                  <a:pt x="714375" y="714375"/>
                </a:moveTo>
                <a:lnTo>
                  <a:pt x="723900" y="714375"/>
                </a:lnTo>
                <a:lnTo>
                  <a:pt x="723900" y="723900"/>
                </a:lnTo>
                <a:lnTo>
                  <a:pt x="714375" y="723900"/>
                </a:lnTo>
                <a:close/>
                <a:moveTo>
                  <a:pt x="952500" y="714375"/>
                </a:moveTo>
                <a:lnTo>
                  <a:pt x="971550" y="714375"/>
                </a:lnTo>
                <a:lnTo>
                  <a:pt x="971550" y="723900"/>
                </a:lnTo>
                <a:lnTo>
                  <a:pt x="952500" y="723900"/>
                </a:lnTo>
                <a:close/>
                <a:moveTo>
                  <a:pt x="1085850" y="714375"/>
                </a:moveTo>
                <a:lnTo>
                  <a:pt x="1095375" y="714375"/>
                </a:lnTo>
                <a:lnTo>
                  <a:pt x="1095375" y="723900"/>
                </a:lnTo>
                <a:lnTo>
                  <a:pt x="1085850" y="723900"/>
                </a:lnTo>
                <a:close/>
                <a:moveTo>
                  <a:pt x="1181100" y="714375"/>
                </a:moveTo>
                <a:lnTo>
                  <a:pt x="1190625" y="714375"/>
                </a:lnTo>
                <a:lnTo>
                  <a:pt x="1190625" y="723900"/>
                </a:lnTo>
                <a:lnTo>
                  <a:pt x="1181100" y="723900"/>
                </a:lnTo>
                <a:close/>
                <a:moveTo>
                  <a:pt x="361950" y="723900"/>
                </a:moveTo>
                <a:lnTo>
                  <a:pt x="371475" y="723900"/>
                </a:lnTo>
                <a:lnTo>
                  <a:pt x="371475" y="733425"/>
                </a:lnTo>
                <a:lnTo>
                  <a:pt x="361950" y="733425"/>
                </a:lnTo>
                <a:close/>
                <a:moveTo>
                  <a:pt x="628650" y="723900"/>
                </a:moveTo>
                <a:lnTo>
                  <a:pt x="638175" y="723900"/>
                </a:lnTo>
                <a:lnTo>
                  <a:pt x="638175" y="733425"/>
                </a:lnTo>
                <a:lnTo>
                  <a:pt x="628650" y="733425"/>
                </a:lnTo>
                <a:close/>
                <a:moveTo>
                  <a:pt x="704850" y="723900"/>
                </a:moveTo>
                <a:lnTo>
                  <a:pt x="714375" y="723900"/>
                </a:lnTo>
                <a:lnTo>
                  <a:pt x="714375" y="733425"/>
                </a:lnTo>
                <a:lnTo>
                  <a:pt x="704850" y="733425"/>
                </a:lnTo>
                <a:close/>
                <a:moveTo>
                  <a:pt x="1095375" y="723900"/>
                </a:moveTo>
                <a:lnTo>
                  <a:pt x="1104900" y="723900"/>
                </a:lnTo>
                <a:lnTo>
                  <a:pt x="1104900" y="733425"/>
                </a:lnTo>
                <a:lnTo>
                  <a:pt x="1095375" y="733425"/>
                </a:lnTo>
                <a:close/>
                <a:moveTo>
                  <a:pt x="1171575" y="723900"/>
                </a:moveTo>
                <a:lnTo>
                  <a:pt x="1181100" y="723900"/>
                </a:lnTo>
                <a:lnTo>
                  <a:pt x="1181100" y="733425"/>
                </a:lnTo>
                <a:lnTo>
                  <a:pt x="1171575" y="733425"/>
                </a:lnTo>
                <a:close/>
                <a:moveTo>
                  <a:pt x="419100" y="733425"/>
                </a:moveTo>
                <a:lnTo>
                  <a:pt x="428625" y="733425"/>
                </a:lnTo>
                <a:lnTo>
                  <a:pt x="428625" y="742950"/>
                </a:lnTo>
                <a:lnTo>
                  <a:pt x="419100" y="742950"/>
                </a:lnTo>
                <a:close/>
                <a:moveTo>
                  <a:pt x="466725" y="733425"/>
                </a:moveTo>
                <a:lnTo>
                  <a:pt x="476250" y="733425"/>
                </a:lnTo>
                <a:lnTo>
                  <a:pt x="476250" y="742950"/>
                </a:lnTo>
                <a:lnTo>
                  <a:pt x="466725" y="742950"/>
                </a:lnTo>
                <a:close/>
                <a:moveTo>
                  <a:pt x="581025" y="733425"/>
                </a:moveTo>
                <a:lnTo>
                  <a:pt x="590550" y="733425"/>
                </a:lnTo>
                <a:lnTo>
                  <a:pt x="590550" y="742950"/>
                </a:lnTo>
                <a:lnTo>
                  <a:pt x="581025" y="742950"/>
                </a:lnTo>
                <a:close/>
                <a:moveTo>
                  <a:pt x="647700" y="733425"/>
                </a:moveTo>
                <a:lnTo>
                  <a:pt x="657225" y="733425"/>
                </a:lnTo>
                <a:lnTo>
                  <a:pt x="657225" y="742950"/>
                </a:lnTo>
                <a:lnTo>
                  <a:pt x="647700" y="742950"/>
                </a:lnTo>
                <a:close/>
                <a:moveTo>
                  <a:pt x="685800" y="733425"/>
                </a:moveTo>
                <a:lnTo>
                  <a:pt x="695325" y="733425"/>
                </a:lnTo>
                <a:lnTo>
                  <a:pt x="695325" y="742950"/>
                </a:lnTo>
                <a:lnTo>
                  <a:pt x="685800" y="742950"/>
                </a:lnTo>
                <a:close/>
                <a:moveTo>
                  <a:pt x="809625" y="733425"/>
                </a:moveTo>
                <a:lnTo>
                  <a:pt x="819150" y="733425"/>
                </a:lnTo>
                <a:lnTo>
                  <a:pt x="819150" y="742950"/>
                </a:lnTo>
                <a:lnTo>
                  <a:pt x="809625" y="742950"/>
                </a:lnTo>
                <a:close/>
                <a:moveTo>
                  <a:pt x="876300" y="733425"/>
                </a:moveTo>
                <a:lnTo>
                  <a:pt x="885825" y="733425"/>
                </a:lnTo>
                <a:lnTo>
                  <a:pt x="885825" y="742950"/>
                </a:lnTo>
                <a:lnTo>
                  <a:pt x="876300" y="742950"/>
                </a:lnTo>
                <a:close/>
                <a:moveTo>
                  <a:pt x="923925" y="733425"/>
                </a:moveTo>
                <a:lnTo>
                  <a:pt x="933450" y="733425"/>
                </a:lnTo>
                <a:lnTo>
                  <a:pt x="933450" y="742950"/>
                </a:lnTo>
                <a:lnTo>
                  <a:pt x="923925" y="742950"/>
                </a:lnTo>
                <a:close/>
                <a:moveTo>
                  <a:pt x="1047750" y="733425"/>
                </a:moveTo>
                <a:lnTo>
                  <a:pt x="1057275" y="733425"/>
                </a:lnTo>
                <a:lnTo>
                  <a:pt x="1057275" y="742950"/>
                </a:lnTo>
                <a:lnTo>
                  <a:pt x="1047750" y="742950"/>
                </a:lnTo>
                <a:close/>
                <a:moveTo>
                  <a:pt x="1114425" y="733425"/>
                </a:moveTo>
                <a:lnTo>
                  <a:pt x="1123950" y="733425"/>
                </a:lnTo>
                <a:lnTo>
                  <a:pt x="1123950" y="742950"/>
                </a:lnTo>
                <a:lnTo>
                  <a:pt x="1114425" y="742950"/>
                </a:lnTo>
                <a:close/>
                <a:moveTo>
                  <a:pt x="1152525" y="733425"/>
                </a:moveTo>
                <a:lnTo>
                  <a:pt x="1162050" y="733425"/>
                </a:lnTo>
                <a:lnTo>
                  <a:pt x="1162050" y="742950"/>
                </a:lnTo>
                <a:lnTo>
                  <a:pt x="1152525" y="742950"/>
                </a:lnTo>
                <a:close/>
                <a:moveTo>
                  <a:pt x="1228725" y="733425"/>
                </a:moveTo>
                <a:lnTo>
                  <a:pt x="1238250" y="733425"/>
                </a:lnTo>
                <a:lnTo>
                  <a:pt x="1238250" y="742950"/>
                </a:lnTo>
                <a:lnTo>
                  <a:pt x="1228725" y="742950"/>
                </a:lnTo>
                <a:close/>
                <a:moveTo>
                  <a:pt x="419100" y="771525"/>
                </a:moveTo>
                <a:lnTo>
                  <a:pt x="428625" y="771525"/>
                </a:lnTo>
                <a:lnTo>
                  <a:pt x="428625" y="781050"/>
                </a:lnTo>
                <a:lnTo>
                  <a:pt x="419100" y="781050"/>
                </a:lnTo>
                <a:close/>
                <a:moveTo>
                  <a:pt x="457200" y="771525"/>
                </a:moveTo>
                <a:lnTo>
                  <a:pt x="762000" y="771525"/>
                </a:lnTo>
                <a:lnTo>
                  <a:pt x="762000" y="781050"/>
                </a:lnTo>
                <a:lnTo>
                  <a:pt x="457200" y="781050"/>
                </a:lnTo>
                <a:close/>
                <a:moveTo>
                  <a:pt x="1143000" y="771525"/>
                </a:moveTo>
                <a:lnTo>
                  <a:pt x="1152525" y="771525"/>
                </a:lnTo>
                <a:lnTo>
                  <a:pt x="1152525" y="781050"/>
                </a:lnTo>
                <a:lnTo>
                  <a:pt x="1143000" y="781050"/>
                </a:lnTo>
                <a:close/>
                <a:moveTo>
                  <a:pt x="409575" y="781050"/>
                </a:moveTo>
                <a:lnTo>
                  <a:pt x="419100" y="781050"/>
                </a:lnTo>
                <a:lnTo>
                  <a:pt x="419100" y="790575"/>
                </a:lnTo>
                <a:lnTo>
                  <a:pt x="409575" y="790575"/>
                </a:lnTo>
                <a:close/>
                <a:moveTo>
                  <a:pt x="1152525" y="781050"/>
                </a:moveTo>
                <a:lnTo>
                  <a:pt x="1162050" y="781050"/>
                </a:lnTo>
                <a:lnTo>
                  <a:pt x="1162050" y="790575"/>
                </a:lnTo>
                <a:lnTo>
                  <a:pt x="1152525" y="790575"/>
                </a:lnTo>
                <a:close/>
                <a:moveTo>
                  <a:pt x="447675" y="800100"/>
                </a:moveTo>
                <a:lnTo>
                  <a:pt x="485775" y="800100"/>
                </a:lnTo>
                <a:lnTo>
                  <a:pt x="485775" y="809625"/>
                </a:lnTo>
                <a:lnTo>
                  <a:pt x="447675" y="809625"/>
                </a:lnTo>
                <a:close/>
                <a:moveTo>
                  <a:pt x="514350" y="800100"/>
                </a:moveTo>
                <a:lnTo>
                  <a:pt x="552450" y="800100"/>
                </a:lnTo>
                <a:lnTo>
                  <a:pt x="552450" y="809625"/>
                </a:lnTo>
                <a:lnTo>
                  <a:pt x="514350" y="809625"/>
                </a:lnTo>
                <a:close/>
                <a:moveTo>
                  <a:pt x="676275" y="800100"/>
                </a:moveTo>
                <a:lnTo>
                  <a:pt x="723900" y="800100"/>
                </a:lnTo>
                <a:lnTo>
                  <a:pt x="723900" y="809625"/>
                </a:lnTo>
                <a:lnTo>
                  <a:pt x="676275" y="809625"/>
                </a:lnTo>
                <a:close/>
                <a:moveTo>
                  <a:pt x="885825" y="809625"/>
                </a:moveTo>
                <a:lnTo>
                  <a:pt x="895350" y="809625"/>
                </a:lnTo>
                <a:lnTo>
                  <a:pt x="895350" y="828675"/>
                </a:lnTo>
                <a:lnTo>
                  <a:pt x="885825" y="828675"/>
                </a:lnTo>
                <a:close/>
                <a:moveTo>
                  <a:pt x="942975" y="828675"/>
                </a:moveTo>
                <a:lnTo>
                  <a:pt x="952500" y="828675"/>
                </a:lnTo>
                <a:lnTo>
                  <a:pt x="952500" y="838200"/>
                </a:lnTo>
                <a:lnTo>
                  <a:pt x="942975" y="838200"/>
                </a:lnTo>
                <a:close/>
                <a:moveTo>
                  <a:pt x="990600" y="828675"/>
                </a:moveTo>
                <a:lnTo>
                  <a:pt x="1114425" y="828675"/>
                </a:lnTo>
                <a:lnTo>
                  <a:pt x="1114425" y="838200"/>
                </a:lnTo>
                <a:lnTo>
                  <a:pt x="990600" y="838200"/>
                </a:lnTo>
                <a:close/>
                <a:moveTo>
                  <a:pt x="933450" y="838200"/>
                </a:moveTo>
                <a:lnTo>
                  <a:pt x="942975" y="838200"/>
                </a:lnTo>
                <a:lnTo>
                  <a:pt x="942975" y="990600"/>
                </a:lnTo>
                <a:lnTo>
                  <a:pt x="952500" y="990600"/>
                </a:lnTo>
                <a:lnTo>
                  <a:pt x="952500" y="1009650"/>
                </a:lnTo>
                <a:lnTo>
                  <a:pt x="1019175" y="1009650"/>
                </a:lnTo>
                <a:lnTo>
                  <a:pt x="1019175" y="1019175"/>
                </a:lnTo>
                <a:lnTo>
                  <a:pt x="942975" y="1019175"/>
                </a:lnTo>
                <a:lnTo>
                  <a:pt x="942975" y="1009650"/>
                </a:lnTo>
                <a:lnTo>
                  <a:pt x="933450" y="1009650"/>
                </a:lnTo>
                <a:close/>
                <a:moveTo>
                  <a:pt x="1114425" y="838200"/>
                </a:moveTo>
                <a:lnTo>
                  <a:pt x="1123950" y="838200"/>
                </a:lnTo>
                <a:lnTo>
                  <a:pt x="1123950" y="962025"/>
                </a:lnTo>
                <a:lnTo>
                  <a:pt x="1114425" y="962025"/>
                </a:lnTo>
                <a:close/>
                <a:moveTo>
                  <a:pt x="514350" y="857250"/>
                </a:moveTo>
                <a:lnTo>
                  <a:pt x="533400" y="857250"/>
                </a:lnTo>
                <a:lnTo>
                  <a:pt x="533400" y="876300"/>
                </a:lnTo>
                <a:lnTo>
                  <a:pt x="514350" y="876300"/>
                </a:lnTo>
                <a:close/>
                <a:moveTo>
                  <a:pt x="1019175" y="857250"/>
                </a:moveTo>
                <a:lnTo>
                  <a:pt x="1047750" y="857250"/>
                </a:lnTo>
                <a:lnTo>
                  <a:pt x="1047750" y="866775"/>
                </a:lnTo>
                <a:lnTo>
                  <a:pt x="1019175" y="866775"/>
                </a:lnTo>
                <a:close/>
                <a:moveTo>
                  <a:pt x="1409700" y="857250"/>
                </a:moveTo>
                <a:lnTo>
                  <a:pt x="1428750" y="857250"/>
                </a:lnTo>
                <a:lnTo>
                  <a:pt x="1428750" y="1019175"/>
                </a:lnTo>
                <a:lnTo>
                  <a:pt x="1409700" y="1019175"/>
                </a:lnTo>
                <a:close/>
                <a:moveTo>
                  <a:pt x="438150" y="866775"/>
                </a:moveTo>
                <a:lnTo>
                  <a:pt x="447675" y="866775"/>
                </a:lnTo>
                <a:lnTo>
                  <a:pt x="447675" y="952500"/>
                </a:lnTo>
                <a:lnTo>
                  <a:pt x="438150" y="952500"/>
                </a:lnTo>
                <a:close/>
                <a:moveTo>
                  <a:pt x="1047750" y="866775"/>
                </a:moveTo>
                <a:lnTo>
                  <a:pt x="1057275" y="866775"/>
                </a:lnTo>
                <a:lnTo>
                  <a:pt x="1057275" y="876300"/>
                </a:lnTo>
                <a:lnTo>
                  <a:pt x="1047750" y="876300"/>
                </a:lnTo>
                <a:close/>
                <a:moveTo>
                  <a:pt x="685800" y="876300"/>
                </a:moveTo>
                <a:lnTo>
                  <a:pt x="723900" y="876300"/>
                </a:lnTo>
                <a:lnTo>
                  <a:pt x="723900" y="885825"/>
                </a:lnTo>
                <a:lnTo>
                  <a:pt x="685800" y="885825"/>
                </a:lnTo>
                <a:close/>
                <a:moveTo>
                  <a:pt x="495300" y="885825"/>
                </a:moveTo>
                <a:lnTo>
                  <a:pt x="504825" y="885825"/>
                </a:lnTo>
                <a:lnTo>
                  <a:pt x="504825" y="895350"/>
                </a:lnTo>
                <a:lnTo>
                  <a:pt x="495300" y="895350"/>
                </a:lnTo>
                <a:close/>
                <a:moveTo>
                  <a:pt x="581025" y="885825"/>
                </a:moveTo>
                <a:lnTo>
                  <a:pt x="590550" y="885825"/>
                </a:lnTo>
                <a:lnTo>
                  <a:pt x="590550" y="895350"/>
                </a:lnTo>
                <a:lnTo>
                  <a:pt x="581025" y="895350"/>
                </a:lnTo>
                <a:close/>
                <a:moveTo>
                  <a:pt x="676275" y="885825"/>
                </a:moveTo>
                <a:lnTo>
                  <a:pt x="685800" y="885825"/>
                </a:lnTo>
                <a:lnTo>
                  <a:pt x="685800" y="895350"/>
                </a:lnTo>
                <a:lnTo>
                  <a:pt x="676275" y="895350"/>
                </a:lnTo>
                <a:close/>
                <a:moveTo>
                  <a:pt x="723900" y="885825"/>
                </a:moveTo>
                <a:lnTo>
                  <a:pt x="733425" y="885825"/>
                </a:lnTo>
                <a:lnTo>
                  <a:pt x="733425" y="895350"/>
                </a:lnTo>
                <a:lnTo>
                  <a:pt x="723900" y="895350"/>
                </a:lnTo>
                <a:close/>
                <a:moveTo>
                  <a:pt x="542925" y="895350"/>
                </a:moveTo>
                <a:lnTo>
                  <a:pt x="552450" y="895350"/>
                </a:lnTo>
                <a:lnTo>
                  <a:pt x="552450" y="952500"/>
                </a:lnTo>
                <a:lnTo>
                  <a:pt x="542925" y="952500"/>
                </a:lnTo>
                <a:close/>
                <a:moveTo>
                  <a:pt x="571500" y="895350"/>
                </a:moveTo>
                <a:lnTo>
                  <a:pt x="581025" y="895350"/>
                </a:lnTo>
                <a:lnTo>
                  <a:pt x="581025" y="904875"/>
                </a:lnTo>
                <a:lnTo>
                  <a:pt x="571500" y="904875"/>
                </a:lnTo>
                <a:close/>
                <a:moveTo>
                  <a:pt x="485775" y="904875"/>
                </a:moveTo>
                <a:lnTo>
                  <a:pt x="495300" y="904875"/>
                </a:lnTo>
                <a:lnTo>
                  <a:pt x="495300" y="942975"/>
                </a:lnTo>
                <a:lnTo>
                  <a:pt x="485775" y="942975"/>
                </a:lnTo>
                <a:close/>
                <a:moveTo>
                  <a:pt x="647700" y="904875"/>
                </a:moveTo>
                <a:lnTo>
                  <a:pt x="657225" y="904875"/>
                </a:lnTo>
                <a:lnTo>
                  <a:pt x="657225" y="923925"/>
                </a:lnTo>
                <a:lnTo>
                  <a:pt x="647700" y="923925"/>
                </a:lnTo>
                <a:close/>
                <a:moveTo>
                  <a:pt x="733425" y="914400"/>
                </a:moveTo>
                <a:lnTo>
                  <a:pt x="742950" y="914400"/>
                </a:lnTo>
                <a:lnTo>
                  <a:pt x="742950" y="923925"/>
                </a:lnTo>
                <a:lnTo>
                  <a:pt x="733425" y="923925"/>
                </a:lnTo>
                <a:close/>
                <a:moveTo>
                  <a:pt x="733425" y="942975"/>
                </a:moveTo>
                <a:lnTo>
                  <a:pt x="742950" y="942975"/>
                </a:lnTo>
                <a:lnTo>
                  <a:pt x="742950" y="952500"/>
                </a:lnTo>
                <a:lnTo>
                  <a:pt x="733425" y="952500"/>
                </a:lnTo>
                <a:close/>
                <a:moveTo>
                  <a:pt x="447675" y="952500"/>
                </a:moveTo>
                <a:lnTo>
                  <a:pt x="457200" y="952500"/>
                </a:lnTo>
                <a:lnTo>
                  <a:pt x="457200" y="962025"/>
                </a:lnTo>
                <a:lnTo>
                  <a:pt x="447675" y="962025"/>
                </a:lnTo>
                <a:close/>
                <a:moveTo>
                  <a:pt x="552450" y="952500"/>
                </a:moveTo>
                <a:lnTo>
                  <a:pt x="561975" y="952500"/>
                </a:lnTo>
                <a:lnTo>
                  <a:pt x="561975" y="962025"/>
                </a:lnTo>
                <a:lnTo>
                  <a:pt x="552450" y="962025"/>
                </a:lnTo>
                <a:close/>
                <a:moveTo>
                  <a:pt x="742950" y="952500"/>
                </a:moveTo>
                <a:lnTo>
                  <a:pt x="752475" y="952500"/>
                </a:lnTo>
                <a:lnTo>
                  <a:pt x="752475" y="962025"/>
                </a:lnTo>
                <a:lnTo>
                  <a:pt x="742950" y="962025"/>
                </a:lnTo>
                <a:close/>
                <a:moveTo>
                  <a:pt x="447675" y="981075"/>
                </a:moveTo>
                <a:lnTo>
                  <a:pt x="457200" y="981075"/>
                </a:lnTo>
                <a:lnTo>
                  <a:pt x="457200" y="1000125"/>
                </a:lnTo>
                <a:lnTo>
                  <a:pt x="447675" y="1000125"/>
                </a:lnTo>
                <a:lnTo>
                  <a:pt x="447675" y="1066800"/>
                </a:lnTo>
                <a:lnTo>
                  <a:pt x="438150" y="1066800"/>
                </a:lnTo>
                <a:lnTo>
                  <a:pt x="438150" y="990600"/>
                </a:lnTo>
                <a:lnTo>
                  <a:pt x="447675" y="990600"/>
                </a:lnTo>
                <a:close/>
                <a:moveTo>
                  <a:pt x="1085850" y="990600"/>
                </a:moveTo>
                <a:lnTo>
                  <a:pt x="1095375" y="990600"/>
                </a:lnTo>
                <a:lnTo>
                  <a:pt x="1095375" y="1000125"/>
                </a:lnTo>
                <a:lnTo>
                  <a:pt x="1104900" y="1000125"/>
                </a:lnTo>
                <a:lnTo>
                  <a:pt x="1104900" y="990600"/>
                </a:lnTo>
                <a:lnTo>
                  <a:pt x="1114425" y="990600"/>
                </a:lnTo>
                <a:lnTo>
                  <a:pt x="1114425" y="1009650"/>
                </a:lnTo>
                <a:lnTo>
                  <a:pt x="1104900" y="1009650"/>
                </a:lnTo>
                <a:lnTo>
                  <a:pt x="1104900" y="1019175"/>
                </a:lnTo>
                <a:lnTo>
                  <a:pt x="1028700" y="1019175"/>
                </a:lnTo>
                <a:lnTo>
                  <a:pt x="1028700" y="1009650"/>
                </a:lnTo>
                <a:lnTo>
                  <a:pt x="1066800" y="1009650"/>
                </a:lnTo>
                <a:lnTo>
                  <a:pt x="1066800" y="1000125"/>
                </a:lnTo>
                <a:lnTo>
                  <a:pt x="1085850" y="1000125"/>
                </a:lnTo>
                <a:close/>
                <a:moveTo>
                  <a:pt x="476250" y="1038225"/>
                </a:moveTo>
                <a:lnTo>
                  <a:pt x="485775" y="1038225"/>
                </a:lnTo>
                <a:lnTo>
                  <a:pt x="485775" y="1057275"/>
                </a:lnTo>
                <a:lnTo>
                  <a:pt x="476250" y="1057275"/>
                </a:lnTo>
                <a:close/>
                <a:moveTo>
                  <a:pt x="695325" y="1038225"/>
                </a:moveTo>
                <a:lnTo>
                  <a:pt x="704850" y="1038225"/>
                </a:lnTo>
                <a:lnTo>
                  <a:pt x="704850" y="1057275"/>
                </a:lnTo>
                <a:lnTo>
                  <a:pt x="695325" y="1057275"/>
                </a:lnTo>
                <a:close/>
                <a:moveTo>
                  <a:pt x="714375" y="1038225"/>
                </a:moveTo>
                <a:lnTo>
                  <a:pt x="723900" y="1038225"/>
                </a:lnTo>
                <a:lnTo>
                  <a:pt x="723900" y="1047750"/>
                </a:lnTo>
                <a:lnTo>
                  <a:pt x="714375" y="1047750"/>
                </a:lnTo>
                <a:close/>
                <a:moveTo>
                  <a:pt x="723900" y="1047750"/>
                </a:moveTo>
                <a:lnTo>
                  <a:pt x="733425" y="1047750"/>
                </a:lnTo>
                <a:lnTo>
                  <a:pt x="733425" y="1066800"/>
                </a:lnTo>
                <a:lnTo>
                  <a:pt x="723900" y="1066800"/>
                </a:lnTo>
                <a:close/>
                <a:moveTo>
                  <a:pt x="304800" y="1066800"/>
                </a:moveTo>
                <a:lnTo>
                  <a:pt x="361950" y="1066800"/>
                </a:lnTo>
                <a:lnTo>
                  <a:pt x="361950" y="1076325"/>
                </a:lnTo>
                <a:lnTo>
                  <a:pt x="381000" y="1076325"/>
                </a:lnTo>
                <a:lnTo>
                  <a:pt x="381000" y="1085850"/>
                </a:lnTo>
                <a:lnTo>
                  <a:pt x="276225" y="1085850"/>
                </a:lnTo>
                <a:lnTo>
                  <a:pt x="276225" y="1076325"/>
                </a:lnTo>
                <a:lnTo>
                  <a:pt x="304800" y="1076325"/>
                </a:lnTo>
                <a:close/>
                <a:moveTo>
                  <a:pt x="466725" y="1076325"/>
                </a:moveTo>
                <a:lnTo>
                  <a:pt x="476250" y="1076325"/>
                </a:lnTo>
                <a:lnTo>
                  <a:pt x="476250" y="1085850"/>
                </a:lnTo>
                <a:lnTo>
                  <a:pt x="466725" y="1085850"/>
                </a:lnTo>
                <a:close/>
                <a:moveTo>
                  <a:pt x="266700" y="1085850"/>
                </a:moveTo>
                <a:lnTo>
                  <a:pt x="276225" y="1085850"/>
                </a:lnTo>
                <a:lnTo>
                  <a:pt x="276225" y="1095375"/>
                </a:lnTo>
                <a:lnTo>
                  <a:pt x="266700" y="1095375"/>
                </a:lnTo>
                <a:close/>
                <a:moveTo>
                  <a:pt x="381000" y="1085850"/>
                </a:moveTo>
                <a:lnTo>
                  <a:pt x="390525" y="1085850"/>
                </a:lnTo>
                <a:lnTo>
                  <a:pt x="390525" y="1095375"/>
                </a:lnTo>
                <a:lnTo>
                  <a:pt x="381000" y="1095375"/>
                </a:lnTo>
                <a:close/>
                <a:moveTo>
                  <a:pt x="447675" y="1085850"/>
                </a:moveTo>
                <a:lnTo>
                  <a:pt x="466725" y="1085850"/>
                </a:lnTo>
                <a:lnTo>
                  <a:pt x="466725" y="1095375"/>
                </a:lnTo>
                <a:lnTo>
                  <a:pt x="447675" y="1095375"/>
                </a:lnTo>
                <a:close/>
                <a:moveTo>
                  <a:pt x="676275" y="1085850"/>
                </a:moveTo>
                <a:lnTo>
                  <a:pt x="685800" y="1085850"/>
                </a:lnTo>
                <a:lnTo>
                  <a:pt x="685800" y="1095375"/>
                </a:lnTo>
                <a:lnTo>
                  <a:pt x="676275" y="1095375"/>
                </a:lnTo>
                <a:close/>
                <a:moveTo>
                  <a:pt x="781050" y="1085850"/>
                </a:moveTo>
                <a:lnTo>
                  <a:pt x="790575" y="1085850"/>
                </a:lnTo>
                <a:lnTo>
                  <a:pt x="790575" y="1095375"/>
                </a:lnTo>
                <a:lnTo>
                  <a:pt x="781050" y="1095375"/>
                </a:lnTo>
                <a:close/>
                <a:moveTo>
                  <a:pt x="771525" y="1095375"/>
                </a:moveTo>
                <a:lnTo>
                  <a:pt x="781050" y="1095375"/>
                </a:lnTo>
                <a:lnTo>
                  <a:pt x="781050" y="1104900"/>
                </a:lnTo>
                <a:lnTo>
                  <a:pt x="771525" y="1104900"/>
                </a:lnTo>
                <a:close/>
                <a:moveTo>
                  <a:pt x="171450" y="1104900"/>
                </a:moveTo>
                <a:lnTo>
                  <a:pt x="180975" y="1104900"/>
                </a:lnTo>
                <a:lnTo>
                  <a:pt x="180975" y="1114425"/>
                </a:lnTo>
                <a:lnTo>
                  <a:pt x="190500" y="1114425"/>
                </a:lnTo>
                <a:lnTo>
                  <a:pt x="190500" y="1133475"/>
                </a:lnTo>
                <a:lnTo>
                  <a:pt x="180975" y="1133475"/>
                </a:lnTo>
                <a:lnTo>
                  <a:pt x="180975" y="1143000"/>
                </a:lnTo>
                <a:lnTo>
                  <a:pt x="171450" y="1143000"/>
                </a:lnTo>
                <a:close/>
                <a:moveTo>
                  <a:pt x="1390650" y="1123950"/>
                </a:moveTo>
                <a:lnTo>
                  <a:pt x="1409700" y="1123950"/>
                </a:lnTo>
                <a:lnTo>
                  <a:pt x="1409700" y="1143000"/>
                </a:lnTo>
                <a:lnTo>
                  <a:pt x="1390650" y="1143000"/>
                </a:lnTo>
                <a:close/>
                <a:moveTo>
                  <a:pt x="381000" y="1133475"/>
                </a:moveTo>
                <a:lnTo>
                  <a:pt x="390525" y="1133475"/>
                </a:lnTo>
                <a:lnTo>
                  <a:pt x="390525" y="1152525"/>
                </a:lnTo>
                <a:lnTo>
                  <a:pt x="381000" y="1152525"/>
                </a:lnTo>
                <a:close/>
                <a:moveTo>
                  <a:pt x="266700" y="1162050"/>
                </a:moveTo>
                <a:lnTo>
                  <a:pt x="276225" y="1162050"/>
                </a:lnTo>
                <a:lnTo>
                  <a:pt x="276225" y="1171575"/>
                </a:lnTo>
                <a:lnTo>
                  <a:pt x="266700" y="1171575"/>
                </a:lnTo>
                <a:close/>
                <a:moveTo>
                  <a:pt x="1381125" y="1162050"/>
                </a:moveTo>
                <a:lnTo>
                  <a:pt x="1390650" y="1162050"/>
                </a:lnTo>
                <a:lnTo>
                  <a:pt x="1390650" y="1171575"/>
                </a:lnTo>
                <a:lnTo>
                  <a:pt x="1381125" y="1171575"/>
                </a:lnTo>
                <a:close/>
                <a:moveTo>
                  <a:pt x="276225" y="1171575"/>
                </a:moveTo>
                <a:lnTo>
                  <a:pt x="285750" y="1171575"/>
                </a:lnTo>
                <a:lnTo>
                  <a:pt x="285750" y="1181100"/>
                </a:lnTo>
                <a:lnTo>
                  <a:pt x="276225" y="1181100"/>
                </a:lnTo>
                <a:close/>
                <a:moveTo>
                  <a:pt x="1362075" y="1171575"/>
                </a:moveTo>
                <a:lnTo>
                  <a:pt x="1381125" y="1171575"/>
                </a:lnTo>
                <a:lnTo>
                  <a:pt x="1381125" y="1200150"/>
                </a:lnTo>
                <a:lnTo>
                  <a:pt x="1371600" y="1200150"/>
                </a:lnTo>
                <a:lnTo>
                  <a:pt x="1371600" y="1209675"/>
                </a:lnTo>
                <a:lnTo>
                  <a:pt x="1362075" y="1209675"/>
                </a:lnTo>
                <a:close/>
                <a:moveTo>
                  <a:pt x="752475" y="1181100"/>
                </a:moveTo>
                <a:lnTo>
                  <a:pt x="876300" y="1181100"/>
                </a:lnTo>
                <a:lnTo>
                  <a:pt x="876300" y="1190625"/>
                </a:lnTo>
                <a:lnTo>
                  <a:pt x="752475" y="1190625"/>
                </a:lnTo>
                <a:close/>
                <a:moveTo>
                  <a:pt x="219075" y="1190625"/>
                </a:moveTo>
                <a:lnTo>
                  <a:pt x="228600" y="1190625"/>
                </a:lnTo>
                <a:lnTo>
                  <a:pt x="228600" y="1200150"/>
                </a:lnTo>
                <a:lnTo>
                  <a:pt x="219075" y="1200150"/>
                </a:lnTo>
                <a:close/>
                <a:moveTo>
                  <a:pt x="285750" y="1190625"/>
                </a:moveTo>
                <a:lnTo>
                  <a:pt x="295275" y="1190625"/>
                </a:lnTo>
                <a:lnTo>
                  <a:pt x="295275" y="1200150"/>
                </a:lnTo>
                <a:lnTo>
                  <a:pt x="285750" y="1200150"/>
                </a:lnTo>
                <a:close/>
                <a:moveTo>
                  <a:pt x="276225" y="1200150"/>
                </a:moveTo>
                <a:lnTo>
                  <a:pt x="285750" y="1200150"/>
                </a:lnTo>
                <a:lnTo>
                  <a:pt x="285750" y="1209675"/>
                </a:lnTo>
                <a:lnTo>
                  <a:pt x="295275" y="1209675"/>
                </a:lnTo>
                <a:lnTo>
                  <a:pt x="295275" y="1219200"/>
                </a:lnTo>
                <a:lnTo>
                  <a:pt x="276225" y="1219200"/>
                </a:lnTo>
                <a:close/>
                <a:moveTo>
                  <a:pt x="1352550" y="1219200"/>
                </a:moveTo>
                <a:lnTo>
                  <a:pt x="1362075" y="1219200"/>
                </a:lnTo>
                <a:lnTo>
                  <a:pt x="1362075" y="1228725"/>
                </a:lnTo>
                <a:lnTo>
                  <a:pt x="1352550" y="1228725"/>
                </a:lnTo>
                <a:close/>
                <a:moveTo>
                  <a:pt x="1314450" y="1238250"/>
                </a:moveTo>
                <a:lnTo>
                  <a:pt x="1323975" y="1238250"/>
                </a:lnTo>
                <a:lnTo>
                  <a:pt x="1323975" y="1247775"/>
                </a:lnTo>
                <a:lnTo>
                  <a:pt x="1314450" y="1247775"/>
                </a:lnTo>
                <a:close/>
                <a:moveTo>
                  <a:pt x="1295400" y="1247775"/>
                </a:moveTo>
                <a:lnTo>
                  <a:pt x="1304925" y="1247775"/>
                </a:lnTo>
                <a:lnTo>
                  <a:pt x="1304925" y="1257300"/>
                </a:lnTo>
                <a:lnTo>
                  <a:pt x="1295400" y="1257300"/>
                </a:lnTo>
                <a:close/>
                <a:moveTo>
                  <a:pt x="1323975" y="1247775"/>
                </a:moveTo>
                <a:lnTo>
                  <a:pt x="1333500" y="1247775"/>
                </a:lnTo>
                <a:lnTo>
                  <a:pt x="1333500" y="1257300"/>
                </a:lnTo>
                <a:lnTo>
                  <a:pt x="1323975" y="1257300"/>
                </a:lnTo>
                <a:close/>
                <a:moveTo>
                  <a:pt x="285750" y="1257300"/>
                </a:moveTo>
                <a:lnTo>
                  <a:pt x="295275" y="1257300"/>
                </a:lnTo>
                <a:lnTo>
                  <a:pt x="295275" y="1266825"/>
                </a:lnTo>
                <a:lnTo>
                  <a:pt x="285750" y="1266825"/>
                </a:lnTo>
                <a:close/>
                <a:moveTo>
                  <a:pt x="1285875" y="1257300"/>
                </a:moveTo>
                <a:lnTo>
                  <a:pt x="1295400" y="1257300"/>
                </a:lnTo>
                <a:lnTo>
                  <a:pt x="1295400" y="1266825"/>
                </a:lnTo>
                <a:lnTo>
                  <a:pt x="1285875" y="1266825"/>
                </a:lnTo>
                <a:close/>
                <a:moveTo>
                  <a:pt x="1314450" y="1257300"/>
                </a:moveTo>
                <a:lnTo>
                  <a:pt x="1323975" y="1257300"/>
                </a:lnTo>
                <a:lnTo>
                  <a:pt x="1323975" y="1266825"/>
                </a:lnTo>
                <a:lnTo>
                  <a:pt x="1314450" y="1266825"/>
                </a:lnTo>
                <a:close/>
                <a:moveTo>
                  <a:pt x="276225" y="1266825"/>
                </a:moveTo>
                <a:lnTo>
                  <a:pt x="285750" y="1266825"/>
                </a:lnTo>
                <a:lnTo>
                  <a:pt x="285750" y="1276350"/>
                </a:lnTo>
                <a:lnTo>
                  <a:pt x="276225" y="1276350"/>
                </a:lnTo>
                <a:close/>
                <a:moveTo>
                  <a:pt x="295275" y="1266825"/>
                </a:moveTo>
                <a:lnTo>
                  <a:pt x="304800" y="1266825"/>
                </a:lnTo>
                <a:lnTo>
                  <a:pt x="304800" y="1276350"/>
                </a:lnTo>
                <a:lnTo>
                  <a:pt x="295275" y="1276350"/>
                </a:lnTo>
                <a:close/>
                <a:moveTo>
                  <a:pt x="1266825" y="1266825"/>
                </a:moveTo>
                <a:lnTo>
                  <a:pt x="1285875" y="1266825"/>
                </a:lnTo>
                <a:lnTo>
                  <a:pt x="1285875" y="1276350"/>
                </a:lnTo>
                <a:lnTo>
                  <a:pt x="1276350" y="1276350"/>
                </a:lnTo>
                <a:lnTo>
                  <a:pt x="1276350" y="1295400"/>
                </a:lnTo>
                <a:lnTo>
                  <a:pt x="1257300" y="1295400"/>
                </a:lnTo>
                <a:lnTo>
                  <a:pt x="1257300" y="1276350"/>
                </a:lnTo>
                <a:lnTo>
                  <a:pt x="1266825" y="1276350"/>
                </a:lnTo>
                <a:close/>
                <a:moveTo>
                  <a:pt x="1295400" y="1266825"/>
                </a:moveTo>
                <a:lnTo>
                  <a:pt x="1304925" y="1266825"/>
                </a:lnTo>
                <a:lnTo>
                  <a:pt x="1304925" y="1276350"/>
                </a:lnTo>
                <a:lnTo>
                  <a:pt x="1295400" y="1276350"/>
                </a:lnTo>
                <a:close/>
                <a:moveTo>
                  <a:pt x="352425" y="1295400"/>
                </a:moveTo>
                <a:lnTo>
                  <a:pt x="371475" y="1295400"/>
                </a:lnTo>
                <a:lnTo>
                  <a:pt x="371475" y="1304925"/>
                </a:lnTo>
                <a:lnTo>
                  <a:pt x="381000" y="1304925"/>
                </a:lnTo>
                <a:lnTo>
                  <a:pt x="381000" y="1314450"/>
                </a:lnTo>
                <a:lnTo>
                  <a:pt x="342900" y="1314450"/>
                </a:lnTo>
                <a:lnTo>
                  <a:pt x="342900" y="1304925"/>
                </a:lnTo>
                <a:lnTo>
                  <a:pt x="352425" y="1304925"/>
                </a:lnTo>
                <a:close/>
                <a:moveTo>
                  <a:pt x="1209675" y="1295400"/>
                </a:moveTo>
                <a:lnTo>
                  <a:pt x="1238250" y="1295400"/>
                </a:lnTo>
                <a:lnTo>
                  <a:pt x="1238250" y="1314450"/>
                </a:lnTo>
                <a:lnTo>
                  <a:pt x="1209675" y="1314450"/>
                </a:lnTo>
                <a:close/>
                <a:moveTo>
                  <a:pt x="409575" y="1304925"/>
                </a:moveTo>
                <a:lnTo>
                  <a:pt x="419100" y="1304925"/>
                </a:lnTo>
                <a:lnTo>
                  <a:pt x="419100" y="1323975"/>
                </a:lnTo>
                <a:lnTo>
                  <a:pt x="409575" y="1323975"/>
                </a:lnTo>
                <a:close/>
                <a:moveTo>
                  <a:pt x="447675" y="1314450"/>
                </a:moveTo>
                <a:lnTo>
                  <a:pt x="466725" y="1314450"/>
                </a:lnTo>
                <a:lnTo>
                  <a:pt x="466725" y="1333500"/>
                </a:lnTo>
                <a:lnTo>
                  <a:pt x="447675" y="1333500"/>
                </a:lnTo>
                <a:close/>
                <a:moveTo>
                  <a:pt x="628650" y="1314450"/>
                </a:moveTo>
                <a:lnTo>
                  <a:pt x="647700" y="1314450"/>
                </a:lnTo>
                <a:lnTo>
                  <a:pt x="647700" y="1333500"/>
                </a:lnTo>
                <a:lnTo>
                  <a:pt x="628650" y="1333500"/>
                </a:lnTo>
                <a:close/>
                <a:moveTo>
                  <a:pt x="704850" y="1314450"/>
                </a:moveTo>
                <a:lnTo>
                  <a:pt x="1057275" y="1314450"/>
                </a:lnTo>
                <a:lnTo>
                  <a:pt x="1057275" y="1333500"/>
                </a:lnTo>
                <a:lnTo>
                  <a:pt x="704850" y="1333500"/>
                </a:lnTo>
                <a:close/>
              </a:path>
            </a:pathLst>
          </a:custGeom>
          <a:solidFill xmlns:a="http://schemas.openxmlformats.org/drawingml/2006/main">
            <a:srgbClr val="E7A068"/>
          </a:solidFill>
          <a:ln xmlns:a="http://schemas.openxmlformats.org/drawingml/2006/main" w="0">
            <a:noFill/>
          </a:ln>
        </p:spPr>
      </p:sp>
      <p:sp>
        <p:nvSpPr>
          <p:cNvPr id="75" name="logo vector #c49c79">
            <a:extLst xmlns:a="http://schemas.openxmlformats.org/drawingml/2006/main">
              <a:ext uri="{FF2B5EF4-FFF2-40B4-BE49-F238E27FC236}">
                <a16:creationId xmlns:a16="http://schemas.microsoft.com/office/drawing/2014/main" id="{E748B315-8283-400A-88C1-A533F27280E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219700" y="4476750"/>
            <a:ext cx="1581150" cy="1485900"/>
          </a:xfrm>
          <a:custGeom xmlns:a="http://schemas.openxmlformats.org/drawingml/2006/main">
            <a:pathLst>
              <a:path w="1581150" h="1485900">
                <a:moveTo>
                  <a:pt x="342900" y="66675"/>
                </a:moveTo>
                <a:lnTo>
                  <a:pt x="371475" y="66675"/>
                </a:lnTo>
                <a:lnTo>
                  <a:pt x="371475" y="85725"/>
                </a:lnTo>
                <a:lnTo>
                  <a:pt x="352425" y="85725"/>
                </a:lnTo>
                <a:lnTo>
                  <a:pt x="352425" y="76200"/>
                </a:lnTo>
                <a:lnTo>
                  <a:pt x="342900" y="76200"/>
                </a:lnTo>
                <a:close/>
                <a:moveTo>
                  <a:pt x="1200150" y="66675"/>
                </a:moveTo>
                <a:lnTo>
                  <a:pt x="1238250" y="66675"/>
                </a:lnTo>
                <a:lnTo>
                  <a:pt x="1238250" y="76200"/>
                </a:lnTo>
                <a:lnTo>
                  <a:pt x="1228725" y="76200"/>
                </a:lnTo>
                <a:lnTo>
                  <a:pt x="1228725" y="85725"/>
                </a:lnTo>
                <a:lnTo>
                  <a:pt x="1209675" y="85725"/>
                </a:lnTo>
                <a:lnTo>
                  <a:pt x="1209675" y="76200"/>
                </a:lnTo>
                <a:lnTo>
                  <a:pt x="1200150" y="76200"/>
                </a:lnTo>
                <a:close/>
                <a:moveTo>
                  <a:pt x="304800" y="85725"/>
                </a:moveTo>
                <a:lnTo>
                  <a:pt x="314325" y="85725"/>
                </a:lnTo>
                <a:lnTo>
                  <a:pt x="314325" y="95250"/>
                </a:lnTo>
                <a:lnTo>
                  <a:pt x="323850" y="95250"/>
                </a:lnTo>
                <a:lnTo>
                  <a:pt x="323850" y="104775"/>
                </a:lnTo>
                <a:lnTo>
                  <a:pt x="295275" y="104775"/>
                </a:lnTo>
                <a:lnTo>
                  <a:pt x="295275" y="95250"/>
                </a:lnTo>
                <a:lnTo>
                  <a:pt x="304800" y="95250"/>
                </a:lnTo>
                <a:close/>
                <a:moveTo>
                  <a:pt x="1247775" y="85725"/>
                </a:moveTo>
                <a:lnTo>
                  <a:pt x="1276350" y="85725"/>
                </a:lnTo>
                <a:lnTo>
                  <a:pt x="1276350" y="95250"/>
                </a:lnTo>
                <a:lnTo>
                  <a:pt x="1295400" y="95250"/>
                </a:lnTo>
                <a:lnTo>
                  <a:pt x="1295400" y="104775"/>
                </a:lnTo>
                <a:lnTo>
                  <a:pt x="1304925" y="104775"/>
                </a:lnTo>
                <a:lnTo>
                  <a:pt x="1304925" y="114300"/>
                </a:lnTo>
                <a:lnTo>
                  <a:pt x="1314450" y="114300"/>
                </a:lnTo>
                <a:lnTo>
                  <a:pt x="1314450" y="123825"/>
                </a:lnTo>
                <a:lnTo>
                  <a:pt x="1333500" y="123825"/>
                </a:lnTo>
                <a:lnTo>
                  <a:pt x="1333500" y="133350"/>
                </a:lnTo>
                <a:lnTo>
                  <a:pt x="1343025" y="133350"/>
                </a:lnTo>
                <a:lnTo>
                  <a:pt x="1343025" y="142875"/>
                </a:lnTo>
                <a:lnTo>
                  <a:pt x="1352550" y="142875"/>
                </a:lnTo>
                <a:lnTo>
                  <a:pt x="1352550" y="161925"/>
                </a:lnTo>
                <a:lnTo>
                  <a:pt x="1362075" y="161925"/>
                </a:lnTo>
                <a:lnTo>
                  <a:pt x="1362075" y="171450"/>
                </a:lnTo>
                <a:lnTo>
                  <a:pt x="1371600" y="171450"/>
                </a:lnTo>
                <a:lnTo>
                  <a:pt x="1371600" y="180975"/>
                </a:lnTo>
                <a:lnTo>
                  <a:pt x="1381125" y="180975"/>
                </a:lnTo>
                <a:lnTo>
                  <a:pt x="1381125" y="209550"/>
                </a:lnTo>
                <a:lnTo>
                  <a:pt x="1371600" y="209550"/>
                </a:lnTo>
                <a:lnTo>
                  <a:pt x="1371600" y="200025"/>
                </a:lnTo>
                <a:lnTo>
                  <a:pt x="1362075" y="200025"/>
                </a:lnTo>
                <a:lnTo>
                  <a:pt x="1362075" y="180975"/>
                </a:lnTo>
                <a:lnTo>
                  <a:pt x="1352550" y="180975"/>
                </a:lnTo>
                <a:lnTo>
                  <a:pt x="1352550" y="171450"/>
                </a:lnTo>
                <a:lnTo>
                  <a:pt x="1343025" y="171450"/>
                </a:lnTo>
                <a:lnTo>
                  <a:pt x="1343025" y="161925"/>
                </a:lnTo>
                <a:lnTo>
                  <a:pt x="1333500" y="161925"/>
                </a:lnTo>
                <a:lnTo>
                  <a:pt x="1333500" y="152400"/>
                </a:lnTo>
                <a:lnTo>
                  <a:pt x="1323975" y="152400"/>
                </a:lnTo>
                <a:lnTo>
                  <a:pt x="1323975" y="142875"/>
                </a:lnTo>
                <a:lnTo>
                  <a:pt x="1314450" y="142875"/>
                </a:lnTo>
                <a:lnTo>
                  <a:pt x="1314450" y="133350"/>
                </a:lnTo>
                <a:lnTo>
                  <a:pt x="1304925" y="133350"/>
                </a:lnTo>
                <a:lnTo>
                  <a:pt x="1304925" y="123825"/>
                </a:lnTo>
                <a:lnTo>
                  <a:pt x="1295400" y="123825"/>
                </a:lnTo>
                <a:lnTo>
                  <a:pt x="1295400" y="114300"/>
                </a:lnTo>
                <a:lnTo>
                  <a:pt x="1276350" y="114300"/>
                </a:lnTo>
                <a:lnTo>
                  <a:pt x="1276350" y="104775"/>
                </a:lnTo>
                <a:lnTo>
                  <a:pt x="1257300" y="104775"/>
                </a:lnTo>
                <a:lnTo>
                  <a:pt x="1257300" y="95250"/>
                </a:lnTo>
                <a:lnTo>
                  <a:pt x="1247775" y="95250"/>
                </a:lnTo>
                <a:close/>
                <a:moveTo>
                  <a:pt x="266700" y="114300"/>
                </a:moveTo>
                <a:lnTo>
                  <a:pt x="285750" y="114300"/>
                </a:lnTo>
                <a:lnTo>
                  <a:pt x="285750" y="123825"/>
                </a:lnTo>
                <a:lnTo>
                  <a:pt x="276225" y="123825"/>
                </a:lnTo>
                <a:lnTo>
                  <a:pt x="276225" y="133350"/>
                </a:lnTo>
                <a:lnTo>
                  <a:pt x="266700" y="133350"/>
                </a:lnTo>
                <a:lnTo>
                  <a:pt x="266700" y="142875"/>
                </a:lnTo>
                <a:lnTo>
                  <a:pt x="257175" y="142875"/>
                </a:lnTo>
                <a:lnTo>
                  <a:pt x="257175" y="152400"/>
                </a:lnTo>
                <a:lnTo>
                  <a:pt x="247650" y="152400"/>
                </a:lnTo>
                <a:lnTo>
                  <a:pt x="247650" y="161925"/>
                </a:lnTo>
                <a:lnTo>
                  <a:pt x="238125" y="161925"/>
                </a:lnTo>
                <a:lnTo>
                  <a:pt x="238125" y="171450"/>
                </a:lnTo>
                <a:lnTo>
                  <a:pt x="228600" y="171450"/>
                </a:lnTo>
                <a:lnTo>
                  <a:pt x="228600" y="180975"/>
                </a:lnTo>
                <a:lnTo>
                  <a:pt x="219075" y="180975"/>
                </a:lnTo>
                <a:lnTo>
                  <a:pt x="219075" y="161925"/>
                </a:lnTo>
                <a:lnTo>
                  <a:pt x="228600" y="161925"/>
                </a:lnTo>
                <a:lnTo>
                  <a:pt x="228600" y="152400"/>
                </a:lnTo>
                <a:lnTo>
                  <a:pt x="238125" y="152400"/>
                </a:lnTo>
                <a:lnTo>
                  <a:pt x="238125" y="142875"/>
                </a:lnTo>
                <a:lnTo>
                  <a:pt x="247650" y="142875"/>
                </a:lnTo>
                <a:lnTo>
                  <a:pt x="247650" y="133350"/>
                </a:lnTo>
                <a:lnTo>
                  <a:pt x="257175" y="133350"/>
                </a:lnTo>
                <a:lnTo>
                  <a:pt x="257175" y="123825"/>
                </a:lnTo>
                <a:lnTo>
                  <a:pt x="266700" y="123825"/>
                </a:lnTo>
                <a:close/>
                <a:moveTo>
                  <a:pt x="733425" y="142875"/>
                </a:moveTo>
                <a:lnTo>
                  <a:pt x="866775" y="142875"/>
                </a:lnTo>
                <a:lnTo>
                  <a:pt x="866775" y="152400"/>
                </a:lnTo>
                <a:lnTo>
                  <a:pt x="733425" y="152400"/>
                </a:lnTo>
                <a:close/>
                <a:moveTo>
                  <a:pt x="628650" y="152400"/>
                </a:moveTo>
                <a:lnTo>
                  <a:pt x="638175" y="152400"/>
                </a:lnTo>
                <a:lnTo>
                  <a:pt x="638175" y="161925"/>
                </a:lnTo>
                <a:lnTo>
                  <a:pt x="628650" y="161925"/>
                </a:lnTo>
                <a:close/>
                <a:moveTo>
                  <a:pt x="962025" y="152400"/>
                </a:moveTo>
                <a:lnTo>
                  <a:pt x="971550" y="152400"/>
                </a:lnTo>
                <a:lnTo>
                  <a:pt x="971550" y="161925"/>
                </a:lnTo>
                <a:lnTo>
                  <a:pt x="962025" y="161925"/>
                </a:lnTo>
                <a:close/>
                <a:moveTo>
                  <a:pt x="561975" y="161925"/>
                </a:moveTo>
                <a:lnTo>
                  <a:pt x="571500" y="161925"/>
                </a:lnTo>
                <a:lnTo>
                  <a:pt x="571500" y="171450"/>
                </a:lnTo>
                <a:lnTo>
                  <a:pt x="561975" y="171450"/>
                </a:lnTo>
                <a:close/>
                <a:moveTo>
                  <a:pt x="1028700" y="161925"/>
                </a:moveTo>
                <a:lnTo>
                  <a:pt x="1038225" y="161925"/>
                </a:lnTo>
                <a:lnTo>
                  <a:pt x="1038225" y="171450"/>
                </a:lnTo>
                <a:lnTo>
                  <a:pt x="1028700" y="171450"/>
                </a:lnTo>
                <a:close/>
                <a:moveTo>
                  <a:pt x="514350" y="171450"/>
                </a:moveTo>
                <a:lnTo>
                  <a:pt x="523875" y="171450"/>
                </a:lnTo>
                <a:lnTo>
                  <a:pt x="523875" y="180975"/>
                </a:lnTo>
                <a:lnTo>
                  <a:pt x="514350" y="180975"/>
                </a:lnTo>
                <a:close/>
                <a:moveTo>
                  <a:pt x="657225" y="171450"/>
                </a:moveTo>
                <a:lnTo>
                  <a:pt x="676275" y="171450"/>
                </a:lnTo>
                <a:lnTo>
                  <a:pt x="676275" y="180975"/>
                </a:lnTo>
                <a:lnTo>
                  <a:pt x="657225" y="180975"/>
                </a:lnTo>
                <a:close/>
                <a:moveTo>
                  <a:pt x="923925" y="171450"/>
                </a:moveTo>
                <a:lnTo>
                  <a:pt x="952500" y="171450"/>
                </a:lnTo>
                <a:lnTo>
                  <a:pt x="952500" y="180975"/>
                </a:lnTo>
                <a:lnTo>
                  <a:pt x="923925" y="180975"/>
                </a:lnTo>
                <a:close/>
                <a:moveTo>
                  <a:pt x="1066800" y="171450"/>
                </a:moveTo>
                <a:lnTo>
                  <a:pt x="1076325" y="171450"/>
                </a:lnTo>
                <a:lnTo>
                  <a:pt x="1076325" y="180975"/>
                </a:lnTo>
                <a:lnTo>
                  <a:pt x="1066800" y="180975"/>
                </a:lnTo>
                <a:close/>
                <a:moveTo>
                  <a:pt x="200025" y="180975"/>
                </a:moveTo>
                <a:lnTo>
                  <a:pt x="219075" y="180975"/>
                </a:lnTo>
                <a:lnTo>
                  <a:pt x="219075" y="190500"/>
                </a:lnTo>
                <a:lnTo>
                  <a:pt x="209550" y="190500"/>
                </a:lnTo>
                <a:lnTo>
                  <a:pt x="209550" y="209550"/>
                </a:lnTo>
                <a:lnTo>
                  <a:pt x="200025" y="209550"/>
                </a:lnTo>
                <a:close/>
                <a:moveTo>
                  <a:pt x="485775" y="180975"/>
                </a:moveTo>
                <a:lnTo>
                  <a:pt x="495300" y="180975"/>
                </a:lnTo>
                <a:lnTo>
                  <a:pt x="495300" y="190500"/>
                </a:lnTo>
                <a:lnTo>
                  <a:pt x="485775" y="190500"/>
                </a:lnTo>
                <a:close/>
                <a:moveTo>
                  <a:pt x="590550" y="180975"/>
                </a:moveTo>
                <a:lnTo>
                  <a:pt x="600075" y="180975"/>
                </a:lnTo>
                <a:lnTo>
                  <a:pt x="600075" y="190500"/>
                </a:lnTo>
                <a:lnTo>
                  <a:pt x="590550" y="190500"/>
                </a:lnTo>
                <a:close/>
                <a:moveTo>
                  <a:pt x="1009650" y="180975"/>
                </a:moveTo>
                <a:lnTo>
                  <a:pt x="1019175" y="180975"/>
                </a:lnTo>
                <a:lnTo>
                  <a:pt x="1019175" y="190500"/>
                </a:lnTo>
                <a:lnTo>
                  <a:pt x="1009650" y="190500"/>
                </a:lnTo>
                <a:close/>
                <a:moveTo>
                  <a:pt x="533400" y="190500"/>
                </a:moveTo>
                <a:lnTo>
                  <a:pt x="542925" y="190500"/>
                </a:lnTo>
                <a:lnTo>
                  <a:pt x="542925" y="200025"/>
                </a:lnTo>
                <a:lnTo>
                  <a:pt x="533400" y="200025"/>
                </a:lnTo>
                <a:close/>
                <a:moveTo>
                  <a:pt x="1047750" y="190500"/>
                </a:moveTo>
                <a:lnTo>
                  <a:pt x="1057275" y="190500"/>
                </a:lnTo>
                <a:lnTo>
                  <a:pt x="1057275" y="200025"/>
                </a:lnTo>
                <a:lnTo>
                  <a:pt x="1047750" y="200025"/>
                </a:lnTo>
                <a:close/>
                <a:moveTo>
                  <a:pt x="1104900" y="190500"/>
                </a:moveTo>
                <a:lnTo>
                  <a:pt x="1114425" y="190500"/>
                </a:lnTo>
                <a:lnTo>
                  <a:pt x="1114425" y="200025"/>
                </a:lnTo>
                <a:lnTo>
                  <a:pt x="1104900" y="200025"/>
                </a:lnTo>
                <a:close/>
                <a:moveTo>
                  <a:pt x="1076325" y="200025"/>
                </a:moveTo>
                <a:lnTo>
                  <a:pt x="1085850" y="200025"/>
                </a:lnTo>
                <a:lnTo>
                  <a:pt x="1085850" y="209550"/>
                </a:lnTo>
                <a:lnTo>
                  <a:pt x="1076325" y="209550"/>
                </a:lnTo>
                <a:close/>
                <a:moveTo>
                  <a:pt x="1114425" y="200025"/>
                </a:moveTo>
                <a:lnTo>
                  <a:pt x="1123950" y="200025"/>
                </a:lnTo>
                <a:lnTo>
                  <a:pt x="1123950" y="209550"/>
                </a:lnTo>
                <a:lnTo>
                  <a:pt x="1114425" y="209550"/>
                </a:lnTo>
                <a:close/>
                <a:moveTo>
                  <a:pt x="190500" y="209550"/>
                </a:moveTo>
                <a:lnTo>
                  <a:pt x="200025" y="209550"/>
                </a:lnTo>
                <a:lnTo>
                  <a:pt x="200025" y="238125"/>
                </a:lnTo>
                <a:lnTo>
                  <a:pt x="190500" y="238125"/>
                </a:lnTo>
                <a:lnTo>
                  <a:pt x="190500" y="247650"/>
                </a:lnTo>
                <a:lnTo>
                  <a:pt x="180975" y="247650"/>
                </a:lnTo>
                <a:lnTo>
                  <a:pt x="180975" y="219075"/>
                </a:lnTo>
                <a:lnTo>
                  <a:pt x="190500" y="219075"/>
                </a:lnTo>
                <a:close/>
                <a:moveTo>
                  <a:pt x="1381125" y="209550"/>
                </a:moveTo>
                <a:lnTo>
                  <a:pt x="1390650" y="209550"/>
                </a:lnTo>
                <a:lnTo>
                  <a:pt x="1390650" y="219075"/>
                </a:lnTo>
                <a:lnTo>
                  <a:pt x="1400175" y="219075"/>
                </a:lnTo>
                <a:lnTo>
                  <a:pt x="1400175" y="247650"/>
                </a:lnTo>
                <a:lnTo>
                  <a:pt x="1390650" y="247650"/>
                </a:lnTo>
                <a:lnTo>
                  <a:pt x="1390650" y="238125"/>
                </a:lnTo>
                <a:lnTo>
                  <a:pt x="1381125" y="238125"/>
                </a:lnTo>
                <a:close/>
                <a:moveTo>
                  <a:pt x="371475" y="228600"/>
                </a:moveTo>
                <a:lnTo>
                  <a:pt x="381000" y="228600"/>
                </a:lnTo>
                <a:lnTo>
                  <a:pt x="381000" y="238125"/>
                </a:lnTo>
                <a:lnTo>
                  <a:pt x="371475" y="238125"/>
                </a:lnTo>
                <a:close/>
                <a:moveTo>
                  <a:pt x="466725" y="228600"/>
                </a:moveTo>
                <a:lnTo>
                  <a:pt x="476250" y="228600"/>
                </a:lnTo>
                <a:lnTo>
                  <a:pt x="476250" y="238125"/>
                </a:lnTo>
                <a:lnTo>
                  <a:pt x="466725" y="238125"/>
                </a:lnTo>
                <a:close/>
                <a:moveTo>
                  <a:pt x="600075" y="228600"/>
                </a:moveTo>
                <a:lnTo>
                  <a:pt x="609600" y="228600"/>
                </a:lnTo>
                <a:lnTo>
                  <a:pt x="609600" y="238125"/>
                </a:lnTo>
                <a:lnTo>
                  <a:pt x="600075" y="238125"/>
                </a:lnTo>
                <a:close/>
                <a:moveTo>
                  <a:pt x="1104900" y="228600"/>
                </a:moveTo>
                <a:lnTo>
                  <a:pt x="1114425" y="228600"/>
                </a:lnTo>
                <a:lnTo>
                  <a:pt x="1114425" y="238125"/>
                </a:lnTo>
                <a:lnTo>
                  <a:pt x="1104900" y="238125"/>
                </a:lnTo>
                <a:close/>
                <a:moveTo>
                  <a:pt x="1200150" y="228600"/>
                </a:moveTo>
                <a:lnTo>
                  <a:pt x="1209675" y="228600"/>
                </a:lnTo>
                <a:lnTo>
                  <a:pt x="1209675" y="238125"/>
                </a:lnTo>
                <a:lnTo>
                  <a:pt x="1200150" y="238125"/>
                </a:lnTo>
                <a:close/>
                <a:moveTo>
                  <a:pt x="361950" y="238125"/>
                </a:moveTo>
                <a:lnTo>
                  <a:pt x="371475" y="238125"/>
                </a:lnTo>
                <a:lnTo>
                  <a:pt x="371475" y="247650"/>
                </a:lnTo>
                <a:lnTo>
                  <a:pt x="361950" y="247650"/>
                </a:lnTo>
                <a:close/>
                <a:moveTo>
                  <a:pt x="457200" y="238125"/>
                </a:moveTo>
                <a:lnTo>
                  <a:pt x="466725" y="238125"/>
                </a:lnTo>
                <a:lnTo>
                  <a:pt x="466725" y="247650"/>
                </a:lnTo>
                <a:lnTo>
                  <a:pt x="457200" y="247650"/>
                </a:lnTo>
                <a:close/>
                <a:moveTo>
                  <a:pt x="504825" y="238125"/>
                </a:moveTo>
                <a:lnTo>
                  <a:pt x="514350" y="238125"/>
                </a:lnTo>
                <a:lnTo>
                  <a:pt x="514350" y="247650"/>
                </a:lnTo>
                <a:lnTo>
                  <a:pt x="504825" y="247650"/>
                </a:lnTo>
                <a:close/>
                <a:moveTo>
                  <a:pt x="581025" y="238125"/>
                </a:moveTo>
                <a:lnTo>
                  <a:pt x="590550" y="238125"/>
                </a:lnTo>
                <a:lnTo>
                  <a:pt x="590550" y="247650"/>
                </a:lnTo>
                <a:lnTo>
                  <a:pt x="581025" y="247650"/>
                </a:lnTo>
                <a:close/>
                <a:moveTo>
                  <a:pt x="609600" y="238125"/>
                </a:moveTo>
                <a:lnTo>
                  <a:pt x="619125" y="238125"/>
                </a:lnTo>
                <a:lnTo>
                  <a:pt x="619125" y="247650"/>
                </a:lnTo>
                <a:lnTo>
                  <a:pt x="609600" y="247650"/>
                </a:lnTo>
                <a:close/>
                <a:moveTo>
                  <a:pt x="1114425" y="238125"/>
                </a:moveTo>
                <a:lnTo>
                  <a:pt x="1123950" y="238125"/>
                </a:lnTo>
                <a:lnTo>
                  <a:pt x="1123950" y="247650"/>
                </a:lnTo>
                <a:lnTo>
                  <a:pt x="1114425" y="247650"/>
                </a:lnTo>
                <a:close/>
                <a:moveTo>
                  <a:pt x="352425" y="247650"/>
                </a:moveTo>
                <a:lnTo>
                  <a:pt x="361950" y="247650"/>
                </a:lnTo>
                <a:lnTo>
                  <a:pt x="361950" y="257175"/>
                </a:lnTo>
                <a:lnTo>
                  <a:pt x="352425" y="257175"/>
                </a:lnTo>
                <a:close/>
                <a:moveTo>
                  <a:pt x="390525" y="247650"/>
                </a:moveTo>
                <a:lnTo>
                  <a:pt x="400050" y="247650"/>
                </a:lnTo>
                <a:lnTo>
                  <a:pt x="400050" y="257175"/>
                </a:lnTo>
                <a:lnTo>
                  <a:pt x="390525" y="257175"/>
                </a:lnTo>
                <a:close/>
                <a:moveTo>
                  <a:pt x="514350" y="247650"/>
                </a:moveTo>
                <a:lnTo>
                  <a:pt x="523875" y="247650"/>
                </a:lnTo>
                <a:lnTo>
                  <a:pt x="523875" y="257175"/>
                </a:lnTo>
                <a:lnTo>
                  <a:pt x="514350" y="257175"/>
                </a:lnTo>
                <a:close/>
                <a:moveTo>
                  <a:pt x="1009650" y="247650"/>
                </a:moveTo>
                <a:lnTo>
                  <a:pt x="1019175" y="247650"/>
                </a:lnTo>
                <a:lnTo>
                  <a:pt x="1019175" y="257175"/>
                </a:lnTo>
                <a:lnTo>
                  <a:pt x="1028700" y="257175"/>
                </a:lnTo>
                <a:lnTo>
                  <a:pt x="1028700" y="276225"/>
                </a:lnTo>
                <a:lnTo>
                  <a:pt x="1009650" y="276225"/>
                </a:lnTo>
                <a:close/>
                <a:moveTo>
                  <a:pt x="523875" y="257175"/>
                </a:moveTo>
                <a:lnTo>
                  <a:pt x="533400" y="257175"/>
                </a:lnTo>
                <a:lnTo>
                  <a:pt x="533400" y="266700"/>
                </a:lnTo>
                <a:lnTo>
                  <a:pt x="523875" y="266700"/>
                </a:lnTo>
                <a:close/>
                <a:moveTo>
                  <a:pt x="1400175" y="257175"/>
                </a:moveTo>
                <a:lnTo>
                  <a:pt x="1409700" y="257175"/>
                </a:lnTo>
                <a:lnTo>
                  <a:pt x="1409700" y="266700"/>
                </a:lnTo>
                <a:lnTo>
                  <a:pt x="1419225" y="266700"/>
                </a:lnTo>
                <a:lnTo>
                  <a:pt x="1419225" y="295275"/>
                </a:lnTo>
                <a:lnTo>
                  <a:pt x="1400175" y="295275"/>
                </a:lnTo>
                <a:close/>
                <a:moveTo>
                  <a:pt x="685800" y="266700"/>
                </a:moveTo>
                <a:lnTo>
                  <a:pt x="714375" y="266700"/>
                </a:lnTo>
                <a:lnTo>
                  <a:pt x="714375" y="276225"/>
                </a:lnTo>
                <a:lnTo>
                  <a:pt x="685800" y="276225"/>
                </a:lnTo>
                <a:close/>
                <a:moveTo>
                  <a:pt x="742950" y="266700"/>
                </a:moveTo>
                <a:lnTo>
                  <a:pt x="762000" y="266700"/>
                </a:lnTo>
                <a:lnTo>
                  <a:pt x="762000" y="276225"/>
                </a:lnTo>
                <a:lnTo>
                  <a:pt x="742950" y="276225"/>
                </a:lnTo>
                <a:close/>
                <a:moveTo>
                  <a:pt x="847725" y="266700"/>
                </a:moveTo>
                <a:lnTo>
                  <a:pt x="857250" y="266700"/>
                </a:lnTo>
                <a:lnTo>
                  <a:pt x="857250" y="276225"/>
                </a:lnTo>
                <a:lnTo>
                  <a:pt x="847725" y="276225"/>
                </a:lnTo>
                <a:close/>
                <a:moveTo>
                  <a:pt x="923925" y="266700"/>
                </a:moveTo>
                <a:lnTo>
                  <a:pt x="952500" y="266700"/>
                </a:lnTo>
                <a:lnTo>
                  <a:pt x="952500" y="276225"/>
                </a:lnTo>
                <a:lnTo>
                  <a:pt x="923925" y="276225"/>
                </a:lnTo>
                <a:close/>
                <a:moveTo>
                  <a:pt x="161925" y="276225"/>
                </a:moveTo>
                <a:lnTo>
                  <a:pt x="180975" y="276225"/>
                </a:lnTo>
                <a:lnTo>
                  <a:pt x="180975" y="314325"/>
                </a:lnTo>
                <a:lnTo>
                  <a:pt x="161925" y="314325"/>
                </a:lnTo>
                <a:close/>
                <a:moveTo>
                  <a:pt x="476250" y="276225"/>
                </a:moveTo>
                <a:lnTo>
                  <a:pt x="485775" y="276225"/>
                </a:lnTo>
                <a:lnTo>
                  <a:pt x="485775" y="285750"/>
                </a:lnTo>
                <a:lnTo>
                  <a:pt x="476250" y="285750"/>
                </a:lnTo>
                <a:close/>
                <a:moveTo>
                  <a:pt x="609600" y="276225"/>
                </a:moveTo>
                <a:lnTo>
                  <a:pt x="628650" y="276225"/>
                </a:lnTo>
                <a:lnTo>
                  <a:pt x="628650" y="285750"/>
                </a:lnTo>
                <a:lnTo>
                  <a:pt x="638175" y="285750"/>
                </a:lnTo>
                <a:lnTo>
                  <a:pt x="638175" y="295275"/>
                </a:lnTo>
                <a:lnTo>
                  <a:pt x="619125" y="295275"/>
                </a:lnTo>
                <a:lnTo>
                  <a:pt x="619125" y="342900"/>
                </a:lnTo>
                <a:lnTo>
                  <a:pt x="609600" y="342900"/>
                </a:lnTo>
                <a:close/>
                <a:moveTo>
                  <a:pt x="676275" y="276225"/>
                </a:moveTo>
                <a:lnTo>
                  <a:pt x="685800" y="276225"/>
                </a:lnTo>
                <a:lnTo>
                  <a:pt x="685800" y="285750"/>
                </a:lnTo>
                <a:lnTo>
                  <a:pt x="676275" y="285750"/>
                </a:lnTo>
                <a:close/>
                <a:moveTo>
                  <a:pt x="723900" y="276225"/>
                </a:moveTo>
                <a:lnTo>
                  <a:pt x="733425" y="276225"/>
                </a:lnTo>
                <a:lnTo>
                  <a:pt x="733425" y="285750"/>
                </a:lnTo>
                <a:lnTo>
                  <a:pt x="723900" y="285750"/>
                </a:lnTo>
                <a:close/>
                <a:moveTo>
                  <a:pt x="857250" y="276225"/>
                </a:moveTo>
                <a:lnTo>
                  <a:pt x="866775" y="276225"/>
                </a:lnTo>
                <a:lnTo>
                  <a:pt x="866775" y="285750"/>
                </a:lnTo>
                <a:lnTo>
                  <a:pt x="857250" y="285750"/>
                </a:lnTo>
                <a:close/>
                <a:moveTo>
                  <a:pt x="533400" y="285750"/>
                </a:moveTo>
                <a:lnTo>
                  <a:pt x="542925" y="285750"/>
                </a:lnTo>
                <a:lnTo>
                  <a:pt x="542925" y="295275"/>
                </a:lnTo>
                <a:lnTo>
                  <a:pt x="533400" y="295275"/>
                </a:lnTo>
                <a:close/>
                <a:moveTo>
                  <a:pt x="800100" y="285750"/>
                </a:moveTo>
                <a:lnTo>
                  <a:pt x="809625" y="285750"/>
                </a:lnTo>
                <a:lnTo>
                  <a:pt x="809625" y="295275"/>
                </a:lnTo>
                <a:lnTo>
                  <a:pt x="800100" y="295275"/>
                </a:lnTo>
                <a:close/>
                <a:moveTo>
                  <a:pt x="819150" y="285750"/>
                </a:moveTo>
                <a:lnTo>
                  <a:pt x="828675" y="285750"/>
                </a:lnTo>
                <a:lnTo>
                  <a:pt x="828675" y="295275"/>
                </a:lnTo>
                <a:lnTo>
                  <a:pt x="819150" y="295275"/>
                </a:lnTo>
                <a:close/>
                <a:moveTo>
                  <a:pt x="866775" y="285750"/>
                </a:moveTo>
                <a:lnTo>
                  <a:pt x="876300" y="285750"/>
                </a:lnTo>
                <a:lnTo>
                  <a:pt x="876300" y="295275"/>
                </a:lnTo>
                <a:lnTo>
                  <a:pt x="866775" y="295275"/>
                </a:lnTo>
                <a:close/>
                <a:moveTo>
                  <a:pt x="1066800" y="285750"/>
                </a:moveTo>
                <a:lnTo>
                  <a:pt x="1076325" y="285750"/>
                </a:lnTo>
                <a:lnTo>
                  <a:pt x="1076325" y="304800"/>
                </a:lnTo>
                <a:lnTo>
                  <a:pt x="1057275" y="304800"/>
                </a:lnTo>
                <a:lnTo>
                  <a:pt x="1057275" y="295275"/>
                </a:lnTo>
                <a:lnTo>
                  <a:pt x="1066800" y="295275"/>
                </a:lnTo>
                <a:close/>
                <a:moveTo>
                  <a:pt x="676275" y="295275"/>
                </a:moveTo>
                <a:lnTo>
                  <a:pt x="695325" y="295275"/>
                </a:lnTo>
                <a:lnTo>
                  <a:pt x="695325" y="304800"/>
                </a:lnTo>
                <a:lnTo>
                  <a:pt x="676275" y="304800"/>
                </a:lnTo>
                <a:close/>
                <a:moveTo>
                  <a:pt x="809625" y="295275"/>
                </a:moveTo>
                <a:lnTo>
                  <a:pt x="819150" y="295275"/>
                </a:lnTo>
                <a:lnTo>
                  <a:pt x="819150" y="304800"/>
                </a:lnTo>
                <a:lnTo>
                  <a:pt x="828675" y="304800"/>
                </a:lnTo>
                <a:lnTo>
                  <a:pt x="828675" y="314325"/>
                </a:lnTo>
                <a:lnTo>
                  <a:pt x="809625" y="314325"/>
                </a:lnTo>
                <a:close/>
                <a:moveTo>
                  <a:pt x="876300" y="295275"/>
                </a:moveTo>
                <a:lnTo>
                  <a:pt x="895350" y="295275"/>
                </a:lnTo>
                <a:lnTo>
                  <a:pt x="895350" y="304800"/>
                </a:lnTo>
                <a:lnTo>
                  <a:pt x="876300" y="304800"/>
                </a:lnTo>
                <a:close/>
                <a:moveTo>
                  <a:pt x="942975" y="295275"/>
                </a:moveTo>
                <a:lnTo>
                  <a:pt x="952500" y="295275"/>
                </a:lnTo>
                <a:lnTo>
                  <a:pt x="952500" y="304800"/>
                </a:lnTo>
                <a:lnTo>
                  <a:pt x="942975" y="304800"/>
                </a:lnTo>
                <a:close/>
                <a:moveTo>
                  <a:pt x="962025" y="295275"/>
                </a:moveTo>
                <a:lnTo>
                  <a:pt x="971550" y="295275"/>
                </a:lnTo>
                <a:lnTo>
                  <a:pt x="971550" y="314325"/>
                </a:lnTo>
                <a:lnTo>
                  <a:pt x="962025" y="314325"/>
                </a:lnTo>
                <a:close/>
                <a:moveTo>
                  <a:pt x="1152525" y="295275"/>
                </a:moveTo>
                <a:lnTo>
                  <a:pt x="1162050" y="295275"/>
                </a:lnTo>
                <a:lnTo>
                  <a:pt x="1162050" y="304800"/>
                </a:lnTo>
                <a:lnTo>
                  <a:pt x="1152525" y="304800"/>
                </a:lnTo>
                <a:close/>
                <a:moveTo>
                  <a:pt x="466725" y="304800"/>
                </a:moveTo>
                <a:lnTo>
                  <a:pt x="476250" y="304800"/>
                </a:lnTo>
                <a:lnTo>
                  <a:pt x="476250" y="314325"/>
                </a:lnTo>
                <a:lnTo>
                  <a:pt x="466725" y="314325"/>
                </a:lnTo>
                <a:close/>
                <a:moveTo>
                  <a:pt x="666750" y="304800"/>
                </a:moveTo>
                <a:lnTo>
                  <a:pt x="676275" y="304800"/>
                </a:lnTo>
                <a:lnTo>
                  <a:pt x="676275" y="352425"/>
                </a:lnTo>
                <a:lnTo>
                  <a:pt x="666750" y="352425"/>
                </a:lnTo>
                <a:close/>
                <a:moveTo>
                  <a:pt x="542925" y="314325"/>
                </a:moveTo>
                <a:lnTo>
                  <a:pt x="552450" y="314325"/>
                </a:lnTo>
                <a:lnTo>
                  <a:pt x="552450" y="323850"/>
                </a:lnTo>
                <a:lnTo>
                  <a:pt x="542925" y="323850"/>
                </a:lnTo>
                <a:close/>
                <a:moveTo>
                  <a:pt x="800100" y="314325"/>
                </a:moveTo>
                <a:lnTo>
                  <a:pt x="809625" y="314325"/>
                </a:lnTo>
                <a:lnTo>
                  <a:pt x="809625" y="323850"/>
                </a:lnTo>
                <a:lnTo>
                  <a:pt x="800100" y="323850"/>
                </a:lnTo>
                <a:close/>
                <a:moveTo>
                  <a:pt x="971550" y="314325"/>
                </a:moveTo>
                <a:lnTo>
                  <a:pt x="981075" y="314325"/>
                </a:lnTo>
                <a:lnTo>
                  <a:pt x="981075" y="342900"/>
                </a:lnTo>
                <a:lnTo>
                  <a:pt x="971550" y="342900"/>
                </a:lnTo>
                <a:close/>
                <a:moveTo>
                  <a:pt x="1047750" y="314325"/>
                </a:moveTo>
                <a:lnTo>
                  <a:pt x="1057275" y="314325"/>
                </a:lnTo>
                <a:lnTo>
                  <a:pt x="1057275" y="323850"/>
                </a:lnTo>
                <a:lnTo>
                  <a:pt x="1047750" y="323850"/>
                </a:lnTo>
                <a:close/>
                <a:moveTo>
                  <a:pt x="781050" y="323850"/>
                </a:moveTo>
                <a:lnTo>
                  <a:pt x="800100" y="323850"/>
                </a:lnTo>
                <a:lnTo>
                  <a:pt x="800100" y="333375"/>
                </a:lnTo>
                <a:lnTo>
                  <a:pt x="781050" y="333375"/>
                </a:lnTo>
                <a:close/>
                <a:moveTo>
                  <a:pt x="581025" y="333375"/>
                </a:moveTo>
                <a:lnTo>
                  <a:pt x="590550" y="333375"/>
                </a:lnTo>
                <a:lnTo>
                  <a:pt x="590550" y="352425"/>
                </a:lnTo>
                <a:lnTo>
                  <a:pt x="581025" y="352425"/>
                </a:lnTo>
                <a:close/>
                <a:moveTo>
                  <a:pt x="876300" y="333375"/>
                </a:moveTo>
                <a:lnTo>
                  <a:pt x="895350" y="333375"/>
                </a:lnTo>
                <a:lnTo>
                  <a:pt x="895350" y="342900"/>
                </a:lnTo>
                <a:lnTo>
                  <a:pt x="885825" y="342900"/>
                </a:lnTo>
                <a:lnTo>
                  <a:pt x="885825" y="352425"/>
                </a:lnTo>
                <a:lnTo>
                  <a:pt x="876300" y="352425"/>
                </a:lnTo>
                <a:close/>
                <a:moveTo>
                  <a:pt x="923925" y="333375"/>
                </a:moveTo>
                <a:lnTo>
                  <a:pt x="933450" y="333375"/>
                </a:lnTo>
                <a:lnTo>
                  <a:pt x="933450" y="342900"/>
                </a:lnTo>
                <a:lnTo>
                  <a:pt x="923925" y="342900"/>
                </a:lnTo>
                <a:close/>
                <a:moveTo>
                  <a:pt x="619125" y="342900"/>
                </a:moveTo>
                <a:lnTo>
                  <a:pt x="638175" y="342900"/>
                </a:lnTo>
                <a:lnTo>
                  <a:pt x="638175" y="352425"/>
                </a:lnTo>
                <a:lnTo>
                  <a:pt x="647700" y="352425"/>
                </a:lnTo>
                <a:lnTo>
                  <a:pt x="647700" y="361950"/>
                </a:lnTo>
                <a:lnTo>
                  <a:pt x="619125" y="361950"/>
                </a:lnTo>
                <a:lnTo>
                  <a:pt x="619125" y="371475"/>
                </a:lnTo>
                <a:lnTo>
                  <a:pt x="561975" y="371475"/>
                </a:lnTo>
                <a:lnTo>
                  <a:pt x="561975" y="352425"/>
                </a:lnTo>
                <a:lnTo>
                  <a:pt x="581025" y="352425"/>
                </a:lnTo>
                <a:lnTo>
                  <a:pt x="581025" y="361950"/>
                </a:lnTo>
                <a:lnTo>
                  <a:pt x="609600" y="361950"/>
                </a:lnTo>
                <a:lnTo>
                  <a:pt x="609600" y="352425"/>
                </a:lnTo>
                <a:lnTo>
                  <a:pt x="619125" y="352425"/>
                </a:lnTo>
                <a:close/>
                <a:moveTo>
                  <a:pt x="933450" y="342900"/>
                </a:moveTo>
                <a:lnTo>
                  <a:pt x="962025" y="342900"/>
                </a:lnTo>
                <a:lnTo>
                  <a:pt x="962025" y="361950"/>
                </a:lnTo>
                <a:lnTo>
                  <a:pt x="933450" y="361950"/>
                </a:lnTo>
                <a:close/>
                <a:moveTo>
                  <a:pt x="447675" y="352425"/>
                </a:moveTo>
                <a:lnTo>
                  <a:pt x="457200" y="352425"/>
                </a:lnTo>
                <a:lnTo>
                  <a:pt x="457200" y="361950"/>
                </a:lnTo>
                <a:lnTo>
                  <a:pt x="447675" y="361950"/>
                </a:lnTo>
                <a:close/>
                <a:moveTo>
                  <a:pt x="828675" y="352425"/>
                </a:moveTo>
                <a:lnTo>
                  <a:pt x="847725" y="352425"/>
                </a:lnTo>
                <a:lnTo>
                  <a:pt x="847725" y="361950"/>
                </a:lnTo>
                <a:lnTo>
                  <a:pt x="828675" y="361950"/>
                </a:lnTo>
                <a:close/>
                <a:moveTo>
                  <a:pt x="866775" y="352425"/>
                </a:moveTo>
                <a:lnTo>
                  <a:pt x="876300" y="352425"/>
                </a:lnTo>
                <a:lnTo>
                  <a:pt x="876300" y="361950"/>
                </a:lnTo>
                <a:lnTo>
                  <a:pt x="866775" y="361950"/>
                </a:lnTo>
                <a:close/>
                <a:moveTo>
                  <a:pt x="476250" y="361950"/>
                </a:moveTo>
                <a:lnTo>
                  <a:pt x="485775" y="361950"/>
                </a:lnTo>
                <a:lnTo>
                  <a:pt x="485775" y="371475"/>
                </a:lnTo>
                <a:lnTo>
                  <a:pt x="476250" y="371475"/>
                </a:lnTo>
                <a:close/>
                <a:moveTo>
                  <a:pt x="1095375" y="361950"/>
                </a:moveTo>
                <a:lnTo>
                  <a:pt x="1104900" y="361950"/>
                </a:lnTo>
                <a:lnTo>
                  <a:pt x="1104900" y="371475"/>
                </a:lnTo>
                <a:lnTo>
                  <a:pt x="1095375" y="371475"/>
                </a:lnTo>
                <a:close/>
                <a:moveTo>
                  <a:pt x="447675" y="371475"/>
                </a:moveTo>
                <a:lnTo>
                  <a:pt x="457200" y="371475"/>
                </a:lnTo>
                <a:lnTo>
                  <a:pt x="457200" y="381000"/>
                </a:lnTo>
                <a:lnTo>
                  <a:pt x="447675" y="381000"/>
                </a:lnTo>
                <a:close/>
                <a:moveTo>
                  <a:pt x="466725" y="371475"/>
                </a:moveTo>
                <a:lnTo>
                  <a:pt x="476250" y="371475"/>
                </a:lnTo>
                <a:lnTo>
                  <a:pt x="476250" y="381000"/>
                </a:lnTo>
                <a:lnTo>
                  <a:pt x="466725" y="381000"/>
                </a:lnTo>
                <a:close/>
                <a:moveTo>
                  <a:pt x="676275" y="390525"/>
                </a:moveTo>
                <a:lnTo>
                  <a:pt x="714375" y="390525"/>
                </a:lnTo>
                <a:lnTo>
                  <a:pt x="714375" y="409575"/>
                </a:lnTo>
                <a:lnTo>
                  <a:pt x="695325" y="409575"/>
                </a:lnTo>
                <a:lnTo>
                  <a:pt x="695325" y="400050"/>
                </a:lnTo>
                <a:lnTo>
                  <a:pt x="685800" y="400050"/>
                </a:lnTo>
                <a:lnTo>
                  <a:pt x="685800" y="409575"/>
                </a:lnTo>
                <a:lnTo>
                  <a:pt x="666750" y="409575"/>
                </a:lnTo>
                <a:lnTo>
                  <a:pt x="666750" y="400050"/>
                </a:lnTo>
                <a:lnTo>
                  <a:pt x="676275" y="400050"/>
                </a:lnTo>
                <a:close/>
                <a:moveTo>
                  <a:pt x="809625" y="400050"/>
                </a:moveTo>
                <a:lnTo>
                  <a:pt x="828675" y="400050"/>
                </a:lnTo>
                <a:lnTo>
                  <a:pt x="828675" y="409575"/>
                </a:lnTo>
                <a:lnTo>
                  <a:pt x="809625" y="409575"/>
                </a:lnTo>
                <a:close/>
                <a:moveTo>
                  <a:pt x="942975" y="400050"/>
                </a:moveTo>
                <a:lnTo>
                  <a:pt x="962025" y="400050"/>
                </a:lnTo>
                <a:lnTo>
                  <a:pt x="962025" y="419100"/>
                </a:lnTo>
                <a:lnTo>
                  <a:pt x="942975" y="419100"/>
                </a:lnTo>
                <a:close/>
                <a:moveTo>
                  <a:pt x="762000" y="409575"/>
                </a:moveTo>
                <a:lnTo>
                  <a:pt x="781050" y="409575"/>
                </a:lnTo>
                <a:lnTo>
                  <a:pt x="781050" y="419100"/>
                </a:lnTo>
                <a:lnTo>
                  <a:pt x="790575" y="419100"/>
                </a:lnTo>
                <a:lnTo>
                  <a:pt x="790575" y="428625"/>
                </a:lnTo>
                <a:lnTo>
                  <a:pt x="762000" y="428625"/>
                </a:lnTo>
                <a:lnTo>
                  <a:pt x="762000" y="438150"/>
                </a:lnTo>
                <a:lnTo>
                  <a:pt x="752475" y="438150"/>
                </a:lnTo>
                <a:lnTo>
                  <a:pt x="752475" y="419100"/>
                </a:lnTo>
                <a:lnTo>
                  <a:pt x="762000" y="419100"/>
                </a:lnTo>
                <a:close/>
                <a:moveTo>
                  <a:pt x="866775" y="409575"/>
                </a:moveTo>
                <a:lnTo>
                  <a:pt x="876300" y="409575"/>
                </a:lnTo>
                <a:lnTo>
                  <a:pt x="876300" y="428625"/>
                </a:lnTo>
                <a:lnTo>
                  <a:pt x="857250" y="428625"/>
                </a:lnTo>
                <a:lnTo>
                  <a:pt x="857250" y="438150"/>
                </a:lnTo>
                <a:lnTo>
                  <a:pt x="847725" y="438150"/>
                </a:lnTo>
                <a:lnTo>
                  <a:pt x="847725" y="419100"/>
                </a:lnTo>
                <a:lnTo>
                  <a:pt x="866775" y="419100"/>
                </a:lnTo>
                <a:close/>
                <a:moveTo>
                  <a:pt x="1028700" y="409575"/>
                </a:moveTo>
                <a:lnTo>
                  <a:pt x="1047750" y="409575"/>
                </a:lnTo>
                <a:lnTo>
                  <a:pt x="1047750" y="419100"/>
                </a:lnTo>
                <a:lnTo>
                  <a:pt x="1057275" y="419100"/>
                </a:lnTo>
                <a:lnTo>
                  <a:pt x="1057275" y="428625"/>
                </a:lnTo>
                <a:lnTo>
                  <a:pt x="1019175" y="428625"/>
                </a:lnTo>
                <a:lnTo>
                  <a:pt x="1019175" y="419100"/>
                </a:lnTo>
                <a:lnTo>
                  <a:pt x="1028700" y="419100"/>
                </a:lnTo>
                <a:close/>
                <a:moveTo>
                  <a:pt x="552450" y="428625"/>
                </a:moveTo>
                <a:lnTo>
                  <a:pt x="581025" y="428625"/>
                </a:lnTo>
                <a:lnTo>
                  <a:pt x="581025" y="447675"/>
                </a:lnTo>
                <a:lnTo>
                  <a:pt x="561975" y="447675"/>
                </a:lnTo>
                <a:lnTo>
                  <a:pt x="561975" y="438150"/>
                </a:lnTo>
                <a:lnTo>
                  <a:pt x="552450" y="438150"/>
                </a:lnTo>
                <a:close/>
                <a:moveTo>
                  <a:pt x="600075" y="428625"/>
                </a:moveTo>
                <a:lnTo>
                  <a:pt x="619125" y="428625"/>
                </a:lnTo>
                <a:lnTo>
                  <a:pt x="619125" y="438150"/>
                </a:lnTo>
                <a:lnTo>
                  <a:pt x="600075" y="438150"/>
                </a:lnTo>
                <a:close/>
                <a:moveTo>
                  <a:pt x="800100" y="447675"/>
                </a:moveTo>
                <a:lnTo>
                  <a:pt x="828675" y="447675"/>
                </a:lnTo>
                <a:lnTo>
                  <a:pt x="828675" y="466725"/>
                </a:lnTo>
                <a:lnTo>
                  <a:pt x="809625" y="466725"/>
                </a:lnTo>
                <a:lnTo>
                  <a:pt x="809625" y="457200"/>
                </a:lnTo>
                <a:lnTo>
                  <a:pt x="800100" y="457200"/>
                </a:lnTo>
                <a:close/>
                <a:moveTo>
                  <a:pt x="533400" y="457200"/>
                </a:moveTo>
                <a:lnTo>
                  <a:pt x="542925" y="457200"/>
                </a:lnTo>
                <a:lnTo>
                  <a:pt x="542925" y="466725"/>
                </a:lnTo>
                <a:lnTo>
                  <a:pt x="533400" y="466725"/>
                </a:lnTo>
                <a:close/>
                <a:moveTo>
                  <a:pt x="666750" y="457200"/>
                </a:moveTo>
                <a:lnTo>
                  <a:pt x="676275" y="457200"/>
                </a:lnTo>
                <a:lnTo>
                  <a:pt x="676275" y="466725"/>
                </a:lnTo>
                <a:lnTo>
                  <a:pt x="666750" y="466725"/>
                </a:lnTo>
                <a:close/>
                <a:moveTo>
                  <a:pt x="752475" y="457200"/>
                </a:moveTo>
                <a:lnTo>
                  <a:pt x="771525" y="457200"/>
                </a:lnTo>
                <a:lnTo>
                  <a:pt x="771525" y="476250"/>
                </a:lnTo>
                <a:lnTo>
                  <a:pt x="762000" y="476250"/>
                </a:lnTo>
                <a:lnTo>
                  <a:pt x="762000" y="466725"/>
                </a:lnTo>
                <a:lnTo>
                  <a:pt x="752475" y="466725"/>
                </a:lnTo>
                <a:close/>
                <a:moveTo>
                  <a:pt x="942975" y="457200"/>
                </a:moveTo>
                <a:lnTo>
                  <a:pt x="962025" y="457200"/>
                </a:lnTo>
                <a:lnTo>
                  <a:pt x="962025" y="466725"/>
                </a:lnTo>
                <a:lnTo>
                  <a:pt x="942975" y="466725"/>
                </a:lnTo>
                <a:close/>
                <a:moveTo>
                  <a:pt x="676275" y="466725"/>
                </a:moveTo>
                <a:lnTo>
                  <a:pt x="685800" y="466725"/>
                </a:lnTo>
                <a:lnTo>
                  <a:pt x="685800" y="476250"/>
                </a:lnTo>
                <a:lnTo>
                  <a:pt x="676275" y="476250"/>
                </a:lnTo>
                <a:close/>
                <a:moveTo>
                  <a:pt x="1257300" y="571500"/>
                </a:moveTo>
                <a:lnTo>
                  <a:pt x="1266825" y="571500"/>
                </a:lnTo>
                <a:lnTo>
                  <a:pt x="1266825" y="581025"/>
                </a:lnTo>
                <a:lnTo>
                  <a:pt x="1257300" y="581025"/>
                </a:lnTo>
                <a:close/>
                <a:moveTo>
                  <a:pt x="304800" y="590550"/>
                </a:moveTo>
                <a:lnTo>
                  <a:pt x="314325" y="590550"/>
                </a:lnTo>
                <a:lnTo>
                  <a:pt x="314325" y="600075"/>
                </a:lnTo>
                <a:lnTo>
                  <a:pt x="304800" y="600075"/>
                </a:lnTo>
                <a:close/>
                <a:moveTo>
                  <a:pt x="1276350" y="600075"/>
                </a:moveTo>
                <a:lnTo>
                  <a:pt x="1285875" y="600075"/>
                </a:lnTo>
                <a:lnTo>
                  <a:pt x="1285875" y="609600"/>
                </a:lnTo>
                <a:lnTo>
                  <a:pt x="1276350" y="609600"/>
                </a:lnTo>
                <a:close/>
                <a:moveTo>
                  <a:pt x="285750" y="619125"/>
                </a:moveTo>
                <a:lnTo>
                  <a:pt x="295275" y="619125"/>
                </a:lnTo>
                <a:lnTo>
                  <a:pt x="295275" y="628650"/>
                </a:lnTo>
                <a:lnTo>
                  <a:pt x="285750" y="628650"/>
                </a:lnTo>
                <a:close/>
                <a:moveTo>
                  <a:pt x="304800" y="733425"/>
                </a:moveTo>
                <a:lnTo>
                  <a:pt x="314325" y="733425"/>
                </a:lnTo>
                <a:lnTo>
                  <a:pt x="314325" y="742950"/>
                </a:lnTo>
                <a:lnTo>
                  <a:pt x="304800" y="742950"/>
                </a:lnTo>
                <a:close/>
                <a:moveTo>
                  <a:pt x="790575" y="771525"/>
                </a:moveTo>
                <a:lnTo>
                  <a:pt x="819150" y="771525"/>
                </a:lnTo>
                <a:lnTo>
                  <a:pt x="819150" y="781050"/>
                </a:lnTo>
                <a:lnTo>
                  <a:pt x="790575" y="781050"/>
                </a:lnTo>
                <a:close/>
                <a:moveTo>
                  <a:pt x="914400" y="771525"/>
                </a:moveTo>
                <a:lnTo>
                  <a:pt x="923925" y="771525"/>
                </a:lnTo>
                <a:lnTo>
                  <a:pt x="923925" y="781050"/>
                </a:lnTo>
                <a:lnTo>
                  <a:pt x="914400" y="781050"/>
                </a:lnTo>
                <a:close/>
                <a:moveTo>
                  <a:pt x="1133475" y="771525"/>
                </a:moveTo>
                <a:lnTo>
                  <a:pt x="1143000" y="771525"/>
                </a:lnTo>
                <a:lnTo>
                  <a:pt x="1143000" y="781050"/>
                </a:lnTo>
                <a:lnTo>
                  <a:pt x="1133475" y="781050"/>
                </a:lnTo>
                <a:close/>
                <a:moveTo>
                  <a:pt x="819150" y="781050"/>
                </a:moveTo>
                <a:lnTo>
                  <a:pt x="828675" y="781050"/>
                </a:lnTo>
                <a:lnTo>
                  <a:pt x="828675" y="790575"/>
                </a:lnTo>
                <a:lnTo>
                  <a:pt x="819150" y="790575"/>
                </a:lnTo>
                <a:close/>
                <a:moveTo>
                  <a:pt x="1019175" y="866775"/>
                </a:moveTo>
                <a:lnTo>
                  <a:pt x="1047750" y="866775"/>
                </a:lnTo>
                <a:lnTo>
                  <a:pt x="1047750" y="876300"/>
                </a:lnTo>
                <a:lnTo>
                  <a:pt x="1057275" y="876300"/>
                </a:lnTo>
                <a:lnTo>
                  <a:pt x="1057275" y="895350"/>
                </a:lnTo>
                <a:lnTo>
                  <a:pt x="1038225" y="895350"/>
                </a:lnTo>
                <a:lnTo>
                  <a:pt x="1038225" y="885825"/>
                </a:lnTo>
                <a:lnTo>
                  <a:pt x="1028700" y="885825"/>
                </a:lnTo>
                <a:lnTo>
                  <a:pt x="1028700" y="876300"/>
                </a:lnTo>
                <a:lnTo>
                  <a:pt x="1019175" y="876300"/>
                </a:lnTo>
                <a:close/>
                <a:moveTo>
                  <a:pt x="819150" y="895350"/>
                </a:moveTo>
                <a:lnTo>
                  <a:pt x="828675" y="895350"/>
                </a:lnTo>
                <a:lnTo>
                  <a:pt x="828675" y="1114425"/>
                </a:lnTo>
                <a:lnTo>
                  <a:pt x="819150" y="1114425"/>
                </a:lnTo>
                <a:close/>
                <a:moveTo>
                  <a:pt x="790575" y="904875"/>
                </a:moveTo>
                <a:lnTo>
                  <a:pt x="800100" y="904875"/>
                </a:lnTo>
                <a:lnTo>
                  <a:pt x="800100" y="990600"/>
                </a:lnTo>
                <a:lnTo>
                  <a:pt x="790575" y="990600"/>
                </a:lnTo>
                <a:close/>
                <a:moveTo>
                  <a:pt x="1009650" y="923925"/>
                </a:moveTo>
                <a:lnTo>
                  <a:pt x="1019175" y="923925"/>
                </a:lnTo>
                <a:lnTo>
                  <a:pt x="1019175" y="933450"/>
                </a:lnTo>
                <a:lnTo>
                  <a:pt x="1009650" y="933450"/>
                </a:lnTo>
                <a:close/>
                <a:moveTo>
                  <a:pt x="981075" y="933450"/>
                </a:moveTo>
                <a:lnTo>
                  <a:pt x="1009650" y="933450"/>
                </a:lnTo>
                <a:lnTo>
                  <a:pt x="1009650" y="942975"/>
                </a:lnTo>
                <a:lnTo>
                  <a:pt x="981075" y="942975"/>
                </a:lnTo>
                <a:close/>
                <a:moveTo>
                  <a:pt x="1019175" y="933450"/>
                </a:moveTo>
                <a:lnTo>
                  <a:pt x="1085850" y="933450"/>
                </a:lnTo>
                <a:lnTo>
                  <a:pt x="1085850" y="952500"/>
                </a:lnTo>
                <a:lnTo>
                  <a:pt x="1047750" y="952500"/>
                </a:lnTo>
                <a:lnTo>
                  <a:pt x="1047750" y="962025"/>
                </a:lnTo>
                <a:lnTo>
                  <a:pt x="1019175" y="962025"/>
                </a:lnTo>
                <a:lnTo>
                  <a:pt x="1019175" y="952500"/>
                </a:lnTo>
                <a:lnTo>
                  <a:pt x="1028700" y="952500"/>
                </a:lnTo>
                <a:lnTo>
                  <a:pt x="1028700" y="942975"/>
                </a:lnTo>
                <a:lnTo>
                  <a:pt x="1019175" y="942975"/>
                </a:lnTo>
                <a:close/>
                <a:moveTo>
                  <a:pt x="238125" y="942975"/>
                </a:moveTo>
                <a:lnTo>
                  <a:pt x="247650" y="942975"/>
                </a:lnTo>
                <a:lnTo>
                  <a:pt x="247650" y="952500"/>
                </a:lnTo>
                <a:lnTo>
                  <a:pt x="238125" y="952500"/>
                </a:lnTo>
                <a:close/>
                <a:moveTo>
                  <a:pt x="266700" y="942975"/>
                </a:moveTo>
                <a:lnTo>
                  <a:pt x="276225" y="942975"/>
                </a:lnTo>
                <a:lnTo>
                  <a:pt x="276225" y="952500"/>
                </a:lnTo>
                <a:lnTo>
                  <a:pt x="266700" y="952500"/>
                </a:lnTo>
                <a:close/>
                <a:moveTo>
                  <a:pt x="285750" y="952500"/>
                </a:moveTo>
                <a:lnTo>
                  <a:pt x="295275" y="952500"/>
                </a:lnTo>
                <a:lnTo>
                  <a:pt x="295275" y="962025"/>
                </a:lnTo>
                <a:lnTo>
                  <a:pt x="285750" y="962025"/>
                </a:lnTo>
                <a:close/>
                <a:moveTo>
                  <a:pt x="981075" y="952500"/>
                </a:moveTo>
                <a:lnTo>
                  <a:pt x="1009650" y="952500"/>
                </a:lnTo>
                <a:lnTo>
                  <a:pt x="1009650" y="962025"/>
                </a:lnTo>
                <a:lnTo>
                  <a:pt x="981075" y="962025"/>
                </a:lnTo>
                <a:close/>
                <a:moveTo>
                  <a:pt x="295275" y="962025"/>
                </a:moveTo>
                <a:lnTo>
                  <a:pt x="304800" y="962025"/>
                </a:lnTo>
                <a:lnTo>
                  <a:pt x="304800" y="971550"/>
                </a:lnTo>
                <a:lnTo>
                  <a:pt x="295275" y="971550"/>
                </a:lnTo>
                <a:close/>
                <a:moveTo>
                  <a:pt x="304800" y="971550"/>
                </a:moveTo>
                <a:lnTo>
                  <a:pt x="314325" y="971550"/>
                </a:lnTo>
                <a:lnTo>
                  <a:pt x="314325" y="981075"/>
                </a:lnTo>
                <a:lnTo>
                  <a:pt x="304800" y="981075"/>
                </a:lnTo>
                <a:close/>
                <a:moveTo>
                  <a:pt x="371475" y="971550"/>
                </a:moveTo>
                <a:lnTo>
                  <a:pt x="390525" y="971550"/>
                </a:lnTo>
                <a:lnTo>
                  <a:pt x="390525" y="981075"/>
                </a:lnTo>
                <a:lnTo>
                  <a:pt x="371475" y="981075"/>
                </a:lnTo>
                <a:close/>
                <a:moveTo>
                  <a:pt x="752475" y="971550"/>
                </a:moveTo>
                <a:lnTo>
                  <a:pt x="762000" y="971550"/>
                </a:lnTo>
                <a:lnTo>
                  <a:pt x="762000" y="981075"/>
                </a:lnTo>
                <a:lnTo>
                  <a:pt x="752475" y="981075"/>
                </a:lnTo>
                <a:close/>
                <a:moveTo>
                  <a:pt x="238125" y="981075"/>
                </a:moveTo>
                <a:lnTo>
                  <a:pt x="247650" y="981075"/>
                </a:lnTo>
                <a:lnTo>
                  <a:pt x="247650" y="1000125"/>
                </a:lnTo>
                <a:lnTo>
                  <a:pt x="238125" y="1000125"/>
                </a:lnTo>
                <a:close/>
                <a:moveTo>
                  <a:pt x="352425" y="981075"/>
                </a:moveTo>
                <a:lnTo>
                  <a:pt x="361950" y="981075"/>
                </a:lnTo>
                <a:lnTo>
                  <a:pt x="361950" y="990600"/>
                </a:lnTo>
                <a:lnTo>
                  <a:pt x="352425" y="990600"/>
                </a:lnTo>
                <a:close/>
                <a:moveTo>
                  <a:pt x="390525" y="981075"/>
                </a:moveTo>
                <a:lnTo>
                  <a:pt x="409575" y="981075"/>
                </a:lnTo>
                <a:lnTo>
                  <a:pt x="409575" y="1000125"/>
                </a:lnTo>
                <a:lnTo>
                  <a:pt x="390525" y="1000125"/>
                </a:lnTo>
                <a:close/>
                <a:moveTo>
                  <a:pt x="457200" y="981075"/>
                </a:moveTo>
                <a:lnTo>
                  <a:pt x="466725" y="981075"/>
                </a:lnTo>
                <a:lnTo>
                  <a:pt x="466725" y="990600"/>
                </a:lnTo>
                <a:lnTo>
                  <a:pt x="457200" y="990600"/>
                </a:lnTo>
                <a:close/>
                <a:moveTo>
                  <a:pt x="647700" y="981075"/>
                </a:moveTo>
                <a:lnTo>
                  <a:pt x="733425" y="981075"/>
                </a:lnTo>
                <a:lnTo>
                  <a:pt x="733425" y="990600"/>
                </a:lnTo>
                <a:lnTo>
                  <a:pt x="647700" y="990600"/>
                </a:lnTo>
                <a:close/>
                <a:moveTo>
                  <a:pt x="257175" y="1028700"/>
                </a:moveTo>
                <a:lnTo>
                  <a:pt x="266700" y="1028700"/>
                </a:lnTo>
                <a:lnTo>
                  <a:pt x="266700" y="1038225"/>
                </a:lnTo>
                <a:lnTo>
                  <a:pt x="257175" y="1038225"/>
                </a:lnTo>
                <a:close/>
                <a:moveTo>
                  <a:pt x="381000" y="1028700"/>
                </a:moveTo>
                <a:lnTo>
                  <a:pt x="390525" y="1028700"/>
                </a:lnTo>
                <a:lnTo>
                  <a:pt x="390525" y="1038225"/>
                </a:lnTo>
                <a:lnTo>
                  <a:pt x="381000" y="1038225"/>
                </a:lnTo>
                <a:close/>
                <a:moveTo>
                  <a:pt x="266700" y="1038225"/>
                </a:moveTo>
                <a:lnTo>
                  <a:pt x="276225" y="1038225"/>
                </a:lnTo>
                <a:lnTo>
                  <a:pt x="276225" y="1047750"/>
                </a:lnTo>
                <a:lnTo>
                  <a:pt x="266700" y="1047750"/>
                </a:lnTo>
                <a:close/>
                <a:moveTo>
                  <a:pt x="352425" y="1057275"/>
                </a:moveTo>
                <a:lnTo>
                  <a:pt x="361950" y="1057275"/>
                </a:lnTo>
                <a:lnTo>
                  <a:pt x="361950" y="1066800"/>
                </a:lnTo>
                <a:lnTo>
                  <a:pt x="352425" y="1066800"/>
                </a:lnTo>
                <a:close/>
                <a:moveTo>
                  <a:pt x="1285875" y="1057275"/>
                </a:moveTo>
                <a:lnTo>
                  <a:pt x="1295400" y="1057275"/>
                </a:lnTo>
                <a:lnTo>
                  <a:pt x="1295400" y="1066800"/>
                </a:lnTo>
                <a:lnTo>
                  <a:pt x="1285875" y="1066800"/>
                </a:lnTo>
                <a:close/>
                <a:moveTo>
                  <a:pt x="161925" y="1066800"/>
                </a:moveTo>
                <a:lnTo>
                  <a:pt x="180975" y="1066800"/>
                </a:lnTo>
                <a:lnTo>
                  <a:pt x="180975" y="1104900"/>
                </a:lnTo>
                <a:lnTo>
                  <a:pt x="171450" y="1104900"/>
                </a:lnTo>
                <a:lnTo>
                  <a:pt x="171450" y="1114425"/>
                </a:lnTo>
                <a:lnTo>
                  <a:pt x="161925" y="1114425"/>
                </a:lnTo>
                <a:close/>
                <a:moveTo>
                  <a:pt x="1295400" y="1066800"/>
                </a:moveTo>
                <a:lnTo>
                  <a:pt x="1304925" y="1066800"/>
                </a:lnTo>
                <a:lnTo>
                  <a:pt x="1304925" y="1076325"/>
                </a:lnTo>
                <a:lnTo>
                  <a:pt x="1295400" y="1076325"/>
                </a:lnTo>
                <a:close/>
                <a:moveTo>
                  <a:pt x="1304925" y="1085850"/>
                </a:moveTo>
                <a:lnTo>
                  <a:pt x="1314450" y="1085850"/>
                </a:lnTo>
                <a:lnTo>
                  <a:pt x="1314450" y="1095375"/>
                </a:lnTo>
                <a:lnTo>
                  <a:pt x="1304925" y="1095375"/>
                </a:lnTo>
                <a:close/>
                <a:moveTo>
                  <a:pt x="1400175" y="1085850"/>
                </a:moveTo>
                <a:lnTo>
                  <a:pt x="1419225" y="1085850"/>
                </a:lnTo>
                <a:lnTo>
                  <a:pt x="1419225" y="1114425"/>
                </a:lnTo>
                <a:lnTo>
                  <a:pt x="1409700" y="1114425"/>
                </a:lnTo>
                <a:lnTo>
                  <a:pt x="1409700" y="1123950"/>
                </a:lnTo>
                <a:lnTo>
                  <a:pt x="1400175" y="1123950"/>
                </a:lnTo>
                <a:close/>
                <a:moveTo>
                  <a:pt x="1219200" y="1095375"/>
                </a:moveTo>
                <a:lnTo>
                  <a:pt x="1228725" y="1095375"/>
                </a:lnTo>
                <a:lnTo>
                  <a:pt x="1228725" y="1114425"/>
                </a:lnTo>
                <a:lnTo>
                  <a:pt x="1209675" y="1114425"/>
                </a:lnTo>
                <a:lnTo>
                  <a:pt x="1209675" y="1104900"/>
                </a:lnTo>
                <a:lnTo>
                  <a:pt x="1219200" y="1104900"/>
                </a:lnTo>
                <a:close/>
                <a:moveTo>
                  <a:pt x="809625" y="1114425"/>
                </a:moveTo>
                <a:lnTo>
                  <a:pt x="819150" y="1114425"/>
                </a:lnTo>
                <a:lnTo>
                  <a:pt x="819150" y="1123950"/>
                </a:lnTo>
                <a:lnTo>
                  <a:pt x="809625" y="1123950"/>
                </a:lnTo>
                <a:close/>
                <a:moveTo>
                  <a:pt x="1190625" y="1114425"/>
                </a:moveTo>
                <a:lnTo>
                  <a:pt x="1209675" y="1114425"/>
                </a:lnTo>
                <a:lnTo>
                  <a:pt x="1209675" y="1123950"/>
                </a:lnTo>
                <a:lnTo>
                  <a:pt x="1190625" y="1123950"/>
                </a:lnTo>
                <a:close/>
                <a:moveTo>
                  <a:pt x="1314450" y="1114425"/>
                </a:moveTo>
                <a:lnTo>
                  <a:pt x="1323975" y="1114425"/>
                </a:lnTo>
                <a:lnTo>
                  <a:pt x="1323975" y="1123950"/>
                </a:lnTo>
                <a:lnTo>
                  <a:pt x="1314450" y="1123950"/>
                </a:lnTo>
                <a:close/>
                <a:moveTo>
                  <a:pt x="485775" y="1123950"/>
                </a:moveTo>
                <a:lnTo>
                  <a:pt x="809625" y="1123950"/>
                </a:lnTo>
                <a:lnTo>
                  <a:pt x="809625" y="1133475"/>
                </a:lnTo>
                <a:lnTo>
                  <a:pt x="485775" y="1133475"/>
                </a:lnTo>
                <a:close/>
                <a:moveTo>
                  <a:pt x="1181100" y="1123950"/>
                </a:moveTo>
                <a:lnTo>
                  <a:pt x="1190625" y="1123950"/>
                </a:lnTo>
                <a:lnTo>
                  <a:pt x="1190625" y="1133475"/>
                </a:lnTo>
                <a:lnTo>
                  <a:pt x="1181100" y="1133475"/>
                </a:lnTo>
                <a:close/>
                <a:moveTo>
                  <a:pt x="1323975" y="1123950"/>
                </a:moveTo>
                <a:lnTo>
                  <a:pt x="1343025" y="1123950"/>
                </a:lnTo>
                <a:lnTo>
                  <a:pt x="1343025" y="1133475"/>
                </a:lnTo>
                <a:lnTo>
                  <a:pt x="1323975" y="1133475"/>
                </a:lnTo>
                <a:close/>
                <a:moveTo>
                  <a:pt x="180975" y="1133475"/>
                </a:moveTo>
                <a:lnTo>
                  <a:pt x="190500" y="1133475"/>
                </a:lnTo>
                <a:lnTo>
                  <a:pt x="190500" y="1143000"/>
                </a:lnTo>
                <a:lnTo>
                  <a:pt x="200025" y="1143000"/>
                </a:lnTo>
                <a:lnTo>
                  <a:pt x="200025" y="1162050"/>
                </a:lnTo>
                <a:lnTo>
                  <a:pt x="209550" y="1162050"/>
                </a:lnTo>
                <a:lnTo>
                  <a:pt x="209550" y="1181100"/>
                </a:lnTo>
                <a:lnTo>
                  <a:pt x="219075" y="1181100"/>
                </a:lnTo>
                <a:lnTo>
                  <a:pt x="219075" y="1200150"/>
                </a:lnTo>
                <a:lnTo>
                  <a:pt x="228600" y="1200150"/>
                </a:lnTo>
                <a:lnTo>
                  <a:pt x="228600" y="1209675"/>
                </a:lnTo>
                <a:lnTo>
                  <a:pt x="238125" y="1209675"/>
                </a:lnTo>
                <a:lnTo>
                  <a:pt x="238125" y="1219200"/>
                </a:lnTo>
                <a:lnTo>
                  <a:pt x="247650" y="1219200"/>
                </a:lnTo>
                <a:lnTo>
                  <a:pt x="247650" y="1228725"/>
                </a:lnTo>
                <a:lnTo>
                  <a:pt x="257175" y="1228725"/>
                </a:lnTo>
                <a:lnTo>
                  <a:pt x="257175" y="1238250"/>
                </a:lnTo>
                <a:lnTo>
                  <a:pt x="266700" y="1238250"/>
                </a:lnTo>
                <a:lnTo>
                  <a:pt x="266700" y="1247775"/>
                </a:lnTo>
                <a:lnTo>
                  <a:pt x="276225" y="1247775"/>
                </a:lnTo>
                <a:lnTo>
                  <a:pt x="276225" y="1257300"/>
                </a:lnTo>
                <a:lnTo>
                  <a:pt x="285750" y="1257300"/>
                </a:lnTo>
                <a:lnTo>
                  <a:pt x="285750" y="1266825"/>
                </a:lnTo>
                <a:lnTo>
                  <a:pt x="257175" y="1266825"/>
                </a:lnTo>
                <a:lnTo>
                  <a:pt x="257175" y="1257300"/>
                </a:lnTo>
                <a:lnTo>
                  <a:pt x="247650" y="1257300"/>
                </a:lnTo>
                <a:lnTo>
                  <a:pt x="247650" y="1247775"/>
                </a:lnTo>
                <a:lnTo>
                  <a:pt x="238125" y="1247775"/>
                </a:lnTo>
                <a:lnTo>
                  <a:pt x="238125" y="1238250"/>
                </a:lnTo>
                <a:lnTo>
                  <a:pt x="228600" y="1238250"/>
                </a:lnTo>
                <a:lnTo>
                  <a:pt x="228600" y="1228725"/>
                </a:lnTo>
                <a:lnTo>
                  <a:pt x="219075" y="1228725"/>
                </a:lnTo>
                <a:lnTo>
                  <a:pt x="219075" y="1209675"/>
                </a:lnTo>
                <a:lnTo>
                  <a:pt x="209550" y="1209675"/>
                </a:lnTo>
                <a:lnTo>
                  <a:pt x="209550" y="1200150"/>
                </a:lnTo>
                <a:lnTo>
                  <a:pt x="200025" y="1200150"/>
                </a:lnTo>
                <a:lnTo>
                  <a:pt x="200025" y="1181100"/>
                </a:lnTo>
                <a:lnTo>
                  <a:pt x="190500" y="1181100"/>
                </a:lnTo>
                <a:lnTo>
                  <a:pt x="190500" y="1162050"/>
                </a:lnTo>
                <a:lnTo>
                  <a:pt x="180975" y="1162050"/>
                </a:lnTo>
                <a:close/>
                <a:moveTo>
                  <a:pt x="1162050" y="1133475"/>
                </a:moveTo>
                <a:lnTo>
                  <a:pt x="1181100" y="1133475"/>
                </a:lnTo>
                <a:lnTo>
                  <a:pt x="1181100" y="1171575"/>
                </a:lnTo>
                <a:lnTo>
                  <a:pt x="1162050" y="1171575"/>
                </a:lnTo>
                <a:close/>
                <a:moveTo>
                  <a:pt x="1390650" y="1143000"/>
                </a:moveTo>
                <a:lnTo>
                  <a:pt x="1400175" y="1143000"/>
                </a:lnTo>
                <a:lnTo>
                  <a:pt x="1400175" y="1171575"/>
                </a:lnTo>
                <a:lnTo>
                  <a:pt x="1390650" y="1171575"/>
                </a:lnTo>
                <a:lnTo>
                  <a:pt x="1390650" y="1162050"/>
                </a:lnTo>
                <a:lnTo>
                  <a:pt x="1381125" y="1162050"/>
                </a:lnTo>
                <a:lnTo>
                  <a:pt x="1381125" y="1152525"/>
                </a:lnTo>
                <a:lnTo>
                  <a:pt x="1390650" y="1152525"/>
                </a:lnTo>
                <a:close/>
                <a:moveTo>
                  <a:pt x="1381125" y="1171575"/>
                </a:moveTo>
                <a:lnTo>
                  <a:pt x="1390650" y="1171575"/>
                </a:lnTo>
                <a:lnTo>
                  <a:pt x="1390650" y="1181100"/>
                </a:lnTo>
                <a:lnTo>
                  <a:pt x="1381125" y="1181100"/>
                </a:lnTo>
                <a:close/>
                <a:moveTo>
                  <a:pt x="1133475" y="1219200"/>
                </a:moveTo>
                <a:lnTo>
                  <a:pt x="1162050" y="1219200"/>
                </a:lnTo>
                <a:lnTo>
                  <a:pt x="1162050" y="1228725"/>
                </a:lnTo>
                <a:lnTo>
                  <a:pt x="1133475" y="1228725"/>
                </a:lnTo>
                <a:close/>
                <a:moveTo>
                  <a:pt x="1266825" y="1219200"/>
                </a:moveTo>
                <a:lnTo>
                  <a:pt x="1323975" y="1219200"/>
                </a:lnTo>
                <a:lnTo>
                  <a:pt x="1323975" y="1228725"/>
                </a:lnTo>
                <a:lnTo>
                  <a:pt x="1352550" y="1228725"/>
                </a:lnTo>
                <a:lnTo>
                  <a:pt x="1352550" y="1238250"/>
                </a:lnTo>
                <a:lnTo>
                  <a:pt x="1343025" y="1238250"/>
                </a:lnTo>
                <a:lnTo>
                  <a:pt x="1343025" y="1247775"/>
                </a:lnTo>
                <a:lnTo>
                  <a:pt x="1323975" y="1247775"/>
                </a:lnTo>
                <a:lnTo>
                  <a:pt x="1323975" y="1238250"/>
                </a:lnTo>
                <a:lnTo>
                  <a:pt x="1314450" y="1238250"/>
                </a:lnTo>
                <a:lnTo>
                  <a:pt x="1314450" y="1228725"/>
                </a:lnTo>
                <a:lnTo>
                  <a:pt x="1266825" y="1228725"/>
                </a:lnTo>
                <a:close/>
                <a:moveTo>
                  <a:pt x="285750" y="1266825"/>
                </a:moveTo>
                <a:lnTo>
                  <a:pt x="295275" y="1266825"/>
                </a:lnTo>
                <a:lnTo>
                  <a:pt x="295275" y="1276350"/>
                </a:lnTo>
                <a:lnTo>
                  <a:pt x="323850" y="1276350"/>
                </a:lnTo>
                <a:lnTo>
                  <a:pt x="323850" y="1285875"/>
                </a:lnTo>
                <a:lnTo>
                  <a:pt x="342900" y="1285875"/>
                </a:lnTo>
                <a:lnTo>
                  <a:pt x="342900" y="1295400"/>
                </a:lnTo>
                <a:lnTo>
                  <a:pt x="352425" y="1295400"/>
                </a:lnTo>
                <a:lnTo>
                  <a:pt x="352425" y="1304925"/>
                </a:lnTo>
                <a:lnTo>
                  <a:pt x="323850" y="1304925"/>
                </a:lnTo>
                <a:lnTo>
                  <a:pt x="323850" y="1295400"/>
                </a:lnTo>
                <a:lnTo>
                  <a:pt x="304800" y="1295400"/>
                </a:lnTo>
                <a:lnTo>
                  <a:pt x="304800" y="1285875"/>
                </a:lnTo>
                <a:lnTo>
                  <a:pt x="285750" y="1285875"/>
                </a:lnTo>
                <a:close/>
                <a:moveTo>
                  <a:pt x="1276350" y="1276350"/>
                </a:moveTo>
                <a:lnTo>
                  <a:pt x="1295400" y="1276350"/>
                </a:lnTo>
                <a:lnTo>
                  <a:pt x="1295400" y="1285875"/>
                </a:lnTo>
                <a:lnTo>
                  <a:pt x="1276350" y="1285875"/>
                </a:lnTo>
                <a:close/>
                <a:moveTo>
                  <a:pt x="1238250" y="1285875"/>
                </a:moveTo>
                <a:lnTo>
                  <a:pt x="1257300" y="1285875"/>
                </a:lnTo>
                <a:lnTo>
                  <a:pt x="1257300" y="1304925"/>
                </a:lnTo>
                <a:lnTo>
                  <a:pt x="1238250" y="1304925"/>
                </a:lnTo>
                <a:close/>
                <a:moveTo>
                  <a:pt x="381000" y="1304925"/>
                </a:moveTo>
                <a:lnTo>
                  <a:pt x="409575" y="1304925"/>
                </a:lnTo>
                <a:lnTo>
                  <a:pt x="409575" y="1323975"/>
                </a:lnTo>
                <a:lnTo>
                  <a:pt x="371475" y="1323975"/>
                </a:lnTo>
                <a:lnTo>
                  <a:pt x="371475" y="1314450"/>
                </a:lnTo>
                <a:lnTo>
                  <a:pt x="381000" y="1314450"/>
                </a:lnTo>
                <a:close/>
                <a:moveTo>
                  <a:pt x="1171575" y="1304925"/>
                </a:moveTo>
                <a:lnTo>
                  <a:pt x="1209675" y="1304925"/>
                </a:lnTo>
                <a:lnTo>
                  <a:pt x="1209675" y="1323975"/>
                </a:lnTo>
                <a:lnTo>
                  <a:pt x="1171575" y="1323975"/>
                </a:lnTo>
                <a:close/>
              </a:path>
            </a:pathLst>
          </a:custGeom>
          <a:solidFill xmlns:a="http://schemas.openxmlformats.org/drawingml/2006/main">
            <a:srgbClr val="C49C79"/>
          </a:solidFill>
          <a:ln xmlns:a="http://schemas.openxmlformats.org/drawingml/2006/main" w="0">
            <a:noFill/>
          </a:ln>
        </p:spPr>
      </p:sp>
      <p:sp>
        <p:nvSpPr>
          <p:cNvPr id="76" name="logo vector #ee883d">
            <a:extLst xmlns:a="http://schemas.openxmlformats.org/drawingml/2006/main">
              <a:ext uri="{FF2B5EF4-FFF2-40B4-BE49-F238E27FC236}">
                <a16:creationId xmlns:a16="http://schemas.microsoft.com/office/drawing/2014/main" id="{5A6EE2A2-7033-422C-B6BD-B42A9C3AA49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219700" y="4476750"/>
            <a:ext cx="1581150" cy="1485900"/>
          </a:xfrm>
          <a:custGeom xmlns:a="http://schemas.openxmlformats.org/drawingml/2006/main">
            <a:pathLst>
              <a:path w="1581150" h="1485900">
                <a:moveTo>
                  <a:pt x="371475" y="266700"/>
                </a:moveTo>
                <a:lnTo>
                  <a:pt x="381000" y="266700"/>
                </a:lnTo>
                <a:lnTo>
                  <a:pt x="381000" y="276225"/>
                </a:lnTo>
                <a:lnTo>
                  <a:pt x="371475" y="276225"/>
                </a:lnTo>
                <a:close/>
                <a:moveTo>
                  <a:pt x="971550" y="400050"/>
                </a:moveTo>
                <a:lnTo>
                  <a:pt x="990600" y="400050"/>
                </a:lnTo>
                <a:lnTo>
                  <a:pt x="990600" y="457200"/>
                </a:lnTo>
                <a:lnTo>
                  <a:pt x="971550" y="457200"/>
                </a:lnTo>
                <a:close/>
                <a:moveTo>
                  <a:pt x="666750" y="409575"/>
                </a:moveTo>
                <a:lnTo>
                  <a:pt x="685800" y="409575"/>
                </a:lnTo>
                <a:lnTo>
                  <a:pt x="685800" y="419100"/>
                </a:lnTo>
                <a:lnTo>
                  <a:pt x="666750" y="419100"/>
                </a:lnTo>
                <a:close/>
                <a:moveTo>
                  <a:pt x="685800" y="428625"/>
                </a:moveTo>
                <a:lnTo>
                  <a:pt x="695325" y="428625"/>
                </a:lnTo>
                <a:lnTo>
                  <a:pt x="695325" y="447675"/>
                </a:lnTo>
                <a:lnTo>
                  <a:pt x="685800" y="447675"/>
                </a:lnTo>
                <a:close/>
                <a:moveTo>
                  <a:pt x="742950" y="428625"/>
                </a:moveTo>
                <a:lnTo>
                  <a:pt x="752475" y="428625"/>
                </a:lnTo>
                <a:lnTo>
                  <a:pt x="752475" y="438150"/>
                </a:lnTo>
                <a:lnTo>
                  <a:pt x="742950" y="438150"/>
                </a:lnTo>
                <a:close/>
                <a:moveTo>
                  <a:pt x="781050" y="428625"/>
                </a:moveTo>
                <a:lnTo>
                  <a:pt x="790575" y="428625"/>
                </a:lnTo>
                <a:lnTo>
                  <a:pt x="790575" y="438150"/>
                </a:lnTo>
                <a:lnTo>
                  <a:pt x="781050" y="438150"/>
                </a:lnTo>
                <a:close/>
                <a:moveTo>
                  <a:pt x="666750" y="438150"/>
                </a:moveTo>
                <a:lnTo>
                  <a:pt x="676275" y="438150"/>
                </a:lnTo>
                <a:lnTo>
                  <a:pt x="676275" y="447675"/>
                </a:lnTo>
                <a:lnTo>
                  <a:pt x="685800" y="447675"/>
                </a:lnTo>
                <a:lnTo>
                  <a:pt x="685800" y="457200"/>
                </a:lnTo>
                <a:lnTo>
                  <a:pt x="666750" y="457200"/>
                </a:lnTo>
                <a:close/>
                <a:moveTo>
                  <a:pt x="866775" y="438150"/>
                </a:moveTo>
                <a:lnTo>
                  <a:pt x="876300" y="438150"/>
                </a:lnTo>
                <a:lnTo>
                  <a:pt x="876300" y="447675"/>
                </a:lnTo>
                <a:lnTo>
                  <a:pt x="895350" y="447675"/>
                </a:lnTo>
                <a:lnTo>
                  <a:pt x="895350" y="466725"/>
                </a:lnTo>
                <a:lnTo>
                  <a:pt x="866775" y="466725"/>
                </a:lnTo>
                <a:close/>
                <a:moveTo>
                  <a:pt x="685800" y="457200"/>
                </a:moveTo>
                <a:lnTo>
                  <a:pt x="695325" y="457200"/>
                </a:lnTo>
                <a:lnTo>
                  <a:pt x="695325" y="466725"/>
                </a:lnTo>
                <a:lnTo>
                  <a:pt x="685800" y="466725"/>
                </a:lnTo>
                <a:close/>
                <a:moveTo>
                  <a:pt x="714375" y="457200"/>
                </a:moveTo>
                <a:lnTo>
                  <a:pt x="723900" y="457200"/>
                </a:lnTo>
                <a:lnTo>
                  <a:pt x="723900" y="466725"/>
                </a:lnTo>
                <a:lnTo>
                  <a:pt x="714375" y="466725"/>
                </a:lnTo>
                <a:close/>
                <a:moveTo>
                  <a:pt x="438150" y="561975"/>
                </a:moveTo>
                <a:lnTo>
                  <a:pt x="514350" y="561975"/>
                </a:lnTo>
                <a:lnTo>
                  <a:pt x="514350" y="571500"/>
                </a:lnTo>
                <a:lnTo>
                  <a:pt x="523875" y="571500"/>
                </a:lnTo>
                <a:lnTo>
                  <a:pt x="523875" y="590550"/>
                </a:lnTo>
                <a:lnTo>
                  <a:pt x="514350" y="590550"/>
                </a:lnTo>
                <a:lnTo>
                  <a:pt x="514350" y="609600"/>
                </a:lnTo>
                <a:lnTo>
                  <a:pt x="504825" y="609600"/>
                </a:lnTo>
                <a:lnTo>
                  <a:pt x="504825" y="628650"/>
                </a:lnTo>
                <a:lnTo>
                  <a:pt x="495300" y="628650"/>
                </a:lnTo>
                <a:lnTo>
                  <a:pt x="495300" y="647700"/>
                </a:lnTo>
                <a:lnTo>
                  <a:pt x="485775" y="647700"/>
                </a:lnTo>
                <a:lnTo>
                  <a:pt x="485775" y="657225"/>
                </a:lnTo>
                <a:lnTo>
                  <a:pt x="390525" y="657225"/>
                </a:lnTo>
                <a:lnTo>
                  <a:pt x="390525" y="647700"/>
                </a:lnTo>
                <a:lnTo>
                  <a:pt x="400050" y="647700"/>
                </a:lnTo>
                <a:lnTo>
                  <a:pt x="400050" y="628650"/>
                </a:lnTo>
                <a:lnTo>
                  <a:pt x="409575" y="628650"/>
                </a:lnTo>
                <a:lnTo>
                  <a:pt x="409575" y="609600"/>
                </a:lnTo>
                <a:lnTo>
                  <a:pt x="419100" y="609600"/>
                </a:lnTo>
                <a:lnTo>
                  <a:pt x="419100" y="590550"/>
                </a:lnTo>
                <a:lnTo>
                  <a:pt x="428625" y="590550"/>
                </a:lnTo>
                <a:lnTo>
                  <a:pt x="428625" y="571500"/>
                </a:lnTo>
                <a:lnTo>
                  <a:pt x="438150" y="571500"/>
                </a:lnTo>
                <a:close/>
                <a:moveTo>
                  <a:pt x="647700" y="561975"/>
                </a:moveTo>
                <a:lnTo>
                  <a:pt x="723900" y="561975"/>
                </a:lnTo>
                <a:lnTo>
                  <a:pt x="723900" y="571500"/>
                </a:lnTo>
                <a:lnTo>
                  <a:pt x="733425" y="571500"/>
                </a:lnTo>
                <a:lnTo>
                  <a:pt x="733425" y="657225"/>
                </a:lnTo>
                <a:lnTo>
                  <a:pt x="714375" y="657225"/>
                </a:lnTo>
                <a:lnTo>
                  <a:pt x="714375" y="666750"/>
                </a:lnTo>
                <a:lnTo>
                  <a:pt x="695325" y="666750"/>
                </a:lnTo>
                <a:lnTo>
                  <a:pt x="695325" y="657225"/>
                </a:lnTo>
                <a:lnTo>
                  <a:pt x="638175" y="657225"/>
                </a:lnTo>
                <a:lnTo>
                  <a:pt x="638175" y="647700"/>
                </a:lnTo>
                <a:lnTo>
                  <a:pt x="628650" y="647700"/>
                </a:lnTo>
                <a:lnTo>
                  <a:pt x="628650" y="590550"/>
                </a:lnTo>
                <a:lnTo>
                  <a:pt x="638175" y="590550"/>
                </a:lnTo>
                <a:lnTo>
                  <a:pt x="638175" y="571500"/>
                </a:lnTo>
                <a:lnTo>
                  <a:pt x="647700" y="571500"/>
                </a:lnTo>
                <a:close/>
                <a:moveTo>
                  <a:pt x="857250" y="561975"/>
                </a:moveTo>
                <a:lnTo>
                  <a:pt x="933450" y="561975"/>
                </a:lnTo>
                <a:lnTo>
                  <a:pt x="933450" y="571500"/>
                </a:lnTo>
                <a:lnTo>
                  <a:pt x="942975" y="571500"/>
                </a:lnTo>
                <a:lnTo>
                  <a:pt x="942975" y="581025"/>
                </a:lnTo>
                <a:lnTo>
                  <a:pt x="952500" y="581025"/>
                </a:lnTo>
                <a:lnTo>
                  <a:pt x="952500" y="657225"/>
                </a:lnTo>
                <a:lnTo>
                  <a:pt x="876300" y="657225"/>
                </a:lnTo>
                <a:lnTo>
                  <a:pt x="876300" y="666750"/>
                </a:lnTo>
                <a:lnTo>
                  <a:pt x="857250" y="666750"/>
                </a:lnTo>
                <a:lnTo>
                  <a:pt x="857250" y="657225"/>
                </a:lnTo>
                <a:lnTo>
                  <a:pt x="847725" y="657225"/>
                </a:lnTo>
                <a:lnTo>
                  <a:pt x="847725" y="571500"/>
                </a:lnTo>
                <a:lnTo>
                  <a:pt x="857250" y="571500"/>
                </a:lnTo>
                <a:close/>
                <a:moveTo>
                  <a:pt x="1066800" y="561975"/>
                </a:moveTo>
                <a:lnTo>
                  <a:pt x="1143000" y="561975"/>
                </a:lnTo>
                <a:lnTo>
                  <a:pt x="1143000" y="571500"/>
                </a:lnTo>
                <a:lnTo>
                  <a:pt x="1152525" y="571500"/>
                </a:lnTo>
                <a:lnTo>
                  <a:pt x="1152525" y="581025"/>
                </a:lnTo>
                <a:lnTo>
                  <a:pt x="1162050" y="581025"/>
                </a:lnTo>
                <a:lnTo>
                  <a:pt x="1162050" y="609600"/>
                </a:lnTo>
                <a:lnTo>
                  <a:pt x="1171575" y="609600"/>
                </a:lnTo>
                <a:lnTo>
                  <a:pt x="1171575" y="628650"/>
                </a:lnTo>
                <a:lnTo>
                  <a:pt x="1181100" y="628650"/>
                </a:lnTo>
                <a:lnTo>
                  <a:pt x="1181100" y="647700"/>
                </a:lnTo>
                <a:lnTo>
                  <a:pt x="1171575" y="647700"/>
                </a:lnTo>
                <a:lnTo>
                  <a:pt x="1171575" y="657225"/>
                </a:lnTo>
                <a:lnTo>
                  <a:pt x="1095375" y="657225"/>
                </a:lnTo>
                <a:lnTo>
                  <a:pt x="1095375" y="647700"/>
                </a:lnTo>
                <a:lnTo>
                  <a:pt x="1085850" y="647700"/>
                </a:lnTo>
                <a:lnTo>
                  <a:pt x="1085850" y="638175"/>
                </a:lnTo>
                <a:lnTo>
                  <a:pt x="1076325" y="638175"/>
                </a:lnTo>
                <a:lnTo>
                  <a:pt x="1076325" y="619125"/>
                </a:lnTo>
                <a:lnTo>
                  <a:pt x="1066800" y="619125"/>
                </a:lnTo>
                <a:lnTo>
                  <a:pt x="1066800" y="590550"/>
                </a:lnTo>
                <a:lnTo>
                  <a:pt x="1057275" y="590550"/>
                </a:lnTo>
                <a:lnTo>
                  <a:pt x="1057275" y="571500"/>
                </a:lnTo>
                <a:lnTo>
                  <a:pt x="1066800" y="571500"/>
                </a:lnTo>
                <a:close/>
                <a:moveTo>
                  <a:pt x="371475" y="714375"/>
                </a:moveTo>
                <a:lnTo>
                  <a:pt x="381000" y="714375"/>
                </a:lnTo>
                <a:lnTo>
                  <a:pt x="381000" y="723900"/>
                </a:lnTo>
                <a:lnTo>
                  <a:pt x="371475" y="723900"/>
                </a:lnTo>
                <a:close/>
                <a:moveTo>
                  <a:pt x="390525" y="714375"/>
                </a:moveTo>
                <a:lnTo>
                  <a:pt x="400050" y="714375"/>
                </a:lnTo>
                <a:lnTo>
                  <a:pt x="400050" y="723900"/>
                </a:lnTo>
                <a:lnTo>
                  <a:pt x="390525" y="723900"/>
                </a:lnTo>
                <a:close/>
                <a:moveTo>
                  <a:pt x="485775" y="714375"/>
                </a:moveTo>
                <a:lnTo>
                  <a:pt x="504825" y="714375"/>
                </a:lnTo>
                <a:lnTo>
                  <a:pt x="504825" y="723900"/>
                </a:lnTo>
                <a:lnTo>
                  <a:pt x="485775" y="723900"/>
                </a:lnTo>
                <a:close/>
                <a:moveTo>
                  <a:pt x="857250" y="714375"/>
                </a:moveTo>
                <a:lnTo>
                  <a:pt x="866775" y="714375"/>
                </a:lnTo>
                <a:lnTo>
                  <a:pt x="866775" y="723900"/>
                </a:lnTo>
                <a:lnTo>
                  <a:pt x="857250" y="723900"/>
                </a:lnTo>
                <a:close/>
                <a:moveTo>
                  <a:pt x="1076325" y="714375"/>
                </a:moveTo>
                <a:lnTo>
                  <a:pt x="1085850" y="714375"/>
                </a:lnTo>
                <a:lnTo>
                  <a:pt x="1085850" y="723900"/>
                </a:lnTo>
                <a:lnTo>
                  <a:pt x="1076325" y="723900"/>
                </a:lnTo>
                <a:close/>
                <a:moveTo>
                  <a:pt x="400050" y="723900"/>
                </a:moveTo>
                <a:lnTo>
                  <a:pt x="409575" y="723900"/>
                </a:lnTo>
                <a:lnTo>
                  <a:pt x="409575" y="733425"/>
                </a:lnTo>
                <a:lnTo>
                  <a:pt x="400050" y="733425"/>
                </a:lnTo>
                <a:close/>
                <a:moveTo>
                  <a:pt x="476250" y="723900"/>
                </a:moveTo>
                <a:lnTo>
                  <a:pt x="485775" y="723900"/>
                </a:lnTo>
                <a:lnTo>
                  <a:pt x="485775" y="733425"/>
                </a:lnTo>
                <a:lnTo>
                  <a:pt x="476250" y="733425"/>
                </a:lnTo>
                <a:close/>
                <a:moveTo>
                  <a:pt x="695325" y="723900"/>
                </a:moveTo>
                <a:lnTo>
                  <a:pt x="704850" y="723900"/>
                </a:lnTo>
                <a:lnTo>
                  <a:pt x="704850" y="733425"/>
                </a:lnTo>
                <a:lnTo>
                  <a:pt x="695325" y="733425"/>
                </a:lnTo>
                <a:close/>
                <a:moveTo>
                  <a:pt x="866775" y="723900"/>
                </a:moveTo>
                <a:lnTo>
                  <a:pt x="876300" y="723900"/>
                </a:lnTo>
                <a:lnTo>
                  <a:pt x="876300" y="733425"/>
                </a:lnTo>
                <a:lnTo>
                  <a:pt x="866775" y="733425"/>
                </a:lnTo>
                <a:close/>
                <a:moveTo>
                  <a:pt x="933450" y="723900"/>
                </a:moveTo>
                <a:lnTo>
                  <a:pt x="942975" y="723900"/>
                </a:lnTo>
                <a:lnTo>
                  <a:pt x="942975" y="733425"/>
                </a:lnTo>
                <a:lnTo>
                  <a:pt x="933450" y="733425"/>
                </a:lnTo>
                <a:close/>
                <a:moveTo>
                  <a:pt x="342900" y="733425"/>
                </a:moveTo>
                <a:lnTo>
                  <a:pt x="352425" y="733425"/>
                </a:lnTo>
                <a:lnTo>
                  <a:pt x="352425" y="742950"/>
                </a:lnTo>
                <a:lnTo>
                  <a:pt x="342900" y="742950"/>
                </a:lnTo>
                <a:close/>
                <a:moveTo>
                  <a:pt x="428625" y="733425"/>
                </a:moveTo>
                <a:lnTo>
                  <a:pt x="466725" y="733425"/>
                </a:lnTo>
                <a:lnTo>
                  <a:pt x="466725" y="742950"/>
                </a:lnTo>
                <a:lnTo>
                  <a:pt x="428625" y="742950"/>
                </a:lnTo>
                <a:close/>
                <a:moveTo>
                  <a:pt x="657225" y="733425"/>
                </a:moveTo>
                <a:lnTo>
                  <a:pt x="685800" y="733425"/>
                </a:lnTo>
                <a:lnTo>
                  <a:pt x="685800" y="742950"/>
                </a:lnTo>
                <a:lnTo>
                  <a:pt x="657225" y="742950"/>
                </a:lnTo>
                <a:close/>
                <a:moveTo>
                  <a:pt x="771525" y="733425"/>
                </a:moveTo>
                <a:lnTo>
                  <a:pt x="781050" y="733425"/>
                </a:lnTo>
                <a:lnTo>
                  <a:pt x="781050" y="742950"/>
                </a:lnTo>
                <a:lnTo>
                  <a:pt x="771525" y="742950"/>
                </a:lnTo>
                <a:close/>
                <a:moveTo>
                  <a:pt x="885825" y="733425"/>
                </a:moveTo>
                <a:lnTo>
                  <a:pt x="923925" y="733425"/>
                </a:lnTo>
                <a:lnTo>
                  <a:pt x="923925" y="742950"/>
                </a:lnTo>
                <a:lnTo>
                  <a:pt x="885825" y="742950"/>
                </a:lnTo>
                <a:close/>
                <a:moveTo>
                  <a:pt x="1123950" y="733425"/>
                </a:moveTo>
                <a:lnTo>
                  <a:pt x="1152525" y="733425"/>
                </a:lnTo>
                <a:lnTo>
                  <a:pt x="1152525" y="742950"/>
                </a:lnTo>
                <a:lnTo>
                  <a:pt x="1123950" y="742950"/>
                </a:lnTo>
                <a:close/>
                <a:moveTo>
                  <a:pt x="428625" y="771525"/>
                </a:moveTo>
                <a:lnTo>
                  <a:pt x="457200" y="771525"/>
                </a:lnTo>
                <a:lnTo>
                  <a:pt x="457200" y="781050"/>
                </a:lnTo>
                <a:lnTo>
                  <a:pt x="428625" y="781050"/>
                </a:lnTo>
                <a:close/>
                <a:moveTo>
                  <a:pt x="762000" y="771525"/>
                </a:moveTo>
                <a:lnTo>
                  <a:pt x="790575" y="771525"/>
                </a:lnTo>
                <a:lnTo>
                  <a:pt x="790575" y="781050"/>
                </a:lnTo>
                <a:lnTo>
                  <a:pt x="762000" y="781050"/>
                </a:lnTo>
                <a:close/>
                <a:moveTo>
                  <a:pt x="1057275" y="771525"/>
                </a:moveTo>
                <a:lnTo>
                  <a:pt x="1066800" y="771525"/>
                </a:lnTo>
                <a:lnTo>
                  <a:pt x="1066800" y="781050"/>
                </a:lnTo>
                <a:lnTo>
                  <a:pt x="1057275" y="781050"/>
                </a:lnTo>
                <a:close/>
                <a:moveTo>
                  <a:pt x="1076325" y="771525"/>
                </a:moveTo>
                <a:lnTo>
                  <a:pt x="1123950" y="771525"/>
                </a:lnTo>
                <a:lnTo>
                  <a:pt x="1123950" y="781050"/>
                </a:lnTo>
                <a:lnTo>
                  <a:pt x="1076325" y="781050"/>
                </a:lnTo>
                <a:close/>
                <a:moveTo>
                  <a:pt x="781050" y="800100"/>
                </a:moveTo>
                <a:lnTo>
                  <a:pt x="790575" y="800100"/>
                </a:lnTo>
                <a:lnTo>
                  <a:pt x="790575" y="809625"/>
                </a:lnTo>
                <a:lnTo>
                  <a:pt x="781050" y="809625"/>
                </a:lnTo>
                <a:close/>
                <a:moveTo>
                  <a:pt x="790575" y="809625"/>
                </a:moveTo>
                <a:lnTo>
                  <a:pt x="800100" y="809625"/>
                </a:lnTo>
                <a:lnTo>
                  <a:pt x="800100" y="828675"/>
                </a:lnTo>
                <a:lnTo>
                  <a:pt x="790575" y="828675"/>
                </a:lnTo>
                <a:close/>
                <a:moveTo>
                  <a:pt x="790575" y="838200"/>
                </a:moveTo>
                <a:lnTo>
                  <a:pt x="800100" y="838200"/>
                </a:lnTo>
                <a:lnTo>
                  <a:pt x="800100" y="847725"/>
                </a:lnTo>
                <a:lnTo>
                  <a:pt x="790575" y="847725"/>
                </a:lnTo>
                <a:close/>
                <a:moveTo>
                  <a:pt x="504825" y="876300"/>
                </a:moveTo>
                <a:lnTo>
                  <a:pt x="533400" y="876300"/>
                </a:lnTo>
                <a:lnTo>
                  <a:pt x="533400" y="885825"/>
                </a:lnTo>
                <a:lnTo>
                  <a:pt x="542925" y="885825"/>
                </a:lnTo>
                <a:lnTo>
                  <a:pt x="542925" y="914400"/>
                </a:lnTo>
                <a:lnTo>
                  <a:pt x="533400" y="914400"/>
                </a:lnTo>
                <a:lnTo>
                  <a:pt x="533400" y="895350"/>
                </a:lnTo>
                <a:lnTo>
                  <a:pt x="504825" y="895350"/>
                </a:lnTo>
                <a:close/>
                <a:moveTo>
                  <a:pt x="590550" y="885825"/>
                </a:moveTo>
                <a:lnTo>
                  <a:pt x="638175" y="885825"/>
                </a:lnTo>
                <a:lnTo>
                  <a:pt x="638175" y="895350"/>
                </a:lnTo>
                <a:lnTo>
                  <a:pt x="647700" y="895350"/>
                </a:lnTo>
                <a:lnTo>
                  <a:pt x="647700" y="914400"/>
                </a:lnTo>
                <a:lnTo>
                  <a:pt x="638175" y="914400"/>
                </a:lnTo>
                <a:lnTo>
                  <a:pt x="638175" y="904875"/>
                </a:lnTo>
                <a:lnTo>
                  <a:pt x="581025" y="904875"/>
                </a:lnTo>
                <a:lnTo>
                  <a:pt x="581025" y="895350"/>
                </a:lnTo>
                <a:lnTo>
                  <a:pt x="590550" y="895350"/>
                </a:lnTo>
                <a:close/>
                <a:moveTo>
                  <a:pt x="685800" y="885825"/>
                </a:moveTo>
                <a:lnTo>
                  <a:pt x="723900" y="885825"/>
                </a:lnTo>
                <a:lnTo>
                  <a:pt x="723900" y="895350"/>
                </a:lnTo>
                <a:lnTo>
                  <a:pt x="733425" y="895350"/>
                </a:lnTo>
                <a:lnTo>
                  <a:pt x="733425" y="923925"/>
                </a:lnTo>
                <a:lnTo>
                  <a:pt x="742950" y="923925"/>
                </a:lnTo>
                <a:lnTo>
                  <a:pt x="742950" y="942975"/>
                </a:lnTo>
                <a:lnTo>
                  <a:pt x="733425" y="942975"/>
                </a:lnTo>
                <a:lnTo>
                  <a:pt x="733425" y="952500"/>
                </a:lnTo>
                <a:lnTo>
                  <a:pt x="742950" y="952500"/>
                </a:lnTo>
                <a:lnTo>
                  <a:pt x="742950" y="962025"/>
                </a:lnTo>
                <a:lnTo>
                  <a:pt x="666750" y="962025"/>
                </a:lnTo>
                <a:lnTo>
                  <a:pt x="666750" y="952500"/>
                </a:lnTo>
                <a:lnTo>
                  <a:pt x="676275" y="952500"/>
                </a:lnTo>
                <a:lnTo>
                  <a:pt x="676275" y="895350"/>
                </a:lnTo>
                <a:lnTo>
                  <a:pt x="685800" y="895350"/>
                </a:lnTo>
                <a:close/>
                <a:moveTo>
                  <a:pt x="495300" y="895350"/>
                </a:moveTo>
                <a:lnTo>
                  <a:pt x="504825" y="895350"/>
                </a:lnTo>
                <a:lnTo>
                  <a:pt x="504825" y="904875"/>
                </a:lnTo>
                <a:lnTo>
                  <a:pt x="495300" y="904875"/>
                </a:lnTo>
                <a:close/>
                <a:moveTo>
                  <a:pt x="571500" y="904875"/>
                </a:moveTo>
                <a:lnTo>
                  <a:pt x="581025" y="904875"/>
                </a:lnTo>
                <a:lnTo>
                  <a:pt x="581025" y="914400"/>
                </a:lnTo>
                <a:lnTo>
                  <a:pt x="571500" y="914400"/>
                </a:lnTo>
                <a:close/>
                <a:moveTo>
                  <a:pt x="1114425" y="962025"/>
                </a:moveTo>
                <a:lnTo>
                  <a:pt x="1123950" y="962025"/>
                </a:lnTo>
                <a:lnTo>
                  <a:pt x="1123950" y="1000125"/>
                </a:lnTo>
                <a:lnTo>
                  <a:pt x="1114425" y="1000125"/>
                </a:lnTo>
                <a:close/>
                <a:moveTo>
                  <a:pt x="790575" y="990600"/>
                </a:moveTo>
                <a:lnTo>
                  <a:pt x="800100" y="990600"/>
                </a:lnTo>
                <a:lnTo>
                  <a:pt x="800100" y="1038225"/>
                </a:lnTo>
                <a:lnTo>
                  <a:pt x="790575" y="1038225"/>
                </a:lnTo>
                <a:close/>
                <a:moveTo>
                  <a:pt x="495300" y="1019175"/>
                </a:moveTo>
                <a:lnTo>
                  <a:pt x="581025" y="1019175"/>
                </a:lnTo>
                <a:lnTo>
                  <a:pt x="581025" y="1028700"/>
                </a:lnTo>
                <a:lnTo>
                  <a:pt x="590550" y="1028700"/>
                </a:lnTo>
                <a:lnTo>
                  <a:pt x="590550" y="1066800"/>
                </a:lnTo>
                <a:lnTo>
                  <a:pt x="581025" y="1066800"/>
                </a:lnTo>
                <a:lnTo>
                  <a:pt x="581025" y="1038225"/>
                </a:lnTo>
                <a:lnTo>
                  <a:pt x="571500" y="1038225"/>
                </a:lnTo>
                <a:lnTo>
                  <a:pt x="571500" y="1028700"/>
                </a:lnTo>
                <a:lnTo>
                  <a:pt x="504825" y="1028700"/>
                </a:lnTo>
                <a:lnTo>
                  <a:pt x="504825" y="1038225"/>
                </a:lnTo>
                <a:lnTo>
                  <a:pt x="495300" y="1038225"/>
                </a:lnTo>
                <a:lnTo>
                  <a:pt x="495300" y="1057275"/>
                </a:lnTo>
                <a:lnTo>
                  <a:pt x="485775" y="1057275"/>
                </a:lnTo>
                <a:lnTo>
                  <a:pt x="485775" y="1028700"/>
                </a:lnTo>
                <a:lnTo>
                  <a:pt x="495300" y="1028700"/>
                </a:lnTo>
                <a:close/>
                <a:moveTo>
                  <a:pt x="638175" y="1019175"/>
                </a:moveTo>
                <a:lnTo>
                  <a:pt x="666750" y="1019175"/>
                </a:lnTo>
                <a:lnTo>
                  <a:pt x="666750" y="1028700"/>
                </a:lnTo>
                <a:lnTo>
                  <a:pt x="638175" y="1028700"/>
                </a:lnTo>
                <a:close/>
                <a:moveTo>
                  <a:pt x="666750" y="1028700"/>
                </a:moveTo>
                <a:lnTo>
                  <a:pt x="676275" y="1028700"/>
                </a:lnTo>
                <a:lnTo>
                  <a:pt x="676275" y="1085850"/>
                </a:lnTo>
                <a:lnTo>
                  <a:pt x="666750" y="1085850"/>
                </a:lnTo>
                <a:lnTo>
                  <a:pt x="666750" y="1066800"/>
                </a:lnTo>
                <a:lnTo>
                  <a:pt x="657225" y="1066800"/>
                </a:lnTo>
                <a:lnTo>
                  <a:pt x="657225" y="1047750"/>
                </a:lnTo>
                <a:lnTo>
                  <a:pt x="666750" y="1047750"/>
                </a:lnTo>
                <a:close/>
                <a:moveTo>
                  <a:pt x="704850" y="1038225"/>
                </a:moveTo>
                <a:lnTo>
                  <a:pt x="714375" y="1038225"/>
                </a:lnTo>
                <a:lnTo>
                  <a:pt x="714375" y="1047750"/>
                </a:lnTo>
                <a:lnTo>
                  <a:pt x="723900" y="1047750"/>
                </a:lnTo>
                <a:lnTo>
                  <a:pt x="723900" y="1066800"/>
                </a:lnTo>
                <a:lnTo>
                  <a:pt x="733425" y="1066800"/>
                </a:lnTo>
                <a:lnTo>
                  <a:pt x="733425" y="1085850"/>
                </a:lnTo>
                <a:lnTo>
                  <a:pt x="742950" y="1085850"/>
                </a:lnTo>
                <a:lnTo>
                  <a:pt x="742950" y="1095375"/>
                </a:lnTo>
                <a:lnTo>
                  <a:pt x="685800" y="1095375"/>
                </a:lnTo>
                <a:lnTo>
                  <a:pt x="685800" y="1085850"/>
                </a:lnTo>
                <a:lnTo>
                  <a:pt x="695325" y="1085850"/>
                </a:lnTo>
                <a:lnTo>
                  <a:pt x="695325" y="1057275"/>
                </a:lnTo>
                <a:lnTo>
                  <a:pt x="704850" y="1057275"/>
                </a:lnTo>
                <a:close/>
                <a:moveTo>
                  <a:pt x="476250" y="1057275"/>
                </a:moveTo>
                <a:lnTo>
                  <a:pt x="485775" y="1057275"/>
                </a:lnTo>
                <a:lnTo>
                  <a:pt x="485775" y="1066800"/>
                </a:lnTo>
                <a:lnTo>
                  <a:pt x="476250" y="1066800"/>
                </a:lnTo>
                <a:close/>
                <a:moveTo>
                  <a:pt x="790575" y="1057275"/>
                </a:moveTo>
                <a:lnTo>
                  <a:pt x="800100" y="1057275"/>
                </a:lnTo>
                <a:lnTo>
                  <a:pt x="800100" y="1095375"/>
                </a:lnTo>
                <a:lnTo>
                  <a:pt x="790575" y="1095375"/>
                </a:lnTo>
                <a:close/>
                <a:moveTo>
                  <a:pt x="438150" y="1066800"/>
                </a:moveTo>
                <a:lnTo>
                  <a:pt x="447675" y="1066800"/>
                </a:lnTo>
                <a:lnTo>
                  <a:pt x="447675" y="1095375"/>
                </a:lnTo>
                <a:lnTo>
                  <a:pt x="438150" y="1095375"/>
                </a:lnTo>
                <a:close/>
                <a:moveTo>
                  <a:pt x="619125" y="1066800"/>
                </a:moveTo>
                <a:lnTo>
                  <a:pt x="628650" y="1066800"/>
                </a:lnTo>
                <a:lnTo>
                  <a:pt x="628650" y="1095375"/>
                </a:lnTo>
                <a:lnTo>
                  <a:pt x="609600" y="1095375"/>
                </a:lnTo>
                <a:lnTo>
                  <a:pt x="609600" y="1085850"/>
                </a:lnTo>
                <a:lnTo>
                  <a:pt x="619125" y="1085850"/>
                </a:lnTo>
                <a:close/>
                <a:moveTo>
                  <a:pt x="276225" y="1085850"/>
                </a:moveTo>
                <a:lnTo>
                  <a:pt x="381000" y="1085850"/>
                </a:lnTo>
                <a:lnTo>
                  <a:pt x="381000" y="1095375"/>
                </a:lnTo>
                <a:lnTo>
                  <a:pt x="390525" y="1095375"/>
                </a:lnTo>
                <a:lnTo>
                  <a:pt x="390525" y="1133475"/>
                </a:lnTo>
                <a:lnTo>
                  <a:pt x="381000" y="1133475"/>
                </a:lnTo>
                <a:lnTo>
                  <a:pt x="381000" y="1123950"/>
                </a:lnTo>
                <a:lnTo>
                  <a:pt x="371475" y="1123950"/>
                </a:lnTo>
                <a:lnTo>
                  <a:pt x="371475" y="1143000"/>
                </a:lnTo>
                <a:lnTo>
                  <a:pt x="361950" y="1143000"/>
                </a:lnTo>
                <a:lnTo>
                  <a:pt x="361950" y="1152525"/>
                </a:lnTo>
                <a:lnTo>
                  <a:pt x="352425" y="1152525"/>
                </a:lnTo>
                <a:lnTo>
                  <a:pt x="352425" y="1162050"/>
                </a:lnTo>
                <a:lnTo>
                  <a:pt x="342900" y="1162050"/>
                </a:lnTo>
                <a:lnTo>
                  <a:pt x="342900" y="1190625"/>
                </a:lnTo>
                <a:lnTo>
                  <a:pt x="333375" y="1190625"/>
                </a:lnTo>
                <a:lnTo>
                  <a:pt x="333375" y="1219200"/>
                </a:lnTo>
                <a:lnTo>
                  <a:pt x="295275" y="1219200"/>
                </a:lnTo>
                <a:lnTo>
                  <a:pt x="295275" y="1209675"/>
                </a:lnTo>
                <a:lnTo>
                  <a:pt x="285750" y="1209675"/>
                </a:lnTo>
                <a:lnTo>
                  <a:pt x="285750" y="1200150"/>
                </a:lnTo>
                <a:lnTo>
                  <a:pt x="295275" y="1200150"/>
                </a:lnTo>
                <a:lnTo>
                  <a:pt x="295275" y="1190625"/>
                </a:lnTo>
                <a:lnTo>
                  <a:pt x="285750" y="1190625"/>
                </a:lnTo>
                <a:lnTo>
                  <a:pt x="285750" y="1171575"/>
                </a:lnTo>
                <a:lnTo>
                  <a:pt x="276225" y="1171575"/>
                </a:lnTo>
                <a:lnTo>
                  <a:pt x="276225" y="1162050"/>
                </a:lnTo>
                <a:lnTo>
                  <a:pt x="266700" y="1162050"/>
                </a:lnTo>
                <a:lnTo>
                  <a:pt x="266700" y="1095375"/>
                </a:lnTo>
                <a:lnTo>
                  <a:pt x="276225" y="1095375"/>
                </a:lnTo>
                <a:close/>
                <a:moveTo>
                  <a:pt x="466725" y="1085850"/>
                </a:moveTo>
                <a:lnTo>
                  <a:pt x="476250" y="1085850"/>
                </a:lnTo>
                <a:lnTo>
                  <a:pt x="476250" y="1095375"/>
                </a:lnTo>
                <a:lnTo>
                  <a:pt x="466725" y="1095375"/>
                </a:lnTo>
                <a:close/>
                <a:moveTo>
                  <a:pt x="590550" y="1085850"/>
                </a:moveTo>
                <a:lnTo>
                  <a:pt x="600075" y="1085850"/>
                </a:lnTo>
                <a:lnTo>
                  <a:pt x="600075" y="1095375"/>
                </a:lnTo>
                <a:lnTo>
                  <a:pt x="590550" y="1095375"/>
                </a:lnTo>
                <a:close/>
                <a:moveTo>
                  <a:pt x="447675" y="1095375"/>
                </a:moveTo>
                <a:lnTo>
                  <a:pt x="466725" y="1095375"/>
                </a:lnTo>
                <a:lnTo>
                  <a:pt x="466725" y="1104900"/>
                </a:lnTo>
                <a:lnTo>
                  <a:pt x="447675" y="1104900"/>
                </a:lnTo>
                <a:close/>
                <a:moveTo>
                  <a:pt x="742950" y="1095375"/>
                </a:moveTo>
                <a:lnTo>
                  <a:pt x="771525" y="1095375"/>
                </a:lnTo>
                <a:lnTo>
                  <a:pt x="771525" y="1104900"/>
                </a:lnTo>
                <a:lnTo>
                  <a:pt x="742950" y="1104900"/>
                </a:lnTo>
                <a:close/>
                <a:moveTo>
                  <a:pt x="781050" y="1095375"/>
                </a:moveTo>
                <a:lnTo>
                  <a:pt x="790575" y="1095375"/>
                </a:lnTo>
                <a:lnTo>
                  <a:pt x="790575" y="1104900"/>
                </a:lnTo>
                <a:lnTo>
                  <a:pt x="781050" y="1104900"/>
                </a:lnTo>
                <a:close/>
                <a:moveTo>
                  <a:pt x="381000" y="1171575"/>
                </a:moveTo>
                <a:lnTo>
                  <a:pt x="390525" y="1171575"/>
                </a:lnTo>
                <a:lnTo>
                  <a:pt x="390525" y="1181100"/>
                </a:lnTo>
                <a:lnTo>
                  <a:pt x="752475" y="1181100"/>
                </a:lnTo>
                <a:lnTo>
                  <a:pt x="752475" y="1190625"/>
                </a:lnTo>
                <a:lnTo>
                  <a:pt x="876300" y="1190625"/>
                </a:lnTo>
                <a:lnTo>
                  <a:pt x="876300" y="1181100"/>
                </a:lnTo>
                <a:lnTo>
                  <a:pt x="885825" y="1181100"/>
                </a:lnTo>
                <a:lnTo>
                  <a:pt x="885825" y="1171575"/>
                </a:lnTo>
                <a:lnTo>
                  <a:pt x="895350" y="1171575"/>
                </a:lnTo>
                <a:lnTo>
                  <a:pt x="895350" y="1181100"/>
                </a:lnTo>
                <a:lnTo>
                  <a:pt x="885825" y="1181100"/>
                </a:lnTo>
                <a:lnTo>
                  <a:pt x="885825" y="1209675"/>
                </a:lnTo>
                <a:lnTo>
                  <a:pt x="895350" y="1209675"/>
                </a:lnTo>
                <a:lnTo>
                  <a:pt x="895350" y="1219200"/>
                </a:lnTo>
                <a:lnTo>
                  <a:pt x="381000" y="1219200"/>
                </a:lnTo>
                <a:lnTo>
                  <a:pt x="381000" y="1209675"/>
                </a:lnTo>
                <a:lnTo>
                  <a:pt x="390525" y="1209675"/>
                </a:lnTo>
                <a:lnTo>
                  <a:pt x="390525" y="1190625"/>
                </a:lnTo>
                <a:lnTo>
                  <a:pt x="381000" y="1190625"/>
                </a:lnTo>
                <a:close/>
                <a:moveTo>
                  <a:pt x="1162050" y="1171575"/>
                </a:moveTo>
                <a:lnTo>
                  <a:pt x="1181100" y="1171575"/>
                </a:lnTo>
                <a:lnTo>
                  <a:pt x="1181100" y="1181100"/>
                </a:lnTo>
                <a:lnTo>
                  <a:pt x="1190625" y="1181100"/>
                </a:lnTo>
                <a:lnTo>
                  <a:pt x="1190625" y="1190625"/>
                </a:lnTo>
                <a:lnTo>
                  <a:pt x="1247775" y="1190625"/>
                </a:lnTo>
                <a:lnTo>
                  <a:pt x="1247775" y="1200150"/>
                </a:lnTo>
                <a:lnTo>
                  <a:pt x="1257300" y="1200150"/>
                </a:lnTo>
                <a:lnTo>
                  <a:pt x="1257300" y="1219200"/>
                </a:lnTo>
                <a:lnTo>
                  <a:pt x="1162050" y="1219200"/>
                </a:lnTo>
                <a:lnTo>
                  <a:pt x="1162050" y="1209675"/>
                </a:lnTo>
                <a:lnTo>
                  <a:pt x="1171575" y="1209675"/>
                </a:lnTo>
                <a:lnTo>
                  <a:pt x="1171575" y="1181100"/>
                </a:lnTo>
                <a:lnTo>
                  <a:pt x="1162050" y="1181100"/>
                </a:lnTo>
                <a:close/>
                <a:moveTo>
                  <a:pt x="1352550" y="1209675"/>
                </a:moveTo>
                <a:lnTo>
                  <a:pt x="1362075" y="1209675"/>
                </a:lnTo>
                <a:lnTo>
                  <a:pt x="1362075" y="1219200"/>
                </a:lnTo>
                <a:lnTo>
                  <a:pt x="1352550" y="1219200"/>
                </a:lnTo>
                <a:close/>
                <a:moveTo>
                  <a:pt x="1304925" y="1247775"/>
                </a:moveTo>
                <a:lnTo>
                  <a:pt x="1323975" y="1247775"/>
                </a:lnTo>
                <a:lnTo>
                  <a:pt x="1323975" y="1257300"/>
                </a:lnTo>
                <a:lnTo>
                  <a:pt x="1314450" y="1257300"/>
                </a:lnTo>
                <a:lnTo>
                  <a:pt x="1314450" y="1266825"/>
                </a:lnTo>
                <a:lnTo>
                  <a:pt x="1295400" y="1266825"/>
                </a:lnTo>
                <a:lnTo>
                  <a:pt x="1295400" y="1257300"/>
                </a:lnTo>
                <a:lnTo>
                  <a:pt x="1304925" y="1257300"/>
                </a:lnTo>
                <a:close/>
                <a:moveTo>
                  <a:pt x="1285875" y="1266825"/>
                </a:moveTo>
                <a:lnTo>
                  <a:pt x="1295400" y="1266825"/>
                </a:lnTo>
                <a:lnTo>
                  <a:pt x="1295400" y="1276350"/>
                </a:lnTo>
                <a:lnTo>
                  <a:pt x="1285875" y="1276350"/>
                </a:lnTo>
                <a:close/>
              </a:path>
            </a:pathLst>
          </a:custGeom>
          <a:solidFill xmlns:a="http://schemas.openxmlformats.org/drawingml/2006/main">
            <a:srgbClr val="EE883D"/>
          </a:solidFill>
          <a:ln xmlns:a="http://schemas.openxmlformats.org/drawingml/2006/main" w="0">
            <a:noFill/>
          </a:ln>
        </p:spPr>
      </p:sp>
      <p:sp>
        <p:nvSpPr>
          <p:cNvPr id="77" name="logo vector #e77131">
            <a:extLst xmlns:a="http://schemas.openxmlformats.org/drawingml/2006/main">
              <a:ext uri="{FF2B5EF4-FFF2-40B4-BE49-F238E27FC236}">
                <a16:creationId xmlns:a16="http://schemas.microsoft.com/office/drawing/2014/main" id="{5AEAFAE8-B64C-46D2-BCFF-05E9C23E393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219700" y="4476750"/>
            <a:ext cx="1581150" cy="1485900"/>
          </a:xfrm>
          <a:custGeom xmlns:a="http://schemas.openxmlformats.org/drawingml/2006/main">
            <a:pathLst>
              <a:path w="1581150" h="1485900">
                <a:moveTo>
                  <a:pt x="828675" y="304800"/>
                </a:moveTo>
                <a:lnTo>
                  <a:pt x="838200" y="304800"/>
                </a:lnTo>
                <a:lnTo>
                  <a:pt x="838200" y="314325"/>
                </a:lnTo>
                <a:lnTo>
                  <a:pt x="828675" y="314325"/>
                </a:lnTo>
                <a:close/>
                <a:moveTo>
                  <a:pt x="666750" y="419100"/>
                </a:moveTo>
                <a:lnTo>
                  <a:pt x="685800" y="419100"/>
                </a:lnTo>
                <a:lnTo>
                  <a:pt x="685800" y="447675"/>
                </a:lnTo>
                <a:lnTo>
                  <a:pt x="676275" y="447675"/>
                </a:lnTo>
                <a:lnTo>
                  <a:pt x="676275" y="438150"/>
                </a:lnTo>
                <a:lnTo>
                  <a:pt x="666750" y="438150"/>
                </a:lnTo>
                <a:close/>
                <a:moveTo>
                  <a:pt x="1019175" y="428625"/>
                </a:moveTo>
                <a:lnTo>
                  <a:pt x="1028700" y="428625"/>
                </a:lnTo>
                <a:lnTo>
                  <a:pt x="1028700" y="438150"/>
                </a:lnTo>
                <a:lnTo>
                  <a:pt x="1019175" y="438150"/>
                </a:lnTo>
                <a:close/>
                <a:moveTo>
                  <a:pt x="781050" y="438150"/>
                </a:moveTo>
                <a:lnTo>
                  <a:pt x="800100" y="438150"/>
                </a:lnTo>
                <a:lnTo>
                  <a:pt x="800100" y="447675"/>
                </a:lnTo>
                <a:lnTo>
                  <a:pt x="781050" y="447675"/>
                </a:lnTo>
                <a:close/>
                <a:moveTo>
                  <a:pt x="714375" y="447675"/>
                </a:moveTo>
                <a:lnTo>
                  <a:pt x="723900" y="447675"/>
                </a:lnTo>
                <a:lnTo>
                  <a:pt x="723900" y="457200"/>
                </a:lnTo>
                <a:lnTo>
                  <a:pt x="714375" y="457200"/>
                </a:lnTo>
                <a:close/>
                <a:moveTo>
                  <a:pt x="428625" y="561975"/>
                </a:moveTo>
                <a:lnTo>
                  <a:pt x="438150" y="561975"/>
                </a:lnTo>
                <a:lnTo>
                  <a:pt x="438150" y="571500"/>
                </a:lnTo>
                <a:lnTo>
                  <a:pt x="428625" y="571500"/>
                </a:lnTo>
                <a:close/>
                <a:moveTo>
                  <a:pt x="514350" y="561975"/>
                </a:moveTo>
                <a:lnTo>
                  <a:pt x="523875" y="561975"/>
                </a:lnTo>
                <a:lnTo>
                  <a:pt x="523875" y="571500"/>
                </a:lnTo>
                <a:lnTo>
                  <a:pt x="514350" y="571500"/>
                </a:lnTo>
                <a:close/>
                <a:moveTo>
                  <a:pt x="638175" y="561975"/>
                </a:moveTo>
                <a:lnTo>
                  <a:pt x="647700" y="561975"/>
                </a:lnTo>
                <a:lnTo>
                  <a:pt x="647700" y="571500"/>
                </a:lnTo>
                <a:lnTo>
                  <a:pt x="638175" y="571500"/>
                </a:lnTo>
                <a:close/>
                <a:moveTo>
                  <a:pt x="723900" y="561975"/>
                </a:moveTo>
                <a:lnTo>
                  <a:pt x="733425" y="561975"/>
                </a:lnTo>
                <a:lnTo>
                  <a:pt x="733425" y="571500"/>
                </a:lnTo>
                <a:lnTo>
                  <a:pt x="723900" y="571500"/>
                </a:lnTo>
                <a:close/>
                <a:moveTo>
                  <a:pt x="847725" y="561975"/>
                </a:moveTo>
                <a:lnTo>
                  <a:pt x="857250" y="561975"/>
                </a:lnTo>
                <a:lnTo>
                  <a:pt x="857250" y="571500"/>
                </a:lnTo>
                <a:lnTo>
                  <a:pt x="847725" y="571500"/>
                </a:lnTo>
                <a:close/>
                <a:moveTo>
                  <a:pt x="933450" y="561975"/>
                </a:moveTo>
                <a:lnTo>
                  <a:pt x="942975" y="561975"/>
                </a:lnTo>
                <a:lnTo>
                  <a:pt x="942975" y="571500"/>
                </a:lnTo>
                <a:lnTo>
                  <a:pt x="933450" y="571500"/>
                </a:lnTo>
                <a:close/>
                <a:moveTo>
                  <a:pt x="1057275" y="561975"/>
                </a:moveTo>
                <a:lnTo>
                  <a:pt x="1066800" y="561975"/>
                </a:lnTo>
                <a:lnTo>
                  <a:pt x="1066800" y="571500"/>
                </a:lnTo>
                <a:lnTo>
                  <a:pt x="1057275" y="571500"/>
                </a:lnTo>
                <a:close/>
                <a:moveTo>
                  <a:pt x="1143000" y="561975"/>
                </a:moveTo>
                <a:lnTo>
                  <a:pt x="1152525" y="561975"/>
                </a:lnTo>
                <a:lnTo>
                  <a:pt x="1152525" y="571500"/>
                </a:lnTo>
                <a:lnTo>
                  <a:pt x="1143000" y="571500"/>
                </a:lnTo>
                <a:close/>
                <a:moveTo>
                  <a:pt x="419100" y="571500"/>
                </a:moveTo>
                <a:lnTo>
                  <a:pt x="428625" y="571500"/>
                </a:lnTo>
                <a:lnTo>
                  <a:pt x="428625" y="590550"/>
                </a:lnTo>
                <a:lnTo>
                  <a:pt x="419100" y="590550"/>
                </a:lnTo>
                <a:close/>
                <a:moveTo>
                  <a:pt x="523875" y="571500"/>
                </a:moveTo>
                <a:lnTo>
                  <a:pt x="533400" y="571500"/>
                </a:lnTo>
                <a:lnTo>
                  <a:pt x="533400" y="581025"/>
                </a:lnTo>
                <a:lnTo>
                  <a:pt x="523875" y="581025"/>
                </a:lnTo>
                <a:close/>
                <a:moveTo>
                  <a:pt x="628650" y="571500"/>
                </a:moveTo>
                <a:lnTo>
                  <a:pt x="638175" y="571500"/>
                </a:lnTo>
                <a:lnTo>
                  <a:pt x="638175" y="590550"/>
                </a:lnTo>
                <a:lnTo>
                  <a:pt x="628650" y="590550"/>
                </a:lnTo>
                <a:close/>
                <a:moveTo>
                  <a:pt x="733425" y="571500"/>
                </a:moveTo>
                <a:lnTo>
                  <a:pt x="742950" y="571500"/>
                </a:lnTo>
                <a:lnTo>
                  <a:pt x="742950" y="600075"/>
                </a:lnTo>
                <a:lnTo>
                  <a:pt x="733425" y="600075"/>
                </a:lnTo>
                <a:close/>
                <a:moveTo>
                  <a:pt x="838200" y="571500"/>
                </a:moveTo>
                <a:lnTo>
                  <a:pt x="847725" y="571500"/>
                </a:lnTo>
                <a:lnTo>
                  <a:pt x="847725" y="609600"/>
                </a:lnTo>
                <a:lnTo>
                  <a:pt x="838200" y="609600"/>
                </a:lnTo>
                <a:close/>
                <a:moveTo>
                  <a:pt x="942975" y="571500"/>
                </a:moveTo>
                <a:lnTo>
                  <a:pt x="952500" y="571500"/>
                </a:lnTo>
                <a:lnTo>
                  <a:pt x="952500" y="581025"/>
                </a:lnTo>
                <a:lnTo>
                  <a:pt x="942975" y="581025"/>
                </a:lnTo>
                <a:close/>
                <a:moveTo>
                  <a:pt x="1047750" y="571500"/>
                </a:moveTo>
                <a:lnTo>
                  <a:pt x="1057275" y="571500"/>
                </a:lnTo>
                <a:lnTo>
                  <a:pt x="1057275" y="581025"/>
                </a:lnTo>
                <a:lnTo>
                  <a:pt x="1047750" y="581025"/>
                </a:lnTo>
                <a:close/>
                <a:moveTo>
                  <a:pt x="1152525" y="571500"/>
                </a:moveTo>
                <a:lnTo>
                  <a:pt x="1162050" y="571500"/>
                </a:lnTo>
                <a:lnTo>
                  <a:pt x="1162050" y="581025"/>
                </a:lnTo>
                <a:lnTo>
                  <a:pt x="1152525" y="581025"/>
                </a:lnTo>
                <a:close/>
                <a:moveTo>
                  <a:pt x="409575" y="590550"/>
                </a:moveTo>
                <a:lnTo>
                  <a:pt x="419100" y="590550"/>
                </a:lnTo>
                <a:lnTo>
                  <a:pt x="419100" y="609600"/>
                </a:lnTo>
                <a:lnTo>
                  <a:pt x="409575" y="609600"/>
                </a:lnTo>
                <a:close/>
                <a:moveTo>
                  <a:pt x="514350" y="590550"/>
                </a:moveTo>
                <a:lnTo>
                  <a:pt x="523875" y="590550"/>
                </a:lnTo>
                <a:lnTo>
                  <a:pt x="523875" y="600075"/>
                </a:lnTo>
                <a:lnTo>
                  <a:pt x="514350" y="600075"/>
                </a:lnTo>
                <a:close/>
                <a:moveTo>
                  <a:pt x="1057275" y="590550"/>
                </a:moveTo>
                <a:lnTo>
                  <a:pt x="1066800" y="590550"/>
                </a:lnTo>
                <a:lnTo>
                  <a:pt x="1066800" y="609600"/>
                </a:lnTo>
                <a:lnTo>
                  <a:pt x="1057275" y="609600"/>
                </a:lnTo>
                <a:close/>
                <a:moveTo>
                  <a:pt x="1162050" y="590550"/>
                </a:moveTo>
                <a:lnTo>
                  <a:pt x="1171575" y="590550"/>
                </a:lnTo>
                <a:lnTo>
                  <a:pt x="1171575" y="609600"/>
                </a:lnTo>
                <a:lnTo>
                  <a:pt x="1162050" y="609600"/>
                </a:lnTo>
                <a:close/>
                <a:moveTo>
                  <a:pt x="400050" y="609600"/>
                </a:moveTo>
                <a:lnTo>
                  <a:pt x="409575" y="609600"/>
                </a:lnTo>
                <a:lnTo>
                  <a:pt x="409575" y="628650"/>
                </a:lnTo>
                <a:lnTo>
                  <a:pt x="400050" y="628650"/>
                </a:lnTo>
                <a:close/>
                <a:moveTo>
                  <a:pt x="504825" y="609600"/>
                </a:moveTo>
                <a:lnTo>
                  <a:pt x="514350" y="609600"/>
                </a:lnTo>
                <a:lnTo>
                  <a:pt x="514350" y="628650"/>
                </a:lnTo>
                <a:lnTo>
                  <a:pt x="504825" y="628650"/>
                </a:lnTo>
                <a:close/>
                <a:moveTo>
                  <a:pt x="1171575" y="609600"/>
                </a:moveTo>
                <a:lnTo>
                  <a:pt x="1181100" y="609600"/>
                </a:lnTo>
                <a:lnTo>
                  <a:pt x="1181100" y="628650"/>
                </a:lnTo>
                <a:lnTo>
                  <a:pt x="1171575" y="628650"/>
                </a:lnTo>
                <a:close/>
                <a:moveTo>
                  <a:pt x="619125" y="619125"/>
                </a:moveTo>
                <a:lnTo>
                  <a:pt x="628650" y="619125"/>
                </a:lnTo>
                <a:lnTo>
                  <a:pt x="628650" y="647700"/>
                </a:lnTo>
                <a:lnTo>
                  <a:pt x="638175" y="647700"/>
                </a:lnTo>
                <a:lnTo>
                  <a:pt x="638175" y="657225"/>
                </a:lnTo>
                <a:lnTo>
                  <a:pt x="695325" y="657225"/>
                </a:lnTo>
                <a:lnTo>
                  <a:pt x="695325" y="666750"/>
                </a:lnTo>
                <a:lnTo>
                  <a:pt x="714375" y="666750"/>
                </a:lnTo>
                <a:lnTo>
                  <a:pt x="714375" y="657225"/>
                </a:lnTo>
                <a:lnTo>
                  <a:pt x="733425" y="657225"/>
                </a:lnTo>
                <a:lnTo>
                  <a:pt x="733425" y="666750"/>
                </a:lnTo>
                <a:lnTo>
                  <a:pt x="723900" y="666750"/>
                </a:lnTo>
                <a:lnTo>
                  <a:pt x="723900" y="685800"/>
                </a:lnTo>
                <a:lnTo>
                  <a:pt x="733425" y="685800"/>
                </a:lnTo>
                <a:lnTo>
                  <a:pt x="733425" y="714375"/>
                </a:lnTo>
                <a:lnTo>
                  <a:pt x="714375" y="714375"/>
                </a:lnTo>
                <a:lnTo>
                  <a:pt x="714375" y="723900"/>
                </a:lnTo>
                <a:lnTo>
                  <a:pt x="695325" y="723900"/>
                </a:lnTo>
                <a:lnTo>
                  <a:pt x="695325" y="733425"/>
                </a:lnTo>
                <a:lnTo>
                  <a:pt x="638175" y="733425"/>
                </a:lnTo>
                <a:lnTo>
                  <a:pt x="638175" y="723900"/>
                </a:lnTo>
                <a:lnTo>
                  <a:pt x="628650" y="723900"/>
                </a:lnTo>
                <a:lnTo>
                  <a:pt x="628650" y="714375"/>
                </a:lnTo>
                <a:lnTo>
                  <a:pt x="609600" y="714375"/>
                </a:lnTo>
                <a:lnTo>
                  <a:pt x="609600" y="704850"/>
                </a:lnTo>
                <a:lnTo>
                  <a:pt x="619125" y="704850"/>
                </a:lnTo>
                <a:close/>
                <a:moveTo>
                  <a:pt x="952500" y="619125"/>
                </a:moveTo>
                <a:lnTo>
                  <a:pt x="962025" y="619125"/>
                </a:lnTo>
                <a:lnTo>
                  <a:pt x="962025" y="714375"/>
                </a:lnTo>
                <a:lnTo>
                  <a:pt x="952500" y="714375"/>
                </a:lnTo>
                <a:lnTo>
                  <a:pt x="952500" y="723900"/>
                </a:lnTo>
                <a:lnTo>
                  <a:pt x="933450" y="723900"/>
                </a:lnTo>
                <a:lnTo>
                  <a:pt x="933450" y="733425"/>
                </a:lnTo>
                <a:lnTo>
                  <a:pt x="876300" y="733425"/>
                </a:lnTo>
                <a:lnTo>
                  <a:pt x="876300" y="723900"/>
                </a:lnTo>
                <a:lnTo>
                  <a:pt x="866775" y="723900"/>
                </a:lnTo>
                <a:lnTo>
                  <a:pt x="866775" y="714375"/>
                </a:lnTo>
                <a:lnTo>
                  <a:pt x="847725" y="714375"/>
                </a:lnTo>
                <a:lnTo>
                  <a:pt x="847725" y="657225"/>
                </a:lnTo>
                <a:lnTo>
                  <a:pt x="857250" y="657225"/>
                </a:lnTo>
                <a:lnTo>
                  <a:pt x="857250" y="666750"/>
                </a:lnTo>
                <a:lnTo>
                  <a:pt x="876300" y="666750"/>
                </a:lnTo>
                <a:lnTo>
                  <a:pt x="876300" y="657225"/>
                </a:lnTo>
                <a:lnTo>
                  <a:pt x="952500" y="657225"/>
                </a:lnTo>
                <a:close/>
                <a:moveTo>
                  <a:pt x="1066800" y="619125"/>
                </a:moveTo>
                <a:lnTo>
                  <a:pt x="1076325" y="619125"/>
                </a:lnTo>
                <a:lnTo>
                  <a:pt x="1076325" y="638175"/>
                </a:lnTo>
                <a:lnTo>
                  <a:pt x="1066800" y="638175"/>
                </a:lnTo>
                <a:close/>
                <a:moveTo>
                  <a:pt x="495300" y="628650"/>
                </a:moveTo>
                <a:lnTo>
                  <a:pt x="504825" y="628650"/>
                </a:lnTo>
                <a:lnTo>
                  <a:pt x="504825" y="657225"/>
                </a:lnTo>
                <a:lnTo>
                  <a:pt x="495300" y="657225"/>
                </a:lnTo>
                <a:lnTo>
                  <a:pt x="495300" y="714375"/>
                </a:lnTo>
                <a:lnTo>
                  <a:pt x="485775" y="714375"/>
                </a:lnTo>
                <a:lnTo>
                  <a:pt x="485775" y="723900"/>
                </a:lnTo>
                <a:lnTo>
                  <a:pt x="476250" y="723900"/>
                </a:lnTo>
                <a:lnTo>
                  <a:pt x="476250" y="733425"/>
                </a:lnTo>
                <a:lnTo>
                  <a:pt x="409575" y="733425"/>
                </a:lnTo>
                <a:lnTo>
                  <a:pt x="409575" y="723900"/>
                </a:lnTo>
                <a:lnTo>
                  <a:pt x="400050" y="723900"/>
                </a:lnTo>
                <a:lnTo>
                  <a:pt x="400050" y="714375"/>
                </a:lnTo>
                <a:lnTo>
                  <a:pt x="381000" y="714375"/>
                </a:lnTo>
                <a:lnTo>
                  <a:pt x="381000" y="676275"/>
                </a:lnTo>
                <a:lnTo>
                  <a:pt x="390525" y="676275"/>
                </a:lnTo>
                <a:lnTo>
                  <a:pt x="390525" y="657225"/>
                </a:lnTo>
                <a:lnTo>
                  <a:pt x="485775" y="657225"/>
                </a:lnTo>
                <a:lnTo>
                  <a:pt x="485775" y="647700"/>
                </a:lnTo>
                <a:lnTo>
                  <a:pt x="495300" y="647700"/>
                </a:lnTo>
                <a:close/>
                <a:moveTo>
                  <a:pt x="390525" y="638175"/>
                </a:moveTo>
                <a:lnTo>
                  <a:pt x="400050" y="638175"/>
                </a:lnTo>
                <a:lnTo>
                  <a:pt x="400050" y="647700"/>
                </a:lnTo>
                <a:lnTo>
                  <a:pt x="390525" y="647700"/>
                </a:lnTo>
                <a:close/>
                <a:moveTo>
                  <a:pt x="1076325" y="638175"/>
                </a:moveTo>
                <a:lnTo>
                  <a:pt x="1085850" y="638175"/>
                </a:lnTo>
                <a:lnTo>
                  <a:pt x="1085850" y="647700"/>
                </a:lnTo>
                <a:lnTo>
                  <a:pt x="1095375" y="647700"/>
                </a:lnTo>
                <a:lnTo>
                  <a:pt x="1095375" y="657225"/>
                </a:lnTo>
                <a:lnTo>
                  <a:pt x="1171575" y="657225"/>
                </a:lnTo>
                <a:lnTo>
                  <a:pt x="1171575" y="647700"/>
                </a:lnTo>
                <a:lnTo>
                  <a:pt x="1181100" y="647700"/>
                </a:lnTo>
                <a:lnTo>
                  <a:pt x="1181100" y="638175"/>
                </a:lnTo>
                <a:lnTo>
                  <a:pt x="1190625" y="638175"/>
                </a:lnTo>
                <a:lnTo>
                  <a:pt x="1190625" y="704850"/>
                </a:lnTo>
                <a:lnTo>
                  <a:pt x="1200150" y="704850"/>
                </a:lnTo>
                <a:lnTo>
                  <a:pt x="1200150" y="714375"/>
                </a:lnTo>
                <a:lnTo>
                  <a:pt x="1181100" y="714375"/>
                </a:lnTo>
                <a:lnTo>
                  <a:pt x="1181100" y="723900"/>
                </a:lnTo>
                <a:lnTo>
                  <a:pt x="1171575" y="723900"/>
                </a:lnTo>
                <a:lnTo>
                  <a:pt x="1171575" y="733425"/>
                </a:lnTo>
                <a:lnTo>
                  <a:pt x="1104900" y="733425"/>
                </a:lnTo>
                <a:lnTo>
                  <a:pt x="1104900" y="723900"/>
                </a:lnTo>
                <a:lnTo>
                  <a:pt x="1095375" y="723900"/>
                </a:lnTo>
                <a:lnTo>
                  <a:pt x="1095375" y="714375"/>
                </a:lnTo>
                <a:lnTo>
                  <a:pt x="1076325" y="714375"/>
                </a:lnTo>
                <a:lnTo>
                  <a:pt x="1076325" y="704850"/>
                </a:lnTo>
                <a:lnTo>
                  <a:pt x="1085850" y="704850"/>
                </a:lnTo>
                <a:lnTo>
                  <a:pt x="1085850" y="666750"/>
                </a:lnTo>
                <a:lnTo>
                  <a:pt x="1076325" y="666750"/>
                </a:lnTo>
                <a:close/>
                <a:moveTo>
                  <a:pt x="533400" y="733425"/>
                </a:moveTo>
                <a:lnTo>
                  <a:pt x="542925" y="733425"/>
                </a:lnTo>
                <a:lnTo>
                  <a:pt x="542925" y="742950"/>
                </a:lnTo>
                <a:lnTo>
                  <a:pt x="533400" y="742950"/>
                </a:lnTo>
                <a:close/>
                <a:moveTo>
                  <a:pt x="1028700" y="771525"/>
                </a:moveTo>
                <a:lnTo>
                  <a:pt x="1057275" y="771525"/>
                </a:lnTo>
                <a:lnTo>
                  <a:pt x="1057275" y="781050"/>
                </a:lnTo>
                <a:lnTo>
                  <a:pt x="1028700" y="781050"/>
                </a:lnTo>
                <a:close/>
                <a:moveTo>
                  <a:pt x="1066800" y="771525"/>
                </a:moveTo>
                <a:lnTo>
                  <a:pt x="1076325" y="771525"/>
                </a:lnTo>
                <a:lnTo>
                  <a:pt x="1076325" y="781050"/>
                </a:lnTo>
                <a:lnTo>
                  <a:pt x="1066800" y="781050"/>
                </a:lnTo>
                <a:close/>
                <a:moveTo>
                  <a:pt x="504825" y="895350"/>
                </a:moveTo>
                <a:lnTo>
                  <a:pt x="533400" y="895350"/>
                </a:lnTo>
                <a:lnTo>
                  <a:pt x="533400" y="914400"/>
                </a:lnTo>
                <a:lnTo>
                  <a:pt x="542925" y="914400"/>
                </a:lnTo>
                <a:lnTo>
                  <a:pt x="542925" y="952500"/>
                </a:lnTo>
                <a:lnTo>
                  <a:pt x="552450" y="952500"/>
                </a:lnTo>
                <a:lnTo>
                  <a:pt x="552450" y="962025"/>
                </a:lnTo>
                <a:lnTo>
                  <a:pt x="485775" y="962025"/>
                </a:lnTo>
                <a:lnTo>
                  <a:pt x="485775" y="952500"/>
                </a:lnTo>
                <a:lnTo>
                  <a:pt x="495300" y="952500"/>
                </a:lnTo>
                <a:lnTo>
                  <a:pt x="495300" y="904875"/>
                </a:lnTo>
                <a:lnTo>
                  <a:pt x="504825" y="904875"/>
                </a:lnTo>
                <a:close/>
                <a:moveTo>
                  <a:pt x="581025" y="904875"/>
                </a:moveTo>
                <a:lnTo>
                  <a:pt x="638175" y="904875"/>
                </a:lnTo>
                <a:lnTo>
                  <a:pt x="638175" y="914400"/>
                </a:lnTo>
                <a:lnTo>
                  <a:pt x="581025" y="914400"/>
                </a:lnTo>
                <a:close/>
                <a:moveTo>
                  <a:pt x="571500" y="914400"/>
                </a:moveTo>
                <a:lnTo>
                  <a:pt x="581025" y="914400"/>
                </a:lnTo>
                <a:lnTo>
                  <a:pt x="581025" y="923925"/>
                </a:lnTo>
                <a:lnTo>
                  <a:pt x="571500" y="923925"/>
                </a:lnTo>
                <a:close/>
                <a:moveTo>
                  <a:pt x="638175" y="914400"/>
                </a:moveTo>
                <a:lnTo>
                  <a:pt x="647700" y="914400"/>
                </a:lnTo>
                <a:lnTo>
                  <a:pt x="647700" y="923925"/>
                </a:lnTo>
                <a:lnTo>
                  <a:pt x="638175" y="923925"/>
                </a:lnTo>
                <a:close/>
                <a:moveTo>
                  <a:pt x="1114425" y="1000125"/>
                </a:moveTo>
                <a:lnTo>
                  <a:pt x="1123950" y="1000125"/>
                </a:lnTo>
                <a:lnTo>
                  <a:pt x="1123950" y="1009650"/>
                </a:lnTo>
                <a:lnTo>
                  <a:pt x="1114425" y="1009650"/>
                </a:lnTo>
                <a:close/>
                <a:moveTo>
                  <a:pt x="933450" y="1009650"/>
                </a:moveTo>
                <a:lnTo>
                  <a:pt x="942975" y="1009650"/>
                </a:lnTo>
                <a:lnTo>
                  <a:pt x="942975" y="1019175"/>
                </a:lnTo>
                <a:lnTo>
                  <a:pt x="933450" y="1019175"/>
                </a:lnTo>
                <a:close/>
                <a:moveTo>
                  <a:pt x="1104900" y="1009650"/>
                </a:moveTo>
                <a:lnTo>
                  <a:pt x="1114425" y="1009650"/>
                </a:lnTo>
                <a:lnTo>
                  <a:pt x="1114425" y="1019175"/>
                </a:lnTo>
                <a:lnTo>
                  <a:pt x="1104900" y="1019175"/>
                </a:lnTo>
                <a:close/>
                <a:moveTo>
                  <a:pt x="628650" y="1019175"/>
                </a:moveTo>
                <a:lnTo>
                  <a:pt x="638175" y="1019175"/>
                </a:lnTo>
                <a:lnTo>
                  <a:pt x="638175" y="1028700"/>
                </a:lnTo>
                <a:lnTo>
                  <a:pt x="666750" y="1028700"/>
                </a:lnTo>
                <a:lnTo>
                  <a:pt x="666750" y="1047750"/>
                </a:lnTo>
                <a:lnTo>
                  <a:pt x="657225" y="1047750"/>
                </a:lnTo>
                <a:lnTo>
                  <a:pt x="657225" y="1066800"/>
                </a:lnTo>
                <a:lnTo>
                  <a:pt x="666750" y="1066800"/>
                </a:lnTo>
                <a:lnTo>
                  <a:pt x="666750" y="1085850"/>
                </a:lnTo>
                <a:lnTo>
                  <a:pt x="676275" y="1085850"/>
                </a:lnTo>
                <a:lnTo>
                  <a:pt x="676275" y="1095375"/>
                </a:lnTo>
                <a:lnTo>
                  <a:pt x="742950" y="1095375"/>
                </a:lnTo>
                <a:lnTo>
                  <a:pt x="742950" y="1104900"/>
                </a:lnTo>
                <a:lnTo>
                  <a:pt x="657225" y="1104900"/>
                </a:lnTo>
                <a:lnTo>
                  <a:pt x="657225" y="1095375"/>
                </a:lnTo>
                <a:lnTo>
                  <a:pt x="638175" y="1095375"/>
                </a:lnTo>
                <a:lnTo>
                  <a:pt x="638175" y="1104900"/>
                </a:lnTo>
                <a:lnTo>
                  <a:pt x="600075" y="1104900"/>
                </a:lnTo>
                <a:lnTo>
                  <a:pt x="600075" y="1095375"/>
                </a:lnTo>
                <a:lnTo>
                  <a:pt x="628650" y="1095375"/>
                </a:lnTo>
                <a:lnTo>
                  <a:pt x="628650" y="1066800"/>
                </a:lnTo>
                <a:lnTo>
                  <a:pt x="619125" y="1066800"/>
                </a:lnTo>
                <a:lnTo>
                  <a:pt x="619125" y="1028700"/>
                </a:lnTo>
                <a:lnTo>
                  <a:pt x="628650" y="1028700"/>
                </a:lnTo>
                <a:close/>
                <a:moveTo>
                  <a:pt x="942975" y="1019175"/>
                </a:moveTo>
                <a:lnTo>
                  <a:pt x="1104900" y="1019175"/>
                </a:lnTo>
                <a:lnTo>
                  <a:pt x="1104900" y="1028700"/>
                </a:lnTo>
                <a:lnTo>
                  <a:pt x="942975" y="1028700"/>
                </a:lnTo>
                <a:close/>
                <a:moveTo>
                  <a:pt x="504825" y="1028700"/>
                </a:moveTo>
                <a:lnTo>
                  <a:pt x="571500" y="1028700"/>
                </a:lnTo>
                <a:lnTo>
                  <a:pt x="571500" y="1038225"/>
                </a:lnTo>
                <a:lnTo>
                  <a:pt x="581025" y="1038225"/>
                </a:lnTo>
                <a:lnTo>
                  <a:pt x="581025" y="1066800"/>
                </a:lnTo>
                <a:lnTo>
                  <a:pt x="485775" y="1066800"/>
                </a:lnTo>
                <a:lnTo>
                  <a:pt x="485775" y="1057275"/>
                </a:lnTo>
                <a:lnTo>
                  <a:pt x="495300" y="1057275"/>
                </a:lnTo>
                <a:lnTo>
                  <a:pt x="495300" y="1038225"/>
                </a:lnTo>
                <a:lnTo>
                  <a:pt x="504825" y="1038225"/>
                </a:lnTo>
                <a:close/>
                <a:moveTo>
                  <a:pt x="933450" y="1047750"/>
                </a:moveTo>
                <a:lnTo>
                  <a:pt x="942975" y="1047750"/>
                </a:lnTo>
                <a:lnTo>
                  <a:pt x="942975" y="1057275"/>
                </a:lnTo>
                <a:lnTo>
                  <a:pt x="952500" y="1057275"/>
                </a:lnTo>
                <a:lnTo>
                  <a:pt x="952500" y="1066800"/>
                </a:lnTo>
                <a:lnTo>
                  <a:pt x="923925" y="1066800"/>
                </a:lnTo>
                <a:lnTo>
                  <a:pt x="923925" y="1057275"/>
                </a:lnTo>
                <a:lnTo>
                  <a:pt x="933450" y="1057275"/>
                </a:lnTo>
                <a:close/>
                <a:moveTo>
                  <a:pt x="476250" y="1066800"/>
                </a:moveTo>
                <a:lnTo>
                  <a:pt x="485775" y="1066800"/>
                </a:lnTo>
                <a:lnTo>
                  <a:pt x="485775" y="1076325"/>
                </a:lnTo>
                <a:lnTo>
                  <a:pt x="476250" y="1076325"/>
                </a:lnTo>
                <a:close/>
                <a:moveTo>
                  <a:pt x="581025" y="1066800"/>
                </a:moveTo>
                <a:lnTo>
                  <a:pt x="590550" y="1066800"/>
                </a:lnTo>
                <a:lnTo>
                  <a:pt x="590550" y="1076325"/>
                </a:lnTo>
                <a:lnTo>
                  <a:pt x="581025" y="1076325"/>
                </a:lnTo>
                <a:close/>
                <a:moveTo>
                  <a:pt x="371475" y="1123950"/>
                </a:moveTo>
                <a:lnTo>
                  <a:pt x="381000" y="1123950"/>
                </a:lnTo>
                <a:lnTo>
                  <a:pt x="381000" y="1190625"/>
                </a:lnTo>
                <a:lnTo>
                  <a:pt x="390525" y="1190625"/>
                </a:lnTo>
                <a:lnTo>
                  <a:pt x="390525" y="1209675"/>
                </a:lnTo>
                <a:lnTo>
                  <a:pt x="381000" y="1209675"/>
                </a:lnTo>
                <a:lnTo>
                  <a:pt x="381000" y="1219200"/>
                </a:lnTo>
                <a:lnTo>
                  <a:pt x="333375" y="1219200"/>
                </a:lnTo>
                <a:lnTo>
                  <a:pt x="333375" y="1190625"/>
                </a:lnTo>
                <a:lnTo>
                  <a:pt x="342900" y="1190625"/>
                </a:lnTo>
                <a:lnTo>
                  <a:pt x="342900" y="1162050"/>
                </a:lnTo>
                <a:lnTo>
                  <a:pt x="352425" y="1162050"/>
                </a:lnTo>
                <a:lnTo>
                  <a:pt x="352425" y="1152525"/>
                </a:lnTo>
                <a:lnTo>
                  <a:pt x="361950" y="1152525"/>
                </a:lnTo>
                <a:lnTo>
                  <a:pt x="361950" y="1143000"/>
                </a:lnTo>
                <a:lnTo>
                  <a:pt x="371475" y="1143000"/>
                </a:lnTo>
                <a:close/>
                <a:moveTo>
                  <a:pt x="1181100" y="1171575"/>
                </a:moveTo>
                <a:lnTo>
                  <a:pt x="1190625" y="1171575"/>
                </a:lnTo>
                <a:lnTo>
                  <a:pt x="1190625" y="1181100"/>
                </a:lnTo>
                <a:lnTo>
                  <a:pt x="1181100" y="1181100"/>
                </a:lnTo>
                <a:close/>
                <a:moveTo>
                  <a:pt x="885825" y="1181100"/>
                </a:moveTo>
                <a:lnTo>
                  <a:pt x="895350" y="1181100"/>
                </a:lnTo>
                <a:lnTo>
                  <a:pt x="895350" y="1200150"/>
                </a:lnTo>
                <a:lnTo>
                  <a:pt x="885825" y="1200150"/>
                </a:lnTo>
                <a:close/>
                <a:moveTo>
                  <a:pt x="1162050" y="1181100"/>
                </a:moveTo>
                <a:lnTo>
                  <a:pt x="1171575" y="1181100"/>
                </a:lnTo>
                <a:lnTo>
                  <a:pt x="1171575" y="1209675"/>
                </a:lnTo>
                <a:lnTo>
                  <a:pt x="1162050" y="1209675"/>
                </a:lnTo>
                <a:close/>
                <a:moveTo>
                  <a:pt x="1190625" y="1181100"/>
                </a:moveTo>
                <a:lnTo>
                  <a:pt x="1200150" y="1181100"/>
                </a:lnTo>
                <a:lnTo>
                  <a:pt x="1200150" y="1190625"/>
                </a:lnTo>
                <a:lnTo>
                  <a:pt x="1190625" y="1190625"/>
                </a:lnTo>
                <a:close/>
              </a:path>
            </a:pathLst>
          </a:custGeom>
          <a:solidFill xmlns:a="http://schemas.openxmlformats.org/drawingml/2006/main">
            <a:srgbClr val="E77131"/>
          </a:solidFill>
          <a:ln xmlns:a="http://schemas.openxmlformats.org/drawingml/2006/main" w="0">
            <a:noFill/>
          </a:ln>
        </p:spPr>
      </p:sp>
      <p:sp>
        <p:nvSpPr>
          <p:cNvPr id="78" name="logo vector #db3d1f">
            <a:extLst xmlns:a="http://schemas.openxmlformats.org/drawingml/2006/main">
              <a:ext uri="{FF2B5EF4-FFF2-40B4-BE49-F238E27FC236}">
                <a16:creationId xmlns:a16="http://schemas.microsoft.com/office/drawing/2014/main" id="{667519E7-F7A7-4C6E-8FBD-CA58EBB43F1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219700" y="4476750"/>
            <a:ext cx="1581150" cy="1485900"/>
          </a:xfrm>
          <a:custGeom xmlns:a="http://schemas.openxmlformats.org/drawingml/2006/main">
            <a:pathLst>
              <a:path w="1581150" h="1485900">
                <a:moveTo>
                  <a:pt x="1057275" y="504825"/>
                </a:moveTo>
                <a:lnTo>
                  <a:pt x="1181100" y="504825"/>
                </a:lnTo>
                <a:lnTo>
                  <a:pt x="1181100" y="514350"/>
                </a:lnTo>
                <a:lnTo>
                  <a:pt x="1057275" y="514350"/>
                </a:lnTo>
                <a:close/>
                <a:moveTo>
                  <a:pt x="1209675" y="504825"/>
                </a:moveTo>
                <a:lnTo>
                  <a:pt x="1219200" y="504825"/>
                </a:lnTo>
                <a:lnTo>
                  <a:pt x="1219200" y="514350"/>
                </a:lnTo>
                <a:lnTo>
                  <a:pt x="1209675" y="514350"/>
                </a:lnTo>
                <a:close/>
                <a:moveTo>
                  <a:pt x="438150" y="552450"/>
                </a:moveTo>
                <a:lnTo>
                  <a:pt x="533400" y="552450"/>
                </a:lnTo>
                <a:lnTo>
                  <a:pt x="533400" y="561975"/>
                </a:lnTo>
                <a:lnTo>
                  <a:pt x="638175" y="561975"/>
                </a:lnTo>
                <a:lnTo>
                  <a:pt x="638175" y="552450"/>
                </a:lnTo>
                <a:lnTo>
                  <a:pt x="733425" y="552450"/>
                </a:lnTo>
                <a:lnTo>
                  <a:pt x="733425" y="561975"/>
                </a:lnTo>
                <a:lnTo>
                  <a:pt x="638175" y="561975"/>
                </a:lnTo>
                <a:lnTo>
                  <a:pt x="638175" y="571500"/>
                </a:lnTo>
                <a:lnTo>
                  <a:pt x="628650" y="571500"/>
                </a:lnTo>
                <a:lnTo>
                  <a:pt x="628650" y="619125"/>
                </a:lnTo>
                <a:lnTo>
                  <a:pt x="619125" y="619125"/>
                </a:lnTo>
                <a:lnTo>
                  <a:pt x="619125" y="676275"/>
                </a:lnTo>
                <a:lnTo>
                  <a:pt x="609600" y="676275"/>
                </a:lnTo>
                <a:lnTo>
                  <a:pt x="609600" y="657225"/>
                </a:lnTo>
                <a:lnTo>
                  <a:pt x="504825" y="657225"/>
                </a:lnTo>
                <a:lnTo>
                  <a:pt x="504825" y="628650"/>
                </a:lnTo>
                <a:lnTo>
                  <a:pt x="514350" y="628650"/>
                </a:lnTo>
                <a:lnTo>
                  <a:pt x="514350" y="600075"/>
                </a:lnTo>
                <a:lnTo>
                  <a:pt x="523875" y="600075"/>
                </a:lnTo>
                <a:lnTo>
                  <a:pt x="523875" y="581025"/>
                </a:lnTo>
                <a:lnTo>
                  <a:pt x="533400" y="581025"/>
                </a:lnTo>
                <a:lnTo>
                  <a:pt x="533400" y="571500"/>
                </a:lnTo>
                <a:lnTo>
                  <a:pt x="523875" y="571500"/>
                </a:lnTo>
                <a:lnTo>
                  <a:pt x="523875" y="561975"/>
                </a:lnTo>
                <a:lnTo>
                  <a:pt x="438150" y="561975"/>
                </a:lnTo>
                <a:close/>
                <a:moveTo>
                  <a:pt x="847725" y="552450"/>
                </a:moveTo>
                <a:lnTo>
                  <a:pt x="942975" y="552450"/>
                </a:lnTo>
                <a:lnTo>
                  <a:pt x="942975" y="561975"/>
                </a:lnTo>
                <a:lnTo>
                  <a:pt x="847725" y="561975"/>
                </a:lnTo>
                <a:close/>
                <a:moveTo>
                  <a:pt x="1047750" y="552450"/>
                </a:moveTo>
                <a:lnTo>
                  <a:pt x="1143000" y="552450"/>
                </a:lnTo>
                <a:lnTo>
                  <a:pt x="1143000" y="561975"/>
                </a:lnTo>
                <a:lnTo>
                  <a:pt x="1057275" y="561975"/>
                </a:lnTo>
                <a:lnTo>
                  <a:pt x="1057275" y="571500"/>
                </a:lnTo>
                <a:lnTo>
                  <a:pt x="1047750" y="571500"/>
                </a:lnTo>
                <a:lnTo>
                  <a:pt x="1047750" y="581025"/>
                </a:lnTo>
                <a:lnTo>
                  <a:pt x="1057275" y="581025"/>
                </a:lnTo>
                <a:lnTo>
                  <a:pt x="1057275" y="609600"/>
                </a:lnTo>
                <a:lnTo>
                  <a:pt x="1066800" y="609600"/>
                </a:lnTo>
                <a:lnTo>
                  <a:pt x="1066800" y="638175"/>
                </a:lnTo>
                <a:lnTo>
                  <a:pt x="1076325" y="638175"/>
                </a:lnTo>
                <a:lnTo>
                  <a:pt x="1076325" y="666750"/>
                </a:lnTo>
                <a:lnTo>
                  <a:pt x="1066800" y="666750"/>
                </a:lnTo>
                <a:lnTo>
                  <a:pt x="1066800" y="657225"/>
                </a:lnTo>
                <a:lnTo>
                  <a:pt x="1009650" y="657225"/>
                </a:lnTo>
                <a:lnTo>
                  <a:pt x="1009650" y="666750"/>
                </a:lnTo>
                <a:lnTo>
                  <a:pt x="962025" y="666750"/>
                </a:lnTo>
                <a:lnTo>
                  <a:pt x="962025" y="619125"/>
                </a:lnTo>
                <a:lnTo>
                  <a:pt x="952500" y="619125"/>
                </a:lnTo>
                <a:lnTo>
                  <a:pt x="952500" y="571500"/>
                </a:lnTo>
                <a:lnTo>
                  <a:pt x="942975" y="571500"/>
                </a:lnTo>
                <a:lnTo>
                  <a:pt x="942975" y="561975"/>
                </a:lnTo>
                <a:lnTo>
                  <a:pt x="1047750" y="561975"/>
                </a:lnTo>
                <a:close/>
                <a:moveTo>
                  <a:pt x="733425" y="561975"/>
                </a:moveTo>
                <a:lnTo>
                  <a:pt x="742950" y="561975"/>
                </a:lnTo>
                <a:lnTo>
                  <a:pt x="742950" y="571500"/>
                </a:lnTo>
                <a:lnTo>
                  <a:pt x="733425" y="571500"/>
                </a:lnTo>
                <a:close/>
                <a:moveTo>
                  <a:pt x="809625" y="561975"/>
                </a:moveTo>
                <a:lnTo>
                  <a:pt x="819150" y="561975"/>
                </a:lnTo>
                <a:lnTo>
                  <a:pt x="819150" y="571500"/>
                </a:lnTo>
                <a:lnTo>
                  <a:pt x="828675" y="571500"/>
                </a:lnTo>
                <a:lnTo>
                  <a:pt x="828675" y="561975"/>
                </a:lnTo>
                <a:lnTo>
                  <a:pt x="847725" y="561975"/>
                </a:lnTo>
                <a:lnTo>
                  <a:pt x="847725" y="571500"/>
                </a:lnTo>
                <a:lnTo>
                  <a:pt x="838200" y="571500"/>
                </a:lnTo>
                <a:lnTo>
                  <a:pt x="838200" y="609600"/>
                </a:lnTo>
                <a:lnTo>
                  <a:pt x="847725" y="609600"/>
                </a:lnTo>
                <a:lnTo>
                  <a:pt x="847725" y="676275"/>
                </a:lnTo>
                <a:lnTo>
                  <a:pt x="838200" y="676275"/>
                </a:lnTo>
                <a:lnTo>
                  <a:pt x="838200" y="666750"/>
                </a:lnTo>
                <a:lnTo>
                  <a:pt x="742950" y="666750"/>
                </a:lnTo>
                <a:lnTo>
                  <a:pt x="742950" y="676275"/>
                </a:lnTo>
                <a:lnTo>
                  <a:pt x="733425" y="676275"/>
                </a:lnTo>
                <a:lnTo>
                  <a:pt x="733425" y="685800"/>
                </a:lnTo>
                <a:lnTo>
                  <a:pt x="723900" y="685800"/>
                </a:lnTo>
                <a:lnTo>
                  <a:pt x="723900" y="666750"/>
                </a:lnTo>
                <a:lnTo>
                  <a:pt x="733425" y="666750"/>
                </a:lnTo>
                <a:lnTo>
                  <a:pt x="733425" y="600075"/>
                </a:lnTo>
                <a:lnTo>
                  <a:pt x="742950" y="600075"/>
                </a:lnTo>
                <a:lnTo>
                  <a:pt x="742950" y="571500"/>
                </a:lnTo>
                <a:lnTo>
                  <a:pt x="809625" y="571500"/>
                </a:lnTo>
                <a:close/>
                <a:moveTo>
                  <a:pt x="1152525" y="561975"/>
                </a:moveTo>
                <a:lnTo>
                  <a:pt x="1228725" y="561975"/>
                </a:lnTo>
                <a:lnTo>
                  <a:pt x="1228725" y="571500"/>
                </a:lnTo>
                <a:lnTo>
                  <a:pt x="1247775" y="571500"/>
                </a:lnTo>
                <a:lnTo>
                  <a:pt x="1247775" y="561975"/>
                </a:lnTo>
                <a:lnTo>
                  <a:pt x="1257300" y="561975"/>
                </a:lnTo>
                <a:lnTo>
                  <a:pt x="1257300" y="581025"/>
                </a:lnTo>
                <a:lnTo>
                  <a:pt x="1266825" y="581025"/>
                </a:lnTo>
                <a:lnTo>
                  <a:pt x="1266825" y="600075"/>
                </a:lnTo>
                <a:lnTo>
                  <a:pt x="1276350" y="600075"/>
                </a:lnTo>
                <a:lnTo>
                  <a:pt x="1276350" y="609600"/>
                </a:lnTo>
                <a:lnTo>
                  <a:pt x="1285875" y="609600"/>
                </a:lnTo>
                <a:lnTo>
                  <a:pt x="1285875" y="638175"/>
                </a:lnTo>
                <a:lnTo>
                  <a:pt x="1304925" y="638175"/>
                </a:lnTo>
                <a:lnTo>
                  <a:pt x="1304925" y="657225"/>
                </a:lnTo>
                <a:lnTo>
                  <a:pt x="1295400" y="657225"/>
                </a:lnTo>
                <a:lnTo>
                  <a:pt x="1295400" y="666750"/>
                </a:lnTo>
                <a:lnTo>
                  <a:pt x="1247775" y="666750"/>
                </a:lnTo>
                <a:lnTo>
                  <a:pt x="1247775" y="657225"/>
                </a:lnTo>
                <a:lnTo>
                  <a:pt x="1209675" y="657225"/>
                </a:lnTo>
                <a:lnTo>
                  <a:pt x="1209675" y="666750"/>
                </a:lnTo>
                <a:lnTo>
                  <a:pt x="1200150" y="666750"/>
                </a:lnTo>
                <a:lnTo>
                  <a:pt x="1200150" y="704850"/>
                </a:lnTo>
                <a:lnTo>
                  <a:pt x="1190625" y="704850"/>
                </a:lnTo>
                <a:lnTo>
                  <a:pt x="1190625" y="638175"/>
                </a:lnTo>
                <a:lnTo>
                  <a:pt x="1181100" y="638175"/>
                </a:lnTo>
                <a:lnTo>
                  <a:pt x="1181100" y="609600"/>
                </a:lnTo>
                <a:lnTo>
                  <a:pt x="1171575" y="609600"/>
                </a:lnTo>
                <a:lnTo>
                  <a:pt x="1171575" y="590550"/>
                </a:lnTo>
                <a:lnTo>
                  <a:pt x="1162050" y="590550"/>
                </a:lnTo>
                <a:lnTo>
                  <a:pt x="1162050" y="571500"/>
                </a:lnTo>
                <a:lnTo>
                  <a:pt x="1152525" y="571500"/>
                </a:lnTo>
                <a:close/>
                <a:moveTo>
                  <a:pt x="323850" y="571500"/>
                </a:moveTo>
                <a:lnTo>
                  <a:pt x="381000" y="571500"/>
                </a:lnTo>
                <a:lnTo>
                  <a:pt x="381000" y="581025"/>
                </a:lnTo>
                <a:lnTo>
                  <a:pt x="390525" y="581025"/>
                </a:lnTo>
                <a:lnTo>
                  <a:pt x="390525" y="571500"/>
                </a:lnTo>
                <a:lnTo>
                  <a:pt x="400050" y="571500"/>
                </a:lnTo>
                <a:lnTo>
                  <a:pt x="400050" y="581025"/>
                </a:lnTo>
                <a:lnTo>
                  <a:pt x="409575" y="581025"/>
                </a:lnTo>
                <a:lnTo>
                  <a:pt x="409575" y="571500"/>
                </a:lnTo>
                <a:lnTo>
                  <a:pt x="419100" y="571500"/>
                </a:lnTo>
                <a:lnTo>
                  <a:pt x="419100" y="590550"/>
                </a:lnTo>
                <a:lnTo>
                  <a:pt x="409575" y="590550"/>
                </a:lnTo>
                <a:lnTo>
                  <a:pt x="409575" y="609600"/>
                </a:lnTo>
                <a:lnTo>
                  <a:pt x="400050" y="609600"/>
                </a:lnTo>
                <a:lnTo>
                  <a:pt x="400050" y="638175"/>
                </a:lnTo>
                <a:lnTo>
                  <a:pt x="390525" y="638175"/>
                </a:lnTo>
                <a:lnTo>
                  <a:pt x="390525" y="676275"/>
                </a:lnTo>
                <a:lnTo>
                  <a:pt x="381000" y="676275"/>
                </a:lnTo>
                <a:lnTo>
                  <a:pt x="381000" y="666750"/>
                </a:lnTo>
                <a:lnTo>
                  <a:pt x="285750" y="666750"/>
                </a:lnTo>
                <a:lnTo>
                  <a:pt x="285750" y="628650"/>
                </a:lnTo>
                <a:lnTo>
                  <a:pt x="295275" y="628650"/>
                </a:lnTo>
                <a:lnTo>
                  <a:pt x="295275" y="619125"/>
                </a:lnTo>
                <a:lnTo>
                  <a:pt x="304800" y="619125"/>
                </a:lnTo>
                <a:lnTo>
                  <a:pt x="304800" y="600075"/>
                </a:lnTo>
                <a:lnTo>
                  <a:pt x="314325" y="600075"/>
                </a:lnTo>
                <a:lnTo>
                  <a:pt x="314325" y="590550"/>
                </a:lnTo>
                <a:lnTo>
                  <a:pt x="323850" y="590550"/>
                </a:lnTo>
                <a:close/>
                <a:moveTo>
                  <a:pt x="495300" y="657225"/>
                </a:moveTo>
                <a:lnTo>
                  <a:pt x="504825" y="657225"/>
                </a:lnTo>
                <a:lnTo>
                  <a:pt x="504825" y="666750"/>
                </a:lnTo>
                <a:lnTo>
                  <a:pt x="495300" y="666750"/>
                </a:lnTo>
                <a:close/>
                <a:moveTo>
                  <a:pt x="1076325" y="666750"/>
                </a:moveTo>
                <a:lnTo>
                  <a:pt x="1085850" y="666750"/>
                </a:lnTo>
                <a:lnTo>
                  <a:pt x="1085850" y="704850"/>
                </a:lnTo>
                <a:lnTo>
                  <a:pt x="1076325" y="704850"/>
                </a:lnTo>
                <a:close/>
                <a:moveTo>
                  <a:pt x="609600" y="685800"/>
                </a:moveTo>
                <a:lnTo>
                  <a:pt x="619125" y="685800"/>
                </a:lnTo>
                <a:lnTo>
                  <a:pt x="619125" y="704850"/>
                </a:lnTo>
                <a:lnTo>
                  <a:pt x="609600" y="704850"/>
                </a:lnTo>
                <a:close/>
                <a:moveTo>
                  <a:pt x="495300" y="704850"/>
                </a:moveTo>
                <a:lnTo>
                  <a:pt x="504825" y="704850"/>
                </a:lnTo>
                <a:lnTo>
                  <a:pt x="504825" y="714375"/>
                </a:lnTo>
                <a:lnTo>
                  <a:pt x="495300" y="714375"/>
                </a:lnTo>
                <a:close/>
                <a:moveTo>
                  <a:pt x="733425" y="704850"/>
                </a:moveTo>
                <a:lnTo>
                  <a:pt x="742950" y="704850"/>
                </a:lnTo>
                <a:lnTo>
                  <a:pt x="742950" y="714375"/>
                </a:lnTo>
                <a:lnTo>
                  <a:pt x="733425" y="714375"/>
                </a:lnTo>
                <a:close/>
                <a:moveTo>
                  <a:pt x="838200" y="704850"/>
                </a:moveTo>
                <a:lnTo>
                  <a:pt x="847725" y="704850"/>
                </a:lnTo>
                <a:lnTo>
                  <a:pt x="847725" y="714375"/>
                </a:lnTo>
                <a:lnTo>
                  <a:pt x="838200" y="714375"/>
                </a:lnTo>
                <a:close/>
                <a:moveTo>
                  <a:pt x="962025" y="704850"/>
                </a:moveTo>
                <a:lnTo>
                  <a:pt x="971550" y="704850"/>
                </a:lnTo>
                <a:lnTo>
                  <a:pt x="971550" y="714375"/>
                </a:lnTo>
                <a:lnTo>
                  <a:pt x="962025" y="714375"/>
                </a:lnTo>
                <a:close/>
                <a:moveTo>
                  <a:pt x="1028700" y="809625"/>
                </a:moveTo>
                <a:lnTo>
                  <a:pt x="1104900" y="809625"/>
                </a:lnTo>
                <a:lnTo>
                  <a:pt x="1104900" y="819150"/>
                </a:lnTo>
                <a:lnTo>
                  <a:pt x="1114425" y="819150"/>
                </a:lnTo>
                <a:lnTo>
                  <a:pt x="1114425" y="828675"/>
                </a:lnTo>
                <a:lnTo>
                  <a:pt x="1066800" y="828675"/>
                </a:lnTo>
                <a:lnTo>
                  <a:pt x="1066800" y="819150"/>
                </a:lnTo>
                <a:lnTo>
                  <a:pt x="1038225" y="819150"/>
                </a:lnTo>
                <a:lnTo>
                  <a:pt x="1038225" y="828675"/>
                </a:lnTo>
                <a:lnTo>
                  <a:pt x="942975" y="828675"/>
                </a:lnTo>
                <a:lnTo>
                  <a:pt x="942975" y="838200"/>
                </a:lnTo>
                <a:lnTo>
                  <a:pt x="923925" y="838200"/>
                </a:lnTo>
                <a:lnTo>
                  <a:pt x="923925" y="828675"/>
                </a:lnTo>
                <a:lnTo>
                  <a:pt x="933450" y="828675"/>
                </a:lnTo>
                <a:lnTo>
                  <a:pt x="933450" y="819150"/>
                </a:lnTo>
                <a:lnTo>
                  <a:pt x="1028700" y="819150"/>
                </a:lnTo>
                <a:close/>
                <a:moveTo>
                  <a:pt x="1114425" y="828675"/>
                </a:moveTo>
                <a:lnTo>
                  <a:pt x="1123950" y="828675"/>
                </a:lnTo>
                <a:lnTo>
                  <a:pt x="1123950" y="838200"/>
                </a:lnTo>
                <a:lnTo>
                  <a:pt x="1114425" y="838200"/>
                </a:lnTo>
                <a:close/>
                <a:moveTo>
                  <a:pt x="581025" y="914400"/>
                </a:moveTo>
                <a:lnTo>
                  <a:pt x="638175" y="914400"/>
                </a:lnTo>
                <a:lnTo>
                  <a:pt x="638175" y="923925"/>
                </a:lnTo>
                <a:lnTo>
                  <a:pt x="647700" y="923925"/>
                </a:lnTo>
                <a:lnTo>
                  <a:pt x="647700" y="952500"/>
                </a:lnTo>
                <a:lnTo>
                  <a:pt x="628650" y="952500"/>
                </a:lnTo>
                <a:lnTo>
                  <a:pt x="628650" y="962025"/>
                </a:lnTo>
                <a:lnTo>
                  <a:pt x="581025" y="962025"/>
                </a:lnTo>
                <a:lnTo>
                  <a:pt x="581025" y="952500"/>
                </a:lnTo>
                <a:lnTo>
                  <a:pt x="571500" y="952500"/>
                </a:lnTo>
                <a:lnTo>
                  <a:pt x="571500" y="933450"/>
                </a:lnTo>
                <a:lnTo>
                  <a:pt x="581025" y="933450"/>
                </a:lnTo>
                <a:close/>
                <a:moveTo>
                  <a:pt x="923925" y="990600"/>
                </a:moveTo>
                <a:lnTo>
                  <a:pt x="933450" y="990600"/>
                </a:lnTo>
                <a:lnTo>
                  <a:pt x="933450" y="1009650"/>
                </a:lnTo>
                <a:lnTo>
                  <a:pt x="923925" y="1009650"/>
                </a:lnTo>
                <a:close/>
                <a:moveTo>
                  <a:pt x="1114425" y="1009650"/>
                </a:moveTo>
                <a:lnTo>
                  <a:pt x="1123950" y="1009650"/>
                </a:lnTo>
                <a:lnTo>
                  <a:pt x="1123950" y="1047750"/>
                </a:lnTo>
                <a:lnTo>
                  <a:pt x="1009650" y="1047750"/>
                </a:lnTo>
                <a:lnTo>
                  <a:pt x="1009650" y="1057275"/>
                </a:lnTo>
                <a:lnTo>
                  <a:pt x="962025" y="1057275"/>
                </a:lnTo>
                <a:lnTo>
                  <a:pt x="962025" y="1066800"/>
                </a:lnTo>
                <a:lnTo>
                  <a:pt x="952500" y="1066800"/>
                </a:lnTo>
                <a:lnTo>
                  <a:pt x="952500" y="1057275"/>
                </a:lnTo>
                <a:lnTo>
                  <a:pt x="942975" y="1057275"/>
                </a:lnTo>
                <a:lnTo>
                  <a:pt x="942975" y="1047750"/>
                </a:lnTo>
                <a:lnTo>
                  <a:pt x="933450" y="1047750"/>
                </a:lnTo>
                <a:lnTo>
                  <a:pt x="933450" y="1057275"/>
                </a:lnTo>
                <a:lnTo>
                  <a:pt x="923925" y="1057275"/>
                </a:lnTo>
                <a:lnTo>
                  <a:pt x="923925" y="1066800"/>
                </a:lnTo>
                <a:lnTo>
                  <a:pt x="952500" y="1066800"/>
                </a:lnTo>
                <a:lnTo>
                  <a:pt x="952500" y="1076325"/>
                </a:lnTo>
                <a:lnTo>
                  <a:pt x="933450" y="1076325"/>
                </a:lnTo>
                <a:lnTo>
                  <a:pt x="933450" y="1085850"/>
                </a:lnTo>
                <a:lnTo>
                  <a:pt x="923925" y="1085850"/>
                </a:lnTo>
                <a:lnTo>
                  <a:pt x="923925" y="1181100"/>
                </a:lnTo>
                <a:lnTo>
                  <a:pt x="914400" y="1181100"/>
                </a:lnTo>
                <a:lnTo>
                  <a:pt x="914400" y="1047750"/>
                </a:lnTo>
                <a:lnTo>
                  <a:pt x="923925" y="1047750"/>
                </a:lnTo>
                <a:lnTo>
                  <a:pt x="923925" y="1038225"/>
                </a:lnTo>
                <a:lnTo>
                  <a:pt x="933450" y="1038225"/>
                </a:lnTo>
                <a:lnTo>
                  <a:pt x="933450" y="1028700"/>
                </a:lnTo>
                <a:lnTo>
                  <a:pt x="1104900" y="1028700"/>
                </a:lnTo>
                <a:lnTo>
                  <a:pt x="1104900" y="1019175"/>
                </a:lnTo>
                <a:lnTo>
                  <a:pt x="1114425" y="1019175"/>
                </a:lnTo>
                <a:close/>
                <a:moveTo>
                  <a:pt x="485775" y="1066800"/>
                </a:moveTo>
                <a:lnTo>
                  <a:pt x="581025" y="1066800"/>
                </a:lnTo>
                <a:lnTo>
                  <a:pt x="581025" y="1076325"/>
                </a:lnTo>
                <a:lnTo>
                  <a:pt x="590550" y="1076325"/>
                </a:lnTo>
                <a:lnTo>
                  <a:pt x="590550" y="1095375"/>
                </a:lnTo>
                <a:lnTo>
                  <a:pt x="600075" y="1095375"/>
                </a:lnTo>
                <a:lnTo>
                  <a:pt x="600075" y="1104900"/>
                </a:lnTo>
                <a:lnTo>
                  <a:pt x="466725" y="1104900"/>
                </a:lnTo>
                <a:lnTo>
                  <a:pt x="466725" y="1095375"/>
                </a:lnTo>
                <a:lnTo>
                  <a:pt x="476250" y="1095375"/>
                </a:lnTo>
                <a:lnTo>
                  <a:pt x="476250" y="1076325"/>
                </a:lnTo>
                <a:lnTo>
                  <a:pt x="485775" y="1076325"/>
                </a:lnTo>
                <a:close/>
                <a:moveTo>
                  <a:pt x="638175" y="1095375"/>
                </a:moveTo>
                <a:lnTo>
                  <a:pt x="657225" y="1095375"/>
                </a:lnTo>
                <a:lnTo>
                  <a:pt x="657225" y="1104900"/>
                </a:lnTo>
                <a:lnTo>
                  <a:pt x="638175" y="1104900"/>
                </a:lnTo>
                <a:close/>
                <a:moveTo>
                  <a:pt x="914400" y="1190625"/>
                </a:moveTo>
                <a:lnTo>
                  <a:pt x="933450" y="1190625"/>
                </a:lnTo>
                <a:lnTo>
                  <a:pt x="933450" y="1200150"/>
                </a:lnTo>
                <a:lnTo>
                  <a:pt x="914400" y="1200150"/>
                </a:lnTo>
                <a:close/>
                <a:moveTo>
                  <a:pt x="895350" y="1209675"/>
                </a:moveTo>
                <a:lnTo>
                  <a:pt x="904875" y="1209675"/>
                </a:lnTo>
                <a:lnTo>
                  <a:pt x="904875" y="1219200"/>
                </a:lnTo>
                <a:lnTo>
                  <a:pt x="895350" y="1219200"/>
                </a:lnTo>
                <a:close/>
                <a:moveTo>
                  <a:pt x="914400" y="1209675"/>
                </a:moveTo>
                <a:lnTo>
                  <a:pt x="1133475" y="1209675"/>
                </a:lnTo>
                <a:lnTo>
                  <a:pt x="1133475" y="1219200"/>
                </a:lnTo>
                <a:lnTo>
                  <a:pt x="914400" y="1219200"/>
                </a:lnTo>
                <a:close/>
              </a:path>
            </a:pathLst>
          </a:custGeom>
          <a:solidFill xmlns:a="http://schemas.openxmlformats.org/drawingml/2006/main">
            <a:srgbClr val="DB3D1F"/>
          </a:solidFill>
          <a:ln xmlns:a="http://schemas.openxmlformats.org/drawingml/2006/main" w="0">
            <a:noFill/>
          </a:ln>
        </p:spPr>
      </p:sp>
      <p:sp>
        <p:nvSpPr>
          <p:cNvPr id="79" name="logo vector #d0231b">
            <a:extLst xmlns:a="http://schemas.openxmlformats.org/drawingml/2006/main">
              <a:ext uri="{FF2B5EF4-FFF2-40B4-BE49-F238E27FC236}">
                <a16:creationId xmlns:a16="http://schemas.microsoft.com/office/drawing/2014/main" id="{B5D43B4B-E906-4B51-95CB-6BF649C1E2E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219700" y="4476750"/>
            <a:ext cx="1581150" cy="1485900"/>
          </a:xfrm>
          <a:custGeom xmlns:a="http://schemas.openxmlformats.org/drawingml/2006/main">
            <a:pathLst>
              <a:path w="1581150" h="1485900">
                <a:moveTo>
                  <a:pt x="390525" y="504825"/>
                </a:moveTo>
                <a:lnTo>
                  <a:pt x="628650" y="504825"/>
                </a:lnTo>
                <a:lnTo>
                  <a:pt x="628650" y="514350"/>
                </a:lnTo>
                <a:lnTo>
                  <a:pt x="619125" y="514350"/>
                </a:lnTo>
                <a:lnTo>
                  <a:pt x="619125" y="542925"/>
                </a:lnTo>
                <a:lnTo>
                  <a:pt x="628650" y="542925"/>
                </a:lnTo>
                <a:lnTo>
                  <a:pt x="628650" y="552450"/>
                </a:lnTo>
                <a:lnTo>
                  <a:pt x="638175" y="552450"/>
                </a:lnTo>
                <a:lnTo>
                  <a:pt x="638175" y="561975"/>
                </a:lnTo>
                <a:lnTo>
                  <a:pt x="533400" y="561975"/>
                </a:lnTo>
                <a:lnTo>
                  <a:pt x="533400" y="552450"/>
                </a:lnTo>
                <a:lnTo>
                  <a:pt x="476250" y="552450"/>
                </a:lnTo>
                <a:lnTo>
                  <a:pt x="476250" y="542925"/>
                </a:lnTo>
                <a:lnTo>
                  <a:pt x="466725" y="542925"/>
                </a:lnTo>
                <a:lnTo>
                  <a:pt x="466725" y="552450"/>
                </a:lnTo>
                <a:lnTo>
                  <a:pt x="438150" y="552450"/>
                </a:lnTo>
                <a:lnTo>
                  <a:pt x="438150" y="533400"/>
                </a:lnTo>
                <a:lnTo>
                  <a:pt x="428625" y="533400"/>
                </a:lnTo>
                <a:lnTo>
                  <a:pt x="428625" y="523875"/>
                </a:lnTo>
                <a:lnTo>
                  <a:pt x="381000" y="523875"/>
                </a:lnTo>
                <a:lnTo>
                  <a:pt x="381000" y="514350"/>
                </a:lnTo>
                <a:lnTo>
                  <a:pt x="390525" y="514350"/>
                </a:lnTo>
                <a:close/>
                <a:moveTo>
                  <a:pt x="1009650" y="504825"/>
                </a:moveTo>
                <a:lnTo>
                  <a:pt x="1057275" y="504825"/>
                </a:lnTo>
                <a:lnTo>
                  <a:pt x="1057275" y="514350"/>
                </a:lnTo>
                <a:lnTo>
                  <a:pt x="1038225" y="514350"/>
                </a:lnTo>
                <a:lnTo>
                  <a:pt x="1038225" y="523875"/>
                </a:lnTo>
                <a:lnTo>
                  <a:pt x="1152525" y="523875"/>
                </a:lnTo>
                <a:lnTo>
                  <a:pt x="1152525" y="514350"/>
                </a:lnTo>
                <a:lnTo>
                  <a:pt x="1181100" y="514350"/>
                </a:lnTo>
                <a:lnTo>
                  <a:pt x="1181100" y="504825"/>
                </a:lnTo>
                <a:lnTo>
                  <a:pt x="1209675" y="504825"/>
                </a:lnTo>
                <a:lnTo>
                  <a:pt x="1209675" y="514350"/>
                </a:lnTo>
                <a:lnTo>
                  <a:pt x="1228725" y="514350"/>
                </a:lnTo>
                <a:lnTo>
                  <a:pt x="1228725" y="552450"/>
                </a:lnTo>
                <a:lnTo>
                  <a:pt x="1247775" y="552450"/>
                </a:lnTo>
                <a:lnTo>
                  <a:pt x="1247775" y="571500"/>
                </a:lnTo>
                <a:lnTo>
                  <a:pt x="1228725" y="571500"/>
                </a:lnTo>
                <a:lnTo>
                  <a:pt x="1228725" y="561975"/>
                </a:lnTo>
                <a:lnTo>
                  <a:pt x="1143000" y="561975"/>
                </a:lnTo>
                <a:lnTo>
                  <a:pt x="1143000" y="552450"/>
                </a:lnTo>
                <a:lnTo>
                  <a:pt x="1114425" y="552450"/>
                </a:lnTo>
                <a:lnTo>
                  <a:pt x="1114425" y="542925"/>
                </a:lnTo>
                <a:lnTo>
                  <a:pt x="1152525" y="542925"/>
                </a:lnTo>
                <a:lnTo>
                  <a:pt x="1152525" y="533400"/>
                </a:lnTo>
                <a:lnTo>
                  <a:pt x="1038225" y="533400"/>
                </a:lnTo>
                <a:lnTo>
                  <a:pt x="1038225" y="542925"/>
                </a:lnTo>
                <a:lnTo>
                  <a:pt x="1104900" y="542925"/>
                </a:lnTo>
                <a:lnTo>
                  <a:pt x="1104900" y="552450"/>
                </a:lnTo>
                <a:lnTo>
                  <a:pt x="1047750" y="552450"/>
                </a:lnTo>
                <a:lnTo>
                  <a:pt x="1047750" y="561975"/>
                </a:lnTo>
                <a:lnTo>
                  <a:pt x="942975" y="561975"/>
                </a:lnTo>
                <a:lnTo>
                  <a:pt x="942975" y="552450"/>
                </a:lnTo>
                <a:lnTo>
                  <a:pt x="962025" y="552450"/>
                </a:lnTo>
                <a:lnTo>
                  <a:pt x="962025" y="542925"/>
                </a:lnTo>
                <a:lnTo>
                  <a:pt x="981075" y="542925"/>
                </a:lnTo>
                <a:lnTo>
                  <a:pt x="981075" y="533400"/>
                </a:lnTo>
                <a:lnTo>
                  <a:pt x="1009650" y="533400"/>
                </a:lnTo>
                <a:lnTo>
                  <a:pt x="1009650" y="523875"/>
                </a:lnTo>
                <a:lnTo>
                  <a:pt x="990600" y="523875"/>
                </a:lnTo>
                <a:lnTo>
                  <a:pt x="990600" y="514350"/>
                </a:lnTo>
                <a:lnTo>
                  <a:pt x="1009650" y="514350"/>
                </a:lnTo>
                <a:close/>
                <a:moveTo>
                  <a:pt x="628650" y="514350"/>
                </a:moveTo>
                <a:lnTo>
                  <a:pt x="647700" y="514350"/>
                </a:lnTo>
                <a:lnTo>
                  <a:pt x="647700" y="523875"/>
                </a:lnTo>
                <a:lnTo>
                  <a:pt x="628650" y="523875"/>
                </a:lnTo>
                <a:close/>
                <a:moveTo>
                  <a:pt x="495300" y="523875"/>
                </a:moveTo>
                <a:lnTo>
                  <a:pt x="514350" y="523875"/>
                </a:lnTo>
                <a:lnTo>
                  <a:pt x="514350" y="514350"/>
                </a:lnTo>
                <a:lnTo>
                  <a:pt x="495300" y="514350"/>
                </a:lnTo>
                <a:close/>
                <a:moveTo>
                  <a:pt x="571500" y="523875"/>
                </a:moveTo>
                <a:lnTo>
                  <a:pt x="609600" y="523875"/>
                </a:lnTo>
                <a:lnTo>
                  <a:pt x="609600" y="514350"/>
                </a:lnTo>
                <a:lnTo>
                  <a:pt x="571500" y="514350"/>
                </a:lnTo>
                <a:close/>
                <a:moveTo>
                  <a:pt x="762000" y="533400"/>
                </a:moveTo>
                <a:lnTo>
                  <a:pt x="771525" y="533400"/>
                </a:lnTo>
                <a:lnTo>
                  <a:pt x="771525" y="542925"/>
                </a:lnTo>
                <a:lnTo>
                  <a:pt x="790575" y="542925"/>
                </a:lnTo>
                <a:lnTo>
                  <a:pt x="790575" y="552450"/>
                </a:lnTo>
                <a:lnTo>
                  <a:pt x="847725" y="552450"/>
                </a:lnTo>
                <a:lnTo>
                  <a:pt x="847725" y="561975"/>
                </a:lnTo>
                <a:lnTo>
                  <a:pt x="828675" y="561975"/>
                </a:lnTo>
                <a:lnTo>
                  <a:pt x="828675" y="571500"/>
                </a:lnTo>
                <a:lnTo>
                  <a:pt x="819150" y="571500"/>
                </a:lnTo>
                <a:lnTo>
                  <a:pt x="819150" y="561975"/>
                </a:lnTo>
                <a:lnTo>
                  <a:pt x="809625" y="561975"/>
                </a:lnTo>
                <a:lnTo>
                  <a:pt x="809625" y="571500"/>
                </a:lnTo>
                <a:lnTo>
                  <a:pt x="742950" y="571500"/>
                </a:lnTo>
                <a:lnTo>
                  <a:pt x="742950" y="561975"/>
                </a:lnTo>
                <a:lnTo>
                  <a:pt x="733425" y="561975"/>
                </a:lnTo>
                <a:lnTo>
                  <a:pt x="733425" y="552450"/>
                </a:lnTo>
                <a:lnTo>
                  <a:pt x="762000" y="552450"/>
                </a:lnTo>
                <a:close/>
                <a:moveTo>
                  <a:pt x="495300" y="542925"/>
                </a:moveTo>
                <a:lnTo>
                  <a:pt x="523875" y="542925"/>
                </a:lnTo>
                <a:lnTo>
                  <a:pt x="523875" y="533400"/>
                </a:lnTo>
                <a:lnTo>
                  <a:pt x="495300" y="533400"/>
                </a:lnTo>
                <a:close/>
                <a:moveTo>
                  <a:pt x="352425" y="552450"/>
                </a:moveTo>
                <a:lnTo>
                  <a:pt x="438150" y="552450"/>
                </a:lnTo>
                <a:lnTo>
                  <a:pt x="438150" y="561975"/>
                </a:lnTo>
                <a:lnTo>
                  <a:pt x="428625" y="561975"/>
                </a:lnTo>
                <a:lnTo>
                  <a:pt x="428625" y="571500"/>
                </a:lnTo>
                <a:lnTo>
                  <a:pt x="409575" y="571500"/>
                </a:lnTo>
                <a:lnTo>
                  <a:pt x="409575" y="581025"/>
                </a:lnTo>
                <a:lnTo>
                  <a:pt x="400050" y="581025"/>
                </a:lnTo>
                <a:lnTo>
                  <a:pt x="400050" y="571500"/>
                </a:lnTo>
                <a:lnTo>
                  <a:pt x="390525" y="571500"/>
                </a:lnTo>
                <a:lnTo>
                  <a:pt x="390525" y="581025"/>
                </a:lnTo>
                <a:lnTo>
                  <a:pt x="381000" y="581025"/>
                </a:lnTo>
                <a:lnTo>
                  <a:pt x="381000" y="571500"/>
                </a:lnTo>
                <a:lnTo>
                  <a:pt x="333375" y="571500"/>
                </a:lnTo>
                <a:lnTo>
                  <a:pt x="333375" y="561975"/>
                </a:lnTo>
                <a:lnTo>
                  <a:pt x="352425" y="561975"/>
                </a:lnTo>
                <a:close/>
                <a:moveTo>
                  <a:pt x="504825" y="657225"/>
                </a:moveTo>
                <a:lnTo>
                  <a:pt x="609600" y="657225"/>
                </a:lnTo>
                <a:lnTo>
                  <a:pt x="609600" y="676275"/>
                </a:lnTo>
                <a:lnTo>
                  <a:pt x="590550" y="676275"/>
                </a:lnTo>
                <a:lnTo>
                  <a:pt x="590550" y="695325"/>
                </a:lnTo>
                <a:lnTo>
                  <a:pt x="581025" y="695325"/>
                </a:lnTo>
                <a:lnTo>
                  <a:pt x="581025" y="714375"/>
                </a:lnTo>
                <a:lnTo>
                  <a:pt x="552450" y="714375"/>
                </a:lnTo>
                <a:lnTo>
                  <a:pt x="552450" y="723900"/>
                </a:lnTo>
                <a:lnTo>
                  <a:pt x="542925" y="723900"/>
                </a:lnTo>
                <a:lnTo>
                  <a:pt x="542925" y="714375"/>
                </a:lnTo>
                <a:lnTo>
                  <a:pt x="533400" y="714375"/>
                </a:lnTo>
                <a:lnTo>
                  <a:pt x="533400" y="704850"/>
                </a:lnTo>
                <a:lnTo>
                  <a:pt x="523875" y="704850"/>
                </a:lnTo>
                <a:lnTo>
                  <a:pt x="523875" y="695325"/>
                </a:lnTo>
                <a:lnTo>
                  <a:pt x="514350" y="695325"/>
                </a:lnTo>
                <a:lnTo>
                  <a:pt x="514350" y="676275"/>
                </a:lnTo>
                <a:lnTo>
                  <a:pt x="504825" y="676275"/>
                </a:lnTo>
                <a:lnTo>
                  <a:pt x="504825" y="704850"/>
                </a:lnTo>
                <a:lnTo>
                  <a:pt x="495300" y="704850"/>
                </a:lnTo>
                <a:lnTo>
                  <a:pt x="495300" y="666750"/>
                </a:lnTo>
                <a:lnTo>
                  <a:pt x="504825" y="666750"/>
                </a:lnTo>
                <a:close/>
                <a:moveTo>
                  <a:pt x="1009650" y="657225"/>
                </a:moveTo>
                <a:lnTo>
                  <a:pt x="1066800" y="657225"/>
                </a:lnTo>
                <a:lnTo>
                  <a:pt x="1066800" y="666750"/>
                </a:lnTo>
                <a:lnTo>
                  <a:pt x="1047750" y="666750"/>
                </a:lnTo>
                <a:lnTo>
                  <a:pt x="1047750" y="676275"/>
                </a:lnTo>
                <a:lnTo>
                  <a:pt x="1038225" y="676275"/>
                </a:lnTo>
                <a:lnTo>
                  <a:pt x="1038225" y="704850"/>
                </a:lnTo>
                <a:lnTo>
                  <a:pt x="990600" y="704850"/>
                </a:lnTo>
                <a:lnTo>
                  <a:pt x="990600" y="685800"/>
                </a:lnTo>
                <a:lnTo>
                  <a:pt x="981075" y="685800"/>
                </a:lnTo>
                <a:lnTo>
                  <a:pt x="981075" y="676275"/>
                </a:lnTo>
                <a:lnTo>
                  <a:pt x="962025" y="676275"/>
                </a:lnTo>
                <a:lnTo>
                  <a:pt x="962025" y="666750"/>
                </a:lnTo>
                <a:lnTo>
                  <a:pt x="1009650" y="666750"/>
                </a:lnTo>
                <a:close/>
                <a:moveTo>
                  <a:pt x="1209675" y="657225"/>
                </a:moveTo>
                <a:lnTo>
                  <a:pt x="1247775" y="657225"/>
                </a:lnTo>
                <a:lnTo>
                  <a:pt x="1247775" y="666750"/>
                </a:lnTo>
                <a:lnTo>
                  <a:pt x="1295400" y="666750"/>
                </a:lnTo>
                <a:lnTo>
                  <a:pt x="1295400" y="704850"/>
                </a:lnTo>
                <a:lnTo>
                  <a:pt x="1285875" y="704850"/>
                </a:lnTo>
                <a:lnTo>
                  <a:pt x="1285875" y="714375"/>
                </a:lnTo>
                <a:lnTo>
                  <a:pt x="1276350" y="714375"/>
                </a:lnTo>
                <a:lnTo>
                  <a:pt x="1276350" y="723900"/>
                </a:lnTo>
                <a:lnTo>
                  <a:pt x="1266825" y="723900"/>
                </a:lnTo>
                <a:lnTo>
                  <a:pt x="1266825" y="733425"/>
                </a:lnTo>
                <a:lnTo>
                  <a:pt x="1238250" y="733425"/>
                </a:lnTo>
                <a:lnTo>
                  <a:pt x="1238250" y="714375"/>
                </a:lnTo>
                <a:lnTo>
                  <a:pt x="1228725" y="714375"/>
                </a:lnTo>
                <a:lnTo>
                  <a:pt x="1228725" y="704850"/>
                </a:lnTo>
                <a:lnTo>
                  <a:pt x="1219200" y="704850"/>
                </a:lnTo>
                <a:lnTo>
                  <a:pt x="1219200" y="695325"/>
                </a:lnTo>
                <a:lnTo>
                  <a:pt x="1200150" y="695325"/>
                </a:lnTo>
                <a:lnTo>
                  <a:pt x="1200150" y="666750"/>
                </a:lnTo>
                <a:lnTo>
                  <a:pt x="1209675" y="666750"/>
                </a:lnTo>
                <a:close/>
                <a:moveTo>
                  <a:pt x="285750" y="666750"/>
                </a:moveTo>
                <a:lnTo>
                  <a:pt x="381000" y="666750"/>
                </a:lnTo>
                <a:lnTo>
                  <a:pt x="381000" y="704850"/>
                </a:lnTo>
                <a:lnTo>
                  <a:pt x="371475" y="704850"/>
                </a:lnTo>
                <a:lnTo>
                  <a:pt x="371475" y="695325"/>
                </a:lnTo>
                <a:lnTo>
                  <a:pt x="361950" y="695325"/>
                </a:lnTo>
                <a:lnTo>
                  <a:pt x="361950" y="704850"/>
                </a:lnTo>
                <a:lnTo>
                  <a:pt x="352425" y="704850"/>
                </a:lnTo>
                <a:lnTo>
                  <a:pt x="352425" y="714375"/>
                </a:lnTo>
                <a:lnTo>
                  <a:pt x="304800" y="714375"/>
                </a:lnTo>
                <a:lnTo>
                  <a:pt x="304800" y="704850"/>
                </a:lnTo>
                <a:lnTo>
                  <a:pt x="295275" y="704850"/>
                </a:lnTo>
                <a:lnTo>
                  <a:pt x="295275" y="676275"/>
                </a:lnTo>
                <a:lnTo>
                  <a:pt x="285750" y="676275"/>
                </a:lnTo>
                <a:close/>
                <a:moveTo>
                  <a:pt x="742950" y="666750"/>
                </a:moveTo>
                <a:lnTo>
                  <a:pt x="838200" y="666750"/>
                </a:lnTo>
                <a:lnTo>
                  <a:pt x="838200" y="676275"/>
                </a:lnTo>
                <a:lnTo>
                  <a:pt x="847725" y="676275"/>
                </a:lnTo>
                <a:lnTo>
                  <a:pt x="847725" y="704850"/>
                </a:lnTo>
                <a:lnTo>
                  <a:pt x="838200" y="704850"/>
                </a:lnTo>
                <a:lnTo>
                  <a:pt x="838200" y="695325"/>
                </a:lnTo>
                <a:lnTo>
                  <a:pt x="828675" y="695325"/>
                </a:lnTo>
                <a:lnTo>
                  <a:pt x="828675" y="704850"/>
                </a:lnTo>
                <a:lnTo>
                  <a:pt x="838200" y="704850"/>
                </a:lnTo>
                <a:lnTo>
                  <a:pt x="838200" y="714375"/>
                </a:lnTo>
                <a:lnTo>
                  <a:pt x="809625" y="714375"/>
                </a:lnTo>
                <a:lnTo>
                  <a:pt x="809625" y="733425"/>
                </a:lnTo>
                <a:lnTo>
                  <a:pt x="771525" y="733425"/>
                </a:lnTo>
                <a:lnTo>
                  <a:pt x="771525" y="714375"/>
                </a:lnTo>
                <a:lnTo>
                  <a:pt x="752475" y="714375"/>
                </a:lnTo>
                <a:lnTo>
                  <a:pt x="752475" y="704850"/>
                </a:lnTo>
                <a:lnTo>
                  <a:pt x="733425" y="704850"/>
                </a:lnTo>
                <a:lnTo>
                  <a:pt x="733425" y="676275"/>
                </a:lnTo>
                <a:lnTo>
                  <a:pt x="742950" y="676275"/>
                </a:lnTo>
                <a:close/>
                <a:moveTo>
                  <a:pt x="1066800" y="666750"/>
                </a:moveTo>
                <a:lnTo>
                  <a:pt x="1076325" y="666750"/>
                </a:lnTo>
                <a:lnTo>
                  <a:pt x="1076325" y="676275"/>
                </a:lnTo>
                <a:lnTo>
                  <a:pt x="1066800" y="676275"/>
                </a:lnTo>
                <a:close/>
                <a:moveTo>
                  <a:pt x="609600" y="676275"/>
                </a:moveTo>
                <a:lnTo>
                  <a:pt x="619125" y="676275"/>
                </a:lnTo>
                <a:lnTo>
                  <a:pt x="619125" y="685800"/>
                </a:lnTo>
                <a:lnTo>
                  <a:pt x="609600" y="685800"/>
                </a:lnTo>
                <a:close/>
                <a:moveTo>
                  <a:pt x="962025" y="695325"/>
                </a:moveTo>
                <a:lnTo>
                  <a:pt x="971550" y="695325"/>
                </a:lnTo>
                <a:lnTo>
                  <a:pt x="971550" y="704850"/>
                </a:lnTo>
                <a:lnTo>
                  <a:pt x="962025" y="704850"/>
                </a:lnTo>
                <a:close/>
                <a:moveTo>
                  <a:pt x="981075" y="781050"/>
                </a:moveTo>
                <a:lnTo>
                  <a:pt x="990600" y="781050"/>
                </a:lnTo>
                <a:lnTo>
                  <a:pt x="990600" y="800100"/>
                </a:lnTo>
                <a:lnTo>
                  <a:pt x="1028700" y="800100"/>
                </a:lnTo>
                <a:lnTo>
                  <a:pt x="1028700" y="781050"/>
                </a:lnTo>
                <a:lnTo>
                  <a:pt x="1095375" y="781050"/>
                </a:lnTo>
                <a:lnTo>
                  <a:pt x="1095375" y="800100"/>
                </a:lnTo>
                <a:lnTo>
                  <a:pt x="1104900" y="800100"/>
                </a:lnTo>
                <a:lnTo>
                  <a:pt x="1104900" y="809625"/>
                </a:lnTo>
                <a:lnTo>
                  <a:pt x="1028700" y="809625"/>
                </a:lnTo>
                <a:lnTo>
                  <a:pt x="1028700" y="819150"/>
                </a:lnTo>
                <a:lnTo>
                  <a:pt x="933450" y="819150"/>
                </a:lnTo>
                <a:lnTo>
                  <a:pt x="933450" y="828675"/>
                </a:lnTo>
                <a:lnTo>
                  <a:pt x="914400" y="828675"/>
                </a:lnTo>
                <a:lnTo>
                  <a:pt x="914400" y="809625"/>
                </a:lnTo>
                <a:lnTo>
                  <a:pt x="923925" y="809625"/>
                </a:lnTo>
                <a:lnTo>
                  <a:pt x="923925" y="800100"/>
                </a:lnTo>
                <a:lnTo>
                  <a:pt x="942975" y="800100"/>
                </a:lnTo>
                <a:lnTo>
                  <a:pt x="942975" y="809625"/>
                </a:lnTo>
                <a:lnTo>
                  <a:pt x="981075" y="809625"/>
                </a:lnTo>
                <a:close/>
                <a:moveTo>
                  <a:pt x="1104900" y="809625"/>
                </a:moveTo>
                <a:lnTo>
                  <a:pt x="1123950" y="809625"/>
                </a:lnTo>
                <a:lnTo>
                  <a:pt x="1123950" y="819150"/>
                </a:lnTo>
                <a:lnTo>
                  <a:pt x="1104900" y="819150"/>
                </a:lnTo>
                <a:close/>
                <a:moveTo>
                  <a:pt x="914400" y="1009650"/>
                </a:moveTo>
                <a:lnTo>
                  <a:pt x="933450" y="1009650"/>
                </a:lnTo>
                <a:lnTo>
                  <a:pt x="933450" y="1019175"/>
                </a:lnTo>
                <a:lnTo>
                  <a:pt x="942975" y="1019175"/>
                </a:lnTo>
                <a:lnTo>
                  <a:pt x="942975" y="1028700"/>
                </a:lnTo>
                <a:lnTo>
                  <a:pt x="933450" y="1028700"/>
                </a:lnTo>
                <a:lnTo>
                  <a:pt x="933450" y="1038225"/>
                </a:lnTo>
                <a:lnTo>
                  <a:pt x="923925" y="1038225"/>
                </a:lnTo>
                <a:lnTo>
                  <a:pt x="923925" y="1047750"/>
                </a:lnTo>
                <a:lnTo>
                  <a:pt x="914400" y="1047750"/>
                </a:lnTo>
                <a:close/>
                <a:moveTo>
                  <a:pt x="1123950" y="1009650"/>
                </a:moveTo>
                <a:lnTo>
                  <a:pt x="1133475" y="1009650"/>
                </a:lnTo>
                <a:lnTo>
                  <a:pt x="1133475" y="1028700"/>
                </a:lnTo>
                <a:lnTo>
                  <a:pt x="1143000" y="1028700"/>
                </a:lnTo>
                <a:lnTo>
                  <a:pt x="1143000" y="1133475"/>
                </a:lnTo>
                <a:lnTo>
                  <a:pt x="1133475" y="1133475"/>
                </a:lnTo>
                <a:lnTo>
                  <a:pt x="1133475" y="1190625"/>
                </a:lnTo>
                <a:lnTo>
                  <a:pt x="1143000" y="1190625"/>
                </a:lnTo>
                <a:lnTo>
                  <a:pt x="1143000" y="1200150"/>
                </a:lnTo>
                <a:lnTo>
                  <a:pt x="1133475" y="1200150"/>
                </a:lnTo>
                <a:lnTo>
                  <a:pt x="1133475" y="1209675"/>
                </a:lnTo>
                <a:lnTo>
                  <a:pt x="923925" y="1209675"/>
                </a:lnTo>
                <a:lnTo>
                  <a:pt x="923925" y="1200150"/>
                </a:lnTo>
                <a:lnTo>
                  <a:pt x="933450" y="1200150"/>
                </a:lnTo>
                <a:lnTo>
                  <a:pt x="933450" y="1190625"/>
                </a:lnTo>
                <a:lnTo>
                  <a:pt x="895350" y="1190625"/>
                </a:lnTo>
                <a:lnTo>
                  <a:pt x="895350" y="1123950"/>
                </a:lnTo>
                <a:lnTo>
                  <a:pt x="914400" y="1123950"/>
                </a:lnTo>
                <a:lnTo>
                  <a:pt x="914400" y="1181100"/>
                </a:lnTo>
                <a:lnTo>
                  <a:pt x="923925" y="1181100"/>
                </a:lnTo>
                <a:lnTo>
                  <a:pt x="923925" y="1085850"/>
                </a:lnTo>
                <a:lnTo>
                  <a:pt x="933450" y="1085850"/>
                </a:lnTo>
                <a:lnTo>
                  <a:pt x="933450" y="1076325"/>
                </a:lnTo>
                <a:lnTo>
                  <a:pt x="952500" y="1076325"/>
                </a:lnTo>
                <a:lnTo>
                  <a:pt x="952500" y="1066800"/>
                </a:lnTo>
                <a:lnTo>
                  <a:pt x="962025" y="1066800"/>
                </a:lnTo>
                <a:lnTo>
                  <a:pt x="962025" y="1057275"/>
                </a:lnTo>
                <a:lnTo>
                  <a:pt x="1009650" y="1057275"/>
                </a:lnTo>
                <a:lnTo>
                  <a:pt x="1009650" y="1047750"/>
                </a:lnTo>
                <a:lnTo>
                  <a:pt x="1123950" y="1047750"/>
                </a:lnTo>
                <a:close/>
                <a:moveTo>
                  <a:pt x="895350" y="1095375"/>
                </a:moveTo>
                <a:lnTo>
                  <a:pt x="914400" y="1095375"/>
                </a:lnTo>
                <a:lnTo>
                  <a:pt x="914400" y="1114425"/>
                </a:lnTo>
                <a:lnTo>
                  <a:pt x="895350" y="1114425"/>
                </a:lnTo>
                <a:close/>
              </a:path>
            </a:pathLst>
          </a:custGeom>
          <a:solidFill xmlns:a="http://schemas.openxmlformats.org/drawingml/2006/main">
            <a:srgbClr val="D0231B"/>
          </a:solidFill>
          <a:ln xmlns:a="http://schemas.openxmlformats.org/drawingml/2006/main" w="0">
            <a:noFill/>
          </a:ln>
        </p:spPr>
      </p:sp>
      <p:sp>
        <p:nvSpPr>
          <p:cNvPr id="80" name="logo vector #b05e42">
            <a:extLst xmlns:a="http://schemas.openxmlformats.org/drawingml/2006/main">
              <a:ext uri="{FF2B5EF4-FFF2-40B4-BE49-F238E27FC236}">
                <a16:creationId xmlns:a16="http://schemas.microsoft.com/office/drawing/2014/main" id="{7B08FDAD-136B-4CF6-8656-1EB5F841E6F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219700" y="4476750"/>
            <a:ext cx="1581150" cy="1485900"/>
          </a:xfrm>
          <a:custGeom xmlns:a="http://schemas.openxmlformats.org/drawingml/2006/main">
            <a:pathLst>
              <a:path w="1581150" h="1485900">
                <a:moveTo>
                  <a:pt x="638175" y="152400"/>
                </a:moveTo>
                <a:lnTo>
                  <a:pt x="676275" y="152400"/>
                </a:lnTo>
                <a:lnTo>
                  <a:pt x="676275" y="171450"/>
                </a:lnTo>
                <a:lnTo>
                  <a:pt x="657225" y="171450"/>
                </a:lnTo>
                <a:lnTo>
                  <a:pt x="657225" y="180975"/>
                </a:lnTo>
                <a:lnTo>
                  <a:pt x="590550" y="180975"/>
                </a:lnTo>
                <a:lnTo>
                  <a:pt x="590550" y="190500"/>
                </a:lnTo>
                <a:lnTo>
                  <a:pt x="561975" y="190500"/>
                </a:lnTo>
                <a:lnTo>
                  <a:pt x="561975" y="171450"/>
                </a:lnTo>
                <a:lnTo>
                  <a:pt x="571500" y="171450"/>
                </a:lnTo>
                <a:lnTo>
                  <a:pt x="571500" y="161925"/>
                </a:lnTo>
                <a:lnTo>
                  <a:pt x="638175" y="161925"/>
                </a:lnTo>
                <a:close/>
                <a:moveTo>
                  <a:pt x="762000" y="152400"/>
                </a:moveTo>
                <a:lnTo>
                  <a:pt x="962025" y="152400"/>
                </a:lnTo>
                <a:lnTo>
                  <a:pt x="962025" y="161925"/>
                </a:lnTo>
                <a:lnTo>
                  <a:pt x="1028700" y="161925"/>
                </a:lnTo>
                <a:lnTo>
                  <a:pt x="1028700" y="171450"/>
                </a:lnTo>
                <a:lnTo>
                  <a:pt x="1038225" y="171450"/>
                </a:lnTo>
                <a:lnTo>
                  <a:pt x="1038225" y="190500"/>
                </a:lnTo>
                <a:lnTo>
                  <a:pt x="1019175" y="190500"/>
                </a:lnTo>
                <a:lnTo>
                  <a:pt x="1019175" y="180975"/>
                </a:lnTo>
                <a:lnTo>
                  <a:pt x="952500" y="180975"/>
                </a:lnTo>
                <a:lnTo>
                  <a:pt x="952500" y="171450"/>
                </a:lnTo>
                <a:lnTo>
                  <a:pt x="762000" y="171450"/>
                </a:lnTo>
                <a:close/>
                <a:moveTo>
                  <a:pt x="523875" y="171450"/>
                </a:moveTo>
                <a:lnTo>
                  <a:pt x="542925" y="171450"/>
                </a:lnTo>
                <a:lnTo>
                  <a:pt x="542925" y="190500"/>
                </a:lnTo>
                <a:lnTo>
                  <a:pt x="533400" y="190500"/>
                </a:lnTo>
                <a:lnTo>
                  <a:pt x="533400" y="200025"/>
                </a:lnTo>
                <a:lnTo>
                  <a:pt x="504825" y="200025"/>
                </a:lnTo>
                <a:lnTo>
                  <a:pt x="504825" y="190500"/>
                </a:lnTo>
                <a:lnTo>
                  <a:pt x="495300" y="190500"/>
                </a:lnTo>
                <a:lnTo>
                  <a:pt x="495300" y="180975"/>
                </a:lnTo>
                <a:lnTo>
                  <a:pt x="523875" y="180975"/>
                </a:lnTo>
                <a:close/>
                <a:moveTo>
                  <a:pt x="1057275" y="171450"/>
                </a:moveTo>
                <a:lnTo>
                  <a:pt x="1066800" y="171450"/>
                </a:lnTo>
                <a:lnTo>
                  <a:pt x="1066800" y="180975"/>
                </a:lnTo>
                <a:lnTo>
                  <a:pt x="1057275" y="180975"/>
                </a:lnTo>
                <a:close/>
                <a:moveTo>
                  <a:pt x="1085850" y="180975"/>
                </a:moveTo>
                <a:lnTo>
                  <a:pt x="1095375" y="180975"/>
                </a:lnTo>
                <a:lnTo>
                  <a:pt x="1095375" y="190500"/>
                </a:lnTo>
                <a:lnTo>
                  <a:pt x="1085850" y="190500"/>
                </a:lnTo>
                <a:close/>
                <a:moveTo>
                  <a:pt x="1057275" y="190500"/>
                </a:moveTo>
                <a:lnTo>
                  <a:pt x="1066800" y="190500"/>
                </a:lnTo>
                <a:lnTo>
                  <a:pt x="1066800" y="200025"/>
                </a:lnTo>
                <a:lnTo>
                  <a:pt x="1057275" y="200025"/>
                </a:lnTo>
                <a:close/>
                <a:moveTo>
                  <a:pt x="495300" y="200025"/>
                </a:moveTo>
                <a:lnTo>
                  <a:pt x="504825" y="200025"/>
                </a:lnTo>
                <a:lnTo>
                  <a:pt x="504825" y="209550"/>
                </a:lnTo>
                <a:lnTo>
                  <a:pt x="495300" y="209550"/>
                </a:lnTo>
                <a:close/>
                <a:moveTo>
                  <a:pt x="381000" y="228600"/>
                </a:moveTo>
                <a:lnTo>
                  <a:pt x="390525" y="228600"/>
                </a:lnTo>
                <a:lnTo>
                  <a:pt x="390525" y="238125"/>
                </a:lnTo>
                <a:lnTo>
                  <a:pt x="381000" y="238125"/>
                </a:lnTo>
                <a:close/>
                <a:moveTo>
                  <a:pt x="1028700" y="228600"/>
                </a:moveTo>
                <a:lnTo>
                  <a:pt x="1038225" y="228600"/>
                </a:lnTo>
                <a:lnTo>
                  <a:pt x="1038225" y="238125"/>
                </a:lnTo>
                <a:lnTo>
                  <a:pt x="1047750" y="238125"/>
                </a:lnTo>
                <a:lnTo>
                  <a:pt x="1047750" y="247650"/>
                </a:lnTo>
                <a:lnTo>
                  <a:pt x="1038225" y="247650"/>
                </a:lnTo>
                <a:lnTo>
                  <a:pt x="1038225" y="257175"/>
                </a:lnTo>
                <a:lnTo>
                  <a:pt x="1019175" y="257175"/>
                </a:lnTo>
                <a:lnTo>
                  <a:pt x="1019175" y="238125"/>
                </a:lnTo>
                <a:lnTo>
                  <a:pt x="1028700" y="238125"/>
                </a:lnTo>
                <a:close/>
                <a:moveTo>
                  <a:pt x="600075" y="238125"/>
                </a:moveTo>
                <a:lnTo>
                  <a:pt x="609600" y="238125"/>
                </a:lnTo>
                <a:lnTo>
                  <a:pt x="609600" y="247650"/>
                </a:lnTo>
                <a:lnTo>
                  <a:pt x="600075" y="247650"/>
                </a:lnTo>
                <a:close/>
                <a:moveTo>
                  <a:pt x="1209675" y="238125"/>
                </a:moveTo>
                <a:lnTo>
                  <a:pt x="1219200" y="238125"/>
                </a:lnTo>
                <a:lnTo>
                  <a:pt x="1219200" y="247650"/>
                </a:lnTo>
                <a:lnTo>
                  <a:pt x="1209675" y="247650"/>
                </a:lnTo>
                <a:close/>
                <a:moveTo>
                  <a:pt x="495300" y="247650"/>
                </a:moveTo>
                <a:lnTo>
                  <a:pt x="504825" y="247650"/>
                </a:lnTo>
                <a:lnTo>
                  <a:pt x="504825" y="257175"/>
                </a:lnTo>
                <a:lnTo>
                  <a:pt x="495300" y="257175"/>
                </a:lnTo>
                <a:close/>
                <a:moveTo>
                  <a:pt x="609600" y="247650"/>
                </a:moveTo>
                <a:lnTo>
                  <a:pt x="619125" y="247650"/>
                </a:lnTo>
                <a:lnTo>
                  <a:pt x="619125" y="276225"/>
                </a:lnTo>
                <a:lnTo>
                  <a:pt x="609600" y="276225"/>
                </a:lnTo>
                <a:close/>
                <a:moveTo>
                  <a:pt x="1219200" y="247650"/>
                </a:moveTo>
                <a:lnTo>
                  <a:pt x="1228725" y="247650"/>
                </a:lnTo>
                <a:lnTo>
                  <a:pt x="1228725" y="257175"/>
                </a:lnTo>
                <a:lnTo>
                  <a:pt x="1219200" y="257175"/>
                </a:lnTo>
                <a:close/>
                <a:moveTo>
                  <a:pt x="352425" y="257175"/>
                </a:moveTo>
                <a:lnTo>
                  <a:pt x="361950" y="257175"/>
                </a:lnTo>
                <a:lnTo>
                  <a:pt x="361950" y="266700"/>
                </a:lnTo>
                <a:lnTo>
                  <a:pt x="352425" y="266700"/>
                </a:lnTo>
                <a:close/>
                <a:moveTo>
                  <a:pt x="485775" y="257175"/>
                </a:moveTo>
                <a:lnTo>
                  <a:pt x="495300" y="257175"/>
                </a:lnTo>
                <a:lnTo>
                  <a:pt x="495300" y="266700"/>
                </a:lnTo>
                <a:lnTo>
                  <a:pt x="485775" y="266700"/>
                </a:lnTo>
                <a:close/>
                <a:moveTo>
                  <a:pt x="581025" y="257175"/>
                </a:moveTo>
                <a:lnTo>
                  <a:pt x="590550" y="257175"/>
                </a:lnTo>
                <a:lnTo>
                  <a:pt x="590550" y="333375"/>
                </a:lnTo>
                <a:lnTo>
                  <a:pt x="581025" y="333375"/>
                </a:lnTo>
                <a:close/>
                <a:moveTo>
                  <a:pt x="819150" y="266700"/>
                </a:moveTo>
                <a:lnTo>
                  <a:pt x="847725" y="266700"/>
                </a:lnTo>
                <a:lnTo>
                  <a:pt x="847725" y="276225"/>
                </a:lnTo>
                <a:lnTo>
                  <a:pt x="857250" y="276225"/>
                </a:lnTo>
                <a:lnTo>
                  <a:pt x="857250" y="285750"/>
                </a:lnTo>
                <a:lnTo>
                  <a:pt x="847725" y="285750"/>
                </a:lnTo>
                <a:lnTo>
                  <a:pt x="847725" y="295275"/>
                </a:lnTo>
                <a:lnTo>
                  <a:pt x="838200" y="295275"/>
                </a:lnTo>
                <a:lnTo>
                  <a:pt x="838200" y="285750"/>
                </a:lnTo>
                <a:lnTo>
                  <a:pt x="819150" y="285750"/>
                </a:lnTo>
                <a:lnTo>
                  <a:pt x="819150" y="295275"/>
                </a:lnTo>
                <a:lnTo>
                  <a:pt x="809625" y="295275"/>
                </a:lnTo>
                <a:lnTo>
                  <a:pt x="809625" y="276225"/>
                </a:lnTo>
                <a:lnTo>
                  <a:pt x="819150" y="276225"/>
                </a:lnTo>
                <a:close/>
                <a:moveTo>
                  <a:pt x="1200150" y="266700"/>
                </a:moveTo>
                <a:lnTo>
                  <a:pt x="1209675" y="266700"/>
                </a:lnTo>
                <a:lnTo>
                  <a:pt x="1209675" y="276225"/>
                </a:lnTo>
                <a:lnTo>
                  <a:pt x="1200150" y="276225"/>
                </a:lnTo>
                <a:close/>
                <a:moveTo>
                  <a:pt x="638175" y="276225"/>
                </a:moveTo>
                <a:lnTo>
                  <a:pt x="647700" y="276225"/>
                </a:lnTo>
                <a:lnTo>
                  <a:pt x="647700" y="285750"/>
                </a:lnTo>
                <a:lnTo>
                  <a:pt x="638175" y="285750"/>
                </a:lnTo>
                <a:close/>
                <a:moveTo>
                  <a:pt x="666750" y="276225"/>
                </a:moveTo>
                <a:lnTo>
                  <a:pt x="676275" y="276225"/>
                </a:lnTo>
                <a:lnTo>
                  <a:pt x="676275" y="285750"/>
                </a:lnTo>
                <a:lnTo>
                  <a:pt x="685800" y="285750"/>
                </a:lnTo>
                <a:lnTo>
                  <a:pt x="685800" y="276225"/>
                </a:lnTo>
                <a:lnTo>
                  <a:pt x="695325" y="276225"/>
                </a:lnTo>
                <a:lnTo>
                  <a:pt x="695325" y="295275"/>
                </a:lnTo>
                <a:lnTo>
                  <a:pt x="676275" y="295275"/>
                </a:lnTo>
                <a:lnTo>
                  <a:pt x="676275" y="304800"/>
                </a:lnTo>
                <a:lnTo>
                  <a:pt x="666750" y="304800"/>
                </a:lnTo>
                <a:close/>
                <a:moveTo>
                  <a:pt x="714375" y="276225"/>
                </a:moveTo>
                <a:lnTo>
                  <a:pt x="723900" y="276225"/>
                </a:lnTo>
                <a:lnTo>
                  <a:pt x="723900" y="285750"/>
                </a:lnTo>
                <a:lnTo>
                  <a:pt x="714375" y="285750"/>
                </a:lnTo>
                <a:close/>
                <a:moveTo>
                  <a:pt x="733425" y="276225"/>
                </a:moveTo>
                <a:lnTo>
                  <a:pt x="752475" y="276225"/>
                </a:lnTo>
                <a:lnTo>
                  <a:pt x="752475" y="285750"/>
                </a:lnTo>
                <a:lnTo>
                  <a:pt x="742950" y="285750"/>
                </a:lnTo>
                <a:lnTo>
                  <a:pt x="742950" y="295275"/>
                </a:lnTo>
                <a:lnTo>
                  <a:pt x="723900" y="295275"/>
                </a:lnTo>
                <a:lnTo>
                  <a:pt x="723900" y="285750"/>
                </a:lnTo>
                <a:lnTo>
                  <a:pt x="733425" y="285750"/>
                </a:lnTo>
                <a:close/>
                <a:moveTo>
                  <a:pt x="762000" y="276225"/>
                </a:moveTo>
                <a:lnTo>
                  <a:pt x="771525" y="276225"/>
                </a:lnTo>
                <a:lnTo>
                  <a:pt x="771525" y="285750"/>
                </a:lnTo>
                <a:lnTo>
                  <a:pt x="762000" y="285750"/>
                </a:lnTo>
                <a:close/>
                <a:moveTo>
                  <a:pt x="904875" y="276225"/>
                </a:moveTo>
                <a:lnTo>
                  <a:pt x="962025" y="276225"/>
                </a:lnTo>
                <a:lnTo>
                  <a:pt x="962025" y="285750"/>
                </a:lnTo>
                <a:lnTo>
                  <a:pt x="971550" y="285750"/>
                </a:lnTo>
                <a:lnTo>
                  <a:pt x="971550" y="295275"/>
                </a:lnTo>
                <a:lnTo>
                  <a:pt x="962025" y="295275"/>
                </a:lnTo>
                <a:lnTo>
                  <a:pt x="962025" y="304800"/>
                </a:lnTo>
                <a:lnTo>
                  <a:pt x="952500" y="304800"/>
                </a:lnTo>
                <a:lnTo>
                  <a:pt x="952500" y="295275"/>
                </a:lnTo>
                <a:lnTo>
                  <a:pt x="923925" y="295275"/>
                </a:lnTo>
                <a:lnTo>
                  <a:pt x="923925" y="333375"/>
                </a:lnTo>
                <a:lnTo>
                  <a:pt x="914400" y="333375"/>
                </a:lnTo>
                <a:lnTo>
                  <a:pt x="914400" y="285750"/>
                </a:lnTo>
                <a:lnTo>
                  <a:pt x="904875" y="285750"/>
                </a:lnTo>
                <a:close/>
                <a:moveTo>
                  <a:pt x="990600" y="276225"/>
                </a:moveTo>
                <a:lnTo>
                  <a:pt x="1009650" y="276225"/>
                </a:lnTo>
                <a:lnTo>
                  <a:pt x="1009650" y="285750"/>
                </a:lnTo>
                <a:lnTo>
                  <a:pt x="990600" y="285750"/>
                </a:lnTo>
                <a:close/>
                <a:moveTo>
                  <a:pt x="1028700" y="276225"/>
                </a:moveTo>
                <a:lnTo>
                  <a:pt x="1047750" y="276225"/>
                </a:lnTo>
                <a:lnTo>
                  <a:pt x="1047750" y="285750"/>
                </a:lnTo>
                <a:lnTo>
                  <a:pt x="1028700" y="285750"/>
                </a:lnTo>
                <a:close/>
                <a:moveTo>
                  <a:pt x="1076325" y="276225"/>
                </a:moveTo>
                <a:lnTo>
                  <a:pt x="1095375" y="276225"/>
                </a:lnTo>
                <a:lnTo>
                  <a:pt x="1095375" y="285750"/>
                </a:lnTo>
                <a:lnTo>
                  <a:pt x="1076325" y="285750"/>
                </a:lnTo>
                <a:close/>
                <a:moveTo>
                  <a:pt x="1114425" y="276225"/>
                </a:moveTo>
                <a:lnTo>
                  <a:pt x="1143000" y="276225"/>
                </a:lnTo>
                <a:lnTo>
                  <a:pt x="1143000" y="285750"/>
                </a:lnTo>
                <a:lnTo>
                  <a:pt x="1123950" y="285750"/>
                </a:lnTo>
                <a:lnTo>
                  <a:pt x="1123950" y="304800"/>
                </a:lnTo>
                <a:lnTo>
                  <a:pt x="1114425" y="304800"/>
                </a:lnTo>
                <a:lnTo>
                  <a:pt x="1114425" y="295275"/>
                </a:lnTo>
                <a:lnTo>
                  <a:pt x="1104900" y="295275"/>
                </a:lnTo>
                <a:lnTo>
                  <a:pt x="1104900" y="285750"/>
                </a:lnTo>
                <a:lnTo>
                  <a:pt x="1114425" y="285750"/>
                </a:lnTo>
                <a:close/>
                <a:moveTo>
                  <a:pt x="476250" y="285750"/>
                </a:moveTo>
                <a:lnTo>
                  <a:pt x="495300" y="285750"/>
                </a:lnTo>
                <a:lnTo>
                  <a:pt x="495300" y="304800"/>
                </a:lnTo>
                <a:lnTo>
                  <a:pt x="485775" y="304800"/>
                </a:lnTo>
                <a:lnTo>
                  <a:pt x="485775" y="314325"/>
                </a:lnTo>
                <a:lnTo>
                  <a:pt x="476250" y="314325"/>
                </a:lnTo>
                <a:close/>
                <a:moveTo>
                  <a:pt x="771525" y="285750"/>
                </a:moveTo>
                <a:lnTo>
                  <a:pt x="781050" y="285750"/>
                </a:lnTo>
                <a:lnTo>
                  <a:pt x="781050" y="333375"/>
                </a:lnTo>
                <a:lnTo>
                  <a:pt x="800100" y="333375"/>
                </a:lnTo>
                <a:lnTo>
                  <a:pt x="800100" y="352425"/>
                </a:lnTo>
                <a:lnTo>
                  <a:pt x="781050" y="352425"/>
                </a:lnTo>
                <a:lnTo>
                  <a:pt x="781050" y="361950"/>
                </a:lnTo>
                <a:lnTo>
                  <a:pt x="771525" y="361950"/>
                </a:lnTo>
                <a:close/>
                <a:moveTo>
                  <a:pt x="895350" y="285750"/>
                </a:moveTo>
                <a:lnTo>
                  <a:pt x="904875" y="285750"/>
                </a:lnTo>
                <a:lnTo>
                  <a:pt x="904875" y="295275"/>
                </a:lnTo>
                <a:lnTo>
                  <a:pt x="895350" y="295275"/>
                </a:lnTo>
                <a:close/>
                <a:moveTo>
                  <a:pt x="981075" y="285750"/>
                </a:moveTo>
                <a:lnTo>
                  <a:pt x="990600" y="285750"/>
                </a:lnTo>
                <a:lnTo>
                  <a:pt x="990600" y="295275"/>
                </a:lnTo>
                <a:lnTo>
                  <a:pt x="981075" y="295275"/>
                </a:lnTo>
                <a:close/>
                <a:moveTo>
                  <a:pt x="1009650" y="285750"/>
                </a:moveTo>
                <a:lnTo>
                  <a:pt x="1019175" y="285750"/>
                </a:lnTo>
                <a:lnTo>
                  <a:pt x="1019175" y="295275"/>
                </a:lnTo>
                <a:lnTo>
                  <a:pt x="1009650" y="295275"/>
                </a:lnTo>
                <a:close/>
                <a:moveTo>
                  <a:pt x="1047750" y="285750"/>
                </a:moveTo>
                <a:lnTo>
                  <a:pt x="1057275" y="285750"/>
                </a:lnTo>
                <a:lnTo>
                  <a:pt x="1057275" y="295275"/>
                </a:lnTo>
                <a:lnTo>
                  <a:pt x="1047750" y="295275"/>
                </a:lnTo>
                <a:close/>
                <a:moveTo>
                  <a:pt x="1143000" y="285750"/>
                </a:moveTo>
                <a:lnTo>
                  <a:pt x="1152525" y="285750"/>
                </a:lnTo>
                <a:lnTo>
                  <a:pt x="1152525" y="295275"/>
                </a:lnTo>
                <a:lnTo>
                  <a:pt x="1143000" y="295275"/>
                </a:lnTo>
                <a:close/>
                <a:moveTo>
                  <a:pt x="504825" y="295275"/>
                </a:moveTo>
                <a:lnTo>
                  <a:pt x="514350" y="295275"/>
                </a:lnTo>
                <a:lnTo>
                  <a:pt x="514350" y="304800"/>
                </a:lnTo>
                <a:lnTo>
                  <a:pt x="504825" y="304800"/>
                </a:lnTo>
                <a:close/>
                <a:moveTo>
                  <a:pt x="638175" y="295275"/>
                </a:moveTo>
                <a:lnTo>
                  <a:pt x="647700" y="295275"/>
                </a:lnTo>
                <a:lnTo>
                  <a:pt x="647700" y="352425"/>
                </a:lnTo>
                <a:lnTo>
                  <a:pt x="638175" y="352425"/>
                </a:lnTo>
                <a:close/>
                <a:moveTo>
                  <a:pt x="866775" y="295275"/>
                </a:moveTo>
                <a:lnTo>
                  <a:pt x="876300" y="295275"/>
                </a:lnTo>
                <a:lnTo>
                  <a:pt x="876300" y="304800"/>
                </a:lnTo>
                <a:lnTo>
                  <a:pt x="895350" y="304800"/>
                </a:lnTo>
                <a:lnTo>
                  <a:pt x="895350" y="333375"/>
                </a:lnTo>
                <a:lnTo>
                  <a:pt x="876300" y="333375"/>
                </a:lnTo>
                <a:lnTo>
                  <a:pt x="876300" y="342900"/>
                </a:lnTo>
                <a:lnTo>
                  <a:pt x="866775" y="342900"/>
                </a:lnTo>
                <a:close/>
                <a:moveTo>
                  <a:pt x="971550" y="295275"/>
                </a:moveTo>
                <a:lnTo>
                  <a:pt x="981075" y="295275"/>
                </a:lnTo>
                <a:lnTo>
                  <a:pt x="981075" y="314325"/>
                </a:lnTo>
                <a:lnTo>
                  <a:pt x="971550" y="314325"/>
                </a:lnTo>
                <a:close/>
                <a:moveTo>
                  <a:pt x="1028700" y="295275"/>
                </a:moveTo>
                <a:lnTo>
                  <a:pt x="1038225" y="295275"/>
                </a:lnTo>
                <a:lnTo>
                  <a:pt x="1038225" y="314325"/>
                </a:lnTo>
                <a:lnTo>
                  <a:pt x="1047750" y="314325"/>
                </a:lnTo>
                <a:lnTo>
                  <a:pt x="1047750" y="304800"/>
                </a:lnTo>
                <a:lnTo>
                  <a:pt x="1057275" y="304800"/>
                </a:lnTo>
                <a:lnTo>
                  <a:pt x="1057275" y="314325"/>
                </a:lnTo>
                <a:lnTo>
                  <a:pt x="1047750" y="314325"/>
                </a:lnTo>
                <a:lnTo>
                  <a:pt x="1047750" y="323850"/>
                </a:lnTo>
                <a:lnTo>
                  <a:pt x="1028700" y="323850"/>
                </a:lnTo>
                <a:close/>
                <a:moveTo>
                  <a:pt x="1009650" y="304800"/>
                </a:moveTo>
                <a:lnTo>
                  <a:pt x="1019175" y="304800"/>
                </a:lnTo>
                <a:lnTo>
                  <a:pt x="1019175" y="333375"/>
                </a:lnTo>
                <a:lnTo>
                  <a:pt x="1009650" y="333375"/>
                </a:lnTo>
                <a:close/>
                <a:moveTo>
                  <a:pt x="1123950" y="304800"/>
                </a:moveTo>
                <a:lnTo>
                  <a:pt x="1133475" y="304800"/>
                </a:lnTo>
                <a:lnTo>
                  <a:pt x="1133475" y="361950"/>
                </a:lnTo>
                <a:lnTo>
                  <a:pt x="1123950" y="361950"/>
                </a:lnTo>
                <a:close/>
                <a:moveTo>
                  <a:pt x="1152525" y="304800"/>
                </a:moveTo>
                <a:lnTo>
                  <a:pt x="1162050" y="304800"/>
                </a:lnTo>
                <a:lnTo>
                  <a:pt x="1162050" y="371475"/>
                </a:lnTo>
                <a:lnTo>
                  <a:pt x="1152525" y="371475"/>
                </a:lnTo>
                <a:close/>
                <a:moveTo>
                  <a:pt x="809625" y="314325"/>
                </a:moveTo>
                <a:lnTo>
                  <a:pt x="838200" y="314325"/>
                </a:lnTo>
                <a:lnTo>
                  <a:pt x="838200" y="323850"/>
                </a:lnTo>
                <a:lnTo>
                  <a:pt x="828675" y="323850"/>
                </a:lnTo>
                <a:lnTo>
                  <a:pt x="828675" y="361950"/>
                </a:lnTo>
                <a:lnTo>
                  <a:pt x="819150" y="361950"/>
                </a:lnTo>
                <a:lnTo>
                  <a:pt x="819150" y="323850"/>
                </a:lnTo>
                <a:lnTo>
                  <a:pt x="809625" y="323850"/>
                </a:lnTo>
                <a:close/>
                <a:moveTo>
                  <a:pt x="1095375" y="314325"/>
                </a:moveTo>
                <a:lnTo>
                  <a:pt x="1104900" y="314325"/>
                </a:lnTo>
                <a:lnTo>
                  <a:pt x="1104900" y="361950"/>
                </a:lnTo>
                <a:lnTo>
                  <a:pt x="1095375" y="361950"/>
                </a:lnTo>
                <a:close/>
                <a:moveTo>
                  <a:pt x="495300" y="323850"/>
                </a:moveTo>
                <a:lnTo>
                  <a:pt x="504825" y="323850"/>
                </a:lnTo>
                <a:lnTo>
                  <a:pt x="504825" y="333375"/>
                </a:lnTo>
                <a:lnTo>
                  <a:pt x="514350" y="333375"/>
                </a:lnTo>
                <a:lnTo>
                  <a:pt x="514350" y="342900"/>
                </a:lnTo>
                <a:lnTo>
                  <a:pt x="485775" y="342900"/>
                </a:lnTo>
                <a:lnTo>
                  <a:pt x="485775" y="333375"/>
                </a:lnTo>
                <a:lnTo>
                  <a:pt x="495300" y="333375"/>
                </a:lnTo>
                <a:close/>
                <a:moveTo>
                  <a:pt x="457200" y="333375"/>
                </a:moveTo>
                <a:lnTo>
                  <a:pt x="466725" y="333375"/>
                </a:lnTo>
                <a:lnTo>
                  <a:pt x="466725" y="342900"/>
                </a:lnTo>
                <a:lnTo>
                  <a:pt x="457200" y="342900"/>
                </a:lnTo>
                <a:close/>
                <a:moveTo>
                  <a:pt x="476250" y="342900"/>
                </a:moveTo>
                <a:lnTo>
                  <a:pt x="485775" y="342900"/>
                </a:lnTo>
                <a:lnTo>
                  <a:pt x="485775" y="352425"/>
                </a:lnTo>
                <a:lnTo>
                  <a:pt x="476250" y="352425"/>
                </a:lnTo>
                <a:close/>
                <a:moveTo>
                  <a:pt x="514350" y="342900"/>
                </a:moveTo>
                <a:lnTo>
                  <a:pt x="523875" y="342900"/>
                </a:lnTo>
                <a:lnTo>
                  <a:pt x="523875" y="352425"/>
                </a:lnTo>
                <a:lnTo>
                  <a:pt x="514350" y="352425"/>
                </a:lnTo>
                <a:close/>
                <a:moveTo>
                  <a:pt x="552450" y="342900"/>
                </a:moveTo>
                <a:lnTo>
                  <a:pt x="561975" y="342900"/>
                </a:lnTo>
                <a:lnTo>
                  <a:pt x="561975" y="352425"/>
                </a:lnTo>
                <a:lnTo>
                  <a:pt x="552450" y="352425"/>
                </a:lnTo>
                <a:close/>
                <a:moveTo>
                  <a:pt x="609600" y="342900"/>
                </a:moveTo>
                <a:lnTo>
                  <a:pt x="619125" y="342900"/>
                </a:lnTo>
                <a:lnTo>
                  <a:pt x="619125" y="352425"/>
                </a:lnTo>
                <a:lnTo>
                  <a:pt x="609600" y="352425"/>
                </a:lnTo>
                <a:close/>
                <a:moveTo>
                  <a:pt x="838200" y="342900"/>
                </a:moveTo>
                <a:lnTo>
                  <a:pt x="847725" y="342900"/>
                </a:lnTo>
                <a:lnTo>
                  <a:pt x="847725" y="352425"/>
                </a:lnTo>
                <a:lnTo>
                  <a:pt x="838200" y="352425"/>
                </a:lnTo>
                <a:close/>
                <a:moveTo>
                  <a:pt x="895350" y="342900"/>
                </a:moveTo>
                <a:lnTo>
                  <a:pt x="904875" y="342900"/>
                </a:lnTo>
                <a:lnTo>
                  <a:pt x="904875" y="352425"/>
                </a:lnTo>
                <a:lnTo>
                  <a:pt x="895350" y="352425"/>
                </a:lnTo>
                <a:close/>
                <a:moveTo>
                  <a:pt x="981075" y="342900"/>
                </a:moveTo>
                <a:lnTo>
                  <a:pt x="990600" y="342900"/>
                </a:lnTo>
                <a:lnTo>
                  <a:pt x="990600" y="352425"/>
                </a:lnTo>
                <a:lnTo>
                  <a:pt x="981075" y="352425"/>
                </a:lnTo>
                <a:close/>
                <a:moveTo>
                  <a:pt x="581025" y="352425"/>
                </a:moveTo>
                <a:lnTo>
                  <a:pt x="590550" y="352425"/>
                </a:lnTo>
                <a:lnTo>
                  <a:pt x="590550" y="361950"/>
                </a:lnTo>
                <a:lnTo>
                  <a:pt x="581025" y="361950"/>
                </a:lnTo>
                <a:close/>
                <a:moveTo>
                  <a:pt x="695325" y="352425"/>
                </a:moveTo>
                <a:lnTo>
                  <a:pt x="704850" y="352425"/>
                </a:lnTo>
                <a:lnTo>
                  <a:pt x="704850" y="361950"/>
                </a:lnTo>
                <a:lnTo>
                  <a:pt x="695325" y="361950"/>
                </a:lnTo>
                <a:close/>
                <a:moveTo>
                  <a:pt x="714375" y="352425"/>
                </a:moveTo>
                <a:lnTo>
                  <a:pt x="723900" y="352425"/>
                </a:lnTo>
                <a:lnTo>
                  <a:pt x="723900" y="361950"/>
                </a:lnTo>
                <a:lnTo>
                  <a:pt x="714375" y="361950"/>
                </a:lnTo>
                <a:close/>
                <a:moveTo>
                  <a:pt x="752475" y="352425"/>
                </a:moveTo>
                <a:lnTo>
                  <a:pt x="762000" y="352425"/>
                </a:lnTo>
                <a:lnTo>
                  <a:pt x="762000" y="361950"/>
                </a:lnTo>
                <a:lnTo>
                  <a:pt x="752475" y="361950"/>
                </a:lnTo>
                <a:close/>
                <a:moveTo>
                  <a:pt x="800100" y="352425"/>
                </a:moveTo>
                <a:lnTo>
                  <a:pt x="809625" y="352425"/>
                </a:lnTo>
                <a:lnTo>
                  <a:pt x="809625" y="361950"/>
                </a:lnTo>
                <a:lnTo>
                  <a:pt x="800100" y="361950"/>
                </a:lnTo>
                <a:close/>
                <a:moveTo>
                  <a:pt x="904875" y="352425"/>
                </a:moveTo>
                <a:lnTo>
                  <a:pt x="914400" y="352425"/>
                </a:lnTo>
                <a:lnTo>
                  <a:pt x="914400" y="361950"/>
                </a:lnTo>
                <a:lnTo>
                  <a:pt x="904875" y="361950"/>
                </a:lnTo>
                <a:close/>
                <a:moveTo>
                  <a:pt x="990600" y="352425"/>
                </a:moveTo>
                <a:lnTo>
                  <a:pt x="1000125" y="352425"/>
                </a:lnTo>
                <a:lnTo>
                  <a:pt x="1000125" y="361950"/>
                </a:lnTo>
                <a:lnTo>
                  <a:pt x="990600" y="361950"/>
                </a:lnTo>
                <a:close/>
                <a:moveTo>
                  <a:pt x="1019175" y="352425"/>
                </a:moveTo>
                <a:lnTo>
                  <a:pt x="1047750" y="352425"/>
                </a:lnTo>
                <a:lnTo>
                  <a:pt x="1047750" y="361950"/>
                </a:lnTo>
                <a:lnTo>
                  <a:pt x="1038225" y="361950"/>
                </a:lnTo>
                <a:lnTo>
                  <a:pt x="1038225" y="371475"/>
                </a:lnTo>
                <a:lnTo>
                  <a:pt x="1009650" y="371475"/>
                </a:lnTo>
                <a:lnTo>
                  <a:pt x="1009650" y="361950"/>
                </a:lnTo>
                <a:lnTo>
                  <a:pt x="1019175" y="361950"/>
                </a:lnTo>
                <a:close/>
                <a:moveTo>
                  <a:pt x="1066800" y="352425"/>
                </a:moveTo>
                <a:lnTo>
                  <a:pt x="1085850" y="352425"/>
                </a:lnTo>
                <a:lnTo>
                  <a:pt x="1085850" y="361950"/>
                </a:lnTo>
                <a:lnTo>
                  <a:pt x="1095375" y="361950"/>
                </a:lnTo>
                <a:lnTo>
                  <a:pt x="1095375" y="371475"/>
                </a:lnTo>
                <a:lnTo>
                  <a:pt x="1076325" y="371475"/>
                </a:lnTo>
                <a:lnTo>
                  <a:pt x="1076325" y="361950"/>
                </a:lnTo>
                <a:lnTo>
                  <a:pt x="1066800" y="361950"/>
                </a:lnTo>
                <a:close/>
                <a:moveTo>
                  <a:pt x="447675" y="361950"/>
                </a:moveTo>
                <a:lnTo>
                  <a:pt x="457200" y="361950"/>
                </a:lnTo>
                <a:lnTo>
                  <a:pt x="457200" y="371475"/>
                </a:lnTo>
                <a:lnTo>
                  <a:pt x="447675" y="371475"/>
                </a:lnTo>
                <a:close/>
                <a:moveTo>
                  <a:pt x="466725" y="361950"/>
                </a:moveTo>
                <a:lnTo>
                  <a:pt x="476250" y="361950"/>
                </a:lnTo>
                <a:lnTo>
                  <a:pt x="476250" y="371475"/>
                </a:lnTo>
                <a:lnTo>
                  <a:pt x="466725" y="371475"/>
                </a:lnTo>
                <a:close/>
                <a:moveTo>
                  <a:pt x="523875" y="361950"/>
                </a:moveTo>
                <a:lnTo>
                  <a:pt x="533400" y="361950"/>
                </a:lnTo>
                <a:lnTo>
                  <a:pt x="533400" y="371475"/>
                </a:lnTo>
                <a:lnTo>
                  <a:pt x="523875" y="371475"/>
                </a:lnTo>
                <a:close/>
                <a:moveTo>
                  <a:pt x="552450" y="361950"/>
                </a:moveTo>
                <a:lnTo>
                  <a:pt x="561975" y="361950"/>
                </a:lnTo>
                <a:lnTo>
                  <a:pt x="561975" y="371475"/>
                </a:lnTo>
                <a:lnTo>
                  <a:pt x="552450" y="371475"/>
                </a:lnTo>
                <a:close/>
                <a:moveTo>
                  <a:pt x="457200" y="371475"/>
                </a:moveTo>
                <a:lnTo>
                  <a:pt x="466725" y="371475"/>
                </a:lnTo>
                <a:lnTo>
                  <a:pt x="466725" y="381000"/>
                </a:lnTo>
                <a:lnTo>
                  <a:pt x="457200" y="381000"/>
                </a:lnTo>
                <a:close/>
                <a:moveTo>
                  <a:pt x="809625" y="409575"/>
                </a:moveTo>
                <a:lnTo>
                  <a:pt x="828675" y="409575"/>
                </a:lnTo>
                <a:lnTo>
                  <a:pt x="828675" y="428625"/>
                </a:lnTo>
                <a:lnTo>
                  <a:pt x="809625" y="428625"/>
                </a:lnTo>
                <a:close/>
                <a:moveTo>
                  <a:pt x="857250" y="428625"/>
                </a:moveTo>
                <a:lnTo>
                  <a:pt x="876300" y="428625"/>
                </a:lnTo>
                <a:lnTo>
                  <a:pt x="876300" y="438150"/>
                </a:lnTo>
                <a:lnTo>
                  <a:pt x="857250" y="438150"/>
                </a:lnTo>
                <a:close/>
                <a:moveTo>
                  <a:pt x="1038225" y="428625"/>
                </a:moveTo>
                <a:lnTo>
                  <a:pt x="1066800" y="428625"/>
                </a:lnTo>
                <a:lnTo>
                  <a:pt x="1066800" y="457200"/>
                </a:lnTo>
                <a:lnTo>
                  <a:pt x="1047750" y="457200"/>
                </a:lnTo>
                <a:lnTo>
                  <a:pt x="1047750" y="438150"/>
                </a:lnTo>
                <a:lnTo>
                  <a:pt x="1038225" y="438150"/>
                </a:lnTo>
                <a:close/>
                <a:moveTo>
                  <a:pt x="676275" y="457200"/>
                </a:moveTo>
                <a:lnTo>
                  <a:pt x="685800" y="457200"/>
                </a:lnTo>
                <a:lnTo>
                  <a:pt x="685800" y="466725"/>
                </a:lnTo>
                <a:lnTo>
                  <a:pt x="676275" y="466725"/>
                </a:lnTo>
                <a:close/>
                <a:moveTo>
                  <a:pt x="704850" y="457200"/>
                </a:moveTo>
                <a:lnTo>
                  <a:pt x="714375" y="457200"/>
                </a:lnTo>
                <a:lnTo>
                  <a:pt x="714375" y="466725"/>
                </a:lnTo>
                <a:lnTo>
                  <a:pt x="704850" y="466725"/>
                </a:lnTo>
                <a:close/>
                <a:moveTo>
                  <a:pt x="1019175" y="457200"/>
                </a:moveTo>
                <a:lnTo>
                  <a:pt x="1028700" y="457200"/>
                </a:lnTo>
                <a:lnTo>
                  <a:pt x="1028700" y="466725"/>
                </a:lnTo>
                <a:lnTo>
                  <a:pt x="1019175" y="466725"/>
                </a:lnTo>
                <a:close/>
                <a:moveTo>
                  <a:pt x="371475" y="476250"/>
                </a:moveTo>
                <a:lnTo>
                  <a:pt x="381000" y="476250"/>
                </a:lnTo>
                <a:lnTo>
                  <a:pt x="381000" y="485775"/>
                </a:lnTo>
                <a:lnTo>
                  <a:pt x="371475" y="485775"/>
                </a:lnTo>
                <a:close/>
                <a:moveTo>
                  <a:pt x="1200150" y="485775"/>
                </a:moveTo>
                <a:lnTo>
                  <a:pt x="1209675" y="485775"/>
                </a:lnTo>
                <a:lnTo>
                  <a:pt x="1209675" y="495300"/>
                </a:lnTo>
                <a:lnTo>
                  <a:pt x="1200150" y="495300"/>
                </a:lnTo>
                <a:close/>
                <a:moveTo>
                  <a:pt x="352425" y="495300"/>
                </a:moveTo>
                <a:lnTo>
                  <a:pt x="361950" y="495300"/>
                </a:lnTo>
                <a:lnTo>
                  <a:pt x="361950" y="504825"/>
                </a:lnTo>
                <a:lnTo>
                  <a:pt x="352425" y="504825"/>
                </a:lnTo>
                <a:close/>
                <a:moveTo>
                  <a:pt x="1190625" y="495300"/>
                </a:moveTo>
                <a:lnTo>
                  <a:pt x="1200150" y="495300"/>
                </a:lnTo>
                <a:lnTo>
                  <a:pt x="1200150" y="504825"/>
                </a:lnTo>
                <a:lnTo>
                  <a:pt x="1190625" y="504825"/>
                </a:lnTo>
                <a:close/>
                <a:moveTo>
                  <a:pt x="1219200" y="495300"/>
                </a:moveTo>
                <a:lnTo>
                  <a:pt x="1228725" y="495300"/>
                </a:lnTo>
                <a:lnTo>
                  <a:pt x="1228725" y="514350"/>
                </a:lnTo>
                <a:lnTo>
                  <a:pt x="1219200" y="514350"/>
                </a:lnTo>
                <a:close/>
                <a:moveTo>
                  <a:pt x="333375" y="514350"/>
                </a:moveTo>
                <a:lnTo>
                  <a:pt x="342900" y="514350"/>
                </a:lnTo>
                <a:lnTo>
                  <a:pt x="342900" y="523875"/>
                </a:lnTo>
                <a:lnTo>
                  <a:pt x="333375" y="523875"/>
                </a:lnTo>
                <a:close/>
                <a:moveTo>
                  <a:pt x="1228725" y="514350"/>
                </a:moveTo>
                <a:lnTo>
                  <a:pt x="1247775" y="514350"/>
                </a:lnTo>
                <a:lnTo>
                  <a:pt x="1247775" y="523875"/>
                </a:lnTo>
                <a:lnTo>
                  <a:pt x="1228725" y="523875"/>
                </a:lnTo>
                <a:close/>
                <a:moveTo>
                  <a:pt x="323850" y="523875"/>
                </a:moveTo>
                <a:lnTo>
                  <a:pt x="333375" y="523875"/>
                </a:lnTo>
                <a:lnTo>
                  <a:pt x="333375" y="533400"/>
                </a:lnTo>
                <a:lnTo>
                  <a:pt x="323850" y="533400"/>
                </a:lnTo>
                <a:close/>
                <a:moveTo>
                  <a:pt x="1247775" y="523875"/>
                </a:moveTo>
                <a:lnTo>
                  <a:pt x="1257300" y="523875"/>
                </a:lnTo>
                <a:lnTo>
                  <a:pt x="1257300" y="533400"/>
                </a:lnTo>
                <a:lnTo>
                  <a:pt x="1247775" y="533400"/>
                </a:lnTo>
                <a:close/>
                <a:moveTo>
                  <a:pt x="323850" y="552450"/>
                </a:moveTo>
                <a:lnTo>
                  <a:pt x="333375" y="552450"/>
                </a:lnTo>
                <a:lnTo>
                  <a:pt x="333375" y="571500"/>
                </a:lnTo>
                <a:lnTo>
                  <a:pt x="323850" y="571500"/>
                </a:lnTo>
                <a:close/>
                <a:moveTo>
                  <a:pt x="1247775" y="552450"/>
                </a:moveTo>
                <a:lnTo>
                  <a:pt x="1257300" y="552450"/>
                </a:lnTo>
                <a:lnTo>
                  <a:pt x="1257300" y="561975"/>
                </a:lnTo>
                <a:lnTo>
                  <a:pt x="1247775" y="561975"/>
                </a:lnTo>
                <a:close/>
                <a:moveTo>
                  <a:pt x="314325" y="581025"/>
                </a:moveTo>
                <a:lnTo>
                  <a:pt x="323850" y="581025"/>
                </a:lnTo>
                <a:lnTo>
                  <a:pt x="323850" y="590550"/>
                </a:lnTo>
                <a:lnTo>
                  <a:pt x="314325" y="590550"/>
                </a:lnTo>
                <a:close/>
                <a:moveTo>
                  <a:pt x="1266825" y="590550"/>
                </a:moveTo>
                <a:lnTo>
                  <a:pt x="1276350" y="590550"/>
                </a:lnTo>
                <a:lnTo>
                  <a:pt x="1276350" y="600075"/>
                </a:lnTo>
                <a:lnTo>
                  <a:pt x="1266825" y="600075"/>
                </a:lnTo>
                <a:close/>
                <a:moveTo>
                  <a:pt x="295275" y="609600"/>
                </a:moveTo>
                <a:lnTo>
                  <a:pt x="304800" y="609600"/>
                </a:lnTo>
                <a:lnTo>
                  <a:pt x="304800" y="619125"/>
                </a:lnTo>
                <a:lnTo>
                  <a:pt x="295275" y="619125"/>
                </a:lnTo>
                <a:close/>
                <a:moveTo>
                  <a:pt x="1285875" y="619125"/>
                </a:moveTo>
                <a:lnTo>
                  <a:pt x="1295400" y="619125"/>
                </a:lnTo>
                <a:lnTo>
                  <a:pt x="1295400" y="628650"/>
                </a:lnTo>
                <a:lnTo>
                  <a:pt x="1285875" y="628650"/>
                </a:lnTo>
                <a:close/>
                <a:moveTo>
                  <a:pt x="276225" y="638175"/>
                </a:moveTo>
                <a:lnTo>
                  <a:pt x="285750" y="638175"/>
                </a:lnTo>
                <a:lnTo>
                  <a:pt x="285750" y="647700"/>
                </a:lnTo>
                <a:lnTo>
                  <a:pt x="276225" y="647700"/>
                </a:lnTo>
                <a:close/>
                <a:moveTo>
                  <a:pt x="266700" y="657225"/>
                </a:moveTo>
                <a:lnTo>
                  <a:pt x="276225" y="657225"/>
                </a:lnTo>
                <a:lnTo>
                  <a:pt x="276225" y="666750"/>
                </a:lnTo>
                <a:lnTo>
                  <a:pt x="266700" y="666750"/>
                </a:lnTo>
                <a:close/>
                <a:moveTo>
                  <a:pt x="1304925" y="657225"/>
                </a:moveTo>
                <a:lnTo>
                  <a:pt x="1314450" y="657225"/>
                </a:lnTo>
                <a:lnTo>
                  <a:pt x="1314450" y="666750"/>
                </a:lnTo>
                <a:lnTo>
                  <a:pt x="1304925" y="666750"/>
                </a:lnTo>
                <a:close/>
                <a:moveTo>
                  <a:pt x="266700" y="704850"/>
                </a:moveTo>
                <a:lnTo>
                  <a:pt x="276225" y="704850"/>
                </a:lnTo>
                <a:lnTo>
                  <a:pt x="276225" y="714375"/>
                </a:lnTo>
                <a:lnTo>
                  <a:pt x="266700" y="714375"/>
                </a:lnTo>
                <a:close/>
                <a:moveTo>
                  <a:pt x="1304925" y="704850"/>
                </a:moveTo>
                <a:lnTo>
                  <a:pt x="1314450" y="704850"/>
                </a:lnTo>
                <a:lnTo>
                  <a:pt x="1314450" y="714375"/>
                </a:lnTo>
                <a:lnTo>
                  <a:pt x="1304925" y="714375"/>
                </a:lnTo>
                <a:close/>
                <a:moveTo>
                  <a:pt x="504825" y="714375"/>
                </a:moveTo>
                <a:lnTo>
                  <a:pt x="514350" y="714375"/>
                </a:lnTo>
                <a:lnTo>
                  <a:pt x="514350" y="723900"/>
                </a:lnTo>
                <a:lnTo>
                  <a:pt x="504825" y="723900"/>
                </a:lnTo>
                <a:close/>
                <a:moveTo>
                  <a:pt x="1066800" y="714375"/>
                </a:moveTo>
                <a:lnTo>
                  <a:pt x="1076325" y="714375"/>
                </a:lnTo>
                <a:lnTo>
                  <a:pt x="1076325" y="723900"/>
                </a:lnTo>
                <a:lnTo>
                  <a:pt x="1066800" y="723900"/>
                </a:lnTo>
                <a:close/>
                <a:moveTo>
                  <a:pt x="1295400" y="714375"/>
                </a:moveTo>
                <a:lnTo>
                  <a:pt x="1304925" y="714375"/>
                </a:lnTo>
                <a:lnTo>
                  <a:pt x="1304925" y="723900"/>
                </a:lnTo>
                <a:lnTo>
                  <a:pt x="1295400" y="723900"/>
                </a:lnTo>
                <a:close/>
                <a:moveTo>
                  <a:pt x="514350" y="723900"/>
                </a:moveTo>
                <a:lnTo>
                  <a:pt x="523875" y="723900"/>
                </a:lnTo>
                <a:lnTo>
                  <a:pt x="523875" y="733425"/>
                </a:lnTo>
                <a:lnTo>
                  <a:pt x="514350" y="733425"/>
                </a:lnTo>
                <a:close/>
                <a:moveTo>
                  <a:pt x="752475" y="723900"/>
                </a:moveTo>
                <a:lnTo>
                  <a:pt x="762000" y="723900"/>
                </a:lnTo>
                <a:lnTo>
                  <a:pt x="762000" y="733425"/>
                </a:lnTo>
                <a:lnTo>
                  <a:pt x="752475" y="733425"/>
                </a:lnTo>
                <a:close/>
                <a:moveTo>
                  <a:pt x="1057275" y="723900"/>
                </a:moveTo>
                <a:lnTo>
                  <a:pt x="1066800" y="723900"/>
                </a:lnTo>
                <a:lnTo>
                  <a:pt x="1066800" y="733425"/>
                </a:lnTo>
                <a:lnTo>
                  <a:pt x="1057275" y="733425"/>
                </a:lnTo>
                <a:close/>
                <a:moveTo>
                  <a:pt x="1285875" y="723900"/>
                </a:moveTo>
                <a:lnTo>
                  <a:pt x="1295400" y="723900"/>
                </a:lnTo>
                <a:lnTo>
                  <a:pt x="1295400" y="733425"/>
                </a:lnTo>
                <a:lnTo>
                  <a:pt x="1285875" y="733425"/>
                </a:lnTo>
                <a:close/>
                <a:moveTo>
                  <a:pt x="314325" y="733425"/>
                </a:moveTo>
                <a:lnTo>
                  <a:pt x="342900" y="733425"/>
                </a:lnTo>
                <a:lnTo>
                  <a:pt x="342900" y="742950"/>
                </a:lnTo>
                <a:lnTo>
                  <a:pt x="314325" y="742950"/>
                </a:lnTo>
                <a:close/>
                <a:moveTo>
                  <a:pt x="571500" y="733425"/>
                </a:moveTo>
                <a:lnTo>
                  <a:pt x="581025" y="733425"/>
                </a:lnTo>
                <a:lnTo>
                  <a:pt x="581025" y="742950"/>
                </a:lnTo>
                <a:lnTo>
                  <a:pt x="571500" y="742950"/>
                </a:lnTo>
                <a:close/>
                <a:moveTo>
                  <a:pt x="781050" y="733425"/>
                </a:moveTo>
                <a:lnTo>
                  <a:pt x="809625" y="733425"/>
                </a:lnTo>
                <a:lnTo>
                  <a:pt x="809625" y="742950"/>
                </a:lnTo>
                <a:lnTo>
                  <a:pt x="781050" y="742950"/>
                </a:lnTo>
                <a:close/>
                <a:moveTo>
                  <a:pt x="1000125" y="733425"/>
                </a:moveTo>
                <a:lnTo>
                  <a:pt x="1009650" y="733425"/>
                </a:lnTo>
                <a:lnTo>
                  <a:pt x="1009650" y="742950"/>
                </a:lnTo>
                <a:lnTo>
                  <a:pt x="1000125" y="742950"/>
                </a:lnTo>
                <a:close/>
                <a:moveTo>
                  <a:pt x="1028700" y="733425"/>
                </a:moveTo>
                <a:lnTo>
                  <a:pt x="1047750" y="733425"/>
                </a:lnTo>
                <a:lnTo>
                  <a:pt x="1047750" y="742950"/>
                </a:lnTo>
                <a:lnTo>
                  <a:pt x="1028700" y="742950"/>
                </a:lnTo>
                <a:close/>
                <a:moveTo>
                  <a:pt x="1238250" y="733425"/>
                </a:moveTo>
                <a:lnTo>
                  <a:pt x="1276350" y="733425"/>
                </a:lnTo>
                <a:lnTo>
                  <a:pt x="1276350" y="742950"/>
                </a:lnTo>
                <a:lnTo>
                  <a:pt x="1238250" y="742950"/>
                </a:lnTo>
                <a:close/>
                <a:moveTo>
                  <a:pt x="923925" y="771525"/>
                </a:moveTo>
                <a:lnTo>
                  <a:pt x="1028700" y="771525"/>
                </a:lnTo>
                <a:lnTo>
                  <a:pt x="1028700" y="781050"/>
                </a:lnTo>
                <a:lnTo>
                  <a:pt x="923925" y="781050"/>
                </a:lnTo>
                <a:close/>
                <a:moveTo>
                  <a:pt x="1123950" y="771525"/>
                </a:moveTo>
                <a:lnTo>
                  <a:pt x="1133475" y="771525"/>
                </a:lnTo>
                <a:lnTo>
                  <a:pt x="1133475" y="781050"/>
                </a:lnTo>
                <a:lnTo>
                  <a:pt x="1123950" y="781050"/>
                </a:lnTo>
                <a:close/>
                <a:moveTo>
                  <a:pt x="419100" y="781050"/>
                </a:moveTo>
                <a:lnTo>
                  <a:pt x="428625" y="781050"/>
                </a:lnTo>
                <a:lnTo>
                  <a:pt x="428625" y="790575"/>
                </a:lnTo>
                <a:lnTo>
                  <a:pt x="419100" y="790575"/>
                </a:lnTo>
                <a:close/>
                <a:moveTo>
                  <a:pt x="809625" y="781050"/>
                </a:moveTo>
                <a:lnTo>
                  <a:pt x="819150" y="781050"/>
                </a:lnTo>
                <a:lnTo>
                  <a:pt x="819150" y="790575"/>
                </a:lnTo>
                <a:lnTo>
                  <a:pt x="809625" y="790575"/>
                </a:lnTo>
                <a:close/>
                <a:moveTo>
                  <a:pt x="409575" y="790575"/>
                </a:moveTo>
                <a:lnTo>
                  <a:pt x="419100" y="790575"/>
                </a:lnTo>
                <a:lnTo>
                  <a:pt x="419100" y="1095375"/>
                </a:lnTo>
                <a:lnTo>
                  <a:pt x="409575" y="1095375"/>
                </a:lnTo>
                <a:close/>
                <a:moveTo>
                  <a:pt x="819150" y="790575"/>
                </a:moveTo>
                <a:lnTo>
                  <a:pt x="828675" y="790575"/>
                </a:lnTo>
                <a:lnTo>
                  <a:pt x="828675" y="895350"/>
                </a:lnTo>
                <a:lnTo>
                  <a:pt x="819150" y="895350"/>
                </a:lnTo>
                <a:close/>
                <a:moveTo>
                  <a:pt x="1038225" y="819150"/>
                </a:moveTo>
                <a:lnTo>
                  <a:pt x="1066800" y="819150"/>
                </a:lnTo>
                <a:lnTo>
                  <a:pt x="1066800" y="828675"/>
                </a:lnTo>
                <a:lnTo>
                  <a:pt x="1038225" y="828675"/>
                </a:lnTo>
                <a:close/>
                <a:moveTo>
                  <a:pt x="790575" y="828675"/>
                </a:moveTo>
                <a:lnTo>
                  <a:pt x="800100" y="828675"/>
                </a:lnTo>
                <a:lnTo>
                  <a:pt x="800100" y="838200"/>
                </a:lnTo>
                <a:lnTo>
                  <a:pt x="790575" y="838200"/>
                </a:lnTo>
                <a:close/>
                <a:moveTo>
                  <a:pt x="790575" y="847725"/>
                </a:moveTo>
                <a:lnTo>
                  <a:pt x="800100" y="847725"/>
                </a:lnTo>
                <a:lnTo>
                  <a:pt x="800100" y="904875"/>
                </a:lnTo>
                <a:lnTo>
                  <a:pt x="790575" y="904875"/>
                </a:lnTo>
                <a:close/>
                <a:moveTo>
                  <a:pt x="571500" y="923925"/>
                </a:moveTo>
                <a:lnTo>
                  <a:pt x="581025" y="923925"/>
                </a:lnTo>
                <a:lnTo>
                  <a:pt x="581025" y="933450"/>
                </a:lnTo>
                <a:lnTo>
                  <a:pt x="571500" y="933450"/>
                </a:lnTo>
                <a:close/>
                <a:moveTo>
                  <a:pt x="1009650" y="933450"/>
                </a:moveTo>
                <a:lnTo>
                  <a:pt x="1019175" y="933450"/>
                </a:lnTo>
                <a:lnTo>
                  <a:pt x="1019175" y="942975"/>
                </a:lnTo>
                <a:lnTo>
                  <a:pt x="1028700" y="942975"/>
                </a:lnTo>
                <a:lnTo>
                  <a:pt x="1028700" y="952500"/>
                </a:lnTo>
                <a:lnTo>
                  <a:pt x="1019175" y="952500"/>
                </a:lnTo>
                <a:lnTo>
                  <a:pt x="1019175" y="962025"/>
                </a:lnTo>
                <a:lnTo>
                  <a:pt x="1009650" y="962025"/>
                </a:lnTo>
                <a:lnTo>
                  <a:pt x="1009650" y="952500"/>
                </a:lnTo>
                <a:lnTo>
                  <a:pt x="971550" y="952500"/>
                </a:lnTo>
                <a:lnTo>
                  <a:pt x="971550" y="942975"/>
                </a:lnTo>
                <a:lnTo>
                  <a:pt x="1009650" y="942975"/>
                </a:lnTo>
                <a:close/>
                <a:moveTo>
                  <a:pt x="247650" y="942975"/>
                </a:moveTo>
                <a:lnTo>
                  <a:pt x="266700" y="942975"/>
                </a:lnTo>
                <a:lnTo>
                  <a:pt x="266700" y="952500"/>
                </a:lnTo>
                <a:lnTo>
                  <a:pt x="285750" y="952500"/>
                </a:lnTo>
                <a:lnTo>
                  <a:pt x="285750" y="962025"/>
                </a:lnTo>
                <a:lnTo>
                  <a:pt x="295275" y="962025"/>
                </a:lnTo>
                <a:lnTo>
                  <a:pt x="295275" y="971550"/>
                </a:lnTo>
                <a:lnTo>
                  <a:pt x="304800" y="971550"/>
                </a:lnTo>
                <a:lnTo>
                  <a:pt x="304800" y="981075"/>
                </a:lnTo>
                <a:lnTo>
                  <a:pt x="314325" y="981075"/>
                </a:lnTo>
                <a:lnTo>
                  <a:pt x="314325" y="990600"/>
                </a:lnTo>
                <a:lnTo>
                  <a:pt x="323850" y="990600"/>
                </a:lnTo>
                <a:lnTo>
                  <a:pt x="323850" y="1000125"/>
                </a:lnTo>
                <a:lnTo>
                  <a:pt x="342900" y="1000125"/>
                </a:lnTo>
                <a:lnTo>
                  <a:pt x="342900" y="990600"/>
                </a:lnTo>
                <a:lnTo>
                  <a:pt x="361950" y="990600"/>
                </a:lnTo>
                <a:lnTo>
                  <a:pt x="361950" y="981075"/>
                </a:lnTo>
                <a:lnTo>
                  <a:pt x="390525" y="981075"/>
                </a:lnTo>
                <a:lnTo>
                  <a:pt x="390525" y="1028700"/>
                </a:lnTo>
                <a:lnTo>
                  <a:pt x="381000" y="1028700"/>
                </a:lnTo>
                <a:lnTo>
                  <a:pt x="381000" y="1047750"/>
                </a:lnTo>
                <a:lnTo>
                  <a:pt x="371475" y="1047750"/>
                </a:lnTo>
                <a:lnTo>
                  <a:pt x="371475" y="1057275"/>
                </a:lnTo>
                <a:lnTo>
                  <a:pt x="352425" y="1057275"/>
                </a:lnTo>
                <a:lnTo>
                  <a:pt x="352425" y="1066800"/>
                </a:lnTo>
                <a:lnTo>
                  <a:pt x="304800" y="1066800"/>
                </a:lnTo>
                <a:lnTo>
                  <a:pt x="304800" y="1057275"/>
                </a:lnTo>
                <a:lnTo>
                  <a:pt x="285750" y="1057275"/>
                </a:lnTo>
                <a:lnTo>
                  <a:pt x="285750" y="1047750"/>
                </a:lnTo>
                <a:lnTo>
                  <a:pt x="276225" y="1047750"/>
                </a:lnTo>
                <a:lnTo>
                  <a:pt x="276225" y="1038225"/>
                </a:lnTo>
                <a:lnTo>
                  <a:pt x="266700" y="1038225"/>
                </a:lnTo>
                <a:lnTo>
                  <a:pt x="266700" y="1028700"/>
                </a:lnTo>
                <a:lnTo>
                  <a:pt x="257175" y="1028700"/>
                </a:lnTo>
                <a:lnTo>
                  <a:pt x="257175" y="1019175"/>
                </a:lnTo>
                <a:lnTo>
                  <a:pt x="247650" y="1019175"/>
                </a:lnTo>
                <a:lnTo>
                  <a:pt x="247650" y="981075"/>
                </a:lnTo>
                <a:lnTo>
                  <a:pt x="238125" y="981075"/>
                </a:lnTo>
                <a:lnTo>
                  <a:pt x="238125" y="952500"/>
                </a:lnTo>
                <a:lnTo>
                  <a:pt x="247650" y="952500"/>
                </a:lnTo>
                <a:close/>
                <a:moveTo>
                  <a:pt x="438150" y="952500"/>
                </a:moveTo>
                <a:lnTo>
                  <a:pt x="447675" y="952500"/>
                </a:lnTo>
                <a:lnTo>
                  <a:pt x="447675" y="962025"/>
                </a:lnTo>
                <a:lnTo>
                  <a:pt x="438150" y="962025"/>
                </a:lnTo>
                <a:close/>
                <a:moveTo>
                  <a:pt x="561975" y="952500"/>
                </a:moveTo>
                <a:lnTo>
                  <a:pt x="581025" y="952500"/>
                </a:lnTo>
                <a:lnTo>
                  <a:pt x="581025" y="962025"/>
                </a:lnTo>
                <a:lnTo>
                  <a:pt x="571500" y="962025"/>
                </a:lnTo>
                <a:lnTo>
                  <a:pt x="571500" y="981075"/>
                </a:lnTo>
                <a:lnTo>
                  <a:pt x="647700" y="981075"/>
                </a:lnTo>
                <a:lnTo>
                  <a:pt x="647700" y="971550"/>
                </a:lnTo>
                <a:lnTo>
                  <a:pt x="657225" y="971550"/>
                </a:lnTo>
                <a:lnTo>
                  <a:pt x="657225" y="962025"/>
                </a:lnTo>
                <a:lnTo>
                  <a:pt x="647700" y="962025"/>
                </a:lnTo>
                <a:lnTo>
                  <a:pt x="647700" y="952500"/>
                </a:lnTo>
                <a:lnTo>
                  <a:pt x="657225" y="952500"/>
                </a:lnTo>
                <a:lnTo>
                  <a:pt x="657225" y="962025"/>
                </a:lnTo>
                <a:lnTo>
                  <a:pt x="752475" y="962025"/>
                </a:lnTo>
                <a:lnTo>
                  <a:pt x="752475" y="990600"/>
                </a:lnTo>
                <a:lnTo>
                  <a:pt x="733425" y="990600"/>
                </a:lnTo>
                <a:lnTo>
                  <a:pt x="733425" y="981075"/>
                </a:lnTo>
                <a:lnTo>
                  <a:pt x="647700" y="981075"/>
                </a:lnTo>
                <a:lnTo>
                  <a:pt x="647700" y="990600"/>
                </a:lnTo>
                <a:lnTo>
                  <a:pt x="466725" y="990600"/>
                </a:lnTo>
                <a:lnTo>
                  <a:pt x="466725" y="981075"/>
                </a:lnTo>
                <a:lnTo>
                  <a:pt x="447675" y="981075"/>
                </a:lnTo>
                <a:lnTo>
                  <a:pt x="447675" y="962025"/>
                </a:lnTo>
                <a:lnTo>
                  <a:pt x="495300" y="962025"/>
                </a:lnTo>
                <a:lnTo>
                  <a:pt x="495300" y="981075"/>
                </a:lnTo>
                <a:lnTo>
                  <a:pt x="542925" y="981075"/>
                </a:lnTo>
                <a:lnTo>
                  <a:pt x="542925" y="962025"/>
                </a:lnTo>
                <a:lnTo>
                  <a:pt x="561975" y="962025"/>
                </a:lnTo>
                <a:close/>
                <a:moveTo>
                  <a:pt x="790575" y="1038225"/>
                </a:moveTo>
                <a:lnTo>
                  <a:pt x="800100" y="1038225"/>
                </a:lnTo>
                <a:lnTo>
                  <a:pt x="800100" y="1057275"/>
                </a:lnTo>
                <a:lnTo>
                  <a:pt x="790575" y="1057275"/>
                </a:lnTo>
                <a:close/>
                <a:moveTo>
                  <a:pt x="1247775" y="1057275"/>
                </a:moveTo>
                <a:lnTo>
                  <a:pt x="1285875" y="1057275"/>
                </a:lnTo>
                <a:lnTo>
                  <a:pt x="1285875" y="1066800"/>
                </a:lnTo>
                <a:lnTo>
                  <a:pt x="1295400" y="1066800"/>
                </a:lnTo>
                <a:lnTo>
                  <a:pt x="1295400" y="1076325"/>
                </a:lnTo>
                <a:lnTo>
                  <a:pt x="1304925" y="1076325"/>
                </a:lnTo>
                <a:lnTo>
                  <a:pt x="1304925" y="1095375"/>
                </a:lnTo>
                <a:lnTo>
                  <a:pt x="1314450" y="1095375"/>
                </a:lnTo>
                <a:lnTo>
                  <a:pt x="1314450" y="1123950"/>
                </a:lnTo>
                <a:lnTo>
                  <a:pt x="1323975" y="1123950"/>
                </a:lnTo>
                <a:lnTo>
                  <a:pt x="1323975" y="1133475"/>
                </a:lnTo>
                <a:lnTo>
                  <a:pt x="1352550" y="1133475"/>
                </a:lnTo>
                <a:lnTo>
                  <a:pt x="1352550" y="1143000"/>
                </a:lnTo>
                <a:lnTo>
                  <a:pt x="1362075" y="1143000"/>
                </a:lnTo>
                <a:lnTo>
                  <a:pt x="1362075" y="1209675"/>
                </a:lnTo>
                <a:lnTo>
                  <a:pt x="1352550" y="1209675"/>
                </a:lnTo>
                <a:lnTo>
                  <a:pt x="1352550" y="1228725"/>
                </a:lnTo>
                <a:lnTo>
                  <a:pt x="1323975" y="1228725"/>
                </a:lnTo>
                <a:lnTo>
                  <a:pt x="1323975" y="1219200"/>
                </a:lnTo>
                <a:lnTo>
                  <a:pt x="1257300" y="1219200"/>
                </a:lnTo>
                <a:lnTo>
                  <a:pt x="1257300" y="1200150"/>
                </a:lnTo>
                <a:lnTo>
                  <a:pt x="1247775" y="1200150"/>
                </a:lnTo>
                <a:lnTo>
                  <a:pt x="1247775" y="1190625"/>
                </a:lnTo>
                <a:lnTo>
                  <a:pt x="1200150" y="1190625"/>
                </a:lnTo>
                <a:lnTo>
                  <a:pt x="1200150" y="1181100"/>
                </a:lnTo>
                <a:lnTo>
                  <a:pt x="1190625" y="1181100"/>
                </a:lnTo>
                <a:lnTo>
                  <a:pt x="1190625" y="1171575"/>
                </a:lnTo>
                <a:lnTo>
                  <a:pt x="1181100" y="1171575"/>
                </a:lnTo>
                <a:lnTo>
                  <a:pt x="1181100" y="1133475"/>
                </a:lnTo>
                <a:lnTo>
                  <a:pt x="1190625" y="1133475"/>
                </a:lnTo>
                <a:lnTo>
                  <a:pt x="1190625" y="1123950"/>
                </a:lnTo>
                <a:lnTo>
                  <a:pt x="1209675" y="1123950"/>
                </a:lnTo>
                <a:lnTo>
                  <a:pt x="1209675" y="1114425"/>
                </a:lnTo>
                <a:lnTo>
                  <a:pt x="1228725" y="1114425"/>
                </a:lnTo>
                <a:lnTo>
                  <a:pt x="1228725" y="1076325"/>
                </a:lnTo>
                <a:lnTo>
                  <a:pt x="1238250" y="1076325"/>
                </a:lnTo>
                <a:lnTo>
                  <a:pt x="1238250" y="1066800"/>
                </a:lnTo>
                <a:lnTo>
                  <a:pt x="1247775" y="1066800"/>
                </a:lnTo>
                <a:close/>
                <a:moveTo>
                  <a:pt x="409575" y="1114425"/>
                </a:moveTo>
                <a:lnTo>
                  <a:pt x="419100" y="1114425"/>
                </a:lnTo>
                <a:lnTo>
                  <a:pt x="419100" y="1123950"/>
                </a:lnTo>
                <a:lnTo>
                  <a:pt x="409575" y="1123950"/>
                </a:lnTo>
                <a:close/>
                <a:moveTo>
                  <a:pt x="419100" y="1123950"/>
                </a:moveTo>
                <a:lnTo>
                  <a:pt x="485775" y="1123950"/>
                </a:lnTo>
                <a:lnTo>
                  <a:pt x="485775" y="1133475"/>
                </a:lnTo>
                <a:lnTo>
                  <a:pt x="419100" y="1133475"/>
                </a:lnTo>
                <a:close/>
                <a:moveTo>
                  <a:pt x="885825" y="1200150"/>
                </a:moveTo>
                <a:lnTo>
                  <a:pt x="895350" y="1200150"/>
                </a:lnTo>
                <a:lnTo>
                  <a:pt x="895350" y="1209675"/>
                </a:lnTo>
                <a:lnTo>
                  <a:pt x="885825" y="1209675"/>
                </a:lnTo>
                <a:close/>
                <a:moveTo>
                  <a:pt x="1152525" y="1209675"/>
                </a:moveTo>
                <a:lnTo>
                  <a:pt x="1162050" y="1209675"/>
                </a:lnTo>
                <a:lnTo>
                  <a:pt x="1162050" y="1219200"/>
                </a:lnTo>
                <a:lnTo>
                  <a:pt x="1152525" y="1219200"/>
                </a:lnTo>
                <a:close/>
              </a:path>
            </a:pathLst>
          </a:custGeom>
          <a:solidFill xmlns:a="http://schemas.openxmlformats.org/drawingml/2006/main">
            <a:srgbClr val="B05E42"/>
          </a:solidFill>
          <a:ln xmlns:a="http://schemas.openxmlformats.org/drawingml/2006/main" w="0">
            <a:noFill/>
          </a:ln>
        </p:spPr>
      </p:sp>
      <p:sp>
        <p:nvSpPr>
          <p:cNvPr id="81" name="logo vector #33669c">
            <a:extLst xmlns:a="http://schemas.openxmlformats.org/drawingml/2006/main">
              <a:ext uri="{FF2B5EF4-FFF2-40B4-BE49-F238E27FC236}">
                <a16:creationId xmlns:a16="http://schemas.microsoft.com/office/drawing/2014/main" id="{583AE237-9147-40BC-813C-D295456F9EC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219700" y="4476750"/>
            <a:ext cx="1581150" cy="1485900"/>
          </a:xfrm>
          <a:custGeom xmlns:a="http://schemas.openxmlformats.org/drawingml/2006/main">
            <a:pathLst>
              <a:path w="1581150" h="1485900">
                <a:moveTo>
                  <a:pt x="1543050" y="0"/>
                </a:moveTo>
                <a:lnTo>
                  <a:pt x="1581150" y="0"/>
                </a:lnTo>
                <a:lnTo>
                  <a:pt x="1581150" y="266700"/>
                </a:lnTo>
                <a:lnTo>
                  <a:pt x="1571625" y="266700"/>
                </a:lnTo>
                <a:lnTo>
                  <a:pt x="1571625" y="247650"/>
                </a:lnTo>
                <a:lnTo>
                  <a:pt x="1562100" y="247650"/>
                </a:lnTo>
                <a:lnTo>
                  <a:pt x="1562100" y="190500"/>
                </a:lnTo>
                <a:lnTo>
                  <a:pt x="1552575" y="190500"/>
                </a:lnTo>
                <a:lnTo>
                  <a:pt x="1552575" y="133350"/>
                </a:lnTo>
                <a:lnTo>
                  <a:pt x="1543050" y="133350"/>
                </a:lnTo>
                <a:close/>
                <a:moveTo>
                  <a:pt x="1571625" y="1000125"/>
                </a:moveTo>
                <a:lnTo>
                  <a:pt x="1581150" y="1000125"/>
                </a:lnTo>
                <a:lnTo>
                  <a:pt x="1581150" y="1485900"/>
                </a:lnTo>
                <a:lnTo>
                  <a:pt x="1095375" y="1485900"/>
                </a:lnTo>
                <a:lnTo>
                  <a:pt x="1095375" y="1466850"/>
                </a:lnTo>
                <a:lnTo>
                  <a:pt x="1104900" y="1466850"/>
                </a:lnTo>
                <a:lnTo>
                  <a:pt x="1104900" y="1457325"/>
                </a:lnTo>
                <a:lnTo>
                  <a:pt x="1266825" y="1457325"/>
                </a:lnTo>
                <a:lnTo>
                  <a:pt x="1266825" y="1447800"/>
                </a:lnTo>
                <a:lnTo>
                  <a:pt x="1314450" y="1447800"/>
                </a:lnTo>
                <a:lnTo>
                  <a:pt x="1314450" y="1438275"/>
                </a:lnTo>
                <a:lnTo>
                  <a:pt x="1343025" y="1438275"/>
                </a:lnTo>
                <a:lnTo>
                  <a:pt x="1343025" y="1428750"/>
                </a:lnTo>
                <a:lnTo>
                  <a:pt x="1371600" y="1428750"/>
                </a:lnTo>
                <a:lnTo>
                  <a:pt x="1371600" y="1419225"/>
                </a:lnTo>
                <a:lnTo>
                  <a:pt x="1390650" y="1419225"/>
                </a:lnTo>
                <a:lnTo>
                  <a:pt x="1390650" y="1409700"/>
                </a:lnTo>
                <a:lnTo>
                  <a:pt x="1400175" y="1409700"/>
                </a:lnTo>
                <a:lnTo>
                  <a:pt x="1400175" y="1400175"/>
                </a:lnTo>
                <a:lnTo>
                  <a:pt x="1419225" y="1400175"/>
                </a:lnTo>
                <a:lnTo>
                  <a:pt x="1419225" y="1390650"/>
                </a:lnTo>
                <a:lnTo>
                  <a:pt x="1428750" y="1390650"/>
                </a:lnTo>
                <a:lnTo>
                  <a:pt x="1428750" y="1381125"/>
                </a:lnTo>
                <a:lnTo>
                  <a:pt x="1447800" y="1381125"/>
                </a:lnTo>
                <a:lnTo>
                  <a:pt x="1447800" y="1371600"/>
                </a:lnTo>
                <a:lnTo>
                  <a:pt x="1457325" y="1371600"/>
                </a:lnTo>
                <a:lnTo>
                  <a:pt x="1457325" y="1362075"/>
                </a:lnTo>
                <a:lnTo>
                  <a:pt x="1466850" y="1362075"/>
                </a:lnTo>
                <a:lnTo>
                  <a:pt x="1466850" y="1352550"/>
                </a:lnTo>
                <a:lnTo>
                  <a:pt x="1476375" y="1352550"/>
                </a:lnTo>
                <a:lnTo>
                  <a:pt x="1476375" y="1333500"/>
                </a:lnTo>
                <a:lnTo>
                  <a:pt x="1485900" y="1333500"/>
                </a:lnTo>
                <a:lnTo>
                  <a:pt x="1485900" y="1323975"/>
                </a:lnTo>
                <a:lnTo>
                  <a:pt x="1495425" y="1323975"/>
                </a:lnTo>
                <a:lnTo>
                  <a:pt x="1495425" y="1314450"/>
                </a:lnTo>
                <a:lnTo>
                  <a:pt x="1504950" y="1314450"/>
                </a:lnTo>
                <a:lnTo>
                  <a:pt x="1504950" y="1295400"/>
                </a:lnTo>
                <a:lnTo>
                  <a:pt x="1514475" y="1295400"/>
                </a:lnTo>
                <a:lnTo>
                  <a:pt x="1514475" y="1276350"/>
                </a:lnTo>
                <a:lnTo>
                  <a:pt x="1524000" y="1276350"/>
                </a:lnTo>
                <a:lnTo>
                  <a:pt x="1524000" y="1257300"/>
                </a:lnTo>
                <a:lnTo>
                  <a:pt x="1533525" y="1257300"/>
                </a:lnTo>
                <a:lnTo>
                  <a:pt x="1533525" y="1238250"/>
                </a:lnTo>
                <a:lnTo>
                  <a:pt x="1543050" y="1238250"/>
                </a:lnTo>
                <a:lnTo>
                  <a:pt x="1543050" y="1209675"/>
                </a:lnTo>
                <a:lnTo>
                  <a:pt x="1552575" y="1209675"/>
                </a:lnTo>
                <a:lnTo>
                  <a:pt x="1552575" y="1143000"/>
                </a:lnTo>
                <a:lnTo>
                  <a:pt x="1562100" y="1143000"/>
                </a:lnTo>
                <a:lnTo>
                  <a:pt x="1562100" y="1009650"/>
                </a:lnTo>
                <a:lnTo>
                  <a:pt x="1571625" y="1009650"/>
                </a:lnTo>
                <a:close/>
              </a:path>
            </a:pathLst>
          </a:custGeom>
          <a:solidFill xmlns:a="http://schemas.openxmlformats.org/drawingml/2006/main">
            <a:srgbClr val="33669C"/>
          </a:solidFill>
          <a:ln xmlns:a="http://schemas.openxmlformats.org/drawingml/2006/main" w="0">
            <a:noFill/>
          </a:ln>
        </p:spPr>
      </p:sp>
      <p:sp>
        <p:nvSpPr>
          <p:cNvPr id="82" name="logo vector #b13121">
            <a:extLst xmlns:a="http://schemas.openxmlformats.org/drawingml/2006/main">
              <a:ext uri="{FF2B5EF4-FFF2-40B4-BE49-F238E27FC236}">
                <a16:creationId xmlns:a16="http://schemas.microsoft.com/office/drawing/2014/main" id="{13014AB3-9FA8-42A2-A25E-B18BEFD7C4A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219700" y="4476750"/>
            <a:ext cx="1581150" cy="1485900"/>
          </a:xfrm>
          <a:custGeom xmlns:a="http://schemas.openxmlformats.org/drawingml/2006/main">
            <a:pathLst>
              <a:path w="1581150" h="1485900">
                <a:moveTo>
                  <a:pt x="676275" y="152400"/>
                </a:moveTo>
                <a:lnTo>
                  <a:pt x="762000" y="152400"/>
                </a:lnTo>
                <a:lnTo>
                  <a:pt x="762000" y="171450"/>
                </a:lnTo>
                <a:lnTo>
                  <a:pt x="676275" y="171450"/>
                </a:lnTo>
                <a:close/>
                <a:moveTo>
                  <a:pt x="542925" y="171450"/>
                </a:moveTo>
                <a:lnTo>
                  <a:pt x="561975" y="171450"/>
                </a:lnTo>
                <a:lnTo>
                  <a:pt x="561975" y="190500"/>
                </a:lnTo>
                <a:lnTo>
                  <a:pt x="542925" y="190500"/>
                </a:lnTo>
                <a:close/>
                <a:moveTo>
                  <a:pt x="1038225" y="171450"/>
                </a:moveTo>
                <a:lnTo>
                  <a:pt x="1057275" y="171450"/>
                </a:lnTo>
                <a:lnTo>
                  <a:pt x="1057275" y="180975"/>
                </a:lnTo>
                <a:lnTo>
                  <a:pt x="1085850" y="180975"/>
                </a:lnTo>
                <a:lnTo>
                  <a:pt x="1085850" y="190500"/>
                </a:lnTo>
                <a:lnTo>
                  <a:pt x="1104900" y="190500"/>
                </a:lnTo>
                <a:lnTo>
                  <a:pt x="1104900" y="200025"/>
                </a:lnTo>
                <a:lnTo>
                  <a:pt x="1114425" y="200025"/>
                </a:lnTo>
                <a:lnTo>
                  <a:pt x="1114425" y="209550"/>
                </a:lnTo>
                <a:lnTo>
                  <a:pt x="1123950" y="209550"/>
                </a:lnTo>
                <a:lnTo>
                  <a:pt x="1123950" y="219075"/>
                </a:lnTo>
                <a:lnTo>
                  <a:pt x="1133475" y="219075"/>
                </a:lnTo>
                <a:lnTo>
                  <a:pt x="1133475" y="228600"/>
                </a:lnTo>
                <a:lnTo>
                  <a:pt x="1200150" y="228600"/>
                </a:lnTo>
                <a:lnTo>
                  <a:pt x="1200150" y="238125"/>
                </a:lnTo>
                <a:lnTo>
                  <a:pt x="1209675" y="238125"/>
                </a:lnTo>
                <a:lnTo>
                  <a:pt x="1209675" y="247650"/>
                </a:lnTo>
                <a:lnTo>
                  <a:pt x="1219200" y="247650"/>
                </a:lnTo>
                <a:lnTo>
                  <a:pt x="1219200" y="257175"/>
                </a:lnTo>
                <a:lnTo>
                  <a:pt x="1228725" y="257175"/>
                </a:lnTo>
                <a:lnTo>
                  <a:pt x="1228725" y="495300"/>
                </a:lnTo>
                <a:lnTo>
                  <a:pt x="1219200" y="495300"/>
                </a:lnTo>
                <a:lnTo>
                  <a:pt x="1219200" y="504825"/>
                </a:lnTo>
                <a:lnTo>
                  <a:pt x="1200150" y="504825"/>
                </a:lnTo>
                <a:lnTo>
                  <a:pt x="1200150" y="495300"/>
                </a:lnTo>
                <a:lnTo>
                  <a:pt x="1209675" y="495300"/>
                </a:lnTo>
                <a:lnTo>
                  <a:pt x="1209675" y="266700"/>
                </a:lnTo>
                <a:lnTo>
                  <a:pt x="1200150" y="266700"/>
                </a:lnTo>
                <a:lnTo>
                  <a:pt x="1200150" y="257175"/>
                </a:lnTo>
                <a:lnTo>
                  <a:pt x="1190625" y="257175"/>
                </a:lnTo>
                <a:lnTo>
                  <a:pt x="1190625" y="247650"/>
                </a:lnTo>
                <a:lnTo>
                  <a:pt x="1123950" y="247650"/>
                </a:lnTo>
                <a:lnTo>
                  <a:pt x="1123950" y="238125"/>
                </a:lnTo>
                <a:lnTo>
                  <a:pt x="1114425" y="238125"/>
                </a:lnTo>
                <a:lnTo>
                  <a:pt x="1114425" y="228600"/>
                </a:lnTo>
                <a:lnTo>
                  <a:pt x="1104900" y="228600"/>
                </a:lnTo>
                <a:lnTo>
                  <a:pt x="1104900" y="219075"/>
                </a:lnTo>
                <a:lnTo>
                  <a:pt x="1095375" y="219075"/>
                </a:lnTo>
                <a:lnTo>
                  <a:pt x="1095375" y="209550"/>
                </a:lnTo>
                <a:lnTo>
                  <a:pt x="1085850" y="209550"/>
                </a:lnTo>
                <a:lnTo>
                  <a:pt x="1085850" y="200025"/>
                </a:lnTo>
                <a:lnTo>
                  <a:pt x="1066800" y="200025"/>
                </a:lnTo>
                <a:lnTo>
                  <a:pt x="1066800" y="190500"/>
                </a:lnTo>
                <a:lnTo>
                  <a:pt x="1038225" y="190500"/>
                </a:lnTo>
                <a:close/>
                <a:moveTo>
                  <a:pt x="476250" y="190500"/>
                </a:moveTo>
                <a:lnTo>
                  <a:pt x="504825" y="190500"/>
                </a:lnTo>
                <a:lnTo>
                  <a:pt x="504825" y="200025"/>
                </a:lnTo>
                <a:lnTo>
                  <a:pt x="495300" y="200025"/>
                </a:lnTo>
                <a:lnTo>
                  <a:pt x="495300" y="209550"/>
                </a:lnTo>
                <a:lnTo>
                  <a:pt x="485775" y="209550"/>
                </a:lnTo>
                <a:lnTo>
                  <a:pt x="485775" y="219075"/>
                </a:lnTo>
                <a:lnTo>
                  <a:pt x="476250" y="219075"/>
                </a:lnTo>
                <a:lnTo>
                  <a:pt x="476250" y="228600"/>
                </a:lnTo>
                <a:lnTo>
                  <a:pt x="466725" y="228600"/>
                </a:lnTo>
                <a:lnTo>
                  <a:pt x="466725" y="238125"/>
                </a:lnTo>
                <a:lnTo>
                  <a:pt x="457200" y="238125"/>
                </a:lnTo>
                <a:lnTo>
                  <a:pt x="457200" y="247650"/>
                </a:lnTo>
                <a:lnTo>
                  <a:pt x="390525" y="247650"/>
                </a:lnTo>
                <a:lnTo>
                  <a:pt x="390525" y="257175"/>
                </a:lnTo>
                <a:lnTo>
                  <a:pt x="381000" y="257175"/>
                </a:lnTo>
                <a:lnTo>
                  <a:pt x="381000" y="266700"/>
                </a:lnTo>
                <a:lnTo>
                  <a:pt x="371475" y="266700"/>
                </a:lnTo>
                <a:lnTo>
                  <a:pt x="371475" y="485775"/>
                </a:lnTo>
                <a:lnTo>
                  <a:pt x="381000" y="485775"/>
                </a:lnTo>
                <a:lnTo>
                  <a:pt x="381000" y="495300"/>
                </a:lnTo>
                <a:lnTo>
                  <a:pt x="390525" y="495300"/>
                </a:lnTo>
                <a:lnTo>
                  <a:pt x="390525" y="504825"/>
                </a:lnTo>
                <a:lnTo>
                  <a:pt x="371475" y="504825"/>
                </a:lnTo>
                <a:lnTo>
                  <a:pt x="371475" y="514350"/>
                </a:lnTo>
                <a:lnTo>
                  <a:pt x="361950" y="514350"/>
                </a:lnTo>
                <a:lnTo>
                  <a:pt x="361950" y="523875"/>
                </a:lnTo>
                <a:lnTo>
                  <a:pt x="342900" y="523875"/>
                </a:lnTo>
                <a:lnTo>
                  <a:pt x="342900" y="514350"/>
                </a:lnTo>
                <a:lnTo>
                  <a:pt x="352425" y="514350"/>
                </a:lnTo>
                <a:lnTo>
                  <a:pt x="352425" y="504825"/>
                </a:lnTo>
                <a:lnTo>
                  <a:pt x="361950" y="504825"/>
                </a:lnTo>
                <a:lnTo>
                  <a:pt x="361950" y="495300"/>
                </a:lnTo>
                <a:lnTo>
                  <a:pt x="352425" y="495300"/>
                </a:lnTo>
                <a:lnTo>
                  <a:pt x="352425" y="266700"/>
                </a:lnTo>
                <a:lnTo>
                  <a:pt x="361950" y="266700"/>
                </a:lnTo>
                <a:lnTo>
                  <a:pt x="361950" y="247650"/>
                </a:lnTo>
                <a:lnTo>
                  <a:pt x="371475" y="247650"/>
                </a:lnTo>
                <a:lnTo>
                  <a:pt x="371475" y="238125"/>
                </a:lnTo>
                <a:lnTo>
                  <a:pt x="390525" y="238125"/>
                </a:lnTo>
                <a:lnTo>
                  <a:pt x="390525" y="228600"/>
                </a:lnTo>
                <a:lnTo>
                  <a:pt x="447675" y="228600"/>
                </a:lnTo>
                <a:lnTo>
                  <a:pt x="447675" y="219075"/>
                </a:lnTo>
                <a:lnTo>
                  <a:pt x="457200" y="219075"/>
                </a:lnTo>
                <a:lnTo>
                  <a:pt x="457200" y="209550"/>
                </a:lnTo>
                <a:lnTo>
                  <a:pt x="466725" y="209550"/>
                </a:lnTo>
                <a:lnTo>
                  <a:pt x="466725" y="200025"/>
                </a:lnTo>
                <a:lnTo>
                  <a:pt x="476250" y="200025"/>
                </a:lnTo>
                <a:close/>
                <a:moveTo>
                  <a:pt x="590550" y="238125"/>
                </a:moveTo>
                <a:lnTo>
                  <a:pt x="600075" y="238125"/>
                </a:lnTo>
                <a:lnTo>
                  <a:pt x="600075" y="247650"/>
                </a:lnTo>
                <a:lnTo>
                  <a:pt x="609600" y="247650"/>
                </a:lnTo>
                <a:lnTo>
                  <a:pt x="609600" y="361950"/>
                </a:lnTo>
                <a:lnTo>
                  <a:pt x="590550" y="361950"/>
                </a:lnTo>
                <a:lnTo>
                  <a:pt x="590550" y="257175"/>
                </a:lnTo>
                <a:lnTo>
                  <a:pt x="581025" y="257175"/>
                </a:lnTo>
                <a:lnTo>
                  <a:pt x="581025" y="247650"/>
                </a:lnTo>
                <a:lnTo>
                  <a:pt x="590550" y="247650"/>
                </a:lnTo>
                <a:close/>
                <a:moveTo>
                  <a:pt x="504825" y="247650"/>
                </a:moveTo>
                <a:lnTo>
                  <a:pt x="514350" y="247650"/>
                </a:lnTo>
                <a:lnTo>
                  <a:pt x="514350" y="257175"/>
                </a:lnTo>
                <a:lnTo>
                  <a:pt x="523875" y="257175"/>
                </a:lnTo>
                <a:lnTo>
                  <a:pt x="523875" y="266700"/>
                </a:lnTo>
                <a:lnTo>
                  <a:pt x="495300" y="266700"/>
                </a:lnTo>
                <a:lnTo>
                  <a:pt x="495300" y="257175"/>
                </a:lnTo>
                <a:lnTo>
                  <a:pt x="504825" y="257175"/>
                </a:lnTo>
                <a:close/>
                <a:moveTo>
                  <a:pt x="485775" y="266700"/>
                </a:moveTo>
                <a:lnTo>
                  <a:pt x="495300" y="266700"/>
                </a:lnTo>
                <a:lnTo>
                  <a:pt x="495300" y="276225"/>
                </a:lnTo>
                <a:lnTo>
                  <a:pt x="504825" y="276225"/>
                </a:lnTo>
                <a:lnTo>
                  <a:pt x="504825" y="285750"/>
                </a:lnTo>
                <a:lnTo>
                  <a:pt x="514350" y="285750"/>
                </a:lnTo>
                <a:lnTo>
                  <a:pt x="514350" y="295275"/>
                </a:lnTo>
                <a:lnTo>
                  <a:pt x="495300" y="295275"/>
                </a:lnTo>
                <a:lnTo>
                  <a:pt x="495300" y="285750"/>
                </a:lnTo>
                <a:lnTo>
                  <a:pt x="485775" y="285750"/>
                </a:lnTo>
                <a:close/>
                <a:moveTo>
                  <a:pt x="523875" y="266700"/>
                </a:moveTo>
                <a:lnTo>
                  <a:pt x="533400" y="266700"/>
                </a:lnTo>
                <a:lnTo>
                  <a:pt x="533400" y="276225"/>
                </a:lnTo>
                <a:lnTo>
                  <a:pt x="523875" y="276225"/>
                </a:lnTo>
                <a:close/>
                <a:moveTo>
                  <a:pt x="647700" y="276225"/>
                </a:moveTo>
                <a:lnTo>
                  <a:pt x="666750" y="276225"/>
                </a:lnTo>
                <a:lnTo>
                  <a:pt x="666750" y="361950"/>
                </a:lnTo>
                <a:lnTo>
                  <a:pt x="647700" y="361950"/>
                </a:lnTo>
                <a:lnTo>
                  <a:pt x="647700" y="295275"/>
                </a:lnTo>
                <a:lnTo>
                  <a:pt x="638175" y="295275"/>
                </a:lnTo>
                <a:lnTo>
                  <a:pt x="638175" y="285750"/>
                </a:lnTo>
                <a:lnTo>
                  <a:pt x="647700" y="285750"/>
                </a:lnTo>
                <a:close/>
                <a:moveTo>
                  <a:pt x="695325" y="276225"/>
                </a:moveTo>
                <a:lnTo>
                  <a:pt x="714375" y="276225"/>
                </a:lnTo>
                <a:lnTo>
                  <a:pt x="714375" y="285750"/>
                </a:lnTo>
                <a:lnTo>
                  <a:pt x="723900" y="285750"/>
                </a:lnTo>
                <a:lnTo>
                  <a:pt x="723900" y="352425"/>
                </a:lnTo>
                <a:lnTo>
                  <a:pt x="714375" y="352425"/>
                </a:lnTo>
                <a:lnTo>
                  <a:pt x="714375" y="361950"/>
                </a:lnTo>
                <a:lnTo>
                  <a:pt x="704850" y="361950"/>
                </a:lnTo>
                <a:lnTo>
                  <a:pt x="704850" y="352425"/>
                </a:lnTo>
                <a:lnTo>
                  <a:pt x="695325" y="352425"/>
                </a:lnTo>
                <a:close/>
                <a:moveTo>
                  <a:pt x="752475" y="276225"/>
                </a:moveTo>
                <a:lnTo>
                  <a:pt x="762000" y="276225"/>
                </a:lnTo>
                <a:lnTo>
                  <a:pt x="762000" y="285750"/>
                </a:lnTo>
                <a:lnTo>
                  <a:pt x="771525" y="285750"/>
                </a:lnTo>
                <a:lnTo>
                  <a:pt x="771525" y="361950"/>
                </a:lnTo>
                <a:lnTo>
                  <a:pt x="762000" y="361950"/>
                </a:lnTo>
                <a:lnTo>
                  <a:pt x="762000" y="352425"/>
                </a:lnTo>
                <a:lnTo>
                  <a:pt x="752475" y="352425"/>
                </a:lnTo>
                <a:lnTo>
                  <a:pt x="752475" y="295275"/>
                </a:lnTo>
                <a:lnTo>
                  <a:pt x="742950" y="295275"/>
                </a:lnTo>
                <a:lnTo>
                  <a:pt x="742950" y="285750"/>
                </a:lnTo>
                <a:lnTo>
                  <a:pt x="752475" y="285750"/>
                </a:lnTo>
                <a:close/>
                <a:moveTo>
                  <a:pt x="847725" y="285750"/>
                </a:moveTo>
                <a:lnTo>
                  <a:pt x="866775" y="285750"/>
                </a:lnTo>
                <a:lnTo>
                  <a:pt x="866775" y="314325"/>
                </a:lnTo>
                <a:lnTo>
                  <a:pt x="847725" y="314325"/>
                </a:lnTo>
                <a:lnTo>
                  <a:pt x="847725" y="323850"/>
                </a:lnTo>
                <a:lnTo>
                  <a:pt x="838200" y="323850"/>
                </a:lnTo>
                <a:lnTo>
                  <a:pt x="838200" y="295275"/>
                </a:lnTo>
                <a:lnTo>
                  <a:pt x="847725" y="295275"/>
                </a:lnTo>
                <a:close/>
                <a:moveTo>
                  <a:pt x="904875" y="285750"/>
                </a:moveTo>
                <a:lnTo>
                  <a:pt x="914400" y="285750"/>
                </a:lnTo>
                <a:lnTo>
                  <a:pt x="914400" y="333375"/>
                </a:lnTo>
                <a:lnTo>
                  <a:pt x="923925" y="333375"/>
                </a:lnTo>
                <a:lnTo>
                  <a:pt x="923925" y="342900"/>
                </a:lnTo>
                <a:lnTo>
                  <a:pt x="933450" y="342900"/>
                </a:lnTo>
                <a:lnTo>
                  <a:pt x="933450" y="361950"/>
                </a:lnTo>
                <a:lnTo>
                  <a:pt x="914400" y="361950"/>
                </a:lnTo>
                <a:lnTo>
                  <a:pt x="914400" y="352425"/>
                </a:lnTo>
                <a:lnTo>
                  <a:pt x="904875" y="352425"/>
                </a:lnTo>
                <a:lnTo>
                  <a:pt x="904875" y="342900"/>
                </a:lnTo>
                <a:lnTo>
                  <a:pt x="895350" y="342900"/>
                </a:lnTo>
                <a:lnTo>
                  <a:pt x="895350" y="295275"/>
                </a:lnTo>
                <a:lnTo>
                  <a:pt x="904875" y="295275"/>
                </a:lnTo>
                <a:close/>
                <a:moveTo>
                  <a:pt x="990600" y="285750"/>
                </a:moveTo>
                <a:lnTo>
                  <a:pt x="1009650" y="285750"/>
                </a:lnTo>
                <a:lnTo>
                  <a:pt x="1009650" y="342900"/>
                </a:lnTo>
                <a:lnTo>
                  <a:pt x="1019175" y="342900"/>
                </a:lnTo>
                <a:lnTo>
                  <a:pt x="1019175" y="361950"/>
                </a:lnTo>
                <a:lnTo>
                  <a:pt x="1000125" y="361950"/>
                </a:lnTo>
                <a:lnTo>
                  <a:pt x="1000125" y="352425"/>
                </a:lnTo>
                <a:lnTo>
                  <a:pt x="990600" y="352425"/>
                </a:lnTo>
                <a:lnTo>
                  <a:pt x="990600" y="342900"/>
                </a:lnTo>
                <a:lnTo>
                  <a:pt x="981075" y="342900"/>
                </a:lnTo>
                <a:lnTo>
                  <a:pt x="981075" y="323850"/>
                </a:lnTo>
                <a:lnTo>
                  <a:pt x="1000125" y="323850"/>
                </a:lnTo>
                <a:lnTo>
                  <a:pt x="1000125" y="304800"/>
                </a:lnTo>
                <a:lnTo>
                  <a:pt x="981075" y="304800"/>
                </a:lnTo>
                <a:lnTo>
                  <a:pt x="981075" y="295275"/>
                </a:lnTo>
                <a:lnTo>
                  <a:pt x="990600" y="295275"/>
                </a:lnTo>
                <a:close/>
                <a:moveTo>
                  <a:pt x="1028700" y="285750"/>
                </a:moveTo>
                <a:lnTo>
                  <a:pt x="1047750" y="285750"/>
                </a:lnTo>
                <a:lnTo>
                  <a:pt x="1047750" y="295275"/>
                </a:lnTo>
                <a:lnTo>
                  <a:pt x="1057275" y="295275"/>
                </a:lnTo>
                <a:lnTo>
                  <a:pt x="1057275" y="304800"/>
                </a:lnTo>
                <a:lnTo>
                  <a:pt x="1047750" y="304800"/>
                </a:lnTo>
                <a:lnTo>
                  <a:pt x="1047750" y="314325"/>
                </a:lnTo>
                <a:lnTo>
                  <a:pt x="1038225" y="314325"/>
                </a:lnTo>
                <a:lnTo>
                  <a:pt x="1038225" y="295275"/>
                </a:lnTo>
                <a:lnTo>
                  <a:pt x="1028700" y="295275"/>
                </a:lnTo>
                <a:close/>
                <a:moveTo>
                  <a:pt x="1076325" y="285750"/>
                </a:moveTo>
                <a:lnTo>
                  <a:pt x="1104900" y="285750"/>
                </a:lnTo>
                <a:lnTo>
                  <a:pt x="1104900" y="295275"/>
                </a:lnTo>
                <a:lnTo>
                  <a:pt x="1114425" y="295275"/>
                </a:lnTo>
                <a:lnTo>
                  <a:pt x="1114425" y="304800"/>
                </a:lnTo>
                <a:lnTo>
                  <a:pt x="1104900" y="304800"/>
                </a:lnTo>
                <a:lnTo>
                  <a:pt x="1104900" y="314325"/>
                </a:lnTo>
                <a:lnTo>
                  <a:pt x="1095375" y="314325"/>
                </a:lnTo>
                <a:lnTo>
                  <a:pt x="1095375" y="361950"/>
                </a:lnTo>
                <a:lnTo>
                  <a:pt x="1085850" y="361950"/>
                </a:lnTo>
                <a:lnTo>
                  <a:pt x="1085850" y="352425"/>
                </a:lnTo>
                <a:lnTo>
                  <a:pt x="1076325" y="352425"/>
                </a:lnTo>
                <a:close/>
                <a:moveTo>
                  <a:pt x="1123950" y="285750"/>
                </a:moveTo>
                <a:lnTo>
                  <a:pt x="1143000" y="285750"/>
                </a:lnTo>
                <a:lnTo>
                  <a:pt x="1143000" y="295275"/>
                </a:lnTo>
                <a:lnTo>
                  <a:pt x="1152525" y="295275"/>
                </a:lnTo>
                <a:lnTo>
                  <a:pt x="1152525" y="314325"/>
                </a:lnTo>
                <a:lnTo>
                  <a:pt x="1133475" y="314325"/>
                </a:lnTo>
                <a:lnTo>
                  <a:pt x="1133475" y="304800"/>
                </a:lnTo>
                <a:lnTo>
                  <a:pt x="1123950" y="304800"/>
                </a:lnTo>
                <a:close/>
                <a:moveTo>
                  <a:pt x="514350" y="295275"/>
                </a:moveTo>
                <a:lnTo>
                  <a:pt x="542925" y="295275"/>
                </a:lnTo>
                <a:lnTo>
                  <a:pt x="542925" y="314325"/>
                </a:lnTo>
                <a:lnTo>
                  <a:pt x="523875" y="314325"/>
                </a:lnTo>
                <a:lnTo>
                  <a:pt x="523875" y="304800"/>
                </a:lnTo>
                <a:lnTo>
                  <a:pt x="514350" y="304800"/>
                </a:lnTo>
                <a:close/>
                <a:moveTo>
                  <a:pt x="466725" y="314325"/>
                </a:moveTo>
                <a:lnTo>
                  <a:pt x="495300" y="314325"/>
                </a:lnTo>
                <a:lnTo>
                  <a:pt x="495300" y="333375"/>
                </a:lnTo>
                <a:lnTo>
                  <a:pt x="485775" y="333375"/>
                </a:lnTo>
                <a:lnTo>
                  <a:pt x="485775" y="342900"/>
                </a:lnTo>
                <a:lnTo>
                  <a:pt x="476250" y="342900"/>
                </a:lnTo>
                <a:lnTo>
                  <a:pt x="476250" y="361950"/>
                </a:lnTo>
                <a:lnTo>
                  <a:pt x="466725" y="361950"/>
                </a:lnTo>
                <a:lnTo>
                  <a:pt x="466725" y="371475"/>
                </a:lnTo>
                <a:lnTo>
                  <a:pt x="457200" y="371475"/>
                </a:lnTo>
                <a:lnTo>
                  <a:pt x="457200" y="342900"/>
                </a:lnTo>
                <a:lnTo>
                  <a:pt x="466725" y="342900"/>
                </a:lnTo>
                <a:close/>
                <a:moveTo>
                  <a:pt x="504825" y="314325"/>
                </a:moveTo>
                <a:lnTo>
                  <a:pt x="514350" y="314325"/>
                </a:lnTo>
                <a:lnTo>
                  <a:pt x="514350" y="333375"/>
                </a:lnTo>
                <a:lnTo>
                  <a:pt x="504825" y="333375"/>
                </a:lnTo>
                <a:close/>
                <a:moveTo>
                  <a:pt x="542925" y="323850"/>
                </a:moveTo>
                <a:lnTo>
                  <a:pt x="552450" y="323850"/>
                </a:lnTo>
                <a:lnTo>
                  <a:pt x="552450" y="352425"/>
                </a:lnTo>
                <a:lnTo>
                  <a:pt x="561975" y="352425"/>
                </a:lnTo>
                <a:lnTo>
                  <a:pt x="561975" y="361950"/>
                </a:lnTo>
                <a:lnTo>
                  <a:pt x="552450" y="361950"/>
                </a:lnTo>
                <a:lnTo>
                  <a:pt x="552450" y="371475"/>
                </a:lnTo>
                <a:lnTo>
                  <a:pt x="533400" y="371475"/>
                </a:lnTo>
                <a:lnTo>
                  <a:pt x="533400" y="361950"/>
                </a:lnTo>
                <a:lnTo>
                  <a:pt x="523875" y="361950"/>
                </a:lnTo>
                <a:lnTo>
                  <a:pt x="523875" y="342900"/>
                </a:lnTo>
                <a:lnTo>
                  <a:pt x="514350" y="342900"/>
                </a:lnTo>
                <a:lnTo>
                  <a:pt x="514350" y="333375"/>
                </a:lnTo>
                <a:lnTo>
                  <a:pt x="523875" y="333375"/>
                </a:lnTo>
                <a:lnTo>
                  <a:pt x="523875" y="342900"/>
                </a:lnTo>
                <a:lnTo>
                  <a:pt x="542925" y="342900"/>
                </a:lnTo>
                <a:close/>
                <a:moveTo>
                  <a:pt x="800100" y="323850"/>
                </a:moveTo>
                <a:lnTo>
                  <a:pt x="819150" y="323850"/>
                </a:lnTo>
                <a:lnTo>
                  <a:pt x="819150" y="361950"/>
                </a:lnTo>
                <a:lnTo>
                  <a:pt x="809625" y="361950"/>
                </a:lnTo>
                <a:lnTo>
                  <a:pt x="809625" y="352425"/>
                </a:lnTo>
                <a:lnTo>
                  <a:pt x="800100" y="352425"/>
                </a:lnTo>
                <a:close/>
                <a:moveTo>
                  <a:pt x="847725" y="333375"/>
                </a:moveTo>
                <a:lnTo>
                  <a:pt x="866775" y="333375"/>
                </a:lnTo>
                <a:lnTo>
                  <a:pt x="866775" y="342900"/>
                </a:lnTo>
                <a:lnTo>
                  <a:pt x="876300" y="342900"/>
                </a:lnTo>
                <a:lnTo>
                  <a:pt x="876300" y="352425"/>
                </a:lnTo>
                <a:lnTo>
                  <a:pt x="866775" y="352425"/>
                </a:lnTo>
                <a:lnTo>
                  <a:pt x="866775" y="361950"/>
                </a:lnTo>
                <a:lnTo>
                  <a:pt x="847725" y="361950"/>
                </a:lnTo>
                <a:close/>
                <a:moveTo>
                  <a:pt x="1133475" y="342900"/>
                </a:moveTo>
                <a:lnTo>
                  <a:pt x="1152525" y="342900"/>
                </a:lnTo>
                <a:lnTo>
                  <a:pt x="1152525" y="371475"/>
                </a:lnTo>
                <a:lnTo>
                  <a:pt x="1133475" y="371475"/>
                </a:lnTo>
                <a:close/>
                <a:moveTo>
                  <a:pt x="628650" y="504825"/>
                </a:moveTo>
                <a:lnTo>
                  <a:pt x="733425" y="504825"/>
                </a:lnTo>
                <a:lnTo>
                  <a:pt x="733425" y="514350"/>
                </a:lnTo>
                <a:lnTo>
                  <a:pt x="628650" y="514350"/>
                </a:lnTo>
                <a:close/>
                <a:moveTo>
                  <a:pt x="742950" y="504825"/>
                </a:moveTo>
                <a:lnTo>
                  <a:pt x="923925" y="504825"/>
                </a:lnTo>
                <a:lnTo>
                  <a:pt x="923925" y="514350"/>
                </a:lnTo>
                <a:lnTo>
                  <a:pt x="742950" y="514350"/>
                </a:lnTo>
                <a:close/>
                <a:moveTo>
                  <a:pt x="933450" y="504825"/>
                </a:moveTo>
                <a:lnTo>
                  <a:pt x="1009650" y="504825"/>
                </a:lnTo>
                <a:lnTo>
                  <a:pt x="1009650" y="514350"/>
                </a:lnTo>
                <a:lnTo>
                  <a:pt x="933450" y="514350"/>
                </a:lnTo>
                <a:close/>
                <a:moveTo>
                  <a:pt x="495300" y="514350"/>
                </a:moveTo>
                <a:lnTo>
                  <a:pt x="514350" y="514350"/>
                </a:lnTo>
                <a:lnTo>
                  <a:pt x="514350" y="523875"/>
                </a:lnTo>
                <a:lnTo>
                  <a:pt x="495300" y="523875"/>
                </a:lnTo>
                <a:close/>
                <a:moveTo>
                  <a:pt x="571500" y="514350"/>
                </a:moveTo>
                <a:lnTo>
                  <a:pt x="609600" y="514350"/>
                </a:lnTo>
                <a:lnTo>
                  <a:pt x="609600" y="523875"/>
                </a:lnTo>
                <a:lnTo>
                  <a:pt x="571500" y="523875"/>
                </a:lnTo>
                <a:close/>
                <a:moveTo>
                  <a:pt x="619125" y="514350"/>
                </a:moveTo>
                <a:lnTo>
                  <a:pt x="628650" y="514350"/>
                </a:lnTo>
                <a:lnTo>
                  <a:pt x="628650" y="523875"/>
                </a:lnTo>
                <a:lnTo>
                  <a:pt x="619125" y="523875"/>
                </a:lnTo>
                <a:close/>
                <a:moveTo>
                  <a:pt x="1038225" y="514350"/>
                </a:moveTo>
                <a:lnTo>
                  <a:pt x="1152525" y="514350"/>
                </a:lnTo>
                <a:lnTo>
                  <a:pt x="1152525" y="523875"/>
                </a:lnTo>
                <a:lnTo>
                  <a:pt x="1038225" y="523875"/>
                </a:lnTo>
                <a:close/>
                <a:moveTo>
                  <a:pt x="333375" y="523875"/>
                </a:moveTo>
                <a:lnTo>
                  <a:pt x="342900" y="523875"/>
                </a:lnTo>
                <a:lnTo>
                  <a:pt x="342900" y="533400"/>
                </a:lnTo>
                <a:lnTo>
                  <a:pt x="333375" y="533400"/>
                </a:lnTo>
                <a:close/>
                <a:moveTo>
                  <a:pt x="1238250" y="523875"/>
                </a:moveTo>
                <a:lnTo>
                  <a:pt x="1247775" y="523875"/>
                </a:lnTo>
                <a:lnTo>
                  <a:pt x="1247775" y="533400"/>
                </a:lnTo>
                <a:lnTo>
                  <a:pt x="1238250" y="533400"/>
                </a:lnTo>
                <a:close/>
                <a:moveTo>
                  <a:pt x="323850" y="533400"/>
                </a:moveTo>
                <a:lnTo>
                  <a:pt x="333375" y="533400"/>
                </a:lnTo>
                <a:lnTo>
                  <a:pt x="333375" y="552450"/>
                </a:lnTo>
                <a:lnTo>
                  <a:pt x="323850" y="552450"/>
                </a:lnTo>
                <a:close/>
                <a:moveTo>
                  <a:pt x="1247775" y="533400"/>
                </a:moveTo>
                <a:lnTo>
                  <a:pt x="1257300" y="533400"/>
                </a:lnTo>
                <a:lnTo>
                  <a:pt x="1257300" y="552450"/>
                </a:lnTo>
                <a:lnTo>
                  <a:pt x="1247775" y="552450"/>
                </a:lnTo>
                <a:close/>
                <a:moveTo>
                  <a:pt x="333375" y="552450"/>
                </a:moveTo>
                <a:lnTo>
                  <a:pt x="342900" y="552450"/>
                </a:lnTo>
                <a:lnTo>
                  <a:pt x="342900" y="561975"/>
                </a:lnTo>
                <a:lnTo>
                  <a:pt x="333375" y="561975"/>
                </a:lnTo>
                <a:close/>
                <a:moveTo>
                  <a:pt x="1285875" y="628650"/>
                </a:moveTo>
                <a:lnTo>
                  <a:pt x="1295400" y="628650"/>
                </a:lnTo>
                <a:lnTo>
                  <a:pt x="1295400" y="638175"/>
                </a:lnTo>
                <a:lnTo>
                  <a:pt x="1285875" y="638175"/>
                </a:lnTo>
                <a:close/>
                <a:moveTo>
                  <a:pt x="276225" y="647700"/>
                </a:moveTo>
                <a:lnTo>
                  <a:pt x="285750" y="647700"/>
                </a:lnTo>
                <a:lnTo>
                  <a:pt x="285750" y="676275"/>
                </a:lnTo>
                <a:lnTo>
                  <a:pt x="276225" y="676275"/>
                </a:lnTo>
                <a:lnTo>
                  <a:pt x="276225" y="704850"/>
                </a:lnTo>
                <a:lnTo>
                  <a:pt x="266700" y="704850"/>
                </a:lnTo>
                <a:lnTo>
                  <a:pt x="266700" y="666750"/>
                </a:lnTo>
                <a:lnTo>
                  <a:pt x="276225" y="666750"/>
                </a:lnTo>
                <a:close/>
                <a:moveTo>
                  <a:pt x="1295400" y="657225"/>
                </a:moveTo>
                <a:lnTo>
                  <a:pt x="1304925" y="657225"/>
                </a:lnTo>
                <a:lnTo>
                  <a:pt x="1304925" y="666750"/>
                </a:lnTo>
                <a:lnTo>
                  <a:pt x="1295400" y="666750"/>
                </a:lnTo>
                <a:close/>
                <a:moveTo>
                  <a:pt x="1304925" y="666750"/>
                </a:moveTo>
                <a:lnTo>
                  <a:pt x="1314450" y="666750"/>
                </a:lnTo>
                <a:lnTo>
                  <a:pt x="1314450" y="704850"/>
                </a:lnTo>
                <a:lnTo>
                  <a:pt x="1304925" y="704850"/>
                </a:lnTo>
                <a:lnTo>
                  <a:pt x="1304925" y="714375"/>
                </a:lnTo>
                <a:lnTo>
                  <a:pt x="1295400" y="714375"/>
                </a:lnTo>
                <a:lnTo>
                  <a:pt x="1295400" y="723900"/>
                </a:lnTo>
                <a:lnTo>
                  <a:pt x="1285875" y="723900"/>
                </a:lnTo>
                <a:lnTo>
                  <a:pt x="1285875" y="733425"/>
                </a:lnTo>
                <a:lnTo>
                  <a:pt x="1266825" y="733425"/>
                </a:lnTo>
                <a:lnTo>
                  <a:pt x="1266825" y="723900"/>
                </a:lnTo>
                <a:lnTo>
                  <a:pt x="1276350" y="723900"/>
                </a:lnTo>
                <a:lnTo>
                  <a:pt x="1276350" y="714375"/>
                </a:lnTo>
                <a:lnTo>
                  <a:pt x="1285875" y="714375"/>
                </a:lnTo>
                <a:lnTo>
                  <a:pt x="1285875" y="704850"/>
                </a:lnTo>
                <a:lnTo>
                  <a:pt x="1295400" y="704850"/>
                </a:lnTo>
                <a:lnTo>
                  <a:pt x="1295400" y="685800"/>
                </a:lnTo>
                <a:lnTo>
                  <a:pt x="1304925" y="685800"/>
                </a:lnTo>
                <a:close/>
                <a:moveTo>
                  <a:pt x="276225" y="704850"/>
                </a:moveTo>
                <a:lnTo>
                  <a:pt x="285750" y="704850"/>
                </a:lnTo>
                <a:lnTo>
                  <a:pt x="285750" y="714375"/>
                </a:lnTo>
                <a:lnTo>
                  <a:pt x="295275" y="714375"/>
                </a:lnTo>
                <a:lnTo>
                  <a:pt x="295275" y="723900"/>
                </a:lnTo>
                <a:lnTo>
                  <a:pt x="304800" y="723900"/>
                </a:lnTo>
                <a:lnTo>
                  <a:pt x="304800" y="733425"/>
                </a:lnTo>
                <a:lnTo>
                  <a:pt x="285750" y="733425"/>
                </a:lnTo>
                <a:lnTo>
                  <a:pt x="285750" y="723900"/>
                </a:lnTo>
                <a:lnTo>
                  <a:pt x="276225" y="723900"/>
                </a:lnTo>
                <a:close/>
                <a:moveTo>
                  <a:pt x="1200150" y="704850"/>
                </a:moveTo>
                <a:lnTo>
                  <a:pt x="1209675" y="704850"/>
                </a:lnTo>
                <a:lnTo>
                  <a:pt x="1209675" y="714375"/>
                </a:lnTo>
                <a:lnTo>
                  <a:pt x="1200150" y="714375"/>
                </a:lnTo>
                <a:close/>
                <a:moveTo>
                  <a:pt x="361950" y="714375"/>
                </a:moveTo>
                <a:lnTo>
                  <a:pt x="371475" y="714375"/>
                </a:lnTo>
                <a:lnTo>
                  <a:pt x="371475" y="723900"/>
                </a:lnTo>
                <a:lnTo>
                  <a:pt x="361950" y="723900"/>
                </a:lnTo>
                <a:close/>
                <a:moveTo>
                  <a:pt x="600075" y="714375"/>
                </a:moveTo>
                <a:lnTo>
                  <a:pt x="609600" y="714375"/>
                </a:lnTo>
                <a:lnTo>
                  <a:pt x="609600" y="723900"/>
                </a:lnTo>
                <a:lnTo>
                  <a:pt x="600075" y="723900"/>
                </a:lnTo>
                <a:close/>
                <a:moveTo>
                  <a:pt x="742950" y="714375"/>
                </a:moveTo>
                <a:lnTo>
                  <a:pt x="752475" y="714375"/>
                </a:lnTo>
                <a:lnTo>
                  <a:pt x="752475" y="723900"/>
                </a:lnTo>
                <a:lnTo>
                  <a:pt x="742950" y="723900"/>
                </a:lnTo>
                <a:close/>
                <a:moveTo>
                  <a:pt x="819150" y="714375"/>
                </a:moveTo>
                <a:lnTo>
                  <a:pt x="838200" y="714375"/>
                </a:lnTo>
                <a:lnTo>
                  <a:pt x="838200" y="723900"/>
                </a:lnTo>
                <a:lnTo>
                  <a:pt x="828675" y="723900"/>
                </a:lnTo>
                <a:lnTo>
                  <a:pt x="828675" y="733425"/>
                </a:lnTo>
                <a:lnTo>
                  <a:pt x="819150" y="733425"/>
                </a:lnTo>
                <a:close/>
                <a:moveTo>
                  <a:pt x="971550" y="714375"/>
                </a:moveTo>
                <a:lnTo>
                  <a:pt x="981075" y="714375"/>
                </a:lnTo>
                <a:lnTo>
                  <a:pt x="981075" y="723900"/>
                </a:lnTo>
                <a:lnTo>
                  <a:pt x="971550" y="723900"/>
                </a:lnTo>
                <a:close/>
                <a:moveTo>
                  <a:pt x="1209675" y="714375"/>
                </a:moveTo>
                <a:lnTo>
                  <a:pt x="1228725" y="714375"/>
                </a:lnTo>
                <a:lnTo>
                  <a:pt x="1228725" y="723900"/>
                </a:lnTo>
                <a:lnTo>
                  <a:pt x="1238250" y="723900"/>
                </a:lnTo>
                <a:lnTo>
                  <a:pt x="1238250" y="733425"/>
                </a:lnTo>
                <a:lnTo>
                  <a:pt x="1219200" y="733425"/>
                </a:lnTo>
                <a:lnTo>
                  <a:pt x="1219200" y="723900"/>
                </a:lnTo>
                <a:lnTo>
                  <a:pt x="1209675" y="723900"/>
                </a:lnTo>
                <a:close/>
                <a:moveTo>
                  <a:pt x="352425" y="723900"/>
                </a:moveTo>
                <a:lnTo>
                  <a:pt x="361950" y="723900"/>
                </a:lnTo>
                <a:lnTo>
                  <a:pt x="361950" y="733425"/>
                </a:lnTo>
                <a:lnTo>
                  <a:pt x="352425" y="733425"/>
                </a:lnTo>
                <a:close/>
                <a:moveTo>
                  <a:pt x="523875" y="723900"/>
                </a:moveTo>
                <a:lnTo>
                  <a:pt x="533400" y="723900"/>
                </a:lnTo>
                <a:lnTo>
                  <a:pt x="533400" y="733425"/>
                </a:lnTo>
                <a:lnTo>
                  <a:pt x="523875" y="733425"/>
                </a:lnTo>
                <a:close/>
                <a:moveTo>
                  <a:pt x="590550" y="723900"/>
                </a:moveTo>
                <a:lnTo>
                  <a:pt x="600075" y="723900"/>
                </a:lnTo>
                <a:lnTo>
                  <a:pt x="600075" y="733425"/>
                </a:lnTo>
                <a:lnTo>
                  <a:pt x="590550" y="733425"/>
                </a:lnTo>
                <a:close/>
                <a:moveTo>
                  <a:pt x="762000" y="723900"/>
                </a:moveTo>
                <a:lnTo>
                  <a:pt x="771525" y="723900"/>
                </a:lnTo>
                <a:lnTo>
                  <a:pt x="771525" y="733425"/>
                </a:lnTo>
                <a:lnTo>
                  <a:pt x="762000" y="733425"/>
                </a:lnTo>
                <a:close/>
                <a:moveTo>
                  <a:pt x="981075" y="723900"/>
                </a:moveTo>
                <a:lnTo>
                  <a:pt x="990600" y="723900"/>
                </a:lnTo>
                <a:lnTo>
                  <a:pt x="990600" y="733425"/>
                </a:lnTo>
                <a:lnTo>
                  <a:pt x="981075" y="733425"/>
                </a:lnTo>
                <a:close/>
                <a:moveTo>
                  <a:pt x="542925" y="733425"/>
                </a:moveTo>
                <a:lnTo>
                  <a:pt x="571500" y="733425"/>
                </a:lnTo>
                <a:lnTo>
                  <a:pt x="571500" y="742950"/>
                </a:lnTo>
                <a:lnTo>
                  <a:pt x="542925" y="742950"/>
                </a:lnTo>
                <a:close/>
                <a:moveTo>
                  <a:pt x="1009650" y="733425"/>
                </a:moveTo>
                <a:lnTo>
                  <a:pt x="1028700" y="733425"/>
                </a:lnTo>
                <a:lnTo>
                  <a:pt x="1028700" y="742950"/>
                </a:lnTo>
                <a:lnTo>
                  <a:pt x="1009650" y="742950"/>
                </a:lnTo>
                <a:close/>
                <a:moveTo>
                  <a:pt x="428625" y="781050"/>
                </a:moveTo>
                <a:lnTo>
                  <a:pt x="438150" y="781050"/>
                </a:lnTo>
                <a:lnTo>
                  <a:pt x="438150" y="800100"/>
                </a:lnTo>
                <a:lnTo>
                  <a:pt x="447675" y="800100"/>
                </a:lnTo>
                <a:lnTo>
                  <a:pt x="447675" y="809625"/>
                </a:lnTo>
                <a:lnTo>
                  <a:pt x="438150" y="809625"/>
                </a:lnTo>
                <a:lnTo>
                  <a:pt x="438150" y="962025"/>
                </a:lnTo>
                <a:lnTo>
                  <a:pt x="447675" y="962025"/>
                </a:lnTo>
                <a:lnTo>
                  <a:pt x="447675" y="990600"/>
                </a:lnTo>
                <a:lnTo>
                  <a:pt x="438150" y="990600"/>
                </a:lnTo>
                <a:lnTo>
                  <a:pt x="438150" y="1095375"/>
                </a:lnTo>
                <a:lnTo>
                  <a:pt x="447675" y="1095375"/>
                </a:lnTo>
                <a:lnTo>
                  <a:pt x="447675" y="1123950"/>
                </a:lnTo>
                <a:lnTo>
                  <a:pt x="419100" y="1123950"/>
                </a:lnTo>
                <a:lnTo>
                  <a:pt x="419100" y="1114425"/>
                </a:lnTo>
                <a:lnTo>
                  <a:pt x="409575" y="1114425"/>
                </a:lnTo>
                <a:lnTo>
                  <a:pt x="409575" y="1095375"/>
                </a:lnTo>
                <a:lnTo>
                  <a:pt x="419100" y="1095375"/>
                </a:lnTo>
                <a:lnTo>
                  <a:pt x="419100" y="790575"/>
                </a:lnTo>
                <a:lnTo>
                  <a:pt x="428625" y="790575"/>
                </a:lnTo>
                <a:close/>
                <a:moveTo>
                  <a:pt x="457200" y="781050"/>
                </a:moveTo>
                <a:lnTo>
                  <a:pt x="809625" y="781050"/>
                </a:lnTo>
                <a:lnTo>
                  <a:pt x="809625" y="790575"/>
                </a:lnTo>
                <a:lnTo>
                  <a:pt x="819150" y="790575"/>
                </a:lnTo>
                <a:lnTo>
                  <a:pt x="819150" y="1114425"/>
                </a:lnTo>
                <a:lnTo>
                  <a:pt x="809625" y="1114425"/>
                </a:lnTo>
                <a:lnTo>
                  <a:pt x="809625" y="1123950"/>
                </a:lnTo>
                <a:lnTo>
                  <a:pt x="733425" y="1123950"/>
                </a:lnTo>
                <a:lnTo>
                  <a:pt x="733425" y="1104900"/>
                </a:lnTo>
                <a:lnTo>
                  <a:pt x="790575" y="1104900"/>
                </a:lnTo>
                <a:lnTo>
                  <a:pt x="790575" y="1095375"/>
                </a:lnTo>
                <a:lnTo>
                  <a:pt x="800100" y="1095375"/>
                </a:lnTo>
                <a:lnTo>
                  <a:pt x="800100" y="809625"/>
                </a:lnTo>
                <a:lnTo>
                  <a:pt x="790575" y="809625"/>
                </a:lnTo>
                <a:lnTo>
                  <a:pt x="790575" y="800100"/>
                </a:lnTo>
                <a:lnTo>
                  <a:pt x="457200" y="800100"/>
                </a:lnTo>
                <a:close/>
                <a:moveTo>
                  <a:pt x="895350" y="790575"/>
                </a:moveTo>
                <a:lnTo>
                  <a:pt x="914400" y="790575"/>
                </a:lnTo>
                <a:lnTo>
                  <a:pt x="914400" y="800100"/>
                </a:lnTo>
                <a:lnTo>
                  <a:pt x="904875" y="800100"/>
                </a:lnTo>
                <a:lnTo>
                  <a:pt x="904875" y="809625"/>
                </a:lnTo>
                <a:lnTo>
                  <a:pt x="895350" y="809625"/>
                </a:lnTo>
                <a:close/>
                <a:moveTo>
                  <a:pt x="952500" y="800100"/>
                </a:moveTo>
                <a:lnTo>
                  <a:pt x="981075" y="800100"/>
                </a:lnTo>
                <a:lnTo>
                  <a:pt x="981075" y="809625"/>
                </a:lnTo>
                <a:lnTo>
                  <a:pt x="952500" y="809625"/>
                </a:lnTo>
                <a:close/>
                <a:moveTo>
                  <a:pt x="914400" y="828675"/>
                </a:moveTo>
                <a:lnTo>
                  <a:pt x="923925" y="828675"/>
                </a:lnTo>
                <a:lnTo>
                  <a:pt x="923925" y="838200"/>
                </a:lnTo>
                <a:lnTo>
                  <a:pt x="933450" y="838200"/>
                </a:lnTo>
                <a:lnTo>
                  <a:pt x="933450" y="990600"/>
                </a:lnTo>
                <a:lnTo>
                  <a:pt x="923925" y="990600"/>
                </a:lnTo>
                <a:lnTo>
                  <a:pt x="923925" y="1009650"/>
                </a:lnTo>
                <a:lnTo>
                  <a:pt x="914400" y="1009650"/>
                </a:lnTo>
                <a:close/>
                <a:moveTo>
                  <a:pt x="1123950" y="847725"/>
                </a:moveTo>
                <a:lnTo>
                  <a:pt x="1133475" y="847725"/>
                </a:lnTo>
                <a:lnTo>
                  <a:pt x="1133475" y="857250"/>
                </a:lnTo>
                <a:lnTo>
                  <a:pt x="1143000" y="857250"/>
                </a:lnTo>
                <a:lnTo>
                  <a:pt x="1143000" y="933450"/>
                </a:lnTo>
                <a:lnTo>
                  <a:pt x="1133475" y="933450"/>
                </a:lnTo>
                <a:lnTo>
                  <a:pt x="1133475" y="1009650"/>
                </a:lnTo>
                <a:lnTo>
                  <a:pt x="1123950" y="1009650"/>
                </a:lnTo>
                <a:close/>
                <a:moveTo>
                  <a:pt x="628650" y="952500"/>
                </a:moveTo>
                <a:lnTo>
                  <a:pt x="647700" y="952500"/>
                </a:lnTo>
                <a:lnTo>
                  <a:pt x="647700" y="962025"/>
                </a:lnTo>
                <a:lnTo>
                  <a:pt x="657225" y="962025"/>
                </a:lnTo>
                <a:lnTo>
                  <a:pt x="657225" y="971550"/>
                </a:lnTo>
                <a:lnTo>
                  <a:pt x="647700" y="971550"/>
                </a:lnTo>
                <a:lnTo>
                  <a:pt x="647700" y="981075"/>
                </a:lnTo>
                <a:lnTo>
                  <a:pt x="571500" y="981075"/>
                </a:lnTo>
                <a:lnTo>
                  <a:pt x="571500" y="962025"/>
                </a:lnTo>
                <a:lnTo>
                  <a:pt x="628650" y="962025"/>
                </a:lnTo>
                <a:close/>
                <a:moveTo>
                  <a:pt x="495300" y="962025"/>
                </a:moveTo>
                <a:lnTo>
                  <a:pt x="542925" y="962025"/>
                </a:lnTo>
                <a:lnTo>
                  <a:pt x="542925" y="981075"/>
                </a:lnTo>
                <a:lnTo>
                  <a:pt x="495300" y="981075"/>
                </a:lnTo>
                <a:close/>
                <a:moveTo>
                  <a:pt x="895350" y="1028700"/>
                </a:moveTo>
                <a:lnTo>
                  <a:pt x="914400" y="1028700"/>
                </a:lnTo>
                <a:lnTo>
                  <a:pt x="914400" y="1095375"/>
                </a:lnTo>
                <a:lnTo>
                  <a:pt x="895350" y="1095375"/>
                </a:lnTo>
                <a:close/>
                <a:moveTo>
                  <a:pt x="561975" y="1104900"/>
                </a:moveTo>
                <a:lnTo>
                  <a:pt x="657225" y="1104900"/>
                </a:lnTo>
                <a:lnTo>
                  <a:pt x="657225" y="1123950"/>
                </a:lnTo>
                <a:lnTo>
                  <a:pt x="561975" y="1123950"/>
                </a:lnTo>
                <a:close/>
                <a:moveTo>
                  <a:pt x="666750" y="1104900"/>
                </a:moveTo>
                <a:lnTo>
                  <a:pt x="676275" y="1104900"/>
                </a:lnTo>
                <a:lnTo>
                  <a:pt x="676275" y="1123950"/>
                </a:lnTo>
                <a:lnTo>
                  <a:pt x="666750" y="1123950"/>
                </a:lnTo>
                <a:close/>
                <a:moveTo>
                  <a:pt x="895350" y="1114425"/>
                </a:moveTo>
                <a:lnTo>
                  <a:pt x="914400" y="1114425"/>
                </a:lnTo>
                <a:lnTo>
                  <a:pt x="914400" y="1123950"/>
                </a:lnTo>
                <a:lnTo>
                  <a:pt x="895350" y="1123950"/>
                </a:lnTo>
                <a:close/>
                <a:moveTo>
                  <a:pt x="895350" y="1200150"/>
                </a:moveTo>
                <a:lnTo>
                  <a:pt x="904875" y="1200150"/>
                </a:lnTo>
                <a:lnTo>
                  <a:pt x="904875" y="1209675"/>
                </a:lnTo>
                <a:lnTo>
                  <a:pt x="895350" y="1209675"/>
                </a:lnTo>
                <a:close/>
                <a:moveTo>
                  <a:pt x="914400" y="1200150"/>
                </a:moveTo>
                <a:lnTo>
                  <a:pt x="923925" y="1200150"/>
                </a:lnTo>
                <a:lnTo>
                  <a:pt x="923925" y="1209675"/>
                </a:lnTo>
                <a:lnTo>
                  <a:pt x="914400" y="1209675"/>
                </a:lnTo>
                <a:close/>
                <a:moveTo>
                  <a:pt x="1133475" y="1200150"/>
                </a:moveTo>
                <a:lnTo>
                  <a:pt x="1143000" y="1200150"/>
                </a:lnTo>
                <a:lnTo>
                  <a:pt x="1143000" y="1219200"/>
                </a:lnTo>
                <a:lnTo>
                  <a:pt x="1133475" y="1219200"/>
                </a:lnTo>
                <a:close/>
                <a:moveTo>
                  <a:pt x="904875" y="1209675"/>
                </a:moveTo>
                <a:lnTo>
                  <a:pt x="914400" y="1209675"/>
                </a:lnTo>
                <a:lnTo>
                  <a:pt x="914400" y="1219200"/>
                </a:lnTo>
                <a:lnTo>
                  <a:pt x="904875" y="1219200"/>
                </a:lnTo>
                <a:close/>
              </a:path>
            </a:pathLst>
          </a:custGeom>
          <a:solidFill xmlns:a="http://schemas.openxmlformats.org/drawingml/2006/main">
            <a:srgbClr val="B13121"/>
          </a:solidFill>
          <a:ln xmlns:a="http://schemas.openxmlformats.org/drawingml/2006/main" w="0">
            <a:noFill/>
          </a:ln>
        </p:spPr>
      </p:sp>
      <p:sp>
        <p:nvSpPr>
          <p:cNvPr id="83" name="logo vector #b72018">
            <a:extLst xmlns:a="http://schemas.openxmlformats.org/drawingml/2006/main">
              <a:ext uri="{FF2B5EF4-FFF2-40B4-BE49-F238E27FC236}">
                <a16:creationId xmlns:a16="http://schemas.microsoft.com/office/drawing/2014/main" id="{B72B04A5-90F6-46A0-A176-4A9770E66F9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219700" y="4476750"/>
            <a:ext cx="1581150" cy="1485900"/>
          </a:xfrm>
          <a:custGeom xmlns:a="http://schemas.openxmlformats.org/drawingml/2006/main">
            <a:pathLst>
              <a:path w="1581150" h="1485900">
                <a:moveTo>
                  <a:pt x="495300" y="266700"/>
                </a:moveTo>
                <a:lnTo>
                  <a:pt x="523875" y="266700"/>
                </a:lnTo>
                <a:lnTo>
                  <a:pt x="523875" y="276225"/>
                </a:lnTo>
                <a:lnTo>
                  <a:pt x="533400" y="276225"/>
                </a:lnTo>
                <a:lnTo>
                  <a:pt x="533400" y="295275"/>
                </a:lnTo>
                <a:lnTo>
                  <a:pt x="514350" y="295275"/>
                </a:lnTo>
                <a:lnTo>
                  <a:pt x="514350" y="285750"/>
                </a:lnTo>
                <a:lnTo>
                  <a:pt x="504825" y="285750"/>
                </a:lnTo>
                <a:lnTo>
                  <a:pt x="504825" y="276225"/>
                </a:lnTo>
                <a:lnTo>
                  <a:pt x="495300" y="276225"/>
                </a:lnTo>
                <a:close/>
                <a:moveTo>
                  <a:pt x="514350" y="304800"/>
                </a:moveTo>
                <a:lnTo>
                  <a:pt x="523875" y="304800"/>
                </a:lnTo>
                <a:lnTo>
                  <a:pt x="523875" y="314325"/>
                </a:lnTo>
                <a:lnTo>
                  <a:pt x="542925" y="314325"/>
                </a:lnTo>
                <a:lnTo>
                  <a:pt x="542925" y="342900"/>
                </a:lnTo>
                <a:lnTo>
                  <a:pt x="523875" y="342900"/>
                </a:lnTo>
                <a:lnTo>
                  <a:pt x="523875" y="333375"/>
                </a:lnTo>
                <a:lnTo>
                  <a:pt x="514350" y="333375"/>
                </a:lnTo>
                <a:close/>
                <a:moveTo>
                  <a:pt x="981075" y="304800"/>
                </a:moveTo>
                <a:lnTo>
                  <a:pt x="1000125" y="304800"/>
                </a:lnTo>
                <a:lnTo>
                  <a:pt x="1000125" y="323850"/>
                </a:lnTo>
                <a:lnTo>
                  <a:pt x="981075" y="323850"/>
                </a:lnTo>
                <a:close/>
                <a:moveTo>
                  <a:pt x="847725" y="314325"/>
                </a:moveTo>
                <a:lnTo>
                  <a:pt x="866775" y="314325"/>
                </a:lnTo>
                <a:lnTo>
                  <a:pt x="866775" y="333375"/>
                </a:lnTo>
                <a:lnTo>
                  <a:pt x="847725" y="333375"/>
                </a:lnTo>
                <a:close/>
                <a:moveTo>
                  <a:pt x="1133475" y="314325"/>
                </a:moveTo>
                <a:lnTo>
                  <a:pt x="1152525" y="314325"/>
                </a:lnTo>
                <a:lnTo>
                  <a:pt x="1152525" y="342900"/>
                </a:lnTo>
                <a:lnTo>
                  <a:pt x="1133475" y="342900"/>
                </a:lnTo>
                <a:close/>
                <a:moveTo>
                  <a:pt x="371475" y="504825"/>
                </a:moveTo>
                <a:lnTo>
                  <a:pt x="390525" y="504825"/>
                </a:lnTo>
                <a:lnTo>
                  <a:pt x="390525" y="514350"/>
                </a:lnTo>
                <a:lnTo>
                  <a:pt x="381000" y="514350"/>
                </a:lnTo>
                <a:lnTo>
                  <a:pt x="381000" y="523875"/>
                </a:lnTo>
                <a:lnTo>
                  <a:pt x="428625" y="523875"/>
                </a:lnTo>
                <a:lnTo>
                  <a:pt x="428625" y="533400"/>
                </a:lnTo>
                <a:lnTo>
                  <a:pt x="438150" y="533400"/>
                </a:lnTo>
                <a:lnTo>
                  <a:pt x="438150" y="552450"/>
                </a:lnTo>
                <a:lnTo>
                  <a:pt x="352425" y="552450"/>
                </a:lnTo>
                <a:lnTo>
                  <a:pt x="352425" y="561975"/>
                </a:lnTo>
                <a:lnTo>
                  <a:pt x="342900" y="561975"/>
                </a:lnTo>
                <a:lnTo>
                  <a:pt x="342900" y="552450"/>
                </a:lnTo>
                <a:lnTo>
                  <a:pt x="333375" y="552450"/>
                </a:lnTo>
                <a:lnTo>
                  <a:pt x="333375" y="533400"/>
                </a:lnTo>
                <a:lnTo>
                  <a:pt x="342900" y="533400"/>
                </a:lnTo>
                <a:lnTo>
                  <a:pt x="342900" y="523875"/>
                </a:lnTo>
                <a:lnTo>
                  <a:pt x="361950" y="523875"/>
                </a:lnTo>
                <a:lnTo>
                  <a:pt x="361950" y="514350"/>
                </a:lnTo>
                <a:lnTo>
                  <a:pt x="371475" y="514350"/>
                </a:lnTo>
                <a:close/>
                <a:moveTo>
                  <a:pt x="733425" y="504825"/>
                </a:moveTo>
                <a:lnTo>
                  <a:pt x="742950" y="504825"/>
                </a:lnTo>
                <a:lnTo>
                  <a:pt x="742950" y="514350"/>
                </a:lnTo>
                <a:lnTo>
                  <a:pt x="923925" y="514350"/>
                </a:lnTo>
                <a:lnTo>
                  <a:pt x="923925" y="504825"/>
                </a:lnTo>
                <a:lnTo>
                  <a:pt x="933450" y="504825"/>
                </a:lnTo>
                <a:lnTo>
                  <a:pt x="933450" y="514350"/>
                </a:lnTo>
                <a:lnTo>
                  <a:pt x="990600" y="514350"/>
                </a:lnTo>
                <a:lnTo>
                  <a:pt x="990600" y="523875"/>
                </a:lnTo>
                <a:lnTo>
                  <a:pt x="1009650" y="523875"/>
                </a:lnTo>
                <a:lnTo>
                  <a:pt x="1009650" y="533400"/>
                </a:lnTo>
                <a:lnTo>
                  <a:pt x="981075" y="533400"/>
                </a:lnTo>
                <a:lnTo>
                  <a:pt x="981075" y="542925"/>
                </a:lnTo>
                <a:lnTo>
                  <a:pt x="962025" y="542925"/>
                </a:lnTo>
                <a:lnTo>
                  <a:pt x="962025" y="552450"/>
                </a:lnTo>
                <a:lnTo>
                  <a:pt x="790575" y="552450"/>
                </a:lnTo>
                <a:lnTo>
                  <a:pt x="790575" y="542925"/>
                </a:lnTo>
                <a:lnTo>
                  <a:pt x="771525" y="542925"/>
                </a:lnTo>
                <a:lnTo>
                  <a:pt x="771525" y="533400"/>
                </a:lnTo>
                <a:lnTo>
                  <a:pt x="762000" y="533400"/>
                </a:lnTo>
                <a:lnTo>
                  <a:pt x="762000" y="552450"/>
                </a:lnTo>
                <a:lnTo>
                  <a:pt x="628650" y="552450"/>
                </a:lnTo>
                <a:lnTo>
                  <a:pt x="628650" y="542925"/>
                </a:lnTo>
                <a:lnTo>
                  <a:pt x="619125" y="542925"/>
                </a:lnTo>
                <a:lnTo>
                  <a:pt x="619125" y="523875"/>
                </a:lnTo>
                <a:lnTo>
                  <a:pt x="647700" y="523875"/>
                </a:lnTo>
                <a:lnTo>
                  <a:pt x="647700" y="514350"/>
                </a:lnTo>
                <a:lnTo>
                  <a:pt x="733425" y="514350"/>
                </a:lnTo>
                <a:close/>
                <a:moveTo>
                  <a:pt x="1228725" y="523875"/>
                </a:moveTo>
                <a:lnTo>
                  <a:pt x="1238250" y="523875"/>
                </a:lnTo>
                <a:lnTo>
                  <a:pt x="1238250" y="533400"/>
                </a:lnTo>
                <a:lnTo>
                  <a:pt x="1247775" y="533400"/>
                </a:lnTo>
                <a:lnTo>
                  <a:pt x="1247775" y="552450"/>
                </a:lnTo>
                <a:lnTo>
                  <a:pt x="1228725" y="552450"/>
                </a:lnTo>
                <a:close/>
                <a:moveTo>
                  <a:pt x="495300" y="533400"/>
                </a:moveTo>
                <a:lnTo>
                  <a:pt x="523875" y="533400"/>
                </a:lnTo>
                <a:lnTo>
                  <a:pt x="523875" y="542925"/>
                </a:lnTo>
                <a:lnTo>
                  <a:pt x="495300" y="542925"/>
                </a:lnTo>
                <a:close/>
                <a:moveTo>
                  <a:pt x="1038225" y="533400"/>
                </a:moveTo>
                <a:lnTo>
                  <a:pt x="1152525" y="533400"/>
                </a:lnTo>
                <a:lnTo>
                  <a:pt x="1152525" y="542925"/>
                </a:lnTo>
                <a:lnTo>
                  <a:pt x="1114425" y="542925"/>
                </a:lnTo>
                <a:lnTo>
                  <a:pt x="1114425" y="552450"/>
                </a:lnTo>
                <a:lnTo>
                  <a:pt x="1104900" y="552450"/>
                </a:lnTo>
                <a:lnTo>
                  <a:pt x="1104900" y="542925"/>
                </a:lnTo>
                <a:lnTo>
                  <a:pt x="1038225" y="542925"/>
                </a:lnTo>
                <a:close/>
                <a:moveTo>
                  <a:pt x="466725" y="542925"/>
                </a:moveTo>
                <a:lnTo>
                  <a:pt x="476250" y="542925"/>
                </a:lnTo>
                <a:lnTo>
                  <a:pt x="476250" y="552450"/>
                </a:lnTo>
                <a:lnTo>
                  <a:pt x="466725" y="552450"/>
                </a:lnTo>
                <a:close/>
                <a:moveTo>
                  <a:pt x="1047750" y="666750"/>
                </a:moveTo>
                <a:lnTo>
                  <a:pt x="1066800" y="666750"/>
                </a:lnTo>
                <a:lnTo>
                  <a:pt x="1066800" y="676275"/>
                </a:lnTo>
                <a:lnTo>
                  <a:pt x="1076325" y="676275"/>
                </a:lnTo>
                <a:lnTo>
                  <a:pt x="1076325" y="714375"/>
                </a:lnTo>
                <a:lnTo>
                  <a:pt x="1066800" y="714375"/>
                </a:lnTo>
                <a:lnTo>
                  <a:pt x="1066800" y="723900"/>
                </a:lnTo>
                <a:lnTo>
                  <a:pt x="1057275" y="723900"/>
                </a:lnTo>
                <a:lnTo>
                  <a:pt x="1057275" y="733425"/>
                </a:lnTo>
                <a:lnTo>
                  <a:pt x="990600" y="733425"/>
                </a:lnTo>
                <a:lnTo>
                  <a:pt x="990600" y="723900"/>
                </a:lnTo>
                <a:lnTo>
                  <a:pt x="981075" y="723900"/>
                </a:lnTo>
                <a:lnTo>
                  <a:pt x="981075" y="714375"/>
                </a:lnTo>
                <a:lnTo>
                  <a:pt x="971550" y="714375"/>
                </a:lnTo>
                <a:lnTo>
                  <a:pt x="971550" y="695325"/>
                </a:lnTo>
                <a:lnTo>
                  <a:pt x="962025" y="695325"/>
                </a:lnTo>
                <a:lnTo>
                  <a:pt x="962025" y="676275"/>
                </a:lnTo>
                <a:lnTo>
                  <a:pt x="981075" y="676275"/>
                </a:lnTo>
                <a:lnTo>
                  <a:pt x="981075" y="685800"/>
                </a:lnTo>
                <a:lnTo>
                  <a:pt x="990600" y="685800"/>
                </a:lnTo>
                <a:lnTo>
                  <a:pt x="990600" y="704850"/>
                </a:lnTo>
                <a:lnTo>
                  <a:pt x="1038225" y="704850"/>
                </a:lnTo>
                <a:lnTo>
                  <a:pt x="1038225" y="676275"/>
                </a:lnTo>
                <a:lnTo>
                  <a:pt x="1047750" y="676275"/>
                </a:lnTo>
                <a:close/>
                <a:moveTo>
                  <a:pt x="1295400" y="666750"/>
                </a:moveTo>
                <a:lnTo>
                  <a:pt x="1304925" y="666750"/>
                </a:lnTo>
                <a:lnTo>
                  <a:pt x="1304925" y="685800"/>
                </a:lnTo>
                <a:lnTo>
                  <a:pt x="1295400" y="685800"/>
                </a:lnTo>
                <a:close/>
                <a:moveTo>
                  <a:pt x="276225" y="676275"/>
                </a:moveTo>
                <a:lnTo>
                  <a:pt x="295275" y="676275"/>
                </a:lnTo>
                <a:lnTo>
                  <a:pt x="295275" y="704850"/>
                </a:lnTo>
                <a:lnTo>
                  <a:pt x="304800" y="704850"/>
                </a:lnTo>
                <a:lnTo>
                  <a:pt x="304800" y="714375"/>
                </a:lnTo>
                <a:lnTo>
                  <a:pt x="352425" y="714375"/>
                </a:lnTo>
                <a:lnTo>
                  <a:pt x="352425" y="704850"/>
                </a:lnTo>
                <a:lnTo>
                  <a:pt x="361950" y="704850"/>
                </a:lnTo>
                <a:lnTo>
                  <a:pt x="361950" y="695325"/>
                </a:lnTo>
                <a:lnTo>
                  <a:pt x="371475" y="695325"/>
                </a:lnTo>
                <a:lnTo>
                  <a:pt x="371475" y="704850"/>
                </a:lnTo>
                <a:lnTo>
                  <a:pt x="381000" y="704850"/>
                </a:lnTo>
                <a:lnTo>
                  <a:pt x="381000" y="714375"/>
                </a:lnTo>
                <a:lnTo>
                  <a:pt x="361950" y="714375"/>
                </a:lnTo>
                <a:lnTo>
                  <a:pt x="361950" y="723900"/>
                </a:lnTo>
                <a:lnTo>
                  <a:pt x="352425" y="723900"/>
                </a:lnTo>
                <a:lnTo>
                  <a:pt x="352425" y="733425"/>
                </a:lnTo>
                <a:lnTo>
                  <a:pt x="304800" y="733425"/>
                </a:lnTo>
                <a:lnTo>
                  <a:pt x="304800" y="723900"/>
                </a:lnTo>
                <a:lnTo>
                  <a:pt x="295275" y="723900"/>
                </a:lnTo>
                <a:lnTo>
                  <a:pt x="295275" y="714375"/>
                </a:lnTo>
                <a:lnTo>
                  <a:pt x="285750" y="714375"/>
                </a:lnTo>
                <a:lnTo>
                  <a:pt x="285750" y="704850"/>
                </a:lnTo>
                <a:lnTo>
                  <a:pt x="276225" y="704850"/>
                </a:lnTo>
                <a:close/>
                <a:moveTo>
                  <a:pt x="504825" y="676275"/>
                </a:moveTo>
                <a:lnTo>
                  <a:pt x="514350" y="676275"/>
                </a:lnTo>
                <a:lnTo>
                  <a:pt x="514350" y="695325"/>
                </a:lnTo>
                <a:lnTo>
                  <a:pt x="523875" y="695325"/>
                </a:lnTo>
                <a:lnTo>
                  <a:pt x="523875" y="704850"/>
                </a:lnTo>
                <a:lnTo>
                  <a:pt x="533400" y="704850"/>
                </a:lnTo>
                <a:lnTo>
                  <a:pt x="533400" y="714375"/>
                </a:lnTo>
                <a:lnTo>
                  <a:pt x="542925" y="714375"/>
                </a:lnTo>
                <a:lnTo>
                  <a:pt x="542925" y="723900"/>
                </a:lnTo>
                <a:lnTo>
                  <a:pt x="552450" y="723900"/>
                </a:lnTo>
                <a:lnTo>
                  <a:pt x="552450" y="714375"/>
                </a:lnTo>
                <a:lnTo>
                  <a:pt x="581025" y="714375"/>
                </a:lnTo>
                <a:lnTo>
                  <a:pt x="581025" y="695325"/>
                </a:lnTo>
                <a:lnTo>
                  <a:pt x="590550" y="695325"/>
                </a:lnTo>
                <a:lnTo>
                  <a:pt x="590550" y="676275"/>
                </a:lnTo>
                <a:lnTo>
                  <a:pt x="609600" y="676275"/>
                </a:lnTo>
                <a:lnTo>
                  <a:pt x="609600" y="714375"/>
                </a:lnTo>
                <a:lnTo>
                  <a:pt x="600075" y="714375"/>
                </a:lnTo>
                <a:lnTo>
                  <a:pt x="600075" y="723900"/>
                </a:lnTo>
                <a:lnTo>
                  <a:pt x="590550" y="723900"/>
                </a:lnTo>
                <a:lnTo>
                  <a:pt x="590550" y="733425"/>
                </a:lnTo>
                <a:lnTo>
                  <a:pt x="533400" y="733425"/>
                </a:lnTo>
                <a:lnTo>
                  <a:pt x="533400" y="723900"/>
                </a:lnTo>
                <a:lnTo>
                  <a:pt x="514350" y="723900"/>
                </a:lnTo>
                <a:lnTo>
                  <a:pt x="514350" y="714375"/>
                </a:lnTo>
                <a:lnTo>
                  <a:pt x="504825" y="714375"/>
                </a:lnTo>
                <a:close/>
                <a:moveTo>
                  <a:pt x="828675" y="695325"/>
                </a:moveTo>
                <a:lnTo>
                  <a:pt x="838200" y="695325"/>
                </a:lnTo>
                <a:lnTo>
                  <a:pt x="838200" y="704850"/>
                </a:lnTo>
                <a:lnTo>
                  <a:pt x="828675" y="704850"/>
                </a:lnTo>
                <a:close/>
                <a:moveTo>
                  <a:pt x="1200150" y="695325"/>
                </a:moveTo>
                <a:lnTo>
                  <a:pt x="1219200" y="695325"/>
                </a:lnTo>
                <a:lnTo>
                  <a:pt x="1219200" y="704850"/>
                </a:lnTo>
                <a:lnTo>
                  <a:pt x="1228725" y="704850"/>
                </a:lnTo>
                <a:lnTo>
                  <a:pt x="1228725" y="714375"/>
                </a:lnTo>
                <a:lnTo>
                  <a:pt x="1209675" y="714375"/>
                </a:lnTo>
                <a:lnTo>
                  <a:pt x="1209675" y="704850"/>
                </a:lnTo>
                <a:lnTo>
                  <a:pt x="1200150" y="704850"/>
                </a:lnTo>
                <a:close/>
                <a:moveTo>
                  <a:pt x="742950" y="704850"/>
                </a:moveTo>
                <a:lnTo>
                  <a:pt x="752475" y="704850"/>
                </a:lnTo>
                <a:lnTo>
                  <a:pt x="752475" y="714375"/>
                </a:lnTo>
                <a:lnTo>
                  <a:pt x="742950" y="714375"/>
                </a:lnTo>
                <a:close/>
                <a:moveTo>
                  <a:pt x="752475" y="714375"/>
                </a:moveTo>
                <a:lnTo>
                  <a:pt x="771525" y="714375"/>
                </a:lnTo>
                <a:lnTo>
                  <a:pt x="771525" y="723900"/>
                </a:lnTo>
                <a:lnTo>
                  <a:pt x="752475" y="723900"/>
                </a:lnTo>
                <a:close/>
                <a:moveTo>
                  <a:pt x="809625" y="714375"/>
                </a:moveTo>
                <a:lnTo>
                  <a:pt x="819150" y="714375"/>
                </a:lnTo>
                <a:lnTo>
                  <a:pt x="819150" y="733425"/>
                </a:lnTo>
                <a:lnTo>
                  <a:pt x="809625" y="733425"/>
                </a:lnTo>
                <a:close/>
                <a:moveTo>
                  <a:pt x="1228725" y="714375"/>
                </a:moveTo>
                <a:lnTo>
                  <a:pt x="1238250" y="714375"/>
                </a:lnTo>
                <a:lnTo>
                  <a:pt x="1238250" y="723900"/>
                </a:lnTo>
                <a:lnTo>
                  <a:pt x="1228725" y="723900"/>
                </a:lnTo>
                <a:close/>
                <a:moveTo>
                  <a:pt x="438150" y="781050"/>
                </a:moveTo>
                <a:lnTo>
                  <a:pt x="457200" y="781050"/>
                </a:lnTo>
                <a:lnTo>
                  <a:pt x="457200" y="800100"/>
                </a:lnTo>
                <a:lnTo>
                  <a:pt x="438150" y="800100"/>
                </a:lnTo>
                <a:close/>
                <a:moveTo>
                  <a:pt x="904875" y="781050"/>
                </a:moveTo>
                <a:lnTo>
                  <a:pt x="981075" y="781050"/>
                </a:lnTo>
                <a:lnTo>
                  <a:pt x="981075" y="800100"/>
                </a:lnTo>
                <a:lnTo>
                  <a:pt x="952500" y="800100"/>
                </a:lnTo>
                <a:lnTo>
                  <a:pt x="952500" y="809625"/>
                </a:lnTo>
                <a:lnTo>
                  <a:pt x="942975" y="809625"/>
                </a:lnTo>
                <a:lnTo>
                  <a:pt x="942975" y="800100"/>
                </a:lnTo>
                <a:lnTo>
                  <a:pt x="923925" y="800100"/>
                </a:lnTo>
                <a:lnTo>
                  <a:pt x="923925" y="809625"/>
                </a:lnTo>
                <a:lnTo>
                  <a:pt x="914400" y="809625"/>
                </a:lnTo>
                <a:lnTo>
                  <a:pt x="914400" y="1028700"/>
                </a:lnTo>
                <a:lnTo>
                  <a:pt x="895350" y="1028700"/>
                </a:lnTo>
                <a:lnTo>
                  <a:pt x="895350" y="809625"/>
                </a:lnTo>
                <a:lnTo>
                  <a:pt x="904875" y="809625"/>
                </a:lnTo>
                <a:lnTo>
                  <a:pt x="904875" y="800100"/>
                </a:lnTo>
                <a:lnTo>
                  <a:pt x="914400" y="800100"/>
                </a:lnTo>
                <a:lnTo>
                  <a:pt x="914400" y="790575"/>
                </a:lnTo>
                <a:lnTo>
                  <a:pt x="904875" y="790575"/>
                </a:lnTo>
                <a:close/>
                <a:moveTo>
                  <a:pt x="990600" y="781050"/>
                </a:moveTo>
                <a:lnTo>
                  <a:pt x="1028700" y="781050"/>
                </a:lnTo>
                <a:lnTo>
                  <a:pt x="1028700" y="800100"/>
                </a:lnTo>
                <a:lnTo>
                  <a:pt x="990600" y="800100"/>
                </a:lnTo>
                <a:close/>
                <a:moveTo>
                  <a:pt x="1095375" y="781050"/>
                </a:moveTo>
                <a:lnTo>
                  <a:pt x="1152525" y="781050"/>
                </a:lnTo>
                <a:lnTo>
                  <a:pt x="1152525" y="790575"/>
                </a:lnTo>
                <a:lnTo>
                  <a:pt x="1162050" y="790575"/>
                </a:lnTo>
                <a:lnTo>
                  <a:pt x="1162050" y="1209675"/>
                </a:lnTo>
                <a:lnTo>
                  <a:pt x="1152525" y="1209675"/>
                </a:lnTo>
                <a:lnTo>
                  <a:pt x="1152525" y="1219200"/>
                </a:lnTo>
                <a:lnTo>
                  <a:pt x="1143000" y="1219200"/>
                </a:lnTo>
                <a:lnTo>
                  <a:pt x="1143000" y="1190625"/>
                </a:lnTo>
                <a:lnTo>
                  <a:pt x="1133475" y="1190625"/>
                </a:lnTo>
                <a:lnTo>
                  <a:pt x="1133475" y="1133475"/>
                </a:lnTo>
                <a:lnTo>
                  <a:pt x="1143000" y="1133475"/>
                </a:lnTo>
                <a:lnTo>
                  <a:pt x="1143000" y="1028700"/>
                </a:lnTo>
                <a:lnTo>
                  <a:pt x="1133475" y="1028700"/>
                </a:lnTo>
                <a:lnTo>
                  <a:pt x="1133475" y="933450"/>
                </a:lnTo>
                <a:lnTo>
                  <a:pt x="1143000" y="933450"/>
                </a:lnTo>
                <a:lnTo>
                  <a:pt x="1143000" y="857250"/>
                </a:lnTo>
                <a:lnTo>
                  <a:pt x="1133475" y="857250"/>
                </a:lnTo>
                <a:lnTo>
                  <a:pt x="1133475" y="847725"/>
                </a:lnTo>
                <a:lnTo>
                  <a:pt x="1123950" y="847725"/>
                </a:lnTo>
                <a:lnTo>
                  <a:pt x="1123950" y="828675"/>
                </a:lnTo>
                <a:lnTo>
                  <a:pt x="1114425" y="828675"/>
                </a:lnTo>
                <a:lnTo>
                  <a:pt x="1114425" y="819150"/>
                </a:lnTo>
                <a:lnTo>
                  <a:pt x="1123950" y="819150"/>
                </a:lnTo>
                <a:lnTo>
                  <a:pt x="1123950" y="809625"/>
                </a:lnTo>
                <a:lnTo>
                  <a:pt x="1104900" y="809625"/>
                </a:lnTo>
                <a:lnTo>
                  <a:pt x="1104900" y="800100"/>
                </a:lnTo>
                <a:lnTo>
                  <a:pt x="1095375" y="800100"/>
                </a:lnTo>
                <a:close/>
                <a:moveTo>
                  <a:pt x="447675" y="1104900"/>
                </a:moveTo>
                <a:lnTo>
                  <a:pt x="561975" y="1104900"/>
                </a:lnTo>
                <a:lnTo>
                  <a:pt x="561975" y="1123950"/>
                </a:lnTo>
                <a:lnTo>
                  <a:pt x="447675" y="1123950"/>
                </a:lnTo>
                <a:close/>
                <a:moveTo>
                  <a:pt x="657225" y="1104900"/>
                </a:moveTo>
                <a:lnTo>
                  <a:pt x="666750" y="1104900"/>
                </a:lnTo>
                <a:lnTo>
                  <a:pt x="666750" y="1123950"/>
                </a:lnTo>
                <a:lnTo>
                  <a:pt x="657225" y="1123950"/>
                </a:lnTo>
                <a:close/>
                <a:moveTo>
                  <a:pt x="676275" y="1104900"/>
                </a:moveTo>
                <a:lnTo>
                  <a:pt x="733425" y="1104900"/>
                </a:lnTo>
                <a:lnTo>
                  <a:pt x="733425" y="1123950"/>
                </a:lnTo>
                <a:lnTo>
                  <a:pt x="676275" y="1123950"/>
                </a:lnTo>
                <a:close/>
                <a:moveTo>
                  <a:pt x="895350" y="1190625"/>
                </a:moveTo>
                <a:lnTo>
                  <a:pt x="914400" y="1190625"/>
                </a:lnTo>
                <a:lnTo>
                  <a:pt x="914400" y="1209675"/>
                </a:lnTo>
                <a:lnTo>
                  <a:pt x="904875" y="1209675"/>
                </a:lnTo>
                <a:lnTo>
                  <a:pt x="904875" y="1200150"/>
                </a:lnTo>
                <a:lnTo>
                  <a:pt x="895350" y="1200150"/>
                </a:lnTo>
                <a:close/>
              </a:path>
            </a:pathLst>
          </a:custGeom>
          <a:solidFill xmlns:a="http://schemas.openxmlformats.org/drawingml/2006/main">
            <a:srgbClr val="B72018"/>
          </a:solidFill>
          <a:ln xmlns:a="http://schemas.openxmlformats.org/drawingml/2006/main" w="0">
            <a:noFill/>
          </a:ln>
        </p:spPr>
      </p:sp>
    </p:spTree>
    <p:extLst>
      <p:ext uri="{BB962C8B-B14F-4D97-AF65-F5344CB8AC3E}">
        <p14:creationId xmlns:p14="http://schemas.microsoft.com/office/powerpoint/2010/main" val="1314552642"/>
      </p:ext>
    </p:extLst>
  </p:cSld>
</p:sld>
</file>

<file path=ppt/slides/slide2.xml><?xml version="1.0" encoding="utf-8"?>
<p:sld xmlns:p="http://schemas.openxmlformats.org/presentationml/2006/main">
  <p:cSld>
    <p:bg>
      <p:bgPr>
        <a:solidFill xmlns:a="http://schemas.openxmlformats.org/drawingml/2006/main">
          <a:srgbClr val="F5F1E5"/>
        </a:solidFill>
      </p:bgPr>
    </p:bg>
    <p:spTree>
      <p:nvGrpSpPr>
        <p:cNvPr id="1" name=""/>
        <p:cNvGrpSpPr/>
        <p:nvPr/>
      </p:nvGrpSpPr>
      <p:grpSpPr>
        <a:xfrm xmlns:a="http://schemas.openxmlformats.org/drawingml/2006/main"/>
      </p:grpSpPr>
      <p:sp>
        <p:nvSpPr>
          <p:cNvPr id="100" name="">
            <a:extLst xmlns:a="http://schemas.openxmlformats.org/drawingml/2006/main">
              <a:ext uri="{FF2B5EF4-FFF2-40B4-BE49-F238E27FC236}">
                <a16:creationId xmlns:a16="http://schemas.microsoft.com/office/drawing/2014/main" id="{B1FBD57F-2A21-459B-8E35-043CB0038CA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2077700" y="7153275"/>
            <a:ext cx="990600" cy="17145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/>
          <a:lstStyle xmlns:a="http://schemas.openxmlformats.org/drawingml/2006/main">
            <a:defPPr algn="l">
              <a:defRPr sz="750" b="1">
                <a:solidFill>
                  <a:srgbClr val="111111"/>
                </a:solidFill>
                <a:latin typeface="Arial"/>
                <a:ea typeface="Arial"/>
                <a:cs typeface="Arial"/>
              </a:defRPr>
            </a:defPPr>
            <a:lvl1pPr algn="l">
              <a:defRPr sz="750" b="1">
                <a:solidFill>
                  <a:srgbClr val="111111"/>
                </a:solidFill>
                <a:latin typeface="Arial"/>
                <a:ea typeface="Arial"/>
                <a:cs typeface="Arial"/>
              </a:defRPr>
            </a:lvl1pPr>
            <a:lvl2pPr algn="l">
              <a:defRPr sz="750" b="1">
                <a:solidFill>
                  <a:srgbClr val="111111"/>
                </a:solidFill>
                <a:latin typeface="Arial"/>
                <a:ea typeface="Arial"/>
                <a:cs typeface="Arial"/>
              </a:defRPr>
            </a:lvl2pPr>
            <a:lvl3pPr algn="l">
              <a:defRPr sz="750" b="1">
                <a:solidFill>
                  <a:srgbClr val="111111"/>
                </a:solidFill>
                <a:latin typeface="Arial"/>
                <a:ea typeface="Arial"/>
                <a:cs typeface="Arial"/>
              </a:defRPr>
            </a:lvl3pPr>
            <a:lvl4pPr algn="l">
              <a:defRPr sz="750" b="1">
                <a:solidFill>
                  <a:srgbClr val="111111"/>
                </a:solidFill>
                <a:latin typeface="Arial"/>
                <a:ea typeface="Arial"/>
                <a:cs typeface="Arial"/>
              </a:defRPr>
            </a:lvl4pPr>
            <a:lvl5pPr algn="l">
              <a:defRPr sz="750" b="1">
                <a:solidFill>
                  <a:srgbClr val="111111"/>
                </a:solidFill>
                <a:latin typeface="Arial"/>
                <a:ea typeface="Arial"/>
                <a:cs typeface="Arial"/>
              </a:defRPr>
            </a:lvl5pPr>
            <a:lvl6pPr algn="l">
              <a:defRPr sz="750" b="1">
                <a:solidFill>
                  <a:srgbClr val="111111"/>
                </a:solidFill>
                <a:latin typeface="Arial"/>
                <a:ea typeface="Arial"/>
                <a:cs typeface="Arial"/>
              </a:defRPr>
            </a:lvl6pPr>
            <a:lvl7pPr algn="l">
              <a:defRPr sz="750" b="1">
                <a:solidFill>
                  <a:srgbClr val="111111"/>
                </a:solidFill>
                <a:latin typeface="Arial"/>
                <a:ea typeface="Arial"/>
                <a:cs typeface="Arial"/>
              </a:defRPr>
            </a:lvl7pPr>
            <a:lvl8pPr algn="l">
              <a:defRPr sz="750" b="1">
                <a:solidFill>
                  <a:srgbClr val="111111"/>
                </a:solidFill>
                <a:latin typeface="Arial"/>
                <a:ea typeface="Arial"/>
                <a:cs typeface="Arial"/>
              </a:defRPr>
            </a:lvl8pPr>
            <a:lvl9pPr algn="l">
              <a:defRPr sz="750" b="1">
                <a:solidFill>
                  <a:srgbClr val="111111"/>
                </a:solidFill>
                <a:latin typeface="Arial"/>
                <a:ea typeface="Arial"/>
                <a:cs typeface="Arial"/>
              </a:defRPr>
            </a:lvl9pPr>
          </a:lstStyle>
          <a:p xmlns:a="http://schemas.openxmlformats.org/drawingml/2006/main">
            <a:pPr algn="l">
              <a:lnSpc>
                <a:spcPct val="105000"/>
              </a:lnSpc>
              <a:buNone/>
              <a:defRPr sz="750" b="1">
                <a:solidFill>
                  <a:srgbClr val="111111"/>
                </a:solidFill>
                <a:latin typeface="Arial"/>
                <a:ea typeface="Arial"/>
                <a:cs typeface="Arial"/>
              </a:defRPr>
            </a:pPr>
            <a:r>
              <a:rPr sz="750" b="1">
                <a:solidFill>
                  <a:srgbClr val="111111"/>
                </a:solidFill>
                <a:latin typeface="Arial"/>
                <a:ea typeface="Arial"/>
                <a:cs typeface="Arial"/>
              </a:rPr>
              <a:t>◉ Gemini Notebook</a:t>
            </a:r>
          </a:p>
        </p:txBody>
      </p:sp>
      <p:sp>
        <p:nvSpPr>
          <p:cNvPr id="2" name="">
            <a:extLst xmlns:a="http://schemas.openxmlformats.org/drawingml/2006/main">
              <a:ext uri="{FF2B5EF4-FFF2-40B4-BE49-F238E27FC236}">
                <a16:creationId xmlns:a16="http://schemas.microsoft.com/office/drawing/2014/main" id="{237FCDAE-2B35-4453-BE84-30E0C0EC8C4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0" y="0"/>
            <a:ext cx="13106400" cy="7372350"/>
          </a:xfrm>
          <a:custGeom xmlns:a="http://schemas.openxmlformats.org/drawingml/2006/main">
            <a:pathLst>
              <a:path w="13106400" h="7372350">
                <a:moveTo>
                  <a:pt x="0" y="0"/>
                </a:moveTo>
                <a:lnTo>
                  <a:pt x="7000875" y="0"/>
                </a:lnTo>
                <a:cubicBezTo>
                  <a:pt x="6724650" y="1771650"/>
                  <a:pt x="6124575" y="2543175"/>
                  <a:pt x="4581525" y="3228975"/>
                </a:cubicBezTo>
                <a:cubicBezTo>
                  <a:pt x="2762250" y="4114800"/>
                  <a:pt x="1571625" y="3981450"/>
                  <a:pt x="0" y="4714875"/>
                </a:cubicBezTo>
                <a:close/>
              </a:path>
            </a:pathLst>
          </a:custGeom>
          <a:solidFill xmlns:a="http://schemas.openxmlformats.org/drawingml/2006/main">
            <a:srgbClr val="2C5E9B"/>
          </a:solidFill>
          <a:ln xmlns:a="http://schemas.openxmlformats.org/drawingml/2006/main" w="0">
            <a:noFill/>
          </a:ln>
        </p:spPr>
      </p:sp>
      <p:sp>
        <p:nvSpPr>
          <p:cNvPr id="3" name="">
            <a:extLst xmlns:a="http://schemas.openxmlformats.org/drawingml/2006/main">
              <a:ext uri="{FF2B5EF4-FFF2-40B4-BE49-F238E27FC236}">
                <a16:creationId xmlns:a16="http://schemas.microsoft.com/office/drawing/2014/main" id="{17074CCF-63BF-4EEB-80AA-13D9A5C7D1F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628650" y="485775"/>
            <a:ext cx="6191250" cy="119062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/>
          <a:lstStyle xmlns:a="http://schemas.openxmlformats.org/drawingml/2006/main">
            <a:defPPr algn="l">
              <a:defRPr sz="3825" b="0">
                <a:solidFill>
                  <a:srgbClr val="FFFFFF"/>
                </a:solidFill>
                <a:latin typeface="Arial"/>
                <a:ea typeface="Arial"/>
                <a:cs typeface="Arial"/>
              </a:defRPr>
            </a:defPPr>
            <a:lvl1pPr algn="l">
              <a:defRPr sz="3825" b="0">
                <a:solidFill>
                  <a:srgbClr val="FFFFFF"/>
                </a:solidFill>
                <a:latin typeface="Arial"/>
                <a:ea typeface="Arial"/>
                <a:cs typeface="Arial"/>
              </a:defRPr>
            </a:lvl1pPr>
            <a:lvl2pPr algn="l">
              <a:defRPr sz="3825" b="0">
                <a:solidFill>
                  <a:srgbClr val="FFFFFF"/>
                </a:solidFill>
                <a:latin typeface="Arial"/>
                <a:ea typeface="Arial"/>
                <a:cs typeface="Arial"/>
              </a:defRPr>
            </a:lvl2pPr>
            <a:lvl3pPr algn="l">
              <a:defRPr sz="3825" b="0">
                <a:solidFill>
                  <a:srgbClr val="FFFFFF"/>
                </a:solidFill>
                <a:latin typeface="Arial"/>
                <a:ea typeface="Arial"/>
                <a:cs typeface="Arial"/>
              </a:defRPr>
            </a:lvl3pPr>
            <a:lvl4pPr algn="l">
              <a:defRPr sz="3825" b="0">
                <a:solidFill>
                  <a:srgbClr val="FFFFFF"/>
                </a:solidFill>
                <a:latin typeface="Arial"/>
                <a:ea typeface="Arial"/>
                <a:cs typeface="Arial"/>
              </a:defRPr>
            </a:lvl4pPr>
            <a:lvl5pPr algn="l">
              <a:defRPr sz="3825" b="0">
                <a:solidFill>
                  <a:srgbClr val="FFFFFF"/>
                </a:solidFill>
                <a:latin typeface="Arial"/>
                <a:ea typeface="Arial"/>
                <a:cs typeface="Arial"/>
              </a:defRPr>
            </a:lvl5pPr>
            <a:lvl6pPr algn="l">
              <a:defRPr sz="3825" b="0">
                <a:solidFill>
                  <a:srgbClr val="FFFFFF"/>
                </a:solidFill>
                <a:latin typeface="Arial"/>
                <a:ea typeface="Arial"/>
                <a:cs typeface="Arial"/>
              </a:defRPr>
            </a:lvl6pPr>
            <a:lvl7pPr algn="l">
              <a:defRPr sz="3825" b="0">
                <a:solidFill>
                  <a:srgbClr val="FFFFFF"/>
                </a:solidFill>
                <a:latin typeface="Arial"/>
                <a:ea typeface="Arial"/>
                <a:cs typeface="Arial"/>
              </a:defRPr>
            </a:lvl7pPr>
            <a:lvl8pPr algn="l">
              <a:defRPr sz="3825" b="0">
                <a:solidFill>
                  <a:srgbClr val="FFFFFF"/>
                </a:solidFill>
                <a:latin typeface="Arial"/>
                <a:ea typeface="Arial"/>
                <a:cs typeface="Arial"/>
              </a:defRPr>
            </a:lvl8pPr>
            <a:lvl9pPr algn="l">
              <a:defRPr sz="3825" b="0">
                <a:solidFill>
                  <a:srgbClr val="FFFFFF"/>
                </a:solidFill>
                <a:latin typeface="Arial"/>
                <a:ea typeface="Arial"/>
                <a:cs typeface="Arial"/>
              </a:defRPr>
            </a:lvl9pPr>
          </a:lstStyle>
          <a:p xmlns:a="http://schemas.openxmlformats.org/drawingml/2006/main">
            <a:pPr algn="l">
              <a:lnSpc>
                <a:spcPct val="105000"/>
              </a:lnSpc>
              <a:buNone/>
              <a:defRPr sz="3825" b="0">
                <a:solidFill>
                  <a:srgbClr val="FFFFFF"/>
                </a:solidFill>
                <a:latin typeface="Arial"/>
                <a:ea typeface="Arial"/>
                <a:cs typeface="Arial"/>
              </a:defRPr>
            </a:pPr>
            <a:r>
              <a:rPr sz="3825" b="0">
                <a:solidFill>
                  <a:srgbClr val="FFFFFF"/>
                </a:solidFill>
                <a:latin typeface="Arial"/>
                <a:ea typeface="Arial"/>
                <a:cs typeface="Arial"/>
              </a:rPr>
              <a:t>¿Qué pasó en el negocio</a:t>
            </a:r>
          </a:p>
          <a:p xmlns:a="http://schemas.openxmlformats.org/drawingml/2006/main">
            <a:pPr algn="l">
              <a:lnSpc>
                <a:spcPct val="105000"/>
              </a:lnSpc>
              <a:buNone/>
              <a:defRPr sz="3825" b="0">
                <a:solidFill>
                  <a:srgbClr val="FFFFFF"/>
                </a:solidFill>
                <a:latin typeface="Arial"/>
                <a:ea typeface="Arial"/>
                <a:cs typeface="Arial"/>
              </a:defRPr>
            </a:pPr>
            <a:r>
              <a:rPr sz="3825" b="0">
                <a:solidFill>
                  <a:srgbClr val="FFFFFF"/>
                </a:solidFill>
                <a:latin typeface="Arial"/>
                <a:ea typeface="Arial"/>
                <a:cs typeface="Arial"/>
              </a:rPr>
              <a:t>mientras Juan no estaba?</a:t>
            </a:r>
          </a:p>
        </p:txBody>
      </p:sp>
      <p:sp>
        <p:nvSpPr>
          <p:cNvPr id="4" name="">
            <a:extLst xmlns:a="http://schemas.openxmlformats.org/drawingml/2006/main">
              <a:ext uri="{FF2B5EF4-FFF2-40B4-BE49-F238E27FC236}">
                <a16:creationId xmlns:a16="http://schemas.microsoft.com/office/drawing/2014/main" id="{620901D5-7D34-43EC-92CA-1505B7E1EF9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8267700" y="323850"/>
            <a:ext cx="4495800" cy="352425"/>
          </a:xfrm>
          <a:prstGeom xmlns:a="http://schemas.openxmlformats.org/drawingml/2006/main" prst="roundRect">
            <a:avLst>
              <a:gd name="adj" fmla="val 50000"/>
            </a:avLst>
          </a:prstGeom>
          <a:solidFill xmlns:a="http://schemas.openxmlformats.org/drawingml/2006/main">
            <a:srgbClr val="FAE9D6"/>
          </a:solidFill>
          <a:ln xmlns:a="http://schemas.openxmlformats.org/drawingml/2006/main" w="23813">
            <a:solidFill>
              <a:srgbClr val="DAB18C"/>
            </a:solidFill>
          </a:ln>
        </p:spPr>
      </p:sp>
      <p:sp>
        <p:nvSpPr>
          <p:cNvPr id="5" name="">
            <a:extLst xmlns:a="http://schemas.openxmlformats.org/drawingml/2006/main">
              <a:ext uri="{FF2B5EF4-FFF2-40B4-BE49-F238E27FC236}">
                <a16:creationId xmlns:a16="http://schemas.microsoft.com/office/drawing/2014/main" id="{1F48927D-3068-4DE2-AE06-579F534AAD1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8382000" y="400050"/>
            <a:ext cx="4305300" cy="26670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/>
          <a:lstStyle xmlns:a="http://schemas.openxmlformats.org/drawingml/2006/main">
            <a:defPPr algn="l">
              <a:defRPr sz="1275" b="0">
                <a:solidFill>
                  <a:srgbClr val="70462D"/>
                </a:solidFill>
                <a:latin typeface="Arial"/>
                <a:ea typeface="Arial"/>
                <a:cs typeface="Arial"/>
              </a:defRPr>
            </a:defPPr>
            <a:lvl1pPr algn="l">
              <a:defRPr sz="1275" b="0">
                <a:solidFill>
                  <a:srgbClr val="70462D"/>
                </a:solidFill>
                <a:latin typeface="Arial"/>
                <a:ea typeface="Arial"/>
                <a:cs typeface="Arial"/>
              </a:defRPr>
            </a:lvl1pPr>
            <a:lvl2pPr algn="l">
              <a:defRPr sz="1275" b="0">
                <a:solidFill>
                  <a:srgbClr val="70462D"/>
                </a:solidFill>
                <a:latin typeface="Arial"/>
                <a:ea typeface="Arial"/>
                <a:cs typeface="Arial"/>
              </a:defRPr>
            </a:lvl2pPr>
            <a:lvl3pPr algn="l">
              <a:defRPr sz="1275" b="0">
                <a:solidFill>
                  <a:srgbClr val="70462D"/>
                </a:solidFill>
                <a:latin typeface="Arial"/>
                <a:ea typeface="Arial"/>
                <a:cs typeface="Arial"/>
              </a:defRPr>
            </a:lvl3pPr>
            <a:lvl4pPr algn="l">
              <a:defRPr sz="1275" b="0">
                <a:solidFill>
                  <a:srgbClr val="70462D"/>
                </a:solidFill>
                <a:latin typeface="Arial"/>
                <a:ea typeface="Arial"/>
                <a:cs typeface="Arial"/>
              </a:defRPr>
            </a:lvl4pPr>
            <a:lvl5pPr algn="l">
              <a:defRPr sz="1275" b="0">
                <a:solidFill>
                  <a:srgbClr val="70462D"/>
                </a:solidFill>
                <a:latin typeface="Arial"/>
                <a:ea typeface="Arial"/>
                <a:cs typeface="Arial"/>
              </a:defRPr>
            </a:lvl5pPr>
            <a:lvl6pPr algn="l">
              <a:defRPr sz="1275" b="0">
                <a:solidFill>
                  <a:srgbClr val="70462D"/>
                </a:solidFill>
                <a:latin typeface="Arial"/>
                <a:ea typeface="Arial"/>
                <a:cs typeface="Arial"/>
              </a:defRPr>
            </a:lvl6pPr>
            <a:lvl7pPr algn="l">
              <a:defRPr sz="1275" b="0">
                <a:solidFill>
                  <a:srgbClr val="70462D"/>
                </a:solidFill>
                <a:latin typeface="Arial"/>
                <a:ea typeface="Arial"/>
                <a:cs typeface="Arial"/>
              </a:defRPr>
            </a:lvl7pPr>
            <a:lvl8pPr algn="l">
              <a:defRPr sz="1275" b="0">
                <a:solidFill>
                  <a:srgbClr val="70462D"/>
                </a:solidFill>
                <a:latin typeface="Arial"/>
                <a:ea typeface="Arial"/>
                <a:cs typeface="Arial"/>
              </a:defRPr>
            </a:lvl8pPr>
            <a:lvl9pPr algn="l">
              <a:defRPr sz="1275" b="0">
                <a:solidFill>
                  <a:srgbClr val="70462D"/>
                </a:solidFill>
                <a:latin typeface="Arial"/>
                <a:ea typeface="Arial"/>
                <a:cs typeface="Arial"/>
              </a:defRPr>
            </a:lvl9pPr>
          </a:lstStyle>
          <a:p xmlns:a="http://schemas.openxmlformats.org/drawingml/2006/main">
            <a:pPr algn="l">
              <a:lnSpc>
                <a:spcPct val="105000"/>
              </a:lnSpc>
              <a:buNone/>
              <a:defRPr sz="1275" b="0">
                <a:solidFill>
                  <a:srgbClr val="70462D"/>
                </a:solidFill>
                <a:latin typeface="Arial"/>
                <a:ea typeface="Arial"/>
                <a:cs typeface="Arial"/>
              </a:defRPr>
            </a:pPr>
            <a:r>
              <a:rPr sz="1275" b="0">
                <a:solidFill>
                  <a:srgbClr val="70462D"/>
                </a:solidFill>
                <a:latin typeface="Arial"/>
                <a:ea typeface="Arial"/>
                <a:cs typeface="Arial"/>
              </a:rPr>
              <a:t>Caso ficticio (Juan, dueño de kiosco, 1 persona por turno)</a:t>
            </a:r>
          </a:p>
        </p:txBody>
      </p:sp>
      <p:sp>
        <p:nvSpPr>
          <p:cNvPr id="6" name="">
            <a:extLst xmlns:a="http://schemas.openxmlformats.org/drawingml/2006/main">
              <a:ext uri="{FF2B5EF4-FFF2-40B4-BE49-F238E27FC236}">
                <a16:creationId xmlns:a16="http://schemas.microsoft.com/office/drawing/2014/main" id="{9B4648BA-4CBF-45E3-B98B-C8B114929F9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647700" y="2257425"/>
            <a:ext cx="2543175" cy="3124200"/>
          </a:xfrm>
          <a:prstGeom xmlns:a="http://schemas.openxmlformats.org/drawingml/2006/main" prst="roundRect">
            <a:avLst>
              <a:gd name="adj" fmla="val 8240"/>
            </a:avLst>
          </a:prstGeom>
          <a:solidFill xmlns:a="http://schemas.openxmlformats.org/drawingml/2006/main">
            <a:srgbClr val="FFFFFF"/>
          </a:solidFill>
          <a:ln xmlns:a="http://schemas.openxmlformats.org/drawingml/2006/main" w="23813">
            <a:solidFill>
              <a:srgbClr val="4B7C60"/>
            </a:solidFill>
          </a:ln>
        </p:spPr>
        <p:style>
          <a:lnRef xmlns:a="http://schemas.openxmlformats.org/drawingml/2006/main" idx="0"/>
          <a:fillRef xmlns:a="http://schemas.openxmlformats.org/drawingml/2006/main" idx="0"/>
          <a:effectRef xmlns:a="http://schemas.openxmlformats.org/drawingml/2006/main" idx="7"/>
          <a:fontRef xmlns:a="http://schemas.openxmlformats.org/drawingml/2006/main" idx="major"/>
        </p:style>
      </p:sp>
      <p:sp>
        <p:nvSpPr>
          <p:cNvPr id="7" name="employee vector #ffffff">
            <a:extLst xmlns:a="http://schemas.openxmlformats.org/drawingml/2006/main">
              <a:ext uri="{FF2B5EF4-FFF2-40B4-BE49-F238E27FC236}">
                <a16:creationId xmlns:a16="http://schemas.microsoft.com/office/drawing/2014/main" id="{72468D63-2B20-4D31-B086-94B315363C8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85825" y="2571750"/>
            <a:ext cx="2105025" cy="2066925"/>
          </a:xfrm>
          <a:custGeom xmlns:a="http://schemas.openxmlformats.org/drawingml/2006/main">
            <a:pathLst>
              <a:path w="2105025" h="2066925">
                <a:moveTo>
                  <a:pt x="0" y="0"/>
                </a:moveTo>
                <a:lnTo>
                  <a:pt x="857250" y="0"/>
                </a:lnTo>
                <a:lnTo>
                  <a:pt x="857250" y="9525"/>
                </a:lnTo>
                <a:lnTo>
                  <a:pt x="847725" y="9525"/>
                </a:lnTo>
                <a:lnTo>
                  <a:pt x="847725" y="19050"/>
                </a:lnTo>
                <a:lnTo>
                  <a:pt x="838200" y="19050"/>
                </a:lnTo>
                <a:lnTo>
                  <a:pt x="838200" y="28575"/>
                </a:lnTo>
                <a:lnTo>
                  <a:pt x="800100" y="28575"/>
                </a:lnTo>
                <a:lnTo>
                  <a:pt x="800100" y="38100"/>
                </a:lnTo>
                <a:lnTo>
                  <a:pt x="781050" y="38100"/>
                </a:lnTo>
                <a:lnTo>
                  <a:pt x="781050" y="47625"/>
                </a:lnTo>
                <a:lnTo>
                  <a:pt x="752475" y="47625"/>
                </a:lnTo>
                <a:lnTo>
                  <a:pt x="752475" y="38100"/>
                </a:lnTo>
                <a:lnTo>
                  <a:pt x="742950" y="38100"/>
                </a:lnTo>
                <a:lnTo>
                  <a:pt x="742950" y="28575"/>
                </a:lnTo>
                <a:lnTo>
                  <a:pt x="723900" y="28575"/>
                </a:lnTo>
                <a:lnTo>
                  <a:pt x="723900" y="57150"/>
                </a:lnTo>
                <a:lnTo>
                  <a:pt x="695325" y="57150"/>
                </a:lnTo>
                <a:lnTo>
                  <a:pt x="695325" y="66675"/>
                </a:lnTo>
                <a:lnTo>
                  <a:pt x="647700" y="66675"/>
                </a:lnTo>
                <a:lnTo>
                  <a:pt x="647700" y="57150"/>
                </a:lnTo>
                <a:lnTo>
                  <a:pt x="638175" y="57150"/>
                </a:lnTo>
                <a:lnTo>
                  <a:pt x="638175" y="66675"/>
                </a:lnTo>
                <a:lnTo>
                  <a:pt x="647700" y="66675"/>
                </a:lnTo>
                <a:lnTo>
                  <a:pt x="647700" y="76200"/>
                </a:lnTo>
                <a:lnTo>
                  <a:pt x="638175" y="76200"/>
                </a:lnTo>
                <a:lnTo>
                  <a:pt x="638175" y="85725"/>
                </a:lnTo>
                <a:lnTo>
                  <a:pt x="609600" y="85725"/>
                </a:lnTo>
                <a:lnTo>
                  <a:pt x="609600" y="95250"/>
                </a:lnTo>
                <a:lnTo>
                  <a:pt x="600075" y="95250"/>
                </a:lnTo>
                <a:lnTo>
                  <a:pt x="600075" y="104775"/>
                </a:lnTo>
                <a:lnTo>
                  <a:pt x="590550" y="104775"/>
                </a:lnTo>
                <a:lnTo>
                  <a:pt x="590550" y="95250"/>
                </a:lnTo>
                <a:lnTo>
                  <a:pt x="581025" y="95250"/>
                </a:lnTo>
                <a:lnTo>
                  <a:pt x="581025" y="123825"/>
                </a:lnTo>
                <a:lnTo>
                  <a:pt x="571500" y="123825"/>
                </a:lnTo>
                <a:lnTo>
                  <a:pt x="571500" y="133350"/>
                </a:lnTo>
                <a:lnTo>
                  <a:pt x="552450" y="133350"/>
                </a:lnTo>
                <a:lnTo>
                  <a:pt x="552450" y="123825"/>
                </a:lnTo>
                <a:lnTo>
                  <a:pt x="523875" y="123825"/>
                </a:lnTo>
                <a:lnTo>
                  <a:pt x="523875" y="114300"/>
                </a:lnTo>
                <a:lnTo>
                  <a:pt x="495300" y="114300"/>
                </a:lnTo>
                <a:lnTo>
                  <a:pt x="495300" y="133350"/>
                </a:lnTo>
                <a:lnTo>
                  <a:pt x="504825" y="133350"/>
                </a:lnTo>
                <a:lnTo>
                  <a:pt x="504825" y="161925"/>
                </a:lnTo>
                <a:lnTo>
                  <a:pt x="495300" y="161925"/>
                </a:lnTo>
                <a:lnTo>
                  <a:pt x="495300" y="171450"/>
                </a:lnTo>
                <a:lnTo>
                  <a:pt x="485775" y="171450"/>
                </a:lnTo>
                <a:lnTo>
                  <a:pt x="485775" y="180975"/>
                </a:lnTo>
                <a:lnTo>
                  <a:pt x="466725" y="180975"/>
                </a:lnTo>
                <a:lnTo>
                  <a:pt x="466725" y="190500"/>
                </a:lnTo>
                <a:lnTo>
                  <a:pt x="447675" y="190500"/>
                </a:lnTo>
                <a:lnTo>
                  <a:pt x="447675" y="209550"/>
                </a:lnTo>
                <a:lnTo>
                  <a:pt x="428625" y="209550"/>
                </a:lnTo>
                <a:lnTo>
                  <a:pt x="428625" y="219075"/>
                </a:lnTo>
                <a:lnTo>
                  <a:pt x="409575" y="219075"/>
                </a:lnTo>
                <a:lnTo>
                  <a:pt x="409575" y="228600"/>
                </a:lnTo>
                <a:lnTo>
                  <a:pt x="400050" y="228600"/>
                </a:lnTo>
                <a:lnTo>
                  <a:pt x="400050" y="219075"/>
                </a:lnTo>
                <a:lnTo>
                  <a:pt x="381000" y="219075"/>
                </a:lnTo>
                <a:lnTo>
                  <a:pt x="381000" y="190500"/>
                </a:lnTo>
                <a:lnTo>
                  <a:pt x="361950" y="190500"/>
                </a:lnTo>
                <a:lnTo>
                  <a:pt x="361950" y="180975"/>
                </a:lnTo>
                <a:lnTo>
                  <a:pt x="352425" y="180975"/>
                </a:lnTo>
                <a:lnTo>
                  <a:pt x="352425" y="209550"/>
                </a:lnTo>
                <a:lnTo>
                  <a:pt x="361950" y="209550"/>
                </a:lnTo>
                <a:lnTo>
                  <a:pt x="361950" y="219075"/>
                </a:lnTo>
                <a:lnTo>
                  <a:pt x="381000" y="219075"/>
                </a:lnTo>
                <a:lnTo>
                  <a:pt x="381000" y="238125"/>
                </a:lnTo>
                <a:lnTo>
                  <a:pt x="371475" y="238125"/>
                </a:lnTo>
                <a:lnTo>
                  <a:pt x="371475" y="257175"/>
                </a:lnTo>
                <a:lnTo>
                  <a:pt x="352425" y="257175"/>
                </a:lnTo>
                <a:lnTo>
                  <a:pt x="352425" y="247650"/>
                </a:lnTo>
                <a:lnTo>
                  <a:pt x="342900" y="247650"/>
                </a:lnTo>
                <a:lnTo>
                  <a:pt x="342900" y="257175"/>
                </a:lnTo>
                <a:lnTo>
                  <a:pt x="323850" y="257175"/>
                </a:lnTo>
                <a:lnTo>
                  <a:pt x="323850" y="276225"/>
                </a:lnTo>
                <a:lnTo>
                  <a:pt x="333375" y="276225"/>
                </a:lnTo>
                <a:lnTo>
                  <a:pt x="333375" y="314325"/>
                </a:lnTo>
                <a:lnTo>
                  <a:pt x="323850" y="314325"/>
                </a:lnTo>
                <a:lnTo>
                  <a:pt x="323850" y="323850"/>
                </a:lnTo>
                <a:lnTo>
                  <a:pt x="247650" y="323850"/>
                </a:lnTo>
                <a:lnTo>
                  <a:pt x="247650" y="333375"/>
                </a:lnTo>
                <a:lnTo>
                  <a:pt x="266700" y="333375"/>
                </a:lnTo>
                <a:lnTo>
                  <a:pt x="266700" y="352425"/>
                </a:lnTo>
                <a:lnTo>
                  <a:pt x="276225" y="352425"/>
                </a:lnTo>
                <a:lnTo>
                  <a:pt x="276225" y="361950"/>
                </a:lnTo>
                <a:lnTo>
                  <a:pt x="266700" y="361950"/>
                </a:lnTo>
                <a:lnTo>
                  <a:pt x="266700" y="371475"/>
                </a:lnTo>
                <a:lnTo>
                  <a:pt x="257175" y="371475"/>
                </a:lnTo>
                <a:lnTo>
                  <a:pt x="257175" y="381000"/>
                </a:lnTo>
                <a:lnTo>
                  <a:pt x="238125" y="381000"/>
                </a:lnTo>
                <a:lnTo>
                  <a:pt x="238125" y="400050"/>
                </a:lnTo>
                <a:lnTo>
                  <a:pt x="228600" y="400050"/>
                </a:lnTo>
                <a:lnTo>
                  <a:pt x="228600" y="390525"/>
                </a:lnTo>
                <a:lnTo>
                  <a:pt x="209550" y="390525"/>
                </a:lnTo>
                <a:lnTo>
                  <a:pt x="209550" y="381000"/>
                </a:lnTo>
                <a:lnTo>
                  <a:pt x="219075" y="381000"/>
                </a:lnTo>
                <a:lnTo>
                  <a:pt x="219075" y="371475"/>
                </a:lnTo>
                <a:lnTo>
                  <a:pt x="180975" y="371475"/>
                </a:lnTo>
                <a:lnTo>
                  <a:pt x="180975" y="381000"/>
                </a:lnTo>
                <a:lnTo>
                  <a:pt x="171450" y="381000"/>
                </a:lnTo>
                <a:lnTo>
                  <a:pt x="171450" y="371475"/>
                </a:lnTo>
                <a:lnTo>
                  <a:pt x="152400" y="371475"/>
                </a:lnTo>
                <a:lnTo>
                  <a:pt x="152400" y="361950"/>
                </a:lnTo>
                <a:lnTo>
                  <a:pt x="123825" y="361950"/>
                </a:lnTo>
                <a:lnTo>
                  <a:pt x="123825" y="371475"/>
                </a:lnTo>
                <a:lnTo>
                  <a:pt x="133350" y="371475"/>
                </a:lnTo>
                <a:lnTo>
                  <a:pt x="133350" y="390525"/>
                </a:lnTo>
                <a:lnTo>
                  <a:pt x="152400" y="390525"/>
                </a:lnTo>
                <a:lnTo>
                  <a:pt x="152400" y="409575"/>
                </a:lnTo>
                <a:lnTo>
                  <a:pt x="190500" y="409575"/>
                </a:lnTo>
                <a:lnTo>
                  <a:pt x="190500" y="476250"/>
                </a:lnTo>
                <a:lnTo>
                  <a:pt x="180975" y="476250"/>
                </a:lnTo>
                <a:lnTo>
                  <a:pt x="180975" y="495300"/>
                </a:lnTo>
                <a:lnTo>
                  <a:pt x="171450" y="495300"/>
                </a:lnTo>
                <a:lnTo>
                  <a:pt x="171450" y="533400"/>
                </a:lnTo>
                <a:lnTo>
                  <a:pt x="161925" y="533400"/>
                </a:lnTo>
                <a:lnTo>
                  <a:pt x="161925" y="552450"/>
                </a:lnTo>
                <a:lnTo>
                  <a:pt x="123825" y="552450"/>
                </a:lnTo>
                <a:lnTo>
                  <a:pt x="123825" y="542925"/>
                </a:lnTo>
                <a:lnTo>
                  <a:pt x="104775" y="542925"/>
                </a:lnTo>
                <a:lnTo>
                  <a:pt x="104775" y="552450"/>
                </a:lnTo>
                <a:lnTo>
                  <a:pt x="114300" y="552450"/>
                </a:lnTo>
                <a:lnTo>
                  <a:pt x="114300" y="561975"/>
                </a:lnTo>
                <a:lnTo>
                  <a:pt x="123825" y="561975"/>
                </a:lnTo>
                <a:lnTo>
                  <a:pt x="123825" y="590550"/>
                </a:lnTo>
                <a:lnTo>
                  <a:pt x="114300" y="590550"/>
                </a:lnTo>
                <a:lnTo>
                  <a:pt x="114300" y="628650"/>
                </a:lnTo>
                <a:lnTo>
                  <a:pt x="104775" y="628650"/>
                </a:lnTo>
                <a:lnTo>
                  <a:pt x="104775" y="638175"/>
                </a:lnTo>
                <a:lnTo>
                  <a:pt x="85725" y="638175"/>
                </a:lnTo>
                <a:lnTo>
                  <a:pt x="85725" y="666750"/>
                </a:lnTo>
                <a:lnTo>
                  <a:pt x="95250" y="666750"/>
                </a:lnTo>
                <a:lnTo>
                  <a:pt x="95250" y="676275"/>
                </a:lnTo>
                <a:lnTo>
                  <a:pt x="85725" y="676275"/>
                </a:lnTo>
                <a:lnTo>
                  <a:pt x="85725" y="685800"/>
                </a:lnTo>
                <a:lnTo>
                  <a:pt x="66675" y="685800"/>
                </a:lnTo>
                <a:lnTo>
                  <a:pt x="66675" y="695325"/>
                </a:lnTo>
                <a:lnTo>
                  <a:pt x="47625" y="695325"/>
                </a:lnTo>
                <a:lnTo>
                  <a:pt x="47625" y="714375"/>
                </a:lnTo>
                <a:lnTo>
                  <a:pt x="57150" y="714375"/>
                </a:lnTo>
                <a:lnTo>
                  <a:pt x="57150" y="742950"/>
                </a:lnTo>
                <a:lnTo>
                  <a:pt x="66675" y="742950"/>
                </a:lnTo>
                <a:lnTo>
                  <a:pt x="66675" y="752475"/>
                </a:lnTo>
                <a:lnTo>
                  <a:pt x="76200" y="752475"/>
                </a:lnTo>
                <a:lnTo>
                  <a:pt x="76200" y="762000"/>
                </a:lnTo>
                <a:lnTo>
                  <a:pt x="66675" y="762000"/>
                </a:lnTo>
                <a:lnTo>
                  <a:pt x="66675" y="771525"/>
                </a:lnTo>
                <a:lnTo>
                  <a:pt x="47625" y="771525"/>
                </a:lnTo>
                <a:lnTo>
                  <a:pt x="47625" y="800100"/>
                </a:lnTo>
                <a:lnTo>
                  <a:pt x="57150" y="800100"/>
                </a:lnTo>
                <a:lnTo>
                  <a:pt x="57150" y="828675"/>
                </a:lnTo>
                <a:lnTo>
                  <a:pt x="47625" y="828675"/>
                </a:lnTo>
                <a:lnTo>
                  <a:pt x="47625" y="838200"/>
                </a:lnTo>
                <a:lnTo>
                  <a:pt x="38100" y="838200"/>
                </a:lnTo>
                <a:lnTo>
                  <a:pt x="38100" y="847725"/>
                </a:lnTo>
                <a:lnTo>
                  <a:pt x="47625" y="847725"/>
                </a:lnTo>
                <a:lnTo>
                  <a:pt x="47625" y="857250"/>
                </a:lnTo>
                <a:lnTo>
                  <a:pt x="57150" y="857250"/>
                </a:lnTo>
                <a:lnTo>
                  <a:pt x="57150" y="876300"/>
                </a:lnTo>
                <a:lnTo>
                  <a:pt x="47625" y="876300"/>
                </a:lnTo>
                <a:lnTo>
                  <a:pt x="47625" y="885825"/>
                </a:lnTo>
                <a:lnTo>
                  <a:pt x="38100" y="885825"/>
                </a:lnTo>
                <a:lnTo>
                  <a:pt x="38100" y="895350"/>
                </a:lnTo>
                <a:lnTo>
                  <a:pt x="47625" y="895350"/>
                </a:lnTo>
                <a:lnTo>
                  <a:pt x="47625" y="904875"/>
                </a:lnTo>
                <a:lnTo>
                  <a:pt x="38100" y="904875"/>
                </a:lnTo>
                <a:lnTo>
                  <a:pt x="38100" y="923925"/>
                </a:lnTo>
                <a:lnTo>
                  <a:pt x="28575" y="923925"/>
                </a:lnTo>
                <a:lnTo>
                  <a:pt x="28575" y="933450"/>
                </a:lnTo>
                <a:lnTo>
                  <a:pt x="38100" y="933450"/>
                </a:lnTo>
                <a:lnTo>
                  <a:pt x="38100" y="942975"/>
                </a:lnTo>
                <a:lnTo>
                  <a:pt x="47625" y="942975"/>
                </a:lnTo>
                <a:lnTo>
                  <a:pt x="47625" y="1047750"/>
                </a:lnTo>
                <a:lnTo>
                  <a:pt x="38100" y="1047750"/>
                </a:lnTo>
                <a:lnTo>
                  <a:pt x="38100" y="1066800"/>
                </a:lnTo>
                <a:lnTo>
                  <a:pt x="28575" y="1066800"/>
                </a:lnTo>
                <a:lnTo>
                  <a:pt x="28575" y="1076325"/>
                </a:lnTo>
                <a:lnTo>
                  <a:pt x="38100" y="1076325"/>
                </a:lnTo>
                <a:lnTo>
                  <a:pt x="38100" y="1095375"/>
                </a:lnTo>
                <a:lnTo>
                  <a:pt x="47625" y="1095375"/>
                </a:lnTo>
                <a:lnTo>
                  <a:pt x="47625" y="1123950"/>
                </a:lnTo>
                <a:lnTo>
                  <a:pt x="57150" y="1123950"/>
                </a:lnTo>
                <a:lnTo>
                  <a:pt x="57150" y="1181100"/>
                </a:lnTo>
                <a:lnTo>
                  <a:pt x="66675" y="1181100"/>
                </a:lnTo>
                <a:lnTo>
                  <a:pt x="66675" y="1247775"/>
                </a:lnTo>
                <a:lnTo>
                  <a:pt x="76200" y="1247775"/>
                </a:lnTo>
                <a:lnTo>
                  <a:pt x="76200" y="1304925"/>
                </a:lnTo>
                <a:lnTo>
                  <a:pt x="85725" y="1304925"/>
                </a:lnTo>
                <a:lnTo>
                  <a:pt x="85725" y="1323975"/>
                </a:lnTo>
                <a:lnTo>
                  <a:pt x="95250" y="1323975"/>
                </a:lnTo>
                <a:lnTo>
                  <a:pt x="95250" y="1352550"/>
                </a:lnTo>
                <a:lnTo>
                  <a:pt x="85725" y="1352550"/>
                </a:lnTo>
                <a:lnTo>
                  <a:pt x="85725" y="1362075"/>
                </a:lnTo>
                <a:lnTo>
                  <a:pt x="76200" y="1362075"/>
                </a:lnTo>
                <a:lnTo>
                  <a:pt x="76200" y="1390650"/>
                </a:lnTo>
                <a:lnTo>
                  <a:pt x="85725" y="1390650"/>
                </a:lnTo>
                <a:lnTo>
                  <a:pt x="85725" y="1400175"/>
                </a:lnTo>
                <a:lnTo>
                  <a:pt x="104775" y="1400175"/>
                </a:lnTo>
                <a:lnTo>
                  <a:pt x="104775" y="1381125"/>
                </a:lnTo>
                <a:lnTo>
                  <a:pt x="114300" y="1381125"/>
                </a:lnTo>
                <a:lnTo>
                  <a:pt x="114300" y="1390650"/>
                </a:lnTo>
                <a:lnTo>
                  <a:pt x="123825" y="1390650"/>
                </a:lnTo>
                <a:lnTo>
                  <a:pt x="123825" y="1400175"/>
                </a:lnTo>
                <a:lnTo>
                  <a:pt x="133350" y="1400175"/>
                </a:lnTo>
                <a:lnTo>
                  <a:pt x="133350" y="1428750"/>
                </a:lnTo>
                <a:lnTo>
                  <a:pt x="142875" y="1428750"/>
                </a:lnTo>
                <a:lnTo>
                  <a:pt x="142875" y="1438275"/>
                </a:lnTo>
                <a:lnTo>
                  <a:pt x="152400" y="1438275"/>
                </a:lnTo>
                <a:lnTo>
                  <a:pt x="152400" y="1457325"/>
                </a:lnTo>
                <a:lnTo>
                  <a:pt x="133350" y="1457325"/>
                </a:lnTo>
                <a:lnTo>
                  <a:pt x="133350" y="1447800"/>
                </a:lnTo>
                <a:lnTo>
                  <a:pt x="123825" y="1447800"/>
                </a:lnTo>
                <a:lnTo>
                  <a:pt x="123825" y="1438275"/>
                </a:lnTo>
                <a:lnTo>
                  <a:pt x="114300" y="1438275"/>
                </a:lnTo>
                <a:lnTo>
                  <a:pt x="114300" y="1447800"/>
                </a:lnTo>
                <a:lnTo>
                  <a:pt x="104775" y="1447800"/>
                </a:lnTo>
                <a:lnTo>
                  <a:pt x="104775" y="1466850"/>
                </a:lnTo>
                <a:lnTo>
                  <a:pt x="123825" y="1466850"/>
                </a:lnTo>
                <a:lnTo>
                  <a:pt x="123825" y="1485900"/>
                </a:lnTo>
                <a:lnTo>
                  <a:pt x="142875" y="1485900"/>
                </a:lnTo>
                <a:lnTo>
                  <a:pt x="142875" y="1476375"/>
                </a:lnTo>
                <a:lnTo>
                  <a:pt x="171450" y="1476375"/>
                </a:lnTo>
                <a:lnTo>
                  <a:pt x="171450" y="1504950"/>
                </a:lnTo>
                <a:lnTo>
                  <a:pt x="180975" y="1504950"/>
                </a:lnTo>
                <a:lnTo>
                  <a:pt x="180975" y="1514475"/>
                </a:lnTo>
                <a:lnTo>
                  <a:pt x="190500" y="1514475"/>
                </a:lnTo>
                <a:lnTo>
                  <a:pt x="190500" y="1533525"/>
                </a:lnTo>
                <a:lnTo>
                  <a:pt x="200025" y="1533525"/>
                </a:lnTo>
                <a:lnTo>
                  <a:pt x="200025" y="1543050"/>
                </a:lnTo>
                <a:lnTo>
                  <a:pt x="209550" y="1543050"/>
                </a:lnTo>
                <a:lnTo>
                  <a:pt x="209550" y="1552575"/>
                </a:lnTo>
                <a:lnTo>
                  <a:pt x="219075" y="1552575"/>
                </a:lnTo>
                <a:lnTo>
                  <a:pt x="219075" y="1562100"/>
                </a:lnTo>
                <a:lnTo>
                  <a:pt x="228600" y="1562100"/>
                </a:lnTo>
                <a:lnTo>
                  <a:pt x="228600" y="1600200"/>
                </a:lnTo>
                <a:lnTo>
                  <a:pt x="219075" y="1600200"/>
                </a:lnTo>
                <a:lnTo>
                  <a:pt x="219075" y="1590675"/>
                </a:lnTo>
                <a:lnTo>
                  <a:pt x="209550" y="1590675"/>
                </a:lnTo>
                <a:lnTo>
                  <a:pt x="209550" y="1581150"/>
                </a:lnTo>
                <a:lnTo>
                  <a:pt x="190500" y="1581150"/>
                </a:lnTo>
                <a:lnTo>
                  <a:pt x="190500" y="1590675"/>
                </a:lnTo>
                <a:lnTo>
                  <a:pt x="180975" y="1590675"/>
                </a:lnTo>
                <a:lnTo>
                  <a:pt x="180975" y="1600200"/>
                </a:lnTo>
                <a:lnTo>
                  <a:pt x="152400" y="1600200"/>
                </a:lnTo>
                <a:lnTo>
                  <a:pt x="152400" y="1609725"/>
                </a:lnTo>
                <a:lnTo>
                  <a:pt x="142875" y="1609725"/>
                </a:lnTo>
                <a:lnTo>
                  <a:pt x="142875" y="1600200"/>
                </a:lnTo>
                <a:lnTo>
                  <a:pt x="133350" y="1600200"/>
                </a:lnTo>
                <a:lnTo>
                  <a:pt x="133350" y="1609725"/>
                </a:lnTo>
                <a:lnTo>
                  <a:pt x="123825" y="1609725"/>
                </a:lnTo>
                <a:lnTo>
                  <a:pt x="123825" y="1581150"/>
                </a:lnTo>
                <a:lnTo>
                  <a:pt x="133350" y="1581150"/>
                </a:lnTo>
                <a:lnTo>
                  <a:pt x="133350" y="1571625"/>
                </a:lnTo>
                <a:lnTo>
                  <a:pt x="142875" y="1571625"/>
                </a:lnTo>
                <a:lnTo>
                  <a:pt x="142875" y="1552575"/>
                </a:lnTo>
                <a:lnTo>
                  <a:pt x="114300" y="1552575"/>
                </a:lnTo>
                <a:lnTo>
                  <a:pt x="114300" y="1543050"/>
                </a:lnTo>
                <a:lnTo>
                  <a:pt x="104775" y="1543050"/>
                </a:lnTo>
                <a:lnTo>
                  <a:pt x="104775" y="1562100"/>
                </a:lnTo>
                <a:lnTo>
                  <a:pt x="114300" y="1562100"/>
                </a:lnTo>
                <a:lnTo>
                  <a:pt x="114300" y="1590675"/>
                </a:lnTo>
                <a:lnTo>
                  <a:pt x="104775" y="1590675"/>
                </a:lnTo>
                <a:lnTo>
                  <a:pt x="104775" y="1600200"/>
                </a:lnTo>
                <a:lnTo>
                  <a:pt x="95250" y="1600200"/>
                </a:lnTo>
                <a:lnTo>
                  <a:pt x="95250" y="1619250"/>
                </a:lnTo>
                <a:lnTo>
                  <a:pt x="85725" y="1619250"/>
                </a:lnTo>
                <a:lnTo>
                  <a:pt x="85725" y="1638300"/>
                </a:lnTo>
                <a:lnTo>
                  <a:pt x="76200" y="1638300"/>
                </a:lnTo>
                <a:lnTo>
                  <a:pt x="76200" y="1628775"/>
                </a:lnTo>
                <a:lnTo>
                  <a:pt x="66675" y="1628775"/>
                </a:lnTo>
                <a:lnTo>
                  <a:pt x="66675" y="1638300"/>
                </a:lnTo>
                <a:lnTo>
                  <a:pt x="47625" y="1638300"/>
                </a:lnTo>
                <a:lnTo>
                  <a:pt x="47625" y="1666875"/>
                </a:lnTo>
                <a:lnTo>
                  <a:pt x="57150" y="1666875"/>
                </a:lnTo>
                <a:lnTo>
                  <a:pt x="57150" y="1657350"/>
                </a:lnTo>
                <a:lnTo>
                  <a:pt x="66675" y="1657350"/>
                </a:lnTo>
                <a:lnTo>
                  <a:pt x="66675" y="1647825"/>
                </a:lnTo>
                <a:lnTo>
                  <a:pt x="76200" y="1647825"/>
                </a:lnTo>
                <a:lnTo>
                  <a:pt x="76200" y="1657350"/>
                </a:lnTo>
                <a:lnTo>
                  <a:pt x="66675" y="1657350"/>
                </a:lnTo>
                <a:lnTo>
                  <a:pt x="66675" y="1743075"/>
                </a:lnTo>
                <a:lnTo>
                  <a:pt x="76200" y="1743075"/>
                </a:lnTo>
                <a:lnTo>
                  <a:pt x="76200" y="1762125"/>
                </a:lnTo>
                <a:lnTo>
                  <a:pt x="85725" y="1762125"/>
                </a:lnTo>
                <a:lnTo>
                  <a:pt x="85725" y="1771650"/>
                </a:lnTo>
                <a:lnTo>
                  <a:pt x="104775" y="1771650"/>
                </a:lnTo>
                <a:lnTo>
                  <a:pt x="104775" y="1781175"/>
                </a:lnTo>
                <a:lnTo>
                  <a:pt x="171450" y="1781175"/>
                </a:lnTo>
                <a:lnTo>
                  <a:pt x="171450" y="1790700"/>
                </a:lnTo>
                <a:lnTo>
                  <a:pt x="180975" y="1790700"/>
                </a:lnTo>
                <a:lnTo>
                  <a:pt x="180975" y="1781175"/>
                </a:lnTo>
                <a:lnTo>
                  <a:pt x="257175" y="1781175"/>
                </a:lnTo>
                <a:lnTo>
                  <a:pt x="257175" y="1790700"/>
                </a:lnTo>
                <a:lnTo>
                  <a:pt x="304800" y="1790700"/>
                </a:lnTo>
                <a:lnTo>
                  <a:pt x="304800" y="1809750"/>
                </a:lnTo>
                <a:lnTo>
                  <a:pt x="323850" y="1809750"/>
                </a:lnTo>
                <a:lnTo>
                  <a:pt x="323850" y="1819275"/>
                </a:lnTo>
                <a:lnTo>
                  <a:pt x="342900" y="1819275"/>
                </a:lnTo>
                <a:lnTo>
                  <a:pt x="342900" y="1828800"/>
                </a:lnTo>
                <a:lnTo>
                  <a:pt x="352425" y="1828800"/>
                </a:lnTo>
                <a:lnTo>
                  <a:pt x="352425" y="1838325"/>
                </a:lnTo>
                <a:lnTo>
                  <a:pt x="342900" y="1838325"/>
                </a:lnTo>
                <a:lnTo>
                  <a:pt x="342900" y="1866900"/>
                </a:lnTo>
                <a:lnTo>
                  <a:pt x="352425" y="1866900"/>
                </a:lnTo>
                <a:lnTo>
                  <a:pt x="352425" y="1857375"/>
                </a:lnTo>
                <a:lnTo>
                  <a:pt x="361950" y="1857375"/>
                </a:lnTo>
                <a:lnTo>
                  <a:pt x="361950" y="1847850"/>
                </a:lnTo>
                <a:lnTo>
                  <a:pt x="381000" y="1847850"/>
                </a:lnTo>
                <a:lnTo>
                  <a:pt x="381000" y="1838325"/>
                </a:lnTo>
                <a:lnTo>
                  <a:pt x="361950" y="1838325"/>
                </a:lnTo>
                <a:lnTo>
                  <a:pt x="361950" y="1819275"/>
                </a:lnTo>
                <a:lnTo>
                  <a:pt x="371475" y="1819275"/>
                </a:lnTo>
                <a:lnTo>
                  <a:pt x="371475" y="1828800"/>
                </a:lnTo>
                <a:lnTo>
                  <a:pt x="390525" y="1828800"/>
                </a:lnTo>
                <a:lnTo>
                  <a:pt x="390525" y="1847850"/>
                </a:lnTo>
                <a:lnTo>
                  <a:pt x="419100" y="1847850"/>
                </a:lnTo>
                <a:lnTo>
                  <a:pt x="419100" y="1838325"/>
                </a:lnTo>
                <a:lnTo>
                  <a:pt x="409575" y="1838325"/>
                </a:lnTo>
                <a:lnTo>
                  <a:pt x="409575" y="1828800"/>
                </a:lnTo>
                <a:lnTo>
                  <a:pt x="400050" y="1828800"/>
                </a:lnTo>
                <a:lnTo>
                  <a:pt x="400050" y="1819275"/>
                </a:lnTo>
                <a:lnTo>
                  <a:pt x="390525" y="1819275"/>
                </a:lnTo>
                <a:lnTo>
                  <a:pt x="390525" y="1809750"/>
                </a:lnTo>
                <a:lnTo>
                  <a:pt x="381000" y="1809750"/>
                </a:lnTo>
                <a:lnTo>
                  <a:pt x="381000" y="1790700"/>
                </a:lnTo>
                <a:lnTo>
                  <a:pt x="419100" y="1790700"/>
                </a:lnTo>
                <a:lnTo>
                  <a:pt x="419100" y="1809750"/>
                </a:lnTo>
                <a:lnTo>
                  <a:pt x="438150" y="1809750"/>
                </a:lnTo>
                <a:lnTo>
                  <a:pt x="438150" y="1828800"/>
                </a:lnTo>
                <a:lnTo>
                  <a:pt x="428625" y="1828800"/>
                </a:lnTo>
                <a:lnTo>
                  <a:pt x="428625" y="1847850"/>
                </a:lnTo>
                <a:lnTo>
                  <a:pt x="438150" y="1847850"/>
                </a:lnTo>
                <a:lnTo>
                  <a:pt x="438150" y="1838325"/>
                </a:lnTo>
                <a:lnTo>
                  <a:pt x="466725" y="1838325"/>
                </a:lnTo>
                <a:lnTo>
                  <a:pt x="466725" y="1847850"/>
                </a:lnTo>
                <a:lnTo>
                  <a:pt x="476250" y="1847850"/>
                </a:lnTo>
                <a:lnTo>
                  <a:pt x="476250" y="1838325"/>
                </a:lnTo>
                <a:lnTo>
                  <a:pt x="485775" y="1838325"/>
                </a:lnTo>
                <a:lnTo>
                  <a:pt x="485775" y="1847850"/>
                </a:lnTo>
                <a:lnTo>
                  <a:pt x="504825" y="1847850"/>
                </a:lnTo>
                <a:lnTo>
                  <a:pt x="504825" y="1857375"/>
                </a:lnTo>
                <a:lnTo>
                  <a:pt x="523875" y="1857375"/>
                </a:lnTo>
                <a:lnTo>
                  <a:pt x="523875" y="1876425"/>
                </a:lnTo>
                <a:lnTo>
                  <a:pt x="552450" y="1876425"/>
                </a:lnTo>
                <a:lnTo>
                  <a:pt x="552450" y="1885950"/>
                </a:lnTo>
                <a:lnTo>
                  <a:pt x="571500" y="1885950"/>
                </a:lnTo>
                <a:lnTo>
                  <a:pt x="571500" y="1895475"/>
                </a:lnTo>
                <a:lnTo>
                  <a:pt x="600075" y="1895475"/>
                </a:lnTo>
                <a:lnTo>
                  <a:pt x="600075" y="1905000"/>
                </a:lnTo>
                <a:lnTo>
                  <a:pt x="619125" y="1905000"/>
                </a:lnTo>
                <a:lnTo>
                  <a:pt x="619125" y="1914525"/>
                </a:lnTo>
                <a:lnTo>
                  <a:pt x="638175" y="1914525"/>
                </a:lnTo>
                <a:lnTo>
                  <a:pt x="638175" y="1924050"/>
                </a:lnTo>
                <a:lnTo>
                  <a:pt x="647700" y="1924050"/>
                </a:lnTo>
                <a:lnTo>
                  <a:pt x="647700" y="1933575"/>
                </a:lnTo>
                <a:lnTo>
                  <a:pt x="685800" y="1933575"/>
                </a:lnTo>
                <a:lnTo>
                  <a:pt x="685800" y="1943100"/>
                </a:lnTo>
                <a:lnTo>
                  <a:pt x="695325" y="1943100"/>
                </a:lnTo>
                <a:lnTo>
                  <a:pt x="695325" y="1962150"/>
                </a:lnTo>
                <a:lnTo>
                  <a:pt x="723900" y="1962150"/>
                </a:lnTo>
                <a:lnTo>
                  <a:pt x="723900" y="1952625"/>
                </a:lnTo>
                <a:lnTo>
                  <a:pt x="752475" y="1952625"/>
                </a:lnTo>
                <a:lnTo>
                  <a:pt x="752475" y="1962150"/>
                </a:lnTo>
                <a:lnTo>
                  <a:pt x="762000" y="1962150"/>
                </a:lnTo>
                <a:lnTo>
                  <a:pt x="762000" y="1971675"/>
                </a:lnTo>
                <a:lnTo>
                  <a:pt x="771525" y="1971675"/>
                </a:lnTo>
                <a:lnTo>
                  <a:pt x="771525" y="1981200"/>
                </a:lnTo>
                <a:lnTo>
                  <a:pt x="781050" y="1981200"/>
                </a:lnTo>
                <a:lnTo>
                  <a:pt x="781050" y="2009775"/>
                </a:lnTo>
                <a:lnTo>
                  <a:pt x="800100" y="2009775"/>
                </a:lnTo>
                <a:lnTo>
                  <a:pt x="800100" y="2019300"/>
                </a:lnTo>
                <a:lnTo>
                  <a:pt x="809625" y="2019300"/>
                </a:lnTo>
                <a:lnTo>
                  <a:pt x="809625" y="2009775"/>
                </a:lnTo>
                <a:lnTo>
                  <a:pt x="819150" y="2009775"/>
                </a:lnTo>
                <a:lnTo>
                  <a:pt x="819150" y="2000250"/>
                </a:lnTo>
                <a:lnTo>
                  <a:pt x="828675" y="2000250"/>
                </a:lnTo>
                <a:lnTo>
                  <a:pt x="828675" y="1990725"/>
                </a:lnTo>
                <a:lnTo>
                  <a:pt x="866775" y="1990725"/>
                </a:lnTo>
                <a:lnTo>
                  <a:pt x="866775" y="2000250"/>
                </a:lnTo>
                <a:lnTo>
                  <a:pt x="876300" y="2000250"/>
                </a:lnTo>
                <a:lnTo>
                  <a:pt x="876300" y="2009775"/>
                </a:lnTo>
                <a:lnTo>
                  <a:pt x="866775" y="2009775"/>
                </a:lnTo>
                <a:lnTo>
                  <a:pt x="866775" y="2019300"/>
                </a:lnTo>
                <a:lnTo>
                  <a:pt x="904875" y="2019300"/>
                </a:lnTo>
                <a:lnTo>
                  <a:pt x="904875" y="2000250"/>
                </a:lnTo>
                <a:lnTo>
                  <a:pt x="914400" y="2000250"/>
                </a:lnTo>
                <a:lnTo>
                  <a:pt x="914400" y="2009775"/>
                </a:lnTo>
                <a:lnTo>
                  <a:pt x="952500" y="2009775"/>
                </a:lnTo>
                <a:lnTo>
                  <a:pt x="952500" y="2028825"/>
                </a:lnTo>
                <a:lnTo>
                  <a:pt x="962025" y="2028825"/>
                </a:lnTo>
                <a:lnTo>
                  <a:pt x="962025" y="2038350"/>
                </a:lnTo>
                <a:lnTo>
                  <a:pt x="971550" y="2038350"/>
                </a:lnTo>
                <a:lnTo>
                  <a:pt x="971550" y="2047875"/>
                </a:lnTo>
                <a:lnTo>
                  <a:pt x="981075" y="2047875"/>
                </a:lnTo>
                <a:lnTo>
                  <a:pt x="981075" y="2038350"/>
                </a:lnTo>
                <a:lnTo>
                  <a:pt x="1000125" y="2038350"/>
                </a:lnTo>
                <a:lnTo>
                  <a:pt x="1000125" y="2028825"/>
                </a:lnTo>
                <a:lnTo>
                  <a:pt x="1009650" y="2028825"/>
                </a:lnTo>
                <a:lnTo>
                  <a:pt x="1009650" y="2019300"/>
                </a:lnTo>
                <a:lnTo>
                  <a:pt x="1019175" y="2019300"/>
                </a:lnTo>
                <a:lnTo>
                  <a:pt x="1019175" y="2009775"/>
                </a:lnTo>
                <a:lnTo>
                  <a:pt x="1028700" y="2009775"/>
                </a:lnTo>
                <a:lnTo>
                  <a:pt x="1028700" y="2019300"/>
                </a:lnTo>
                <a:lnTo>
                  <a:pt x="1047750" y="2019300"/>
                </a:lnTo>
                <a:lnTo>
                  <a:pt x="1047750" y="2028825"/>
                </a:lnTo>
                <a:lnTo>
                  <a:pt x="1057275" y="2028825"/>
                </a:lnTo>
                <a:lnTo>
                  <a:pt x="1057275" y="2009775"/>
                </a:lnTo>
                <a:lnTo>
                  <a:pt x="1066800" y="2009775"/>
                </a:lnTo>
                <a:lnTo>
                  <a:pt x="1066800" y="2028825"/>
                </a:lnTo>
                <a:lnTo>
                  <a:pt x="1095375" y="2028825"/>
                </a:lnTo>
                <a:lnTo>
                  <a:pt x="1095375" y="2019300"/>
                </a:lnTo>
                <a:lnTo>
                  <a:pt x="1114425" y="2019300"/>
                </a:lnTo>
                <a:lnTo>
                  <a:pt x="1114425" y="2028825"/>
                </a:lnTo>
                <a:lnTo>
                  <a:pt x="1209675" y="2028825"/>
                </a:lnTo>
                <a:lnTo>
                  <a:pt x="1209675" y="2019300"/>
                </a:lnTo>
                <a:lnTo>
                  <a:pt x="1190625" y="2019300"/>
                </a:lnTo>
                <a:lnTo>
                  <a:pt x="1190625" y="2009775"/>
                </a:lnTo>
                <a:lnTo>
                  <a:pt x="1171575" y="2009775"/>
                </a:lnTo>
                <a:lnTo>
                  <a:pt x="1171575" y="2000250"/>
                </a:lnTo>
                <a:lnTo>
                  <a:pt x="1181100" y="2000250"/>
                </a:lnTo>
                <a:lnTo>
                  <a:pt x="1181100" y="1990725"/>
                </a:lnTo>
                <a:lnTo>
                  <a:pt x="1228725" y="1990725"/>
                </a:lnTo>
                <a:lnTo>
                  <a:pt x="1228725" y="1981200"/>
                </a:lnTo>
                <a:lnTo>
                  <a:pt x="1257300" y="1981200"/>
                </a:lnTo>
                <a:lnTo>
                  <a:pt x="1257300" y="1990725"/>
                </a:lnTo>
                <a:lnTo>
                  <a:pt x="1266825" y="1990725"/>
                </a:lnTo>
                <a:lnTo>
                  <a:pt x="1266825" y="2000250"/>
                </a:lnTo>
                <a:lnTo>
                  <a:pt x="1257300" y="2000250"/>
                </a:lnTo>
                <a:lnTo>
                  <a:pt x="1257300" y="2009775"/>
                </a:lnTo>
                <a:lnTo>
                  <a:pt x="1295400" y="2009775"/>
                </a:lnTo>
                <a:lnTo>
                  <a:pt x="1295400" y="1990725"/>
                </a:lnTo>
                <a:lnTo>
                  <a:pt x="1276350" y="1990725"/>
                </a:lnTo>
                <a:lnTo>
                  <a:pt x="1276350" y="1981200"/>
                </a:lnTo>
                <a:lnTo>
                  <a:pt x="1285875" y="1981200"/>
                </a:lnTo>
                <a:lnTo>
                  <a:pt x="1285875" y="1971675"/>
                </a:lnTo>
                <a:lnTo>
                  <a:pt x="1314450" y="1971675"/>
                </a:lnTo>
                <a:lnTo>
                  <a:pt x="1314450" y="1962150"/>
                </a:lnTo>
                <a:lnTo>
                  <a:pt x="1343025" y="1962150"/>
                </a:lnTo>
                <a:lnTo>
                  <a:pt x="1343025" y="1952625"/>
                </a:lnTo>
                <a:lnTo>
                  <a:pt x="1381125" y="1952625"/>
                </a:lnTo>
                <a:lnTo>
                  <a:pt x="1381125" y="1943100"/>
                </a:lnTo>
                <a:lnTo>
                  <a:pt x="1390650" y="1943100"/>
                </a:lnTo>
                <a:lnTo>
                  <a:pt x="1390650" y="1933575"/>
                </a:lnTo>
                <a:lnTo>
                  <a:pt x="1438275" y="1933575"/>
                </a:lnTo>
                <a:lnTo>
                  <a:pt x="1438275" y="1943100"/>
                </a:lnTo>
                <a:lnTo>
                  <a:pt x="1466850" y="1943100"/>
                </a:lnTo>
                <a:lnTo>
                  <a:pt x="1466850" y="1924050"/>
                </a:lnTo>
                <a:lnTo>
                  <a:pt x="1457325" y="1924050"/>
                </a:lnTo>
                <a:lnTo>
                  <a:pt x="1457325" y="1914525"/>
                </a:lnTo>
                <a:lnTo>
                  <a:pt x="1466850" y="1914525"/>
                </a:lnTo>
                <a:lnTo>
                  <a:pt x="1466850" y="1905000"/>
                </a:lnTo>
                <a:lnTo>
                  <a:pt x="1495425" y="1905000"/>
                </a:lnTo>
                <a:lnTo>
                  <a:pt x="1495425" y="1895475"/>
                </a:lnTo>
                <a:lnTo>
                  <a:pt x="1524000" y="1895475"/>
                </a:lnTo>
                <a:lnTo>
                  <a:pt x="1524000" y="1885950"/>
                </a:lnTo>
                <a:lnTo>
                  <a:pt x="1533525" y="1885950"/>
                </a:lnTo>
                <a:lnTo>
                  <a:pt x="1533525" y="1876425"/>
                </a:lnTo>
                <a:lnTo>
                  <a:pt x="1543050" y="1876425"/>
                </a:lnTo>
                <a:lnTo>
                  <a:pt x="1543050" y="1866900"/>
                </a:lnTo>
                <a:lnTo>
                  <a:pt x="1581150" y="1866900"/>
                </a:lnTo>
                <a:lnTo>
                  <a:pt x="1581150" y="1857375"/>
                </a:lnTo>
                <a:lnTo>
                  <a:pt x="1657350" y="1857375"/>
                </a:lnTo>
                <a:lnTo>
                  <a:pt x="1657350" y="1838325"/>
                </a:lnTo>
                <a:lnTo>
                  <a:pt x="1666875" y="1838325"/>
                </a:lnTo>
                <a:lnTo>
                  <a:pt x="1666875" y="1828800"/>
                </a:lnTo>
                <a:lnTo>
                  <a:pt x="1657350" y="1828800"/>
                </a:lnTo>
                <a:lnTo>
                  <a:pt x="1657350" y="1809750"/>
                </a:lnTo>
                <a:lnTo>
                  <a:pt x="1647825" y="1809750"/>
                </a:lnTo>
                <a:lnTo>
                  <a:pt x="1647825" y="1800225"/>
                </a:lnTo>
                <a:lnTo>
                  <a:pt x="1657350" y="1800225"/>
                </a:lnTo>
                <a:lnTo>
                  <a:pt x="1657350" y="1790700"/>
                </a:lnTo>
                <a:lnTo>
                  <a:pt x="1676400" y="1790700"/>
                </a:lnTo>
                <a:lnTo>
                  <a:pt x="1676400" y="1781175"/>
                </a:lnTo>
                <a:lnTo>
                  <a:pt x="1704975" y="1781175"/>
                </a:lnTo>
                <a:lnTo>
                  <a:pt x="1704975" y="1800225"/>
                </a:lnTo>
                <a:lnTo>
                  <a:pt x="1685925" y="1800225"/>
                </a:lnTo>
                <a:lnTo>
                  <a:pt x="1685925" y="1809750"/>
                </a:lnTo>
                <a:lnTo>
                  <a:pt x="1666875" y="1809750"/>
                </a:lnTo>
                <a:lnTo>
                  <a:pt x="1666875" y="1819275"/>
                </a:lnTo>
                <a:lnTo>
                  <a:pt x="1676400" y="1819275"/>
                </a:lnTo>
                <a:lnTo>
                  <a:pt x="1676400" y="1838325"/>
                </a:lnTo>
                <a:lnTo>
                  <a:pt x="1695450" y="1838325"/>
                </a:lnTo>
                <a:lnTo>
                  <a:pt x="1695450" y="1828800"/>
                </a:lnTo>
                <a:lnTo>
                  <a:pt x="1704975" y="1828800"/>
                </a:lnTo>
                <a:lnTo>
                  <a:pt x="1704975" y="1819275"/>
                </a:lnTo>
                <a:lnTo>
                  <a:pt x="1714500" y="1819275"/>
                </a:lnTo>
                <a:lnTo>
                  <a:pt x="1714500" y="1809750"/>
                </a:lnTo>
                <a:lnTo>
                  <a:pt x="1724025" y="1809750"/>
                </a:lnTo>
                <a:lnTo>
                  <a:pt x="1724025" y="1800225"/>
                </a:lnTo>
                <a:lnTo>
                  <a:pt x="1733550" y="1800225"/>
                </a:lnTo>
                <a:lnTo>
                  <a:pt x="1733550" y="1790700"/>
                </a:lnTo>
                <a:lnTo>
                  <a:pt x="1743075" y="1790700"/>
                </a:lnTo>
                <a:lnTo>
                  <a:pt x="1743075" y="1781175"/>
                </a:lnTo>
                <a:lnTo>
                  <a:pt x="1752600" y="1781175"/>
                </a:lnTo>
                <a:lnTo>
                  <a:pt x="1752600" y="1800225"/>
                </a:lnTo>
                <a:lnTo>
                  <a:pt x="1762125" y="1800225"/>
                </a:lnTo>
                <a:lnTo>
                  <a:pt x="1762125" y="1790700"/>
                </a:lnTo>
                <a:lnTo>
                  <a:pt x="1800225" y="1790700"/>
                </a:lnTo>
                <a:lnTo>
                  <a:pt x="1800225" y="1781175"/>
                </a:lnTo>
                <a:lnTo>
                  <a:pt x="1828800" y="1781175"/>
                </a:lnTo>
                <a:lnTo>
                  <a:pt x="1828800" y="1809750"/>
                </a:lnTo>
                <a:lnTo>
                  <a:pt x="1847850" y="1809750"/>
                </a:lnTo>
                <a:lnTo>
                  <a:pt x="1847850" y="1781175"/>
                </a:lnTo>
                <a:lnTo>
                  <a:pt x="1924050" y="1781175"/>
                </a:lnTo>
                <a:lnTo>
                  <a:pt x="1924050" y="1790700"/>
                </a:lnTo>
                <a:lnTo>
                  <a:pt x="1933575" y="1790700"/>
                </a:lnTo>
                <a:lnTo>
                  <a:pt x="1933575" y="1819275"/>
                </a:lnTo>
                <a:lnTo>
                  <a:pt x="1943100" y="1819275"/>
                </a:lnTo>
                <a:lnTo>
                  <a:pt x="1943100" y="1790700"/>
                </a:lnTo>
                <a:lnTo>
                  <a:pt x="1952625" y="1790700"/>
                </a:lnTo>
                <a:lnTo>
                  <a:pt x="1952625" y="1781175"/>
                </a:lnTo>
                <a:lnTo>
                  <a:pt x="1962150" y="1781175"/>
                </a:lnTo>
                <a:lnTo>
                  <a:pt x="1962150" y="1771650"/>
                </a:lnTo>
                <a:lnTo>
                  <a:pt x="1990725" y="1771650"/>
                </a:lnTo>
                <a:lnTo>
                  <a:pt x="1990725" y="1762125"/>
                </a:lnTo>
                <a:lnTo>
                  <a:pt x="2000250" y="1762125"/>
                </a:lnTo>
                <a:lnTo>
                  <a:pt x="2000250" y="1771650"/>
                </a:lnTo>
                <a:lnTo>
                  <a:pt x="2009775" y="1771650"/>
                </a:lnTo>
                <a:lnTo>
                  <a:pt x="2009775" y="1790700"/>
                </a:lnTo>
                <a:lnTo>
                  <a:pt x="2019300" y="1790700"/>
                </a:lnTo>
                <a:lnTo>
                  <a:pt x="2019300" y="1781175"/>
                </a:lnTo>
                <a:lnTo>
                  <a:pt x="2028825" y="1781175"/>
                </a:lnTo>
                <a:lnTo>
                  <a:pt x="2028825" y="1743075"/>
                </a:lnTo>
                <a:lnTo>
                  <a:pt x="2047875" y="1743075"/>
                </a:lnTo>
                <a:lnTo>
                  <a:pt x="2047875" y="1752600"/>
                </a:lnTo>
                <a:lnTo>
                  <a:pt x="2085975" y="1752600"/>
                </a:lnTo>
                <a:lnTo>
                  <a:pt x="2085975" y="1762125"/>
                </a:lnTo>
                <a:lnTo>
                  <a:pt x="2105025" y="1762125"/>
                </a:lnTo>
                <a:lnTo>
                  <a:pt x="2105025" y="1828800"/>
                </a:lnTo>
                <a:lnTo>
                  <a:pt x="2095500" y="1828800"/>
                </a:lnTo>
                <a:lnTo>
                  <a:pt x="2095500" y="1838325"/>
                </a:lnTo>
                <a:lnTo>
                  <a:pt x="2105025" y="1838325"/>
                </a:lnTo>
                <a:lnTo>
                  <a:pt x="2105025" y="1885950"/>
                </a:lnTo>
                <a:lnTo>
                  <a:pt x="2085975" y="1885950"/>
                </a:lnTo>
                <a:lnTo>
                  <a:pt x="2085975" y="1876425"/>
                </a:lnTo>
                <a:lnTo>
                  <a:pt x="2057400" y="1876425"/>
                </a:lnTo>
                <a:lnTo>
                  <a:pt x="2057400" y="1885950"/>
                </a:lnTo>
                <a:lnTo>
                  <a:pt x="2047875" y="1885950"/>
                </a:lnTo>
                <a:lnTo>
                  <a:pt x="2047875" y="1895475"/>
                </a:lnTo>
                <a:lnTo>
                  <a:pt x="2038350" y="1895475"/>
                </a:lnTo>
                <a:lnTo>
                  <a:pt x="2038350" y="1885950"/>
                </a:lnTo>
                <a:lnTo>
                  <a:pt x="2009775" y="1885950"/>
                </a:lnTo>
                <a:lnTo>
                  <a:pt x="2009775" y="1905000"/>
                </a:lnTo>
                <a:lnTo>
                  <a:pt x="1990725" y="1905000"/>
                </a:lnTo>
                <a:lnTo>
                  <a:pt x="1990725" y="1933575"/>
                </a:lnTo>
                <a:lnTo>
                  <a:pt x="2000250" y="1933575"/>
                </a:lnTo>
                <a:lnTo>
                  <a:pt x="2000250" y="1943100"/>
                </a:lnTo>
                <a:lnTo>
                  <a:pt x="1990725" y="1943100"/>
                </a:lnTo>
                <a:lnTo>
                  <a:pt x="1990725" y="1952625"/>
                </a:lnTo>
                <a:lnTo>
                  <a:pt x="2000250" y="1952625"/>
                </a:lnTo>
                <a:lnTo>
                  <a:pt x="2000250" y="1981200"/>
                </a:lnTo>
                <a:lnTo>
                  <a:pt x="2009775" y="1981200"/>
                </a:lnTo>
                <a:lnTo>
                  <a:pt x="2009775" y="1971675"/>
                </a:lnTo>
                <a:lnTo>
                  <a:pt x="2019300" y="1971675"/>
                </a:lnTo>
                <a:lnTo>
                  <a:pt x="2019300" y="1981200"/>
                </a:lnTo>
                <a:lnTo>
                  <a:pt x="2028825" y="1981200"/>
                </a:lnTo>
                <a:lnTo>
                  <a:pt x="2028825" y="1971675"/>
                </a:lnTo>
                <a:lnTo>
                  <a:pt x="2038350" y="1971675"/>
                </a:lnTo>
                <a:lnTo>
                  <a:pt x="2038350" y="1952625"/>
                </a:lnTo>
                <a:lnTo>
                  <a:pt x="2028825" y="1952625"/>
                </a:lnTo>
                <a:lnTo>
                  <a:pt x="2028825" y="1943100"/>
                </a:lnTo>
                <a:lnTo>
                  <a:pt x="2019300" y="1943100"/>
                </a:lnTo>
                <a:lnTo>
                  <a:pt x="2019300" y="1914525"/>
                </a:lnTo>
                <a:lnTo>
                  <a:pt x="2047875" y="1914525"/>
                </a:lnTo>
                <a:lnTo>
                  <a:pt x="2047875" y="1905000"/>
                </a:lnTo>
                <a:lnTo>
                  <a:pt x="2076450" y="1905000"/>
                </a:lnTo>
                <a:lnTo>
                  <a:pt x="2076450" y="1914525"/>
                </a:lnTo>
                <a:lnTo>
                  <a:pt x="2105025" y="1914525"/>
                </a:lnTo>
                <a:lnTo>
                  <a:pt x="2105025" y="1943100"/>
                </a:lnTo>
                <a:lnTo>
                  <a:pt x="2076450" y="1943100"/>
                </a:lnTo>
                <a:lnTo>
                  <a:pt x="2076450" y="1924050"/>
                </a:lnTo>
                <a:lnTo>
                  <a:pt x="2066925" y="1924050"/>
                </a:lnTo>
                <a:lnTo>
                  <a:pt x="2066925" y="1933575"/>
                </a:lnTo>
                <a:lnTo>
                  <a:pt x="2047875" y="1933575"/>
                </a:lnTo>
                <a:lnTo>
                  <a:pt x="2047875" y="1962150"/>
                </a:lnTo>
                <a:lnTo>
                  <a:pt x="2066925" y="1962150"/>
                </a:lnTo>
                <a:lnTo>
                  <a:pt x="2066925" y="1971675"/>
                </a:lnTo>
                <a:lnTo>
                  <a:pt x="2085975" y="1971675"/>
                </a:lnTo>
                <a:lnTo>
                  <a:pt x="2085975" y="1962150"/>
                </a:lnTo>
                <a:lnTo>
                  <a:pt x="2095500" y="1962150"/>
                </a:lnTo>
                <a:lnTo>
                  <a:pt x="2095500" y="1952625"/>
                </a:lnTo>
                <a:lnTo>
                  <a:pt x="2105025" y="1952625"/>
                </a:lnTo>
                <a:lnTo>
                  <a:pt x="2105025" y="2066925"/>
                </a:lnTo>
                <a:lnTo>
                  <a:pt x="285750" y="2066925"/>
                </a:lnTo>
                <a:lnTo>
                  <a:pt x="285750" y="2038350"/>
                </a:lnTo>
                <a:lnTo>
                  <a:pt x="266700" y="2038350"/>
                </a:lnTo>
                <a:lnTo>
                  <a:pt x="266700" y="2066925"/>
                </a:lnTo>
                <a:lnTo>
                  <a:pt x="0" y="2066925"/>
                </a:lnTo>
                <a:lnTo>
                  <a:pt x="0" y="1514475"/>
                </a:lnTo>
                <a:lnTo>
                  <a:pt x="9525" y="1514475"/>
                </a:lnTo>
                <a:lnTo>
                  <a:pt x="9525" y="1485900"/>
                </a:lnTo>
                <a:lnTo>
                  <a:pt x="0" y="1485900"/>
                </a:lnTo>
                <a:lnTo>
                  <a:pt x="0" y="752475"/>
                </a:lnTo>
                <a:lnTo>
                  <a:pt x="9525" y="752475"/>
                </a:lnTo>
                <a:lnTo>
                  <a:pt x="9525" y="733425"/>
                </a:lnTo>
                <a:lnTo>
                  <a:pt x="0" y="733425"/>
                </a:lnTo>
                <a:lnTo>
                  <a:pt x="0" y="714375"/>
                </a:lnTo>
                <a:lnTo>
                  <a:pt x="9525" y="714375"/>
                </a:lnTo>
                <a:lnTo>
                  <a:pt x="9525" y="704850"/>
                </a:lnTo>
                <a:lnTo>
                  <a:pt x="19050" y="704850"/>
                </a:lnTo>
                <a:lnTo>
                  <a:pt x="19050" y="676275"/>
                </a:lnTo>
                <a:lnTo>
                  <a:pt x="9525" y="676275"/>
                </a:lnTo>
                <a:lnTo>
                  <a:pt x="9525" y="657225"/>
                </a:lnTo>
                <a:lnTo>
                  <a:pt x="0" y="657225"/>
                </a:lnTo>
                <a:lnTo>
                  <a:pt x="0" y="638175"/>
                </a:lnTo>
                <a:lnTo>
                  <a:pt x="9525" y="638175"/>
                </a:lnTo>
                <a:lnTo>
                  <a:pt x="9525" y="628650"/>
                </a:lnTo>
                <a:lnTo>
                  <a:pt x="19050" y="628650"/>
                </a:lnTo>
                <a:lnTo>
                  <a:pt x="19050" y="571500"/>
                </a:lnTo>
                <a:lnTo>
                  <a:pt x="9525" y="571500"/>
                </a:lnTo>
                <a:lnTo>
                  <a:pt x="9525" y="561975"/>
                </a:lnTo>
                <a:lnTo>
                  <a:pt x="0" y="561975"/>
                </a:lnTo>
                <a:lnTo>
                  <a:pt x="0" y="495300"/>
                </a:lnTo>
                <a:lnTo>
                  <a:pt x="9525" y="495300"/>
                </a:lnTo>
                <a:lnTo>
                  <a:pt x="9525" y="485775"/>
                </a:lnTo>
                <a:lnTo>
                  <a:pt x="0" y="485775"/>
                </a:lnTo>
                <a:lnTo>
                  <a:pt x="0" y="180975"/>
                </a:lnTo>
                <a:lnTo>
                  <a:pt x="9525" y="180975"/>
                </a:lnTo>
                <a:lnTo>
                  <a:pt x="9525" y="161925"/>
                </a:lnTo>
                <a:lnTo>
                  <a:pt x="0" y="161925"/>
                </a:lnTo>
                <a:lnTo>
                  <a:pt x="0" y="142875"/>
                </a:lnTo>
                <a:lnTo>
                  <a:pt x="9525" y="142875"/>
                </a:lnTo>
                <a:lnTo>
                  <a:pt x="9525" y="123825"/>
                </a:lnTo>
                <a:lnTo>
                  <a:pt x="0" y="123825"/>
                </a:lnTo>
                <a:close/>
                <a:moveTo>
                  <a:pt x="866775" y="0"/>
                </a:moveTo>
                <a:lnTo>
                  <a:pt x="952500" y="0"/>
                </a:lnTo>
                <a:lnTo>
                  <a:pt x="952500" y="9525"/>
                </a:lnTo>
                <a:lnTo>
                  <a:pt x="866775" y="9525"/>
                </a:lnTo>
                <a:close/>
                <a:moveTo>
                  <a:pt x="1095375" y="0"/>
                </a:moveTo>
                <a:lnTo>
                  <a:pt x="1181100" y="0"/>
                </a:lnTo>
                <a:lnTo>
                  <a:pt x="1181100" y="9525"/>
                </a:lnTo>
                <a:lnTo>
                  <a:pt x="1171575" y="9525"/>
                </a:lnTo>
                <a:lnTo>
                  <a:pt x="1171575" y="19050"/>
                </a:lnTo>
                <a:lnTo>
                  <a:pt x="1162050" y="19050"/>
                </a:lnTo>
                <a:lnTo>
                  <a:pt x="1162050" y="9525"/>
                </a:lnTo>
                <a:lnTo>
                  <a:pt x="1095375" y="9525"/>
                </a:lnTo>
                <a:close/>
                <a:moveTo>
                  <a:pt x="1200150" y="0"/>
                </a:moveTo>
                <a:lnTo>
                  <a:pt x="1228725" y="0"/>
                </a:lnTo>
                <a:lnTo>
                  <a:pt x="1228725" y="9525"/>
                </a:lnTo>
                <a:lnTo>
                  <a:pt x="1247775" y="9525"/>
                </a:lnTo>
                <a:lnTo>
                  <a:pt x="1247775" y="0"/>
                </a:lnTo>
                <a:lnTo>
                  <a:pt x="1724025" y="0"/>
                </a:lnTo>
                <a:lnTo>
                  <a:pt x="1724025" y="19050"/>
                </a:lnTo>
                <a:lnTo>
                  <a:pt x="1714500" y="19050"/>
                </a:lnTo>
                <a:lnTo>
                  <a:pt x="1714500" y="38100"/>
                </a:lnTo>
                <a:lnTo>
                  <a:pt x="1724025" y="38100"/>
                </a:lnTo>
                <a:lnTo>
                  <a:pt x="1724025" y="57150"/>
                </a:lnTo>
                <a:lnTo>
                  <a:pt x="1733550" y="57150"/>
                </a:lnTo>
                <a:lnTo>
                  <a:pt x="1733550" y="66675"/>
                </a:lnTo>
                <a:lnTo>
                  <a:pt x="1743075" y="66675"/>
                </a:lnTo>
                <a:lnTo>
                  <a:pt x="1743075" y="76200"/>
                </a:lnTo>
                <a:lnTo>
                  <a:pt x="1771650" y="76200"/>
                </a:lnTo>
                <a:lnTo>
                  <a:pt x="1771650" y="66675"/>
                </a:lnTo>
                <a:lnTo>
                  <a:pt x="1762125" y="66675"/>
                </a:lnTo>
                <a:lnTo>
                  <a:pt x="1762125" y="57150"/>
                </a:lnTo>
                <a:lnTo>
                  <a:pt x="1752600" y="57150"/>
                </a:lnTo>
                <a:lnTo>
                  <a:pt x="1752600" y="47625"/>
                </a:lnTo>
                <a:lnTo>
                  <a:pt x="1733550" y="47625"/>
                </a:lnTo>
                <a:lnTo>
                  <a:pt x="1733550" y="0"/>
                </a:lnTo>
                <a:lnTo>
                  <a:pt x="1743075" y="0"/>
                </a:lnTo>
                <a:lnTo>
                  <a:pt x="1743075" y="9525"/>
                </a:lnTo>
                <a:lnTo>
                  <a:pt x="1752600" y="9525"/>
                </a:lnTo>
                <a:lnTo>
                  <a:pt x="1752600" y="0"/>
                </a:lnTo>
                <a:lnTo>
                  <a:pt x="2105025" y="0"/>
                </a:lnTo>
                <a:lnTo>
                  <a:pt x="2105025" y="314325"/>
                </a:lnTo>
                <a:lnTo>
                  <a:pt x="2057400" y="314325"/>
                </a:lnTo>
                <a:lnTo>
                  <a:pt x="2057400" y="304800"/>
                </a:lnTo>
                <a:lnTo>
                  <a:pt x="2038350" y="304800"/>
                </a:lnTo>
                <a:lnTo>
                  <a:pt x="2038350" y="314325"/>
                </a:lnTo>
                <a:lnTo>
                  <a:pt x="1962150" y="314325"/>
                </a:lnTo>
                <a:lnTo>
                  <a:pt x="1962150" y="304800"/>
                </a:lnTo>
                <a:lnTo>
                  <a:pt x="1933575" y="304800"/>
                </a:lnTo>
                <a:lnTo>
                  <a:pt x="1933575" y="314325"/>
                </a:lnTo>
                <a:lnTo>
                  <a:pt x="1914525" y="314325"/>
                </a:lnTo>
                <a:lnTo>
                  <a:pt x="1914525" y="323850"/>
                </a:lnTo>
                <a:lnTo>
                  <a:pt x="1905000" y="323850"/>
                </a:lnTo>
                <a:lnTo>
                  <a:pt x="1905000" y="342900"/>
                </a:lnTo>
                <a:lnTo>
                  <a:pt x="1933575" y="342900"/>
                </a:lnTo>
                <a:lnTo>
                  <a:pt x="1933575" y="333375"/>
                </a:lnTo>
                <a:lnTo>
                  <a:pt x="1943100" y="333375"/>
                </a:lnTo>
                <a:lnTo>
                  <a:pt x="1943100" y="323850"/>
                </a:lnTo>
                <a:lnTo>
                  <a:pt x="1962150" y="323850"/>
                </a:lnTo>
                <a:lnTo>
                  <a:pt x="1962150" y="333375"/>
                </a:lnTo>
                <a:lnTo>
                  <a:pt x="1971675" y="333375"/>
                </a:lnTo>
                <a:lnTo>
                  <a:pt x="1971675" y="342900"/>
                </a:lnTo>
                <a:lnTo>
                  <a:pt x="1981200" y="342900"/>
                </a:lnTo>
                <a:lnTo>
                  <a:pt x="1981200" y="333375"/>
                </a:lnTo>
                <a:lnTo>
                  <a:pt x="2009775" y="333375"/>
                </a:lnTo>
                <a:lnTo>
                  <a:pt x="2009775" y="342900"/>
                </a:lnTo>
                <a:lnTo>
                  <a:pt x="2019300" y="342900"/>
                </a:lnTo>
                <a:lnTo>
                  <a:pt x="2019300" y="352425"/>
                </a:lnTo>
                <a:lnTo>
                  <a:pt x="2038350" y="352425"/>
                </a:lnTo>
                <a:lnTo>
                  <a:pt x="2038350" y="342900"/>
                </a:lnTo>
                <a:lnTo>
                  <a:pt x="2105025" y="342900"/>
                </a:lnTo>
                <a:lnTo>
                  <a:pt x="2105025" y="381000"/>
                </a:lnTo>
                <a:lnTo>
                  <a:pt x="2038350" y="381000"/>
                </a:lnTo>
                <a:lnTo>
                  <a:pt x="2038350" y="371475"/>
                </a:lnTo>
                <a:lnTo>
                  <a:pt x="2028825" y="371475"/>
                </a:lnTo>
                <a:lnTo>
                  <a:pt x="2028825" y="361950"/>
                </a:lnTo>
                <a:lnTo>
                  <a:pt x="2000250" y="361950"/>
                </a:lnTo>
                <a:lnTo>
                  <a:pt x="2000250" y="352425"/>
                </a:lnTo>
                <a:lnTo>
                  <a:pt x="1971675" y="352425"/>
                </a:lnTo>
                <a:lnTo>
                  <a:pt x="1971675" y="361950"/>
                </a:lnTo>
                <a:lnTo>
                  <a:pt x="1962150" y="361950"/>
                </a:lnTo>
                <a:lnTo>
                  <a:pt x="1962150" y="371475"/>
                </a:lnTo>
                <a:lnTo>
                  <a:pt x="1943100" y="371475"/>
                </a:lnTo>
                <a:lnTo>
                  <a:pt x="1943100" y="381000"/>
                </a:lnTo>
                <a:lnTo>
                  <a:pt x="1933575" y="381000"/>
                </a:lnTo>
                <a:lnTo>
                  <a:pt x="1933575" y="390525"/>
                </a:lnTo>
                <a:lnTo>
                  <a:pt x="1962150" y="390525"/>
                </a:lnTo>
                <a:lnTo>
                  <a:pt x="1962150" y="400050"/>
                </a:lnTo>
                <a:lnTo>
                  <a:pt x="1971675" y="400050"/>
                </a:lnTo>
                <a:lnTo>
                  <a:pt x="1971675" y="419100"/>
                </a:lnTo>
                <a:lnTo>
                  <a:pt x="2009775" y="419100"/>
                </a:lnTo>
                <a:lnTo>
                  <a:pt x="2009775" y="409575"/>
                </a:lnTo>
                <a:lnTo>
                  <a:pt x="2028825" y="409575"/>
                </a:lnTo>
                <a:lnTo>
                  <a:pt x="2028825" y="400050"/>
                </a:lnTo>
                <a:lnTo>
                  <a:pt x="2105025" y="400050"/>
                </a:lnTo>
                <a:lnTo>
                  <a:pt x="2105025" y="581025"/>
                </a:lnTo>
                <a:lnTo>
                  <a:pt x="2085975" y="581025"/>
                </a:lnTo>
                <a:lnTo>
                  <a:pt x="2085975" y="590550"/>
                </a:lnTo>
                <a:lnTo>
                  <a:pt x="2076450" y="590550"/>
                </a:lnTo>
                <a:lnTo>
                  <a:pt x="2076450" y="628650"/>
                </a:lnTo>
                <a:lnTo>
                  <a:pt x="2085975" y="628650"/>
                </a:lnTo>
                <a:lnTo>
                  <a:pt x="2085975" y="638175"/>
                </a:lnTo>
                <a:lnTo>
                  <a:pt x="2105025" y="638175"/>
                </a:lnTo>
                <a:lnTo>
                  <a:pt x="2105025" y="904875"/>
                </a:lnTo>
                <a:lnTo>
                  <a:pt x="2095500" y="904875"/>
                </a:lnTo>
                <a:lnTo>
                  <a:pt x="2095500" y="923925"/>
                </a:lnTo>
                <a:lnTo>
                  <a:pt x="2105025" y="923925"/>
                </a:lnTo>
                <a:lnTo>
                  <a:pt x="2105025" y="962025"/>
                </a:lnTo>
                <a:lnTo>
                  <a:pt x="2095500" y="962025"/>
                </a:lnTo>
                <a:lnTo>
                  <a:pt x="2095500" y="971550"/>
                </a:lnTo>
                <a:lnTo>
                  <a:pt x="2057400" y="971550"/>
                </a:lnTo>
                <a:lnTo>
                  <a:pt x="2057400" y="990600"/>
                </a:lnTo>
                <a:lnTo>
                  <a:pt x="2085975" y="990600"/>
                </a:lnTo>
                <a:lnTo>
                  <a:pt x="2085975" y="981075"/>
                </a:lnTo>
                <a:lnTo>
                  <a:pt x="2105025" y="981075"/>
                </a:lnTo>
                <a:lnTo>
                  <a:pt x="2105025" y="1057275"/>
                </a:lnTo>
                <a:lnTo>
                  <a:pt x="2095500" y="1057275"/>
                </a:lnTo>
                <a:lnTo>
                  <a:pt x="2095500" y="1095375"/>
                </a:lnTo>
                <a:lnTo>
                  <a:pt x="2105025" y="1095375"/>
                </a:lnTo>
                <a:lnTo>
                  <a:pt x="2105025" y="1181100"/>
                </a:lnTo>
                <a:lnTo>
                  <a:pt x="2095500" y="1181100"/>
                </a:lnTo>
                <a:lnTo>
                  <a:pt x="2095500" y="1228725"/>
                </a:lnTo>
                <a:lnTo>
                  <a:pt x="2105025" y="1228725"/>
                </a:lnTo>
                <a:lnTo>
                  <a:pt x="2105025" y="1333500"/>
                </a:lnTo>
                <a:lnTo>
                  <a:pt x="2095500" y="1333500"/>
                </a:lnTo>
                <a:lnTo>
                  <a:pt x="2095500" y="1352550"/>
                </a:lnTo>
                <a:lnTo>
                  <a:pt x="2047875" y="1352550"/>
                </a:lnTo>
                <a:lnTo>
                  <a:pt x="2047875" y="1333500"/>
                </a:lnTo>
                <a:lnTo>
                  <a:pt x="2028825" y="1333500"/>
                </a:lnTo>
                <a:lnTo>
                  <a:pt x="2028825" y="1352550"/>
                </a:lnTo>
                <a:lnTo>
                  <a:pt x="2009775" y="1352550"/>
                </a:lnTo>
                <a:lnTo>
                  <a:pt x="2009775" y="1362075"/>
                </a:lnTo>
                <a:lnTo>
                  <a:pt x="1981200" y="1362075"/>
                </a:lnTo>
                <a:lnTo>
                  <a:pt x="1981200" y="1333500"/>
                </a:lnTo>
                <a:lnTo>
                  <a:pt x="2000250" y="1333500"/>
                </a:lnTo>
                <a:lnTo>
                  <a:pt x="2000250" y="1266825"/>
                </a:lnTo>
                <a:lnTo>
                  <a:pt x="2009775" y="1266825"/>
                </a:lnTo>
                <a:lnTo>
                  <a:pt x="2009775" y="1257300"/>
                </a:lnTo>
                <a:lnTo>
                  <a:pt x="2019300" y="1257300"/>
                </a:lnTo>
                <a:lnTo>
                  <a:pt x="2019300" y="1266825"/>
                </a:lnTo>
                <a:lnTo>
                  <a:pt x="2038350" y="1266825"/>
                </a:lnTo>
                <a:lnTo>
                  <a:pt x="2038350" y="1238250"/>
                </a:lnTo>
                <a:lnTo>
                  <a:pt x="2019300" y="1238250"/>
                </a:lnTo>
                <a:lnTo>
                  <a:pt x="2019300" y="1181100"/>
                </a:lnTo>
                <a:lnTo>
                  <a:pt x="2028825" y="1181100"/>
                </a:lnTo>
                <a:lnTo>
                  <a:pt x="2028825" y="1171575"/>
                </a:lnTo>
                <a:lnTo>
                  <a:pt x="2038350" y="1171575"/>
                </a:lnTo>
                <a:lnTo>
                  <a:pt x="2038350" y="1047750"/>
                </a:lnTo>
                <a:lnTo>
                  <a:pt x="2047875" y="1047750"/>
                </a:lnTo>
                <a:lnTo>
                  <a:pt x="2047875" y="1028700"/>
                </a:lnTo>
                <a:lnTo>
                  <a:pt x="2038350" y="1028700"/>
                </a:lnTo>
                <a:lnTo>
                  <a:pt x="2038350" y="990600"/>
                </a:lnTo>
                <a:lnTo>
                  <a:pt x="2047875" y="990600"/>
                </a:lnTo>
                <a:lnTo>
                  <a:pt x="2047875" y="962025"/>
                </a:lnTo>
                <a:lnTo>
                  <a:pt x="2038350" y="962025"/>
                </a:lnTo>
                <a:lnTo>
                  <a:pt x="2038350" y="914400"/>
                </a:lnTo>
                <a:lnTo>
                  <a:pt x="2047875" y="914400"/>
                </a:lnTo>
                <a:lnTo>
                  <a:pt x="2047875" y="904875"/>
                </a:lnTo>
                <a:lnTo>
                  <a:pt x="2057400" y="904875"/>
                </a:lnTo>
                <a:lnTo>
                  <a:pt x="2057400" y="895350"/>
                </a:lnTo>
                <a:lnTo>
                  <a:pt x="2038350" y="895350"/>
                </a:lnTo>
                <a:lnTo>
                  <a:pt x="2038350" y="866775"/>
                </a:lnTo>
                <a:lnTo>
                  <a:pt x="2057400" y="866775"/>
                </a:lnTo>
                <a:lnTo>
                  <a:pt x="2057400" y="876300"/>
                </a:lnTo>
                <a:lnTo>
                  <a:pt x="2085975" y="876300"/>
                </a:lnTo>
                <a:lnTo>
                  <a:pt x="2085975" y="866775"/>
                </a:lnTo>
                <a:lnTo>
                  <a:pt x="2095500" y="866775"/>
                </a:lnTo>
                <a:lnTo>
                  <a:pt x="2095500" y="838200"/>
                </a:lnTo>
                <a:lnTo>
                  <a:pt x="2076450" y="838200"/>
                </a:lnTo>
                <a:lnTo>
                  <a:pt x="2076450" y="828675"/>
                </a:lnTo>
                <a:lnTo>
                  <a:pt x="2066925" y="828675"/>
                </a:lnTo>
                <a:lnTo>
                  <a:pt x="2066925" y="838200"/>
                </a:lnTo>
                <a:lnTo>
                  <a:pt x="2057400" y="838200"/>
                </a:lnTo>
                <a:lnTo>
                  <a:pt x="2057400" y="828675"/>
                </a:lnTo>
                <a:lnTo>
                  <a:pt x="2047875" y="828675"/>
                </a:lnTo>
                <a:lnTo>
                  <a:pt x="2047875" y="838200"/>
                </a:lnTo>
                <a:lnTo>
                  <a:pt x="2038350" y="838200"/>
                </a:lnTo>
                <a:lnTo>
                  <a:pt x="2038350" y="828675"/>
                </a:lnTo>
                <a:lnTo>
                  <a:pt x="2028825" y="828675"/>
                </a:lnTo>
                <a:lnTo>
                  <a:pt x="2028825" y="809625"/>
                </a:lnTo>
                <a:lnTo>
                  <a:pt x="2047875" y="809625"/>
                </a:lnTo>
                <a:lnTo>
                  <a:pt x="2047875" y="800100"/>
                </a:lnTo>
                <a:lnTo>
                  <a:pt x="2028825" y="800100"/>
                </a:lnTo>
                <a:lnTo>
                  <a:pt x="2028825" y="790575"/>
                </a:lnTo>
                <a:lnTo>
                  <a:pt x="2019300" y="790575"/>
                </a:lnTo>
                <a:lnTo>
                  <a:pt x="2019300" y="771525"/>
                </a:lnTo>
                <a:lnTo>
                  <a:pt x="2028825" y="771525"/>
                </a:lnTo>
                <a:lnTo>
                  <a:pt x="2028825" y="762000"/>
                </a:lnTo>
                <a:lnTo>
                  <a:pt x="2038350" y="762000"/>
                </a:lnTo>
                <a:lnTo>
                  <a:pt x="2038350" y="752475"/>
                </a:lnTo>
                <a:lnTo>
                  <a:pt x="2028825" y="752475"/>
                </a:lnTo>
                <a:lnTo>
                  <a:pt x="2028825" y="742950"/>
                </a:lnTo>
                <a:lnTo>
                  <a:pt x="2019300" y="742950"/>
                </a:lnTo>
                <a:lnTo>
                  <a:pt x="2019300" y="733425"/>
                </a:lnTo>
                <a:lnTo>
                  <a:pt x="2000250" y="733425"/>
                </a:lnTo>
                <a:lnTo>
                  <a:pt x="2000250" y="704850"/>
                </a:lnTo>
                <a:lnTo>
                  <a:pt x="2009775" y="704850"/>
                </a:lnTo>
                <a:lnTo>
                  <a:pt x="2009775" y="685800"/>
                </a:lnTo>
                <a:lnTo>
                  <a:pt x="2000250" y="685800"/>
                </a:lnTo>
                <a:lnTo>
                  <a:pt x="2000250" y="666750"/>
                </a:lnTo>
                <a:lnTo>
                  <a:pt x="2009775" y="666750"/>
                </a:lnTo>
                <a:lnTo>
                  <a:pt x="2009775" y="657225"/>
                </a:lnTo>
                <a:lnTo>
                  <a:pt x="2019300" y="657225"/>
                </a:lnTo>
                <a:lnTo>
                  <a:pt x="2019300" y="666750"/>
                </a:lnTo>
                <a:lnTo>
                  <a:pt x="2028825" y="666750"/>
                </a:lnTo>
                <a:lnTo>
                  <a:pt x="2028825" y="676275"/>
                </a:lnTo>
                <a:lnTo>
                  <a:pt x="2047875" y="676275"/>
                </a:lnTo>
                <a:lnTo>
                  <a:pt x="2047875" y="666750"/>
                </a:lnTo>
                <a:lnTo>
                  <a:pt x="2057400" y="666750"/>
                </a:lnTo>
                <a:lnTo>
                  <a:pt x="2057400" y="647700"/>
                </a:lnTo>
                <a:lnTo>
                  <a:pt x="2047875" y="647700"/>
                </a:lnTo>
                <a:lnTo>
                  <a:pt x="2047875" y="638175"/>
                </a:lnTo>
                <a:lnTo>
                  <a:pt x="2009775" y="638175"/>
                </a:lnTo>
                <a:lnTo>
                  <a:pt x="2009775" y="628650"/>
                </a:lnTo>
                <a:lnTo>
                  <a:pt x="2000250" y="628650"/>
                </a:lnTo>
                <a:lnTo>
                  <a:pt x="2000250" y="638175"/>
                </a:lnTo>
                <a:lnTo>
                  <a:pt x="1981200" y="638175"/>
                </a:lnTo>
                <a:lnTo>
                  <a:pt x="1981200" y="628650"/>
                </a:lnTo>
                <a:lnTo>
                  <a:pt x="1990725" y="628650"/>
                </a:lnTo>
                <a:lnTo>
                  <a:pt x="1990725" y="609600"/>
                </a:lnTo>
                <a:lnTo>
                  <a:pt x="2000250" y="609600"/>
                </a:lnTo>
                <a:lnTo>
                  <a:pt x="2000250" y="619125"/>
                </a:lnTo>
                <a:lnTo>
                  <a:pt x="2019300" y="619125"/>
                </a:lnTo>
                <a:lnTo>
                  <a:pt x="2019300" y="609600"/>
                </a:lnTo>
                <a:lnTo>
                  <a:pt x="2009775" y="609600"/>
                </a:lnTo>
                <a:lnTo>
                  <a:pt x="2009775" y="600075"/>
                </a:lnTo>
                <a:lnTo>
                  <a:pt x="1952625" y="600075"/>
                </a:lnTo>
                <a:lnTo>
                  <a:pt x="1952625" y="590550"/>
                </a:lnTo>
                <a:lnTo>
                  <a:pt x="1943100" y="590550"/>
                </a:lnTo>
                <a:lnTo>
                  <a:pt x="1943100" y="571500"/>
                </a:lnTo>
                <a:lnTo>
                  <a:pt x="1952625" y="571500"/>
                </a:lnTo>
                <a:lnTo>
                  <a:pt x="1952625" y="561975"/>
                </a:lnTo>
                <a:lnTo>
                  <a:pt x="1962150" y="561975"/>
                </a:lnTo>
                <a:lnTo>
                  <a:pt x="1962150" y="552450"/>
                </a:lnTo>
                <a:lnTo>
                  <a:pt x="1952625" y="552450"/>
                </a:lnTo>
                <a:lnTo>
                  <a:pt x="1952625" y="533400"/>
                </a:lnTo>
                <a:lnTo>
                  <a:pt x="1962150" y="533400"/>
                </a:lnTo>
                <a:lnTo>
                  <a:pt x="1962150" y="514350"/>
                </a:lnTo>
                <a:lnTo>
                  <a:pt x="1943100" y="514350"/>
                </a:lnTo>
                <a:lnTo>
                  <a:pt x="1943100" y="504825"/>
                </a:lnTo>
                <a:lnTo>
                  <a:pt x="1933575" y="504825"/>
                </a:lnTo>
                <a:lnTo>
                  <a:pt x="1933575" y="523875"/>
                </a:lnTo>
                <a:lnTo>
                  <a:pt x="1914525" y="523875"/>
                </a:lnTo>
                <a:lnTo>
                  <a:pt x="1914525" y="495300"/>
                </a:lnTo>
                <a:lnTo>
                  <a:pt x="1905000" y="495300"/>
                </a:lnTo>
                <a:lnTo>
                  <a:pt x="1905000" y="485775"/>
                </a:lnTo>
                <a:lnTo>
                  <a:pt x="1895475" y="485775"/>
                </a:lnTo>
                <a:lnTo>
                  <a:pt x="1895475" y="476250"/>
                </a:lnTo>
                <a:lnTo>
                  <a:pt x="1885950" y="476250"/>
                </a:lnTo>
                <a:lnTo>
                  <a:pt x="1885950" y="466725"/>
                </a:lnTo>
                <a:lnTo>
                  <a:pt x="1876425" y="466725"/>
                </a:lnTo>
                <a:lnTo>
                  <a:pt x="1876425" y="457200"/>
                </a:lnTo>
                <a:lnTo>
                  <a:pt x="1962150" y="457200"/>
                </a:lnTo>
                <a:lnTo>
                  <a:pt x="1962150" y="466725"/>
                </a:lnTo>
                <a:lnTo>
                  <a:pt x="1971675" y="466725"/>
                </a:lnTo>
                <a:lnTo>
                  <a:pt x="1971675" y="485775"/>
                </a:lnTo>
                <a:lnTo>
                  <a:pt x="1962150" y="485775"/>
                </a:lnTo>
                <a:lnTo>
                  <a:pt x="1962150" y="504825"/>
                </a:lnTo>
                <a:lnTo>
                  <a:pt x="1971675" y="504825"/>
                </a:lnTo>
                <a:lnTo>
                  <a:pt x="1971675" y="514350"/>
                </a:lnTo>
                <a:lnTo>
                  <a:pt x="1981200" y="514350"/>
                </a:lnTo>
                <a:lnTo>
                  <a:pt x="1981200" y="523875"/>
                </a:lnTo>
                <a:lnTo>
                  <a:pt x="1990725" y="523875"/>
                </a:lnTo>
                <a:lnTo>
                  <a:pt x="1990725" y="514350"/>
                </a:lnTo>
                <a:lnTo>
                  <a:pt x="2000250" y="514350"/>
                </a:lnTo>
                <a:lnTo>
                  <a:pt x="2000250" y="485775"/>
                </a:lnTo>
                <a:lnTo>
                  <a:pt x="1990725" y="485775"/>
                </a:lnTo>
                <a:lnTo>
                  <a:pt x="1990725" y="476250"/>
                </a:lnTo>
                <a:lnTo>
                  <a:pt x="2019300" y="476250"/>
                </a:lnTo>
                <a:lnTo>
                  <a:pt x="2019300" y="466725"/>
                </a:lnTo>
                <a:lnTo>
                  <a:pt x="2028825" y="466725"/>
                </a:lnTo>
                <a:lnTo>
                  <a:pt x="2028825" y="476250"/>
                </a:lnTo>
                <a:lnTo>
                  <a:pt x="2038350" y="476250"/>
                </a:lnTo>
                <a:lnTo>
                  <a:pt x="2038350" y="466725"/>
                </a:lnTo>
                <a:lnTo>
                  <a:pt x="2057400" y="466725"/>
                </a:lnTo>
                <a:lnTo>
                  <a:pt x="2057400" y="457200"/>
                </a:lnTo>
                <a:lnTo>
                  <a:pt x="2076450" y="457200"/>
                </a:lnTo>
                <a:lnTo>
                  <a:pt x="2076450" y="447675"/>
                </a:lnTo>
                <a:lnTo>
                  <a:pt x="2047875" y="447675"/>
                </a:lnTo>
                <a:lnTo>
                  <a:pt x="2047875" y="438150"/>
                </a:lnTo>
                <a:lnTo>
                  <a:pt x="2038350" y="438150"/>
                </a:lnTo>
                <a:lnTo>
                  <a:pt x="2038350" y="447675"/>
                </a:lnTo>
                <a:lnTo>
                  <a:pt x="2019300" y="447675"/>
                </a:lnTo>
                <a:lnTo>
                  <a:pt x="2019300" y="457200"/>
                </a:lnTo>
                <a:lnTo>
                  <a:pt x="2009775" y="457200"/>
                </a:lnTo>
                <a:lnTo>
                  <a:pt x="2009775" y="438150"/>
                </a:lnTo>
                <a:lnTo>
                  <a:pt x="1943100" y="438150"/>
                </a:lnTo>
                <a:lnTo>
                  <a:pt x="1943100" y="447675"/>
                </a:lnTo>
                <a:lnTo>
                  <a:pt x="1885950" y="447675"/>
                </a:lnTo>
                <a:lnTo>
                  <a:pt x="1885950" y="438150"/>
                </a:lnTo>
                <a:lnTo>
                  <a:pt x="1876425" y="438150"/>
                </a:lnTo>
                <a:lnTo>
                  <a:pt x="1876425" y="428625"/>
                </a:lnTo>
                <a:lnTo>
                  <a:pt x="1866900" y="428625"/>
                </a:lnTo>
                <a:lnTo>
                  <a:pt x="1866900" y="419100"/>
                </a:lnTo>
                <a:lnTo>
                  <a:pt x="1876425" y="419100"/>
                </a:lnTo>
                <a:lnTo>
                  <a:pt x="1876425" y="409575"/>
                </a:lnTo>
                <a:lnTo>
                  <a:pt x="1885950" y="409575"/>
                </a:lnTo>
                <a:lnTo>
                  <a:pt x="1885950" y="400050"/>
                </a:lnTo>
                <a:lnTo>
                  <a:pt x="1857375" y="400050"/>
                </a:lnTo>
                <a:lnTo>
                  <a:pt x="1857375" y="409575"/>
                </a:lnTo>
                <a:lnTo>
                  <a:pt x="1838325" y="409575"/>
                </a:lnTo>
                <a:lnTo>
                  <a:pt x="1838325" y="400050"/>
                </a:lnTo>
                <a:lnTo>
                  <a:pt x="1828800" y="400050"/>
                </a:lnTo>
                <a:lnTo>
                  <a:pt x="1828800" y="371475"/>
                </a:lnTo>
                <a:lnTo>
                  <a:pt x="1809750" y="371475"/>
                </a:lnTo>
                <a:lnTo>
                  <a:pt x="1809750" y="361950"/>
                </a:lnTo>
                <a:lnTo>
                  <a:pt x="1800225" y="361950"/>
                </a:lnTo>
                <a:lnTo>
                  <a:pt x="1800225" y="333375"/>
                </a:lnTo>
                <a:lnTo>
                  <a:pt x="1790700" y="333375"/>
                </a:lnTo>
                <a:lnTo>
                  <a:pt x="1790700" y="323850"/>
                </a:lnTo>
                <a:lnTo>
                  <a:pt x="1771650" y="323850"/>
                </a:lnTo>
                <a:lnTo>
                  <a:pt x="1771650" y="314325"/>
                </a:lnTo>
                <a:lnTo>
                  <a:pt x="1762125" y="314325"/>
                </a:lnTo>
                <a:lnTo>
                  <a:pt x="1762125" y="285750"/>
                </a:lnTo>
                <a:lnTo>
                  <a:pt x="1771650" y="285750"/>
                </a:lnTo>
                <a:lnTo>
                  <a:pt x="1771650" y="276225"/>
                </a:lnTo>
                <a:lnTo>
                  <a:pt x="1781175" y="276225"/>
                </a:lnTo>
                <a:lnTo>
                  <a:pt x="1781175" y="266700"/>
                </a:lnTo>
                <a:lnTo>
                  <a:pt x="1714500" y="266700"/>
                </a:lnTo>
                <a:lnTo>
                  <a:pt x="1714500" y="257175"/>
                </a:lnTo>
                <a:lnTo>
                  <a:pt x="1704975" y="257175"/>
                </a:lnTo>
                <a:lnTo>
                  <a:pt x="1704975" y="247650"/>
                </a:lnTo>
                <a:lnTo>
                  <a:pt x="1695450" y="247650"/>
                </a:lnTo>
                <a:lnTo>
                  <a:pt x="1695450" y="238125"/>
                </a:lnTo>
                <a:lnTo>
                  <a:pt x="1676400" y="238125"/>
                </a:lnTo>
                <a:lnTo>
                  <a:pt x="1676400" y="228600"/>
                </a:lnTo>
                <a:lnTo>
                  <a:pt x="1666875" y="228600"/>
                </a:lnTo>
                <a:lnTo>
                  <a:pt x="1666875" y="200025"/>
                </a:lnTo>
                <a:lnTo>
                  <a:pt x="1657350" y="200025"/>
                </a:lnTo>
                <a:lnTo>
                  <a:pt x="1657350" y="190500"/>
                </a:lnTo>
                <a:lnTo>
                  <a:pt x="1628775" y="190500"/>
                </a:lnTo>
                <a:lnTo>
                  <a:pt x="1628775" y="180975"/>
                </a:lnTo>
                <a:lnTo>
                  <a:pt x="1609725" y="180975"/>
                </a:lnTo>
                <a:lnTo>
                  <a:pt x="1609725" y="171450"/>
                </a:lnTo>
                <a:lnTo>
                  <a:pt x="1581150" y="171450"/>
                </a:lnTo>
                <a:lnTo>
                  <a:pt x="1581150" y="161925"/>
                </a:lnTo>
                <a:lnTo>
                  <a:pt x="1571625" y="161925"/>
                </a:lnTo>
                <a:lnTo>
                  <a:pt x="1571625" y="152400"/>
                </a:lnTo>
                <a:lnTo>
                  <a:pt x="1562100" y="152400"/>
                </a:lnTo>
                <a:lnTo>
                  <a:pt x="1562100" y="142875"/>
                </a:lnTo>
                <a:lnTo>
                  <a:pt x="1552575" y="142875"/>
                </a:lnTo>
                <a:lnTo>
                  <a:pt x="1552575" y="133350"/>
                </a:lnTo>
                <a:lnTo>
                  <a:pt x="1543050" y="133350"/>
                </a:lnTo>
                <a:lnTo>
                  <a:pt x="1543050" y="123825"/>
                </a:lnTo>
                <a:lnTo>
                  <a:pt x="1524000" y="123825"/>
                </a:lnTo>
                <a:lnTo>
                  <a:pt x="1524000" y="114300"/>
                </a:lnTo>
                <a:lnTo>
                  <a:pt x="1514475" y="114300"/>
                </a:lnTo>
                <a:lnTo>
                  <a:pt x="1514475" y="104775"/>
                </a:lnTo>
                <a:lnTo>
                  <a:pt x="1524000" y="104775"/>
                </a:lnTo>
                <a:lnTo>
                  <a:pt x="1524000" y="85725"/>
                </a:lnTo>
                <a:lnTo>
                  <a:pt x="1504950" y="85725"/>
                </a:lnTo>
                <a:lnTo>
                  <a:pt x="1504950" y="95250"/>
                </a:lnTo>
                <a:lnTo>
                  <a:pt x="1495425" y="95250"/>
                </a:lnTo>
                <a:lnTo>
                  <a:pt x="1495425" y="104775"/>
                </a:lnTo>
                <a:lnTo>
                  <a:pt x="1476375" y="104775"/>
                </a:lnTo>
                <a:lnTo>
                  <a:pt x="1476375" y="95250"/>
                </a:lnTo>
                <a:lnTo>
                  <a:pt x="1447800" y="95250"/>
                </a:lnTo>
                <a:lnTo>
                  <a:pt x="1447800" y="85725"/>
                </a:lnTo>
                <a:lnTo>
                  <a:pt x="1428750" y="85725"/>
                </a:lnTo>
                <a:lnTo>
                  <a:pt x="1428750" y="76200"/>
                </a:lnTo>
                <a:lnTo>
                  <a:pt x="1419225" y="76200"/>
                </a:lnTo>
                <a:lnTo>
                  <a:pt x="1419225" y="66675"/>
                </a:lnTo>
                <a:lnTo>
                  <a:pt x="1400175" y="66675"/>
                </a:lnTo>
                <a:lnTo>
                  <a:pt x="1400175" y="57150"/>
                </a:lnTo>
                <a:lnTo>
                  <a:pt x="1381125" y="57150"/>
                </a:lnTo>
                <a:lnTo>
                  <a:pt x="1381125" y="47625"/>
                </a:lnTo>
                <a:lnTo>
                  <a:pt x="1333500" y="47625"/>
                </a:lnTo>
                <a:lnTo>
                  <a:pt x="1333500" y="38100"/>
                </a:lnTo>
                <a:lnTo>
                  <a:pt x="1314450" y="38100"/>
                </a:lnTo>
                <a:lnTo>
                  <a:pt x="1314450" y="28575"/>
                </a:lnTo>
                <a:lnTo>
                  <a:pt x="1228725" y="28575"/>
                </a:lnTo>
                <a:lnTo>
                  <a:pt x="1228725" y="19050"/>
                </a:lnTo>
                <a:lnTo>
                  <a:pt x="1200150" y="19050"/>
                </a:lnTo>
                <a:close/>
                <a:moveTo>
                  <a:pt x="228600" y="38100"/>
                </a:moveTo>
                <a:lnTo>
                  <a:pt x="247650" y="38100"/>
                </a:lnTo>
                <a:lnTo>
                  <a:pt x="247650" y="28575"/>
                </a:lnTo>
                <a:lnTo>
                  <a:pt x="228600" y="28575"/>
                </a:lnTo>
                <a:close/>
                <a:moveTo>
                  <a:pt x="57150" y="57150"/>
                </a:moveTo>
                <a:lnTo>
                  <a:pt x="66675" y="57150"/>
                </a:lnTo>
                <a:lnTo>
                  <a:pt x="66675" y="66675"/>
                </a:lnTo>
                <a:lnTo>
                  <a:pt x="76200" y="66675"/>
                </a:lnTo>
                <a:lnTo>
                  <a:pt x="76200" y="38100"/>
                </a:lnTo>
                <a:lnTo>
                  <a:pt x="57150" y="38100"/>
                </a:lnTo>
                <a:close/>
                <a:moveTo>
                  <a:pt x="609600" y="57150"/>
                </a:moveTo>
                <a:lnTo>
                  <a:pt x="619125" y="57150"/>
                </a:lnTo>
                <a:lnTo>
                  <a:pt x="619125" y="38100"/>
                </a:lnTo>
                <a:lnTo>
                  <a:pt x="609600" y="38100"/>
                </a:lnTo>
                <a:close/>
                <a:moveTo>
                  <a:pt x="2047875" y="66675"/>
                </a:moveTo>
                <a:lnTo>
                  <a:pt x="2066925" y="66675"/>
                </a:lnTo>
                <a:lnTo>
                  <a:pt x="2066925" y="47625"/>
                </a:lnTo>
                <a:lnTo>
                  <a:pt x="2047875" y="47625"/>
                </a:lnTo>
                <a:close/>
                <a:moveTo>
                  <a:pt x="76200" y="76200"/>
                </a:moveTo>
                <a:lnTo>
                  <a:pt x="85725" y="76200"/>
                </a:lnTo>
                <a:lnTo>
                  <a:pt x="85725" y="66675"/>
                </a:lnTo>
                <a:lnTo>
                  <a:pt x="76200" y="66675"/>
                </a:lnTo>
                <a:close/>
                <a:moveTo>
                  <a:pt x="1647825" y="76200"/>
                </a:moveTo>
                <a:lnTo>
                  <a:pt x="1666875" y="76200"/>
                </a:lnTo>
                <a:lnTo>
                  <a:pt x="1666875" y="66675"/>
                </a:lnTo>
                <a:lnTo>
                  <a:pt x="1647825" y="66675"/>
                </a:lnTo>
                <a:close/>
                <a:moveTo>
                  <a:pt x="1524000" y="85725"/>
                </a:moveTo>
                <a:lnTo>
                  <a:pt x="1533525" y="85725"/>
                </a:lnTo>
                <a:lnTo>
                  <a:pt x="1533525" y="76200"/>
                </a:lnTo>
                <a:lnTo>
                  <a:pt x="1524000" y="76200"/>
                </a:lnTo>
                <a:close/>
                <a:moveTo>
                  <a:pt x="1847850" y="104775"/>
                </a:moveTo>
                <a:lnTo>
                  <a:pt x="1838325" y="104775"/>
                </a:lnTo>
                <a:lnTo>
                  <a:pt x="1838325" y="114300"/>
                </a:lnTo>
                <a:lnTo>
                  <a:pt x="1847850" y="114300"/>
                </a:lnTo>
                <a:close/>
                <a:moveTo>
                  <a:pt x="1847850" y="104775"/>
                </a:moveTo>
                <a:lnTo>
                  <a:pt x="1857375" y="104775"/>
                </a:lnTo>
                <a:lnTo>
                  <a:pt x="1857375" y="95250"/>
                </a:lnTo>
                <a:lnTo>
                  <a:pt x="1847850" y="95250"/>
                </a:lnTo>
                <a:close/>
                <a:moveTo>
                  <a:pt x="1866900" y="114300"/>
                </a:moveTo>
                <a:lnTo>
                  <a:pt x="1885950" y="114300"/>
                </a:lnTo>
                <a:lnTo>
                  <a:pt x="1885950" y="95250"/>
                </a:lnTo>
                <a:lnTo>
                  <a:pt x="1866900" y="95250"/>
                </a:lnTo>
                <a:close/>
                <a:moveTo>
                  <a:pt x="1905000" y="114300"/>
                </a:moveTo>
                <a:lnTo>
                  <a:pt x="1924050" y="114300"/>
                </a:lnTo>
                <a:lnTo>
                  <a:pt x="1924050" y="95250"/>
                </a:lnTo>
                <a:lnTo>
                  <a:pt x="1905000" y="95250"/>
                </a:lnTo>
                <a:close/>
                <a:moveTo>
                  <a:pt x="2019300" y="114300"/>
                </a:moveTo>
                <a:lnTo>
                  <a:pt x="2028825" y="114300"/>
                </a:lnTo>
                <a:lnTo>
                  <a:pt x="2028825" y="123825"/>
                </a:lnTo>
                <a:lnTo>
                  <a:pt x="2047875" y="123825"/>
                </a:lnTo>
                <a:lnTo>
                  <a:pt x="2047875" y="142875"/>
                </a:lnTo>
                <a:lnTo>
                  <a:pt x="2038350" y="142875"/>
                </a:lnTo>
                <a:lnTo>
                  <a:pt x="2038350" y="152400"/>
                </a:lnTo>
                <a:lnTo>
                  <a:pt x="2028825" y="152400"/>
                </a:lnTo>
                <a:lnTo>
                  <a:pt x="2028825" y="161925"/>
                </a:lnTo>
                <a:lnTo>
                  <a:pt x="2019300" y="161925"/>
                </a:lnTo>
                <a:lnTo>
                  <a:pt x="2019300" y="171450"/>
                </a:lnTo>
                <a:lnTo>
                  <a:pt x="2028825" y="171450"/>
                </a:lnTo>
                <a:lnTo>
                  <a:pt x="2028825" y="180975"/>
                </a:lnTo>
                <a:lnTo>
                  <a:pt x="2066925" y="180975"/>
                </a:lnTo>
                <a:lnTo>
                  <a:pt x="2066925" y="171450"/>
                </a:lnTo>
                <a:lnTo>
                  <a:pt x="2076450" y="171450"/>
                </a:lnTo>
                <a:lnTo>
                  <a:pt x="2076450" y="133350"/>
                </a:lnTo>
                <a:lnTo>
                  <a:pt x="2066925" y="133350"/>
                </a:lnTo>
                <a:lnTo>
                  <a:pt x="2066925" y="123825"/>
                </a:lnTo>
                <a:lnTo>
                  <a:pt x="2057400" y="123825"/>
                </a:lnTo>
                <a:lnTo>
                  <a:pt x="2057400" y="95250"/>
                </a:lnTo>
                <a:lnTo>
                  <a:pt x="2047875" y="95250"/>
                </a:lnTo>
                <a:lnTo>
                  <a:pt x="2047875" y="85725"/>
                </a:lnTo>
                <a:lnTo>
                  <a:pt x="2028825" y="85725"/>
                </a:lnTo>
                <a:lnTo>
                  <a:pt x="2028825" y="95250"/>
                </a:lnTo>
                <a:lnTo>
                  <a:pt x="2019300" y="95250"/>
                </a:lnTo>
                <a:close/>
                <a:moveTo>
                  <a:pt x="1838325" y="161925"/>
                </a:moveTo>
                <a:lnTo>
                  <a:pt x="1847850" y="161925"/>
                </a:lnTo>
                <a:lnTo>
                  <a:pt x="1847850" y="152400"/>
                </a:lnTo>
                <a:lnTo>
                  <a:pt x="1838325" y="152400"/>
                </a:lnTo>
                <a:close/>
                <a:moveTo>
                  <a:pt x="152400" y="171450"/>
                </a:moveTo>
                <a:lnTo>
                  <a:pt x="171450" y="171450"/>
                </a:lnTo>
                <a:lnTo>
                  <a:pt x="171450" y="152400"/>
                </a:lnTo>
                <a:lnTo>
                  <a:pt x="152400" y="152400"/>
                </a:lnTo>
                <a:close/>
                <a:moveTo>
                  <a:pt x="1847850" y="171450"/>
                </a:moveTo>
                <a:lnTo>
                  <a:pt x="1857375" y="171450"/>
                </a:lnTo>
                <a:lnTo>
                  <a:pt x="1857375" y="161925"/>
                </a:lnTo>
                <a:lnTo>
                  <a:pt x="1847850" y="161925"/>
                </a:lnTo>
                <a:close/>
                <a:moveTo>
                  <a:pt x="1924050" y="180975"/>
                </a:moveTo>
                <a:lnTo>
                  <a:pt x="1933575" y="180975"/>
                </a:lnTo>
                <a:lnTo>
                  <a:pt x="1933575" y="161925"/>
                </a:lnTo>
                <a:lnTo>
                  <a:pt x="1924050" y="161925"/>
                </a:lnTo>
                <a:close/>
                <a:moveTo>
                  <a:pt x="1666875" y="200025"/>
                </a:moveTo>
                <a:lnTo>
                  <a:pt x="1685925" y="200025"/>
                </a:lnTo>
                <a:lnTo>
                  <a:pt x="1685925" y="190500"/>
                </a:lnTo>
                <a:lnTo>
                  <a:pt x="1666875" y="190500"/>
                </a:lnTo>
                <a:close/>
                <a:moveTo>
                  <a:pt x="1733550" y="209550"/>
                </a:moveTo>
                <a:lnTo>
                  <a:pt x="1752600" y="209550"/>
                </a:lnTo>
                <a:lnTo>
                  <a:pt x="1752600" y="190500"/>
                </a:lnTo>
                <a:lnTo>
                  <a:pt x="1733550" y="190500"/>
                </a:lnTo>
                <a:close/>
                <a:moveTo>
                  <a:pt x="1828800" y="228600"/>
                </a:moveTo>
                <a:lnTo>
                  <a:pt x="1857375" y="228600"/>
                </a:lnTo>
                <a:lnTo>
                  <a:pt x="1857375" y="209550"/>
                </a:lnTo>
                <a:lnTo>
                  <a:pt x="1847850" y="209550"/>
                </a:lnTo>
                <a:lnTo>
                  <a:pt x="1847850" y="200025"/>
                </a:lnTo>
                <a:lnTo>
                  <a:pt x="1838325" y="200025"/>
                </a:lnTo>
                <a:lnTo>
                  <a:pt x="1838325" y="209550"/>
                </a:lnTo>
                <a:lnTo>
                  <a:pt x="1828800" y="209550"/>
                </a:lnTo>
                <a:close/>
                <a:moveTo>
                  <a:pt x="1790700" y="247650"/>
                </a:moveTo>
                <a:lnTo>
                  <a:pt x="1809750" y="247650"/>
                </a:lnTo>
                <a:lnTo>
                  <a:pt x="1809750" y="228600"/>
                </a:lnTo>
                <a:lnTo>
                  <a:pt x="1790700" y="228600"/>
                </a:lnTo>
                <a:close/>
                <a:moveTo>
                  <a:pt x="228600" y="276225"/>
                </a:moveTo>
                <a:lnTo>
                  <a:pt x="238125" y="276225"/>
                </a:lnTo>
                <a:lnTo>
                  <a:pt x="238125" y="266700"/>
                </a:lnTo>
                <a:lnTo>
                  <a:pt x="228600" y="266700"/>
                </a:lnTo>
                <a:close/>
                <a:moveTo>
                  <a:pt x="276225" y="276225"/>
                </a:moveTo>
                <a:lnTo>
                  <a:pt x="285750" y="276225"/>
                </a:lnTo>
                <a:lnTo>
                  <a:pt x="285750" y="266700"/>
                </a:lnTo>
                <a:lnTo>
                  <a:pt x="276225" y="266700"/>
                </a:lnTo>
                <a:close/>
                <a:moveTo>
                  <a:pt x="142875" y="314325"/>
                </a:moveTo>
                <a:lnTo>
                  <a:pt x="152400" y="314325"/>
                </a:lnTo>
                <a:lnTo>
                  <a:pt x="152400" y="295275"/>
                </a:lnTo>
                <a:lnTo>
                  <a:pt x="133350" y="295275"/>
                </a:lnTo>
                <a:lnTo>
                  <a:pt x="133350" y="285750"/>
                </a:lnTo>
                <a:lnTo>
                  <a:pt x="123825" y="285750"/>
                </a:lnTo>
                <a:lnTo>
                  <a:pt x="123825" y="304800"/>
                </a:lnTo>
                <a:lnTo>
                  <a:pt x="104775" y="304800"/>
                </a:lnTo>
                <a:lnTo>
                  <a:pt x="104775" y="314325"/>
                </a:lnTo>
                <a:lnTo>
                  <a:pt x="85725" y="314325"/>
                </a:lnTo>
                <a:lnTo>
                  <a:pt x="85725" y="323850"/>
                </a:lnTo>
                <a:lnTo>
                  <a:pt x="95250" y="323850"/>
                </a:lnTo>
                <a:lnTo>
                  <a:pt x="95250" y="333375"/>
                </a:lnTo>
                <a:lnTo>
                  <a:pt x="142875" y="333375"/>
                </a:lnTo>
                <a:close/>
                <a:moveTo>
                  <a:pt x="171450" y="342900"/>
                </a:moveTo>
                <a:lnTo>
                  <a:pt x="180975" y="342900"/>
                </a:lnTo>
                <a:lnTo>
                  <a:pt x="180975" y="333375"/>
                </a:lnTo>
                <a:lnTo>
                  <a:pt x="161925" y="333375"/>
                </a:lnTo>
                <a:lnTo>
                  <a:pt x="161925" y="342900"/>
                </a:lnTo>
                <a:lnTo>
                  <a:pt x="142875" y="342900"/>
                </a:lnTo>
                <a:lnTo>
                  <a:pt x="142875" y="352425"/>
                </a:lnTo>
                <a:lnTo>
                  <a:pt x="171450" y="352425"/>
                </a:lnTo>
                <a:close/>
                <a:moveTo>
                  <a:pt x="209550" y="342900"/>
                </a:moveTo>
                <a:lnTo>
                  <a:pt x="219075" y="342900"/>
                </a:lnTo>
                <a:lnTo>
                  <a:pt x="219075" y="333375"/>
                </a:lnTo>
                <a:lnTo>
                  <a:pt x="209550" y="333375"/>
                </a:lnTo>
                <a:close/>
                <a:moveTo>
                  <a:pt x="28575" y="352425"/>
                </a:moveTo>
                <a:lnTo>
                  <a:pt x="38100" y="352425"/>
                </a:lnTo>
                <a:lnTo>
                  <a:pt x="38100" y="342900"/>
                </a:lnTo>
                <a:lnTo>
                  <a:pt x="28575" y="342900"/>
                </a:lnTo>
                <a:close/>
                <a:moveTo>
                  <a:pt x="47625" y="352425"/>
                </a:moveTo>
                <a:lnTo>
                  <a:pt x="57150" y="352425"/>
                </a:lnTo>
                <a:lnTo>
                  <a:pt x="57150" y="342900"/>
                </a:lnTo>
                <a:lnTo>
                  <a:pt x="47625" y="342900"/>
                </a:lnTo>
                <a:close/>
                <a:moveTo>
                  <a:pt x="76200" y="371475"/>
                </a:moveTo>
                <a:lnTo>
                  <a:pt x="85725" y="371475"/>
                </a:lnTo>
                <a:lnTo>
                  <a:pt x="85725" y="361950"/>
                </a:lnTo>
                <a:lnTo>
                  <a:pt x="76200" y="361950"/>
                </a:lnTo>
                <a:close/>
                <a:moveTo>
                  <a:pt x="1990725" y="381000"/>
                </a:moveTo>
                <a:lnTo>
                  <a:pt x="2000250" y="381000"/>
                </a:lnTo>
                <a:lnTo>
                  <a:pt x="2000250" y="390525"/>
                </a:lnTo>
                <a:lnTo>
                  <a:pt x="1990725" y="390525"/>
                </a:lnTo>
                <a:close/>
                <a:moveTo>
                  <a:pt x="57150" y="390525"/>
                </a:moveTo>
                <a:lnTo>
                  <a:pt x="47625" y="390525"/>
                </a:lnTo>
                <a:lnTo>
                  <a:pt x="47625" y="409575"/>
                </a:lnTo>
                <a:lnTo>
                  <a:pt x="76200" y="409575"/>
                </a:lnTo>
                <a:lnTo>
                  <a:pt x="76200" y="419100"/>
                </a:lnTo>
                <a:lnTo>
                  <a:pt x="85725" y="419100"/>
                </a:lnTo>
                <a:lnTo>
                  <a:pt x="85725" y="400050"/>
                </a:lnTo>
                <a:lnTo>
                  <a:pt x="57150" y="400050"/>
                </a:lnTo>
                <a:close/>
                <a:moveTo>
                  <a:pt x="57150" y="390525"/>
                </a:moveTo>
                <a:lnTo>
                  <a:pt x="76200" y="390525"/>
                </a:lnTo>
                <a:lnTo>
                  <a:pt x="76200" y="381000"/>
                </a:lnTo>
                <a:lnTo>
                  <a:pt x="57150" y="381000"/>
                </a:lnTo>
                <a:close/>
                <a:moveTo>
                  <a:pt x="180975" y="390525"/>
                </a:moveTo>
                <a:lnTo>
                  <a:pt x="200025" y="390525"/>
                </a:lnTo>
                <a:lnTo>
                  <a:pt x="200025" y="400050"/>
                </a:lnTo>
                <a:lnTo>
                  <a:pt x="180975" y="400050"/>
                </a:lnTo>
                <a:close/>
                <a:moveTo>
                  <a:pt x="28575" y="400050"/>
                </a:moveTo>
                <a:lnTo>
                  <a:pt x="38100" y="400050"/>
                </a:lnTo>
                <a:lnTo>
                  <a:pt x="38100" y="390525"/>
                </a:lnTo>
                <a:lnTo>
                  <a:pt x="28575" y="390525"/>
                </a:lnTo>
                <a:close/>
                <a:moveTo>
                  <a:pt x="9525" y="409575"/>
                </a:moveTo>
                <a:lnTo>
                  <a:pt x="19050" y="409575"/>
                </a:lnTo>
                <a:lnTo>
                  <a:pt x="19050" y="390525"/>
                </a:lnTo>
                <a:lnTo>
                  <a:pt x="9525" y="390525"/>
                </a:lnTo>
                <a:close/>
                <a:moveTo>
                  <a:pt x="1914525" y="409575"/>
                </a:moveTo>
                <a:lnTo>
                  <a:pt x="1924050" y="409575"/>
                </a:lnTo>
                <a:lnTo>
                  <a:pt x="1924050" y="400050"/>
                </a:lnTo>
                <a:lnTo>
                  <a:pt x="1914525" y="400050"/>
                </a:lnTo>
                <a:close/>
                <a:moveTo>
                  <a:pt x="19050" y="457200"/>
                </a:moveTo>
                <a:lnTo>
                  <a:pt x="38100" y="457200"/>
                </a:lnTo>
                <a:lnTo>
                  <a:pt x="38100" y="466725"/>
                </a:lnTo>
                <a:lnTo>
                  <a:pt x="57150" y="466725"/>
                </a:lnTo>
                <a:lnTo>
                  <a:pt x="57150" y="447675"/>
                </a:lnTo>
                <a:lnTo>
                  <a:pt x="38100" y="447675"/>
                </a:lnTo>
                <a:lnTo>
                  <a:pt x="38100" y="438150"/>
                </a:lnTo>
                <a:lnTo>
                  <a:pt x="19050" y="438150"/>
                </a:lnTo>
                <a:close/>
                <a:moveTo>
                  <a:pt x="66675" y="476250"/>
                </a:moveTo>
                <a:lnTo>
                  <a:pt x="76200" y="476250"/>
                </a:lnTo>
                <a:lnTo>
                  <a:pt x="76200" y="457200"/>
                </a:lnTo>
                <a:lnTo>
                  <a:pt x="66675" y="457200"/>
                </a:lnTo>
                <a:close/>
                <a:moveTo>
                  <a:pt x="2057400" y="495300"/>
                </a:moveTo>
                <a:lnTo>
                  <a:pt x="2076450" y="495300"/>
                </a:lnTo>
                <a:lnTo>
                  <a:pt x="2076450" y="485775"/>
                </a:lnTo>
                <a:lnTo>
                  <a:pt x="2057400" y="485775"/>
                </a:lnTo>
                <a:close/>
                <a:moveTo>
                  <a:pt x="114300" y="514350"/>
                </a:moveTo>
                <a:lnTo>
                  <a:pt x="123825" y="514350"/>
                </a:lnTo>
                <a:lnTo>
                  <a:pt x="123825" y="523875"/>
                </a:lnTo>
                <a:lnTo>
                  <a:pt x="142875" y="523875"/>
                </a:lnTo>
                <a:lnTo>
                  <a:pt x="142875" y="495300"/>
                </a:lnTo>
                <a:lnTo>
                  <a:pt x="114300" y="495300"/>
                </a:lnTo>
                <a:close/>
                <a:moveTo>
                  <a:pt x="19050" y="533400"/>
                </a:moveTo>
                <a:lnTo>
                  <a:pt x="28575" y="533400"/>
                </a:lnTo>
                <a:lnTo>
                  <a:pt x="28575" y="514350"/>
                </a:lnTo>
                <a:lnTo>
                  <a:pt x="19050" y="514350"/>
                </a:lnTo>
                <a:close/>
                <a:moveTo>
                  <a:pt x="1981200" y="561975"/>
                </a:moveTo>
                <a:lnTo>
                  <a:pt x="1990725" y="561975"/>
                </a:lnTo>
                <a:lnTo>
                  <a:pt x="1990725" y="552450"/>
                </a:lnTo>
                <a:lnTo>
                  <a:pt x="1981200" y="552450"/>
                </a:lnTo>
                <a:close/>
                <a:moveTo>
                  <a:pt x="66675" y="600075"/>
                </a:moveTo>
                <a:lnTo>
                  <a:pt x="76200" y="600075"/>
                </a:lnTo>
                <a:lnTo>
                  <a:pt x="76200" y="590550"/>
                </a:lnTo>
                <a:lnTo>
                  <a:pt x="66675" y="590550"/>
                </a:lnTo>
                <a:close/>
                <a:moveTo>
                  <a:pt x="76200" y="609600"/>
                </a:moveTo>
                <a:lnTo>
                  <a:pt x="85725" y="609600"/>
                </a:lnTo>
                <a:lnTo>
                  <a:pt x="85725" y="600075"/>
                </a:lnTo>
                <a:lnTo>
                  <a:pt x="76200" y="600075"/>
                </a:lnTo>
                <a:close/>
                <a:moveTo>
                  <a:pt x="2057400" y="1104900"/>
                </a:moveTo>
                <a:lnTo>
                  <a:pt x="2076450" y="1104900"/>
                </a:lnTo>
                <a:lnTo>
                  <a:pt x="2076450" y="1085850"/>
                </a:lnTo>
                <a:lnTo>
                  <a:pt x="2057400" y="1085850"/>
                </a:lnTo>
                <a:close/>
                <a:moveTo>
                  <a:pt x="2057400" y="1162050"/>
                </a:moveTo>
                <a:lnTo>
                  <a:pt x="2085975" y="1162050"/>
                </a:lnTo>
                <a:lnTo>
                  <a:pt x="2085975" y="1143000"/>
                </a:lnTo>
                <a:lnTo>
                  <a:pt x="2076450" y="1143000"/>
                </a:lnTo>
                <a:lnTo>
                  <a:pt x="2076450" y="1133475"/>
                </a:lnTo>
                <a:lnTo>
                  <a:pt x="2066925" y="1133475"/>
                </a:lnTo>
                <a:lnTo>
                  <a:pt x="2066925" y="1152525"/>
                </a:lnTo>
                <a:lnTo>
                  <a:pt x="2057400" y="1152525"/>
                </a:lnTo>
                <a:close/>
                <a:moveTo>
                  <a:pt x="2057400" y="1371600"/>
                </a:moveTo>
                <a:lnTo>
                  <a:pt x="2066925" y="1371600"/>
                </a:lnTo>
                <a:lnTo>
                  <a:pt x="2066925" y="1381125"/>
                </a:lnTo>
                <a:lnTo>
                  <a:pt x="2105025" y="1381125"/>
                </a:lnTo>
                <a:lnTo>
                  <a:pt x="2105025" y="1600200"/>
                </a:lnTo>
                <a:lnTo>
                  <a:pt x="2066925" y="1600200"/>
                </a:lnTo>
                <a:lnTo>
                  <a:pt x="2066925" y="1619250"/>
                </a:lnTo>
                <a:lnTo>
                  <a:pt x="2085975" y="1619250"/>
                </a:lnTo>
                <a:lnTo>
                  <a:pt x="2085975" y="1638300"/>
                </a:lnTo>
                <a:lnTo>
                  <a:pt x="2076450" y="1638300"/>
                </a:lnTo>
                <a:lnTo>
                  <a:pt x="2076450" y="1657350"/>
                </a:lnTo>
                <a:lnTo>
                  <a:pt x="2028825" y="1657350"/>
                </a:lnTo>
                <a:lnTo>
                  <a:pt x="2028825" y="1647825"/>
                </a:lnTo>
                <a:lnTo>
                  <a:pt x="2009775" y="1647825"/>
                </a:lnTo>
                <a:lnTo>
                  <a:pt x="2009775" y="1638300"/>
                </a:lnTo>
                <a:lnTo>
                  <a:pt x="2000250" y="1638300"/>
                </a:lnTo>
                <a:lnTo>
                  <a:pt x="2000250" y="1628775"/>
                </a:lnTo>
                <a:lnTo>
                  <a:pt x="1990725" y="1628775"/>
                </a:lnTo>
                <a:lnTo>
                  <a:pt x="1990725" y="1619250"/>
                </a:lnTo>
                <a:lnTo>
                  <a:pt x="1971675" y="1619250"/>
                </a:lnTo>
                <a:lnTo>
                  <a:pt x="1971675" y="1609725"/>
                </a:lnTo>
                <a:lnTo>
                  <a:pt x="1952625" y="1609725"/>
                </a:lnTo>
                <a:lnTo>
                  <a:pt x="1952625" y="1571625"/>
                </a:lnTo>
                <a:lnTo>
                  <a:pt x="1933575" y="1571625"/>
                </a:lnTo>
                <a:lnTo>
                  <a:pt x="1933575" y="1543050"/>
                </a:lnTo>
                <a:lnTo>
                  <a:pt x="1943100" y="1543050"/>
                </a:lnTo>
                <a:lnTo>
                  <a:pt x="1943100" y="1514475"/>
                </a:lnTo>
                <a:lnTo>
                  <a:pt x="1952625" y="1514475"/>
                </a:lnTo>
                <a:lnTo>
                  <a:pt x="1952625" y="1504950"/>
                </a:lnTo>
                <a:lnTo>
                  <a:pt x="1971675" y="1504950"/>
                </a:lnTo>
                <a:lnTo>
                  <a:pt x="1971675" y="1495425"/>
                </a:lnTo>
                <a:lnTo>
                  <a:pt x="1962150" y="1495425"/>
                </a:lnTo>
                <a:lnTo>
                  <a:pt x="1962150" y="1466850"/>
                </a:lnTo>
                <a:lnTo>
                  <a:pt x="1971675" y="1466850"/>
                </a:lnTo>
                <a:lnTo>
                  <a:pt x="1971675" y="1438275"/>
                </a:lnTo>
                <a:lnTo>
                  <a:pt x="2000250" y="1438275"/>
                </a:lnTo>
                <a:lnTo>
                  <a:pt x="2000250" y="1390650"/>
                </a:lnTo>
                <a:lnTo>
                  <a:pt x="1990725" y="1390650"/>
                </a:lnTo>
                <a:lnTo>
                  <a:pt x="1990725" y="1381125"/>
                </a:lnTo>
                <a:lnTo>
                  <a:pt x="2009775" y="1381125"/>
                </a:lnTo>
                <a:lnTo>
                  <a:pt x="2009775" y="1419225"/>
                </a:lnTo>
                <a:lnTo>
                  <a:pt x="2019300" y="1419225"/>
                </a:lnTo>
                <a:lnTo>
                  <a:pt x="2019300" y="1428750"/>
                </a:lnTo>
                <a:lnTo>
                  <a:pt x="2009775" y="1428750"/>
                </a:lnTo>
                <a:lnTo>
                  <a:pt x="2009775" y="1447800"/>
                </a:lnTo>
                <a:lnTo>
                  <a:pt x="2000250" y="1447800"/>
                </a:lnTo>
                <a:lnTo>
                  <a:pt x="2000250" y="1457325"/>
                </a:lnTo>
                <a:lnTo>
                  <a:pt x="2047875" y="1457325"/>
                </a:lnTo>
                <a:lnTo>
                  <a:pt x="2047875" y="1447800"/>
                </a:lnTo>
                <a:lnTo>
                  <a:pt x="2038350" y="1447800"/>
                </a:lnTo>
                <a:lnTo>
                  <a:pt x="2038350" y="1438275"/>
                </a:lnTo>
                <a:lnTo>
                  <a:pt x="2076450" y="1438275"/>
                </a:lnTo>
                <a:lnTo>
                  <a:pt x="2076450" y="1428750"/>
                </a:lnTo>
                <a:lnTo>
                  <a:pt x="2057400" y="1428750"/>
                </a:lnTo>
                <a:lnTo>
                  <a:pt x="2057400" y="1419225"/>
                </a:lnTo>
                <a:lnTo>
                  <a:pt x="2047875" y="1419225"/>
                </a:lnTo>
                <a:lnTo>
                  <a:pt x="2047875" y="1381125"/>
                </a:lnTo>
                <a:lnTo>
                  <a:pt x="2057400" y="1381125"/>
                </a:lnTo>
                <a:close/>
                <a:moveTo>
                  <a:pt x="28575" y="1400175"/>
                </a:moveTo>
                <a:lnTo>
                  <a:pt x="38100" y="1400175"/>
                </a:lnTo>
                <a:lnTo>
                  <a:pt x="38100" y="1390650"/>
                </a:lnTo>
                <a:lnTo>
                  <a:pt x="28575" y="1390650"/>
                </a:lnTo>
                <a:close/>
                <a:moveTo>
                  <a:pt x="19050" y="1428750"/>
                </a:moveTo>
                <a:lnTo>
                  <a:pt x="28575" y="1428750"/>
                </a:lnTo>
                <a:lnTo>
                  <a:pt x="28575" y="1419225"/>
                </a:lnTo>
                <a:lnTo>
                  <a:pt x="19050" y="1419225"/>
                </a:lnTo>
                <a:close/>
                <a:moveTo>
                  <a:pt x="38100" y="1438275"/>
                </a:moveTo>
                <a:lnTo>
                  <a:pt x="47625" y="1438275"/>
                </a:lnTo>
                <a:lnTo>
                  <a:pt x="47625" y="1457325"/>
                </a:lnTo>
                <a:lnTo>
                  <a:pt x="57150" y="1457325"/>
                </a:lnTo>
                <a:lnTo>
                  <a:pt x="57150" y="1447800"/>
                </a:lnTo>
                <a:lnTo>
                  <a:pt x="76200" y="1447800"/>
                </a:lnTo>
                <a:lnTo>
                  <a:pt x="76200" y="1419225"/>
                </a:lnTo>
                <a:lnTo>
                  <a:pt x="38100" y="1419225"/>
                </a:lnTo>
                <a:close/>
                <a:moveTo>
                  <a:pt x="1933575" y="1476375"/>
                </a:moveTo>
                <a:lnTo>
                  <a:pt x="1952625" y="1476375"/>
                </a:lnTo>
                <a:lnTo>
                  <a:pt x="1952625" y="1495425"/>
                </a:lnTo>
                <a:lnTo>
                  <a:pt x="1943100" y="1495425"/>
                </a:lnTo>
                <a:lnTo>
                  <a:pt x="1943100" y="1485900"/>
                </a:lnTo>
                <a:lnTo>
                  <a:pt x="1933575" y="1485900"/>
                </a:lnTo>
                <a:close/>
                <a:moveTo>
                  <a:pt x="38100" y="1504950"/>
                </a:moveTo>
                <a:lnTo>
                  <a:pt x="66675" y="1504950"/>
                </a:lnTo>
                <a:lnTo>
                  <a:pt x="66675" y="1485900"/>
                </a:lnTo>
                <a:lnTo>
                  <a:pt x="57150" y="1485900"/>
                </a:lnTo>
                <a:lnTo>
                  <a:pt x="57150" y="1495425"/>
                </a:lnTo>
                <a:lnTo>
                  <a:pt x="38100" y="1495425"/>
                </a:lnTo>
                <a:close/>
                <a:moveTo>
                  <a:pt x="76200" y="1504950"/>
                </a:moveTo>
                <a:lnTo>
                  <a:pt x="85725" y="1504950"/>
                </a:lnTo>
                <a:lnTo>
                  <a:pt x="85725" y="1495425"/>
                </a:lnTo>
                <a:lnTo>
                  <a:pt x="76200" y="1495425"/>
                </a:lnTo>
                <a:close/>
                <a:moveTo>
                  <a:pt x="1981200" y="1504950"/>
                </a:moveTo>
                <a:lnTo>
                  <a:pt x="1990725" y="1504950"/>
                </a:lnTo>
                <a:lnTo>
                  <a:pt x="1990725" y="1514475"/>
                </a:lnTo>
                <a:lnTo>
                  <a:pt x="2047875" y="1514475"/>
                </a:lnTo>
                <a:lnTo>
                  <a:pt x="2047875" y="1504950"/>
                </a:lnTo>
                <a:lnTo>
                  <a:pt x="2066925" y="1504950"/>
                </a:lnTo>
                <a:lnTo>
                  <a:pt x="2066925" y="1485900"/>
                </a:lnTo>
                <a:lnTo>
                  <a:pt x="1981200" y="1485900"/>
                </a:lnTo>
                <a:close/>
                <a:moveTo>
                  <a:pt x="2076450" y="1504950"/>
                </a:moveTo>
                <a:lnTo>
                  <a:pt x="2085975" y="1504950"/>
                </a:lnTo>
                <a:lnTo>
                  <a:pt x="2085975" y="1485900"/>
                </a:lnTo>
                <a:lnTo>
                  <a:pt x="2076450" y="1485900"/>
                </a:lnTo>
                <a:close/>
                <a:moveTo>
                  <a:pt x="1895475" y="1533525"/>
                </a:moveTo>
                <a:lnTo>
                  <a:pt x="1905000" y="1533525"/>
                </a:lnTo>
                <a:lnTo>
                  <a:pt x="1905000" y="1543050"/>
                </a:lnTo>
                <a:lnTo>
                  <a:pt x="1924050" y="1543050"/>
                </a:lnTo>
                <a:lnTo>
                  <a:pt x="1924050" y="1562100"/>
                </a:lnTo>
                <a:lnTo>
                  <a:pt x="1895475" y="1562100"/>
                </a:lnTo>
                <a:close/>
                <a:moveTo>
                  <a:pt x="85725" y="1562100"/>
                </a:moveTo>
                <a:lnTo>
                  <a:pt x="95250" y="1562100"/>
                </a:lnTo>
                <a:lnTo>
                  <a:pt x="95250" y="1552575"/>
                </a:lnTo>
                <a:lnTo>
                  <a:pt x="38100" y="1552575"/>
                </a:lnTo>
                <a:lnTo>
                  <a:pt x="38100" y="1619250"/>
                </a:lnTo>
                <a:lnTo>
                  <a:pt x="47625" y="1619250"/>
                </a:lnTo>
                <a:lnTo>
                  <a:pt x="47625" y="1628775"/>
                </a:lnTo>
                <a:lnTo>
                  <a:pt x="57150" y="1628775"/>
                </a:lnTo>
                <a:lnTo>
                  <a:pt x="57150" y="1600200"/>
                </a:lnTo>
                <a:lnTo>
                  <a:pt x="66675" y="1600200"/>
                </a:lnTo>
                <a:lnTo>
                  <a:pt x="66675" y="1581150"/>
                </a:lnTo>
                <a:lnTo>
                  <a:pt x="76200" y="1581150"/>
                </a:lnTo>
                <a:lnTo>
                  <a:pt x="76200" y="1571625"/>
                </a:lnTo>
                <a:lnTo>
                  <a:pt x="85725" y="1571625"/>
                </a:lnTo>
                <a:close/>
                <a:moveTo>
                  <a:pt x="171450" y="1571625"/>
                </a:moveTo>
                <a:lnTo>
                  <a:pt x="180975" y="1571625"/>
                </a:lnTo>
                <a:lnTo>
                  <a:pt x="180975" y="1562100"/>
                </a:lnTo>
                <a:lnTo>
                  <a:pt x="152400" y="1562100"/>
                </a:lnTo>
                <a:lnTo>
                  <a:pt x="152400" y="1581150"/>
                </a:lnTo>
                <a:lnTo>
                  <a:pt x="161925" y="1581150"/>
                </a:lnTo>
                <a:lnTo>
                  <a:pt x="161925" y="1590675"/>
                </a:lnTo>
                <a:lnTo>
                  <a:pt x="171450" y="1590675"/>
                </a:lnTo>
                <a:close/>
                <a:moveTo>
                  <a:pt x="2000250" y="1571625"/>
                </a:moveTo>
                <a:lnTo>
                  <a:pt x="2009775" y="1571625"/>
                </a:lnTo>
                <a:lnTo>
                  <a:pt x="2009775" y="1552575"/>
                </a:lnTo>
                <a:lnTo>
                  <a:pt x="2000250" y="1552575"/>
                </a:lnTo>
                <a:close/>
                <a:moveTo>
                  <a:pt x="1876425" y="1581150"/>
                </a:moveTo>
                <a:lnTo>
                  <a:pt x="1885950" y="1581150"/>
                </a:lnTo>
                <a:lnTo>
                  <a:pt x="1885950" y="1590675"/>
                </a:lnTo>
                <a:lnTo>
                  <a:pt x="1914525" y="1590675"/>
                </a:lnTo>
                <a:lnTo>
                  <a:pt x="1914525" y="1600200"/>
                </a:lnTo>
                <a:lnTo>
                  <a:pt x="1905000" y="1600200"/>
                </a:lnTo>
                <a:lnTo>
                  <a:pt x="1905000" y="1609725"/>
                </a:lnTo>
                <a:lnTo>
                  <a:pt x="1866900" y="1609725"/>
                </a:lnTo>
                <a:lnTo>
                  <a:pt x="1866900" y="1590675"/>
                </a:lnTo>
                <a:lnTo>
                  <a:pt x="1876425" y="1590675"/>
                </a:lnTo>
                <a:close/>
                <a:moveTo>
                  <a:pt x="1933575" y="1590675"/>
                </a:moveTo>
                <a:lnTo>
                  <a:pt x="1943100" y="1590675"/>
                </a:lnTo>
                <a:lnTo>
                  <a:pt x="1943100" y="1609725"/>
                </a:lnTo>
                <a:lnTo>
                  <a:pt x="1933575" y="1609725"/>
                </a:lnTo>
                <a:close/>
                <a:moveTo>
                  <a:pt x="2076450" y="1666875"/>
                </a:moveTo>
                <a:lnTo>
                  <a:pt x="2105025" y="1666875"/>
                </a:lnTo>
                <a:lnTo>
                  <a:pt x="2105025" y="1724025"/>
                </a:lnTo>
                <a:lnTo>
                  <a:pt x="2085975" y="1724025"/>
                </a:lnTo>
                <a:lnTo>
                  <a:pt x="2085975" y="1714500"/>
                </a:lnTo>
                <a:lnTo>
                  <a:pt x="2066925" y="1714500"/>
                </a:lnTo>
                <a:lnTo>
                  <a:pt x="2066925" y="1704975"/>
                </a:lnTo>
                <a:lnTo>
                  <a:pt x="2076450" y="1704975"/>
                </a:lnTo>
                <a:close/>
                <a:moveTo>
                  <a:pt x="38100" y="1771650"/>
                </a:moveTo>
                <a:lnTo>
                  <a:pt x="57150" y="1771650"/>
                </a:lnTo>
                <a:lnTo>
                  <a:pt x="57150" y="1762125"/>
                </a:lnTo>
                <a:lnTo>
                  <a:pt x="38100" y="1762125"/>
                </a:lnTo>
                <a:close/>
                <a:moveTo>
                  <a:pt x="219075" y="1828800"/>
                </a:moveTo>
                <a:lnTo>
                  <a:pt x="228600" y="1828800"/>
                </a:lnTo>
                <a:lnTo>
                  <a:pt x="228600" y="1838325"/>
                </a:lnTo>
                <a:lnTo>
                  <a:pt x="247650" y="1838325"/>
                </a:lnTo>
                <a:lnTo>
                  <a:pt x="247650" y="1819275"/>
                </a:lnTo>
                <a:lnTo>
                  <a:pt x="219075" y="1819275"/>
                </a:lnTo>
                <a:close/>
                <a:moveTo>
                  <a:pt x="95250" y="1847850"/>
                </a:moveTo>
                <a:lnTo>
                  <a:pt x="104775" y="1847850"/>
                </a:lnTo>
                <a:lnTo>
                  <a:pt x="104775" y="1857375"/>
                </a:lnTo>
                <a:lnTo>
                  <a:pt x="123825" y="1857375"/>
                </a:lnTo>
                <a:lnTo>
                  <a:pt x="123825" y="1828800"/>
                </a:lnTo>
                <a:lnTo>
                  <a:pt x="95250" y="1828800"/>
                </a:lnTo>
                <a:close/>
                <a:moveTo>
                  <a:pt x="295275" y="1847850"/>
                </a:moveTo>
                <a:lnTo>
                  <a:pt x="304800" y="1847850"/>
                </a:lnTo>
                <a:lnTo>
                  <a:pt x="304800" y="1838325"/>
                </a:lnTo>
                <a:lnTo>
                  <a:pt x="295275" y="1838325"/>
                </a:lnTo>
                <a:close/>
                <a:moveTo>
                  <a:pt x="200025" y="1857375"/>
                </a:moveTo>
                <a:lnTo>
                  <a:pt x="209550" y="1857375"/>
                </a:lnTo>
                <a:lnTo>
                  <a:pt x="209550" y="1838325"/>
                </a:lnTo>
                <a:lnTo>
                  <a:pt x="200025" y="1838325"/>
                </a:lnTo>
                <a:close/>
                <a:moveTo>
                  <a:pt x="1943100" y="1857375"/>
                </a:moveTo>
                <a:lnTo>
                  <a:pt x="1971675" y="1857375"/>
                </a:lnTo>
                <a:lnTo>
                  <a:pt x="1971675" y="1838325"/>
                </a:lnTo>
                <a:lnTo>
                  <a:pt x="1962150" y="1838325"/>
                </a:lnTo>
                <a:lnTo>
                  <a:pt x="1962150" y="1819275"/>
                </a:lnTo>
                <a:lnTo>
                  <a:pt x="1943100" y="1819275"/>
                </a:lnTo>
                <a:close/>
                <a:moveTo>
                  <a:pt x="2057400" y="1857375"/>
                </a:moveTo>
                <a:lnTo>
                  <a:pt x="2085975" y="1857375"/>
                </a:lnTo>
                <a:lnTo>
                  <a:pt x="2085975" y="1838325"/>
                </a:lnTo>
                <a:lnTo>
                  <a:pt x="2066925" y="1838325"/>
                </a:lnTo>
                <a:lnTo>
                  <a:pt x="2066925" y="1847850"/>
                </a:lnTo>
                <a:lnTo>
                  <a:pt x="2057400" y="1847850"/>
                </a:lnTo>
                <a:close/>
                <a:moveTo>
                  <a:pt x="276225" y="1866900"/>
                </a:moveTo>
                <a:lnTo>
                  <a:pt x="285750" y="1866900"/>
                </a:lnTo>
                <a:lnTo>
                  <a:pt x="285750" y="1847850"/>
                </a:lnTo>
                <a:lnTo>
                  <a:pt x="276225" y="1847850"/>
                </a:lnTo>
                <a:close/>
                <a:moveTo>
                  <a:pt x="333375" y="1885950"/>
                </a:moveTo>
                <a:lnTo>
                  <a:pt x="342900" y="1885950"/>
                </a:lnTo>
                <a:lnTo>
                  <a:pt x="342900" y="1876425"/>
                </a:lnTo>
                <a:lnTo>
                  <a:pt x="314325" y="1876425"/>
                </a:lnTo>
                <a:lnTo>
                  <a:pt x="314325" y="1895475"/>
                </a:lnTo>
                <a:lnTo>
                  <a:pt x="333375" y="1895475"/>
                </a:lnTo>
                <a:close/>
                <a:moveTo>
                  <a:pt x="57150" y="1895475"/>
                </a:moveTo>
                <a:lnTo>
                  <a:pt x="66675" y="1895475"/>
                </a:lnTo>
                <a:lnTo>
                  <a:pt x="66675" y="1885950"/>
                </a:lnTo>
                <a:lnTo>
                  <a:pt x="57150" y="1885950"/>
                </a:lnTo>
                <a:close/>
                <a:moveTo>
                  <a:pt x="228600" y="1895475"/>
                </a:moveTo>
                <a:lnTo>
                  <a:pt x="238125" y="1895475"/>
                </a:lnTo>
                <a:lnTo>
                  <a:pt x="238125" y="1914525"/>
                </a:lnTo>
                <a:lnTo>
                  <a:pt x="247650" y="1914525"/>
                </a:lnTo>
                <a:lnTo>
                  <a:pt x="247650" y="1924050"/>
                </a:lnTo>
                <a:lnTo>
                  <a:pt x="257175" y="1924050"/>
                </a:lnTo>
                <a:lnTo>
                  <a:pt x="257175" y="1914525"/>
                </a:lnTo>
                <a:lnTo>
                  <a:pt x="266700" y="1914525"/>
                </a:lnTo>
                <a:lnTo>
                  <a:pt x="266700" y="1895475"/>
                </a:lnTo>
                <a:lnTo>
                  <a:pt x="295275" y="1895475"/>
                </a:lnTo>
                <a:lnTo>
                  <a:pt x="295275" y="1885950"/>
                </a:lnTo>
                <a:lnTo>
                  <a:pt x="285750" y="1885950"/>
                </a:lnTo>
                <a:lnTo>
                  <a:pt x="285750" y="1876425"/>
                </a:lnTo>
                <a:lnTo>
                  <a:pt x="276225" y="1876425"/>
                </a:lnTo>
                <a:lnTo>
                  <a:pt x="276225" y="1885950"/>
                </a:lnTo>
                <a:lnTo>
                  <a:pt x="247650" y="1885950"/>
                </a:lnTo>
                <a:lnTo>
                  <a:pt x="247650" y="1876425"/>
                </a:lnTo>
                <a:lnTo>
                  <a:pt x="238125" y="1876425"/>
                </a:lnTo>
                <a:lnTo>
                  <a:pt x="238125" y="1885950"/>
                </a:lnTo>
                <a:lnTo>
                  <a:pt x="228600" y="1885950"/>
                </a:lnTo>
                <a:close/>
                <a:moveTo>
                  <a:pt x="371475" y="1895475"/>
                </a:moveTo>
                <a:lnTo>
                  <a:pt x="381000" y="1895475"/>
                </a:lnTo>
                <a:lnTo>
                  <a:pt x="381000" y="1905000"/>
                </a:lnTo>
                <a:lnTo>
                  <a:pt x="447675" y="1905000"/>
                </a:lnTo>
                <a:lnTo>
                  <a:pt x="447675" y="1876425"/>
                </a:lnTo>
                <a:lnTo>
                  <a:pt x="428625" y="1876425"/>
                </a:lnTo>
                <a:lnTo>
                  <a:pt x="428625" y="1885950"/>
                </a:lnTo>
                <a:lnTo>
                  <a:pt x="371475" y="1885950"/>
                </a:lnTo>
                <a:close/>
                <a:moveTo>
                  <a:pt x="1924050" y="1895475"/>
                </a:moveTo>
                <a:lnTo>
                  <a:pt x="1933575" y="1895475"/>
                </a:lnTo>
                <a:lnTo>
                  <a:pt x="1933575" y="1914525"/>
                </a:lnTo>
                <a:lnTo>
                  <a:pt x="1962150" y="1914525"/>
                </a:lnTo>
                <a:lnTo>
                  <a:pt x="1962150" y="1876425"/>
                </a:lnTo>
                <a:lnTo>
                  <a:pt x="1943100" y="1876425"/>
                </a:lnTo>
                <a:lnTo>
                  <a:pt x="1943100" y="1885950"/>
                </a:lnTo>
                <a:lnTo>
                  <a:pt x="1924050" y="1885950"/>
                </a:lnTo>
                <a:close/>
                <a:moveTo>
                  <a:pt x="95250" y="1905000"/>
                </a:moveTo>
                <a:lnTo>
                  <a:pt x="114300" y="1905000"/>
                </a:lnTo>
                <a:lnTo>
                  <a:pt x="114300" y="1895475"/>
                </a:lnTo>
                <a:lnTo>
                  <a:pt x="85725" y="1895475"/>
                </a:lnTo>
                <a:lnTo>
                  <a:pt x="85725" y="1914525"/>
                </a:lnTo>
                <a:lnTo>
                  <a:pt x="95250" y="1914525"/>
                </a:lnTo>
                <a:close/>
                <a:moveTo>
                  <a:pt x="133350" y="1905000"/>
                </a:moveTo>
                <a:lnTo>
                  <a:pt x="161925" y="1905000"/>
                </a:lnTo>
                <a:lnTo>
                  <a:pt x="161925" y="1895475"/>
                </a:lnTo>
                <a:lnTo>
                  <a:pt x="152400" y="1895475"/>
                </a:lnTo>
                <a:lnTo>
                  <a:pt x="152400" y="1885950"/>
                </a:lnTo>
                <a:lnTo>
                  <a:pt x="133350" y="1885950"/>
                </a:lnTo>
                <a:close/>
                <a:moveTo>
                  <a:pt x="38100" y="1924050"/>
                </a:moveTo>
                <a:lnTo>
                  <a:pt x="19050" y="1924050"/>
                </a:lnTo>
                <a:lnTo>
                  <a:pt x="19050" y="1943100"/>
                </a:lnTo>
                <a:lnTo>
                  <a:pt x="28575" y="1943100"/>
                </a:lnTo>
                <a:lnTo>
                  <a:pt x="28575" y="1933575"/>
                </a:lnTo>
                <a:lnTo>
                  <a:pt x="38100" y="1933575"/>
                </a:lnTo>
                <a:close/>
                <a:moveTo>
                  <a:pt x="38100" y="1924050"/>
                </a:moveTo>
                <a:lnTo>
                  <a:pt x="47625" y="1924050"/>
                </a:lnTo>
                <a:lnTo>
                  <a:pt x="47625" y="1933575"/>
                </a:lnTo>
                <a:lnTo>
                  <a:pt x="57150" y="1933575"/>
                </a:lnTo>
                <a:lnTo>
                  <a:pt x="57150" y="1943100"/>
                </a:lnTo>
                <a:lnTo>
                  <a:pt x="47625" y="1943100"/>
                </a:lnTo>
                <a:lnTo>
                  <a:pt x="47625" y="1962150"/>
                </a:lnTo>
                <a:lnTo>
                  <a:pt x="57150" y="1962150"/>
                </a:lnTo>
                <a:lnTo>
                  <a:pt x="57150" y="1971675"/>
                </a:lnTo>
                <a:lnTo>
                  <a:pt x="66675" y="1971675"/>
                </a:lnTo>
                <a:lnTo>
                  <a:pt x="66675" y="1962150"/>
                </a:lnTo>
                <a:lnTo>
                  <a:pt x="76200" y="1962150"/>
                </a:lnTo>
                <a:lnTo>
                  <a:pt x="76200" y="1924050"/>
                </a:lnTo>
                <a:lnTo>
                  <a:pt x="66675" y="1924050"/>
                </a:lnTo>
                <a:lnTo>
                  <a:pt x="66675" y="1905000"/>
                </a:lnTo>
                <a:lnTo>
                  <a:pt x="38100" y="1905000"/>
                </a:lnTo>
                <a:close/>
                <a:moveTo>
                  <a:pt x="171450" y="1924050"/>
                </a:moveTo>
                <a:lnTo>
                  <a:pt x="180975" y="1924050"/>
                </a:lnTo>
                <a:lnTo>
                  <a:pt x="180975" y="1905000"/>
                </a:lnTo>
                <a:lnTo>
                  <a:pt x="171450" y="1905000"/>
                </a:lnTo>
                <a:close/>
                <a:moveTo>
                  <a:pt x="1866900" y="1924050"/>
                </a:moveTo>
                <a:lnTo>
                  <a:pt x="1885950" y="1924050"/>
                </a:lnTo>
                <a:lnTo>
                  <a:pt x="1885950" y="1905000"/>
                </a:lnTo>
                <a:lnTo>
                  <a:pt x="1866900" y="1905000"/>
                </a:lnTo>
                <a:close/>
                <a:moveTo>
                  <a:pt x="1895475" y="1924050"/>
                </a:moveTo>
                <a:lnTo>
                  <a:pt x="1905000" y="1924050"/>
                </a:lnTo>
                <a:lnTo>
                  <a:pt x="1905000" y="1914525"/>
                </a:lnTo>
                <a:lnTo>
                  <a:pt x="1895475" y="1914525"/>
                </a:lnTo>
                <a:close/>
                <a:moveTo>
                  <a:pt x="1543050" y="1933575"/>
                </a:moveTo>
                <a:lnTo>
                  <a:pt x="1552575" y="1933575"/>
                </a:lnTo>
                <a:lnTo>
                  <a:pt x="1552575" y="1914525"/>
                </a:lnTo>
                <a:lnTo>
                  <a:pt x="1543050" y="1914525"/>
                </a:lnTo>
                <a:close/>
                <a:moveTo>
                  <a:pt x="123825" y="1962150"/>
                </a:moveTo>
                <a:lnTo>
                  <a:pt x="142875" y="1962150"/>
                </a:lnTo>
                <a:lnTo>
                  <a:pt x="142875" y="1971675"/>
                </a:lnTo>
                <a:lnTo>
                  <a:pt x="152400" y="1971675"/>
                </a:lnTo>
                <a:lnTo>
                  <a:pt x="152400" y="1952625"/>
                </a:lnTo>
                <a:lnTo>
                  <a:pt x="123825" y="1952625"/>
                </a:lnTo>
                <a:close/>
                <a:moveTo>
                  <a:pt x="161925" y="1962150"/>
                </a:moveTo>
                <a:lnTo>
                  <a:pt x="171450" y="1962150"/>
                </a:lnTo>
                <a:lnTo>
                  <a:pt x="171450" y="1952625"/>
                </a:lnTo>
                <a:lnTo>
                  <a:pt x="161925" y="1952625"/>
                </a:lnTo>
                <a:close/>
                <a:moveTo>
                  <a:pt x="333375" y="1962150"/>
                </a:moveTo>
                <a:lnTo>
                  <a:pt x="361950" y="1962150"/>
                </a:lnTo>
                <a:lnTo>
                  <a:pt x="361950" y="1943100"/>
                </a:lnTo>
                <a:lnTo>
                  <a:pt x="333375" y="1943100"/>
                </a:lnTo>
                <a:close/>
                <a:moveTo>
                  <a:pt x="1905000" y="1962150"/>
                </a:moveTo>
                <a:lnTo>
                  <a:pt x="1924050" y="1962150"/>
                </a:lnTo>
                <a:lnTo>
                  <a:pt x="1924050" y="1943100"/>
                </a:lnTo>
                <a:lnTo>
                  <a:pt x="1914525" y="1943100"/>
                </a:lnTo>
                <a:lnTo>
                  <a:pt x="1914525" y="1952625"/>
                </a:lnTo>
                <a:lnTo>
                  <a:pt x="1905000" y="1952625"/>
                </a:lnTo>
                <a:close/>
                <a:moveTo>
                  <a:pt x="247650" y="1971675"/>
                </a:moveTo>
                <a:lnTo>
                  <a:pt x="257175" y="1971675"/>
                </a:lnTo>
                <a:lnTo>
                  <a:pt x="257175" y="1962150"/>
                </a:lnTo>
                <a:lnTo>
                  <a:pt x="247650" y="1962150"/>
                </a:lnTo>
                <a:close/>
                <a:moveTo>
                  <a:pt x="504825" y="1971675"/>
                </a:moveTo>
                <a:lnTo>
                  <a:pt x="523875" y="1971675"/>
                </a:lnTo>
                <a:lnTo>
                  <a:pt x="523875" y="1952625"/>
                </a:lnTo>
                <a:lnTo>
                  <a:pt x="504825" y="1952625"/>
                </a:lnTo>
                <a:close/>
                <a:moveTo>
                  <a:pt x="180975" y="1981200"/>
                </a:moveTo>
                <a:lnTo>
                  <a:pt x="190500" y="1981200"/>
                </a:lnTo>
                <a:lnTo>
                  <a:pt x="190500" y="1952625"/>
                </a:lnTo>
                <a:lnTo>
                  <a:pt x="180975" y="1952625"/>
                </a:lnTo>
                <a:close/>
                <a:moveTo>
                  <a:pt x="200025" y="1981200"/>
                </a:moveTo>
                <a:lnTo>
                  <a:pt x="209550" y="1981200"/>
                </a:lnTo>
                <a:lnTo>
                  <a:pt x="209550" y="1962150"/>
                </a:lnTo>
                <a:lnTo>
                  <a:pt x="200025" y="1962150"/>
                </a:lnTo>
                <a:close/>
                <a:moveTo>
                  <a:pt x="1943100" y="1981200"/>
                </a:moveTo>
                <a:lnTo>
                  <a:pt x="1952625" y="1981200"/>
                </a:lnTo>
                <a:lnTo>
                  <a:pt x="1952625" y="1990725"/>
                </a:lnTo>
                <a:lnTo>
                  <a:pt x="1971675" y="1990725"/>
                </a:lnTo>
                <a:lnTo>
                  <a:pt x="1971675" y="1981200"/>
                </a:lnTo>
                <a:lnTo>
                  <a:pt x="1990725" y="1981200"/>
                </a:lnTo>
                <a:lnTo>
                  <a:pt x="1990725" y="1971675"/>
                </a:lnTo>
                <a:lnTo>
                  <a:pt x="1981200" y="1971675"/>
                </a:lnTo>
                <a:lnTo>
                  <a:pt x="1981200" y="1962150"/>
                </a:lnTo>
                <a:lnTo>
                  <a:pt x="1962150" y="1962150"/>
                </a:lnTo>
                <a:lnTo>
                  <a:pt x="1962150" y="1952625"/>
                </a:lnTo>
                <a:lnTo>
                  <a:pt x="1952625" y="1952625"/>
                </a:lnTo>
                <a:lnTo>
                  <a:pt x="1952625" y="1971675"/>
                </a:lnTo>
                <a:lnTo>
                  <a:pt x="1943100" y="1971675"/>
                </a:lnTo>
                <a:close/>
                <a:moveTo>
                  <a:pt x="1866900" y="1990725"/>
                </a:moveTo>
                <a:lnTo>
                  <a:pt x="1885950" y="1990725"/>
                </a:lnTo>
                <a:lnTo>
                  <a:pt x="1885950" y="1971675"/>
                </a:lnTo>
                <a:lnTo>
                  <a:pt x="1866900" y="1971675"/>
                </a:lnTo>
                <a:close/>
                <a:moveTo>
                  <a:pt x="1371600" y="2000250"/>
                </a:moveTo>
                <a:lnTo>
                  <a:pt x="1409700" y="2000250"/>
                </a:lnTo>
                <a:lnTo>
                  <a:pt x="1409700" y="1962150"/>
                </a:lnTo>
                <a:lnTo>
                  <a:pt x="1390650" y="1962150"/>
                </a:lnTo>
                <a:lnTo>
                  <a:pt x="1390650" y="1971675"/>
                </a:lnTo>
                <a:lnTo>
                  <a:pt x="1381125" y="1971675"/>
                </a:lnTo>
                <a:lnTo>
                  <a:pt x="1381125" y="1990725"/>
                </a:lnTo>
                <a:lnTo>
                  <a:pt x="1371600" y="1990725"/>
                </a:lnTo>
                <a:close/>
                <a:moveTo>
                  <a:pt x="133350" y="2019300"/>
                </a:moveTo>
                <a:lnTo>
                  <a:pt x="152400" y="2019300"/>
                </a:lnTo>
                <a:lnTo>
                  <a:pt x="152400" y="2009775"/>
                </a:lnTo>
                <a:lnTo>
                  <a:pt x="104775" y="2009775"/>
                </a:lnTo>
                <a:lnTo>
                  <a:pt x="104775" y="2028825"/>
                </a:lnTo>
                <a:lnTo>
                  <a:pt x="133350" y="2028825"/>
                </a:lnTo>
                <a:close/>
                <a:moveTo>
                  <a:pt x="304800" y="2019300"/>
                </a:moveTo>
                <a:lnTo>
                  <a:pt x="323850" y="2019300"/>
                </a:lnTo>
                <a:lnTo>
                  <a:pt x="323850" y="2000250"/>
                </a:lnTo>
                <a:lnTo>
                  <a:pt x="304800" y="2000250"/>
                </a:lnTo>
                <a:close/>
                <a:moveTo>
                  <a:pt x="1790700" y="2019300"/>
                </a:moveTo>
                <a:lnTo>
                  <a:pt x="1809750" y="2019300"/>
                </a:lnTo>
                <a:lnTo>
                  <a:pt x="1809750" y="2028825"/>
                </a:lnTo>
                <a:lnTo>
                  <a:pt x="1857375" y="2028825"/>
                </a:lnTo>
                <a:lnTo>
                  <a:pt x="1857375" y="2019300"/>
                </a:lnTo>
                <a:lnTo>
                  <a:pt x="1847850" y="2019300"/>
                </a:lnTo>
                <a:lnTo>
                  <a:pt x="1847850" y="2009775"/>
                </a:lnTo>
                <a:lnTo>
                  <a:pt x="1828800" y="2009775"/>
                </a:lnTo>
                <a:lnTo>
                  <a:pt x="1828800" y="1990725"/>
                </a:lnTo>
                <a:lnTo>
                  <a:pt x="1819275" y="1990725"/>
                </a:lnTo>
                <a:lnTo>
                  <a:pt x="1819275" y="2000250"/>
                </a:lnTo>
                <a:lnTo>
                  <a:pt x="1809750" y="2000250"/>
                </a:lnTo>
                <a:lnTo>
                  <a:pt x="1809750" y="1990725"/>
                </a:lnTo>
                <a:lnTo>
                  <a:pt x="1800225" y="1990725"/>
                </a:lnTo>
                <a:lnTo>
                  <a:pt x="1800225" y="2009775"/>
                </a:lnTo>
                <a:lnTo>
                  <a:pt x="1790700" y="2009775"/>
                </a:lnTo>
                <a:close/>
                <a:moveTo>
                  <a:pt x="28575" y="2028825"/>
                </a:moveTo>
                <a:lnTo>
                  <a:pt x="38100" y="2028825"/>
                </a:lnTo>
                <a:lnTo>
                  <a:pt x="38100" y="2038350"/>
                </a:lnTo>
                <a:lnTo>
                  <a:pt x="47625" y="2038350"/>
                </a:lnTo>
                <a:lnTo>
                  <a:pt x="47625" y="2028825"/>
                </a:lnTo>
                <a:lnTo>
                  <a:pt x="66675" y="2028825"/>
                </a:lnTo>
                <a:lnTo>
                  <a:pt x="66675" y="2009775"/>
                </a:lnTo>
                <a:lnTo>
                  <a:pt x="38100" y="2009775"/>
                </a:lnTo>
                <a:lnTo>
                  <a:pt x="38100" y="2019300"/>
                </a:lnTo>
                <a:lnTo>
                  <a:pt x="28575" y="2019300"/>
                </a:lnTo>
                <a:close/>
                <a:moveTo>
                  <a:pt x="161925" y="2028825"/>
                </a:moveTo>
                <a:lnTo>
                  <a:pt x="171450" y="2028825"/>
                </a:lnTo>
                <a:lnTo>
                  <a:pt x="171450" y="2019300"/>
                </a:lnTo>
                <a:lnTo>
                  <a:pt x="152400" y="2019300"/>
                </a:lnTo>
                <a:lnTo>
                  <a:pt x="152400" y="2038350"/>
                </a:lnTo>
                <a:lnTo>
                  <a:pt x="161925" y="2038350"/>
                </a:lnTo>
                <a:close/>
                <a:moveTo>
                  <a:pt x="228600" y="2028825"/>
                </a:moveTo>
                <a:lnTo>
                  <a:pt x="238125" y="2028825"/>
                </a:lnTo>
                <a:lnTo>
                  <a:pt x="238125" y="2009775"/>
                </a:lnTo>
                <a:lnTo>
                  <a:pt x="228600" y="2009775"/>
                </a:lnTo>
                <a:close/>
                <a:moveTo>
                  <a:pt x="1876425" y="2028825"/>
                </a:moveTo>
                <a:lnTo>
                  <a:pt x="1895475" y="2028825"/>
                </a:lnTo>
                <a:lnTo>
                  <a:pt x="1895475" y="2009775"/>
                </a:lnTo>
                <a:lnTo>
                  <a:pt x="1885950" y="2009775"/>
                </a:lnTo>
                <a:lnTo>
                  <a:pt x="1885950" y="2019300"/>
                </a:lnTo>
                <a:lnTo>
                  <a:pt x="1876425" y="2019300"/>
                </a:lnTo>
                <a:close/>
                <a:moveTo>
                  <a:pt x="1981200" y="2028825"/>
                </a:moveTo>
                <a:lnTo>
                  <a:pt x="2009775" y="2028825"/>
                </a:lnTo>
                <a:lnTo>
                  <a:pt x="2009775" y="2038350"/>
                </a:lnTo>
                <a:lnTo>
                  <a:pt x="2019300" y="2038350"/>
                </a:lnTo>
                <a:lnTo>
                  <a:pt x="2019300" y="2019300"/>
                </a:lnTo>
                <a:lnTo>
                  <a:pt x="2009775" y="2019300"/>
                </a:lnTo>
                <a:lnTo>
                  <a:pt x="2009775" y="2009775"/>
                </a:lnTo>
                <a:lnTo>
                  <a:pt x="1952625" y="2009775"/>
                </a:lnTo>
                <a:lnTo>
                  <a:pt x="1952625" y="2038350"/>
                </a:lnTo>
                <a:lnTo>
                  <a:pt x="1981200" y="2038350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</a:ln>
        </p:spPr>
      </p:sp>
      <p:sp>
        <p:nvSpPr>
          <p:cNvPr id="8" name="employee vector #feffff">
            <a:extLst xmlns:a="http://schemas.openxmlformats.org/drawingml/2006/main">
              <a:ext uri="{FF2B5EF4-FFF2-40B4-BE49-F238E27FC236}">
                <a16:creationId xmlns:a16="http://schemas.microsoft.com/office/drawing/2014/main" id="{C6A7D624-9187-464D-85C3-3EED9558C2E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85825" y="2571750"/>
            <a:ext cx="2105025" cy="2066925"/>
          </a:xfrm>
          <a:custGeom xmlns:a="http://schemas.openxmlformats.org/drawingml/2006/main">
            <a:pathLst>
              <a:path w="2105025" h="2066925">
                <a:moveTo>
                  <a:pt x="857250" y="0"/>
                </a:moveTo>
                <a:lnTo>
                  <a:pt x="866775" y="0"/>
                </a:lnTo>
                <a:lnTo>
                  <a:pt x="866775" y="9525"/>
                </a:lnTo>
                <a:lnTo>
                  <a:pt x="876300" y="9525"/>
                </a:lnTo>
                <a:lnTo>
                  <a:pt x="876300" y="19050"/>
                </a:lnTo>
                <a:lnTo>
                  <a:pt x="866775" y="19050"/>
                </a:lnTo>
                <a:lnTo>
                  <a:pt x="866775" y="28575"/>
                </a:lnTo>
                <a:lnTo>
                  <a:pt x="838200" y="28575"/>
                </a:lnTo>
                <a:lnTo>
                  <a:pt x="838200" y="19050"/>
                </a:lnTo>
                <a:lnTo>
                  <a:pt x="847725" y="19050"/>
                </a:lnTo>
                <a:lnTo>
                  <a:pt x="847725" y="9525"/>
                </a:lnTo>
                <a:lnTo>
                  <a:pt x="857250" y="9525"/>
                </a:lnTo>
                <a:close/>
                <a:moveTo>
                  <a:pt x="1724025" y="0"/>
                </a:moveTo>
                <a:lnTo>
                  <a:pt x="1733550" y="0"/>
                </a:lnTo>
                <a:lnTo>
                  <a:pt x="1733550" y="19050"/>
                </a:lnTo>
                <a:lnTo>
                  <a:pt x="1724025" y="19050"/>
                </a:lnTo>
                <a:close/>
                <a:moveTo>
                  <a:pt x="1743075" y="0"/>
                </a:moveTo>
                <a:lnTo>
                  <a:pt x="1752600" y="0"/>
                </a:lnTo>
                <a:lnTo>
                  <a:pt x="1752600" y="9525"/>
                </a:lnTo>
                <a:lnTo>
                  <a:pt x="1743075" y="9525"/>
                </a:lnTo>
                <a:close/>
                <a:moveTo>
                  <a:pt x="1209675" y="19050"/>
                </a:moveTo>
                <a:lnTo>
                  <a:pt x="1228725" y="19050"/>
                </a:lnTo>
                <a:lnTo>
                  <a:pt x="1228725" y="28575"/>
                </a:lnTo>
                <a:lnTo>
                  <a:pt x="1209675" y="28575"/>
                </a:lnTo>
                <a:close/>
                <a:moveTo>
                  <a:pt x="723900" y="28575"/>
                </a:moveTo>
                <a:lnTo>
                  <a:pt x="742950" y="28575"/>
                </a:lnTo>
                <a:lnTo>
                  <a:pt x="742950" y="38100"/>
                </a:lnTo>
                <a:lnTo>
                  <a:pt x="752475" y="38100"/>
                </a:lnTo>
                <a:lnTo>
                  <a:pt x="752475" y="47625"/>
                </a:lnTo>
                <a:lnTo>
                  <a:pt x="762000" y="47625"/>
                </a:lnTo>
                <a:lnTo>
                  <a:pt x="762000" y="57150"/>
                </a:lnTo>
                <a:lnTo>
                  <a:pt x="733425" y="57150"/>
                </a:lnTo>
                <a:lnTo>
                  <a:pt x="733425" y="66675"/>
                </a:lnTo>
                <a:lnTo>
                  <a:pt x="695325" y="66675"/>
                </a:lnTo>
                <a:lnTo>
                  <a:pt x="695325" y="57150"/>
                </a:lnTo>
                <a:lnTo>
                  <a:pt x="723900" y="57150"/>
                </a:lnTo>
                <a:close/>
                <a:moveTo>
                  <a:pt x="800100" y="28575"/>
                </a:moveTo>
                <a:lnTo>
                  <a:pt x="819150" y="28575"/>
                </a:lnTo>
                <a:lnTo>
                  <a:pt x="819150" y="47625"/>
                </a:lnTo>
                <a:lnTo>
                  <a:pt x="809625" y="47625"/>
                </a:lnTo>
                <a:lnTo>
                  <a:pt x="809625" y="38100"/>
                </a:lnTo>
                <a:lnTo>
                  <a:pt x="800100" y="38100"/>
                </a:lnTo>
                <a:close/>
                <a:moveTo>
                  <a:pt x="1295400" y="28575"/>
                </a:moveTo>
                <a:lnTo>
                  <a:pt x="1314450" y="28575"/>
                </a:lnTo>
                <a:lnTo>
                  <a:pt x="1314450" y="38100"/>
                </a:lnTo>
                <a:lnTo>
                  <a:pt x="1295400" y="38100"/>
                </a:lnTo>
                <a:close/>
                <a:moveTo>
                  <a:pt x="57150" y="38100"/>
                </a:moveTo>
                <a:lnTo>
                  <a:pt x="76200" y="38100"/>
                </a:lnTo>
                <a:lnTo>
                  <a:pt x="76200" y="66675"/>
                </a:lnTo>
                <a:lnTo>
                  <a:pt x="66675" y="66675"/>
                </a:lnTo>
                <a:lnTo>
                  <a:pt x="66675" y="57150"/>
                </a:lnTo>
                <a:lnTo>
                  <a:pt x="57150" y="57150"/>
                </a:lnTo>
                <a:close/>
                <a:moveTo>
                  <a:pt x="781050" y="38100"/>
                </a:moveTo>
                <a:lnTo>
                  <a:pt x="790575" y="38100"/>
                </a:lnTo>
                <a:lnTo>
                  <a:pt x="790575" y="47625"/>
                </a:lnTo>
                <a:lnTo>
                  <a:pt x="781050" y="47625"/>
                </a:lnTo>
                <a:close/>
                <a:moveTo>
                  <a:pt x="1314450" y="38100"/>
                </a:moveTo>
                <a:lnTo>
                  <a:pt x="1333500" y="38100"/>
                </a:lnTo>
                <a:lnTo>
                  <a:pt x="1333500" y="47625"/>
                </a:lnTo>
                <a:lnTo>
                  <a:pt x="1314450" y="47625"/>
                </a:lnTo>
                <a:close/>
                <a:moveTo>
                  <a:pt x="1343025" y="47625"/>
                </a:moveTo>
                <a:lnTo>
                  <a:pt x="1381125" y="47625"/>
                </a:lnTo>
                <a:lnTo>
                  <a:pt x="1381125" y="57150"/>
                </a:lnTo>
                <a:lnTo>
                  <a:pt x="1400175" y="57150"/>
                </a:lnTo>
                <a:lnTo>
                  <a:pt x="1400175" y="66675"/>
                </a:lnTo>
                <a:lnTo>
                  <a:pt x="1362075" y="66675"/>
                </a:lnTo>
                <a:lnTo>
                  <a:pt x="1362075" y="57150"/>
                </a:lnTo>
                <a:lnTo>
                  <a:pt x="1343025" y="57150"/>
                </a:lnTo>
                <a:close/>
                <a:moveTo>
                  <a:pt x="2047875" y="47625"/>
                </a:moveTo>
                <a:lnTo>
                  <a:pt x="2066925" y="47625"/>
                </a:lnTo>
                <a:lnTo>
                  <a:pt x="2066925" y="66675"/>
                </a:lnTo>
                <a:lnTo>
                  <a:pt x="2047875" y="66675"/>
                </a:lnTo>
                <a:close/>
                <a:moveTo>
                  <a:pt x="638175" y="57150"/>
                </a:moveTo>
                <a:lnTo>
                  <a:pt x="647700" y="57150"/>
                </a:lnTo>
                <a:lnTo>
                  <a:pt x="647700" y="66675"/>
                </a:lnTo>
                <a:lnTo>
                  <a:pt x="638175" y="66675"/>
                </a:lnTo>
                <a:close/>
                <a:moveTo>
                  <a:pt x="76200" y="66675"/>
                </a:moveTo>
                <a:lnTo>
                  <a:pt x="85725" y="66675"/>
                </a:lnTo>
                <a:lnTo>
                  <a:pt x="85725" y="76200"/>
                </a:lnTo>
                <a:lnTo>
                  <a:pt x="76200" y="76200"/>
                </a:lnTo>
                <a:close/>
                <a:moveTo>
                  <a:pt x="647700" y="66675"/>
                </a:moveTo>
                <a:lnTo>
                  <a:pt x="685800" y="66675"/>
                </a:lnTo>
                <a:lnTo>
                  <a:pt x="685800" y="76200"/>
                </a:lnTo>
                <a:lnTo>
                  <a:pt x="666750" y="76200"/>
                </a:lnTo>
                <a:lnTo>
                  <a:pt x="666750" y="85725"/>
                </a:lnTo>
                <a:lnTo>
                  <a:pt x="638175" y="85725"/>
                </a:lnTo>
                <a:lnTo>
                  <a:pt x="638175" y="76200"/>
                </a:lnTo>
                <a:lnTo>
                  <a:pt x="647700" y="76200"/>
                </a:lnTo>
                <a:close/>
                <a:moveTo>
                  <a:pt x="1647825" y="66675"/>
                </a:moveTo>
                <a:lnTo>
                  <a:pt x="1666875" y="66675"/>
                </a:lnTo>
                <a:lnTo>
                  <a:pt x="1666875" y="76200"/>
                </a:lnTo>
                <a:lnTo>
                  <a:pt x="1647825" y="76200"/>
                </a:lnTo>
                <a:close/>
                <a:moveTo>
                  <a:pt x="1524000" y="76200"/>
                </a:moveTo>
                <a:lnTo>
                  <a:pt x="1533525" y="76200"/>
                </a:lnTo>
                <a:lnTo>
                  <a:pt x="1533525" y="85725"/>
                </a:lnTo>
                <a:lnTo>
                  <a:pt x="1524000" y="85725"/>
                </a:lnTo>
                <a:close/>
                <a:moveTo>
                  <a:pt x="609600" y="85725"/>
                </a:moveTo>
                <a:lnTo>
                  <a:pt x="619125" y="85725"/>
                </a:lnTo>
                <a:lnTo>
                  <a:pt x="619125" y="95250"/>
                </a:lnTo>
                <a:lnTo>
                  <a:pt x="609600" y="95250"/>
                </a:lnTo>
                <a:close/>
                <a:moveTo>
                  <a:pt x="1438275" y="85725"/>
                </a:moveTo>
                <a:lnTo>
                  <a:pt x="1447800" y="85725"/>
                </a:lnTo>
                <a:lnTo>
                  <a:pt x="1447800" y="95250"/>
                </a:lnTo>
                <a:lnTo>
                  <a:pt x="1438275" y="95250"/>
                </a:lnTo>
                <a:close/>
                <a:moveTo>
                  <a:pt x="1504950" y="85725"/>
                </a:moveTo>
                <a:lnTo>
                  <a:pt x="1524000" y="85725"/>
                </a:lnTo>
                <a:lnTo>
                  <a:pt x="1524000" y="104775"/>
                </a:lnTo>
                <a:lnTo>
                  <a:pt x="1514475" y="104775"/>
                </a:lnTo>
                <a:lnTo>
                  <a:pt x="1514475" y="114300"/>
                </a:lnTo>
                <a:lnTo>
                  <a:pt x="1524000" y="114300"/>
                </a:lnTo>
                <a:lnTo>
                  <a:pt x="1524000" y="123825"/>
                </a:lnTo>
                <a:lnTo>
                  <a:pt x="1543050" y="123825"/>
                </a:lnTo>
                <a:lnTo>
                  <a:pt x="1543050" y="133350"/>
                </a:lnTo>
                <a:lnTo>
                  <a:pt x="1552575" y="133350"/>
                </a:lnTo>
                <a:lnTo>
                  <a:pt x="1552575" y="142875"/>
                </a:lnTo>
                <a:lnTo>
                  <a:pt x="1562100" y="142875"/>
                </a:lnTo>
                <a:lnTo>
                  <a:pt x="1562100" y="152400"/>
                </a:lnTo>
                <a:lnTo>
                  <a:pt x="1571625" y="152400"/>
                </a:lnTo>
                <a:lnTo>
                  <a:pt x="1571625" y="161925"/>
                </a:lnTo>
                <a:lnTo>
                  <a:pt x="1581150" y="161925"/>
                </a:lnTo>
                <a:lnTo>
                  <a:pt x="1581150" y="171450"/>
                </a:lnTo>
                <a:lnTo>
                  <a:pt x="1562100" y="171450"/>
                </a:lnTo>
                <a:lnTo>
                  <a:pt x="1562100" y="161925"/>
                </a:lnTo>
                <a:lnTo>
                  <a:pt x="1552575" y="161925"/>
                </a:lnTo>
                <a:lnTo>
                  <a:pt x="1552575" y="152400"/>
                </a:lnTo>
                <a:lnTo>
                  <a:pt x="1543050" y="152400"/>
                </a:lnTo>
                <a:lnTo>
                  <a:pt x="1543050" y="142875"/>
                </a:lnTo>
                <a:lnTo>
                  <a:pt x="1514475" y="142875"/>
                </a:lnTo>
                <a:lnTo>
                  <a:pt x="1514475" y="133350"/>
                </a:lnTo>
                <a:lnTo>
                  <a:pt x="1504950" y="133350"/>
                </a:lnTo>
                <a:lnTo>
                  <a:pt x="1504950" y="123825"/>
                </a:lnTo>
                <a:lnTo>
                  <a:pt x="1476375" y="123825"/>
                </a:lnTo>
                <a:lnTo>
                  <a:pt x="1476375" y="114300"/>
                </a:lnTo>
                <a:lnTo>
                  <a:pt x="1466850" y="114300"/>
                </a:lnTo>
                <a:lnTo>
                  <a:pt x="1466850" y="104775"/>
                </a:lnTo>
                <a:lnTo>
                  <a:pt x="1457325" y="104775"/>
                </a:lnTo>
                <a:lnTo>
                  <a:pt x="1457325" y="95250"/>
                </a:lnTo>
                <a:lnTo>
                  <a:pt x="1476375" y="95250"/>
                </a:lnTo>
                <a:lnTo>
                  <a:pt x="1476375" y="104775"/>
                </a:lnTo>
                <a:lnTo>
                  <a:pt x="1495425" y="104775"/>
                </a:lnTo>
                <a:lnTo>
                  <a:pt x="1495425" y="95250"/>
                </a:lnTo>
                <a:lnTo>
                  <a:pt x="1504950" y="95250"/>
                </a:lnTo>
                <a:close/>
                <a:moveTo>
                  <a:pt x="2028825" y="85725"/>
                </a:moveTo>
                <a:lnTo>
                  <a:pt x="2047875" y="85725"/>
                </a:lnTo>
                <a:lnTo>
                  <a:pt x="2047875" y="95250"/>
                </a:lnTo>
                <a:lnTo>
                  <a:pt x="2057400" y="95250"/>
                </a:lnTo>
                <a:lnTo>
                  <a:pt x="2057400" y="123825"/>
                </a:lnTo>
                <a:lnTo>
                  <a:pt x="2066925" y="123825"/>
                </a:lnTo>
                <a:lnTo>
                  <a:pt x="2066925" y="133350"/>
                </a:lnTo>
                <a:lnTo>
                  <a:pt x="2076450" y="133350"/>
                </a:lnTo>
                <a:lnTo>
                  <a:pt x="2076450" y="171450"/>
                </a:lnTo>
                <a:lnTo>
                  <a:pt x="2066925" y="171450"/>
                </a:lnTo>
                <a:lnTo>
                  <a:pt x="2066925" y="180975"/>
                </a:lnTo>
                <a:lnTo>
                  <a:pt x="2028825" y="180975"/>
                </a:lnTo>
                <a:lnTo>
                  <a:pt x="2028825" y="171450"/>
                </a:lnTo>
                <a:lnTo>
                  <a:pt x="2019300" y="171450"/>
                </a:lnTo>
                <a:lnTo>
                  <a:pt x="2019300" y="161925"/>
                </a:lnTo>
                <a:lnTo>
                  <a:pt x="2028825" y="161925"/>
                </a:lnTo>
                <a:lnTo>
                  <a:pt x="2028825" y="152400"/>
                </a:lnTo>
                <a:lnTo>
                  <a:pt x="2038350" y="152400"/>
                </a:lnTo>
                <a:lnTo>
                  <a:pt x="2038350" y="142875"/>
                </a:lnTo>
                <a:lnTo>
                  <a:pt x="2047875" y="142875"/>
                </a:lnTo>
                <a:lnTo>
                  <a:pt x="2047875" y="123825"/>
                </a:lnTo>
                <a:lnTo>
                  <a:pt x="2028825" y="123825"/>
                </a:lnTo>
                <a:lnTo>
                  <a:pt x="2028825" y="114300"/>
                </a:lnTo>
                <a:lnTo>
                  <a:pt x="2019300" y="114300"/>
                </a:lnTo>
                <a:lnTo>
                  <a:pt x="2019300" y="95250"/>
                </a:lnTo>
                <a:lnTo>
                  <a:pt x="2028825" y="95250"/>
                </a:lnTo>
                <a:close/>
                <a:moveTo>
                  <a:pt x="1866900" y="95250"/>
                </a:moveTo>
                <a:lnTo>
                  <a:pt x="1885950" y="95250"/>
                </a:lnTo>
                <a:lnTo>
                  <a:pt x="1885950" y="114300"/>
                </a:lnTo>
                <a:lnTo>
                  <a:pt x="1866900" y="114300"/>
                </a:lnTo>
                <a:close/>
                <a:moveTo>
                  <a:pt x="1905000" y="95250"/>
                </a:moveTo>
                <a:lnTo>
                  <a:pt x="1924050" y="95250"/>
                </a:lnTo>
                <a:lnTo>
                  <a:pt x="1924050" y="114300"/>
                </a:lnTo>
                <a:lnTo>
                  <a:pt x="1905000" y="114300"/>
                </a:lnTo>
                <a:close/>
                <a:moveTo>
                  <a:pt x="495300" y="114300"/>
                </a:moveTo>
                <a:lnTo>
                  <a:pt x="523875" y="114300"/>
                </a:lnTo>
                <a:lnTo>
                  <a:pt x="523875" y="123825"/>
                </a:lnTo>
                <a:lnTo>
                  <a:pt x="552450" y="123825"/>
                </a:lnTo>
                <a:lnTo>
                  <a:pt x="552450" y="133350"/>
                </a:lnTo>
                <a:lnTo>
                  <a:pt x="542925" y="133350"/>
                </a:lnTo>
                <a:lnTo>
                  <a:pt x="542925" y="142875"/>
                </a:lnTo>
                <a:lnTo>
                  <a:pt x="523875" y="142875"/>
                </a:lnTo>
                <a:lnTo>
                  <a:pt x="523875" y="152400"/>
                </a:lnTo>
                <a:lnTo>
                  <a:pt x="504825" y="152400"/>
                </a:lnTo>
                <a:lnTo>
                  <a:pt x="504825" y="133350"/>
                </a:lnTo>
                <a:lnTo>
                  <a:pt x="495300" y="133350"/>
                </a:lnTo>
                <a:close/>
                <a:moveTo>
                  <a:pt x="152400" y="152400"/>
                </a:moveTo>
                <a:lnTo>
                  <a:pt x="171450" y="152400"/>
                </a:lnTo>
                <a:lnTo>
                  <a:pt x="171450" y="171450"/>
                </a:lnTo>
                <a:lnTo>
                  <a:pt x="152400" y="171450"/>
                </a:lnTo>
                <a:close/>
                <a:moveTo>
                  <a:pt x="1581150" y="171450"/>
                </a:moveTo>
                <a:lnTo>
                  <a:pt x="1609725" y="171450"/>
                </a:lnTo>
                <a:lnTo>
                  <a:pt x="1609725" y="180975"/>
                </a:lnTo>
                <a:lnTo>
                  <a:pt x="1628775" y="180975"/>
                </a:lnTo>
                <a:lnTo>
                  <a:pt x="1628775" y="190500"/>
                </a:lnTo>
                <a:lnTo>
                  <a:pt x="1657350" y="190500"/>
                </a:lnTo>
                <a:lnTo>
                  <a:pt x="1657350" y="200025"/>
                </a:lnTo>
                <a:lnTo>
                  <a:pt x="1666875" y="200025"/>
                </a:lnTo>
                <a:lnTo>
                  <a:pt x="1666875" y="190500"/>
                </a:lnTo>
                <a:lnTo>
                  <a:pt x="1685925" y="190500"/>
                </a:lnTo>
                <a:lnTo>
                  <a:pt x="1685925" y="200025"/>
                </a:lnTo>
                <a:lnTo>
                  <a:pt x="1666875" y="200025"/>
                </a:lnTo>
                <a:lnTo>
                  <a:pt x="1666875" y="228600"/>
                </a:lnTo>
                <a:lnTo>
                  <a:pt x="1657350" y="228600"/>
                </a:lnTo>
                <a:lnTo>
                  <a:pt x="1657350" y="219075"/>
                </a:lnTo>
                <a:lnTo>
                  <a:pt x="1638300" y="219075"/>
                </a:lnTo>
                <a:lnTo>
                  <a:pt x="1638300" y="209550"/>
                </a:lnTo>
                <a:lnTo>
                  <a:pt x="1619250" y="209550"/>
                </a:lnTo>
                <a:lnTo>
                  <a:pt x="1619250" y="200025"/>
                </a:lnTo>
                <a:lnTo>
                  <a:pt x="1609725" y="200025"/>
                </a:lnTo>
                <a:lnTo>
                  <a:pt x="1609725" y="190500"/>
                </a:lnTo>
                <a:lnTo>
                  <a:pt x="1600200" y="190500"/>
                </a:lnTo>
                <a:lnTo>
                  <a:pt x="1600200" y="180975"/>
                </a:lnTo>
                <a:lnTo>
                  <a:pt x="1581150" y="180975"/>
                </a:lnTo>
                <a:close/>
                <a:moveTo>
                  <a:pt x="352425" y="180975"/>
                </a:moveTo>
                <a:lnTo>
                  <a:pt x="361950" y="180975"/>
                </a:lnTo>
                <a:lnTo>
                  <a:pt x="361950" y="190500"/>
                </a:lnTo>
                <a:lnTo>
                  <a:pt x="381000" y="190500"/>
                </a:lnTo>
                <a:lnTo>
                  <a:pt x="381000" y="200025"/>
                </a:lnTo>
                <a:lnTo>
                  <a:pt x="352425" y="200025"/>
                </a:lnTo>
                <a:close/>
                <a:moveTo>
                  <a:pt x="466725" y="180975"/>
                </a:moveTo>
                <a:lnTo>
                  <a:pt x="476250" y="180975"/>
                </a:lnTo>
                <a:lnTo>
                  <a:pt x="476250" y="190500"/>
                </a:lnTo>
                <a:lnTo>
                  <a:pt x="466725" y="190500"/>
                </a:lnTo>
                <a:close/>
                <a:moveTo>
                  <a:pt x="1733550" y="190500"/>
                </a:moveTo>
                <a:lnTo>
                  <a:pt x="1752600" y="190500"/>
                </a:lnTo>
                <a:lnTo>
                  <a:pt x="1752600" y="209550"/>
                </a:lnTo>
                <a:lnTo>
                  <a:pt x="1733550" y="209550"/>
                </a:lnTo>
                <a:close/>
                <a:moveTo>
                  <a:pt x="428625" y="209550"/>
                </a:moveTo>
                <a:lnTo>
                  <a:pt x="438150" y="209550"/>
                </a:lnTo>
                <a:lnTo>
                  <a:pt x="438150" y="219075"/>
                </a:lnTo>
                <a:lnTo>
                  <a:pt x="428625" y="219075"/>
                </a:lnTo>
                <a:close/>
                <a:moveTo>
                  <a:pt x="381000" y="219075"/>
                </a:moveTo>
                <a:lnTo>
                  <a:pt x="400050" y="219075"/>
                </a:lnTo>
                <a:lnTo>
                  <a:pt x="400050" y="228600"/>
                </a:lnTo>
                <a:lnTo>
                  <a:pt x="409575" y="228600"/>
                </a:lnTo>
                <a:lnTo>
                  <a:pt x="409575" y="219075"/>
                </a:lnTo>
                <a:lnTo>
                  <a:pt x="428625" y="219075"/>
                </a:lnTo>
                <a:lnTo>
                  <a:pt x="428625" y="228600"/>
                </a:lnTo>
                <a:lnTo>
                  <a:pt x="419100" y="228600"/>
                </a:lnTo>
                <a:lnTo>
                  <a:pt x="419100" y="238125"/>
                </a:lnTo>
                <a:lnTo>
                  <a:pt x="390525" y="238125"/>
                </a:lnTo>
                <a:lnTo>
                  <a:pt x="390525" y="247650"/>
                </a:lnTo>
                <a:lnTo>
                  <a:pt x="381000" y="247650"/>
                </a:lnTo>
                <a:lnTo>
                  <a:pt x="381000" y="266700"/>
                </a:lnTo>
                <a:lnTo>
                  <a:pt x="371475" y="266700"/>
                </a:lnTo>
                <a:lnTo>
                  <a:pt x="371475" y="276225"/>
                </a:lnTo>
                <a:lnTo>
                  <a:pt x="361950" y="276225"/>
                </a:lnTo>
                <a:lnTo>
                  <a:pt x="361950" y="285750"/>
                </a:lnTo>
                <a:lnTo>
                  <a:pt x="352425" y="285750"/>
                </a:lnTo>
                <a:lnTo>
                  <a:pt x="352425" y="304800"/>
                </a:lnTo>
                <a:lnTo>
                  <a:pt x="342900" y="304800"/>
                </a:lnTo>
                <a:lnTo>
                  <a:pt x="342900" y="314325"/>
                </a:lnTo>
                <a:lnTo>
                  <a:pt x="333375" y="314325"/>
                </a:lnTo>
                <a:lnTo>
                  <a:pt x="333375" y="276225"/>
                </a:lnTo>
                <a:lnTo>
                  <a:pt x="323850" y="276225"/>
                </a:lnTo>
                <a:lnTo>
                  <a:pt x="323850" y="257175"/>
                </a:lnTo>
                <a:lnTo>
                  <a:pt x="342900" y="257175"/>
                </a:lnTo>
                <a:lnTo>
                  <a:pt x="342900" y="247650"/>
                </a:lnTo>
                <a:lnTo>
                  <a:pt x="352425" y="247650"/>
                </a:lnTo>
                <a:lnTo>
                  <a:pt x="352425" y="257175"/>
                </a:lnTo>
                <a:lnTo>
                  <a:pt x="371475" y="257175"/>
                </a:lnTo>
                <a:lnTo>
                  <a:pt x="371475" y="238125"/>
                </a:lnTo>
                <a:lnTo>
                  <a:pt x="381000" y="238125"/>
                </a:lnTo>
                <a:close/>
                <a:moveTo>
                  <a:pt x="1666875" y="228600"/>
                </a:moveTo>
                <a:lnTo>
                  <a:pt x="1676400" y="228600"/>
                </a:lnTo>
                <a:lnTo>
                  <a:pt x="1676400" y="238125"/>
                </a:lnTo>
                <a:lnTo>
                  <a:pt x="1666875" y="238125"/>
                </a:lnTo>
                <a:close/>
                <a:moveTo>
                  <a:pt x="1685925" y="238125"/>
                </a:moveTo>
                <a:lnTo>
                  <a:pt x="1695450" y="238125"/>
                </a:lnTo>
                <a:lnTo>
                  <a:pt x="1695450" y="247650"/>
                </a:lnTo>
                <a:lnTo>
                  <a:pt x="1685925" y="247650"/>
                </a:lnTo>
                <a:close/>
                <a:moveTo>
                  <a:pt x="1695450" y="247650"/>
                </a:moveTo>
                <a:lnTo>
                  <a:pt x="1704975" y="247650"/>
                </a:lnTo>
                <a:lnTo>
                  <a:pt x="1704975" y="257175"/>
                </a:lnTo>
                <a:lnTo>
                  <a:pt x="1695450" y="257175"/>
                </a:lnTo>
                <a:close/>
                <a:moveTo>
                  <a:pt x="1704975" y="257175"/>
                </a:moveTo>
                <a:lnTo>
                  <a:pt x="1714500" y="257175"/>
                </a:lnTo>
                <a:lnTo>
                  <a:pt x="1714500" y="266700"/>
                </a:lnTo>
                <a:lnTo>
                  <a:pt x="1704975" y="266700"/>
                </a:lnTo>
                <a:close/>
                <a:moveTo>
                  <a:pt x="228600" y="266700"/>
                </a:moveTo>
                <a:lnTo>
                  <a:pt x="238125" y="266700"/>
                </a:lnTo>
                <a:lnTo>
                  <a:pt x="238125" y="276225"/>
                </a:lnTo>
                <a:lnTo>
                  <a:pt x="228600" y="276225"/>
                </a:lnTo>
                <a:close/>
                <a:moveTo>
                  <a:pt x="276225" y="266700"/>
                </a:moveTo>
                <a:lnTo>
                  <a:pt x="285750" y="266700"/>
                </a:lnTo>
                <a:lnTo>
                  <a:pt x="285750" y="276225"/>
                </a:lnTo>
                <a:lnTo>
                  <a:pt x="276225" y="276225"/>
                </a:lnTo>
                <a:close/>
                <a:moveTo>
                  <a:pt x="1724025" y="266700"/>
                </a:moveTo>
                <a:lnTo>
                  <a:pt x="1762125" y="266700"/>
                </a:lnTo>
                <a:lnTo>
                  <a:pt x="1762125" y="314325"/>
                </a:lnTo>
                <a:lnTo>
                  <a:pt x="1771650" y="314325"/>
                </a:lnTo>
                <a:lnTo>
                  <a:pt x="1771650" y="323850"/>
                </a:lnTo>
                <a:lnTo>
                  <a:pt x="1790700" y="323850"/>
                </a:lnTo>
                <a:lnTo>
                  <a:pt x="1790700" y="333375"/>
                </a:lnTo>
                <a:lnTo>
                  <a:pt x="1800225" y="333375"/>
                </a:lnTo>
                <a:lnTo>
                  <a:pt x="1800225" y="361950"/>
                </a:lnTo>
                <a:lnTo>
                  <a:pt x="1790700" y="361950"/>
                </a:lnTo>
                <a:lnTo>
                  <a:pt x="1790700" y="352425"/>
                </a:lnTo>
                <a:lnTo>
                  <a:pt x="1781175" y="352425"/>
                </a:lnTo>
                <a:lnTo>
                  <a:pt x="1781175" y="342900"/>
                </a:lnTo>
                <a:lnTo>
                  <a:pt x="1771650" y="342900"/>
                </a:lnTo>
                <a:lnTo>
                  <a:pt x="1771650" y="333375"/>
                </a:lnTo>
                <a:lnTo>
                  <a:pt x="1762125" y="333375"/>
                </a:lnTo>
                <a:lnTo>
                  <a:pt x="1762125" y="323850"/>
                </a:lnTo>
                <a:lnTo>
                  <a:pt x="1752600" y="323850"/>
                </a:lnTo>
                <a:lnTo>
                  <a:pt x="1752600" y="304800"/>
                </a:lnTo>
                <a:lnTo>
                  <a:pt x="1743075" y="304800"/>
                </a:lnTo>
                <a:lnTo>
                  <a:pt x="1743075" y="285750"/>
                </a:lnTo>
                <a:lnTo>
                  <a:pt x="1733550" y="285750"/>
                </a:lnTo>
                <a:lnTo>
                  <a:pt x="1733550" y="276225"/>
                </a:lnTo>
                <a:lnTo>
                  <a:pt x="1724025" y="276225"/>
                </a:lnTo>
                <a:close/>
                <a:moveTo>
                  <a:pt x="1771650" y="266700"/>
                </a:moveTo>
                <a:lnTo>
                  <a:pt x="1781175" y="266700"/>
                </a:lnTo>
                <a:lnTo>
                  <a:pt x="1781175" y="276225"/>
                </a:lnTo>
                <a:lnTo>
                  <a:pt x="1771650" y="276225"/>
                </a:lnTo>
                <a:close/>
                <a:moveTo>
                  <a:pt x="123825" y="285750"/>
                </a:moveTo>
                <a:lnTo>
                  <a:pt x="133350" y="285750"/>
                </a:lnTo>
                <a:lnTo>
                  <a:pt x="133350" y="295275"/>
                </a:lnTo>
                <a:lnTo>
                  <a:pt x="152400" y="295275"/>
                </a:lnTo>
                <a:lnTo>
                  <a:pt x="152400" y="314325"/>
                </a:lnTo>
                <a:lnTo>
                  <a:pt x="142875" y="314325"/>
                </a:lnTo>
                <a:lnTo>
                  <a:pt x="142875" y="333375"/>
                </a:lnTo>
                <a:lnTo>
                  <a:pt x="95250" y="333375"/>
                </a:lnTo>
                <a:lnTo>
                  <a:pt x="95250" y="323850"/>
                </a:lnTo>
                <a:lnTo>
                  <a:pt x="85725" y="323850"/>
                </a:lnTo>
                <a:lnTo>
                  <a:pt x="85725" y="314325"/>
                </a:lnTo>
                <a:lnTo>
                  <a:pt x="104775" y="314325"/>
                </a:lnTo>
                <a:lnTo>
                  <a:pt x="104775" y="304800"/>
                </a:lnTo>
                <a:lnTo>
                  <a:pt x="123825" y="304800"/>
                </a:lnTo>
                <a:close/>
                <a:moveTo>
                  <a:pt x="1933575" y="304800"/>
                </a:moveTo>
                <a:lnTo>
                  <a:pt x="1962150" y="304800"/>
                </a:lnTo>
                <a:lnTo>
                  <a:pt x="1962150" y="314325"/>
                </a:lnTo>
                <a:lnTo>
                  <a:pt x="2038350" y="314325"/>
                </a:lnTo>
                <a:lnTo>
                  <a:pt x="2038350" y="304800"/>
                </a:lnTo>
                <a:lnTo>
                  <a:pt x="2057400" y="304800"/>
                </a:lnTo>
                <a:lnTo>
                  <a:pt x="2057400" y="314325"/>
                </a:lnTo>
                <a:lnTo>
                  <a:pt x="2105025" y="314325"/>
                </a:lnTo>
                <a:lnTo>
                  <a:pt x="2105025" y="342900"/>
                </a:lnTo>
                <a:lnTo>
                  <a:pt x="2038350" y="342900"/>
                </a:lnTo>
                <a:lnTo>
                  <a:pt x="2038350" y="352425"/>
                </a:lnTo>
                <a:lnTo>
                  <a:pt x="2019300" y="352425"/>
                </a:lnTo>
                <a:lnTo>
                  <a:pt x="2019300" y="342900"/>
                </a:lnTo>
                <a:lnTo>
                  <a:pt x="2009775" y="342900"/>
                </a:lnTo>
                <a:lnTo>
                  <a:pt x="2009775" y="333375"/>
                </a:lnTo>
                <a:lnTo>
                  <a:pt x="1981200" y="333375"/>
                </a:lnTo>
                <a:lnTo>
                  <a:pt x="1981200" y="342900"/>
                </a:lnTo>
                <a:lnTo>
                  <a:pt x="1971675" y="342900"/>
                </a:lnTo>
                <a:lnTo>
                  <a:pt x="1971675" y="333375"/>
                </a:lnTo>
                <a:lnTo>
                  <a:pt x="1962150" y="333375"/>
                </a:lnTo>
                <a:lnTo>
                  <a:pt x="1962150" y="323850"/>
                </a:lnTo>
                <a:lnTo>
                  <a:pt x="1943100" y="323850"/>
                </a:lnTo>
                <a:lnTo>
                  <a:pt x="1943100" y="333375"/>
                </a:lnTo>
                <a:lnTo>
                  <a:pt x="1933575" y="333375"/>
                </a:lnTo>
                <a:lnTo>
                  <a:pt x="1933575" y="342900"/>
                </a:lnTo>
                <a:lnTo>
                  <a:pt x="1905000" y="342900"/>
                </a:lnTo>
                <a:lnTo>
                  <a:pt x="1905000" y="323850"/>
                </a:lnTo>
                <a:lnTo>
                  <a:pt x="1914525" y="323850"/>
                </a:lnTo>
                <a:lnTo>
                  <a:pt x="1914525" y="314325"/>
                </a:lnTo>
                <a:lnTo>
                  <a:pt x="1933575" y="314325"/>
                </a:lnTo>
                <a:close/>
                <a:moveTo>
                  <a:pt x="323850" y="314325"/>
                </a:moveTo>
                <a:lnTo>
                  <a:pt x="333375" y="314325"/>
                </a:lnTo>
                <a:lnTo>
                  <a:pt x="333375" y="323850"/>
                </a:lnTo>
                <a:lnTo>
                  <a:pt x="323850" y="323850"/>
                </a:lnTo>
                <a:close/>
                <a:moveTo>
                  <a:pt x="247650" y="323850"/>
                </a:moveTo>
                <a:lnTo>
                  <a:pt x="266700" y="323850"/>
                </a:lnTo>
                <a:lnTo>
                  <a:pt x="266700" y="333375"/>
                </a:lnTo>
                <a:lnTo>
                  <a:pt x="247650" y="333375"/>
                </a:lnTo>
                <a:close/>
                <a:moveTo>
                  <a:pt x="285750" y="323850"/>
                </a:moveTo>
                <a:lnTo>
                  <a:pt x="323850" y="323850"/>
                </a:lnTo>
                <a:lnTo>
                  <a:pt x="323850" y="333375"/>
                </a:lnTo>
                <a:lnTo>
                  <a:pt x="304800" y="333375"/>
                </a:lnTo>
                <a:lnTo>
                  <a:pt x="304800" y="342900"/>
                </a:lnTo>
                <a:lnTo>
                  <a:pt x="285750" y="342900"/>
                </a:lnTo>
                <a:close/>
                <a:moveTo>
                  <a:pt x="161925" y="333375"/>
                </a:moveTo>
                <a:lnTo>
                  <a:pt x="180975" y="333375"/>
                </a:lnTo>
                <a:lnTo>
                  <a:pt x="180975" y="342900"/>
                </a:lnTo>
                <a:lnTo>
                  <a:pt x="171450" y="342900"/>
                </a:lnTo>
                <a:lnTo>
                  <a:pt x="171450" y="352425"/>
                </a:lnTo>
                <a:lnTo>
                  <a:pt x="142875" y="352425"/>
                </a:lnTo>
                <a:lnTo>
                  <a:pt x="142875" y="342900"/>
                </a:lnTo>
                <a:lnTo>
                  <a:pt x="161925" y="342900"/>
                </a:lnTo>
                <a:close/>
                <a:moveTo>
                  <a:pt x="209550" y="333375"/>
                </a:moveTo>
                <a:lnTo>
                  <a:pt x="219075" y="333375"/>
                </a:lnTo>
                <a:lnTo>
                  <a:pt x="219075" y="342900"/>
                </a:lnTo>
                <a:lnTo>
                  <a:pt x="209550" y="342900"/>
                </a:lnTo>
                <a:close/>
                <a:moveTo>
                  <a:pt x="28575" y="342900"/>
                </a:moveTo>
                <a:lnTo>
                  <a:pt x="38100" y="342900"/>
                </a:lnTo>
                <a:lnTo>
                  <a:pt x="38100" y="352425"/>
                </a:lnTo>
                <a:lnTo>
                  <a:pt x="28575" y="352425"/>
                </a:lnTo>
                <a:close/>
                <a:moveTo>
                  <a:pt x="47625" y="342900"/>
                </a:moveTo>
                <a:lnTo>
                  <a:pt x="57150" y="342900"/>
                </a:lnTo>
                <a:lnTo>
                  <a:pt x="57150" y="352425"/>
                </a:lnTo>
                <a:lnTo>
                  <a:pt x="47625" y="352425"/>
                </a:lnTo>
                <a:close/>
                <a:moveTo>
                  <a:pt x="1971675" y="352425"/>
                </a:moveTo>
                <a:lnTo>
                  <a:pt x="2000250" y="352425"/>
                </a:lnTo>
                <a:lnTo>
                  <a:pt x="2000250" y="361950"/>
                </a:lnTo>
                <a:lnTo>
                  <a:pt x="2028825" y="361950"/>
                </a:lnTo>
                <a:lnTo>
                  <a:pt x="2028825" y="371475"/>
                </a:lnTo>
                <a:lnTo>
                  <a:pt x="2038350" y="371475"/>
                </a:lnTo>
                <a:lnTo>
                  <a:pt x="2038350" y="381000"/>
                </a:lnTo>
                <a:lnTo>
                  <a:pt x="2105025" y="381000"/>
                </a:lnTo>
                <a:lnTo>
                  <a:pt x="2105025" y="400050"/>
                </a:lnTo>
                <a:lnTo>
                  <a:pt x="2028825" y="400050"/>
                </a:lnTo>
                <a:lnTo>
                  <a:pt x="2028825" y="409575"/>
                </a:lnTo>
                <a:lnTo>
                  <a:pt x="2009775" y="409575"/>
                </a:lnTo>
                <a:lnTo>
                  <a:pt x="2009775" y="419100"/>
                </a:lnTo>
                <a:lnTo>
                  <a:pt x="1971675" y="419100"/>
                </a:lnTo>
                <a:lnTo>
                  <a:pt x="1971675" y="400050"/>
                </a:lnTo>
                <a:lnTo>
                  <a:pt x="1962150" y="400050"/>
                </a:lnTo>
                <a:lnTo>
                  <a:pt x="1962150" y="390525"/>
                </a:lnTo>
                <a:lnTo>
                  <a:pt x="1933575" y="390525"/>
                </a:lnTo>
                <a:lnTo>
                  <a:pt x="1933575" y="381000"/>
                </a:lnTo>
                <a:lnTo>
                  <a:pt x="1943100" y="381000"/>
                </a:lnTo>
                <a:lnTo>
                  <a:pt x="1943100" y="371475"/>
                </a:lnTo>
                <a:lnTo>
                  <a:pt x="1962150" y="371475"/>
                </a:lnTo>
                <a:lnTo>
                  <a:pt x="1962150" y="361950"/>
                </a:lnTo>
                <a:lnTo>
                  <a:pt x="1971675" y="361950"/>
                </a:lnTo>
                <a:close/>
                <a:moveTo>
                  <a:pt x="76200" y="361950"/>
                </a:moveTo>
                <a:lnTo>
                  <a:pt x="85725" y="361950"/>
                </a:lnTo>
                <a:lnTo>
                  <a:pt x="85725" y="371475"/>
                </a:lnTo>
                <a:lnTo>
                  <a:pt x="76200" y="371475"/>
                </a:lnTo>
                <a:close/>
                <a:moveTo>
                  <a:pt x="123825" y="361950"/>
                </a:moveTo>
                <a:lnTo>
                  <a:pt x="152400" y="361950"/>
                </a:lnTo>
                <a:lnTo>
                  <a:pt x="152400" y="371475"/>
                </a:lnTo>
                <a:lnTo>
                  <a:pt x="171450" y="371475"/>
                </a:lnTo>
                <a:lnTo>
                  <a:pt x="171450" y="381000"/>
                </a:lnTo>
                <a:lnTo>
                  <a:pt x="180975" y="381000"/>
                </a:lnTo>
                <a:lnTo>
                  <a:pt x="180975" y="371475"/>
                </a:lnTo>
                <a:lnTo>
                  <a:pt x="190500" y="371475"/>
                </a:lnTo>
                <a:lnTo>
                  <a:pt x="190500" y="390525"/>
                </a:lnTo>
                <a:lnTo>
                  <a:pt x="180975" y="390525"/>
                </a:lnTo>
                <a:lnTo>
                  <a:pt x="180975" y="400050"/>
                </a:lnTo>
                <a:lnTo>
                  <a:pt x="200025" y="400050"/>
                </a:lnTo>
                <a:lnTo>
                  <a:pt x="200025" y="371475"/>
                </a:lnTo>
                <a:lnTo>
                  <a:pt x="209550" y="371475"/>
                </a:lnTo>
                <a:lnTo>
                  <a:pt x="209550" y="390525"/>
                </a:lnTo>
                <a:lnTo>
                  <a:pt x="228600" y="390525"/>
                </a:lnTo>
                <a:lnTo>
                  <a:pt x="228600" y="400050"/>
                </a:lnTo>
                <a:lnTo>
                  <a:pt x="238125" y="400050"/>
                </a:lnTo>
                <a:lnTo>
                  <a:pt x="238125" y="381000"/>
                </a:lnTo>
                <a:lnTo>
                  <a:pt x="257175" y="381000"/>
                </a:lnTo>
                <a:lnTo>
                  <a:pt x="257175" y="371475"/>
                </a:lnTo>
                <a:lnTo>
                  <a:pt x="266700" y="371475"/>
                </a:lnTo>
                <a:lnTo>
                  <a:pt x="266700" y="361950"/>
                </a:lnTo>
                <a:lnTo>
                  <a:pt x="276225" y="361950"/>
                </a:lnTo>
                <a:lnTo>
                  <a:pt x="276225" y="371475"/>
                </a:lnTo>
                <a:lnTo>
                  <a:pt x="266700" y="371475"/>
                </a:lnTo>
                <a:lnTo>
                  <a:pt x="266700" y="400050"/>
                </a:lnTo>
                <a:lnTo>
                  <a:pt x="247650" y="400050"/>
                </a:lnTo>
                <a:lnTo>
                  <a:pt x="247650" y="409575"/>
                </a:lnTo>
                <a:lnTo>
                  <a:pt x="219075" y="409575"/>
                </a:lnTo>
                <a:lnTo>
                  <a:pt x="219075" y="419100"/>
                </a:lnTo>
                <a:lnTo>
                  <a:pt x="209550" y="419100"/>
                </a:lnTo>
                <a:lnTo>
                  <a:pt x="209550" y="438150"/>
                </a:lnTo>
                <a:lnTo>
                  <a:pt x="219075" y="438150"/>
                </a:lnTo>
                <a:lnTo>
                  <a:pt x="219075" y="457200"/>
                </a:lnTo>
                <a:lnTo>
                  <a:pt x="209550" y="457200"/>
                </a:lnTo>
                <a:lnTo>
                  <a:pt x="209550" y="466725"/>
                </a:lnTo>
                <a:lnTo>
                  <a:pt x="200025" y="466725"/>
                </a:lnTo>
                <a:lnTo>
                  <a:pt x="200025" y="476250"/>
                </a:lnTo>
                <a:lnTo>
                  <a:pt x="190500" y="476250"/>
                </a:lnTo>
                <a:lnTo>
                  <a:pt x="190500" y="409575"/>
                </a:lnTo>
                <a:lnTo>
                  <a:pt x="152400" y="409575"/>
                </a:lnTo>
                <a:lnTo>
                  <a:pt x="152400" y="390525"/>
                </a:lnTo>
                <a:lnTo>
                  <a:pt x="133350" y="390525"/>
                </a:lnTo>
                <a:lnTo>
                  <a:pt x="133350" y="371475"/>
                </a:lnTo>
                <a:lnTo>
                  <a:pt x="123825" y="371475"/>
                </a:lnTo>
                <a:close/>
                <a:moveTo>
                  <a:pt x="1800225" y="361950"/>
                </a:moveTo>
                <a:lnTo>
                  <a:pt x="1809750" y="361950"/>
                </a:lnTo>
                <a:lnTo>
                  <a:pt x="1809750" y="371475"/>
                </a:lnTo>
                <a:lnTo>
                  <a:pt x="1800225" y="371475"/>
                </a:lnTo>
                <a:close/>
                <a:moveTo>
                  <a:pt x="57150" y="381000"/>
                </a:moveTo>
                <a:lnTo>
                  <a:pt x="76200" y="381000"/>
                </a:lnTo>
                <a:lnTo>
                  <a:pt x="76200" y="390525"/>
                </a:lnTo>
                <a:lnTo>
                  <a:pt x="57150" y="390525"/>
                </a:lnTo>
                <a:close/>
                <a:moveTo>
                  <a:pt x="9525" y="390525"/>
                </a:moveTo>
                <a:lnTo>
                  <a:pt x="19050" y="390525"/>
                </a:lnTo>
                <a:lnTo>
                  <a:pt x="19050" y="409575"/>
                </a:lnTo>
                <a:lnTo>
                  <a:pt x="9525" y="409575"/>
                </a:lnTo>
                <a:close/>
                <a:moveTo>
                  <a:pt x="28575" y="390525"/>
                </a:moveTo>
                <a:lnTo>
                  <a:pt x="38100" y="390525"/>
                </a:lnTo>
                <a:lnTo>
                  <a:pt x="38100" y="400050"/>
                </a:lnTo>
                <a:lnTo>
                  <a:pt x="28575" y="400050"/>
                </a:lnTo>
                <a:close/>
                <a:moveTo>
                  <a:pt x="47625" y="390525"/>
                </a:moveTo>
                <a:lnTo>
                  <a:pt x="57150" y="390525"/>
                </a:lnTo>
                <a:lnTo>
                  <a:pt x="57150" y="400050"/>
                </a:lnTo>
                <a:lnTo>
                  <a:pt x="85725" y="400050"/>
                </a:lnTo>
                <a:lnTo>
                  <a:pt x="85725" y="419100"/>
                </a:lnTo>
                <a:lnTo>
                  <a:pt x="76200" y="419100"/>
                </a:lnTo>
                <a:lnTo>
                  <a:pt x="76200" y="409575"/>
                </a:lnTo>
                <a:lnTo>
                  <a:pt x="47625" y="409575"/>
                </a:lnTo>
                <a:close/>
                <a:moveTo>
                  <a:pt x="1990725" y="390525"/>
                </a:moveTo>
                <a:lnTo>
                  <a:pt x="2000250" y="390525"/>
                </a:lnTo>
                <a:lnTo>
                  <a:pt x="2000250" y="381000"/>
                </a:lnTo>
                <a:lnTo>
                  <a:pt x="1990725" y="381000"/>
                </a:lnTo>
                <a:close/>
                <a:moveTo>
                  <a:pt x="1828800" y="400050"/>
                </a:moveTo>
                <a:lnTo>
                  <a:pt x="1838325" y="400050"/>
                </a:lnTo>
                <a:lnTo>
                  <a:pt x="1838325" y="409575"/>
                </a:lnTo>
                <a:lnTo>
                  <a:pt x="1857375" y="409575"/>
                </a:lnTo>
                <a:lnTo>
                  <a:pt x="1857375" y="400050"/>
                </a:lnTo>
                <a:lnTo>
                  <a:pt x="1885950" y="400050"/>
                </a:lnTo>
                <a:lnTo>
                  <a:pt x="1885950" y="409575"/>
                </a:lnTo>
                <a:lnTo>
                  <a:pt x="1876425" y="409575"/>
                </a:lnTo>
                <a:lnTo>
                  <a:pt x="1876425" y="419100"/>
                </a:lnTo>
                <a:lnTo>
                  <a:pt x="1866900" y="419100"/>
                </a:lnTo>
                <a:lnTo>
                  <a:pt x="1866900" y="428625"/>
                </a:lnTo>
                <a:lnTo>
                  <a:pt x="1876425" y="428625"/>
                </a:lnTo>
                <a:lnTo>
                  <a:pt x="1876425" y="438150"/>
                </a:lnTo>
                <a:lnTo>
                  <a:pt x="1885950" y="438150"/>
                </a:lnTo>
                <a:lnTo>
                  <a:pt x="1885950" y="447675"/>
                </a:lnTo>
                <a:lnTo>
                  <a:pt x="1943100" y="447675"/>
                </a:lnTo>
                <a:lnTo>
                  <a:pt x="1943100" y="438150"/>
                </a:lnTo>
                <a:lnTo>
                  <a:pt x="2009775" y="438150"/>
                </a:lnTo>
                <a:lnTo>
                  <a:pt x="2009775" y="457200"/>
                </a:lnTo>
                <a:lnTo>
                  <a:pt x="2019300" y="457200"/>
                </a:lnTo>
                <a:lnTo>
                  <a:pt x="2019300" y="447675"/>
                </a:lnTo>
                <a:lnTo>
                  <a:pt x="2038350" y="447675"/>
                </a:lnTo>
                <a:lnTo>
                  <a:pt x="2038350" y="438150"/>
                </a:lnTo>
                <a:lnTo>
                  <a:pt x="2047875" y="438150"/>
                </a:lnTo>
                <a:lnTo>
                  <a:pt x="2047875" y="447675"/>
                </a:lnTo>
                <a:lnTo>
                  <a:pt x="2076450" y="447675"/>
                </a:lnTo>
                <a:lnTo>
                  <a:pt x="2076450" y="457200"/>
                </a:lnTo>
                <a:lnTo>
                  <a:pt x="2057400" y="457200"/>
                </a:lnTo>
                <a:lnTo>
                  <a:pt x="2057400" y="466725"/>
                </a:lnTo>
                <a:lnTo>
                  <a:pt x="2038350" y="466725"/>
                </a:lnTo>
                <a:lnTo>
                  <a:pt x="2038350" y="476250"/>
                </a:lnTo>
                <a:lnTo>
                  <a:pt x="2028825" y="476250"/>
                </a:lnTo>
                <a:lnTo>
                  <a:pt x="2028825" y="466725"/>
                </a:lnTo>
                <a:lnTo>
                  <a:pt x="2019300" y="466725"/>
                </a:lnTo>
                <a:lnTo>
                  <a:pt x="2019300" y="476250"/>
                </a:lnTo>
                <a:lnTo>
                  <a:pt x="1971675" y="476250"/>
                </a:lnTo>
                <a:lnTo>
                  <a:pt x="1971675" y="466725"/>
                </a:lnTo>
                <a:lnTo>
                  <a:pt x="1962150" y="466725"/>
                </a:lnTo>
                <a:lnTo>
                  <a:pt x="1962150" y="457200"/>
                </a:lnTo>
                <a:lnTo>
                  <a:pt x="1876425" y="457200"/>
                </a:lnTo>
                <a:lnTo>
                  <a:pt x="1876425" y="466725"/>
                </a:lnTo>
                <a:lnTo>
                  <a:pt x="1885950" y="466725"/>
                </a:lnTo>
                <a:lnTo>
                  <a:pt x="1885950" y="476250"/>
                </a:lnTo>
                <a:lnTo>
                  <a:pt x="1895475" y="476250"/>
                </a:lnTo>
                <a:lnTo>
                  <a:pt x="1895475" y="485775"/>
                </a:lnTo>
                <a:lnTo>
                  <a:pt x="1905000" y="485775"/>
                </a:lnTo>
                <a:lnTo>
                  <a:pt x="1905000" y="495300"/>
                </a:lnTo>
                <a:lnTo>
                  <a:pt x="1914525" y="495300"/>
                </a:lnTo>
                <a:lnTo>
                  <a:pt x="1914525" y="523875"/>
                </a:lnTo>
                <a:lnTo>
                  <a:pt x="1933575" y="523875"/>
                </a:lnTo>
                <a:lnTo>
                  <a:pt x="1933575" y="514350"/>
                </a:lnTo>
                <a:lnTo>
                  <a:pt x="1962150" y="514350"/>
                </a:lnTo>
                <a:lnTo>
                  <a:pt x="1962150" y="533400"/>
                </a:lnTo>
                <a:lnTo>
                  <a:pt x="1952625" y="533400"/>
                </a:lnTo>
                <a:lnTo>
                  <a:pt x="1952625" y="542925"/>
                </a:lnTo>
                <a:lnTo>
                  <a:pt x="1943100" y="542925"/>
                </a:lnTo>
                <a:lnTo>
                  <a:pt x="1943100" y="533400"/>
                </a:lnTo>
                <a:lnTo>
                  <a:pt x="1924050" y="533400"/>
                </a:lnTo>
                <a:lnTo>
                  <a:pt x="1924050" y="552450"/>
                </a:lnTo>
                <a:lnTo>
                  <a:pt x="1914525" y="552450"/>
                </a:lnTo>
                <a:lnTo>
                  <a:pt x="1914525" y="533400"/>
                </a:lnTo>
                <a:lnTo>
                  <a:pt x="1905000" y="533400"/>
                </a:lnTo>
                <a:lnTo>
                  <a:pt x="1905000" y="523875"/>
                </a:lnTo>
                <a:lnTo>
                  <a:pt x="1895475" y="523875"/>
                </a:lnTo>
                <a:lnTo>
                  <a:pt x="1895475" y="495300"/>
                </a:lnTo>
                <a:lnTo>
                  <a:pt x="1885950" y="495300"/>
                </a:lnTo>
                <a:lnTo>
                  <a:pt x="1885950" y="485775"/>
                </a:lnTo>
                <a:lnTo>
                  <a:pt x="1876425" y="485775"/>
                </a:lnTo>
                <a:lnTo>
                  <a:pt x="1876425" y="476250"/>
                </a:lnTo>
                <a:lnTo>
                  <a:pt x="1866900" y="476250"/>
                </a:lnTo>
                <a:lnTo>
                  <a:pt x="1866900" y="447675"/>
                </a:lnTo>
                <a:lnTo>
                  <a:pt x="1857375" y="447675"/>
                </a:lnTo>
                <a:lnTo>
                  <a:pt x="1857375" y="438150"/>
                </a:lnTo>
                <a:lnTo>
                  <a:pt x="1847850" y="438150"/>
                </a:lnTo>
                <a:lnTo>
                  <a:pt x="1847850" y="428625"/>
                </a:lnTo>
                <a:lnTo>
                  <a:pt x="1838325" y="428625"/>
                </a:lnTo>
                <a:lnTo>
                  <a:pt x="1838325" y="419100"/>
                </a:lnTo>
                <a:lnTo>
                  <a:pt x="1828800" y="419100"/>
                </a:lnTo>
                <a:close/>
                <a:moveTo>
                  <a:pt x="1914525" y="400050"/>
                </a:moveTo>
                <a:lnTo>
                  <a:pt x="1924050" y="400050"/>
                </a:lnTo>
                <a:lnTo>
                  <a:pt x="1924050" y="409575"/>
                </a:lnTo>
                <a:lnTo>
                  <a:pt x="1914525" y="409575"/>
                </a:lnTo>
                <a:close/>
                <a:moveTo>
                  <a:pt x="19050" y="438150"/>
                </a:moveTo>
                <a:lnTo>
                  <a:pt x="38100" y="438150"/>
                </a:lnTo>
                <a:lnTo>
                  <a:pt x="38100" y="447675"/>
                </a:lnTo>
                <a:lnTo>
                  <a:pt x="57150" y="447675"/>
                </a:lnTo>
                <a:lnTo>
                  <a:pt x="57150" y="466725"/>
                </a:lnTo>
                <a:lnTo>
                  <a:pt x="38100" y="466725"/>
                </a:lnTo>
                <a:lnTo>
                  <a:pt x="38100" y="457200"/>
                </a:lnTo>
                <a:lnTo>
                  <a:pt x="19050" y="457200"/>
                </a:lnTo>
                <a:close/>
                <a:moveTo>
                  <a:pt x="66675" y="457200"/>
                </a:moveTo>
                <a:lnTo>
                  <a:pt x="76200" y="457200"/>
                </a:lnTo>
                <a:lnTo>
                  <a:pt x="76200" y="476250"/>
                </a:lnTo>
                <a:lnTo>
                  <a:pt x="66675" y="476250"/>
                </a:lnTo>
                <a:close/>
                <a:moveTo>
                  <a:pt x="180975" y="476250"/>
                </a:moveTo>
                <a:lnTo>
                  <a:pt x="190500" y="476250"/>
                </a:lnTo>
                <a:lnTo>
                  <a:pt x="190500" y="495300"/>
                </a:lnTo>
                <a:lnTo>
                  <a:pt x="180975" y="495300"/>
                </a:lnTo>
                <a:close/>
                <a:moveTo>
                  <a:pt x="0" y="485775"/>
                </a:moveTo>
                <a:lnTo>
                  <a:pt x="9525" y="485775"/>
                </a:lnTo>
                <a:lnTo>
                  <a:pt x="9525" y="495300"/>
                </a:lnTo>
                <a:lnTo>
                  <a:pt x="0" y="495300"/>
                </a:lnTo>
                <a:close/>
                <a:moveTo>
                  <a:pt x="1962150" y="485775"/>
                </a:moveTo>
                <a:lnTo>
                  <a:pt x="1971675" y="485775"/>
                </a:lnTo>
                <a:lnTo>
                  <a:pt x="1971675" y="504825"/>
                </a:lnTo>
                <a:lnTo>
                  <a:pt x="1962150" y="504825"/>
                </a:lnTo>
                <a:close/>
                <a:moveTo>
                  <a:pt x="2057400" y="485775"/>
                </a:moveTo>
                <a:lnTo>
                  <a:pt x="2076450" y="485775"/>
                </a:lnTo>
                <a:lnTo>
                  <a:pt x="2076450" y="495300"/>
                </a:lnTo>
                <a:lnTo>
                  <a:pt x="2057400" y="495300"/>
                </a:lnTo>
                <a:close/>
                <a:moveTo>
                  <a:pt x="114300" y="495300"/>
                </a:moveTo>
                <a:lnTo>
                  <a:pt x="142875" y="495300"/>
                </a:lnTo>
                <a:lnTo>
                  <a:pt x="142875" y="523875"/>
                </a:lnTo>
                <a:lnTo>
                  <a:pt x="123825" y="523875"/>
                </a:lnTo>
                <a:lnTo>
                  <a:pt x="123825" y="514350"/>
                </a:lnTo>
                <a:lnTo>
                  <a:pt x="114300" y="514350"/>
                </a:lnTo>
                <a:close/>
                <a:moveTo>
                  <a:pt x="19050" y="514350"/>
                </a:moveTo>
                <a:lnTo>
                  <a:pt x="28575" y="514350"/>
                </a:lnTo>
                <a:lnTo>
                  <a:pt x="28575" y="533400"/>
                </a:lnTo>
                <a:lnTo>
                  <a:pt x="19050" y="533400"/>
                </a:lnTo>
                <a:close/>
                <a:moveTo>
                  <a:pt x="114300" y="552450"/>
                </a:moveTo>
                <a:lnTo>
                  <a:pt x="142875" y="552450"/>
                </a:lnTo>
                <a:lnTo>
                  <a:pt x="142875" y="561975"/>
                </a:lnTo>
                <a:lnTo>
                  <a:pt x="152400" y="561975"/>
                </a:lnTo>
                <a:lnTo>
                  <a:pt x="152400" y="571500"/>
                </a:lnTo>
                <a:lnTo>
                  <a:pt x="142875" y="571500"/>
                </a:lnTo>
                <a:lnTo>
                  <a:pt x="142875" y="581025"/>
                </a:lnTo>
                <a:lnTo>
                  <a:pt x="133350" y="581025"/>
                </a:lnTo>
                <a:lnTo>
                  <a:pt x="133350" y="571500"/>
                </a:lnTo>
                <a:lnTo>
                  <a:pt x="123825" y="571500"/>
                </a:lnTo>
                <a:lnTo>
                  <a:pt x="123825" y="561975"/>
                </a:lnTo>
                <a:lnTo>
                  <a:pt x="114300" y="561975"/>
                </a:lnTo>
                <a:close/>
                <a:moveTo>
                  <a:pt x="1933575" y="552450"/>
                </a:moveTo>
                <a:lnTo>
                  <a:pt x="1943100" y="552450"/>
                </a:lnTo>
                <a:lnTo>
                  <a:pt x="1943100" y="581025"/>
                </a:lnTo>
                <a:lnTo>
                  <a:pt x="1933575" y="581025"/>
                </a:lnTo>
                <a:close/>
                <a:moveTo>
                  <a:pt x="1981200" y="552450"/>
                </a:moveTo>
                <a:lnTo>
                  <a:pt x="1990725" y="552450"/>
                </a:lnTo>
                <a:lnTo>
                  <a:pt x="1990725" y="561975"/>
                </a:lnTo>
                <a:lnTo>
                  <a:pt x="1981200" y="561975"/>
                </a:lnTo>
                <a:close/>
                <a:moveTo>
                  <a:pt x="2085975" y="581025"/>
                </a:moveTo>
                <a:lnTo>
                  <a:pt x="2105025" y="581025"/>
                </a:lnTo>
                <a:lnTo>
                  <a:pt x="2105025" y="638175"/>
                </a:lnTo>
                <a:lnTo>
                  <a:pt x="2085975" y="638175"/>
                </a:lnTo>
                <a:lnTo>
                  <a:pt x="2085975" y="628650"/>
                </a:lnTo>
                <a:lnTo>
                  <a:pt x="2076450" y="628650"/>
                </a:lnTo>
                <a:lnTo>
                  <a:pt x="2076450" y="590550"/>
                </a:lnTo>
                <a:lnTo>
                  <a:pt x="2085975" y="590550"/>
                </a:lnTo>
                <a:close/>
                <a:moveTo>
                  <a:pt x="114300" y="600075"/>
                </a:moveTo>
                <a:lnTo>
                  <a:pt x="123825" y="600075"/>
                </a:lnTo>
                <a:lnTo>
                  <a:pt x="123825" y="619125"/>
                </a:lnTo>
                <a:lnTo>
                  <a:pt x="114300" y="619125"/>
                </a:lnTo>
                <a:close/>
                <a:moveTo>
                  <a:pt x="2000250" y="600075"/>
                </a:moveTo>
                <a:lnTo>
                  <a:pt x="2009775" y="600075"/>
                </a:lnTo>
                <a:lnTo>
                  <a:pt x="2009775" y="609600"/>
                </a:lnTo>
                <a:lnTo>
                  <a:pt x="2019300" y="609600"/>
                </a:lnTo>
                <a:lnTo>
                  <a:pt x="2019300" y="619125"/>
                </a:lnTo>
                <a:lnTo>
                  <a:pt x="2000250" y="619125"/>
                </a:lnTo>
                <a:close/>
                <a:moveTo>
                  <a:pt x="2000250" y="628650"/>
                </a:moveTo>
                <a:lnTo>
                  <a:pt x="2009775" y="628650"/>
                </a:lnTo>
                <a:lnTo>
                  <a:pt x="2009775" y="638175"/>
                </a:lnTo>
                <a:lnTo>
                  <a:pt x="2019300" y="638175"/>
                </a:lnTo>
                <a:lnTo>
                  <a:pt x="2019300" y="657225"/>
                </a:lnTo>
                <a:lnTo>
                  <a:pt x="2009775" y="657225"/>
                </a:lnTo>
                <a:lnTo>
                  <a:pt x="2009775" y="666750"/>
                </a:lnTo>
                <a:lnTo>
                  <a:pt x="2000250" y="666750"/>
                </a:lnTo>
                <a:lnTo>
                  <a:pt x="2000250" y="685800"/>
                </a:lnTo>
                <a:lnTo>
                  <a:pt x="1990725" y="685800"/>
                </a:lnTo>
                <a:lnTo>
                  <a:pt x="1990725" y="676275"/>
                </a:lnTo>
                <a:lnTo>
                  <a:pt x="1971675" y="676275"/>
                </a:lnTo>
                <a:lnTo>
                  <a:pt x="1971675" y="666750"/>
                </a:lnTo>
                <a:lnTo>
                  <a:pt x="1962150" y="666750"/>
                </a:lnTo>
                <a:lnTo>
                  <a:pt x="1962150" y="647700"/>
                </a:lnTo>
                <a:lnTo>
                  <a:pt x="1971675" y="647700"/>
                </a:lnTo>
                <a:lnTo>
                  <a:pt x="1971675" y="638175"/>
                </a:lnTo>
                <a:lnTo>
                  <a:pt x="2000250" y="638175"/>
                </a:lnTo>
                <a:close/>
                <a:moveTo>
                  <a:pt x="95250" y="666750"/>
                </a:moveTo>
                <a:lnTo>
                  <a:pt x="104775" y="666750"/>
                </a:lnTo>
                <a:lnTo>
                  <a:pt x="104775" y="676275"/>
                </a:lnTo>
                <a:lnTo>
                  <a:pt x="95250" y="676275"/>
                </a:lnTo>
                <a:close/>
                <a:moveTo>
                  <a:pt x="85725" y="676275"/>
                </a:moveTo>
                <a:lnTo>
                  <a:pt x="95250" y="676275"/>
                </a:lnTo>
                <a:lnTo>
                  <a:pt x="95250" y="733425"/>
                </a:lnTo>
                <a:lnTo>
                  <a:pt x="85725" y="733425"/>
                </a:lnTo>
                <a:lnTo>
                  <a:pt x="85725" y="742950"/>
                </a:lnTo>
                <a:lnTo>
                  <a:pt x="76200" y="742950"/>
                </a:lnTo>
                <a:lnTo>
                  <a:pt x="76200" y="752475"/>
                </a:lnTo>
                <a:lnTo>
                  <a:pt x="66675" y="752475"/>
                </a:lnTo>
                <a:lnTo>
                  <a:pt x="66675" y="742950"/>
                </a:lnTo>
                <a:lnTo>
                  <a:pt x="57150" y="742950"/>
                </a:lnTo>
                <a:lnTo>
                  <a:pt x="57150" y="714375"/>
                </a:lnTo>
                <a:lnTo>
                  <a:pt x="76200" y="714375"/>
                </a:lnTo>
                <a:lnTo>
                  <a:pt x="76200" y="685800"/>
                </a:lnTo>
                <a:lnTo>
                  <a:pt x="85725" y="685800"/>
                </a:lnTo>
                <a:close/>
                <a:moveTo>
                  <a:pt x="1990725" y="695325"/>
                </a:moveTo>
                <a:lnTo>
                  <a:pt x="2000250" y="695325"/>
                </a:lnTo>
                <a:lnTo>
                  <a:pt x="2000250" y="714375"/>
                </a:lnTo>
                <a:lnTo>
                  <a:pt x="1990725" y="714375"/>
                </a:lnTo>
                <a:close/>
                <a:moveTo>
                  <a:pt x="2000250" y="733425"/>
                </a:moveTo>
                <a:lnTo>
                  <a:pt x="2019300" y="733425"/>
                </a:lnTo>
                <a:lnTo>
                  <a:pt x="2019300" y="742950"/>
                </a:lnTo>
                <a:lnTo>
                  <a:pt x="2028825" y="742950"/>
                </a:lnTo>
                <a:lnTo>
                  <a:pt x="2028825" y="752475"/>
                </a:lnTo>
                <a:lnTo>
                  <a:pt x="2038350" y="752475"/>
                </a:lnTo>
                <a:lnTo>
                  <a:pt x="2038350" y="762000"/>
                </a:lnTo>
                <a:lnTo>
                  <a:pt x="2028825" y="762000"/>
                </a:lnTo>
                <a:lnTo>
                  <a:pt x="2028825" y="771525"/>
                </a:lnTo>
                <a:lnTo>
                  <a:pt x="2019300" y="771525"/>
                </a:lnTo>
                <a:lnTo>
                  <a:pt x="2019300" y="790575"/>
                </a:lnTo>
                <a:lnTo>
                  <a:pt x="2028825" y="790575"/>
                </a:lnTo>
                <a:lnTo>
                  <a:pt x="2028825" y="800100"/>
                </a:lnTo>
                <a:lnTo>
                  <a:pt x="2047875" y="800100"/>
                </a:lnTo>
                <a:lnTo>
                  <a:pt x="2047875" y="809625"/>
                </a:lnTo>
                <a:lnTo>
                  <a:pt x="2028825" y="809625"/>
                </a:lnTo>
                <a:lnTo>
                  <a:pt x="2028825" y="828675"/>
                </a:lnTo>
                <a:lnTo>
                  <a:pt x="2038350" y="828675"/>
                </a:lnTo>
                <a:lnTo>
                  <a:pt x="2038350" y="838200"/>
                </a:lnTo>
                <a:lnTo>
                  <a:pt x="2047875" y="838200"/>
                </a:lnTo>
                <a:lnTo>
                  <a:pt x="2047875" y="828675"/>
                </a:lnTo>
                <a:lnTo>
                  <a:pt x="2057400" y="828675"/>
                </a:lnTo>
                <a:lnTo>
                  <a:pt x="2057400" y="838200"/>
                </a:lnTo>
                <a:lnTo>
                  <a:pt x="2066925" y="838200"/>
                </a:lnTo>
                <a:lnTo>
                  <a:pt x="2066925" y="828675"/>
                </a:lnTo>
                <a:lnTo>
                  <a:pt x="2076450" y="828675"/>
                </a:lnTo>
                <a:lnTo>
                  <a:pt x="2076450" y="838200"/>
                </a:lnTo>
                <a:lnTo>
                  <a:pt x="2095500" y="838200"/>
                </a:lnTo>
                <a:lnTo>
                  <a:pt x="2095500" y="866775"/>
                </a:lnTo>
                <a:lnTo>
                  <a:pt x="2085975" y="866775"/>
                </a:lnTo>
                <a:lnTo>
                  <a:pt x="2085975" y="876300"/>
                </a:lnTo>
                <a:lnTo>
                  <a:pt x="2057400" y="876300"/>
                </a:lnTo>
                <a:lnTo>
                  <a:pt x="2057400" y="866775"/>
                </a:lnTo>
                <a:lnTo>
                  <a:pt x="2038350" y="866775"/>
                </a:lnTo>
                <a:lnTo>
                  <a:pt x="2038350" y="895350"/>
                </a:lnTo>
                <a:lnTo>
                  <a:pt x="2057400" y="895350"/>
                </a:lnTo>
                <a:lnTo>
                  <a:pt x="2057400" y="904875"/>
                </a:lnTo>
                <a:lnTo>
                  <a:pt x="2047875" y="904875"/>
                </a:lnTo>
                <a:lnTo>
                  <a:pt x="2047875" y="914400"/>
                </a:lnTo>
                <a:lnTo>
                  <a:pt x="2038350" y="914400"/>
                </a:lnTo>
                <a:lnTo>
                  <a:pt x="2038350" y="942975"/>
                </a:lnTo>
                <a:lnTo>
                  <a:pt x="2028825" y="942975"/>
                </a:lnTo>
                <a:lnTo>
                  <a:pt x="2028825" y="895350"/>
                </a:lnTo>
                <a:lnTo>
                  <a:pt x="2019300" y="895350"/>
                </a:lnTo>
                <a:lnTo>
                  <a:pt x="2019300" y="828675"/>
                </a:lnTo>
                <a:lnTo>
                  <a:pt x="2009775" y="828675"/>
                </a:lnTo>
                <a:lnTo>
                  <a:pt x="2009775" y="800100"/>
                </a:lnTo>
                <a:lnTo>
                  <a:pt x="2000250" y="800100"/>
                </a:lnTo>
                <a:close/>
                <a:moveTo>
                  <a:pt x="66675" y="762000"/>
                </a:moveTo>
                <a:lnTo>
                  <a:pt x="76200" y="762000"/>
                </a:lnTo>
                <a:lnTo>
                  <a:pt x="76200" y="781050"/>
                </a:lnTo>
                <a:lnTo>
                  <a:pt x="66675" y="781050"/>
                </a:lnTo>
                <a:lnTo>
                  <a:pt x="66675" y="809625"/>
                </a:lnTo>
                <a:lnTo>
                  <a:pt x="57150" y="809625"/>
                </a:lnTo>
                <a:lnTo>
                  <a:pt x="57150" y="800100"/>
                </a:lnTo>
                <a:lnTo>
                  <a:pt x="47625" y="800100"/>
                </a:lnTo>
                <a:lnTo>
                  <a:pt x="47625" y="771525"/>
                </a:lnTo>
                <a:lnTo>
                  <a:pt x="66675" y="771525"/>
                </a:lnTo>
                <a:close/>
                <a:moveTo>
                  <a:pt x="38100" y="838200"/>
                </a:moveTo>
                <a:lnTo>
                  <a:pt x="57150" y="838200"/>
                </a:lnTo>
                <a:lnTo>
                  <a:pt x="57150" y="857250"/>
                </a:lnTo>
                <a:lnTo>
                  <a:pt x="47625" y="857250"/>
                </a:lnTo>
                <a:lnTo>
                  <a:pt x="47625" y="847725"/>
                </a:lnTo>
                <a:lnTo>
                  <a:pt x="38100" y="847725"/>
                </a:lnTo>
                <a:close/>
                <a:moveTo>
                  <a:pt x="38100" y="904875"/>
                </a:moveTo>
                <a:lnTo>
                  <a:pt x="47625" y="904875"/>
                </a:lnTo>
                <a:lnTo>
                  <a:pt x="47625" y="923925"/>
                </a:lnTo>
                <a:lnTo>
                  <a:pt x="38100" y="923925"/>
                </a:lnTo>
                <a:close/>
                <a:moveTo>
                  <a:pt x="2095500" y="904875"/>
                </a:moveTo>
                <a:lnTo>
                  <a:pt x="2105025" y="904875"/>
                </a:lnTo>
                <a:lnTo>
                  <a:pt x="2105025" y="923925"/>
                </a:lnTo>
                <a:lnTo>
                  <a:pt x="2095500" y="923925"/>
                </a:lnTo>
                <a:close/>
                <a:moveTo>
                  <a:pt x="28575" y="923925"/>
                </a:moveTo>
                <a:lnTo>
                  <a:pt x="38100" y="923925"/>
                </a:lnTo>
                <a:lnTo>
                  <a:pt x="38100" y="933450"/>
                </a:lnTo>
                <a:lnTo>
                  <a:pt x="28575" y="933450"/>
                </a:lnTo>
                <a:close/>
                <a:moveTo>
                  <a:pt x="2038350" y="962025"/>
                </a:moveTo>
                <a:lnTo>
                  <a:pt x="2047875" y="962025"/>
                </a:lnTo>
                <a:lnTo>
                  <a:pt x="2047875" y="990600"/>
                </a:lnTo>
                <a:lnTo>
                  <a:pt x="2038350" y="990600"/>
                </a:lnTo>
                <a:close/>
                <a:moveTo>
                  <a:pt x="2095500" y="962025"/>
                </a:moveTo>
                <a:lnTo>
                  <a:pt x="2105025" y="962025"/>
                </a:lnTo>
                <a:lnTo>
                  <a:pt x="2105025" y="981075"/>
                </a:lnTo>
                <a:lnTo>
                  <a:pt x="2076450" y="981075"/>
                </a:lnTo>
                <a:lnTo>
                  <a:pt x="2076450" y="971550"/>
                </a:lnTo>
                <a:lnTo>
                  <a:pt x="2095500" y="971550"/>
                </a:lnTo>
                <a:close/>
                <a:moveTo>
                  <a:pt x="2057400" y="971550"/>
                </a:moveTo>
                <a:lnTo>
                  <a:pt x="2066925" y="971550"/>
                </a:lnTo>
                <a:lnTo>
                  <a:pt x="2066925" y="981075"/>
                </a:lnTo>
                <a:lnTo>
                  <a:pt x="2057400" y="981075"/>
                </a:lnTo>
                <a:close/>
                <a:moveTo>
                  <a:pt x="2038350" y="1028700"/>
                </a:moveTo>
                <a:lnTo>
                  <a:pt x="2047875" y="1028700"/>
                </a:lnTo>
                <a:lnTo>
                  <a:pt x="2047875" y="1047750"/>
                </a:lnTo>
                <a:lnTo>
                  <a:pt x="2038350" y="1047750"/>
                </a:lnTo>
                <a:close/>
                <a:moveTo>
                  <a:pt x="38100" y="1047750"/>
                </a:moveTo>
                <a:lnTo>
                  <a:pt x="57150" y="1047750"/>
                </a:lnTo>
                <a:lnTo>
                  <a:pt x="57150" y="1104900"/>
                </a:lnTo>
                <a:lnTo>
                  <a:pt x="47625" y="1104900"/>
                </a:lnTo>
                <a:lnTo>
                  <a:pt x="47625" y="1095375"/>
                </a:lnTo>
                <a:lnTo>
                  <a:pt x="38100" y="1095375"/>
                </a:lnTo>
                <a:lnTo>
                  <a:pt x="38100" y="1076325"/>
                </a:lnTo>
                <a:lnTo>
                  <a:pt x="28575" y="1076325"/>
                </a:lnTo>
                <a:lnTo>
                  <a:pt x="28575" y="1066800"/>
                </a:lnTo>
                <a:lnTo>
                  <a:pt x="38100" y="1066800"/>
                </a:lnTo>
                <a:close/>
                <a:moveTo>
                  <a:pt x="2095500" y="1057275"/>
                </a:moveTo>
                <a:lnTo>
                  <a:pt x="2105025" y="1057275"/>
                </a:lnTo>
                <a:lnTo>
                  <a:pt x="2105025" y="1095375"/>
                </a:lnTo>
                <a:lnTo>
                  <a:pt x="2095500" y="1095375"/>
                </a:lnTo>
                <a:close/>
                <a:moveTo>
                  <a:pt x="2028825" y="1066800"/>
                </a:moveTo>
                <a:lnTo>
                  <a:pt x="2038350" y="1066800"/>
                </a:lnTo>
                <a:lnTo>
                  <a:pt x="2038350" y="1085850"/>
                </a:lnTo>
                <a:lnTo>
                  <a:pt x="2028825" y="1085850"/>
                </a:lnTo>
                <a:close/>
                <a:moveTo>
                  <a:pt x="2028825" y="1114425"/>
                </a:moveTo>
                <a:lnTo>
                  <a:pt x="2038350" y="1114425"/>
                </a:lnTo>
                <a:lnTo>
                  <a:pt x="2038350" y="1171575"/>
                </a:lnTo>
                <a:lnTo>
                  <a:pt x="2028825" y="1171575"/>
                </a:lnTo>
                <a:lnTo>
                  <a:pt x="2028825" y="1181100"/>
                </a:lnTo>
                <a:lnTo>
                  <a:pt x="2019300" y="1181100"/>
                </a:lnTo>
                <a:lnTo>
                  <a:pt x="2019300" y="1143000"/>
                </a:lnTo>
                <a:lnTo>
                  <a:pt x="2028825" y="1143000"/>
                </a:lnTo>
                <a:close/>
                <a:moveTo>
                  <a:pt x="57150" y="1133475"/>
                </a:moveTo>
                <a:lnTo>
                  <a:pt x="66675" y="1133475"/>
                </a:lnTo>
                <a:lnTo>
                  <a:pt x="66675" y="1152525"/>
                </a:lnTo>
                <a:lnTo>
                  <a:pt x="57150" y="1152525"/>
                </a:lnTo>
                <a:close/>
                <a:moveTo>
                  <a:pt x="2066925" y="1133475"/>
                </a:moveTo>
                <a:lnTo>
                  <a:pt x="2076450" y="1133475"/>
                </a:lnTo>
                <a:lnTo>
                  <a:pt x="2076450" y="1143000"/>
                </a:lnTo>
                <a:lnTo>
                  <a:pt x="2085975" y="1143000"/>
                </a:lnTo>
                <a:lnTo>
                  <a:pt x="2085975" y="1152525"/>
                </a:lnTo>
                <a:lnTo>
                  <a:pt x="2066925" y="1152525"/>
                </a:lnTo>
                <a:close/>
                <a:moveTo>
                  <a:pt x="2095500" y="1181100"/>
                </a:moveTo>
                <a:lnTo>
                  <a:pt x="2105025" y="1181100"/>
                </a:lnTo>
                <a:lnTo>
                  <a:pt x="2105025" y="1209675"/>
                </a:lnTo>
                <a:lnTo>
                  <a:pt x="2095500" y="1209675"/>
                </a:lnTo>
                <a:close/>
                <a:moveTo>
                  <a:pt x="66675" y="1190625"/>
                </a:moveTo>
                <a:lnTo>
                  <a:pt x="76200" y="1190625"/>
                </a:lnTo>
                <a:lnTo>
                  <a:pt x="76200" y="1219200"/>
                </a:lnTo>
                <a:lnTo>
                  <a:pt x="66675" y="1219200"/>
                </a:lnTo>
                <a:close/>
                <a:moveTo>
                  <a:pt x="2009775" y="1190625"/>
                </a:moveTo>
                <a:lnTo>
                  <a:pt x="2019300" y="1190625"/>
                </a:lnTo>
                <a:lnTo>
                  <a:pt x="2019300" y="1238250"/>
                </a:lnTo>
                <a:lnTo>
                  <a:pt x="2038350" y="1238250"/>
                </a:lnTo>
                <a:lnTo>
                  <a:pt x="2038350" y="1266825"/>
                </a:lnTo>
                <a:lnTo>
                  <a:pt x="2019300" y="1266825"/>
                </a:lnTo>
                <a:lnTo>
                  <a:pt x="2019300" y="1257300"/>
                </a:lnTo>
                <a:lnTo>
                  <a:pt x="2009775" y="1257300"/>
                </a:lnTo>
                <a:lnTo>
                  <a:pt x="2009775" y="1266825"/>
                </a:lnTo>
                <a:lnTo>
                  <a:pt x="2000250" y="1266825"/>
                </a:lnTo>
                <a:lnTo>
                  <a:pt x="2000250" y="1219200"/>
                </a:lnTo>
                <a:lnTo>
                  <a:pt x="2009775" y="1219200"/>
                </a:lnTo>
                <a:close/>
                <a:moveTo>
                  <a:pt x="66675" y="1238250"/>
                </a:moveTo>
                <a:lnTo>
                  <a:pt x="76200" y="1238250"/>
                </a:lnTo>
                <a:lnTo>
                  <a:pt x="76200" y="1247775"/>
                </a:lnTo>
                <a:lnTo>
                  <a:pt x="66675" y="1247775"/>
                </a:lnTo>
                <a:close/>
                <a:moveTo>
                  <a:pt x="76200" y="1266825"/>
                </a:moveTo>
                <a:lnTo>
                  <a:pt x="85725" y="1266825"/>
                </a:lnTo>
                <a:lnTo>
                  <a:pt x="85725" y="1295400"/>
                </a:lnTo>
                <a:lnTo>
                  <a:pt x="95250" y="1295400"/>
                </a:lnTo>
                <a:lnTo>
                  <a:pt x="95250" y="1323975"/>
                </a:lnTo>
                <a:lnTo>
                  <a:pt x="85725" y="1323975"/>
                </a:lnTo>
                <a:lnTo>
                  <a:pt x="85725" y="1304925"/>
                </a:lnTo>
                <a:lnTo>
                  <a:pt x="76200" y="1304925"/>
                </a:lnTo>
                <a:close/>
                <a:moveTo>
                  <a:pt x="95250" y="1323975"/>
                </a:moveTo>
                <a:lnTo>
                  <a:pt x="104775" y="1323975"/>
                </a:lnTo>
                <a:lnTo>
                  <a:pt x="104775" y="1333500"/>
                </a:lnTo>
                <a:lnTo>
                  <a:pt x="114300" y="1333500"/>
                </a:lnTo>
                <a:lnTo>
                  <a:pt x="114300" y="1381125"/>
                </a:lnTo>
                <a:lnTo>
                  <a:pt x="104775" y="1381125"/>
                </a:lnTo>
                <a:lnTo>
                  <a:pt x="104775" y="1400175"/>
                </a:lnTo>
                <a:lnTo>
                  <a:pt x="85725" y="1400175"/>
                </a:lnTo>
                <a:lnTo>
                  <a:pt x="85725" y="1390650"/>
                </a:lnTo>
                <a:lnTo>
                  <a:pt x="76200" y="1390650"/>
                </a:lnTo>
                <a:lnTo>
                  <a:pt x="76200" y="1362075"/>
                </a:lnTo>
                <a:lnTo>
                  <a:pt x="85725" y="1362075"/>
                </a:lnTo>
                <a:lnTo>
                  <a:pt x="85725" y="1352550"/>
                </a:lnTo>
                <a:lnTo>
                  <a:pt x="95250" y="1352550"/>
                </a:lnTo>
                <a:close/>
                <a:moveTo>
                  <a:pt x="1990725" y="1323975"/>
                </a:moveTo>
                <a:lnTo>
                  <a:pt x="2000250" y="1323975"/>
                </a:lnTo>
                <a:lnTo>
                  <a:pt x="2000250" y="1333500"/>
                </a:lnTo>
                <a:lnTo>
                  <a:pt x="1990725" y="1333500"/>
                </a:lnTo>
                <a:close/>
                <a:moveTo>
                  <a:pt x="2028825" y="1333500"/>
                </a:moveTo>
                <a:lnTo>
                  <a:pt x="2047875" y="1333500"/>
                </a:lnTo>
                <a:lnTo>
                  <a:pt x="2047875" y="1352550"/>
                </a:lnTo>
                <a:lnTo>
                  <a:pt x="2095500" y="1352550"/>
                </a:lnTo>
                <a:lnTo>
                  <a:pt x="2095500" y="1333500"/>
                </a:lnTo>
                <a:lnTo>
                  <a:pt x="2105025" y="1333500"/>
                </a:lnTo>
                <a:lnTo>
                  <a:pt x="2105025" y="1381125"/>
                </a:lnTo>
                <a:lnTo>
                  <a:pt x="2066925" y="1381125"/>
                </a:lnTo>
                <a:lnTo>
                  <a:pt x="2066925" y="1371600"/>
                </a:lnTo>
                <a:lnTo>
                  <a:pt x="2057400" y="1371600"/>
                </a:lnTo>
                <a:lnTo>
                  <a:pt x="2057400" y="1381125"/>
                </a:lnTo>
                <a:lnTo>
                  <a:pt x="2047875" y="1381125"/>
                </a:lnTo>
                <a:lnTo>
                  <a:pt x="2047875" y="1419225"/>
                </a:lnTo>
                <a:lnTo>
                  <a:pt x="2057400" y="1419225"/>
                </a:lnTo>
                <a:lnTo>
                  <a:pt x="2057400" y="1428750"/>
                </a:lnTo>
                <a:lnTo>
                  <a:pt x="2076450" y="1428750"/>
                </a:lnTo>
                <a:lnTo>
                  <a:pt x="2076450" y="1438275"/>
                </a:lnTo>
                <a:lnTo>
                  <a:pt x="2038350" y="1438275"/>
                </a:lnTo>
                <a:lnTo>
                  <a:pt x="2038350" y="1447800"/>
                </a:lnTo>
                <a:lnTo>
                  <a:pt x="2047875" y="1447800"/>
                </a:lnTo>
                <a:lnTo>
                  <a:pt x="2047875" y="1457325"/>
                </a:lnTo>
                <a:lnTo>
                  <a:pt x="2000250" y="1457325"/>
                </a:lnTo>
                <a:lnTo>
                  <a:pt x="2000250" y="1447800"/>
                </a:lnTo>
                <a:lnTo>
                  <a:pt x="2009775" y="1447800"/>
                </a:lnTo>
                <a:lnTo>
                  <a:pt x="2009775" y="1428750"/>
                </a:lnTo>
                <a:lnTo>
                  <a:pt x="2019300" y="1428750"/>
                </a:lnTo>
                <a:lnTo>
                  <a:pt x="2019300" y="1419225"/>
                </a:lnTo>
                <a:lnTo>
                  <a:pt x="2009775" y="1419225"/>
                </a:lnTo>
                <a:lnTo>
                  <a:pt x="2009775" y="1381125"/>
                </a:lnTo>
                <a:lnTo>
                  <a:pt x="1990725" y="1381125"/>
                </a:lnTo>
                <a:lnTo>
                  <a:pt x="1990725" y="1371600"/>
                </a:lnTo>
                <a:lnTo>
                  <a:pt x="2000250" y="1371600"/>
                </a:lnTo>
                <a:lnTo>
                  <a:pt x="2000250" y="1362075"/>
                </a:lnTo>
                <a:lnTo>
                  <a:pt x="2009775" y="1362075"/>
                </a:lnTo>
                <a:lnTo>
                  <a:pt x="2009775" y="1352550"/>
                </a:lnTo>
                <a:lnTo>
                  <a:pt x="2028825" y="1352550"/>
                </a:lnTo>
                <a:close/>
                <a:moveTo>
                  <a:pt x="1971675" y="1343025"/>
                </a:moveTo>
                <a:lnTo>
                  <a:pt x="1981200" y="1343025"/>
                </a:lnTo>
                <a:lnTo>
                  <a:pt x="1981200" y="1371600"/>
                </a:lnTo>
                <a:lnTo>
                  <a:pt x="1971675" y="1371600"/>
                </a:lnTo>
                <a:close/>
                <a:moveTo>
                  <a:pt x="28575" y="1390650"/>
                </a:moveTo>
                <a:lnTo>
                  <a:pt x="38100" y="1390650"/>
                </a:lnTo>
                <a:lnTo>
                  <a:pt x="38100" y="1400175"/>
                </a:lnTo>
                <a:lnTo>
                  <a:pt x="28575" y="1400175"/>
                </a:lnTo>
                <a:close/>
                <a:moveTo>
                  <a:pt x="1990725" y="1390650"/>
                </a:moveTo>
                <a:lnTo>
                  <a:pt x="2000250" y="1390650"/>
                </a:lnTo>
                <a:lnTo>
                  <a:pt x="2000250" y="1438275"/>
                </a:lnTo>
                <a:lnTo>
                  <a:pt x="1971675" y="1438275"/>
                </a:lnTo>
                <a:lnTo>
                  <a:pt x="1971675" y="1457325"/>
                </a:lnTo>
                <a:lnTo>
                  <a:pt x="1962150" y="1457325"/>
                </a:lnTo>
                <a:lnTo>
                  <a:pt x="1962150" y="1447800"/>
                </a:lnTo>
                <a:lnTo>
                  <a:pt x="1952625" y="1447800"/>
                </a:lnTo>
                <a:lnTo>
                  <a:pt x="1952625" y="1438275"/>
                </a:lnTo>
                <a:lnTo>
                  <a:pt x="1943100" y="1438275"/>
                </a:lnTo>
                <a:lnTo>
                  <a:pt x="1943100" y="1419225"/>
                </a:lnTo>
                <a:lnTo>
                  <a:pt x="1971675" y="1419225"/>
                </a:lnTo>
                <a:lnTo>
                  <a:pt x="1971675" y="1409700"/>
                </a:lnTo>
                <a:lnTo>
                  <a:pt x="1990725" y="1409700"/>
                </a:lnTo>
                <a:close/>
                <a:moveTo>
                  <a:pt x="133350" y="1409700"/>
                </a:moveTo>
                <a:lnTo>
                  <a:pt x="142875" y="1409700"/>
                </a:lnTo>
                <a:lnTo>
                  <a:pt x="142875" y="1428750"/>
                </a:lnTo>
                <a:lnTo>
                  <a:pt x="133350" y="1428750"/>
                </a:lnTo>
                <a:close/>
                <a:moveTo>
                  <a:pt x="19050" y="1419225"/>
                </a:moveTo>
                <a:lnTo>
                  <a:pt x="28575" y="1419225"/>
                </a:lnTo>
                <a:lnTo>
                  <a:pt x="28575" y="1428750"/>
                </a:lnTo>
                <a:lnTo>
                  <a:pt x="19050" y="1428750"/>
                </a:lnTo>
                <a:close/>
                <a:moveTo>
                  <a:pt x="38100" y="1419225"/>
                </a:moveTo>
                <a:lnTo>
                  <a:pt x="76200" y="1419225"/>
                </a:lnTo>
                <a:lnTo>
                  <a:pt x="76200" y="1447800"/>
                </a:lnTo>
                <a:lnTo>
                  <a:pt x="57150" y="1447800"/>
                </a:lnTo>
                <a:lnTo>
                  <a:pt x="57150" y="1457325"/>
                </a:lnTo>
                <a:lnTo>
                  <a:pt x="47625" y="1457325"/>
                </a:lnTo>
                <a:lnTo>
                  <a:pt x="47625" y="1438275"/>
                </a:lnTo>
                <a:lnTo>
                  <a:pt x="38100" y="1438275"/>
                </a:lnTo>
                <a:close/>
                <a:moveTo>
                  <a:pt x="142875" y="1428750"/>
                </a:moveTo>
                <a:lnTo>
                  <a:pt x="152400" y="1428750"/>
                </a:lnTo>
                <a:lnTo>
                  <a:pt x="152400" y="1438275"/>
                </a:lnTo>
                <a:lnTo>
                  <a:pt x="142875" y="1438275"/>
                </a:lnTo>
                <a:close/>
                <a:moveTo>
                  <a:pt x="114300" y="1438275"/>
                </a:moveTo>
                <a:lnTo>
                  <a:pt x="123825" y="1438275"/>
                </a:lnTo>
                <a:lnTo>
                  <a:pt x="123825" y="1447800"/>
                </a:lnTo>
                <a:lnTo>
                  <a:pt x="133350" y="1447800"/>
                </a:lnTo>
                <a:lnTo>
                  <a:pt x="133350" y="1457325"/>
                </a:lnTo>
                <a:lnTo>
                  <a:pt x="161925" y="1457325"/>
                </a:lnTo>
                <a:lnTo>
                  <a:pt x="161925" y="1466850"/>
                </a:lnTo>
                <a:lnTo>
                  <a:pt x="171450" y="1466850"/>
                </a:lnTo>
                <a:lnTo>
                  <a:pt x="171450" y="1476375"/>
                </a:lnTo>
                <a:lnTo>
                  <a:pt x="142875" y="1476375"/>
                </a:lnTo>
                <a:lnTo>
                  <a:pt x="142875" y="1485900"/>
                </a:lnTo>
                <a:lnTo>
                  <a:pt x="123825" y="1485900"/>
                </a:lnTo>
                <a:lnTo>
                  <a:pt x="123825" y="1466850"/>
                </a:lnTo>
                <a:lnTo>
                  <a:pt x="104775" y="1466850"/>
                </a:lnTo>
                <a:lnTo>
                  <a:pt x="104775" y="1447800"/>
                </a:lnTo>
                <a:lnTo>
                  <a:pt x="114300" y="1447800"/>
                </a:lnTo>
                <a:close/>
                <a:moveTo>
                  <a:pt x="1924050" y="1457325"/>
                </a:moveTo>
                <a:lnTo>
                  <a:pt x="1933575" y="1457325"/>
                </a:lnTo>
                <a:lnTo>
                  <a:pt x="1933575" y="1485900"/>
                </a:lnTo>
                <a:lnTo>
                  <a:pt x="1943100" y="1485900"/>
                </a:lnTo>
                <a:lnTo>
                  <a:pt x="1943100" y="1495425"/>
                </a:lnTo>
                <a:lnTo>
                  <a:pt x="1962150" y="1495425"/>
                </a:lnTo>
                <a:lnTo>
                  <a:pt x="1962150" y="1504950"/>
                </a:lnTo>
                <a:lnTo>
                  <a:pt x="1952625" y="1504950"/>
                </a:lnTo>
                <a:lnTo>
                  <a:pt x="1952625" y="1514475"/>
                </a:lnTo>
                <a:lnTo>
                  <a:pt x="1943100" y="1514475"/>
                </a:lnTo>
                <a:lnTo>
                  <a:pt x="1943100" y="1524000"/>
                </a:lnTo>
                <a:lnTo>
                  <a:pt x="1933575" y="1524000"/>
                </a:lnTo>
                <a:lnTo>
                  <a:pt x="1933575" y="1533525"/>
                </a:lnTo>
                <a:lnTo>
                  <a:pt x="1914525" y="1533525"/>
                </a:lnTo>
                <a:lnTo>
                  <a:pt x="1914525" y="1543050"/>
                </a:lnTo>
                <a:lnTo>
                  <a:pt x="1905000" y="1543050"/>
                </a:lnTo>
                <a:lnTo>
                  <a:pt x="1905000" y="1533525"/>
                </a:lnTo>
                <a:lnTo>
                  <a:pt x="1895475" y="1533525"/>
                </a:lnTo>
                <a:lnTo>
                  <a:pt x="1895475" y="1524000"/>
                </a:lnTo>
                <a:lnTo>
                  <a:pt x="1885950" y="1524000"/>
                </a:lnTo>
                <a:lnTo>
                  <a:pt x="1885950" y="1504950"/>
                </a:lnTo>
                <a:lnTo>
                  <a:pt x="1895475" y="1504950"/>
                </a:lnTo>
                <a:lnTo>
                  <a:pt x="1895475" y="1495425"/>
                </a:lnTo>
                <a:lnTo>
                  <a:pt x="1905000" y="1495425"/>
                </a:lnTo>
                <a:lnTo>
                  <a:pt x="1905000" y="1485900"/>
                </a:lnTo>
                <a:lnTo>
                  <a:pt x="1914525" y="1485900"/>
                </a:lnTo>
                <a:lnTo>
                  <a:pt x="1914525" y="1466850"/>
                </a:lnTo>
                <a:lnTo>
                  <a:pt x="1924050" y="1466850"/>
                </a:lnTo>
                <a:close/>
                <a:moveTo>
                  <a:pt x="0" y="1485900"/>
                </a:moveTo>
                <a:lnTo>
                  <a:pt x="9525" y="1485900"/>
                </a:lnTo>
                <a:lnTo>
                  <a:pt x="9525" y="1514475"/>
                </a:lnTo>
                <a:lnTo>
                  <a:pt x="0" y="1514475"/>
                </a:lnTo>
                <a:close/>
                <a:moveTo>
                  <a:pt x="57150" y="1485900"/>
                </a:moveTo>
                <a:lnTo>
                  <a:pt x="66675" y="1485900"/>
                </a:lnTo>
                <a:lnTo>
                  <a:pt x="66675" y="1504950"/>
                </a:lnTo>
                <a:lnTo>
                  <a:pt x="38100" y="1504950"/>
                </a:lnTo>
                <a:lnTo>
                  <a:pt x="38100" y="1495425"/>
                </a:lnTo>
                <a:lnTo>
                  <a:pt x="57150" y="1495425"/>
                </a:lnTo>
                <a:close/>
                <a:moveTo>
                  <a:pt x="1981200" y="1485900"/>
                </a:moveTo>
                <a:lnTo>
                  <a:pt x="2000250" y="1485900"/>
                </a:lnTo>
                <a:lnTo>
                  <a:pt x="2000250" y="1495425"/>
                </a:lnTo>
                <a:lnTo>
                  <a:pt x="2009775" y="1495425"/>
                </a:lnTo>
                <a:lnTo>
                  <a:pt x="2009775" y="1504950"/>
                </a:lnTo>
                <a:lnTo>
                  <a:pt x="1981200" y="1504950"/>
                </a:lnTo>
                <a:close/>
                <a:moveTo>
                  <a:pt x="2028825" y="1485900"/>
                </a:moveTo>
                <a:lnTo>
                  <a:pt x="2066925" y="1485900"/>
                </a:lnTo>
                <a:lnTo>
                  <a:pt x="2066925" y="1504950"/>
                </a:lnTo>
                <a:lnTo>
                  <a:pt x="2047875" y="1504950"/>
                </a:lnTo>
                <a:lnTo>
                  <a:pt x="2047875" y="1514475"/>
                </a:lnTo>
                <a:lnTo>
                  <a:pt x="2019300" y="1514475"/>
                </a:lnTo>
                <a:lnTo>
                  <a:pt x="2019300" y="1495425"/>
                </a:lnTo>
                <a:lnTo>
                  <a:pt x="2028825" y="1495425"/>
                </a:lnTo>
                <a:close/>
                <a:moveTo>
                  <a:pt x="2076450" y="1485900"/>
                </a:moveTo>
                <a:lnTo>
                  <a:pt x="2085975" y="1485900"/>
                </a:lnTo>
                <a:lnTo>
                  <a:pt x="2085975" y="1504950"/>
                </a:lnTo>
                <a:lnTo>
                  <a:pt x="2076450" y="1504950"/>
                </a:lnTo>
                <a:close/>
                <a:moveTo>
                  <a:pt x="76200" y="1495425"/>
                </a:moveTo>
                <a:lnTo>
                  <a:pt x="85725" y="1495425"/>
                </a:lnTo>
                <a:lnTo>
                  <a:pt x="85725" y="1504950"/>
                </a:lnTo>
                <a:lnTo>
                  <a:pt x="76200" y="1504950"/>
                </a:lnTo>
                <a:close/>
                <a:moveTo>
                  <a:pt x="171450" y="1495425"/>
                </a:moveTo>
                <a:lnTo>
                  <a:pt x="180975" y="1495425"/>
                </a:lnTo>
                <a:lnTo>
                  <a:pt x="180975" y="1504950"/>
                </a:lnTo>
                <a:lnTo>
                  <a:pt x="171450" y="1504950"/>
                </a:lnTo>
                <a:close/>
                <a:moveTo>
                  <a:pt x="180975" y="1504950"/>
                </a:moveTo>
                <a:lnTo>
                  <a:pt x="190500" y="1504950"/>
                </a:lnTo>
                <a:lnTo>
                  <a:pt x="190500" y="1514475"/>
                </a:lnTo>
                <a:lnTo>
                  <a:pt x="180975" y="1514475"/>
                </a:lnTo>
                <a:close/>
                <a:moveTo>
                  <a:pt x="190500" y="1514475"/>
                </a:moveTo>
                <a:lnTo>
                  <a:pt x="200025" y="1514475"/>
                </a:lnTo>
                <a:lnTo>
                  <a:pt x="200025" y="1533525"/>
                </a:lnTo>
                <a:lnTo>
                  <a:pt x="190500" y="1533525"/>
                </a:lnTo>
                <a:close/>
                <a:moveTo>
                  <a:pt x="200025" y="1533525"/>
                </a:moveTo>
                <a:lnTo>
                  <a:pt x="209550" y="1533525"/>
                </a:lnTo>
                <a:lnTo>
                  <a:pt x="209550" y="1543050"/>
                </a:lnTo>
                <a:lnTo>
                  <a:pt x="200025" y="1543050"/>
                </a:lnTo>
                <a:close/>
                <a:moveTo>
                  <a:pt x="1885950" y="1533525"/>
                </a:moveTo>
                <a:lnTo>
                  <a:pt x="1895475" y="1533525"/>
                </a:lnTo>
                <a:lnTo>
                  <a:pt x="1895475" y="1571625"/>
                </a:lnTo>
                <a:lnTo>
                  <a:pt x="1905000" y="1571625"/>
                </a:lnTo>
                <a:lnTo>
                  <a:pt x="1905000" y="1590675"/>
                </a:lnTo>
                <a:lnTo>
                  <a:pt x="1885950" y="1590675"/>
                </a:lnTo>
                <a:lnTo>
                  <a:pt x="1885950" y="1581150"/>
                </a:lnTo>
                <a:lnTo>
                  <a:pt x="1876425" y="1581150"/>
                </a:lnTo>
                <a:lnTo>
                  <a:pt x="1876425" y="1590675"/>
                </a:lnTo>
                <a:lnTo>
                  <a:pt x="1866900" y="1590675"/>
                </a:lnTo>
                <a:lnTo>
                  <a:pt x="1866900" y="1600200"/>
                </a:lnTo>
                <a:lnTo>
                  <a:pt x="1847850" y="1600200"/>
                </a:lnTo>
                <a:lnTo>
                  <a:pt x="1847850" y="1590675"/>
                </a:lnTo>
                <a:lnTo>
                  <a:pt x="1857375" y="1590675"/>
                </a:lnTo>
                <a:lnTo>
                  <a:pt x="1857375" y="1571625"/>
                </a:lnTo>
                <a:lnTo>
                  <a:pt x="1866900" y="1571625"/>
                </a:lnTo>
                <a:lnTo>
                  <a:pt x="1866900" y="1552575"/>
                </a:lnTo>
                <a:lnTo>
                  <a:pt x="1876425" y="1552575"/>
                </a:lnTo>
                <a:lnTo>
                  <a:pt x="1876425" y="1543050"/>
                </a:lnTo>
                <a:lnTo>
                  <a:pt x="1885950" y="1543050"/>
                </a:lnTo>
                <a:close/>
                <a:moveTo>
                  <a:pt x="104775" y="1543050"/>
                </a:moveTo>
                <a:lnTo>
                  <a:pt x="114300" y="1543050"/>
                </a:lnTo>
                <a:lnTo>
                  <a:pt x="114300" y="1552575"/>
                </a:lnTo>
                <a:lnTo>
                  <a:pt x="142875" y="1552575"/>
                </a:lnTo>
                <a:lnTo>
                  <a:pt x="142875" y="1571625"/>
                </a:lnTo>
                <a:lnTo>
                  <a:pt x="123825" y="1571625"/>
                </a:lnTo>
                <a:lnTo>
                  <a:pt x="123825" y="1562100"/>
                </a:lnTo>
                <a:lnTo>
                  <a:pt x="104775" y="1562100"/>
                </a:lnTo>
                <a:close/>
                <a:moveTo>
                  <a:pt x="1924050" y="1552575"/>
                </a:moveTo>
                <a:lnTo>
                  <a:pt x="1933575" y="1552575"/>
                </a:lnTo>
                <a:lnTo>
                  <a:pt x="1933575" y="1571625"/>
                </a:lnTo>
                <a:lnTo>
                  <a:pt x="1924050" y="1571625"/>
                </a:lnTo>
                <a:close/>
                <a:moveTo>
                  <a:pt x="2000250" y="1552575"/>
                </a:moveTo>
                <a:lnTo>
                  <a:pt x="2009775" y="1552575"/>
                </a:lnTo>
                <a:lnTo>
                  <a:pt x="2009775" y="1571625"/>
                </a:lnTo>
                <a:lnTo>
                  <a:pt x="2000250" y="1571625"/>
                </a:lnTo>
                <a:close/>
                <a:moveTo>
                  <a:pt x="2066925" y="1600200"/>
                </a:moveTo>
                <a:lnTo>
                  <a:pt x="2105025" y="1600200"/>
                </a:lnTo>
                <a:lnTo>
                  <a:pt x="2105025" y="1619250"/>
                </a:lnTo>
                <a:lnTo>
                  <a:pt x="2066925" y="1619250"/>
                </a:lnTo>
                <a:close/>
                <a:moveTo>
                  <a:pt x="66675" y="1628775"/>
                </a:moveTo>
                <a:lnTo>
                  <a:pt x="76200" y="1628775"/>
                </a:lnTo>
                <a:lnTo>
                  <a:pt x="76200" y="1647825"/>
                </a:lnTo>
                <a:lnTo>
                  <a:pt x="66675" y="1647825"/>
                </a:lnTo>
                <a:lnTo>
                  <a:pt x="66675" y="1657350"/>
                </a:lnTo>
                <a:lnTo>
                  <a:pt x="57150" y="1657350"/>
                </a:lnTo>
                <a:lnTo>
                  <a:pt x="57150" y="1666875"/>
                </a:lnTo>
                <a:lnTo>
                  <a:pt x="47625" y="1666875"/>
                </a:lnTo>
                <a:lnTo>
                  <a:pt x="47625" y="1638300"/>
                </a:lnTo>
                <a:lnTo>
                  <a:pt x="66675" y="1638300"/>
                </a:lnTo>
                <a:close/>
                <a:moveTo>
                  <a:pt x="2047875" y="1704975"/>
                </a:moveTo>
                <a:lnTo>
                  <a:pt x="2066925" y="1704975"/>
                </a:lnTo>
                <a:lnTo>
                  <a:pt x="2066925" y="1714500"/>
                </a:lnTo>
                <a:lnTo>
                  <a:pt x="2085975" y="1714500"/>
                </a:lnTo>
                <a:lnTo>
                  <a:pt x="2085975" y="1724025"/>
                </a:lnTo>
                <a:lnTo>
                  <a:pt x="2105025" y="1724025"/>
                </a:lnTo>
                <a:lnTo>
                  <a:pt x="2105025" y="1743075"/>
                </a:lnTo>
                <a:lnTo>
                  <a:pt x="2085975" y="1743075"/>
                </a:lnTo>
                <a:lnTo>
                  <a:pt x="2085975" y="1752600"/>
                </a:lnTo>
                <a:lnTo>
                  <a:pt x="2047875" y="1752600"/>
                </a:lnTo>
                <a:lnTo>
                  <a:pt x="2047875" y="1743075"/>
                </a:lnTo>
                <a:lnTo>
                  <a:pt x="2028825" y="1743075"/>
                </a:lnTo>
                <a:lnTo>
                  <a:pt x="2028825" y="1781175"/>
                </a:lnTo>
                <a:lnTo>
                  <a:pt x="2019300" y="1781175"/>
                </a:lnTo>
                <a:lnTo>
                  <a:pt x="2019300" y="1790700"/>
                </a:lnTo>
                <a:lnTo>
                  <a:pt x="2009775" y="1790700"/>
                </a:lnTo>
                <a:lnTo>
                  <a:pt x="2009775" y="1771650"/>
                </a:lnTo>
                <a:lnTo>
                  <a:pt x="2000250" y="1771650"/>
                </a:lnTo>
                <a:lnTo>
                  <a:pt x="2000250" y="1752600"/>
                </a:lnTo>
                <a:lnTo>
                  <a:pt x="2019300" y="1752600"/>
                </a:lnTo>
                <a:lnTo>
                  <a:pt x="2019300" y="1733550"/>
                </a:lnTo>
                <a:lnTo>
                  <a:pt x="2028825" y="1733550"/>
                </a:lnTo>
                <a:lnTo>
                  <a:pt x="2028825" y="1714500"/>
                </a:lnTo>
                <a:lnTo>
                  <a:pt x="2047875" y="1714500"/>
                </a:lnTo>
                <a:close/>
                <a:moveTo>
                  <a:pt x="38100" y="1762125"/>
                </a:moveTo>
                <a:lnTo>
                  <a:pt x="57150" y="1762125"/>
                </a:lnTo>
                <a:lnTo>
                  <a:pt x="57150" y="1771650"/>
                </a:lnTo>
                <a:lnTo>
                  <a:pt x="38100" y="1771650"/>
                </a:lnTo>
                <a:close/>
                <a:moveTo>
                  <a:pt x="314325" y="1781175"/>
                </a:moveTo>
                <a:lnTo>
                  <a:pt x="323850" y="1781175"/>
                </a:lnTo>
                <a:lnTo>
                  <a:pt x="323850" y="1790700"/>
                </a:lnTo>
                <a:lnTo>
                  <a:pt x="371475" y="1790700"/>
                </a:lnTo>
                <a:lnTo>
                  <a:pt x="371475" y="1800225"/>
                </a:lnTo>
                <a:lnTo>
                  <a:pt x="381000" y="1800225"/>
                </a:lnTo>
                <a:lnTo>
                  <a:pt x="381000" y="1809750"/>
                </a:lnTo>
                <a:lnTo>
                  <a:pt x="390525" y="1809750"/>
                </a:lnTo>
                <a:lnTo>
                  <a:pt x="390525" y="1819275"/>
                </a:lnTo>
                <a:lnTo>
                  <a:pt x="400050" y="1819275"/>
                </a:lnTo>
                <a:lnTo>
                  <a:pt x="400050" y="1847850"/>
                </a:lnTo>
                <a:lnTo>
                  <a:pt x="390525" y="1847850"/>
                </a:lnTo>
                <a:lnTo>
                  <a:pt x="390525" y="1828800"/>
                </a:lnTo>
                <a:lnTo>
                  <a:pt x="371475" y="1828800"/>
                </a:lnTo>
                <a:lnTo>
                  <a:pt x="371475" y="1819275"/>
                </a:lnTo>
                <a:lnTo>
                  <a:pt x="361950" y="1819275"/>
                </a:lnTo>
                <a:lnTo>
                  <a:pt x="361950" y="1828800"/>
                </a:lnTo>
                <a:lnTo>
                  <a:pt x="342900" y="1828800"/>
                </a:lnTo>
                <a:lnTo>
                  <a:pt x="342900" y="1819275"/>
                </a:lnTo>
                <a:lnTo>
                  <a:pt x="323850" y="1819275"/>
                </a:lnTo>
                <a:lnTo>
                  <a:pt x="323850" y="1809750"/>
                </a:lnTo>
                <a:lnTo>
                  <a:pt x="314325" y="1809750"/>
                </a:lnTo>
                <a:close/>
                <a:moveTo>
                  <a:pt x="1752600" y="1781175"/>
                </a:moveTo>
                <a:lnTo>
                  <a:pt x="1762125" y="1781175"/>
                </a:lnTo>
                <a:lnTo>
                  <a:pt x="1762125" y="1800225"/>
                </a:lnTo>
                <a:lnTo>
                  <a:pt x="1752600" y="1800225"/>
                </a:lnTo>
                <a:close/>
                <a:moveTo>
                  <a:pt x="1828800" y="1781175"/>
                </a:moveTo>
                <a:lnTo>
                  <a:pt x="1847850" y="1781175"/>
                </a:lnTo>
                <a:lnTo>
                  <a:pt x="1847850" y="1809750"/>
                </a:lnTo>
                <a:lnTo>
                  <a:pt x="1828800" y="1809750"/>
                </a:lnTo>
                <a:close/>
                <a:moveTo>
                  <a:pt x="419100" y="1790700"/>
                </a:moveTo>
                <a:lnTo>
                  <a:pt x="428625" y="1790700"/>
                </a:lnTo>
                <a:lnTo>
                  <a:pt x="428625" y="1800225"/>
                </a:lnTo>
                <a:lnTo>
                  <a:pt x="457200" y="1800225"/>
                </a:lnTo>
                <a:lnTo>
                  <a:pt x="457200" y="1809750"/>
                </a:lnTo>
                <a:lnTo>
                  <a:pt x="466725" y="1809750"/>
                </a:lnTo>
                <a:lnTo>
                  <a:pt x="466725" y="1819275"/>
                </a:lnTo>
                <a:lnTo>
                  <a:pt x="476250" y="1819275"/>
                </a:lnTo>
                <a:lnTo>
                  <a:pt x="476250" y="1828800"/>
                </a:lnTo>
                <a:lnTo>
                  <a:pt x="495300" y="1828800"/>
                </a:lnTo>
                <a:lnTo>
                  <a:pt x="495300" y="1838325"/>
                </a:lnTo>
                <a:lnTo>
                  <a:pt x="504825" y="1838325"/>
                </a:lnTo>
                <a:lnTo>
                  <a:pt x="504825" y="1847850"/>
                </a:lnTo>
                <a:lnTo>
                  <a:pt x="485775" y="1847850"/>
                </a:lnTo>
                <a:lnTo>
                  <a:pt x="485775" y="1838325"/>
                </a:lnTo>
                <a:lnTo>
                  <a:pt x="476250" y="1838325"/>
                </a:lnTo>
                <a:lnTo>
                  <a:pt x="476250" y="1847850"/>
                </a:lnTo>
                <a:lnTo>
                  <a:pt x="466725" y="1847850"/>
                </a:lnTo>
                <a:lnTo>
                  <a:pt x="466725" y="1838325"/>
                </a:lnTo>
                <a:lnTo>
                  <a:pt x="447675" y="1838325"/>
                </a:lnTo>
                <a:lnTo>
                  <a:pt x="447675" y="1819275"/>
                </a:lnTo>
                <a:lnTo>
                  <a:pt x="438150" y="1819275"/>
                </a:lnTo>
                <a:lnTo>
                  <a:pt x="438150" y="1809750"/>
                </a:lnTo>
                <a:lnTo>
                  <a:pt x="419100" y="1809750"/>
                </a:lnTo>
                <a:close/>
                <a:moveTo>
                  <a:pt x="1628775" y="1800225"/>
                </a:moveTo>
                <a:lnTo>
                  <a:pt x="1647825" y="1800225"/>
                </a:lnTo>
                <a:lnTo>
                  <a:pt x="1647825" y="1809750"/>
                </a:lnTo>
                <a:lnTo>
                  <a:pt x="1657350" y="1809750"/>
                </a:lnTo>
                <a:lnTo>
                  <a:pt x="1657350" y="1828800"/>
                </a:lnTo>
                <a:lnTo>
                  <a:pt x="1666875" y="1828800"/>
                </a:lnTo>
                <a:lnTo>
                  <a:pt x="1666875" y="1838325"/>
                </a:lnTo>
                <a:lnTo>
                  <a:pt x="1657350" y="1838325"/>
                </a:lnTo>
                <a:lnTo>
                  <a:pt x="1657350" y="1857375"/>
                </a:lnTo>
                <a:lnTo>
                  <a:pt x="1581150" y="1857375"/>
                </a:lnTo>
                <a:lnTo>
                  <a:pt x="1581150" y="1866900"/>
                </a:lnTo>
                <a:lnTo>
                  <a:pt x="1552575" y="1866900"/>
                </a:lnTo>
                <a:lnTo>
                  <a:pt x="1552575" y="1857375"/>
                </a:lnTo>
                <a:lnTo>
                  <a:pt x="1562100" y="1857375"/>
                </a:lnTo>
                <a:lnTo>
                  <a:pt x="1562100" y="1847850"/>
                </a:lnTo>
                <a:lnTo>
                  <a:pt x="1590675" y="1847850"/>
                </a:lnTo>
                <a:lnTo>
                  <a:pt x="1590675" y="1838325"/>
                </a:lnTo>
                <a:lnTo>
                  <a:pt x="1600200" y="1838325"/>
                </a:lnTo>
                <a:lnTo>
                  <a:pt x="1600200" y="1828800"/>
                </a:lnTo>
                <a:lnTo>
                  <a:pt x="1609725" y="1828800"/>
                </a:lnTo>
                <a:lnTo>
                  <a:pt x="1609725" y="1819275"/>
                </a:lnTo>
                <a:lnTo>
                  <a:pt x="1619250" y="1819275"/>
                </a:lnTo>
                <a:lnTo>
                  <a:pt x="1619250" y="1809750"/>
                </a:lnTo>
                <a:lnTo>
                  <a:pt x="1628775" y="1809750"/>
                </a:lnTo>
                <a:close/>
                <a:moveTo>
                  <a:pt x="1933575" y="1800225"/>
                </a:moveTo>
                <a:lnTo>
                  <a:pt x="1943100" y="1800225"/>
                </a:lnTo>
                <a:lnTo>
                  <a:pt x="1943100" y="1819275"/>
                </a:lnTo>
                <a:lnTo>
                  <a:pt x="1933575" y="1819275"/>
                </a:lnTo>
                <a:close/>
                <a:moveTo>
                  <a:pt x="219075" y="1819275"/>
                </a:moveTo>
                <a:lnTo>
                  <a:pt x="247650" y="1819275"/>
                </a:lnTo>
                <a:lnTo>
                  <a:pt x="247650" y="1838325"/>
                </a:lnTo>
                <a:lnTo>
                  <a:pt x="228600" y="1838325"/>
                </a:lnTo>
                <a:lnTo>
                  <a:pt x="228600" y="1828800"/>
                </a:lnTo>
                <a:lnTo>
                  <a:pt x="219075" y="1828800"/>
                </a:lnTo>
                <a:close/>
                <a:moveTo>
                  <a:pt x="1676400" y="1819275"/>
                </a:moveTo>
                <a:lnTo>
                  <a:pt x="1695450" y="1819275"/>
                </a:lnTo>
                <a:lnTo>
                  <a:pt x="1695450" y="1838325"/>
                </a:lnTo>
                <a:lnTo>
                  <a:pt x="1676400" y="1838325"/>
                </a:lnTo>
                <a:close/>
                <a:moveTo>
                  <a:pt x="1943100" y="1819275"/>
                </a:moveTo>
                <a:lnTo>
                  <a:pt x="1962150" y="1819275"/>
                </a:lnTo>
                <a:lnTo>
                  <a:pt x="1962150" y="1838325"/>
                </a:lnTo>
                <a:lnTo>
                  <a:pt x="1971675" y="1838325"/>
                </a:lnTo>
                <a:lnTo>
                  <a:pt x="1971675" y="1857375"/>
                </a:lnTo>
                <a:lnTo>
                  <a:pt x="1943100" y="1857375"/>
                </a:lnTo>
                <a:close/>
                <a:moveTo>
                  <a:pt x="95250" y="1828800"/>
                </a:moveTo>
                <a:lnTo>
                  <a:pt x="123825" y="1828800"/>
                </a:lnTo>
                <a:lnTo>
                  <a:pt x="123825" y="1857375"/>
                </a:lnTo>
                <a:lnTo>
                  <a:pt x="104775" y="1857375"/>
                </a:lnTo>
                <a:lnTo>
                  <a:pt x="104775" y="1847850"/>
                </a:lnTo>
                <a:lnTo>
                  <a:pt x="95250" y="1847850"/>
                </a:lnTo>
                <a:close/>
                <a:moveTo>
                  <a:pt x="2095500" y="1828800"/>
                </a:moveTo>
                <a:lnTo>
                  <a:pt x="2105025" y="1828800"/>
                </a:lnTo>
                <a:lnTo>
                  <a:pt x="2105025" y="1838325"/>
                </a:lnTo>
                <a:lnTo>
                  <a:pt x="2095500" y="1838325"/>
                </a:lnTo>
                <a:close/>
                <a:moveTo>
                  <a:pt x="200025" y="1838325"/>
                </a:moveTo>
                <a:lnTo>
                  <a:pt x="209550" y="1838325"/>
                </a:lnTo>
                <a:lnTo>
                  <a:pt x="209550" y="1857375"/>
                </a:lnTo>
                <a:lnTo>
                  <a:pt x="200025" y="1857375"/>
                </a:lnTo>
                <a:close/>
                <a:moveTo>
                  <a:pt x="295275" y="1838325"/>
                </a:moveTo>
                <a:lnTo>
                  <a:pt x="304800" y="1838325"/>
                </a:lnTo>
                <a:lnTo>
                  <a:pt x="304800" y="1847850"/>
                </a:lnTo>
                <a:lnTo>
                  <a:pt x="295275" y="1847850"/>
                </a:lnTo>
                <a:close/>
                <a:moveTo>
                  <a:pt x="352425" y="1838325"/>
                </a:moveTo>
                <a:lnTo>
                  <a:pt x="381000" y="1838325"/>
                </a:lnTo>
                <a:lnTo>
                  <a:pt x="381000" y="1847850"/>
                </a:lnTo>
                <a:lnTo>
                  <a:pt x="361950" y="1847850"/>
                </a:lnTo>
                <a:lnTo>
                  <a:pt x="361950" y="1857375"/>
                </a:lnTo>
                <a:lnTo>
                  <a:pt x="352425" y="1857375"/>
                </a:lnTo>
                <a:lnTo>
                  <a:pt x="352425" y="1866900"/>
                </a:lnTo>
                <a:lnTo>
                  <a:pt x="342900" y="1866900"/>
                </a:lnTo>
                <a:lnTo>
                  <a:pt x="342900" y="1847850"/>
                </a:lnTo>
                <a:lnTo>
                  <a:pt x="352425" y="1847850"/>
                </a:lnTo>
                <a:close/>
                <a:moveTo>
                  <a:pt x="409575" y="1838325"/>
                </a:moveTo>
                <a:lnTo>
                  <a:pt x="419100" y="1838325"/>
                </a:lnTo>
                <a:lnTo>
                  <a:pt x="419100" y="1847850"/>
                </a:lnTo>
                <a:lnTo>
                  <a:pt x="409575" y="1847850"/>
                </a:lnTo>
                <a:close/>
                <a:moveTo>
                  <a:pt x="1638300" y="1838325"/>
                </a:moveTo>
                <a:lnTo>
                  <a:pt x="1647825" y="1838325"/>
                </a:lnTo>
                <a:lnTo>
                  <a:pt x="1647825" y="1819275"/>
                </a:lnTo>
                <a:lnTo>
                  <a:pt x="1638300" y="1819275"/>
                </a:lnTo>
                <a:close/>
                <a:moveTo>
                  <a:pt x="2066925" y="1838325"/>
                </a:moveTo>
                <a:lnTo>
                  <a:pt x="2085975" y="1838325"/>
                </a:lnTo>
                <a:lnTo>
                  <a:pt x="2085975" y="1857375"/>
                </a:lnTo>
                <a:lnTo>
                  <a:pt x="2057400" y="1857375"/>
                </a:lnTo>
                <a:lnTo>
                  <a:pt x="2057400" y="1847850"/>
                </a:lnTo>
                <a:lnTo>
                  <a:pt x="2066925" y="1847850"/>
                </a:lnTo>
                <a:close/>
                <a:moveTo>
                  <a:pt x="276225" y="1847850"/>
                </a:moveTo>
                <a:lnTo>
                  <a:pt x="285750" y="1847850"/>
                </a:lnTo>
                <a:lnTo>
                  <a:pt x="285750" y="1866900"/>
                </a:lnTo>
                <a:lnTo>
                  <a:pt x="276225" y="1866900"/>
                </a:lnTo>
                <a:close/>
                <a:moveTo>
                  <a:pt x="238125" y="1876425"/>
                </a:moveTo>
                <a:lnTo>
                  <a:pt x="247650" y="1876425"/>
                </a:lnTo>
                <a:lnTo>
                  <a:pt x="247650" y="1885950"/>
                </a:lnTo>
                <a:lnTo>
                  <a:pt x="276225" y="1885950"/>
                </a:lnTo>
                <a:lnTo>
                  <a:pt x="276225" y="1876425"/>
                </a:lnTo>
                <a:lnTo>
                  <a:pt x="285750" y="1876425"/>
                </a:lnTo>
                <a:lnTo>
                  <a:pt x="285750" y="1885950"/>
                </a:lnTo>
                <a:lnTo>
                  <a:pt x="295275" y="1885950"/>
                </a:lnTo>
                <a:lnTo>
                  <a:pt x="295275" y="1895475"/>
                </a:lnTo>
                <a:lnTo>
                  <a:pt x="266700" y="1895475"/>
                </a:lnTo>
                <a:lnTo>
                  <a:pt x="266700" y="1914525"/>
                </a:lnTo>
                <a:lnTo>
                  <a:pt x="257175" y="1914525"/>
                </a:lnTo>
                <a:lnTo>
                  <a:pt x="257175" y="1924050"/>
                </a:lnTo>
                <a:lnTo>
                  <a:pt x="247650" y="1924050"/>
                </a:lnTo>
                <a:lnTo>
                  <a:pt x="247650" y="1914525"/>
                </a:lnTo>
                <a:lnTo>
                  <a:pt x="238125" y="1914525"/>
                </a:lnTo>
                <a:lnTo>
                  <a:pt x="238125" y="1895475"/>
                </a:lnTo>
                <a:lnTo>
                  <a:pt x="228600" y="1895475"/>
                </a:lnTo>
                <a:lnTo>
                  <a:pt x="228600" y="1885950"/>
                </a:lnTo>
                <a:lnTo>
                  <a:pt x="238125" y="1885950"/>
                </a:lnTo>
                <a:close/>
                <a:moveTo>
                  <a:pt x="314325" y="1876425"/>
                </a:moveTo>
                <a:lnTo>
                  <a:pt x="342900" y="1876425"/>
                </a:lnTo>
                <a:lnTo>
                  <a:pt x="342900" y="1885950"/>
                </a:lnTo>
                <a:lnTo>
                  <a:pt x="333375" y="1885950"/>
                </a:lnTo>
                <a:lnTo>
                  <a:pt x="333375" y="1895475"/>
                </a:lnTo>
                <a:lnTo>
                  <a:pt x="314325" y="1895475"/>
                </a:lnTo>
                <a:close/>
                <a:moveTo>
                  <a:pt x="428625" y="1876425"/>
                </a:moveTo>
                <a:lnTo>
                  <a:pt x="447675" y="1876425"/>
                </a:lnTo>
                <a:lnTo>
                  <a:pt x="447675" y="1905000"/>
                </a:lnTo>
                <a:lnTo>
                  <a:pt x="381000" y="1905000"/>
                </a:lnTo>
                <a:lnTo>
                  <a:pt x="381000" y="1895475"/>
                </a:lnTo>
                <a:lnTo>
                  <a:pt x="371475" y="1895475"/>
                </a:lnTo>
                <a:lnTo>
                  <a:pt x="371475" y="1885950"/>
                </a:lnTo>
                <a:lnTo>
                  <a:pt x="428625" y="1885950"/>
                </a:lnTo>
                <a:close/>
                <a:moveTo>
                  <a:pt x="552450" y="1876425"/>
                </a:moveTo>
                <a:lnTo>
                  <a:pt x="561975" y="1876425"/>
                </a:lnTo>
                <a:lnTo>
                  <a:pt x="561975" y="1885950"/>
                </a:lnTo>
                <a:lnTo>
                  <a:pt x="552450" y="1885950"/>
                </a:lnTo>
                <a:close/>
                <a:moveTo>
                  <a:pt x="1504950" y="1876425"/>
                </a:moveTo>
                <a:lnTo>
                  <a:pt x="1533525" y="1876425"/>
                </a:lnTo>
                <a:lnTo>
                  <a:pt x="1533525" y="1885950"/>
                </a:lnTo>
                <a:lnTo>
                  <a:pt x="1524000" y="1885950"/>
                </a:lnTo>
                <a:lnTo>
                  <a:pt x="1524000" y="1895475"/>
                </a:lnTo>
                <a:lnTo>
                  <a:pt x="1495425" y="1895475"/>
                </a:lnTo>
                <a:lnTo>
                  <a:pt x="1495425" y="1885950"/>
                </a:lnTo>
                <a:lnTo>
                  <a:pt x="1504950" y="1885950"/>
                </a:lnTo>
                <a:close/>
                <a:moveTo>
                  <a:pt x="1943100" y="1876425"/>
                </a:moveTo>
                <a:lnTo>
                  <a:pt x="1962150" y="1876425"/>
                </a:lnTo>
                <a:lnTo>
                  <a:pt x="1962150" y="1914525"/>
                </a:lnTo>
                <a:lnTo>
                  <a:pt x="1933575" y="1914525"/>
                </a:lnTo>
                <a:lnTo>
                  <a:pt x="1933575" y="1895475"/>
                </a:lnTo>
                <a:lnTo>
                  <a:pt x="1924050" y="1895475"/>
                </a:lnTo>
                <a:lnTo>
                  <a:pt x="1924050" y="1885950"/>
                </a:lnTo>
                <a:lnTo>
                  <a:pt x="1943100" y="1885950"/>
                </a:lnTo>
                <a:close/>
                <a:moveTo>
                  <a:pt x="2057400" y="1876425"/>
                </a:moveTo>
                <a:lnTo>
                  <a:pt x="2085975" y="1876425"/>
                </a:lnTo>
                <a:lnTo>
                  <a:pt x="2085975" y="1885950"/>
                </a:lnTo>
                <a:lnTo>
                  <a:pt x="2105025" y="1885950"/>
                </a:lnTo>
                <a:lnTo>
                  <a:pt x="2105025" y="1914525"/>
                </a:lnTo>
                <a:lnTo>
                  <a:pt x="2076450" y="1914525"/>
                </a:lnTo>
                <a:lnTo>
                  <a:pt x="2076450" y="1905000"/>
                </a:lnTo>
                <a:lnTo>
                  <a:pt x="2047875" y="1905000"/>
                </a:lnTo>
                <a:lnTo>
                  <a:pt x="2047875" y="1914525"/>
                </a:lnTo>
                <a:lnTo>
                  <a:pt x="2019300" y="1914525"/>
                </a:lnTo>
                <a:lnTo>
                  <a:pt x="2019300" y="1943100"/>
                </a:lnTo>
                <a:lnTo>
                  <a:pt x="2028825" y="1943100"/>
                </a:lnTo>
                <a:lnTo>
                  <a:pt x="2028825" y="1952625"/>
                </a:lnTo>
                <a:lnTo>
                  <a:pt x="2038350" y="1952625"/>
                </a:lnTo>
                <a:lnTo>
                  <a:pt x="2038350" y="1971675"/>
                </a:lnTo>
                <a:lnTo>
                  <a:pt x="2028825" y="1971675"/>
                </a:lnTo>
                <a:lnTo>
                  <a:pt x="2028825" y="1981200"/>
                </a:lnTo>
                <a:lnTo>
                  <a:pt x="2019300" y="1981200"/>
                </a:lnTo>
                <a:lnTo>
                  <a:pt x="2019300" y="1971675"/>
                </a:lnTo>
                <a:lnTo>
                  <a:pt x="2009775" y="1971675"/>
                </a:lnTo>
                <a:lnTo>
                  <a:pt x="2009775" y="1981200"/>
                </a:lnTo>
                <a:lnTo>
                  <a:pt x="2000250" y="1981200"/>
                </a:lnTo>
                <a:lnTo>
                  <a:pt x="2000250" y="1952625"/>
                </a:lnTo>
                <a:lnTo>
                  <a:pt x="1990725" y="1952625"/>
                </a:lnTo>
                <a:lnTo>
                  <a:pt x="1990725" y="1943100"/>
                </a:lnTo>
                <a:lnTo>
                  <a:pt x="2000250" y="1943100"/>
                </a:lnTo>
                <a:lnTo>
                  <a:pt x="2000250" y="1933575"/>
                </a:lnTo>
                <a:lnTo>
                  <a:pt x="1990725" y="1933575"/>
                </a:lnTo>
                <a:lnTo>
                  <a:pt x="1990725" y="1905000"/>
                </a:lnTo>
                <a:lnTo>
                  <a:pt x="2009775" y="1905000"/>
                </a:lnTo>
                <a:lnTo>
                  <a:pt x="2009775" y="1885950"/>
                </a:lnTo>
                <a:lnTo>
                  <a:pt x="2038350" y="1885950"/>
                </a:lnTo>
                <a:lnTo>
                  <a:pt x="2038350" y="1895475"/>
                </a:lnTo>
                <a:lnTo>
                  <a:pt x="2047875" y="1895475"/>
                </a:lnTo>
                <a:lnTo>
                  <a:pt x="2047875" y="1885950"/>
                </a:lnTo>
                <a:lnTo>
                  <a:pt x="2057400" y="1885950"/>
                </a:lnTo>
                <a:close/>
                <a:moveTo>
                  <a:pt x="57150" y="1885950"/>
                </a:moveTo>
                <a:lnTo>
                  <a:pt x="66675" y="1885950"/>
                </a:lnTo>
                <a:lnTo>
                  <a:pt x="66675" y="1895475"/>
                </a:lnTo>
                <a:lnTo>
                  <a:pt x="57150" y="1895475"/>
                </a:lnTo>
                <a:close/>
                <a:moveTo>
                  <a:pt x="133350" y="1885950"/>
                </a:moveTo>
                <a:lnTo>
                  <a:pt x="152400" y="1885950"/>
                </a:lnTo>
                <a:lnTo>
                  <a:pt x="152400" y="1895475"/>
                </a:lnTo>
                <a:lnTo>
                  <a:pt x="161925" y="1895475"/>
                </a:lnTo>
                <a:lnTo>
                  <a:pt x="161925" y="1905000"/>
                </a:lnTo>
                <a:lnTo>
                  <a:pt x="133350" y="1905000"/>
                </a:lnTo>
                <a:close/>
                <a:moveTo>
                  <a:pt x="85725" y="1895475"/>
                </a:moveTo>
                <a:lnTo>
                  <a:pt x="114300" y="1895475"/>
                </a:lnTo>
                <a:lnTo>
                  <a:pt x="114300" y="1905000"/>
                </a:lnTo>
                <a:lnTo>
                  <a:pt x="95250" y="1905000"/>
                </a:lnTo>
                <a:lnTo>
                  <a:pt x="95250" y="1914525"/>
                </a:lnTo>
                <a:lnTo>
                  <a:pt x="85725" y="1914525"/>
                </a:lnTo>
                <a:close/>
                <a:moveTo>
                  <a:pt x="1466850" y="1895475"/>
                </a:moveTo>
                <a:lnTo>
                  <a:pt x="1495425" y="1895475"/>
                </a:lnTo>
                <a:lnTo>
                  <a:pt x="1495425" y="1905000"/>
                </a:lnTo>
                <a:lnTo>
                  <a:pt x="1466850" y="1905000"/>
                </a:lnTo>
                <a:close/>
                <a:moveTo>
                  <a:pt x="38100" y="1905000"/>
                </a:moveTo>
                <a:lnTo>
                  <a:pt x="66675" y="1905000"/>
                </a:lnTo>
                <a:lnTo>
                  <a:pt x="66675" y="1924050"/>
                </a:lnTo>
                <a:lnTo>
                  <a:pt x="76200" y="1924050"/>
                </a:lnTo>
                <a:lnTo>
                  <a:pt x="76200" y="1962150"/>
                </a:lnTo>
                <a:lnTo>
                  <a:pt x="66675" y="1962150"/>
                </a:lnTo>
                <a:lnTo>
                  <a:pt x="66675" y="1971675"/>
                </a:lnTo>
                <a:lnTo>
                  <a:pt x="57150" y="1971675"/>
                </a:lnTo>
                <a:lnTo>
                  <a:pt x="57150" y="1962150"/>
                </a:lnTo>
                <a:lnTo>
                  <a:pt x="47625" y="1962150"/>
                </a:lnTo>
                <a:lnTo>
                  <a:pt x="47625" y="1943100"/>
                </a:lnTo>
                <a:lnTo>
                  <a:pt x="57150" y="1943100"/>
                </a:lnTo>
                <a:lnTo>
                  <a:pt x="57150" y="1933575"/>
                </a:lnTo>
                <a:lnTo>
                  <a:pt x="47625" y="1933575"/>
                </a:lnTo>
                <a:lnTo>
                  <a:pt x="47625" y="1924050"/>
                </a:lnTo>
                <a:lnTo>
                  <a:pt x="38100" y="1924050"/>
                </a:lnTo>
                <a:close/>
                <a:moveTo>
                  <a:pt x="171450" y="1905000"/>
                </a:moveTo>
                <a:lnTo>
                  <a:pt x="180975" y="1905000"/>
                </a:lnTo>
                <a:lnTo>
                  <a:pt x="180975" y="1924050"/>
                </a:lnTo>
                <a:lnTo>
                  <a:pt x="171450" y="1924050"/>
                </a:lnTo>
                <a:close/>
                <a:moveTo>
                  <a:pt x="1866900" y="1905000"/>
                </a:moveTo>
                <a:lnTo>
                  <a:pt x="1885950" y="1905000"/>
                </a:lnTo>
                <a:lnTo>
                  <a:pt x="1885950" y="1924050"/>
                </a:lnTo>
                <a:lnTo>
                  <a:pt x="1866900" y="1924050"/>
                </a:lnTo>
                <a:close/>
                <a:moveTo>
                  <a:pt x="1438275" y="1914525"/>
                </a:moveTo>
                <a:lnTo>
                  <a:pt x="1447800" y="1914525"/>
                </a:lnTo>
                <a:lnTo>
                  <a:pt x="1447800" y="1924050"/>
                </a:lnTo>
                <a:lnTo>
                  <a:pt x="1466850" y="1924050"/>
                </a:lnTo>
                <a:lnTo>
                  <a:pt x="1466850" y="1943100"/>
                </a:lnTo>
                <a:lnTo>
                  <a:pt x="1438275" y="1943100"/>
                </a:lnTo>
                <a:close/>
                <a:moveTo>
                  <a:pt x="1895475" y="1914525"/>
                </a:moveTo>
                <a:lnTo>
                  <a:pt x="1905000" y="1914525"/>
                </a:lnTo>
                <a:lnTo>
                  <a:pt x="1905000" y="1924050"/>
                </a:lnTo>
                <a:lnTo>
                  <a:pt x="1895475" y="1924050"/>
                </a:lnTo>
                <a:close/>
                <a:moveTo>
                  <a:pt x="19050" y="1924050"/>
                </a:moveTo>
                <a:lnTo>
                  <a:pt x="38100" y="1924050"/>
                </a:lnTo>
                <a:lnTo>
                  <a:pt x="38100" y="1933575"/>
                </a:lnTo>
                <a:lnTo>
                  <a:pt x="28575" y="1933575"/>
                </a:lnTo>
                <a:lnTo>
                  <a:pt x="28575" y="1943100"/>
                </a:lnTo>
                <a:lnTo>
                  <a:pt x="19050" y="1943100"/>
                </a:lnTo>
                <a:close/>
                <a:moveTo>
                  <a:pt x="2066925" y="1924050"/>
                </a:moveTo>
                <a:lnTo>
                  <a:pt x="2076450" y="1924050"/>
                </a:lnTo>
                <a:lnTo>
                  <a:pt x="2076450" y="1943100"/>
                </a:lnTo>
                <a:lnTo>
                  <a:pt x="2105025" y="1943100"/>
                </a:lnTo>
                <a:lnTo>
                  <a:pt x="2105025" y="1952625"/>
                </a:lnTo>
                <a:lnTo>
                  <a:pt x="2095500" y="1952625"/>
                </a:lnTo>
                <a:lnTo>
                  <a:pt x="2095500" y="1962150"/>
                </a:lnTo>
                <a:lnTo>
                  <a:pt x="2085975" y="1962150"/>
                </a:lnTo>
                <a:lnTo>
                  <a:pt x="2085975" y="1971675"/>
                </a:lnTo>
                <a:lnTo>
                  <a:pt x="2066925" y="1971675"/>
                </a:lnTo>
                <a:lnTo>
                  <a:pt x="2066925" y="1962150"/>
                </a:lnTo>
                <a:lnTo>
                  <a:pt x="2047875" y="1962150"/>
                </a:lnTo>
                <a:lnTo>
                  <a:pt x="2047875" y="1933575"/>
                </a:lnTo>
                <a:lnTo>
                  <a:pt x="2066925" y="1933575"/>
                </a:lnTo>
                <a:close/>
                <a:moveTo>
                  <a:pt x="685800" y="1933575"/>
                </a:moveTo>
                <a:lnTo>
                  <a:pt x="695325" y="1933575"/>
                </a:lnTo>
                <a:lnTo>
                  <a:pt x="695325" y="1943100"/>
                </a:lnTo>
                <a:lnTo>
                  <a:pt x="685800" y="1943100"/>
                </a:lnTo>
                <a:close/>
                <a:moveTo>
                  <a:pt x="1371600" y="1933575"/>
                </a:moveTo>
                <a:lnTo>
                  <a:pt x="1390650" y="1933575"/>
                </a:lnTo>
                <a:lnTo>
                  <a:pt x="1390650" y="1943100"/>
                </a:lnTo>
                <a:lnTo>
                  <a:pt x="1381125" y="1943100"/>
                </a:lnTo>
                <a:lnTo>
                  <a:pt x="1381125" y="1952625"/>
                </a:lnTo>
                <a:lnTo>
                  <a:pt x="1352550" y="1952625"/>
                </a:lnTo>
                <a:lnTo>
                  <a:pt x="1352550" y="1943100"/>
                </a:lnTo>
                <a:lnTo>
                  <a:pt x="1371600" y="1943100"/>
                </a:lnTo>
                <a:close/>
                <a:moveTo>
                  <a:pt x="333375" y="1943100"/>
                </a:moveTo>
                <a:lnTo>
                  <a:pt x="361950" y="1943100"/>
                </a:lnTo>
                <a:lnTo>
                  <a:pt x="361950" y="1962150"/>
                </a:lnTo>
                <a:lnTo>
                  <a:pt x="333375" y="1962150"/>
                </a:lnTo>
                <a:close/>
                <a:moveTo>
                  <a:pt x="1914525" y="1943100"/>
                </a:moveTo>
                <a:lnTo>
                  <a:pt x="1924050" y="1943100"/>
                </a:lnTo>
                <a:lnTo>
                  <a:pt x="1924050" y="1962150"/>
                </a:lnTo>
                <a:lnTo>
                  <a:pt x="1905000" y="1962150"/>
                </a:lnTo>
                <a:lnTo>
                  <a:pt x="1905000" y="1952625"/>
                </a:lnTo>
                <a:lnTo>
                  <a:pt x="1914525" y="1952625"/>
                </a:lnTo>
                <a:close/>
                <a:moveTo>
                  <a:pt x="123825" y="1952625"/>
                </a:moveTo>
                <a:lnTo>
                  <a:pt x="152400" y="1952625"/>
                </a:lnTo>
                <a:lnTo>
                  <a:pt x="152400" y="1971675"/>
                </a:lnTo>
                <a:lnTo>
                  <a:pt x="142875" y="1971675"/>
                </a:lnTo>
                <a:lnTo>
                  <a:pt x="142875" y="1962150"/>
                </a:lnTo>
                <a:lnTo>
                  <a:pt x="123825" y="1962150"/>
                </a:lnTo>
                <a:close/>
                <a:moveTo>
                  <a:pt x="161925" y="1952625"/>
                </a:moveTo>
                <a:lnTo>
                  <a:pt x="171450" y="1952625"/>
                </a:lnTo>
                <a:lnTo>
                  <a:pt x="171450" y="1962150"/>
                </a:lnTo>
                <a:lnTo>
                  <a:pt x="161925" y="1962150"/>
                </a:lnTo>
                <a:close/>
                <a:moveTo>
                  <a:pt x="180975" y="1952625"/>
                </a:moveTo>
                <a:lnTo>
                  <a:pt x="190500" y="1952625"/>
                </a:lnTo>
                <a:lnTo>
                  <a:pt x="190500" y="1981200"/>
                </a:lnTo>
                <a:lnTo>
                  <a:pt x="180975" y="1981200"/>
                </a:lnTo>
                <a:close/>
                <a:moveTo>
                  <a:pt x="504825" y="1952625"/>
                </a:moveTo>
                <a:lnTo>
                  <a:pt x="523875" y="1952625"/>
                </a:lnTo>
                <a:lnTo>
                  <a:pt x="523875" y="1971675"/>
                </a:lnTo>
                <a:lnTo>
                  <a:pt x="504825" y="1971675"/>
                </a:lnTo>
                <a:close/>
                <a:moveTo>
                  <a:pt x="714375" y="1952625"/>
                </a:moveTo>
                <a:lnTo>
                  <a:pt x="723900" y="1952625"/>
                </a:lnTo>
                <a:lnTo>
                  <a:pt x="723900" y="1962150"/>
                </a:lnTo>
                <a:lnTo>
                  <a:pt x="714375" y="1962150"/>
                </a:lnTo>
                <a:close/>
                <a:moveTo>
                  <a:pt x="1333500" y="1952625"/>
                </a:moveTo>
                <a:lnTo>
                  <a:pt x="1343025" y="1952625"/>
                </a:lnTo>
                <a:lnTo>
                  <a:pt x="1343025" y="1962150"/>
                </a:lnTo>
                <a:lnTo>
                  <a:pt x="1333500" y="1962150"/>
                </a:lnTo>
                <a:close/>
                <a:moveTo>
                  <a:pt x="1952625" y="1952625"/>
                </a:moveTo>
                <a:lnTo>
                  <a:pt x="1962150" y="1952625"/>
                </a:lnTo>
                <a:lnTo>
                  <a:pt x="1962150" y="1962150"/>
                </a:lnTo>
                <a:lnTo>
                  <a:pt x="1981200" y="1962150"/>
                </a:lnTo>
                <a:lnTo>
                  <a:pt x="1981200" y="1971675"/>
                </a:lnTo>
                <a:lnTo>
                  <a:pt x="1990725" y="1971675"/>
                </a:lnTo>
                <a:lnTo>
                  <a:pt x="1990725" y="1981200"/>
                </a:lnTo>
                <a:lnTo>
                  <a:pt x="1971675" y="1981200"/>
                </a:lnTo>
                <a:lnTo>
                  <a:pt x="1971675" y="1990725"/>
                </a:lnTo>
                <a:lnTo>
                  <a:pt x="1952625" y="1990725"/>
                </a:lnTo>
                <a:lnTo>
                  <a:pt x="1952625" y="1981200"/>
                </a:lnTo>
                <a:lnTo>
                  <a:pt x="1943100" y="1981200"/>
                </a:lnTo>
                <a:lnTo>
                  <a:pt x="1943100" y="1971675"/>
                </a:lnTo>
                <a:lnTo>
                  <a:pt x="1952625" y="1971675"/>
                </a:lnTo>
                <a:close/>
                <a:moveTo>
                  <a:pt x="200025" y="1962150"/>
                </a:moveTo>
                <a:lnTo>
                  <a:pt x="209550" y="1962150"/>
                </a:lnTo>
                <a:lnTo>
                  <a:pt x="209550" y="1981200"/>
                </a:lnTo>
                <a:lnTo>
                  <a:pt x="200025" y="1981200"/>
                </a:lnTo>
                <a:close/>
                <a:moveTo>
                  <a:pt x="247650" y="1962150"/>
                </a:moveTo>
                <a:lnTo>
                  <a:pt x="257175" y="1962150"/>
                </a:lnTo>
                <a:lnTo>
                  <a:pt x="257175" y="1971675"/>
                </a:lnTo>
                <a:lnTo>
                  <a:pt x="247650" y="1971675"/>
                </a:lnTo>
                <a:close/>
                <a:moveTo>
                  <a:pt x="771525" y="1971675"/>
                </a:moveTo>
                <a:lnTo>
                  <a:pt x="800100" y="1971675"/>
                </a:lnTo>
                <a:lnTo>
                  <a:pt x="800100" y="1981200"/>
                </a:lnTo>
                <a:lnTo>
                  <a:pt x="771525" y="1981200"/>
                </a:lnTo>
                <a:close/>
                <a:moveTo>
                  <a:pt x="1247775" y="1971675"/>
                </a:moveTo>
                <a:lnTo>
                  <a:pt x="1285875" y="1971675"/>
                </a:lnTo>
                <a:lnTo>
                  <a:pt x="1285875" y="1981200"/>
                </a:lnTo>
                <a:lnTo>
                  <a:pt x="1276350" y="1981200"/>
                </a:lnTo>
                <a:lnTo>
                  <a:pt x="1276350" y="1990725"/>
                </a:lnTo>
                <a:lnTo>
                  <a:pt x="1257300" y="1990725"/>
                </a:lnTo>
                <a:lnTo>
                  <a:pt x="1257300" y="1981200"/>
                </a:lnTo>
                <a:lnTo>
                  <a:pt x="1247775" y="1981200"/>
                </a:lnTo>
                <a:close/>
                <a:moveTo>
                  <a:pt x="1390650" y="1971675"/>
                </a:moveTo>
                <a:lnTo>
                  <a:pt x="1400175" y="1971675"/>
                </a:lnTo>
                <a:lnTo>
                  <a:pt x="1400175" y="1981200"/>
                </a:lnTo>
                <a:lnTo>
                  <a:pt x="1409700" y="1981200"/>
                </a:lnTo>
                <a:lnTo>
                  <a:pt x="1409700" y="2000250"/>
                </a:lnTo>
                <a:lnTo>
                  <a:pt x="1371600" y="2000250"/>
                </a:lnTo>
                <a:lnTo>
                  <a:pt x="1371600" y="1990725"/>
                </a:lnTo>
                <a:lnTo>
                  <a:pt x="1381125" y="1990725"/>
                </a:lnTo>
                <a:lnTo>
                  <a:pt x="1381125" y="1981200"/>
                </a:lnTo>
                <a:lnTo>
                  <a:pt x="1390650" y="1981200"/>
                </a:lnTo>
                <a:close/>
                <a:moveTo>
                  <a:pt x="1866900" y="1971675"/>
                </a:moveTo>
                <a:lnTo>
                  <a:pt x="1885950" y="1971675"/>
                </a:lnTo>
                <a:lnTo>
                  <a:pt x="1885950" y="1990725"/>
                </a:lnTo>
                <a:lnTo>
                  <a:pt x="1866900" y="1990725"/>
                </a:lnTo>
                <a:close/>
                <a:moveTo>
                  <a:pt x="1200150" y="1981200"/>
                </a:moveTo>
                <a:lnTo>
                  <a:pt x="1219200" y="1981200"/>
                </a:lnTo>
                <a:lnTo>
                  <a:pt x="1219200" y="1990725"/>
                </a:lnTo>
                <a:lnTo>
                  <a:pt x="1200150" y="1990725"/>
                </a:lnTo>
                <a:close/>
                <a:moveTo>
                  <a:pt x="923925" y="1990725"/>
                </a:moveTo>
                <a:lnTo>
                  <a:pt x="933450" y="1990725"/>
                </a:lnTo>
                <a:lnTo>
                  <a:pt x="933450" y="2000250"/>
                </a:lnTo>
                <a:lnTo>
                  <a:pt x="942975" y="2000250"/>
                </a:lnTo>
                <a:lnTo>
                  <a:pt x="942975" y="1990725"/>
                </a:lnTo>
                <a:lnTo>
                  <a:pt x="952500" y="1990725"/>
                </a:lnTo>
                <a:lnTo>
                  <a:pt x="952500" y="2000250"/>
                </a:lnTo>
                <a:lnTo>
                  <a:pt x="962025" y="2000250"/>
                </a:lnTo>
                <a:lnTo>
                  <a:pt x="962025" y="1990725"/>
                </a:lnTo>
                <a:lnTo>
                  <a:pt x="971550" y="1990725"/>
                </a:lnTo>
                <a:lnTo>
                  <a:pt x="971550" y="2000250"/>
                </a:lnTo>
                <a:lnTo>
                  <a:pt x="990600" y="2000250"/>
                </a:lnTo>
                <a:lnTo>
                  <a:pt x="990600" y="2009775"/>
                </a:lnTo>
                <a:lnTo>
                  <a:pt x="1009650" y="2009775"/>
                </a:lnTo>
                <a:lnTo>
                  <a:pt x="1009650" y="2000250"/>
                </a:lnTo>
                <a:lnTo>
                  <a:pt x="1019175" y="2000250"/>
                </a:lnTo>
                <a:lnTo>
                  <a:pt x="1019175" y="2009775"/>
                </a:lnTo>
                <a:lnTo>
                  <a:pt x="1009650" y="2009775"/>
                </a:lnTo>
                <a:lnTo>
                  <a:pt x="1009650" y="2028825"/>
                </a:lnTo>
                <a:lnTo>
                  <a:pt x="1000125" y="2028825"/>
                </a:lnTo>
                <a:lnTo>
                  <a:pt x="1000125" y="2038350"/>
                </a:lnTo>
                <a:lnTo>
                  <a:pt x="981075" y="2038350"/>
                </a:lnTo>
                <a:lnTo>
                  <a:pt x="981075" y="2047875"/>
                </a:lnTo>
                <a:lnTo>
                  <a:pt x="971550" y="2047875"/>
                </a:lnTo>
                <a:lnTo>
                  <a:pt x="971550" y="2038350"/>
                </a:lnTo>
                <a:lnTo>
                  <a:pt x="962025" y="2038350"/>
                </a:lnTo>
                <a:lnTo>
                  <a:pt x="962025" y="2028825"/>
                </a:lnTo>
                <a:lnTo>
                  <a:pt x="952500" y="2028825"/>
                </a:lnTo>
                <a:lnTo>
                  <a:pt x="952500" y="2009775"/>
                </a:lnTo>
                <a:lnTo>
                  <a:pt x="914400" y="2009775"/>
                </a:lnTo>
                <a:lnTo>
                  <a:pt x="914400" y="2000250"/>
                </a:lnTo>
                <a:lnTo>
                  <a:pt x="923925" y="2000250"/>
                </a:lnTo>
                <a:close/>
                <a:moveTo>
                  <a:pt x="1143000" y="1990725"/>
                </a:moveTo>
                <a:lnTo>
                  <a:pt x="1181100" y="1990725"/>
                </a:lnTo>
                <a:lnTo>
                  <a:pt x="1181100" y="2000250"/>
                </a:lnTo>
                <a:lnTo>
                  <a:pt x="1171575" y="2000250"/>
                </a:lnTo>
                <a:lnTo>
                  <a:pt x="1171575" y="2009775"/>
                </a:lnTo>
                <a:lnTo>
                  <a:pt x="1190625" y="2009775"/>
                </a:lnTo>
                <a:lnTo>
                  <a:pt x="1190625" y="2019300"/>
                </a:lnTo>
                <a:lnTo>
                  <a:pt x="1209675" y="2019300"/>
                </a:lnTo>
                <a:lnTo>
                  <a:pt x="1209675" y="2028825"/>
                </a:lnTo>
                <a:lnTo>
                  <a:pt x="1114425" y="2028825"/>
                </a:lnTo>
                <a:lnTo>
                  <a:pt x="1114425" y="2009775"/>
                </a:lnTo>
                <a:lnTo>
                  <a:pt x="1133475" y="2009775"/>
                </a:lnTo>
                <a:lnTo>
                  <a:pt x="1133475" y="2000250"/>
                </a:lnTo>
                <a:lnTo>
                  <a:pt x="1143000" y="2000250"/>
                </a:lnTo>
                <a:close/>
                <a:moveTo>
                  <a:pt x="1800225" y="1990725"/>
                </a:moveTo>
                <a:lnTo>
                  <a:pt x="1809750" y="1990725"/>
                </a:lnTo>
                <a:lnTo>
                  <a:pt x="1809750" y="2000250"/>
                </a:lnTo>
                <a:lnTo>
                  <a:pt x="1819275" y="2000250"/>
                </a:lnTo>
                <a:lnTo>
                  <a:pt x="1819275" y="1990725"/>
                </a:lnTo>
                <a:lnTo>
                  <a:pt x="1828800" y="1990725"/>
                </a:lnTo>
                <a:lnTo>
                  <a:pt x="1828800" y="2009775"/>
                </a:lnTo>
                <a:lnTo>
                  <a:pt x="1847850" y="2009775"/>
                </a:lnTo>
                <a:lnTo>
                  <a:pt x="1847850" y="2019300"/>
                </a:lnTo>
                <a:lnTo>
                  <a:pt x="1857375" y="2019300"/>
                </a:lnTo>
                <a:lnTo>
                  <a:pt x="1857375" y="2028825"/>
                </a:lnTo>
                <a:lnTo>
                  <a:pt x="1809750" y="2028825"/>
                </a:lnTo>
                <a:lnTo>
                  <a:pt x="1809750" y="2019300"/>
                </a:lnTo>
                <a:lnTo>
                  <a:pt x="1790700" y="2019300"/>
                </a:lnTo>
                <a:lnTo>
                  <a:pt x="1790700" y="2009775"/>
                </a:lnTo>
                <a:lnTo>
                  <a:pt x="1800225" y="2009775"/>
                </a:lnTo>
                <a:close/>
                <a:moveTo>
                  <a:pt x="304800" y="2000250"/>
                </a:moveTo>
                <a:lnTo>
                  <a:pt x="323850" y="2000250"/>
                </a:lnTo>
                <a:lnTo>
                  <a:pt x="323850" y="2019300"/>
                </a:lnTo>
                <a:lnTo>
                  <a:pt x="304800" y="2019300"/>
                </a:lnTo>
                <a:close/>
                <a:moveTo>
                  <a:pt x="1076325" y="2000250"/>
                </a:moveTo>
                <a:lnTo>
                  <a:pt x="1104900" y="2000250"/>
                </a:lnTo>
                <a:lnTo>
                  <a:pt x="1104900" y="2009775"/>
                </a:lnTo>
                <a:lnTo>
                  <a:pt x="1095375" y="2009775"/>
                </a:lnTo>
                <a:lnTo>
                  <a:pt x="1095375" y="2028825"/>
                </a:lnTo>
                <a:lnTo>
                  <a:pt x="1066800" y="2028825"/>
                </a:lnTo>
                <a:lnTo>
                  <a:pt x="1066800" y="2019300"/>
                </a:lnTo>
                <a:lnTo>
                  <a:pt x="1085850" y="2019300"/>
                </a:lnTo>
                <a:lnTo>
                  <a:pt x="1085850" y="2009775"/>
                </a:lnTo>
                <a:lnTo>
                  <a:pt x="1076325" y="2009775"/>
                </a:lnTo>
                <a:close/>
                <a:moveTo>
                  <a:pt x="38100" y="2009775"/>
                </a:moveTo>
                <a:lnTo>
                  <a:pt x="66675" y="2009775"/>
                </a:lnTo>
                <a:lnTo>
                  <a:pt x="66675" y="2028825"/>
                </a:lnTo>
                <a:lnTo>
                  <a:pt x="47625" y="2028825"/>
                </a:lnTo>
                <a:lnTo>
                  <a:pt x="47625" y="2038350"/>
                </a:lnTo>
                <a:lnTo>
                  <a:pt x="38100" y="2038350"/>
                </a:lnTo>
                <a:lnTo>
                  <a:pt x="38100" y="2028825"/>
                </a:lnTo>
                <a:lnTo>
                  <a:pt x="28575" y="2028825"/>
                </a:lnTo>
                <a:lnTo>
                  <a:pt x="28575" y="2019300"/>
                </a:lnTo>
                <a:lnTo>
                  <a:pt x="38100" y="2019300"/>
                </a:lnTo>
                <a:close/>
                <a:moveTo>
                  <a:pt x="104775" y="2009775"/>
                </a:moveTo>
                <a:lnTo>
                  <a:pt x="152400" y="2009775"/>
                </a:lnTo>
                <a:lnTo>
                  <a:pt x="152400" y="2019300"/>
                </a:lnTo>
                <a:lnTo>
                  <a:pt x="133350" y="2019300"/>
                </a:lnTo>
                <a:lnTo>
                  <a:pt x="133350" y="2028825"/>
                </a:lnTo>
                <a:lnTo>
                  <a:pt x="104775" y="2028825"/>
                </a:lnTo>
                <a:close/>
                <a:moveTo>
                  <a:pt x="866775" y="2009775"/>
                </a:moveTo>
                <a:lnTo>
                  <a:pt x="895350" y="2009775"/>
                </a:lnTo>
                <a:lnTo>
                  <a:pt x="895350" y="2019300"/>
                </a:lnTo>
                <a:lnTo>
                  <a:pt x="866775" y="2019300"/>
                </a:lnTo>
                <a:close/>
                <a:moveTo>
                  <a:pt x="1885950" y="2009775"/>
                </a:moveTo>
                <a:lnTo>
                  <a:pt x="1895475" y="2009775"/>
                </a:lnTo>
                <a:lnTo>
                  <a:pt x="1895475" y="2028825"/>
                </a:lnTo>
                <a:lnTo>
                  <a:pt x="1876425" y="2028825"/>
                </a:lnTo>
                <a:lnTo>
                  <a:pt x="1876425" y="2019300"/>
                </a:lnTo>
                <a:lnTo>
                  <a:pt x="1885950" y="2019300"/>
                </a:lnTo>
                <a:close/>
                <a:moveTo>
                  <a:pt x="1952625" y="2009775"/>
                </a:moveTo>
                <a:lnTo>
                  <a:pt x="2009775" y="2009775"/>
                </a:lnTo>
                <a:lnTo>
                  <a:pt x="2009775" y="2019300"/>
                </a:lnTo>
                <a:lnTo>
                  <a:pt x="2019300" y="2019300"/>
                </a:lnTo>
                <a:lnTo>
                  <a:pt x="2019300" y="2038350"/>
                </a:lnTo>
                <a:lnTo>
                  <a:pt x="2009775" y="2038350"/>
                </a:lnTo>
                <a:lnTo>
                  <a:pt x="2009775" y="2028825"/>
                </a:lnTo>
                <a:lnTo>
                  <a:pt x="1981200" y="2028825"/>
                </a:lnTo>
                <a:lnTo>
                  <a:pt x="1981200" y="2038350"/>
                </a:lnTo>
                <a:lnTo>
                  <a:pt x="1952625" y="2038350"/>
                </a:lnTo>
                <a:close/>
                <a:moveTo>
                  <a:pt x="152400" y="2019300"/>
                </a:moveTo>
                <a:lnTo>
                  <a:pt x="171450" y="2019300"/>
                </a:lnTo>
                <a:lnTo>
                  <a:pt x="171450" y="2028825"/>
                </a:lnTo>
                <a:lnTo>
                  <a:pt x="161925" y="2028825"/>
                </a:lnTo>
                <a:lnTo>
                  <a:pt x="161925" y="2038350"/>
                </a:lnTo>
                <a:lnTo>
                  <a:pt x="152400" y="2038350"/>
                </a:lnTo>
                <a:close/>
                <a:moveTo>
                  <a:pt x="1047750" y="2019300"/>
                </a:moveTo>
                <a:lnTo>
                  <a:pt x="1057275" y="2019300"/>
                </a:lnTo>
                <a:lnTo>
                  <a:pt x="1057275" y="2028825"/>
                </a:lnTo>
                <a:lnTo>
                  <a:pt x="1047750" y="2028825"/>
                </a:lnTo>
                <a:close/>
                <a:moveTo>
                  <a:pt x="266700" y="2038350"/>
                </a:moveTo>
                <a:lnTo>
                  <a:pt x="285750" y="2038350"/>
                </a:lnTo>
                <a:lnTo>
                  <a:pt x="285750" y="2066925"/>
                </a:lnTo>
                <a:lnTo>
                  <a:pt x="266700" y="2066925"/>
                </a:lnTo>
                <a:close/>
              </a:path>
            </a:pathLst>
          </a:custGeom>
          <a:solidFill xmlns:a="http://schemas.openxmlformats.org/drawingml/2006/main">
            <a:srgbClr val="FEFFFF"/>
          </a:solidFill>
          <a:ln xmlns:a="http://schemas.openxmlformats.org/drawingml/2006/main" w="0">
            <a:noFill/>
          </a:ln>
        </p:spPr>
      </p:sp>
      <p:sp>
        <p:nvSpPr>
          <p:cNvPr id="9" name="employee vector #fffffd">
            <a:extLst xmlns:a="http://schemas.openxmlformats.org/drawingml/2006/main">
              <a:ext uri="{FF2B5EF4-FFF2-40B4-BE49-F238E27FC236}">
                <a16:creationId xmlns:a16="http://schemas.microsoft.com/office/drawing/2014/main" id="{B7E2142E-EC05-473F-9391-AD8D79C7449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85825" y="2571750"/>
            <a:ext cx="2105025" cy="2066925"/>
          </a:xfrm>
          <a:custGeom xmlns:a="http://schemas.openxmlformats.org/drawingml/2006/main">
            <a:pathLst>
              <a:path w="2105025" h="2066925">
                <a:moveTo>
                  <a:pt x="952500" y="0"/>
                </a:moveTo>
                <a:lnTo>
                  <a:pt x="1095375" y="0"/>
                </a:lnTo>
                <a:lnTo>
                  <a:pt x="1095375" y="9525"/>
                </a:lnTo>
                <a:lnTo>
                  <a:pt x="1066800" y="9525"/>
                </a:lnTo>
                <a:lnTo>
                  <a:pt x="1066800" y="19050"/>
                </a:lnTo>
                <a:lnTo>
                  <a:pt x="1057275" y="19050"/>
                </a:lnTo>
                <a:lnTo>
                  <a:pt x="1057275" y="9525"/>
                </a:lnTo>
                <a:lnTo>
                  <a:pt x="952500" y="9525"/>
                </a:lnTo>
                <a:close/>
                <a:moveTo>
                  <a:pt x="1181100" y="0"/>
                </a:moveTo>
                <a:lnTo>
                  <a:pt x="1200150" y="0"/>
                </a:lnTo>
                <a:lnTo>
                  <a:pt x="1200150" y="19050"/>
                </a:lnTo>
                <a:lnTo>
                  <a:pt x="1209675" y="19050"/>
                </a:lnTo>
                <a:lnTo>
                  <a:pt x="1209675" y="28575"/>
                </a:lnTo>
                <a:lnTo>
                  <a:pt x="1181100" y="28575"/>
                </a:lnTo>
                <a:lnTo>
                  <a:pt x="1181100" y="19050"/>
                </a:lnTo>
                <a:lnTo>
                  <a:pt x="1171575" y="19050"/>
                </a:lnTo>
                <a:lnTo>
                  <a:pt x="1171575" y="9525"/>
                </a:lnTo>
                <a:lnTo>
                  <a:pt x="1181100" y="9525"/>
                </a:lnTo>
                <a:close/>
                <a:moveTo>
                  <a:pt x="1228725" y="0"/>
                </a:moveTo>
                <a:lnTo>
                  <a:pt x="1247775" y="0"/>
                </a:lnTo>
                <a:lnTo>
                  <a:pt x="1247775" y="9525"/>
                </a:lnTo>
                <a:lnTo>
                  <a:pt x="1228725" y="9525"/>
                </a:lnTo>
                <a:close/>
                <a:moveTo>
                  <a:pt x="876300" y="9525"/>
                </a:moveTo>
                <a:lnTo>
                  <a:pt x="952500" y="9525"/>
                </a:lnTo>
                <a:lnTo>
                  <a:pt x="952500" y="19050"/>
                </a:lnTo>
                <a:lnTo>
                  <a:pt x="876300" y="19050"/>
                </a:lnTo>
                <a:close/>
                <a:moveTo>
                  <a:pt x="1104900" y="9525"/>
                </a:moveTo>
                <a:lnTo>
                  <a:pt x="1162050" y="9525"/>
                </a:lnTo>
                <a:lnTo>
                  <a:pt x="1162050" y="19050"/>
                </a:lnTo>
                <a:lnTo>
                  <a:pt x="1104900" y="19050"/>
                </a:lnTo>
                <a:close/>
                <a:moveTo>
                  <a:pt x="1714500" y="19050"/>
                </a:moveTo>
                <a:lnTo>
                  <a:pt x="1733550" y="19050"/>
                </a:lnTo>
                <a:lnTo>
                  <a:pt x="1733550" y="47625"/>
                </a:lnTo>
                <a:lnTo>
                  <a:pt x="1752600" y="47625"/>
                </a:lnTo>
                <a:lnTo>
                  <a:pt x="1752600" y="57150"/>
                </a:lnTo>
                <a:lnTo>
                  <a:pt x="1762125" y="57150"/>
                </a:lnTo>
                <a:lnTo>
                  <a:pt x="1762125" y="66675"/>
                </a:lnTo>
                <a:lnTo>
                  <a:pt x="1771650" y="66675"/>
                </a:lnTo>
                <a:lnTo>
                  <a:pt x="1771650" y="76200"/>
                </a:lnTo>
                <a:lnTo>
                  <a:pt x="1743075" y="76200"/>
                </a:lnTo>
                <a:lnTo>
                  <a:pt x="1743075" y="66675"/>
                </a:lnTo>
                <a:lnTo>
                  <a:pt x="1733550" y="66675"/>
                </a:lnTo>
                <a:lnTo>
                  <a:pt x="1733550" y="57150"/>
                </a:lnTo>
                <a:lnTo>
                  <a:pt x="1724025" y="57150"/>
                </a:lnTo>
                <a:lnTo>
                  <a:pt x="1724025" y="38100"/>
                </a:lnTo>
                <a:lnTo>
                  <a:pt x="1714500" y="38100"/>
                </a:lnTo>
                <a:close/>
                <a:moveTo>
                  <a:pt x="228600" y="28575"/>
                </a:moveTo>
                <a:lnTo>
                  <a:pt x="247650" y="28575"/>
                </a:lnTo>
                <a:lnTo>
                  <a:pt x="247650" y="38100"/>
                </a:lnTo>
                <a:lnTo>
                  <a:pt x="228600" y="38100"/>
                </a:lnTo>
                <a:close/>
                <a:moveTo>
                  <a:pt x="819150" y="28575"/>
                </a:moveTo>
                <a:lnTo>
                  <a:pt x="847725" y="28575"/>
                </a:lnTo>
                <a:lnTo>
                  <a:pt x="847725" y="38100"/>
                </a:lnTo>
                <a:lnTo>
                  <a:pt x="819150" y="38100"/>
                </a:lnTo>
                <a:close/>
                <a:moveTo>
                  <a:pt x="1238250" y="28575"/>
                </a:moveTo>
                <a:lnTo>
                  <a:pt x="1295400" y="28575"/>
                </a:lnTo>
                <a:lnTo>
                  <a:pt x="1295400" y="38100"/>
                </a:lnTo>
                <a:lnTo>
                  <a:pt x="1238250" y="38100"/>
                </a:lnTo>
                <a:close/>
                <a:moveTo>
                  <a:pt x="609600" y="38100"/>
                </a:moveTo>
                <a:lnTo>
                  <a:pt x="619125" y="38100"/>
                </a:lnTo>
                <a:lnTo>
                  <a:pt x="619125" y="57150"/>
                </a:lnTo>
                <a:lnTo>
                  <a:pt x="609600" y="57150"/>
                </a:lnTo>
                <a:close/>
                <a:moveTo>
                  <a:pt x="790575" y="38100"/>
                </a:moveTo>
                <a:lnTo>
                  <a:pt x="809625" y="38100"/>
                </a:lnTo>
                <a:lnTo>
                  <a:pt x="809625" y="47625"/>
                </a:lnTo>
                <a:lnTo>
                  <a:pt x="790575" y="47625"/>
                </a:lnTo>
                <a:close/>
                <a:moveTo>
                  <a:pt x="1333500" y="47625"/>
                </a:moveTo>
                <a:lnTo>
                  <a:pt x="1343025" y="47625"/>
                </a:lnTo>
                <a:lnTo>
                  <a:pt x="1343025" y="57150"/>
                </a:lnTo>
                <a:lnTo>
                  <a:pt x="1333500" y="57150"/>
                </a:lnTo>
                <a:close/>
                <a:moveTo>
                  <a:pt x="1352550" y="57150"/>
                </a:moveTo>
                <a:lnTo>
                  <a:pt x="1362075" y="57150"/>
                </a:lnTo>
                <a:lnTo>
                  <a:pt x="1362075" y="66675"/>
                </a:lnTo>
                <a:lnTo>
                  <a:pt x="1352550" y="66675"/>
                </a:lnTo>
                <a:close/>
                <a:moveTo>
                  <a:pt x="685800" y="66675"/>
                </a:moveTo>
                <a:lnTo>
                  <a:pt x="695325" y="66675"/>
                </a:lnTo>
                <a:lnTo>
                  <a:pt x="695325" y="76200"/>
                </a:lnTo>
                <a:lnTo>
                  <a:pt x="685800" y="76200"/>
                </a:lnTo>
                <a:close/>
                <a:moveTo>
                  <a:pt x="1390650" y="66675"/>
                </a:moveTo>
                <a:lnTo>
                  <a:pt x="1419225" y="66675"/>
                </a:lnTo>
                <a:lnTo>
                  <a:pt x="1419225" y="76200"/>
                </a:lnTo>
                <a:lnTo>
                  <a:pt x="1390650" y="76200"/>
                </a:lnTo>
                <a:close/>
                <a:moveTo>
                  <a:pt x="666750" y="76200"/>
                </a:moveTo>
                <a:lnTo>
                  <a:pt x="676275" y="76200"/>
                </a:lnTo>
                <a:lnTo>
                  <a:pt x="676275" y="85725"/>
                </a:lnTo>
                <a:lnTo>
                  <a:pt x="666750" y="85725"/>
                </a:lnTo>
                <a:close/>
                <a:moveTo>
                  <a:pt x="1419225" y="76200"/>
                </a:moveTo>
                <a:lnTo>
                  <a:pt x="1428750" y="76200"/>
                </a:lnTo>
                <a:lnTo>
                  <a:pt x="1428750" y="85725"/>
                </a:lnTo>
                <a:lnTo>
                  <a:pt x="1419225" y="85725"/>
                </a:lnTo>
                <a:close/>
                <a:moveTo>
                  <a:pt x="619125" y="85725"/>
                </a:moveTo>
                <a:lnTo>
                  <a:pt x="638175" y="85725"/>
                </a:lnTo>
                <a:lnTo>
                  <a:pt x="638175" y="95250"/>
                </a:lnTo>
                <a:lnTo>
                  <a:pt x="628650" y="95250"/>
                </a:lnTo>
                <a:lnTo>
                  <a:pt x="628650" y="104775"/>
                </a:lnTo>
                <a:lnTo>
                  <a:pt x="609600" y="104775"/>
                </a:lnTo>
                <a:lnTo>
                  <a:pt x="609600" y="114300"/>
                </a:lnTo>
                <a:lnTo>
                  <a:pt x="590550" y="114300"/>
                </a:lnTo>
                <a:lnTo>
                  <a:pt x="590550" y="123825"/>
                </a:lnTo>
                <a:lnTo>
                  <a:pt x="581025" y="123825"/>
                </a:lnTo>
                <a:lnTo>
                  <a:pt x="581025" y="95250"/>
                </a:lnTo>
                <a:lnTo>
                  <a:pt x="590550" y="95250"/>
                </a:lnTo>
                <a:lnTo>
                  <a:pt x="590550" y="104775"/>
                </a:lnTo>
                <a:lnTo>
                  <a:pt x="600075" y="104775"/>
                </a:lnTo>
                <a:lnTo>
                  <a:pt x="600075" y="95250"/>
                </a:lnTo>
                <a:lnTo>
                  <a:pt x="619125" y="95250"/>
                </a:lnTo>
                <a:close/>
                <a:moveTo>
                  <a:pt x="1447800" y="95250"/>
                </a:moveTo>
                <a:lnTo>
                  <a:pt x="1457325" y="95250"/>
                </a:lnTo>
                <a:lnTo>
                  <a:pt x="1457325" y="104775"/>
                </a:lnTo>
                <a:lnTo>
                  <a:pt x="1447800" y="104775"/>
                </a:lnTo>
                <a:close/>
                <a:moveTo>
                  <a:pt x="1847850" y="95250"/>
                </a:moveTo>
                <a:lnTo>
                  <a:pt x="1857375" y="95250"/>
                </a:lnTo>
                <a:lnTo>
                  <a:pt x="1857375" y="104775"/>
                </a:lnTo>
                <a:lnTo>
                  <a:pt x="1847850" y="104775"/>
                </a:lnTo>
                <a:close/>
                <a:moveTo>
                  <a:pt x="1838325" y="104775"/>
                </a:moveTo>
                <a:lnTo>
                  <a:pt x="1847850" y="104775"/>
                </a:lnTo>
                <a:lnTo>
                  <a:pt x="1847850" y="114300"/>
                </a:lnTo>
                <a:lnTo>
                  <a:pt x="1838325" y="114300"/>
                </a:lnTo>
                <a:close/>
                <a:moveTo>
                  <a:pt x="0" y="123825"/>
                </a:moveTo>
                <a:lnTo>
                  <a:pt x="9525" y="123825"/>
                </a:lnTo>
                <a:lnTo>
                  <a:pt x="9525" y="142875"/>
                </a:lnTo>
                <a:lnTo>
                  <a:pt x="0" y="142875"/>
                </a:lnTo>
                <a:close/>
                <a:moveTo>
                  <a:pt x="571500" y="123825"/>
                </a:moveTo>
                <a:lnTo>
                  <a:pt x="581025" y="123825"/>
                </a:lnTo>
                <a:lnTo>
                  <a:pt x="581025" y="133350"/>
                </a:lnTo>
                <a:lnTo>
                  <a:pt x="571500" y="133350"/>
                </a:lnTo>
                <a:close/>
                <a:moveTo>
                  <a:pt x="542925" y="133350"/>
                </a:moveTo>
                <a:lnTo>
                  <a:pt x="561975" y="133350"/>
                </a:lnTo>
                <a:lnTo>
                  <a:pt x="561975" y="142875"/>
                </a:lnTo>
                <a:lnTo>
                  <a:pt x="542925" y="142875"/>
                </a:lnTo>
                <a:close/>
                <a:moveTo>
                  <a:pt x="523875" y="142875"/>
                </a:moveTo>
                <a:lnTo>
                  <a:pt x="533400" y="142875"/>
                </a:lnTo>
                <a:lnTo>
                  <a:pt x="533400" y="152400"/>
                </a:lnTo>
                <a:lnTo>
                  <a:pt x="523875" y="152400"/>
                </a:lnTo>
                <a:close/>
                <a:moveTo>
                  <a:pt x="504825" y="152400"/>
                </a:moveTo>
                <a:lnTo>
                  <a:pt x="523875" y="152400"/>
                </a:lnTo>
                <a:lnTo>
                  <a:pt x="523875" y="161925"/>
                </a:lnTo>
                <a:lnTo>
                  <a:pt x="504825" y="161925"/>
                </a:lnTo>
                <a:close/>
                <a:moveTo>
                  <a:pt x="1838325" y="152400"/>
                </a:moveTo>
                <a:lnTo>
                  <a:pt x="1847850" y="152400"/>
                </a:lnTo>
                <a:lnTo>
                  <a:pt x="1847850" y="161925"/>
                </a:lnTo>
                <a:lnTo>
                  <a:pt x="1838325" y="161925"/>
                </a:lnTo>
                <a:close/>
                <a:moveTo>
                  <a:pt x="0" y="161925"/>
                </a:moveTo>
                <a:lnTo>
                  <a:pt x="9525" y="161925"/>
                </a:lnTo>
                <a:lnTo>
                  <a:pt x="9525" y="180975"/>
                </a:lnTo>
                <a:lnTo>
                  <a:pt x="0" y="180975"/>
                </a:lnTo>
                <a:close/>
                <a:moveTo>
                  <a:pt x="495300" y="161925"/>
                </a:moveTo>
                <a:lnTo>
                  <a:pt x="504825" y="161925"/>
                </a:lnTo>
                <a:lnTo>
                  <a:pt x="504825" y="171450"/>
                </a:lnTo>
                <a:lnTo>
                  <a:pt x="495300" y="171450"/>
                </a:lnTo>
                <a:close/>
                <a:moveTo>
                  <a:pt x="1847850" y="161925"/>
                </a:moveTo>
                <a:lnTo>
                  <a:pt x="1857375" y="161925"/>
                </a:lnTo>
                <a:lnTo>
                  <a:pt x="1857375" y="171450"/>
                </a:lnTo>
                <a:lnTo>
                  <a:pt x="1847850" y="171450"/>
                </a:lnTo>
                <a:close/>
                <a:moveTo>
                  <a:pt x="1924050" y="161925"/>
                </a:moveTo>
                <a:lnTo>
                  <a:pt x="1933575" y="161925"/>
                </a:lnTo>
                <a:lnTo>
                  <a:pt x="1933575" y="180975"/>
                </a:lnTo>
                <a:lnTo>
                  <a:pt x="1924050" y="180975"/>
                </a:lnTo>
                <a:close/>
                <a:moveTo>
                  <a:pt x="485775" y="171450"/>
                </a:moveTo>
                <a:lnTo>
                  <a:pt x="495300" y="171450"/>
                </a:lnTo>
                <a:lnTo>
                  <a:pt x="495300" y="180975"/>
                </a:lnTo>
                <a:lnTo>
                  <a:pt x="485775" y="180975"/>
                </a:lnTo>
                <a:close/>
                <a:moveTo>
                  <a:pt x="447675" y="190500"/>
                </a:moveTo>
                <a:lnTo>
                  <a:pt x="466725" y="190500"/>
                </a:lnTo>
                <a:lnTo>
                  <a:pt x="466725" y="200025"/>
                </a:lnTo>
                <a:lnTo>
                  <a:pt x="457200" y="200025"/>
                </a:lnTo>
                <a:lnTo>
                  <a:pt x="457200" y="209550"/>
                </a:lnTo>
                <a:lnTo>
                  <a:pt x="447675" y="209550"/>
                </a:lnTo>
                <a:close/>
                <a:moveTo>
                  <a:pt x="352425" y="200025"/>
                </a:moveTo>
                <a:lnTo>
                  <a:pt x="381000" y="200025"/>
                </a:lnTo>
                <a:lnTo>
                  <a:pt x="381000" y="219075"/>
                </a:lnTo>
                <a:lnTo>
                  <a:pt x="361950" y="219075"/>
                </a:lnTo>
                <a:lnTo>
                  <a:pt x="361950" y="209550"/>
                </a:lnTo>
                <a:lnTo>
                  <a:pt x="352425" y="209550"/>
                </a:lnTo>
                <a:close/>
                <a:moveTo>
                  <a:pt x="1838325" y="200025"/>
                </a:moveTo>
                <a:lnTo>
                  <a:pt x="1847850" y="200025"/>
                </a:lnTo>
                <a:lnTo>
                  <a:pt x="1847850" y="209550"/>
                </a:lnTo>
                <a:lnTo>
                  <a:pt x="1857375" y="209550"/>
                </a:lnTo>
                <a:lnTo>
                  <a:pt x="1857375" y="228600"/>
                </a:lnTo>
                <a:lnTo>
                  <a:pt x="1828800" y="228600"/>
                </a:lnTo>
                <a:lnTo>
                  <a:pt x="1828800" y="209550"/>
                </a:lnTo>
                <a:lnTo>
                  <a:pt x="1838325" y="209550"/>
                </a:lnTo>
                <a:close/>
                <a:moveTo>
                  <a:pt x="438150" y="209550"/>
                </a:moveTo>
                <a:lnTo>
                  <a:pt x="447675" y="209550"/>
                </a:lnTo>
                <a:lnTo>
                  <a:pt x="447675" y="219075"/>
                </a:lnTo>
                <a:lnTo>
                  <a:pt x="438150" y="219075"/>
                </a:lnTo>
                <a:close/>
                <a:moveTo>
                  <a:pt x="1790700" y="228600"/>
                </a:moveTo>
                <a:lnTo>
                  <a:pt x="1809750" y="228600"/>
                </a:lnTo>
                <a:lnTo>
                  <a:pt x="1809750" y="247650"/>
                </a:lnTo>
                <a:lnTo>
                  <a:pt x="1790700" y="247650"/>
                </a:lnTo>
                <a:close/>
                <a:moveTo>
                  <a:pt x="390525" y="238125"/>
                </a:moveTo>
                <a:lnTo>
                  <a:pt x="409575" y="238125"/>
                </a:lnTo>
                <a:lnTo>
                  <a:pt x="409575" y="247650"/>
                </a:lnTo>
                <a:lnTo>
                  <a:pt x="390525" y="247650"/>
                </a:lnTo>
                <a:close/>
                <a:moveTo>
                  <a:pt x="1676400" y="238125"/>
                </a:moveTo>
                <a:lnTo>
                  <a:pt x="1685925" y="238125"/>
                </a:lnTo>
                <a:lnTo>
                  <a:pt x="1685925" y="247650"/>
                </a:lnTo>
                <a:lnTo>
                  <a:pt x="1676400" y="247650"/>
                </a:lnTo>
                <a:close/>
                <a:moveTo>
                  <a:pt x="381000" y="247650"/>
                </a:moveTo>
                <a:lnTo>
                  <a:pt x="390525" y="247650"/>
                </a:lnTo>
                <a:lnTo>
                  <a:pt x="390525" y="257175"/>
                </a:lnTo>
                <a:lnTo>
                  <a:pt x="381000" y="257175"/>
                </a:lnTo>
                <a:close/>
                <a:moveTo>
                  <a:pt x="1685925" y="247650"/>
                </a:moveTo>
                <a:lnTo>
                  <a:pt x="1695450" y="247650"/>
                </a:lnTo>
                <a:lnTo>
                  <a:pt x="1695450" y="257175"/>
                </a:lnTo>
                <a:lnTo>
                  <a:pt x="1685925" y="257175"/>
                </a:lnTo>
                <a:close/>
                <a:moveTo>
                  <a:pt x="1695450" y="257175"/>
                </a:moveTo>
                <a:lnTo>
                  <a:pt x="1704975" y="257175"/>
                </a:lnTo>
                <a:lnTo>
                  <a:pt x="1704975" y="266700"/>
                </a:lnTo>
                <a:lnTo>
                  <a:pt x="1695450" y="266700"/>
                </a:lnTo>
                <a:close/>
                <a:moveTo>
                  <a:pt x="1714500" y="266700"/>
                </a:moveTo>
                <a:lnTo>
                  <a:pt x="1724025" y="266700"/>
                </a:lnTo>
                <a:lnTo>
                  <a:pt x="1724025" y="276225"/>
                </a:lnTo>
                <a:lnTo>
                  <a:pt x="1714500" y="276225"/>
                </a:lnTo>
                <a:close/>
                <a:moveTo>
                  <a:pt x="1762125" y="266700"/>
                </a:moveTo>
                <a:lnTo>
                  <a:pt x="1771650" y="266700"/>
                </a:lnTo>
                <a:lnTo>
                  <a:pt x="1771650" y="285750"/>
                </a:lnTo>
                <a:lnTo>
                  <a:pt x="1762125" y="285750"/>
                </a:lnTo>
                <a:close/>
                <a:moveTo>
                  <a:pt x="1724025" y="276225"/>
                </a:moveTo>
                <a:lnTo>
                  <a:pt x="1733550" y="276225"/>
                </a:lnTo>
                <a:lnTo>
                  <a:pt x="1733550" y="285750"/>
                </a:lnTo>
                <a:lnTo>
                  <a:pt x="1724025" y="285750"/>
                </a:lnTo>
                <a:close/>
                <a:moveTo>
                  <a:pt x="1733550" y="285750"/>
                </a:moveTo>
                <a:lnTo>
                  <a:pt x="1743075" y="285750"/>
                </a:lnTo>
                <a:lnTo>
                  <a:pt x="1743075" y="295275"/>
                </a:lnTo>
                <a:lnTo>
                  <a:pt x="1733550" y="295275"/>
                </a:lnTo>
                <a:close/>
                <a:moveTo>
                  <a:pt x="266700" y="323850"/>
                </a:moveTo>
                <a:lnTo>
                  <a:pt x="285750" y="323850"/>
                </a:lnTo>
                <a:lnTo>
                  <a:pt x="285750" y="342900"/>
                </a:lnTo>
                <a:lnTo>
                  <a:pt x="295275" y="342900"/>
                </a:lnTo>
                <a:lnTo>
                  <a:pt x="295275" y="352425"/>
                </a:lnTo>
                <a:lnTo>
                  <a:pt x="285750" y="352425"/>
                </a:lnTo>
                <a:lnTo>
                  <a:pt x="285750" y="361950"/>
                </a:lnTo>
                <a:lnTo>
                  <a:pt x="276225" y="361950"/>
                </a:lnTo>
                <a:lnTo>
                  <a:pt x="276225" y="352425"/>
                </a:lnTo>
                <a:lnTo>
                  <a:pt x="266700" y="352425"/>
                </a:lnTo>
                <a:close/>
                <a:moveTo>
                  <a:pt x="190500" y="371475"/>
                </a:moveTo>
                <a:lnTo>
                  <a:pt x="200025" y="371475"/>
                </a:lnTo>
                <a:lnTo>
                  <a:pt x="200025" y="390525"/>
                </a:lnTo>
                <a:lnTo>
                  <a:pt x="190500" y="390525"/>
                </a:lnTo>
                <a:close/>
                <a:moveTo>
                  <a:pt x="209550" y="371475"/>
                </a:moveTo>
                <a:lnTo>
                  <a:pt x="219075" y="371475"/>
                </a:lnTo>
                <a:lnTo>
                  <a:pt x="219075" y="381000"/>
                </a:lnTo>
                <a:lnTo>
                  <a:pt x="209550" y="381000"/>
                </a:lnTo>
                <a:close/>
                <a:moveTo>
                  <a:pt x="1809750" y="371475"/>
                </a:moveTo>
                <a:lnTo>
                  <a:pt x="1828800" y="371475"/>
                </a:lnTo>
                <a:lnTo>
                  <a:pt x="1828800" y="400050"/>
                </a:lnTo>
                <a:lnTo>
                  <a:pt x="1819275" y="400050"/>
                </a:lnTo>
                <a:lnTo>
                  <a:pt x="1819275" y="381000"/>
                </a:lnTo>
                <a:lnTo>
                  <a:pt x="1809750" y="381000"/>
                </a:lnTo>
                <a:close/>
                <a:moveTo>
                  <a:pt x="219075" y="409575"/>
                </a:moveTo>
                <a:lnTo>
                  <a:pt x="238125" y="409575"/>
                </a:lnTo>
                <a:lnTo>
                  <a:pt x="238125" y="438150"/>
                </a:lnTo>
                <a:lnTo>
                  <a:pt x="228600" y="438150"/>
                </a:lnTo>
                <a:lnTo>
                  <a:pt x="228600" y="447675"/>
                </a:lnTo>
                <a:lnTo>
                  <a:pt x="219075" y="447675"/>
                </a:lnTo>
                <a:lnTo>
                  <a:pt x="219075" y="438150"/>
                </a:lnTo>
                <a:lnTo>
                  <a:pt x="209550" y="438150"/>
                </a:lnTo>
                <a:lnTo>
                  <a:pt x="209550" y="419100"/>
                </a:lnTo>
                <a:lnTo>
                  <a:pt x="219075" y="419100"/>
                </a:lnTo>
                <a:close/>
                <a:moveTo>
                  <a:pt x="209550" y="457200"/>
                </a:moveTo>
                <a:lnTo>
                  <a:pt x="219075" y="457200"/>
                </a:lnTo>
                <a:lnTo>
                  <a:pt x="219075" y="466725"/>
                </a:lnTo>
                <a:lnTo>
                  <a:pt x="209550" y="466725"/>
                </a:lnTo>
                <a:close/>
                <a:moveTo>
                  <a:pt x="200025" y="466725"/>
                </a:moveTo>
                <a:lnTo>
                  <a:pt x="209550" y="466725"/>
                </a:lnTo>
                <a:lnTo>
                  <a:pt x="209550" y="476250"/>
                </a:lnTo>
                <a:lnTo>
                  <a:pt x="200025" y="476250"/>
                </a:lnTo>
                <a:close/>
                <a:moveTo>
                  <a:pt x="190500" y="476250"/>
                </a:moveTo>
                <a:lnTo>
                  <a:pt x="200025" y="476250"/>
                </a:lnTo>
                <a:lnTo>
                  <a:pt x="200025" y="495300"/>
                </a:lnTo>
                <a:lnTo>
                  <a:pt x="190500" y="495300"/>
                </a:lnTo>
                <a:close/>
                <a:moveTo>
                  <a:pt x="1971675" y="476250"/>
                </a:moveTo>
                <a:lnTo>
                  <a:pt x="1990725" y="476250"/>
                </a:lnTo>
                <a:lnTo>
                  <a:pt x="1990725" y="485775"/>
                </a:lnTo>
                <a:lnTo>
                  <a:pt x="2000250" y="485775"/>
                </a:lnTo>
                <a:lnTo>
                  <a:pt x="2000250" y="514350"/>
                </a:lnTo>
                <a:lnTo>
                  <a:pt x="1990725" y="514350"/>
                </a:lnTo>
                <a:lnTo>
                  <a:pt x="1990725" y="523875"/>
                </a:lnTo>
                <a:lnTo>
                  <a:pt x="1981200" y="523875"/>
                </a:lnTo>
                <a:lnTo>
                  <a:pt x="1981200" y="485775"/>
                </a:lnTo>
                <a:lnTo>
                  <a:pt x="1971675" y="485775"/>
                </a:lnTo>
                <a:close/>
                <a:moveTo>
                  <a:pt x="171450" y="495300"/>
                </a:moveTo>
                <a:lnTo>
                  <a:pt x="190500" y="495300"/>
                </a:lnTo>
                <a:lnTo>
                  <a:pt x="190500" y="514350"/>
                </a:lnTo>
                <a:lnTo>
                  <a:pt x="180975" y="514350"/>
                </a:lnTo>
                <a:lnTo>
                  <a:pt x="180975" y="523875"/>
                </a:lnTo>
                <a:lnTo>
                  <a:pt x="171450" y="523875"/>
                </a:lnTo>
                <a:close/>
                <a:moveTo>
                  <a:pt x="1933575" y="504825"/>
                </a:moveTo>
                <a:lnTo>
                  <a:pt x="1943100" y="504825"/>
                </a:lnTo>
                <a:lnTo>
                  <a:pt x="1943100" y="514350"/>
                </a:lnTo>
                <a:lnTo>
                  <a:pt x="1933575" y="514350"/>
                </a:lnTo>
                <a:close/>
                <a:moveTo>
                  <a:pt x="161925" y="533400"/>
                </a:moveTo>
                <a:lnTo>
                  <a:pt x="171450" y="533400"/>
                </a:lnTo>
                <a:lnTo>
                  <a:pt x="171450" y="552450"/>
                </a:lnTo>
                <a:lnTo>
                  <a:pt x="161925" y="552450"/>
                </a:lnTo>
                <a:close/>
                <a:moveTo>
                  <a:pt x="1924050" y="533400"/>
                </a:moveTo>
                <a:lnTo>
                  <a:pt x="1943100" y="533400"/>
                </a:lnTo>
                <a:lnTo>
                  <a:pt x="1943100" y="542925"/>
                </a:lnTo>
                <a:lnTo>
                  <a:pt x="1952625" y="542925"/>
                </a:lnTo>
                <a:lnTo>
                  <a:pt x="1952625" y="552450"/>
                </a:lnTo>
                <a:lnTo>
                  <a:pt x="1962150" y="552450"/>
                </a:lnTo>
                <a:lnTo>
                  <a:pt x="1962150" y="561975"/>
                </a:lnTo>
                <a:lnTo>
                  <a:pt x="1952625" y="561975"/>
                </a:lnTo>
                <a:lnTo>
                  <a:pt x="1952625" y="571500"/>
                </a:lnTo>
                <a:lnTo>
                  <a:pt x="1943100" y="571500"/>
                </a:lnTo>
                <a:lnTo>
                  <a:pt x="1943100" y="552450"/>
                </a:lnTo>
                <a:lnTo>
                  <a:pt x="1933575" y="552450"/>
                </a:lnTo>
                <a:lnTo>
                  <a:pt x="1933575" y="571500"/>
                </a:lnTo>
                <a:lnTo>
                  <a:pt x="1924050" y="571500"/>
                </a:lnTo>
                <a:close/>
                <a:moveTo>
                  <a:pt x="104775" y="542925"/>
                </a:moveTo>
                <a:lnTo>
                  <a:pt x="123825" y="542925"/>
                </a:lnTo>
                <a:lnTo>
                  <a:pt x="123825" y="552450"/>
                </a:lnTo>
                <a:lnTo>
                  <a:pt x="104775" y="552450"/>
                </a:lnTo>
                <a:close/>
                <a:moveTo>
                  <a:pt x="142875" y="552450"/>
                </a:moveTo>
                <a:lnTo>
                  <a:pt x="161925" y="552450"/>
                </a:lnTo>
                <a:lnTo>
                  <a:pt x="161925" y="561975"/>
                </a:lnTo>
                <a:lnTo>
                  <a:pt x="142875" y="561975"/>
                </a:lnTo>
                <a:close/>
                <a:moveTo>
                  <a:pt x="0" y="561975"/>
                </a:moveTo>
                <a:lnTo>
                  <a:pt x="9525" y="561975"/>
                </a:lnTo>
                <a:lnTo>
                  <a:pt x="9525" y="571500"/>
                </a:lnTo>
                <a:lnTo>
                  <a:pt x="19050" y="571500"/>
                </a:lnTo>
                <a:lnTo>
                  <a:pt x="19050" y="628650"/>
                </a:lnTo>
                <a:lnTo>
                  <a:pt x="9525" y="628650"/>
                </a:lnTo>
                <a:lnTo>
                  <a:pt x="9525" y="638175"/>
                </a:lnTo>
                <a:lnTo>
                  <a:pt x="0" y="638175"/>
                </a:lnTo>
                <a:close/>
                <a:moveTo>
                  <a:pt x="123825" y="571500"/>
                </a:moveTo>
                <a:lnTo>
                  <a:pt x="133350" y="571500"/>
                </a:lnTo>
                <a:lnTo>
                  <a:pt x="133350" y="581025"/>
                </a:lnTo>
                <a:lnTo>
                  <a:pt x="142875" y="581025"/>
                </a:lnTo>
                <a:lnTo>
                  <a:pt x="142875" y="600075"/>
                </a:lnTo>
                <a:lnTo>
                  <a:pt x="133350" y="600075"/>
                </a:lnTo>
                <a:lnTo>
                  <a:pt x="133350" y="609600"/>
                </a:lnTo>
                <a:lnTo>
                  <a:pt x="123825" y="609600"/>
                </a:lnTo>
                <a:lnTo>
                  <a:pt x="123825" y="600075"/>
                </a:lnTo>
                <a:lnTo>
                  <a:pt x="114300" y="600075"/>
                </a:lnTo>
                <a:lnTo>
                  <a:pt x="114300" y="590550"/>
                </a:lnTo>
                <a:lnTo>
                  <a:pt x="123825" y="590550"/>
                </a:lnTo>
                <a:close/>
                <a:moveTo>
                  <a:pt x="1933575" y="581025"/>
                </a:moveTo>
                <a:lnTo>
                  <a:pt x="1943100" y="581025"/>
                </a:lnTo>
                <a:lnTo>
                  <a:pt x="1943100" y="590550"/>
                </a:lnTo>
                <a:lnTo>
                  <a:pt x="1933575" y="590550"/>
                </a:lnTo>
                <a:close/>
                <a:moveTo>
                  <a:pt x="66675" y="590550"/>
                </a:moveTo>
                <a:lnTo>
                  <a:pt x="76200" y="590550"/>
                </a:lnTo>
                <a:lnTo>
                  <a:pt x="76200" y="600075"/>
                </a:lnTo>
                <a:lnTo>
                  <a:pt x="66675" y="600075"/>
                </a:lnTo>
                <a:close/>
                <a:moveTo>
                  <a:pt x="1943100" y="590550"/>
                </a:moveTo>
                <a:lnTo>
                  <a:pt x="1952625" y="590550"/>
                </a:lnTo>
                <a:lnTo>
                  <a:pt x="1952625" y="600075"/>
                </a:lnTo>
                <a:lnTo>
                  <a:pt x="2000250" y="600075"/>
                </a:lnTo>
                <a:lnTo>
                  <a:pt x="2000250" y="609600"/>
                </a:lnTo>
                <a:lnTo>
                  <a:pt x="1990725" y="609600"/>
                </a:lnTo>
                <a:lnTo>
                  <a:pt x="1990725" y="628650"/>
                </a:lnTo>
                <a:lnTo>
                  <a:pt x="1981200" y="628650"/>
                </a:lnTo>
                <a:lnTo>
                  <a:pt x="1981200" y="638175"/>
                </a:lnTo>
                <a:lnTo>
                  <a:pt x="1971675" y="638175"/>
                </a:lnTo>
                <a:lnTo>
                  <a:pt x="1971675" y="647700"/>
                </a:lnTo>
                <a:lnTo>
                  <a:pt x="1962150" y="647700"/>
                </a:lnTo>
                <a:lnTo>
                  <a:pt x="1962150" y="619125"/>
                </a:lnTo>
                <a:lnTo>
                  <a:pt x="1952625" y="619125"/>
                </a:lnTo>
                <a:lnTo>
                  <a:pt x="1952625" y="609600"/>
                </a:lnTo>
                <a:lnTo>
                  <a:pt x="1943100" y="609600"/>
                </a:lnTo>
                <a:close/>
                <a:moveTo>
                  <a:pt x="76200" y="600075"/>
                </a:moveTo>
                <a:lnTo>
                  <a:pt x="85725" y="600075"/>
                </a:lnTo>
                <a:lnTo>
                  <a:pt x="85725" y="609600"/>
                </a:lnTo>
                <a:lnTo>
                  <a:pt x="76200" y="609600"/>
                </a:lnTo>
                <a:close/>
                <a:moveTo>
                  <a:pt x="114300" y="619125"/>
                </a:moveTo>
                <a:lnTo>
                  <a:pt x="123825" y="619125"/>
                </a:lnTo>
                <a:lnTo>
                  <a:pt x="123825" y="628650"/>
                </a:lnTo>
                <a:lnTo>
                  <a:pt x="114300" y="628650"/>
                </a:lnTo>
                <a:close/>
                <a:moveTo>
                  <a:pt x="104775" y="628650"/>
                </a:moveTo>
                <a:lnTo>
                  <a:pt x="114300" y="628650"/>
                </a:lnTo>
                <a:lnTo>
                  <a:pt x="114300" y="666750"/>
                </a:lnTo>
                <a:lnTo>
                  <a:pt x="85725" y="666750"/>
                </a:lnTo>
                <a:lnTo>
                  <a:pt x="85725" y="638175"/>
                </a:lnTo>
                <a:lnTo>
                  <a:pt x="104775" y="638175"/>
                </a:lnTo>
                <a:close/>
                <a:moveTo>
                  <a:pt x="2019300" y="638175"/>
                </a:moveTo>
                <a:lnTo>
                  <a:pt x="2047875" y="638175"/>
                </a:lnTo>
                <a:lnTo>
                  <a:pt x="2047875" y="647700"/>
                </a:lnTo>
                <a:lnTo>
                  <a:pt x="2057400" y="647700"/>
                </a:lnTo>
                <a:lnTo>
                  <a:pt x="2057400" y="666750"/>
                </a:lnTo>
                <a:lnTo>
                  <a:pt x="2047875" y="666750"/>
                </a:lnTo>
                <a:lnTo>
                  <a:pt x="2047875" y="676275"/>
                </a:lnTo>
                <a:lnTo>
                  <a:pt x="2028825" y="676275"/>
                </a:lnTo>
                <a:lnTo>
                  <a:pt x="2028825" y="666750"/>
                </a:lnTo>
                <a:lnTo>
                  <a:pt x="2019300" y="666750"/>
                </a:lnTo>
                <a:close/>
                <a:moveTo>
                  <a:pt x="0" y="657225"/>
                </a:moveTo>
                <a:lnTo>
                  <a:pt x="9525" y="657225"/>
                </a:lnTo>
                <a:lnTo>
                  <a:pt x="9525" y="676275"/>
                </a:lnTo>
                <a:lnTo>
                  <a:pt x="19050" y="676275"/>
                </a:lnTo>
                <a:lnTo>
                  <a:pt x="19050" y="704850"/>
                </a:lnTo>
                <a:lnTo>
                  <a:pt x="9525" y="704850"/>
                </a:lnTo>
                <a:lnTo>
                  <a:pt x="9525" y="714375"/>
                </a:lnTo>
                <a:lnTo>
                  <a:pt x="0" y="714375"/>
                </a:lnTo>
                <a:close/>
                <a:moveTo>
                  <a:pt x="1981200" y="676275"/>
                </a:moveTo>
                <a:lnTo>
                  <a:pt x="1990725" y="676275"/>
                </a:lnTo>
                <a:lnTo>
                  <a:pt x="1990725" y="685800"/>
                </a:lnTo>
                <a:lnTo>
                  <a:pt x="2009775" y="685800"/>
                </a:lnTo>
                <a:lnTo>
                  <a:pt x="2009775" y="704850"/>
                </a:lnTo>
                <a:lnTo>
                  <a:pt x="2000250" y="704850"/>
                </a:lnTo>
                <a:lnTo>
                  <a:pt x="2000250" y="695325"/>
                </a:lnTo>
                <a:lnTo>
                  <a:pt x="1981200" y="695325"/>
                </a:lnTo>
                <a:close/>
                <a:moveTo>
                  <a:pt x="66675" y="685800"/>
                </a:moveTo>
                <a:lnTo>
                  <a:pt x="76200" y="685800"/>
                </a:lnTo>
                <a:lnTo>
                  <a:pt x="76200" y="714375"/>
                </a:lnTo>
                <a:lnTo>
                  <a:pt x="47625" y="714375"/>
                </a:lnTo>
                <a:lnTo>
                  <a:pt x="47625" y="695325"/>
                </a:lnTo>
                <a:lnTo>
                  <a:pt x="66675" y="695325"/>
                </a:lnTo>
                <a:close/>
                <a:moveTo>
                  <a:pt x="1990725" y="714375"/>
                </a:moveTo>
                <a:lnTo>
                  <a:pt x="2000250" y="714375"/>
                </a:lnTo>
                <a:lnTo>
                  <a:pt x="2000250" y="733425"/>
                </a:lnTo>
                <a:lnTo>
                  <a:pt x="1990725" y="733425"/>
                </a:lnTo>
                <a:close/>
                <a:moveTo>
                  <a:pt x="0" y="733425"/>
                </a:moveTo>
                <a:lnTo>
                  <a:pt x="9525" y="733425"/>
                </a:lnTo>
                <a:lnTo>
                  <a:pt x="9525" y="752475"/>
                </a:lnTo>
                <a:lnTo>
                  <a:pt x="0" y="752475"/>
                </a:lnTo>
                <a:close/>
                <a:moveTo>
                  <a:pt x="76200" y="742950"/>
                </a:moveTo>
                <a:lnTo>
                  <a:pt x="85725" y="742950"/>
                </a:lnTo>
                <a:lnTo>
                  <a:pt x="85725" y="762000"/>
                </a:lnTo>
                <a:lnTo>
                  <a:pt x="76200" y="762000"/>
                </a:lnTo>
                <a:close/>
                <a:moveTo>
                  <a:pt x="57150" y="809625"/>
                </a:moveTo>
                <a:lnTo>
                  <a:pt x="66675" y="809625"/>
                </a:lnTo>
                <a:lnTo>
                  <a:pt x="66675" y="828675"/>
                </a:lnTo>
                <a:lnTo>
                  <a:pt x="57150" y="828675"/>
                </a:lnTo>
                <a:close/>
                <a:moveTo>
                  <a:pt x="47625" y="828675"/>
                </a:moveTo>
                <a:lnTo>
                  <a:pt x="57150" y="828675"/>
                </a:lnTo>
                <a:lnTo>
                  <a:pt x="57150" y="838200"/>
                </a:lnTo>
                <a:lnTo>
                  <a:pt x="47625" y="838200"/>
                </a:lnTo>
                <a:close/>
                <a:moveTo>
                  <a:pt x="57150" y="866775"/>
                </a:moveTo>
                <a:lnTo>
                  <a:pt x="66675" y="866775"/>
                </a:lnTo>
                <a:lnTo>
                  <a:pt x="66675" y="895350"/>
                </a:lnTo>
                <a:lnTo>
                  <a:pt x="57150" y="895350"/>
                </a:lnTo>
                <a:lnTo>
                  <a:pt x="57150" y="914400"/>
                </a:lnTo>
                <a:lnTo>
                  <a:pt x="47625" y="914400"/>
                </a:lnTo>
                <a:lnTo>
                  <a:pt x="47625" y="895350"/>
                </a:lnTo>
                <a:lnTo>
                  <a:pt x="38100" y="895350"/>
                </a:lnTo>
                <a:lnTo>
                  <a:pt x="38100" y="885825"/>
                </a:lnTo>
                <a:lnTo>
                  <a:pt x="47625" y="885825"/>
                </a:lnTo>
                <a:lnTo>
                  <a:pt x="47625" y="876300"/>
                </a:lnTo>
                <a:lnTo>
                  <a:pt x="57150" y="876300"/>
                </a:lnTo>
                <a:close/>
                <a:moveTo>
                  <a:pt x="38100" y="923925"/>
                </a:moveTo>
                <a:lnTo>
                  <a:pt x="47625" y="923925"/>
                </a:lnTo>
                <a:lnTo>
                  <a:pt x="47625" y="942975"/>
                </a:lnTo>
                <a:lnTo>
                  <a:pt x="38100" y="942975"/>
                </a:lnTo>
                <a:close/>
                <a:moveTo>
                  <a:pt x="2066925" y="971550"/>
                </a:moveTo>
                <a:lnTo>
                  <a:pt x="2076450" y="971550"/>
                </a:lnTo>
                <a:lnTo>
                  <a:pt x="2076450" y="981075"/>
                </a:lnTo>
                <a:lnTo>
                  <a:pt x="2085975" y="981075"/>
                </a:lnTo>
                <a:lnTo>
                  <a:pt x="2085975" y="990600"/>
                </a:lnTo>
                <a:lnTo>
                  <a:pt x="2057400" y="990600"/>
                </a:lnTo>
                <a:lnTo>
                  <a:pt x="2057400" y="981075"/>
                </a:lnTo>
                <a:lnTo>
                  <a:pt x="2066925" y="981075"/>
                </a:lnTo>
                <a:close/>
                <a:moveTo>
                  <a:pt x="2028825" y="981075"/>
                </a:moveTo>
                <a:lnTo>
                  <a:pt x="2038350" y="981075"/>
                </a:lnTo>
                <a:lnTo>
                  <a:pt x="2038350" y="1066800"/>
                </a:lnTo>
                <a:lnTo>
                  <a:pt x="2028825" y="1066800"/>
                </a:lnTo>
                <a:close/>
                <a:moveTo>
                  <a:pt x="47625" y="990600"/>
                </a:moveTo>
                <a:lnTo>
                  <a:pt x="57150" y="990600"/>
                </a:lnTo>
                <a:lnTo>
                  <a:pt x="57150" y="1047750"/>
                </a:lnTo>
                <a:lnTo>
                  <a:pt x="47625" y="1047750"/>
                </a:lnTo>
                <a:close/>
                <a:moveTo>
                  <a:pt x="2028825" y="1085850"/>
                </a:moveTo>
                <a:lnTo>
                  <a:pt x="2038350" y="1085850"/>
                </a:lnTo>
                <a:lnTo>
                  <a:pt x="2038350" y="1114425"/>
                </a:lnTo>
                <a:lnTo>
                  <a:pt x="2028825" y="1114425"/>
                </a:lnTo>
                <a:close/>
                <a:moveTo>
                  <a:pt x="2057400" y="1085850"/>
                </a:moveTo>
                <a:lnTo>
                  <a:pt x="2076450" y="1085850"/>
                </a:lnTo>
                <a:lnTo>
                  <a:pt x="2076450" y="1104900"/>
                </a:lnTo>
                <a:lnTo>
                  <a:pt x="2057400" y="1104900"/>
                </a:lnTo>
                <a:close/>
                <a:moveTo>
                  <a:pt x="47625" y="1104900"/>
                </a:moveTo>
                <a:lnTo>
                  <a:pt x="57150" y="1104900"/>
                </a:lnTo>
                <a:lnTo>
                  <a:pt x="57150" y="1123950"/>
                </a:lnTo>
                <a:lnTo>
                  <a:pt x="47625" y="1123950"/>
                </a:lnTo>
                <a:close/>
                <a:moveTo>
                  <a:pt x="2019300" y="1123950"/>
                </a:moveTo>
                <a:lnTo>
                  <a:pt x="2028825" y="1123950"/>
                </a:lnTo>
                <a:lnTo>
                  <a:pt x="2028825" y="1143000"/>
                </a:lnTo>
                <a:lnTo>
                  <a:pt x="2019300" y="1143000"/>
                </a:lnTo>
                <a:close/>
                <a:moveTo>
                  <a:pt x="57150" y="1152525"/>
                </a:moveTo>
                <a:lnTo>
                  <a:pt x="66675" y="1152525"/>
                </a:lnTo>
                <a:lnTo>
                  <a:pt x="66675" y="1181100"/>
                </a:lnTo>
                <a:lnTo>
                  <a:pt x="57150" y="1181100"/>
                </a:lnTo>
                <a:close/>
                <a:moveTo>
                  <a:pt x="2057400" y="1152525"/>
                </a:moveTo>
                <a:lnTo>
                  <a:pt x="2085975" y="1152525"/>
                </a:lnTo>
                <a:lnTo>
                  <a:pt x="2085975" y="1162050"/>
                </a:lnTo>
                <a:lnTo>
                  <a:pt x="2057400" y="1162050"/>
                </a:lnTo>
                <a:close/>
                <a:moveTo>
                  <a:pt x="2095500" y="1209675"/>
                </a:moveTo>
                <a:lnTo>
                  <a:pt x="2105025" y="1209675"/>
                </a:lnTo>
                <a:lnTo>
                  <a:pt x="2105025" y="1228725"/>
                </a:lnTo>
                <a:lnTo>
                  <a:pt x="2095500" y="1228725"/>
                </a:lnTo>
                <a:close/>
                <a:moveTo>
                  <a:pt x="66675" y="1219200"/>
                </a:moveTo>
                <a:lnTo>
                  <a:pt x="76200" y="1219200"/>
                </a:lnTo>
                <a:lnTo>
                  <a:pt x="76200" y="1238250"/>
                </a:lnTo>
                <a:lnTo>
                  <a:pt x="66675" y="1238250"/>
                </a:lnTo>
                <a:close/>
                <a:moveTo>
                  <a:pt x="76200" y="1238250"/>
                </a:moveTo>
                <a:lnTo>
                  <a:pt x="85725" y="1238250"/>
                </a:lnTo>
                <a:lnTo>
                  <a:pt x="85725" y="1266825"/>
                </a:lnTo>
                <a:lnTo>
                  <a:pt x="76200" y="1266825"/>
                </a:lnTo>
                <a:close/>
                <a:moveTo>
                  <a:pt x="1990725" y="1285875"/>
                </a:moveTo>
                <a:lnTo>
                  <a:pt x="2000250" y="1285875"/>
                </a:lnTo>
                <a:lnTo>
                  <a:pt x="2000250" y="1323975"/>
                </a:lnTo>
                <a:lnTo>
                  <a:pt x="1990725" y="1323975"/>
                </a:lnTo>
                <a:lnTo>
                  <a:pt x="1990725" y="1333500"/>
                </a:lnTo>
                <a:lnTo>
                  <a:pt x="1981200" y="1333500"/>
                </a:lnTo>
                <a:lnTo>
                  <a:pt x="1981200" y="1314450"/>
                </a:lnTo>
                <a:lnTo>
                  <a:pt x="1990725" y="1314450"/>
                </a:lnTo>
                <a:close/>
                <a:moveTo>
                  <a:pt x="1981200" y="1362075"/>
                </a:moveTo>
                <a:lnTo>
                  <a:pt x="2000250" y="1362075"/>
                </a:lnTo>
                <a:lnTo>
                  <a:pt x="2000250" y="1371600"/>
                </a:lnTo>
                <a:lnTo>
                  <a:pt x="1990725" y="1371600"/>
                </a:lnTo>
                <a:lnTo>
                  <a:pt x="1990725" y="1409700"/>
                </a:lnTo>
                <a:lnTo>
                  <a:pt x="1952625" y="1409700"/>
                </a:lnTo>
                <a:lnTo>
                  <a:pt x="1952625" y="1390650"/>
                </a:lnTo>
                <a:lnTo>
                  <a:pt x="1962150" y="1390650"/>
                </a:lnTo>
                <a:lnTo>
                  <a:pt x="1962150" y="1381125"/>
                </a:lnTo>
                <a:lnTo>
                  <a:pt x="1971675" y="1381125"/>
                </a:lnTo>
                <a:lnTo>
                  <a:pt x="1971675" y="1371600"/>
                </a:lnTo>
                <a:lnTo>
                  <a:pt x="1981200" y="1371600"/>
                </a:lnTo>
                <a:close/>
                <a:moveTo>
                  <a:pt x="114300" y="1371600"/>
                </a:moveTo>
                <a:lnTo>
                  <a:pt x="123825" y="1371600"/>
                </a:lnTo>
                <a:lnTo>
                  <a:pt x="123825" y="1390650"/>
                </a:lnTo>
                <a:lnTo>
                  <a:pt x="114300" y="1390650"/>
                </a:lnTo>
                <a:close/>
                <a:moveTo>
                  <a:pt x="123825" y="1390650"/>
                </a:moveTo>
                <a:lnTo>
                  <a:pt x="133350" y="1390650"/>
                </a:lnTo>
                <a:lnTo>
                  <a:pt x="133350" y="1400175"/>
                </a:lnTo>
                <a:lnTo>
                  <a:pt x="123825" y="1400175"/>
                </a:lnTo>
                <a:close/>
                <a:moveTo>
                  <a:pt x="152400" y="1447800"/>
                </a:moveTo>
                <a:lnTo>
                  <a:pt x="161925" y="1447800"/>
                </a:lnTo>
                <a:lnTo>
                  <a:pt x="161925" y="1457325"/>
                </a:lnTo>
                <a:lnTo>
                  <a:pt x="152400" y="1457325"/>
                </a:lnTo>
                <a:close/>
                <a:moveTo>
                  <a:pt x="1933575" y="1457325"/>
                </a:moveTo>
                <a:lnTo>
                  <a:pt x="1943100" y="1457325"/>
                </a:lnTo>
                <a:lnTo>
                  <a:pt x="1943100" y="1466850"/>
                </a:lnTo>
                <a:lnTo>
                  <a:pt x="1952625" y="1466850"/>
                </a:lnTo>
                <a:lnTo>
                  <a:pt x="1952625" y="1457325"/>
                </a:lnTo>
                <a:lnTo>
                  <a:pt x="1971675" y="1457325"/>
                </a:lnTo>
                <a:lnTo>
                  <a:pt x="1971675" y="1466850"/>
                </a:lnTo>
                <a:lnTo>
                  <a:pt x="1962150" y="1466850"/>
                </a:lnTo>
                <a:lnTo>
                  <a:pt x="1962150" y="1495425"/>
                </a:lnTo>
                <a:lnTo>
                  <a:pt x="1952625" y="1495425"/>
                </a:lnTo>
                <a:lnTo>
                  <a:pt x="1952625" y="1476375"/>
                </a:lnTo>
                <a:lnTo>
                  <a:pt x="1933575" y="1476375"/>
                </a:lnTo>
                <a:close/>
                <a:moveTo>
                  <a:pt x="2000250" y="1485900"/>
                </a:moveTo>
                <a:lnTo>
                  <a:pt x="2028825" y="1485900"/>
                </a:lnTo>
                <a:lnTo>
                  <a:pt x="2028825" y="1495425"/>
                </a:lnTo>
                <a:lnTo>
                  <a:pt x="2019300" y="1495425"/>
                </a:lnTo>
                <a:lnTo>
                  <a:pt x="2019300" y="1514475"/>
                </a:lnTo>
                <a:lnTo>
                  <a:pt x="1990725" y="1514475"/>
                </a:lnTo>
                <a:lnTo>
                  <a:pt x="1990725" y="1504950"/>
                </a:lnTo>
                <a:lnTo>
                  <a:pt x="2009775" y="1504950"/>
                </a:lnTo>
                <a:lnTo>
                  <a:pt x="2009775" y="1495425"/>
                </a:lnTo>
                <a:lnTo>
                  <a:pt x="2000250" y="1495425"/>
                </a:lnTo>
                <a:close/>
                <a:moveTo>
                  <a:pt x="1962150" y="1495425"/>
                </a:moveTo>
                <a:lnTo>
                  <a:pt x="1971675" y="1495425"/>
                </a:lnTo>
                <a:lnTo>
                  <a:pt x="1971675" y="1504950"/>
                </a:lnTo>
                <a:lnTo>
                  <a:pt x="1962150" y="1504950"/>
                </a:lnTo>
                <a:close/>
                <a:moveTo>
                  <a:pt x="1933575" y="1524000"/>
                </a:moveTo>
                <a:lnTo>
                  <a:pt x="1943100" y="1524000"/>
                </a:lnTo>
                <a:lnTo>
                  <a:pt x="1943100" y="1543050"/>
                </a:lnTo>
                <a:lnTo>
                  <a:pt x="1933575" y="1543050"/>
                </a:lnTo>
                <a:lnTo>
                  <a:pt x="1933575" y="1552575"/>
                </a:lnTo>
                <a:lnTo>
                  <a:pt x="1924050" y="1552575"/>
                </a:lnTo>
                <a:lnTo>
                  <a:pt x="1924050" y="1543050"/>
                </a:lnTo>
                <a:lnTo>
                  <a:pt x="1914525" y="1543050"/>
                </a:lnTo>
                <a:lnTo>
                  <a:pt x="1914525" y="1533525"/>
                </a:lnTo>
                <a:lnTo>
                  <a:pt x="1933575" y="1533525"/>
                </a:lnTo>
                <a:close/>
                <a:moveTo>
                  <a:pt x="209550" y="1543050"/>
                </a:moveTo>
                <a:lnTo>
                  <a:pt x="219075" y="1543050"/>
                </a:lnTo>
                <a:lnTo>
                  <a:pt x="219075" y="1552575"/>
                </a:lnTo>
                <a:lnTo>
                  <a:pt x="209550" y="1552575"/>
                </a:lnTo>
                <a:close/>
                <a:moveTo>
                  <a:pt x="38100" y="1552575"/>
                </a:moveTo>
                <a:lnTo>
                  <a:pt x="95250" y="1552575"/>
                </a:lnTo>
                <a:lnTo>
                  <a:pt x="95250" y="1562100"/>
                </a:lnTo>
                <a:lnTo>
                  <a:pt x="85725" y="1562100"/>
                </a:lnTo>
                <a:lnTo>
                  <a:pt x="85725" y="1571625"/>
                </a:lnTo>
                <a:lnTo>
                  <a:pt x="76200" y="1571625"/>
                </a:lnTo>
                <a:lnTo>
                  <a:pt x="76200" y="1581150"/>
                </a:lnTo>
                <a:lnTo>
                  <a:pt x="66675" y="1581150"/>
                </a:lnTo>
                <a:lnTo>
                  <a:pt x="66675" y="1600200"/>
                </a:lnTo>
                <a:lnTo>
                  <a:pt x="57150" y="1600200"/>
                </a:lnTo>
                <a:lnTo>
                  <a:pt x="57150" y="1628775"/>
                </a:lnTo>
                <a:lnTo>
                  <a:pt x="47625" y="1628775"/>
                </a:lnTo>
                <a:lnTo>
                  <a:pt x="47625" y="1619250"/>
                </a:lnTo>
                <a:lnTo>
                  <a:pt x="38100" y="1619250"/>
                </a:lnTo>
                <a:close/>
                <a:moveTo>
                  <a:pt x="219075" y="1552575"/>
                </a:moveTo>
                <a:lnTo>
                  <a:pt x="228600" y="1552575"/>
                </a:lnTo>
                <a:lnTo>
                  <a:pt x="228600" y="1562100"/>
                </a:lnTo>
                <a:lnTo>
                  <a:pt x="219075" y="1562100"/>
                </a:lnTo>
                <a:close/>
                <a:moveTo>
                  <a:pt x="114300" y="1562100"/>
                </a:moveTo>
                <a:lnTo>
                  <a:pt x="123825" y="1562100"/>
                </a:lnTo>
                <a:lnTo>
                  <a:pt x="123825" y="1571625"/>
                </a:lnTo>
                <a:lnTo>
                  <a:pt x="133350" y="1571625"/>
                </a:lnTo>
                <a:lnTo>
                  <a:pt x="133350" y="1581150"/>
                </a:lnTo>
                <a:lnTo>
                  <a:pt x="123825" y="1581150"/>
                </a:lnTo>
                <a:lnTo>
                  <a:pt x="123825" y="1609725"/>
                </a:lnTo>
                <a:lnTo>
                  <a:pt x="133350" y="1609725"/>
                </a:lnTo>
                <a:lnTo>
                  <a:pt x="133350" y="1600200"/>
                </a:lnTo>
                <a:lnTo>
                  <a:pt x="142875" y="1600200"/>
                </a:lnTo>
                <a:lnTo>
                  <a:pt x="142875" y="1609725"/>
                </a:lnTo>
                <a:lnTo>
                  <a:pt x="152400" y="1609725"/>
                </a:lnTo>
                <a:lnTo>
                  <a:pt x="152400" y="1600200"/>
                </a:lnTo>
                <a:lnTo>
                  <a:pt x="180975" y="1600200"/>
                </a:lnTo>
                <a:lnTo>
                  <a:pt x="180975" y="1590675"/>
                </a:lnTo>
                <a:lnTo>
                  <a:pt x="190500" y="1590675"/>
                </a:lnTo>
                <a:lnTo>
                  <a:pt x="190500" y="1581150"/>
                </a:lnTo>
                <a:lnTo>
                  <a:pt x="209550" y="1581150"/>
                </a:lnTo>
                <a:lnTo>
                  <a:pt x="209550" y="1590675"/>
                </a:lnTo>
                <a:lnTo>
                  <a:pt x="219075" y="1590675"/>
                </a:lnTo>
                <a:lnTo>
                  <a:pt x="219075" y="1600200"/>
                </a:lnTo>
                <a:lnTo>
                  <a:pt x="228600" y="1600200"/>
                </a:lnTo>
                <a:lnTo>
                  <a:pt x="228600" y="1571625"/>
                </a:lnTo>
                <a:lnTo>
                  <a:pt x="238125" y="1571625"/>
                </a:lnTo>
                <a:lnTo>
                  <a:pt x="238125" y="1581150"/>
                </a:lnTo>
                <a:lnTo>
                  <a:pt x="247650" y="1581150"/>
                </a:lnTo>
                <a:lnTo>
                  <a:pt x="247650" y="1600200"/>
                </a:lnTo>
                <a:lnTo>
                  <a:pt x="257175" y="1600200"/>
                </a:lnTo>
                <a:lnTo>
                  <a:pt x="257175" y="1609725"/>
                </a:lnTo>
                <a:lnTo>
                  <a:pt x="247650" y="1609725"/>
                </a:lnTo>
                <a:lnTo>
                  <a:pt x="247650" y="1619250"/>
                </a:lnTo>
                <a:lnTo>
                  <a:pt x="190500" y="1619250"/>
                </a:lnTo>
                <a:lnTo>
                  <a:pt x="190500" y="1609725"/>
                </a:lnTo>
                <a:lnTo>
                  <a:pt x="171450" y="1609725"/>
                </a:lnTo>
                <a:lnTo>
                  <a:pt x="171450" y="1619250"/>
                </a:lnTo>
                <a:lnTo>
                  <a:pt x="114300" y="1619250"/>
                </a:lnTo>
                <a:lnTo>
                  <a:pt x="114300" y="1628775"/>
                </a:lnTo>
                <a:lnTo>
                  <a:pt x="95250" y="1628775"/>
                </a:lnTo>
                <a:lnTo>
                  <a:pt x="95250" y="1647825"/>
                </a:lnTo>
                <a:lnTo>
                  <a:pt x="85725" y="1647825"/>
                </a:lnTo>
                <a:lnTo>
                  <a:pt x="85725" y="1666875"/>
                </a:lnTo>
                <a:lnTo>
                  <a:pt x="76200" y="1666875"/>
                </a:lnTo>
                <a:lnTo>
                  <a:pt x="76200" y="1733550"/>
                </a:lnTo>
                <a:lnTo>
                  <a:pt x="85725" y="1733550"/>
                </a:lnTo>
                <a:lnTo>
                  <a:pt x="85725" y="1752600"/>
                </a:lnTo>
                <a:lnTo>
                  <a:pt x="95250" y="1752600"/>
                </a:lnTo>
                <a:lnTo>
                  <a:pt x="95250" y="1762125"/>
                </a:lnTo>
                <a:lnTo>
                  <a:pt x="114300" y="1762125"/>
                </a:lnTo>
                <a:lnTo>
                  <a:pt x="114300" y="1771650"/>
                </a:lnTo>
                <a:lnTo>
                  <a:pt x="142875" y="1771650"/>
                </a:lnTo>
                <a:lnTo>
                  <a:pt x="142875" y="1781175"/>
                </a:lnTo>
                <a:lnTo>
                  <a:pt x="104775" y="1781175"/>
                </a:lnTo>
                <a:lnTo>
                  <a:pt x="104775" y="1771650"/>
                </a:lnTo>
                <a:lnTo>
                  <a:pt x="85725" y="1771650"/>
                </a:lnTo>
                <a:lnTo>
                  <a:pt x="85725" y="1762125"/>
                </a:lnTo>
                <a:lnTo>
                  <a:pt x="76200" y="1762125"/>
                </a:lnTo>
                <a:lnTo>
                  <a:pt x="76200" y="1743075"/>
                </a:lnTo>
                <a:lnTo>
                  <a:pt x="66675" y="1743075"/>
                </a:lnTo>
                <a:lnTo>
                  <a:pt x="66675" y="1657350"/>
                </a:lnTo>
                <a:lnTo>
                  <a:pt x="76200" y="1657350"/>
                </a:lnTo>
                <a:lnTo>
                  <a:pt x="76200" y="1638300"/>
                </a:lnTo>
                <a:lnTo>
                  <a:pt x="85725" y="1638300"/>
                </a:lnTo>
                <a:lnTo>
                  <a:pt x="85725" y="1619250"/>
                </a:lnTo>
                <a:lnTo>
                  <a:pt x="95250" y="1619250"/>
                </a:lnTo>
                <a:lnTo>
                  <a:pt x="95250" y="1600200"/>
                </a:lnTo>
                <a:lnTo>
                  <a:pt x="104775" y="1600200"/>
                </a:lnTo>
                <a:lnTo>
                  <a:pt x="104775" y="1590675"/>
                </a:lnTo>
                <a:lnTo>
                  <a:pt x="114300" y="1590675"/>
                </a:lnTo>
                <a:close/>
                <a:moveTo>
                  <a:pt x="152400" y="1562100"/>
                </a:moveTo>
                <a:lnTo>
                  <a:pt x="180975" y="1562100"/>
                </a:lnTo>
                <a:lnTo>
                  <a:pt x="180975" y="1571625"/>
                </a:lnTo>
                <a:lnTo>
                  <a:pt x="171450" y="1571625"/>
                </a:lnTo>
                <a:lnTo>
                  <a:pt x="171450" y="1590675"/>
                </a:lnTo>
                <a:lnTo>
                  <a:pt x="161925" y="1590675"/>
                </a:lnTo>
                <a:lnTo>
                  <a:pt x="161925" y="1581150"/>
                </a:lnTo>
                <a:lnTo>
                  <a:pt x="152400" y="1581150"/>
                </a:lnTo>
                <a:close/>
                <a:moveTo>
                  <a:pt x="1895475" y="1562100"/>
                </a:moveTo>
                <a:lnTo>
                  <a:pt x="1924050" y="1562100"/>
                </a:lnTo>
                <a:lnTo>
                  <a:pt x="1924050" y="1571625"/>
                </a:lnTo>
                <a:lnTo>
                  <a:pt x="1952625" y="1571625"/>
                </a:lnTo>
                <a:lnTo>
                  <a:pt x="1952625" y="1609725"/>
                </a:lnTo>
                <a:lnTo>
                  <a:pt x="1943100" y="1609725"/>
                </a:lnTo>
                <a:lnTo>
                  <a:pt x="1943100" y="1590675"/>
                </a:lnTo>
                <a:lnTo>
                  <a:pt x="1933575" y="1590675"/>
                </a:lnTo>
                <a:lnTo>
                  <a:pt x="1933575" y="1609725"/>
                </a:lnTo>
                <a:lnTo>
                  <a:pt x="1943100" y="1609725"/>
                </a:lnTo>
                <a:lnTo>
                  <a:pt x="1943100" y="1619250"/>
                </a:lnTo>
                <a:lnTo>
                  <a:pt x="1847850" y="1619250"/>
                </a:lnTo>
                <a:lnTo>
                  <a:pt x="1847850" y="1600200"/>
                </a:lnTo>
                <a:lnTo>
                  <a:pt x="1866900" y="1600200"/>
                </a:lnTo>
                <a:lnTo>
                  <a:pt x="1866900" y="1609725"/>
                </a:lnTo>
                <a:lnTo>
                  <a:pt x="1905000" y="1609725"/>
                </a:lnTo>
                <a:lnTo>
                  <a:pt x="1905000" y="1600200"/>
                </a:lnTo>
                <a:lnTo>
                  <a:pt x="1914525" y="1600200"/>
                </a:lnTo>
                <a:lnTo>
                  <a:pt x="1914525" y="1590675"/>
                </a:lnTo>
                <a:lnTo>
                  <a:pt x="1905000" y="1590675"/>
                </a:lnTo>
                <a:lnTo>
                  <a:pt x="1905000" y="1571625"/>
                </a:lnTo>
                <a:lnTo>
                  <a:pt x="1895475" y="1571625"/>
                </a:lnTo>
                <a:close/>
                <a:moveTo>
                  <a:pt x="1952625" y="1609725"/>
                </a:moveTo>
                <a:lnTo>
                  <a:pt x="1971675" y="1609725"/>
                </a:lnTo>
                <a:lnTo>
                  <a:pt x="1971675" y="1619250"/>
                </a:lnTo>
                <a:lnTo>
                  <a:pt x="1952625" y="1619250"/>
                </a:lnTo>
                <a:close/>
                <a:moveTo>
                  <a:pt x="1971675" y="1619250"/>
                </a:moveTo>
                <a:lnTo>
                  <a:pt x="1990725" y="1619250"/>
                </a:lnTo>
                <a:lnTo>
                  <a:pt x="1990725" y="1628775"/>
                </a:lnTo>
                <a:lnTo>
                  <a:pt x="2000250" y="1628775"/>
                </a:lnTo>
                <a:lnTo>
                  <a:pt x="2000250" y="1638300"/>
                </a:lnTo>
                <a:lnTo>
                  <a:pt x="2009775" y="1638300"/>
                </a:lnTo>
                <a:lnTo>
                  <a:pt x="2009775" y="1647825"/>
                </a:lnTo>
                <a:lnTo>
                  <a:pt x="1990725" y="1647825"/>
                </a:lnTo>
                <a:lnTo>
                  <a:pt x="1990725" y="1638300"/>
                </a:lnTo>
                <a:lnTo>
                  <a:pt x="1981200" y="1638300"/>
                </a:lnTo>
                <a:lnTo>
                  <a:pt x="1981200" y="1628775"/>
                </a:lnTo>
                <a:lnTo>
                  <a:pt x="1971675" y="1628775"/>
                </a:lnTo>
                <a:close/>
                <a:moveTo>
                  <a:pt x="2085975" y="1619250"/>
                </a:moveTo>
                <a:lnTo>
                  <a:pt x="2105025" y="1619250"/>
                </a:lnTo>
                <a:lnTo>
                  <a:pt x="2105025" y="1666875"/>
                </a:lnTo>
                <a:lnTo>
                  <a:pt x="2076450" y="1666875"/>
                </a:lnTo>
                <a:lnTo>
                  <a:pt x="2076450" y="1704975"/>
                </a:lnTo>
                <a:lnTo>
                  <a:pt x="2047875" y="1704975"/>
                </a:lnTo>
                <a:lnTo>
                  <a:pt x="2047875" y="1714500"/>
                </a:lnTo>
                <a:lnTo>
                  <a:pt x="2038350" y="1714500"/>
                </a:lnTo>
                <a:lnTo>
                  <a:pt x="2038350" y="1695450"/>
                </a:lnTo>
                <a:lnTo>
                  <a:pt x="2047875" y="1695450"/>
                </a:lnTo>
                <a:lnTo>
                  <a:pt x="2047875" y="1666875"/>
                </a:lnTo>
                <a:lnTo>
                  <a:pt x="2028825" y="1666875"/>
                </a:lnTo>
                <a:lnTo>
                  <a:pt x="2028825" y="1657350"/>
                </a:lnTo>
                <a:lnTo>
                  <a:pt x="2019300" y="1657350"/>
                </a:lnTo>
                <a:lnTo>
                  <a:pt x="2019300" y="1647825"/>
                </a:lnTo>
                <a:lnTo>
                  <a:pt x="2028825" y="1647825"/>
                </a:lnTo>
                <a:lnTo>
                  <a:pt x="2028825" y="1657350"/>
                </a:lnTo>
                <a:lnTo>
                  <a:pt x="2076450" y="1657350"/>
                </a:lnTo>
                <a:lnTo>
                  <a:pt x="2076450" y="1638300"/>
                </a:lnTo>
                <a:lnTo>
                  <a:pt x="2085975" y="1638300"/>
                </a:lnTo>
                <a:close/>
                <a:moveTo>
                  <a:pt x="2085975" y="1743075"/>
                </a:moveTo>
                <a:lnTo>
                  <a:pt x="2105025" y="1743075"/>
                </a:lnTo>
                <a:lnTo>
                  <a:pt x="2105025" y="1762125"/>
                </a:lnTo>
                <a:lnTo>
                  <a:pt x="2085975" y="1762125"/>
                </a:lnTo>
                <a:close/>
                <a:moveTo>
                  <a:pt x="1981200" y="1762125"/>
                </a:moveTo>
                <a:lnTo>
                  <a:pt x="1990725" y="1762125"/>
                </a:lnTo>
                <a:lnTo>
                  <a:pt x="1990725" y="1771650"/>
                </a:lnTo>
                <a:lnTo>
                  <a:pt x="1981200" y="1771650"/>
                </a:lnTo>
                <a:close/>
                <a:moveTo>
                  <a:pt x="190500" y="1771650"/>
                </a:moveTo>
                <a:lnTo>
                  <a:pt x="228600" y="1771650"/>
                </a:lnTo>
                <a:lnTo>
                  <a:pt x="228600" y="1781175"/>
                </a:lnTo>
                <a:lnTo>
                  <a:pt x="190500" y="1781175"/>
                </a:lnTo>
                <a:close/>
                <a:moveTo>
                  <a:pt x="371475" y="1771650"/>
                </a:moveTo>
                <a:lnTo>
                  <a:pt x="409575" y="1771650"/>
                </a:lnTo>
                <a:lnTo>
                  <a:pt x="409575" y="1790700"/>
                </a:lnTo>
                <a:lnTo>
                  <a:pt x="381000" y="1790700"/>
                </a:lnTo>
                <a:lnTo>
                  <a:pt x="381000" y="1800225"/>
                </a:lnTo>
                <a:lnTo>
                  <a:pt x="371475" y="1800225"/>
                </a:lnTo>
                <a:lnTo>
                  <a:pt x="371475" y="1790700"/>
                </a:lnTo>
                <a:lnTo>
                  <a:pt x="323850" y="1790700"/>
                </a:lnTo>
                <a:lnTo>
                  <a:pt x="323850" y="1781175"/>
                </a:lnTo>
                <a:lnTo>
                  <a:pt x="371475" y="1781175"/>
                </a:lnTo>
                <a:close/>
                <a:moveTo>
                  <a:pt x="1657350" y="1771650"/>
                </a:moveTo>
                <a:lnTo>
                  <a:pt x="1819275" y="1771650"/>
                </a:lnTo>
                <a:lnTo>
                  <a:pt x="1819275" y="1781175"/>
                </a:lnTo>
                <a:lnTo>
                  <a:pt x="1800225" y="1781175"/>
                </a:lnTo>
                <a:lnTo>
                  <a:pt x="1800225" y="1790700"/>
                </a:lnTo>
                <a:lnTo>
                  <a:pt x="1762125" y="1790700"/>
                </a:lnTo>
                <a:lnTo>
                  <a:pt x="1762125" y="1781175"/>
                </a:lnTo>
                <a:lnTo>
                  <a:pt x="1743075" y="1781175"/>
                </a:lnTo>
                <a:lnTo>
                  <a:pt x="1743075" y="1790700"/>
                </a:lnTo>
                <a:lnTo>
                  <a:pt x="1733550" y="1790700"/>
                </a:lnTo>
                <a:lnTo>
                  <a:pt x="1733550" y="1800225"/>
                </a:lnTo>
                <a:lnTo>
                  <a:pt x="1724025" y="1800225"/>
                </a:lnTo>
                <a:lnTo>
                  <a:pt x="1724025" y="1809750"/>
                </a:lnTo>
                <a:lnTo>
                  <a:pt x="1714500" y="1809750"/>
                </a:lnTo>
                <a:lnTo>
                  <a:pt x="1714500" y="1819275"/>
                </a:lnTo>
                <a:lnTo>
                  <a:pt x="1704975" y="1819275"/>
                </a:lnTo>
                <a:lnTo>
                  <a:pt x="1704975" y="1828800"/>
                </a:lnTo>
                <a:lnTo>
                  <a:pt x="1695450" y="1828800"/>
                </a:lnTo>
                <a:lnTo>
                  <a:pt x="1695450" y="1819275"/>
                </a:lnTo>
                <a:lnTo>
                  <a:pt x="1666875" y="1819275"/>
                </a:lnTo>
                <a:lnTo>
                  <a:pt x="1666875" y="1809750"/>
                </a:lnTo>
                <a:lnTo>
                  <a:pt x="1685925" y="1809750"/>
                </a:lnTo>
                <a:lnTo>
                  <a:pt x="1685925" y="1800225"/>
                </a:lnTo>
                <a:lnTo>
                  <a:pt x="1704975" y="1800225"/>
                </a:lnTo>
                <a:lnTo>
                  <a:pt x="1704975" y="1781175"/>
                </a:lnTo>
                <a:lnTo>
                  <a:pt x="1676400" y="1781175"/>
                </a:lnTo>
                <a:lnTo>
                  <a:pt x="1676400" y="1790700"/>
                </a:lnTo>
                <a:lnTo>
                  <a:pt x="1657350" y="1790700"/>
                </a:lnTo>
                <a:close/>
                <a:moveTo>
                  <a:pt x="1828800" y="1771650"/>
                </a:moveTo>
                <a:lnTo>
                  <a:pt x="1962150" y="1771650"/>
                </a:lnTo>
                <a:lnTo>
                  <a:pt x="1962150" y="1781175"/>
                </a:lnTo>
                <a:lnTo>
                  <a:pt x="1952625" y="1781175"/>
                </a:lnTo>
                <a:lnTo>
                  <a:pt x="1952625" y="1790700"/>
                </a:lnTo>
                <a:lnTo>
                  <a:pt x="1943100" y="1790700"/>
                </a:lnTo>
                <a:lnTo>
                  <a:pt x="1943100" y="1800225"/>
                </a:lnTo>
                <a:lnTo>
                  <a:pt x="1933575" y="1800225"/>
                </a:lnTo>
                <a:lnTo>
                  <a:pt x="1933575" y="1790700"/>
                </a:lnTo>
                <a:lnTo>
                  <a:pt x="1924050" y="1790700"/>
                </a:lnTo>
                <a:lnTo>
                  <a:pt x="1924050" y="1781175"/>
                </a:lnTo>
                <a:lnTo>
                  <a:pt x="1828800" y="1781175"/>
                </a:lnTo>
                <a:close/>
                <a:moveTo>
                  <a:pt x="171450" y="1781175"/>
                </a:moveTo>
                <a:lnTo>
                  <a:pt x="180975" y="1781175"/>
                </a:lnTo>
                <a:lnTo>
                  <a:pt x="180975" y="1790700"/>
                </a:lnTo>
                <a:lnTo>
                  <a:pt x="171450" y="1790700"/>
                </a:lnTo>
                <a:close/>
                <a:moveTo>
                  <a:pt x="257175" y="1781175"/>
                </a:moveTo>
                <a:lnTo>
                  <a:pt x="314325" y="1781175"/>
                </a:lnTo>
                <a:lnTo>
                  <a:pt x="314325" y="1809750"/>
                </a:lnTo>
                <a:lnTo>
                  <a:pt x="304800" y="1809750"/>
                </a:lnTo>
                <a:lnTo>
                  <a:pt x="304800" y="1790700"/>
                </a:lnTo>
                <a:lnTo>
                  <a:pt x="257175" y="1790700"/>
                </a:lnTo>
                <a:close/>
                <a:moveTo>
                  <a:pt x="1647825" y="1790700"/>
                </a:moveTo>
                <a:lnTo>
                  <a:pt x="1657350" y="1790700"/>
                </a:lnTo>
                <a:lnTo>
                  <a:pt x="1657350" y="1800225"/>
                </a:lnTo>
                <a:lnTo>
                  <a:pt x="1647825" y="1800225"/>
                </a:lnTo>
                <a:close/>
                <a:moveTo>
                  <a:pt x="438150" y="1819275"/>
                </a:moveTo>
                <a:lnTo>
                  <a:pt x="447675" y="1819275"/>
                </a:lnTo>
                <a:lnTo>
                  <a:pt x="447675" y="1838325"/>
                </a:lnTo>
                <a:lnTo>
                  <a:pt x="438150" y="1838325"/>
                </a:lnTo>
                <a:lnTo>
                  <a:pt x="438150" y="1847850"/>
                </a:lnTo>
                <a:lnTo>
                  <a:pt x="428625" y="1847850"/>
                </a:lnTo>
                <a:lnTo>
                  <a:pt x="428625" y="1828800"/>
                </a:lnTo>
                <a:lnTo>
                  <a:pt x="438150" y="1828800"/>
                </a:lnTo>
                <a:close/>
                <a:moveTo>
                  <a:pt x="352425" y="1828800"/>
                </a:moveTo>
                <a:lnTo>
                  <a:pt x="361950" y="1828800"/>
                </a:lnTo>
                <a:lnTo>
                  <a:pt x="361950" y="1838325"/>
                </a:lnTo>
                <a:lnTo>
                  <a:pt x="352425" y="1838325"/>
                </a:lnTo>
                <a:close/>
                <a:moveTo>
                  <a:pt x="400050" y="1828800"/>
                </a:moveTo>
                <a:lnTo>
                  <a:pt x="409575" y="1828800"/>
                </a:lnTo>
                <a:lnTo>
                  <a:pt x="409575" y="1847850"/>
                </a:lnTo>
                <a:lnTo>
                  <a:pt x="400050" y="1847850"/>
                </a:lnTo>
                <a:close/>
                <a:moveTo>
                  <a:pt x="1590675" y="1828800"/>
                </a:moveTo>
                <a:lnTo>
                  <a:pt x="1600200" y="1828800"/>
                </a:lnTo>
                <a:lnTo>
                  <a:pt x="1600200" y="1838325"/>
                </a:lnTo>
                <a:lnTo>
                  <a:pt x="1590675" y="1838325"/>
                </a:lnTo>
                <a:close/>
                <a:moveTo>
                  <a:pt x="1638300" y="1828800"/>
                </a:moveTo>
                <a:lnTo>
                  <a:pt x="1647825" y="1828800"/>
                </a:lnTo>
                <a:lnTo>
                  <a:pt x="1647825" y="1838325"/>
                </a:lnTo>
                <a:lnTo>
                  <a:pt x="1638300" y="1838325"/>
                </a:lnTo>
                <a:close/>
                <a:moveTo>
                  <a:pt x="342900" y="1838325"/>
                </a:moveTo>
                <a:lnTo>
                  <a:pt x="352425" y="1838325"/>
                </a:lnTo>
                <a:lnTo>
                  <a:pt x="352425" y="1847850"/>
                </a:lnTo>
                <a:lnTo>
                  <a:pt x="342900" y="1847850"/>
                </a:lnTo>
                <a:close/>
                <a:moveTo>
                  <a:pt x="1581150" y="1838325"/>
                </a:moveTo>
                <a:lnTo>
                  <a:pt x="1590675" y="1838325"/>
                </a:lnTo>
                <a:lnTo>
                  <a:pt x="1590675" y="1847850"/>
                </a:lnTo>
                <a:lnTo>
                  <a:pt x="1581150" y="1847850"/>
                </a:lnTo>
                <a:close/>
                <a:moveTo>
                  <a:pt x="504825" y="1847850"/>
                </a:moveTo>
                <a:lnTo>
                  <a:pt x="523875" y="1847850"/>
                </a:lnTo>
                <a:lnTo>
                  <a:pt x="523875" y="1857375"/>
                </a:lnTo>
                <a:lnTo>
                  <a:pt x="504825" y="1857375"/>
                </a:lnTo>
                <a:close/>
                <a:moveTo>
                  <a:pt x="523875" y="1857375"/>
                </a:moveTo>
                <a:lnTo>
                  <a:pt x="533400" y="1857375"/>
                </a:lnTo>
                <a:lnTo>
                  <a:pt x="533400" y="1866900"/>
                </a:lnTo>
                <a:lnTo>
                  <a:pt x="542925" y="1866900"/>
                </a:lnTo>
                <a:lnTo>
                  <a:pt x="542925" y="1876425"/>
                </a:lnTo>
                <a:lnTo>
                  <a:pt x="523875" y="1876425"/>
                </a:lnTo>
                <a:close/>
                <a:moveTo>
                  <a:pt x="1543050" y="1857375"/>
                </a:moveTo>
                <a:lnTo>
                  <a:pt x="1552575" y="1857375"/>
                </a:lnTo>
                <a:lnTo>
                  <a:pt x="1552575" y="1866900"/>
                </a:lnTo>
                <a:lnTo>
                  <a:pt x="1543050" y="1866900"/>
                </a:lnTo>
                <a:close/>
                <a:moveTo>
                  <a:pt x="1524000" y="1866900"/>
                </a:moveTo>
                <a:lnTo>
                  <a:pt x="1543050" y="1866900"/>
                </a:lnTo>
                <a:lnTo>
                  <a:pt x="1543050" y="1876425"/>
                </a:lnTo>
                <a:lnTo>
                  <a:pt x="1524000" y="1876425"/>
                </a:lnTo>
                <a:close/>
                <a:moveTo>
                  <a:pt x="571500" y="1885950"/>
                </a:moveTo>
                <a:lnTo>
                  <a:pt x="600075" y="1885950"/>
                </a:lnTo>
                <a:lnTo>
                  <a:pt x="600075" y="1895475"/>
                </a:lnTo>
                <a:lnTo>
                  <a:pt x="571500" y="1895475"/>
                </a:lnTo>
                <a:close/>
                <a:moveTo>
                  <a:pt x="600075" y="1895475"/>
                </a:moveTo>
                <a:lnTo>
                  <a:pt x="609600" y="1895475"/>
                </a:lnTo>
                <a:lnTo>
                  <a:pt x="609600" y="1905000"/>
                </a:lnTo>
                <a:lnTo>
                  <a:pt x="600075" y="1905000"/>
                </a:lnTo>
                <a:close/>
                <a:moveTo>
                  <a:pt x="619125" y="1905000"/>
                </a:moveTo>
                <a:lnTo>
                  <a:pt x="638175" y="1905000"/>
                </a:lnTo>
                <a:lnTo>
                  <a:pt x="638175" y="1914525"/>
                </a:lnTo>
                <a:lnTo>
                  <a:pt x="619125" y="1914525"/>
                </a:lnTo>
                <a:close/>
                <a:moveTo>
                  <a:pt x="1457325" y="1905000"/>
                </a:moveTo>
                <a:lnTo>
                  <a:pt x="1466850" y="1905000"/>
                </a:lnTo>
                <a:lnTo>
                  <a:pt x="1466850" y="1914525"/>
                </a:lnTo>
                <a:lnTo>
                  <a:pt x="1457325" y="1914525"/>
                </a:lnTo>
                <a:close/>
                <a:moveTo>
                  <a:pt x="638175" y="1914525"/>
                </a:moveTo>
                <a:lnTo>
                  <a:pt x="647700" y="1914525"/>
                </a:lnTo>
                <a:lnTo>
                  <a:pt x="647700" y="1924050"/>
                </a:lnTo>
                <a:lnTo>
                  <a:pt x="638175" y="1924050"/>
                </a:lnTo>
                <a:close/>
                <a:moveTo>
                  <a:pt x="1428750" y="1914525"/>
                </a:moveTo>
                <a:lnTo>
                  <a:pt x="1438275" y="1914525"/>
                </a:lnTo>
                <a:lnTo>
                  <a:pt x="1438275" y="1933575"/>
                </a:lnTo>
                <a:lnTo>
                  <a:pt x="1390650" y="1933575"/>
                </a:lnTo>
                <a:lnTo>
                  <a:pt x="1390650" y="1924050"/>
                </a:lnTo>
                <a:lnTo>
                  <a:pt x="1428750" y="1924050"/>
                </a:lnTo>
                <a:close/>
                <a:moveTo>
                  <a:pt x="1447800" y="1914525"/>
                </a:moveTo>
                <a:lnTo>
                  <a:pt x="1457325" y="1914525"/>
                </a:lnTo>
                <a:lnTo>
                  <a:pt x="1457325" y="1924050"/>
                </a:lnTo>
                <a:lnTo>
                  <a:pt x="1447800" y="1924050"/>
                </a:lnTo>
                <a:close/>
                <a:moveTo>
                  <a:pt x="1543050" y="1914525"/>
                </a:moveTo>
                <a:lnTo>
                  <a:pt x="1552575" y="1914525"/>
                </a:lnTo>
                <a:lnTo>
                  <a:pt x="1552575" y="1933575"/>
                </a:lnTo>
                <a:lnTo>
                  <a:pt x="1543050" y="1933575"/>
                </a:lnTo>
                <a:close/>
                <a:moveTo>
                  <a:pt x="647700" y="1924050"/>
                </a:moveTo>
                <a:lnTo>
                  <a:pt x="666750" y="1924050"/>
                </a:lnTo>
                <a:lnTo>
                  <a:pt x="666750" y="1933575"/>
                </a:lnTo>
                <a:lnTo>
                  <a:pt x="647700" y="1933575"/>
                </a:lnTo>
                <a:close/>
                <a:moveTo>
                  <a:pt x="695325" y="1943100"/>
                </a:moveTo>
                <a:lnTo>
                  <a:pt x="733425" y="1943100"/>
                </a:lnTo>
                <a:lnTo>
                  <a:pt x="733425" y="1952625"/>
                </a:lnTo>
                <a:lnTo>
                  <a:pt x="714375" y="1952625"/>
                </a:lnTo>
                <a:lnTo>
                  <a:pt x="714375" y="1962150"/>
                </a:lnTo>
                <a:lnTo>
                  <a:pt x="695325" y="1962150"/>
                </a:lnTo>
                <a:close/>
                <a:moveTo>
                  <a:pt x="762000" y="1962150"/>
                </a:moveTo>
                <a:lnTo>
                  <a:pt x="771525" y="1962150"/>
                </a:lnTo>
                <a:lnTo>
                  <a:pt x="771525" y="1971675"/>
                </a:lnTo>
                <a:lnTo>
                  <a:pt x="762000" y="1971675"/>
                </a:lnTo>
                <a:close/>
                <a:moveTo>
                  <a:pt x="1295400" y="1962150"/>
                </a:moveTo>
                <a:lnTo>
                  <a:pt x="1314450" y="1962150"/>
                </a:lnTo>
                <a:lnTo>
                  <a:pt x="1314450" y="1971675"/>
                </a:lnTo>
                <a:lnTo>
                  <a:pt x="1295400" y="1971675"/>
                </a:lnTo>
                <a:close/>
                <a:moveTo>
                  <a:pt x="1390650" y="1962150"/>
                </a:moveTo>
                <a:lnTo>
                  <a:pt x="1409700" y="1962150"/>
                </a:lnTo>
                <a:lnTo>
                  <a:pt x="1409700" y="1981200"/>
                </a:lnTo>
                <a:lnTo>
                  <a:pt x="1400175" y="1981200"/>
                </a:lnTo>
                <a:lnTo>
                  <a:pt x="1400175" y="1971675"/>
                </a:lnTo>
                <a:lnTo>
                  <a:pt x="1390650" y="1971675"/>
                </a:lnTo>
                <a:close/>
                <a:moveTo>
                  <a:pt x="1238250" y="1971675"/>
                </a:moveTo>
                <a:lnTo>
                  <a:pt x="1247775" y="1971675"/>
                </a:lnTo>
                <a:lnTo>
                  <a:pt x="1247775" y="1981200"/>
                </a:lnTo>
                <a:lnTo>
                  <a:pt x="1238250" y="1981200"/>
                </a:lnTo>
                <a:close/>
                <a:moveTo>
                  <a:pt x="1381125" y="1971675"/>
                </a:moveTo>
                <a:lnTo>
                  <a:pt x="1390650" y="1971675"/>
                </a:lnTo>
                <a:lnTo>
                  <a:pt x="1390650" y="1981200"/>
                </a:lnTo>
                <a:lnTo>
                  <a:pt x="1381125" y="1981200"/>
                </a:lnTo>
                <a:close/>
                <a:moveTo>
                  <a:pt x="781050" y="1981200"/>
                </a:moveTo>
                <a:lnTo>
                  <a:pt x="800100" y="1981200"/>
                </a:lnTo>
                <a:lnTo>
                  <a:pt x="800100" y="1990725"/>
                </a:lnTo>
                <a:lnTo>
                  <a:pt x="828675" y="1990725"/>
                </a:lnTo>
                <a:lnTo>
                  <a:pt x="828675" y="1981200"/>
                </a:lnTo>
                <a:lnTo>
                  <a:pt x="876300" y="1981200"/>
                </a:lnTo>
                <a:lnTo>
                  <a:pt x="876300" y="1990725"/>
                </a:lnTo>
                <a:lnTo>
                  <a:pt x="914400" y="1990725"/>
                </a:lnTo>
                <a:lnTo>
                  <a:pt x="914400" y="2000250"/>
                </a:lnTo>
                <a:lnTo>
                  <a:pt x="904875" y="2000250"/>
                </a:lnTo>
                <a:lnTo>
                  <a:pt x="904875" y="2019300"/>
                </a:lnTo>
                <a:lnTo>
                  <a:pt x="895350" y="2019300"/>
                </a:lnTo>
                <a:lnTo>
                  <a:pt x="895350" y="2009775"/>
                </a:lnTo>
                <a:lnTo>
                  <a:pt x="876300" y="2009775"/>
                </a:lnTo>
                <a:lnTo>
                  <a:pt x="876300" y="2000250"/>
                </a:lnTo>
                <a:lnTo>
                  <a:pt x="866775" y="2000250"/>
                </a:lnTo>
                <a:lnTo>
                  <a:pt x="866775" y="1990725"/>
                </a:lnTo>
                <a:lnTo>
                  <a:pt x="828675" y="1990725"/>
                </a:lnTo>
                <a:lnTo>
                  <a:pt x="828675" y="2000250"/>
                </a:lnTo>
                <a:lnTo>
                  <a:pt x="819150" y="2000250"/>
                </a:lnTo>
                <a:lnTo>
                  <a:pt x="819150" y="2009775"/>
                </a:lnTo>
                <a:lnTo>
                  <a:pt x="809625" y="2009775"/>
                </a:lnTo>
                <a:lnTo>
                  <a:pt x="809625" y="2019300"/>
                </a:lnTo>
                <a:lnTo>
                  <a:pt x="800100" y="2019300"/>
                </a:lnTo>
                <a:lnTo>
                  <a:pt x="800100" y="2009775"/>
                </a:lnTo>
                <a:lnTo>
                  <a:pt x="781050" y="2009775"/>
                </a:lnTo>
                <a:close/>
                <a:moveTo>
                  <a:pt x="1190625" y="1981200"/>
                </a:moveTo>
                <a:lnTo>
                  <a:pt x="1200150" y="1981200"/>
                </a:lnTo>
                <a:lnTo>
                  <a:pt x="1200150" y="1990725"/>
                </a:lnTo>
                <a:lnTo>
                  <a:pt x="1190625" y="1990725"/>
                </a:lnTo>
                <a:close/>
                <a:moveTo>
                  <a:pt x="1219200" y="1981200"/>
                </a:moveTo>
                <a:lnTo>
                  <a:pt x="1228725" y="1981200"/>
                </a:lnTo>
                <a:lnTo>
                  <a:pt x="1228725" y="1990725"/>
                </a:lnTo>
                <a:lnTo>
                  <a:pt x="1219200" y="1990725"/>
                </a:lnTo>
                <a:close/>
                <a:moveTo>
                  <a:pt x="933450" y="1990725"/>
                </a:moveTo>
                <a:lnTo>
                  <a:pt x="942975" y="1990725"/>
                </a:lnTo>
                <a:lnTo>
                  <a:pt x="942975" y="2000250"/>
                </a:lnTo>
                <a:lnTo>
                  <a:pt x="933450" y="2000250"/>
                </a:lnTo>
                <a:close/>
                <a:moveTo>
                  <a:pt x="952500" y="1990725"/>
                </a:moveTo>
                <a:lnTo>
                  <a:pt x="962025" y="1990725"/>
                </a:lnTo>
                <a:lnTo>
                  <a:pt x="962025" y="2000250"/>
                </a:lnTo>
                <a:lnTo>
                  <a:pt x="952500" y="2000250"/>
                </a:lnTo>
                <a:close/>
                <a:moveTo>
                  <a:pt x="971550" y="1990725"/>
                </a:moveTo>
                <a:lnTo>
                  <a:pt x="990600" y="1990725"/>
                </a:lnTo>
                <a:lnTo>
                  <a:pt x="990600" y="2000250"/>
                </a:lnTo>
                <a:lnTo>
                  <a:pt x="971550" y="2000250"/>
                </a:lnTo>
                <a:close/>
                <a:moveTo>
                  <a:pt x="1009650" y="1990725"/>
                </a:moveTo>
                <a:lnTo>
                  <a:pt x="1057275" y="1990725"/>
                </a:lnTo>
                <a:lnTo>
                  <a:pt x="1057275" y="2000250"/>
                </a:lnTo>
                <a:lnTo>
                  <a:pt x="1076325" y="2000250"/>
                </a:lnTo>
                <a:lnTo>
                  <a:pt x="1076325" y="2009775"/>
                </a:lnTo>
                <a:lnTo>
                  <a:pt x="1085850" y="2009775"/>
                </a:lnTo>
                <a:lnTo>
                  <a:pt x="1085850" y="2019300"/>
                </a:lnTo>
                <a:lnTo>
                  <a:pt x="1066800" y="2019300"/>
                </a:lnTo>
                <a:lnTo>
                  <a:pt x="1066800" y="2009775"/>
                </a:lnTo>
                <a:lnTo>
                  <a:pt x="1057275" y="2009775"/>
                </a:lnTo>
                <a:lnTo>
                  <a:pt x="1057275" y="2019300"/>
                </a:lnTo>
                <a:lnTo>
                  <a:pt x="1028700" y="2019300"/>
                </a:lnTo>
                <a:lnTo>
                  <a:pt x="1028700" y="2009775"/>
                </a:lnTo>
                <a:lnTo>
                  <a:pt x="1019175" y="2009775"/>
                </a:lnTo>
                <a:lnTo>
                  <a:pt x="1019175" y="2000250"/>
                </a:lnTo>
                <a:lnTo>
                  <a:pt x="1009650" y="2000250"/>
                </a:lnTo>
                <a:close/>
                <a:moveTo>
                  <a:pt x="1266825" y="1990725"/>
                </a:moveTo>
                <a:lnTo>
                  <a:pt x="1295400" y="1990725"/>
                </a:lnTo>
                <a:lnTo>
                  <a:pt x="1295400" y="2009775"/>
                </a:lnTo>
                <a:lnTo>
                  <a:pt x="1257300" y="2009775"/>
                </a:lnTo>
                <a:lnTo>
                  <a:pt x="1257300" y="2000250"/>
                </a:lnTo>
                <a:lnTo>
                  <a:pt x="1266825" y="2000250"/>
                </a:lnTo>
                <a:close/>
                <a:moveTo>
                  <a:pt x="1104900" y="2000250"/>
                </a:moveTo>
                <a:lnTo>
                  <a:pt x="1133475" y="2000250"/>
                </a:lnTo>
                <a:lnTo>
                  <a:pt x="1133475" y="2009775"/>
                </a:lnTo>
                <a:lnTo>
                  <a:pt x="1114425" y="2009775"/>
                </a:lnTo>
                <a:lnTo>
                  <a:pt x="1114425" y="2019300"/>
                </a:lnTo>
                <a:lnTo>
                  <a:pt x="1095375" y="2019300"/>
                </a:lnTo>
                <a:lnTo>
                  <a:pt x="1095375" y="2009775"/>
                </a:lnTo>
                <a:lnTo>
                  <a:pt x="1104900" y="2009775"/>
                </a:lnTo>
                <a:close/>
                <a:moveTo>
                  <a:pt x="228600" y="2009775"/>
                </a:moveTo>
                <a:lnTo>
                  <a:pt x="238125" y="2009775"/>
                </a:lnTo>
                <a:lnTo>
                  <a:pt x="238125" y="2028825"/>
                </a:lnTo>
                <a:lnTo>
                  <a:pt x="228600" y="2028825"/>
                </a:lnTo>
                <a:close/>
                <a:moveTo>
                  <a:pt x="1009650" y="2009775"/>
                </a:moveTo>
                <a:lnTo>
                  <a:pt x="1019175" y="2009775"/>
                </a:lnTo>
                <a:lnTo>
                  <a:pt x="1019175" y="2019300"/>
                </a:lnTo>
                <a:lnTo>
                  <a:pt x="1009650" y="2019300"/>
                </a:lnTo>
                <a:close/>
              </a:path>
            </a:pathLst>
          </a:custGeom>
          <a:solidFill xmlns:a="http://schemas.openxmlformats.org/drawingml/2006/main">
            <a:srgbClr val="FFFFFD"/>
          </a:solidFill>
          <a:ln xmlns:a="http://schemas.openxmlformats.org/drawingml/2006/main" w="0">
            <a:noFill/>
          </a:ln>
        </p:spPr>
      </p:sp>
      <p:sp>
        <p:nvSpPr>
          <p:cNvPr id="10" name="employee vector #fefdfc">
            <a:extLst xmlns:a="http://schemas.openxmlformats.org/drawingml/2006/main">
              <a:ext uri="{FF2B5EF4-FFF2-40B4-BE49-F238E27FC236}">
                <a16:creationId xmlns:a16="http://schemas.microsoft.com/office/drawing/2014/main" id="{E1395642-2DD2-4864-8216-D1C5F8A9DAF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85825" y="2571750"/>
            <a:ext cx="2105025" cy="2066925"/>
          </a:xfrm>
          <a:custGeom xmlns:a="http://schemas.openxmlformats.org/drawingml/2006/main">
            <a:pathLst>
              <a:path w="2105025" h="2066925">
                <a:moveTo>
                  <a:pt x="952500" y="9525"/>
                </a:moveTo>
                <a:lnTo>
                  <a:pt x="1057275" y="9525"/>
                </a:lnTo>
                <a:lnTo>
                  <a:pt x="1057275" y="19050"/>
                </a:lnTo>
                <a:lnTo>
                  <a:pt x="952500" y="19050"/>
                </a:lnTo>
                <a:close/>
                <a:moveTo>
                  <a:pt x="1066800" y="9525"/>
                </a:moveTo>
                <a:lnTo>
                  <a:pt x="1104900" y="9525"/>
                </a:lnTo>
                <a:lnTo>
                  <a:pt x="1104900" y="19050"/>
                </a:lnTo>
                <a:lnTo>
                  <a:pt x="1066800" y="19050"/>
                </a:lnTo>
                <a:close/>
                <a:moveTo>
                  <a:pt x="866775" y="19050"/>
                </a:moveTo>
                <a:lnTo>
                  <a:pt x="952500" y="19050"/>
                </a:lnTo>
                <a:lnTo>
                  <a:pt x="952500" y="28575"/>
                </a:lnTo>
                <a:lnTo>
                  <a:pt x="876300" y="28575"/>
                </a:lnTo>
                <a:lnTo>
                  <a:pt x="876300" y="38100"/>
                </a:lnTo>
                <a:lnTo>
                  <a:pt x="847725" y="38100"/>
                </a:lnTo>
                <a:lnTo>
                  <a:pt x="847725" y="28575"/>
                </a:lnTo>
                <a:lnTo>
                  <a:pt x="866775" y="28575"/>
                </a:lnTo>
                <a:close/>
                <a:moveTo>
                  <a:pt x="1123950" y="19050"/>
                </a:moveTo>
                <a:lnTo>
                  <a:pt x="1181100" y="19050"/>
                </a:lnTo>
                <a:lnTo>
                  <a:pt x="1181100" y="28575"/>
                </a:lnTo>
                <a:lnTo>
                  <a:pt x="1123950" y="28575"/>
                </a:lnTo>
                <a:close/>
                <a:moveTo>
                  <a:pt x="1200150" y="28575"/>
                </a:moveTo>
                <a:lnTo>
                  <a:pt x="1238250" y="28575"/>
                </a:lnTo>
                <a:lnTo>
                  <a:pt x="1238250" y="38100"/>
                </a:lnTo>
                <a:lnTo>
                  <a:pt x="1200150" y="38100"/>
                </a:lnTo>
                <a:close/>
                <a:moveTo>
                  <a:pt x="819150" y="38100"/>
                </a:moveTo>
                <a:lnTo>
                  <a:pt x="828675" y="38100"/>
                </a:lnTo>
                <a:lnTo>
                  <a:pt x="828675" y="47625"/>
                </a:lnTo>
                <a:lnTo>
                  <a:pt x="819150" y="47625"/>
                </a:lnTo>
                <a:close/>
                <a:moveTo>
                  <a:pt x="1257300" y="38100"/>
                </a:moveTo>
                <a:lnTo>
                  <a:pt x="1314450" y="38100"/>
                </a:lnTo>
                <a:lnTo>
                  <a:pt x="1314450" y="47625"/>
                </a:lnTo>
                <a:lnTo>
                  <a:pt x="1333500" y="47625"/>
                </a:lnTo>
                <a:lnTo>
                  <a:pt x="1333500" y="57150"/>
                </a:lnTo>
                <a:lnTo>
                  <a:pt x="1352550" y="57150"/>
                </a:lnTo>
                <a:lnTo>
                  <a:pt x="1352550" y="66675"/>
                </a:lnTo>
                <a:lnTo>
                  <a:pt x="1323975" y="66675"/>
                </a:lnTo>
                <a:lnTo>
                  <a:pt x="1323975" y="57150"/>
                </a:lnTo>
                <a:lnTo>
                  <a:pt x="1295400" y="57150"/>
                </a:lnTo>
                <a:lnTo>
                  <a:pt x="1295400" y="47625"/>
                </a:lnTo>
                <a:lnTo>
                  <a:pt x="1257300" y="47625"/>
                </a:lnTo>
                <a:close/>
                <a:moveTo>
                  <a:pt x="762000" y="47625"/>
                </a:moveTo>
                <a:lnTo>
                  <a:pt x="790575" y="47625"/>
                </a:lnTo>
                <a:lnTo>
                  <a:pt x="790575" y="57150"/>
                </a:lnTo>
                <a:lnTo>
                  <a:pt x="762000" y="57150"/>
                </a:lnTo>
                <a:close/>
                <a:moveTo>
                  <a:pt x="733425" y="57150"/>
                </a:moveTo>
                <a:lnTo>
                  <a:pt x="752475" y="57150"/>
                </a:lnTo>
                <a:lnTo>
                  <a:pt x="752475" y="66675"/>
                </a:lnTo>
                <a:lnTo>
                  <a:pt x="733425" y="66675"/>
                </a:lnTo>
                <a:close/>
                <a:moveTo>
                  <a:pt x="695325" y="66675"/>
                </a:moveTo>
                <a:lnTo>
                  <a:pt x="723900" y="66675"/>
                </a:lnTo>
                <a:lnTo>
                  <a:pt x="723900" y="76200"/>
                </a:lnTo>
                <a:lnTo>
                  <a:pt x="695325" y="76200"/>
                </a:lnTo>
                <a:close/>
                <a:moveTo>
                  <a:pt x="1362075" y="66675"/>
                </a:moveTo>
                <a:lnTo>
                  <a:pt x="1390650" y="66675"/>
                </a:lnTo>
                <a:lnTo>
                  <a:pt x="1390650" y="76200"/>
                </a:lnTo>
                <a:lnTo>
                  <a:pt x="1362075" y="76200"/>
                </a:lnTo>
                <a:close/>
                <a:moveTo>
                  <a:pt x="676275" y="76200"/>
                </a:moveTo>
                <a:lnTo>
                  <a:pt x="695325" y="76200"/>
                </a:lnTo>
                <a:lnTo>
                  <a:pt x="695325" y="85725"/>
                </a:lnTo>
                <a:lnTo>
                  <a:pt x="676275" y="85725"/>
                </a:lnTo>
                <a:close/>
                <a:moveTo>
                  <a:pt x="1390650" y="76200"/>
                </a:moveTo>
                <a:lnTo>
                  <a:pt x="1419225" y="76200"/>
                </a:lnTo>
                <a:lnTo>
                  <a:pt x="1419225" y="85725"/>
                </a:lnTo>
                <a:lnTo>
                  <a:pt x="1438275" y="85725"/>
                </a:lnTo>
                <a:lnTo>
                  <a:pt x="1438275" y="95250"/>
                </a:lnTo>
                <a:lnTo>
                  <a:pt x="1409700" y="95250"/>
                </a:lnTo>
                <a:lnTo>
                  <a:pt x="1409700" y="85725"/>
                </a:lnTo>
                <a:lnTo>
                  <a:pt x="1390650" y="85725"/>
                </a:lnTo>
                <a:close/>
                <a:moveTo>
                  <a:pt x="638175" y="85725"/>
                </a:moveTo>
                <a:lnTo>
                  <a:pt x="676275" y="85725"/>
                </a:lnTo>
                <a:lnTo>
                  <a:pt x="676275" y="95250"/>
                </a:lnTo>
                <a:lnTo>
                  <a:pt x="647700" y="95250"/>
                </a:lnTo>
                <a:lnTo>
                  <a:pt x="647700" y="104775"/>
                </a:lnTo>
                <a:lnTo>
                  <a:pt x="628650" y="104775"/>
                </a:lnTo>
                <a:lnTo>
                  <a:pt x="628650" y="95250"/>
                </a:lnTo>
                <a:lnTo>
                  <a:pt x="638175" y="95250"/>
                </a:lnTo>
                <a:close/>
                <a:moveTo>
                  <a:pt x="1438275" y="95250"/>
                </a:moveTo>
                <a:lnTo>
                  <a:pt x="1447800" y="95250"/>
                </a:lnTo>
                <a:lnTo>
                  <a:pt x="1447800" y="104775"/>
                </a:lnTo>
                <a:lnTo>
                  <a:pt x="1438275" y="104775"/>
                </a:lnTo>
                <a:close/>
                <a:moveTo>
                  <a:pt x="609600" y="104775"/>
                </a:moveTo>
                <a:lnTo>
                  <a:pt x="628650" y="104775"/>
                </a:lnTo>
                <a:lnTo>
                  <a:pt x="628650" y="114300"/>
                </a:lnTo>
                <a:lnTo>
                  <a:pt x="609600" y="114300"/>
                </a:lnTo>
                <a:close/>
                <a:moveTo>
                  <a:pt x="1457325" y="104775"/>
                </a:moveTo>
                <a:lnTo>
                  <a:pt x="1466850" y="104775"/>
                </a:lnTo>
                <a:lnTo>
                  <a:pt x="1466850" y="114300"/>
                </a:lnTo>
                <a:lnTo>
                  <a:pt x="1457325" y="114300"/>
                </a:lnTo>
                <a:close/>
                <a:moveTo>
                  <a:pt x="590550" y="114300"/>
                </a:moveTo>
                <a:lnTo>
                  <a:pt x="609600" y="114300"/>
                </a:lnTo>
                <a:lnTo>
                  <a:pt x="609600" y="123825"/>
                </a:lnTo>
                <a:lnTo>
                  <a:pt x="590550" y="123825"/>
                </a:lnTo>
                <a:close/>
                <a:moveTo>
                  <a:pt x="581025" y="123825"/>
                </a:moveTo>
                <a:lnTo>
                  <a:pt x="590550" y="123825"/>
                </a:lnTo>
                <a:lnTo>
                  <a:pt x="590550" y="133350"/>
                </a:lnTo>
                <a:lnTo>
                  <a:pt x="581025" y="133350"/>
                </a:lnTo>
                <a:close/>
                <a:moveTo>
                  <a:pt x="1495425" y="123825"/>
                </a:moveTo>
                <a:lnTo>
                  <a:pt x="1504950" y="123825"/>
                </a:lnTo>
                <a:lnTo>
                  <a:pt x="1504950" y="133350"/>
                </a:lnTo>
                <a:lnTo>
                  <a:pt x="1495425" y="133350"/>
                </a:lnTo>
                <a:close/>
                <a:moveTo>
                  <a:pt x="561975" y="133350"/>
                </a:moveTo>
                <a:lnTo>
                  <a:pt x="571500" y="133350"/>
                </a:lnTo>
                <a:lnTo>
                  <a:pt x="571500" y="142875"/>
                </a:lnTo>
                <a:lnTo>
                  <a:pt x="561975" y="142875"/>
                </a:lnTo>
                <a:close/>
                <a:moveTo>
                  <a:pt x="533400" y="142875"/>
                </a:moveTo>
                <a:lnTo>
                  <a:pt x="561975" y="142875"/>
                </a:lnTo>
                <a:lnTo>
                  <a:pt x="561975" y="152400"/>
                </a:lnTo>
                <a:lnTo>
                  <a:pt x="542925" y="152400"/>
                </a:lnTo>
                <a:lnTo>
                  <a:pt x="542925" y="161925"/>
                </a:lnTo>
                <a:lnTo>
                  <a:pt x="523875" y="161925"/>
                </a:lnTo>
                <a:lnTo>
                  <a:pt x="523875" y="152400"/>
                </a:lnTo>
                <a:lnTo>
                  <a:pt x="533400" y="152400"/>
                </a:lnTo>
                <a:close/>
                <a:moveTo>
                  <a:pt x="1533525" y="142875"/>
                </a:moveTo>
                <a:lnTo>
                  <a:pt x="1543050" y="142875"/>
                </a:lnTo>
                <a:lnTo>
                  <a:pt x="1543050" y="152400"/>
                </a:lnTo>
                <a:lnTo>
                  <a:pt x="1533525" y="152400"/>
                </a:lnTo>
                <a:close/>
                <a:moveTo>
                  <a:pt x="1543050" y="152400"/>
                </a:moveTo>
                <a:lnTo>
                  <a:pt x="1552575" y="152400"/>
                </a:lnTo>
                <a:lnTo>
                  <a:pt x="1552575" y="161925"/>
                </a:lnTo>
                <a:lnTo>
                  <a:pt x="1543050" y="161925"/>
                </a:lnTo>
                <a:close/>
                <a:moveTo>
                  <a:pt x="504825" y="161925"/>
                </a:moveTo>
                <a:lnTo>
                  <a:pt x="523875" y="161925"/>
                </a:lnTo>
                <a:lnTo>
                  <a:pt x="523875" y="171450"/>
                </a:lnTo>
                <a:lnTo>
                  <a:pt x="514350" y="171450"/>
                </a:lnTo>
                <a:lnTo>
                  <a:pt x="514350" y="180975"/>
                </a:lnTo>
                <a:lnTo>
                  <a:pt x="495300" y="180975"/>
                </a:lnTo>
                <a:lnTo>
                  <a:pt x="495300" y="171450"/>
                </a:lnTo>
                <a:lnTo>
                  <a:pt x="504825" y="171450"/>
                </a:lnTo>
                <a:close/>
                <a:moveTo>
                  <a:pt x="1571625" y="171450"/>
                </a:moveTo>
                <a:lnTo>
                  <a:pt x="1581150" y="171450"/>
                </a:lnTo>
                <a:lnTo>
                  <a:pt x="1581150" y="180975"/>
                </a:lnTo>
                <a:lnTo>
                  <a:pt x="1571625" y="180975"/>
                </a:lnTo>
                <a:close/>
                <a:moveTo>
                  <a:pt x="476250" y="180975"/>
                </a:moveTo>
                <a:lnTo>
                  <a:pt x="495300" y="180975"/>
                </a:lnTo>
                <a:lnTo>
                  <a:pt x="495300" y="190500"/>
                </a:lnTo>
                <a:lnTo>
                  <a:pt x="485775" y="190500"/>
                </a:lnTo>
                <a:lnTo>
                  <a:pt x="485775" y="200025"/>
                </a:lnTo>
                <a:lnTo>
                  <a:pt x="466725" y="200025"/>
                </a:lnTo>
                <a:lnTo>
                  <a:pt x="466725" y="190500"/>
                </a:lnTo>
                <a:lnTo>
                  <a:pt x="476250" y="190500"/>
                </a:lnTo>
                <a:close/>
                <a:moveTo>
                  <a:pt x="1590675" y="180975"/>
                </a:moveTo>
                <a:lnTo>
                  <a:pt x="1600200" y="180975"/>
                </a:lnTo>
                <a:lnTo>
                  <a:pt x="1600200" y="190500"/>
                </a:lnTo>
                <a:lnTo>
                  <a:pt x="1590675" y="190500"/>
                </a:lnTo>
                <a:close/>
                <a:moveTo>
                  <a:pt x="1600200" y="190500"/>
                </a:moveTo>
                <a:lnTo>
                  <a:pt x="1609725" y="190500"/>
                </a:lnTo>
                <a:lnTo>
                  <a:pt x="1609725" y="200025"/>
                </a:lnTo>
                <a:lnTo>
                  <a:pt x="1600200" y="200025"/>
                </a:lnTo>
                <a:close/>
                <a:moveTo>
                  <a:pt x="457200" y="200025"/>
                </a:moveTo>
                <a:lnTo>
                  <a:pt x="466725" y="200025"/>
                </a:lnTo>
                <a:lnTo>
                  <a:pt x="466725" y="209550"/>
                </a:lnTo>
                <a:lnTo>
                  <a:pt x="457200" y="209550"/>
                </a:lnTo>
                <a:close/>
                <a:moveTo>
                  <a:pt x="447675" y="209550"/>
                </a:moveTo>
                <a:lnTo>
                  <a:pt x="457200" y="209550"/>
                </a:lnTo>
                <a:lnTo>
                  <a:pt x="457200" y="219075"/>
                </a:lnTo>
                <a:lnTo>
                  <a:pt x="447675" y="219075"/>
                </a:lnTo>
                <a:close/>
                <a:moveTo>
                  <a:pt x="1628775" y="209550"/>
                </a:moveTo>
                <a:lnTo>
                  <a:pt x="1638300" y="209550"/>
                </a:lnTo>
                <a:lnTo>
                  <a:pt x="1638300" y="219075"/>
                </a:lnTo>
                <a:lnTo>
                  <a:pt x="1628775" y="219075"/>
                </a:lnTo>
                <a:close/>
                <a:moveTo>
                  <a:pt x="428625" y="219075"/>
                </a:moveTo>
                <a:lnTo>
                  <a:pt x="447675" y="219075"/>
                </a:lnTo>
                <a:lnTo>
                  <a:pt x="447675" y="228600"/>
                </a:lnTo>
                <a:lnTo>
                  <a:pt x="428625" y="228600"/>
                </a:lnTo>
                <a:close/>
                <a:moveTo>
                  <a:pt x="1638300" y="219075"/>
                </a:moveTo>
                <a:lnTo>
                  <a:pt x="1657350" y="219075"/>
                </a:lnTo>
                <a:lnTo>
                  <a:pt x="1657350" y="228600"/>
                </a:lnTo>
                <a:lnTo>
                  <a:pt x="1666875" y="228600"/>
                </a:lnTo>
                <a:lnTo>
                  <a:pt x="1666875" y="238125"/>
                </a:lnTo>
                <a:lnTo>
                  <a:pt x="1647825" y="238125"/>
                </a:lnTo>
                <a:lnTo>
                  <a:pt x="1647825" y="228600"/>
                </a:lnTo>
                <a:lnTo>
                  <a:pt x="1638300" y="228600"/>
                </a:lnTo>
                <a:close/>
                <a:moveTo>
                  <a:pt x="419100" y="228600"/>
                </a:moveTo>
                <a:lnTo>
                  <a:pt x="428625" y="228600"/>
                </a:lnTo>
                <a:lnTo>
                  <a:pt x="428625" y="238125"/>
                </a:lnTo>
                <a:lnTo>
                  <a:pt x="419100" y="238125"/>
                </a:lnTo>
                <a:close/>
                <a:moveTo>
                  <a:pt x="409575" y="238125"/>
                </a:moveTo>
                <a:lnTo>
                  <a:pt x="419100" y="238125"/>
                </a:lnTo>
                <a:lnTo>
                  <a:pt x="419100" y="247650"/>
                </a:lnTo>
                <a:lnTo>
                  <a:pt x="409575" y="247650"/>
                </a:lnTo>
                <a:close/>
                <a:moveTo>
                  <a:pt x="1666875" y="238125"/>
                </a:moveTo>
                <a:lnTo>
                  <a:pt x="1676400" y="238125"/>
                </a:lnTo>
                <a:lnTo>
                  <a:pt x="1676400" y="247650"/>
                </a:lnTo>
                <a:lnTo>
                  <a:pt x="1666875" y="247650"/>
                </a:lnTo>
                <a:close/>
                <a:moveTo>
                  <a:pt x="390525" y="247650"/>
                </a:moveTo>
                <a:lnTo>
                  <a:pt x="409575" y="247650"/>
                </a:lnTo>
                <a:lnTo>
                  <a:pt x="409575" y="257175"/>
                </a:lnTo>
                <a:lnTo>
                  <a:pt x="400050" y="257175"/>
                </a:lnTo>
                <a:lnTo>
                  <a:pt x="400050" y="266700"/>
                </a:lnTo>
                <a:lnTo>
                  <a:pt x="390525" y="266700"/>
                </a:lnTo>
                <a:lnTo>
                  <a:pt x="390525" y="276225"/>
                </a:lnTo>
                <a:lnTo>
                  <a:pt x="381000" y="276225"/>
                </a:lnTo>
                <a:lnTo>
                  <a:pt x="381000" y="285750"/>
                </a:lnTo>
                <a:lnTo>
                  <a:pt x="361950" y="285750"/>
                </a:lnTo>
                <a:lnTo>
                  <a:pt x="361950" y="276225"/>
                </a:lnTo>
                <a:lnTo>
                  <a:pt x="371475" y="276225"/>
                </a:lnTo>
                <a:lnTo>
                  <a:pt x="371475" y="266700"/>
                </a:lnTo>
                <a:lnTo>
                  <a:pt x="381000" y="266700"/>
                </a:lnTo>
                <a:lnTo>
                  <a:pt x="381000" y="257175"/>
                </a:lnTo>
                <a:lnTo>
                  <a:pt x="390525" y="257175"/>
                </a:lnTo>
                <a:close/>
                <a:moveTo>
                  <a:pt x="1676400" y="247650"/>
                </a:moveTo>
                <a:lnTo>
                  <a:pt x="1685925" y="247650"/>
                </a:lnTo>
                <a:lnTo>
                  <a:pt x="1685925" y="257175"/>
                </a:lnTo>
                <a:lnTo>
                  <a:pt x="1676400" y="257175"/>
                </a:lnTo>
                <a:close/>
                <a:moveTo>
                  <a:pt x="1685925" y="257175"/>
                </a:moveTo>
                <a:lnTo>
                  <a:pt x="1695450" y="257175"/>
                </a:lnTo>
                <a:lnTo>
                  <a:pt x="1695450" y="266700"/>
                </a:lnTo>
                <a:lnTo>
                  <a:pt x="1685925" y="266700"/>
                </a:lnTo>
                <a:close/>
                <a:moveTo>
                  <a:pt x="1695450" y="266700"/>
                </a:moveTo>
                <a:lnTo>
                  <a:pt x="1714500" y="266700"/>
                </a:lnTo>
                <a:lnTo>
                  <a:pt x="1714500" y="276225"/>
                </a:lnTo>
                <a:lnTo>
                  <a:pt x="1724025" y="276225"/>
                </a:lnTo>
                <a:lnTo>
                  <a:pt x="1724025" y="285750"/>
                </a:lnTo>
                <a:lnTo>
                  <a:pt x="1733550" y="285750"/>
                </a:lnTo>
                <a:lnTo>
                  <a:pt x="1733550" y="295275"/>
                </a:lnTo>
                <a:lnTo>
                  <a:pt x="1743075" y="295275"/>
                </a:lnTo>
                <a:lnTo>
                  <a:pt x="1743075" y="304800"/>
                </a:lnTo>
                <a:lnTo>
                  <a:pt x="1752600" y="304800"/>
                </a:lnTo>
                <a:lnTo>
                  <a:pt x="1752600" y="323850"/>
                </a:lnTo>
                <a:lnTo>
                  <a:pt x="1743075" y="323850"/>
                </a:lnTo>
                <a:lnTo>
                  <a:pt x="1743075" y="314325"/>
                </a:lnTo>
                <a:lnTo>
                  <a:pt x="1733550" y="314325"/>
                </a:lnTo>
                <a:lnTo>
                  <a:pt x="1733550" y="304800"/>
                </a:lnTo>
                <a:lnTo>
                  <a:pt x="1724025" y="304800"/>
                </a:lnTo>
                <a:lnTo>
                  <a:pt x="1724025" y="295275"/>
                </a:lnTo>
                <a:lnTo>
                  <a:pt x="1714500" y="295275"/>
                </a:lnTo>
                <a:lnTo>
                  <a:pt x="1714500" y="285750"/>
                </a:lnTo>
                <a:lnTo>
                  <a:pt x="1704975" y="285750"/>
                </a:lnTo>
                <a:lnTo>
                  <a:pt x="1704975" y="276225"/>
                </a:lnTo>
                <a:lnTo>
                  <a:pt x="1695450" y="276225"/>
                </a:lnTo>
                <a:close/>
                <a:moveTo>
                  <a:pt x="352425" y="285750"/>
                </a:moveTo>
                <a:lnTo>
                  <a:pt x="361950" y="285750"/>
                </a:lnTo>
                <a:lnTo>
                  <a:pt x="361950" y="295275"/>
                </a:lnTo>
                <a:lnTo>
                  <a:pt x="352425" y="295275"/>
                </a:lnTo>
                <a:close/>
                <a:moveTo>
                  <a:pt x="1752600" y="323850"/>
                </a:moveTo>
                <a:lnTo>
                  <a:pt x="1762125" y="323850"/>
                </a:lnTo>
                <a:lnTo>
                  <a:pt x="1762125" y="333375"/>
                </a:lnTo>
                <a:lnTo>
                  <a:pt x="1752600" y="333375"/>
                </a:lnTo>
                <a:close/>
                <a:moveTo>
                  <a:pt x="304800" y="333375"/>
                </a:moveTo>
                <a:lnTo>
                  <a:pt x="323850" y="333375"/>
                </a:lnTo>
                <a:lnTo>
                  <a:pt x="323850" y="342900"/>
                </a:lnTo>
                <a:lnTo>
                  <a:pt x="314325" y="342900"/>
                </a:lnTo>
                <a:lnTo>
                  <a:pt x="314325" y="352425"/>
                </a:lnTo>
                <a:lnTo>
                  <a:pt x="304800" y="352425"/>
                </a:lnTo>
                <a:lnTo>
                  <a:pt x="304800" y="361950"/>
                </a:lnTo>
                <a:lnTo>
                  <a:pt x="295275" y="361950"/>
                </a:lnTo>
                <a:lnTo>
                  <a:pt x="295275" y="371475"/>
                </a:lnTo>
                <a:lnTo>
                  <a:pt x="285750" y="371475"/>
                </a:lnTo>
                <a:lnTo>
                  <a:pt x="285750" y="381000"/>
                </a:lnTo>
                <a:lnTo>
                  <a:pt x="276225" y="381000"/>
                </a:lnTo>
                <a:lnTo>
                  <a:pt x="276225" y="390525"/>
                </a:lnTo>
                <a:lnTo>
                  <a:pt x="266700" y="390525"/>
                </a:lnTo>
                <a:lnTo>
                  <a:pt x="266700" y="371475"/>
                </a:lnTo>
                <a:lnTo>
                  <a:pt x="276225" y="371475"/>
                </a:lnTo>
                <a:lnTo>
                  <a:pt x="276225" y="361950"/>
                </a:lnTo>
                <a:lnTo>
                  <a:pt x="285750" y="361950"/>
                </a:lnTo>
                <a:lnTo>
                  <a:pt x="285750" y="352425"/>
                </a:lnTo>
                <a:lnTo>
                  <a:pt x="295275" y="352425"/>
                </a:lnTo>
                <a:lnTo>
                  <a:pt x="295275" y="342900"/>
                </a:lnTo>
                <a:lnTo>
                  <a:pt x="304800" y="342900"/>
                </a:lnTo>
                <a:close/>
                <a:moveTo>
                  <a:pt x="1762125" y="333375"/>
                </a:moveTo>
                <a:lnTo>
                  <a:pt x="1771650" y="333375"/>
                </a:lnTo>
                <a:lnTo>
                  <a:pt x="1771650" y="342900"/>
                </a:lnTo>
                <a:lnTo>
                  <a:pt x="1762125" y="342900"/>
                </a:lnTo>
                <a:close/>
                <a:moveTo>
                  <a:pt x="1771650" y="342900"/>
                </a:moveTo>
                <a:lnTo>
                  <a:pt x="1781175" y="342900"/>
                </a:lnTo>
                <a:lnTo>
                  <a:pt x="1781175" y="352425"/>
                </a:lnTo>
                <a:lnTo>
                  <a:pt x="1771650" y="352425"/>
                </a:lnTo>
                <a:close/>
                <a:moveTo>
                  <a:pt x="1781175" y="352425"/>
                </a:moveTo>
                <a:lnTo>
                  <a:pt x="1790700" y="352425"/>
                </a:lnTo>
                <a:lnTo>
                  <a:pt x="1790700" y="361950"/>
                </a:lnTo>
                <a:lnTo>
                  <a:pt x="1781175" y="361950"/>
                </a:lnTo>
                <a:close/>
                <a:moveTo>
                  <a:pt x="1790700" y="361950"/>
                </a:moveTo>
                <a:lnTo>
                  <a:pt x="1800225" y="361950"/>
                </a:lnTo>
                <a:lnTo>
                  <a:pt x="1800225" y="371475"/>
                </a:lnTo>
                <a:lnTo>
                  <a:pt x="1790700" y="371475"/>
                </a:lnTo>
                <a:close/>
                <a:moveTo>
                  <a:pt x="1800225" y="371475"/>
                </a:moveTo>
                <a:lnTo>
                  <a:pt x="1809750" y="371475"/>
                </a:lnTo>
                <a:lnTo>
                  <a:pt x="1809750" y="381000"/>
                </a:lnTo>
                <a:lnTo>
                  <a:pt x="1819275" y="381000"/>
                </a:lnTo>
                <a:lnTo>
                  <a:pt x="1819275" y="400050"/>
                </a:lnTo>
                <a:lnTo>
                  <a:pt x="1809750" y="400050"/>
                </a:lnTo>
                <a:lnTo>
                  <a:pt x="1809750" y="390525"/>
                </a:lnTo>
                <a:lnTo>
                  <a:pt x="1800225" y="390525"/>
                </a:lnTo>
                <a:close/>
                <a:moveTo>
                  <a:pt x="247650" y="400050"/>
                </a:moveTo>
                <a:lnTo>
                  <a:pt x="266700" y="400050"/>
                </a:lnTo>
                <a:lnTo>
                  <a:pt x="266700" y="409575"/>
                </a:lnTo>
                <a:lnTo>
                  <a:pt x="257175" y="409575"/>
                </a:lnTo>
                <a:lnTo>
                  <a:pt x="257175" y="419100"/>
                </a:lnTo>
                <a:lnTo>
                  <a:pt x="247650" y="419100"/>
                </a:lnTo>
                <a:lnTo>
                  <a:pt x="247650" y="428625"/>
                </a:lnTo>
                <a:lnTo>
                  <a:pt x="238125" y="428625"/>
                </a:lnTo>
                <a:lnTo>
                  <a:pt x="238125" y="409575"/>
                </a:lnTo>
                <a:lnTo>
                  <a:pt x="247650" y="409575"/>
                </a:lnTo>
                <a:close/>
                <a:moveTo>
                  <a:pt x="1819275" y="400050"/>
                </a:moveTo>
                <a:lnTo>
                  <a:pt x="1828800" y="400050"/>
                </a:lnTo>
                <a:lnTo>
                  <a:pt x="1828800" y="409575"/>
                </a:lnTo>
                <a:lnTo>
                  <a:pt x="1819275" y="409575"/>
                </a:lnTo>
                <a:close/>
                <a:moveTo>
                  <a:pt x="1828800" y="419100"/>
                </a:moveTo>
                <a:lnTo>
                  <a:pt x="1838325" y="419100"/>
                </a:lnTo>
                <a:lnTo>
                  <a:pt x="1838325" y="428625"/>
                </a:lnTo>
                <a:lnTo>
                  <a:pt x="1828800" y="428625"/>
                </a:lnTo>
                <a:close/>
                <a:moveTo>
                  <a:pt x="1838325" y="428625"/>
                </a:moveTo>
                <a:lnTo>
                  <a:pt x="1847850" y="428625"/>
                </a:lnTo>
                <a:lnTo>
                  <a:pt x="1847850" y="438150"/>
                </a:lnTo>
                <a:lnTo>
                  <a:pt x="1838325" y="438150"/>
                </a:lnTo>
                <a:close/>
                <a:moveTo>
                  <a:pt x="228600" y="438150"/>
                </a:moveTo>
                <a:lnTo>
                  <a:pt x="238125" y="438150"/>
                </a:lnTo>
                <a:lnTo>
                  <a:pt x="238125" y="447675"/>
                </a:lnTo>
                <a:lnTo>
                  <a:pt x="228600" y="447675"/>
                </a:lnTo>
                <a:close/>
                <a:moveTo>
                  <a:pt x="1847850" y="438150"/>
                </a:moveTo>
                <a:lnTo>
                  <a:pt x="1857375" y="438150"/>
                </a:lnTo>
                <a:lnTo>
                  <a:pt x="1857375" y="447675"/>
                </a:lnTo>
                <a:lnTo>
                  <a:pt x="1847850" y="447675"/>
                </a:lnTo>
                <a:close/>
                <a:moveTo>
                  <a:pt x="219075" y="447675"/>
                </a:moveTo>
                <a:lnTo>
                  <a:pt x="228600" y="447675"/>
                </a:lnTo>
                <a:lnTo>
                  <a:pt x="228600" y="457200"/>
                </a:lnTo>
                <a:lnTo>
                  <a:pt x="219075" y="457200"/>
                </a:lnTo>
                <a:close/>
                <a:moveTo>
                  <a:pt x="1857375" y="447675"/>
                </a:moveTo>
                <a:lnTo>
                  <a:pt x="1866900" y="447675"/>
                </a:lnTo>
                <a:lnTo>
                  <a:pt x="1866900" y="466725"/>
                </a:lnTo>
                <a:lnTo>
                  <a:pt x="1857375" y="466725"/>
                </a:lnTo>
                <a:close/>
                <a:moveTo>
                  <a:pt x="209550" y="466725"/>
                </a:moveTo>
                <a:lnTo>
                  <a:pt x="219075" y="466725"/>
                </a:lnTo>
                <a:lnTo>
                  <a:pt x="219075" y="476250"/>
                </a:lnTo>
                <a:lnTo>
                  <a:pt x="209550" y="476250"/>
                </a:lnTo>
                <a:close/>
                <a:moveTo>
                  <a:pt x="200025" y="476250"/>
                </a:moveTo>
                <a:lnTo>
                  <a:pt x="209550" y="476250"/>
                </a:lnTo>
                <a:lnTo>
                  <a:pt x="209550" y="485775"/>
                </a:lnTo>
                <a:lnTo>
                  <a:pt x="200025" y="485775"/>
                </a:lnTo>
                <a:close/>
                <a:moveTo>
                  <a:pt x="1876425" y="485775"/>
                </a:moveTo>
                <a:lnTo>
                  <a:pt x="1885950" y="485775"/>
                </a:lnTo>
                <a:lnTo>
                  <a:pt x="1885950" y="495300"/>
                </a:lnTo>
                <a:lnTo>
                  <a:pt x="1876425" y="495300"/>
                </a:lnTo>
                <a:close/>
                <a:moveTo>
                  <a:pt x="1971675" y="485775"/>
                </a:moveTo>
                <a:lnTo>
                  <a:pt x="1981200" y="485775"/>
                </a:lnTo>
                <a:lnTo>
                  <a:pt x="1981200" y="514350"/>
                </a:lnTo>
                <a:lnTo>
                  <a:pt x="1971675" y="514350"/>
                </a:lnTo>
                <a:close/>
                <a:moveTo>
                  <a:pt x="190500" y="495300"/>
                </a:moveTo>
                <a:lnTo>
                  <a:pt x="200025" y="495300"/>
                </a:lnTo>
                <a:lnTo>
                  <a:pt x="200025" y="504825"/>
                </a:lnTo>
                <a:lnTo>
                  <a:pt x="190500" y="504825"/>
                </a:lnTo>
                <a:close/>
                <a:moveTo>
                  <a:pt x="1885950" y="495300"/>
                </a:moveTo>
                <a:lnTo>
                  <a:pt x="1895475" y="495300"/>
                </a:lnTo>
                <a:lnTo>
                  <a:pt x="1895475" y="514350"/>
                </a:lnTo>
                <a:lnTo>
                  <a:pt x="1885950" y="514350"/>
                </a:lnTo>
                <a:close/>
                <a:moveTo>
                  <a:pt x="180975" y="514350"/>
                </a:moveTo>
                <a:lnTo>
                  <a:pt x="190500" y="514350"/>
                </a:lnTo>
                <a:lnTo>
                  <a:pt x="190500" y="523875"/>
                </a:lnTo>
                <a:lnTo>
                  <a:pt x="180975" y="523875"/>
                </a:lnTo>
                <a:close/>
                <a:moveTo>
                  <a:pt x="171450" y="523875"/>
                </a:moveTo>
                <a:lnTo>
                  <a:pt x="180975" y="523875"/>
                </a:lnTo>
                <a:lnTo>
                  <a:pt x="180975" y="542925"/>
                </a:lnTo>
                <a:lnTo>
                  <a:pt x="171450" y="542925"/>
                </a:lnTo>
                <a:close/>
                <a:moveTo>
                  <a:pt x="1895475" y="523875"/>
                </a:moveTo>
                <a:lnTo>
                  <a:pt x="1905000" y="523875"/>
                </a:lnTo>
                <a:lnTo>
                  <a:pt x="1905000" y="533400"/>
                </a:lnTo>
                <a:lnTo>
                  <a:pt x="1895475" y="533400"/>
                </a:lnTo>
                <a:close/>
                <a:moveTo>
                  <a:pt x="1905000" y="533400"/>
                </a:moveTo>
                <a:lnTo>
                  <a:pt x="1914525" y="533400"/>
                </a:lnTo>
                <a:lnTo>
                  <a:pt x="1914525" y="542925"/>
                </a:lnTo>
                <a:lnTo>
                  <a:pt x="1905000" y="542925"/>
                </a:lnTo>
                <a:close/>
                <a:moveTo>
                  <a:pt x="161925" y="552450"/>
                </a:moveTo>
                <a:lnTo>
                  <a:pt x="171450" y="552450"/>
                </a:lnTo>
                <a:lnTo>
                  <a:pt x="171450" y="561975"/>
                </a:lnTo>
                <a:lnTo>
                  <a:pt x="161925" y="561975"/>
                </a:lnTo>
                <a:close/>
                <a:moveTo>
                  <a:pt x="1914525" y="552450"/>
                </a:moveTo>
                <a:lnTo>
                  <a:pt x="1924050" y="552450"/>
                </a:lnTo>
                <a:lnTo>
                  <a:pt x="1924050" y="561975"/>
                </a:lnTo>
                <a:lnTo>
                  <a:pt x="1914525" y="561975"/>
                </a:lnTo>
                <a:close/>
                <a:moveTo>
                  <a:pt x="152400" y="561975"/>
                </a:moveTo>
                <a:lnTo>
                  <a:pt x="161925" y="561975"/>
                </a:lnTo>
                <a:lnTo>
                  <a:pt x="161925" y="581025"/>
                </a:lnTo>
                <a:lnTo>
                  <a:pt x="152400" y="581025"/>
                </a:lnTo>
                <a:lnTo>
                  <a:pt x="152400" y="600075"/>
                </a:lnTo>
                <a:lnTo>
                  <a:pt x="142875" y="600075"/>
                </a:lnTo>
                <a:lnTo>
                  <a:pt x="142875" y="571500"/>
                </a:lnTo>
                <a:lnTo>
                  <a:pt x="152400" y="571500"/>
                </a:lnTo>
                <a:close/>
                <a:moveTo>
                  <a:pt x="1924050" y="571500"/>
                </a:moveTo>
                <a:lnTo>
                  <a:pt x="1933575" y="571500"/>
                </a:lnTo>
                <a:lnTo>
                  <a:pt x="1933575" y="581025"/>
                </a:lnTo>
                <a:lnTo>
                  <a:pt x="1924050" y="581025"/>
                </a:lnTo>
                <a:close/>
                <a:moveTo>
                  <a:pt x="1933575" y="590550"/>
                </a:moveTo>
                <a:lnTo>
                  <a:pt x="1943100" y="590550"/>
                </a:lnTo>
                <a:lnTo>
                  <a:pt x="1943100" y="609600"/>
                </a:lnTo>
                <a:lnTo>
                  <a:pt x="1933575" y="609600"/>
                </a:lnTo>
                <a:close/>
                <a:moveTo>
                  <a:pt x="133350" y="600075"/>
                </a:moveTo>
                <a:lnTo>
                  <a:pt x="142875" y="600075"/>
                </a:lnTo>
                <a:lnTo>
                  <a:pt x="142875" y="619125"/>
                </a:lnTo>
                <a:lnTo>
                  <a:pt x="133350" y="619125"/>
                </a:lnTo>
                <a:lnTo>
                  <a:pt x="133350" y="638175"/>
                </a:lnTo>
                <a:lnTo>
                  <a:pt x="123825" y="638175"/>
                </a:lnTo>
                <a:lnTo>
                  <a:pt x="123825" y="666750"/>
                </a:lnTo>
                <a:lnTo>
                  <a:pt x="114300" y="666750"/>
                </a:lnTo>
                <a:lnTo>
                  <a:pt x="114300" y="628650"/>
                </a:lnTo>
                <a:lnTo>
                  <a:pt x="123825" y="628650"/>
                </a:lnTo>
                <a:lnTo>
                  <a:pt x="123825" y="609600"/>
                </a:lnTo>
                <a:lnTo>
                  <a:pt x="133350" y="609600"/>
                </a:lnTo>
                <a:close/>
                <a:moveTo>
                  <a:pt x="1943100" y="609600"/>
                </a:moveTo>
                <a:lnTo>
                  <a:pt x="1952625" y="609600"/>
                </a:lnTo>
                <a:lnTo>
                  <a:pt x="1952625" y="619125"/>
                </a:lnTo>
                <a:lnTo>
                  <a:pt x="1962150" y="619125"/>
                </a:lnTo>
                <a:lnTo>
                  <a:pt x="1962150" y="647700"/>
                </a:lnTo>
                <a:lnTo>
                  <a:pt x="1952625" y="647700"/>
                </a:lnTo>
                <a:lnTo>
                  <a:pt x="1952625" y="628650"/>
                </a:lnTo>
                <a:lnTo>
                  <a:pt x="1943100" y="628650"/>
                </a:lnTo>
                <a:close/>
                <a:moveTo>
                  <a:pt x="104775" y="666750"/>
                </a:moveTo>
                <a:lnTo>
                  <a:pt x="114300" y="666750"/>
                </a:lnTo>
                <a:lnTo>
                  <a:pt x="114300" y="695325"/>
                </a:lnTo>
                <a:lnTo>
                  <a:pt x="104775" y="695325"/>
                </a:lnTo>
                <a:lnTo>
                  <a:pt x="104775" y="723900"/>
                </a:lnTo>
                <a:lnTo>
                  <a:pt x="95250" y="723900"/>
                </a:lnTo>
                <a:lnTo>
                  <a:pt x="95250" y="676275"/>
                </a:lnTo>
                <a:lnTo>
                  <a:pt x="104775" y="676275"/>
                </a:lnTo>
                <a:close/>
                <a:moveTo>
                  <a:pt x="1962150" y="666750"/>
                </a:moveTo>
                <a:lnTo>
                  <a:pt x="1971675" y="666750"/>
                </a:lnTo>
                <a:lnTo>
                  <a:pt x="1971675" y="676275"/>
                </a:lnTo>
                <a:lnTo>
                  <a:pt x="1962150" y="676275"/>
                </a:lnTo>
                <a:close/>
                <a:moveTo>
                  <a:pt x="1971675" y="676275"/>
                </a:moveTo>
                <a:lnTo>
                  <a:pt x="1981200" y="676275"/>
                </a:lnTo>
                <a:lnTo>
                  <a:pt x="1981200" y="695325"/>
                </a:lnTo>
                <a:lnTo>
                  <a:pt x="1990725" y="695325"/>
                </a:lnTo>
                <a:lnTo>
                  <a:pt x="1990725" y="733425"/>
                </a:lnTo>
                <a:lnTo>
                  <a:pt x="1981200" y="733425"/>
                </a:lnTo>
                <a:lnTo>
                  <a:pt x="1981200" y="704850"/>
                </a:lnTo>
                <a:lnTo>
                  <a:pt x="1971675" y="704850"/>
                </a:lnTo>
                <a:close/>
                <a:moveTo>
                  <a:pt x="85725" y="733425"/>
                </a:moveTo>
                <a:lnTo>
                  <a:pt x="95250" y="733425"/>
                </a:lnTo>
                <a:lnTo>
                  <a:pt x="95250" y="752475"/>
                </a:lnTo>
                <a:lnTo>
                  <a:pt x="85725" y="752475"/>
                </a:lnTo>
                <a:close/>
                <a:moveTo>
                  <a:pt x="1990725" y="733425"/>
                </a:moveTo>
                <a:lnTo>
                  <a:pt x="2000250" y="733425"/>
                </a:lnTo>
                <a:lnTo>
                  <a:pt x="2000250" y="771525"/>
                </a:lnTo>
                <a:lnTo>
                  <a:pt x="1990725" y="771525"/>
                </a:lnTo>
                <a:close/>
                <a:moveTo>
                  <a:pt x="76200" y="762000"/>
                </a:moveTo>
                <a:lnTo>
                  <a:pt x="85725" y="762000"/>
                </a:lnTo>
                <a:lnTo>
                  <a:pt x="85725" y="800100"/>
                </a:lnTo>
                <a:lnTo>
                  <a:pt x="76200" y="800100"/>
                </a:lnTo>
                <a:lnTo>
                  <a:pt x="76200" y="847725"/>
                </a:lnTo>
                <a:lnTo>
                  <a:pt x="66675" y="847725"/>
                </a:lnTo>
                <a:lnTo>
                  <a:pt x="66675" y="866775"/>
                </a:lnTo>
                <a:lnTo>
                  <a:pt x="57150" y="866775"/>
                </a:lnTo>
                <a:lnTo>
                  <a:pt x="57150" y="828675"/>
                </a:lnTo>
                <a:lnTo>
                  <a:pt x="66675" y="828675"/>
                </a:lnTo>
                <a:lnTo>
                  <a:pt x="66675" y="781050"/>
                </a:lnTo>
                <a:lnTo>
                  <a:pt x="76200" y="781050"/>
                </a:lnTo>
                <a:close/>
                <a:moveTo>
                  <a:pt x="2000250" y="800100"/>
                </a:moveTo>
                <a:lnTo>
                  <a:pt x="2009775" y="800100"/>
                </a:lnTo>
                <a:lnTo>
                  <a:pt x="2009775" y="819150"/>
                </a:lnTo>
                <a:lnTo>
                  <a:pt x="2000250" y="819150"/>
                </a:lnTo>
                <a:close/>
                <a:moveTo>
                  <a:pt x="2009775" y="828675"/>
                </a:moveTo>
                <a:lnTo>
                  <a:pt x="2019300" y="828675"/>
                </a:lnTo>
                <a:lnTo>
                  <a:pt x="2019300" y="876300"/>
                </a:lnTo>
                <a:lnTo>
                  <a:pt x="2009775" y="876300"/>
                </a:lnTo>
                <a:close/>
                <a:moveTo>
                  <a:pt x="57150" y="895350"/>
                </a:moveTo>
                <a:lnTo>
                  <a:pt x="66675" y="895350"/>
                </a:lnTo>
                <a:lnTo>
                  <a:pt x="66675" y="914400"/>
                </a:lnTo>
                <a:lnTo>
                  <a:pt x="57150" y="914400"/>
                </a:lnTo>
                <a:close/>
                <a:moveTo>
                  <a:pt x="2019300" y="895350"/>
                </a:moveTo>
                <a:lnTo>
                  <a:pt x="2028825" y="895350"/>
                </a:lnTo>
                <a:lnTo>
                  <a:pt x="2028825" y="942975"/>
                </a:lnTo>
                <a:lnTo>
                  <a:pt x="2038350" y="942975"/>
                </a:lnTo>
                <a:lnTo>
                  <a:pt x="2038350" y="981075"/>
                </a:lnTo>
                <a:lnTo>
                  <a:pt x="2028825" y="981075"/>
                </a:lnTo>
                <a:lnTo>
                  <a:pt x="2028825" y="971550"/>
                </a:lnTo>
                <a:lnTo>
                  <a:pt x="2019300" y="971550"/>
                </a:lnTo>
                <a:close/>
                <a:moveTo>
                  <a:pt x="47625" y="914400"/>
                </a:moveTo>
                <a:lnTo>
                  <a:pt x="57150" y="914400"/>
                </a:lnTo>
                <a:lnTo>
                  <a:pt x="57150" y="990600"/>
                </a:lnTo>
                <a:lnTo>
                  <a:pt x="47625" y="990600"/>
                </a:lnTo>
                <a:close/>
                <a:moveTo>
                  <a:pt x="2019300" y="1038225"/>
                </a:moveTo>
                <a:lnTo>
                  <a:pt x="2028825" y="1038225"/>
                </a:lnTo>
                <a:lnTo>
                  <a:pt x="2028825" y="1123950"/>
                </a:lnTo>
                <a:lnTo>
                  <a:pt x="2019300" y="1123950"/>
                </a:lnTo>
                <a:close/>
                <a:moveTo>
                  <a:pt x="57150" y="1076325"/>
                </a:moveTo>
                <a:lnTo>
                  <a:pt x="66675" y="1076325"/>
                </a:lnTo>
                <a:lnTo>
                  <a:pt x="66675" y="1133475"/>
                </a:lnTo>
                <a:lnTo>
                  <a:pt x="57150" y="1133475"/>
                </a:lnTo>
                <a:close/>
                <a:moveTo>
                  <a:pt x="2009775" y="1143000"/>
                </a:moveTo>
                <a:lnTo>
                  <a:pt x="2019300" y="1143000"/>
                </a:lnTo>
                <a:lnTo>
                  <a:pt x="2019300" y="1190625"/>
                </a:lnTo>
                <a:lnTo>
                  <a:pt x="2009775" y="1190625"/>
                </a:lnTo>
                <a:close/>
                <a:moveTo>
                  <a:pt x="66675" y="1171575"/>
                </a:moveTo>
                <a:lnTo>
                  <a:pt x="76200" y="1171575"/>
                </a:lnTo>
                <a:lnTo>
                  <a:pt x="76200" y="1190625"/>
                </a:lnTo>
                <a:lnTo>
                  <a:pt x="66675" y="1190625"/>
                </a:lnTo>
                <a:close/>
                <a:moveTo>
                  <a:pt x="2000250" y="1200150"/>
                </a:moveTo>
                <a:lnTo>
                  <a:pt x="2009775" y="1200150"/>
                </a:lnTo>
                <a:lnTo>
                  <a:pt x="2009775" y="1219200"/>
                </a:lnTo>
                <a:lnTo>
                  <a:pt x="2000250" y="1219200"/>
                </a:lnTo>
                <a:close/>
                <a:moveTo>
                  <a:pt x="76200" y="1219200"/>
                </a:moveTo>
                <a:lnTo>
                  <a:pt x="85725" y="1219200"/>
                </a:lnTo>
                <a:lnTo>
                  <a:pt x="85725" y="1238250"/>
                </a:lnTo>
                <a:lnTo>
                  <a:pt x="76200" y="1238250"/>
                </a:lnTo>
                <a:close/>
                <a:moveTo>
                  <a:pt x="1990725" y="1247775"/>
                </a:moveTo>
                <a:lnTo>
                  <a:pt x="2000250" y="1247775"/>
                </a:lnTo>
                <a:lnTo>
                  <a:pt x="2000250" y="1285875"/>
                </a:lnTo>
                <a:lnTo>
                  <a:pt x="1990725" y="1285875"/>
                </a:lnTo>
                <a:lnTo>
                  <a:pt x="1990725" y="1314450"/>
                </a:lnTo>
                <a:lnTo>
                  <a:pt x="1981200" y="1314450"/>
                </a:lnTo>
                <a:lnTo>
                  <a:pt x="1981200" y="1276350"/>
                </a:lnTo>
                <a:lnTo>
                  <a:pt x="1990725" y="1276350"/>
                </a:lnTo>
                <a:close/>
                <a:moveTo>
                  <a:pt x="85725" y="1257300"/>
                </a:moveTo>
                <a:lnTo>
                  <a:pt x="95250" y="1257300"/>
                </a:lnTo>
                <a:lnTo>
                  <a:pt x="95250" y="1285875"/>
                </a:lnTo>
                <a:lnTo>
                  <a:pt x="104775" y="1285875"/>
                </a:lnTo>
                <a:lnTo>
                  <a:pt x="104775" y="1314450"/>
                </a:lnTo>
                <a:lnTo>
                  <a:pt x="114300" y="1314450"/>
                </a:lnTo>
                <a:lnTo>
                  <a:pt x="114300" y="1333500"/>
                </a:lnTo>
                <a:lnTo>
                  <a:pt x="104775" y="1333500"/>
                </a:lnTo>
                <a:lnTo>
                  <a:pt x="104775" y="1323975"/>
                </a:lnTo>
                <a:lnTo>
                  <a:pt x="95250" y="1323975"/>
                </a:lnTo>
                <a:lnTo>
                  <a:pt x="95250" y="1295400"/>
                </a:lnTo>
                <a:lnTo>
                  <a:pt x="85725" y="1295400"/>
                </a:lnTo>
                <a:close/>
                <a:moveTo>
                  <a:pt x="1971675" y="1314450"/>
                </a:moveTo>
                <a:lnTo>
                  <a:pt x="1981200" y="1314450"/>
                </a:lnTo>
                <a:lnTo>
                  <a:pt x="1981200" y="1343025"/>
                </a:lnTo>
                <a:lnTo>
                  <a:pt x="1971675" y="1343025"/>
                </a:lnTo>
                <a:close/>
                <a:moveTo>
                  <a:pt x="114300" y="1343025"/>
                </a:moveTo>
                <a:lnTo>
                  <a:pt x="123825" y="1343025"/>
                </a:lnTo>
                <a:lnTo>
                  <a:pt x="123825" y="1371600"/>
                </a:lnTo>
                <a:lnTo>
                  <a:pt x="114300" y="1371600"/>
                </a:lnTo>
                <a:close/>
                <a:moveTo>
                  <a:pt x="1962150" y="1343025"/>
                </a:moveTo>
                <a:lnTo>
                  <a:pt x="1971675" y="1343025"/>
                </a:lnTo>
                <a:lnTo>
                  <a:pt x="1971675" y="1381125"/>
                </a:lnTo>
                <a:lnTo>
                  <a:pt x="1962150" y="1381125"/>
                </a:lnTo>
                <a:lnTo>
                  <a:pt x="1962150" y="1390650"/>
                </a:lnTo>
                <a:lnTo>
                  <a:pt x="1952625" y="1390650"/>
                </a:lnTo>
                <a:lnTo>
                  <a:pt x="1952625" y="1362075"/>
                </a:lnTo>
                <a:lnTo>
                  <a:pt x="1962150" y="1362075"/>
                </a:lnTo>
                <a:close/>
                <a:moveTo>
                  <a:pt x="123825" y="1371600"/>
                </a:moveTo>
                <a:lnTo>
                  <a:pt x="133350" y="1371600"/>
                </a:lnTo>
                <a:lnTo>
                  <a:pt x="133350" y="1390650"/>
                </a:lnTo>
                <a:lnTo>
                  <a:pt x="123825" y="1390650"/>
                </a:lnTo>
                <a:close/>
                <a:moveTo>
                  <a:pt x="133350" y="1390650"/>
                </a:moveTo>
                <a:lnTo>
                  <a:pt x="142875" y="1390650"/>
                </a:lnTo>
                <a:lnTo>
                  <a:pt x="142875" y="1409700"/>
                </a:lnTo>
                <a:lnTo>
                  <a:pt x="133350" y="1409700"/>
                </a:lnTo>
                <a:close/>
                <a:moveTo>
                  <a:pt x="1943100" y="1390650"/>
                </a:moveTo>
                <a:lnTo>
                  <a:pt x="1952625" y="1390650"/>
                </a:lnTo>
                <a:lnTo>
                  <a:pt x="1952625" y="1409700"/>
                </a:lnTo>
                <a:lnTo>
                  <a:pt x="1971675" y="1409700"/>
                </a:lnTo>
                <a:lnTo>
                  <a:pt x="1971675" y="1419225"/>
                </a:lnTo>
                <a:lnTo>
                  <a:pt x="1943100" y="1419225"/>
                </a:lnTo>
                <a:lnTo>
                  <a:pt x="1943100" y="1438275"/>
                </a:lnTo>
                <a:lnTo>
                  <a:pt x="1952625" y="1438275"/>
                </a:lnTo>
                <a:lnTo>
                  <a:pt x="1952625" y="1447800"/>
                </a:lnTo>
                <a:lnTo>
                  <a:pt x="1962150" y="1447800"/>
                </a:lnTo>
                <a:lnTo>
                  <a:pt x="1962150" y="1457325"/>
                </a:lnTo>
                <a:lnTo>
                  <a:pt x="1952625" y="1457325"/>
                </a:lnTo>
                <a:lnTo>
                  <a:pt x="1952625" y="1466850"/>
                </a:lnTo>
                <a:lnTo>
                  <a:pt x="1943100" y="1466850"/>
                </a:lnTo>
                <a:lnTo>
                  <a:pt x="1943100" y="1457325"/>
                </a:lnTo>
                <a:lnTo>
                  <a:pt x="1924050" y="1457325"/>
                </a:lnTo>
                <a:lnTo>
                  <a:pt x="1924050" y="1466850"/>
                </a:lnTo>
                <a:lnTo>
                  <a:pt x="1914525" y="1466850"/>
                </a:lnTo>
                <a:lnTo>
                  <a:pt x="1914525" y="1447800"/>
                </a:lnTo>
                <a:lnTo>
                  <a:pt x="1924050" y="1447800"/>
                </a:lnTo>
                <a:lnTo>
                  <a:pt x="1924050" y="1428750"/>
                </a:lnTo>
                <a:lnTo>
                  <a:pt x="1933575" y="1428750"/>
                </a:lnTo>
                <a:lnTo>
                  <a:pt x="1933575" y="1409700"/>
                </a:lnTo>
                <a:lnTo>
                  <a:pt x="1943100" y="1409700"/>
                </a:lnTo>
                <a:close/>
                <a:moveTo>
                  <a:pt x="142875" y="1409700"/>
                </a:moveTo>
                <a:lnTo>
                  <a:pt x="152400" y="1409700"/>
                </a:lnTo>
                <a:lnTo>
                  <a:pt x="152400" y="1428750"/>
                </a:lnTo>
                <a:lnTo>
                  <a:pt x="142875" y="1428750"/>
                </a:lnTo>
                <a:close/>
                <a:moveTo>
                  <a:pt x="152400" y="1428750"/>
                </a:moveTo>
                <a:lnTo>
                  <a:pt x="161925" y="1428750"/>
                </a:lnTo>
                <a:lnTo>
                  <a:pt x="161925" y="1447800"/>
                </a:lnTo>
                <a:lnTo>
                  <a:pt x="152400" y="1447800"/>
                </a:lnTo>
                <a:close/>
                <a:moveTo>
                  <a:pt x="161925" y="1447800"/>
                </a:moveTo>
                <a:lnTo>
                  <a:pt x="171450" y="1447800"/>
                </a:lnTo>
                <a:lnTo>
                  <a:pt x="171450" y="1466850"/>
                </a:lnTo>
                <a:lnTo>
                  <a:pt x="161925" y="1466850"/>
                </a:lnTo>
                <a:close/>
                <a:moveTo>
                  <a:pt x="171450" y="1466850"/>
                </a:moveTo>
                <a:lnTo>
                  <a:pt x="180975" y="1466850"/>
                </a:lnTo>
                <a:lnTo>
                  <a:pt x="180975" y="1485900"/>
                </a:lnTo>
                <a:lnTo>
                  <a:pt x="190500" y="1485900"/>
                </a:lnTo>
                <a:lnTo>
                  <a:pt x="190500" y="1504950"/>
                </a:lnTo>
                <a:lnTo>
                  <a:pt x="180975" y="1504950"/>
                </a:lnTo>
                <a:lnTo>
                  <a:pt x="180975" y="1495425"/>
                </a:lnTo>
                <a:lnTo>
                  <a:pt x="171450" y="1495425"/>
                </a:lnTo>
                <a:close/>
                <a:moveTo>
                  <a:pt x="1905000" y="1466850"/>
                </a:moveTo>
                <a:lnTo>
                  <a:pt x="1914525" y="1466850"/>
                </a:lnTo>
                <a:lnTo>
                  <a:pt x="1914525" y="1485900"/>
                </a:lnTo>
                <a:lnTo>
                  <a:pt x="1905000" y="1485900"/>
                </a:lnTo>
                <a:close/>
                <a:moveTo>
                  <a:pt x="1895475" y="1485900"/>
                </a:moveTo>
                <a:lnTo>
                  <a:pt x="1905000" y="1485900"/>
                </a:lnTo>
                <a:lnTo>
                  <a:pt x="1905000" y="1495425"/>
                </a:lnTo>
                <a:lnTo>
                  <a:pt x="1895475" y="1495425"/>
                </a:lnTo>
                <a:close/>
                <a:moveTo>
                  <a:pt x="190500" y="1504950"/>
                </a:moveTo>
                <a:lnTo>
                  <a:pt x="200025" y="1504950"/>
                </a:lnTo>
                <a:lnTo>
                  <a:pt x="200025" y="1514475"/>
                </a:lnTo>
                <a:lnTo>
                  <a:pt x="190500" y="1514475"/>
                </a:lnTo>
                <a:close/>
                <a:moveTo>
                  <a:pt x="200025" y="1514475"/>
                </a:moveTo>
                <a:lnTo>
                  <a:pt x="209550" y="1514475"/>
                </a:lnTo>
                <a:lnTo>
                  <a:pt x="209550" y="1533525"/>
                </a:lnTo>
                <a:lnTo>
                  <a:pt x="200025" y="1533525"/>
                </a:lnTo>
                <a:close/>
                <a:moveTo>
                  <a:pt x="1876425" y="1514475"/>
                </a:moveTo>
                <a:lnTo>
                  <a:pt x="1885950" y="1514475"/>
                </a:lnTo>
                <a:lnTo>
                  <a:pt x="1885950" y="1524000"/>
                </a:lnTo>
                <a:lnTo>
                  <a:pt x="1895475" y="1524000"/>
                </a:lnTo>
                <a:lnTo>
                  <a:pt x="1895475" y="1533525"/>
                </a:lnTo>
                <a:lnTo>
                  <a:pt x="1885950" y="1533525"/>
                </a:lnTo>
                <a:lnTo>
                  <a:pt x="1885950" y="1543050"/>
                </a:lnTo>
                <a:lnTo>
                  <a:pt x="1876425" y="1543050"/>
                </a:lnTo>
                <a:lnTo>
                  <a:pt x="1876425" y="1552575"/>
                </a:lnTo>
                <a:lnTo>
                  <a:pt x="1866900" y="1552575"/>
                </a:lnTo>
                <a:lnTo>
                  <a:pt x="1866900" y="1571625"/>
                </a:lnTo>
                <a:lnTo>
                  <a:pt x="1857375" y="1571625"/>
                </a:lnTo>
                <a:lnTo>
                  <a:pt x="1857375" y="1590675"/>
                </a:lnTo>
                <a:lnTo>
                  <a:pt x="1847850" y="1590675"/>
                </a:lnTo>
                <a:lnTo>
                  <a:pt x="1847850" y="1619250"/>
                </a:lnTo>
                <a:lnTo>
                  <a:pt x="1943100" y="1619250"/>
                </a:lnTo>
                <a:lnTo>
                  <a:pt x="1943100" y="1609725"/>
                </a:lnTo>
                <a:lnTo>
                  <a:pt x="1952625" y="1609725"/>
                </a:lnTo>
                <a:lnTo>
                  <a:pt x="1952625" y="1619250"/>
                </a:lnTo>
                <a:lnTo>
                  <a:pt x="1971675" y="1619250"/>
                </a:lnTo>
                <a:lnTo>
                  <a:pt x="1971675" y="1628775"/>
                </a:lnTo>
                <a:lnTo>
                  <a:pt x="1981200" y="1628775"/>
                </a:lnTo>
                <a:lnTo>
                  <a:pt x="1981200" y="1638300"/>
                </a:lnTo>
                <a:lnTo>
                  <a:pt x="1990725" y="1638300"/>
                </a:lnTo>
                <a:lnTo>
                  <a:pt x="1990725" y="1647825"/>
                </a:lnTo>
                <a:lnTo>
                  <a:pt x="2019300" y="1647825"/>
                </a:lnTo>
                <a:lnTo>
                  <a:pt x="2019300" y="1657350"/>
                </a:lnTo>
                <a:lnTo>
                  <a:pt x="2028825" y="1657350"/>
                </a:lnTo>
                <a:lnTo>
                  <a:pt x="2028825" y="1666875"/>
                </a:lnTo>
                <a:lnTo>
                  <a:pt x="2047875" y="1666875"/>
                </a:lnTo>
                <a:lnTo>
                  <a:pt x="2047875" y="1695450"/>
                </a:lnTo>
                <a:lnTo>
                  <a:pt x="2038350" y="1695450"/>
                </a:lnTo>
                <a:lnTo>
                  <a:pt x="2038350" y="1714500"/>
                </a:lnTo>
                <a:lnTo>
                  <a:pt x="2028825" y="1714500"/>
                </a:lnTo>
                <a:lnTo>
                  <a:pt x="2028825" y="1733550"/>
                </a:lnTo>
                <a:lnTo>
                  <a:pt x="2019300" y="1733550"/>
                </a:lnTo>
                <a:lnTo>
                  <a:pt x="2019300" y="1752600"/>
                </a:lnTo>
                <a:lnTo>
                  <a:pt x="2000250" y="1752600"/>
                </a:lnTo>
                <a:lnTo>
                  <a:pt x="2000250" y="1762125"/>
                </a:lnTo>
                <a:lnTo>
                  <a:pt x="1981200" y="1762125"/>
                </a:lnTo>
                <a:lnTo>
                  <a:pt x="1981200" y="1771650"/>
                </a:lnTo>
                <a:lnTo>
                  <a:pt x="1828800" y="1771650"/>
                </a:lnTo>
                <a:lnTo>
                  <a:pt x="1828800" y="1781175"/>
                </a:lnTo>
                <a:lnTo>
                  <a:pt x="1819275" y="1781175"/>
                </a:lnTo>
                <a:lnTo>
                  <a:pt x="1819275" y="1771650"/>
                </a:lnTo>
                <a:lnTo>
                  <a:pt x="1666875" y="1771650"/>
                </a:lnTo>
                <a:lnTo>
                  <a:pt x="1666875" y="1762125"/>
                </a:lnTo>
                <a:lnTo>
                  <a:pt x="1952625" y="1762125"/>
                </a:lnTo>
                <a:lnTo>
                  <a:pt x="1952625" y="1752600"/>
                </a:lnTo>
                <a:lnTo>
                  <a:pt x="1971675" y="1752600"/>
                </a:lnTo>
                <a:lnTo>
                  <a:pt x="1971675" y="1743075"/>
                </a:lnTo>
                <a:lnTo>
                  <a:pt x="1981200" y="1743075"/>
                </a:lnTo>
                <a:lnTo>
                  <a:pt x="1981200" y="1733550"/>
                </a:lnTo>
                <a:lnTo>
                  <a:pt x="1990725" y="1733550"/>
                </a:lnTo>
                <a:lnTo>
                  <a:pt x="1990725" y="1714500"/>
                </a:lnTo>
                <a:lnTo>
                  <a:pt x="2000250" y="1714500"/>
                </a:lnTo>
                <a:lnTo>
                  <a:pt x="2000250" y="1666875"/>
                </a:lnTo>
                <a:lnTo>
                  <a:pt x="1990725" y="1666875"/>
                </a:lnTo>
                <a:lnTo>
                  <a:pt x="1990725" y="1657350"/>
                </a:lnTo>
                <a:lnTo>
                  <a:pt x="1981200" y="1657350"/>
                </a:lnTo>
                <a:lnTo>
                  <a:pt x="1981200" y="1647825"/>
                </a:lnTo>
                <a:lnTo>
                  <a:pt x="1971675" y="1647825"/>
                </a:lnTo>
                <a:lnTo>
                  <a:pt x="1971675" y="1638300"/>
                </a:lnTo>
                <a:lnTo>
                  <a:pt x="1962150" y="1638300"/>
                </a:lnTo>
                <a:lnTo>
                  <a:pt x="1962150" y="1628775"/>
                </a:lnTo>
                <a:lnTo>
                  <a:pt x="1828800" y="1628775"/>
                </a:lnTo>
                <a:lnTo>
                  <a:pt x="1828800" y="1619250"/>
                </a:lnTo>
                <a:lnTo>
                  <a:pt x="1819275" y="1619250"/>
                </a:lnTo>
                <a:lnTo>
                  <a:pt x="1819275" y="1600200"/>
                </a:lnTo>
                <a:lnTo>
                  <a:pt x="1828800" y="1600200"/>
                </a:lnTo>
                <a:lnTo>
                  <a:pt x="1828800" y="1590675"/>
                </a:lnTo>
                <a:lnTo>
                  <a:pt x="1838325" y="1590675"/>
                </a:lnTo>
                <a:lnTo>
                  <a:pt x="1838325" y="1571625"/>
                </a:lnTo>
                <a:lnTo>
                  <a:pt x="1847850" y="1571625"/>
                </a:lnTo>
                <a:lnTo>
                  <a:pt x="1847850" y="1562100"/>
                </a:lnTo>
                <a:lnTo>
                  <a:pt x="1857375" y="1562100"/>
                </a:lnTo>
                <a:lnTo>
                  <a:pt x="1857375" y="1543050"/>
                </a:lnTo>
                <a:lnTo>
                  <a:pt x="1866900" y="1543050"/>
                </a:lnTo>
                <a:lnTo>
                  <a:pt x="1866900" y="1533525"/>
                </a:lnTo>
                <a:lnTo>
                  <a:pt x="1876425" y="1533525"/>
                </a:lnTo>
                <a:close/>
                <a:moveTo>
                  <a:pt x="209550" y="1533525"/>
                </a:moveTo>
                <a:lnTo>
                  <a:pt x="219075" y="1533525"/>
                </a:lnTo>
                <a:lnTo>
                  <a:pt x="219075" y="1543050"/>
                </a:lnTo>
                <a:lnTo>
                  <a:pt x="209550" y="1543050"/>
                </a:lnTo>
                <a:close/>
                <a:moveTo>
                  <a:pt x="219075" y="1543050"/>
                </a:moveTo>
                <a:lnTo>
                  <a:pt x="228600" y="1543050"/>
                </a:lnTo>
                <a:lnTo>
                  <a:pt x="228600" y="1552575"/>
                </a:lnTo>
                <a:lnTo>
                  <a:pt x="219075" y="1552575"/>
                </a:lnTo>
                <a:close/>
                <a:moveTo>
                  <a:pt x="228600" y="1562100"/>
                </a:moveTo>
                <a:lnTo>
                  <a:pt x="238125" y="1562100"/>
                </a:lnTo>
                <a:lnTo>
                  <a:pt x="238125" y="1571625"/>
                </a:lnTo>
                <a:lnTo>
                  <a:pt x="228600" y="1571625"/>
                </a:lnTo>
                <a:close/>
                <a:moveTo>
                  <a:pt x="238125" y="1571625"/>
                </a:moveTo>
                <a:lnTo>
                  <a:pt x="247650" y="1571625"/>
                </a:lnTo>
                <a:lnTo>
                  <a:pt x="247650" y="1581150"/>
                </a:lnTo>
                <a:lnTo>
                  <a:pt x="238125" y="1581150"/>
                </a:lnTo>
                <a:close/>
                <a:moveTo>
                  <a:pt x="247650" y="1590675"/>
                </a:moveTo>
                <a:lnTo>
                  <a:pt x="257175" y="1590675"/>
                </a:lnTo>
                <a:lnTo>
                  <a:pt x="257175" y="1600200"/>
                </a:lnTo>
                <a:lnTo>
                  <a:pt x="247650" y="1600200"/>
                </a:lnTo>
                <a:close/>
                <a:moveTo>
                  <a:pt x="257175" y="1600200"/>
                </a:moveTo>
                <a:lnTo>
                  <a:pt x="266700" y="1600200"/>
                </a:lnTo>
                <a:lnTo>
                  <a:pt x="266700" y="1609725"/>
                </a:lnTo>
                <a:lnTo>
                  <a:pt x="276225" y="1609725"/>
                </a:lnTo>
                <a:lnTo>
                  <a:pt x="276225" y="1619250"/>
                </a:lnTo>
                <a:lnTo>
                  <a:pt x="266700" y="1619250"/>
                </a:lnTo>
                <a:lnTo>
                  <a:pt x="266700" y="1628775"/>
                </a:lnTo>
                <a:lnTo>
                  <a:pt x="123825" y="1628775"/>
                </a:lnTo>
                <a:lnTo>
                  <a:pt x="123825" y="1638300"/>
                </a:lnTo>
                <a:lnTo>
                  <a:pt x="104775" y="1638300"/>
                </a:lnTo>
                <a:lnTo>
                  <a:pt x="104775" y="1647825"/>
                </a:lnTo>
                <a:lnTo>
                  <a:pt x="95250" y="1647825"/>
                </a:lnTo>
                <a:lnTo>
                  <a:pt x="95250" y="1628775"/>
                </a:lnTo>
                <a:lnTo>
                  <a:pt x="114300" y="1628775"/>
                </a:lnTo>
                <a:lnTo>
                  <a:pt x="114300" y="1619250"/>
                </a:lnTo>
                <a:lnTo>
                  <a:pt x="171450" y="1619250"/>
                </a:lnTo>
                <a:lnTo>
                  <a:pt x="171450" y="1609725"/>
                </a:lnTo>
                <a:lnTo>
                  <a:pt x="190500" y="1609725"/>
                </a:lnTo>
                <a:lnTo>
                  <a:pt x="190500" y="1619250"/>
                </a:lnTo>
                <a:lnTo>
                  <a:pt x="247650" y="1619250"/>
                </a:lnTo>
                <a:lnTo>
                  <a:pt x="247650" y="1609725"/>
                </a:lnTo>
                <a:lnTo>
                  <a:pt x="257175" y="1609725"/>
                </a:lnTo>
                <a:close/>
                <a:moveTo>
                  <a:pt x="85725" y="1647825"/>
                </a:moveTo>
                <a:lnTo>
                  <a:pt x="95250" y="1647825"/>
                </a:lnTo>
                <a:lnTo>
                  <a:pt x="95250" y="1666875"/>
                </a:lnTo>
                <a:lnTo>
                  <a:pt x="85725" y="1666875"/>
                </a:lnTo>
                <a:close/>
                <a:moveTo>
                  <a:pt x="76200" y="1666875"/>
                </a:moveTo>
                <a:lnTo>
                  <a:pt x="85725" y="1666875"/>
                </a:lnTo>
                <a:lnTo>
                  <a:pt x="85725" y="1724025"/>
                </a:lnTo>
                <a:lnTo>
                  <a:pt x="95250" y="1724025"/>
                </a:lnTo>
                <a:lnTo>
                  <a:pt x="95250" y="1733550"/>
                </a:lnTo>
                <a:lnTo>
                  <a:pt x="104775" y="1733550"/>
                </a:lnTo>
                <a:lnTo>
                  <a:pt x="104775" y="1743075"/>
                </a:lnTo>
                <a:lnTo>
                  <a:pt x="114300" y="1743075"/>
                </a:lnTo>
                <a:lnTo>
                  <a:pt x="114300" y="1752600"/>
                </a:lnTo>
                <a:lnTo>
                  <a:pt x="142875" y="1752600"/>
                </a:lnTo>
                <a:lnTo>
                  <a:pt x="142875" y="1762125"/>
                </a:lnTo>
                <a:lnTo>
                  <a:pt x="419100" y="1762125"/>
                </a:lnTo>
                <a:lnTo>
                  <a:pt x="419100" y="1771650"/>
                </a:lnTo>
                <a:lnTo>
                  <a:pt x="438150" y="1771650"/>
                </a:lnTo>
                <a:lnTo>
                  <a:pt x="438150" y="1781175"/>
                </a:lnTo>
                <a:lnTo>
                  <a:pt x="447675" y="1781175"/>
                </a:lnTo>
                <a:lnTo>
                  <a:pt x="447675" y="1790700"/>
                </a:lnTo>
                <a:lnTo>
                  <a:pt x="457200" y="1790700"/>
                </a:lnTo>
                <a:lnTo>
                  <a:pt x="457200" y="1800225"/>
                </a:lnTo>
                <a:lnTo>
                  <a:pt x="428625" y="1800225"/>
                </a:lnTo>
                <a:lnTo>
                  <a:pt x="428625" y="1790700"/>
                </a:lnTo>
                <a:lnTo>
                  <a:pt x="409575" y="1790700"/>
                </a:lnTo>
                <a:lnTo>
                  <a:pt x="409575" y="1771650"/>
                </a:lnTo>
                <a:lnTo>
                  <a:pt x="371475" y="1771650"/>
                </a:lnTo>
                <a:lnTo>
                  <a:pt x="371475" y="1781175"/>
                </a:lnTo>
                <a:lnTo>
                  <a:pt x="228600" y="1781175"/>
                </a:lnTo>
                <a:lnTo>
                  <a:pt x="228600" y="1771650"/>
                </a:lnTo>
                <a:lnTo>
                  <a:pt x="190500" y="1771650"/>
                </a:lnTo>
                <a:lnTo>
                  <a:pt x="190500" y="1781175"/>
                </a:lnTo>
                <a:lnTo>
                  <a:pt x="142875" y="1781175"/>
                </a:lnTo>
                <a:lnTo>
                  <a:pt x="142875" y="1771650"/>
                </a:lnTo>
                <a:lnTo>
                  <a:pt x="114300" y="1771650"/>
                </a:lnTo>
                <a:lnTo>
                  <a:pt x="114300" y="1762125"/>
                </a:lnTo>
                <a:lnTo>
                  <a:pt x="95250" y="1762125"/>
                </a:lnTo>
                <a:lnTo>
                  <a:pt x="95250" y="1752600"/>
                </a:lnTo>
                <a:lnTo>
                  <a:pt x="85725" y="1752600"/>
                </a:lnTo>
                <a:lnTo>
                  <a:pt x="85725" y="1733550"/>
                </a:lnTo>
                <a:lnTo>
                  <a:pt x="76200" y="1733550"/>
                </a:lnTo>
                <a:close/>
                <a:moveTo>
                  <a:pt x="1647825" y="1771650"/>
                </a:moveTo>
                <a:lnTo>
                  <a:pt x="1657350" y="1771650"/>
                </a:lnTo>
                <a:lnTo>
                  <a:pt x="1657350" y="1790700"/>
                </a:lnTo>
                <a:lnTo>
                  <a:pt x="1647825" y="1790700"/>
                </a:lnTo>
                <a:lnTo>
                  <a:pt x="1647825" y="1800225"/>
                </a:lnTo>
                <a:lnTo>
                  <a:pt x="1628775" y="1800225"/>
                </a:lnTo>
                <a:lnTo>
                  <a:pt x="1628775" y="1790700"/>
                </a:lnTo>
                <a:lnTo>
                  <a:pt x="1638300" y="1790700"/>
                </a:lnTo>
                <a:lnTo>
                  <a:pt x="1638300" y="1781175"/>
                </a:lnTo>
                <a:lnTo>
                  <a:pt x="1647825" y="1781175"/>
                </a:lnTo>
                <a:close/>
                <a:moveTo>
                  <a:pt x="457200" y="1800225"/>
                </a:moveTo>
                <a:lnTo>
                  <a:pt x="466725" y="1800225"/>
                </a:lnTo>
                <a:lnTo>
                  <a:pt x="466725" y="1809750"/>
                </a:lnTo>
                <a:lnTo>
                  <a:pt x="457200" y="1809750"/>
                </a:lnTo>
                <a:close/>
                <a:moveTo>
                  <a:pt x="1609725" y="1800225"/>
                </a:moveTo>
                <a:lnTo>
                  <a:pt x="1628775" y="1800225"/>
                </a:lnTo>
                <a:lnTo>
                  <a:pt x="1628775" y="1809750"/>
                </a:lnTo>
                <a:lnTo>
                  <a:pt x="1619250" y="1809750"/>
                </a:lnTo>
                <a:lnTo>
                  <a:pt x="1619250" y="1819275"/>
                </a:lnTo>
                <a:lnTo>
                  <a:pt x="1609725" y="1819275"/>
                </a:lnTo>
                <a:lnTo>
                  <a:pt x="1609725" y="1828800"/>
                </a:lnTo>
                <a:lnTo>
                  <a:pt x="1590675" y="1828800"/>
                </a:lnTo>
                <a:lnTo>
                  <a:pt x="1590675" y="1819275"/>
                </a:lnTo>
                <a:lnTo>
                  <a:pt x="1600200" y="1819275"/>
                </a:lnTo>
                <a:lnTo>
                  <a:pt x="1600200" y="1809750"/>
                </a:lnTo>
                <a:lnTo>
                  <a:pt x="1609725" y="1809750"/>
                </a:lnTo>
                <a:close/>
                <a:moveTo>
                  <a:pt x="466725" y="1809750"/>
                </a:moveTo>
                <a:lnTo>
                  <a:pt x="485775" y="1809750"/>
                </a:lnTo>
                <a:lnTo>
                  <a:pt x="485775" y="1819275"/>
                </a:lnTo>
                <a:lnTo>
                  <a:pt x="495300" y="1819275"/>
                </a:lnTo>
                <a:lnTo>
                  <a:pt x="495300" y="1828800"/>
                </a:lnTo>
                <a:lnTo>
                  <a:pt x="476250" y="1828800"/>
                </a:lnTo>
                <a:lnTo>
                  <a:pt x="476250" y="1819275"/>
                </a:lnTo>
                <a:lnTo>
                  <a:pt x="466725" y="1819275"/>
                </a:lnTo>
                <a:close/>
                <a:moveTo>
                  <a:pt x="1638300" y="1819275"/>
                </a:moveTo>
                <a:lnTo>
                  <a:pt x="1647825" y="1819275"/>
                </a:lnTo>
                <a:lnTo>
                  <a:pt x="1647825" y="1828800"/>
                </a:lnTo>
                <a:lnTo>
                  <a:pt x="1638300" y="1828800"/>
                </a:lnTo>
                <a:close/>
                <a:moveTo>
                  <a:pt x="495300" y="1828800"/>
                </a:moveTo>
                <a:lnTo>
                  <a:pt x="514350" y="1828800"/>
                </a:lnTo>
                <a:lnTo>
                  <a:pt x="514350" y="1838325"/>
                </a:lnTo>
                <a:lnTo>
                  <a:pt x="523875" y="1838325"/>
                </a:lnTo>
                <a:lnTo>
                  <a:pt x="523875" y="1847850"/>
                </a:lnTo>
                <a:lnTo>
                  <a:pt x="504825" y="1847850"/>
                </a:lnTo>
                <a:lnTo>
                  <a:pt x="504825" y="1838325"/>
                </a:lnTo>
                <a:lnTo>
                  <a:pt x="495300" y="1838325"/>
                </a:lnTo>
                <a:close/>
                <a:moveTo>
                  <a:pt x="1571625" y="1828800"/>
                </a:moveTo>
                <a:lnTo>
                  <a:pt x="1590675" y="1828800"/>
                </a:lnTo>
                <a:lnTo>
                  <a:pt x="1590675" y="1838325"/>
                </a:lnTo>
                <a:lnTo>
                  <a:pt x="1581150" y="1838325"/>
                </a:lnTo>
                <a:lnTo>
                  <a:pt x="1581150" y="1847850"/>
                </a:lnTo>
                <a:lnTo>
                  <a:pt x="1562100" y="1847850"/>
                </a:lnTo>
                <a:lnTo>
                  <a:pt x="1562100" y="1838325"/>
                </a:lnTo>
                <a:lnTo>
                  <a:pt x="1571625" y="1838325"/>
                </a:lnTo>
                <a:close/>
                <a:moveTo>
                  <a:pt x="523875" y="1847850"/>
                </a:moveTo>
                <a:lnTo>
                  <a:pt x="542925" y="1847850"/>
                </a:lnTo>
                <a:lnTo>
                  <a:pt x="542925" y="1857375"/>
                </a:lnTo>
                <a:lnTo>
                  <a:pt x="561975" y="1857375"/>
                </a:lnTo>
                <a:lnTo>
                  <a:pt x="561975" y="1866900"/>
                </a:lnTo>
                <a:lnTo>
                  <a:pt x="581025" y="1866900"/>
                </a:lnTo>
                <a:lnTo>
                  <a:pt x="581025" y="1876425"/>
                </a:lnTo>
                <a:lnTo>
                  <a:pt x="590550" y="1876425"/>
                </a:lnTo>
                <a:lnTo>
                  <a:pt x="590550" y="1885950"/>
                </a:lnTo>
                <a:lnTo>
                  <a:pt x="561975" y="1885950"/>
                </a:lnTo>
                <a:lnTo>
                  <a:pt x="561975" y="1876425"/>
                </a:lnTo>
                <a:lnTo>
                  <a:pt x="542925" y="1876425"/>
                </a:lnTo>
                <a:lnTo>
                  <a:pt x="542925" y="1866900"/>
                </a:lnTo>
                <a:lnTo>
                  <a:pt x="533400" y="1866900"/>
                </a:lnTo>
                <a:lnTo>
                  <a:pt x="533400" y="1857375"/>
                </a:lnTo>
                <a:lnTo>
                  <a:pt x="523875" y="1857375"/>
                </a:lnTo>
                <a:close/>
                <a:moveTo>
                  <a:pt x="1543050" y="1847850"/>
                </a:moveTo>
                <a:lnTo>
                  <a:pt x="1562100" y="1847850"/>
                </a:lnTo>
                <a:lnTo>
                  <a:pt x="1562100" y="1857375"/>
                </a:lnTo>
                <a:lnTo>
                  <a:pt x="1543050" y="1857375"/>
                </a:lnTo>
                <a:close/>
                <a:moveTo>
                  <a:pt x="1524000" y="1857375"/>
                </a:moveTo>
                <a:lnTo>
                  <a:pt x="1543050" y="1857375"/>
                </a:lnTo>
                <a:lnTo>
                  <a:pt x="1543050" y="1866900"/>
                </a:lnTo>
                <a:lnTo>
                  <a:pt x="1524000" y="1866900"/>
                </a:lnTo>
                <a:close/>
                <a:moveTo>
                  <a:pt x="1504950" y="1866900"/>
                </a:moveTo>
                <a:lnTo>
                  <a:pt x="1524000" y="1866900"/>
                </a:lnTo>
                <a:lnTo>
                  <a:pt x="1524000" y="1876425"/>
                </a:lnTo>
                <a:lnTo>
                  <a:pt x="1504950" y="1876425"/>
                </a:lnTo>
                <a:close/>
                <a:moveTo>
                  <a:pt x="1495425" y="1876425"/>
                </a:moveTo>
                <a:lnTo>
                  <a:pt x="1504950" y="1876425"/>
                </a:lnTo>
                <a:lnTo>
                  <a:pt x="1504950" y="1885950"/>
                </a:lnTo>
                <a:lnTo>
                  <a:pt x="1495425" y="1885950"/>
                </a:lnTo>
                <a:close/>
                <a:moveTo>
                  <a:pt x="600075" y="1885950"/>
                </a:moveTo>
                <a:lnTo>
                  <a:pt x="609600" y="1885950"/>
                </a:lnTo>
                <a:lnTo>
                  <a:pt x="609600" y="1895475"/>
                </a:lnTo>
                <a:lnTo>
                  <a:pt x="600075" y="1895475"/>
                </a:lnTo>
                <a:close/>
                <a:moveTo>
                  <a:pt x="1466850" y="1885950"/>
                </a:moveTo>
                <a:lnTo>
                  <a:pt x="1495425" y="1885950"/>
                </a:lnTo>
                <a:lnTo>
                  <a:pt x="1495425" y="1895475"/>
                </a:lnTo>
                <a:lnTo>
                  <a:pt x="1466850" y="1895475"/>
                </a:lnTo>
                <a:close/>
                <a:moveTo>
                  <a:pt x="609600" y="1895475"/>
                </a:moveTo>
                <a:lnTo>
                  <a:pt x="628650" y="1895475"/>
                </a:lnTo>
                <a:lnTo>
                  <a:pt x="628650" y="1905000"/>
                </a:lnTo>
                <a:lnTo>
                  <a:pt x="609600" y="1905000"/>
                </a:lnTo>
                <a:close/>
                <a:moveTo>
                  <a:pt x="1447800" y="1895475"/>
                </a:moveTo>
                <a:lnTo>
                  <a:pt x="1466850" y="1895475"/>
                </a:lnTo>
                <a:lnTo>
                  <a:pt x="1466850" y="1905000"/>
                </a:lnTo>
                <a:lnTo>
                  <a:pt x="1457325" y="1905000"/>
                </a:lnTo>
                <a:lnTo>
                  <a:pt x="1457325" y="1914525"/>
                </a:lnTo>
                <a:lnTo>
                  <a:pt x="1428750" y="1914525"/>
                </a:lnTo>
                <a:lnTo>
                  <a:pt x="1428750" y="1905000"/>
                </a:lnTo>
                <a:lnTo>
                  <a:pt x="1447800" y="1905000"/>
                </a:lnTo>
                <a:close/>
                <a:moveTo>
                  <a:pt x="638175" y="1905000"/>
                </a:moveTo>
                <a:lnTo>
                  <a:pt x="657225" y="1905000"/>
                </a:lnTo>
                <a:lnTo>
                  <a:pt x="657225" y="1914525"/>
                </a:lnTo>
                <a:lnTo>
                  <a:pt x="676275" y="1914525"/>
                </a:lnTo>
                <a:lnTo>
                  <a:pt x="676275" y="1924050"/>
                </a:lnTo>
                <a:lnTo>
                  <a:pt x="695325" y="1924050"/>
                </a:lnTo>
                <a:lnTo>
                  <a:pt x="695325" y="1933575"/>
                </a:lnTo>
                <a:lnTo>
                  <a:pt x="666750" y="1933575"/>
                </a:lnTo>
                <a:lnTo>
                  <a:pt x="666750" y="1924050"/>
                </a:lnTo>
                <a:lnTo>
                  <a:pt x="647700" y="1924050"/>
                </a:lnTo>
                <a:lnTo>
                  <a:pt x="647700" y="1914525"/>
                </a:lnTo>
                <a:lnTo>
                  <a:pt x="638175" y="1914525"/>
                </a:lnTo>
                <a:close/>
                <a:moveTo>
                  <a:pt x="1409700" y="1914525"/>
                </a:moveTo>
                <a:lnTo>
                  <a:pt x="1428750" y="1914525"/>
                </a:lnTo>
                <a:lnTo>
                  <a:pt x="1428750" y="1924050"/>
                </a:lnTo>
                <a:lnTo>
                  <a:pt x="1409700" y="1924050"/>
                </a:lnTo>
                <a:close/>
                <a:moveTo>
                  <a:pt x="1381125" y="1924050"/>
                </a:moveTo>
                <a:lnTo>
                  <a:pt x="1390650" y="1924050"/>
                </a:lnTo>
                <a:lnTo>
                  <a:pt x="1390650" y="1933575"/>
                </a:lnTo>
                <a:lnTo>
                  <a:pt x="1381125" y="1933575"/>
                </a:lnTo>
                <a:close/>
                <a:moveTo>
                  <a:pt x="695325" y="1933575"/>
                </a:moveTo>
                <a:lnTo>
                  <a:pt x="723900" y="1933575"/>
                </a:lnTo>
                <a:lnTo>
                  <a:pt x="723900" y="1943100"/>
                </a:lnTo>
                <a:lnTo>
                  <a:pt x="695325" y="1943100"/>
                </a:lnTo>
                <a:close/>
                <a:moveTo>
                  <a:pt x="1362075" y="1933575"/>
                </a:moveTo>
                <a:lnTo>
                  <a:pt x="1371600" y="1933575"/>
                </a:lnTo>
                <a:lnTo>
                  <a:pt x="1371600" y="1943100"/>
                </a:lnTo>
                <a:lnTo>
                  <a:pt x="1362075" y="1943100"/>
                </a:lnTo>
                <a:close/>
                <a:moveTo>
                  <a:pt x="733425" y="1943100"/>
                </a:moveTo>
                <a:lnTo>
                  <a:pt x="752475" y="1943100"/>
                </a:lnTo>
                <a:lnTo>
                  <a:pt x="752475" y="1952625"/>
                </a:lnTo>
                <a:lnTo>
                  <a:pt x="733425" y="1952625"/>
                </a:lnTo>
                <a:close/>
                <a:moveTo>
                  <a:pt x="1333500" y="1943100"/>
                </a:moveTo>
                <a:lnTo>
                  <a:pt x="1352550" y="1943100"/>
                </a:lnTo>
                <a:lnTo>
                  <a:pt x="1352550" y="1952625"/>
                </a:lnTo>
                <a:lnTo>
                  <a:pt x="1333500" y="1952625"/>
                </a:lnTo>
                <a:close/>
                <a:moveTo>
                  <a:pt x="752475" y="1952625"/>
                </a:moveTo>
                <a:lnTo>
                  <a:pt x="790575" y="1952625"/>
                </a:lnTo>
                <a:lnTo>
                  <a:pt x="790575" y="1962150"/>
                </a:lnTo>
                <a:lnTo>
                  <a:pt x="819150" y="1962150"/>
                </a:lnTo>
                <a:lnTo>
                  <a:pt x="819150" y="1971675"/>
                </a:lnTo>
                <a:lnTo>
                  <a:pt x="866775" y="1971675"/>
                </a:lnTo>
                <a:lnTo>
                  <a:pt x="866775" y="1981200"/>
                </a:lnTo>
                <a:lnTo>
                  <a:pt x="828675" y="1981200"/>
                </a:lnTo>
                <a:lnTo>
                  <a:pt x="828675" y="1990725"/>
                </a:lnTo>
                <a:lnTo>
                  <a:pt x="800100" y="1990725"/>
                </a:lnTo>
                <a:lnTo>
                  <a:pt x="800100" y="1971675"/>
                </a:lnTo>
                <a:lnTo>
                  <a:pt x="771525" y="1971675"/>
                </a:lnTo>
                <a:lnTo>
                  <a:pt x="771525" y="1962150"/>
                </a:lnTo>
                <a:lnTo>
                  <a:pt x="752475" y="1962150"/>
                </a:lnTo>
                <a:close/>
                <a:moveTo>
                  <a:pt x="1295400" y="1952625"/>
                </a:moveTo>
                <a:lnTo>
                  <a:pt x="1333500" y="1952625"/>
                </a:lnTo>
                <a:lnTo>
                  <a:pt x="1333500" y="1962150"/>
                </a:lnTo>
                <a:lnTo>
                  <a:pt x="1295400" y="1962150"/>
                </a:lnTo>
                <a:close/>
                <a:moveTo>
                  <a:pt x="1257300" y="1962150"/>
                </a:moveTo>
                <a:lnTo>
                  <a:pt x="1295400" y="1962150"/>
                </a:lnTo>
                <a:lnTo>
                  <a:pt x="1295400" y="1971675"/>
                </a:lnTo>
                <a:lnTo>
                  <a:pt x="1257300" y="1971675"/>
                </a:lnTo>
                <a:close/>
                <a:moveTo>
                  <a:pt x="1219200" y="1971675"/>
                </a:moveTo>
                <a:lnTo>
                  <a:pt x="1238250" y="1971675"/>
                </a:lnTo>
                <a:lnTo>
                  <a:pt x="1238250" y="1981200"/>
                </a:lnTo>
                <a:lnTo>
                  <a:pt x="1219200" y="1981200"/>
                </a:lnTo>
                <a:close/>
                <a:moveTo>
                  <a:pt x="876300" y="1981200"/>
                </a:moveTo>
                <a:lnTo>
                  <a:pt x="933450" y="1981200"/>
                </a:lnTo>
                <a:lnTo>
                  <a:pt x="933450" y="1990725"/>
                </a:lnTo>
                <a:lnTo>
                  <a:pt x="923925" y="1990725"/>
                </a:lnTo>
                <a:lnTo>
                  <a:pt x="923925" y="2000250"/>
                </a:lnTo>
                <a:lnTo>
                  <a:pt x="914400" y="2000250"/>
                </a:lnTo>
                <a:lnTo>
                  <a:pt x="914400" y="1990725"/>
                </a:lnTo>
                <a:lnTo>
                  <a:pt x="876300" y="1990725"/>
                </a:lnTo>
                <a:close/>
                <a:moveTo>
                  <a:pt x="1152525" y="1981200"/>
                </a:moveTo>
                <a:lnTo>
                  <a:pt x="1190625" y="1981200"/>
                </a:lnTo>
                <a:lnTo>
                  <a:pt x="1190625" y="1990725"/>
                </a:lnTo>
                <a:lnTo>
                  <a:pt x="1152525" y="1990725"/>
                </a:lnTo>
                <a:close/>
                <a:moveTo>
                  <a:pt x="990600" y="1990725"/>
                </a:moveTo>
                <a:lnTo>
                  <a:pt x="1009650" y="1990725"/>
                </a:lnTo>
                <a:lnTo>
                  <a:pt x="1009650" y="2009775"/>
                </a:lnTo>
                <a:lnTo>
                  <a:pt x="990600" y="2009775"/>
                </a:lnTo>
                <a:close/>
                <a:moveTo>
                  <a:pt x="1057275" y="1990725"/>
                </a:moveTo>
                <a:lnTo>
                  <a:pt x="1143000" y="1990725"/>
                </a:lnTo>
                <a:lnTo>
                  <a:pt x="1143000" y="2000250"/>
                </a:lnTo>
                <a:lnTo>
                  <a:pt x="1057275" y="2000250"/>
                </a:lnTo>
                <a:close/>
              </a:path>
            </a:pathLst>
          </a:custGeom>
          <a:solidFill xmlns:a="http://schemas.openxmlformats.org/drawingml/2006/main">
            <a:srgbClr val="FEFDFC"/>
          </a:solidFill>
          <a:ln xmlns:a="http://schemas.openxmlformats.org/drawingml/2006/main" w="0">
            <a:noFill/>
          </a:ln>
        </p:spPr>
      </p:sp>
      <p:sp>
        <p:nvSpPr>
          <p:cNvPr id="11" name="employee vector #ecf4ec">
            <a:extLst xmlns:a="http://schemas.openxmlformats.org/drawingml/2006/main">
              <a:ext uri="{FF2B5EF4-FFF2-40B4-BE49-F238E27FC236}">
                <a16:creationId xmlns:a16="http://schemas.microsoft.com/office/drawing/2014/main" id="{B8C7F083-2ED8-4DAF-BF7F-47F9BFA0349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85825" y="2571750"/>
            <a:ext cx="2105025" cy="2066925"/>
          </a:xfrm>
          <a:custGeom xmlns:a="http://schemas.openxmlformats.org/drawingml/2006/main">
            <a:pathLst>
              <a:path w="2105025" h="2066925">
                <a:moveTo>
                  <a:pt x="952500" y="19050"/>
                </a:moveTo>
                <a:lnTo>
                  <a:pt x="1123950" y="19050"/>
                </a:lnTo>
                <a:lnTo>
                  <a:pt x="1123950" y="28575"/>
                </a:lnTo>
                <a:lnTo>
                  <a:pt x="952500" y="28575"/>
                </a:lnTo>
                <a:close/>
                <a:moveTo>
                  <a:pt x="876300" y="28575"/>
                </a:moveTo>
                <a:lnTo>
                  <a:pt x="914400" y="28575"/>
                </a:lnTo>
                <a:lnTo>
                  <a:pt x="914400" y="38100"/>
                </a:lnTo>
                <a:lnTo>
                  <a:pt x="876300" y="38100"/>
                </a:lnTo>
                <a:close/>
                <a:moveTo>
                  <a:pt x="1171575" y="28575"/>
                </a:moveTo>
                <a:lnTo>
                  <a:pt x="1200150" y="28575"/>
                </a:lnTo>
                <a:lnTo>
                  <a:pt x="1200150" y="38100"/>
                </a:lnTo>
                <a:lnTo>
                  <a:pt x="1171575" y="38100"/>
                </a:lnTo>
                <a:close/>
                <a:moveTo>
                  <a:pt x="828675" y="38100"/>
                </a:moveTo>
                <a:lnTo>
                  <a:pt x="847725" y="38100"/>
                </a:lnTo>
                <a:lnTo>
                  <a:pt x="847725" y="47625"/>
                </a:lnTo>
                <a:lnTo>
                  <a:pt x="828675" y="47625"/>
                </a:lnTo>
                <a:close/>
                <a:moveTo>
                  <a:pt x="1228725" y="38100"/>
                </a:moveTo>
                <a:lnTo>
                  <a:pt x="1257300" y="38100"/>
                </a:lnTo>
                <a:lnTo>
                  <a:pt x="1257300" y="47625"/>
                </a:lnTo>
                <a:lnTo>
                  <a:pt x="1228725" y="47625"/>
                </a:lnTo>
                <a:close/>
                <a:moveTo>
                  <a:pt x="790575" y="47625"/>
                </a:moveTo>
                <a:lnTo>
                  <a:pt x="809625" y="47625"/>
                </a:lnTo>
                <a:lnTo>
                  <a:pt x="809625" y="57150"/>
                </a:lnTo>
                <a:lnTo>
                  <a:pt x="790575" y="57150"/>
                </a:lnTo>
                <a:close/>
                <a:moveTo>
                  <a:pt x="1276350" y="47625"/>
                </a:moveTo>
                <a:lnTo>
                  <a:pt x="1295400" y="47625"/>
                </a:lnTo>
                <a:lnTo>
                  <a:pt x="1295400" y="57150"/>
                </a:lnTo>
                <a:lnTo>
                  <a:pt x="1276350" y="57150"/>
                </a:lnTo>
                <a:close/>
                <a:moveTo>
                  <a:pt x="752475" y="57150"/>
                </a:moveTo>
                <a:lnTo>
                  <a:pt x="771525" y="57150"/>
                </a:lnTo>
                <a:lnTo>
                  <a:pt x="771525" y="66675"/>
                </a:lnTo>
                <a:lnTo>
                  <a:pt x="752475" y="66675"/>
                </a:lnTo>
                <a:close/>
                <a:moveTo>
                  <a:pt x="1314450" y="57150"/>
                </a:moveTo>
                <a:lnTo>
                  <a:pt x="1323975" y="57150"/>
                </a:lnTo>
                <a:lnTo>
                  <a:pt x="1323975" y="66675"/>
                </a:lnTo>
                <a:lnTo>
                  <a:pt x="1314450" y="66675"/>
                </a:lnTo>
                <a:close/>
                <a:moveTo>
                  <a:pt x="723900" y="66675"/>
                </a:moveTo>
                <a:lnTo>
                  <a:pt x="742950" y="66675"/>
                </a:lnTo>
                <a:lnTo>
                  <a:pt x="742950" y="76200"/>
                </a:lnTo>
                <a:lnTo>
                  <a:pt x="723900" y="76200"/>
                </a:lnTo>
                <a:close/>
                <a:moveTo>
                  <a:pt x="1343025" y="66675"/>
                </a:moveTo>
                <a:lnTo>
                  <a:pt x="1362075" y="66675"/>
                </a:lnTo>
                <a:lnTo>
                  <a:pt x="1362075" y="76200"/>
                </a:lnTo>
                <a:lnTo>
                  <a:pt x="1343025" y="76200"/>
                </a:lnTo>
                <a:close/>
                <a:moveTo>
                  <a:pt x="695325" y="76200"/>
                </a:moveTo>
                <a:lnTo>
                  <a:pt x="714375" y="76200"/>
                </a:lnTo>
                <a:lnTo>
                  <a:pt x="714375" y="85725"/>
                </a:lnTo>
                <a:lnTo>
                  <a:pt x="695325" y="85725"/>
                </a:lnTo>
                <a:close/>
                <a:moveTo>
                  <a:pt x="1371600" y="76200"/>
                </a:moveTo>
                <a:lnTo>
                  <a:pt x="1390650" y="76200"/>
                </a:lnTo>
                <a:lnTo>
                  <a:pt x="1390650" y="85725"/>
                </a:lnTo>
                <a:lnTo>
                  <a:pt x="1371600" y="85725"/>
                </a:lnTo>
                <a:close/>
                <a:moveTo>
                  <a:pt x="676275" y="85725"/>
                </a:moveTo>
                <a:lnTo>
                  <a:pt x="685800" y="85725"/>
                </a:lnTo>
                <a:lnTo>
                  <a:pt x="685800" y="95250"/>
                </a:lnTo>
                <a:lnTo>
                  <a:pt x="676275" y="95250"/>
                </a:lnTo>
                <a:close/>
                <a:moveTo>
                  <a:pt x="1400175" y="85725"/>
                </a:moveTo>
                <a:lnTo>
                  <a:pt x="1409700" y="85725"/>
                </a:lnTo>
                <a:lnTo>
                  <a:pt x="1409700" y="95250"/>
                </a:lnTo>
                <a:lnTo>
                  <a:pt x="1400175" y="95250"/>
                </a:lnTo>
                <a:close/>
                <a:moveTo>
                  <a:pt x="647700" y="95250"/>
                </a:moveTo>
                <a:lnTo>
                  <a:pt x="666750" y="95250"/>
                </a:lnTo>
                <a:lnTo>
                  <a:pt x="666750" y="104775"/>
                </a:lnTo>
                <a:lnTo>
                  <a:pt x="647700" y="104775"/>
                </a:lnTo>
                <a:close/>
                <a:moveTo>
                  <a:pt x="1428750" y="95250"/>
                </a:moveTo>
                <a:lnTo>
                  <a:pt x="1438275" y="95250"/>
                </a:lnTo>
                <a:lnTo>
                  <a:pt x="1438275" y="104775"/>
                </a:lnTo>
                <a:lnTo>
                  <a:pt x="1428750" y="104775"/>
                </a:lnTo>
                <a:close/>
                <a:moveTo>
                  <a:pt x="628650" y="104775"/>
                </a:moveTo>
                <a:lnTo>
                  <a:pt x="638175" y="104775"/>
                </a:lnTo>
                <a:lnTo>
                  <a:pt x="638175" y="114300"/>
                </a:lnTo>
                <a:lnTo>
                  <a:pt x="628650" y="114300"/>
                </a:lnTo>
                <a:close/>
                <a:moveTo>
                  <a:pt x="1447800" y="104775"/>
                </a:moveTo>
                <a:lnTo>
                  <a:pt x="1457325" y="104775"/>
                </a:lnTo>
                <a:lnTo>
                  <a:pt x="1457325" y="114300"/>
                </a:lnTo>
                <a:lnTo>
                  <a:pt x="1447800" y="114300"/>
                </a:lnTo>
                <a:close/>
                <a:moveTo>
                  <a:pt x="609600" y="114300"/>
                </a:moveTo>
                <a:lnTo>
                  <a:pt x="619125" y="114300"/>
                </a:lnTo>
                <a:lnTo>
                  <a:pt x="619125" y="123825"/>
                </a:lnTo>
                <a:lnTo>
                  <a:pt x="609600" y="123825"/>
                </a:lnTo>
                <a:close/>
                <a:moveTo>
                  <a:pt x="1466850" y="114300"/>
                </a:moveTo>
                <a:lnTo>
                  <a:pt x="1476375" y="114300"/>
                </a:lnTo>
                <a:lnTo>
                  <a:pt x="1476375" y="123825"/>
                </a:lnTo>
                <a:lnTo>
                  <a:pt x="1466850" y="123825"/>
                </a:lnTo>
                <a:close/>
                <a:moveTo>
                  <a:pt x="590550" y="123825"/>
                </a:moveTo>
                <a:lnTo>
                  <a:pt x="600075" y="123825"/>
                </a:lnTo>
                <a:lnTo>
                  <a:pt x="600075" y="133350"/>
                </a:lnTo>
                <a:lnTo>
                  <a:pt x="590550" y="133350"/>
                </a:lnTo>
                <a:close/>
                <a:moveTo>
                  <a:pt x="1485900" y="123825"/>
                </a:moveTo>
                <a:lnTo>
                  <a:pt x="1495425" y="123825"/>
                </a:lnTo>
                <a:lnTo>
                  <a:pt x="1495425" y="133350"/>
                </a:lnTo>
                <a:lnTo>
                  <a:pt x="1485900" y="133350"/>
                </a:lnTo>
                <a:close/>
                <a:moveTo>
                  <a:pt x="571500" y="133350"/>
                </a:moveTo>
                <a:lnTo>
                  <a:pt x="581025" y="133350"/>
                </a:lnTo>
                <a:lnTo>
                  <a:pt x="581025" y="142875"/>
                </a:lnTo>
                <a:lnTo>
                  <a:pt x="571500" y="142875"/>
                </a:lnTo>
                <a:close/>
                <a:moveTo>
                  <a:pt x="1504950" y="133350"/>
                </a:moveTo>
                <a:lnTo>
                  <a:pt x="1514475" y="133350"/>
                </a:lnTo>
                <a:lnTo>
                  <a:pt x="1514475" y="142875"/>
                </a:lnTo>
                <a:lnTo>
                  <a:pt x="1504950" y="142875"/>
                </a:lnTo>
                <a:close/>
                <a:moveTo>
                  <a:pt x="1524000" y="142875"/>
                </a:moveTo>
                <a:lnTo>
                  <a:pt x="1533525" y="142875"/>
                </a:lnTo>
                <a:lnTo>
                  <a:pt x="1533525" y="152400"/>
                </a:lnTo>
                <a:lnTo>
                  <a:pt x="1524000" y="152400"/>
                </a:lnTo>
                <a:close/>
                <a:moveTo>
                  <a:pt x="542925" y="152400"/>
                </a:moveTo>
                <a:lnTo>
                  <a:pt x="552450" y="152400"/>
                </a:lnTo>
                <a:lnTo>
                  <a:pt x="552450" y="161925"/>
                </a:lnTo>
                <a:lnTo>
                  <a:pt x="542925" y="161925"/>
                </a:lnTo>
                <a:close/>
                <a:moveTo>
                  <a:pt x="1533525" y="152400"/>
                </a:moveTo>
                <a:lnTo>
                  <a:pt x="1543050" y="152400"/>
                </a:lnTo>
                <a:lnTo>
                  <a:pt x="1543050" y="161925"/>
                </a:lnTo>
                <a:lnTo>
                  <a:pt x="1533525" y="161925"/>
                </a:lnTo>
                <a:close/>
                <a:moveTo>
                  <a:pt x="523875" y="161925"/>
                </a:moveTo>
                <a:lnTo>
                  <a:pt x="533400" y="161925"/>
                </a:lnTo>
                <a:lnTo>
                  <a:pt x="533400" y="171450"/>
                </a:lnTo>
                <a:lnTo>
                  <a:pt x="523875" y="171450"/>
                </a:lnTo>
                <a:close/>
                <a:moveTo>
                  <a:pt x="1552575" y="161925"/>
                </a:moveTo>
                <a:lnTo>
                  <a:pt x="1562100" y="161925"/>
                </a:lnTo>
                <a:lnTo>
                  <a:pt x="1562100" y="171450"/>
                </a:lnTo>
                <a:lnTo>
                  <a:pt x="1552575" y="171450"/>
                </a:lnTo>
                <a:close/>
                <a:moveTo>
                  <a:pt x="1562100" y="171450"/>
                </a:moveTo>
                <a:lnTo>
                  <a:pt x="1571625" y="171450"/>
                </a:lnTo>
                <a:lnTo>
                  <a:pt x="1571625" y="180975"/>
                </a:lnTo>
                <a:lnTo>
                  <a:pt x="1562100" y="180975"/>
                </a:lnTo>
                <a:close/>
                <a:moveTo>
                  <a:pt x="495300" y="180975"/>
                </a:moveTo>
                <a:lnTo>
                  <a:pt x="504825" y="180975"/>
                </a:lnTo>
                <a:lnTo>
                  <a:pt x="504825" y="190500"/>
                </a:lnTo>
                <a:lnTo>
                  <a:pt x="495300" y="190500"/>
                </a:lnTo>
                <a:close/>
                <a:moveTo>
                  <a:pt x="1581150" y="180975"/>
                </a:moveTo>
                <a:lnTo>
                  <a:pt x="1590675" y="180975"/>
                </a:lnTo>
                <a:lnTo>
                  <a:pt x="1590675" y="190500"/>
                </a:lnTo>
                <a:lnTo>
                  <a:pt x="1581150" y="190500"/>
                </a:lnTo>
                <a:close/>
                <a:moveTo>
                  <a:pt x="1590675" y="190500"/>
                </a:moveTo>
                <a:lnTo>
                  <a:pt x="1600200" y="190500"/>
                </a:lnTo>
                <a:lnTo>
                  <a:pt x="1600200" y="200025"/>
                </a:lnTo>
                <a:lnTo>
                  <a:pt x="1590675" y="200025"/>
                </a:lnTo>
                <a:close/>
                <a:moveTo>
                  <a:pt x="466725" y="200025"/>
                </a:moveTo>
                <a:lnTo>
                  <a:pt x="476250" y="200025"/>
                </a:lnTo>
                <a:lnTo>
                  <a:pt x="476250" y="209550"/>
                </a:lnTo>
                <a:lnTo>
                  <a:pt x="466725" y="209550"/>
                </a:lnTo>
                <a:close/>
                <a:moveTo>
                  <a:pt x="1609725" y="200025"/>
                </a:moveTo>
                <a:lnTo>
                  <a:pt x="1619250" y="200025"/>
                </a:lnTo>
                <a:lnTo>
                  <a:pt x="1619250" y="209550"/>
                </a:lnTo>
                <a:lnTo>
                  <a:pt x="1609725" y="209550"/>
                </a:lnTo>
                <a:close/>
                <a:moveTo>
                  <a:pt x="457200" y="209550"/>
                </a:moveTo>
                <a:lnTo>
                  <a:pt x="466725" y="209550"/>
                </a:lnTo>
                <a:lnTo>
                  <a:pt x="466725" y="219075"/>
                </a:lnTo>
                <a:lnTo>
                  <a:pt x="457200" y="219075"/>
                </a:lnTo>
                <a:close/>
                <a:moveTo>
                  <a:pt x="1619250" y="209550"/>
                </a:moveTo>
                <a:lnTo>
                  <a:pt x="1628775" y="209550"/>
                </a:lnTo>
                <a:lnTo>
                  <a:pt x="1628775" y="219075"/>
                </a:lnTo>
                <a:lnTo>
                  <a:pt x="1619250" y="219075"/>
                </a:lnTo>
                <a:close/>
                <a:moveTo>
                  <a:pt x="1628775" y="219075"/>
                </a:moveTo>
                <a:lnTo>
                  <a:pt x="1638300" y="219075"/>
                </a:lnTo>
                <a:lnTo>
                  <a:pt x="1638300" y="228600"/>
                </a:lnTo>
                <a:lnTo>
                  <a:pt x="1628775" y="228600"/>
                </a:lnTo>
                <a:close/>
                <a:moveTo>
                  <a:pt x="428625" y="228600"/>
                </a:moveTo>
                <a:lnTo>
                  <a:pt x="438150" y="228600"/>
                </a:lnTo>
                <a:lnTo>
                  <a:pt x="438150" y="238125"/>
                </a:lnTo>
                <a:lnTo>
                  <a:pt x="428625" y="238125"/>
                </a:lnTo>
                <a:close/>
                <a:moveTo>
                  <a:pt x="419100" y="238125"/>
                </a:moveTo>
                <a:lnTo>
                  <a:pt x="428625" y="238125"/>
                </a:lnTo>
                <a:lnTo>
                  <a:pt x="428625" y="247650"/>
                </a:lnTo>
                <a:lnTo>
                  <a:pt x="419100" y="247650"/>
                </a:lnTo>
                <a:close/>
                <a:moveTo>
                  <a:pt x="1657350" y="238125"/>
                </a:moveTo>
                <a:lnTo>
                  <a:pt x="1666875" y="238125"/>
                </a:lnTo>
                <a:lnTo>
                  <a:pt x="1666875" y="247650"/>
                </a:lnTo>
                <a:lnTo>
                  <a:pt x="1657350" y="247650"/>
                </a:lnTo>
                <a:close/>
                <a:moveTo>
                  <a:pt x="409575" y="247650"/>
                </a:moveTo>
                <a:lnTo>
                  <a:pt x="419100" y="247650"/>
                </a:lnTo>
                <a:lnTo>
                  <a:pt x="419100" y="257175"/>
                </a:lnTo>
                <a:lnTo>
                  <a:pt x="409575" y="257175"/>
                </a:lnTo>
                <a:close/>
                <a:moveTo>
                  <a:pt x="1666875" y="247650"/>
                </a:moveTo>
                <a:lnTo>
                  <a:pt x="1676400" y="247650"/>
                </a:lnTo>
                <a:lnTo>
                  <a:pt x="1676400" y="257175"/>
                </a:lnTo>
                <a:lnTo>
                  <a:pt x="1666875" y="257175"/>
                </a:lnTo>
                <a:close/>
                <a:moveTo>
                  <a:pt x="1676400" y="257175"/>
                </a:moveTo>
                <a:lnTo>
                  <a:pt x="1685925" y="257175"/>
                </a:lnTo>
                <a:lnTo>
                  <a:pt x="1685925" y="266700"/>
                </a:lnTo>
                <a:lnTo>
                  <a:pt x="1676400" y="266700"/>
                </a:lnTo>
                <a:close/>
                <a:moveTo>
                  <a:pt x="361950" y="285750"/>
                </a:moveTo>
                <a:lnTo>
                  <a:pt x="371475" y="285750"/>
                </a:lnTo>
                <a:lnTo>
                  <a:pt x="371475" y="295275"/>
                </a:lnTo>
                <a:lnTo>
                  <a:pt x="361950" y="295275"/>
                </a:lnTo>
                <a:close/>
                <a:moveTo>
                  <a:pt x="352425" y="295275"/>
                </a:moveTo>
                <a:lnTo>
                  <a:pt x="361950" y="295275"/>
                </a:lnTo>
                <a:lnTo>
                  <a:pt x="361950" y="304800"/>
                </a:lnTo>
                <a:lnTo>
                  <a:pt x="352425" y="304800"/>
                </a:lnTo>
                <a:close/>
                <a:moveTo>
                  <a:pt x="342900" y="304800"/>
                </a:moveTo>
                <a:lnTo>
                  <a:pt x="352425" y="304800"/>
                </a:lnTo>
                <a:lnTo>
                  <a:pt x="352425" y="314325"/>
                </a:lnTo>
                <a:lnTo>
                  <a:pt x="342900" y="314325"/>
                </a:lnTo>
                <a:close/>
                <a:moveTo>
                  <a:pt x="333375" y="314325"/>
                </a:moveTo>
                <a:lnTo>
                  <a:pt x="342900" y="314325"/>
                </a:lnTo>
                <a:lnTo>
                  <a:pt x="342900" y="323850"/>
                </a:lnTo>
                <a:lnTo>
                  <a:pt x="333375" y="323850"/>
                </a:lnTo>
                <a:close/>
                <a:moveTo>
                  <a:pt x="323850" y="323850"/>
                </a:moveTo>
                <a:lnTo>
                  <a:pt x="333375" y="323850"/>
                </a:lnTo>
                <a:lnTo>
                  <a:pt x="333375" y="333375"/>
                </a:lnTo>
                <a:lnTo>
                  <a:pt x="323850" y="333375"/>
                </a:lnTo>
                <a:close/>
                <a:moveTo>
                  <a:pt x="1771650" y="352425"/>
                </a:moveTo>
                <a:lnTo>
                  <a:pt x="1781175" y="352425"/>
                </a:lnTo>
                <a:lnTo>
                  <a:pt x="1781175" y="361950"/>
                </a:lnTo>
                <a:lnTo>
                  <a:pt x="1771650" y="361950"/>
                </a:lnTo>
                <a:close/>
                <a:moveTo>
                  <a:pt x="1781175" y="361950"/>
                </a:moveTo>
                <a:lnTo>
                  <a:pt x="1790700" y="361950"/>
                </a:lnTo>
                <a:lnTo>
                  <a:pt x="1790700" y="371475"/>
                </a:lnTo>
                <a:lnTo>
                  <a:pt x="1781175" y="371475"/>
                </a:lnTo>
                <a:close/>
                <a:moveTo>
                  <a:pt x="285750" y="371475"/>
                </a:moveTo>
                <a:lnTo>
                  <a:pt x="295275" y="371475"/>
                </a:lnTo>
                <a:lnTo>
                  <a:pt x="295275" y="381000"/>
                </a:lnTo>
                <a:lnTo>
                  <a:pt x="285750" y="381000"/>
                </a:lnTo>
                <a:close/>
                <a:moveTo>
                  <a:pt x="1790700" y="371475"/>
                </a:moveTo>
                <a:lnTo>
                  <a:pt x="1800225" y="371475"/>
                </a:lnTo>
                <a:lnTo>
                  <a:pt x="1800225" y="381000"/>
                </a:lnTo>
                <a:lnTo>
                  <a:pt x="1790700" y="381000"/>
                </a:lnTo>
                <a:close/>
                <a:moveTo>
                  <a:pt x="276225" y="381000"/>
                </a:moveTo>
                <a:lnTo>
                  <a:pt x="285750" y="381000"/>
                </a:lnTo>
                <a:lnTo>
                  <a:pt x="285750" y="390525"/>
                </a:lnTo>
                <a:lnTo>
                  <a:pt x="276225" y="390525"/>
                </a:lnTo>
                <a:close/>
                <a:moveTo>
                  <a:pt x="266700" y="390525"/>
                </a:moveTo>
                <a:lnTo>
                  <a:pt x="276225" y="390525"/>
                </a:lnTo>
                <a:lnTo>
                  <a:pt x="276225" y="400050"/>
                </a:lnTo>
                <a:lnTo>
                  <a:pt x="266700" y="400050"/>
                </a:lnTo>
                <a:close/>
                <a:moveTo>
                  <a:pt x="1819275" y="409575"/>
                </a:moveTo>
                <a:lnTo>
                  <a:pt x="1828800" y="409575"/>
                </a:lnTo>
                <a:lnTo>
                  <a:pt x="1828800" y="419100"/>
                </a:lnTo>
                <a:lnTo>
                  <a:pt x="1819275" y="419100"/>
                </a:lnTo>
                <a:close/>
                <a:moveTo>
                  <a:pt x="247650" y="419100"/>
                </a:moveTo>
                <a:lnTo>
                  <a:pt x="257175" y="419100"/>
                </a:lnTo>
                <a:lnTo>
                  <a:pt x="257175" y="428625"/>
                </a:lnTo>
                <a:lnTo>
                  <a:pt x="247650" y="428625"/>
                </a:lnTo>
                <a:close/>
                <a:moveTo>
                  <a:pt x="238125" y="428625"/>
                </a:moveTo>
                <a:lnTo>
                  <a:pt x="247650" y="428625"/>
                </a:lnTo>
                <a:lnTo>
                  <a:pt x="247650" y="438150"/>
                </a:lnTo>
                <a:lnTo>
                  <a:pt x="238125" y="438150"/>
                </a:lnTo>
                <a:close/>
                <a:moveTo>
                  <a:pt x="1838325" y="438150"/>
                </a:moveTo>
                <a:lnTo>
                  <a:pt x="1847850" y="438150"/>
                </a:lnTo>
                <a:lnTo>
                  <a:pt x="1847850" y="447675"/>
                </a:lnTo>
                <a:lnTo>
                  <a:pt x="1838325" y="447675"/>
                </a:lnTo>
                <a:close/>
                <a:moveTo>
                  <a:pt x="228600" y="447675"/>
                </a:moveTo>
                <a:lnTo>
                  <a:pt x="238125" y="447675"/>
                </a:lnTo>
                <a:lnTo>
                  <a:pt x="238125" y="457200"/>
                </a:lnTo>
                <a:lnTo>
                  <a:pt x="228600" y="457200"/>
                </a:lnTo>
                <a:close/>
                <a:moveTo>
                  <a:pt x="1847850" y="447675"/>
                </a:moveTo>
                <a:lnTo>
                  <a:pt x="1857375" y="447675"/>
                </a:lnTo>
                <a:lnTo>
                  <a:pt x="1857375" y="457200"/>
                </a:lnTo>
                <a:lnTo>
                  <a:pt x="1847850" y="457200"/>
                </a:lnTo>
                <a:close/>
                <a:moveTo>
                  <a:pt x="219075" y="457200"/>
                </a:moveTo>
                <a:lnTo>
                  <a:pt x="228600" y="457200"/>
                </a:lnTo>
                <a:lnTo>
                  <a:pt x="228600" y="466725"/>
                </a:lnTo>
                <a:lnTo>
                  <a:pt x="219075" y="466725"/>
                </a:lnTo>
                <a:close/>
                <a:moveTo>
                  <a:pt x="1857375" y="466725"/>
                </a:moveTo>
                <a:lnTo>
                  <a:pt x="1866900" y="466725"/>
                </a:lnTo>
                <a:lnTo>
                  <a:pt x="1866900" y="476250"/>
                </a:lnTo>
                <a:lnTo>
                  <a:pt x="1857375" y="476250"/>
                </a:lnTo>
                <a:close/>
                <a:moveTo>
                  <a:pt x="209550" y="476250"/>
                </a:moveTo>
                <a:lnTo>
                  <a:pt x="219075" y="476250"/>
                </a:lnTo>
                <a:lnTo>
                  <a:pt x="219075" y="485775"/>
                </a:lnTo>
                <a:lnTo>
                  <a:pt x="209550" y="485775"/>
                </a:lnTo>
                <a:close/>
                <a:moveTo>
                  <a:pt x="1866900" y="476250"/>
                </a:moveTo>
                <a:lnTo>
                  <a:pt x="1876425" y="476250"/>
                </a:lnTo>
                <a:lnTo>
                  <a:pt x="1876425" y="485775"/>
                </a:lnTo>
                <a:lnTo>
                  <a:pt x="1866900" y="485775"/>
                </a:lnTo>
                <a:close/>
                <a:moveTo>
                  <a:pt x="200025" y="485775"/>
                </a:moveTo>
                <a:lnTo>
                  <a:pt x="209550" y="485775"/>
                </a:lnTo>
                <a:lnTo>
                  <a:pt x="209550" y="495300"/>
                </a:lnTo>
                <a:lnTo>
                  <a:pt x="200025" y="495300"/>
                </a:lnTo>
                <a:close/>
                <a:moveTo>
                  <a:pt x="1876425" y="495300"/>
                </a:moveTo>
                <a:lnTo>
                  <a:pt x="1885950" y="495300"/>
                </a:lnTo>
                <a:lnTo>
                  <a:pt x="1885950" y="504825"/>
                </a:lnTo>
                <a:lnTo>
                  <a:pt x="1876425" y="504825"/>
                </a:lnTo>
                <a:close/>
                <a:moveTo>
                  <a:pt x="190500" y="504825"/>
                </a:moveTo>
                <a:lnTo>
                  <a:pt x="200025" y="504825"/>
                </a:lnTo>
                <a:lnTo>
                  <a:pt x="200025" y="514350"/>
                </a:lnTo>
                <a:lnTo>
                  <a:pt x="190500" y="514350"/>
                </a:lnTo>
                <a:close/>
                <a:moveTo>
                  <a:pt x="1885950" y="514350"/>
                </a:moveTo>
                <a:lnTo>
                  <a:pt x="1895475" y="514350"/>
                </a:lnTo>
                <a:lnTo>
                  <a:pt x="1895475" y="523875"/>
                </a:lnTo>
                <a:lnTo>
                  <a:pt x="1885950" y="523875"/>
                </a:lnTo>
                <a:close/>
                <a:moveTo>
                  <a:pt x="180975" y="523875"/>
                </a:moveTo>
                <a:lnTo>
                  <a:pt x="190500" y="523875"/>
                </a:lnTo>
                <a:lnTo>
                  <a:pt x="190500" y="533400"/>
                </a:lnTo>
                <a:lnTo>
                  <a:pt x="180975" y="533400"/>
                </a:lnTo>
                <a:close/>
                <a:moveTo>
                  <a:pt x="171450" y="542925"/>
                </a:moveTo>
                <a:lnTo>
                  <a:pt x="180975" y="542925"/>
                </a:lnTo>
                <a:lnTo>
                  <a:pt x="180975" y="552450"/>
                </a:lnTo>
                <a:lnTo>
                  <a:pt x="171450" y="552450"/>
                </a:lnTo>
                <a:close/>
                <a:moveTo>
                  <a:pt x="1905000" y="542925"/>
                </a:moveTo>
                <a:lnTo>
                  <a:pt x="1914525" y="542925"/>
                </a:lnTo>
                <a:lnTo>
                  <a:pt x="1914525" y="552450"/>
                </a:lnTo>
                <a:lnTo>
                  <a:pt x="1905000" y="552450"/>
                </a:lnTo>
                <a:close/>
                <a:moveTo>
                  <a:pt x="161925" y="561975"/>
                </a:moveTo>
                <a:lnTo>
                  <a:pt x="171450" y="561975"/>
                </a:lnTo>
                <a:lnTo>
                  <a:pt x="171450" y="571500"/>
                </a:lnTo>
                <a:lnTo>
                  <a:pt x="161925" y="571500"/>
                </a:lnTo>
                <a:close/>
                <a:moveTo>
                  <a:pt x="1914525" y="561975"/>
                </a:moveTo>
                <a:lnTo>
                  <a:pt x="1924050" y="561975"/>
                </a:lnTo>
                <a:lnTo>
                  <a:pt x="1924050" y="571500"/>
                </a:lnTo>
                <a:lnTo>
                  <a:pt x="1914525" y="571500"/>
                </a:lnTo>
                <a:close/>
                <a:moveTo>
                  <a:pt x="152400" y="581025"/>
                </a:moveTo>
                <a:lnTo>
                  <a:pt x="161925" y="581025"/>
                </a:lnTo>
                <a:lnTo>
                  <a:pt x="161925" y="590550"/>
                </a:lnTo>
                <a:lnTo>
                  <a:pt x="152400" y="590550"/>
                </a:lnTo>
                <a:close/>
                <a:moveTo>
                  <a:pt x="1924050" y="581025"/>
                </a:moveTo>
                <a:lnTo>
                  <a:pt x="1933575" y="581025"/>
                </a:lnTo>
                <a:lnTo>
                  <a:pt x="1933575" y="590550"/>
                </a:lnTo>
                <a:lnTo>
                  <a:pt x="1924050" y="590550"/>
                </a:lnTo>
                <a:close/>
                <a:moveTo>
                  <a:pt x="142875" y="600075"/>
                </a:moveTo>
                <a:lnTo>
                  <a:pt x="152400" y="600075"/>
                </a:lnTo>
                <a:lnTo>
                  <a:pt x="152400" y="609600"/>
                </a:lnTo>
                <a:lnTo>
                  <a:pt x="142875" y="609600"/>
                </a:lnTo>
                <a:close/>
                <a:moveTo>
                  <a:pt x="1933575" y="609600"/>
                </a:moveTo>
                <a:lnTo>
                  <a:pt x="1943100" y="609600"/>
                </a:lnTo>
                <a:lnTo>
                  <a:pt x="1943100" y="619125"/>
                </a:lnTo>
                <a:lnTo>
                  <a:pt x="1933575" y="619125"/>
                </a:lnTo>
                <a:close/>
                <a:moveTo>
                  <a:pt x="133350" y="619125"/>
                </a:moveTo>
                <a:lnTo>
                  <a:pt x="142875" y="619125"/>
                </a:lnTo>
                <a:lnTo>
                  <a:pt x="142875" y="628650"/>
                </a:lnTo>
                <a:lnTo>
                  <a:pt x="133350" y="628650"/>
                </a:lnTo>
                <a:close/>
                <a:moveTo>
                  <a:pt x="1943100" y="628650"/>
                </a:moveTo>
                <a:lnTo>
                  <a:pt x="1952625" y="628650"/>
                </a:lnTo>
                <a:lnTo>
                  <a:pt x="1952625" y="638175"/>
                </a:lnTo>
                <a:lnTo>
                  <a:pt x="1943100" y="638175"/>
                </a:lnTo>
                <a:close/>
                <a:moveTo>
                  <a:pt x="123825" y="638175"/>
                </a:moveTo>
                <a:lnTo>
                  <a:pt x="133350" y="638175"/>
                </a:lnTo>
                <a:lnTo>
                  <a:pt x="133350" y="657225"/>
                </a:lnTo>
                <a:lnTo>
                  <a:pt x="123825" y="657225"/>
                </a:lnTo>
                <a:close/>
                <a:moveTo>
                  <a:pt x="1952625" y="647700"/>
                </a:moveTo>
                <a:lnTo>
                  <a:pt x="1962150" y="647700"/>
                </a:lnTo>
                <a:lnTo>
                  <a:pt x="1962150" y="657225"/>
                </a:lnTo>
                <a:lnTo>
                  <a:pt x="1952625" y="657225"/>
                </a:lnTo>
                <a:close/>
                <a:moveTo>
                  <a:pt x="114300" y="666750"/>
                </a:moveTo>
                <a:lnTo>
                  <a:pt x="123825" y="666750"/>
                </a:lnTo>
                <a:lnTo>
                  <a:pt x="123825" y="676275"/>
                </a:lnTo>
                <a:lnTo>
                  <a:pt x="114300" y="676275"/>
                </a:lnTo>
                <a:close/>
                <a:moveTo>
                  <a:pt x="1962150" y="676275"/>
                </a:moveTo>
                <a:lnTo>
                  <a:pt x="1971675" y="676275"/>
                </a:lnTo>
                <a:lnTo>
                  <a:pt x="1971675" y="685800"/>
                </a:lnTo>
                <a:lnTo>
                  <a:pt x="1962150" y="685800"/>
                </a:lnTo>
                <a:close/>
                <a:moveTo>
                  <a:pt x="104775" y="695325"/>
                </a:moveTo>
                <a:lnTo>
                  <a:pt x="114300" y="695325"/>
                </a:lnTo>
                <a:lnTo>
                  <a:pt x="114300" y="704850"/>
                </a:lnTo>
                <a:lnTo>
                  <a:pt x="104775" y="704850"/>
                </a:lnTo>
                <a:close/>
                <a:moveTo>
                  <a:pt x="1971675" y="704850"/>
                </a:moveTo>
                <a:lnTo>
                  <a:pt x="1981200" y="704850"/>
                </a:lnTo>
                <a:lnTo>
                  <a:pt x="1981200" y="714375"/>
                </a:lnTo>
                <a:lnTo>
                  <a:pt x="1971675" y="714375"/>
                </a:lnTo>
                <a:close/>
                <a:moveTo>
                  <a:pt x="95250" y="723900"/>
                </a:moveTo>
                <a:lnTo>
                  <a:pt x="104775" y="723900"/>
                </a:lnTo>
                <a:lnTo>
                  <a:pt x="104775" y="742950"/>
                </a:lnTo>
                <a:lnTo>
                  <a:pt x="95250" y="742950"/>
                </a:lnTo>
                <a:close/>
                <a:moveTo>
                  <a:pt x="1981200" y="733425"/>
                </a:moveTo>
                <a:lnTo>
                  <a:pt x="1990725" y="733425"/>
                </a:lnTo>
                <a:lnTo>
                  <a:pt x="1990725" y="752475"/>
                </a:lnTo>
                <a:lnTo>
                  <a:pt x="1981200" y="752475"/>
                </a:lnTo>
                <a:close/>
                <a:moveTo>
                  <a:pt x="85725" y="752475"/>
                </a:moveTo>
                <a:lnTo>
                  <a:pt x="95250" y="752475"/>
                </a:lnTo>
                <a:lnTo>
                  <a:pt x="95250" y="781050"/>
                </a:lnTo>
                <a:lnTo>
                  <a:pt x="85725" y="781050"/>
                </a:lnTo>
                <a:close/>
                <a:moveTo>
                  <a:pt x="1990725" y="771525"/>
                </a:moveTo>
                <a:lnTo>
                  <a:pt x="2000250" y="771525"/>
                </a:lnTo>
                <a:lnTo>
                  <a:pt x="2000250" y="790575"/>
                </a:lnTo>
                <a:lnTo>
                  <a:pt x="1990725" y="790575"/>
                </a:lnTo>
                <a:close/>
                <a:moveTo>
                  <a:pt x="76200" y="800100"/>
                </a:moveTo>
                <a:lnTo>
                  <a:pt x="85725" y="800100"/>
                </a:lnTo>
                <a:lnTo>
                  <a:pt x="85725" y="819150"/>
                </a:lnTo>
                <a:lnTo>
                  <a:pt x="76200" y="819150"/>
                </a:lnTo>
                <a:close/>
                <a:moveTo>
                  <a:pt x="2000250" y="819150"/>
                </a:moveTo>
                <a:lnTo>
                  <a:pt x="2009775" y="819150"/>
                </a:lnTo>
                <a:lnTo>
                  <a:pt x="2009775" y="847725"/>
                </a:lnTo>
                <a:lnTo>
                  <a:pt x="2000250" y="847725"/>
                </a:lnTo>
                <a:close/>
                <a:moveTo>
                  <a:pt x="66675" y="847725"/>
                </a:moveTo>
                <a:lnTo>
                  <a:pt x="76200" y="847725"/>
                </a:lnTo>
                <a:lnTo>
                  <a:pt x="76200" y="876300"/>
                </a:lnTo>
                <a:lnTo>
                  <a:pt x="66675" y="876300"/>
                </a:lnTo>
                <a:close/>
                <a:moveTo>
                  <a:pt x="2009775" y="876300"/>
                </a:moveTo>
                <a:lnTo>
                  <a:pt x="2019300" y="876300"/>
                </a:lnTo>
                <a:lnTo>
                  <a:pt x="2019300" y="904875"/>
                </a:lnTo>
                <a:lnTo>
                  <a:pt x="2009775" y="904875"/>
                </a:lnTo>
                <a:close/>
                <a:moveTo>
                  <a:pt x="57150" y="914400"/>
                </a:moveTo>
                <a:lnTo>
                  <a:pt x="66675" y="914400"/>
                </a:lnTo>
                <a:lnTo>
                  <a:pt x="66675" y="1076325"/>
                </a:lnTo>
                <a:lnTo>
                  <a:pt x="57150" y="1076325"/>
                </a:lnTo>
                <a:close/>
                <a:moveTo>
                  <a:pt x="2019300" y="971550"/>
                </a:moveTo>
                <a:lnTo>
                  <a:pt x="2028825" y="971550"/>
                </a:lnTo>
                <a:lnTo>
                  <a:pt x="2028825" y="1038225"/>
                </a:lnTo>
                <a:lnTo>
                  <a:pt x="2019300" y="1038225"/>
                </a:lnTo>
                <a:close/>
                <a:moveTo>
                  <a:pt x="2009775" y="1104900"/>
                </a:moveTo>
                <a:lnTo>
                  <a:pt x="2019300" y="1104900"/>
                </a:lnTo>
                <a:lnTo>
                  <a:pt x="2019300" y="1143000"/>
                </a:lnTo>
                <a:lnTo>
                  <a:pt x="2009775" y="1143000"/>
                </a:lnTo>
                <a:close/>
                <a:moveTo>
                  <a:pt x="66675" y="1133475"/>
                </a:moveTo>
                <a:lnTo>
                  <a:pt x="76200" y="1133475"/>
                </a:lnTo>
                <a:lnTo>
                  <a:pt x="76200" y="1171575"/>
                </a:lnTo>
                <a:lnTo>
                  <a:pt x="66675" y="1171575"/>
                </a:lnTo>
                <a:close/>
                <a:moveTo>
                  <a:pt x="2000250" y="1181100"/>
                </a:moveTo>
                <a:lnTo>
                  <a:pt x="2009775" y="1181100"/>
                </a:lnTo>
                <a:lnTo>
                  <a:pt x="2009775" y="1200150"/>
                </a:lnTo>
                <a:lnTo>
                  <a:pt x="2000250" y="1200150"/>
                </a:lnTo>
                <a:close/>
                <a:moveTo>
                  <a:pt x="76200" y="1200150"/>
                </a:moveTo>
                <a:lnTo>
                  <a:pt x="85725" y="1200150"/>
                </a:lnTo>
                <a:lnTo>
                  <a:pt x="85725" y="1219200"/>
                </a:lnTo>
                <a:lnTo>
                  <a:pt x="76200" y="1219200"/>
                </a:lnTo>
                <a:close/>
                <a:moveTo>
                  <a:pt x="1990725" y="1228725"/>
                </a:moveTo>
                <a:lnTo>
                  <a:pt x="2000250" y="1228725"/>
                </a:lnTo>
                <a:lnTo>
                  <a:pt x="2000250" y="1247775"/>
                </a:lnTo>
                <a:lnTo>
                  <a:pt x="1990725" y="1247775"/>
                </a:lnTo>
                <a:close/>
                <a:moveTo>
                  <a:pt x="85725" y="1238250"/>
                </a:moveTo>
                <a:lnTo>
                  <a:pt x="95250" y="1238250"/>
                </a:lnTo>
                <a:lnTo>
                  <a:pt x="95250" y="1257300"/>
                </a:lnTo>
                <a:lnTo>
                  <a:pt x="85725" y="1257300"/>
                </a:lnTo>
                <a:close/>
                <a:moveTo>
                  <a:pt x="1981200" y="1266825"/>
                </a:moveTo>
                <a:lnTo>
                  <a:pt x="1990725" y="1266825"/>
                </a:lnTo>
                <a:lnTo>
                  <a:pt x="1990725" y="1276350"/>
                </a:lnTo>
                <a:lnTo>
                  <a:pt x="1981200" y="1276350"/>
                </a:lnTo>
                <a:close/>
                <a:moveTo>
                  <a:pt x="95250" y="1276350"/>
                </a:moveTo>
                <a:lnTo>
                  <a:pt x="104775" y="1276350"/>
                </a:lnTo>
                <a:lnTo>
                  <a:pt x="104775" y="1285875"/>
                </a:lnTo>
                <a:lnTo>
                  <a:pt x="95250" y="1285875"/>
                </a:lnTo>
                <a:close/>
                <a:moveTo>
                  <a:pt x="1971675" y="1295400"/>
                </a:moveTo>
                <a:lnTo>
                  <a:pt x="1981200" y="1295400"/>
                </a:lnTo>
                <a:lnTo>
                  <a:pt x="1981200" y="1314450"/>
                </a:lnTo>
                <a:lnTo>
                  <a:pt x="1971675" y="1314450"/>
                </a:lnTo>
                <a:close/>
                <a:moveTo>
                  <a:pt x="104775" y="1304925"/>
                </a:moveTo>
                <a:lnTo>
                  <a:pt x="114300" y="1304925"/>
                </a:lnTo>
                <a:lnTo>
                  <a:pt x="114300" y="1314450"/>
                </a:lnTo>
                <a:lnTo>
                  <a:pt x="104775" y="1314450"/>
                </a:lnTo>
                <a:close/>
                <a:moveTo>
                  <a:pt x="1962150" y="1323975"/>
                </a:moveTo>
                <a:lnTo>
                  <a:pt x="1971675" y="1323975"/>
                </a:lnTo>
                <a:lnTo>
                  <a:pt x="1971675" y="1343025"/>
                </a:lnTo>
                <a:lnTo>
                  <a:pt x="1962150" y="1343025"/>
                </a:lnTo>
                <a:close/>
                <a:moveTo>
                  <a:pt x="114300" y="1333500"/>
                </a:moveTo>
                <a:lnTo>
                  <a:pt x="123825" y="1333500"/>
                </a:lnTo>
                <a:lnTo>
                  <a:pt x="123825" y="1343025"/>
                </a:lnTo>
                <a:lnTo>
                  <a:pt x="114300" y="1343025"/>
                </a:lnTo>
                <a:close/>
                <a:moveTo>
                  <a:pt x="123825" y="1352550"/>
                </a:moveTo>
                <a:lnTo>
                  <a:pt x="133350" y="1352550"/>
                </a:lnTo>
                <a:lnTo>
                  <a:pt x="133350" y="1371600"/>
                </a:lnTo>
                <a:lnTo>
                  <a:pt x="123825" y="1371600"/>
                </a:lnTo>
                <a:close/>
                <a:moveTo>
                  <a:pt x="1952625" y="1352550"/>
                </a:moveTo>
                <a:lnTo>
                  <a:pt x="1962150" y="1352550"/>
                </a:lnTo>
                <a:lnTo>
                  <a:pt x="1962150" y="1362075"/>
                </a:lnTo>
                <a:lnTo>
                  <a:pt x="1952625" y="1362075"/>
                </a:lnTo>
                <a:close/>
                <a:moveTo>
                  <a:pt x="133350" y="1381125"/>
                </a:moveTo>
                <a:lnTo>
                  <a:pt x="142875" y="1381125"/>
                </a:lnTo>
                <a:lnTo>
                  <a:pt x="142875" y="1390650"/>
                </a:lnTo>
                <a:lnTo>
                  <a:pt x="133350" y="1390650"/>
                </a:lnTo>
                <a:close/>
                <a:moveTo>
                  <a:pt x="1943100" y="1381125"/>
                </a:moveTo>
                <a:lnTo>
                  <a:pt x="1952625" y="1381125"/>
                </a:lnTo>
                <a:lnTo>
                  <a:pt x="1952625" y="1390650"/>
                </a:lnTo>
                <a:lnTo>
                  <a:pt x="1943100" y="1390650"/>
                </a:lnTo>
                <a:close/>
                <a:moveTo>
                  <a:pt x="142875" y="1400175"/>
                </a:moveTo>
                <a:lnTo>
                  <a:pt x="152400" y="1400175"/>
                </a:lnTo>
                <a:lnTo>
                  <a:pt x="152400" y="1409700"/>
                </a:lnTo>
                <a:lnTo>
                  <a:pt x="142875" y="1409700"/>
                </a:lnTo>
                <a:close/>
                <a:moveTo>
                  <a:pt x="1933575" y="1400175"/>
                </a:moveTo>
                <a:lnTo>
                  <a:pt x="1943100" y="1400175"/>
                </a:lnTo>
                <a:lnTo>
                  <a:pt x="1943100" y="1409700"/>
                </a:lnTo>
                <a:lnTo>
                  <a:pt x="1933575" y="1409700"/>
                </a:lnTo>
                <a:close/>
                <a:moveTo>
                  <a:pt x="152400" y="1419225"/>
                </a:moveTo>
                <a:lnTo>
                  <a:pt x="161925" y="1419225"/>
                </a:lnTo>
                <a:lnTo>
                  <a:pt x="161925" y="1428750"/>
                </a:lnTo>
                <a:lnTo>
                  <a:pt x="152400" y="1428750"/>
                </a:lnTo>
                <a:close/>
                <a:moveTo>
                  <a:pt x="1924050" y="1419225"/>
                </a:moveTo>
                <a:lnTo>
                  <a:pt x="1933575" y="1419225"/>
                </a:lnTo>
                <a:lnTo>
                  <a:pt x="1933575" y="1428750"/>
                </a:lnTo>
                <a:lnTo>
                  <a:pt x="1924050" y="1428750"/>
                </a:lnTo>
                <a:close/>
                <a:moveTo>
                  <a:pt x="161925" y="1438275"/>
                </a:moveTo>
                <a:lnTo>
                  <a:pt x="171450" y="1438275"/>
                </a:lnTo>
                <a:lnTo>
                  <a:pt x="171450" y="1447800"/>
                </a:lnTo>
                <a:lnTo>
                  <a:pt x="161925" y="1447800"/>
                </a:lnTo>
                <a:close/>
                <a:moveTo>
                  <a:pt x="1914525" y="1438275"/>
                </a:moveTo>
                <a:lnTo>
                  <a:pt x="1924050" y="1438275"/>
                </a:lnTo>
                <a:lnTo>
                  <a:pt x="1924050" y="1447800"/>
                </a:lnTo>
                <a:lnTo>
                  <a:pt x="1914525" y="1447800"/>
                </a:lnTo>
                <a:close/>
                <a:moveTo>
                  <a:pt x="171450" y="1457325"/>
                </a:moveTo>
                <a:lnTo>
                  <a:pt x="180975" y="1457325"/>
                </a:lnTo>
                <a:lnTo>
                  <a:pt x="180975" y="1466850"/>
                </a:lnTo>
                <a:lnTo>
                  <a:pt x="171450" y="1466850"/>
                </a:lnTo>
                <a:close/>
                <a:moveTo>
                  <a:pt x="1905000" y="1457325"/>
                </a:moveTo>
                <a:lnTo>
                  <a:pt x="1914525" y="1457325"/>
                </a:lnTo>
                <a:lnTo>
                  <a:pt x="1914525" y="1466850"/>
                </a:lnTo>
                <a:lnTo>
                  <a:pt x="1905000" y="1466850"/>
                </a:lnTo>
                <a:close/>
                <a:moveTo>
                  <a:pt x="180975" y="1476375"/>
                </a:moveTo>
                <a:lnTo>
                  <a:pt x="190500" y="1476375"/>
                </a:lnTo>
                <a:lnTo>
                  <a:pt x="190500" y="1485900"/>
                </a:lnTo>
                <a:lnTo>
                  <a:pt x="180975" y="1485900"/>
                </a:lnTo>
                <a:close/>
                <a:moveTo>
                  <a:pt x="1895475" y="1476375"/>
                </a:moveTo>
                <a:lnTo>
                  <a:pt x="1905000" y="1476375"/>
                </a:lnTo>
                <a:lnTo>
                  <a:pt x="1905000" y="1485900"/>
                </a:lnTo>
                <a:lnTo>
                  <a:pt x="1895475" y="1485900"/>
                </a:lnTo>
                <a:close/>
                <a:moveTo>
                  <a:pt x="190500" y="1495425"/>
                </a:moveTo>
                <a:lnTo>
                  <a:pt x="200025" y="1495425"/>
                </a:lnTo>
                <a:lnTo>
                  <a:pt x="200025" y="1504950"/>
                </a:lnTo>
                <a:lnTo>
                  <a:pt x="190500" y="1504950"/>
                </a:lnTo>
                <a:close/>
                <a:moveTo>
                  <a:pt x="1885950" y="1495425"/>
                </a:moveTo>
                <a:lnTo>
                  <a:pt x="1895475" y="1495425"/>
                </a:lnTo>
                <a:lnTo>
                  <a:pt x="1895475" y="1504950"/>
                </a:lnTo>
                <a:lnTo>
                  <a:pt x="1885950" y="1504950"/>
                </a:lnTo>
                <a:close/>
                <a:moveTo>
                  <a:pt x="1876425" y="1504950"/>
                </a:moveTo>
                <a:lnTo>
                  <a:pt x="1885950" y="1504950"/>
                </a:lnTo>
                <a:lnTo>
                  <a:pt x="1885950" y="1514475"/>
                </a:lnTo>
                <a:lnTo>
                  <a:pt x="1876425" y="1514475"/>
                </a:lnTo>
                <a:close/>
                <a:moveTo>
                  <a:pt x="209550" y="1524000"/>
                </a:moveTo>
                <a:lnTo>
                  <a:pt x="219075" y="1524000"/>
                </a:lnTo>
                <a:lnTo>
                  <a:pt x="219075" y="1533525"/>
                </a:lnTo>
                <a:lnTo>
                  <a:pt x="209550" y="1533525"/>
                </a:lnTo>
                <a:close/>
                <a:moveTo>
                  <a:pt x="1866900" y="1524000"/>
                </a:moveTo>
                <a:lnTo>
                  <a:pt x="1876425" y="1524000"/>
                </a:lnTo>
                <a:lnTo>
                  <a:pt x="1876425" y="1533525"/>
                </a:lnTo>
                <a:lnTo>
                  <a:pt x="1866900" y="1533525"/>
                </a:lnTo>
                <a:close/>
                <a:moveTo>
                  <a:pt x="228600" y="1552575"/>
                </a:moveTo>
                <a:lnTo>
                  <a:pt x="238125" y="1552575"/>
                </a:lnTo>
                <a:lnTo>
                  <a:pt x="238125" y="1562100"/>
                </a:lnTo>
                <a:lnTo>
                  <a:pt x="228600" y="1562100"/>
                </a:lnTo>
                <a:close/>
                <a:moveTo>
                  <a:pt x="1847850" y="1552575"/>
                </a:moveTo>
                <a:lnTo>
                  <a:pt x="1857375" y="1552575"/>
                </a:lnTo>
                <a:lnTo>
                  <a:pt x="1857375" y="1562100"/>
                </a:lnTo>
                <a:lnTo>
                  <a:pt x="1847850" y="1562100"/>
                </a:lnTo>
                <a:close/>
                <a:moveTo>
                  <a:pt x="247650" y="1581150"/>
                </a:moveTo>
                <a:lnTo>
                  <a:pt x="257175" y="1581150"/>
                </a:lnTo>
                <a:lnTo>
                  <a:pt x="257175" y="1590675"/>
                </a:lnTo>
                <a:lnTo>
                  <a:pt x="247650" y="1590675"/>
                </a:lnTo>
                <a:close/>
                <a:moveTo>
                  <a:pt x="1828800" y="1581150"/>
                </a:moveTo>
                <a:lnTo>
                  <a:pt x="1838325" y="1581150"/>
                </a:lnTo>
                <a:lnTo>
                  <a:pt x="1838325" y="1590675"/>
                </a:lnTo>
                <a:lnTo>
                  <a:pt x="1828800" y="1590675"/>
                </a:lnTo>
                <a:close/>
                <a:moveTo>
                  <a:pt x="257175" y="1590675"/>
                </a:moveTo>
                <a:lnTo>
                  <a:pt x="266700" y="1590675"/>
                </a:lnTo>
                <a:lnTo>
                  <a:pt x="266700" y="1600200"/>
                </a:lnTo>
                <a:lnTo>
                  <a:pt x="257175" y="1600200"/>
                </a:lnTo>
                <a:close/>
                <a:moveTo>
                  <a:pt x="1819275" y="1590675"/>
                </a:moveTo>
                <a:lnTo>
                  <a:pt x="1828800" y="1590675"/>
                </a:lnTo>
                <a:lnTo>
                  <a:pt x="1828800" y="1600200"/>
                </a:lnTo>
                <a:lnTo>
                  <a:pt x="1819275" y="1600200"/>
                </a:lnTo>
                <a:close/>
                <a:moveTo>
                  <a:pt x="1809750" y="1609725"/>
                </a:moveTo>
                <a:lnTo>
                  <a:pt x="1819275" y="1609725"/>
                </a:lnTo>
                <a:lnTo>
                  <a:pt x="1819275" y="1619250"/>
                </a:lnTo>
                <a:lnTo>
                  <a:pt x="1809750" y="1619250"/>
                </a:lnTo>
                <a:close/>
                <a:moveTo>
                  <a:pt x="266700" y="1619250"/>
                </a:moveTo>
                <a:lnTo>
                  <a:pt x="276225" y="1619250"/>
                </a:lnTo>
                <a:lnTo>
                  <a:pt x="276225" y="1628775"/>
                </a:lnTo>
                <a:lnTo>
                  <a:pt x="266700" y="1628775"/>
                </a:lnTo>
                <a:close/>
                <a:moveTo>
                  <a:pt x="1819275" y="1619250"/>
                </a:moveTo>
                <a:lnTo>
                  <a:pt x="1828800" y="1619250"/>
                </a:lnTo>
                <a:lnTo>
                  <a:pt x="1828800" y="1628775"/>
                </a:lnTo>
                <a:lnTo>
                  <a:pt x="1819275" y="1628775"/>
                </a:lnTo>
                <a:close/>
                <a:moveTo>
                  <a:pt x="123825" y="1628775"/>
                </a:moveTo>
                <a:lnTo>
                  <a:pt x="133350" y="1628775"/>
                </a:lnTo>
                <a:lnTo>
                  <a:pt x="133350" y="1638300"/>
                </a:lnTo>
                <a:lnTo>
                  <a:pt x="123825" y="1638300"/>
                </a:lnTo>
                <a:close/>
                <a:moveTo>
                  <a:pt x="1952625" y="1628775"/>
                </a:moveTo>
                <a:lnTo>
                  <a:pt x="1962150" y="1628775"/>
                </a:lnTo>
                <a:lnTo>
                  <a:pt x="1962150" y="1638300"/>
                </a:lnTo>
                <a:lnTo>
                  <a:pt x="1952625" y="1638300"/>
                </a:lnTo>
                <a:close/>
                <a:moveTo>
                  <a:pt x="104775" y="1638300"/>
                </a:moveTo>
                <a:lnTo>
                  <a:pt x="114300" y="1638300"/>
                </a:lnTo>
                <a:lnTo>
                  <a:pt x="114300" y="1647825"/>
                </a:lnTo>
                <a:lnTo>
                  <a:pt x="104775" y="1647825"/>
                </a:lnTo>
                <a:close/>
                <a:moveTo>
                  <a:pt x="95250" y="1647825"/>
                </a:moveTo>
                <a:lnTo>
                  <a:pt x="104775" y="1647825"/>
                </a:lnTo>
                <a:lnTo>
                  <a:pt x="104775" y="1657350"/>
                </a:lnTo>
                <a:lnTo>
                  <a:pt x="95250" y="1657350"/>
                </a:lnTo>
                <a:close/>
                <a:moveTo>
                  <a:pt x="85725" y="1666875"/>
                </a:moveTo>
                <a:lnTo>
                  <a:pt x="95250" y="1666875"/>
                </a:lnTo>
                <a:lnTo>
                  <a:pt x="95250" y="1676400"/>
                </a:lnTo>
                <a:lnTo>
                  <a:pt x="85725" y="1676400"/>
                </a:lnTo>
                <a:close/>
                <a:moveTo>
                  <a:pt x="1990725" y="1666875"/>
                </a:moveTo>
                <a:lnTo>
                  <a:pt x="2000250" y="1666875"/>
                </a:lnTo>
                <a:lnTo>
                  <a:pt x="2000250" y="1714500"/>
                </a:lnTo>
                <a:lnTo>
                  <a:pt x="1990725" y="1714500"/>
                </a:lnTo>
                <a:close/>
                <a:moveTo>
                  <a:pt x="85725" y="1714500"/>
                </a:moveTo>
                <a:lnTo>
                  <a:pt x="95250" y="1714500"/>
                </a:lnTo>
                <a:lnTo>
                  <a:pt x="95250" y="1724025"/>
                </a:lnTo>
                <a:lnTo>
                  <a:pt x="85725" y="1724025"/>
                </a:lnTo>
                <a:close/>
                <a:moveTo>
                  <a:pt x="142875" y="1752600"/>
                </a:moveTo>
                <a:lnTo>
                  <a:pt x="409575" y="1752600"/>
                </a:lnTo>
                <a:lnTo>
                  <a:pt x="409575" y="1762125"/>
                </a:lnTo>
                <a:lnTo>
                  <a:pt x="142875" y="1762125"/>
                </a:lnTo>
                <a:close/>
                <a:moveTo>
                  <a:pt x="1666875" y="1752600"/>
                </a:moveTo>
                <a:lnTo>
                  <a:pt x="1952625" y="1752600"/>
                </a:lnTo>
                <a:lnTo>
                  <a:pt x="1952625" y="1762125"/>
                </a:lnTo>
                <a:lnTo>
                  <a:pt x="1666875" y="1762125"/>
                </a:lnTo>
                <a:close/>
                <a:moveTo>
                  <a:pt x="419100" y="1762125"/>
                </a:moveTo>
                <a:lnTo>
                  <a:pt x="428625" y="1762125"/>
                </a:lnTo>
                <a:lnTo>
                  <a:pt x="428625" y="1771650"/>
                </a:lnTo>
                <a:lnTo>
                  <a:pt x="419100" y="1771650"/>
                </a:lnTo>
                <a:close/>
                <a:moveTo>
                  <a:pt x="1657350" y="1762125"/>
                </a:moveTo>
                <a:lnTo>
                  <a:pt x="1666875" y="1762125"/>
                </a:lnTo>
                <a:lnTo>
                  <a:pt x="1666875" y="1771650"/>
                </a:lnTo>
                <a:lnTo>
                  <a:pt x="1657350" y="1771650"/>
                </a:lnTo>
                <a:close/>
                <a:moveTo>
                  <a:pt x="447675" y="1781175"/>
                </a:moveTo>
                <a:lnTo>
                  <a:pt x="457200" y="1781175"/>
                </a:lnTo>
                <a:lnTo>
                  <a:pt x="457200" y="1790700"/>
                </a:lnTo>
                <a:lnTo>
                  <a:pt x="447675" y="1790700"/>
                </a:lnTo>
                <a:close/>
                <a:moveTo>
                  <a:pt x="1628775" y="1781175"/>
                </a:moveTo>
                <a:lnTo>
                  <a:pt x="1638300" y="1781175"/>
                </a:lnTo>
                <a:lnTo>
                  <a:pt x="1638300" y="1790700"/>
                </a:lnTo>
                <a:lnTo>
                  <a:pt x="1628775" y="1790700"/>
                </a:lnTo>
                <a:close/>
                <a:moveTo>
                  <a:pt x="457200" y="1790700"/>
                </a:moveTo>
                <a:lnTo>
                  <a:pt x="466725" y="1790700"/>
                </a:lnTo>
                <a:lnTo>
                  <a:pt x="466725" y="1800225"/>
                </a:lnTo>
                <a:lnTo>
                  <a:pt x="457200" y="1800225"/>
                </a:lnTo>
                <a:close/>
                <a:moveTo>
                  <a:pt x="1619250" y="1790700"/>
                </a:moveTo>
                <a:lnTo>
                  <a:pt x="1628775" y="1790700"/>
                </a:lnTo>
                <a:lnTo>
                  <a:pt x="1628775" y="1800225"/>
                </a:lnTo>
                <a:lnTo>
                  <a:pt x="1619250" y="1800225"/>
                </a:lnTo>
                <a:close/>
                <a:moveTo>
                  <a:pt x="466725" y="1800225"/>
                </a:moveTo>
                <a:lnTo>
                  <a:pt x="476250" y="1800225"/>
                </a:lnTo>
                <a:lnTo>
                  <a:pt x="476250" y="1809750"/>
                </a:lnTo>
                <a:lnTo>
                  <a:pt x="466725" y="1809750"/>
                </a:lnTo>
                <a:close/>
                <a:moveTo>
                  <a:pt x="1590675" y="1809750"/>
                </a:moveTo>
                <a:lnTo>
                  <a:pt x="1600200" y="1809750"/>
                </a:lnTo>
                <a:lnTo>
                  <a:pt x="1600200" y="1819275"/>
                </a:lnTo>
                <a:lnTo>
                  <a:pt x="1590675" y="1819275"/>
                </a:lnTo>
                <a:close/>
                <a:moveTo>
                  <a:pt x="495300" y="1819275"/>
                </a:moveTo>
                <a:lnTo>
                  <a:pt x="504825" y="1819275"/>
                </a:lnTo>
                <a:lnTo>
                  <a:pt x="504825" y="1828800"/>
                </a:lnTo>
                <a:lnTo>
                  <a:pt x="495300" y="1828800"/>
                </a:lnTo>
                <a:close/>
                <a:moveTo>
                  <a:pt x="1581150" y="1819275"/>
                </a:moveTo>
                <a:lnTo>
                  <a:pt x="1590675" y="1819275"/>
                </a:lnTo>
                <a:lnTo>
                  <a:pt x="1590675" y="1828800"/>
                </a:lnTo>
                <a:lnTo>
                  <a:pt x="1581150" y="1828800"/>
                </a:lnTo>
                <a:close/>
                <a:moveTo>
                  <a:pt x="514350" y="1828800"/>
                </a:moveTo>
                <a:lnTo>
                  <a:pt x="523875" y="1828800"/>
                </a:lnTo>
                <a:lnTo>
                  <a:pt x="523875" y="1838325"/>
                </a:lnTo>
                <a:lnTo>
                  <a:pt x="514350" y="1838325"/>
                </a:lnTo>
                <a:close/>
                <a:moveTo>
                  <a:pt x="523875" y="1838325"/>
                </a:moveTo>
                <a:lnTo>
                  <a:pt x="533400" y="1838325"/>
                </a:lnTo>
                <a:lnTo>
                  <a:pt x="533400" y="1847850"/>
                </a:lnTo>
                <a:lnTo>
                  <a:pt x="523875" y="1847850"/>
                </a:lnTo>
                <a:close/>
                <a:moveTo>
                  <a:pt x="1552575" y="1838325"/>
                </a:moveTo>
                <a:lnTo>
                  <a:pt x="1562100" y="1838325"/>
                </a:lnTo>
                <a:lnTo>
                  <a:pt x="1562100" y="1847850"/>
                </a:lnTo>
                <a:lnTo>
                  <a:pt x="1552575" y="1847850"/>
                </a:lnTo>
                <a:close/>
                <a:moveTo>
                  <a:pt x="542925" y="1847850"/>
                </a:moveTo>
                <a:lnTo>
                  <a:pt x="552450" y="1847850"/>
                </a:lnTo>
                <a:lnTo>
                  <a:pt x="552450" y="1857375"/>
                </a:lnTo>
                <a:lnTo>
                  <a:pt x="542925" y="1857375"/>
                </a:lnTo>
                <a:close/>
                <a:moveTo>
                  <a:pt x="1533525" y="1847850"/>
                </a:moveTo>
                <a:lnTo>
                  <a:pt x="1543050" y="1847850"/>
                </a:lnTo>
                <a:lnTo>
                  <a:pt x="1543050" y="1857375"/>
                </a:lnTo>
                <a:lnTo>
                  <a:pt x="1533525" y="1857375"/>
                </a:lnTo>
                <a:close/>
                <a:moveTo>
                  <a:pt x="561975" y="1857375"/>
                </a:moveTo>
                <a:lnTo>
                  <a:pt x="571500" y="1857375"/>
                </a:lnTo>
                <a:lnTo>
                  <a:pt x="571500" y="1866900"/>
                </a:lnTo>
                <a:lnTo>
                  <a:pt x="561975" y="1866900"/>
                </a:lnTo>
                <a:close/>
                <a:moveTo>
                  <a:pt x="1514475" y="1857375"/>
                </a:moveTo>
                <a:lnTo>
                  <a:pt x="1524000" y="1857375"/>
                </a:lnTo>
                <a:lnTo>
                  <a:pt x="1524000" y="1866900"/>
                </a:lnTo>
                <a:lnTo>
                  <a:pt x="1514475" y="1866900"/>
                </a:lnTo>
                <a:close/>
                <a:moveTo>
                  <a:pt x="590550" y="1876425"/>
                </a:moveTo>
                <a:lnTo>
                  <a:pt x="600075" y="1876425"/>
                </a:lnTo>
                <a:lnTo>
                  <a:pt x="600075" y="1885950"/>
                </a:lnTo>
                <a:lnTo>
                  <a:pt x="590550" y="1885950"/>
                </a:lnTo>
                <a:close/>
                <a:moveTo>
                  <a:pt x="1485900" y="1876425"/>
                </a:moveTo>
                <a:lnTo>
                  <a:pt x="1495425" y="1876425"/>
                </a:lnTo>
                <a:lnTo>
                  <a:pt x="1495425" y="1885950"/>
                </a:lnTo>
                <a:lnTo>
                  <a:pt x="1485900" y="1885950"/>
                </a:lnTo>
                <a:close/>
                <a:moveTo>
                  <a:pt x="609600" y="1885950"/>
                </a:moveTo>
                <a:lnTo>
                  <a:pt x="619125" y="1885950"/>
                </a:lnTo>
                <a:lnTo>
                  <a:pt x="619125" y="1895475"/>
                </a:lnTo>
                <a:lnTo>
                  <a:pt x="609600" y="1895475"/>
                </a:lnTo>
                <a:close/>
                <a:moveTo>
                  <a:pt x="1457325" y="1885950"/>
                </a:moveTo>
                <a:lnTo>
                  <a:pt x="1466850" y="1885950"/>
                </a:lnTo>
                <a:lnTo>
                  <a:pt x="1466850" y="1895475"/>
                </a:lnTo>
                <a:lnTo>
                  <a:pt x="1457325" y="1895475"/>
                </a:lnTo>
                <a:close/>
                <a:moveTo>
                  <a:pt x="628650" y="1895475"/>
                </a:moveTo>
                <a:lnTo>
                  <a:pt x="638175" y="1895475"/>
                </a:lnTo>
                <a:lnTo>
                  <a:pt x="638175" y="1905000"/>
                </a:lnTo>
                <a:lnTo>
                  <a:pt x="628650" y="1905000"/>
                </a:lnTo>
                <a:close/>
                <a:moveTo>
                  <a:pt x="1438275" y="1895475"/>
                </a:moveTo>
                <a:lnTo>
                  <a:pt x="1447800" y="1895475"/>
                </a:lnTo>
                <a:lnTo>
                  <a:pt x="1447800" y="1905000"/>
                </a:lnTo>
                <a:lnTo>
                  <a:pt x="1438275" y="1905000"/>
                </a:lnTo>
                <a:close/>
                <a:moveTo>
                  <a:pt x="657225" y="1905000"/>
                </a:moveTo>
                <a:lnTo>
                  <a:pt x="666750" y="1905000"/>
                </a:lnTo>
                <a:lnTo>
                  <a:pt x="666750" y="1914525"/>
                </a:lnTo>
                <a:lnTo>
                  <a:pt x="657225" y="1914525"/>
                </a:lnTo>
                <a:close/>
                <a:moveTo>
                  <a:pt x="1419225" y="1905000"/>
                </a:moveTo>
                <a:lnTo>
                  <a:pt x="1428750" y="1905000"/>
                </a:lnTo>
                <a:lnTo>
                  <a:pt x="1428750" y="1914525"/>
                </a:lnTo>
                <a:lnTo>
                  <a:pt x="1419225" y="1914525"/>
                </a:lnTo>
                <a:close/>
                <a:moveTo>
                  <a:pt x="676275" y="1914525"/>
                </a:moveTo>
                <a:lnTo>
                  <a:pt x="685800" y="1914525"/>
                </a:lnTo>
                <a:lnTo>
                  <a:pt x="685800" y="1924050"/>
                </a:lnTo>
                <a:lnTo>
                  <a:pt x="676275" y="1924050"/>
                </a:lnTo>
                <a:close/>
                <a:moveTo>
                  <a:pt x="1400175" y="1914525"/>
                </a:moveTo>
                <a:lnTo>
                  <a:pt x="1409700" y="1914525"/>
                </a:lnTo>
                <a:lnTo>
                  <a:pt x="1409700" y="1924050"/>
                </a:lnTo>
                <a:lnTo>
                  <a:pt x="1400175" y="1924050"/>
                </a:lnTo>
                <a:close/>
                <a:moveTo>
                  <a:pt x="695325" y="1924050"/>
                </a:moveTo>
                <a:lnTo>
                  <a:pt x="714375" y="1924050"/>
                </a:lnTo>
                <a:lnTo>
                  <a:pt x="714375" y="1933575"/>
                </a:lnTo>
                <a:lnTo>
                  <a:pt x="695325" y="1933575"/>
                </a:lnTo>
                <a:close/>
                <a:moveTo>
                  <a:pt x="1371600" y="1924050"/>
                </a:moveTo>
                <a:lnTo>
                  <a:pt x="1381125" y="1924050"/>
                </a:lnTo>
                <a:lnTo>
                  <a:pt x="1381125" y="1933575"/>
                </a:lnTo>
                <a:lnTo>
                  <a:pt x="1371600" y="1933575"/>
                </a:lnTo>
                <a:close/>
                <a:moveTo>
                  <a:pt x="723900" y="1933575"/>
                </a:moveTo>
                <a:lnTo>
                  <a:pt x="742950" y="1933575"/>
                </a:lnTo>
                <a:lnTo>
                  <a:pt x="742950" y="1943100"/>
                </a:lnTo>
                <a:lnTo>
                  <a:pt x="723900" y="1943100"/>
                </a:lnTo>
                <a:close/>
                <a:moveTo>
                  <a:pt x="1343025" y="1933575"/>
                </a:moveTo>
                <a:lnTo>
                  <a:pt x="1362075" y="1933575"/>
                </a:lnTo>
                <a:lnTo>
                  <a:pt x="1362075" y="1943100"/>
                </a:lnTo>
                <a:lnTo>
                  <a:pt x="1343025" y="1943100"/>
                </a:lnTo>
                <a:close/>
                <a:moveTo>
                  <a:pt x="752475" y="1943100"/>
                </a:moveTo>
                <a:lnTo>
                  <a:pt x="771525" y="1943100"/>
                </a:lnTo>
                <a:lnTo>
                  <a:pt x="771525" y="1952625"/>
                </a:lnTo>
                <a:lnTo>
                  <a:pt x="752475" y="1952625"/>
                </a:lnTo>
                <a:close/>
                <a:moveTo>
                  <a:pt x="1314450" y="1943100"/>
                </a:moveTo>
                <a:lnTo>
                  <a:pt x="1333500" y="1943100"/>
                </a:lnTo>
                <a:lnTo>
                  <a:pt x="1333500" y="1952625"/>
                </a:lnTo>
                <a:lnTo>
                  <a:pt x="1314450" y="1952625"/>
                </a:lnTo>
                <a:close/>
                <a:moveTo>
                  <a:pt x="790575" y="1952625"/>
                </a:moveTo>
                <a:lnTo>
                  <a:pt x="809625" y="1952625"/>
                </a:lnTo>
                <a:lnTo>
                  <a:pt x="809625" y="1962150"/>
                </a:lnTo>
                <a:lnTo>
                  <a:pt x="790575" y="1962150"/>
                </a:lnTo>
                <a:close/>
                <a:moveTo>
                  <a:pt x="1276350" y="1952625"/>
                </a:moveTo>
                <a:lnTo>
                  <a:pt x="1295400" y="1952625"/>
                </a:lnTo>
                <a:lnTo>
                  <a:pt x="1295400" y="1962150"/>
                </a:lnTo>
                <a:lnTo>
                  <a:pt x="1276350" y="1962150"/>
                </a:lnTo>
                <a:close/>
                <a:moveTo>
                  <a:pt x="819150" y="1962150"/>
                </a:moveTo>
                <a:lnTo>
                  <a:pt x="847725" y="1962150"/>
                </a:lnTo>
                <a:lnTo>
                  <a:pt x="847725" y="1971675"/>
                </a:lnTo>
                <a:lnTo>
                  <a:pt x="819150" y="1971675"/>
                </a:lnTo>
                <a:close/>
                <a:moveTo>
                  <a:pt x="1238250" y="1962150"/>
                </a:moveTo>
                <a:lnTo>
                  <a:pt x="1257300" y="1962150"/>
                </a:lnTo>
                <a:lnTo>
                  <a:pt x="1257300" y="1971675"/>
                </a:lnTo>
                <a:lnTo>
                  <a:pt x="1238250" y="1971675"/>
                </a:lnTo>
                <a:close/>
                <a:moveTo>
                  <a:pt x="866775" y="1971675"/>
                </a:moveTo>
                <a:lnTo>
                  <a:pt x="904875" y="1971675"/>
                </a:lnTo>
                <a:lnTo>
                  <a:pt x="904875" y="1981200"/>
                </a:lnTo>
                <a:lnTo>
                  <a:pt x="866775" y="1981200"/>
                </a:lnTo>
                <a:close/>
                <a:moveTo>
                  <a:pt x="1181100" y="1971675"/>
                </a:moveTo>
                <a:lnTo>
                  <a:pt x="1219200" y="1971675"/>
                </a:lnTo>
                <a:lnTo>
                  <a:pt x="1219200" y="1981200"/>
                </a:lnTo>
                <a:lnTo>
                  <a:pt x="1181100" y="1981200"/>
                </a:lnTo>
                <a:close/>
                <a:moveTo>
                  <a:pt x="933450" y="1981200"/>
                </a:moveTo>
                <a:lnTo>
                  <a:pt x="1009650" y="1981200"/>
                </a:lnTo>
                <a:lnTo>
                  <a:pt x="1009650" y="1990725"/>
                </a:lnTo>
                <a:lnTo>
                  <a:pt x="933450" y="1990725"/>
                </a:lnTo>
                <a:close/>
                <a:moveTo>
                  <a:pt x="1066800" y="1981200"/>
                </a:moveTo>
                <a:lnTo>
                  <a:pt x="1152525" y="1981200"/>
                </a:lnTo>
                <a:lnTo>
                  <a:pt x="1152525" y="1990725"/>
                </a:lnTo>
                <a:lnTo>
                  <a:pt x="1066800" y="1990725"/>
                </a:lnTo>
                <a:close/>
              </a:path>
            </a:pathLst>
          </a:custGeom>
          <a:solidFill xmlns:a="http://schemas.openxmlformats.org/drawingml/2006/main">
            <a:srgbClr val="ECF4EC"/>
          </a:solidFill>
          <a:ln xmlns:a="http://schemas.openxmlformats.org/drawingml/2006/main" w="0">
            <a:noFill/>
          </a:ln>
        </p:spPr>
      </p:sp>
      <p:sp>
        <p:nvSpPr>
          <p:cNvPr id="12" name="employee vector #dde9dd">
            <a:extLst xmlns:a="http://schemas.openxmlformats.org/drawingml/2006/main">
              <a:ext uri="{FF2B5EF4-FFF2-40B4-BE49-F238E27FC236}">
                <a16:creationId xmlns:a16="http://schemas.microsoft.com/office/drawing/2014/main" id="{061E252F-BBAE-4D4B-BCA5-C3315916835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85825" y="2571750"/>
            <a:ext cx="2105025" cy="2066925"/>
          </a:xfrm>
          <a:custGeom xmlns:a="http://schemas.openxmlformats.org/drawingml/2006/main">
            <a:pathLst>
              <a:path w="2105025" h="2066925">
                <a:moveTo>
                  <a:pt x="914400" y="28575"/>
                </a:moveTo>
                <a:lnTo>
                  <a:pt x="933450" y="28575"/>
                </a:lnTo>
                <a:lnTo>
                  <a:pt x="933450" y="38100"/>
                </a:lnTo>
                <a:lnTo>
                  <a:pt x="914400" y="38100"/>
                </a:lnTo>
                <a:close/>
                <a:moveTo>
                  <a:pt x="1152525" y="28575"/>
                </a:moveTo>
                <a:lnTo>
                  <a:pt x="1171575" y="28575"/>
                </a:lnTo>
                <a:lnTo>
                  <a:pt x="1171575" y="38100"/>
                </a:lnTo>
                <a:lnTo>
                  <a:pt x="1152525" y="38100"/>
                </a:lnTo>
                <a:close/>
                <a:moveTo>
                  <a:pt x="847725" y="38100"/>
                </a:moveTo>
                <a:lnTo>
                  <a:pt x="866775" y="38100"/>
                </a:lnTo>
                <a:lnTo>
                  <a:pt x="866775" y="47625"/>
                </a:lnTo>
                <a:lnTo>
                  <a:pt x="847725" y="47625"/>
                </a:lnTo>
                <a:close/>
                <a:moveTo>
                  <a:pt x="1219200" y="38100"/>
                </a:moveTo>
                <a:lnTo>
                  <a:pt x="1228725" y="38100"/>
                </a:lnTo>
                <a:lnTo>
                  <a:pt x="1228725" y="47625"/>
                </a:lnTo>
                <a:lnTo>
                  <a:pt x="1219200" y="47625"/>
                </a:lnTo>
                <a:close/>
                <a:moveTo>
                  <a:pt x="809625" y="47625"/>
                </a:moveTo>
                <a:lnTo>
                  <a:pt x="819150" y="47625"/>
                </a:lnTo>
                <a:lnTo>
                  <a:pt x="819150" y="57150"/>
                </a:lnTo>
                <a:lnTo>
                  <a:pt x="809625" y="57150"/>
                </a:lnTo>
                <a:close/>
                <a:moveTo>
                  <a:pt x="1228725" y="47625"/>
                </a:moveTo>
                <a:lnTo>
                  <a:pt x="1238250" y="47625"/>
                </a:lnTo>
                <a:lnTo>
                  <a:pt x="1238250" y="57150"/>
                </a:lnTo>
                <a:lnTo>
                  <a:pt x="1228725" y="57150"/>
                </a:lnTo>
                <a:close/>
                <a:moveTo>
                  <a:pt x="1257300" y="47625"/>
                </a:moveTo>
                <a:lnTo>
                  <a:pt x="1276350" y="47625"/>
                </a:lnTo>
                <a:lnTo>
                  <a:pt x="1276350" y="57150"/>
                </a:lnTo>
                <a:lnTo>
                  <a:pt x="1257300" y="57150"/>
                </a:lnTo>
                <a:close/>
                <a:moveTo>
                  <a:pt x="1304925" y="57150"/>
                </a:moveTo>
                <a:lnTo>
                  <a:pt x="1314450" y="57150"/>
                </a:lnTo>
                <a:lnTo>
                  <a:pt x="1314450" y="66675"/>
                </a:lnTo>
                <a:lnTo>
                  <a:pt x="1304925" y="66675"/>
                </a:lnTo>
                <a:close/>
                <a:moveTo>
                  <a:pt x="1333500" y="66675"/>
                </a:moveTo>
                <a:lnTo>
                  <a:pt x="1343025" y="66675"/>
                </a:lnTo>
                <a:lnTo>
                  <a:pt x="1343025" y="76200"/>
                </a:lnTo>
                <a:lnTo>
                  <a:pt x="1333500" y="76200"/>
                </a:lnTo>
                <a:close/>
                <a:moveTo>
                  <a:pt x="685800" y="85725"/>
                </a:moveTo>
                <a:lnTo>
                  <a:pt x="695325" y="85725"/>
                </a:lnTo>
                <a:lnTo>
                  <a:pt x="695325" y="95250"/>
                </a:lnTo>
                <a:lnTo>
                  <a:pt x="685800" y="95250"/>
                </a:lnTo>
                <a:close/>
                <a:moveTo>
                  <a:pt x="1390650" y="85725"/>
                </a:moveTo>
                <a:lnTo>
                  <a:pt x="1400175" y="85725"/>
                </a:lnTo>
                <a:lnTo>
                  <a:pt x="1400175" y="95250"/>
                </a:lnTo>
                <a:lnTo>
                  <a:pt x="1390650" y="95250"/>
                </a:lnTo>
                <a:close/>
                <a:moveTo>
                  <a:pt x="666750" y="95250"/>
                </a:moveTo>
                <a:lnTo>
                  <a:pt x="676275" y="95250"/>
                </a:lnTo>
                <a:lnTo>
                  <a:pt x="676275" y="104775"/>
                </a:lnTo>
                <a:lnTo>
                  <a:pt x="666750" y="104775"/>
                </a:lnTo>
                <a:close/>
                <a:moveTo>
                  <a:pt x="1419225" y="95250"/>
                </a:moveTo>
                <a:lnTo>
                  <a:pt x="1428750" y="95250"/>
                </a:lnTo>
                <a:lnTo>
                  <a:pt x="1428750" y="104775"/>
                </a:lnTo>
                <a:lnTo>
                  <a:pt x="1419225" y="104775"/>
                </a:lnTo>
                <a:close/>
                <a:moveTo>
                  <a:pt x="638175" y="104775"/>
                </a:moveTo>
                <a:lnTo>
                  <a:pt x="647700" y="104775"/>
                </a:lnTo>
                <a:lnTo>
                  <a:pt x="647700" y="114300"/>
                </a:lnTo>
                <a:lnTo>
                  <a:pt x="638175" y="114300"/>
                </a:lnTo>
                <a:close/>
                <a:moveTo>
                  <a:pt x="1438275" y="104775"/>
                </a:moveTo>
                <a:lnTo>
                  <a:pt x="1447800" y="104775"/>
                </a:lnTo>
                <a:lnTo>
                  <a:pt x="1447800" y="114300"/>
                </a:lnTo>
                <a:lnTo>
                  <a:pt x="1438275" y="114300"/>
                </a:lnTo>
                <a:close/>
                <a:moveTo>
                  <a:pt x="1457325" y="114300"/>
                </a:moveTo>
                <a:lnTo>
                  <a:pt x="1466850" y="114300"/>
                </a:lnTo>
                <a:lnTo>
                  <a:pt x="1466850" y="123825"/>
                </a:lnTo>
                <a:lnTo>
                  <a:pt x="1457325" y="123825"/>
                </a:lnTo>
                <a:close/>
                <a:moveTo>
                  <a:pt x="600075" y="123825"/>
                </a:moveTo>
                <a:lnTo>
                  <a:pt x="609600" y="123825"/>
                </a:lnTo>
                <a:lnTo>
                  <a:pt x="609600" y="133350"/>
                </a:lnTo>
                <a:lnTo>
                  <a:pt x="600075" y="133350"/>
                </a:lnTo>
                <a:close/>
                <a:moveTo>
                  <a:pt x="1476375" y="123825"/>
                </a:moveTo>
                <a:lnTo>
                  <a:pt x="1485900" y="123825"/>
                </a:lnTo>
                <a:lnTo>
                  <a:pt x="1485900" y="133350"/>
                </a:lnTo>
                <a:lnTo>
                  <a:pt x="1476375" y="133350"/>
                </a:lnTo>
                <a:close/>
                <a:moveTo>
                  <a:pt x="581025" y="133350"/>
                </a:moveTo>
                <a:lnTo>
                  <a:pt x="590550" y="133350"/>
                </a:lnTo>
                <a:lnTo>
                  <a:pt x="590550" y="142875"/>
                </a:lnTo>
                <a:lnTo>
                  <a:pt x="581025" y="142875"/>
                </a:lnTo>
                <a:close/>
                <a:moveTo>
                  <a:pt x="1495425" y="133350"/>
                </a:moveTo>
                <a:lnTo>
                  <a:pt x="1504950" y="133350"/>
                </a:lnTo>
                <a:lnTo>
                  <a:pt x="1504950" y="142875"/>
                </a:lnTo>
                <a:lnTo>
                  <a:pt x="1495425" y="142875"/>
                </a:lnTo>
                <a:close/>
                <a:moveTo>
                  <a:pt x="561975" y="142875"/>
                </a:moveTo>
                <a:lnTo>
                  <a:pt x="571500" y="142875"/>
                </a:lnTo>
                <a:lnTo>
                  <a:pt x="571500" y="152400"/>
                </a:lnTo>
                <a:lnTo>
                  <a:pt x="561975" y="152400"/>
                </a:lnTo>
                <a:close/>
                <a:moveTo>
                  <a:pt x="1514475" y="142875"/>
                </a:moveTo>
                <a:lnTo>
                  <a:pt x="1524000" y="142875"/>
                </a:lnTo>
                <a:lnTo>
                  <a:pt x="1524000" y="152400"/>
                </a:lnTo>
                <a:lnTo>
                  <a:pt x="1514475" y="152400"/>
                </a:lnTo>
                <a:close/>
                <a:moveTo>
                  <a:pt x="1543050" y="161925"/>
                </a:moveTo>
                <a:lnTo>
                  <a:pt x="1552575" y="161925"/>
                </a:lnTo>
                <a:lnTo>
                  <a:pt x="1552575" y="171450"/>
                </a:lnTo>
                <a:lnTo>
                  <a:pt x="1543050" y="171450"/>
                </a:lnTo>
                <a:close/>
                <a:moveTo>
                  <a:pt x="514350" y="171450"/>
                </a:moveTo>
                <a:lnTo>
                  <a:pt x="523875" y="171450"/>
                </a:lnTo>
                <a:lnTo>
                  <a:pt x="523875" y="180975"/>
                </a:lnTo>
                <a:lnTo>
                  <a:pt x="514350" y="180975"/>
                </a:lnTo>
                <a:close/>
                <a:moveTo>
                  <a:pt x="1219200" y="180975"/>
                </a:moveTo>
                <a:lnTo>
                  <a:pt x="1228725" y="180975"/>
                </a:lnTo>
                <a:lnTo>
                  <a:pt x="1228725" y="190500"/>
                </a:lnTo>
                <a:lnTo>
                  <a:pt x="1219200" y="190500"/>
                </a:lnTo>
                <a:close/>
                <a:moveTo>
                  <a:pt x="485775" y="190500"/>
                </a:moveTo>
                <a:lnTo>
                  <a:pt x="495300" y="190500"/>
                </a:lnTo>
                <a:lnTo>
                  <a:pt x="495300" y="200025"/>
                </a:lnTo>
                <a:lnTo>
                  <a:pt x="485775" y="200025"/>
                </a:lnTo>
                <a:close/>
                <a:moveTo>
                  <a:pt x="1114425" y="190500"/>
                </a:moveTo>
                <a:lnTo>
                  <a:pt x="1133475" y="190500"/>
                </a:lnTo>
                <a:lnTo>
                  <a:pt x="1133475" y="200025"/>
                </a:lnTo>
                <a:lnTo>
                  <a:pt x="1114425" y="200025"/>
                </a:lnTo>
                <a:close/>
                <a:moveTo>
                  <a:pt x="1257300" y="190500"/>
                </a:moveTo>
                <a:lnTo>
                  <a:pt x="1266825" y="190500"/>
                </a:lnTo>
                <a:lnTo>
                  <a:pt x="1266825" y="200025"/>
                </a:lnTo>
                <a:lnTo>
                  <a:pt x="1257300" y="200025"/>
                </a:lnTo>
                <a:close/>
                <a:moveTo>
                  <a:pt x="1152525" y="200025"/>
                </a:moveTo>
                <a:lnTo>
                  <a:pt x="1171575" y="200025"/>
                </a:lnTo>
                <a:lnTo>
                  <a:pt x="1171575" y="209550"/>
                </a:lnTo>
                <a:lnTo>
                  <a:pt x="1190625" y="209550"/>
                </a:lnTo>
                <a:lnTo>
                  <a:pt x="1190625" y="228600"/>
                </a:lnTo>
                <a:lnTo>
                  <a:pt x="1181100" y="228600"/>
                </a:lnTo>
                <a:lnTo>
                  <a:pt x="1181100" y="219075"/>
                </a:lnTo>
                <a:lnTo>
                  <a:pt x="1152525" y="219075"/>
                </a:lnTo>
                <a:close/>
                <a:moveTo>
                  <a:pt x="1600200" y="200025"/>
                </a:moveTo>
                <a:lnTo>
                  <a:pt x="1609725" y="200025"/>
                </a:lnTo>
                <a:lnTo>
                  <a:pt x="1609725" y="209550"/>
                </a:lnTo>
                <a:lnTo>
                  <a:pt x="1600200" y="209550"/>
                </a:lnTo>
                <a:close/>
                <a:moveTo>
                  <a:pt x="447675" y="219075"/>
                </a:moveTo>
                <a:lnTo>
                  <a:pt x="457200" y="219075"/>
                </a:lnTo>
                <a:lnTo>
                  <a:pt x="457200" y="228600"/>
                </a:lnTo>
                <a:lnTo>
                  <a:pt x="447675" y="228600"/>
                </a:lnTo>
                <a:close/>
                <a:moveTo>
                  <a:pt x="1123950" y="219075"/>
                </a:moveTo>
                <a:lnTo>
                  <a:pt x="1152525" y="219075"/>
                </a:lnTo>
                <a:lnTo>
                  <a:pt x="1152525" y="247650"/>
                </a:lnTo>
                <a:lnTo>
                  <a:pt x="1143000" y="247650"/>
                </a:lnTo>
                <a:lnTo>
                  <a:pt x="1143000" y="238125"/>
                </a:lnTo>
                <a:lnTo>
                  <a:pt x="1133475" y="238125"/>
                </a:lnTo>
                <a:lnTo>
                  <a:pt x="1133475" y="228600"/>
                </a:lnTo>
                <a:lnTo>
                  <a:pt x="1123950" y="228600"/>
                </a:lnTo>
                <a:close/>
                <a:moveTo>
                  <a:pt x="1219200" y="219075"/>
                </a:moveTo>
                <a:lnTo>
                  <a:pt x="1228725" y="219075"/>
                </a:lnTo>
                <a:lnTo>
                  <a:pt x="1228725" y="228600"/>
                </a:lnTo>
                <a:lnTo>
                  <a:pt x="1219200" y="228600"/>
                </a:lnTo>
                <a:close/>
                <a:moveTo>
                  <a:pt x="1362075" y="219075"/>
                </a:moveTo>
                <a:lnTo>
                  <a:pt x="1371600" y="219075"/>
                </a:lnTo>
                <a:lnTo>
                  <a:pt x="1371600" y="228600"/>
                </a:lnTo>
                <a:lnTo>
                  <a:pt x="1362075" y="228600"/>
                </a:lnTo>
                <a:close/>
                <a:moveTo>
                  <a:pt x="438150" y="228600"/>
                </a:moveTo>
                <a:lnTo>
                  <a:pt x="447675" y="228600"/>
                </a:lnTo>
                <a:lnTo>
                  <a:pt x="447675" y="238125"/>
                </a:lnTo>
                <a:lnTo>
                  <a:pt x="438150" y="238125"/>
                </a:lnTo>
                <a:close/>
                <a:moveTo>
                  <a:pt x="400050" y="257175"/>
                </a:moveTo>
                <a:lnTo>
                  <a:pt x="409575" y="257175"/>
                </a:lnTo>
                <a:lnTo>
                  <a:pt x="409575" y="266700"/>
                </a:lnTo>
                <a:lnTo>
                  <a:pt x="400050" y="266700"/>
                </a:lnTo>
                <a:close/>
                <a:moveTo>
                  <a:pt x="1447800" y="257175"/>
                </a:moveTo>
                <a:lnTo>
                  <a:pt x="1457325" y="257175"/>
                </a:lnTo>
                <a:lnTo>
                  <a:pt x="1457325" y="266700"/>
                </a:lnTo>
                <a:lnTo>
                  <a:pt x="1447800" y="266700"/>
                </a:lnTo>
                <a:close/>
                <a:moveTo>
                  <a:pt x="1495425" y="257175"/>
                </a:moveTo>
                <a:lnTo>
                  <a:pt x="1504950" y="257175"/>
                </a:lnTo>
                <a:lnTo>
                  <a:pt x="1504950" y="276225"/>
                </a:lnTo>
                <a:lnTo>
                  <a:pt x="1495425" y="276225"/>
                </a:lnTo>
                <a:lnTo>
                  <a:pt x="1495425" y="285750"/>
                </a:lnTo>
                <a:lnTo>
                  <a:pt x="1485900" y="285750"/>
                </a:lnTo>
                <a:lnTo>
                  <a:pt x="1485900" y="276225"/>
                </a:lnTo>
                <a:lnTo>
                  <a:pt x="1466850" y="276225"/>
                </a:lnTo>
                <a:lnTo>
                  <a:pt x="1466850" y="266700"/>
                </a:lnTo>
                <a:lnTo>
                  <a:pt x="1495425" y="266700"/>
                </a:lnTo>
                <a:close/>
                <a:moveTo>
                  <a:pt x="1666875" y="257175"/>
                </a:moveTo>
                <a:lnTo>
                  <a:pt x="1676400" y="257175"/>
                </a:lnTo>
                <a:lnTo>
                  <a:pt x="1676400" y="266700"/>
                </a:lnTo>
                <a:lnTo>
                  <a:pt x="1666875" y="266700"/>
                </a:lnTo>
                <a:close/>
                <a:moveTo>
                  <a:pt x="390525" y="266700"/>
                </a:moveTo>
                <a:lnTo>
                  <a:pt x="400050" y="266700"/>
                </a:lnTo>
                <a:lnTo>
                  <a:pt x="400050" y="276225"/>
                </a:lnTo>
                <a:lnTo>
                  <a:pt x="390525" y="276225"/>
                </a:lnTo>
                <a:close/>
                <a:moveTo>
                  <a:pt x="1685925" y="266700"/>
                </a:moveTo>
                <a:lnTo>
                  <a:pt x="1695450" y="266700"/>
                </a:lnTo>
                <a:lnTo>
                  <a:pt x="1695450" y="276225"/>
                </a:lnTo>
                <a:lnTo>
                  <a:pt x="1685925" y="276225"/>
                </a:lnTo>
                <a:close/>
                <a:moveTo>
                  <a:pt x="1695450" y="276225"/>
                </a:moveTo>
                <a:lnTo>
                  <a:pt x="1704975" y="276225"/>
                </a:lnTo>
                <a:lnTo>
                  <a:pt x="1704975" y="285750"/>
                </a:lnTo>
                <a:lnTo>
                  <a:pt x="1695450" y="285750"/>
                </a:lnTo>
                <a:close/>
                <a:moveTo>
                  <a:pt x="1476375" y="285750"/>
                </a:moveTo>
                <a:lnTo>
                  <a:pt x="1485900" y="285750"/>
                </a:lnTo>
                <a:lnTo>
                  <a:pt x="1485900" y="295275"/>
                </a:lnTo>
                <a:lnTo>
                  <a:pt x="1476375" y="295275"/>
                </a:lnTo>
                <a:close/>
                <a:moveTo>
                  <a:pt x="1504950" y="323850"/>
                </a:moveTo>
                <a:lnTo>
                  <a:pt x="1514475" y="323850"/>
                </a:lnTo>
                <a:lnTo>
                  <a:pt x="1514475" y="333375"/>
                </a:lnTo>
                <a:lnTo>
                  <a:pt x="1524000" y="333375"/>
                </a:lnTo>
                <a:lnTo>
                  <a:pt x="1524000" y="342900"/>
                </a:lnTo>
                <a:lnTo>
                  <a:pt x="1514475" y="342900"/>
                </a:lnTo>
                <a:lnTo>
                  <a:pt x="1514475" y="352425"/>
                </a:lnTo>
                <a:lnTo>
                  <a:pt x="1495425" y="352425"/>
                </a:lnTo>
                <a:lnTo>
                  <a:pt x="1495425" y="342900"/>
                </a:lnTo>
                <a:lnTo>
                  <a:pt x="1485900" y="342900"/>
                </a:lnTo>
                <a:lnTo>
                  <a:pt x="1485900" y="333375"/>
                </a:lnTo>
                <a:lnTo>
                  <a:pt x="1504950" y="333375"/>
                </a:lnTo>
                <a:close/>
                <a:moveTo>
                  <a:pt x="1743075" y="323850"/>
                </a:moveTo>
                <a:lnTo>
                  <a:pt x="1752600" y="323850"/>
                </a:lnTo>
                <a:lnTo>
                  <a:pt x="1752600" y="333375"/>
                </a:lnTo>
                <a:lnTo>
                  <a:pt x="1743075" y="333375"/>
                </a:lnTo>
                <a:close/>
                <a:moveTo>
                  <a:pt x="1752600" y="333375"/>
                </a:moveTo>
                <a:lnTo>
                  <a:pt x="1762125" y="333375"/>
                </a:lnTo>
                <a:lnTo>
                  <a:pt x="1762125" y="342900"/>
                </a:lnTo>
                <a:lnTo>
                  <a:pt x="1752600" y="342900"/>
                </a:lnTo>
                <a:close/>
                <a:moveTo>
                  <a:pt x="847725" y="342900"/>
                </a:moveTo>
                <a:lnTo>
                  <a:pt x="857250" y="342900"/>
                </a:lnTo>
                <a:lnTo>
                  <a:pt x="857250" y="352425"/>
                </a:lnTo>
                <a:lnTo>
                  <a:pt x="847725" y="352425"/>
                </a:lnTo>
                <a:close/>
                <a:moveTo>
                  <a:pt x="1762125" y="342900"/>
                </a:moveTo>
                <a:lnTo>
                  <a:pt x="1771650" y="342900"/>
                </a:lnTo>
                <a:lnTo>
                  <a:pt x="1771650" y="352425"/>
                </a:lnTo>
                <a:lnTo>
                  <a:pt x="1762125" y="352425"/>
                </a:lnTo>
                <a:close/>
                <a:moveTo>
                  <a:pt x="304800" y="352425"/>
                </a:moveTo>
                <a:lnTo>
                  <a:pt x="314325" y="352425"/>
                </a:lnTo>
                <a:lnTo>
                  <a:pt x="314325" y="361950"/>
                </a:lnTo>
                <a:lnTo>
                  <a:pt x="304800" y="361950"/>
                </a:lnTo>
                <a:close/>
                <a:moveTo>
                  <a:pt x="1343025" y="352425"/>
                </a:moveTo>
                <a:lnTo>
                  <a:pt x="1390650" y="352425"/>
                </a:lnTo>
                <a:lnTo>
                  <a:pt x="1390650" y="371475"/>
                </a:lnTo>
                <a:lnTo>
                  <a:pt x="1381125" y="371475"/>
                </a:lnTo>
                <a:lnTo>
                  <a:pt x="1381125" y="361950"/>
                </a:lnTo>
                <a:lnTo>
                  <a:pt x="1371600" y="361950"/>
                </a:lnTo>
                <a:lnTo>
                  <a:pt x="1371600" y="381000"/>
                </a:lnTo>
                <a:lnTo>
                  <a:pt x="1333500" y="381000"/>
                </a:lnTo>
                <a:lnTo>
                  <a:pt x="1333500" y="371475"/>
                </a:lnTo>
                <a:lnTo>
                  <a:pt x="1343025" y="371475"/>
                </a:lnTo>
                <a:close/>
                <a:moveTo>
                  <a:pt x="295275" y="361950"/>
                </a:moveTo>
                <a:lnTo>
                  <a:pt x="304800" y="361950"/>
                </a:lnTo>
                <a:lnTo>
                  <a:pt x="304800" y="371475"/>
                </a:lnTo>
                <a:lnTo>
                  <a:pt x="295275" y="371475"/>
                </a:lnTo>
                <a:close/>
                <a:moveTo>
                  <a:pt x="838200" y="361950"/>
                </a:moveTo>
                <a:lnTo>
                  <a:pt x="847725" y="361950"/>
                </a:lnTo>
                <a:lnTo>
                  <a:pt x="847725" y="371475"/>
                </a:lnTo>
                <a:lnTo>
                  <a:pt x="857250" y="371475"/>
                </a:lnTo>
                <a:lnTo>
                  <a:pt x="857250" y="381000"/>
                </a:lnTo>
                <a:lnTo>
                  <a:pt x="838200" y="381000"/>
                </a:lnTo>
                <a:close/>
                <a:moveTo>
                  <a:pt x="876300" y="371475"/>
                </a:moveTo>
                <a:lnTo>
                  <a:pt x="885825" y="371475"/>
                </a:lnTo>
                <a:lnTo>
                  <a:pt x="885825" y="381000"/>
                </a:lnTo>
                <a:lnTo>
                  <a:pt x="895350" y="381000"/>
                </a:lnTo>
                <a:lnTo>
                  <a:pt x="895350" y="390525"/>
                </a:lnTo>
                <a:lnTo>
                  <a:pt x="876300" y="390525"/>
                </a:lnTo>
                <a:lnTo>
                  <a:pt x="876300" y="400050"/>
                </a:lnTo>
                <a:lnTo>
                  <a:pt x="866775" y="400050"/>
                </a:lnTo>
                <a:lnTo>
                  <a:pt x="866775" y="381000"/>
                </a:lnTo>
                <a:lnTo>
                  <a:pt x="876300" y="381000"/>
                </a:lnTo>
                <a:close/>
                <a:moveTo>
                  <a:pt x="1800225" y="390525"/>
                </a:moveTo>
                <a:lnTo>
                  <a:pt x="1809750" y="390525"/>
                </a:lnTo>
                <a:lnTo>
                  <a:pt x="1809750" y="400050"/>
                </a:lnTo>
                <a:lnTo>
                  <a:pt x="1800225" y="400050"/>
                </a:lnTo>
                <a:close/>
                <a:moveTo>
                  <a:pt x="266700" y="400050"/>
                </a:moveTo>
                <a:lnTo>
                  <a:pt x="276225" y="400050"/>
                </a:lnTo>
                <a:lnTo>
                  <a:pt x="276225" y="409575"/>
                </a:lnTo>
                <a:lnTo>
                  <a:pt x="266700" y="409575"/>
                </a:lnTo>
                <a:close/>
                <a:moveTo>
                  <a:pt x="1238250" y="400050"/>
                </a:moveTo>
                <a:lnTo>
                  <a:pt x="1266825" y="400050"/>
                </a:lnTo>
                <a:lnTo>
                  <a:pt x="1266825" y="438150"/>
                </a:lnTo>
                <a:lnTo>
                  <a:pt x="1257300" y="438150"/>
                </a:lnTo>
                <a:lnTo>
                  <a:pt x="1257300" y="447675"/>
                </a:lnTo>
                <a:lnTo>
                  <a:pt x="1238250" y="447675"/>
                </a:lnTo>
                <a:lnTo>
                  <a:pt x="1238250" y="466725"/>
                </a:lnTo>
                <a:lnTo>
                  <a:pt x="1257300" y="466725"/>
                </a:lnTo>
                <a:lnTo>
                  <a:pt x="1257300" y="457200"/>
                </a:lnTo>
                <a:lnTo>
                  <a:pt x="1266825" y="457200"/>
                </a:lnTo>
                <a:lnTo>
                  <a:pt x="1266825" y="447675"/>
                </a:lnTo>
                <a:lnTo>
                  <a:pt x="1276350" y="447675"/>
                </a:lnTo>
                <a:lnTo>
                  <a:pt x="1276350" y="438150"/>
                </a:lnTo>
                <a:lnTo>
                  <a:pt x="1295400" y="438150"/>
                </a:lnTo>
                <a:lnTo>
                  <a:pt x="1295400" y="428625"/>
                </a:lnTo>
                <a:lnTo>
                  <a:pt x="1314450" y="428625"/>
                </a:lnTo>
                <a:lnTo>
                  <a:pt x="1314450" y="438150"/>
                </a:lnTo>
                <a:lnTo>
                  <a:pt x="1323975" y="438150"/>
                </a:lnTo>
                <a:lnTo>
                  <a:pt x="1323975" y="447675"/>
                </a:lnTo>
                <a:lnTo>
                  <a:pt x="1304925" y="447675"/>
                </a:lnTo>
                <a:lnTo>
                  <a:pt x="1304925" y="457200"/>
                </a:lnTo>
                <a:lnTo>
                  <a:pt x="1285875" y="457200"/>
                </a:lnTo>
                <a:lnTo>
                  <a:pt x="1285875" y="466725"/>
                </a:lnTo>
                <a:lnTo>
                  <a:pt x="1266825" y="466725"/>
                </a:lnTo>
                <a:lnTo>
                  <a:pt x="1266825" y="504825"/>
                </a:lnTo>
                <a:lnTo>
                  <a:pt x="1257300" y="504825"/>
                </a:lnTo>
                <a:lnTo>
                  <a:pt x="1257300" y="495300"/>
                </a:lnTo>
                <a:lnTo>
                  <a:pt x="1247775" y="495300"/>
                </a:lnTo>
                <a:lnTo>
                  <a:pt x="1247775" y="523875"/>
                </a:lnTo>
                <a:lnTo>
                  <a:pt x="1209675" y="523875"/>
                </a:lnTo>
                <a:lnTo>
                  <a:pt x="1209675" y="514350"/>
                </a:lnTo>
                <a:lnTo>
                  <a:pt x="1200150" y="514350"/>
                </a:lnTo>
                <a:lnTo>
                  <a:pt x="1200150" y="495300"/>
                </a:lnTo>
                <a:lnTo>
                  <a:pt x="1190625" y="495300"/>
                </a:lnTo>
                <a:lnTo>
                  <a:pt x="1190625" y="476250"/>
                </a:lnTo>
                <a:lnTo>
                  <a:pt x="1181100" y="476250"/>
                </a:lnTo>
                <a:lnTo>
                  <a:pt x="1181100" y="419100"/>
                </a:lnTo>
                <a:lnTo>
                  <a:pt x="1190625" y="419100"/>
                </a:lnTo>
                <a:lnTo>
                  <a:pt x="1190625" y="409575"/>
                </a:lnTo>
                <a:lnTo>
                  <a:pt x="1200150" y="409575"/>
                </a:lnTo>
                <a:lnTo>
                  <a:pt x="1200150" y="428625"/>
                </a:lnTo>
                <a:lnTo>
                  <a:pt x="1219200" y="428625"/>
                </a:lnTo>
                <a:lnTo>
                  <a:pt x="1219200" y="419100"/>
                </a:lnTo>
                <a:lnTo>
                  <a:pt x="1228725" y="419100"/>
                </a:lnTo>
                <a:lnTo>
                  <a:pt x="1228725" y="409575"/>
                </a:lnTo>
                <a:lnTo>
                  <a:pt x="1238250" y="409575"/>
                </a:lnTo>
                <a:close/>
                <a:moveTo>
                  <a:pt x="1371600" y="400050"/>
                </a:moveTo>
                <a:lnTo>
                  <a:pt x="1381125" y="400050"/>
                </a:lnTo>
                <a:lnTo>
                  <a:pt x="1381125" y="419100"/>
                </a:lnTo>
                <a:lnTo>
                  <a:pt x="1371600" y="419100"/>
                </a:lnTo>
                <a:close/>
                <a:moveTo>
                  <a:pt x="1809750" y="400050"/>
                </a:moveTo>
                <a:lnTo>
                  <a:pt x="1819275" y="400050"/>
                </a:lnTo>
                <a:lnTo>
                  <a:pt x="1819275" y="409575"/>
                </a:lnTo>
                <a:lnTo>
                  <a:pt x="1809750" y="409575"/>
                </a:lnTo>
                <a:close/>
                <a:moveTo>
                  <a:pt x="257175" y="409575"/>
                </a:moveTo>
                <a:lnTo>
                  <a:pt x="266700" y="409575"/>
                </a:lnTo>
                <a:lnTo>
                  <a:pt x="266700" y="419100"/>
                </a:lnTo>
                <a:lnTo>
                  <a:pt x="257175" y="419100"/>
                </a:lnTo>
                <a:close/>
                <a:moveTo>
                  <a:pt x="819150" y="409575"/>
                </a:moveTo>
                <a:lnTo>
                  <a:pt x="828675" y="409575"/>
                </a:lnTo>
                <a:lnTo>
                  <a:pt x="828675" y="419100"/>
                </a:lnTo>
                <a:lnTo>
                  <a:pt x="819150" y="419100"/>
                </a:lnTo>
                <a:close/>
                <a:moveTo>
                  <a:pt x="790575" y="428625"/>
                </a:moveTo>
                <a:lnTo>
                  <a:pt x="809625" y="428625"/>
                </a:lnTo>
                <a:lnTo>
                  <a:pt x="809625" y="447675"/>
                </a:lnTo>
                <a:lnTo>
                  <a:pt x="790575" y="447675"/>
                </a:lnTo>
                <a:close/>
                <a:moveTo>
                  <a:pt x="1828800" y="428625"/>
                </a:moveTo>
                <a:lnTo>
                  <a:pt x="1838325" y="428625"/>
                </a:lnTo>
                <a:lnTo>
                  <a:pt x="1838325" y="438150"/>
                </a:lnTo>
                <a:lnTo>
                  <a:pt x="1828800" y="438150"/>
                </a:lnTo>
                <a:close/>
                <a:moveTo>
                  <a:pt x="238125" y="438150"/>
                </a:moveTo>
                <a:lnTo>
                  <a:pt x="247650" y="438150"/>
                </a:lnTo>
                <a:lnTo>
                  <a:pt x="247650" y="447675"/>
                </a:lnTo>
                <a:lnTo>
                  <a:pt x="238125" y="447675"/>
                </a:lnTo>
                <a:close/>
                <a:moveTo>
                  <a:pt x="609600" y="438150"/>
                </a:moveTo>
                <a:lnTo>
                  <a:pt x="619125" y="438150"/>
                </a:lnTo>
                <a:lnTo>
                  <a:pt x="619125" y="447675"/>
                </a:lnTo>
                <a:lnTo>
                  <a:pt x="628650" y="447675"/>
                </a:lnTo>
                <a:lnTo>
                  <a:pt x="628650" y="457200"/>
                </a:lnTo>
                <a:lnTo>
                  <a:pt x="638175" y="457200"/>
                </a:lnTo>
                <a:lnTo>
                  <a:pt x="638175" y="438150"/>
                </a:lnTo>
                <a:lnTo>
                  <a:pt x="647700" y="438150"/>
                </a:lnTo>
                <a:lnTo>
                  <a:pt x="647700" y="495300"/>
                </a:lnTo>
                <a:lnTo>
                  <a:pt x="638175" y="495300"/>
                </a:lnTo>
                <a:lnTo>
                  <a:pt x="638175" y="542925"/>
                </a:lnTo>
                <a:lnTo>
                  <a:pt x="619125" y="542925"/>
                </a:lnTo>
                <a:lnTo>
                  <a:pt x="619125" y="533400"/>
                </a:lnTo>
                <a:lnTo>
                  <a:pt x="609600" y="533400"/>
                </a:lnTo>
                <a:lnTo>
                  <a:pt x="609600" y="495300"/>
                </a:lnTo>
                <a:lnTo>
                  <a:pt x="600075" y="495300"/>
                </a:lnTo>
                <a:lnTo>
                  <a:pt x="600075" y="514350"/>
                </a:lnTo>
                <a:lnTo>
                  <a:pt x="581025" y="514350"/>
                </a:lnTo>
                <a:lnTo>
                  <a:pt x="581025" y="457200"/>
                </a:lnTo>
                <a:lnTo>
                  <a:pt x="590550" y="457200"/>
                </a:lnTo>
                <a:lnTo>
                  <a:pt x="590550" y="466725"/>
                </a:lnTo>
                <a:lnTo>
                  <a:pt x="600075" y="466725"/>
                </a:lnTo>
                <a:lnTo>
                  <a:pt x="600075" y="447675"/>
                </a:lnTo>
                <a:lnTo>
                  <a:pt x="609600" y="447675"/>
                </a:lnTo>
                <a:close/>
                <a:moveTo>
                  <a:pt x="781050" y="447675"/>
                </a:moveTo>
                <a:lnTo>
                  <a:pt x="790575" y="447675"/>
                </a:lnTo>
                <a:lnTo>
                  <a:pt x="790575" y="457200"/>
                </a:lnTo>
                <a:lnTo>
                  <a:pt x="781050" y="457200"/>
                </a:lnTo>
                <a:close/>
                <a:moveTo>
                  <a:pt x="1419225" y="447675"/>
                </a:moveTo>
                <a:lnTo>
                  <a:pt x="1438275" y="447675"/>
                </a:lnTo>
                <a:lnTo>
                  <a:pt x="1438275" y="457200"/>
                </a:lnTo>
                <a:lnTo>
                  <a:pt x="1428750" y="457200"/>
                </a:lnTo>
                <a:lnTo>
                  <a:pt x="1428750" y="466725"/>
                </a:lnTo>
                <a:lnTo>
                  <a:pt x="1438275" y="466725"/>
                </a:lnTo>
                <a:lnTo>
                  <a:pt x="1438275" y="476250"/>
                </a:lnTo>
                <a:lnTo>
                  <a:pt x="1409700" y="476250"/>
                </a:lnTo>
                <a:lnTo>
                  <a:pt x="1409700" y="466725"/>
                </a:lnTo>
                <a:lnTo>
                  <a:pt x="1419225" y="466725"/>
                </a:lnTo>
                <a:close/>
                <a:moveTo>
                  <a:pt x="542925" y="457200"/>
                </a:moveTo>
                <a:lnTo>
                  <a:pt x="552450" y="457200"/>
                </a:lnTo>
                <a:lnTo>
                  <a:pt x="552450" y="466725"/>
                </a:lnTo>
                <a:lnTo>
                  <a:pt x="561975" y="466725"/>
                </a:lnTo>
                <a:lnTo>
                  <a:pt x="561975" y="495300"/>
                </a:lnTo>
                <a:lnTo>
                  <a:pt x="552450" y="495300"/>
                </a:lnTo>
                <a:lnTo>
                  <a:pt x="552450" y="485775"/>
                </a:lnTo>
                <a:lnTo>
                  <a:pt x="533400" y="485775"/>
                </a:lnTo>
                <a:lnTo>
                  <a:pt x="533400" y="476250"/>
                </a:lnTo>
                <a:lnTo>
                  <a:pt x="542925" y="476250"/>
                </a:lnTo>
                <a:close/>
                <a:moveTo>
                  <a:pt x="762000" y="457200"/>
                </a:moveTo>
                <a:lnTo>
                  <a:pt x="781050" y="457200"/>
                </a:lnTo>
                <a:lnTo>
                  <a:pt x="781050" y="466725"/>
                </a:lnTo>
                <a:lnTo>
                  <a:pt x="771525" y="466725"/>
                </a:lnTo>
                <a:lnTo>
                  <a:pt x="771525" y="476250"/>
                </a:lnTo>
                <a:lnTo>
                  <a:pt x="762000" y="476250"/>
                </a:lnTo>
                <a:lnTo>
                  <a:pt x="762000" y="485775"/>
                </a:lnTo>
                <a:lnTo>
                  <a:pt x="752475" y="485775"/>
                </a:lnTo>
                <a:lnTo>
                  <a:pt x="752475" y="495300"/>
                </a:lnTo>
                <a:lnTo>
                  <a:pt x="742950" y="495300"/>
                </a:lnTo>
                <a:lnTo>
                  <a:pt x="742950" y="504825"/>
                </a:lnTo>
                <a:lnTo>
                  <a:pt x="733425" y="504825"/>
                </a:lnTo>
                <a:lnTo>
                  <a:pt x="733425" y="485775"/>
                </a:lnTo>
                <a:lnTo>
                  <a:pt x="742950" y="485775"/>
                </a:lnTo>
                <a:lnTo>
                  <a:pt x="742950" y="466725"/>
                </a:lnTo>
                <a:lnTo>
                  <a:pt x="762000" y="466725"/>
                </a:lnTo>
                <a:close/>
                <a:moveTo>
                  <a:pt x="1076325" y="457200"/>
                </a:moveTo>
                <a:lnTo>
                  <a:pt x="1085850" y="457200"/>
                </a:lnTo>
                <a:lnTo>
                  <a:pt x="1085850" y="466725"/>
                </a:lnTo>
                <a:lnTo>
                  <a:pt x="1095375" y="466725"/>
                </a:lnTo>
                <a:lnTo>
                  <a:pt x="1095375" y="495300"/>
                </a:lnTo>
                <a:lnTo>
                  <a:pt x="1076325" y="495300"/>
                </a:lnTo>
                <a:lnTo>
                  <a:pt x="1076325" y="485775"/>
                </a:lnTo>
                <a:lnTo>
                  <a:pt x="1066800" y="485775"/>
                </a:lnTo>
                <a:lnTo>
                  <a:pt x="1066800" y="476250"/>
                </a:lnTo>
                <a:lnTo>
                  <a:pt x="1057275" y="476250"/>
                </a:lnTo>
                <a:lnTo>
                  <a:pt x="1057275" y="466725"/>
                </a:lnTo>
                <a:lnTo>
                  <a:pt x="1076325" y="466725"/>
                </a:lnTo>
                <a:close/>
                <a:moveTo>
                  <a:pt x="1847850" y="457200"/>
                </a:moveTo>
                <a:lnTo>
                  <a:pt x="1857375" y="457200"/>
                </a:lnTo>
                <a:lnTo>
                  <a:pt x="1857375" y="466725"/>
                </a:lnTo>
                <a:lnTo>
                  <a:pt x="1847850" y="466725"/>
                </a:lnTo>
                <a:close/>
                <a:moveTo>
                  <a:pt x="219075" y="466725"/>
                </a:moveTo>
                <a:lnTo>
                  <a:pt x="228600" y="466725"/>
                </a:lnTo>
                <a:lnTo>
                  <a:pt x="228600" y="476250"/>
                </a:lnTo>
                <a:lnTo>
                  <a:pt x="219075" y="476250"/>
                </a:lnTo>
                <a:close/>
                <a:moveTo>
                  <a:pt x="1466850" y="476250"/>
                </a:moveTo>
                <a:lnTo>
                  <a:pt x="1476375" y="476250"/>
                </a:lnTo>
                <a:lnTo>
                  <a:pt x="1476375" y="495300"/>
                </a:lnTo>
                <a:lnTo>
                  <a:pt x="1447800" y="495300"/>
                </a:lnTo>
                <a:lnTo>
                  <a:pt x="1447800" y="485775"/>
                </a:lnTo>
                <a:lnTo>
                  <a:pt x="1466850" y="485775"/>
                </a:lnTo>
                <a:close/>
                <a:moveTo>
                  <a:pt x="1333500" y="485775"/>
                </a:moveTo>
                <a:lnTo>
                  <a:pt x="1343025" y="485775"/>
                </a:lnTo>
                <a:lnTo>
                  <a:pt x="1343025" y="504825"/>
                </a:lnTo>
                <a:lnTo>
                  <a:pt x="1333500" y="504825"/>
                </a:lnTo>
                <a:close/>
                <a:moveTo>
                  <a:pt x="1866900" y="485775"/>
                </a:moveTo>
                <a:lnTo>
                  <a:pt x="1876425" y="485775"/>
                </a:lnTo>
                <a:lnTo>
                  <a:pt x="1876425" y="495300"/>
                </a:lnTo>
                <a:lnTo>
                  <a:pt x="1866900" y="495300"/>
                </a:lnTo>
                <a:close/>
                <a:moveTo>
                  <a:pt x="200025" y="495300"/>
                </a:moveTo>
                <a:lnTo>
                  <a:pt x="209550" y="495300"/>
                </a:lnTo>
                <a:lnTo>
                  <a:pt x="209550" y="504825"/>
                </a:lnTo>
                <a:lnTo>
                  <a:pt x="200025" y="504825"/>
                </a:lnTo>
                <a:close/>
                <a:moveTo>
                  <a:pt x="314325" y="504825"/>
                </a:moveTo>
                <a:lnTo>
                  <a:pt x="333375" y="504825"/>
                </a:lnTo>
                <a:lnTo>
                  <a:pt x="333375" y="514350"/>
                </a:lnTo>
                <a:lnTo>
                  <a:pt x="323850" y="514350"/>
                </a:lnTo>
                <a:lnTo>
                  <a:pt x="323850" y="523875"/>
                </a:lnTo>
                <a:lnTo>
                  <a:pt x="314325" y="523875"/>
                </a:lnTo>
                <a:close/>
                <a:moveTo>
                  <a:pt x="1038225" y="504825"/>
                </a:moveTo>
                <a:lnTo>
                  <a:pt x="1047750" y="504825"/>
                </a:lnTo>
                <a:lnTo>
                  <a:pt x="1047750" y="514350"/>
                </a:lnTo>
                <a:lnTo>
                  <a:pt x="1038225" y="514350"/>
                </a:lnTo>
                <a:close/>
                <a:moveTo>
                  <a:pt x="1876425" y="504825"/>
                </a:moveTo>
                <a:lnTo>
                  <a:pt x="1885950" y="504825"/>
                </a:lnTo>
                <a:lnTo>
                  <a:pt x="1885950" y="514350"/>
                </a:lnTo>
                <a:lnTo>
                  <a:pt x="1876425" y="514350"/>
                </a:lnTo>
                <a:close/>
                <a:moveTo>
                  <a:pt x="381000" y="514350"/>
                </a:moveTo>
                <a:lnTo>
                  <a:pt x="390525" y="514350"/>
                </a:lnTo>
                <a:lnTo>
                  <a:pt x="390525" y="523875"/>
                </a:lnTo>
                <a:lnTo>
                  <a:pt x="381000" y="523875"/>
                </a:lnTo>
                <a:close/>
                <a:moveTo>
                  <a:pt x="1400175" y="514350"/>
                </a:moveTo>
                <a:lnTo>
                  <a:pt x="1409700" y="514350"/>
                </a:lnTo>
                <a:lnTo>
                  <a:pt x="1409700" y="523875"/>
                </a:lnTo>
                <a:lnTo>
                  <a:pt x="1400175" y="523875"/>
                </a:lnTo>
                <a:close/>
                <a:moveTo>
                  <a:pt x="1419225" y="514350"/>
                </a:moveTo>
                <a:lnTo>
                  <a:pt x="1428750" y="514350"/>
                </a:lnTo>
                <a:lnTo>
                  <a:pt x="1428750" y="523875"/>
                </a:lnTo>
                <a:lnTo>
                  <a:pt x="1447800" y="523875"/>
                </a:lnTo>
                <a:lnTo>
                  <a:pt x="1447800" y="533400"/>
                </a:lnTo>
                <a:lnTo>
                  <a:pt x="1419225" y="533400"/>
                </a:lnTo>
                <a:close/>
                <a:moveTo>
                  <a:pt x="1885950" y="523875"/>
                </a:moveTo>
                <a:lnTo>
                  <a:pt x="1895475" y="523875"/>
                </a:lnTo>
                <a:lnTo>
                  <a:pt x="1895475" y="533400"/>
                </a:lnTo>
                <a:lnTo>
                  <a:pt x="1885950" y="533400"/>
                </a:lnTo>
                <a:close/>
                <a:moveTo>
                  <a:pt x="266700" y="533400"/>
                </a:moveTo>
                <a:lnTo>
                  <a:pt x="285750" y="533400"/>
                </a:lnTo>
                <a:lnTo>
                  <a:pt x="285750" y="542925"/>
                </a:lnTo>
                <a:lnTo>
                  <a:pt x="295275" y="542925"/>
                </a:lnTo>
                <a:lnTo>
                  <a:pt x="295275" y="552450"/>
                </a:lnTo>
                <a:lnTo>
                  <a:pt x="266700" y="552450"/>
                </a:lnTo>
                <a:close/>
                <a:moveTo>
                  <a:pt x="304800" y="533400"/>
                </a:moveTo>
                <a:lnTo>
                  <a:pt x="314325" y="533400"/>
                </a:lnTo>
                <a:lnTo>
                  <a:pt x="314325" y="542925"/>
                </a:lnTo>
                <a:lnTo>
                  <a:pt x="304800" y="542925"/>
                </a:lnTo>
                <a:close/>
                <a:moveTo>
                  <a:pt x="542925" y="533400"/>
                </a:moveTo>
                <a:lnTo>
                  <a:pt x="561975" y="533400"/>
                </a:lnTo>
                <a:lnTo>
                  <a:pt x="561975" y="552450"/>
                </a:lnTo>
                <a:lnTo>
                  <a:pt x="552450" y="552450"/>
                </a:lnTo>
                <a:lnTo>
                  <a:pt x="552450" y="542925"/>
                </a:lnTo>
                <a:lnTo>
                  <a:pt x="542925" y="542925"/>
                </a:lnTo>
                <a:close/>
                <a:moveTo>
                  <a:pt x="1895475" y="533400"/>
                </a:moveTo>
                <a:lnTo>
                  <a:pt x="1905000" y="533400"/>
                </a:lnTo>
                <a:lnTo>
                  <a:pt x="1905000" y="542925"/>
                </a:lnTo>
                <a:lnTo>
                  <a:pt x="1895475" y="542925"/>
                </a:lnTo>
                <a:close/>
                <a:moveTo>
                  <a:pt x="1905000" y="552450"/>
                </a:moveTo>
                <a:lnTo>
                  <a:pt x="1914525" y="552450"/>
                </a:lnTo>
                <a:lnTo>
                  <a:pt x="1914525" y="561975"/>
                </a:lnTo>
                <a:lnTo>
                  <a:pt x="1905000" y="561975"/>
                </a:lnTo>
                <a:close/>
                <a:moveTo>
                  <a:pt x="276225" y="561975"/>
                </a:moveTo>
                <a:lnTo>
                  <a:pt x="285750" y="561975"/>
                </a:lnTo>
                <a:lnTo>
                  <a:pt x="285750" y="571500"/>
                </a:lnTo>
                <a:lnTo>
                  <a:pt x="295275" y="571500"/>
                </a:lnTo>
                <a:lnTo>
                  <a:pt x="295275" y="590550"/>
                </a:lnTo>
                <a:lnTo>
                  <a:pt x="257175" y="590550"/>
                </a:lnTo>
                <a:lnTo>
                  <a:pt x="257175" y="581025"/>
                </a:lnTo>
                <a:lnTo>
                  <a:pt x="276225" y="581025"/>
                </a:lnTo>
                <a:close/>
                <a:moveTo>
                  <a:pt x="342900" y="571500"/>
                </a:moveTo>
                <a:lnTo>
                  <a:pt x="352425" y="571500"/>
                </a:lnTo>
                <a:lnTo>
                  <a:pt x="352425" y="590550"/>
                </a:lnTo>
                <a:lnTo>
                  <a:pt x="333375" y="590550"/>
                </a:lnTo>
                <a:lnTo>
                  <a:pt x="333375" y="581025"/>
                </a:lnTo>
                <a:lnTo>
                  <a:pt x="342900" y="581025"/>
                </a:lnTo>
                <a:close/>
                <a:moveTo>
                  <a:pt x="1409700" y="571500"/>
                </a:moveTo>
                <a:lnTo>
                  <a:pt x="1428750" y="571500"/>
                </a:lnTo>
                <a:lnTo>
                  <a:pt x="1428750" y="581025"/>
                </a:lnTo>
                <a:lnTo>
                  <a:pt x="1419225" y="581025"/>
                </a:lnTo>
                <a:lnTo>
                  <a:pt x="1419225" y="590550"/>
                </a:lnTo>
                <a:lnTo>
                  <a:pt x="1409700" y="590550"/>
                </a:lnTo>
                <a:close/>
                <a:moveTo>
                  <a:pt x="1562100" y="571500"/>
                </a:moveTo>
                <a:lnTo>
                  <a:pt x="1571625" y="571500"/>
                </a:lnTo>
                <a:lnTo>
                  <a:pt x="1571625" y="581025"/>
                </a:lnTo>
                <a:lnTo>
                  <a:pt x="1562100" y="581025"/>
                </a:lnTo>
                <a:close/>
                <a:moveTo>
                  <a:pt x="1676400" y="571500"/>
                </a:moveTo>
                <a:lnTo>
                  <a:pt x="1695450" y="571500"/>
                </a:lnTo>
                <a:lnTo>
                  <a:pt x="1695450" y="581025"/>
                </a:lnTo>
                <a:lnTo>
                  <a:pt x="1676400" y="581025"/>
                </a:lnTo>
                <a:close/>
                <a:moveTo>
                  <a:pt x="1914525" y="571500"/>
                </a:moveTo>
                <a:lnTo>
                  <a:pt x="1924050" y="571500"/>
                </a:lnTo>
                <a:lnTo>
                  <a:pt x="1924050" y="590550"/>
                </a:lnTo>
                <a:lnTo>
                  <a:pt x="1914525" y="590550"/>
                </a:lnTo>
                <a:close/>
                <a:moveTo>
                  <a:pt x="1381125" y="581025"/>
                </a:moveTo>
                <a:lnTo>
                  <a:pt x="1390650" y="581025"/>
                </a:lnTo>
                <a:lnTo>
                  <a:pt x="1390650" y="590550"/>
                </a:lnTo>
                <a:lnTo>
                  <a:pt x="1381125" y="590550"/>
                </a:lnTo>
                <a:close/>
                <a:moveTo>
                  <a:pt x="1924050" y="590550"/>
                </a:moveTo>
                <a:lnTo>
                  <a:pt x="1933575" y="590550"/>
                </a:lnTo>
                <a:lnTo>
                  <a:pt x="1933575" y="600075"/>
                </a:lnTo>
                <a:lnTo>
                  <a:pt x="1924050" y="600075"/>
                </a:lnTo>
                <a:close/>
                <a:moveTo>
                  <a:pt x="904875" y="600075"/>
                </a:moveTo>
                <a:lnTo>
                  <a:pt x="914400" y="600075"/>
                </a:lnTo>
                <a:lnTo>
                  <a:pt x="914400" y="609600"/>
                </a:lnTo>
                <a:lnTo>
                  <a:pt x="923925" y="609600"/>
                </a:lnTo>
                <a:lnTo>
                  <a:pt x="923925" y="619125"/>
                </a:lnTo>
                <a:lnTo>
                  <a:pt x="914400" y="619125"/>
                </a:lnTo>
                <a:lnTo>
                  <a:pt x="914400" y="628650"/>
                </a:lnTo>
                <a:lnTo>
                  <a:pt x="885825" y="628650"/>
                </a:lnTo>
                <a:lnTo>
                  <a:pt x="885825" y="619125"/>
                </a:lnTo>
                <a:lnTo>
                  <a:pt x="895350" y="619125"/>
                </a:lnTo>
                <a:lnTo>
                  <a:pt x="895350" y="609600"/>
                </a:lnTo>
                <a:lnTo>
                  <a:pt x="904875" y="609600"/>
                </a:lnTo>
                <a:close/>
                <a:moveTo>
                  <a:pt x="952500" y="600075"/>
                </a:moveTo>
                <a:lnTo>
                  <a:pt x="962025" y="600075"/>
                </a:lnTo>
                <a:lnTo>
                  <a:pt x="962025" y="619125"/>
                </a:lnTo>
                <a:lnTo>
                  <a:pt x="971550" y="619125"/>
                </a:lnTo>
                <a:lnTo>
                  <a:pt x="971550" y="638175"/>
                </a:lnTo>
                <a:lnTo>
                  <a:pt x="952500" y="638175"/>
                </a:lnTo>
                <a:close/>
                <a:moveTo>
                  <a:pt x="1304925" y="600075"/>
                </a:moveTo>
                <a:lnTo>
                  <a:pt x="1314450" y="600075"/>
                </a:lnTo>
                <a:lnTo>
                  <a:pt x="1314450" y="619125"/>
                </a:lnTo>
                <a:lnTo>
                  <a:pt x="1333500" y="619125"/>
                </a:lnTo>
                <a:lnTo>
                  <a:pt x="1333500" y="628650"/>
                </a:lnTo>
                <a:lnTo>
                  <a:pt x="1314450" y="628650"/>
                </a:lnTo>
                <a:lnTo>
                  <a:pt x="1314450" y="638175"/>
                </a:lnTo>
                <a:lnTo>
                  <a:pt x="1304925" y="638175"/>
                </a:lnTo>
                <a:lnTo>
                  <a:pt x="1304925" y="628650"/>
                </a:lnTo>
                <a:lnTo>
                  <a:pt x="1295400" y="628650"/>
                </a:lnTo>
                <a:lnTo>
                  <a:pt x="1295400" y="609600"/>
                </a:lnTo>
                <a:lnTo>
                  <a:pt x="1304925" y="609600"/>
                </a:lnTo>
                <a:close/>
                <a:moveTo>
                  <a:pt x="1933575" y="619125"/>
                </a:moveTo>
                <a:lnTo>
                  <a:pt x="1943100" y="619125"/>
                </a:lnTo>
                <a:lnTo>
                  <a:pt x="1943100" y="628650"/>
                </a:lnTo>
                <a:lnTo>
                  <a:pt x="1933575" y="628650"/>
                </a:lnTo>
                <a:close/>
                <a:moveTo>
                  <a:pt x="133350" y="628650"/>
                </a:moveTo>
                <a:lnTo>
                  <a:pt x="142875" y="628650"/>
                </a:lnTo>
                <a:lnTo>
                  <a:pt x="142875" y="647700"/>
                </a:lnTo>
                <a:lnTo>
                  <a:pt x="133350" y="647700"/>
                </a:lnTo>
                <a:close/>
                <a:moveTo>
                  <a:pt x="304800" y="628650"/>
                </a:moveTo>
                <a:lnTo>
                  <a:pt x="314325" y="628650"/>
                </a:lnTo>
                <a:lnTo>
                  <a:pt x="314325" y="647700"/>
                </a:lnTo>
                <a:lnTo>
                  <a:pt x="304800" y="647700"/>
                </a:lnTo>
                <a:close/>
                <a:moveTo>
                  <a:pt x="438150" y="628650"/>
                </a:moveTo>
                <a:lnTo>
                  <a:pt x="447675" y="628650"/>
                </a:lnTo>
                <a:lnTo>
                  <a:pt x="447675" y="657225"/>
                </a:lnTo>
                <a:lnTo>
                  <a:pt x="428625" y="657225"/>
                </a:lnTo>
                <a:lnTo>
                  <a:pt x="428625" y="666750"/>
                </a:lnTo>
                <a:lnTo>
                  <a:pt x="419100" y="666750"/>
                </a:lnTo>
                <a:lnTo>
                  <a:pt x="419100" y="647700"/>
                </a:lnTo>
                <a:lnTo>
                  <a:pt x="438150" y="647700"/>
                </a:lnTo>
                <a:close/>
                <a:moveTo>
                  <a:pt x="476250" y="638175"/>
                </a:moveTo>
                <a:lnTo>
                  <a:pt x="485775" y="638175"/>
                </a:lnTo>
                <a:lnTo>
                  <a:pt x="485775" y="666750"/>
                </a:lnTo>
                <a:lnTo>
                  <a:pt x="476250" y="666750"/>
                </a:lnTo>
                <a:lnTo>
                  <a:pt x="476250" y="695325"/>
                </a:lnTo>
                <a:lnTo>
                  <a:pt x="466725" y="695325"/>
                </a:lnTo>
                <a:lnTo>
                  <a:pt x="466725" y="704850"/>
                </a:lnTo>
                <a:lnTo>
                  <a:pt x="457200" y="704850"/>
                </a:lnTo>
                <a:lnTo>
                  <a:pt x="457200" y="647700"/>
                </a:lnTo>
                <a:lnTo>
                  <a:pt x="466725" y="647700"/>
                </a:lnTo>
                <a:lnTo>
                  <a:pt x="466725" y="657225"/>
                </a:lnTo>
                <a:lnTo>
                  <a:pt x="476250" y="657225"/>
                </a:lnTo>
                <a:close/>
                <a:moveTo>
                  <a:pt x="1333500" y="638175"/>
                </a:moveTo>
                <a:lnTo>
                  <a:pt x="1343025" y="638175"/>
                </a:lnTo>
                <a:lnTo>
                  <a:pt x="1343025" y="647700"/>
                </a:lnTo>
                <a:lnTo>
                  <a:pt x="1333500" y="647700"/>
                </a:lnTo>
                <a:close/>
                <a:moveTo>
                  <a:pt x="1943100" y="638175"/>
                </a:moveTo>
                <a:lnTo>
                  <a:pt x="1952625" y="638175"/>
                </a:lnTo>
                <a:lnTo>
                  <a:pt x="1952625" y="647700"/>
                </a:lnTo>
                <a:lnTo>
                  <a:pt x="1943100" y="647700"/>
                </a:lnTo>
                <a:close/>
                <a:moveTo>
                  <a:pt x="323850" y="647700"/>
                </a:moveTo>
                <a:lnTo>
                  <a:pt x="333375" y="647700"/>
                </a:lnTo>
                <a:lnTo>
                  <a:pt x="333375" y="666750"/>
                </a:lnTo>
                <a:lnTo>
                  <a:pt x="323850" y="666750"/>
                </a:lnTo>
                <a:close/>
                <a:moveTo>
                  <a:pt x="342900" y="647700"/>
                </a:moveTo>
                <a:lnTo>
                  <a:pt x="371475" y="647700"/>
                </a:lnTo>
                <a:lnTo>
                  <a:pt x="371475" y="657225"/>
                </a:lnTo>
                <a:lnTo>
                  <a:pt x="361950" y="657225"/>
                </a:lnTo>
                <a:lnTo>
                  <a:pt x="361950" y="666750"/>
                </a:lnTo>
                <a:lnTo>
                  <a:pt x="352425" y="666750"/>
                </a:lnTo>
                <a:lnTo>
                  <a:pt x="352425" y="676275"/>
                </a:lnTo>
                <a:lnTo>
                  <a:pt x="342900" y="676275"/>
                </a:lnTo>
                <a:close/>
                <a:moveTo>
                  <a:pt x="981075" y="647700"/>
                </a:moveTo>
                <a:lnTo>
                  <a:pt x="990600" y="647700"/>
                </a:lnTo>
                <a:lnTo>
                  <a:pt x="990600" y="657225"/>
                </a:lnTo>
                <a:lnTo>
                  <a:pt x="1000125" y="657225"/>
                </a:lnTo>
                <a:lnTo>
                  <a:pt x="1000125" y="666750"/>
                </a:lnTo>
                <a:lnTo>
                  <a:pt x="1009650" y="666750"/>
                </a:lnTo>
                <a:lnTo>
                  <a:pt x="1009650" y="685800"/>
                </a:lnTo>
                <a:lnTo>
                  <a:pt x="1000125" y="685800"/>
                </a:lnTo>
                <a:lnTo>
                  <a:pt x="1000125" y="695325"/>
                </a:lnTo>
                <a:lnTo>
                  <a:pt x="990600" y="695325"/>
                </a:lnTo>
                <a:lnTo>
                  <a:pt x="990600" y="685800"/>
                </a:lnTo>
                <a:lnTo>
                  <a:pt x="942975" y="685800"/>
                </a:lnTo>
                <a:lnTo>
                  <a:pt x="942975" y="676275"/>
                </a:lnTo>
                <a:lnTo>
                  <a:pt x="952500" y="676275"/>
                </a:lnTo>
                <a:lnTo>
                  <a:pt x="952500" y="666750"/>
                </a:lnTo>
                <a:lnTo>
                  <a:pt x="971550" y="666750"/>
                </a:lnTo>
                <a:lnTo>
                  <a:pt x="971550" y="657225"/>
                </a:lnTo>
                <a:lnTo>
                  <a:pt x="981075" y="657225"/>
                </a:lnTo>
                <a:close/>
                <a:moveTo>
                  <a:pt x="866775" y="657225"/>
                </a:moveTo>
                <a:lnTo>
                  <a:pt x="876300" y="657225"/>
                </a:lnTo>
                <a:lnTo>
                  <a:pt x="876300" y="666750"/>
                </a:lnTo>
                <a:lnTo>
                  <a:pt x="895350" y="666750"/>
                </a:lnTo>
                <a:lnTo>
                  <a:pt x="895350" y="676275"/>
                </a:lnTo>
                <a:lnTo>
                  <a:pt x="904875" y="676275"/>
                </a:lnTo>
                <a:lnTo>
                  <a:pt x="904875" y="685800"/>
                </a:lnTo>
                <a:lnTo>
                  <a:pt x="876300" y="685800"/>
                </a:lnTo>
                <a:lnTo>
                  <a:pt x="876300" y="704850"/>
                </a:lnTo>
                <a:lnTo>
                  <a:pt x="847725" y="704850"/>
                </a:lnTo>
                <a:lnTo>
                  <a:pt x="847725" y="695325"/>
                </a:lnTo>
                <a:lnTo>
                  <a:pt x="838200" y="695325"/>
                </a:lnTo>
                <a:lnTo>
                  <a:pt x="838200" y="704850"/>
                </a:lnTo>
                <a:lnTo>
                  <a:pt x="819150" y="704850"/>
                </a:lnTo>
                <a:lnTo>
                  <a:pt x="819150" y="695325"/>
                </a:lnTo>
                <a:lnTo>
                  <a:pt x="809625" y="695325"/>
                </a:lnTo>
                <a:lnTo>
                  <a:pt x="809625" y="685800"/>
                </a:lnTo>
                <a:lnTo>
                  <a:pt x="819150" y="685800"/>
                </a:lnTo>
                <a:lnTo>
                  <a:pt x="819150" y="676275"/>
                </a:lnTo>
                <a:lnTo>
                  <a:pt x="847725" y="676275"/>
                </a:lnTo>
                <a:lnTo>
                  <a:pt x="847725" y="666750"/>
                </a:lnTo>
                <a:lnTo>
                  <a:pt x="866775" y="666750"/>
                </a:lnTo>
                <a:close/>
                <a:moveTo>
                  <a:pt x="1314450" y="657225"/>
                </a:moveTo>
                <a:lnTo>
                  <a:pt x="1343025" y="657225"/>
                </a:lnTo>
                <a:lnTo>
                  <a:pt x="1343025" y="666750"/>
                </a:lnTo>
                <a:lnTo>
                  <a:pt x="1333500" y="666750"/>
                </a:lnTo>
                <a:lnTo>
                  <a:pt x="1333500" y="676275"/>
                </a:lnTo>
                <a:lnTo>
                  <a:pt x="1323975" y="676275"/>
                </a:lnTo>
                <a:lnTo>
                  <a:pt x="1323975" y="666750"/>
                </a:lnTo>
                <a:lnTo>
                  <a:pt x="1314450" y="666750"/>
                </a:lnTo>
                <a:close/>
                <a:moveTo>
                  <a:pt x="1952625" y="657225"/>
                </a:moveTo>
                <a:lnTo>
                  <a:pt x="1962150" y="657225"/>
                </a:lnTo>
                <a:lnTo>
                  <a:pt x="1962150" y="666750"/>
                </a:lnTo>
                <a:lnTo>
                  <a:pt x="1952625" y="666750"/>
                </a:lnTo>
                <a:close/>
                <a:moveTo>
                  <a:pt x="800100" y="666750"/>
                </a:moveTo>
                <a:lnTo>
                  <a:pt x="809625" y="666750"/>
                </a:lnTo>
                <a:lnTo>
                  <a:pt x="809625" y="676275"/>
                </a:lnTo>
                <a:lnTo>
                  <a:pt x="800100" y="676275"/>
                </a:lnTo>
                <a:close/>
                <a:moveTo>
                  <a:pt x="114300" y="676275"/>
                </a:moveTo>
                <a:lnTo>
                  <a:pt x="123825" y="676275"/>
                </a:lnTo>
                <a:lnTo>
                  <a:pt x="123825" y="685800"/>
                </a:lnTo>
                <a:lnTo>
                  <a:pt x="114300" y="685800"/>
                </a:lnTo>
                <a:close/>
                <a:moveTo>
                  <a:pt x="323850" y="676275"/>
                </a:moveTo>
                <a:lnTo>
                  <a:pt x="333375" y="676275"/>
                </a:lnTo>
                <a:lnTo>
                  <a:pt x="333375" y="685800"/>
                </a:lnTo>
                <a:lnTo>
                  <a:pt x="342900" y="685800"/>
                </a:lnTo>
                <a:lnTo>
                  <a:pt x="342900" y="704850"/>
                </a:lnTo>
                <a:lnTo>
                  <a:pt x="323850" y="704850"/>
                </a:lnTo>
                <a:close/>
                <a:moveTo>
                  <a:pt x="438150" y="676275"/>
                </a:moveTo>
                <a:lnTo>
                  <a:pt x="447675" y="676275"/>
                </a:lnTo>
                <a:lnTo>
                  <a:pt x="447675" y="695325"/>
                </a:lnTo>
                <a:lnTo>
                  <a:pt x="438150" y="695325"/>
                </a:lnTo>
                <a:close/>
                <a:moveTo>
                  <a:pt x="1009650" y="685800"/>
                </a:moveTo>
                <a:lnTo>
                  <a:pt x="1019175" y="685800"/>
                </a:lnTo>
                <a:lnTo>
                  <a:pt x="1019175" y="714375"/>
                </a:lnTo>
                <a:lnTo>
                  <a:pt x="1000125" y="714375"/>
                </a:lnTo>
                <a:lnTo>
                  <a:pt x="1000125" y="704850"/>
                </a:lnTo>
                <a:lnTo>
                  <a:pt x="1009650" y="704850"/>
                </a:lnTo>
                <a:close/>
                <a:moveTo>
                  <a:pt x="1962150" y="685800"/>
                </a:moveTo>
                <a:lnTo>
                  <a:pt x="1971675" y="685800"/>
                </a:lnTo>
                <a:lnTo>
                  <a:pt x="1971675" y="714375"/>
                </a:lnTo>
                <a:lnTo>
                  <a:pt x="1962150" y="714375"/>
                </a:lnTo>
                <a:close/>
                <a:moveTo>
                  <a:pt x="1676400" y="695325"/>
                </a:moveTo>
                <a:lnTo>
                  <a:pt x="1685925" y="695325"/>
                </a:lnTo>
                <a:lnTo>
                  <a:pt x="1685925" y="704850"/>
                </a:lnTo>
                <a:lnTo>
                  <a:pt x="1676400" y="704850"/>
                </a:lnTo>
                <a:close/>
                <a:moveTo>
                  <a:pt x="104775" y="704850"/>
                </a:moveTo>
                <a:lnTo>
                  <a:pt x="114300" y="704850"/>
                </a:lnTo>
                <a:lnTo>
                  <a:pt x="114300" y="714375"/>
                </a:lnTo>
                <a:lnTo>
                  <a:pt x="104775" y="714375"/>
                </a:lnTo>
                <a:close/>
                <a:moveTo>
                  <a:pt x="1781175" y="704850"/>
                </a:moveTo>
                <a:lnTo>
                  <a:pt x="1809750" y="704850"/>
                </a:lnTo>
                <a:lnTo>
                  <a:pt x="1809750" y="714375"/>
                </a:lnTo>
                <a:lnTo>
                  <a:pt x="1847850" y="714375"/>
                </a:lnTo>
                <a:lnTo>
                  <a:pt x="1847850" y="723900"/>
                </a:lnTo>
                <a:lnTo>
                  <a:pt x="1828800" y="723900"/>
                </a:lnTo>
                <a:lnTo>
                  <a:pt x="1828800" y="733425"/>
                </a:lnTo>
                <a:lnTo>
                  <a:pt x="1838325" y="733425"/>
                </a:lnTo>
                <a:lnTo>
                  <a:pt x="1838325" y="742950"/>
                </a:lnTo>
                <a:lnTo>
                  <a:pt x="1819275" y="742950"/>
                </a:lnTo>
                <a:lnTo>
                  <a:pt x="1819275" y="733425"/>
                </a:lnTo>
                <a:lnTo>
                  <a:pt x="1800225" y="733425"/>
                </a:lnTo>
                <a:lnTo>
                  <a:pt x="1800225" y="723900"/>
                </a:lnTo>
                <a:lnTo>
                  <a:pt x="1790700" y="723900"/>
                </a:lnTo>
                <a:lnTo>
                  <a:pt x="1790700" y="714375"/>
                </a:lnTo>
                <a:lnTo>
                  <a:pt x="1781175" y="714375"/>
                </a:lnTo>
                <a:close/>
                <a:moveTo>
                  <a:pt x="1876425" y="704850"/>
                </a:moveTo>
                <a:lnTo>
                  <a:pt x="1905000" y="704850"/>
                </a:lnTo>
                <a:lnTo>
                  <a:pt x="1905000" y="723900"/>
                </a:lnTo>
                <a:lnTo>
                  <a:pt x="1885950" y="723900"/>
                </a:lnTo>
                <a:lnTo>
                  <a:pt x="1885950" y="714375"/>
                </a:lnTo>
                <a:lnTo>
                  <a:pt x="1876425" y="714375"/>
                </a:lnTo>
                <a:close/>
                <a:moveTo>
                  <a:pt x="1762125" y="714375"/>
                </a:moveTo>
                <a:lnTo>
                  <a:pt x="1771650" y="714375"/>
                </a:lnTo>
                <a:lnTo>
                  <a:pt x="1771650" y="723900"/>
                </a:lnTo>
                <a:lnTo>
                  <a:pt x="1781175" y="723900"/>
                </a:lnTo>
                <a:lnTo>
                  <a:pt x="1781175" y="742950"/>
                </a:lnTo>
                <a:lnTo>
                  <a:pt x="1771650" y="742950"/>
                </a:lnTo>
                <a:lnTo>
                  <a:pt x="1771650" y="752475"/>
                </a:lnTo>
                <a:lnTo>
                  <a:pt x="1781175" y="752475"/>
                </a:lnTo>
                <a:lnTo>
                  <a:pt x="1781175" y="762000"/>
                </a:lnTo>
                <a:lnTo>
                  <a:pt x="1790700" y="762000"/>
                </a:lnTo>
                <a:lnTo>
                  <a:pt x="1790700" y="781050"/>
                </a:lnTo>
                <a:lnTo>
                  <a:pt x="1781175" y="781050"/>
                </a:lnTo>
                <a:lnTo>
                  <a:pt x="1781175" y="771525"/>
                </a:lnTo>
                <a:lnTo>
                  <a:pt x="1771650" y="771525"/>
                </a:lnTo>
                <a:lnTo>
                  <a:pt x="1771650" y="762000"/>
                </a:lnTo>
                <a:lnTo>
                  <a:pt x="1762125" y="762000"/>
                </a:lnTo>
                <a:close/>
                <a:moveTo>
                  <a:pt x="1971675" y="714375"/>
                </a:moveTo>
                <a:lnTo>
                  <a:pt x="1981200" y="714375"/>
                </a:lnTo>
                <a:lnTo>
                  <a:pt x="1981200" y="723900"/>
                </a:lnTo>
                <a:lnTo>
                  <a:pt x="1971675" y="723900"/>
                </a:lnTo>
                <a:close/>
                <a:moveTo>
                  <a:pt x="95250" y="742950"/>
                </a:moveTo>
                <a:lnTo>
                  <a:pt x="104775" y="742950"/>
                </a:lnTo>
                <a:lnTo>
                  <a:pt x="104775" y="752475"/>
                </a:lnTo>
                <a:lnTo>
                  <a:pt x="95250" y="752475"/>
                </a:lnTo>
                <a:close/>
                <a:moveTo>
                  <a:pt x="1266825" y="742950"/>
                </a:moveTo>
                <a:lnTo>
                  <a:pt x="1285875" y="742950"/>
                </a:lnTo>
                <a:lnTo>
                  <a:pt x="1285875" y="752475"/>
                </a:lnTo>
                <a:lnTo>
                  <a:pt x="1266825" y="752475"/>
                </a:lnTo>
                <a:close/>
                <a:moveTo>
                  <a:pt x="400050" y="752475"/>
                </a:moveTo>
                <a:lnTo>
                  <a:pt x="419100" y="752475"/>
                </a:lnTo>
                <a:lnTo>
                  <a:pt x="419100" y="762000"/>
                </a:lnTo>
                <a:lnTo>
                  <a:pt x="409575" y="762000"/>
                </a:lnTo>
                <a:lnTo>
                  <a:pt x="409575" y="771525"/>
                </a:lnTo>
                <a:lnTo>
                  <a:pt x="400050" y="771525"/>
                </a:lnTo>
                <a:close/>
                <a:moveTo>
                  <a:pt x="466725" y="752475"/>
                </a:moveTo>
                <a:lnTo>
                  <a:pt x="476250" y="752475"/>
                </a:lnTo>
                <a:lnTo>
                  <a:pt x="476250" y="762000"/>
                </a:lnTo>
                <a:lnTo>
                  <a:pt x="466725" y="762000"/>
                </a:lnTo>
                <a:close/>
                <a:moveTo>
                  <a:pt x="1123950" y="752475"/>
                </a:moveTo>
                <a:lnTo>
                  <a:pt x="1152525" y="752475"/>
                </a:lnTo>
                <a:lnTo>
                  <a:pt x="1152525" y="771525"/>
                </a:lnTo>
                <a:lnTo>
                  <a:pt x="1143000" y="771525"/>
                </a:lnTo>
                <a:lnTo>
                  <a:pt x="1143000" y="781050"/>
                </a:lnTo>
                <a:lnTo>
                  <a:pt x="1162050" y="781050"/>
                </a:lnTo>
                <a:lnTo>
                  <a:pt x="1162050" y="790575"/>
                </a:lnTo>
                <a:lnTo>
                  <a:pt x="1152525" y="790575"/>
                </a:lnTo>
                <a:lnTo>
                  <a:pt x="1152525" y="800100"/>
                </a:lnTo>
                <a:lnTo>
                  <a:pt x="1133475" y="800100"/>
                </a:lnTo>
                <a:lnTo>
                  <a:pt x="1133475" y="790575"/>
                </a:lnTo>
                <a:lnTo>
                  <a:pt x="1095375" y="790575"/>
                </a:lnTo>
                <a:lnTo>
                  <a:pt x="1095375" y="781050"/>
                </a:lnTo>
                <a:lnTo>
                  <a:pt x="1066800" y="781050"/>
                </a:lnTo>
                <a:lnTo>
                  <a:pt x="1066800" y="771525"/>
                </a:lnTo>
                <a:lnTo>
                  <a:pt x="1057275" y="771525"/>
                </a:lnTo>
                <a:lnTo>
                  <a:pt x="1057275" y="762000"/>
                </a:lnTo>
                <a:lnTo>
                  <a:pt x="1076325" y="762000"/>
                </a:lnTo>
                <a:lnTo>
                  <a:pt x="1076325" y="771525"/>
                </a:lnTo>
                <a:lnTo>
                  <a:pt x="1085850" y="771525"/>
                </a:lnTo>
                <a:lnTo>
                  <a:pt x="1085850" y="762000"/>
                </a:lnTo>
                <a:lnTo>
                  <a:pt x="1123950" y="762000"/>
                </a:lnTo>
                <a:close/>
                <a:moveTo>
                  <a:pt x="1981200" y="752475"/>
                </a:moveTo>
                <a:lnTo>
                  <a:pt x="1990725" y="752475"/>
                </a:lnTo>
                <a:lnTo>
                  <a:pt x="1990725" y="762000"/>
                </a:lnTo>
                <a:lnTo>
                  <a:pt x="1981200" y="762000"/>
                </a:lnTo>
                <a:close/>
                <a:moveTo>
                  <a:pt x="685800" y="762000"/>
                </a:moveTo>
                <a:lnTo>
                  <a:pt x="714375" y="762000"/>
                </a:lnTo>
                <a:lnTo>
                  <a:pt x="714375" y="771525"/>
                </a:lnTo>
                <a:lnTo>
                  <a:pt x="685800" y="771525"/>
                </a:lnTo>
                <a:close/>
                <a:moveTo>
                  <a:pt x="1724025" y="762000"/>
                </a:moveTo>
                <a:lnTo>
                  <a:pt x="1743075" y="762000"/>
                </a:lnTo>
                <a:lnTo>
                  <a:pt x="1743075" y="781050"/>
                </a:lnTo>
                <a:lnTo>
                  <a:pt x="1733550" y="781050"/>
                </a:lnTo>
                <a:lnTo>
                  <a:pt x="1733550" y="790575"/>
                </a:lnTo>
                <a:lnTo>
                  <a:pt x="1724025" y="790575"/>
                </a:lnTo>
                <a:lnTo>
                  <a:pt x="1724025" y="781050"/>
                </a:lnTo>
                <a:lnTo>
                  <a:pt x="1714500" y="781050"/>
                </a:lnTo>
                <a:lnTo>
                  <a:pt x="1714500" y="771525"/>
                </a:lnTo>
                <a:lnTo>
                  <a:pt x="1724025" y="771525"/>
                </a:lnTo>
                <a:close/>
                <a:moveTo>
                  <a:pt x="752475" y="771525"/>
                </a:moveTo>
                <a:lnTo>
                  <a:pt x="762000" y="771525"/>
                </a:lnTo>
                <a:lnTo>
                  <a:pt x="762000" y="781050"/>
                </a:lnTo>
                <a:lnTo>
                  <a:pt x="752475" y="781050"/>
                </a:lnTo>
                <a:close/>
                <a:moveTo>
                  <a:pt x="1181100" y="771525"/>
                </a:moveTo>
                <a:lnTo>
                  <a:pt x="1228725" y="771525"/>
                </a:lnTo>
                <a:lnTo>
                  <a:pt x="1228725" y="790575"/>
                </a:lnTo>
                <a:lnTo>
                  <a:pt x="1209675" y="790575"/>
                </a:lnTo>
                <a:lnTo>
                  <a:pt x="1209675" y="800100"/>
                </a:lnTo>
                <a:lnTo>
                  <a:pt x="1200150" y="800100"/>
                </a:lnTo>
                <a:lnTo>
                  <a:pt x="1200150" y="809625"/>
                </a:lnTo>
                <a:lnTo>
                  <a:pt x="1209675" y="809625"/>
                </a:lnTo>
                <a:lnTo>
                  <a:pt x="1209675" y="828675"/>
                </a:lnTo>
                <a:lnTo>
                  <a:pt x="1219200" y="828675"/>
                </a:lnTo>
                <a:lnTo>
                  <a:pt x="1219200" y="838200"/>
                </a:lnTo>
                <a:lnTo>
                  <a:pt x="1228725" y="838200"/>
                </a:lnTo>
                <a:lnTo>
                  <a:pt x="1228725" y="847725"/>
                </a:lnTo>
                <a:lnTo>
                  <a:pt x="1238250" y="847725"/>
                </a:lnTo>
                <a:lnTo>
                  <a:pt x="1238250" y="866775"/>
                </a:lnTo>
                <a:lnTo>
                  <a:pt x="1181100" y="866775"/>
                </a:lnTo>
                <a:lnTo>
                  <a:pt x="1181100" y="857250"/>
                </a:lnTo>
                <a:lnTo>
                  <a:pt x="1152525" y="857250"/>
                </a:lnTo>
                <a:lnTo>
                  <a:pt x="1152525" y="847725"/>
                </a:lnTo>
                <a:lnTo>
                  <a:pt x="1143000" y="847725"/>
                </a:lnTo>
                <a:lnTo>
                  <a:pt x="1143000" y="838200"/>
                </a:lnTo>
                <a:lnTo>
                  <a:pt x="1133475" y="838200"/>
                </a:lnTo>
                <a:lnTo>
                  <a:pt x="1133475" y="828675"/>
                </a:lnTo>
                <a:lnTo>
                  <a:pt x="1143000" y="828675"/>
                </a:lnTo>
                <a:lnTo>
                  <a:pt x="1143000" y="819150"/>
                </a:lnTo>
                <a:lnTo>
                  <a:pt x="1171575" y="819150"/>
                </a:lnTo>
                <a:lnTo>
                  <a:pt x="1171575" y="781050"/>
                </a:lnTo>
                <a:lnTo>
                  <a:pt x="1181100" y="781050"/>
                </a:lnTo>
                <a:close/>
                <a:moveTo>
                  <a:pt x="85725" y="781050"/>
                </a:moveTo>
                <a:lnTo>
                  <a:pt x="95250" y="781050"/>
                </a:lnTo>
                <a:lnTo>
                  <a:pt x="95250" y="790575"/>
                </a:lnTo>
                <a:lnTo>
                  <a:pt x="85725" y="790575"/>
                </a:lnTo>
                <a:close/>
                <a:moveTo>
                  <a:pt x="1228725" y="790575"/>
                </a:moveTo>
                <a:lnTo>
                  <a:pt x="1285875" y="790575"/>
                </a:lnTo>
                <a:lnTo>
                  <a:pt x="1285875" y="809625"/>
                </a:lnTo>
                <a:lnTo>
                  <a:pt x="1276350" y="809625"/>
                </a:lnTo>
                <a:lnTo>
                  <a:pt x="1276350" y="819150"/>
                </a:lnTo>
                <a:lnTo>
                  <a:pt x="1266825" y="819150"/>
                </a:lnTo>
                <a:lnTo>
                  <a:pt x="1266825" y="828675"/>
                </a:lnTo>
                <a:lnTo>
                  <a:pt x="1247775" y="828675"/>
                </a:lnTo>
                <a:lnTo>
                  <a:pt x="1247775" y="819150"/>
                </a:lnTo>
                <a:lnTo>
                  <a:pt x="1219200" y="819150"/>
                </a:lnTo>
                <a:lnTo>
                  <a:pt x="1219200" y="809625"/>
                </a:lnTo>
                <a:lnTo>
                  <a:pt x="1228725" y="809625"/>
                </a:lnTo>
                <a:close/>
                <a:moveTo>
                  <a:pt x="1647825" y="790575"/>
                </a:moveTo>
                <a:lnTo>
                  <a:pt x="1657350" y="790575"/>
                </a:lnTo>
                <a:lnTo>
                  <a:pt x="1657350" y="809625"/>
                </a:lnTo>
                <a:lnTo>
                  <a:pt x="1647825" y="809625"/>
                </a:lnTo>
                <a:close/>
                <a:moveTo>
                  <a:pt x="1990725" y="790575"/>
                </a:moveTo>
                <a:lnTo>
                  <a:pt x="2000250" y="790575"/>
                </a:lnTo>
                <a:lnTo>
                  <a:pt x="2000250" y="800100"/>
                </a:lnTo>
                <a:lnTo>
                  <a:pt x="1990725" y="800100"/>
                </a:lnTo>
                <a:close/>
                <a:moveTo>
                  <a:pt x="285750" y="800100"/>
                </a:moveTo>
                <a:lnTo>
                  <a:pt x="295275" y="800100"/>
                </a:lnTo>
                <a:lnTo>
                  <a:pt x="295275" y="809625"/>
                </a:lnTo>
                <a:lnTo>
                  <a:pt x="285750" y="809625"/>
                </a:lnTo>
                <a:close/>
                <a:moveTo>
                  <a:pt x="1247775" y="809625"/>
                </a:moveTo>
                <a:lnTo>
                  <a:pt x="1257300" y="809625"/>
                </a:lnTo>
                <a:lnTo>
                  <a:pt x="1257300" y="800100"/>
                </a:lnTo>
                <a:lnTo>
                  <a:pt x="1247775" y="800100"/>
                </a:lnTo>
                <a:close/>
                <a:moveTo>
                  <a:pt x="76200" y="819150"/>
                </a:moveTo>
                <a:lnTo>
                  <a:pt x="85725" y="819150"/>
                </a:lnTo>
                <a:lnTo>
                  <a:pt x="85725" y="838200"/>
                </a:lnTo>
                <a:lnTo>
                  <a:pt x="76200" y="838200"/>
                </a:lnTo>
                <a:close/>
                <a:moveTo>
                  <a:pt x="409575" y="819150"/>
                </a:moveTo>
                <a:lnTo>
                  <a:pt x="419100" y="819150"/>
                </a:lnTo>
                <a:lnTo>
                  <a:pt x="419100" y="828675"/>
                </a:lnTo>
                <a:lnTo>
                  <a:pt x="409575" y="828675"/>
                </a:lnTo>
                <a:close/>
                <a:moveTo>
                  <a:pt x="1647825" y="819150"/>
                </a:moveTo>
                <a:lnTo>
                  <a:pt x="1657350" y="819150"/>
                </a:lnTo>
                <a:lnTo>
                  <a:pt x="1657350" y="828675"/>
                </a:lnTo>
                <a:lnTo>
                  <a:pt x="1666875" y="828675"/>
                </a:lnTo>
                <a:lnTo>
                  <a:pt x="1666875" y="838200"/>
                </a:lnTo>
                <a:lnTo>
                  <a:pt x="1657350" y="838200"/>
                </a:lnTo>
                <a:lnTo>
                  <a:pt x="1657350" y="847725"/>
                </a:lnTo>
                <a:lnTo>
                  <a:pt x="1647825" y="847725"/>
                </a:lnTo>
                <a:close/>
                <a:moveTo>
                  <a:pt x="1238250" y="828675"/>
                </a:moveTo>
                <a:lnTo>
                  <a:pt x="1247775" y="828675"/>
                </a:lnTo>
                <a:lnTo>
                  <a:pt x="1247775" y="838200"/>
                </a:lnTo>
                <a:lnTo>
                  <a:pt x="1238250" y="838200"/>
                </a:lnTo>
                <a:close/>
                <a:moveTo>
                  <a:pt x="409575" y="838200"/>
                </a:moveTo>
                <a:lnTo>
                  <a:pt x="419100" y="838200"/>
                </a:lnTo>
                <a:lnTo>
                  <a:pt x="419100" y="847725"/>
                </a:lnTo>
                <a:lnTo>
                  <a:pt x="409575" y="847725"/>
                </a:lnTo>
                <a:close/>
                <a:moveTo>
                  <a:pt x="666750" y="838200"/>
                </a:moveTo>
                <a:lnTo>
                  <a:pt x="685800" y="838200"/>
                </a:lnTo>
                <a:lnTo>
                  <a:pt x="685800" y="847725"/>
                </a:lnTo>
                <a:lnTo>
                  <a:pt x="676275" y="847725"/>
                </a:lnTo>
                <a:lnTo>
                  <a:pt x="676275" y="857250"/>
                </a:lnTo>
                <a:lnTo>
                  <a:pt x="657225" y="857250"/>
                </a:lnTo>
                <a:lnTo>
                  <a:pt x="657225" y="866775"/>
                </a:lnTo>
                <a:lnTo>
                  <a:pt x="647700" y="866775"/>
                </a:lnTo>
                <a:lnTo>
                  <a:pt x="647700" y="847725"/>
                </a:lnTo>
                <a:lnTo>
                  <a:pt x="666750" y="847725"/>
                </a:lnTo>
                <a:close/>
                <a:moveTo>
                  <a:pt x="1619250" y="838200"/>
                </a:moveTo>
                <a:lnTo>
                  <a:pt x="1628775" y="838200"/>
                </a:lnTo>
                <a:lnTo>
                  <a:pt x="1628775" y="847725"/>
                </a:lnTo>
                <a:lnTo>
                  <a:pt x="1619250" y="847725"/>
                </a:lnTo>
                <a:close/>
                <a:moveTo>
                  <a:pt x="409575" y="857250"/>
                </a:moveTo>
                <a:lnTo>
                  <a:pt x="419100" y="857250"/>
                </a:lnTo>
                <a:lnTo>
                  <a:pt x="419100" y="885825"/>
                </a:lnTo>
                <a:lnTo>
                  <a:pt x="400050" y="885825"/>
                </a:lnTo>
                <a:lnTo>
                  <a:pt x="400050" y="876300"/>
                </a:lnTo>
                <a:lnTo>
                  <a:pt x="409575" y="876300"/>
                </a:lnTo>
                <a:close/>
                <a:moveTo>
                  <a:pt x="66675" y="876300"/>
                </a:moveTo>
                <a:lnTo>
                  <a:pt x="76200" y="876300"/>
                </a:lnTo>
                <a:lnTo>
                  <a:pt x="76200" y="895350"/>
                </a:lnTo>
                <a:lnTo>
                  <a:pt x="66675" y="895350"/>
                </a:lnTo>
                <a:close/>
                <a:moveTo>
                  <a:pt x="1666875" y="876300"/>
                </a:moveTo>
                <a:lnTo>
                  <a:pt x="1676400" y="876300"/>
                </a:lnTo>
                <a:lnTo>
                  <a:pt x="1676400" y="885825"/>
                </a:lnTo>
                <a:lnTo>
                  <a:pt x="1666875" y="885825"/>
                </a:lnTo>
                <a:close/>
                <a:moveTo>
                  <a:pt x="1676400" y="885825"/>
                </a:moveTo>
                <a:lnTo>
                  <a:pt x="1695450" y="885825"/>
                </a:lnTo>
                <a:lnTo>
                  <a:pt x="1695450" y="914400"/>
                </a:lnTo>
                <a:lnTo>
                  <a:pt x="1685925" y="914400"/>
                </a:lnTo>
                <a:lnTo>
                  <a:pt x="1685925" y="904875"/>
                </a:lnTo>
                <a:lnTo>
                  <a:pt x="1676400" y="904875"/>
                </a:lnTo>
                <a:close/>
                <a:moveTo>
                  <a:pt x="2009775" y="904875"/>
                </a:moveTo>
                <a:lnTo>
                  <a:pt x="2019300" y="904875"/>
                </a:lnTo>
                <a:lnTo>
                  <a:pt x="2019300" y="923925"/>
                </a:lnTo>
                <a:lnTo>
                  <a:pt x="2009775" y="923925"/>
                </a:lnTo>
                <a:close/>
                <a:moveTo>
                  <a:pt x="1733550" y="923925"/>
                </a:moveTo>
                <a:lnTo>
                  <a:pt x="1743075" y="923925"/>
                </a:lnTo>
                <a:lnTo>
                  <a:pt x="1743075" y="933450"/>
                </a:lnTo>
                <a:lnTo>
                  <a:pt x="1752600" y="933450"/>
                </a:lnTo>
                <a:lnTo>
                  <a:pt x="1752600" y="952500"/>
                </a:lnTo>
                <a:lnTo>
                  <a:pt x="1733550" y="952500"/>
                </a:lnTo>
                <a:lnTo>
                  <a:pt x="1733550" y="942975"/>
                </a:lnTo>
                <a:lnTo>
                  <a:pt x="1724025" y="942975"/>
                </a:lnTo>
                <a:lnTo>
                  <a:pt x="1724025" y="933450"/>
                </a:lnTo>
                <a:lnTo>
                  <a:pt x="1733550" y="933450"/>
                </a:lnTo>
                <a:close/>
                <a:moveTo>
                  <a:pt x="1438275" y="933450"/>
                </a:moveTo>
                <a:lnTo>
                  <a:pt x="1466850" y="933450"/>
                </a:lnTo>
                <a:lnTo>
                  <a:pt x="1466850" y="942975"/>
                </a:lnTo>
                <a:lnTo>
                  <a:pt x="1457325" y="942975"/>
                </a:lnTo>
                <a:lnTo>
                  <a:pt x="1457325" y="962025"/>
                </a:lnTo>
                <a:lnTo>
                  <a:pt x="1447800" y="962025"/>
                </a:lnTo>
                <a:lnTo>
                  <a:pt x="1447800" y="971550"/>
                </a:lnTo>
                <a:lnTo>
                  <a:pt x="1457325" y="971550"/>
                </a:lnTo>
                <a:lnTo>
                  <a:pt x="1457325" y="981075"/>
                </a:lnTo>
                <a:lnTo>
                  <a:pt x="1466850" y="981075"/>
                </a:lnTo>
                <a:lnTo>
                  <a:pt x="1466850" y="1000125"/>
                </a:lnTo>
                <a:lnTo>
                  <a:pt x="1447800" y="1000125"/>
                </a:lnTo>
                <a:lnTo>
                  <a:pt x="1447800" y="1009650"/>
                </a:lnTo>
                <a:lnTo>
                  <a:pt x="1438275" y="1009650"/>
                </a:lnTo>
                <a:lnTo>
                  <a:pt x="1438275" y="1019175"/>
                </a:lnTo>
                <a:lnTo>
                  <a:pt x="1428750" y="1019175"/>
                </a:lnTo>
                <a:lnTo>
                  <a:pt x="1428750" y="1028700"/>
                </a:lnTo>
                <a:lnTo>
                  <a:pt x="1419225" y="1028700"/>
                </a:lnTo>
                <a:lnTo>
                  <a:pt x="1419225" y="1038225"/>
                </a:lnTo>
                <a:lnTo>
                  <a:pt x="1409700" y="1038225"/>
                </a:lnTo>
                <a:lnTo>
                  <a:pt x="1409700" y="1047750"/>
                </a:lnTo>
                <a:lnTo>
                  <a:pt x="1390650" y="1047750"/>
                </a:lnTo>
                <a:lnTo>
                  <a:pt x="1390650" y="1057275"/>
                </a:lnTo>
                <a:lnTo>
                  <a:pt x="1381125" y="1057275"/>
                </a:lnTo>
                <a:lnTo>
                  <a:pt x="1381125" y="1038225"/>
                </a:lnTo>
                <a:lnTo>
                  <a:pt x="1371600" y="1038225"/>
                </a:lnTo>
                <a:lnTo>
                  <a:pt x="1371600" y="1019175"/>
                </a:lnTo>
                <a:lnTo>
                  <a:pt x="1362075" y="1019175"/>
                </a:lnTo>
                <a:lnTo>
                  <a:pt x="1362075" y="1009650"/>
                </a:lnTo>
                <a:lnTo>
                  <a:pt x="1352550" y="1009650"/>
                </a:lnTo>
                <a:lnTo>
                  <a:pt x="1352550" y="990600"/>
                </a:lnTo>
                <a:lnTo>
                  <a:pt x="1343025" y="990600"/>
                </a:lnTo>
                <a:lnTo>
                  <a:pt x="1343025" y="942975"/>
                </a:lnTo>
                <a:lnTo>
                  <a:pt x="1352550" y="942975"/>
                </a:lnTo>
                <a:lnTo>
                  <a:pt x="1352550" y="952500"/>
                </a:lnTo>
                <a:lnTo>
                  <a:pt x="1371600" y="952500"/>
                </a:lnTo>
                <a:lnTo>
                  <a:pt x="1371600" y="962025"/>
                </a:lnTo>
                <a:lnTo>
                  <a:pt x="1381125" y="962025"/>
                </a:lnTo>
                <a:lnTo>
                  <a:pt x="1381125" y="952500"/>
                </a:lnTo>
                <a:lnTo>
                  <a:pt x="1409700" y="952500"/>
                </a:lnTo>
                <a:lnTo>
                  <a:pt x="1409700" y="971550"/>
                </a:lnTo>
                <a:lnTo>
                  <a:pt x="1419225" y="971550"/>
                </a:lnTo>
                <a:lnTo>
                  <a:pt x="1419225" y="962025"/>
                </a:lnTo>
                <a:lnTo>
                  <a:pt x="1428750" y="962025"/>
                </a:lnTo>
                <a:lnTo>
                  <a:pt x="1428750" y="952500"/>
                </a:lnTo>
                <a:lnTo>
                  <a:pt x="1438275" y="952500"/>
                </a:lnTo>
                <a:close/>
                <a:moveTo>
                  <a:pt x="333375" y="942975"/>
                </a:moveTo>
                <a:lnTo>
                  <a:pt x="361950" y="942975"/>
                </a:lnTo>
                <a:lnTo>
                  <a:pt x="361950" y="962025"/>
                </a:lnTo>
                <a:lnTo>
                  <a:pt x="333375" y="962025"/>
                </a:lnTo>
                <a:close/>
                <a:moveTo>
                  <a:pt x="428625" y="962025"/>
                </a:moveTo>
                <a:lnTo>
                  <a:pt x="447675" y="962025"/>
                </a:lnTo>
                <a:lnTo>
                  <a:pt x="447675" y="990600"/>
                </a:lnTo>
                <a:lnTo>
                  <a:pt x="428625" y="990600"/>
                </a:lnTo>
                <a:close/>
                <a:moveTo>
                  <a:pt x="1428750" y="971550"/>
                </a:moveTo>
                <a:lnTo>
                  <a:pt x="1438275" y="971550"/>
                </a:lnTo>
                <a:lnTo>
                  <a:pt x="1438275" y="962025"/>
                </a:lnTo>
                <a:lnTo>
                  <a:pt x="1428750" y="962025"/>
                </a:lnTo>
                <a:close/>
                <a:moveTo>
                  <a:pt x="409575" y="990600"/>
                </a:moveTo>
                <a:lnTo>
                  <a:pt x="428625" y="990600"/>
                </a:lnTo>
                <a:lnTo>
                  <a:pt x="428625" y="1000125"/>
                </a:lnTo>
                <a:lnTo>
                  <a:pt x="409575" y="1000125"/>
                </a:lnTo>
                <a:close/>
                <a:moveTo>
                  <a:pt x="457200" y="990600"/>
                </a:moveTo>
                <a:lnTo>
                  <a:pt x="466725" y="990600"/>
                </a:lnTo>
                <a:lnTo>
                  <a:pt x="466725" y="1000125"/>
                </a:lnTo>
                <a:lnTo>
                  <a:pt x="457200" y="1000125"/>
                </a:lnTo>
                <a:close/>
                <a:moveTo>
                  <a:pt x="304800" y="1009650"/>
                </a:moveTo>
                <a:lnTo>
                  <a:pt x="314325" y="1009650"/>
                </a:lnTo>
                <a:lnTo>
                  <a:pt x="314325" y="1019175"/>
                </a:lnTo>
                <a:lnTo>
                  <a:pt x="304800" y="1019175"/>
                </a:lnTo>
                <a:close/>
                <a:moveTo>
                  <a:pt x="323850" y="1009650"/>
                </a:moveTo>
                <a:lnTo>
                  <a:pt x="333375" y="1009650"/>
                </a:lnTo>
                <a:lnTo>
                  <a:pt x="333375" y="1019175"/>
                </a:lnTo>
                <a:lnTo>
                  <a:pt x="323850" y="1019175"/>
                </a:lnTo>
                <a:close/>
                <a:moveTo>
                  <a:pt x="342900" y="1009650"/>
                </a:moveTo>
                <a:lnTo>
                  <a:pt x="352425" y="1009650"/>
                </a:lnTo>
                <a:lnTo>
                  <a:pt x="352425" y="1019175"/>
                </a:lnTo>
                <a:lnTo>
                  <a:pt x="342900" y="1019175"/>
                </a:lnTo>
                <a:close/>
                <a:moveTo>
                  <a:pt x="447675" y="1047750"/>
                </a:moveTo>
                <a:lnTo>
                  <a:pt x="466725" y="1047750"/>
                </a:lnTo>
                <a:lnTo>
                  <a:pt x="466725" y="1066800"/>
                </a:lnTo>
                <a:lnTo>
                  <a:pt x="447675" y="1066800"/>
                </a:lnTo>
                <a:close/>
                <a:moveTo>
                  <a:pt x="1943100" y="1057275"/>
                </a:moveTo>
                <a:lnTo>
                  <a:pt x="1952625" y="1057275"/>
                </a:lnTo>
                <a:lnTo>
                  <a:pt x="1952625" y="1066800"/>
                </a:lnTo>
                <a:lnTo>
                  <a:pt x="1943100" y="1066800"/>
                </a:lnTo>
                <a:close/>
                <a:moveTo>
                  <a:pt x="1733550" y="1076325"/>
                </a:moveTo>
                <a:lnTo>
                  <a:pt x="1743075" y="1076325"/>
                </a:lnTo>
                <a:lnTo>
                  <a:pt x="1743075" y="1095375"/>
                </a:lnTo>
                <a:lnTo>
                  <a:pt x="1733550" y="1095375"/>
                </a:lnTo>
                <a:close/>
                <a:moveTo>
                  <a:pt x="1876425" y="1076325"/>
                </a:moveTo>
                <a:lnTo>
                  <a:pt x="1885950" y="1076325"/>
                </a:lnTo>
                <a:lnTo>
                  <a:pt x="1885950" y="1085850"/>
                </a:lnTo>
                <a:lnTo>
                  <a:pt x="1876425" y="1085850"/>
                </a:lnTo>
                <a:close/>
                <a:moveTo>
                  <a:pt x="2009775" y="1076325"/>
                </a:moveTo>
                <a:lnTo>
                  <a:pt x="2019300" y="1076325"/>
                </a:lnTo>
                <a:lnTo>
                  <a:pt x="2019300" y="1104900"/>
                </a:lnTo>
                <a:lnTo>
                  <a:pt x="2009775" y="1104900"/>
                </a:lnTo>
                <a:close/>
                <a:moveTo>
                  <a:pt x="66675" y="1114425"/>
                </a:moveTo>
                <a:lnTo>
                  <a:pt x="76200" y="1114425"/>
                </a:lnTo>
                <a:lnTo>
                  <a:pt x="76200" y="1133475"/>
                </a:lnTo>
                <a:lnTo>
                  <a:pt x="66675" y="1133475"/>
                </a:lnTo>
                <a:close/>
                <a:moveTo>
                  <a:pt x="1581150" y="1114425"/>
                </a:moveTo>
                <a:lnTo>
                  <a:pt x="1600200" y="1114425"/>
                </a:lnTo>
                <a:lnTo>
                  <a:pt x="1600200" y="1133475"/>
                </a:lnTo>
                <a:lnTo>
                  <a:pt x="1581150" y="1133475"/>
                </a:lnTo>
                <a:close/>
                <a:moveTo>
                  <a:pt x="1714500" y="1114425"/>
                </a:moveTo>
                <a:lnTo>
                  <a:pt x="1724025" y="1114425"/>
                </a:lnTo>
                <a:lnTo>
                  <a:pt x="1724025" y="1123950"/>
                </a:lnTo>
                <a:lnTo>
                  <a:pt x="1714500" y="1123950"/>
                </a:lnTo>
                <a:close/>
                <a:moveTo>
                  <a:pt x="1847850" y="1114425"/>
                </a:moveTo>
                <a:lnTo>
                  <a:pt x="1857375" y="1114425"/>
                </a:lnTo>
                <a:lnTo>
                  <a:pt x="1857375" y="1123950"/>
                </a:lnTo>
                <a:lnTo>
                  <a:pt x="1847850" y="1123950"/>
                </a:lnTo>
                <a:close/>
                <a:moveTo>
                  <a:pt x="1704975" y="1133475"/>
                </a:moveTo>
                <a:lnTo>
                  <a:pt x="1733550" y="1133475"/>
                </a:lnTo>
                <a:lnTo>
                  <a:pt x="1733550" y="1143000"/>
                </a:lnTo>
                <a:lnTo>
                  <a:pt x="1724025" y="1143000"/>
                </a:lnTo>
                <a:lnTo>
                  <a:pt x="1724025" y="1152525"/>
                </a:lnTo>
                <a:lnTo>
                  <a:pt x="1704975" y="1152525"/>
                </a:lnTo>
                <a:close/>
                <a:moveTo>
                  <a:pt x="1885950" y="1143000"/>
                </a:moveTo>
                <a:lnTo>
                  <a:pt x="1895475" y="1143000"/>
                </a:lnTo>
                <a:lnTo>
                  <a:pt x="1895475" y="1152525"/>
                </a:lnTo>
                <a:lnTo>
                  <a:pt x="1885950" y="1152525"/>
                </a:lnTo>
                <a:close/>
                <a:moveTo>
                  <a:pt x="1533525" y="1152525"/>
                </a:moveTo>
                <a:lnTo>
                  <a:pt x="1590675" y="1152525"/>
                </a:lnTo>
                <a:lnTo>
                  <a:pt x="1590675" y="1162050"/>
                </a:lnTo>
                <a:lnTo>
                  <a:pt x="1600200" y="1162050"/>
                </a:lnTo>
                <a:lnTo>
                  <a:pt x="1600200" y="1181100"/>
                </a:lnTo>
                <a:lnTo>
                  <a:pt x="1619250" y="1181100"/>
                </a:lnTo>
                <a:lnTo>
                  <a:pt x="1619250" y="1171575"/>
                </a:lnTo>
                <a:lnTo>
                  <a:pt x="1647825" y="1171575"/>
                </a:lnTo>
                <a:lnTo>
                  <a:pt x="1647825" y="1181100"/>
                </a:lnTo>
                <a:lnTo>
                  <a:pt x="1695450" y="1181100"/>
                </a:lnTo>
                <a:lnTo>
                  <a:pt x="1695450" y="1200150"/>
                </a:lnTo>
                <a:lnTo>
                  <a:pt x="1666875" y="1200150"/>
                </a:lnTo>
                <a:lnTo>
                  <a:pt x="1666875" y="1190625"/>
                </a:lnTo>
                <a:lnTo>
                  <a:pt x="1657350" y="1190625"/>
                </a:lnTo>
                <a:lnTo>
                  <a:pt x="1657350" y="1200150"/>
                </a:lnTo>
                <a:lnTo>
                  <a:pt x="1571625" y="1200150"/>
                </a:lnTo>
                <a:lnTo>
                  <a:pt x="1571625" y="1209675"/>
                </a:lnTo>
                <a:lnTo>
                  <a:pt x="1552575" y="1209675"/>
                </a:lnTo>
                <a:lnTo>
                  <a:pt x="1552575" y="1200150"/>
                </a:lnTo>
                <a:lnTo>
                  <a:pt x="1533525" y="1200150"/>
                </a:lnTo>
                <a:lnTo>
                  <a:pt x="1533525" y="1190625"/>
                </a:lnTo>
                <a:lnTo>
                  <a:pt x="1514475" y="1190625"/>
                </a:lnTo>
                <a:lnTo>
                  <a:pt x="1514475" y="1181100"/>
                </a:lnTo>
                <a:lnTo>
                  <a:pt x="1524000" y="1181100"/>
                </a:lnTo>
                <a:lnTo>
                  <a:pt x="1524000" y="1171575"/>
                </a:lnTo>
                <a:lnTo>
                  <a:pt x="1533525" y="1171575"/>
                </a:lnTo>
                <a:close/>
                <a:moveTo>
                  <a:pt x="2000250" y="1162050"/>
                </a:moveTo>
                <a:lnTo>
                  <a:pt x="2009775" y="1162050"/>
                </a:lnTo>
                <a:lnTo>
                  <a:pt x="2009775" y="1181100"/>
                </a:lnTo>
                <a:lnTo>
                  <a:pt x="2000250" y="1181100"/>
                </a:lnTo>
                <a:lnTo>
                  <a:pt x="2000250" y="1228725"/>
                </a:lnTo>
                <a:lnTo>
                  <a:pt x="1990725" y="1228725"/>
                </a:lnTo>
                <a:lnTo>
                  <a:pt x="1990725" y="1171575"/>
                </a:lnTo>
                <a:lnTo>
                  <a:pt x="2000250" y="1171575"/>
                </a:lnTo>
                <a:close/>
                <a:moveTo>
                  <a:pt x="76200" y="1181100"/>
                </a:moveTo>
                <a:lnTo>
                  <a:pt x="85725" y="1181100"/>
                </a:lnTo>
                <a:lnTo>
                  <a:pt x="85725" y="1200150"/>
                </a:lnTo>
                <a:lnTo>
                  <a:pt x="76200" y="1200150"/>
                </a:lnTo>
                <a:close/>
                <a:moveTo>
                  <a:pt x="1724025" y="1181100"/>
                </a:moveTo>
                <a:lnTo>
                  <a:pt x="1752600" y="1181100"/>
                </a:lnTo>
                <a:lnTo>
                  <a:pt x="1752600" y="1190625"/>
                </a:lnTo>
                <a:lnTo>
                  <a:pt x="1724025" y="1190625"/>
                </a:lnTo>
                <a:close/>
                <a:moveTo>
                  <a:pt x="1419225" y="1190625"/>
                </a:moveTo>
                <a:lnTo>
                  <a:pt x="1428750" y="1190625"/>
                </a:lnTo>
                <a:lnTo>
                  <a:pt x="1428750" y="1200150"/>
                </a:lnTo>
                <a:lnTo>
                  <a:pt x="1419225" y="1200150"/>
                </a:lnTo>
                <a:close/>
                <a:moveTo>
                  <a:pt x="295275" y="1200150"/>
                </a:moveTo>
                <a:lnTo>
                  <a:pt x="314325" y="1200150"/>
                </a:lnTo>
                <a:lnTo>
                  <a:pt x="314325" y="1209675"/>
                </a:lnTo>
                <a:lnTo>
                  <a:pt x="323850" y="1209675"/>
                </a:lnTo>
                <a:lnTo>
                  <a:pt x="323850" y="1200150"/>
                </a:lnTo>
                <a:lnTo>
                  <a:pt x="342900" y="1200150"/>
                </a:lnTo>
                <a:lnTo>
                  <a:pt x="342900" y="1209675"/>
                </a:lnTo>
                <a:lnTo>
                  <a:pt x="352425" y="1209675"/>
                </a:lnTo>
                <a:lnTo>
                  <a:pt x="352425" y="1219200"/>
                </a:lnTo>
                <a:lnTo>
                  <a:pt x="371475" y="1219200"/>
                </a:lnTo>
                <a:lnTo>
                  <a:pt x="371475" y="1228725"/>
                </a:lnTo>
                <a:lnTo>
                  <a:pt x="381000" y="1228725"/>
                </a:lnTo>
                <a:lnTo>
                  <a:pt x="381000" y="1219200"/>
                </a:lnTo>
                <a:lnTo>
                  <a:pt x="390525" y="1219200"/>
                </a:lnTo>
                <a:lnTo>
                  <a:pt x="390525" y="1228725"/>
                </a:lnTo>
                <a:lnTo>
                  <a:pt x="409575" y="1228725"/>
                </a:lnTo>
                <a:lnTo>
                  <a:pt x="409575" y="1238250"/>
                </a:lnTo>
                <a:lnTo>
                  <a:pt x="419100" y="1238250"/>
                </a:lnTo>
                <a:lnTo>
                  <a:pt x="419100" y="1247775"/>
                </a:lnTo>
                <a:lnTo>
                  <a:pt x="409575" y="1247775"/>
                </a:lnTo>
                <a:lnTo>
                  <a:pt x="409575" y="1285875"/>
                </a:lnTo>
                <a:lnTo>
                  <a:pt x="400050" y="1285875"/>
                </a:lnTo>
                <a:lnTo>
                  <a:pt x="400050" y="1333500"/>
                </a:lnTo>
                <a:lnTo>
                  <a:pt x="352425" y="1333500"/>
                </a:lnTo>
                <a:lnTo>
                  <a:pt x="352425" y="1343025"/>
                </a:lnTo>
                <a:lnTo>
                  <a:pt x="333375" y="1343025"/>
                </a:lnTo>
                <a:lnTo>
                  <a:pt x="333375" y="1352550"/>
                </a:lnTo>
                <a:lnTo>
                  <a:pt x="304800" y="1352550"/>
                </a:lnTo>
                <a:lnTo>
                  <a:pt x="304800" y="1343025"/>
                </a:lnTo>
                <a:lnTo>
                  <a:pt x="295275" y="1343025"/>
                </a:lnTo>
                <a:lnTo>
                  <a:pt x="295275" y="1333500"/>
                </a:lnTo>
                <a:lnTo>
                  <a:pt x="304800" y="1333500"/>
                </a:lnTo>
                <a:lnTo>
                  <a:pt x="304800" y="1314450"/>
                </a:lnTo>
                <a:lnTo>
                  <a:pt x="295275" y="1314450"/>
                </a:lnTo>
                <a:lnTo>
                  <a:pt x="295275" y="1304925"/>
                </a:lnTo>
                <a:lnTo>
                  <a:pt x="285750" y="1304925"/>
                </a:lnTo>
                <a:lnTo>
                  <a:pt x="285750" y="1266825"/>
                </a:lnTo>
                <a:lnTo>
                  <a:pt x="266700" y="1266825"/>
                </a:lnTo>
                <a:lnTo>
                  <a:pt x="266700" y="1238250"/>
                </a:lnTo>
                <a:lnTo>
                  <a:pt x="276225" y="1238250"/>
                </a:lnTo>
                <a:lnTo>
                  <a:pt x="276225" y="1228725"/>
                </a:lnTo>
                <a:lnTo>
                  <a:pt x="285750" y="1228725"/>
                </a:lnTo>
                <a:lnTo>
                  <a:pt x="285750" y="1219200"/>
                </a:lnTo>
                <a:lnTo>
                  <a:pt x="295275" y="1219200"/>
                </a:lnTo>
                <a:close/>
                <a:moveTo>
                  <a:pt x="85725" y="1228725"/>
                </a:moveTo>
                <a:lnTo>
                  <a:pt x="95250" y="1228725"/>
                </a:lnTo>
                <a:lnTo>
                  <a:pt x="95250" y="1238250"/>
                </a:lnTo>
                <a:lnTo>
                  <a:pt x="85725" y="1238250"/>
                </a:lnTo>
                <a:close/>
                <a:moveTo>
                  <a:pt x="1981200" y="1238250"/>
                </a:moveTo>
                <a:lnTo>
                  <a:pt x="1990725" y="1238250"/>
                </a:lnTo>
                <a:lnTo>
                  <a:pt x="1990725" y="1266825"/>
                </a:lnTo>
                <a:lnTo>
                  <a:pt x="1981200" y="1266825"/>
                </a:lnTo>
                <a:close/>
                <a:moveTo>
                  <a:pt x="95250" y="1266825"/>
                </a:moveTo>
                <a:lnTo>
                  <a:pt x="104775" y="1266825"/>
                </a:lnTo>
                <a:lnTo>
                  <a:pt x="104775" y="1276350"/>
                </a:lnTo>
                <a:lnTo>
                  <a:pt x="95250" y="1276350"/>
                </a:lnTo>
                <a:close/>
                <a:moveTo>
                  <a:pt x="295275" y="1276350"/>
                </a:moveTo>
                <a:lnTo>
                  <a:pt x="323850" y="1276350"/>
                </a:lnTo>
                <a:lnTo>
                  <a:pt x="323850" y="1266825"/>
                </a:lnTo>
                <a:lnTo>
                  <a:pt x="295275" y="1266825"/>
                </a:lnTo>
                <a:close/>
                <a:moveTo>
                  <a:pt x="1971675" y="1285875"/>
                </a:moveTo>
                <a:lnTo>
                  <a:pt x="1981200" y="1285875"/>
                </a:lnTo>
                <a:lnTo>
                  <a:pt x="1981200" y="1295400"/>
                </a:lnTo>
                <a:lnTo>
                  <a:pt x="1971675" y="1295400"/>
                </a:lnTo>
                <a:close/>
                <a:moveTo>
                  <a:pt x="104775" y="1295400"/>
                </a:moveTo>
                <a:lnTo>
                  <a:pt x="114300" y="1295400"/>
                </a:lnTo>
                <a:lnTo>
                  <a:pt x="114300" y="1304925"/>
                </a:lnTo>
                <a:lnTo>
                  <a:pt x="104775" y="1304925"/>
                </a:lnTo>
                <a:close/>
                <a:moveTo>
                  <a:pt x="1962150" y="1314450"/>
                </a:moveTo>
                <a:lnTo>
                  <a:pt x="1971675" y="1314450"/>
                </a:lnTo>
                <a:lnTo>
                  <a:pt x="1971675" y="1323975"/>
                </a:lnTo>
                <a:lnTo>
                  <a:pt x="1962150" y="1323975"/>
                </a:lnTo>
                <a:close/>
                <a:moveTo>
                  <a:pt x="114300" y="1323975"/>
                </a:moveTo>
                <a:lnTo>
                  <a:pt x="123825" y="1323975"/>
                </a:lnTo>
                <a:lnTo>
                  <a:pt x="123825" y="1333500"/>
                </a:lnTo>
                <a:lnTo>
                  <a:pt x="114300" y="1333500"/>
                </a:lnTo>
                <a:close/>
                <a:moveTo>
                  <a:pt x="1952625" y="1343025"/>
                </a:moveTo>
                <a:lnTo>
                  <a:pt x="1962150" y="1343025"/>
                </a:lnTo>
                <a:lnTo>
                  <a:pt x="1962150" y="1352550"/>
                </a:lnTo>
                <a:lnTo>
                  <a:pt x="1952625" y="1352550"/>
                </a:lnTo>
                <a:close/>
                <a:moveTo>
                  <a:pt x="133350" y="1371600"/>
                </a:moveTo>
                <a:lnTo>
                  <a:pt x="142875" y="1371600"/>
                </a:lnTo>
                <a:lnTo>
                  <a:pt x="142875" y="1381125"/>
                </a:lnTo>
                <a:lnTo>
                  <a:pt x="133350" y="1381125"/>
                </a:lnTo>
                <a:close/>
                <a:moveTo>
                  <a:pt x="1943100" y="1371600"/>
                </a:moveTo>
                <a:lnTo>
                  <a:pt x="1952625" y="1371600"/>
                </a:lnTo>
                <a:lnTo>
                  <a:pt x="1952625" y="1381125"/>
                </a:lnTo>
                <a:lnTo>
                  <a:pt x="1943100" y="1381125"/>
                </a:lnTo>
                <a:close/>
                <a:moveTo>
                  <a:pt x="142875" y="1390650"/>
                </a:moveTo>
                <a:lnTo>
                  <a:pt x="152400" y="1390650"/>
                </a:lnTo>
                <a:lnTo>
                  <a:pt x="152400" y="1400175"/>
                </a:lnTo>
                <a:lnTo>
                  <a:pt x="142875" y="1400175"/>
                </a:lnTo>
                <a:close/>
                <a:moveTo>
                  <a:pt x="1933575" y="1390650"/>
                </a:moveTo>
                <a:lnTo>
                  <a:pt x="1943100" y="1390650"/>
                </a:lnTo>
                <a:lnTo>
                  <a:pt x="1943100" y="1400175"/>
                </a:lnTo>
                <a:lnTo>
                  <a:pt x="1933575" y="1400175"/>
                </a:lnTo>
                <a:close/>
                <a:moveTo>
                  <a:pt x="1895475" y="1466850"/>
                </a:moveTo>
                <a:lnTo>
                  <a:pt x="1905000" y="1466850"/>
                </a:lnTo>
                <a:lnTo>
                  <a:pt x="1905000" y="1476375"/>
                </a:lnTo>
                <a:lnTo>
                  <a:pt x="1895475" y="1476375"/>
                </a:lnTo>
                <a:close/>
                <a:moveTo>
                  <a:pt x="190500" y="1485900"/>
                </a:moveTo>
                <a:lnTo>
                  <a:pt x="200025" y="1485900"/>
                </a:lnTo>
                <a:lnTo>
                  <a:pt x="200025" y="1495425"/>
                </a:lnTo>
                <a:lnTo>
                  <a:pt x="190500" y="1495425"/>
                </a:lnTo>
                <a:close/>
                <a:moveTo>
                  <a:pt x="1885950" y="1485900"/>
                </a:moveTo>
                <a:lnTo>
                  <a:pt x="1895475" y="1485900"/>
                </a:lnTo>
                <a:lnTo>
                  <a:pt x="1895475" y="1495425"/>
                </a:lnTo>
                <a:lnTo>
                  <a:pt x="1885950" y="1495425"/>
                </a:lnTo>
                <a:close/>
                <a:moveTo>
                  <a:pt x="200025" y="1504950"/>
                </a:moveTo>
                <a:lnTo>
                  <a:pt x="209550" y="1504950"/>
                </a:lnTo>
                <a:lnTo>
                  <a:pt x="209550" y="1514475"/>
                </a:lnTo>
                <a:lnTo>
                  <a:pt x="200025" y="1514475"/>
                </a:lnTo>
                <a:close/>
                <a:moveTo>
                  <a:pt x="219075" y="1533525"/>
                </a:moveTo>
                <a:lnTo>
                  <a:pt x="228600" y="1533525"/>
                </a:lnTo>
                <a:lnTo>
                  <a:pt x="228600" y="1543050"/>
                </a:lnTo>
                <a:lnTo>
                  <a:pt x="219075" y="1543050"/>
                </a:lnTo>
                <a:close/>
                <a:moveTo>
                  <a:pt x="247650" y="1533525"/>
                </a:moveTo>
                <a:lnTo>
                  <a:pt x="257175" y="1533525"/>
                </a:lnTo>
                <a:lnTo>
                  <a:pt x="257175" y="1543050"/>
                </a:lnTo>
                <a:lnTo>
                  <a:pt x="266700" y="1543050"/>
                </a:lnTo>
                <a:lnTo>
                  <a:pt x="266700" y="1552575"/>
                </a:lnTo>
                <a:lnTo>
                  <a:pt x="276225" y="1552575"/>
                </a:lnTo>
                <a:lnTo>
                  <a:pt x="276225" y="1562100"/>
                </a:lnTo>
                <a:lnTo>
                  <a:pt x="304800" y="1562100"/>
                </a:lnTo>
                <a:lnTo>
                  <a:pt x="304800" y="1581150"/>
                </a:lnTo>
                <a:lnTo>
                  <a:pt x="323850" y="1581150"/>
                </a:lnTo>
                <a:lnTo>
                  <a:pt x="323850" y="1600200"/>
                </a:lnTo>
                <a:lnTo>
                  <a:pt x="352425" y="1600200"/>
                </a:lnTo>
                <a:lnTo>
                  <a:pt x="352425" y="1590675"/>
                </a:lnTo>
                <a:lnTo>
                  <a:pt x="342900" y="1590675"/>
                </a:lnTo>
                <a:lnTo>
                  <a:pt x="342900" y="1581150"/>
                </a:lnTo>
                <a:lnTo>
                  <a:pt x="361950" y="1581150"/>
                </a:lnTo>
                <a:lnTo>
                  <a:pt x="361950" y="1571625"/>
                </a:lnTo>
                <a:lnTo>
                  <a:pt x="381000" y="1571625"/>
                </a:lnTo>
                <a:lnTo>
                  <a:pt x="381000" y="1562100"/>
                </a:lnTo>
                <a:lnTo>
                  <a:pt x="390525" y="1562100"/>
                </a:lnTo>
                <a:lnTo>
                  <a:pt x="390525" y="1571625"/>
                </a:lnTo>
                <a:lnTo>
                  <a:pt x="400050" y="1571625"/>
                </a:lnTo>
                <a:lnTo>
                  <a:pt x="400050" y="1562100"/>
                </a:lnTo>
                <a:lnTo>
                  <a:pt x="409575" y="1562100"/>
                </a:lnTo>
                <a:lnTo>
                  <a:pt x="409575" y="1619250"/>
                </a:lnTo>
                <a:lnTo>
                  <a:pt x="400050" y="1619250"/>
                </a:lnTo>
                <a:lnTo>
                  <a:pt x="400050" y="1628775"/>
                </a:lnTo>
                <a:lnTo>
                  <a:pt x="381000" y="1628775"/>
                </a:lnTo>
                <a:lnTo>
                  <a:pt x="381000" y="1619250"/>
                </a:lnTo>
                <a:lnTo>
                  <a:pt x="276225" y="1619250"/>
                </a:lnTo>
                <a:lnTo>
                  <a:pt x="276225" y="1609725"/>
                </a:lnTo>
                <a:lnTo>
                  <a:pt x="266700" y="1609725"/>
                </a:lnTo>
                <a:lnTo>
                  <a:pt x="266700" y="1590675"/>
                </a:lnTo>
                <a:lnTo>
                  <a:pt x="257175" y="1590675"/>
                </a:lnTo>
                <a:lnTo>
                  <a:pt x="257175" y="1581150"/>
                </a:lnTo>
                <a:lnTo>
                  <a:pt x="247650" y="1581150"/>
                </a:lnTo>
                <a:lnTo>
                  <a:pt x="247650" y="1571625"/>
                </a:lnTo>
                <a:lnTo>
                  <a:pt x="238125" y="1571625"/>
                </a:lnTo>
                <a:lnTo>
                  <a:pt x="238125" y="1552575"/>
                </a:lnTo>
                <a:lnTo>
                  <a:pt x="228600" y="1552575"/>
                </a:lnTo>
                <a:lnTo>
                  <a:pt x="228600" y="1543050"/>
                </a:lnTo>
                <a:lnTo>
                  <a:pt x="247650" y="1543050"/>
                </a:lnTo>
                <a:close/>
                <a:moveTo>
                  <a:pt x="1857375" y="1533525"/>
                </a:moveTo>
                <a:lnTo>
                  <a:pt x="1866900" y="1533525"/>
                </a:lnTo>
                <a:lnTo>
                  <a:pt x="1866900" y="1543050"/>
                </a:lnTo>
                <a:lnTo>
                  <a:pt x="1857375" y="1543050"/>
                </a:lnTo>
                <a:close/>
                <a:moveTo>
                  <a:pt x="1838325" y="1562100"/>
                </a:moveTo>
                <a:lnTo>
                  <a:pt x="1847850" y="1562100"/>
                </a:lnTo>
                <a:lnTo>
                  <a:pt x="1847850" y="1571625"/>
                </a:lnTo>
                <a:lnTo>
                  <a:pt x="1838325" y="1571625"/>
                </a:lnTo>
                <a:close/>
                <a:moveTo>
                  <a:pt x="1828800" y="1571625"/>
                </a:moveTo>
                <a:lnTo>
                  <a:pt x="1838325" y="1571625"/>
                </a:lnTo>
                <a:lnTo>
                  <a:pt x="1838325" y="1581150"/>
                </a:lnTo>
                <a:lnTo>
                  <a:pt x="1828800" y="1581150"/>
                </a:lnTo>
                <a:close/>
                <a:moveTo>
                  <a:pt x="438150" y="1771650"/>
                </a:moveTo>
                <a:lnTo>
                  <a:pt x="447675" y="1771650"/>
                </a:lnTo>
                <a:lnTo>
                  <a:pt x="447675" y="1781175"/>
                </a:lnTo>
                <a:lnTo>
                  <a:pt x="438150" y="1781175"/>
                </a:lnTo>
                <a:close/>
                <a:moveTo>
                  <a:pt x="485775" y="1809750"/>
                </a:moveTo>
                <a:lnTo>
                  <a:pt x="495300" y="1809750"/>
                </a:lnTo>
                <a:lnTo>
                  <a:pt x="495300" y="1819275"/>
                </a:lnTo>
                <a:lnTo>
                  <a:pt x="485775" y="1819275"/>
                </a:lnTo>
                <a:close/>
                <a:moveTo>
                  <a:pt x="1562100" y="1828800"/>
                </a:moveTo>
                <a:lnTo>
                  <a:pt x="1571625" y="1828800"/>
                </a:lnTo>
                <a:lnTo>
                  <a:pt x="1571625" y="1838325"/>
                </a:lnTo>
                <a:lnTo>
                  <a:pt x="1562100" y="1838325"/>
                </a:lnTo>
                <a:close/>
                <a:moveTo>
                  <a:pt x="581025" y="1866900"/>
                </a:moveTo>
                <a:lnTo>
                  <a:pt x="590550" y="1866900"/>
                </a:lnTo>
                <a:lnTo>
                  <a:pt x="590550" y="1876425"/>
                </a:lnTo>
                <a:lnTo>
                  <a:pt x="581025" y="1876425"/>
                </a:lnTo>
                <a:close/>
                <a:moveTo>
                  <a:pt x="1495425" y="1866900"/>
                </a:moveTo>
                <a:lnTo>
                  <a:pt x="1504950" y="1866900"/>
                </a:lnTo>
                <a:lnTo>
                  <a:pt x="1504950" y="1876425"/>
                </a:lnTo>
                <a:lnTo>
                  <a:pt x="1495425" y="1876425"/>
                </a:lnTo>
                <a:close/>
                <a:moveTo>
                  <a:pt x="600075" y="1876425"/>
                </a:moveTo>
                <a:lnTo>
                  <a:pt x="609600" y="1876425"/>
                </a:lnTo>
                <a:lnTo>
                  <a:pt x="609600" y="1885950"/>
                </a:lnTo>
                <a:lnTo>
                  <a:pt x="600075" y="1885950"/>
                </a:lnTo>
                <a:close/>
                <a:moveTo>
                  <a:pt x="1476375" y="1876425"/>
                </a:moveTo>
                <a:lnTo>
                  <a:pt x="1485900" y="1876425"/>
                </a:lnTo>
                <a:lnTo>
                  <a:pt x="1485900" y="1885950"/>
                </a:lnTo>
                <a:lnTo>
                  <a:pt x="1476375" y="1885950"/>
                </a:lnTo>
                <a:close/>
                <a:moveTo>
                  <a:pt x="619125" y="1885950"/>
                </a:moveTo>
                <a:lnTo>
                  <a:pt x="628650" y="1885950"/>
                </a:lnTo>
                <a:lnTo>
                  <a:pt x="628650" y="1895475"/>
                </a:lnTo>
                <a:lnTo>
                  <a:pt x="619125" y="1895475"/>
                </a:lnTo>
                <a:close/>
                <a:moveTo>
                  <a:pt x="638175" y="1895475"/>
                </a:moveTo>
                <a:lnTo>
                  <a:pt x="647700" y="1895475"/>
                </a:lnTo>
                <a:lnTo>
                  <a:pt x="647700" y="1905000"/>
                </a:lnTo>
                <a:lnTo>
                  <a:pt x="638175" y="1905000"/>
                </a:lnTo>
                <a:close/>
                <a:moveTo>
                  <a:pt x="685800" y="1914525"/>
                </a:moveTo>
                <a:lnTo>
                  <a:pt x="695325" y="1914525"/>
                </a:lnTo>
                <a:lnTo>
                  <a:pt x="695325" y="1924050"/>
                </a:lnTo>
                <a:lnTo>
                  <a:pt x="685800" y="1924050"/>
                </a:lnTo>
                <a:close/>
                <a:moveTo>
                  <a:pt x="1381125" y="1914525"/>
                </a:moveTo>
                <a:lnTo>
                  <a:pt x="1400175" y="1914525"/>
                </a:lnTo>
                <a:lnTo>
                  <a:pt x="1400175" y="1924050"/>
                </a:lnTo>
                <a:lnTo>
                  <a:pt x="1381125" y="1924050"/>
                </a:lnTo>
                <a:close/>
                <a:moveTo>
                  <a:pt x="714375" y="1924050"/>
                </a:moveTo>
                <a:lnTo>
                  <a:pt x="723900" y="1924050"/>
                </a:lnTo>
                <a:lnTo>
                  <a:pt x="723900" y="1933575"/>
                </a:lnTo>
                <a:lnTo>
                  <a:pt x="714375" y="1933575"/>
                </a:lnTo>
                <a:close/>
                <a:moveTo>
                  <a:pt x="1362075" y="1924050"/>
                </a:moveTo>
                <a:lnTo>
                  <a:pt x="1371600" y="1924050"/>
                </a:lnTo>
                <a:lnTo>
                  <a:pt x="1371600" y="1933575"/>
                </a:lnTo>
                <a:lnTo>
                  <a:pt x="1362075" y="1933575"/>
                </a:lnTo>
                <a:close/>
                <a:moveTo>
                  <a:pt x="1304925" y="1943100"/>
                </a:moveTo>
                <a:lnTo>
                  <a:pt x="1314450" y="1943100"/>
                </a:lnTo>
                <a:lnTo>
                  <a:pt x="1314450" y="1952625"/>
                </a:lnTo>
                <a:lnTo>
                  <a:pt x="1304925" y="1952625"/>
                </a:lnTo>
                <a:close/>
                <a:moveTo>
                  <a:pt x="1266825" y="1952625"/>
                </a:moveTo>
                <a:lnTo>
                  <a:pt x="1276350" y="1952625"/>
                </a:lnTo>
                <a:lnTo>
                  <a:pt x="1276350" y="1962150"/>
                </a:lnTo>
                <a:lnTo>
                  <a:pt x="1266825" y="1962150"/>
                </a:lnTo>
                <a:close/>
                <a:moveTo>
                  <a:pt x="847725" y="1962150"/>
                </a:moveTo>
                <a:lnTo>
                  <a:pt x="866775" y="1962150"/>
                </a:lnTo>
                <a:lnTo>
                  <a:pt x="866775" y="1971675"/>
                </a:lnTo>
                <a:lnTo>
                  <a:pt x="847725" y="1971675"/>
                </a:lnTo>
                <a:close/>
                <a:moveTo>
                  <a:pt x="904875" y="1971675"/>
                </a:moveTo>
                <a:lnTo>
                  <a:pt x="923925" y="1971675"/>
                </a:lnTo>
                <a:lnTo>
                  <a:pt x="923925" y="1981200"/>
                </a:lnTo>
                <a:lnTo>
                  <a:pt x="904875" y="1981200"/>
                </a:lnTo>
                <a:close/>
                <a:moveTo>
                  <a:pt x="1171575" y="1971675"/>
                </a:moveTo>
                <a:lnTo>
                  <a:pt x="1181100" y="1971675"/>
                </a:lnTo>
                <a:lnTo>
                  <a:pt x="1181100" y="1981200"/>
                </a:lnTo>
                <a:lnTo>
                  <a:pt x="1171575" y="1981200"/>
                </a:lnTo>
                <a:close/>
                <a:moveTo>
                  <a:pt x="1009650" y="1981200"/>
                </a:moveTo>
                <a:lnTo>
                  <a:pt x="1066800" y="1981200"/>
                </a:lnTo>
                <a:lnTo>
                  <a:pt x="1066800" y="1990725"/>
                </a:lnTo>
                <a:lnTo>
                  <a:pt x="1009650" y="1990725"/>
                </a:lnTo>
                <a:close/>
              </a:path>
            </a:pathLst>
          </a:custGeom>
          <a:solidFill xmlns:a="http://schemas.openxmlformats.org/drawingml/2006/main">
            <a:srgbClr val="DDE9DD"/>
          </a:solidFill>
          <a:ln xmlns:a="http://schemas.openxmlformats.org/drawingml/2006/main" w="0">
            <a:noFill/>
          </a:ln>
        </p:spPr>
      </p:sp>
      <p:sp>
        <p:nvSpPr>
          <p:cNvPr id="13" name="employee vector #dbe9dd">
            <a:extLst xmlns:a="http://schemas.openxmlformats.org/drawingml/2006/main">
              <a:ext uri="{FF2B5EF4-FFF2-40B4-BE49-F238E27FC236}">
                <a16:creationId xmlns:a16="http://schemas.microsoft.com/office/drawing/2014/main" id="{C6EFACEC-823D-4830-AC0E-DBE04D6F9F5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85825" y="2571750"/>
            <a:ext cx="2105025" cy="2066925"/>
          </a:xfrm>
          <a:custGeom xmlns:a="http://schemas.openxmlformats.org/drawingml/2006/main">
            <a:pathLst>
              <a:path w="2105025" h="2066925">
                <a:moveTo>
                  <a:pt x="885825" y="142875"/>
                </a:moveTo>
                <a:lnTo>
                  <a:pt x="914400" y="142875"/>
                </a:lnTo>
                <a:lnTo>
                  <a:pt x="914400" y="152400"/>
                </a:lnTo>
                <a:lnTo>
                  <a:pt x="885825" y="152400"/>
                </a:lnTo>
                <a:close/>
                <a:moveTo>
                  <a:pt x="952500" y="142875"/>
                </a:moveTo>
                <a:lnTo>
                  <a:pt x="962025" y="142875"/>
                </a:lnTo>
                <a:lnTo>
                  <a:pt x="962025" y="152400"/>
                </a:lnTo>
                <a:lnTo>
                  <a:pt x="952500" y="152400"/>
                </a:lnTo>
                <a:close/>
                <a:moveTo>
                  <a:pt x="981075" y="142875"/>
                </a:moveTo>
                <a:lnTo>
                  <a:pt x="990600" y="142875"/>
                </a:lnTo>
                <a:lnTo>
                  <a:pt x="990600" y="161925"/>
                </a:lnTo>
                <a:lnTo>
                  <a:pt x="981075" y="161925"/>
                </a:lnTo>
                <a:close/>
                <a:moveTo>
                  <a:pt x="1200150" y="142875"/>
                </a:moveTo>
                <a:lnTo>
                  <a:pt x="1209675" y="142875"/>
                </a:lnTo>
                <a:lnTo>
                  <a:pt x="1209675" y="152400"/>
                </a:lnTo>
                <a:lnTo>
                  <a:pt x="1200150" y="152400"/>
                </a:lnTo>
                <a:close/>
                <a:moveTo>
                  <a:pt x="1266825" y="142875"/>
                </a:moveTo>
                <a:lnTo>
                  <a:pt x="1276350" y="142875"/>
                </a:lnTo>
                <a:lnTo>
                  <a:pt x="1276350" y="152400"/>
                </a:lnTo>
                <a:lnTo>
                  <a:pt x="1266825" y="152400"/>
                </a:lnTo>
                <a:close/>
                <a:moveTo>
                  <a:pt x="876300" y="152400"/>
                </a:moveTo>
                <a:lnTo>
                  <a:pt x="885825" y="152400"/>
                </a:lnTo>
                <a:lnTo>
                  <a:pt x="885825" y="161925"/>
                </a:lnTo>
                <a:lnTo>
                  <a:pt x="876300" y="161925"/>
                </a:lnTo>
                <a:close/>
                <a:moveTo>
                  <a:pt x="1257300" y="152400"/>
                </a:moveTo>
                <a:lnTo>
                  <a:pt x="1266825" y="152400"/>
                </a:lnTo>
                <a:lnTo>
                  <a:pt x="1266825" y="161925"/>
                </a:lnTo>
                <a:lnTo>
                  <a:pt x="1257300" y="161925"/>
                </a:lnTo>
                <a:close/>
                <a:moveTo>
                  <a:pt x="1266825" y="161925"/>
                </a:moveTo>
                <a:lnTo>
                  <a:pt x="1285875" y="161925"/>
                </a:lnTo>
                <a:lnTo>
                  <a:pt x="1285875" y="171450"/>
                </a:lnTo>
                <a:lnTo>
                  <a:pt x="1323975" y="171450"/>
                </a:lnTo>
                <a:lnTo>
                  <a:pt x="1323975" y="180975"/>
                </a:lnTo>
                <a:lnTo>
                  <a:pt x="1276350" y="180975"/>
                </a:lnTo>
                <a:lnTo>
                  <a:pt x="1276350" y="190500"/>
                </a:lnTo>
                <a:lnTo>
                  <a:pt x="1266825" y="190500"/>
                </a:lnTo>
                <a:close/>
                <a:moveTo>
                  <a:pt x="1114425" y="180975"/>
                </a:moveTo>
                <a:lnTo>
                  <a:pt x="1123950" y="180975"/>
                </a:lnTo>
                <a:lnTo>
                  <a:pt x="1123950" y="190500"/>
                </a:lnTo>
                <a:lnTo>
                  <a:pt x="1114425" y="190500"/>
                </a:lnTo>
                <a:close/>
                <a:moveTo>
                  <a:pt x="1438275" y="180975"/>
                </a:moveTo>
                <a:lnTo>
                  <a:pt x="1447800" y="180975"/>
                </a:lnTo>
                <a:lnTo>
                  <a:pt x="1447800" y="190500"/>
                </a:lnTo>
                <a:lnTo>
                  <a:pt x="1438275" y="190500"/>
                </a:lnTo>
                <a:close/>
                <a:moveTo>
                  <a:pt x="1076325" y="190500"/>
                </a:moveTo>
                <a:lnTo>
                  <a:pt x="1085850" y="190500"/>
                </a:lnTo>
                <a:lnTo>
                  <a:pt x="1085850" y="200025"/>
                </a:lnTo>
                <a:lnTo>
                  <a:pt x="1076325" y="200025"/>
                </a:lnTo>
                <a:close/>
                <a:moveTo>
                  <a:pt x="1209675" y="190500"/>
                </a:moveTo>
                <a:lnTo>
                  <a:pt x="1219200" y="190500"/>
                </a:lnTo>
                <a:lnTo>
                  <a:pt x="1219200" y="200025"/>
                </a:lnTo>
                <a:lnTo>
                  <a:pt x="1209675" y="200025"/>
                </a:lnTo>
                <a:close/>
                <a:moveTo>
                  <a:pt x="1533525" y="190500"/>
                </a:moveTo>
                <a:lnTo>
                  <a:pt x="1543050" y="190500"/>
                </a:lnTo>
                <a:lnTo>
                  <a:pt x="1543050" y="219075"/>
                </a:lnTo>
                <a:lnTo>
                  <a:pt x="1533525" y="219075"/>
                </a:lnTo>
                <a:close/>
                <a:moveTo>
                  <a:pt x="1095375" y="200025"/>
                </a:moveTo>
                <a:lnTo>
                  <a:pt x="1104900" y="200025"/>
                </a:lnTo>
                <a:lnTo>
                  <a:pt x="1104900" y="209550"/>
                </a:lnTo>
                <a:lnTo>
                  <a:pt x="1095375" y="209550"/>
                </a:lnTo>
                <a:close/>
                <a:moveTo>
                  <a:pt x="1114425" y="200025"/>
                </a:moveTo>
                <a:lnTo>
                  <a:pt x="1123950" y="200025"/>
                </a:lnTo>
                <a:lnTo>
                  <a:pt x="1123950" y="219075"/>
                </a:lnTo>
                <a:lnTo>
                  <a:pt x="1114425" y="219075"/>
                </a:lnTo>
                <a:close/>
                <a:moveTo>
                  <a:pt x="1171575" y="200025"/>
                </a:moveTo>
                <a:lnTo>
                  <a:pt x="1181100" y="200025"/>
                </a:lnTo>
                <a:lnTo>
                  <a:pt x="1181100" y="209550"/>
                </a:lnTo>
                <a:lnTo>
                  <a:pt x="1171575" y="209550"/>
                </a:lnTo>
                <a:close/>
                <a:moveTo>
                  <a:pt x="1219200" y="200025"/>
                </a:moveTo>
                <a:lnTo>
                  <a:pt x="1238250" y="200025"/>
                </a:lnTo>
                <a:lnTo>
                  <a:pt x="1238250" y="209550"/>
                </a:lnTo>
                <a:lnTo>
                  <a:pt x="1228725" y="209550"/>
                </a:lnTo>
                <a:lnTo>
                  <a:pt x="1228725" y="219075"/>
                </a:lnTo>
                <a:lnTo>
                  <a:pt x="1219200" y="219075"/>
                </a:lnTo>
                <a:close/>
                <a:moveTo>
                  <a:pt x="1257300" y="200025"/>
                </a:moveTo>
                <a:lnTo>
                  <a:pt x="1266825" y="200025"/>
                </a:lnTo>
                <a:lnTo>
                  <a:pt x="1266825" y="228600"/>
                </a:lnTo>
                <a:lnTo>
                  <a:pt x="1247775" y="228600"/>
                </a:lnTo>
                <a:lnTo>
                  <a:pt x="1247775" y="219075"/>
                </a:lnTo>
                <a:lnTo>
                  <a:pt x="1238250" y="219075"/>
                </a:lnTo>
                <a:lnTo>
                  <a:pt x="1238250" y="209550"/>
                </a:lnTo>
                <a:lnTo>
                  <a:pt x="1257300" y="209550"/>
                </a:lnTo>
                <a:close/>
                <a:moveTo>
                  <a:pt x="1190625" y="209550"/>
                </a:moveTo>
                <a:lnTo>
                  <a:pt x="1200150" y="209550"/>
                </a:lnTo>
                <a:lnTo>
                  <a:pt x="1200150" y="219075"/>
                </a:lnTo>
                <a:lnTo>
                  <a:pt x="1190625" y="219075"/>
                </a:lnTo>
                <a:close/>
                <a:moveTo>
                  <a:pt x="1352550" y="219075"/>
                </a:moveTo>
                <a:lnTo>
                  <a:pt x="1362075" y="219075"/>
                </a:lnTo>
                <a:lnTo>
                  <a:pt x="1362075" y="228600"/>
                </a:lnTo>
                <a:lnTo>
                  <a:pt x="1352550" y="228600"/>
                </a:lnTo>
                <a:close/>
                <a:moveTo>
                  <a:pt x="1400175" y="219075"/>
                </a:moveTo>
                <a:lnTo>
                  <a:pt x="1419225" y="219075"/>
                </a:lnTo>
                <a:lnTo>
                  <a:pt x="1419225" y="228600"/>
                </a:lnTo>
                <a:lnTo>
                  <a:pt x="1400175" y="228600"/>
                </a:lnTo>
                <a:close/>
                <a:moveTo>
                  <a:pt x="1123950" y="228600"/>
                </a:moveTo>
                <a:lnTo>
                  <a:pt x="1133475" y="228600"/>
                </a:lnTo>
                <a:lnTo>
                  <a:pt x="1133475" y="238125"/>
                </a:lnTo>
                <a:lnTo>
                  <a:pt x="1123950" y="238125"/>
                </a:lnTo>
                <a:close/>
                <a:moveTo>
                  <a:pt x="1419225" y="228600"/>
                </a:moveTo>
                <a:lnTo>
                  <a:pt x="1428750" y="228600"/>
                </a:lnTo>
                <a:lnTo>
                  <a:pt x="1428750" y="238125"/>
                </a:lnTo>
                <a:lnTo>
                  <a:pt x="1419225" y="238125"/>
                </a:lnTo>
                <a:close/>
                <a:moveTo>
                  <a:pt x="1133475" y="238125"/>
                </a:moveTo>
                <a:lnTo>
                  <a:pt x="1143000" y="238125"/>
                </a:lnTo>
                <a:lnTo>
                  <a:pt x="1143000" y="247650"/>
                </a:lnTo>
                <a:lnTo>
                  <a:pt x="1152525" y="247650"/>
                </a:lnTo>
                <a:lnTo>
                  <a:pt x="1152525" y="266700"/>
                </a:lnTo>
                <a:lnTo>
                  <a:pt x="1143000" y="266700"/>
                </a:lnTo>
                <a:lnTo>
                  <a:pt x="1143000" y="257175"/>
                </a:lnTo>
                <a:lnTo>
                  <a:pt x="1133475" y="257175"/>
                </a:lnTo>
                <a:close/>
                <a:moveTo>
                  <a:pt x="1524000" y="238125"/>
                </a:moveTo>
                <a:lnTo>
                  <a:pt x="1552575" y="238125"/>
                </a:lnTo>
                <a:lnTo>
                  <a:pt x="1552575" y="247650"/>
                </a:lnTo>
                <a:lnTo>
                  <a:pt x="1524000" y="247650"/>
                </a:lnTo>
                <a:close/>
                <a:moveTo>
                  <a:pt x="1600200" y="247650"/>
                </a:moveTo>
                <a:lnTo>
                  <a:pt x="1609725" y="247650"/>
                </a:lnTo>
                <a:lnTo>
                  <a:pt x="1609725" y="276225"/>
                </a:lnTo>
                <a:lnTo>
                  <a:pt x="1600200" y="276225"/>
                </a:lnTo>
                <a:lnTo>
                  <a:pt x="1600200" y="295275"/>
                </a:lnTo>
                <a:lnTo>
                  <a:pt x="1590675" y="295275"/>
                </a:lnTo>
                <a:lnTo>
                  <a:pt x="1590675" y="285750"/>
                </a:lnTo>
                <a:lnTo>
                  <a:pt x="1581150" y="285750"/>
                </a:lnTo>
                <a:lnTo>
                  <a:pt x="1581150" y="276225"/>
                </a:lnTo>
                <a:lnTo>
                  <a:pt x="1590675" y="276225"/>
                </a:lnTo>
                <a:lnTo>
                  <a:pt x="1590675" y="266700"/>
                </a:lnTo>
                <a:lnTo>
                  <a:pt x="1600200" y="266700"/>
                </a:lnTo>
                <a:close/>
                <a:moveTo>
                  <a:pt x="1247775" y="257175"/>
                </a:moveTo>
                <a:lnTo>
                  <a:pt x="1257300" y="257175"/>
                </a:lnTo>
                <a:lnTo>
                  <a:pt x="1257300" y="266700"/>
                </a:lnTo>
                <a:lnTo>
                  <a:pt x="1247775" y="266700"/>
                </a:lnTo>
                <a:close/>
                <a:moveTo>
                  <a:pt x="1457325" y="257175"/>
                </a:moveTo>
                <a:lnTo>
                  <a:pt x="1466850" y="257175"/>
                </a:lnTo>
                <a:lnTo>
                  <a:pt x="1466850" y="266700"/>
                </a:lnTo>
                <a:lnTo>
                  <a:pt x="1457325" y="266700"/>
                </a:lnTo>
                <a:close/>
                <a:moveTo>
                  <a:pt x="1152525" y="266700"/>
                </a:moveTo>
                <a:lnTo>
                  <a:pt x="1162050" y="266700"/>
                </a:lnTo>
                <a:lnTo>
                  <a:pt x="1162050" y="276225"/>
                </a:lnTo>
                <a:lnTo>
                  <a:pt x="1152525" y="276225"/>
                </a:lnTo>
                <a:close/>
                <a:moveTo>
                  <a:pt x="1495425" y="276225"/>
                </a:moveTo>
                <a:lnTo>
                  <a:pt x="1504950" y="276225"/>
                </a:lnTo>
                <a:lnTo>
                  <a:pt x="1504950" y="285750"/>
                </a:lnTo>
                <a:lnTo>
                  <a:pt x="1495425" y="285750"/>
                </a:lnTo>
                <a:close/>
                <a:moveTo>
                  <a:pt x="666750" y="285750"/>
                </a:moveTo>
                <a:lnTo>
                  <a:pt x="676275" y="285750"/>
                </a:lnTo>
                <a:lnTo>
                  <a:pt x="676275" y="295275"/>
                </a:lnTo>
                <a:lnTo>
                  <a:pt x="666750" y="295275"/>
                </a:lnTo>
                <a:close/>
                <a:moveTo>
                  <a:pt x="1390650" y="295275"/>
                </a:moveTo>
                <a:lnTo>
                  <a:pt x="1400175" y="295275"/>
                </a:lnTo>
                <a:lnTo>
                  <a:pt x="1400175" y="314325"/>
                </a:lnTo>
                <a:lnTo>
                  <a:pt x="1390650" y="314325"/>
                </a:lnTo>
                <a:close/>
                <a:moveTo>
                  <a:pt x="1533525" y="295275"/>
                </a:moveTo>
                <a:lnTo>
                  <a:pt x="1543050" y="295275"/>
                </a:lnTo>
                <a:lnTo>
                  <a:pt x="1543050" y="304800"/>
                </a:lnTo>
                <a:lnTo>
                  <a:pt x="1533525" y="304800"/>
                </a:lnTo>
                <a:close/>
                <a:moveTo>
                  <a:pt x="1428750" y="304800"/>
                </a:moveTo>
                <a:lnTo>
                  <a:pt x="1447800" y="304800"/>
                </a:lnTo>
                <a:lnTo>
                  <a:pt x="1447800" y="314325"/>
                </a:lnTo>
                <a:lnTo>
                  <a:pt x="1438275" y="314325"/>
                </a:lnTo>
                <a:lnTo>
                  <a:pt x="1438275" y="323850"/>
                </a:lnTo>
                <a:lnTo>
                  <a:pt x="1428750" y="323850"/>
                </a:lnTo>
                <a:close/>
                <a:moveTo>
                  <a:pt x="1552575" y="314325"/>
                </a:moveTo>
                <a:lnTo>
                  <a:pt x="1581150" y="314325"/>
                </a:lnTo>
                <a:lnTo>
                  <a:pt x="1581150" y="333375"/>
                </a:lnTo>
                <a:lnTo>
                  <a:pt x="1552575" y="333375"/>
                </a:lnTo>
                <a:close/>
                <a:moveTo>
                  <a:pt x="1495425" y="323850"/>
                </a:moveTo>
                <a:lnTo>
                  <a:pt x="1504950" y="323850"/>
                </a:lnTo>
                <a:lnTo>
                  <a:pt x="1504950" y="333375"/>
                </a:lnTo>
                <a:lnTo>
                  <a:pt x="1495425" y="333375"/>
                </a:lnTo>
                <a:close/>
                <a:moveTo>
                  <a:pt x="1600200" y="333375"/>
                </a:moveTo>
                <a:lnTo>
                  <a:pt x="1609725" y="333375"/>
                </a:lnTo>
                <a:lnTo>
                  <a:pt x="1609725" y="342900"/>
                </a:lnTo>
                <a:lnTo>
                  <a:pt x="1600200" y="342900"/>
                </a:lnTo>
                <a:close/>
                <a:moveTo>
                  <a:pt x="1514475" y="342900"/>
                </a:moveTo>
                <a:lnTo>
                  <a:pt x="1524000" y="342900"/>
                </a:lnTo>
                <a:lnTo>
                  <a:pt x="1524000" y="352425"/>
                </a:lnTo>
                <a:lnTo>
                  <a:pt x="1514475" y="352425"/>
                </a:lnTo>
                <a:close/>
                <a:moveTo>
                  <a:pt x="838200" y="352425"/>
                </a:moveTo>
                <a:lnTo>
                  <a:pt x="847725" y="352425"/>
                </a:lnTo>
                <a:lnTo>
                  <a:pt x="847725" y="361950"/>
                </a:lnTo>
                <a:lnTo>
                  <a:pt x="838200" y="361950"/>
                </a:lnTo>
                <a:close/>
                <a:moveTo>
                  <a:pt x="1228725" y="352425"/>
                </a:moveTo>
                <a:lnTo>
                  <a:pt x="1238250" y="352425"/>
                </a:lnTo>
                <a:lnTo>
                  <a:pt x="1238250" y="361950"/>
                </a:lnTo>
                <a:lnTo>
                  <a:pt x="1228725" y="361950"/>
                </a:lnTo>
                <a:close/>
                <a:moveTo>
                  <a:pt x="1524000" y="352425"/>
                </a:moveTo>
                <a:lnTo>
                  <a:pt x="1543050" y="352425"/>
                </a:lnTo>
                <a:lnTo>
                  <a:pt x="1543050" y="400050"/>
                </a:lnTo>
                <a:lnTo>
                  <a:pt x="1533525" y="400050"/>
                </a:lnTo>
                <a:lnTo>
                  <a:pt x="1533525" y="361950"/>
                </a:lnTo>
                <a:lnTo>
                  <a:pt x="1524000" y="361950"/>
                </a:lnTo>
                <a:close/>
                <a:moveTo>
                  <a:pt x="828675" y="361950"/>
                </a:moveTo>
                <a:lnTo>
                  <a:pt x="838200" y="361950"/>
                </a:lnTo>
                <a:lnTo>
                  <a:pt x="838200" y="381000"/>
                </a:lnTo>
                <a:lnTo>
                  <a:pt x="828675" y="381000"/>
                </a:lnTo>
                <a:close/>
                <a:moveTo>
                  <a:pt x="1219200" y="361950"/>
                </a:moveTo>
                <a:lnTo>
                  <a:pt x="1228725" y="361950"/>
                </a:lnTo>
                <a:lnTo>
                  <a:pt x="1228725" y="371475"/>
                </a:lnTo>
                <a:lnTo>
                  <a:pt x="1219200" y="371475"/>
                </a:lnTo>
                <a:close/>
                <a:moveTo>
                  <a:pt x="638175" y="371475"/>
                </a:moveTo>
                <a:lnTo>
                  <a:pt x="647700" y="371475"/>
                </a:lnTo>
                <a:lnTo>
                  <a:pt x="647700" y="390525"/>
                </a:lnTo>
                <a:lnTo>
                  <a:pt x="638175" y="390525"/>
                </a:lnTo>
                <a:close/>
                <a:moveTo>
                  <a:pt x="885825" y="371475"/>
                </a:moveTo>
                <a:lnTo>
                  <a:pt x="895350" y="371475"/>
                </a:lnTo>
                <a:lnTo>
                  <a:pt x="895350" y="381000"/>
                </a:lnTo>
                <a:lnTo>
                  <a:pt x="885825" y="381000"/>
                </a:lnTo>
                <a:close/>
                <a:moveTo>
                  <a:pt x="895350" y="381000"/>
                </a:moveTo>
                <a:lnTo>
                  <a:pt x="904875" y="381000"/>
                </a:lnTo>
                <a:lnTo>
                  <a:pt x="904875" y="390525"/>
                </a:lnTo>
                <a:lnTo>
                  <a:pt x="895350" y="390525"/>
                </a:lnTo>
                <a:close/>
                <a:moveTo>
                  <a:pt x="1181100" y="381000"/>
                </a:moveTo>
                <a:lnTo>
                  <a:pt x="1190625" y="381000"/>
                </a:lnTo>
                <a:lnTo>
                  <a:pt x="1190625" y="390525"/>
                </a:lnTo>
                <a:lnTo>
                  <a:pt x="1200150" y="390525"/>
                </a:lnTo>
                <a:lnTo>
                  <a:pt x="1200150" y="409575"/>
                </a:lnTo>
                <a:lnTo>
                  <a:pt x="1190625" y="409575"/>
                </a:lnTo>
                <a:lnTo>
                  <a:pt x="1190625" y="419100"/>
                </a:lnTo>
                <a:lnTo>
                  <a:pt x="1181100" y="419100"/>
                </a:lnTo>
                <a:lnTo>
                  <a:pt x="1181100" y="438150"/>
                </a:lnTo>
                <a:lnTo>
                  <a:pt x="1171575" y="438150"/>
                </a:lnTo>
                <a:lnTo>
                  <a:pt x="1171575" y="409575"/>
                </a:lnTo>
                <a:lnTo>
                  <a:pt x="1181100" y="409575"/>
                </a:lnTo>
                <a:lnTo>
                  <a:pt x="1181100" y="400050"/>
                </a:lnTo>
                <a:lnTo>
                  <a:pt x="1171575" y="400050"/>
                </a:lnTo>
                <a:lnTo>
                  <a:pt x="1171575" y="390525"/>
                </a:lnTo>
                <a:lnTo>
                  <a:pt x="1181100" y="390525"/>
                </a:lnTo>
                <a:close/>
                <a:moveTo>
                  <a:pt x="628650" y="390525"/>
                </a:moveTo>
                <a:lnTo>
                  <a:pt x="638175" y="390525"/>
                </a:lnTo>
                <a:lnTo>
                  <a:pt x="638175" y="428625"/>
                </a:lnTo>
                <a:lnTo>
                  <a:pt x="628650" y="428625"/>
                </a:lnTo>
                <a:close/>
                <a:moveTo>
                  <a:pt x="819150" y="390525"/>
                </a:moveTo>
                <a:lnTo>
                  <a:pt x="828675" y="390525"/>
                </a:lnTo>
                <a:lnTo>
                  <a:pt x="828675" y="400050"/>
                </a:lnTo>
                <a:lnTo>
                  <a:pt x="819150" y="400050"/>
                </a:lnTo>
                <a:close/>
                <a:moveTo>
                  <a:pt x="904875" y="390525"/>
                </a:moveTo>
                <a:lnTo>
                  <a:pt x="914400" y="390525"/>
                </a:lnTo>
                <a:lnTo>
                  <a:pt x="914400" y="400050"/>
                </a:lnTo>
                <a:lnTo>
                  <a:pt x="904875" y="400050"/>
                </a:lnTo>
                <a:close/>
                <a:moveTo>
                  <a:pt x="914400" y="400050"/>
                </a:moveTo>
                <a:lnTo>
                  <a:pt x="923925" y="400050"/>
                </a:lnTo>
                <a:lnTo>
                  <a:pt x="923925" y="409575"/>
                </a:lnTo>
                <a:lnTo>
                  <a:pt x="914400" y="409575"/>
                </a:lnTo>
                <a:close/>
                <a:moveTo>
                  <a:pt x="1543050" y="409575"/>
                </a:moveTo>
                <a:lnTo>
                  <a:pt x="1552575" y="409575"/>
                </a:lnTo>
                <a:lnTo>
                  <a:pt x="1552575" y="428625"/>
                </a:lnTo>
                <a:lnTo>
                  <a:pt x="1543050" y="428625"/>
                </a:lnTo>
                <a:close/>
                <a:moveTo>
                  <a:pt x="800100" y="419100"/>
                </a:moveTo>
                <a:lnTo>
                  <a:pt x="809625" y="419100"/>
                </a:lnTo>
                <a:lnTo>
                  <a:pt x="809625" y="428625"/>
                </a:lnTo>
                <a:lnTo>
                  <a:pt x="800100" y="428625"/>
                </a:lnTo>
                <a:close/>
                <a:moveTo>
                  <a:pt x="1533525" y="428625"/>
                </a:moveTo>
                <a:lnTo>
                  <a:pt x="1543050" y="428625"/>
                </a:lnTo>
                <a:lnTo>
                  <a:pt x="1543050" y="457200"/>
                </a:lnTo>
                <a:lnTo>
                  <a:pt x="1533525" y="457200"/>
                </a:lnTo>
                <a:close/>
                <a:moveTo>
                  <a:pt x="647700" y="447675"/>
                </a:moveTo>
                <a:lnTo>
                  <a:pt x="657225" y="447675"/>
                </a:lnTo>
                <a:lnTo>
                  <a:pt x="657225" y="476250"/>
                </a:lnTo>
                <a:lnTo>
                  <a:pt x="647700" y="476250"/>
                </a:lnTo>
                <a:close/>
                <a:moveTo>
                  <a:pt x="762000" y="447675"/>
                </a:moveTo>
                <a:lnTo>
                  <a:pt x="781050" y="447675"/>
                </a:lnTo>
                <a:lnTo>
                  <a:pt x="781050" y="457200"/>
                </a:lnTo>
                <a:lnTo>
                  <a:pt x="762000" y="457200"/>
                </a:lnTo>
                <a:close/>
                <a:moveTo>
                  <a:pt x="1171575" y="447675"/>
                </a:moveTo>
                <a:lnTo>
                  <a:pt x="1181100" y="447675"/>
                </a:lnTo>
                <a:lnTo>
                  <a:pt x="1181100" y="466725"/>
                </a:lnTo>
                <a:lnTo>
                  <a:pt x="1171575" y="466725"/>
                </a:lnTo>
                <a:close/>
                <a:moveTo>
                  <a:pt x="419100" y="457200"/>
                </a:moveTo>
                <a:lnTo>
                  <a:pt x="428625" y="457200"/>
                </a:lnTo>
                <a:lnTo>
                  <a:pt x="428625" y="466725"/>
                </a:lnTo>
                <a:lnTo>
                  <a:pt x="419100" y="466725"/>
                </a:lnTo>
                <a:close/>
                <a:moveTo>
                  <a:pt x="552450" y="457200"/>
                </a:moveTo>
                <a:lnTo>
                  <a:pt x="581025" y="457200"/>
                </a:lnTo>
                <a:lnTo>
                  <a:pt x="581025" y="466725"/>
                </a:lnTo>
                <a:lnTo>
                  <a:pt x="552450" y="466725"/>
                </a:lnTo>
                <a:close/>
                <a:moveTo>
                  <a:pt x="742950" y="457200"/>
                </a:moveTo>
                <a:lnTo>
                  <a:pt x="762000" y="457200"/>
                </a:lnTo>
                <a:lnTo>
                  <a:pt x="762000" y="466725"/>
                </a:lnTo>
                <a:lnTo>
                  <a:pt x="742950" y="466725"/>
                </a:lnTo>
                <a:close/>
                <a:moveTo>
                  <a:pt x="1047750" y="457200"/>
                </a:moveTo>
                <a:lnTo>
                  <a:pt x="1076325" y="457200"/>
                </a:lnTo>
                <a:lnTo>
                  <a:pt x="1076325" y="466725"/>
                </a:lnTo>
                <a:lnTo>
                  <a:pt x="1047750" y="466725"/>
                </a:lnTo>
                <a:close/>
                <a:moveTo>
                  <a:pt x="733425" y="476250"/>
                </a:moveTo>
                <a:lnTo>
                  <a:pt x="742950" y="476250"/>
                </a:lnTo>
                <a:lnTo>
                  <a:pt x="742950" y="485775"/>
                </a:lnTo>
                <a:lnTo>
                  <a:pt x="733425" y="485775"/>
                </a:lnTo>
                <a:close/>
                <a:moveTo>
                  <a:pt x="1266825" y="476250"/>
                </a:moveTo>
                <a:lnTo>
                  <a:pt x="1276350" y="476250"/>
                </a:lnTo>
                <a:lnTo>
                  <a:pt x="1276350" y="495300"/>
                </a:lnTo>
                <a:lnTo>
                  <a:pt x="1266825" y="495300"/>
                </a:lnTo>
                <a:close/>
                <a:moveTo>
                  <a:pt x="533400" y="485775"/>
                </a:moveTo>
                <a:lnTo>
                  <a:pt x="552450" y="485775"/>
                </a:lnTo>
                <a:lnTo>
                  <a:pt x="552450" y="495300"/>
                </a:lnTo>
                <a:lnTo>
                  <a:pt x="561975" y="495300"/>
                </a:lnTo>
                <a:lnTo>
                  <a:pt x="561975" y="504825"/>
                </a:lnTo>
                <a:lnTo>
                  <a:pt x="533400" y="504825"/>
                </a:lnTo>
                <a:close/>
                <a:moveTo>
                  <a:pt x="1019175" y="485775"/>
                </a:moveTo>
                <a:lnTo>
                  <a:pt x="1028700" y="485775"/>
                </a:lnTo>
                <a:lnTo>
                  <a:pt x="1028700" y="495300"/>
                </a:lnTo>
                <a:lnTo>
                  <a:pt x="1019175" y="495300"/>
                </a:lnTo>
                <a:close/>
                <a:moveTo>
                  <a:pt x="1314450" y="485775"/>
                </a:moveTo>
                <a:lnTo>
                  <a:pt x="1333500" y="485775"/>
                </a:lnTo>
                <a:lnTo>
                  <a:pt x="1333500" y="504825"/>
                </a:lnTo>
                <a:lnTo>
                  <a:pt x="1343025" y="504825"/>
                </a:lnTo>
                <a:lnTo>
                  <a:pt x="1343025" y="514350"/>
                </a:lnTo>
                <a:lnTo>
                  <a:pt x="1314450" y="514350"/>
                </a:lnTo>
                <a:close/>
                <a:moveTo>
                  <a:pt x="714375" y="495300"/>
                </a:moveTo>
                <a:lnTo>
                  <a:pt x="733425" y="495300"/>
                </a:lnTo>
                <a:lnTo>
                  <a:pt x="733425" y="504825"/>
                </a:lnTo>
                <a:lnTo>
                  <a:pt x="714375" y="504825"/>
                </a:lnTo>
                <a:close/>
                <a:moveTo>
                  <a:pt x="1581150" y="495300"/>
                </a:moveTo>
                <a:lnTo>
                  <a:pt x="1600200" y="495300"/>
                </a:lnTo>
                <a:lnTo>
                  <a:pt x="1600200" y="504825"/>
                </a:lnTo>
                <a:lnTo>
                  <a:pt x="1581150" y="504825"/>
                </a:lnTo>
                <a:close/>
                <a:moveTo>
                  <a:pt x="485775" y="504825"/>
                </a:moveTo>
                <a:lnTo>
                  <a:pt x="504825" y="504825"/>
                </a:lnTo>
                <a:lnTo>
                  <a:pt x="504825" y="523875"/>
                </a:lnTo>
                <a:lnTo>
                  <a:pt x="514350" y="523875"/>
                </a:lnTo>
                <a:lnTo>
                  <a:pt x="514350" y="533400"/>
                </a:lnTo>
                <a:lnTo>
                  <a:pt x="495300" y="533400"/>
                </a:lnTo>
                <a:lnTo>
                  <a:pt x="495300" y="523875"/>
                </a:lnTo>
                <a:lnTo>
                  <a:pt x="476250" y="523875"/>
                </a:lnTo>
                <a:lnTo>
                  <a:pt x="476250" y="514350"/>
                </a:lnTo>
                <a:lnTo>
                  <a:pt x="485775" y="514350"/>
                </a:lnTo>
                <a:close/>
                <a:moveTo>
                  <a:pt x="1362075" y="504825"/>
                </a:moveTo>
                <a:lnTo>
                  <a:pt x="1400175" y="504825"/>
                </a:lnTo>
                <a:lnTo>
                  <a:pt x="1400175" y="523875"/>
                </a:lnTo>
                <a:lnTo>
                  <a:pt x="1362075" y="523875"/>
                </a:lnTo>
                <a:close/>
                <a:moveTo>
                  <a:pt x="304800" y="514350"/>
                </a:moveTo>
                <a:lnTo>
                  <a:pt x="314325" y="514350"/>
                </a:lnTo>
                <a:lnTo>
                  <a:pt x="314325" y="523875"/>
                </a:lnTo>
                <a:lnTo>
                  <a:pt x="323850" y="523875"/>
                </a:lnTo>
                <a:lnTo>
                  <a:pt x="323850" y="533400"/>
                </a:lnTo>
                <a:lnTo>
                  <a:pt x="304800" y="533400"/>
                </a:lnTo>
                <a:lnTo>
                  <a:pt x="304800" y="542925"/>
                </a:lnTo>
                <a:lnTo>
                  <a:pt x="285750" y="542925"/>
                </a:lnTo>
                <a:lnTo>
                  <a:pt x="285750" y="533400"/>
                </a:lnTo>
                <a:lnTo>
                  <a:pt x="266700" y="533400"/>
                </a:lnTo>
                <a:lnTo>
                  <a:pt x="266700" y="523875"/>
                </a:lnTo>
                <a:lnTo>
                  <a:pt x="304800" y="523875"/>
                </a:lnTo>
                <a:close/>
                <a:moveTo>
                  <a:pt x="1200150" y="514350"/>
                </a:moveTo>
                <a:lnTo>
                  <a:pt x="1209675" y="514350"/>
                </a:lnTo>
                <a:lnTo>
                  <a:pt x="1209675" y="523875"/>
                </a:lnTo>
                <a:lnTo>
                  <a:pt x="1200150" y="523875"/>
                </a:lnTo>
                <a:close/>
                <a:moveTo>
                  <a:pt x="419100" y="523875"/>
                </a:moveTo>
                <a:lnTo>
                  <a:pt x="428625" y="523875"/>
                </a:lnTo>
                <a:lnTo>
                  <a:pt x="428625" y="533400"/>
                </a:lnTo>
                <a:lnTo>
                  <a:pt x="419100" y="533400"/>
                </a:lnTo>
                <a:close/>
                <a:moveTo>
                  <a:pt x="533400" y="523875"/>
                </a:moveTo>
                <a:lnTo>
                  <a:pt x="542925" y="523875"/>
                </a:lnTo>
                <a:lnTo>
                  <a:pt x="542925" y="561975"/>
                </a:lnTo>
                <a:lnTo>
                  <a:pt x="533400" y="561975"/>
                </a:lnTo>
                <a:lnTo>
                  <a:pt x="533400" y="571500"/>
                </a:lnTo>
                <a:lnTo>
                  <a:pt x="514350" y="571500"/>
                </a:lnTo>
                <a:lnTo>
                  <a:pt x="514350" y="552450"/>
                </a:lnTo>
                <a:lnTo>
                  <a:pt x="495300" y="552450"/>
                </a:lnTo>
                <a:lnTo>
                  <a:pt x="495300" y="542925"/>
                </a:lnTo>
                <a:lnTo>
                  <a:pt x="533400" y="542925"/>
                </a:lnTo>
                <a:close/>
                <a:moveTo>
                  <a:pt x="1209675" y="523875"/>
                </a:moveTo>
                <a:lnTo>
                  <a:pt x="1219200" y="523875"/>
                </a:lnTo>
                <a:lnTo>
                  <a:pt x="1219200" y="533400"/>
                </a:lnTo>
                <a:lnTo>
                  <a:pt x="1209675" y="533400"/>
                </a:lnTo>
                <a:close/>
                <a:moveTo>
                  <a:pt x="1228725" y="523875"/>
                </a:moveTo>
                <a:lnTo>
                  <a:pt x="1238250" y="523875"/>
                </a:lnTo>
                <a:lnTo>
                  <a:pt x="1238250" y="533400"/>
                </a:lnTo>
                <a:lnTo>
                  <a:pt x="1228725" y="533400"/>
                </a:lnTo>
                <a:close/>
                <a:moveTo>
                  <a:pt x="400050" y="533400"/>
                </a:moveTo>
                <a:lnTo>
                  <a:pt x="409575" y="533400"/>
                </a:lnTo>
                <a:lnTo>
                  <a:pt x="409575" y="542925"/>
                </a:lnTo>
                <a:lnTo>
                  <a:pt x="400050" y="542925"/>
                </a:lnTo>
                <a:close/>
                <a:moveTo>
                  <a:pt x="1676400" y="533400"/>
                </a:moveTo>
                <a:lnTo>
                  <a:pt x="1695450" y="533400"/>
                </a:lnTo>
                <a:lnTo>
                  <a:pt x="1695450" y="542925"/>
                </a:lnTo>
                <a:lnTo>
                  <a:pt x="1676400" y="542925"/>
                </a:lnTo>
                <a:close/>
                <a:moveTo>
                  <a:pt x="1609725" y="542925"/>
                </a:moveTo>
                <a:lnTo>
                  <a:pt x="1619250" y="542925"/>
                </a:lnTo>
                <a:lnTo>
                  <a:pt x="1619250" y="561975"/>
                </a:lnTo>
                <a:lnTo>
                  <a:pt x="1657350" y="561975"/>
                </a:lnTo>
                <a:lnTo>
                  <a:pt x="1657350" y="571500"/>
                </a:lnTo>
                <a:lnTo>
                  <a:pt x="1609725" y="571500"/>
                </a:lnTo>
                <a:close/>
                <a:moveTo>
                  <a:pt x="276225" y="552450"/>
                </a:moveTo>
                <a:lnTo>
                  <a:pt x="285750" y="552450"/>
                </a:lnTo>
                <a:lnTo>
                  <a:pt x="285750" y="561975"/>
                </a:lnTo>
                <a:lnTo>
                  <a:pt x="276225" y="561975"/>
                </a:lnTo>
                <a:close/>
                <a:moveTo>
                  <a:pt x="476250" y="552450"/>
                </a:moveTo>
                <a:lnTo>
                  <a:pt x="495300" y="552450"/>
                </a:lnTo>
                <a:lnTo>
                  <a:pt x="495300" y="590550"/>
                </a:lnTo>
                <a:lnTo>
                  <a:pt x="476250" y="590550"/>
                </a:lnTo>
                <a:lnTo>
                  <a:pt x="476250" y="581025"/>
                </a:lnTo>
                <a:lnTo>
                  <a:pt x="466725" y="581025"/>
                </a:lnTo>
                <a:lnTo>
                  <a:pt x="466725" y="571500"/>
                </a:lnTo>
                <a:lnTo>
                  <a:pt x="476250" y="571500"/>
                </a:lnTo>
                <a:close/>
                <a:moveTo>
                  <a:pt x="552450" y="552450"/>
                </a:moveTo>
                <a:lnTo>
                  <a:pt x="561975" y="552450"/>
                </a:lnTo>
                <a:lnTo>
                  <a:pt x="561975" y="561975"/>
                </a:lnTo>
                <a:lnTo>
                  <a:pt x="552450" y="561975"/>
                </a:lnTo>
                <a:close/>
                <a:moveTo>
                  <a:pt x="1666875" y="552450"/>
                </a:moveTo>
                <a:lnTo>
                  <a:pt x="1676400" y="552450"/>
                </a:lnTo>
                <a:lnTo>
                  <a:pt x="1676400" y="561975"/>
                </a:lnTo>
                <a:lnTo>
                  <a:pt x="1695450" y="561975"/>
                </a:lnTo>
                <a:lnTo>
                  <a:pt x="1695450" y="571500"/>
                </a:lnTo>
                <a:lnTo>
                  <a:pt x="1676400" y="571500"/>
                </a:lnTo>
                <a:lnTo>
                  <a:pt x="1676400" y="581025"/>
                </a:lnTo>
                <a:lnTo>
                  <a:pt x="1657350" y="581025"/>
                </a:lnTo>
                <a:lnTo>
                  <a:pt x="1657350" y="571500"/>
                </a:lnTo>
                <a:lnTo>
                  <a:pt x="1666875" y="571500"/>
                </a:lnTo>
                <a:close/>
                <a:moveTo>
                  <a:pt x="1752600" y="552450"/>
                </a:moveTo>
                <a:lnTo>
                  <a:pt x="1771650" y="552450"/>
                </a:lnTo>
                <a:lnTo>
                  <a:pt x="1771650" y="561975"/>
                </a:lnTo>
                <a:lnTo>
                  <a:pt x="1752600" y="561975"/>
                </a:lnTo>
                <a:close/>
                <a:moveTo>
                  <a:pt x="257175" y="571500"/>
                </a:moveTo>
                <a:lnTo>
                  <a:pt x="266700" y="571500"/>
                </a:lnTo>
                <a:lnTo>
                  <a:pt x="266700" y="581025"/>
                </a:lnTo>
                <a:lnTo>
                  <a:pt x="257175" y="581025"/>
                </a:lnTo>
                <a:close/>
                <a:moveTo>
                  <a:pt x="323850" y="571500"/>
                </a:moveTo>
                <a:lnTo>
                  <a:pt x="333375" y="571500"/>
                </a:lnTo>
                <a:lnTo>
                  <a:pt x="333375" y="590550"/>
                </a:lnTo>
                <a:lnTo>
                  <a:pt x="342900" y="590550"/>
                </a:lnTo>
                <a:lnTo>
                  <a:pt x="342900" y="609600"/>
                </a:lnTo>
                <a:lnTo>
                  <a:pt x="333375" y="609600"/>
                </a:lnTo>
                <a:lnTo>
                  <a:pt x="333375" y="619125"/>
                </a:lnTo>
                <a:lnTo>
                  <a:pt x="323850" y="619125"/>
                </a:lnTo>
                <a:close/>
                <a:moveTo>
                  <a:pt x="400050" y="571500"/>
                </a:moveTo>
                <a:lnTo>
                  <a:pt x="428625" y="571500"/>
                </a:lnTo>
                <a:lnTo>
                  <a:pt x="428625" y="581025"/>
                </a:lnTo>
                <a:lnTo>
                  <a:pt x="409575" y="581025"/>
                </a:lnTo>
                <a:lnTo>
                  <a:pt x="409575" y="590550"/>
                </a:lnTo>
                <a:lnTo>
                  <a:pt x="400050" y="590550"/>
                </a:lnTo>
                <a:close/>
                <a:moveTo>
                  <a:pt x="361950" y="581025"/>
                </a:moveTo>
                <a:lnTo>
                  <a:pt x="371475" y="581025"/>
                </a:lnTo>
                <a:lnTo>
                  <a:pt x="371475" y="590550"/>
                </a:lnTo>
                <a:lnTo>
                  <a:pt x="361950" y="590550"/>
                </a:lnTo>
                <a:close/>
                <a:moveTo>
                  <a:pt x="428625" y="581025"/>
                </a:moveTo>
                <a:lnTo>
                  <a:pt x="438150" y="581025"/>
                </a:lnTo>
                <a:lnTo>
                  <a:pt x="438150" y="590550"/>
                </a:lnTo>
                <a:lnTo>
                  <a:pt x="428625" y="590550"/>
                </a:lnTo>
                <a:close/>
                <a:moveTo>
                  <a:pt x="1676400" y="581025"/>
                </a:moveTo>
                <a:lnTo>
                  <a:pt x="1695450" y="581025"/>
                </a:lnTo>
                <a:lnTo>
                  <a:pt x="1695450" y="619125"/>
                </a:lnTo>
                <a:lnTo>
                  <a:pt x="1676400" y="619125"/>
                </a:lnTo>
                <a:close/>
                <a:moveTo>
                  <a:pt x="257175" y="590550"/>
                </a:moveTo>
                <a:lnTo>
                  <a:pt x="266700" y="590550"/>
                </a:lnTo>
                <a:lnTo>
                  <a:pt x="266700" y="600075"/>
                </a:lnTo>
                <a:lnTo>
                  <a:pt x="257175" y="600075"/>
                </a:lnTo>
                <a:close/>
                <a:moveTo>
                  <a:pt x="276225" y="590550"/>
                </a:moveTo>
                <a:lnTo>
                  <a:pt x="285750" y="590550"/>
                </a:lnTo>
                <a:lnTo>
                  <a:pt x="285750" y="600075"/>
                </a:lnTo>
                <a:lnTo>
                  <a:pt x="276225" y="600075"/>
                </a:lnTo>
                <a:close/>
                <a:moveTo>
                  <a:pt x="381000" y="590550"/>
                </a:moveTo>
                <a:lnTo>
                  <a:pt x="390525" y="590550"/>
                </a:lnTo>
                <a:lnTo>
                  <a:pt x="390525" y="600075"/>
                </a:lnTo>
                <a:lnTo>
                  <a:pt x="409575" y="600075"/>
                </a:lnTo>
                <a:lnTo>
                  <a:pt x="409575" y="619125"/>
                </a:lnTo>
                <a:lnTo>
                  <a:pt x="381000" y="619125"/>
                </a:lnTo>
                <a:lnTo>
                  <a:pt x="381000" y="628650"/>
                </a:lnTo>
                <a:lnTo>
                  <a:pt x="361950" y="628650"/>
                </a:lnTo>
                <a:lnTo>
                  <a:pt x="361950" y="619125"/>
                </a:lnTo>
                <a:lnTo>
                  <a:pt x="371475" y="619125"/>
                </a:lnTo>
                <a:lnTo>
                  <a:pt x="371475" y="609600"/>
                </a:lnTo>
                <a:lnTo>
                  <a:pt x="381000" y="609600"/>
                </a:lnTo>
                <a:close/>
                <a:moveTo>
                  <a:pt x="457200" y="590550"/>
                </a:moveTo>
                <a:lnTo>
                  <a:pt x="466725" y="590550"/>
                </a:lnTo>
                <a:lnTo>
                  <a:pt x="466725" y="609600"/>
                </a:lnTo>
                <a:lnTo>
                  <a:pt x="457200" y="609600"/>
                </a:lnTo>
                <a:close/>
                <a:moveTo>
                  <a:pt x="952500" y="590550"/>
                </a:moveTo>
                <a:lnTo>
                  <a:pt x="962025" y="590550"/>
                </a:lnTo>
                <a:lnTo>
                  <a:pt x="962025" y="600075"/>
                </a:lnTo>
                <a:lnTo>
                  <a:pt x="952500" y="600075"/>
                </a:lnTo>
                <a:close/>
                <a:moveTo>
                  <a:pt x="914400" y="600075"/>
                </a:moveTo>
                <a:lnTo>
                  <a:pt x="923925" y="600075"/>
                </a:lnTo>
                <a:lnTo>
                  <a:pt x="923925" y="609600"/>
                </a:lnTo>
                <a:lnTo>
                  <a:pt x="914400" y="609600"/>
                </a:lnTo>
                <a:close/>
                <a:moveTo>
                  <a:pt x="942975" y="600075"/>
                </a:moveTo>
                <a:lnTo>
                  <a:pt x="952500" y="600075"/>
                </a:lnTo>
                <a:lnTo>
                  <a:pt x="952500" y="609600"/>
                </a:lnTo>
                <a:lnTo>
                  <a:pt x="942975" y="609600"/>
                </a:lnTo>
                <a:close/>
                <a:moveTo>
                  <a:pt x="1885950" y="600075"/>
                </a:moveTo>
                <a:lnTo>
                  <a:pt x="1905000" y="600075"/>
                </a:lnTo>
                <a:lnTo>
                  <a:pt x="1905000" y="609600"/>
                </a:lnTo>
                <a:lnTo>
                  <a:pt x="1885950" y="609600"/>
                </a:lnTo>
                <a:close/>
                <a:moveTo>
                  <a:pt x="476250" y="609600"/>
                </a:moveTo>
                <a:lnTo>
                  <a:pt x="495300" y="609600"/>
                </a:lnTo>
                <a:lnTo>
                  <a:pt x="495300" y="628650"/>
                </a:lnTo>
                <a:lnTo>
                  <a:pt x="504825" y="628650"/>
                </a:lnTo>
                <a:lnTo>
                  <a:pt x="504825" y="647700"/>
                </a:lnTo>
                <a:lnTo>
                  <a:pt x="495300" y="647700"/>
                </a:lnTo>
                <a:lnTo>
                  <a:pt x="495300" y="638175"/>
                </a:lnTo>
                <a:lnTo>
                  <a:pt x="476250" y="638175"/>
                </a:lnTo>
                <a:lnTo>
                  <a:pt x="476250" y="657225"/>
                </a:lnTo>
                <a:lnTo>
                  <a:pt x="466725" y="657225"/>
                </a:lnTo>
                <a:lnTo>
                  <a:pt x="466725" y="647700"/>
                </a:lnTo>
                <a:lnTo>
                  <a:pt x="457200" y="647700"/>
                </a:lnTo>
                <a:lnTo>
                  <a:pt x="457200" y="657225"/>
                </a:lnTo>
                <a:lnTo>
                  <a:pt x="447675" y="657225"/>
                </a:lnTo>
                <a:lnTo>
                  <a:pt x="447675" y="638175"/>
                </a:lnTo>
                <a:lnTo>
                  <a:pt x="466725" y="638175"/>
                </a:lnTo>
                <a:lnTo>
                  <a:pt x="466725" y="628650"/>
                </a:lnTo>
                <a:lnTo>
                  <a:pt x="476250" y="628650"/>
                </a:lnTo>
                <a:close/>
                <a:moveTo>
                  <a:pt x="552450" y="609600"/>
                </a:moveTo>
                <a:lnTo>
                  <a:pt x="571500" y="609600"/>
                </a:lnTo>
                <a:lnTo>
                  <a:pt x="571500" y="619125"/>
                </a:lnTo>
                <a:lnTo>
                  <a:pt x="581025" y="619125"/>
                </a:lnTo>
                <a:lnTo>
                  <a:pt x="581025" y="628650"/>
                </a:lnTo>
                <a:lnTo>
                  <a:pt x="561975" y="628650"/>
                </a:lnTo>
                <a:lnTo>
                  <a:pt x="561975" y="619125"/>
                </a:lnTo>
                <a:lnTo>
                  <a:pt x="552450" y="619125"/>
                </a:lnTo>
                <a:close/>
                <a:moveTo>
                  <a:pt x="1285875" y="609600"/>
                </a:moveTo>
                <a:lnTo>
                  <a:pt x="1295400" y="609600"/>
                </a:lnTo>
                <a:lnTo>
                  <a:pt x="1295400" y="628650"/>
                </a:lnTo>
                <a:lnTo>
                  <a:pt x="1285875" y="628650"/>
                </a:lnTo>
                <a:close/>
                <a:moveTo>
                  <a:pt x="1314450" y="609600"/>
                </a:moveTo>
                <a:lnTo>
                  <a:pt x="1323975" y="609600"/>
                </a:lnTo>
                <a:lnTo>
                  <a:pt x="1323975" y="619125"/>
                </a:lnTo>
                <a:lnTo>
                  <a:pt x="1314450" y="619125"/>
                </a:lnTo>
                <a:close/>
                <a:moveTo>
                  <a:pt x="1333500" y="619125"/>
                </a:moveTo>
                <a:lnTo>
                  <a:pt x="1343025" y="619125"/>
                </a:lnTo>
                <a:lnTo>
                  <a:pt x="1343025" y="628650"/>
                </a:lnTo>
                <a:lnTo>
                  <a:pt x="1333500" y="628650"/>
                </a:lnTo>
                <a:close/>
                <a:moveTo>
                  <a:pt x="1619250" y="619125"/>
                </a:moveTo>
                <a:lnTo>
                  <a:pt x="1628775" y="619125"/>
                </a:lnTo>
                <a:lnTo>
                  <a:pt x="1628775" y="628650"/>
                </a:lnTo>
                <a:lnTo>
                  <a:pt x="1619250" y="628650"/>
                </a:lnTo>
                <a:close/>
                <a:moveTo>
                  <a:pt x="1752600" y="619125"/>
                </a:moveTo>
                <a:lnTo>
                  <a:pt x="1771650" y="619125"/>
                </a:lnTo>
                <a:lnTo>
                  <a:pt x="1771650" y="647700"/>
                </a:lnTo>
                <a:lnTo>
                  <a:pt x="1752600" y="647700"/>
                </a:lnTo>
                <a:close/>
                <a:moveTo>
                  <a:pt x="1885950" y="619125"/>
                </a:moveTo>
                <a:lnTo>
                  <a:pt x="1895475" y="619125"/>
                </a:lnTo>
                <a:lnTo>
                  <a:pt x="1895475" y="628650"/>
                </a:lnTo>
                <a:lnTo>
                  <a:pt x="1885950" y="628650"/>
                </a:lnTo>
                <a:close/>
                <a:moveTo>
                  <a:pt x="523875" y="628650"/>
                </a:moveTo>
                <a:lnTo>
                  <a:pt x="533400" y="628650"/>
                </a:lnTo>
                <a:lnTo>
                  <a:pt x="533400" y="657225"/>
                </a:lnTo>
                <a:lnTo>
                  <a:pt x="523875" y="657225"/>
                </a:lnTo>
                <a:lnTo>
                  <a:pt x="523875" y="647700"/>
                </a:lnTo>
                <a:lnTo>
                  <a:pt x="514350" y="647700"/>
                </a:lnTo>
                <a:lnTo>
                  <a:pt x="514350" y="638175"/>
                </a:lnTo>
                <a:lnTo>
                  <a:pt x="523875" y="638175"/>
                </a:lnTo>
                <a:close/>
                <a:moveTo>
                  <a:pt x="1295400" y="628650"/>
                </a:moveTo>
                <a:lnTo>
                  <a:pt x="1304925" y="628650"/>
                </a:lnTo>
                <a:lnTo>
                  <a:pt x="1304925" y="638175"/>
                </a:lnTo>
                <a:lnTo>
                  <a:pt x="1295400" y="638175"/>
                </a:lnTo>
                <a:close/>
                <a:moveTo>
                  <a:pt x="1314450" y="628650"/>
                </a:moveTo>
                <a:lnTo>
                  <a:pt x="1333500" y="628650"/>
                </a:lnTo>
                <a:lnTo>
                  <a:pt x="1333500" y="638175"/>
                </a:lnTo>
                <a:lnTo>
                  <a:pt x="1314450" y="638175"/>
                </a:lnTo>
                <a:close/>
                <a:moveTo>
                  <a:pt x="1714500" y="628650"/>
                </a:moveTo>
                <a:lnTo>
                  <a:pt x="1733550" y="628650"/>
                </a:lnTo>
                <a:lnTo>
                  <a:pt x="1733550" y="638175"/>
                </a:lnTo>
                <a:lnTo>
                  <a:pt x="1714500" y="638175"/>
                </a:lnTo>
                <a:close/>
                <a:moveTo>
                  <a:pt x="419100" y="638175"/>
                </a:moveTo>
                <a:lnTo>
                  <a:pt x="428625" y="638175"/>
                </a:lnTo>
                <a:lnTo>
                  <a:pt x="428625" y="647700"/>
                </a:lnTo>
                <a:lnTo>
                  <a:pt x="419100" y="647700"/>
                </a:lnTo>
                <a:close/>
                <a:moveTo>
                  <a:pt x="1285875" y="647700"/>
                </a:moveTo>
                <a:lnTo>
                  <a:pt x="1323975" y="647700"/>
                </a:lnTo>
                <a:lnTo>
                  <a:pt x="1323975" y="657225"/>
                </a:lnTo>
                <a:lnTo>
                  <a:pt x="1295400" y="657225"/>
                </a:lnTo>
                <a:lnTo>
                  <a:pt x="1295400" y="666750"/>
                </a:lnTo>
                <a:lnTo>
                  <a:pt x="1285875" y="666750"/>
                </a:lnTo>
                <a:close/>
                <a:moveTo>
                  <a:pt x="1581150" y="647700"/>
                </a:moveTo>
                <a:lnTo>
                  <a:pt x="1600200" y="647700"/>
                </a:lnTo>
                <a:lnTo>
                  <a:pt x="1600200" y="657225"/>
                </a:lnTo>
                <a:lnTo>
                  <a:pt x="1581150" y="657225"/>
                </a:lnTo>
                <a:close/>
                <a:moveTo>
                  <a:pt x="361950" y="657225"/>
                </a:moveTo>
                <a:lnTo>
                  <a:pt x="371475" y="657225"/>
                </a:lnTo>
                <a:lnTo>
                  <a:pt x="371475" y="666750"/>
                </a:lnTo>
                <a:lnTo>
                  <a:pt x="361950" y="666750"/>
                </a:lnTo>
                <a:close/>
                <a:moveTo>
                  <a:pt x="428625" y="657225"/>
                </a:moveTo>
                <a:lnTo>
                  <a:pt x="438150" y="657225"/>
                </a:lnTo>
                <a:lnTo>
                  <a:pt x="438150" y="666750"/>
                </a:lnTo>
                <a:lnTo>
                  <a:pt x="428625" y="666750"/>
                </a:lnTo>
                <a:close/>
                <a:moveTo>
                  <a:pt x="323850" y="666750"/>
                </a:moveTo>
                <a:lnTo>
                  <a:pt x="333375" y="666750"/>
                </a:lnTo>
                <a:lnTo>
                  <a:pt x="333375" y="676275"/>
                </a:lnTo>
                <a:lnTo>
                  <a:pt x="323850" y="676275"/>
                </a:lnTo>
                <a:close/>
                <a:moveTo>
                  <a:pt x="409575" y="666750"/>
                </a:moveTo>
                <a:lnTo>
                  <a:pt x="419100" y="666750"/>
                </a:lnTo>
                <a:lnTo>
                  <a:pt x="419100" y="676275"/>
                </a:lnTo>
                <a:lnTo>
                  <a:pt x="409575" y="676275"/>
                </a:lnTo>
                <a:close/>
                <a:moveTo>
                  <a:pt x="476250" y="666750"/>
                </a:moveTo>
                <a:lnTo>
                  <a:pt x="485775" y="666750"/>
                </a:lnTo>
                <a:lnTo>
                  <a:pt x="485775" y="676275"/>
                </a:lnTo>
                <a:lnTo>
                  <a:pt x="476250" y="676275"/>
                </a:lnTo>
                <a:close/>
                <a:moveTo>
                  <a:pt x="1038225" y="666750"/>
                </a:moveTo>
                <a:lnTo>
                  <a:pt x="1047750" y="666750"/>
                </a:lnTo>
                <a:lnTo>
                  <a:pt x="1047750" y="685800"/>
                </a:lnTo>
                <a:lnTo>
                  <a:pt x="1038225" y="685800"/>
                </a:lnTo>
                <a:close/>
                <a:moveTo>
                  <a:pt x="1647825" y="666750"/>
                </a:moveTo>
                <a:lnTo>
                  <a:pt x="1657350" y="666750"/>
                </a:lnTo>
                <a:lnTo>
                  <a:pt x="1657350" y="676275"/>
                </a:lnTo>
                <a:lnTo>
                  <a:pt x="1647825" y="676275"/>
                </a:lnTo>
                <a:close/>
                <a:moveTo>
                  <a:pt x="1790700" y="666750"/>
                </a:moveTo>
                <a:lnTo>
                  <a:pt x="1809750" y="666750"/>
                </a:lnTo>
                <a:lnTo>
                  <a:pt x="1809750" y="704850"/>
                </a:lnTo>
                <a:lnTo>
                  <a:pt x="1800225" y="704850"/>
                </a:lnTo>
                <a:lnTo>
                  <a:pt x="1800225" y="676275"/>
                </a:lnTo>
                <a:lnTo>
                  <a:pt x="1790700" y="676275"/>
                </a:lnTo>
                <a:close/>
                <a:moveTo>
                  <a:pt x="1676400" y="685800"/>
                </a:moveTo>
                <a:lnTo>
                  <a:pt x="1695450" y="685800"/>
                </a:lnTo>
                <a:lnTo>
                  <a:pt x="1695450" y="704850"/>
                </a:lnTo>
                <a:lnTo>
                  <a:pt x="1685925" y="704850"/>
                </a:lnTo>
                <a:lnTo>
                  <a:pt x="1685925" y="695325"/>
                </a:lnTo>
                <a:lnTo>
                  <a:pt x="1676400" y="695325"/>
                </a:lnTo>
                <a:close/>
                <a:moveTo>
                  <a:pt x="1781175" y="685800"/>
                </a:moveTo>
                <a:lnTo>
                  <a:pt x="1790700" y="685800"/>
                </a:lnTo>
                <a:lnTo>
                  <a:pt x="1790700" y="704850"/>
                </a:lnTo>
                <a:lnTo>
                  <a:pt x="1781175" y="704850"/>
                </a:lnTo>
                <a:close/>
                <a:moveTo>
                  <a:pt x="466725" y="695325"/>
                </a:moveTo>
                <a:lnTo>
                  <a:pt x="476250" y="695325"/>
                </a:lnTo>
                <a:lnTo>
                  <a:pt x="476250" y="704850"/>
                </a:lnTo>
                <a:lnTo>
                  <a:pt x="466725" y="704850"/>
                </a:lnTo>
                <a:close/>
                <a:moveTo>
                  <a:pt x="809625" y="695325"/>
                </a:moveTo>
                <a:lnTo>
                  <a:pt x="819150" y="695325"/>
                </a:lnTo>
                <a:lnTo>
                  <a:pt x="819150" y="704850"/>
                </a:lnTo>
                <a:lnTo>
                  <a:pt x="809625" y="704850"/>
                </a:lnTo>
                <a:close/>
                <a:moveTo>
                  <a:pt x="1866900" y="695325"/>
                </a:moveTo>
                <a:lnTo>
                  <a:pt x="1905000" y="695325"/>
                </a:lnTo>
                <a:lnTo>
                  <a:pt x="1905000" y="704850"/>
                </a:lnTo>
                <a:lnTo>
                  <a:pt x="1876425" y="704850"/>
                </a:lnTo>
                <a:lnTo>
                  <a:pt x="1876425" y="714375"/>
                </a:lnTo>
                <a:lnTo>
                  <a:pt x="1866900" y="714375"/>
                </a:lnTo>
                <a:close/>
                <a:moveTo>
                  <a:pt x="457200" y="704850"/>
                </a:moveTo>
                <a:lnTo>
                  <a:pt x="466725" y="704850"/>
                </a:lnTo>
                <a:lnTo>
                  <a:pt x="466725" y="714375"/>
                </a:lnTo>
                <a:lnTo>
                  <a:pt x="457200" y="714375"/>
                </a:lnTo>
                <a:close/>
                <a:moveTo>
                  <a:pt x="828675" y="704850"/>
                </a:moveTo>
                <a:lnTo>
                  <a:pt x="838200" y="704850"/>
                </a:lnTo>
                <a:lnTo>
                  <a:pt x="838200" y="714375"/>
                </a:lnTo>
                <a:lnTo>
                  <a:pt x="828675" y="714375"/>
                </a:lnTo>
                <a:close/>
                <a:moveTo>
                  <a:pt x="1638300" y="704850"/>
                </a:moveTo>
                <a:lnTo>
                  <a:pt x="1647825" y="704850"/>
                </a:lnTo>
                <a:lnTo>
                  <a:pt x="1647825" y="714375"/>
                </a:lnTo>
                <a:lnTo>
                  <a:pt x="1638300" y="714375"/>
                </a:lnTo>
                <a:close/>
                <a:moveTo>
                  <a:pt x="1771650" y="704850"/>
                </a:moveTo>
                <a:lnTo>
                  <a:pt x="1781175" y="704850"/>
                </a:lnTo>
                <a:lnTo>
                  <a:pt x="1781175" y="714375"/>
                </a:lnTo>
                <a:lnTo>
                  <a:pt x="1771650" y="714375"/>
                </a:lnTo>
                <a:close/>
                <a:moveTo>
                  <a:pt x="1905000" y="704850"/>
                </a:moveTo>
                <a:lnTo>
                  <a:pt x="1914525" y="704850"/>
                </a:lnTo>
                <a:lnTo>
                  <a:pt x="1914525" y="714375"/>
                </a:lnTo>
                <a:lnTo>
                  <a:pt x="1905000" y="714375"/>
                </a:lnTo>
                <a:close/>
                <a:moveTo>
                  <a:pt x="323850" y="714375"/>
                </a:moveTo>
                <a:lnTo>
                  <a:pt x="333375" y="714375"/>
                </a:lnTo>
                <a:lnTo>
                  <a:pt x="333375" y="733425"/>
                </a:lnTo>
                <a:lnTo>
                  <a:pt x="323850" y="733425"/>
                </a:lnTo>
                <a:close/>
                <a:moveTo>
                  <a:pt x="1847850" y="714375"/>
                </a:moveTo>
                <a:lnTo>
                  <a:pt x="1857375" y="714375"/>
                </a:lnTo>
                <a:lnTo>
                  <a:pt x="1857375" y="723900"/>
                </a:lnTo>
                <a:lnTo>
                  <a:pt x="1847850" y="723900"/>
                </a:lnTo>
                <a:close/>
                <a:moveTo>
                  <a:pt x="1714500" y="723900"/>
                </a:moveTo>
                <a:lnTo>
                  <a:pt x="1724025" y="723900"/>
                </a:lnTo>
                <a:lnTo>
                  <a:pt x="1724025" y="771525"/>
                </a:lnTo>
                <a:lnTo>
                  <a:pt x="1714500" y="771525"/>
                </a:lnTo>
                <a:close/>
                <a:moveTo>
                  <a:pt x="1781175" y="723900"/>
                </a:moveTo>
                <a:lnTo>
                  <a:pt x="1800225" y="723900"/>
                </a:lnTo>
                <a:lnTo>
                  <a:pt x="1800225" y="733425"/>
                </a:lnTo>
                <a:lnTo>
                  <a:pt x="1790700" y="733425"/>
                </a:lnTo>
                <a:lnTo>
                  <a:pt x="1790700" y="742950"/>
                </a:lnTo>
                <a:lnTo>
                  <a:pt x="1781175" y="742950"/>
                </a:lnTo>
                <a:close/>
                <a:moveTo>
                  <a:pt x="1828800" y="723900"/>
                </a:moveTo>
                <a:lnTo>
                  <a:pt x="1847850" y="723900"/>
                </a:lnTo>
                <a:lnTo>
                  <a:pt x="1847850" y="762000"/>
                </a:lnTo>
                <a:lnTo>
                  <a:pt x="1838325" y="762000"/>
                </a:lnTo>
                <a:lnTo>
                  <a:pt x="1838325" y="733425"/>
                </a:lnTo>
                <a:lnTo>
                  <a:pt x="1828800" y="733425"/>
                </a:lnTo>
                <a:close/>
                <a:moveTo>
                  <a:pt x="1619250" y="733425"/>
                </a:moveTo>
                <a:lnTo>
                  <a:pt x="1628775" y="733425"/>
                </a:lnTo>
                <a:lnTo>
                  <a:pt x="1628775" y="742950"/>
                </a:lnTo>
                <a:lnTo>
                  <a:pt x="1638300" y="742950"/>
                </a:lnTo>
                <a:lnTo>
                  <a:pt x="1638300" y="752475"/>
                </a:lnTo>
                <a:lnTo>
                  <a:pt x="1619250" y="752475"/>
                </a:lnTo>
                <a:close/>
                <a:moveTo>
                  <a:pt x="1181100" y="742950"/>
                </a:moveTo>
                <a:lnTo>
                  <a:pt x="1190625" y="742950"/>
                </a:lnTo>
                <a:lnTo>
                  <a:pt x="1190625" y="752475"/>
                </a:lnTo>
                <a:lnTo>
                  <a:pt x="1181100" y="752475"/>
                </a:lnTo>
                <a:close/>
                <a:moveTo>
                  <a:pt x="1257300" y="742950"/>
                </a:moveTo>
                <a:lnTo>
                  <a:pt x="1266825" y="742950"/>
                </a:lnTo>
                <a:lnTo>
                  <a:pt x="1266825" y="752475"/>
                </a:lnTo>
                <a:lnTo>
                  <a:pt x="1257300" y="752475"/>
                </a:lnTo>
                <a:close/>
                <a:moveTo>
                  <a:pt x="390525" y="752475"/>
                </a:moveTo>
                <a:lnTo>
                  <a:pt x="400050" y="752475"/>
                </a:lnTo>
                <a:lnTo>
                  <a:pt x="400050" y="762000"/>
                </a:lnTo>
                <a:lnTo>
                  <a:pt x="390525" y="762000"/>
                </a:lnTo>
                <a:close/>
                <a:moveTo>
                  <a:pt x="657225" y="752475"/>
                </a:moveTo>
                <a:lnTo>
                  <a:pt x="676275" y="752475"/>
                </a:lnTo>
                <a:lnTo>
                  <a:pt x="676275" y="762000"/>
                </a:lnTo>
                <a:lnTo>
                  <a:pt x="657225" y="762000"/>
                </a:lnTo>
                <a:close/>
                <a:moveTo>
                  <a:pt x="1114425" y="752475"/>
                </a:moveTo>
                <a:lnTo>
                  <a:pt x="1123950" y="752475"/>
                </a:lnTo>
                <a:lnTo>
                  <a:pt x="1123950" y="762000"/>
                </a:lnTo>
                <a:lnTo>
                  <a:pt x="1114425" y="762000"/>
                </a:lnTo>
                <a:close/>
                <a:moveTo>
                  <a:pt x="1162050" y="752475"/>
                </a:moveTo>
                <a:lnTo>
                  <a:pt x="1181100" y="752475"/>
                </a:lnTo>
                <a:lnTo>
                  <a:pt x="1181100" y="762000"/>
                </a:lnTo>
                <a:lnTo>
                  <a:pt x="1190625" y="762000"/>
                </a:lnTo>
                <a:lnTo>
                  <a:pt x="1190625" y="771525"/>
                </a:lnTo>
                <a:lnTo>
                  <a:pt x="1171575" y="771525"/>
                </a:lnTo>
                <a:lnTo>
                  <a:pt x="1171575" y="762000"/>
                </a:lnTo>
                <a:lnTo>
                  <a:pt x="1162050" y="762000"/>
                </a:lnTo>
                <a:close/>
                <a:moveTo>
                  <a:pt x="1685925" y="752475"/>
                </a:moveTo>
                <a:lnTo>
                  <a:pt x="1704975" y="752475"/>
                </a:lnTo>
                <a:lnTo>
                  <a:pt x="1704975" y="762000"/>
                </a:lnTo>
                <a:lnTo>
                  <a:pt x="1695450" y="762000"/>
                </a:lnTo>
                <a:lnTo>
                  <a:pt x="1695450" y="771525"/>
                </a:lnTo>
                <a:lnTo>
                  <a:pt x="1704975" y="771525"/>
                </a:lnTo>
                <a:lnTo>
                  <a:pt x="1704975" y="781050"/>
                </a:lnTo>
                <a:lnTo>
                  <a:pt x="1695450" y="781050"/>
                </a:lnTo>
                <a:lnTo>
                  <a:pt x="1695450" y="790575"/>
                </a:lnTo>
                <a:lnTo>
                  <a:pt x="1714500" y="790575"/>
                </a:lnTo>
                <a:lnTo>
                  <a:pt x="1714500" y="781050"/>
                </a:lnTo>
                <a:lnTo>
                  <a:pt x="1724025" y="781050"/>
                </a:lnTo>
                <a:lnTo>
                  <a:pt x="1724025" y="800100"/>
                </a:lnTo>
                <a:lnTo>
                  <a:pt x="1714500" y="800100"/>
                </a:lnTo>
                <a:lnTo>
                  <a:pt x="1714500" y="819150"/>
                </a:lnTo>
                <a:lnTo>
                  <a:pt x="1695450" y="819150"/>
                </a:lnTo>
                <a:lnTo>
                  <a:pt x="1695450" y="809625"/>
                </a:lnTo>
                <a:lnTo>
                  <a:pt x="1676400" y="809625"/>
                </a:lnTo>
                <a:lnTo>
                  <a:pt x="1676400" y="800100"/>
                </a:lnTo>
                <a:lnTo>
                  <a:pt x="1657350" y="800100"/>
                </a:lnTo>
                <a:lnTo>
                  <a:pt x="1657350" y="790575"/>
                </a:lnTo>
                <a:lnTo>
                  <a:pt x="1685925" y="790575"/>
                </a:lnTo>
                <a:close/>
                <a:moveTo>
                  <a:pt x="1781175" y="752475"/>
                </a:moveTo>
                <a:lnTo>
                  <a:pt x="1790700" y="752475"/>
                </a:lnTo>
                <a:lnTo>
                  <a:pt x="1790700" y="762000"/>
                </a:lnTo>
                <a:lnTo>
                  <a:pt x="1781175" y="762000"/>
                </a:lnTo>
                <a:close/>
                <a:moveTo>
                  <a:pt x="1914525" y="752475"/>
                </a:moveTo>
                <a:lnTo>
                  <a:pt x="1933575" y="752475"/>
                </a:lnTo>
                <a:lnTo>
                  <a:pt x="1933575" y="762000"/>
                </a:lnTo>
                <a:lnTo>
                  <a:pt x="1914525" y="762000"/>
                </a:lnTo>
                <a:close/>
                <a:moveTo>
                  <a:pt x="361950" y="762000"/>
                </a:moveTo>
                <a:lnTo>
                  <a:pt x="371475" y="762000"/>
                </a:lnTo>
                <a:lnTo>
                  <a:pt x="371475" y="771525"/>
                </a:lnTo>
                <a:lnTo>
                  <a:pt x="361950" y="771525"/>
                </a:lnTo>
                <a:close/>
                <a:moveTo>
                  <a:pt x="1762125" y="762000"/>
                </a:moveTo>
                <a:lnTo>
                  <a:pt x="1771650" y="762000"/>
                </a:lnTo>
                <a:lnTo>
                  <a:pt x="1771650" y="771525"/>
                </a:lnTo>
                <a:lnTo>
                  <a:pt x="1762125" y="771525"/>
                </a:lnTo>
                <a:close/>
                <a:moveTo>
                  <a:pt x="1905000" y="771525"/>
                </a:moveTo>
                <a:lnTo>
                  <a:pt x="1914525" y="771525"/>
                </a:lnTo>
                <a:lnTo>
                  <a:pt x="1914525" y="781050"/>
                </a:lnTo>
                <a:lnTo>
                  <a:pt x="1905000" y="781050"/>
                </a:lnTo>
                <a:close/>
                <a:moveTo>
                  <a:pt x="1914525" y="781050"/>
                </a:moveTo>
                <a:lnTo>
                  <a:pt x="1933575" y="781050"/>
                </a:lnTo>
                <a:lnTo>
                  <a:pt x="1933575" y="790575"/>
                </a:lnTo>
                <a:lnTo>
                  <a:pt x="1914525" y="790575"/>
                </a:lnTo>
                <a:close/>
                <a:moveTo>
                  <a:pt x="1209675" y="790575"/>
                </a:moveTo>
                <a:lnTo>
                  <a:pt x="1228725" y="790575"/>
                </a:lnTo>
                <a:lnTo>
                  <a:pt x="1228725" y="809625"/>
                </a:lnTo>
                <a:lnTo>
                  <a:pt x="1200150" y="809625"/>
                </a:lnTo>
                <a:lnTo>
                  <a:pt x="1200150" y="800100"/>
                </a:lnTo>
                <a:lnTo>
                  <a:pt x="1209675" y="800100"/>
                </a:lnTo>
                <a:close/>
                <a:moveTo>
                  <a:pt x="1866900" y="800100"/>
                </a:moveTo>
                <a:lnTo>
                  <a:pt x="1876425" y="800100"/>
                </a:lnTo>
                <a:lnTo>
                  <a:pt x="1876425" y="809625"/>
                </a:lnTo>
                <a:lnTo>
                  <a:pt x="1866900" y="809625"/>
                </a:lnTo>
                <a:close/>
                <a:moveTo>
                  <a:pt x="390525" y="809625"/>
                </a:moveTo>
                <a:lnTo>
                  <a:pt x="409575" y="809625"/>
                </a:lnTo>
                <a:lnTo>
                  <a:pt x="409575" y="828675"/>
                </a:lnTo>
                <a:lnTo>
                  <a:pt x="400050" y="828675"/>
                </a:lnTo>
                <a:lnTo>
                  <a:pt x="400050" y="838200"/>
                </a:lnTo>
                <a:lnTo>
                  <a:pt x="390525" y="838200"/>
                </a:lnTo>
                <a:close/>
                <a:moveTo>
                  <a:pt x="1362075" y="809625"/>
                </a:moveTo>
                <a:lnTo>
                  <a:pt x="1371600" y="809625"/>
                </a:lnTo>
                <a:lnTo>
                  <a:pt x="1371600" y="819150"/>
                </a:lnTo>
                <a:lnTo>
                  <a:pt x="1362075" y="819150"/>
                </a:lnTo>
                <a:close/>
                <a:moveTo>
                  <a:pt x="1647825" y="809625"/>
                </a:moveTo>
                <a:lnTo>
                  <a:pt x="1657350" y="809625"/>
                </a:lnTo>
                <a:lnTo>
                  <a:pt x="1657350" y="819150"/>
                </a:lnTo>
                <a:lnTo>
                  <a:pt x="1647825" y="819150"/>
                </a:lnTo>
                <a:close/>
                <a:moveTo>
                  <a:pt x="1133475" y="819150"/>
                </a:moveTo>
                <a:lnTo>
                  <a:pt x="1143000" y="819150"/>
                </a:lnTo>
                <a:lnTo>
                  <a:pt x="1143000" y="828675"/>
                </a:lnTo>
                <a:lnTo>
                  <a:pt x="1133475" y="828675"/>
                </a:lnTo>
                <a:close/>
                <a:moveTo>
                  <a:pt x="1666875" y="819150"/>
                </a:moveTo>
                <a:lnTo>
                  <a:pt x="1676400" y="819150"/>
                </a:lnTo>
                <a:lnTo>
                  <a:pt x="1676400" y="838200"/>
                </a:lnTo>
                <a:lnTo>
                  <a:pt x="1666875" y="838200"/>
                </a:lnTo>
                <a:close/>
                <a:moveTo>
                  <a:pt x="1885950" y="819150"/>
                </a:moveTo>
                <a:lnTo>
                  <a:pt x="1895475" y="819150"/>
                </a:lnTo>
                <a:lnTo>
                  <a:pt x="1895475" y="828675"/>
                </a:lnTo>
                <a:lnTo>
                  <a:pt x="1905000" y="828675"/>
                </a:lnTo>
                <a:lnTo>
                  <a:pt x="1905000" y="847725"/>
                </a:lnTo>
                <a:lnTo>
                  <a:pt x="1885950" y="847725"/>
                </a:lnTo>
                <a:close/>
                <a:moveTo>
                  <a:pt x="676275" y="828675"/>
                </a:moveTo>
                <a:lnTo>
                  <a:pt x="695325" y="828675"/>
                </a:lnTo>
                <a:lnTo>
                  <a:pt x="695325" y="838200"/>
                </a:lnTo>
                <a:lnTo>
                  <a:pt x="676275" y="838200"/>
                </a:lnTo>
                <a:close/>
                <a:moveTo>
                  <a:pt x="704850" y="828675"/>
                </a:moveTo>
                <a:lnTo>
                  <a:pt x="714375" y="828675"/>
                </a:lnTo>
                <a:lnTo>
                  <a:pt x="714375" y="838200"/>
                </a:lnTo>
                <a:lnTo>
                  <a:pt x="704850" y="838200"/>
                </a:lnTo>
                <a:close/>
                <a:moveTo>
                  <a:pt x="1714500" y="828675"/>
                </a:moveTo>
                <a:lnTo>
                  <a:pt x="1724025" y="828675"/>
                </a:lnTo>
                <a:lnTo>
                  <a:pt x="1724025" y="857250"/>
                </a:lnTo>
                <a:lnTo>
                  <a:pt x="1695450" y="857250"/>
                </a:lnTo>
                <a:lnTo>
                  <a:pt x="1695450" y="838200"/>
                </a:lnTo>
                <a:lnTo>
                  <a:pt x="1704975" y="838200"/>
                </a:lnTo>
                <a:lnTo>
                  <a:pt x="1704975" y="847725"/>
                </a:lnTo>
                <a:lnTo>
                  <a:pt x="1714500" y="847725"/>
                </a:lnTo>
                <a:close/>
                <a:moveTo>
                  <a:pt x="1133475" y="838200"/>
                </a:moveTo>
                <a:lnTo>
                  <a:pt x="1143000" y="838200"/>
                </a:lnTo>
                <a:lnTo>
                  <a:pt x="1143000" y="847725"/>
                </a:lnTo>
                <a:lnTo>
                  <a:pt x="1133475" y="847725"/>
                </a:lnTo>
                <a:close/>
                <a:moveTo>
                  <a:pt x="685800" y="847725"/>
                </a:moveTo>
                <a:lnTo>
                  <a:pt x="695325" y="847725"/>
                </a:lnTo>
                <a:lnTo>
                  <a:pt x="695325" y="857250"/>
                </a:lnTo>
                <a:lnTo>
                  <a:pt x="685800" y="857250"/>
                </a:lnTo>
                <a:close/>
                <a:moveTo>
                  <a:pt x="1647825" y="847725"/>
                </a:moveTo>
                <a:lnTo>
                  <a:pt x="1657350" y="847725"/>
                </a:lnTo>
                <a:lnTo>
                  <a:pt x="1657350" y="857250"/>
                </a:lnTo>
                <a:lnTo>
                  <a:pt x="1647825" y="857250"/>
                </a:lnTo>
                <a:close/>
                <a:moveTo>
                  <a:pt x="638175" y="857250"/>
                </a:moveTo>
                <a:lnTo>
                  <a:pt x="647700" y="857250"/>
                </a:lnTo>
                <a:lnTo>
                  <a:pt x="647700" y="866775"/>
                </a:lnTo>
                <a:lnTo>
                  <a:pt x="657225" y="866775"/>
                </a:lnTo>
                <a:lnTo>
                  <a:pt x="657225" y="857250"/>
                </a:lnTo>
                <a:lnTo>
                  <a:pt x="676275" y="857250"/>
                </a:lnTo>
                <a:lnTo>
                  <a:pt x="676275" y="866775"/>
                </a:lnTo>
                <a:lnTo>
                  <a:pt x="657225" y="866775"/>
                </a:lnTo>
                <a:lnTo>
                  <a:pt x="657225" y="876300"/>
                </a:lnTo>
                <a:lnTo>
                  <a:pt x="619125" y="876300"/>
                </a:lnTo>
                <a:lnTo>
                  <a:pt x="619125" y="885825"/>
                </a:lnTo>
                <a:lnTo>
                  <a:pt x="609600" y="885825"/>
                </a:lnTo>
                <a:lnTo>
                  <a:pt x="609600" y="866775"/>
                </a:lnTo>
                <a:lnTo>
                  <a:pt x="638175" y="866775"/>
                </a:lnTo>
                <a:close/>
                <a:moveTo>
                  <a:pt x="1200150" y="866775"/>
                </a:moveTo>
                <a:lnTo>
                  <a:pt x="1209675" y="866775"/>
                </a:lnTo>
                <a:lnTo>
                  <a:pt x="1209675" y="876300"/>
                </a:lnTo>
                <a:lnTo>
                  <a:pt x="1200150" y="876300"/>
                </a:lnTo>
                <a:close/>
                <a:moveTo>
                  <a:pt x="1666875" y="866775"/>
                </a:moveTo>
                <a:lnTo>
                  <a:pt x="1676400" y="866775"/>
                </a:lnTo>
                <a:lnTo>
                  <a:pt x="1676400" y="876300"/>
                </a:lnTo>
                <a:lnTo>
                  <a:pt x="1666875" y="876300"/>
                </a:lnTo>
                <a:close/>
                <a:moveTo>
                  <a:pt x="1876425" y="876300"/>
                </a:moveTo>
                <a:lnTo>
                  <a:pt x="1885950" y="876300"/>
                </a:lnTo>
                <a:lnTo>
                  <a:pt x="1885950" y="885825"/>
                </a:lnTo>
                <a:lnTo>
                  <a:pt x="1895475" y="885825"/>
                </a:lnTo>
                <a:lnTo>
                  <a:pt x="1895475" y="904875"/>
                </a:lnTo>
                <a:lnTo>
                  <a:pt x="1885950" y="904875"/>
                </a:lnTo>
                <a:lnTo>
                  <a:pt x="1885950" y="895350"/>
                </a:lnTo>
                <a:lnTo>
                  <a:pt x="1876425" y="895350"/>
                </a:lnTo>
                <a:close/>
                <a:moveTo>
                  <a:pt x="400050" y="885825"/>
                </a:moveTo>
                <a:lnTo>
                  <a:pt x="419100" y="885825"/>
                </a:lnTo>
                <a:lnTo>
                  <a:pt x="419100" y="895350"/>
                </a:lnTo>
                <a:lnTo>
                  <a:pt x="409575" y="895350"/>
                </a:lnTo>
                <a:lnTo>
                  <a:pt x="409575" y="904875"/>
                </a:lnTo>
                <a:lnTo>
                  <a:pt x="400050" y="904875"/>
                </a:lnTo>
                <a:close/>
                <a:moveTo>
                  <a:pt x="419100" y="914400"/>
                </a:moveTo>
                <a:lnTo>
                  <a:pt x="428625" y="914400"/>
                </a:lnTo>
                <a:lnTo>
                  <a:pt x="428625" y="933450"/>
                </a:lnTo>
                <a:lnTo>
                  <a:pt x="438150" y="933450"/>
                </a:lnTo>
                <a:lnTo>
                  <a:pt x="438150" y="942975"/>
                </a:lnTo>
                <a:lnTo>
                  <a:pt x="419100" y="942975"/>
                </a:lnTo>
                <a:lnTo>
                  <a:pt x="419100" y="933450"/>
                </a:lnTo>
                <a:lnTo>
                  <a:pt x="400050" y="933450"/>
                </a:lnTo>
                <a:lnTo>
                  <a:pt x="400050" y="923925"/>
                </a:lnTo>
                <a:lnTo>
                  <a:pt x="419100" y="923925"/>
                </a:lnTo>
                <a:close/>
                <a:moveTo>
                  <a:pt x="466725" y="914400"/>
                </a:moveTo>
                <a:lnTo>
                  <a:pt x="476250" y="914400"/>
                </a:lnTo>
                <a:lnTo>
                  <a:pt x="476250" y="923925"/>
                </a:lnTo>
                <a:lnTo>
                  <a:pt x="466725" y="923925"/>
                </a:lnTo>
                <a:close/>
                <a:moveTo>
                  <a:pt x="1381125" y="914400"/>
                </a:moveTo>
                <a:lnTo>
                  <a:pt x="1390650" y="914400"/>
                </a:lnTo>
                <a:lnTo>
                  <a:pt x="1390650" y="923925"/>
                </a:lnTo>
                <a:lnTo>
                  <a:pt x="1381125" y="923925"/>
                </a:lnTo>
                <a:close/>
                <a:moveTo>
                  <a:pt x="323850" y="933450"/>
                </a:moveTo>
                <a:lnTo>
                  <a:pt x="342900" y="933450"/>
                </a:lnTo>
                <a:lnTo>
                  <a:pt x="342900" y="942975"/>
                </a:lnTo>
                <a:lnTo>
                  <a:pt x="333375" y="942975"/>
                </a:lnTo>
                <a:lnTo>
                  <a:pt x="333375" y="952500"/>
                </a:lnTo>
                <a:lnTo>
                  <a:pt x="323850" y="952500"/>
                </a:lnTo>
                <a:close/>
                <a:moveTo>
                  <a:pt x="1333500" y="942975"/>
                </a:moveTo>
                <a:lnTo>
                  <a:pt x="1343025" y="942975"/>
                </a:lnTo>
                <a:lnTo>
                  <a:pt x="1343025" y="971550"/>
                </a:lnTo>
                <a:lnTo>
                  <a:pt x="1333500" y="971550"/>
                </a:lnTo>
                <a:close/>
                <a:moveTo>
                  <a:pt x="1876425" y="942975"/>
                </a:moveTo>
                <a:lnTo>
                  <a:pt x="1885950" y="942975"/>
                </a:lnTo>
                <a:lnTo>
                  <a:pt x="1885950" y="962025"/>
                </a:lnTo>
                <a:lnTo>
                  <a:pt x="1876425" y="962025"/>
                </a:lnTo>
                <a:close/>
                <a:moveTo>
                  <a:pt x="409575" y="952500"/>
                </a:moveTo>
                <a:lnTo>
                  <a:pt x="447675" y="952500"/>
                </a:lnTo>
                <a:lnTo>
                  <a:pt x="447675" y="962025"/>
                </a:lnTo>
                <a:lnTo>
                  <a:pt x="428625" y="962025"/>
                </a:lnTo>
                <a:lnTo>
                  <a:pt x="428625" y="971550"/>
                </a:lnTo>
                <a:lnTo>
                  <a:pt x="419100" y="971550"/>
                </a:lnTo>
                <a:lnTo>
                  <a:pt x="419100" y="962025"/>
                </a:lnTo>
                <a:lnTo>
                  <a:pt x="409575" y="962025"/>
                </a:lnTo>
                <a:close/>
                <a:moveTo>
                  <a:pt x="504825" y="952500"/>
                </a:moveTo>
                <a:lnTo>
                  <a:pt x="514350" y="952500"/>
                </a:lnTo>
                <a:lnTo>
                  <a:pt x="514350" y="962025"/>
                </a:lnTo>
                <a:lnTo>
                  <a:pt x="504825" y="962025"/>
                </a:lnTo>
                <a:close/>
                <a:moveTo>
                  <a:pt x="447675" y="962025"/>
                </a:moveTo>
                <a:lnTo>
                  <a:pt x="457200" y="962025"/>
                </a:lnTo>
                <a:lnTo>
                  <a:pt x="457200" y="971550"/>
                </a:lnTo>
                <a:lnTo>
                  <a:pt x="447675" y="971550"/>
                </a:lnTo>
                <a:close/>
                <a:moveTo>
                  <a:pt x="1866900" y="962025"/>
                </a:moveTo>
                <a:lnTo>
                  <a:pt x="1876425" y="962025"/>
                </a:lnTo>
                <a:lnTo>
                  <a:pt x="1876425" y="971550"/>
                </a:lnTo>
                <a:lnTo>
                  <a:pt x="1866900" y="971550"/>
                </a:lnTo>
                <a:close/>
                <a:moveTo>
                  <a:pt x="485775" y="971550"/>
                </a:moveTo>
                <a:lnTo>
                  <a:pt x="495300" y="971550"/>
                </a:lnTo>
                <a:lnTo>
                  <a:pt x="495300" y="990600"/>
                </a:lnTo>
                <a:lnTo>
                  <a:pt x="485775" y="990600"/>
                </a:lnTo>
                <a:lnTo>
                  <a:pt x="485775" y="1009650"/>
                </a:lnTo>
                <a:lnTo>
                  <a:pt x="476250" y="1009650"/>
                </a:lnTo>
                <a:lnTo>
                  <a:pt x="476250" y="1000125"/>
                </a:lnTo>
                <a:lnTo>
                  <a:pt x="466725" y="1000125"/>
                </a:lnTo>
                <a:lnTo>
                  <a:pt x="466725" y="990600"/>
                </a:lnTo>
                <a:lnTo>
                  <a:pt x="476250" y="990600"/>
                </a:lnTo>
                <a:lnTo>
                  <a:pt x="476250" y="981075"/>
                </a:lnTo>
                <a:lnTo>
                  <a:pt x="485775" y="981075"/>
                </a:lnTo>
                <a:close/>
                <a:moveTo>
                  <a:pt x="1504950" y="971550"/>
                </a:moveTo>
                <a:lnTo>
                  <a:pt x="1514475" y="971550"/>
                </a:lnTo>
                <a:lnTo>
                  <a:pt x="1514475" y="981075"/>
                </a:lnTo>
                <a:lnTo>
                  <a:pt x="1504950" y="981075"/>
                </a:lnTo>
                <a:close/>
                <a:moveTo>
                  <a:pt x="1876425" y="990600"/>
                </a:moveTo>
                <a:lnTo>
                  <a:pt x="1885950" y="990600"/>
                </a:lnTo>
                <a:lnTo>
                  <a:pt x="1885950" y="1000125"/>
                </a:lnTo>
                <a:lnTo>
                  <a:pt x="1876425" y="1000125"/>
                </a:lnTo>
                <a:close/>
                <a:moveTo>
                  <a:pt x="352425" y="1009650"/>
                </a:moveTo>
                <a:lnTo>
                  <a:pt x="361950" y="1009650"/>
                </a:lnTo>
                <a:lnTo>
                  <a:pt x="361950" y="1019175"/>
                </a:lnTo>
                <a:lnTo>
                  <a:pt x="352425" y="1019175"/>
                </a:lnTo>
                <a:close/>
                <a:moveTo>
                  <a:pt x="304800" y="1019175"/>
                </a:moveTo>
                <a:lnTo>
                  <a:pt x="323850" y="1019175"/>
                </a:lnTo>
                <a:lnTo>
                  <a:pt x="323850" y="1028700"/>
                </a:lnTo>
                <a:lnTo>
                  <a:pt x="304800" y="1028700"/>
                </a:lnTo>
                <a:close/>
                <a:moveTo>
                  <a:pt x="1362075" y="1019175"/>
                </a:moveTo>
                <a:lnTo>
                  <a:pt x="1371600" y="1019175"/>
                </a:lnTo>
                <a:lnTo>
                  <a:pt x="1371600" y="1038225"/>
                </a:lnTo>
                <a:lnTo>
                  <a:pt x="1362075" y="1038225"/>
                </a:lnTo>
                <a:close/>
                <a:moveTo>
                  <a:pt x="1428750" y="1019175"/>
                </a:moveTo>
                <a:lnTo>
                  <a:pt x="1438275" y="1019175"/>
                </a:lnTo>
                <a:lnTo>
                  <a:pt x="1438275" y="1028700"/>
                </a:lnTo>
                <a:lnTo>
                  <a:pt x="1428750" y="1028700"/>
                </a:lnTo>
                <a:close/>
                <a:moveTo>
                  <a:pt x="1419225" y="1028700"/>
                </a:moveTo>
                <a:lnTo>
                  <a:pt x="1428750" y="1028700"/>
                </a:lnTo>
                <a:lnTo>
                  <a:pt x="1428750" y="1038225"/>
                </a:lnTo>
                <a:lnTo>
                  <a:pt x="1419225" y="1038225"/>
                </a:lnTo>
                <a:close/>
                <a:moveTo>
                  <a:pt x="1371600" y="1038225"/>
                </a:moveTo>
                <a:lnTo>
                  <a:pt x="1381125" y="1038225"/>
                </a:lnTo>
                <a:lnTo>
                  <a:pt x="1381125" y="1057275"/>
                </a:lnTo>
                <a:lnTo>
                  <a:pt x="1371600" y="1057275"/>
                </a:lnTo>
                <a:close/>
                <a:moveTo>
                  <a:pt x="1390650" y="1047750"/>
                </a:moveTo>
                <a:lnTo>
                  <a:pt x="1400175" y="1047750"/>
                </a:lnTo>
                <a:lnTo>
                  <a:pt x="1400175" y="1057275"/>
                </a:lnTo>
                <a:lnTo>
                  <a:pt x="1390650" y="1057275"/>
                </a:lnTo>
                <a:close/>
                <a:moveTo>
                  <a:pt x="1943100" y="1047750"/>
                </a:moveTo>
                <a:lnTo>
                  <a:pt x="1952625" y="1047750"/>
                </a:lnTo>
                <a:lnTo>
                  <a:pt x="1952625" y="1057275"/>
                </a:lnTo>
                <a:lnTo>
                  <a:pt x="1943100" y="1057275"/>
                </a:lnTo>
                <a:close/>
                <a:moveTo>
                  <a:pt x="1381125" y="1057275"/>
                </a:moveTo>
                <a:lnTo>
                  <a:pt x="1390650" y="1057275"/>
                </a:lnTo>
                <a:lnTo>
                  <a:pt x="1390650" y="1066800"/>
                </a:lnTo>
                <a:lnTo>
                  <a:pt x="1381125" y="1066800"/>
                </a:lnTo>
                <a:close/>
                <a:moveTo>
                  <a:pt x="1885950" y="1057275"/>
                </a:moveTo>
                <a:lnTo>
                  <a:pt x="1895475" y="1057275"/>
                </a:lnTo>
                <a:lnTo>
                  <a:pt x="1895475" y="1066800"/>
                </a:lnTo>
                <a:lnTo>
                  <a:pt x="1885950" y="1066800"/>
                </a:lnTo>
                <a:close/>
                <a:moveTo>
                  <a:pt x="1924050" y="1057275"/>
                </a:moveTo>
                <a:lnTo>
                  <a:pt x="1933575" y="1057275"/>
                </a:lnTo>
                <a:lnTo>
                  <a:pt x="1933575" y="1066800"/>
                </a:lnTo>
                <a:lnTo>
                  <a:pt x="1924050" y="1066800"/>
                </a:lnTo>
                <a:close/>
                <a:moveTo>
                  <a:pt x="1943100" y="1066800"/>
                </a:moveTo>
                <a:lnTo>
                  <a:pt x="1952625" y="1066800"/>
                </a:lnTo>
                <a:lnTo>
                  <a:pt x="1952625" y="1076325"/>
                </a:lnTo>
                <a:lnTo>
                  <a:pt x="1962150" y="1076325"/>
                </a:lnTo>
                <a:lnTo>
                  <a:pt x="1962150" y="1085850"/>
                </a:lnTo>
                <a:lnTo>
                  <a:pt x="1943100" y="1085850"/>
                </a:lnTo>
                <a:close/>
                <a:moveTo>
                  <a:pt x="1924050" y="1076325"/>
                </a:moveTo>
                <a:lnTo>
                  <a:pt x="1933575" y="1076325"/>
                </a:lnTo>
                <a:lnTo>
                  <a:pt x="1933575" y="1104900"/>
                </a:lnTo>
                <a:lnTo>
                  <a:pt x="1914525" y="1104900"/>
                </a:lnTo>
                <a:lnTo>
                  <a:pt x="1914525" y="1095375"/>
                </a:lnTo>
                <a:lnTo>
                  <a:pt x="1924050" y="1095375"/>
                </a:lnTo>
                <a:close/>
                <a:moveTo>
                  <a:pt x="1857375" y="1114425"/>
                </a:moveTo>
                <a:lnTo>
                  <a:pt x="1866900" y="1114425"/>
                </a:lnTo>
                <a:lnTo>
                  <a:pt x="1866900" y="1123950"/>
                </a:lnTo>
                <a:lnTo>
                  <a:pt x="1857375" y="1123950"/>
                </a:lnTo>
                <a:close/>
                <a:moveTo>
                  <a:pt x="1743075" y="1123950"/>
                </a:moveTo>
                <a:lnTo>
                  <a:pt x="1771650" y="1123950"/>
                </a:lnTo>
                <a:lnTo>
                  <a:pt x="1771650" y="1133475"/>
                </a:lnTo>
                <a:lnTo>
                  <a:pt x="1743075" y="1133475"/>
                </a:lnTo>
                <a:close/>
                <a:moveTo>
                  <a:pt x="1914525" y="1143000"/>
                </a:moveTo>
                <a:lnTo>
                  <a:pt x="1924050" y="1143000"/>
                </a:lnTo>
                <a:lnTo>
                  <a:pt x="1924050" y="1162050"/>
                </a:lnTo>
                <a:lnTo>
                  <a:pt x="1914525" y="1162050"/>
                </a:lnTo>
                <a:close/>
                <a:moveTo>
                  <a:pt x="1895475" y="1152525"/>
                </a:moveTo>
                <a:lnTo>
                  <a:pt x="1905000" y="1152525"/>
                </a:lnTo>
                <a:lnTo>
                  <a:pt x="1905000" y="1162050"/>
                </a:lnTo>
                <a:lnTo>
                  <a:pt x="1895475" y="1162050"/>
                </a:lnTo>
                <a:close/>
                <a:moveTo>
                  <a:pt x="304800" y="1162050"/>
                </a:moveTo>
                <a:lnTo>
                  <a:pt x="314325" y="1162050"/>
                </a:lnTo>
                <a:lnTo>
                  <a:pt x="314325" y="1181100"/>
                </a:lnTo>
                <a:lnTo>
                  <a:pt x="304800" y="1181100"/>
                </a:lnTo>
                <a:close/>
                <a:moveTo>
                  <a:pt x="333375" y="1190625"/>
                </a:moveTo>
                <a:lnTo>
                  <a:pt x="342900" y="1190625"/>
                </a:lnTo>
                <a:lnTo>
                  <a:pt x="342900" y="1200150"/>
                </a:lnTo>
                <a:lnTo>
                  <a:pt x="333375" y="1200150"/>
                </a:lnTo>
                <a:close/>
                <a:moveTo>
                  <a:pt x="342900" y="1200150"/>
                </a:moveTo>
                <a:lnTo>
                  <a:pt x="352425" y="1200150"/>
                </a:lnTo>
                <a:lnTo>
                  <a:pt x="352425" y="1209675"/>
                </a:lnTo>
                <a:lnTo>
                  <a:pt x="342900" y="1209675"/>
                </a:lnTo>
                <a:close/>
                <a:moveTo>
                  <a:pt x="276225" y="1276350"/>
                </a:moveTo>
                <a:lnTo>
                  <a:pt x="285750" y="1276350"/>
                </a:lnTo>
                <a:lnTo>
                  <a:pt x="285750" y="1295400"/>
                </a:lnTo>
                <a:lnTo>
                  <a:pt x="266700" y="1295400"/>
                </a:lnTo>
                <a:lnTo>
                  <a:pt x="266700" y="1285875"/>
                </a:lnTo>
                <a:lnTo>
                  <a:pt x="276225" y="1285875"/>
                </a:lnTo>
                <a:close/>
                <a:moveTo>
                  <a:pt x="1847850" y="1304925"/>
                </a:moveTo>
                <a:lnTo>
                  <a:pt x="1857375" y="1304925"/>
                </a:lnTo>
                <a:lnTo>
                  <a:pt x="1857375" y="1314450"/>
                </a:lnTo>
                <a:lnTo>
                  <a:pt x="1847850" y="1314450"/>
                </a:lnTo>
                <a:close/>
                <a:moveTo>
                  <a:pt x="295275" y="1343025"/>
                </a:moveTo>
                <a:lnTo>
                  <a:pt x="304800" y="1343025"/>
                </a:lnTo>
                <a:lnTo>
                  <a:pt x="304800" y="1352550"/>
                </a:lnTo>
                <a:lnTo>
                  <a:pt x="295275" y="1352550"/>
                </a:lnTo>
                <a:close/>
                <a:moveTo>
                  <a:pt x="409575" y="1571625"/>
                </a:moveTo>
                <a:lnTo>
                  <a:pt x="419100" y="1571625"/>
                </a:lnTo>
                <a:lnTo>
                  <a:pt x="419100" y="1581150"/>
                </a:lnTo>
                <a:lnTo>
                  <a:pt x="409575" y="1581150"/>
                </a:lnTo>
                <a:close/>
              </a:path>
            </a:pathLst>
          </a:custGeom>
          <a:solidFill xmlns:a="http://schemas.openxmlformats.org/drawingml/2006/main">
            <a:srgbClr val="DBE9DD"/>
          </a:solidFill>
          <a:ln xmlns:a="http://schemas.openxmlformats.org/drawingml/2006/main" w="0">
            <a:noFill/>
          </a:ln>
        </p:spPr>
      </p:sp>
      <p:sp>
        <p:nvSpPr>
          <p:cNvPr id="14" name="employee vector #dbe9dc">
            <a:extLst xmlns:a="http://schemas.openxmlformats.org/drawingml/2006/main">
              <a:ext uri="{FF2B5EF4-FFF2-40B4-BE49-F238E27FC236}">
                <a16:creationId xmlns:a16="http://schemas.microsoft.com/office/drawing/2014/main" id="{9CA4B930-9188-4470-83CA-E1D8A4A926C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85825" y="2571750"/>
            <a:ext cx="2105025" cy="2066925"/>
          </a:xfrm>
          <a:custGeom xmlns:a="http://schemas.openxmlformats.org/drawingml/2006/main">
            <a:pathLst>
              <a:path w="2105025" h="2066925">
                <a:moveTo>
                  <a:pt x="1152525" y="114300"/>
                </a:moveTo>
                <a:lnTo>
                  <a:pt x="1162050" y="114300"/>
                </a:lnTo>
                <a:lnTo>
                  <a:pt x="1162050" y="123825"/>
                </a:lnTo>
                <a:lnTo>
                  <a:pt x="1152525" y="123825"/>
                </a:lnTo>
                <a:close/>
                <a:moveTo>
                  <a:pt x="971550" y="133350"/>
                </a:moveTo>
                <a:lnTo>
                  <a:pt x="981075" y="133350"/>
                </a:lnTo>
                <a:lnTo>
                  <a:pt x="981075" y="142875"/>
                </a:lnTo>
                <a:lnTo>
                  <a:pt x="971550" y="142875"/>
                </a:lnTo>
                <a:close/>
                <a:moveTo>
                  <a:pt x="1181100" y="133350"/>
                </a:moveTo>
                <a:lnTo>
                  <a:pt x="1200150" y="133350"/>
                </a:lnTo>
                <a:lnTo>
                  <a:pt x="1200150" y="142875"/>
                </a:lnTo>
                <a:lnTo>
                  <a:pt x="1181100" y="142875"/>
                </a:lnTo>
                <a:close/>
                <a:moveTo>
                  <a:pt x="990600" y="142875"/>
                </a:moveTo>
                <a:lnTo>
                  <a:pt x="1000125" y="142875"/>
                </a:lnTo>
                <a:lnTo>
                  <a:pt x="1000125" y="152400"/>
                </a:lnTo>
                <a:lnTo>
                  <a:pt x="990600" y="152400"/>
                </a:lnTo>
                <a:close/>
                <a:moveTo>
                  <a:pt x="1266825" y="152400"/>
                </a:moveTo>
                <a:lnTo>
                  <a:pt x="1285875" y="152400"/>
                </a:lnTo>
                <a:lnTo>
                  <a:pt x="1285875" y="161925"/>
                </a:lnTo>
                <a:lnTo>
                  <a:pt x="1266825" y="161925"/>
                </a:lnTo>
                <a:close/>
                <a:moveTo>
                  <a:pt x="1276350" y="180975"/>
                </a:moveTo>
                <a:lnTo>
                  <a:pt x="1323975" y="180975"/>
                </a:lnTo>
                <a:lnTo>
                  <a:pt x="1323975" y="190500"/>
                </a:lnTo>
                <a:lnTo>
                  <a:pt x="1333500" y="190500"/>
                </a:lnTo>
                <a:lnTo>
                  <a:pt x="1333500" y="209550"/>
                </a:lnTo>
                <a:lnTo>
                  <a:pt x="1343025" y="209550"/>
                </a:lnTo>
                <a:lnTo>
                  <a:pt x="1343025" y="219075"/>
                </a:lnTo>
                <a:lnTo>
                  <a:pt x="1352550" y="219075"/>
                </a:lnTo>
                <a:lnTo>
                  <a:pt x="1352550" y="228600"/>
                </a:lnTo>
                <a:lnTo>
                  <a:pt x="1371600" y="228600"/>
                </a:lnTo>
                <a:lnTo>
                  <a:pt x="1371600" y="219075"/>
                </a:lnTo>
                <a:lnTo>
                  <a:pt x="1400175" y="219075"/>
                </a:lnTo>
                <a:lnTo>
                  <a:pt x="1400175" y="228600"/>
                </a:lnTo>
                <a:lnTo>
                  <a:pt x="1419225" y="228600"/>
                </a:lnTo>
                <a:lnTo>
                  <a:pt x="1419225" y="238125"/>
                </a:lnTo>
                <a:lnTo>
                  <a:pt x="1428750" y="238125"/>
                </a:lnTo>
                <a:lnTo>
                  <a:pt x="1428750" y="323850"/>
                </a:lnTo>
                <a:lnTo>
                  <a:pt x="1438275" y="323850"/>
                </a:lnTo>
                <a:lnTo>
                  <a:pt x="1438275" y="314325"/>
                </a:lnTo>
                <a:lnTo>
                  <a:pt x="1447800" y="314325"/>
                </a:lnTo>
                <a:lnTo>
                  <a:pt x="1447800" y="266700"/>
                </a:lnTo>
                <a:lnTo>
                  <a:pt x="1466850" y="266700"/>
                </a:lnTo>
                <a:lnTo>
                  <a:pt x="1466850" y="285750"/>
                </a:lnTo>
                <a:lnTo>
                  <a:pt x="1476375" y="285750"/>
                </a:lnTo>
                <a:lnTo>
                  <a:pt x="1476375" y="295275"/>
                </a:lnTo>
                <a:lnTo>
                  <a:pt x="1485900" y="295275"/>
                </a:lnTo>
                <a:lnTo>
                  <a:pt x="1485900" y="285750"/>
                </a:lnTo>
                <a:lnTo>
                  <a:pt x="1504950" y="285750"/>
                </a:lnTo>
                <a:lnTo>
                  <a:pt x="1504950" y="323850"/>
                </a:lnTo>
                <a:lnTo>
                  <a:pt x="1495425" y="323850"/>
                </a:lnTo>
                <a:lnTo>
                  <a:pt x="1495425" y="333375"/>
                </a:lnTo>
                <a:lnTo>
                  <a:pt x="1485900" y="333375"/>
                </a:lnTo>
                <a:lnTo>
                  <a:pt x="1485900" y="342900"/>
                </a:lnTo>
                <a:lnTo>
                  <a:pt x="1495425" y="342900"/>
                </a:lnTo>
                <a:lnTo>
                  <a:pt x="1495425" y="352425"/>
                </a:lnTo>
                <a:lnTo>
                  <a:pt x="1504950" y="352425"/>
                </a:lnTo>
                <a:lnTo>
                  <a:pt x="1504950" y="371475"/>
                </a:lnTo>
                <a:lnTo>
                  <a:pt x="1524000" y="371475"/>
                </a:lnTo>
                <a:lnTo>
                  <a:pt x="1524000" y="361950"/>
                </a:lnTo>
                <a:lnTo>
                  <a:pt x="1533525" y="361950"/>
                </a:lnTo>
                <a:lnTo>
                  <a:pt x="1533525" y="400050"/>
                </a:lnTo>
                <a:lnTo>
                  <a:pt x="1543050" y="400050"/>
                </a:lnTo>
                <a:lnTo>
                  <a:pt x="1543050" y="428625"/>
                </a:lnTo>
                <a:lnTo>
                  <a:pt x="1533525" y="428625"/>
                </a:lnTo>
                <a:lnTo>
                  <a:pt x="1533525" y="457200"/>
                </a:lnTo>
                <a:lnTo>
                  <a:pt x="1543050" y="457200"/>
                </a:lnTo>
                <a:lnTo>
                  <a:pt x="1543050" y="485775"/>
                </a:lnTo>
                <a:lnTo>
                  <a:pt x="1571625" y="485775"/>
                </a:lnTo>
                <a:lnTo>
                  <a:pt x="1571625" y="495300"/>
                </a:lnTo>
                <a:lnTo>
                  <a:pt x="1581150" y="495300"/>
                </a:lnTo>
                <a:lnTo>
                  <a:pt x="1581150" y="504825"/>
                </a:lnTo>
                <a:lnTo>
                  <a:pt x="1600200" y="504825"/>
                </a:lnTo>
                <a:lnTo>
                  <a:pt x="1600200" y="495300"/>
                </a:lnTo>
                <a:lnTo>
                  <a:pt x="1609725" y="495300"/>
                </a:lnTo>
                <a:lnTo>
                  <a:pt x="1609725" y="504825"/>
                </a:lnTo>
                <a:lnTo>
                  <a:pt x="1619250" y="504825"/>
                </a:lnTo>
                <a:lnTo>
                  <a:pt x="1619250" y="542925"/>
                </a:lnTo>
                <a:lnTo>
                  <a:pt x="1609725" y="542925"/>
                </a:lnTo>
                <a:lnTo>
                  <a:pt x="1609725" y="571500"/>
                </a:lnTo>
                <a:lnTo>
                  <a:pt x="1657350" y="571500"/>
                </a:lnTo>
                <a:lnTo>
                  <a:pt x="1657350" y="609600"/>
                </a:lnTo>
                <a:lnTo>
                  <a:pt x="1647825" y="609600"/>
                </a:lnTo>
                <a:lnTo>
                  <a:pt x="1647825" y="619125"/>
                </a:lnTo>
                <a:lnTo>
                  <a:pt x="1619250" y="619125"/>
                </a:lnTo>
                <a:lnTo>
                  <a:pt x="1619250" y="609600"/>
                </a:lnTo>
                <a:lnTo>
                  <a:pt x="1609725" y="609600"/>
                </a:lnTo>
                <a:lnTo>
                  <a:pt x="1609725" y="619125"/>
                </a:lnTo>
                <a:lnTo>
                  <a:pt x="1619250" y="619125"/>
                </a:lnTo>
                <a:lnTo>
                  <a:pt x="1619250" y="657225"/>
                </a:lnTo>
                <a:lnTo>
                  <a:pt x="1647825" y="657225"/>
                </a:lnTo>
                <a:lnTo>
                  <a:pt x="1647825" y="676275"/>
                </a:lnTo>
                <a:lnTo>
                  <a:pt x="1657350" y="676275"/>
                </a:lnTo>
                <a:lnTo>
                  <a:pt x="1657350" y="704850"/>
                </a:lnTo>
                <a:lnTo>
                  <a:pt x="1638300" y="704850"/>
                </a:lnTo>
                <a:lnTo>
                  <a:pt x="1638300" y="714375"/>
                </a:lnTo>
                <a:lnTo>
                  <a:pt x="1619250" y="714375"/>
                </a:lnTo>
                <a:lnTo>
                  <a:pt x="1619250" y="771525"/>
                </a:lnTo>
                <a:lnTo>
                  <a:pt x="1628775" y="771525"/>
                </a:lnTo>
                <a:lnTo>
                  <a:pt x="1628775" y="752475"/>
                </a:lnTo>
                <a:lnTo>
                  <a:pt x="1638300" y="752475"/>
                </a:lnTo>
                <a:lnTo>
                  <a:pt x="1638300" y="742950"/>
                </a:lnTo>
                <a:lnTo>
                  <a:pt x="1647825" y="742950"/>
                </a:lnTo>
                <a:lnTo>
                  <a:pt x="1647825" y="733425"/>
                </a:lnTo>
                <a:lnTo>
                  <a:pt x="1676400" y="733425"/>
                </a:lnTo>
                <a:lnTo>
                  <a:pt x="1676400" y="723900"/>
                </a:lnTo>
                <a:lnTo>
                  <a:pt x="1695450" y="723900"/>
                </a:lnTo>
                <a:lnTo>
                  <a:pt x="1695450" y="752475"/>
                </a:lnTo>
                <a:lnTo>
                  <a:pt x="1685925" y="752475"/>
                </a:lnTo>
                <a:lnTo>
                  <a:pt x="1685925" y="790575"/>
                </a:lnTo>
                <a:lnTo>
                  <a:pt x="1647825" y="790575"/>
                </a:lnTo>
                <a:lnTo>
                  <a:pt x="1647825" y="857250"/>
                </a:lnTo>
                <a:lnTo>
                  <a:pt x="1657350" y="857250"/>
                </a:lnTo>
                <a:lnTo>
                  <a:pt x="1657350" y="866775"/>
                </a:lnTo>
                <a:lnTo>
                  <a:pt x="1628775" y="866775"/>
                </a:lnTo>
                <a:lnTo>
                  <a:pt x="1628775" y="895350"/>
                </a:lnTo>
                <a:lnTo>
                  <a:pt x="1619250" y="895350"/>
                </a:lnTo>
                <a:lnTo>
                  <a:pt x="1619250" y="904875"/>
                </a:lnTo>
                <a:lnTo>
                  <a:pt x="1628775" y="904875"/>
                </a:lnTo>
                <a:lnTo>
                  <a:pt x="1628775" y="933450"/>
                </a:lnTo>
                <a:lnTo>
                  <a:pt x="1619250" y="933450"/>
                </a:lnTo>
                <a:lnTo>
                  <a:pt x="1619250" y="981075"/>
                </a:lnTo>
                <a:lnTo>
                  <a:pt x="1628775" y="981075"/>
                </a:lnTo>
                <a:lnTo>
                  <a:pt x="1628775" y="990600"/>
                </a:lnTo>
                <a:lnTo>
                  <a:pt x="1619250" y="990600"/>
                </a:lnTo>
                <a:lnTo>
                  <a:pt x="1619250" y="1000125"/>
                </a:lnTo>
                <a:lnTo>
                  <a:pt x="1609725" y="1000125"/>
                </a:lnTo>
                <a:lnTo>
                  <a:pt x="1609725" y="990600"/>
                </a:lnTo>
                <a:lnTo>
                  <a:pt x="1600200" y="990600"/>
                </a:lnTo>
                <a:lnTo>
                  <a:pt x="1600200" y="962025"/>
                </a:lnTo>
                <a:lnTo>
                  <a:pt x="1571625" y="962025"/>
                </a:lnTo>
                <a:lnTo>
                  <a:pt x="1571625" y="971550"/>
                </a:lnTo>
                <a:lnTo>
                  <a:pt x="1581150" y="971550"/>
                </a:lnTo>
                <a:lnTo>
                  <a:pt x="1581150" y="1066800"/>
                </a:lnTo>
                <a:lnTo>
                  <a:pt x="1590675" y="1066800"/>
                </a:lnTo>
                <a:lnTo>
                  <a:pt x="1590675" y="1076325"/>
                </a:lnTo>
                <a:lnTo>
                  <a:pt x="1600200" y="1076325"/>
                </a:lnTo>
                <a:lnTo>
                  <a:pt x="1600200" y="1085850"/>
                </a:lnTo>
                <a:lnTo>
                  <a:pt x="1590675" y="1085850"/>
                </a:lnTo>
                <a:lnTo>
                  <a:pt x="1590675" y="1095375"/>
                </a:lnTo>
                <a:lnTo>
                  <a:pt x="1581150" y="1095375"/>
                </a:lnTo>
                <a:lnTo>
                  <a:pt x="1581150" y="1085850"/>
                </a:lnTo>
                <a:lnTo>
                  <a:pt x="1571625" y="1085850"/>
                </a:lnTo>
                <a:lnTo>
                  <a:pt x="1571625" y="1066800"/>
                </a:lnTo>
                <a:lnTo>
                  <a:pt x="1562100" y="1066800"/>
                </a:lnTo>
                <a:lnTo>
                  <a:pt x="1562100" y="1038225"/>
                </a:lnTo>
                <a:lnTo>
                  <a:pt x="1533525" y="1038225"/>
                </a:lnTo>
                <a:lnTo>
                  <a:pt x="1533525" y="1047750"/>
                </a:lnTo>
                <a:lnTo>
                  <a:pt x="1524000" y="1047750"/>
                </a:lnTo>
                <a:lnTo>
                  <a:pt x="1524000" y="1038225"/>
                </a:lnTo>
                <a:lnTo>
                  <a:pt x="1504950" y="1038225"/>
                </a:lnTo>
                <a:lnTo>
                  <a:pt x="1504950" y="1047750"/>
                </a:lnTo>
                <a:lnTo>
                  <a:pt x="1524000" y="1047750"/>
                </a:lnTo>
                <a:lnTo>
                  <a:pt x="1524000" y="1076325"/>
                </a:lnTo>
                <a:lnTo>
                  <a:pt x="1533525" y="1076325"/>
                </a:lnTo>
                <a:lnTo>
                  <a:pt x="1533525" y="1085850"/>
                </a:lnTo>
                <a:lnTo>
                  <a:pt x="1514475" y="1085850"/>
                </a:lnTo>
                <a:lnTo>
                  <a:pt x="1514475" y="1133475"/>
                </a:lnTo>
                <a:lnTo>
                  <a:pt x="1504950" y="1133475"/>
                </a:lnTo>
                <a:lnTo>
                  <a:pt x="1504950" y="1123950"/>
                </a:lnTo>
                <a:lnTo>
                  <a:pt x="1485900" y="1123950"/>
                </a:lnTo>
                <a:lnTo>
                  <a:pt x="1485900" y="1076325"/>
                </a:lnTo>
                <a:lnTo>
                  <a:pt x="1476375" y="1076325"/>
                </a:lnTo>
                <a:lnTo>
                  <a:pt x="1476375" y="1066800"/>
                </a:lnTo>
                <a:lnTo>
                  <a:pt x="1457325" y="1066800"/>
                </a:lnTo>
                <a:lnTo>
                  <a:pt x="1457325" y="1057275"/>
                </a:lnTo>
                <a:lnTo>
                  <a:pt x="1447800" y="1057275"/>
                </a:lnTo>
                <a:lnTo>
                  <a:pt x="1447800" y="1047750"/>
                </a:lnTo>
                <a:lnTo>
                  <a:pt x="1428750" y="1047750"/>
                </a:lnTo>
                <a:lnTo>
                  <a:pt x="1428750" y="1057275"/>
                </a:lnTo>
                <a:lnTo>
                  <a:pt x="1400175" y="1057275"/>
                </a:lnTo>
                <a:lnTo>
                  <a:pt x="1400175" y="1047750"/>
                </a:lnTo>
                <a:lnTo>
                  <a:pt x="1409700" y="1047750"/>
                </a:lnTo>
                <a:lnTo>
                  <a:pt x="1409700" y="1038225"/>
                </a:lnTo>
                <a:lnTo>
                  <a:pt x="1428750" y="1038225"/>
                </a:lnTo>
                <a:lnTo>
                  <a:pt x="1428750" y="1028700"/>
                </a:lnTo>
                <a:lnTo>
                  <a:pt x="1438275" y="1028700"/>
                </a:lnTo>
                <a:lnTo>
                  <a:pt x="1438275" y="1009650"/>
                </a:lnTo>
                <a:lnTo>
                  <a:pt x="1447800" y="1009650"/>
                </a:lnTo>
                <a:lnTo>
                  <a:pt x="1447800" y="1000125"/>
                </a:lnTo>
                <a:lnTo>
                  <a:pt x="1466850" y="1000125"/>
                </a:lnTo>
                <a:lnTo>
                  <a:pt x="1466850" y="981075"/>
                </a:lnTo>
                <a:lnTo>
                  <a:pt x="1457325" y="981075"/>
                </a:lnTo>
                <a:lnTo>
                  <a:pt x="1457325" y="971550"/>
                </a:lnTo>
                <a:lnTo>
                  <a:pt x="1447800" y="971550"/>
                </a:lnTo>
                <a:lnTo>
                  <a:pt x="1447800" y="962025"/>
                </a:lnTo>
                <a:lnTo>
                  <a:pt x="1457325" y="962025"/>
                </a:lnTo>
                <a:lnTo>
                  <a:pt x="1457325" y="942975"/>
                </a:lnTo>
                <a:lnTo>
                  <a:pt x="1466850" y="942975"/>
                </a:lnTo>
                <a:lnTo>
                  <a:pt x="1466850" y="933450"/>
                </a:lnTo>
                <a:lnTo>
                  <a:pt x="1438275" y="933450"/>
                </a:lnTo>
                <a:lnTo>
                  <a:pt x="1438275" y="952500"/>
                </a:lnTo>
                <a:lnTo>
                  <a:pt x="1428750" y="952500"/>
                </a:lnTo>
                <a:lnTo>
                  <a:pt x="1428750" y="962025"/>
                </a:lnTo>
                <a:lnTo>
                  <a:pt x="1419225" y="962025"/>
                </a:lnTo>
                <a:lnTo>
                  <a:pt x="1419225" y="971550"/>
                </a:lnTo>
                <a:lnTo>
                  <a:pt x="1409700" y="971550"/>
                </a:lnTo>
                <a:lnTo>
                  <a:pt x="1409700" y="952500"/>
                </a:lnTo>
                <a:lnTo>
                  <a:pt x="1381125" y="952500"/>
                </a:lnTo>
                <a:lnTo>
                  <a:pt x="1381125" y="942975"/>
                </a:lnTo>
                <a:lnTo>
                  <a:pt x="1371600" y="942975"/>
                </a:lnTo>
                <a:lnTo>
                  <a:pt x="1371600" y="923925"/>
                </a:lnTo>
                <a:lnTo>
                  <a:pt x="1390650" y="923925"/>
                </a:lnTo>
                <a:lnTo>
                  <a:pt x="1390650" y="914400"/>
                </a:lnTo>
                <a:lnTo>
                  <a:pt x="1381125" y="914400"/>
                </a:lnTo>
                <a:lnTo>
                  <a:pt x="1381125" y="904875"/>
                </a:lnTo>
                <a:lnTo>
                  <a:pt x="1362075" y="904875"/>
                </a:lnTo>
                <a:lnTo>
                  <a:pt x="1362075" y="895350"/>
                </a:lnTo>
                <a:lnTo>
                  <a:pt x="1352550" y="895350"/>
                </a:lnTo>
                <a:lnTo>
                  <a:pt x="1352550" y="857250"/>
                </a:lnTo>
                <a:lnTo>
                  <a:pt x="1362075" y="857250"/>
                </a:lnTo>
                <a:lnTo>
                  <a:pt x="1362075" y="838200"/>
                </a:lnTo>
                <a:lnTo>
                  <a:pt x="1352550" y="838200"/>
                </a:lnTo>
                <a:lnTo>
                  <a:pt x="1352550" y="847725"/>
                </a:lnTo>
                <a:lnTo>
                  <a:pt x="1343025" y="847725"/>
                </a:lnTo>
                <a:lnTo>
                  <a:pt x="1343025" y="838200"/>
                </a:lnTo>
                <a:lnTo>
                  <a:pt x="1314450" y="838200"/>
                </a:lnTo>
                <a:lnTo>
                  <a:pt x="1314450" y="847725"/>
                </a:lnTo>
                <a:lnTo>
                  <a:pt x="1304925" y="847725"/>
                </a:lnTo>
                <a:lnTo>
                  <a:pt x="1304925" y="838200"/>
                </a:lnTo>
                <a:lnTo>
                  <a:pt x="1295400" y="838200"/>
                </a:lnTo>
                <a:lnTo>
                  <a:pt x="1295400" y="819150"/>
                </a:lnTo>
                <a:lnTo>
                  <a:pt x="1276350" y="819150"/>
                </a:lnTo>
                <a:lnTo>
                  <a:pt x="1276350" y="809625"/>
                </a:lnTo>
                <a:lnTo>
                  <a:pt x="1285875" y="809625"/>
                </a:lnTo>
                <a:lnTo>
                  <a:pt x="1285875" y="790575"/>
                </a:lnTo>
                <a:lnTo>
                  <a:pt x="1228725" y="790575"/>
                </a:lnTo>
                <a:lnTo>
                  <a:pt x="1228725" y="771525"/>
                </a:lnTo>
                <a:lnTo>
                  <a:pt x="1190625" y="771525"/>
                </a:lnTo>
                <a:lnTo>
                  <a:pt x="1190625" y="762000"/>
                </a:lnTo>
                <a:lnTo>
                  <a:pt x="1181100" y="762000"/>
                </a:lnTo>
                <a:lnTo>
                  <a:pt x="1181100" y="752475"/>
                </a:lnTo>
                <a:lnTo>
                  <a:pt x="1190625" y="752475"/>
                </a:lnTo>
                <a:lnTo>
                  <a:pt x="1190625" y="742950"/>
                </a:lnTo>
                <a:lnTo>
                  <a:pt x="1200150" y="742950"/>
                </a:lnTo>
                <a:lnTo>
                  <a:pt x="1200150" y="752475"/>
                </a:lnTo>
                <a:lnTo>
                  <a:pt x="1247775" y="752475"/>
                </a:lnTo>
                <a:lnTo>
                  <a:pt x="1247775" y="742950"/>
                </a:lnTo>
                <a:lnTo>
                  <a:pt x="1257300" y="742950"/>
                </a:lnTo>
                <a:lnTo>
                  <a:pt x="1257300" y="733425"/>
                </a:lnTo>
                <a:lnTo>
                  <a:pt x="1247775" y="733425"/>
                </a:lnTo>
                <a:lnTo>
                  <a:pt x="1247775" y="714375"/>
                </a:lnTo>
                <a:lnTo>
                  <a:pt x="1257300" y="714375"/>
                </a:lnTo>
                <a:lnTo>
                  <a:pt x="1257300" y="676275"/>
                </a:lnTo>
                <a:lnTo>
                  <a:pt x="1238250" y="676275"/>
                </a:lnTo>
                <a:lnTo>
                  <a:pt x="1238250" y="685800"/>
                </a:lnTo>
                <a:lnTo>
                  <a:pt x="1228725" y="685800"/>
                </a:lnTo>
                <a:lnTo>
                  <a:pt x="1228725" y="695325"/>
                </a:lnTo>
                <a:lnTo>
                  <a:pt x="1219200" y="695325"/>
                </a:lnTo>
                <a:lnTo>
                  <a:pt x="1219200" y="657225"/>
                </a:lnTo>
                <a:lnTo>
                  <a:pt x="1247775" y="657225"/>
                </a:lnTo>
                <a:lnTo>
                  <a:pt x="1247775" y="647700"/>
                </a:lnTo>
                <a:lnTo>
                  <a:pt x="1257300" y="647700"/>
                </a:lnTo>
                <a:lnTo>
                  <a:pt x="1257300" y="638175"/>
                </a:lnTo>
                <a:lnTo>
                  <a:pt x="1266825" y="638175"/>
                </a:lnTo>
                <a:lnTo>
                  <a:pt x="1266825" y="647700"/>
                </a:lnTo>
                <a:lnTo>
                  <a:pt x="1285875" y="647700"/>
                </a:lnTo>
                <a:lnTo>
                  <a:pt x="1285875" y="666750"/>
                </a:lnTo>
                <a:lnTo>
                  <a:pt x="1295400" y="666750"/>
                </a:lnTo>
                <a:lnTo>
                  <a:pt x="1295400" y="657225"/>
                </a:lnTo>
                <a:lnTo>
                  <a:pt x="1314450" y="657225"/>
                </a:lnTo>
                <a:lnTo>
                  <a:pt x="1314450" y="666750"/>
                </a:lnTo>
                <a:lnTo>
                  <a:pt x="1323975" y="666750"/>
                </a:lnTo>
                <a:lnTo>
                  <a:pt x="1323975" y="676275"/>
                </a:lnTo>
                <a:lnTo>
                  <a:pt x="1333500" y="676275"/>
                </a:lnTo>
                <a:lnTo>
                  <a:pt x="1333500" y="666750"/>
                </a:lnTo>
                <a:lnTo>
                  <a:pt x="1343025" y="666750"/>
                </a:lnTo>
                <a:lnTo>
                  <a:pt x="1343025" y="657225"/>
                </a:lnTo>
                <a:lnTo>
                  <a:pt x="1323975" y="657225"/>
                </a:lnTo>
                <a:lnTo>
                  <a:pt x="1323975" y="647700"/>
                </a:lnTo>
                <a:lnTo>
                  <a:pt x="1295400" y="647700"/>
                </a:lnTo>
                <a:lnTo>
                  <a:pt x="1295400" y="638175"/>
                </a:lnTo>
                <a:lnTo>
                  <a:pt x="1333500" y="638175"/>
                </a:lnTo>
                <a:lnTo>
                  <a:pt x="1333500" y="628650"/>
                </a:lnTo>
                <a:lnTo>
                  <a:pt x="1343025" y="628650"/>
                </a:lnTo>
                <a:lnTo>
                  <a:pt x="1343025" y="600075"/>
                </a:lnTo>
                <a:lnTo>
                  <a:pt x="1333500" y="600075"/>
                </a:lnTo>
                <a:lnTo>
                  <a:pt x="1333500" y="590550"/>
                </a:lnTo>
                <a:lnTo>
                  <a:pt x="1323975" y="590550"/>
                </a:lnTo>
                <a:lnTo>
                  <a:pt x="1323975" y="571500"/>
                </a:lnTo>
                <a:lnTo>
                  <a:pt x="1333500" y="571500"/>
                </a:lnTo>
                <a:lnTo>
                  <a:pt x="1333500" y="514350"/>
                </a:lnTo>
                <a:lnTo>
                  <a:pt x="1343025" y="514350"/>
                </a:lnTo>
                <a:lnTo>
                  <a:pt x="1343025" y="485775"/>
                </a:lnTo>
                <a:lnTo>
                  <a:pt x="1314450" y="485775"/>
                </a:lnTo>
                <a:lnTo>
                  <a:pt x="1314450" y="552450"/>
                </a:lnTo>
                <a:lnTo>
                  <a:pt x="1304925" y="552450"/>
                </a:lnTo>
                <a:lnTo>
                  <a:pt x="1304925" y="561975"/>
                </a:lnTo>
                <a:lnTo>
                  <a:pt x="1295400" y="561975"/>
                </a:lnTo>
                <a:lnTo>
                  <a:pt x="1295400" y="485775"/>
                </a:lnTo>
                <a:lnTo>
                  <a:pt x="1276350" y="485775"/>
                </a:lnTo>
                <a:lnTo>
                  <a:pt x="1276350" y="476250"/>
                </a:lnTo>
                <a:lnTo>
                  <a:pt x="1266825" y="476250"/>
                </a:lnTo>
                <a:lnTo>
                  <a:pt x="1266825" y="466725"/>
                </a:lnTo>
                <a:lnTo>
                  <a:pt x="1285875" y="466725"/>
                </a:lnTo>
                <a:lnTo>
                  <a:pt x="1285875" y="457200"/>
                </a:lnTo>
                <a:lnTo>
                  <a:pt x="1304925" y="457200"/>
                </a:lnTo>
                <a:lnTo>
                  <a:pt x="1304925" y="447675"/>
                </a:lnTo>
                <a:lnTo>
                  <a:pt x="1323975" y="447675"/>
                </a:lnTo>
                <a:lnTo>
                  <a:pt x="1323975" y="438150"/>
                </a:lnTo>
                <a:lnTo>
                  <a:pt x="1314450" y="438150"/>
                </a:lnTo>
                <a:lnTo>
                  <a:pt x="1314450" y="428625"/>
                </a:lnTo>
                <a:lnTo>
                  <a:pt x="1295400" y="428625"/>
                </a:lnTo>
                <a:lnTo>
                  <a:pt x="1295400" y="438150"/>
                </a:lnTo>
                <a:lnTo>
                  <a:pt x="1276350" y="438150"/>
                </a:lnTo>
                <a:lnTo>
                  <a:pt x="1276350" y="447675"/>
                </a:lnTo>
                <a:lnTo>
                  <a:pt x="1266825" y="447675"/>
                </a:lnTo>
                <a:lnTo>
                  <a:pt x="1266825" y="457200"/>
                </a:lnTo>
                <a:lnTo>
                  <a:pt x="1257300" y="457200"/>
                </a:lnTo>
                <a:lnTo>
                  <a:pt x="1257300" y="466725"/>
                </a:lnTo>
                <a:lnTo>
                  <a:pt x="1238250" y="466725"/>
                </a:lnTo>
                <a:lnTo>
                  <a:pt x="1238250" y="447675"/>
                </a:lnTo>
                <a:lnTo>
                  <a:pt x="1257300" y="447675"/>
                </a:lnTo>
                <a:lnTo>
                  <a:pt x="1257300" y="438150"/>
                </a:lnTo>
                <a:lnTo>
                  <a:pt x="1266825" y="438150"/>
                </a:lnTo>
                <a:lnTo>
                  <a:pt x="1266825" y="400050"/>
                </a:lnTo>
                <a:lnTo>
                  <a:pt x="1238250" y="400050"/>
                </a:lnTo>
                <a:lnTo>
                  <a:pt x="1238250" y="409575"/>
                </a:lnTo>
                <a:lnTo>
                  <a:pt x="1228725" y="409575"/>
                </a:lnTo>
                <a:lnTo>
                  <a:pt x="1228725" y="419100"/>
                </a:lnTo>
                <a:lnTo>
                  <a:pt x="1219200" y="419100"/>
                </a:lnTo>
                <a:lnTo>
                  <a:pt x="1219200" y="371475"/>
                </a:lnTo>
                <a:lnTo>
                  <a:pt x="1228725" y="371475"/>
                </a:lnTo>
                <a:lnTo>
                  <a:pt x="1228725" y="361950"/>
                </a:lnTo>
                <a:lnTo>
                  <a:pt x="1238250" y="361950"/>
                </a:lnTo>
                <a:lnTo>
                  <a:pt x="1238250" y="352425"/>
                </a:lnTo>
                <a:lnTo>
                  <a:pt x="1228725" y="352425"/>
                </a:lnTo>
                <a:lnTo>
                  <a:pt x="1228725" y="342900"/>
                </a:lnTo>
                <a:lnTo>
                  <a:pt x="1219200" y="342900"/>
                </a:lnTo>
                <a:lnTo>
                  <a:pt x="1219200" y="314325"/>
                </a:lnTo>
                <a:lnTo>
                  <a:pt x="1200150" y="314325"/>
                </a:lnTo>
                <a:lnTo>
                  <a:pt x="1200150" y="295275"/>
                </a:lnTo>
                <a:lnTo>
                  <a:pt x="1209675" y="295275"/>
                </a:lnTo>
                <a:lnTo>
                  <a:pt x="1209675" y="304800"/>
                </a:lnTo>
                <a:lnTo>
                  <a:pt x="1219200" y="304800"/>
                </a:lnTo>
                <a:lnTo>
                  <a:pt x="1219200" y="314325"/>
                </a:lnTo>
                <a:lnTo>
                  <a:pt x="1228725" y="314325"/>
                </a:lnTo>
                <a:lnTo>
                  <a:pt x="1228725" y="304800"/>
                </a:lnTo>
                <a:lnTo>
                  <a:pt x="1238250" y="304800"/>
                </a:lnTo>
                <a:lnTo>
                  <a:pt x="1238250" y="314325"/>
                </a:lnTo>
                <a:lnTo>
                  <a:pt x="1247775" y="314325"/>
                </a:lnTo>
                <a:lnTo>
                  <a:pt x="1247775" y="304800"/>
                </a:lnTo>
                <a:lnTo>
                  <a:pt x="1257300" y="304800"/>
                </a:lnTo>
                <a:lnTo>
                  <a:pt x="1257300" y="314325"/>
                </a:lnTo>
                <a:lnTo>
                  <a:pt x="1266825" y="314325"/>
                </a:lnTo>
                <a:lnTo>
                  <a:pt x="1266825" y="295275"/>
                </a:lnTo>
                <a:lnTo>
                  <a:pt x="1257300" y="295275"/>
                </a:lnTo>
                <a:lnTo>
                  <a:pt x="1257300" y="257175"/>
                </a:lnTo>
                <a:lnTo>
                  <a:pt x="1238250" y="257175"/>
                </a:lnTo>
                <a:lnTo>
                  <a:pt x="1238250" y="266700"/>
                </a:lnTo>
                <a:lnTo>
                  <a:pt x="1228725" y="266700"/>
                </a:lnTo>
                <a:lnTo>
                  <a:pt x="1228725" y="276225"/>
                </a:lnTo>
                <a:lnTo>
                  <a:pt x="1200150" y="276225"/>
                </a:lnTo>
                <a:lnTo>
                  <a:pt x="1200150" y="266700"/>
                </a:lnTo>
                <a:lnTo>
                  <a:pt x="1190625" y="266700"/>
                </a:lnTo>
                <a:lnTo>
                  <a:pt x="1190625" y="257175"/>
                </a:lnTo>
                <a:lnTo>
                  <a:pt x="1200150" y="257175"/>
                </a:lnTo>
                <a:lnTo>
                  <a:pt x="1200150" y="238125"/>
                </a:lnTo>
                <a:lnTo>
                  <a:pt x="1162050" y="238125"/>
                </a:lnTo>
                <a:lnTo>
                  <a:pt x="1162050" y="257175"/>
                </a:lnTo>
                <a:lnTo>
                  <a:pt x="1152525" y="257175"/>
                </a:lnTo>
                <a:lnTo>
                  <a:pt x="1152525" y="219075"/>
                </a:lnTo>
                <a:lnTo>
                  <a:pt x="1181100" y="219075"/>
                </a:lnTo>
                <a:lnTo>
                  <a:pt x="1181100" y="228600"/>
                </a:lnTo>
                <a:lnTo>
                  <a:pt x="1200150" y="228600"/>
                </a:lnTo>
                <a:lnTo>
                  <a:pt x="1200150" y="238125"/>
                </a:lnTo>
                <a:lnTo>
                  <a:pt x="1209675" y="238125"/>
                </a:lnTo>
                <a:lnTo>
                  <a:pt x="1209675" y="247650"/>
                </a:lnTo>
                <a:lnTo>
                  <a:pt x="1228725" y="247650"/>
                </a:lnTo>
                <a:lnTo>
                  <a:pt x="1228725" y="209550"/>
                </a:lnTo>
                <a:lnTo>
                  <a:pt x="1238250" y="209550"/>
                </a:lnTo>
                <a:lnTo>
                  <a:pt x="1238250" y="219075"/>
                </a:lnTo>
                <a:lnTo>
                  <a:pt x="1247775" y="219075"/>
                </a:lnTo>
                <a:lnTo>
                  <a:pt x="1247775" y="228600"/>
                </a:lnTo>
                <a:lnTo>
                  <a:pt x="1266825" y="228600"/>
                </a:lnTo>
                <a:lnTo>
                  <a:pt x="1266825" y="190500"/>
                </a:lnTo>
                <a:lnTo>
                  <a:pt x="1276350" y="190500"/>
                </a:lnTo>
                <a:close/>
                <a:moveTo>
                  <a:pt x="1219200" y="190500"/>
                </a:moveTo>
                <a:lnTo>
                  <a:pt x="1238250" y="190500"/>
                </a:lnTo>
                <a:lnTo>
                  <a:pt x="1238250" y="200025"/>
                </a:lnTo>
                <a:lnTo>
                  <a:pt x="1219200" y="200025"/>
                </a:lnTo>
                <a:close/>
                <a:moveTo>
                  <a:pt x="1181100" y="200025"/>
                </a:moveTo>
                <a:lnTo>
                  <a:pt x="1190625" y="200025"/>
                </a:lnTo>
                <a:lnTo>
                  <a:pt x="1190625" y="209550"/>
                </a:lnTo>
                <a:lnTo>
                  <a:pt x="1181100" y="209550"/>
                </a:lnTo>
                <a:close/>
                <a:moveTo>
                  <a:pt x="1524000" y="200025"/>
                </a:moveTo>
                <a:lnTo>
                  <a:pt x="1533525" y="200025"/>
                </a:lnTo>
                <a:lnTo>
                  <a:pt x="1533525" y="219075"/>
                </a:lnTo>
                <a:lnTo>
                  <a:pt x="1524000" y="219075"/>
                </a:lnTo>
                <a:close/>
                <a:moveTo>
                  <a:pt x="1276350" y="209550"/>
                </a:moveTo>
                <a:lnTo>
                  <a:pt x="1295400" y="209550"/>
                </a:lnTo>
                <a:lnTo>
                  <a:pt x="1295400" y="200025"/>
                </a:lnTo>
                <a:lnTo>
                  <a:pt x="1276350" y="200025"/>
                </a:lnTo>
                <a:close/>
                <a:moveTo>
                  <a:pt x="1257300" y="257175"/>
                </a:moveTo>
                <a:lnTo>
                  <a:pt x="1266825" y="257175"/>
                </a:lnTo>
                <a:lnTo>
                  <a:pt x="1266825" y="247650"/>
                </a:lnTo>
                <a:lnTo>
                  <a:pt x="1257300" y="247650"/>
                </a:lnTo>
                <a:close/>
                <a:moveTo>
                  <a:pt x="1352550" y="285750"/>
                </a:moveTo>
                <a:lnTo>
                  <a:pt x="1371600" y="285750"/>
                </a:lnTo>
                <a:lnTo>
                  <a:pt x="1371600" y="266700"/>
                </a:lnTo>
                <a:lnTo>
                  <a:pt x="1352550" y="266700"/>
                </a:lnTo>
                <a:close/>
                <a:moveTo>
                  <a:pt x="1276350" y="304800"/>
                </a:moveTo>
                <a:lnTo>
                  <a:pt x="1295400" y="304800"/>
                </a:lnTo>
                <a:lnTo>
                  <a:pt x="1295400" y="285750"/>
                </a:lnTo>
                <a:lnTo>
                  <a:pt x="1276350" y="285750"/>
                </a:lnTo>
                <a:close/>
                <a:moveTo>
                  <a:pt x="1524000" y="304800"/>
                </a:moveTo>
                <a:lnTo>
                  <a:pt x="1543050" y="304800"/>
                </a:lnTo>
                <a:lnTo>
                  <a:pt x="1543050" y="314325"/>
                </a:lnTo>
                <a:lnTo>
                  <a:pt x="1524000" y="314325"/>
                </a:lnTo>
                <a:close/>
                <a:moveTo>
                  <a:pt x="1390650" y="314325"/>
                </a:moveTo>
                <a:lnTo>
                  <a:pt x="1400175" y="314325"/>
                </a:lnTo>
                <a:lnTo>
                  <a:pt x="1400175" y="295275"/>
                </a:lnTo>
                <a:lnTo>
                  <a:pt x="1390650" y="295275"/>
                </a:lnTo>
                <a:close/>
                <a:moveTo>
                  <a:pt x="1543050" y="314325"/>
                </a:moveTo>
                <a:lnTo>
                  <a:pt x="1552575" y="314325"/>
                </a:lnTo>
                <a:lnTo>
                  <a:pt x="1552575" y="333375"/>
                </a:lnTo>
                <a:lnTo>
                  <a:pt x="1543050" y="333375"/>
                </a:lnTo>
                <a:lnTo>
                  <a:pt x="1543050" y="352425"/>
                </a:lnTo>
                <a:lnTo>
                  <a:pt x="1524000" y="352425"/>
                </a:lnTo>
                <a:lnTo>
                  <a:pt x="1524000" y="333375"/>
                </a:lnTo>
                <a:lnTo>
                  <a:pt x="1514475" y="333375"/>
                </a:lnTo>
                <a:lnTo>
                  <a:pt x="1514475" y="323850"/>
                </a:lnTo>
                <a:lnTo>
                  <a:pt x="1543050" y="323850"/>
                </a:lnTo>
                <a:close/>
                <a:moveTo>
                  <a:pt x="1285875" y="323850"/>
                </a:moveTo>
                <a:lnTo>
                  <a:pt x="1304925" y="323850"/>
                </a:lnTo>
                <a:lnTo>
                  <a:pt x="1304925" y="314325"/>
                </a:lnTo>
                <a:lnTo>
                  <a:pt x="1276350" y="314325"/>
                </a:lnTo>
                <a:lnTo>
                  <a:pt x="1276350" y="323850"/>
                </a:lnTo>
                <a:lnTo>
                  <a:pt x="1257300" y="323850"/>
                </a:lnTo>
                <a:lnTo>
                  <a:pt x="1257300" y="333375"/>
                </a:lnTo>
                <a:lnTo>
                  <a:pt x="1285875" y="333375"/>
                </a:lnTo>
                <a:close/>
                <a:moveTo>
                  <a:pt x="1371600" y="361950"/>
                </a:moveTo>
                <a:lnTo>
                  <a:pt x="1381125" y="361950"/>
                </a:lnTo>
                <a:lnTo>
                  <a:pt x="1381125" y="371475"/>
                </a:lnTo>
                <a:lnTo>
                  <a:pt x="1390650" y="371475"/>
                </a:lnTo>
                <a:lnTo>
                  <a:pt x="1390650" y="352425"/>
                </a:lnTo>
                <a:lnTo>
                  <a:pt x="1343025" y="352425"/>
                </a:lnTo>
                <a:lnTo>
                  <a:pt x="1343025" y="371475"/>
                </a:lnTo>
                <a:lnTo>
                  <a:pt x="1333500" y="371475"/>
                </a:lnTo>
                <a:lnTo>
                  <a:pt x="1333500" y="381000"/>
                </a:lnTo>
                <a:lnTo>
                  <a:pt x="1371600" y="381000"/>
                </a:lnTo>
                <a:close/>
                <a:moveTo>
                  <a:pt x="1447800" y="361950"/>
                </a:moveTo>
                <a:lnTo>
                  <a:pt x="1466850" y="361950"/>
                </a:lnTo>
                <a:lnTo>
                  <a:pt x="1466850" y="342900"/>
                </a:lnTo>
                <a:lnTo>
                  <a:pt x="1447800" y="342900"/>
                </a:lnTo>
                <a:close/>
                <a:moveTo>
                  <a:pt x="1171575" y="381000"/>
                </a:moveTo>
                <a:lnTo>
                  <a:pt x="1181100" y="381000"/>
                </a:lnTo>
                <a:lnTo>
                  <a:pt x="1181100" y="390525"/>
                </a:lnTo>
                <a:lnTo>
                  <a:pt x="1171575" y="390525"/>
                </a:lnTo>
                <a:close/>
                <a:moveTo>
                  <a:pt x="809625" y="409575"/>
                </a:moveTo>
                <a:lnTo>
                  <a:pt x="819150" y="409575"/>
                </a:lnTo>
                <a:lnTo>
                  <a:pt x="819150" y="438150"/>
                </a:lnTo>
                <a:lnTo>
                  <a:pt x="809625" y="438150"/>
                </a:lnTo>
                <a:close/>
                <a:moveTo>
                  <a:pt x="1371600" y="419100"/>
                </a:moveTo>
                <a:lnTo>
                  <a:pt x="1381125" y="419100"/>
                </a:lnTo>
                <a:lnTo>
                  <a:pt x="1381125" y="400050"/>
                </a:lnTo>
                <a:lnTo>
                  <a:pt x="1371600" y="400050"/>
                </a:lnTo>
                <a:close/>
                <a:moveTo>
                  <a:pt x="381000" y="457200"/>
                </a:moveTo>
                <a:lnTo>
                  <a:pt x="390525" y="457200"/>
                </a:lnTo>
                <a:lnTo>
                  <a:pt x="390525" y="485775"/>
                </a:lnTo>
                <a:lnTo>
                  <a:pt x="381000" y="485775"/>
                </a:lnTo>
                <a:close/>
                <a:moveTo>
                  <a:pt x="428625" y="457200"/>
                </a:moveTo>
                <a:lnTo>
                  <a:pt x="438150" y="457200"/>
                </a:lnTo>
                <a:lnTo>
                  <a:pt x="438150" y="466725"/>
                </a:lnTo>
                <a:lnTo>
                  <a:pt x="428625" y="466725"/>
                </a:lnTo>
                <a:close/>
                <a:moveTo>
                  <a:pt x="1428750" y="457200"/>
                </a:moveTo>
                <a:lnTo>
                  <a:pt x="1438275" y="457200"/>
                </a:lnTo>
                <a:lnTo>
                  <a:pt x="1438275" y="447675"/>
                </a:lnTo>
                <a:lnTo>
                  <a:pt x="1419225" y="447675"/>
                </a:lnTo>
                <a:lnTo>
                  <a:pt x="1419225" y="466725"/>
                </a:lnTo>
                <a:lnTo>
                  <a:pt x="1409700" y="466725"/>
                </a:lnTo>
                <a:lnTo>
                  <a:pt x="1409700" y="476250"/>
                </a:lnTo>
                <a:lnTo>
                  <a:pt x="1438275" y="476250"/>
                </a:lnTo>
                <a:lnTo>
                  <a:pt x="1438275" y="466725"/>
                </a:lnTo>
                <a:lnTo>
                  <a:pt x="1428750" y="466725"/>
                </a:lnTo>
                <a:close/>
                <a:moveTo>
                  <a:pt x="561975" y="466725"/>
                </a:moveTo>
                <a:lnTo>
                  <a:pt x="581025" y="466725"/>
                </a:lnTo>
                <a:lnTo>
                  <a:pt x="581025" y="514350"/>
                </a:lnTo>
                <a:lnTo>
                  <a:pt x="571500" y="514350"/>
                </a:lnTo>
                <a:lnTo>
                  <a:pt x="571500" y="504825"/>
                </a:lnTo>
                <a:lnTo>
                  <a:pt x="561975" y="504825"/>
                </a:lnTo>
                <a:lnTo>
                  <a:pt x="561975" y="485775"/>
                </a:lnTo>
                <a:lnTo>
                  <a:pt x="571500" y="485775"/>
                </a:lnTo>
                <a:lnTo>
                  <a:pt x="571500" y="476250"/>
                </a:lnTo>
                <a:lnTo>
                  <a:pt x="561975" y="476250"/>
                </a:lnTo>
                <a:close/>
                <a:moveTo>
                  <a:pt x="771525" y="466725"/>
                </a:moveTo>
                <a:lnTo>
                  <a:pt x="790575" y="466725"/>
                </a:lnTo>
                <a:lnTo>
                  <a:pt x="790575" y="476250"/>
                </a:lnTo>
                <a:lnTo>
                  <a:pt x="771525" y="476250"/>
                </a:lnTo>
                <a:close/>
                <a:moveTo>
                  <a:pt x="323850" y="476250"/>
                </a:moveTo>
                <a:lnTo>
                  <a:pt x="342900" y="476250"/>
                </a:lnTo>
                <a:lnTo>
                  <a:pt x="342900" y="485775"/>
                </a:lnTo>
                <a:lnTo>
                  <a:pt x="352425" y="485775"/>
                </a:lnTo>
                <a:lnTo>
                  <a:pt x="352425" y="495300"/>
                </a:lnTo>
                <a:lnTo>
                  <a:pt x="333375" y="495300"/>
                </a:lnTo>
                <a:lnTo>
                  <a:pt x="333375" y="504825"/>
                </a:lnTo>
                <a:lnTo>
                  <a:pt x="314325" y="504825"/>
                </a:lnTo>
                <a:lnTo>
                  <a:pt x="314325" y="514350"/>
                </a:lnTo>
                <a:lnTo>
                  <a:pt x="304800" y="514350"/>
                </a:lnTo>
                <a:lnTo>
                  <a:pt x="304800" y="523875"/>
                </a:lnTo>
                <a:lnTo>
                  <a:pt x="266700" y="523875"/>
                </a:lnTo>
                <a:lnTo>
                  <a:pt x="266700" y="504825"/>
                </a:lnTo>
                <a:lnTo>
                  <a:pt x="276225" y="504825"/>
                </a:lnTo>
                <a:lnTo>
                  <a:pt x="276225" y="495300"/>
                </a:lnTo>
                <a:lnTo>
                  <a:pt x="304800" y="495300"/>
                </a:lnTo>
                <a:lnTo>
                  <a:pt x="304800" y="485775"/>
                </a:lnTo>
                <a:lnTo>
                  <a:pt x="323850" y="485775"/>
                </a:lnTo>
                <a:close/>
                <a:moveTo>
                  <a:pt x="390525" y="495300"/>
                </a:moveTo>
                <a:lnTo>
                  <a:pt x="400050" y="495300"/>
                </a:lnTo>
                <a:lnTo>
                  <a:pt x="400050" y="514350"/>
                </a:lnTo>
                <a:lnTo>
                  <a:pt x="381000" y="514350"/>
                </a:lnTo>
                <a:lnTo>
                  <a:pt x="381000" y="504825"/>
                </a:lnTo>
                <a:lnTo>
                  <a:pt x="390525" y="504825"/>
                </a:lnTo>
                <a:close/>
                <a:moveTo>
                  <a:pt x="1447800" y="495300"/>
                </a:moveTo>
                <a:lnTo>
                  <a:pt x="1476375" y="495300"/>
                </a:lnTo>
                <a:lnTo>
                  <a:pt x="1476375" y="476250"/>
                </a:lnTo>
                <a:lnTo>
                  <a:pt x="1466850" y="476250"/>
                </a:lnTo>
                <a:lnTo>
                  <a:pt x="1466850" y="485775"/>
                </a:lnTo>
                <a:lnTo>
                  <a:pt x="1447800" y="485775"/>
                </a:lnTo>
                <a:close/>
                <a:moveTo>
                  <a:pt x="542925" y="504825"/>
                </a:moveTo>
                <a:lnTo>
                  <a:pt x="561975" y="504825"/>
                </a:lnTo>
                <a:lnTo>
                  <a:pt x="561975" y="514350"/>
                </a:lnTo>
                <a:lnTo>
                  <a:pt x="552450" y="514350"/>
                </a:lnTo>
                <a:lnTo>
                  <a:pt x="552450" y="533400"/>
                </a:lnTo>
                <a:lnTo>
                  <a:pt x="542925" y="533400"/>
                </a:lnTo>
                <a:close/>
                <a:moveTo>
                  <a:pt x="419100" y="514350"/>
                </a:moveTo>
                <a:lnTo>
                  <a:pt x="438150" y="514350"/>
                </a:lnTo>
                <a:lnTo>
                  <a:pt x="438150" y="523875"/>
                </a:lnTo>
                <a:lnTo>
                  <a:pt x="447675" y="523875"/>
                </a:lnTo>
                <a:lnTo>
                  <a:pt x="447675" y="533400"/>
                </a:lnTo>
                <a:lnTo>
                  <a:pt x="438150" y="533400"/>
                </a:lnTo>
                <a:lnTo>
                  <a:pt x="438150" y="542925"/>
                </a:lnTo>
                <a:lnTo>
                  <a:pt x="419100" y="542925"/>
                </a:lnTo>
                <a:lnTo>
                  <a:pt x="419100" y="533400"/>
                </a:lnTo>
                <a:lnTo>
                  <a:pt x="428625" y="533400"/>
                </a:lnTo>
                <a:lnTo>
                  <a:pt x="428625" y="523875"/>
                </a:lnTo>
                <a:lnTo>
                  <a:pt x="419100" y="523875"/>
                </a:lnTo>
                <a:close/>
                <a:moveTo>
                  <a:pt x="504825" y="514350"/>
                </a:moveTo>
                <a:lnTo>
                  <a:pt x="514350" y="514350"/>
                </a:lnTo>
                <a:lnTo>
                  <a:pt x="514350" y="523875"/>
                </a:lnTo>
                <a:lnTo>
                  <a:pt x="504825" y="523875"/>
                </a:lnTo>
                <a:close/>
                <a:moveTo>
                  <a:pt x="361950" y="523875"/>
                </a:moveTo>
                <a:lnTo>
                  <a:pt x="371475" y="523875"/>
                </a:lnTo>
                <a:lnTo>
                  <a:pt x="371475" y="581025"/>
                </a:lnTo>
                <a:lnTo>
                  <a:pt x="361950" y="581025"/>
                </a:lnTo>
                <a:lnTo>
                  <a:pt x="361950" y="590550"/>
                </a:lnTo>
                <a:lnTo>
                  <a:pt x="371475" y="590550"/>
                </a:lnTo>
                <a:lnTo>
                  <a:pt x="371475" y="600075"/>
                </a:lnTo>
                <a:lnTo>
                  <a:pt x="381000" y="600075"/>
                </a:lnTo>
                <a:lnTo>
                  <a:pt x="381000" y="609600"/>
                </a:lnTo>
                <a:lnTo>
                  <a:pt x="371475" y="609600"/>
                </a:lnTo>
                <a:lnTo>
                  <a:pt x="371475" y="619125"/>
                </a:lnTo>
                <a:lnTo>
                  <a:pt x="361950" y="619125"/>
                </a:lnTo>
                <a:lnTo>
                  <a:pt x="361950" y="628650"/>
                </a:lnTo>
                <a:lnTo>
                  <a:pt x="342900" y="628650"/>
                </a:lnTo>
                <a:lnTo>
                  <a:pt x="342900" y="619125"/>
                </a:lnTo>
                <a:lnTo>
                  <a:pt x="333375" y="619125"/>
                </a:lnTo>
                <a:lnTo>
                  <a:pt x="333375" y="609600"/>
                </a:lnTo>
                <a:lnTo>
                  <a:pt x="342900" y="609600"/>
                </a:lnTo>
                <a:lnTo>
                  <a:pt x="342900" y="590550"/>
                </a:lnTo>
                <a:lnTo>
                  <a:pt x="352425" y="590550"/>
                </a:lnTo>
                <a:lnTo>
                  <a:pt x="352425" y="571500"/>
                </a:lnTo>
                <a:lnTo>
                  <a:pt x="361950" y="571500"/>
                </a:lnTo>
                <a:lnTo>
                  <a:pt x="361950" y="542925"/>
                </a:lnTo>
                <a:lnTo>
                  <a:pt x="352425" y="542925"/>
                </a:lnTo>
                <a:lnTo>
                  <a:pt x="352425" y="533400"/>
                </a:lnTo>
                <a:lnTo>
                  <a:pt x="361950" y="533400"/>
                </a:lnTo>
                <a:close/>
                <a:moveTo>
                  <a:pt x="381000" y="523875"/>
                </a:moveTo>
                <a:lnTo>
                  <a:pt x="390525" y="523875"/>
                </a:lnTo>
                <a:lnTo>
                  <a:pt x="390525" y="533400"/>
                </a:lnTo>
                <a:lnTo>
                  <a:pt x="381000" y="533400"/>
                </a:lnTo>
                <a:close/>
                <a:moveTo>
                  <a:pt x="1219200" y="523875"/>
                </a:moveTo>
                <a:lnTo>
                  <a:pt x="1228725" y="523875"/>
                </a:lnTo>
                <a:lnTo>
                  <a:pt x="1228725" y="533400"/>
                </a:lnTo>
                <a:lnTo>
                  <a:pt x="1219200" y="533400"/>
                </a:lnTo>
                <a:close/>
                <a:moveTo>
                  <a:pt x="1362075" y="523875"/>
                </a:moveTo>
                <a:lnTo>
                  <a:pt x="1409700" y="523875"/>
                </a:lnTo>
                <a:lnTo>
                  <a:pt x="1409700" y="514350"/>
                </a:lnTo>
                <a:lnTo>
                  <a:pt x="1400175" y="514350"/>
                </a:lnTo>
                <a:lnTo>
                  <a:pt x="1400175" y="504825"/>
                </a:lnTo>
                <a:lnTo>
                  <a:pt x="1362075" y="504825"/>
                </a:lnTo>
                <a:close/>
                <a:moveTo>
                  <a:pt x="495300" y="533400"/>
                </a:moveTo>
                <a:lnTo>
                  <a:pt x="514350" y="533400"/>
                </a:lnTo>
                <a:lnTo>
                  <a:pt x="514350" y="542925"/>
                </a:lnTo>
                <a:lnTo>
                  <a:pt x="495300" y="542925"/>
                </a:lnTo>
                <a:close/>
                <a:moveTo>
                  <a:pt x="1209675" y="533400"/>
                </a:moveTo>
                <a:lnTo>
                  <a:pt x="1219200" y="533400"/>
                </a:lnTo>
                <a:lnTo>
                  <a:pt x="1219200" y="542925"/>
                </a:lnTo>
                <a:lnTo>
                  <a:pt x="1209675" y="542925"/>
                </a:lnTo>
                <a:close/>
                <a:moveTo>
                  <a:pt x="1228725" y="533400"/>
                </a:moveTo>
                <a:lnTo>
                  <a:pt x="1238250" y="533400"/>
                </a:lnTo>
                <a:lnTo>
                  <a:pt x="1238250" y="542925"/>
                </a:lnTo>
                <a:lnTo>
                  <a:pt x="1228725" y="542925"/>
                </a:lnTo>
                <a:close/>
                <a:moveTo>
                  <a:pt x="1419225" y="533400"/>
                </a:moveTo>
                <a:lnTo>
                  <a:pt x="1447800" y="533400"/>
                </a:lnTo>
                <a:lnTo>
                  <a:pt x="1447800" y="523875"/>
                </a:lnTo>
                <a:lnTo>
                  <a:pt x="1428750" y="523875"/>
                </a:lnTo>
                <a:lnTo>
                  <a:pt x="1428750" y="514350"/>
                </a:lnTo>
                <a:lnTo>
                  <a:pt x="1419225" y="514350"/>
                </a:lnTo>
                <a:close/>
                <a:moveTo>
                  <a:pt x="400050" y="542925"/>
                </a:moveTo>
                <a:lnTo>
                  <a:pt x="409575" y="542925"/>
                </a:lnTo>
                <a:lnTo>
                  <a:pt x="409575" y="571500"/>
                </a:lnTo>
                <a:lnTo>
                  <a:pt x="390525" y="571500"/>
                </a:lnTo>
                <a:lnTo>
                  <a:pt x="390525" y="581025"/>
                </a:lnTo>
                <a:lnTo>
                  <a:pt x="381000" y="581025"/>
                </a:lnTo>
                <a:lnTo>
                  <a:pt x="381000" y="561975"/>
                </a:lnTo>
                <a:lnTo>
                  <a:pt x="400050" y="561975"/>
                </a:lnTo>
                <a:close/>
                <a:moveTo>
                  <a:pt x="542925" y="542925"/>
                </a:moveTo>
                <a:lnTo>
                  <a:pt x="552450" y="542925"/>
                </a:lnTo>
                <a:lnTo>
                  <a:pt x="552450" y="590550"/>
                </a:lnTo>
                <a:lnTo>
                  <a:pt x="533400" y="590550"/>
                </a:lnTo>
                <a:lnTo>
                  <a:pt x="533400" y="561975"/>
                </a:lnTo>
                <a:lnTo>
                  <a:pt x="542925" y="561975"/>
                </a:lnTo>
                <a:close/>
                <a:moveTo>
                  <a:pt x="1676400" y="542925"/>
                </a:moveTo>
                <a:lnTo>
                  <a:pt x="1695450" y="542925"/>
                </a:lnTo>
                <a:lnTo>
                  <a:pt x="1695450" y="561975"/>
                </a:lnTo>
                <a:lnTo>
                  <a:pt x="1676400" y="561975"/>
                </a:lnTo>
                <a:close/>
                <a:moveTo>
                  <a:pt x="466725" y="552450"/>
                </a:moveTo>
                <a:lnTo>
                  <a:pt x="476250" y="552450"/>
                </a:lnTo>
                <a:lnTo>
                  <a:pt x="476250" y="571500"/>
                </a:lnTo>
                <a:lnTo>
                  <a:pt x="466725" y="571500"/>
                </a:lnTo>
                <a:close/>
                <a:moveTo>
                  <a:pt x="495300" y="552450"/>
                </a:moveTo>
                <a:lnTo>
                  <a:pt x="514350" y="552450"/>
                </a:lnTo>
                <a:lnTo>
                  <a:pt x="514350" y="628650"/>
                </a:lnTo>
                <a:lnTo>
                  <a:pt x="495300" y="628650"/>
                </a:lnTo>
                <a:close/>
                <a:moveTo>
                  <a:pt x="1752600" y="561975"/>
                </a:moveTo>
                <a:lnTo>
                  <a:pt x="1771650" y="561975"/>
                </a:lnTo>
                <a:lnTo>
                  <a:pt x="1771650" y="619125"/>
                </a:lnTo>
                <a:lnTo>
                  <a:pt x="1752600" y="619125"/>
                </a:lnTo>
                <a:close/>
                <a:moveTo>
                  <a:pt x="266700" y="571500"/>
                </a:moveTo>
                <a:lnTo>
                  <a:pt x="276225" y="571500"/>
                </a:lnTo>
                <a:lnTo>
                  <a:pt x="276225" y="581025"/>
                </a:lnTo>
                <a:lnTo>
                  <a:pt x="266700" y="581025"/>
                </a:lnTo>
                <a:close/>
                <a:moveTo>
                  <a:pt x="304800" y="571500"/>
                </a:moveTo>
                <a:lnTo>
                  <a:pt x="323850" y="571500"/>
                </a:lnTo>
                <a:lnTo>
                  <a:pt x="323850" y="581025"/>
                </a:lnTo>
                <a:lnTo>
                  <a:pt x="314325" y="581025"/>
                </a:lnTo>
                <a:lnTo>
                  <a:pt x="314325" y="600075"/>
                </a:lnTo>
                <a:lnTo>
                  <a:pt x="304800" y="600075"/>
                </a:lnTo>
                <a:close/>
                <a:moveTo>
                  <a:pt x="1352550" y="571500"/>
                </a:moveTo>
                <a:lnTo>
                  <a:pt x="1381125" y="571500"/>
                </a:lnTo>
                <a:lnTo>
                  <a:pt x="1381125" y="542925"/>
                </a:lnTo>
                <a:lnTo>
                  <a:pt x="1352550" y="542925"/>
                </a:lnTo>
                <a:close/>
                <a:moveTo>
                  <a:pt x="390525" y="581025"/>
                </a:moveTo>
                <a:lnTo>
                  <a:pt x="400050" y="581025"/>
                </a:lnTo>
                <a:lnTo>
                  <a:pt x="400050" y="590550"/>
                </a:lnTo>
                <a:lnTo>
                  <a:pt x="409575" y="590550"/>
                </a:lnTo>
                <a:lnTo>
                  <a:pt x="409575" y="581025"/>
                </a:lnTo>
                <a:lnTo>
                  <a:pt x="428625" y="581025"/>
                </a:lnTo>
                <a:lnTo>
                  <a:pt x="428625" y="600075"/>
                </a:lnTo>
                <a:lnTo>
                  <a:pt x="390525" y="600075"/>
                </a:lnTo>
                <a:close/>
                <a:moveTo>
                  <a:pt x="457200" y="581025"/>
                </a:moveTo>
                <a:lnTo>
                  <a:pt x="476250" y="581025"/>
                </a:lnTo>
                <a:lnTo>
                  <a:pt x="476250" y="590550"/>
                </a:lnTo>
                <a:lnTo>
                  <a:pt x="457200" y="590550"/>
                </a:lnTo>
                <a:close/>
                <a:moveTo>
                  <a:pt x="1419225" y="581025"/>
                </a:moveTo>
                <a:lnTo>
                  <a:pt x="1428750" y="581025"/>
                </a:lnTo>
                <a:lnTo>
                  <a:pt x="1428750" y="571500"/>
                </a:lnTo>
                <a:lnTo>
                  <a:pt x="1409700" y="571500"/>
                </a:lnTo>
                <a:lnTo>
                  <a:pt x="1409700" y="590550"/>
                </a:lnTo>
                <a:lnTo>
                  <a:pt x="1419225" y="590550"/>
                </a:lnTo>
                <a:close/>
                <a:moveTo>
                  <a:pt x="1562100" y="581025"/>
                </a:moveTo>
                <a:lnTo>
                  <a:pt x="1571625" y="581025"/>
                </a:lnTo>
                <a:lnTo>
                  <a:pt x="1571625" y="571500"/>
                </a:lnTo>
                <a:lnTo>
                  <a:pt x="1562100" y="571500"/>
                </a:lnTo>
                <a:close/>
                <a:moveTo>
                  <a:pt x="247650" y="590550"/>
                </a:moveTo>
                <a:lnTo>
                  <a:pt x="257175" y="590550"/>
                </a:lnTo>
                <a:lnTo>
                  <a:pt x="257175" y="609600"/>
                </a:lnTo>
                <a:lnTo>
                  <a:pt x="266700" y="609600"/>
                </a:lnTo>
                <a:lnTo>
                  <a:pt x="266700" y="619125"/>
                </a:lnTo>
                <a:lnTo>
                  <a:pt x="247650" y="619125"/>
                </a:lnTo>
                <a:close/>
                <a:moveTo>
                  <a:pt x="266700" y="590550"/>
                </a:moveTo>
                <a:lnTo>
                  <a:pt x="276225" y="590550"/>
                </a:lnTo>
                <a:lnTo>
                  <a:pt x="276225" y="600075"/>
                </a:lnTo>
                <a:lnTo>
                  <a:pt x="266700" y="600075"/>
                </a:lnTo>
                <a:close/>
                <a:moveTo>
                  <a:pt x="1381125" y="590550"/>
                </a:moveTo>
                <a:lnTo>
                  <a:pt x="1390650" y="590550"/>
                </a:lnTo>
                <a:lnTo>
                  <a:pt x="1390650" y="581025"/>
                </a:lnTo>
                <a:lnTo>
                  <a:pt x="1381125" y="581025"/>
                </a:lnTo>
                <a:close/>
                <a:moveTo>
                  <a:pt x="314325" y="609600"/>
                </a:moveTo>
                <a:lnTo>
                  <a:pt x="323850" y="609600"/>
                </a:lnTo>
                <a:lnTo>
                  <a:pt x="323850" y="619125"/>
                </a:lnTo>
                <a:lnTo>
                  <a:pt x="333375" y="619125"/>
                </a:lnTo>
                <a:lnTo>
                  <a:pt x="333375" y="638175"/>
                </a:lnTo>
                <a:lnTo>
                  <a:pt x="314325" y="638175"/>
                </a:lnTo>
                <a:lnTo>
                  <a:pt x="314325" y="628650"/>
                </a:lnTo>
                <a:lnTo>
                  <a:pt x="304800" y="628650"/>
                </a:lnTo>
                <a:lnTo>
                  <a:pt x="304800" y="619125"/>
                </a:lnTo>
                <a:lnTo>
                  <a:pt x="314325" y="619125"/>
                </a:lnTo>
                <a:close/>
                <a:moveTo>
                  <a:pt x="438150" y="609600"/>
                </a:moveTo>
                <a:lnTo>
                  <a:pt x="457200" y="609600"/>
                </a:lnTo>
                <a:lnTo>
                  <a:pt x="457200" y="628650"/>
                </a:lnTo>
                <a:lnTo>
                  <a:pt x="466725" y="628650"/>
                </a:lnTo>
                <a:lnTo>
                  <a:pt x="466725" y="638175"/>
                </a:lnTo>
                <a:lnTo>
                  <a:pt x="447675" y="638175"/>
                </a:lnTo>
                <a:lnTo>
                  <a:pt x="447675" y="628650"/>
                </a:lnTo>
                <a:lnTo>
                  <a:pt x="438150" y="628650"/>
                </a:lnTo>
                <a:close/>
                <a:moveTo>
                  <a:pt x="533400" y="619125"/>
                </a:moveTo>
                <a:lnTo>
                  <a:pt x="561975" y="619125"/>
                </a:lnTo>
                <a:lnTo>
                  <a:pt x="561975" y="628650"/>
                </a:lnTo>
                <a:lnTo>
                  <a:pt x="581025" y="628650"/>
                </a:lnTo>
                <a:lnTo>
                  <a:pt x="581025" y="638175"/>
                </a:lnTo>
                <a:lnTo>
                  <a:pt x="571500" y="638175"/>
                </a:lnTo>
                <a:lnTo>
                  <a:pt x="571500" y="647700"/>
                </a:lnTo>
                <a:lnTo>
                  <a:pt x="552450" y="647700"/>
                </a:lnTo>
                <a:lnTo>
                  <a:pt x="552450" y="666750"/>
                </a:lnTo>
                <a:lnTo>
                  <a:pt x="542925" y="666750"/>
                </a:lnTo>
                <a:lnTo>
                  <a:pt x="542925" y="647700"/>
                </a:lnTo>
                <a:lnTo>
                  <a:pt x="533400" y="647700"/>
                </a:lnTo>
                <a:close/>
                <a:moveTo>
                  <a:pt x="428625" y="628650"/>
                </a:moveTo>
                <a:lnTo>
                  <a:pt x="438150" y="628650"/>
                </a:lnTo>
                <a:lnTo>
                  <a:pt x="438150" y="647700"/>
                </a:lnTo>
                <a:lnTo>
                  <a:pt x="428625" y="647700"/>
                </a:lnTo>
                <a:close/>
                <a:moveTo>
                  <a:pt x="1676400" y="638175"/>
                </a:moveTo>
                <a:lnTo>
                  <a:pt x="1695450" y="638175"/>
                </a:lnTo>
                <a:lnTo>
                  <a:pt x="1695450" y="685800"/>
                </a:lnTo>
                <a:lnTo>
                  <a:pt x="1676400" y="685800"/>
                </a:lnTo>
                <a:close/>
                <a:moveTo>
                  <a:pt x="1714500" y="638175"/>
                </a:moveTo>
                <a:lnTo>
                  <a:pt x="1733550" y="638175"/>
                </a:lnTo>
                <a:lnTo>
                  <a:pt x="1733550" y="695325"/>
                </a:lnTo>
                <a:lnTo>
                  <a:pt x="1752600" y="695325"/>
                </a:lnTo>
                <a:lnTo>
                  <a:pt x="1752600" y="647700"/>
                </a:lnTo>
                <a:lnTo>
                  <a:pt x="1771650" y="647700"/>
                </a:lnTo>
                <a:lnTo>
                  <a:pt x="1771650" y="685800"/>
                </a:lnTo>
                <a:lnTo>
                  <a:pt x="1781175" y="685800"/>
                </a:lnTo>
                <a:lnTo>
                  <a:pt x="1781175" y="704850"/>
                </a:lnTo>
                <a:lnTo>
                  <a:pt x="1771650" y="704850"/>
                </a:lnTo>
                <a:lnTo>
                  <a:pt x="1771650" y="714375"/>
                </a:lnTo>
                <a:lnTo>
                  <a:pt x="1762125" y="714375"/>
                </a:lnTo>
                <a:lnTo>
                  <a:pt x="1762125" y="771525"/>
                </a:lnTo>
                <a:lnTo>
                  <a:pt x="1781175" y="771525"/>
                </a:lnTo>
                <a:lnTo>
                  <a:pt x="1781175" y="781050"/>
                </a:lnTo>
                <a:lnTo>
                  <a:pt x="1790700" y="781050"/>
                </a:lnTo>
                <a:lnTo>
                  <a:pt x="1790700" y="733425"/>
                </a:lnTo>
                <a:lnTo>
                  <a:pt x="1819275" y="733425"/>
                </a:lnTo>
                <a:lnTo>
                  <a:pt x="1819275" y="742950"/>
                </a:lnTo>
                <a:lnTo>
                  <a:pt x="1838325" y="742950"/>
                </a:lnTo>
                <a:lnTo>
                  <a:pt x="1838325" y="762000"/>
                </a:lnTo>
                <a:lnTo>
                  <a:pt x="1847850" y="762000"/>
                </a:lnTo>
                <a:lnTo>
                  <a:pt x="1847850" y="857250"/>
                </a:lnTo>
                <a:lnTo>
                  <a:pt x="1866900" y="857250"/>
                </a:lnTo>
                <a:lnTo>
                  <a:pt x="1866900" y="876300"/>
                </a:lnTo>
                <a:lnTo>
                  <a:pt x="1876425" y="876300"/>
                </a:lnTo>
                <a:lnTo>
                  <a:pt x="1876425" y="895350"/>
                </a:lnTo>
                <a:lnTo>
                  <a:pt x="1885950" y="895350"/>
                </a:lnTo>
                <a:lnTo>
                  <a:pt x="1885950" y="933450"/>
                </a:lnTo>
                <a:lnTo>
                  <a:pt x="1876425" y="933450"/>
                </a:lnTo>
                <a:lnTo>
                  <a:pt x="1876425" y="962025"/>
                </a:lnTo>
                <a:lnTo>
                  <a:pt x="1866900" y="962025"/>
                </a:lnTo>
                <a:lnTo>
                  <a:pt x="1866900" y="971550"/>
                </a:lnTo>
                <a:lnTo>
                  <a:pt x="1876425" y="971550"/>
                </a:lnTo>
                <a:lnTo>
                  <a:pt x="1876425" y="1000125"/>
                </a:lnTo>
                <a:lnTo>
                  <a:pt x="1885950" y="1000125"/>
                </a:lnTo>
                <a:lnTo>
                  <a:pt x="1885950" y="1028700"/>
                </a:lnTo>
                <a:lnTo>
                  <a:pt x="1895475" y="1028700"/>
                </a:lnTo>
                <a:lnTo>
                  <a:pt x="1895475" y="1038225"/>
                </a:lnTo>
                <a:lnTo>
                  <a:pt x="1905000" y="1038225"/>
                </a:lnTo>
                <a:lnTo>
                  <a:pt x="1905000" y="1047750"/>
                </a:lnTo>
                <a:lnTo>
                  <a:pt x="1914525" y="1047750"/>
                </a:lnTo>
                <a:lnTo>
                  <a:pt x="1914525" y="1104900"/>
                </a:lnTo>
                <a:lnTo>
                  <a:pt x="1933575" y="1104900"/>
                </a:lnTo>
                <a:lnTo>
                  <a:pt x="1933575" y="1085850"/>
                </a:lnTo>
                <a:lnTo>
                  <a:pt x="1962150" y="1085850"/>
                </a:lnTo>
                <a:lnTo>
                  <a:pt x="1962150" y="1095375"/>
                </a:lnTo>
                <a:lnTo>
                  <a:pt x="1952625" y="1095375"/>
                </a:lnTo>
                <a:lnTo>
                  <a:pt x="1952625" y="1143000"/>
                </a:lnTo>
                <a:lnTo>
                  <a:pt x="1943100" y="1143000"/>
                </a:lnTo>
                <a:lnTo>
                  <a:pt x="1943100" y="1133475"/>
                </a:lnTo>
                <a:lnTo>
                  <a:pt x="1933575" y="1133475"/>
                </a:lnTo>
                <a:lnTo>
                  <a:pt x="1933575" y="1143000"/>
                </a:lnTo>
                <a:lnTo>
                  <a:pt x="1914525" y="1143000"/>
                </a:lnTo>
                <a:lnTo>
                  <a:pt x="1914525" y="1162050"/>
                </a:lnTo>
                <a:lnTo>
                  <a:pt x="1905000" y="1162050"/>
                </a:lnTo>
                <a:lnTo>
                  <a:pt x="1905000" y="1152525"/>
                </a:lnTo>
                <a:lnTo>
                  <a:pt x="1895475" y="1152525"/>
                </a:lnTo>
                <a:lnTo>
                  <a:pt x="1895475" y="1143000"/>
                </a:lnTo>
                <a:lnTo>
                  <a:pt x="1885950" y="1143000"/>
                </a:lnTo>
                <a:lnTo>
                  <a:pt x="1885950" y="1152525"/>
                </a:lnTo>
                <a:lnTo>
                  <a:pt x="1857375" y="1152525"/>
                </a:lnTo>
                <a:lnTo>
                  <a:pt x="1857375" y="1162050"/>
                </a:lnTo>
                <a:lnTo>
                  <a:pt x="1847850" y="1162050"/>
                </a:lnTo>
                <a:lnTo>
                  <a:pt x="1847850" y="1171575"/>
                </a:lnTo>
                <a:lnTo>
                  <a:pt x="1838325" y="1171575"/>
                </a:lnTo>
                <a:lnTo>
                  <a:pt x="1838325" y="1181100"/>
                </a:lnTo>
                <a:lnTo>
                  <a:pt x="1828800" y="1181100"/>
                </a:lnTo>
                <a:lnTo>
                  <a:pt x="1828800" y="1190625"/>
                </a:lnTo>
                <a:lnTo>
                  <a:pt x="1819275" y="1190625"/>
                </a:lnTo>
                <a:lnTo>
                  <a:pt x="1819275" y="1143000"/>
                </a:lnTo>
                <a:lnTo>
                  <a:pt x="1809750" y="1143000"/>
                </a:lnTo>
                <a:lnTo>
                  <a:pt x="1809750" y="1133475"/>
                </a:lnTo>
                <a:lnTo>
                  <a:pt x="1800225" y="1133475"/>
                </a:lnTo>
                <a:lnTo>
                  <a:pt x="1800225" y="1143000"/>
                </a:lnTo>
                <a:lnTo>
                  <a:pt x="1790700" y="1143000"/>
                </a:lnTo>
                <a:lnTo>
                  <a:pt x="1790700" y="1171575"/>
                </a:lnTo>
                <a:lnTo>
                  <a:pt x="1752600" y="1171575"/>
                </a:lnTo>
                <a:lnTo>
                  <a:pt x="1752600" y="1181100"/>
                </a:lnTo>
                <a:lnTo>
                  <a:pt x="1743075" y="1181100"/>
                </a:lnTo>
                <a:lnTo>
                  <a:pt x="1743075" y="1171575"/>
                </a:lnTo>
                <a:lnTo>
                  <a:pt x="1733550" y="1171575"/>
                </a:lnTo>
                <a:lnTo>
                  <a:pt x="1733550" y="1162050"/>
                </a:lnTo>
                <a:lnTo>
                  <a:pt x="1704975" y="1162050"/>
                </a:lnTo>
                <a:lnTo>
                  <a:pt x="1704975" y="1152525"/>
                </a:lnTo>
                <a:lnTo>
                  <a:pt x="1724025" y="1152525"/>
                </a:lnTo>
                <a:lnTo>
                  <a:pt x="1724025" y="1143000"/>
                </a:lnTo>
                <a:lnTo>
                  <a:pt x="1733550" y="1143000"/>
                </a:lnTo>
                <a:lnTo>
                  <a:pt x="1733550" y="1133475"/>
                </a:lnTo>
                <a:lnTo>
                  <a:pt x="1714500" y="1133475"/>
                </a:lnTo>
                <a:lnTo>
                  <a:pt x="1714500" y="1123950"/>
                </a:lnTo>
                <a:lnTo>
                  <a:pt x="1724025" y="1123950"/>
                </a:lnTo>
                <a:lnTo>
                  <a:pt x="1724025" y="1114425"/>
                </a:lnTo>
                <a:lnTo>
                  <a:pt x="1752600" y="1114425"/>
                </a:lnTo>
                <a:lnTo>
                  <a:pt x="1752600" y="1104900"/>
                </a:lnTo>
                <a:lnTo>
                  <a:pt x="1743075" y="1104900"/>
                </a:lnTo>
                <a:lnTo>
                  <a:pt x="1743075" y="1076325"/>
                </a:lnTo>
                <a:lnTo>
                  <a:pt x="1733550" y="1076325"/>
                </a:lnTo>
                <a:lnTo>
                  <a:pt x="1733550" y="1066800"/>
                </a:lnTo>
                <a:lnTo>
                  <a:pt x="1743075" y="1066800"/>
                </a:lnTo>
                <a:lnTo>
                  <a:pt x="1743075" y="1047750"/>
                </a:lnTo>
                <a:lnTo>
                  <a:pt x="1752600" y="1047750"/>
                </a:lnTo>
                <a:lnTo>
                  <a:pt x="1752600" y="962025"/>
                </a:lnTo>
                <a:lnTo>
                  <a:pt x="1743075" y="962025"/>
                </a:lnTo>
                <a:lnTo>
                  <a:pt x="1743075" y="952500"/>
                </a:lnTo>
                <a:lnTo>
                  <a:pt x="1752600" y="952500"/>
                </a:lnTo>
                <a:lnTo>
                  <a:pt x="1752600" y="933450"/>
                </a:lnTo>
                <a:lnTo>
                  <a:pt x="1743075" y="933450"/>
                </a:lnTo>
                <a:lnTo>
                  <a:pt x="1743075" y="923925"/>
                </a:lnTo>
                <a:lnTo>
                  <a:pt x="1752600" y="923925"/>
                </a:lnTo>
                <a:lnTo>
                  <a:pt x="1752600" y="866775"/>
                </a:lnTo>
                <a:lnTo>
                  <a:pt x="1724025" y="866775"/>
                </a:lnTo>
                <a:lnTo>
                  <a:pt x="1724025" y="828675"/>
                </a:lnTo>
                <a:lnTo>
                  <a:pt x="1714500" y="828675"/>
                </a:lnTo>
                <a:lnTo>
                  <a:pt x="1714500" y="800100"/>
                </a:lnTo>
                <a:lnTo>
                  <a:pt x="1724025" y="800100"/>
                </a:lnTo>
                <a:lnTo>
                  <a:pt x="1724025" y="790575"/>
                </a:lnTo>
                <a:lnTo>
                  <a:pt x="1733550" y="790575"/>
                </a:lnTo>
                <a:lnTo>
                  <a:pt x="1733550" y="781050"/>
                </a:lnTo>
                <a:lnTo>
                  <a:pt x="1743075" y="781050"/>
                </a:lnTo>
                <a:lnTo>
                  <a:pt x="1743075" y="762000"/>
                </a:lnTo>
                <a:lnTo>
                  <a:pt x="1724025" y="762000"/>
                </a:lnTo>
                <a:lnTo>
                  <a:pt x="1724025" y="723900"/>
                </a:lnTo>
                <a:lnTo>
                  <a:pt x="1714500" y="723900"/>
                </a:lnTo>
                <a:close/>
                <a:moveTo>
                  <a:pt x="304800" y="647700"/>
                </a:moveTo>
                <a:lnTo>
                  <a:pt x="314325" y="647700"/>
                </a:lnTo>
                <a:lnTo>
                  <a:pt x="314325" y="657225"/>
                </a:lnTo>
                <a:lnTo>
                  <a:pt x="304800" y="657225"/>
                </a:lnTo>
                <a:close/>
                <a:moveTo>
                  <a:pt x="1333500" y="647700"/>
                </a:moveTo>
                <a:lnTo>
                  <a:pt x="1343025" y="647700"/>
                </a:lnTo>
                <a:lnTo>
                  <a:pt x="1343025" y="638175"/>
                </a:lnTo>
                <a:lnTo>
                  <a:pt x="1333500" y="638175"/>
                </a:lnTo>
                <a:close/>
                <a:moveTo>
                  <a:pt x="371475" y="657225"/>
                </a:moveTo>
                <a:lnTo>
                  <a:pt x="381000" y="657225"/>
                </a:lnTo>
                <a:lnTo>
                  <a:pt x="381000" y="666750"/>
                </a:lnTo>
                <a:lnTo>
                  <a:pt x="390525" y="666750"/>
                </a:lnTo>
                <a:lnTo>
                  <a:pt x="390525" y="685800"/>
                </a:lnTo>
                <a:lnTo>
                  <a:pt x="400050" y="685800"/>
                </a:lnTo>
                <a:lnTo>
                  <a:pt x="400050" y="676275"/>
                </a:lnTo>
                <a:lnTo>
                  <a:pt x="419100" y="676275"/>
                </a:lnTo>
                <a:lnTo>
                  <a:pt x="419100" y="666750"/>
                </a:lnTo>
                <a:lnTo>
                  <a:pt x="438150" y="666750"/>
                </a:lnTo>
                <a:lnTo>
                  <a:pt x="438150" y="695325"/>
                </a:lnTo>
                <a:lnTo>
                  <a:pt x="428625" y="695325"/>
                </a:lnTo>
                <a:lnTo>
                  <a:pt x="428625" y="704850"/>
                </a:lnTo>
                <a:lnTo>
                  <a:pt x="419100" y="704850"/>
                </a:lnTo>
                <a:lnTo>
                  <a:pt x="419100" y="695325"/>
                </a:lnTo>
                <a:lnTo>
                  <a:pt x="390525" y="695325"/>
                </a:lnTo>
                <a:lnTo>
                  <a:pt x="390525" y="723900"/>
                </a:lnTo>
                <a:lnTo>
                  <a:pt x="400050" y="723900"/>
                </a:lnTo>
                <a:lnTo>
                  <a:pt x="400050" y="733425"/>
                </a:lnTo>
                <a:lnTo>
                  <a:pt x="390525" y="733425"/>
                </a:lnTo>
                <a:lnTo>
                  <a:pt x="390525" y="742950"/>
                </a:lnTo>
                <a:lnTo>
                  <a:pt x="381000" y="742950"/>
                </a:lnTo>
                <a:lnTo>
                  <a:pt x="381000" y="733425"/>
                </a:lnTo>
                <a:lnTo>
                  <a:pt x="361950" y="733425"/>
                </a:lnTo>
                <a:lnTo>
                  <a:pt x="361950" y="723900"/>
                </a:lnTo>
                <a:lnTo>
                  <a:pt x="342900" y="723900"/>
                </a:lnTo>
                <a:lnTo>
                  <a:pt x="342900" y="676275"/>
                </a:lnTo>
                <a:lnTo>
                  <a:pt x="352425" y="676275"/>
                </a:lnTo>
                <a:lnTo>
                  <a:pt x="352425" y="666750"/>
                </a:lnTo>
                <a:lnTo>
                  <a:pt x="371475" y="666750"/>
                </a:lnTo>
                <a:close/>
                <a:moveTo>
                  <a:pt x="495300" y="657225"/>
                </a:moveTo>
                <a:lnTo>
                  <a:pt x="514350" y="657225"/>
                </a:lnTo>
                <a:lnTo>
                  <a:pt x="514350" y="685800"/>
                </a:lnTo>
                <a:lnTo>
                  <a:pt x="495300" y="685800"/>
                </a:lnTo>
                <a:close/>
                <a:moveTo>
                  <a:pt x="1581150" y="657225"/>
                </a:moveTo>
                <a:lnTo>
                  <a:pt x="1600200" y="657225"/>
                </a:lnTo>
                <a:lnTo>
                  <a:pt x="1600200" y="638175"/>
                </a:lnTo>
                <a:lnTo>
                  <a:pt x="1581150" y="638175"/>
                </a:lnTo>
                <a:close/>
                <a:moveTo>
                  <a:pt x="304800" y="676275"/>
                </a:moveTo>
                <a:lnTo>
                  <a:pt x="314325" y="676275"/>
                </a:lnTo>
                <a:lnTo>
                  <a:pt x="314325" y="685800"/>
                </a:lnTo>
                <a:lnTo>
                  <a:pt x="304800" y="685800"/>
                </a:lnTo>
                <a:close/>
                <a:moveTo>
                  <a:pt x="1790700" y="676275"/>
                </a:moveTo>
                <a:lnTo>
                  <a:pt x="1800225" y="676275"/>
                </a:lnTo>
                <a:lnTo>
                  <a:pt x="1800225" y="704850"/>
                </a:lnTo>
                <a:lnTo>
                  <a:pt x="1790700" y="704850"/>
                </a:lnTo>
                <a:close/>
                <a:moveTo>
                  <a:pt x="838200" y="695325"/>
                </a:moveTo>
                <a:lnTo>
                  <a:pt x="847725" y="695325"/>
                </a:lnTo>
                <a:lnTo>
                  <a:pt x="847725" y="704850"/>
                </a:lnTo>
                <a:lnTo>
                  <a:pt x="866775" y="704850"/>
                </a:lnTo>
                <a:lnTo>
                  <a:pt x="866775" y="714375"/>
                </a:lnTo>
                <a:lnTo>
                  <a:pt x="838200" y="714375"/>
                </a:lnTo>
                <a:close/>
                <a:moveTo>
                  <a:pt x="1228725" y="695325"/>
                </a:moveTo>
                <a:lnTo>
                  <a:pt x="1238250" y="695325"/>
                </a:lnTo>
                <a:lnTo>
                  <a:pt x="1238250" y="714375"/>
                </a:lnTo>
                <a:lnTo>
                  <a:pt x="1228725" y="714375"/>
                </a:lnTo>
                <a:close/>
                <a:moveTo>
                  <a:pt x="1266825" y="695325"/>
                </a:moveTo>
                <a:lnTo>
                  <a:pt x="1285875" y="695325"/>
                </a:lnTo>
                <a:lnTo>
                  <a:pt x="1285875" y="676275"/>
                </a:lnTo>
                <a:lnTo>
                  <a:pt x="1266825" y="676275"/>
                </a:lnTo>
                <a:close/>
                <a:moveTo>
                  <a:pt x="466725" y="704850"/>
                </a:moveTo>
                <a:lnTo>
                  <a:pt x="476250" y="704850"/>
                </a:lnTo>
                <a:lnTo>
                  <a:pt x="476250" y="714375"/>
                </a:lnTo>
                <a:lnTo>
                  <a:pt x="466725" y="714375"/>
                </a:lnTo>
                <a:close/>
                <a:moveTo>
                  <a:pt x="419100" y="714375"/>
                </a:moveTo>
                <a:lnTo>
                  <a:pt x="438150" y="714375"/>
                </a:lnTo>
                <a:lnTo>
                  <a:pt x="438150" y="723900"/>
                </a:lnTo>
                <a:lnTo>
                  <a:pt x="447675" y="723900"/>
                </a:lnTo>
                <a:lnTo>
                  <a:pt x="447675" y="733425"/>
                </a:lnTo>
                <a:lnTo>
                  <a:pt x="438150" y="733425"/>
                </a:lnTo>
                <a:lnTo>
                  <a:pt x="438150" y="771525"/>
                </a:lnTo>
                <a:lnTo>
                  <a:pt x="447675" y="771525"/>
                </a:lnTo>
                <a:lnTo>
                  <a:pt x="447675" y="762000"/>
                </a:lnTo>
                <a:lnTo>
                  <a:pt x="457200" y="762000"/>
                </a:lnTo>
                <a:lnTo>
                  <a:pt x="457200" y="752475"/>
                </a:lnTo>
                <a:lnTo>
                  <a:pt x="466725" y="752475"/>
                </a:lnTo>
                <a:lnTo>
                  <a:pt x="466725" y="762000"/>
                </a:lnTo>
                <a:lnTo>
                  <a:pt x="485775" y="762000"/>
                </a:lnTo>
                <a:lnTo>
                  <a:pt x="485775" y="781050"/>
                </a:lnTo>
                <a:lnTo>
                  <a:pt x="495300" y="781050"/>
                </a:lnTo>
                <a:lnTo>
                  <a:pt x="495300" y="742950"/>
                </a:lnTo>
                <a:lnTo>
                  <a:pt x="514350" y="742950"/>
                </a:lnTo>
                <a:lnTo>
                  <a:pt x="514350" y="762000"/>
                </a:lnTo>
                <a:lnTo>
                  <a:pt x="504825" y="762000"/>
                </a:lnTo>
                <a:lnTo>
                  <a:pt x="504825" y="790575"/>
                </a:lnTo>
                <a:lnTo>
                  <a:pt x="495300" y="790575"/>
                </a:lnTo>
                <a:lnTo>
                  <a:pt x="495300" y="800100"/>
                </a:lnTo>
                <a:lnTo>
                  <a:pt x="485775" y="800100"/>
                </a:lnTo>
                <a:lnTo>
                  <a:pt x="485775" y="819150"/>
                </a:lnTo>
                <a:lnTo>
                  <a:pt x="504825" y="819150"/>
                </a:lnTo>
                <a:lnTo>
                  <a:pt x="504825" y="828675"/>
                </a:lnTo>
                <a:lnTo>
                  <a:pt x="485775" y="828675"/>
                </a:lnTo>
                <a:lnTo>
                  <a:pt x="485775" y="847725"/>
                </a:lnTo>
                <a:lnTo>
                  <a:pt x="476250" y="847725"/>
                </a:lnTo>
                <a:lnTo>
                  <a:pt x="476250" y="857250"/>
                </a:lnTo>
                <a:lnTo>
                  <a:pt x="466725" y="857250"/>
                </a:lnTo>
                <a:lnTo>
                  <a:pt x="466725" y="885825"/>
                </a:lnTo>
                <a:lnTo>
                  <a:pt x="476250" y="885825"/>
                </a:lnTo>
                <a:lnTo>
                  <a:pt x="476250" y="904875"/>
                </a:lnTo>
                <a:lnTo>
                  <a:pt x="485775" y="904875"/>
                </a:lnTo>
                <a:lnTo>
                  <a:pt x="485775" y="923925"/>
                </a:lnTo>
                <a:lnTo>
                  <a:pt x="476250" y="923925"/>
                </a:lnTo>
                <a:lnTo>
                  <a:pt x="476250" y="914400"/>
                </a:lnTo>
                <a:lnTo>
                  <a:pt x="466725" y="914400"/>
                </a:lnTo>
                <a:lnTo>
                  <a:pt x="466725" y="904875"/>
                </a:lnTo>
                <a:lnTo>
                  <a:pt x="457200" y="904875"/>
                </a:lnTo>
                <a:lnTo>
                  <a:pt x="457200" y="895350"/>
                </a:lnTo>
                <a:lnTo>
                  <a:pt x="447675" y="895350"/>
                </a:lnTo>
                <a:lnTo>
                  <a:pt x="447675" y="885825"/>
                </a:lnTo>
                <a:lnTo>
                  <a:pt x="419100" y="885825"/>
                </a:lnTo>
                <a:lnTo>
                  <a:pt x="419100" y="857250"/>
                </a:lnTo>
                <a:lnTo>
                  <a:pt x="409575" y="857250"/>
                </a:lnTo>
                <a:lnTo>
                  <a:pt x="409575" y="876300"/>
                </a:lnTo>
                <a:lnTo>
                  <a:pt x="400050" y="876300"/>
                </a:lnTo>
                <a:lnTo>
                  <a:pt x="400050" y="904875"/>
                </a:lnTo>
                <a:lnTo>
                  <a:pt x="409575" y="904875"/>
                </a:lnTo>
                <a:lnTo>
                  <a:pt x="409575" y="895350"/>
                </a:lnTo>
                <a:lnTo>
                  <a:pt x="419100" y="895350"/>
                </a:lnTo>
                <a:lnTo>
                  <a:pt x="419100" y="904875"/>
                </a:lnTo>
                <a:lnTo>
                  <a:pt x="428625" y="904875"/>
                </a:lnTo>
                <a:lnTo>
                  <a:pt x="428625" y="914400"/>
                </a:lnTo>
                <a:lnTo>
                  <a:pt x="419100" y="914400"/>
                </a:lnTo>
                <a:lnTo>
                  <a:pt x="419100" y="923925"/>
                </a:lnTo>
                <a:lnTo>
                  <a:pt x="400050" y="923925"/>
                </a:lnTo>
                <a:lnTo>
                  <a:pt x="400050" y="933450"/>
                </a:lnTo>
                <a:lnTo>
                  <a:pt x="390525" y="933450"/>
                </a:lnTo>
                <a:lnTo>
                  <a:pt x="390525" y="942975"/>
                </a:lnTo>
                <a:lnTo>
                  <a:pt x="371475" y="942975"/>
                </a:lnTo>
                <a:lnTo>
                  <a:pt x="371475" y="971550"/>
                </a:lnTo>
                <a:lnTo>
                  <a:pt x="361950" y="971550"/>
                </a:lnTo>
                <a:lnTo>
                  <a:pt x="361950" y="990600"/>
                </a:lnTo>
                <a:lnTo>
                  <a:pt x="390525" y="990600"/>
                </a:lnTo>
                <a:lnTo>
                  <a:pt x="390525" y="1000125"/>
                </a:lnTo>
                <a:lnTo>
                  <a:pt x="409575" y="1000125"/>
                </a:lnTo>
                <a:lnTo>
                  <a:pt x="409575" y="1009650"/>
                </a:lnTo>
                <a:lnTo>
                  <a:pt x="400050" y="1009650"/>
                </a:lnTo>
                <a:lnTo>
                  <a:pt x="400050" y="1019175"/>
                </a:lnTo>
                <a:lnTo>
                  <a:pt x="390525" y="1019175"/>
                </a:lnTo>
                <a:lnTo>
                  <a:pt x="390525" y="1028700"/>
                </a:lnTo>
                <a:lnTo>
                  <a:pt x="371475" y="1028700"/>
                </a:lnTo>
                <a:lnTo>
                  <a:pt x="371475" y="1019175"/>
                </a:lnTo>
                <a:lnTo>
                  <a:pt x="361950" y="1019175"/>
                </a:lnTo>
                <a:lnTo>
                  <a:pt x="361950" y="1009650"/>
                </a:lnTo>
                <a:lnTo>
                  <a:pt x="323850" y="1009650"/>
                </a:lnTo>
                <a:lnTo>
                  <a:pt x="323850" y="1000125"/>
                </a:lnTo>
                <a:lnTo>
                  <a:pt x="333375" y="1000125"/>
                </a:lnTo>
                <a:lnTo>
                  <a:pt x="333375" y="990600"/>
                </a:lnTo>
                <a:lnTo>
                  <a:pt x="323850" y="990600"/>
                </a:lnTo>
                <a:lnTo>
                  <a:pt x="323850" y="981075"/>
                </a:lnTo>
                <a:lnTo>
                  <a:pt x="314325" y="981075"/>
                </a:lnTo>
                <a:lnTo>
                  <a:pt x="314325" y="971550"/>
                </a:lnTo>
                <a:lnTo>
                  <a:pt x="304800" y="971550"/>
                </a:lnTo>
                <a:lnTo>
                  <a:pt x="304800" y="933450"/>
                </a:lnTo>
                <a:lnTo>
                  <a:pt x="314325" y="933450"/>
                </a:lnTo>
                <a:lnTo>
                  <a:pt x="314325" y="923925"/>
                </a:lnTo>
                <a:lnTo>
                  <a:pt x="304800" y="923925"/>
                </a:lnTo>
                <a:lnTo>
                  <a:pt x="304800" y="904875"/>
                </a:lnTo>
                <a:lnTo>
                  <a:pt x="295275" y="904875"/>
                </a:lnTo>
                <a:lnTo>
                  <a:pt x="295275" y="914400"/>
                </a:lnTo>
                <a:lnTo>
                  <a:pt x="285750" y="914400"/>
                </a:lnTo>
                <a:lnTo>
                  <a:pt x="285750" y="933450"/>
                </a:lnTo>
                <a:lnTo>
                  <a:pt x="266700" y="933450"/>
                </a:lnTo>
                <a:lnTo>
                  <a:pt x="266700" y="809625"/>
                </a:lnTo>
                <a:lnTo>
                  <a:pt x="276225" y="809625"/>
                </a:lnTo>
                <a:lnTo>
                  <a:pt x="276225" y="800100"/>
                </a:lnTo>
                <a:lnTo>
                  <a:pt x="285750" y="800100"/>
                </a:lnTo>
                <a:lnTo>
                  <a:pt x="285750" y="809625"/>
                </a:lnTo>
                <a:lnTo>
                  <a:pt x="295275" y="809625"/>
                </a:lnTo>
                <a:lnTo>
                  <a:pt x="295275" y="819150"/>
                </a:lnTo>
                <a:lnTo>
                  <a:pt x="304800" y="819150"/>
                </a:lnTo>
                <a:lnTo>
                  <a:pt x="304800" y="781050"/>
                </a:lnTo>
                <a:lnTo>
                  <a:pt x="314325" y="781050"/>
                </a:lnTo>
                <a:lnTo>
                  <a:pt x="314325" y="723900"/>
                </a:lnTo>
                <a:lnTo>
                  <a:pt x="323850" y="723900"/>
                </a:lnTo>
                <a:lnTo>
                  <a:pt x="323850" y="733425"/>
                </a:lnTo>
                <a:lnTo>
                  <a:pt x="352425" y="733425"/>
                </a:lnTo>
                <a:lnTo>
                  <a:pt x="352425" y="752475"/>
                </a:lnTo>
                <a:lnTo>
                  <a:pt x="361950" y="752475"/>
                </a:lnTo>
                <a:lnTo>
                  <a:pt x="361950" y="771525"/>
                </a:lnTo>
                <a:lnTo>
                  <a:pt x="381000" y="771525"/>
                </a:lnTo>
                <a:lnTo>
                  <a:pt x="381000" y="762000"/>
                </a:lnTo>
                <a:lnTo>
                  <a:pt x="400050" y="762000"/>
                </a:lnTo>
                <a:lnTo>
                  <a:pt x="400050" y="771525"/>
                </a:lnTo>
                <a:lnTo>
                  <a:pt x="409575" y="771525"/>
                </a:lnTo>
                <a:lnTo>
                  <a:pt x="409575" y="762000"/>
                </a:lnTo>
                <a:lnTo>
                  <a:pt x="419100" y="762000"/>
                </a:lnTo>
                <a:close/>
                <a:moveTo>
                  <a:pt x="457200" y="714375"/>
                </a:moveTo>
                <a:lnTo>
                  <a:pt x="466725" y="714375"/>
                </a:lnTo>
                <a:lnTo>
                  <a:pt x="466725" y="723900"/>
                </a:lnTo>
                <a:lnTo>
                  <a:pt x="457200" y="723900"/>
                </a:lnTo>
                <a:close/>
                <a:moveTo>
                  <a:pt x="390525" y="742950"/>
                </a:moveTo>
                <a:lnTo>
                  <a:pt x="400050" y="742950"/>
                </a:lnTo>
                <a:lnTo>
                  <a:pt x="400050" y="752475"/>
                </a:lnTo>
                <a:lnTo>
                  <a:pt x="390525" y="752475"/>
                </a:lnTo>
                <a:close/>
                <a:moveTo>
                  <a:pt x="657225" y="742950"/>
                </a:moveTo>
                <a:lnTo>
                  <a:pt x="676275" y="742950"/>
                </a:lnTo>
                <a:lnTo>
                  <a:pt x="676275" y="752475"/>
                </a:lnTo>
                <a:lnTo>
                  <a:pt x="657225" y="752475"/>
                </a:lnTo>
                <a:close/>
                <a:moveTo>
                  <a:pt x="1257300" y="752475"/>
                </a:moveTo>
                <a:lnTo>
                  <a:pt x="1285875" y="752475"/>
                </a:lnTo>
                <a:lnTo>
                  <a:pt x="1285875" y="742950"/>
                </a:lnTo>
                <a:lnTo>
                  <a:pt x="1257300" y="742950"/>
                </a:lnTo>
                <a:close/>
                <a:moveTo>
                  <a:pt x="1295400" y="752475"/>
                </a:moveTo>
                <a:lnTo>
                  <a:pt x="1304925" y="752475"/>
                </a:lnTo>
                <a:lnTo>
                  <a:pt x="1304925" y="733425"/>
                </a:lnTo>
                <a:lnTo>
                  <a:pt x="1295400" y="733425"/>
                </a:lnTo>
                <a:close/>
                <a:moveTo>
                  <a:pt x="1076325" y="762000"/>
                </a:moveTo>
                <a:lnTo>
                  <a:pt x="1085850" y="762000"/>
                </a:lnTo>
                <a:lnTo>
                  <a:pt x="1085850" y="771525"/>
                </a:lnTo>
                <a:lnTo>
                  <a:pt x="1076325" y="771525"/>
                </a:lnTo>
                <a:close/>
                <a:moveTo>
                  <a:pt x="695325" y="771525"/>
                </a:moveTo>
                <a:lnTo>
                  <a:pt x="704850" y="771525"/>
                </a:lnTo>
                <a:lnTo>
                  <a:pt x="704850" y="781050"/>
                </a:lnTo>
                <a:lnTo>
                  <a:pt x="695325" y="781050"/>
                </a:lnTo>
                <a:close/>
                <a:moveTo>
                  <a:pt x="742950" y="771525"/>
                </a:moveTo>
                <a:lnTo>
                  <a:pt x="752475" y="771525"/>
                </a:lnTo>
                <a:lnTo>
                  <a:pt x="752475" y="781050"/>
                </a:lnTo>
                <a:lnTo>
                  <a:pt x="742950" y="781050"/>
                </a:lnTo>
                <a:close/>
                <a:moveTo>
                  <a:pt x="1562100" y="771525"/>
                </a:moveTo>
                <a:lnTo>
                  <a:pt x="1571625" y="771525"/>
                </a:lnTo>
                <a:lnTo>
                  <a:pt x="1571625" y="781050"/>
                </a:lnTo>
                <a:lnTo>
                  <a:pt x="1581150" y="781050"/>
                </a:lnTo>
                <a:lnTo>
                  <a:pt x="1581150" y="790575"/>
                </a:lnTo>
                <a:lnTo>
                  <a:pt x="1600200" y="790575"/>
                </a:lnTo>
                <a:lnTo>
                  <a:pt x="1600200" y="771525"/>
                </a:lnTo>
                <a:lnTo>
                  <a:pt x="1590675" y="771525"/>
                </a:lnTo>
                <a:lnTo>
                  <a:pt x="1590675" y="762000"/>
                </a:lnTo>
                <a:lnTo>
                  <a:pt x="1581150" y="762000"/>
                </a:lnTo>
                <a:lnTo>
                  <a:pt x="1581150" y="752475"/>
                </a:lnTo>
                <a:lnTo>
                  <a:pt x="1571625" y="752475"/>
                </a:lnTo>
                <a:lnTo>
                  <a:pt x="1571625" y="762000"/>
                </a:lnTo>
                <a:lnTo>
                  <a:pt x="1562100" y="762000"/>
                </a:lnTo>
                <a:close/>
                <a:moveTo>
                  <a:pt x="1638300" y="781050"/>
                </a:moveTo>
                <a:lnTo>
                  <a:pt x="1657350" y="781050"/>
                </a:lnTo>
                <a:lnTo>
                  <a:pt x="1657350" y="762000"/>
                </a:lnTo>
                <a:lnTo>
                  <a:pt x="1638300" y="762000"/>
                </a:lnTo>
                <a:close/>
                <a:moveTo>
                  <a:pt x="333375" y="790575"/>
                </a:moveTo>
                <a:lnTo>
                  <a:pt x="342900" y="790575"/>
                </a:lnTo>
                <a:lnTo>
                  <a:pt x="342900" y="781050"/>
                </a:lnTo>
                <a:lnTo>
                  <a:pt x="333375" y="781050"/>
                </a:lnTo>
                <a:close/>
                <a:moveTo>
                  <a:pt x="400050" y="790575"/>
                </a:moveTo>
                <a:lnTo>
                  <a:pt x="428625" y="790575"/>
                </a:lnTo>
                <a:lnTo>
                  <a:pt x="428625" y="771525"/>
                </a:lnTo>
                <a:lnTo>
                  <a:pt x="409575" y="771525"/>
                </a:lnTo>
                <a:lnTo>
                  <a:pt x="409575" y="781050"/>
                </a:lnTo>
                <a:lnTo>
                  <a:pt x="400050" y="781050"/>
                </a:lnTo>
                <a:close/>
                <a:moveTo>
                  <a:pt x="333375" y="809625"/>
                </a:moveTo>
                <a:lnTo>
                  <a:pt x="342900" y="809625"/>
                </a:lnTo>
                <a:lnTo>
                  <a:pt x="342900" y="800100"/>
                </a:lnTo>
                <a:lnTo>
                  <a:pt x="333375" y="800100"/>
                </a:lnTo>
                <a:close/>
                <a:moveTo>
                  <a:pt x="1314450" y="809625"/>
                </a:moveTo>
                <a:lnTo>
                  <a:pt x="1323975" y="809625"/>
                </a:lnTo>
                <a:lnTo>
                  <a:pt x="1323975" y="819150"/>
                </a:lnTo>
                <a:lnTo>
                  <a:pt x="1333500" y="819150"/>
                </a:lnTo>
                <a:lnTo>
                  <a:pt x="1333500" y="828675"/>
                </a:lnTo>
                <a:lnTo>
                  <a:pt x="1343025" y="828675"/>
                </a:lnTo>
                <a:lnTo>
                  <a:pt x="1343025" y="819150"/>
                </a:lnTo>
                <a:lnTo>
                  <a:pt x="1352550" y="819150"/>
                </a:lnTo>
                <a:lnTo>
                  <a:pt x="1352550" y="809625"/>
                </a:lnTo>
                <a:lnTo>
                  <a:pt x="1343025" y="809625"/>
                </a:lnTo>
                <a:lnTo>
                  <a:pt x="1343025" y="800100"/>
                </a:lnTo>
                <a:lnTo>
                  <a:pt x="1333500" y="800100"/>
                </a:lnTo>
                <a:lnTo>
                  <a:pt x="1333500" y="790575"/>
                </a:lnTo>
                <a:lnTo>
                  <a:pt x="1323975" y="790575"/>
                </a:lnTo>
                <a:lnTo>
                  <a:pt x="1323975" y="800100"/>
                </a:lnTo>
                <a:lnTo>
                  <a:pt x="1314450" y="800100"/>
                </a:lnTo>
                <a:close/>
                <a:moveTo>
                  <a:pt x="1676400" y="809625"/>
                </a:moveTo>
                <a:lnTo>
                  <a:pt x="1695450" y="809625"/>
                </a:lnTo>
                <a:lnTo>
                  <a:pt x="1695450" y="885825"/>
                </a:lnTo>
                <a:lnTo>
                  <a:pt x="1676400" y="885825"/>
                </a:lnTo>
                <a:close/>
                <a:moveTo>
                  <a:pt x="1866900" y="809625"/>
                </a:moveTo>
                <a:lnTo>
                  <a:pt x="1885950" y="809625"/>
                </a:lnTo>
                <a:lnTo>
                  <a:pt x="1885950" y="857250"/>
                </a:lnTo>
                <a:lnTo>
                  <a:pt x="1876425" y="857250"/>
                </a:lnTo>
                <a:lnTo>
                  <a:pt x="1876425" y="847725"/>
                </a:lnTo>
                <a:lnTo>
                  <a:pt x="1866900" y="847725"/>
                </a:lnTo>
                <a:close/>
                <a:moveTo>
                  <a:pt x="1362075" y="819150"/>
                </a:moveTo>
                <a:lnTo>
                  <a:pt x="1371600" y="819150"/>
                </a:lnTo>
                <a:lnTo>
                  <a:pt x="1371600" y="809625"/>
                </a:lnTo>
                <a:lnTo>
                  <a:pt x="1362075" y="809625"/>
                </a:lnTo>
                <a:close/>
                <a:moveTo>
                  <a:pt x="1790700" y="819150"/>
                </a:moveTo>
                <a:lnTo>
                  <a:pt x="1809750" y="819150"/>
                </a:lnTo>
                <a:lnTo>
                  <a:pt x="1809750" y="800100"/>
                </a:lnTo>
                <a:lnTo>
                  <a:pt x="1790700" y="800100"/>
                </a:lnTo>
                <a:close/>
                <a:moveTo>
                  <a:pt x="714375" y="828675"/>
                </a:moveTo>
                <a:lnTo>
                  <a:pt x="723900" y="828675"/>
                </a:lnTo>
                <a:lnTo>
                  <a:pt x="723900" y="838200"/>
                </a:lnTo>
                <a:lnTo>
                  <a:pt x="714375" y="838200"/>
                </a:lnTo>
                <a:close/>
                <a:moveTo>
                  <a:pt x="1905000" y="828675"/>
                </a:moveTo>
                <a:lnTo>
                  <a:pt x="1914525" y="828675"/>
                </a:lnTo>
                <a:lnTo>
                  <a:pt x="1914525" y="847725"/>
                </a:lnTo>
                <a:lnTo>
                  <a:pt x="1905000" y="847725"/>
                </a:lnTo>
                <a:close/>
                <a:moveTo>
                  <a:pt x="390525" y="838200"/>
                </a:moveTo>
                <a:lnTo>
                  <a:pt x="400050" y="838200"/>
                </a:lnTo>
                <a:lnTo>
                  <a:pt x="400050" y="847725"/>
                </a:lnTo>
                <a:lnTo>
                  <a:pt x="419100" y="847725"/>
                </a:lnTo>
                <a:lnTo>
                  <a:pt x="419100" y="819150"/>
                </a:lnTo>
                <a:lnTo>
                  <a:pt x="409575" y="819150"/>
                </a:lnTo>
                <a:lnTo>
                  <a:pt x="409575" y="809625"/>
                </a:lnTo>
                <a:lnTo>
                  <a:pt x="390525" y="809625"/>
                </a:lnTo>
                <a:close/>
                <a:moveTo>
                  <a:pt x="438150" y="838200"/>
                </a:moveTo>
                <a:lnTo>
                  <a:pt x="457200" y="838200"/>
                </a:lnTo>
                <a:lnTo>
                  <a:pt x="457200" y="828675"/>
                </a:lnTo>
                <a:lnTo>
                  <a:pt x="438150" y="828675"/>
                </a:lnTo>
                <a:close/>
                <a:moveTo>
                  <a:pt x="638175" y="847725"/>
                </a:moveTo>
                <a:lnTo>
                  <a:pt x="647700" y="847725"/>
                </a:lnTo>
                <a:lnTo>
                  <a:pt x="647700" y="857250"/>
                </a:lnTo>
                <a:lnTo>
                  <a:pt x="638175" y="857250"/>
                </a:lnTo>
                <a:close/>
                <a:moveTo>
                  <a:pt x="1400175" y="847725"/>
                </a:moveTo>
                <a:lnTo>
                  <a:pt x="1409700" y="847725"/>
                </a:lnTo>
                <a:lnTo>
                  <a:pt x="1409700" y="838200"/>
                </a:lnTo>
                <a:lnTo>
                  <a:pt x="1400175" y="838200"/>
                </a:lnTo>
                <a:close/>
                <a:moveTo>
                  <a:pt x="1619250" y="847725"/>
                </a:moveTo>
                <a:lnTo>
                  <a:pt x="1628775" y="847725"/>
                </a:lnTo>
                <a:lnTo>
                  <a:pt x="1628775" y="838200"/>
                </a:lnTo>
                <a:lnTo>
                  <a:pt x="1619250" y="838200"/>
                </a:lnTo>
                <a:close/>
                <a:moveTo>
                  <a:pt x="619125" y="857250"/>
                </a:moveTo>
                <a:lnTo>
                  <a:pt x="638175" y="857250"/>
                </a:lnTo>
                <a:lnTo>
                  <a:pt x="638175" y="866775"/>
                </a:lnTo>
                <a:lnTo>
                  <a:pt x="619125" y="866775"/>
                </a:lnTo>
                <a:close/>
                <a:moveTo>
                  <a:pt x="1409700" y="857250"/>
                </a:moveTo>
                <a:lnTo>
                  <a:pt x="1419225" y="857250"/>
                </a:lnTo>
                <a:lnTo>
                  <a:pt x="1419225" y="847725"/>
                </a:lnTo>
                <a:lnTo>
                  <a:pt x="1409700" y="847725"/>
                </a:lnTo>
                <a:close/>
                <a:moveTo>
                  <a:pt x="1466850" y="895350"/>
                </a:moveTo>
                <a:lnTo>
                  <a:pt x="1485900" y="895350"/>
                </a:lnTo>
                <a:lnTo>
                  <a:pt x="1485900" y="876300"/>
                </a:lnTo>
                <a:lnTo>
                  <a:pt x="1476375" y="876300"/>
                </a:lnTo>
                <a:lnTo>
                  <a:pt x="1476375" y="866775"/>
                </a:lnTo>
                <a:lnTo>
                  <a:pt x="1466850" y="866775"/>
                </a:lnTo>
                <a:close/>
                <a:moveTo>
                  <a:pt x="1800225" y="895350"/>
                </a:moveTo>
                <a:lnTo>
                  <a:pt x="1809750" y="895350"/>
                </a:lnTo>
                <a:lnTo>
                  <a:pt x="1809750" y="876300"/>
                </a:lnTo>
                <a:lnTo>
                  <a:pt x="1790700" y="876300"/>
                </a:lnTo>
                <a:lnTo>
                  <a:pt x="1790700" y="904875"/>
                </a:lnTo>
                <a:lnTo>
                  <a:pt x="1800225" y="904875"/>
                </a:lnTo>
                <a:close/>
                <a:moveTo>
                  <a:pt x="1390650" y="904875"/>
                </a:moveTo>
                <a:lnTo>
                  <a:pt x="1400175" y="904875"/>
                </a:lnTo>
                <a:lnTo>
                  <a:pt x="1400175" y="895350"/>
                </a:lnTo>
                <a:lnTo>
                  <a:pt x="1390650" y="895350"/>
                </a:lnTo>
                <a:close/>
                <a:moveTo>
                  <a:pt x="1676400" y="904875"/>
                </a:moveTo>
                <a:lnTo>
                  <a:pt x="1685925" y="904875"/>
                </a:lnTo>
                <a:lnTo>
                  <a:pt x="1685925" y="914400"/>
                </a:lnTo>
                <a:lnTo>
                  <a:pt x="1695450" y="914400"/>
                </a:lnTo>
                <a:lnTo>
                  <a:pt x="1695450" y="971550"/>
                </a:lnTo>
                <a:lnTo>
                  <a:pt x="1676400" y="971550"/>
                </a:lnTo>
                <a:lnTo>
                  <a:pt x="1676400" y="962025"/>
                </a:lnTo>
                <a:lnTo>
                  <a:pt x="1666875" y="962025"/>
                </a:lnTo>
                <a:lnTo>
                  <a:pt x="1666875" y="933450"/>
                </a:lnTo>
                <a:lnTo>
                  <a:pt x="1676400" y="933450"/>
                </a:lnTo>
                <a:close/>
                <a:moveTo>
                  <a:pt x="342900" y="923925"/>
                </a:moveTo>
                <a:lnTo>
                  <a:pt x="333375" y="923925"/>
                </a:lnTo>
                <a:lnTo>
                  <a:pt x="333375" y="933450"/>
                </a:lnTo>
                <a:lnTo>
                  <a:pt x="323850" y="933450"/>
                </a:lnTo>
                <a:lnTo>
                  <a:pt x="323850" y="952500"/>
                </a:lnTo>
                <a:lnTo>
                  <a:pt x="333375" y="952500"/>
                </a:lnTo>
                <a:lnTo>
                  <a:pt x="333375" y="962025"/>
                </a:lnTo>
                <a:lnTo>
                  <a:pt x="361950" y="962025"/>
                </a:lnTo>
                <a:lnTo>
                  <a:pt x="361950" y="942975"/>
                </a:lnTo>
                <a:lnTo>
                  <a:pt x="342900" y="942975"/>
                </a:lnTo>
                <a:close/>
                <a:moveTo>
                  <a:pt x="342900" y="923925"/>
                </a:moveTo>
                <a:lnTo>
                  <a:pt x="361950" y="923925"/>
                </a:lnTo>
                <a:lnTo>
                  <a:pt x="361950" y="904875"/>
                </a:lnTo>
                <a:lnTo>
                  <a:pt x="352425" y="904875"/>
                </a:lnTo>
                <a:lnTo>
                  <a:pt x="352425" y="914400"/>
                </a:lnTo>
                <a:lnTo>
                  <a:pt x="342900" y="914400"/>
                </a:lnTo>
                <a:close/>
                <a:moveTo>
                  <a:pt x="1524000" y="933450"/>
                </a:moveTo>
                <a:lnTo>
                  <a:pt x="1543050" y="933450"/>
                </a:lnTo>
                <a:lnTo>
                  <a:pt x="1543050" y="895350"/>
                </a:lnTo>
                <a:lnTo>
                  <a:pt x="1524000" y="895350"/>
                </a:lnTo>
                <a:close/>
                <a:moveTo>
                  <a:pt x="1590675" y="933450"/>
                </a:moveTo>
                <a:lnTo>
                  <a:pt x="1600200" y="933450"/>
                </a:lnTo>
                <a:lnTo>
                  <a:pt x="1600200" y="923925"/>
                </a:lnTo>
                <a:lnTo>
                  <a:pt x="1590675" y="923925"/>
                </a:lnTo>
                <a:close/>
                <a:moveTo>
                  <a:pt x="419100" y="942975"/>
                </a:moveTo>
                <a:lnTo>
                  <a:pt x="438150" y="942975"/>
                </a:lnTo>
                <a:lnTo>
                  <a:pt x="438150" y="952500"/>
                </a:lnTo>
                <a:lnTo>
                  <a:pt x="419100" y="952500"/>
                </a:lnTo>
                <a:close/>
                <a:moveTo>
                  <a:pt x="1352550" y="942975"/>
                </a:moveTo>
                <a:lnTo>
                  <a:pt x="1362075" y="942975"/>
                </a:lnTo>
                <a:lnTo>
                  <a:pt x="1362075" y="952500"/>
                </a:lnTo>
                <a:lnTo>
                  <a:pt x="1352550" y="952500"/>
                </a:lnTo>
                <a:close/>
                <a:moveTo>
                  <a:pt x="1409700" y="952500"/>
                </a:moveTo>
                <a:lnTo>
                  <a:pt x="1419225" y="952500"/>
                </a:lnTo>
                <a:lnTo>
                  <a:pt x="1419225" y="942975"/>
                </a:lnTo>
                <a:lnTo>
                  <a:pt x="1409700" y="942975"/>
                </a:lnTo>
                <a:close/>
                <a:moveTo>
                  <a:pt x="1857375" y="952500"/>
                </a:moveTo>
                <a:lnTo>
                  <a:pt x="1866900" y="952500"/>
                </a:lnTo>
                <a:lnTo>
                  <a:pt x="1866900" y="933450"/>
                </a:lnTo>
                <a:lnTo>
                  <a:pt x="1857375" y="933450"/>
                </a:lnTo>
                <a:close/>
                <a:moveTo>
                  <a:pt x="381000" y="962025"/>
                </a:moveTo>
                <a:lnTo>
                  <a:pt x="419100" y="962025"/>
                </a:lnTo>
                <a:lnTo>
                  <a:pt x="419100" y="971550"/>
                </a:lnTo>
                <a:lnTo>
                  <a:pt x="428625" y="971550"/>
                </a:lnTo>
                <a:lnTo>
                  <a:pt x="428625" y="990600"/>
                </a:lnTo>
                <a:lnTo>
                  <a:pt x="419100" y="990600"/>
                </a:lnTo>
                <a:lnTo>
                  <a:pt x="419100" y="981075"/>
                </a:lnTo>
                <a:lnTo>
                  <a:pt x="381000" y="981075"/>
                </a:lnTo>
                <a:close/>
                <a:moveTo>
                  <a:pt x="1428750" y="962025"/>
                </a:moveTo>
                <a:lnTo>
                  <a:pt x="1438275" y="962025"/>
                </a:lnTo>
                <a:lnTo>
                  <a:pt x="1438275" y="971550"/>
                </a:lnTo>
                <a:lnTo>
                  <a:pt x="1428750" y="971550"/>
                </a:lnTo>
                <a:close/>
                <a:moveTo>
                  <a:pt x="447675" y="971550"/>
                </a:moveTo>
                <a:lnTo>
                  <a:pt x="466725" y="971550"/>
                </a:lnTo>
                <a:lnTo>
                  <a:pt x="466725" y="981075"/>
                </a:lnTo>
                <a:lnTo>
                  <a:pt x="476250" y="981075"/>
                </a:lnTo>
                <a:lnTo>
                  <a:pt x="476250" y="990600"/>
                </a:lnTo>
                <a:lnTo>
                  <a:pt x="457200" y="990600"/>
                </a:lnTo>
                <a:lnTo>
                  <a:pt x="457200" y="981075"/>
                </a:lnTo>
                <a:lnTo>
                  <a:pt x="447675" y="981075"/>
                </a:lnTo>
                <a:close/>
                <a:moveTo>
                  <a:pt x="1504950" y="981075"/>
                </a:moveTo>
                <a:lnTo>
                  <a:pt x="1514475" y="981075"/>
                </a:lnTo>
                <a:lnTo>
                  <a:pt x="1514475" y="971550"/>
                </a:lnTo>
                <a:lnTo>
                  <a:pt x="1504950" y="971550"/>
                </a:lnTo>
                <a:close/>
                <a:moveTo>
                  <a:pt x="1676400" y="981075"/>
                </a:moveTo>
                <a:lnTo>
                  <a:pt x="1695450" y="981075"/>
                </a:lnTo>
                <a:lnTo>
                  <a:pt x="1695450" y="990600"/>
                </a:lnTo>
                <a:lnTo>
                  <a:pt x="1676400" y="990600"/>
                </a:lnTo>
                <a:close/>
                <a:moveTo>
                  <a:pt x="1533525" y="990600"/>
                </a:moveTo>
                <a:lnTo>
                  <a:pt x="1543050" y="990600"/>
                </a:lnTo>
                <a:lnTo>
                  <a:pt x="1543050" y="971550"/>
                </a:lnTo>
                <a:lnTo>
                  <a:pt x="1524000" y="971550"/>
                </a:lnTo>
                <a:lnTo>
                  <a:pt x="1524000" y="981075"/>
                </a:lnTo>
                <a:lnTo>
                  <a:pt x="1514475" y="981075"/>
                </a:lnTo>
                <a:lnTo>
                  <a:pt x="1514475" y="1000125"/>
                </a:lnTo>
                <a:lnTo>
                  <a:pt x="1533525" y="1000125"/>
                </a:lnTo>
                <a:close/>
                <a:moveTo>
                  <a:pt x="304800" y="1000125"/>
                </a:moveTo>
                <a:lnTo>
                  <a:pt x="314325" y="1000125"/>
                </a:lnTo>
                <a:lnTo>
                  <a:pt x="314325" y="1009650"/>
                </a:lnTo>
                <a:lnTo>
                  <a:pt x="304800" y="1009650"/>
                </a:lnTo>
                <a:close/>
                <a:moveTo>
                  <a:pt x="466725" y="1000125"/>
                </a:moveTo>
                <a:lnTo>
                  <a:pt x="476250" y="1000125"/>
                </a:lnTo>
                <a:lnTo>
                  <a:pt x="476250" y="1009650"/>
                </a:lnTo>
                <a:lnTo>
                  <a:pt x="485775" y="1009650"/>
                </a:lnTo>
                <a:lnTo>
                  <a:pt x="485775" y="1019175"/>
                </a:lnTo>
                <a:lnTo>
                  <a:pt x="466725" y="1019175"/>
                </a:lnTo>
                <a:close/>
                <a:moveTo>
                  <a:pt x="314325" y="1009650"/>
                </a:moveTo>
                <a:lnTo>
                  <a:pt x="323850" y="1009650"/>
                </a:lnTo>
                <a:lnTo>
                  <a:pt x="323850" y="1019175"/>
                </a:lnTo>
                <a:lnTo>
                  <a:pt x="314325" y="1019175"/>
                </a:lnTo>
                <a:close/>
                <a:moveTo>
                  <a:pt x="1704975" y="1019175"/>
                </a:moveTo>
                <a:lnTo>
                  <a:pt x="1724025" y="1019175"/>
                </a:lnTo>
                <a:lnTo>
                  <a:pt x="1724025" y="1028700"/>
                </a:lnTo>
                <a:lnTo>
                  <a:pt x="1714500" y="1028700"/>
                </a:lnTo>
                <a:lnTo>
                  <a:pt x="1714500" y="1038225"/>
                </a:lnTo>
                <a:lnTo>
                  <a:pt x="1695450" y="1038225"/>
                </a:lnTo>
                <a:lnTo>
                  <a:pt x="1695450" y="1028700"/>
                </a:lnTo>
                <a:lnTo>
                  <a:pt x="1704975" y="1028700"/>
                </a:lnTo>
                <a:close/>
                <a:moveTo>
                  <a:pt x="466725" y="1028700"/>
                </a:moveTo>
                <a:lnTo>
                  <a:pt x="476250" y="1028700"/>
                </a:lnTo>
                <a:lnTo>
                  <a:pt x="476250" y="1066800"/>
                </a:lnTo>
                <a:lnTo>
                  <a:pt x="466725" y="1066800"/>
                </a:lnTo>
                <a:lnTo>
                  <a:pt x="466725" y="1047750"/>
                </a:lnTo>
                <a:lnTo>
                  <a:pt x="457200" y="1047750"/>
                </a:lnTo>
                <a:lnTo>
                  <a:pt x="457200" y="1038225"/>
                </a:lnTo>
                <a:lnTo>
                  <a:pt x="466725" y="1038225"/>
                </a:lnTo>
                <a:close/>
                <a:moveTo>
                  <a:pt x="1390650" y="1057275"/>
                </a:moveTo>
                <a:lnTo>
                  <a:pt x="1400175" y="1057275"/>
                </a:lnTo>
                <a:lnTo>
                  <a:pt x="1400175" y="1066800"/>
                </a:lnTo>
                <a:lnTo>
                  <a:pt x="1390650" y="1066800"/>
                </a:lnTo>
                <a:close/>
                <a:moveTo>
                  <a:pt x="1666875" y="1076325"/>
                </a:moveTo>
                <a:lnTo>
                  <a:pt x="1676400" y="1076325"/>
                </a:lnTo>
                <a:lnTo>
                  <a:pt x="1676400" y="1085850"/>
                </a:lnTo>
                <a:lnTo>
                  <a:pt x="1704975" y="1085850"/>
                </a:lnTo>
                <a:lnTo>
                  <a:pt x="1704975" y="1095375"/>
                </a:lnTo>
                <a:lnTo>
                  <a:pt x="1695450" y="1095375"/>
                </a:lnTo>
                <a:lnTo>
                  <a:pt x="1695450" y="1104900"/>
                </a:lnTo>
                <a:lnTo>
                  <a:pt x="1666875" y="1104900"/>
                </a:lnTo>
                <a:lnTo>
                  <a:pt x="1666875" y="1095375"/>
                </a:lnTo>
                <a:lnTo>
                  <a:pt x="1657350" y="1095375"/>
                </a:lnTo>
                <a:lnTo>
                  <a:pt x="1657350" y="1085850"/>
                </a:lnTo>
                <a:lnTo>
                  <a:pt x="1666875" y="1085850"/>
                </a:lnTo>
                <a:close/>
                <a:moveTo>
                  <a:pt x="1885950" y="1076325"/>
                </a:moveTo>
                <a:lnTo>
                  <a:pt x="1876425" y="1076325"/>
                </a:lnTo>
                <a:lnTo>
                  <a:pt x="1876425" y="1085850"/>
                </a:lnTo>
                <a:lnTo>
                  <a:pt x="1885950" y="1085850"/>
                </a:lnTo>
                <a:close/>
                <a:moveTo>
                  <a:pt x="1885950" y="1076325"/>
                </a:moveTo>
                <a:lnTo>
                  <a:pt x="1895475" y="1076325"/>
                </a:lnTo>
                <a:lnTo>
                  <a:pt x="1895475" y="1085850"/>
                </a:lnTo>
                <a:lnTo>
                  <a:pt x="1905000" y="1085850"/>
                </a:lnTo>
                <a:lnTo>
                  <a:pt x="1905000" y="1057275"/>
                </a:lnTo>
                <a:lnTo>
                  <a:pt x="1885950" y="1057275"/>
                </a:lnTo>
                <a:close/>
                <a:moveTo>
                  <a:pt x="1600200" y="1123950"/>
                </a:moveTo>
                <a:lnTo>
                  <a:pt x="1609725" y="1123950"/>
                </a:lnTo>
                <a:lnTo>
                  <a:pt x="1609725" y="1143000"/>
                </a:lnTo>
                <a:lnTo>
                  <a:pt x="1600200" y="1143000"/>
                </a:lnTo>
                <a:close/>
                <a:moveTo>
                  <a:pt x="1847850" y="1123950"/>
                </a:moveTo>
                <a:lnTo>
                  <a:pt x="1866900" y="1123950"/>
                </a:lnTo>
                <a:lnTo>
                  <a:pt x="1866900" y="1114425"/>
                </a:lnTo>
                <a:lnTo>
                  <a:pt x="1847850" y="1114425"/>
                </a:lnTo>
                <a:close/>
                <a:moveTo>
                  <a:pt x="1743075" y="1133475"/>
                </a:moveTo>
                <a:lnTo>
                  <a:pt x="1771650" y="1133475"/>
                </a:lnTo>
                <a:lnTo>
                  <a:pt x="1771650" y="1123950"/>
                </a:lnTo>
                <a:lnTo>
                  <a:pt x="1743075" y="1123950"/>
                </a:lnTo>
                <a:close/>
                <a:moveTo>
                  <a:pt x="1524000" y="1152525"/>
                </a:moveTo>
                <a:lnTo>
                  <a:pt x="1533525" y="1152525"/>
                </a:lnTo>
                <a:lnTo>
                  <a:pt x="1533525" y="1171575"/>
                </a:lnTo>
                <a:lnTo>
                  <a:pt x="1524000" y="1171575"/>
                </a:lnTo>
                <a:close/>
                <a:moveTo>
                  <a:pt x="1666875" y="1152525"/>
                </a:moveTo>
                <a:lnTo>
                  <a:pt x="1676400" y="1152525"/>
                </a:lnTo>
                <a:lnTo>
                  <a:pt x="1676400" y="1162050"/>
                </a:lnTo>
                <a:lnTo>
                  <a:pt x="1685925" y="1162050"/>
                </a:lnTo>
                <a:lnTo>
                  <a:pt x="1685925" y="1181100"/>
                </a:lnTo>
                <a:lnTo>
                  <a:pt x="1666875" y="1181100"/>
                </a:lnTo>
                <a:lnTo>
                  <a:pt x="1666875" y="1171575"/>
                </a:lnTo>
                <a:lnTo>
                  <a:pt x="1657350" y="1171575"/>
                </a:lnTo>
                <a:lnTo>
                  <a:pt x="1657350" y="1162050"/>
                </a:lnTo>
                <a:lnTo>
                  <a:pt x="1666875" y="1162050"/>
                </a:lnTo>
                <a:close/>
                <a:moveTo>
                  <a:pt x="333375" y="1162050"/>
                </a:moveTo>
                <a:lnTo>
                  <a:pt x="342900" y="1162050"/>
                </a:lnTo>
                <a:lnTo>
                  <a:pt x="342900" y="1190625"/>
                </a:lnTo>
                <a:lnTo>
                  <a:pt x="333375" y="1190625"/>
                </a:lnTo>
                <a:lnTo>
                  <a:pt x="333375" y="1200150"/>
                </a:lnTo>
                <a:lnTo>
                  <a:pt x="323850" y="1200150"/>
                </a:lnTo>
                <a:lnTo>
                  <a:pt x="323850" y="1209675"/>
                </a:lnTo>
                <a:lnTo>
                  <a:pt x="314325" y="1209675"/>
                </a:lnTo>
                <a:lnTo>
                  <a:pt x="314325" y="1200150"/>
                </a:lnTo>
                <a:lnTo>
                  <a:pt x="304800" y="1200150"/>
                </a:lnTo>
                <a:lnTo>
                  <a:pt x="304800" y="1181100"/>
                </a:lnTo>
                <a:lnTo>
                  <a:pt x="314325" y="1181100"/>
                </a:lnTo>
                <a:lnTo>
                  <a:pt x="314325" y="1171575"/>
                </a:lnTo>
                <a:lnTo>
                  <a:pt x="333375" y="1171575"/>
                </a:lnTo>
                <a:close/>
                <a:moveTo>
                  <a:pt x="400050" y="1219200"/>
                </a:moveTo>
                <a:lnTo>
                  <a:pt x="419100" y="1219200"/>
                </a:lnTo>
                <a:lnTo>
                  <a:pt x="419100" y="1238250"/>
                </a:lnTo>
                <a:lnTo>
                  <a:pt x="409575" y="1238250"/>
                </a:lnTo>
                <a:lnTo>
                  <a:pt x="409575" y="1228725"/>
                </a:lnTo>
                <a:lnTo>
                  <a:pt x="400050" y="1228725"/>
                </a:lnTo>
                <a:close/>
                <a:moveTo>
                  <a:pt x="295275" y="1266825"/>
                </a:moveTo>
                <a:lnTo>
                  <a:pt x="323850" y="1266825"/>
                </a:lnTo>
                <a:lnTo>
                  <a:pt x="323850" y="1276350"/>
                </a:lnTo>
                <a:lnTo>
                  <a:pt x="295275" y="1276350"/>
                </a:lnTo>
                <a:close/>
                <a:moveTo>
                  <a:pt x="266700" y="1295400"/>
                </a:moveTo>
                <a:lnTo>
                  <a:pt x="285750" y="1295400"/>
                </a:lnTo>
                <a:lnTo>
                  <a:pt x="285750" y="1304925"/>
                </a:lnTo>
                <a:lnTo>
                  <a:pt x="295275" y="1304925"/>
                </a:lnTo>
                <a:lnTo>
                  <a:pt x="295275" y="1314450"/>
                </a:lnTo>
                <a:lnTo>
                  <a:pt x="266700" y="1314450"/>
                </a:lnTo>
                <a:close/>
                <a:moveTo>
                  <a:pt x="1838325" y="1304925"/>
                </a:moveTo>
                <a:lnTo>
                  <a:pt x="1847850" y="1304925"/>
                </a:lnTo>
                <a:lnTo>
                  <a:pt x="1847850" y="1314450"/>
                </a:lnTo>
                <a:lnTo>
                  <a:pt x="1838325" y="1314450"/>
                </a:lnTo>
                <a:close/>
                <a:moveTo>
                  <a:pt x="333375" y="1343025"/>
                </a:moveTo>
                <a:lnTo>
                  <a:pt x="342900" y="1343025"/>
                </a:lnTo>
                <a:lnTo>
                  <a:pt x="342900" y="1352550"/>
                </a:lnTo>
                <a:lnTo>
                  <a:pt x="333375" y="1352550"/>
                </a:lnTo>
                <a:close/>
                <a:moveTo>
                  <a:pt x="485775" y="1371600"/>
                </a:moveTo>
                <a:lnTo>
                  <a:pt x="495300" y="1371600"/>
                </a:lnTo>
                <a:lnTo>
                  <a:pt x="495300" y="1381125"/>
                </a:lnTo>
                <a:lnTo>
                  <a:pt x="485775" y="1381125"/>
                </a:lnTo>
                <a:close/>
                <a:moveTo>
                  <a:pt x="504825" y="1371600"/>
                </a:moveTo>
                <a:lnTo>
                  <a:pt x="523875" y="1371600"/>
                </a:lnTo>
                <a:lnTo>
                  <a:pt x="523875" y="1390650"/>
                </a:lnTo>
                <a:lnTo>
                  <a:pt x="514350" y="1390650"/>
                </a:lnTo>
                <a:lnTo>
                  <a:pt x="514350" y="1381125"/>
                </a:lnTo>
                <a:lnTo>
                  <a:pt x="504825" y="1381125"/>
                </a:lnTo>
                <a:close/>
                <a:moveTo>
                  <a:pt x="323850" y="1390650"/>
                </a:moveTo>
                <a:lnTo>
                  <a:pt x="333375" y="1390650"/>
                </a:lnTo>
                <a:lnTo>
                  <a:pt x="333375" y="1400175"/>
                </a:lnTo>
                <a:lnTo>
                  <a:pt x="323850" y="1400175"/>
                </a:lnTo>
                <a:close/>
                <a:moveTo>
                  <a:pt x="561975" y="1390650"/>
                </a:moveTo>
                <a:lnTo>
                  <a:pt x="571500" y="1390650"/>
                </a:lnTo>
                <a:lnTo>
                  <a:pt x="571500" y="1400175"/>
                </a:lnTo>
                <a:lnTo>
                  <a:pt x="561975" y="1400175"/>
                </a:lnTo>
                <a:close/>
              </a:path>
            </a:pathLst>
          </a:custGeom>
          <a:solidFill xmlns:a="http://schemas.openxmlformats.org/drawingml/2006/main">
            <a:srgbClr val="DBE9DC"/>
          </a:solidFill>
          <a:ln xmlns:a="http://schemas.openxmlformats.org/drawingml/2006/main" w="0">
            <a:noFill/>
          </a:ln>
        </p:spPr>
      </p:sp>
      <p:sp>
        <p:nvSpPr>
          <p:cNvPr id="15" name="employee vector #dbe9db">
            <a:extLst xmlns:a="http://schemas.openxmlformats.org/drawingml/2006/main">
              <a:ext uri="{FF2B5EF4-FFF2-40B4-BE49-F238E27FC236}">
                <a16:creationId xmlns:a16="http://schemas.microsoft.com/office/drawing/2014/main" id="{8670EE83-D49E-48FF-8E0F-A79C5D62E11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85825" y="2571750"/>
            <a:ext cx="2105025" cy="2066925"/>
          </a:xfrm>
          <a:custGeom xmlns:a="http://schemas.openxmlformats.org/drawingml/2006/main">
            <a:pathLst>
              <a:path w="2105025" h="2066925">
                <a:moveTo>
                  <a:pt x="990600" y="114300"/>
                </a:moveTo>
                <a:lnTo>
                  <a:pt x="1009650" y="114300"/>
                </a:lnTo>
                <a:lnTo>
                  <a:pt x="1009650" y="142875"/>
                </a:lnTo>
                <a:lnTo>
                  <a:pt x="1000125" y="142875"/>
                </a:lnTo>
                <a:lnTo>
                  <a:pt x="1000125" y="133350"/>
                </a:lnTo>
                <a:lnTo>
                  <a:pt x="990600" y="133350"/>
                </a:lnTo>
                <a:close/>
                <a:moveTo>
                  <a:pt x="1276350" y="200025"/>
                </a:moveTo>
                <a:lnTo>
                  <a:pt x="1295400" y="200025"/>
                </a:lnTo>
                <a:lnTo>
                  <a:pt x="1295400" y="209550"/>
                </a:lnTo>
                <a:lnTo>
                  <a:pt x="1276350" y="209550"/>
                </a:lnTo>
                <a:close/>
                <a:moveTo>
                  <a:pt x="1171575" y="238125"/>
                </a:moveTo>
                <a:lnTo>
                  <a:pt x="1200150" y="238125"/>
                </a:lnTo>
                <a:lnTo>
                  <a:pt x="1200150" y="257175"/>
                </a:lnTo>
                <a:lnTo>
                  <a:pt x="1190625" y="257175"/>
                </a:lnTo>
                <a:lnTo>
                  <a:pt x="1190625" y="266700"/>
                </a:lnTo>
                <a:lnTo>
                  <a:pt x="1181100" y="266700"/>
                </a:lnTo>
                <a:lnTo>
                  <a:pt x="1181100" y="257175"/>
                </a:lnTo>
                <a:lnTo>
                  <a:pt x="1171575" y="257175"/>
                </a:lnTo>
                <a:close/>
                <a:moveTo>
                  <a:pt x="1247775" y="285750"/>
                </a:moveTo>
                <a:lnTo>
                  <a:pt x="1257300" y="285750"/>
                </a:lnTo>
                <a:lnTo>
                  <a:pt x="1257300" y="295275"/>
                </a:lnTo>
                <a:lnTo>
                  <a:pt x="1266825" y="295275"/>
                </a:lnTo>
                <a:lnTo>
                  <a:pt x="1266825" y="314325"/>
                </a:lnTo>
                <a:lnTo>
                  <a:pt x="1257300" y="314325"/>
                </a:lnTo>
                <a:lnTo>
                  <a:pt x="1257300" y="304800"/>
                </a:lnTo>
                <a:lnTo>
                  <a:pt x="1247775" y="304800"/>
                </a:lnTo>
                <a:close/>
                <a:moveTo>
                  <a:pt x="1181100" y="304800"/>
                </a:moveTo>
                <a:lnTo>
                  <a:pt x="1190625" y="304800"/>
                </a:lnTo>
                <a:lnTo>
                  <a:pt x="1190625" y="314325"/>
                </a:lnTo>
                <a:lnTo>
                  <a:pt x="1181100" y="314325"/>
                </a:lnTo>
                <a:close/>
                <a:moveTo>
                  <a:pt x="1238250" y="304800"/>
                </a:moveTo>
                <a:lnTo>
                  <a:pt x="1247775" y="304800"/>
                </a:lnTo>
                <a:lnTo>
                  <a:pt x="1247775" y="314325"/>
                </a:lnTo>
                <a:lnTo>
                  <a:pt x="1238250" y="314325"/>
                </a:lnTo>
                <a:close/>
                <a:moveTo>
                  <a:pt x="1190625" y="314325"/>
                </a:moveTo>
                <a:lnTo>
                  <a:pt x="1200150" y="314325"/>
                </a:lnTo>
                <a:lnTo>
                  <a:pt x="1200150" y="323850"/>
                </a:lnTo>
                <a:lnTo>
                  <a:pt x="1190625" y="323850"/>
                </a:lnTo>
                <a:close/>
                <a:moveTo>
                  <a:pt x="1524000" y="314325"/>
                </a:moveTo>
                <a:lnTo>
                  <a:pt x="1543050" y="314325"/>
                </a:lnTo>
                <a:lnTo>
                  <a:pt x="1543050" y="323850"/>
                </a:lnTo>
                <a:lnTo>
                  <a:pt x="1524000" y="323850"/>
                </a:lnTo>
                <a:close/>
                <a:moveTo>
                  <a:pt x="1447800" y="342900"/>
                </a:moveTo>
                <a:lnTo>
                  <a:pt x="1466850" y="342900"/>
                </a:lnTo>
                <a:lnTo>
                  <a:pt x="1466850" y="361950"/>
                </a:lnTo>
                <a:lnTo>
                  <a:pt x="1447800" y="361950"/>
                </a:lnTo>
                <a:close/>
                <a:moveTo>
                  <a:pt x="561975" y="476250"/>
                </a:moveTo>
                <a:lnTo>
                  <a:pt x="571500" y="476250"/>
                </a:lnTo>
                <a:lnTo>
                  <a:pt x="571500" y="485775"/>
                </a:lnTo>
                <a:lnTo>
                  <a:pt x="561975" y="485775"/>
                </a:lnTo>
                <a:close/>
                <a:moveTo>
                  <a:pt x="371475" y="533400"/>
                </a:moveTo>
                <a:lnTo>
                  <a:pt x="390525" y="533400"/>
                </a:lnTo>
                <a:lnTo>
                  <a:pt x="390525" y="542925"/>
                </a:lnTo>
                <a:lnTo>
                  <a:pt x="400050" y="542925"/>
                </a:lnTo>
                <a:lnTo>
                  <a:pt x="400050" y="561975"/>
                </a:lnTo>
                <a:lnTo>
                  <a:pt x="381000" y="561975"/>
                </a:lnTo>
                <a:lnTo>
                  <a:pt x="381000" y="571500"/>
                </a:lnTo>
                <a:lnTo>
                  <a:pt x="371475" y="571500"/>
                </a:lnTo>
                <a:close/>
                <a:moveTo>
                  <a:pt x="1219200" y="533400"/>
                </a:moveTo>
                <a:lnTo>
                  <a:pt x="1228725" y="533400"/>
                </a:lnTo>
                <a:lnTo>
                  <a:pt x="1228725" y="542925"/>
                </a:lnTo>
                <a:lnTo>
                  <a:pt x="1238250" y="542925"/>
                </a:lnTo>
                <a:lnTo>
                  <a:pt x="1238250" y="581025"/>
                </a:lnTo>
                <a:lnTo>
                  <a:pt x="1228725" y="581025"/>
                </a:lnTo>
                <a:lnTo>
                  <a:pt x="1228725" y="571500"/>
                </a:lnTo>
                <a:lnTo>
                  <a:pt x="1219200" y="571500"/>
                </a:lnTo>
                <a:close/>
                <a:moveTo>
                  <a:pt x="352425" y="542925"/>
                </a:moveTo>
                <a:lnTo>
                  <a:pt x="361950" y="542925"/>
                </a:lnTo>
                <a:lnTo>
                  <a:pt x="361950" y="552450"/>
                </a:lnTo>
                <a:lnTo>
                  <a:pt x="352425" y="552450"/>
                </a:lnTo>
                <a:close/>
                <a:moveTo>
                  <a:pt x="1352550" y="542925"/>
                </a:moveTo>
                <a:lnTo>
                  <a:pt x="1381125" y="542925"/>
                </a:lnTo>
                <a:lnTo>
                  <a:pt x="1381125" y="571500"/>
                </a:lnTo>
                <a:lnTo>
                  <a:pt x="1352550" y="571500"/>
                </a:lnTo>
                <a:close/>
                <a:moveTo>
                  <a:pt x="266700" y="552450"/>
                </a:moveTo>
                <a:lnTo>
                  <a:pt x="276225" y="552450"/>
                </a:lnTo>
                <a:lnTo>
                  <a:pt x="276225" y="571500"/>
                </a:lnTo>
                <a:lnTo>
                  <a:pt x="266700" y="571500"/>
                </a:lnTo>
                <a:close/>
                <a:moveTo>
                  <a:pt x="247650" y="581025"/>
                </a:moveTo>
                <a:lnTo>
                  <a:pt x="257175" y="581025"/>
                </a:lnTo>
                <a:lnTo>
                  <a:pt x="257175" y="590550"/>
                </a:lnTo>
                <a:lnTo>
                  <a:pt x="247650" y="590550"/>
                </a:lnTo>
                <a:close/>
                <a:moveTo>
                  <a:pt x="1219200" y="590550"/>
                </a:moveTo>
                <a:lnTo>
                  <a:pt x="1238250" y="590550"/>
                </a:lnTo>
                <a:lnTo>
                  <a:pt x="1238250" y="600075"/>
                </a:lnTo>
                <a:lnTo>
                  <a:pt x="1228725" y="600075"/>
                </a:lnTo>
                <a:lnTo>
                  <a:pt x="1228725" y="609600"/>
                </a:lnTo>
                <a:lnTo>
                  <a:pt x="1219200" y="609600"/>
                </a:lnTo>
                <a:close/>
                <a:moveTo>
                  <a:pt x="257175" y="600075"/>
                </a:moveTo>
                <a:lnTo>
                  <a:pt x="285750" y="600075"/>
                </a:lnTo>
                <a:lnTo>
                  <a:pt x="285750" y="619125"/>
                </a:lnTo>
                <a:lnTo>
                  <a:pt x="276225" y="619125"/>
                </a:lnTo>
                <a:lnTo>
                  <a:pt x="276225" y="628650"/>
                </a:lnTo>
                <a:lnTo>
                  <a:pt x="266700" y="628650"/>
                </a:lnTo>
                <a:lnTo>
                  <a:pt x="266700" y="609600"/>
                </a:lnTo>
                <a:lnTo>
                  <a:pt x="257175" y="609600"/>
                </a:lnTo>
                <a:close/>
                <a:moveTo>
                  <a:pt x="1228725" y="685800"/>
                </a:moveTo>
                <a:lnTo>
                  <a:pt x="1238250" y="685800"/>
                </a:lnTo>
                <a:lnTo>
                  <a:pt x="1238250" y="695325"/>
                </a:lnTo>
                <a:lnTo>
                  <a:pt x="1228725" y="695325"/>
                </a:lnTo>
                <a:close/>
                <a:moveTo>
                  <a:pt x="1247775" y="685800"/>
                </a:moveTo>
                <a:lnTo>
                  <a:pt x="1257300" y="685800"/>
                </a:lnTo>
                <a:lnTo>
                  <a:pt x="1257300" y="714375"/>
                </a:lnTo>
                <a:lnTo>
                  <a:pt x="1247775" y="714375"/>
                </a:lnTo>
                <a:lnTo>
                  <a:pt x="1247775" y="723900"/>
                </a:lnTo>
                <a:lnTo>
                  <a:pt x="1238250" y="723900"/>
                </a:lnTo>
                <a:lnTo>
                  <a:pt x="1238250" y="695325"/>
                </a:lnTo>
                <a:lnTo>
                  <a:pt x="1247775" y="695325"/>
                </a:lnTo>
                <a:close/>
                <a:moveTo>
                  <a:pt x="438150" y="733425"/>
                </a:moveTo>
                <a:lnTo>
                  <a:pt x="466725" y="733425"/>
                </a:lnTo>
                <a:lnTo>
                  <a:pt x="466725" y="752475"/>
                </a:lnTo>
                <a:lnTo>
                  <a:pt x="457200" y="752475"/>
                </a:lnTo>
                <a:lnTo>
                  <a:pt x="457200" y="762000"/>
                </a:lnTo>
                <a:lnTo>
                  <a:pt x="447675" y="762000"/>
                </a:lnTo>
                <a:lnTo>
                  <a:pt x="447675" y="752475"/>
                </a:lnTo>
                <a:lnTo>
                  <a:pt x="438150" y="752475"/>
                </a:lnTo>
                <a:close/>
                <a:moveTo>
                  <a:pt x="1571625" y="752475"/>
                </a:moveTo>
                <a:lnTo>
                  <a:pt x="1581150" y="752475"/>
                </a:lnTo>
                <a:lnTo>
                  <a:pt x="1581150" y="762000"/>
                </a:lnTo>
                <a:lnTo>
                  <a:pt x="1590675" y="762000"/>
                </a:lnTo>
                <a:lnTo>
                  <a:pt x="1590675" y="771525"/>
                </a:lnTo>
                <a:lnTo>
                  <a:pt x="1600200" y="771525"/>
                </a:lnTo>
                <a:lnTo>
                  <a:pt x="1600200" y="790575"/>
                </a:lnTo>
                <a:lnTo>
                  <a:pt x="1581150" y="790575"/>
                </a:lnTo>
                <a:lnTo>
                  <a:pt x="1581150" y="781050"/>
                </a:lnTo>
                <a:lnTo>
                  <a:pt x="1571625" y="781050"/>
                </a:lnTo>
                <a:lnTo>
                  <a:pt x="1571625" y="771525"/>
                </a:lnTo>
                <a:lnTo>
                  <a:pt x="1562100" y="771525"/>
                </a:lnTo>
                <a:lnTo>
                  <a:pt x="1562100" y="762000"/>
                </a:lnTo>
                <a:lnTo>
                  <a:pt x="1571625" y="762000"/>
                </a:lnTo>
                <a:close/>
                <a:moveTo>
                  <a:pt x="714375" y="762000"/>
                </a:moveTo>
                <a:lnTo>
                  <a:pt x="742950" y="762000"/>
                </a:lnTo>
                <a:lnTo>
                  <a:pt x="742950" y="781050"/>
                </a:lnTo>
                <a:lnTo>
                  <a:pt x="733425" y="781050"/>
                </a:lnTo>
                <a:lnTo>
                  <a:pt x="733425" y="790575"/>
                </a:lnTo>
                <a:lnTo>
                  <a:pt x="723900" y="790575"/>
                </a:lnTo>
                <a:lnTo>
                  <a:pt x="723900" y="781050"/>
                </a:lnTo>
                <a:lnTo>
                  <a:pt x="704850" y="781050"/>
                </a:lnTo>
                <a:lnTo>
                  <a:pt x="704850" y="771525"/>
                </a:lnTo>
                <a:lnTo>
                  <a:pt x="714375" y="771525"/>
                </a:lnTo>
                <a:close/>
                <a:moveTo>
                  <a:pt x="1638300" y="762000"/>
                </a:moveTo>
                <a:lnTo>
                  <a:pt x="1657350" y="762000"/>
                </a:lnTo>
                <a:lnTo>
                  <a:pt x="1657350" y="781050"/>
                </a:lnTo>
                <a:lnTo>
                  <a:pt x="1638300" y="781050"/>
                </a:lnTo>
                <a:close/>
                <a:moveTo>
                  <a:pt x="409575" y="771525"/>
                </a:moveTo>
                <a:lnTo>
                  <a:pt x="428625" y="771525"/>
                </a:lnTo>
                <a:lnTo>
                  <a:pt x="428625" y="790575"/>
                </a:lnTo>
                <a:lnTo>
                  <a:pt x="400050" y="790575"/>
                </a:lnTo>
                <a:lnTo>
                  <a:pt x="400050" y="781050"/>
                </a:lnTo>
                <a:lnTo>
                  <a:pt x="409575" y="781050"/>
                </a:lnTo>
                <a:close/>
                <a:moveTo>
                  <a:pt x="333375" y="781050"/>
                </a:moveTo>
                <a:lnTo>
                  <a:pt x="342900" y="781050"/>
                </a:lnTo>
                <a:lnTo>
                  <a:pt x="342900" y="790575"/>
                </a:lnTo>
                <a:lnTo>
                  <a:pt x="333375" y="790575"/>
                </a:lnTo>
                <a:close/>
                <a:moveTo>
                  <a:pt x="1085850" y="790575"/>
                </a:moveTo>
                <a:lnTo>
                  <a:pt x="1095375" y="790575"/>
                </a:lnTo>
                <a:lnTo>
                  <a:pt x="1095375" y="800100"/>
                </a:lnTo>
                <a:lnTo>
                  <a:pt x="1085850" y="800100"/>
                </a:lnTo>
                <a:close/>
                <a:moveTo>
                  <a:pt x="1323975" y="790575"/>
                </a:moveTo>
                <a:lnTo>
                  <a:pt x="1333500" y="790575"/>
                </a:lnTo>
                <a:lnTo>
                  <a:pt x="1333500" y="800100"/>
                </a:lnTo>
                <a:lnTo>
                  <a:pt x="1343025" y="800100"/>
                </a:lnTo>
                <a:lnTo>
                  <a:pt x="1343025" y="809625"/>
                </a:lnTo>
                <a:lnTo>
                  <a:pt x="1352550" y="809625"/>
                </a:lnTo>
                <a:lnTo>
                  <a:pt x="1352550" y="819150"/>
                </a:lnTo>
                <a:lnTo>
                  <a:pt x="1343025" y="819150"/>
                </a:lnTo>
                <a:lnTo>
                  <a:pt x="1343025" y="828675"/>
                </a:lnTo>
                <a:lnTo>
                  <a:pt x="1333500" y="828675"/>
                </a:lnTo>
                <a:lnTo>
                  <a:pt x="1333500" y="819150"/>
                </a:lnTo>
                <a:lnTo>
                  <a:pt x="1323975" y="819150"/>
                </a:lnTo>
                <a:lnTo>
                  <a:pt x="1323975" y="809625"/>
                </a:lnTo>
                <a:lnTo>
                  <a:pt x="1314450" y="809625"/>
                </a:lnTo>
                <a:lnTo>
                  <a:pt x="1314450" y="800100"/>
                </a:lnTo>
                <a:lnTo>
                  <a:pt x="1323975" y="800100"/>
                </a:lnTo>
                <a:close/>
                <a:moveTo>
                  <a:pt x="1790700" y="800100"/>
                </a:moveTo>
                <a:lnTo>
                  <a:pt x="1809750" y="800100"/>
                </a:lnTo>
                <a:lnTo>
                  <a:pt x="1809750" y="819150"/>
                </a:lnTo>
                <a:lnTo>
                  <a:pt x="1790700" y="819150"/>
                </a:lnTo>
                <a:close/>
                <a:moveTo>
                  <a:pt x="438150" y="828675"/>
                </a:moveTo>
                <a:lnTo>
                  <a:pt x="457200" y="828675"/>
                </a:lnTo>
                <a:lnTo>
                  <a:pt x="457200" y="838200"/>
                </a:lnTo>
                <a:lnTo>
                  <a:pt x="438150" y="838200"/>
                </a:lnTo>
                <a:close/>
                <a:moveTo>
                  <a:pt x="1400175" y="838200"/>
                </a:moveTo>
                <a:lnTo>
                  <a:pt x="1409700" y="838200"/>
                </a:lnTo>
                <a:lnTo>
                  <a:pt x="1409700" y="847725"/>
                </a:lnTo>
                <a:lnTo>
                  <a:pt x="1400175" y="847725"/>
                </a:lnTo>
                <a:close/>
                <a:moveTo>
                  <a:pt x="1409700" y="847725"/>
                </a:moveTo>
                <a:lnTo>
                  <a:pt x="1419225" y="847725"/>
                </a:lnTo>
                <a:lnTo>
                  <a:pt x="1419225" y="857250"/>
                </a:lnTo>
                <a:lnTo>
                  <a:pt x="1409700" y="857250"/>
                </a:lnTo>
                <a:close/>
                <a:moveTo>
                  <a:pt x="1466850" y="866775"/>
                </a:moveTo>
                <a:lnTo>
                  <a:pt x="1476375" y="866775"/>
                </a:lnTo>
                <a:lnTo>
                  <a:pt x="1476375" y="876300"/>
                </a:lnTo>
                <a:lnTo>
                  <a:pt x="1485900" y="876300"/>
                </a:lnTo>
                <a:lnTo>
                  <a:pt x="1485900" y="895350"/>
                </a:lnTo>
                <a:lnTo>
                  <a:pt x="1466850" y="895350"/>
                </a:lnTo>
                <a:close/>
                <a:moveTo>
                  <a:pt x="1790700" y="876300"/>
                </a:moveTo>
                <a:lnTo>
                  <a:pt x="1809750" y="876300"/>
                </a:lnTo>
                <a:lnTo>
                  <a:pt x="1809750" y="895350"/>
                </a:lnTo>
                <a:lnTo>
                  <a:pt x="1800225" y="895350"/>
                </a:lnTo>
                <a:lnTo>
                  <a:pt x="1800225" y="904875"/>
                </a:lnTo>
                <a:lnTo>
                  <a:pt x="1790700" y="904875"/>
                </a:lnTo>
                <a:close/>
                <a:moveTo>
                  <a:pt x="1333500" y="895350"/>
                </a:moveTo>
                <a:lnTo>
                  <a:pt x="1343025" y="895350"/>
                </a:lnTo>
                <a:lnTo>
                  <a:pt x="1343025" y="904875"/>
                </a:lnTo>
                <a:lnTo>
                  <a:pt x="1333500" y="904875"/>
                </a:lnTo>
                <a:close/>
                <a:moveTo>
                  <a:pt x="1390650" y="895350"/>
                </a:moveTo>
                <a:lnTo>
                  <a:pt x="1400175" y="895350"/>
                </a:lnTo>
                <a:lnTo>
                  <a:pt x="1400175" y="904875"/>
                </a:lnTo>
                <a:lnTo>
                  <a:pt x="1390650" y="904875"/>
                </a:lnTo>
                <a:close/>
                <a:moveTo>
                  <a:pt x="1524000" y="895350"/>
                </a:moveTo>
                <a:lnTo>
                  <a:pt x="1543050" y="895350"/>
                </a:lnTo>
                <a:lnTo>
                  <a:pt x="1543050" y="933450"/>
                </a:lnTo>
                <a:lnTo>
                  <a:pt x="1524000" y="933450"/>
                </a:lnTo>
                <a:close/>
                <a:moveTo>
                  <a:pt x="1409700" y="942975"/>
                </a:moveTo>
                <a:lnTo>
                  <a:pt x="1419225" y="942975"/>
                </a:lnTo>
                <a:lnTo>
                  <a:pt x="1419225" y="952500"/>
                </a:lnTo>
                <a:lnTo>
                  <a:pt x="1409700" y="952500"/>
                </a:lnTo>
                <a:close/>
                <a:moveTo>
                  <a:pt x="371475" y="962025"/>
                </a:moveTo>
                <a:lnTo>
                  <a:pt x="381000" y="962025"/>
                </a:lnTo>
                <a:lnTo>
                  <a:pt x="381000" y="981075"/>
                </a:lnTo>
                <a:lnTo>
                  <a:pt x="419100" y="981075"/>
                </a:lnTo>
                <a:lnTo>
                  <a:pt x="419100" y="990600"/>
                </a:lnTo>
                <a:lnTo>
                  <a:pt x="409575" y="990600"/>
                </a:lnTo>
                <a:lnTo>
                  <a:pt x="409575" y="1000125"/>
                </a:lnTo>
                <a:lnTo>
                  <a:pt x="390525" y="1000125"/>
                </a:lnTo>
                <a:lnTo>
                  <a:pt x="390525" y="990600"/>
                </a:lnTo>
                <a:lnTo>
                  <a:pt x="361950" y="990600"/>
                </a:lnTo>
                <a:lnTo>
                  <a:pt x="361950" y="971550"/>
                </a:lnTo>
                <a:lnTo>
                  <a:pt x="371475" y="971550"/>
                </a:lnTo>
                <a:close/>
                <a:moveTo>
                  <a:pt x="314325" y="981075"/>
                </a:moveTo>
                <a:lnTo>
                  <a:pt x="323850" y="981075"/>
                </a:lnTo>
                <a:lnTo>
                  <a:pt x="323850" y="990600"/>
                </a:lnTo>
                <a:lnTo>
                  <a:pt x="333375" y="990600"/>
                </a:lnTo>
                <a:lnTo>
                  <a:pt x="333375" y="1000125"/>
                </a:lnTo>
                <a:lnTo>
                  <a:pt x="323850" y="1000125"/>
                </a:lnTo>
                <a:lnTo>
                  <a:pt x="323850" y="1009650"/>
                </a:lnTo>
                <a:lnTo>
                  <a:pt x="314325" y="1009650"/>
                </a:lnTo>
                <a:close/>
                <a:moveTo>
                  <a:pt x="1504950" y="1038225"/>
                </a:moveTo>
                <a:lnTo>
                  <a:pt x="1524000" y="1038225"/>
                </a:lnTo>
                <a:lnTo>
                  <a:pt x="1524000" y="1047750"/>
                </a:lnTo>
                <a:lnTo>
                  <a:pt x="1504950" y="1047750"/>
                </a:lnTo>
                <a:close/>
                <a:moveTo>
                  <a:pt x="1428750" y="1047750"/>
                </a:moveTo>
                <a:lnTo>
                  <a:pt x="1447800" y="1047750"/>
                </a:lnTo>
                <a:lnTo>
                  <a:pt x="1447800" y="1057275"/>
                </a:lnTo>
                <a:lnTo>
                  <a:pt x="1457325" y="1057275"/>
                </a:lnTo>
                <a:lnTo>
                  <a:pt x="1457325" y="1066800"/>
                </a:lnTo>
                <a:lnTo>
                  <a:pt x="1447800" y="1066800"/>
                </a:lnTo>
                <a:lnTo>
                  <a:pt x="1447800" y="1076325"/>
                </a:lnTo>
                <a:lnTo>
                  <a:pt x="1457325" y="1076325"/>
                </a:lnTo>
                <a:lnTo>
                  <a:pt x="1457325" y="1085850"/>
                </a:lnTo>
                <a:lnTo>
                  <a:pt x="1447800" y="1085850"/>
                </a:lnTo>
                <a:lnTo>
                  <a:pt x="1447800" y="1104900"/>
                </a:lnTo>
                <a:lnTo>
                  <a:pt x="1419225" y="1104900"/>
                </a:lnTo>
                <a:lnTo>
                  <a:pt x="1419225" y="1076325"/>
                </a:lnTo>
                <a:lnTo>
                  <a:pt x="1428750" y="1076325"/>
                </a:lnTo>
                <a:close/>
                <a:moveTo>
                  <a:pt x="1457325" y="1085850"/>
                </a:moveTo>
                <a:lnTo>
                  <a:pt x="1466850" y="1085850"/>
                </a:lnTo>
                <a:lnTo>
                  <a:pt x="1466850" y="1095375"/>
                </a:lnTo>
                <a:lnTo>
                  <a:pt x="1457325" y="1095375"/>
                </a:lnTo>
                <a:close/>
                <a:moveTo>
                  <a:pt x="1800225" y="1133475"/>
                </a:moveTo>
                <a:lnTo>
                  <a:pt x="1809750" y="1133475"/>
                </a:lnTo>
                <a:lnTo>
                  <a:pt x="1809750" y="1143000"/>
                </a:lnTo>
                <a:lnTo>
                  <a:pt x="1819275" y="1143000"/>
                </a:lnTo>
                <a:lnTo>
                  <a:pt x="1819275" y="1152525"/>
                </a:lnTo>
                <a:lnTo>
                  <a:pt x="1809750" y="1152525"/>
                </a:lnTo>
                <a:lnTo>
                  <a:pt x="1809750" y="1171575"/>
                </a:lnTo>
                <a:lnTo>
                  <a:pt x="1819275" y="1171575"/>
                </a:lnTo>
                <a:lnTo>
                  <a:pt x="1819275" y="1181100"/>
                </a:lnTo>
                <a:lnTo>
                  <a:pt x="1809750" y="1181100"/>
                </a:lnTo>
                <a:lnTo>
                  <a:pt x="1809750" y="1190625"/>
                </a:lnTo>
                <a:lnTo>
                  <a:pt x="1781175" y="1190625"/>
                </a:lnTo>
                <a:lnTo>
                  <a:pt x="1781175" y="1171575"/>
                </a:lnTo>
                <a:lnTo>
                  <a:pt x="1790700" y="1171575"/>
                </a:lnTo>
                <a:lnTo>
                  <a:pt x="1790700" y="1143000"/>
                </a:lnTo>
                <a:lnTo>
                  <a:pt x="1800225" y="1143000"/>
                </a:lnTo>
                <a:close/>
                <a:moveTo>
                  <a:pt x="1714500" y="1162050"/>
                </a:moveTo>
                <a:lnTo>
                  <a:pt x="1733550" y="1162050"/>
                </a:lnTo>
                <a:lnTo>
                  <a:pt x="1733550" y="1171575"/>
                </a:lnTo>
                <a:lnTo>
                  <a:pt x="1714500" y="1171575"/>
                </a:lnTo>
                <a:close/>
                <a:moveTo>
                  <a:pt x="1733550" y="1171575"/>
                </a:moveTo>
                <a:lnTo>
                  <a:pt x="1743075" y="1171575"/>
                </a:lnTo>
                <a:lnTo>
                  <a:pt x="1743075" y="1181100"/>
                </a:lnTo>
                <a:lnTo>
                  <a:pt x="1733550" y="1181100"/>
                </a:lnTo>
                <a:close/>
                <a:moveTo>
                  <a:pt x="1752600" y="1171575"/>
                </a:moveTo>
                <a:lnTo>
                  <a:pt x="1771650" y="1171575"/>
                </a:lnTo>
                <a:lnTo>
                  <a:pt x="1771650" y="1181100"/>
                </a:lnTo>
                <a:lnTo>
                  <a:pt x="1752600" y="1181100"/>
                </a:lnTo>
                <a:close/>
                <a:moveTo>
                  <a:pt x="1504950" y="1181100"/>
                </a:moveTo>
                <a:lnTo>
                  <a:pt x="1514475" y="1181100"/>
                </a:lnTo>
                <a:lnTo>
                  <a:pt x="1514475" y="1190625"/>
                </a:lnTo>
                <a:lnTo>
                  <a:pt x="1504950" y="1190625"/>
                </a:lnTo>
                <a:close/>
                <a:moveTo>
                  <a:pt x="1838325" y="1276350"/>
                </a:moveTo>
                <a:lnTo>
                  <a:pt x="1847850" y="1276350"/>
                </a:lnTo>
                <a:lnTo>
                  <a:pt x="1847850" y="1295400"/>
                </a:lnTo>
                <a:lnTo>
                  <a:pt x="1838325" y="1295400"/>
                </a:lnTo>
                <a:close/>
                <a:moveTo>
                  <a:pt x="1828800" y="1304925"/>
                </a:moveTo>
                <a:lnTo>
                  <a:pt x="1838325" y="1304925"/>
                </a:lnTo>
                <a:lnTo>
                  <a:pt x="1838325" y="1333500"/>
                </a:lnTo>
                <a:lnTo>
                  <a:pt x="1828800" y="1333500"/>
                </a:lnTo>
                <a:close/>
                <a:moveTo>
                  <a:pt x="323850" y="1381125"/>
                </a:moveTo>
                <a:lnTo>
                  <a:pt x="333375" y="1381125"/>
                </a:lnTo>
                <a:lnTo>
                  <a:pt x="333375" y="1390650"/>
                </a:lnTo>
                <a:lnTo>
                  <a:pt x="323850" y="1390650"/>
                </a:lnTo>
                <a:close/>
                <a:moveTo>
                  <a:pt x="523875" y="1381125"/>
                </a:moveTo>
                <a:lnTo>
                  <a:pt x="533400" y="1381125"/>
                </a:lnTo>
                <a:lnTo>
                  <a:pt x="533400" y="1390650"/>
                </a:lnTo>
                <a:lnTo>
                  <a:pt x="523875" y="1390650"/>
                </a:lnTo>
                <a:close/>
                <a:moveTo>
                  <a:pt x="314325" y="1390650"/>
                </a:moveTo>
                <a:lnTo>
                  <a:pt x="323850" y="1390650"/>
                </a:lnTo>
                <a:lnTo>
                  <a:pt x="323850" y="1400175"/>
                </a:lnTo>
                <a:lnTo>
                  <a:pt x="314325" y="1400175"/>
                </a:lnTo>
                <a:close/>
                <a:moveTo>
                  <a:pt x="533400" y="1390650"/>
                </a:moveTo>
                <a:lnTo>
                  <a:pt x="552450" y="1390650"/>
                </a:lnTo>
                <a:lnTo>
                  <a:pt x="552450" y="1400175"/>
                </a:lnTo>
                <a:lnTo>
                  <a:pt x="533400" y="1400175"/>
                </a:lnTo>
                <a:close/>
                <a:moveTo>
                  <a:pt x="571500" y="1390650"/>
                </a:moveTo>
                <a:lnTo>
                  <a:pt x="590550" y="1390650"/>
                </a:lnTo>
                <a:lnTo>
                  <a:pt x="590550" y="1409700"/>
                </a:lnTo>
                <a:lnTo>
                  <a:pt x="571500" y="1409700"/>
                </a:lnTo>
                <a:close/>
                <a:moveTo>
                  <a:pt x="981075" y="1809750"/>
                </a:moveTo>
                <a:lnTo>
                  <a:pt x="990600" y="1809750"/>
                </a:lnTo>
                <a:lnTo>
                  <a:pt x="990600" y="1819275"/>
                </a:lnTo>
                <a:lnTo>
                  <a:pt x="1000125" y="1819275"/>
                </a:lnTo>
                <a:lnTo>
                  <a:pt x="1000125" y="1838325"/>
                </a:lnTo>
                <a:lnTo>
                  <a:pt x="971550" y="1838325"/>
                </a:lnTo>
                <a:lnTo>
                  <a:pt x="971550" y="1819275"/>
                </a:lnTo>
                <a:lnTo>
                  <a:pt x="981075" y="1819275"/>
                </a:lnTo>
                <a:close/>
                <a:moveTo>
                  <a:pt x="638175" y="1838325"/>
                </a:moveTo>
                <a:lnTo>
                  <a:pt x="647700" y="1838325"/>
                </a:lnTo>
                <a:lnTo>
                  <a:pt x="647700" y="1857375"/>
                </a:lnTo>
                <a:lnTo>
                  <a:pt x="638175" y="1857375"/>
                </a:lnTo>
                <a:close/>
              </a:path>
            </a:pathLst>
          </a:custGeom>
          <a:solidFill xmlns:a="http://schemas.openxmlformats.org/drawingml/2006/main">
            <a:srgbClr val="DBE9DB"/>
          </a:solidFill>
          <a:ln xmlns:a="http://schemas.openxmlformats.org/drawingml/2006/main" w="0">
            <a:noFill/>
          </a:ln>
        </p:spPr>
      </p:sp>
      <p:sp>
        <p:nvSpPr>
          <p:cNvPr id="16" name="employee vector #dce8dd">
            <a:extLst xmlns:a="http://schemas.openxmlformats.org/drawingml/2006/main">
              <a:ext uri="{FF2B5EF4-FFF2-40B4-BE49-F238E27FC236}">
                <a16:creationId xmlns:a16="http://schemas.microsoft.com/office/drawing/2014/main" id="{2CADD1C7-9D17-44FD-A2C0-739BD5842BA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85825" y="2571750"/>
            <a:ext cx="2105025" cy="2066925"/>
          </a:xfrm>
          <a:custGeom xmlns:a="http://schemas.openxmlformats.org/drawingml/2006/main">
            <a:pathLst>
              <a:path w="2105025" h="2066925">
                <a:moveTo>
                  <a:pt x="1076325" y="28575"/>
                </a:moveTo>
                <a:lnTo>
                  <a:pt x="1095375" y="28575"/>
                </a:lnTo>
                <a:lnTo>
                  <a:pt x="1095375" y="38100"/>
                </a:lnTo>
                <a:lnTo>
                  <a:pt x="1076325" y="38100"/>
                </a:lnTo>
                <a:close/>
                <a:moveTo>
                  <a:pt x="895350" y="38100"/>
                </a:moveTo>
                <a:lnTo>
                  <a:pt x="904875" y="38100"/>
                </a:lnTo>
                <a:lnTo>
                  <a:pt x="904875" y="47625"/>
                </a:lnTo>
                <a:lnTo>
                  <a:pt x="895350" y="47625"/>
                </a:lnTo>
                <a:close/>
                <a:moveTo>
                  <a:pt x="1171575" y="38100"/>
                </a:moveTo>
                <a:lnTo>
                  <a:pt x="1181100" y="38100"/>
                </a:lnTo>
                <a:lnTo>
                  <a:pt x="1181100" y="47625"/>
                </a:lnTo>
                <a:lnTo>
                  <a:pt x="1171575" y="47625"/>
                </a:lnTo>
                <a:close/>
                <a:moveTo>
                  <a:pt x="1238250" y="47625"/>
                </a:moveTo>
                <a:lnTo>
                  <a:pt x="1247775" y="47625"/>
                </a:lnTo>
                <a:lnTo>
                  <a:pt x="1247775" y="57150"/>
                </a:lnTo>
                <a:lnTo>
                  <a:pt x="1238250" y="57150"/>
                </a:lnTo>
                <a:close/>
                <a:moveTo>
                  <a:pt x="1247775" y="57150"/>
                </a:moveTo>
                <a:lnTo>
                  <a:pt x="1295400" y="57150"/>
                </a:lnTo>
                <a:lnTo>
                  <a:pt x="1295400" y="66675"/>
                </a:lnTo>
                <a:lnTo>
                  <a:pt x="1247775" y="66675"/>
                </a:lnTo>
                <a:close/>
                <a:moveTo>
                  <a:pt x="914400" y="66675"/>
                </a:moveTo>
                <a:lnTo>
                  <a:pt x="962025" y="66675"/>
                </a:lnTo>
                <a:lnTo>
                  <a:pt x="962025" y="76200"/>
                </a:lnTo>
                <a:lnTo>
                  <a:pt x="942975" y="76200"/>
                </a:lnTo>
                <a:lnTo>
                  <a:pt x="942975" y="85725"/>
                </a:lnTo>
                <a:lnTo>
                  <a:pt x="914400" y="85725"/>
                </a:lnTo>
                <a:close/>
                <a:moveTo>
                  <a:pt x="1152525" y="85725"/>
                </a:moveTo>
                <a:lnTo>
                  <a:pt x="1162050" y="85725"/>
                </a:lnTo>
                <a:lnTo>
                  <a:pt x="1162050" y="114300"/>
                </a:lnTo>
                <a:lnTo>
                  <a:pt x="1152525" y="114300"/>
                </a:lnTo>
                <a:lnTo>
                  <a:pt x="1152525" y="104775"/>
                </a:lnTo>
                <a:lnTo>
                  <a:pt x="1143000" y="104775"/>
                </a:lnTo>
                <a:lnTo>
                  <a:pt x="1143000" y="95250"/>
                </a:lnTo>
                <a:lnTo>
                  <a:pt x="1152525" y="95250"/>
                </a:lnTo>
                <a:close/>
                <a:moveTo>
                  <a:pt x="1381125" y="85725"/>
                </a:moveTo>
                <a:lnTo>
                  <a:pt x="1390650" y="85725"/>
                </a:lnTo>
                <a:lnTo>
                  <a:pt x="1390650" y="95250"/>
                </a:lnTo>
                <a:lnTo>
                  <a:pt x="1381125" y="95250"/>
                </a:lnTo>
                <a:close/>
                <a:moveTo>
                  <a:pt x="676275" y="95250"/>
                </a:moveTo>
                <a:lnTo>
                  <a:pt x="685800" y="95250"/>
                </a:lnTo>
                <a:lnTo>
                  <a:pt x="685800" y="104775"/>
                </a:lnTo>
                <a:lnTo>
                  <a:pt x="676275" y="104775"/>
                </a:lnTo>
                <a:close/>
                <a:moveTo>
                  <a:pt x="847725" y="104775"/>
                </a:moveTo>
                <a:lnTo>
                  <a:pt x="866775" y="104775"/>
                </a:lnTo>
                <a:lnTo>
                  <a:pt x="866775" y="114300"/>
                </a:lnTo>
                <a:lnTo>
                  <a:pt x="857250" y="114300"/>
                </a:lnTo>
                <a:lnTo>
                  <a:pt x="857250" y="133350"/>
                </a:lnTo>
                <a:lnTo>
                  <a:pt x="847725" y="133350"/>
                </a:lnTo>
                <a:close/>
                <a:moveTo>
                  <a:pt x="809625" y="133350"/>
                </a:moveTo>
                <a:lnTo>
                  <a:pt x="819150" y="133350"/>
                </a:lnTo>
                <a:lnTo>
                  <a:pt x="819150" y="142875"/>
                </a:lnTo>
                <a:lnTo>
                  <a:pt x="809625" y="142875"/>
                </a:lnTo>
                <a:close/>
                <a:moveTo>
                  <a:pt x="923925" y="133350"/>
                </a:moveTo>
                <a:lnTo>
                  <a:pt x="952500" y="133350"/>
                </a:lnTo>
                <a:lnTo>
                  <a:pt x="952500" y="142875"/>
                </a:lnTo>
                <a:lnTo>
                  <a:pt x="923925" y="142875"/>
                </a:lnTo>
                <a:close/>
                <a:moveTo>
                  <a:pt x="1209675" y="133350"/>
                </a:moveTo>
                <a:lnTo>
                  <a:pt x="1219200" y="133350"/>
                </a:lnTo>
                <a:lnTo>
                  <a:pt x="1219200" y="142875"/>
                </a:lnTo>
                <a:lnTo>
                  <a:pt x="1209675" y="142875"/>
                </a:lnTo>
                <a:close/>
                <a:moveTo>
                  <a:pt x="1238250" y="133350"/>
                </a:moveTo>
                <a:lnTo>
                  <a:pt x="1257300" y="133350"/>
                </a:lnTo>
                <a:lnTo>
                  <a:pt x="1257300" y="152400"/>
                </a:lnTo>
                <a:lnTo>
                  <a:pt x="1238250" y="152400"/>
                </a:lnTo>
                <a:close/>
                <a:moveTo>
                  <a:pt x="1504950" y="142875"/>
                </a:moveTo>
                <a:lnTo>
                  <a:pt x="1514475" y="142875"/>
                </a:lnTo>
                <a:lnTo>
                  <a:pt x="1514475" y="152400"/>
                </a:lnTo>
                <a:lnTo>
                  <a:pt x="1504950" y="152400"/>
                </a:lnTo>
                <a:close/>
                <a:moveTo>
                  <a:pt x="1524000" y="152400"/>
                </a:moveTo>
                <a:lnTo>
                  <a:pt x="1533525" y="152400"/>
                </a:lnTo>
                <a:lnTo>
                  <a:pt x="1533525" y="161925"/>
                </a:lnTo>
                <a:lnTo>
                  <a:pt x="1524000" y="161925"/>
                </a:lnTo>
                <a:close/>
                <a:moveTo>
                  <a:pt x="1533525" y="171450"/>
                </a:moveTo>
                <a:lnTo>
                  <a:pt x="1543050" y="171450"/>
                </a:lnTo>
                <a:lnTo>
                  <a:pt x="1543050" y="180975"/>
                </a:lnTo>
                <a:lnTo>
                  <a:pt x="1533525" y="180975"/>
                </a:lnTo>
                <a:close/>
                <a:moveTo>
                  <a:pt x="1123950" y="180975"/>
                </a:moveTo>
                <a:lnTo>
                  <a:pt x="1152525" y="180975"/>
                </a:lnTo>
                <a:lnTo>
                  <a:pt x="1152525" y="219075"/>
                </a:lnTo>
                <a:lnTo>
                  <a:pt x="1123950" y="219075"/>
                </a:lnTo>
                <a:lnTo>
                  <a:pt x="1123950" y="200025"/>
                </a:lnTo>
                <a:lnTo>
                  <a:pt x="1133475" y="200025"/>
                </a:lnTo>
                <a:lnTo>
                  <a:pt x="1133475" y="190500"/>
                </a:lnTo>
                <a:lnTo>
                  <a:pt x="1123950" y="190500"/>
                </a:lnTo>
                <a:close/>
                <a:moveTo>
                  <a:pt x="1238250" y="180975"/>
                </a:moveTo>
                <a:lnTo>
                  <a:pt x="1266825" y="180975"/>
                </a:lnTo>
                <a:lnTo>
                  <a:pt x="1266825" y="190500"/>
                </a:lnTo>
                <a:lnTo>
                  <a:pt x="1257300" y="190500"/>
                </a:lnTo>
                <a:lnTo>
                  <a:pt x="1257300" y="200025"/>
                </a:lnTo>
                <a:lnTo>
                  <a:pt x="1247775" y="200025"/>
                </a:lnTo>
                <a:lnTo>
                  <a:pt x="1247775" y="190500"/>
                </a:lnTo>
                <a:lnTo>
                  <a:pt x="1238250" y="190500"/>
                </a:lnTo>
                <a:close/>
                <a:moveTo>
                  <a:pt x="1543050" y="180975"/>
                </a:moveTo>
                <a:lnTo>
                  <a:pt x="1552575" y="180975"/>
                </a:lnTo>
                <a:lnTo>
                  <a:pt x="1552575" y="190500"/>
                </a:lnTo>
                <a:lnTo>
                  <a:pt x="1543050" y="190500"/>
                </a:lnTo>
                <a:close/>
                <a:moveTo>
                  <a:pt x="609600" y="190500"/>
                </a:moveTo>
                <a:lnTo>
                  <a:pt x="619125" y="190500"/>
                </a:lnTo>
                <a:lnTo>
                  <a:pt x="619125" y="200025"/>
                </a:lnTo>
                <a:lnTo>
                  <a:pt x="628650" y="200025"/>
                </a:lnTo>
                <a:lnTo>
                  <a:pt x="628650" y="190500"/>
                </a:lnTo>
                <a:lnTo>
                  <a:pt x="638175" y="190500"/>
                </a:lnTo>
                <a:lnTo>
                  <a:pt x="638175" y="228600"/>
                </a:lnTo>
                <a:lnTo>
                  <a:pt x="647700" y="228600"/>
                </a:lnTo>
                <a:lnTo>
                  <a:pt x="647700" y="238125"/>
                </a:lnTo>
                <a:lnTo>
                  <a:pt x="619125" y="238125"/>
                </a:lnTo>
                <a:lnTo>
                  <a:pt x="619125" y="228600"/>
                </a:lnTo>
                <a:lnTo>
                  <a:pt x="609600" y="228600"/>
                </a:lnTo>
                <a:close/>
                <a:moveTo>
                  <a:pt x="1552575" y="190500"/>
                </a:moveTo>
                <a:lnTo>
                  <a:pt x="1562100" y="190500"/>
                </a:lnTo>
                <a:lnTo>
                  <a:pt x="1562100" y="200025"/>
                </a:lnTo>
                <a:lnTo>
                  <a:pt x="1552575" y="200025"/>
                </a:lnTo>
                <a:close/>
                <a:moveTo>
                  <a:pt x="1352550" y="200025"/>
                </a:moveTo>
                <a:lnTo>
                  <a:pt x="1362075" y="200025"/>
                </a:lnTo>
                <a:lnTo>
                  <a:pt x="1362075" y="209550"/>
                </a:lnTo>
                <a:lnTo>
                  <a:pt x="1371600" y="209550"/>
                </a:lnTo>
                <a:lnTo>
                  <a:pt x="1371600" y="200025"/>
                </a:lnTo>
                <a:lnTo>
                  <a:pt x="1381125" y="200025"/>
                </a:lnTo>
                <a:lnTo>
                  <a:pt x="1381125" y="219075"/>
                </a:lnTo>
                <a:lnTo>
                  <a:pt x="1352550" y="219075"/>
                </a:lnTo>
                <a:close/>
                <a:moveTo>
                  <a:pt x="1466850" y="200025"/>
                </a:moveTo>
                <a:lnTo>
                  <a:pt x="1485900" y="200025"/>
                </a:lnTo>
                <a:lnTo>
                  <a:pt x="1485900" y="219075"/>
                </a:lnTo>
                <a:lnTo>
                  <a:pt x="1476375" y="219075"/>
                </a:lnTo>
                <a:lnTo>
                  <a:pt x="1476375" y="209550"/>
                </a:lnTo>
                <a:lnTo>
                  <a:pt x="1466850" y="209550"/>
                </a:lnTo>
                <a:close/>
                <a:moveTo>
                  <a:pt x="1190625" y="219075"/>
                </a:moveTo>
                <a:lnTo>
                  <a:pt x="1219200" y="219075"/>
                </a:lnTo>
                <a:lnTo>
                  <a:pt x="1219200" y="228600"/>
                </a:lnTo>
                <a:lnTo>
                  <a:pt x="1228725" y="228600"/>
                </a:lnTo>
                <a:lnTo>
                  <a:pt x="1228725" y="247650"/>
                </a:lnTo>
                <a:lnTo>
                  <a:pt x="1219200" y="247650"/>
                </a:lnTo>
                <a:lnTo>
                  <a:pt x="1219200" y="238125"/>
                </a:lnTo>
                <a:lnTo>
                  <a:pt x="1200150" y="238125"/>
                </a:lnTo>
                <a:lnTo>
                  <a:pt x="1200150" y="228600"/>
                </a:lnTo>
                <a:lnTo>
                  <a:pt x="1190625" y="228600"/>
                </a:lnTo>
                <a:close/>
                <a:moveTo>
                  <a:pt x="1504950" y="228600"/>
                </a:moveTo>
                <a:lnTo>
                  <a:pt x="1514475" y="228600"/>
                </a:lnTo>
                <a:lnTo>
                  <a:pt x="1514475" y="238125"/>
                </a:lnTo>
                <a:lnTo>
                  <a:pt x="1524000" y="238125"/>
                </a:lnTo>
                <a:lnTo>
                  <a:pt x="1524000" y="247650"/>
                </a:lnTo>
                <a:lnTo>
                  <a:pt x="1514475" y="247650"/>
                </a:lnTo>
                <a:lnTo>
                  <a:pt x="1514475" y="266700"/>
                </a:lnTo>
                <a:lnTo>
                  <a:pt x="1504950" y="266700"/>
                </a:lnTo>
                <a:lnTo>
                  <a:pt x="1504950" y="257175"/>
                </a:lnTo>
                <a:lnTo>
                  <a:pt x="1495425" y="257175"/>
                </a:lnTo>
                <a:lnTo>
                  <a:pt x="1495425" y="266700"/>
                </a:lnTo>
                <a:lnTo>
                  <a:pt x="1466850" y="266700"/>
                </a:lnTo>
                <a:lnTo>
                  <a:pt x="1466850" y="247650"/>
                </a:lnTo>
                <a:lnTo>
                  <a:pt x="1485900" y="247650"/>
                </a:lnTo>
                <a:lnTo>
                  <a:pt x="1485900" y="238125"/>
                </a:lnTo>
                <a:lnTo>
                  <a:pt x="1504950" y="238125"/>
                </a:lnTo>
                <a:close/>
                <a:moveTo>
                  <a:pt x="1581150" y="228600"/>
                </a:moveTo>
                <a:lnTo>
                  <a:pt x="1609725" y="228600"/>
                </a:lnTo>
                <a:lnTo>
                  <a:pt x="1609725" y="247650"/>
                </a:lnTo>
                <a:lnTo>
                  <a:pt x="1590675" y="247650"/>
                </a:lnTo>
                <a:lnTo>
                  <a:pt x="1590675" y="238125"/>
                </a:lnTo>
                <a:lnTo>
                  <a:pt x="1581150" y="238125"/>
                </a:lnTo>
                <a:close/>
                <a:moveTo>
                  <a:pt x="1428750" y="247650"/>
                </a:moveTo>
                <a:lnTo>
                  <a:pt x="1447800" y="247650"/>
                </a:lnTo>
                <a:lnTo>
                  <a:pt x="1447800" y="295275"/>
                </a:lnTo>
                <a:lnTo>
                  <a:pt x="1438275" y="295275"/>
                </a:lnTo>
                <a:lnTo>
                  <a:pt x="1438275" y="285750"/>
                </a:lnTo>
                <a:lnTo>
                  <a:pt x="1428750" y="285750"/>
                </a:lnTo>
                <a:close/>
                <a:moveTo>
                  <a:pt x="1628775" y="247650"/>
                </a:moveTo>
                <a:lnTo>
                  <a:pt x="1638300" y="247650"/>
                </a:lnTo>
                <a:lnTo>
                  <a:pt x="1638300" y="257175"/>
                </a:lnTo>
                <a:lnTo>
                  <a:pt x="1628775" y="257175"/>
                </a:lnTo>
                <a:close/>
                <a:moveTo>
                  <a:pt x="1647825" y="257175"/>
                </a:moveTo>
                <a:lnTo>
                  <a:pt x="1657350" y="257175"/>
                </a:lnTo>
                <a:lnTo>
                  <a:pt x="1657350" y="266700"/>
                </a:lnTo>
                <a:lnTo>
                  <a:pt x="1647825" y="266700"/>
                </a:lnTo>
                <a:close/>
                <a:moveTo>
                  <a:pt x="1352550" y="266700"/>
                </a:moveTo>
                <a:lnTo>
                  <a:pt x="1371600" y="266700"/>
                </a:lnTo>
                <a:lnTo>
                  <a:pt x="1371600" y="285750"/>
                </a:lnTo>
                <a:lnTo>
                  <a:pt x="1352550" y="285750"/>
                </a:lnTo>
                <a:close/>
                <a:moveTo>
                  <a:pt x="1276350" y="285750"/>
                </a:moveTo>
                <a:lnTo>
                  <a:pt x="1285875" y="285750"/>
                </a:lnTo>
                <a:lnTo>
                  <a:pt x="1285875" y="295275"/>
                </a:lnTo>
                <a:lnTo>
                  <a:pt x="1276350" y="295275"/>
                </a:lnTo>
                <a:close/>
                <a:moveTo>
                  <a:pt x="1752600" y="361950"/>
                </a:moveTo>
                <a:lnTo>
                  <a:pt x="1762125" y="361950"/>
                </a:lnTo>
                <a:lnTo>
                  <a:pt x="1762125" y="371475"/>
                </a:lnTo>
                <a:lnTo>
                  <a:pt x="1752600" y="371475"/>
                </a:lnTo>
                <a:close/>
                <a:moveTo>
                  <a:pt x="1771650" y="361950"/>
                </a:moveTo>
                <a:lnTo>
                  <a:pt x="1781175" y="361950"/>
                </a:lnTo>
                <a:lnTo>
                  <a:pt x="1781175" y="371475"/>
                </a:lnTo>
                <a:lnTo>
                  <a:pt x="1771650" y="371475"/>
                </a:lnTo>
                <a:close/>
                <a:moveTo>
                  <a:pt x="1647825" y="371475"/>
                </a:moveTo>
                <a:lnTo>
                  <a:pt x="1666875" y="371475"/>
                </a:lnTo>
                <a:lnTo>
                  <a:pt x="1666875" y="390525"/>
                </a:lnTo>
                <a:lnTo>
                  <a:pt x="1647825" y="390525"/>
                </a:lnTo>
                <a:close/>
                <a:moveTo>
                  <a:pt x="1704975" y="371475"/>
                </a:moveTo>
                <a:lnTo>
                  <a:pt x="1714500" y="371475"/>
                </a:lnTo>
                <a:lnTo>
                  <a:pt x="1714500" y="381000"/>
                </a:lnTo>
                <a:lnTo>
                  <a:pt x="1704975" y="381000"/>
                </a:lnTo>
                <a:close/>
                <a:moveTo>
                  <a:pt x="1781175" y="371475"/>
                </a:moveTo>
                <a:lnTo>
                  <a:pt x="1790700" y="371475"/>
                </a:lnTo>
                <a:lnTo>
                  <a:pt x="1790700" y="381000"/>
                </a:lnTo>
                <a:lnTo>
                  <a:pt x="1781175" y="381000"/>
                </a:lnTo>
                <a:close/>
                <a:moveTo>
                  <a:pt x="838200" y="381000"/>
                </a:moveTo>
                <a:lnTo>
                  <a:pt x="847725" y="381000"/>
                </a:lnTo>
                <a:lnTo>
                  <a:pt x="847725" y="390525"/>
                </a:lnTo>
                <a:lnTo>
                  <a:pt x="857250" y="390525"/>
                </a:lnTo>
                <a:lnTo>
                  <a:pt x="857250" y="381000"/>
                </a:lnTo>
                <a:lnTo>
                  <a:pt x="866775" y="381000"/>
                </a:lnTo>
                <a:lnTo>
                  <a:pt x="866775" y="400050"/>
                </a:lnTo>
                <a:lnTo>
                  <a:pt x="857250" y="400050"/>
                </a:lnTo>
                <a:lnTo>
                  <a:pt x="857250" y="409575"/>
                </a:lnTo>
                <a:lnTo>
                  <a:pt x="838200" y="409575"/>
                </a:lnTo>
                <a:lnTo>
                  <a:pt x="838200" y="419100"/>
                </a:lnTo>
                <a:lnTo>
                  <a:pt x="828675" y="419100"/>
                </a:lnTo>
                <a:lnTo>
                  <a:pt x="828675" y="390525"/>
                </a:lnTo>
                <a:lnTo>
                  <a:pt x="838200" y="390525"/>
                </a:lnTo>
                <a:close/>
                <a:moveTo>
                  <a:pt x="876300" y="390525"/>
                </a:moveTo>
                <a:lnTo>
                  <a:pt x="895350" y="390525"/>
                </a:lnTo>
                <a:lnTo>
                  <a:pt x="895350" y="400050"/>
                </a:lnTo>
                <a:lnTo>
                  <a:pt x="876300" y="400050"/>
                </a:lnTo>
                <a:close/>
                <a:moveTo>
                  <a:pt x="1800225" y="400050"/>
                </a:moveTo>
                <a:lnTo>
                  <a:pt x="1809750" y="400050"/>
                </a:lnTo>
                <a:lnTo>
                  <a:pt x="1809750" y="409575"/>
                </a:lnTo>
                <a:lnTo>
                  <a:pt x="1800225" y="409575"/>
                </a:lnTo>
                <a:close/>
                <a:moveTo>
                  <a:pt x="514350" y="409575"/>
                </a:moveTo>
                <a:lnTo>
                  <a:pt x="542925" y="409575"/>
                </a:lnTo>
                <a:lnTo>
                  <a:pt x="542925" y="419100"/>
                </a:lnTo>
                <a:lnTo>
                  <a:pt x="561975" y="419100"/>
                </a:lnTo>
                <a:lnTo>
                  <a:pt x="561975" y="447675"/>
                </a:lnTo>
                <a:lnTo>
                  <a:pt x="542925" y="447675"/>
                </a:lnTo>
                <a:lnTo>
                  <a:pt x="542925" y="438150"/>
                </a:lnTo>
                <a:lnTo>
                  <a:pt x="533400" y="438150"/>
                </a:lnTo>
                <a:lnTo>
                  <a:pt x="533400" y="428625"/>
                </a:lnTo>
                <a:lnTo>
                  <a:pt x="514350" y="428625"/>
                </a:lnTo>
                <a:close/>
                <a:moveTo>
                  <a:pt x="1200150" y="409575"/>
                </a:moveTo>
                <a:lnTo>
                  <a:pt x="1219200" y="409575"/>
                </a:lnTo>
                <a:lnTo>
                  <a:pt x="1219200" y="428625"/>
                </a:lnTo>
                <a:lnTo>
                  <a:pt x="1200150" y="428625"/>
                </a:lnTo>
                <a:close/>
                <a:moveTo>
                  <a:pt x="1809750" y="409575"/>
                </a:moveTo>
                <a:lnTo>
                  <a:pt x="1819275" y="409575"/>
                </a:lnTo>
                <a:lnTo>
                  <a:pt x="1819275" y="419100"/>
                </a:lnTo>
                <a:lnTo>
                  <a:pt x="1809750" y="419100"/>
                </a:lnTo>
                <a:close/>
                <a:moveTo>
                  <a:pt x="609600" y="428625"/>
                </a:moveTo>
                <a:lnTo>
                  <a:pt x="619125" y="428625"/>
                </a:lnTo>
                <a:lnTo>
                  <a:pt x="619125" y="438150"/>
                </a:lnTo>
                <a:lnTo>
                  <a:pt x="609600" y="438150"/>
                </a:lnTo>
                <a:close/>
                <a:moveTo>
                  <a:pt x="590550" y="438150"/>
                </a:moveTo>
                <a:lnTo>
                  <a:pt x="609600" y="438150"/>
                </a:lnTo>
                <a:lnTo>
                  <a:pt x="609600" y="447675"/>
                </a:lnTo>
                <a:lnTo>
                  <a:pt x="590550" y="447675"/>
                </a:lnTo>
                <a:close/>
                <a:moveTo>
                  <a:pt x="438150" y="447675"/>
                </a:moveTo>
                <a:lnTo>
                  <a:pt x="476250" y="447675"/>
                </a:lnTo>
                <a:lnTo>
                  <a:pt x="476250" y="457200"/>
                </a:lnTo>
                <a:lnTo>
                  <a:pt x="485775" y="457200"/>
                </a:lnTo>
                <a:lnTo>
                  <a:pt x="485775" y="466725"/>
                </a:lnTo>
                <a:lnTo>
                  <a:pt x="438150" y="466725"/>
                </a:lnTo>
                <a:close/>
                <a:moveTo>
                  <a:pt x="581025" y="447675"/>
                </a:moveTo>
                <a:lnTo>
                  <a:pt x="590550" y="447675"/>
                </a:lnTo>
                <a:lnTo>
                  <a:pt x="590550" y="457200"/>
                </a:lnTo>
                <a:lnTo>
                  <a:pt x="581025" y="457200"/>
                </a:lnTo>
                <a:close/>
                <a:moveTo>
                  <a:pt x="1838325" y="447675"/>
                </a:moveTo>
                <a:lnTo>
                  <a:pt x="1847850" y="447675"/>
                </a:lnTo>
                <a:lnTo>
                  <a:pt x="1847850" y="457200"/>
                </a:lnTo>
                <a:lnTo>
                  <a:pt x="1838325" y="457200"/>
                </a:lnTo>
                <a:close/>
                <a:moveTo>
                  <a:pt x="533400" y="466725"/>
                </a:moveTo>
                <a:lnTo>
                  <a:pt x="542925" y="466725"/>
                </a:lnTo>
                <a:lnTo>
                  <a:pt x="542925" y="476250"/>
                </a:lnTo>
                <a:lnTo>
                  <a:pt x="533400" y="476250"/>
                </a:lnTo>
                <a:close/>
                <a:moveTo>
                  <a:pt x="1647825" y="466725"/>
                </a:moveTo>
                <a:lnTo>
                  <a:pt x="1676400" y="466725"/>
                </a:lnTo>
                <a:lnTo>
                  <a:pt x="1676400" y="476250"/>
                </a:lnTo>
                <a:lnTo>
                  <a:pt x="1685925" y="476250"/>
                </a:lnTo>
                <a:lnTo>
                  <a:pt x="1685925" y="485775"/>
                </a:lnTo>
                <a:lnTo>
                  <a:pt x="1666875" y="485775"/>
                </a:lnTo>
                <a:lnTo>
                  <a:pt x="1666875" y="495300"/>
                </a:lnTo>
                <a:lnTo>
                  <a:pt x="1657350" y="495300"/>
                </a:lnTo>
                <a:lnTo>
                  <a:pt x="1657350" y="485775"/>
                </a:lnTo>
                <a:lnTo>
                  <a:pt x="1647825" y="485775"/>
                </a:lnTo>
                <a:close/>
                <a:moveTo>
                  <a:pt x="1733550" y="466725"/>
                </a:moveTo>
                <a:lnTo>
                  <a:pt x="1752600" y="466725"/>
                </a:lnTo>
                <a:lnTo>
                  <a:pt x="1752600" y="476250"/>
                </a:lnTo>
                <a:lnTo>
                  <a:pt x="1733550" y="476250"/>
                </a:lnTo>
                <a:close/>
                <a:moveTo>
                  <a:pt x="1847850" y="466725"/>
                </a:moveTo>
                <a:lnTo>
                  <a:pt x="1857375" y="466725"/>
                </a:lnTo>
                <a:lnTo>
                  <a:pt x="1857375" y="476250"/>
                </a:lnTo>
                <a:lnTo>
                  <a:pt x="1847850" y="476250"/>
                </a:lnTo>
                <a:close/>
                <a:moveTo>
                  <a:pt x="304800" y="476250"/>
                </a:moveTo>
                <a:lnTo>
                  <a:pt x="314325" y="476250"/>
                </a:lnTo>
                <a:lnTo>
                  <a:pt x="314325" y="485775"/>
                </a:lnTo>
                <a:lnTo>
                  <a:pt x="304800" y="485775"/>
                </a:lnTo>
                <a:close/>
                <a:moveTo>
                  <a:pt x="514350" y="476250"/>
                </a:moveTo>
                <a:lnTo>
                  <a:pt x="533400" y="476250"/>
                </a:lnTo>
                <a:lnTo>
                  <a:pt x="533400" y="485775"/>
                </a:lnTo>
                <a:lnTo>
                  <a:pt x="523875" y="485775"/>
                </a:lnTo>
                <a:lnTo>
                  <a:pt x="523875" y="514350"/>
                </a:lnTo>
                <a:lnTo>
                  <a:pt x="514350" y="514350"/>
                </a:lnTo>
                <a:close/>
                <a:moveTo>
                  <a:pt x="762000" y="476250"/>
                </a:moveTo>
                <a:lnTo>
                  <a:pt x="771525" y="476250"/>
                </a:lnTo>
                <a:lnTo>
                  <a:pt x="771525" y="485775"/>
                </a:lnTo>
                <a:lnTo>
                  <a:pt x="762000" y="485775"/>
                </a:lnTo>
                <a:close/>
                <a:moveTo>
                  <a:pt x="1047750" y="476250"/>
                </a:moveTo>
                <a:lnTo>
                  <a:pt x="1066800" y="476250"/>
                </a:lnTo>
                <a:lnTo>
                  <a:pt x="1066800" y="485775"/>
                </a:lnTo>
                <a:lnTo>
                  <a:pt x="1076325" y="485775"/>
                </a:lnTo>
                <a:lnTo>
                  <a:pt x="1076325" y="495300"/>
                </a:lnTo>
                <a:lnTo>
                  <a:pt x="1057275" y="495300"/>
                </a:lnTo>
                <a:lnTo>
                  <a:pt x="1057275" y="485775"/>
                </a:lnTo>
                <a:lnTo>
                  <a:pt x="1047750" y="485775"/>
                </a:lnTo>
                <a:close/>
                <a:moveTo>
                  <a:pt x="209550" y="485775"/>
                </a:moveTo>
                <a:lnTo>
                  <a:pt x="219075" y="485775"/>
                </a:lnTo>
                <a:lnTo>
                  <a:pt x="219075" y="495300"/>
                </a:lnTo>
                <a:lnTo>
                  <a:pt x="209550" y="495300"/>
                </a:lnTo>
                <a:close/>
                <a:moveTo>
                  <a:pt x="752475" y="485775"/>
                </a:moveTo>
                <a:lnTo>
                  <a:pt x="762000" y="485775"/>
                </a:lnTo>
                <a:lnTo>
                  <a:pt x="762000" y="495300"/>
                </a:lnTo>
                <a:lnTo>
                  <a:pt x="752475" y="495300"/>
                </a:lnTo>
                <a:close/>
                <a:moveTo>
                  <a:pt x="600075" y="495300"/>
                </a:moveTo>
                <a:lnTo>
                  <a:pt x="609600" y="495300"/>
                </a:lnTo>
                <a:lnTo>
                  <a:pt x="609600" y="533400"/>
                </a:lnTo>
                <a:lnTo>
                  <a:pt x="619125" y="533400"/>
                </a:lnTo>
                <a:lnTo>
                  <a:pt x="619125" y="542925"/>
                </a:lnTo>
                <a:lnTo>
                  <a:pt x="628650" y="542925"/>
                </a:lnTo>
                <a:lnTo>
                  <a:pt x="628650" y="552450"/>
                </a:lnTo>
                <a:lnTo>
                  <a:pt x="619125" y="552450"/>
                </a:lnTo>
                <a:lnTo>
                  <a:pt x="619125" y="561975"/>
                </a:lnTo>
                <a:lnTo>
                  <a:pt x="609600" y="561975"/>
                </a:lnTo>
                <a:lnTo>
                  <a:pt x="609600" y="571500"/>
                </a:lnTo>
                <a:lnTo>
                  <a:pt x="571500" y="571500"/>
                </a:lnTo>
                <a:lnTo>
                  <a:pt x="571500" y="552450"/>
                </a:lnTo>
                <a:lnTo>
                  <a:pt x="561975" y="552450"/>
                </a:lnTo>
                <a:lnTo>
                  <a:pt x="561975" y="533400"/>
                </a:lnTo>
                <a:lnTo>
                  <a:pt x="552450" y="533400"/>
                </a:lnTo>
                <a:lnTo>
                  <a:pt x="552450" y="523875"/>
                </a:lnTo>
                <a:lnTo>
                  <a:pt x="571500" y="523875"/>
                </a:lnTo>
                <a:lnTo>
                  <a:pt x="571500" y="514350"/>
                </a:lnTo>
                <a:lnTo>
                  <a:pt x="600075" y="514350"/>
                </a:lnTo>
                <a:close/>
                <a:moveTo>
                  <a:pt x="1076325" y="495300"/>
                </a:moveTo>
                <a:lnTo>
                  <a:pt x="1085850" y="495300"/>
                </a:lnTo>
                <a:lnTo>
                  <a:pt x="1085850" y="504825"/>
                </a:lnTo>
                <a:lnTo>
                  <a:pt x="1076325" y="504825"/>
                </a:lnTo>
                <a:close/>
                <a:moveTo>
                  <a:pt x="400050" y="504825"/>
                </a:moveTo>
                <a:lnTo>
                  <a:pt x="419100" y="504825"/>
                </a:lnTo>
                <a:lnTo>
                  <a:pt x="419100" y="514350"/>
                </a:lnTo>
                <a:lnTo>
                  <a:pt x="409575" y="514350"/>
                </a:lnTo>
                <a:lnTo>
                  <a:pt x="409575" y="523875"/>
                </a:lnTo>
                <a:lnTo>
                  <a:pt x="400050" y="523875"/>
                </a:lnTo>
                <a:close/>
                <a:moveTo>
                  <a:pt x="1028700" y="504825"/>
                </a:moveTo>
                <a:lnTo>
                  <a:pt x="1038225" y="504825"/>
                </a:lnTo>
                <a:lnTo>
                  <a:pt x="1038225" y="514350"/>
                </a:lnTo>
                <a:lnTo>
                  <a:pt x="1057275" y="514350"/>
                </a:lnTo>
                <a:lnTo>
                  <a:pt x="1057275" y="533400"/>
                </a:lnTo>
                <a:lnTo>
                  <a:pt x="1047750" y="533400"/>
                </a:lnTo>
                <a:lnTo>
                  <a:pt x="1047750" y="542925"/>
                </a:lnTo>
                <a:lnTo>
                  <a:pt x="1019175" y="542925"/>
                </a:lnTo>
                <a:lnTo>
                  <a:pt x="1019175" y="552450"/>
                </a:lnTo>
                <a:lnTo>
                  <a:pt x="990600" y="552450"/>
                </a:lnTo>
                <a:lnTo>
                  <a:pt x="990600" y="533400"/>
                </a:lnTo>
                <a:lnTo>
                  <a:pt x="1019175" y="533400"/>
                </a:lnTo>
                <a:lnTo>
                  <a:pt x="1019175" y="523875"/>
                </a:lnTo>
                <a:lnTo>
                  <a:pt x="1028700" y="523875"/>
                </a:lnTo>
                <a:close/>
                <a:moveTo>
                  <a:pt x="323850" y="514350"/>
                </a:moveTo>
                <a:lnTo>
                  <a:pt x="333375" y="514350"/>
                </a:lnTo>
                <a:lnTo>
                  <a:pt x="333375" y="552450"/>
                </a:lnTo>
                <a:lnTo>
                  <a:pt x="323850" y="552450"/>
                </a:lnTo>
                <a:close/>
                <a:moveTo>
                  <a:pt x="1724025" y="514350"/>
                </a:moveTo>
                <a:lnTo>
                  <a:pt x="1733550" y="514350"/>
                </a:lnTo>
                <a:lnTo>
                  <a:pt x="1733550" y="523875"/>
                </a:lnTo>
                <a:lnTo>
                  <a:pt x="1724025" y="523875"/>
                </a:lnTo>
                <a:close/>
                <a:moveTo>
                  <a:pt x="1800225" y="514350"/>
                </a:moveTo>
                <a:lnTo>
                  <a:pt x="1809750" y="514350"/>
                </a:lnTo>
                <a:lnTo>
                  <a:pt x="1809750" y="523875"/>
                </a:lnTo>
                <a:lnTo>
                  <a:pt x="1800225" y="523875"/>
                </a:lnTo>
                <a:close/>
                <a:moveTo>
                  <a:pt x="1866900" y="514350"/>
                </a:moveTo>
                <a:lnTo>
                  <a:pt x="1885950" y="514350"/>
                </a:lnTo>
                <a:lnTo>
                  <a:pt x="1885950" y="523875"/>
                </a:lnTo>
                <a:lnTo>
                  <a:pt x="1866900" y="523875"/>
                </a:lnTo>
                <a:close/>
                <a:moveTo>
                  <a:pt x="257175" y="533400"/>
                </a:moveTo>
                <a:lnTo>
                  <a:pt x="266700" y="533400"/>
                </a:lnTo>
                <a:lnTo>
                  <a:pt x="266700" y="542925"/>
                </a:lnTo>
                <a:lnTo>
                  <a:pt x="257175" y="542925"/>
                </a:lnTo>
                <a:close/>
                <a:moveTo>
                  <a:pt x="1885950" y="533400"/>
                </a:moveTo>
                <a:lnTo>
                  <a:pt x="1895475" y="533400"/>
                </a:lnTo>
                <a:lnTo>
                  <a:pt x="1895475" y="542925"/>
                </a:lnTo>
                <a:lnTo>
                  <a:pt x="1885950" y="542925"/>
                </a:lnTo>
                <a:close/>
                <a:moveTo>
                  <a:pt x="304800" y="542925"/>
                </a:moveTo>
                <a:lnTo>
                  <a:pt x="314325" y="542925"/>
                </a:lnTo>
                <a:lnTo>
                  <a:pt x="314325" y="561975"/>
                </a:lnTo>
                <a:lnTo>
                  <a:pt x="304800" y="561975"/>
                </a:lnTo>
                <a:lnTo>
                  <a:pt x="304800" y="600075"/>
                </a:lnTo>
                <a:lnTo>
                  <a:pt x="285750" y="600075"/>
                </a:lnTo>
                <a:lnTo>
                  <a:pt x="285750" y="590550"/>
                </a:lnTo>
                <a:lnTo>
                  <a:pt x="295275" y="590550"/>
                </a:lnTo>
                <a:lnTo>
                  <a:pt x="295275" y="571500"/>
                </a:lnTo>
                <a:lnTo>
                  <a:pt x="285750" y="571500"/>
                </a:lnTo>
                <a:lnTo>
                  <a:pt x="285750" y="552450"/>
                </a:lnTo>
                <a:lnTo>
                  <a:pt x="304800" y="552450"/>
                </a:lnTo>
                <a:close/>
                <a:moveTo>
                  <a:pt x="1276350" y="542925"/>
                </a:moveTo>
                <a:lnTo>
                  <a:pt x="1285875" y="542925"/>
                </a:lnTo>
                <a:lnTo>
                  <a:pt x="1285875" y="552450"/>
                </a:lnTo>
                <a:lnTo>
                  <a:pt x="1295400" y="552450"/>
                </a:lnTo>
                <a:lnTo>
                  <a:pt x="1295400" y="561975"/>
                </a:lnTo>
                <a:lnTo>
                  <a:pt x="1304925" y="561975"/>
                </a:lnTo>
                <a:lnTo>
                  <a:pt x="1304925" y="571500"/>
                </a:lnTo>
                <a:lnTo>
                  <a:pt x="1314450" y="571500"/>
                </a:lnTo>
                <a:lnTo>
                  <a:pt x="1314450" y="600075"/>
                </a:lnTo>
                <a:lnTo>
                  <a:pt x="1304925" y="600075"/>
                </a:lnTo>
                <a:lnTo>
                  <a:pt x="1304925" y="609600"/>
                </a:lnTo>
                <a:lnTo>
                  <a:pt x="1295400" y="609600"/>
                </a:lnTo>
                <a:lnTo>
                  <a:pt x="1295400" y="581025"/>
                </a:lnTo>
                <a:lnTo>
                  <a:pt x="1285875" y="581025"/>
                </a:lnTo>
                <a:lnTo>
                  <a:pt x="1285875" y="561975"/>
                </a:lnTo>
                <a:lnTo>
                  <a:pt x="1276350" y="561975"/>
                </a:lnTo>
                <a:close/>
                <a:moveTo>
                  <a:pt x="1895475" y="542925"/>
                </a:moveTo>
                <a:lnTo>
                  <a:pt x="1905000" y="542925"/>
                </a:lnTo>
                <a:lnTo>
                  <a:pt x="1905000" y="561975"/>
                </a:lnTo>
                <a:lnTo>
                  <a:pt x="1895475" y="561975"/>
                </a:lnTo>
                <a:close/>
                <a:moveTo>
                  <a:pt x="1714500" y="552450"/>
                </a:moveTo>
                <a:lnTo>
                  <a:pt x="1733550" y="552450"/>
                </a:lnTo>
                <a:lnTo>
                  <a:pt x="1733550" y="561975"/>
                </a:lnTo>
                <a:lnTo>
                  <a:pt x="1714500" y="561975"/>
                </a:lnTo>
                <a:close/>
                <a:moveTo>
                  <a:pt x="438150" y="561975"/>
                </a:moveTo>
                <a:lnTo>
                  <a:pt x="447675" y="561975"/>
                </a:lnTo>
                <a:lnTo>
                  <a:pt x="447675" y="571500"/>
                </a:lnTo>
                <a:lnTo>
                  <a:pt x="438150" y="571500"/>
                </a:lnTo>
                <a:close/>
                <a:moveTo>
                  <a:pt x="971550" y="561975"/>
                </a:moveTo>
                <a:lnTo>
                  <a:pt x="981075" y="561975"/>
                </a:lnTo>
                <a:lnTo>
                  <a:pt x="981075" y="619125"/>
                </a:lnTo>
                <a:lnTo>
                  <a:pt x="990600" y="619125"/>
                </a:lnTo>
                <a:lnTo>
                  <a:pt x="990600" y="638175"/>
                </a:lnTo>
                <a:lnTo>
                  <a:pt x="1000125" y="638175"/>
                </a:lnTo>
                <a:lnTo>
                  <a:pt x="1000125" y="647700"/>
                </a:lnTo>
                <a:lnTo>
                  <a:pt x="1019175" y="647700"/>
                </a:lnTo>
                <a:lnTo>
                  <a:pt x="1019175" y="676275"/>
                </a:lnTo>
                <a:lnTo>
                  <a:pt x="1009650" y="676275"/>
                </a:lnTo>
                <a:lnTo>
                  <a:pt x="1009650" y="666750"/>
                </a:lnTo>
                <a:lnTo>
                  <a:pt x="1000125" y="666750"/>
                </a:lnTo>
                <a:lnTo>
                  <a:pt x="1000125" y="657225"/>
                </a:lnTo>
                <a:lnTo>
                  <a:pt x="990600" y="657225"/>
                </a:lnTo>
                <a:lnTo>
                  <a:pt x="990600" y="647700"/>
                </a:lnTo>
                <a:lnTo>
                  <a:pt x="971550" y="647700"/>
                </a:lnTo>
                <a:lnTo>
                  <a:pt x="971550" y="619125"/>
                </a:lnTo>
                <a:lnTo>
                  <a:pt x="962025" y="619125"/>
                </a:lnTo>
                <a:lnTo>
                  <a:pt x="962025" y="571500"/>
                </a:lnTo>
                <a:lnTo>
                  <a:pt x="971550" y="571500"/>
                </a:lnTo>
                <a:close/>
                <a:moveTo>
                  <a:pt x="1905000" y="561975"/>
                </a:moveTo>
                <a:lnTo>
                  <a:pt x="1914525" y="561975"/>
                </a:lnTo>
                <a:lnTo>
                  <a:pt x="1914525" y="590550"/>
                </a:lnTo>
                <a:lnTo>
                  <a:pt x="1924050" y="590550"/>
                </a:lnTo>
                <a:lnTo>
                  <a:pt x="1924050" y="600075"/>
                </a:lnTo>
                <a:lnTo>
                  <a:pt x="1895475" y="600075"/>
                </a:lnTo>
                <a:lnTo>
                  <a:pt x="1895475" y="581025"/>
                </a:lnTo>
                <a:lnTo>
                  <a:pt x="1905000" y="581025"/>
                </a:lnTo>
                <a:close/>
                <a:moveTo>
                  <a:pt x="161925" y="571500"/>
                </a:moveTo>
                <a:lnTo>
                  <a:pt x="171450" y="571500"/>
                </a:lnTo>
                <a:lnTo>
                  <a:pt x="171450" y="581025"/>
                </a:lnTo>
                <a:lnTo>
                  <a:pt x="161925" y="581025"/>
                </a:lnTo>
                <a:close/>
                <a:moveTo>
                  <a:pt x="180975" y="581025"/>
                </a:moveTo>
                <a:lnTo>
                  <a:pt x="209550" y="581025"/>
                </a:lnTo>
                <a:lnTo>
                  <a:pt x="209550" y="590550"/>
                </a:lnTo>
                <a:lnTo>
                  <a:pt x="180975" y="590550"/>
                </a:lnTo>
                <a:close/>
                <a:moveTo>
                  <a:pt x="895350" y="590550"/>
                </a:moveTo>
                <a:lnTo>
                  <a:pt x="904875" y="590550"/>
                </a:lnTo>
                <a:lnTo>
                  <a:pt x="904875" y="609600"/>
                </a:lnTo>
                <a:lnTo>
                  <a:pt x="885825" y="609600"/>
                </a:lnTo>
                <a:lnTo>
                  <a:pt x="885825" y="600075"/>
                </a:lnTo>
                <a:lnTo>
                  <a:pt x="895350" y="600075"/>
                </a:lnTo>
                <a:close/>
                <a:moveTo>
                  <a:pt x="428625" y="600075"/>
                </a:moveTo>
                <a:lnTo>
                  <a:pt x="447675" y="600075"/>
                </a:lnTo>
                <a:lnTo>
                  <a:pt x="447675" y="609600"/>
                </a:lnTo>
                <a:lnTo>
                  <a:pt x="438150" y="609600"/>
                </a:lnTo>
                <a:lnTo>
                  <a:pt x="438150" y="619125"/>
                </a:lnTo>
                <a:lnTo>
                  <a:pt x="428625" y="619125"/>
                </a:lnTo>
                <a:close/>
                <a:moveTo>
                  <a:pt x="1790700" y="600075"/>
                </a:moveTo>
                <a:lnTo>
                  <a:pt x="1800225" y="600075"/>
                </a:lnTo>
                <a:lnTo>
                  <a:pt x="1800225" y="609600"/>
                </a:lnTo>
                <a:lnTo>
                  <a:pt x="1790700" y="609600"/>
                </a:lnTo>
                <a:close/>
                <a:moveTo>
                  <a:pt x="1924050" y="600075"/>
                </a:moveTo>
                <a:lnTo>
                  <a:pt x="1933575" y="600075"/>
                </a:lnTo>
                <a:lnTo>
                  <a:pt x="1933575" y="609600"/>
                </a:lnTo>
                <a:lnTo>
                  <a:pt x="1924050" y="609600"/>
                </a:lnTo>
                <a:close/>
                <a:moveTo>
                  <a:pt x="285750" y="609600"/>
                </a:moveTo>
                <a:lnTo>
                  <a:pt x="295275" y="609600"/>
                </a:lnTo>
                <a:lnTo>
                  <a:pt x="295275" y="628650"/>
                </a:lnTo>
                <a:lnTo>
                  <a:pt x="304800" y="628650"/>
                </a:lnTo>
                <a:lnTo>
                  <a:pt x="304800" y="638175"/>
                </a:lnTo>
                <a:lnTo>
                  <a:pt x="285750" y="638175"/>
                </a:lnTo>
                <a:close/>
                <a:moveTo>
                  <a:pt x="876300" y="609600"/>
                </a:moveTo>
                <a:lnTo>
                  <a:pt x="885825" y="609600"/>
                </a:lnTo>
                <a:lnTo>
                  <a:pt x="885825" y="619125"/>
                </a:lnTo>
                <a:lnTo>
                  <a:pt x="876300" y="619125"/>
                </a:lnTo>
                <a:close/>
                <a:moveTo>
                  <a:pt x="942975" y="609600"/>
                </a:moveTo>
                <a:lnTo>
                  <a:pt x="952500" y="609600"/>
                </a:lnTo>
                <a:lnTo>
                  <a:pt x="952500" y="628650"/>
                </a:lnTo>
                <a:lnTo>
                  <a:pt x="942975" y="628650"/>
                </a:lnTo>
                <a:close/>
                <a:moveTo>
                  <a:pt x="1609725" y="609600"/>
                </a:moveTo>
                <a:lnTo>
                  <a:pt x="1619250" y="609600"/>
                </a:lnTo>
                <a:lnTo>
                  <a:pt x="1619250" y="619125"/>
                </a:lnTo>
                <a:lnTo>
                  <a:pt x="1609725" y="619125"/>
                </a:lnTo>
                <a:close/>
                <a:moveTo>
                  <a:pt x="866775" y="619125"/>
                </a:moveTo>
                <a:lnTo>
                  <a:pt x="876300" y="619125"/>
                </a:lnTo>
                <a:lnTo>
                  <a:pt x="876300" y="647700"/>
                </a:lnTo>
                <a:lnTo>
                  <a:pt x="866775" y="647700"/>
                </a:lnTo>
                <a:lnTo>
                  <a:pt x="866775" y="666750"/>
                </a:lnTo>
                <a:lnTo>
                  <a:pt x="847725" y="666750"/>
                </a:lnTo>
                <a:lnTo>
                  <a:pt x="847725" y="676275"/>
                </a:lnTo>
                <a:lnTo>
                  <a:pt x="819150" y="676275"/>
                </a:lnTo>
                <a:lnTo>
                  <a:pt x="819150" y="666750"/>
                </a:lnTo>
                <a:lnTo>
                  <a:pt x="809625" y="666750"/>
                </a:lnTo>
                <a:lnTo>
                  <a:pt x="809625" y="657225"/>
                </a:lnTo>
                <a:lnTo>
                  <a:pt x="800100" y="657225"/>
                </a:lnTo>
                <a:lnTo>
                  <a:pt x="800100" y="647700"/>
                </a:lnTo>
                <a:lnTo>
                  <a:pt x="819150" y="647700"/>
                </a:lnTo>
                <a:lnTo>
                  <a:pt x="819150" y="657225"/>
                </a:lnTo>
                <a:lnTo>
                  <a:pt x="847725" y="657225"/>
                </a:lnTo>
                <a:lnTo>
                  <a:pt x="847725" y="647700"/>
                </a:lnTo>
                <a:lnTo>
                  <a:pt x="857250" y="647700"/>
                </a:lnTo>
                <a:lnTo>
                  <a:pt x="857250" y="638175"/>
                </a:lnTo>
                <a:lnTo>
                  <a:pt x="866775" y="638175"/>
                </a:lnTo>
                <a:close/>
                <a:moveTo>
                  <a:pt x="923925" y="619125"/>
                </a:moveTo>
                <a:lnTo>
                  <a:pt x="933450" y="619125"/>
                </a:lnTo>
                <a:lnTo>
                  <a:pt x="933450" y="628650"/>
                </a:lnTo>
                <a:lnTo>
                  <a:pt x="923925" y="628650"/>
                </a:lnTo>
                <a:close/>
                <a:moveTo>
                  <a:pt x="1914525" y="619125"/>
                </a:moveTo>
                <a:lnTo>
                  <a:pt x="1933575" y="619125"/>
                </a:lnTo>
                <a:lnTo>
                  <a:pt x="1933575" y="628650"/>
                </a:lnTo>
                <a:lnTo>
                  <a:pt x="1943100" y="628650"/>
                </a:lnTo>
                <a:lnTo>
                  <a:pt x="1943100" y="647700"/>
                </a:lnTo>
                <a:lnTo>
                  <a:pt x="1952625" y="647700"/>
                </a:lnTo>
                <a:lnTo>
                  <a:pt x="1952625" y="666750"/>
                </a:lnTo>
                <a:lnTo>
                  <a:pt x="1905000" y="666750"/>
                </a:lnTo>
                <a:lnTo>
                  <a:pt x="1905000" y="647700"/>
                </a:lnTo>
                <a:lnTo>
                  <a:pt x="1895475" y="647700"/>
                </a:lnTo>
                <a:lnTo>
                  <a:pt x="1895475" y="638175"/>
                </a:lnTo>
                <a:lnTo>
                  <a:pt x="1905000" y="638175"/>
                </a:lnTo>
                <a:lnTo>
                  <a:pt x="1905000" y="628650"/>
                </a:lnTo>
                <a:lnTo>
                  <a:pt x="1914525" y="628650"/>
                </a:lnTo>
                <a:close/>
                <a:moveTo>
                  <a:pt x="933450" y="628650"/>
                </a:moveTo>
                <a:lnTo>
                  <a:pt x="942975" y="628650"/>
                </a:lnTo>
                <a:lnTo>
                  <a:pt x="942975" y="638175"/>
                </a:lnTo>
                <a:lnTo>
                  <a:pt x="933450" y="638175"/>
                </a:lnTo>
                <a:close/>
                <a:moveTo>
                  <a:pt x="323850" y="638175"/>
                </a:moveTo>
                <a:lnTo>
                  <a:pt x="333375" y="638175"/>
                </a:lnTo>
                <a:lnTo>
                  <a:pt x="333375" y="647700"/>
                </a:lnTo>
                <a:lnTo>
                  <a:pt x="323850" y="647700"/>
                </a:lnTo>
                <a:close/>
                <a:moveTo>
                  <a:pt x="133350" y="647700"/>
                </a:moveTo>
                <a:lnTo>
                  <a:pt x="142875" y="647700"/>
                </a:lnTo>
                <a:lnTo>
                  <a:pt x="142875" y="657225"/>
                </a:lnTo>
                <a:lnTo>
                  <a:pt x="133350" y="657225"/>
                </a:lnTo>
                <a:close/>
                <a:moveTo>
                  <a:pt x="333375" y="647700"/>
                </a:moveTo>
                <a:lnTo>
                  <a:pt x="342900" y="647700"/>
                </a:lnTo>
                <a:lnTo>
                  <a:pt x="342900" y="685800"/>
                </a:lnTo>
                <a:lnTo>
                  <a:pt x="333375" y="685800"/>
                </a:lnTo>
                <a:close/>
                <a:moveTo>
                  <a:pt x="123825" y="657225"/>
                </a:moveTo>
                <a:lnTo>
                  <a:pt x="133350" y="657225"/>
                </a:lnTo>
                <a:lnTo>
                  <a:pt x="133350" y="676275"/>
                </a:lnTo>
                <a:lnTo>
                  <a:pt x="123825" y="676275"/>
                </a:lnTo>
                <a:close/>
                <a:moveTo>
                  <a:pt x="400050" y="657225"/>
                </a:moveTo>
                <a:lnTo>
                  <a:pt x="409575" y="657225"/>
                </a:lnTo>
                <a:lnTo>
                  <a:pt x="409575" y="676275"/>
                </a:lnTo>
                <a:lnTo>
                  <a:pt x="390525" y="676275"/>
                </a:lnTo>
                <a:lnTo>
                  <a:pt x="390525" y="666750"/>
                </a:lnTo>
                <a:lnTo>
                  <a:pt x="400050" y="666750"/>
                </a:lnTo>
                <a:close/>
                <a:moveTo>
                  <a:pt x="438150" y="657225"/>
                </a:moveTo>
                <a:lnTo>
                  <a:pt x="447675" y="657225"/>
                </a:lnTo>
                <a:lnTo>
                  <a:pt x="447675" y="666750"/>
                </a:lnTo>
                <a:lnTo>
                  <a:pt x="457200" y="666750"/>
                </a:lnTo>
                <a:lnTo>
                  <a:pt x="457200" y="704850"/>
                </a:lnTo>
                <a:lnTo>
                  <a:pt x="447675" y="704850"/>
                </a:lnTo>
                <a:lnTo>
                  <a:pt x="447675" y="676275"/>
                </a:lnTo>
                <a:lnTo>
                  <a:pt x="438150" y="676275"/>
                </a:lnTo>
                <a:close/>
                <a:moveTo>
                  <a:pt x="1895475" y="666750"/>
                </a:moveTo>
                <a:lnTo>
                  <a:pt x="1905000" y="666750"/>
                </a:lnTo>
                <a:lnTo>
                  <a:pt x="1905000" y="676275"/>
                </a:lnTo>
                <a:lnTo>
                  <a:pt x="1895475" y="676275"/>
                </a:lnTo>
                <a:close/>
                <a:moveTo>
                  <a:pt x="904875" y="676275"/>
                </a:moveTo>
                <a:lnTo>
                  <a:pt x="923925" y="676275"/>
                </a:lnTo>
                <a:lnTo>
                  <a:pt x="923925" y="685800"/>
                </a:lnTo>
                <a:lnTo>
                  <a:pt x="933450" y="685800"/>
                </a:lnTo>
                <a:lnTo>
                  <a:pt x="933450" y="695325"/>
                </a:lnTo>
                <a:lnTo>
                  <a:pt x="914400" y="695325"/>
                </a:lnTo>
                <a:lnTo>
                  <a:pt x="914400" y="704850"/>
                </a:lnTo>
                <a:lnTo>
                  <a:pt x="895350" y="704850"/>
                </a:lnTo>
                <a:lnTo>
                  <a:pt x="895350" y="714375"/>
                </a:lnTo>
                <a:lnTo>
                  <a:pt x="866775" y="714375"/>
                </a:lnTo>
                <a:lnTo>
                  <a:pt x="866775" y="704850"/>
                </a:lnTo>
                <a:lnTo>
                  <a:pt x="876300" y="704850"/>
                </a:lnTo>
                <a:lnTo>
                  <a:pt x="876300" y="685800"/>
                </a:lnTo>
                <a:lnTo>
                  <a:pt x="904875" y="685800"/>
                </a:lnTo>
                <a:close/>
                <a:moveTo>
                  <a:pt x="952500" y="685800"/>
                </a:moveTo>
                <a:lnTo>
                  <a:pt x="990600" y="685800"/>
                </a:lnTo>
                <a:lnTo>
                  <a:pt x="990600" y="695325"/>
                </a:lnTo>
                <a:lnTo>
                  <a:pt x="952500" y="695325"/>
                </a:lnTo>
                <a:close/>
                <a:moveTo>
                  <a:pt x="1000125" y="685800"/>
                </a:moveTo>
                <a:lnTo>
                  <a:pt x="1009650" y="685800"/>
                </a:lnTo>
                <a:lnTo>
                  <a:pt x="1009650" y="704850"/>
                </a:lnTo>
                <a:lnTo>
                  <a:pt x="990600" y="704850"/>
                </a:lnTo>
                <a:lnTo>
                  <a:pt x="990600" y="695325"/>
                </a:lnTo>
                <a:lnTo>
                  <a:pt x="1000125" y="695325"/>
                </a:lnTo>
                <a:close/>
                <a:moveTo>
                  <a:pt x="400050" y="695325"/>
                </a:moveTo>
                <a:lnTo>
                  <a:pt x="419100" y="695325"/>
                </a:lnTo>
                <a:lnTo>
                  <a:pt x="419100" y="723900"/>
                </a:lnTo>
                <a:lnTo>
                  <a:pt x="400050" y="723900"/>
                </a:lnTo>
                <a:close/>
                <a:moveTo>
                  <a:pt x="1019175" y="695325"/>
                </a:moveTo>
                <a:lnTo>
                  <a:pt x="1028700" y="695325"/>
                </a:lnTo>
                <a:lnTo>
                  <a:pt x="1028700" y="704850"/>
                </a:lnTo>
                <a:lnTo>
                  <a:pt x="1019175" y="704850"/>
                </a:lnTo>
                <a:close/>
                <a:moveTo>
                  <a:pt x="104775" y="714375"/>
                </a:moveTo>
                <a:lnTo>
                  <a:pt x="114300" y="714375"/>
                </a:lnTo>
                <a:lnTo>
                  <a:pt x="114300" y="723900"/>
                </a:lnTo>
                <a:lnTo>
                  <a:pt x="104775" y="723900"/>
                </a:lnTo>
                <a:close/>
                <a:moveTo>
                  <a:pt x="476250" y="723900"/>
                </a:moveTo>
                <a:lnTo>
                  <a:pt x="485775" y="723900"/>
                </a:lnTo>
                <a:lnTo>
                  <a:pt x="485775" y="733425"/>
                </a:lnTo>
                <a:lnTo>
                  <a:pt x="495300" y="733425"/>
                </a:lnTo>
                <a:lnTo>
                  <a:pt x="495300" y="742950"/>
                </a:lnTo>
                <a:lnTo>
                  <a:pt x="485775" y="742950"/>
                </a:lnTo>
                <a:lnTo>
                  <a:pt x="485775" y="762000"/>
                </a:lnTo>
                <a:lnTo>
                  <a:pt x="476250" y="762000"/>
                </a:lnTo>
                <a:lnTo>
                  <a:pt x="476250" y="742950"/>
                </a:lnTo>
                <a:lnTo>
                  <a:pt x="466725" y="742950"/>
                </a:lnTo>
                <a:lnTo>
                  <a:pt x="466725" y="733425"/>
                </a:lnTo>
                <a:lnTo>
                  <a:pt x="476250" y="733425"/>
                </a:lnTo>
                <a:close/>
                <a:moveTo>
                  <a:pt x="1971675" y="723900"/>
                </a:moveTo>
                <a:lnTo>
                  <a:pt x="1981200" y="723900"/>
                </a:lnTo>
                <a:lnTo>
                  <a:pt x="1981200" y="762000"/>
                </a:lnTo>
                <a:lnTo>
                  <a:pt x="1971675" y="762000"/>
                </a:lnTo>
                <a:close/>
                <a:moveTo>
                  <a:pt x="104775" y="733425"/>
                </a:moveTo>
                <a:lnTo>
                  <a:pt x="114300" y="733425"/>
                </a:lnTo>
                <a:lnTo>
                  <a:pt x="114300" y="752475"/>
                </a:lnTo>
                <a:lnTo>
                  <a:pt x="123825" y="752475"/>
                </a:lnTo>
                <a:lnTo>
                  <a:pt x="123825" y="762000"/>
                </a:lnTo>
                <a:lnTo>
                  <a:pt x="104775" y="762000"/>
                </a:lnTo>
                <a:lnTo>
                  <a:pt x="104775" y="781050"/>
                </a:lnTo>
                <a:lnTo>
                  <a:pt x="95250" y="781050"/>
                </a:lnTo>
                <a:lnTo>
                  <a:pt x="95250" y="752475"/>
                </a:lnTo>
                <a:lnTo>
                  <a:pt x="104775" y="752475"/>
                </a:lnTo>
                <a:close/>
                <a:moveTo>
                  <a:pt x="1295400" y="733425"/>
                </a:moveTo>
                <a:lnTo>
                  <a:pt x="1304925" y="733425"/>
                </a:lnTo>
                <a:lnTo>
                  <a:pt x="1304925" y="752475"/>
                </a:lnTo>
                <a:lnTo>
                  <a:pt x="1295400" y="752475"/>
                </a:lnTo>
                <a:close/>
                <a:moveTo>
                  <a:pt x="361950" y="742950"/>
                </a:moveTo>
                <a:lnTo>
                  <a:pt x="381000" y="742950"/>
                </a:lnTo>
                <a:lnTo>
                  <a:pt x="381000" y="752475"/>
                </a:lnTo>
                <a:lnTo>
                  <a:pt x="361950" y="752475"/>
                </a:lnTo>
                <a:close/>
                <a:moveTo>
                  <a:pt x="381000" y="752475"/>
                </a:moveTo>
                <a:lnTo>
                  <a:pt x="390525" y="752475"/>
                </a:lnTo>
                <a:lnTo>
                  <a:pt x="390525" y="762000"/>
                </a:lnTo>
                <a:lnTo>
                  <a:pt x="381000" y="762000"/>
                </a:lnTo>
                <a:close/>
                <a:moveTo>
                  <a:pt x="647700" y="762000"/>
                </a:moveTo>
                <a:lnTo>
                  <a:pt x="657225" y="762000"/>
                </a:lnTo>
                <a:lnTo>
                  <a:pt x="657225" y="771525"/>
                </a:lnTo>
                <a:lnTo>
                  <a:pt x="666750" y="771525"/>
                </a:lnTo>
                <a:lnTo>
                  <a:pt x="666750" y="762000"/>
                </a:lnTo>
                <a:lnTo>
                  <a:pt x="685800" y="762000"/>
                </a:lnTo>
                <a:lnTo>
                  <a:pt x="685800" y="771525"/>
                </a:lnTo>
                <a:lnTo>
                  <a:pt x="695325" y="771525"/>
                </a:lnTo>
                <a:lnTo>
                  <a:pt x="695325" y="781050"/>
                </a:lnTo>
                <a:lnTo>
                  <a:pt x="704850" y="781050"/>
                </a:lnTo>
                <a:lnTo>
                  <a:pt x="704850" y="790575"/>
                </a:lnTo>
                <a:lnTo>
                  <a:pt x="666750" y="790575"/>
                </a:lnTo>
                <a:lnTo>
                  <a:pt x="666750" y="781050"/>
                </a:lnTo>
                <a:lnTo>
                  <a:pt x="657225" y="781050"/>
                </a:lnTo>
                <a:lnTo>
                  <a:pt x="657225" y="790575"/>
                </a:lnTo>
                <a:lnTo>
                  <a:pt x="647700" y="790575"/>
                </a:lnTo>
                <a:close/>
                <a:moveTo>
                  <a:pt x="1162050" y="771525"/>
                </a:moveTo>
                <a:lnTo>
                  <a:pt x="1181100" y="771525"/>
                </a:lnTo>
                <a:lnTo>
                  <a:pt x="1181100" y="781050"/>
                </a:lnTo>
                <a:lnTo>
                  <a:pt x="1171575" y="781050"/>
                </a:lnTo>
                <a:lnTo>
                  <a:pt x="1171575" y="819150"/>
                </a:lnTo>
                <a:lnTo>
                  <a:pt x="1133475" y="819150"/>
                </a:lnTo>
                <a:lnTo>
                  <a:pt x="1133475" y="809625"/>
                </a:lnTo>
                <a:lnTo>
                  <a:pt x="1123950" y="809625"/>
                </a:lnTo>
                <a:lnTo>
                  <a:pt x="1123950" y="800100"/>
                </a:lnTo>
                <a:lnTo>
                  <a:pt x="1104900" y="800100"/>
                </a:lnTo>
                <a:lnTo>
                  <a:pt x="1104900" y="790575"/>
                </a:lnTo>
                <a:lnTo>
                  <a:pt x="1133475" y="790575"/>
                </a:lnTo>
                <a:lnTo>
                  <a:pt x="1133475" y="800100"/>
                </a:lnTo>
                <a:lnTo>
                  <a:pt x="1152525" y="800100"/>
                </a:lnTo>
                <a:lnTo>
                  <a:pt x="1152525" y="790575"/>
                </a:lnTo>
                <a:lnTo>
                  <a:pt x="1162050" y="790575"/>
                </a:lnTo>
                <a:close/>
                <a:moveTo>
                  <a:pt x="1085850" y="781050"/>
                </a:moveTo>
                <a:lnTo>
                  <a:pt x="1095375" y="781050"/>
                </a:lnTo>
                <a:lnTo>
                  <a:pt x="1095375" y="790575"/>
                </a:lnTo>
                <a:lnTo>
                  <a:pt x="1085850" y="790575"/>
                </a:lnTo>
                <a:close/>
                <a:moveTo>
                  <a:pt x="285750" y="790575"/>
                </a:moveTo>
                <a:lnTo>
                  <a:pt x="295275" y="790575"/>
                </a:lnTo>
                <a:lnTo>
                  <a:pt x="295275" y="800100"/>
                </a:lnTo>
                <a:lnTo>
                  <a:pt x="285750" y="800100"/>
                </a:lnTo>
                <a:close/>
                <a:moveTo>
                  <a:pt x="552450" y="790575"/>
                </a:moveTo>
                <a:lnTo>
                  <a:pt x="609600" y="790575"/>
                </a:lnTo>
                <a:lnTo>
                  <a:pt x="609600" y="800100"/>
                </a:lnTo>
                <a:lnTo>
                  <a:pt x="571500" y="800100"/>
                </a:lnTo>
                <a:lnTo>
                  <a:pt x="571500" y="819150"/>
                </a:lnTo>
                <a:lnTo>
                  <a:pt x="552450" y="819150"/>
                </a:lnTo>
                <a:close/>
                <a:moveTo>
                  <a:pt x="1247775" y="800100"/>
                </a:moveTo>
                <a:lnTo>
                  <a:pt x="1257300" y="800100"/>
                </a:lnTo>
                <a:lnTo>
                  <a:pt x="1257300" y="809625"/>
                </a:lnTo>
                <a:lnTo>
                  <a:pt x="1247775" y="809625"/>
                </a:lnTo>
                <a:close/>
                <a:moveTo>
                  <a:pt x="295275" y="809625"/>
                </a:moveTo>
                <a:lnTo>
                  <a:pt x="304800" y="809625"/>
                </a:lnTo>
                <a:lnTo>
                  <a:pt x="304800" y="819150"/>
                </a:lnTo>
                <a:lnTo>
                  <a:pt x="295275" y="819150"/>
                </a:lnTo>
                <a:close/>
                <a:moveTo>
                  <a:pt x="657225" y="819150"/>
                </a:moveTo>
                <a:lnTo>
                  <a:pt x="676275" y="819150"/>
                </a:lnTo>
                <a:lnTo>
                  <a:pt x="676275" y="838200"/>
                </a:lnTo>
                <a:lnTo>
                  <a:pt x="666750" y="838200"/>
                </a:lnTo>
                <a:lnTo>
                  <a:pt x="666750" y="847725"/>
                </a:lnTo>
                <a:lnTo>
                  <a:pt x="638175" y="847725"/>
                </a:lnTo>
                <a:lnTo>
                  <a:pt x="638175" y="857250"/>
                </a:lnTo>
                <a:lnTo>
                  <a:pt x="619125" y="857250"/>
                </a:lnTo>
                <a:lnTo>
                  <a:pt x="619125" y="847725"/>
                </a:lnTo>
                <a:lnTo>
                  <a:pt x="609600" y="847725"/>
                </a:lnTo>
                <a:lnTo>
                  <a:pt x="609600" y="838200"/>
                </a:lnTo>
                <a:lnTo>
                  <a:pt x="619125" y="838200"/>
                </a:lnTo>
                <a:lnTo>
                  <a:pt x="619125" y="828675"/>
                </a:lnTo>
                <a:lnTo>
                  <a:pt x="657225" y="828675"/>
                </a:lnTo>
                <a:close/>
                <a:moveTo>
                  <a:pt x="1266825" y="819150"/>
                </a:moveTo>
                <a:lnTo>
                  <a:pt x="1295400" y="819150"/>
                </a:lnTo>
                <a:lnTo>
                  <a:pt x="1295400" y="857250"/>
                </a:lnTo>
                <a:lnTo>
                  <a:pt x="1285875" y="857250"/>
                </a:lnTo>
                <a:lnTo>
                  <a:pt x="1285875" y="866775"/>
                </a:lnTo>
                <a:lnTo>
                  <a:pt x="1266825" y="866775"/>
                </a:lnTo>
                <a:lnTo>
                  <a:pt x="1266825" y="857250"/>
                </a:lnTo>
                <a:lnTo>
                  <a:pt x="1238250" y="857250"/>
                </a:lnTo>
                <a:lnTo>
                  <a:pt x="1238250" y="838200"/>
                </a:lnTo>
                <a:lnTo>
                  <a:pt x="1247775" y="838200"/>
                </a:lnTo>
                <a:lnTo>
                  <a:pt x="1247775" y="828675"/>
                </a:lnTo>
                <a:lnTo>
                  <a:pt x="1266825" y="828675"/>
                </a:lnTo>
                <a:close/>
                <a:moveTo>
                  <a:pt x="400050" y="828675"/>
                </a:moveTo>
                <a:lnTo>
                  <a:pt x="419100" y="828675"/>
                </a:lnTo>
                <a:lnTo>
                  <a:pt x="419100" y="838200"/>
                </a:lnTo>
                <a:lnTo>
                  <a:pt x="409575" y="838200"/>
                </a:lnTo>
                <a:lnTo>
                  <a:pt x="409575" y="847725"/>
                </a:lnTo>
                <a:lnTo>
                  <a:pt x="400050" y="847725"/>
                </a:lnTo>
                <a:close/>
                <a:moveTo>
                  <a:pt x="247650" y="857250"/>
                </a:moveTo>
                <a:lnTo>
                  <a:pt x="257175" y="857250"/>
                </a:lnTo>
                <a:lnTo>
                  <a:pt x="257175" y="866775"/>
                </a:lnTo>
                <a:lnTo>
                  <a:pt x="247650" y="866775"/>
                </a:lnTo>
                <a:close/>
                <a:moveTo>
                  <a:pt x="1171575" y="857250"/>
                </a:moveTo>
                <a:lnTo>
                  <a:pt x="1181100" y="857250"/>
                </a:lnTo>
                <a:lnTo>
                  <a:pt x="1181100" y="866775"/>
                </a:lnTo>
                <a:lnTo>
                  <a:pt x="1171575" y="866775"/>
                </a:lnTo>
                <a:close/>
                <a:moveTo>
                  <a:pt x="180975" y="866775"/>
                </a:moveTo>
                <a:lnTo>
                  <a:pt x="219075" y="866775"/>
                </a:lnTo>
                <a:lnTo>
                  <a:pt x="219075" y="876300"/>
                </a:lnTo>
                <a:lnTo>
                  <a:pt x="228600" y="876300"/>
                </a:lnTo>
                <a:lnTo>
                  <a:pt x="228600" y="885825"/>
                </a:lnTo>
                <a:lnTo>
                  <a:pt x="190500" y="885825"/>
                </a:lnTo>
                <a:lnTo>
                  <a:pt x="190500" y="876300"/>
                </a:lnTo>
                <a:lnTo>
                  <a:pt x="180975" y="876300"/>
                </a:lnTo>
                <a:close/>
                <a:moveTo>
                  <a:pt x="1657350" y="866775"/>
                </a:moveTo>
                <a:lnTo>
                  <a:pt x="1666875" y="866775"/>
                </a:lnTo>
                <a:lnTo>
                  <a:pt x="1666875" y="885825"/>
                </a:lnTo>
                <a:lnTo>
                  <a:pt x="1676400" y="885825"/>
                </a:lnTo>
                <a:lnTo>
                  <a:pt x="1676400" y="933450"/>
                </a:lnTo>
                <a:lnTo>
                  <a:pt x="1666875" y="933450"/>
                </a:lnTo>
                <a:lnTo>
                  <a:pt x="1666875" y="942975"/>
                </a:lnTo>
                <a:lnTo>
                  <a:pt x="1657350" y="942975"/>
                </a:lnTo>
                <a:lnTo>
                  <a:pt x="1657350" y="962025"/>
                </a:lnTo>
                <a:lnTo>
                  <a:pt x="1647825" y="962025"/>
                </a:lnTo>
                <a:lnTo>
                  <a:pt x="1647825" y="981075"/>
                </a:lnTo>
                <a:lnTo>
                  <a:pt x="1676400" y="981075"/>
                </a:lnTo>
                <a:lnTo>
                  <a:pt x="1676400" y="1000125"/>
                </a:lnTo>
                <a:lnTo>
                  <a:pt x="1695450" y="1000125"/>
                </a:lnTo>
                <a:lnTo>
                  <a:pt x="1695450" y="990600"/>
                </a:lnTo>
                <a:lnTo>
                  <a:pt x="1704975" y="990600"/>
                </a:lnTo>
                <a:lnTo>
                  <a:pt x="1704975" y="962025"/>
                </a:lnTo>
                <a:lnTo>
                  <a:pt x="1695450" y="962025"/>
                </a:lnTo>
                <a:lnTo>
                  <a:pt x="1695450" y="942975"/>
                </a:lnTo>
                <a:lnTo>
                  <a:pt x="1704975" y="942975"/>
                </a:lnTo>
                <a:lnTo>
                  <a:pt x="1704975" y="923925"/>
                </a:lnTo>
                <a:lnTo>
                  <a:pt x="1695450" y="923925"/>
                </a:lnTo>
                <a:lnTo>
                  <a:pt x="1695450" y="876300"/>
                </a:lnTo>
                <a:lnTo>
                  <a:pt x="1704975" y="876300"/>
                </a:lnTo>
                <a:lnTo>
                  <a:pt x="1704975" y="866775"/>
                </a:lnTo>
                <a:lnTo>
                  <a:pt x="1752600" y="866775"/>
                </a:lnTo>
                <a:lnTo>
                  <a:pt x="1752600" y="904875"/>
                </a:lnTo>
                <a:lnTo>
                  <a:pt x="1733550" y="904875"/>
                </a:lnTo>
                <a:lnTo>
                  <a:pt x="1733550" y="914400"/>
                </a:lnTo>
                <a:lnTo>
                  <a:pt x="1752600" y="914400"/>
                </a:lnTo>
                <a:lnTo>
                  <a:pt x="1752600" y="923925"/>
                </a:lnTo>
                <a:lnTo>
                  <a:pt x="1733550" y="923925"/>
                </a:lnTo>
                <a:lnTo>
                  <a:pt x="1733550" y="933450"/>
                </a:lnTo>
                <a:lnTo>
                  <a:pt x="1724025" y="933450"/>
                </a:lnTo>
                <a:lnTo>
                  <a:pt x="1724025" y="942975"/>
                </a:lnTo>
                <a:lnTo>
                  <a:pt x="1733550" y="942975"/>
                </a:lnTo>
                <a:lnTo>
                  <a:pt x="1733550" y="952500"/>
                </a:lnTo>
                <a:lnTo>
                  <a:pt x="1743075" y="952500"/>
                </a:lnTo>
                <a:lnTo>
                  <a:pt x="1743075" y="962025"/>
                </a:lnTo>
                <a:lnTo>
                  <a:pt x="1752600" y="962025"/>
                </a:lnTo>
                <a:lnTo>
                  <a:pt x="1752600" y="971550"/>
                </a:lnTo>
                <a:lnTo>
                  <a:pt x="1743075" y="971550"/>
                </a:lnTo>
                <a:lnTo>
                  <a:pt x="1743075" y="1019175"/>
                </a:lnTo>
                <a:lnTo>
                  <a:pt x="1752600" y="1019175"/>
                </a:lnTo>
                <a:lnTo>
                  <a:pt x="1752600" y="1028700"/>
                </a:lnTo>
                <a:lnTo>
                  <a:pt x="1743075" y="1028700"/>
                </a:lnTo>
                <a:lnTo>
                  <a:pt x="1743075" y="1057275"/>
                </a:lnTo>
                <a:lnTo>
                  <a:pt x="1733550" y="1057275"/>
                </a:lnTo>
                <a:lnTo>
                  <a:pt x="1733550" y="1095375"/>
                </a:lnTo>
                <a:lnTo>
                  <a:pt x="1743075" y="1095375"/>
                </a:lnTo>
                <a:lnTo>
                  <a:pt x="1743075" y="1114425"/>
                </a:lnTo>
                <a:lnTo>
                  <a:pt x="1714500" y="1114425"/>
                </a:lnTo>
                <a:lnTo>
                  <a:pt x="1714500" y="1133475"/>
                </a:lnTo>
                <a:lnTo>
                  <a:pt x="1704975" y="1133475"/>
                </a:lnTo>
                <a:lnTo>
                  <a:pt x="1704975" y="1162050"/>
                </a:lnTo>
                <a:lnTo>
                  <a:pt x="1714500" y="1162050"/>
                </a:lnTo>
                <a:lnTo>
                  <a:pt x="1714500" y="1181100"/>
                </a:lnTo>
                <a:lnTo>
                  <a:pt x="1685925" y="1181100"/>
                </a:lnTo>
                <a:lnTo>
                  <a:pt x="1685925" y="1162050"/>
                </a:lnTo>
                <a:lnTo>
                  <a:pt x="1676400" y="1162050"/>
                </a:lnTo>
                <a:lnTo>
                  <a:pt x="1676400" y="1152525"/>
                </a:lnTo>
                <a:lnTo>
                  <a:pt x="1666875" y="1152525"/>
                </a:lnTo>
                <a:lnTo>
                  <a:pt x="1666875" y="1162050"/>
                </a:lnTo>
                <a:lnTo>
                  <a:pt x="1657350" y="1162050"/>
                </a:lnTo>
                <a:lnTo>
                  <a:pt x="1657350" y="1171575"/>
                </a:lnTo>
                <a:lnTo>
                  <a:pt x="1666875" y="1171575"/>
                </a:lnTo>
                <a:lnTo>
                  <a:pt x="1666875" y="1181100"/>
                </a:lnTo>
                <a:lnTo>
                  <a:pt x="1647825" y="1181100"/>
                </a:lnTo>
                <a:lnTo>
                  <a:pt x="1647825" y="1171575"/>
                </a:lnTo>
                <a:lnTo>
                  <a:pt x="1619250" y="1171575"/>
                </a:lnTo>
                <a:lnTo>
                  <a:pt x="1619250" y="1181100"/>
                </a:lnTo>
                <a:lnTo>
                  <a:pt x="1600200" y="1181100"/>
                </a:lnTo>
                <a:lnTo>
                  <a:pt x="1600200" y="1162050"/>
                </a:lnTo>
                <a:lnTo>
                  <a:pt x="1590675" y="1162050"/>
                </a:lnTo>
                <a:lnTo>
                  <a:pt x="1590675" y="1152525"/>
                </a:lnTo>
                <a:lnTo>
                  <a:pt x="1524000" y="1152525"/>
                </a:lnTo>
                <a:lnTo>
                  <a:pt x="1524000" y="1181100"/>
                </a:lnTo>
                <a:lnTo>
                  <a:pt x="1504950" y="1181100"/>
                </a:lnTo>
                <a:lnTo>
                  <a:pt x="1504950" y="1190625"/>
                </a:lnTo>
                <a:lnTo>
                  <a:pt x="1495425" y="1190625"/>
                </a:lnTo>
                <a:lnTo>
                  <a:pt x="1495425" y="1181100"/>
                </a:lnTo>
                <a:lnTo>
                  <a:pt x="1485900" y="1181100"/>
                </a:lnTo>
                <a:lnTo>
                  <a:pt x="1485900" y="1171575"/>
                </a:lnTo>
                <a:lnTo>
                  <a:pt x="1476375" y="1171575"/>
                </a:lnTo>
                <a:lnTo>
                  <a:pt x="1476375" y="1152525"/>
                </a:lnTo>
                <a:lnTo>
                  <a:pt x="1466850" y="1152525"/>
                </a:lnTo>
                <a:lnTo>
                  <a:pt x="1466850" y="1143000"/>
                </a:lnTo>
                <a:lnTo>
                  <a:pt x="1485900" y="1143000"/>
                </a:lnTo>
                <a:lnTo>
                  <a:pt x="1485900" y="1133475"/>
                </a:lnTo>
                <a:lnTo>
                  <a:pt x="1514475" y="1133475"/>
                </a:lnTo>
                <a:lnTo>
                  <a:pt x="1514475" y="1123950"/>
                </a:lnTo>
                <a:lnTo>
                  <a:pt x="1524000" y="1123950"/>
                </a:lnTo>
                <a:lnTo>
                  <a:pt x="1524000" y="1114425"/>
                </a:lnTo>
                <a:lnTo>
                  <a:pt x="1533525" y="1114425"/>
                </a:lnTo>
                <a:lnTo>
                  <a:pt x="1533525" y="1104900"/>
                </a:lnTo>
                <a:lnTo>
                  <a:pt x="1543050" y="1104900"/>
                </a:lnTo>
                <a:lnTo>
                  <a:pt x="1543050" y="1085850"/>
                </a:lnTo>
                <a:lnTo>
                  <a:pt x="1533525" y="1085850"/>
                </a:lnTo>
                <a:lnTo>
                  <a:pt x="1533525" y="1076325"/>
                </a:lnTo>
                <a:lnTo>
                  <a:pt x="1524000" y="1076325"/>
                </a:lnTo>
                <a:lnTo>
                  <a:pt x="1524000" y="1047750"/>
                </a:lnTo>
                <a:lnTo>
                  <a:pt x="1533525" y="1047750"/>
                </a:lnTo>
                <a:lnTo>
                  <a:pt x="1533525" y="1038225"/>
                </a:lnTo>
                <a:lnTo>
                  <a:pt x="1562100" y="1038225"/>
                </a:lnTo>
                <a:lnTo>
                  <a:pt x="1562100" y="1066800"/>
                </a:lnTo>
                <a:lnTo>
                  <a:pt x="1571625" y="1066800"/>
                </a:lnTo>
                <a:lnTo>
                  <a:pt x="1571625" y="1085850"/>
                </a:lnTo>
                <a:lnTo>
                  <a:pt x="1581150" y="1085850"/>
                </a:lnTo>
                <a:lnTo>
                  <a:pt x="1581150" y="1104900"/>
                </a:lnTo>
                <a:lnTo>
                  <a:pt x="1600200" y="1104900"/>
                </a:lnTo>
                <a:lnTo>
                  <a:pt x="1600200" y="1114425"/>
                </a:lnTo>
                <a:lnTo>
                  <a:pt x="1581150" y="1114425"/>
                </a:lnTo>
                <a:lnTo>
                  <a:pt x="1581150" y="1133475"/>
                </a:lnTo>
                <a:lnTo>
                  <a:pt x="1600200" y="1133475"/>
                </a:lnTo>
                <a:lnTo>
                  <a:pt x="1600200" y="1152525"/>
                </a:lnTo>
                <a:lnTo>
                  <a:pt x="1619250" y="1152525"/>
                </a:lnTo>
                <a:lnTo>
                  <a:pt x="1619250" y="1143000"/>
                </a:lnTo>
                <a:lnTo>
                  <a:pt x="1609725" y="1143000"/>
                </a:lnTo>
                <a:lnTo>
                  <a:pt x="1609725" y="1123950"/>
                </a:lnTo>
                <a:lnTo>
                  <a:pt x="1600200" y="1123950"/>
                </a:lnTo>
                <a:lnTo>
                  <a:pt x="1600200" y="1114425"/>
                </a:lnTo>
                <a:lnTo>
                  <a:pt x="1609725" y="1114425"/>
                </a:lnTo>
                <a:lnTo>
                  <a:pt x="1609725" y="1085850"/>
                </a:lnTo>
                <a:lnTo>
                  <a:pt x="1600200" y="1085850"/>
                </a:lnTo>
                <a:lnTo>
                  <a:pt x="1600200" y="1076325"/>
                </a:lnTo>
                <a:lnTo>
                  <a:pt x="1590675" y="1076325"/>
                </a:lnTo>
                <a:lnTo>
                  <a:pt x="1590675" y="1066800"/>
                </a:lnTo>
                <a:lnTo>
                  <a:pt x="1581150" y="1066800"/>
                </a:lnTo>
                <a:lnTo>
                  <a:pt x="1581150" y="1009650"/>
                </a:lnTo>
                <a:lnTo>
                  <a:pt x="1590675" y="1009650"/>
                </a:lnTo>
                <a:lnTo>
                  <a:pt x="1590675" y="971550"/>
                </a:lnTo>
                <a:lnTo>
                  <a:pt x="1600200" y="971550"/>
                </a:lnTo>
                <a:lnTo>
                  <a:pt x="1600200" y="990600"/>
                </a:lnTo>
                <a:lnTo>
                  <a:pt x="1609725" y="990600"/>
                </a:lnTo>
                <a:lnTo>
                  <a:pt x="1609725" y="1000125"/>
                </a:lnTo>
                <a:lnTo>
                  <a:pt x="1619250" y="1000125"/>
                </a:lnTo>
                <a:lnTo>
                  <a:pt x="1619250" y="990600"/>
                </a:lnTo>
                <a:lnTo>
                  <a:pt x="1628775" y="990600"/>
                </a:lnTo>
                <a:lnTo>
                  <a:pt x="1628775" y="981075"/>
                </a:lnTo>
                <a:lnTo>
                  <a:pt x="1619250" y="981075"/>
                </a:lnTo>
                <a:lnTo>
                  <a:pt x="1619250" y="942975"/>
                </a:lnTo>
                <a:lnTo>
                  <a:pt x="1628775" y="942975"/>
                </a:lnTo>
                <a:lnTo>
                  <a:pt x="1628775" y="923925"/>
                </a:lnTo>
                <a:lnTo>
                  <a:pt x="1647825" y="923925"/>
                </a:lnTo>
                <a:lnTo>
                  <a:pt x="1647825" y="904875"/>
                </a:lnTo>
                <a:lnTo>
                  <a:pt x="1628775" y="904875"/>
                </a:lnTo>
                <a:lnTo>
                  <a:pt x="1628775" y="885825"/>
                </a:lnTo>
                <a:lnTo>
                  <a:pt x="1638300" y="885825"/>
                </a:lnTo>
                <a:lnTo>
                  <a:pt x="1638300" y="876300"/>
                </a:lnTo>
                <a:lnTo>
                  <a:pt x="1657350" y="876300"/>
                </a:lnTo>
                <a:close/>
                <a:moveTo>
                  <a:pt x="247650" y="876300"/>
                </a:moveTo>
                <a:lnTo>
                  <a:pt x="257175" y="876300"/>
                </a:lnTo>
                <a:lnTo>
                  <a:pt x="257175" y="885825"/>
                </a:lnTo>
                <a:lnTo>
                  <a:pt x="247650" y="885825"/>
                </a:lnTo>
                <a:close/>
                <a:moveTo>
                  <a:pt x="2000250" y="885825"/>
                </a:moveTo>
                <a:lnTo>
                  <a:pt x="2009775" y="885825"/>
                </a:lnTo>
                <a:lnTo>
                  <a:pt x="2009775" y="914400"/>
                </a:lnTo>
                <a:lnTo>
                  <a:pt x="2000250" y="914400"/>
                </a:lnTo>
                <a:close/>
                <a:moveTo>
                  <a:pt x="285750" y="914400"/>
                </a:moveTo>
                <a:lnTo>
                  <a:pt x="304800" y="914400"/>
                </a:lnTo>
                <a:lnTo>
                  <a:pt x="304800" y="942975"/>
                </a:lnTo>
                <a:lnTo>
                  <a:pt x="295275" y="942975"/>
                </a:lnTo>
                <a:lnTo>
                  <a:pt x="295275" y="1000125"/>
                </a:lnTo>
                <a:lnTo>
                  <a:pt x="285750" y="1000125"/>
                </a:lnTo>
                <a:lnTo>
                  <a:pt x="285750" y="971550"/>
                </a:lnTo>
                <a:lnTo>
                  <a:pt x="266700" y="971550"/>
                </a:lnTo>
                <a:lnTo>
                  <a:pt x="266700" y="952500"/>
                </a:lnTo>
                <a:lnTo>
                  <a:pt x="285750" y="952500"/>
                </a:lnTo>
                <a:close/>
                <a:moveTo>
                  <a:pt x="447675" y="923925"/>
                </a:moveTo>
                <a:lnTo>
                  <a:pt x="466725" y="923925"/>
                </a:lnTo>
                <a:lnTo>
                  <a:pt x="466725" y="942975"/>
                </a:lnTo>
                <a:lnTo>
                  <a:pt x="447675" y="942975"/>
                </a:lnTo>
                <a:close/>
                <a:moveTo>
                  <a:pt x="1924050" y="923925"/>
                </a:moveTo>
                <a:lnTo>
                  <a:pt x="1952625" y="923925"/>
                </a:lnTo>
                <a:lnTo>
                  <a:pt x="1952625" y="933450"/>
                </a:lnTo>
                <a:lnTo>
                  <a:pt x="1943100" y="933450"/>
                </a:lnTo>
                <a:lnTo>
                  <a:pt x="1943100" y="962025"/>
                </a:lnTo>
                <a:lnTo>
                  <a:pt x="1933575" y="962025"/>
                </a:lnTo>
                <a:lnTo>
                  <a:pt x="1933575" y="952500"/>
                </a:lnTo>
                <a:lnTo>
                  <a:pt x="1924050" y="952500"/>
                </a:lnTo>
                <a:close/>
                <a:moveTo>
                  <a:pt x="1352550" y="933450"/>
                </a:moveTo>
                <a:lnTo>
                  <a:pt x="1362075" y="933450"/>
                </a:lnTo>
                <a:lnTo>
                  <a:pt x="1362075" y="942975"/>
                </a:lnTo>
                <a:lnTo>
                  <a:pt x="1352550" y="942975"/>
                </a:lnTo>
                <a:close/>
                <a:moveTo>
                  <a:pt x="371475" y="942975"/>
                </a:moveTo>
                <a:lnTo>
                  <a:pt x="390525" y="942975"/>
                </a:lnTo>
                <a:lnTo>
                  <a:pt x="390525" y="962025"/>
                </a:lnTo>
                <a:lnTo>
                  <a:pt x="371475" y="962025"/>
                </a:lnTo>
                <a:close/>
                <a:moveTo>
                  <a:pt x="1362075" y="942975"/>
                </a:moveTo>
                <a:lnTo>
                  <a:pt x="1381125" y="942975"/>
                </a:lnTo>
                <a:lnTo>
                  <a:pt x="1381125" y="962025"/>
                </a:lnTo>
                <a:lnTo>
                  <a:pt x="1371600" y="962025"/>
                </a:lnTo>
                <a:lnTo>
                  <a:pt x="1371600" y="952500"/>
                </a:lnTo>
                <a:lnTo>
                  <a:pt x="1362075" y="952500"/>
                </a:lnTo>
                <a:close/>
                <a:moveTo>
                  <a:pt x="466725" y="962025"/>
                </a:moveTo>
                <a:lnTo>
                  <a:pt x="476250" y="962025"/>
                </a:lnTo>
                <a:lnTo>
                  <a:pt x="476250" y="981075"/>
                </a:lnTo>
                <a:lnTo>
                  <a:pt x="466725" y="981075"/>
                </a:lnTo>
                <a:close/>
                <a:moveTo>
                  <a:pt x="1524000" y="971550"/>
                </a:moveTo>
                <a:lnTo>
                  <a:pt x="1543050" y="971550"/>
                </a:lnTo>
                <a:lnTo>
                  <a:pt x="1543050" y="990600"/>
                </a:lnTo>
                <a:lnTo>
                  <a:pt x="1533525" y="990600"/>
                </a:lnTo>
                <a:lnTo>
                  <a:pt x="1533525" y="1000125"/>
                </a:lnTo>
                <a:lnTo>
                  <a:pt x="1524000" y="1000125"/>
                </a:lnTo>
                <a:close/>
                <a:moveTo>
                  <a:pt x="447675" y="981075"/>
                </a:moveTo>
                <a:lnTo>
                  <a:pt x="457200" y="981075"/>
                </a:lnTo>
                <a:lnTo>
                  <a:pt x="457200" y="1000125"/>
                </a:lnTo>
                <a:lnTo>
                  <a:pt x="466725" y="1000125"/>
                </a:lnTo>
                <a:lnTo>
                  <a:pt x="466725" y="1019175"/>
                </a:lnTo>
                <a:lnTo>
                  <a:pt x="457200" y="1019175"/>
                </a:lnTo>
                <a:lnTo>
                  <a:pt x="457200" y="1047750"/>
                </a:lnTo>
                <a:lnTo>
                  <a:pt x="447675" y="1047750"/>
                </a:lnTo>
                <a:lnTo>
                  <a:pt x="447675" y="1066800"/>
                </a:lnTo>
                <a:lnTo>
                  <a:pt x="428625" y="1066800"/>
                </a:lnTo>
                <a:lnTo>
                  <a:pt x="428625" y="1057275"/>
                </a:lnTo>
                <a:lnTo>
                  <a:pt x="400050" y="1057275"/>
                </a:lnTo>
                <a:lnTo>
                  <a:pt x="400050" y="1047750"/>
                </a:lnTo>
                <a:lnTo>
                  <a:pt x="390525" y="1047750"/>
                </a:lnTo>
                <a:lnTo>
                  <a:pt x="390525" y="1038225"/>
                </a:lnTo>
                <a:lnTo>
                  <a:pt x="400050" y="1038225"/>
                </a:lnTo>
                <a:lnTo>
                  <a:pt x="400050" y="1028700"/>
                </a:lnTo>
                <a:lnTo>
                  <a:pt x="390525" y="1028700"/>
                </a:lnTo>
                <a:lnTo>
                  <a:pt x="390525" y="1019175"/>
                </a:lnTo>
                <a:lnTo>
                  <a:pt x="400050" y="1019175"/>
                </a:lnTo>
                <a:lnTo>
                  <a:pt x="400050" y="1009650"/>
                </a:lnTo>
                <a:lnTo>
                  <a:pt x="409575" y="1009650"/>
                </a:lnTo>
                <a:lnTo>
                  <a:pt x="409575" y="1000125"/>
                </a:lnTo>
                <a:lnTo>
                  <a:pt x="428625" y="1000125"/>
                </a:lnTo>
                <a:lnTo>
                  <a:pt x="428625" y="990600"/>
                </a:lnTo>
                <a:lnTo>
                  <a:pt x="447675" y="990600"/>
                </a:lnTo>
                <a:close/>
                <a:moveTo>
                  <a:pt x="333375" y="1009650"/>
                </a:moveTo>
                <a:lnTo>
                  <a:pt x="342900" y="1009650"/>
                </a:lnTo>
                <a:lnTo>
                  <a:pt x="342900" y="1019175"/>
                </a:lnTo>
                <a:lnTo>
                  <a:pt x="333375" y="1019175"/>
                </a:lnTo>
                <a:close/>
                <a:moveTo>
                  <a:pt x="323850" y="1019175"/>
                </a:moveTo>
                <a:lnTo>
                  <a:pt x="333375" y="1019175"/>
                </a:lnTo>
                <a:lnTo>
                  <a:pt x="333375" y="1028700"/>
                </a:lnTo>
                <a:lnTo>
                  <a:pt x="323850" y="1028700"/>
                </a:lnTo>
                <a:close/>
                <a:moveTo>
                  <a:pt x="1714500" y="1028700"/>
                </a:moveTo>
                <a:lnTo>
                  <a:pt x="1724025" y="1028700"/>
                </a:lnTo>
                <a:lnTo>
                  <a:pt x="1724025" y="1019175"/>
                </a:lnTo>
                <a:lnTo>
                  <a:pt x="1704975" y="1019175"/>
                </a:lnTo>
                <a:lnTo>
                  <a:pt x="1704975" y="1028700"/>
                </a:lnTo>
                <a:lnTo>
                  <a:pt x="1695450" y="1028700"/>
                </a:lnTo>
                <a:lnTo>
                  <a:pt x="1695450" y="1038225"/>
                </a:lnTo>
                <a:lnTo>
                  <a:pt x="1714500" y="1038225"/>
                </a:lnTo>
                <a:close/>
                <a:moveTo>
                  <a:pt x="419100" y="1038225"/>
                </a:moveTo>
                <a:lnTo>
                  <a:pt x="438150" y="1038225"/>
                </a:lnTo>
                <a:lnTo>
                  <a:pt x="438150" y="1000125"/>
                </a:lnTo>
                <a:lnTo>
                  <a:pt x="428625" y="1000125"/>
                </a:lnTo>
                <a:lnTo>
                  <a:pt x="428625" y="1009650"/>
                </a:lnTo>
                <a:lnTo>
                  <a:pt x="419100" y="1009650"/>
                </a:lnTo>
                <a:close/>
                <a:moveTo>
                  <a:pt x="447675" y="1066800"/>
                </a:moveTo>
                <a:lnTo>
                  <a:pt x="466725" y="1066800"/>
                </a:lnTo>
                <a:lnTo>
                  <a:pt x="466725" y="1076325"/>
                </a:lnTo>
                <a:lnTo>
                  <a:pt x="447675" y="1076325"/>
                </a:lnTo>
                <a:close/>
                <a:moveTo>
                  <a:pt x="2000250" y="1085850"/>
                </a:moveTo>
                <a:lnTo>
                  <a:pt x="2009775" y="1085850"/>
                </a:lnTo>
                <a:lnTo>
                  <a:pt x="2009775" y="1143000"/>
                </a:lnTo>
                <a:lnTo>
                  <a:pt x="1971675" y="1143000"/>
                </a:lnTo>
                <a:lnTo>
                  <a:pt x="1971675" y="1133475"/>
                </a:lnTo>
                <a:lnTo>
                  <a:pt x="1981200" y="1133475"/>
                </a:lnTo>
                <a:lnTo>
                  <a:pt x="1981200" y="1114425"/>
                </a:lnTo>
                <a:lnTo>
                  <a:pt x="1990725" y="1114425"/>
                </a:lnTo>
                <a:lnTo>
                  <a:pt x="1990725" y="1104900"/>
                </a:lnTo>
                <a:lnTo>
                  <a:pt x="2000250" y="1104900"/>
                </a:lnTo>
                <a:close/>
                <a:moveTo>
                  <a:pt x="114300" y="1095375"/>
                </a:moveTo>
                <a:lnTo>
                  <a:pt x="123825" y="1095375"/>
                </a:lnTo>
                <a:lnTo>
                  <a:pt x="123825" y="1104900"/>
                </a:lnTo>
                <a:lnTo>
                  <a:pt x="133350" y="1104900"/>
                </a:lnTo>
                <a:lnTo>
                  <a:pt x="133350" y="1123950"/>
                </a:lnTo>
                <a:lnTo>
                  <a:pt x="123825" y="1123950"/>
                </a:lnTo>
                <a:lnTo>
                  <a:pt x="123825" y="1114425"/>
                </a:lnTo>
                <a:lnTo>
                  <a:pt x="114300" y="1114425"/>
                </a:lnTo>
                <a:close/>
                <a:moveTo>
                  <a:pt x="161925" y="1095375"/>
                </a:moveTo>
                <a:lnTo>
                  <a:pt x="171450" y="1095375"/>
                </a:lnTo>
                <a:lnTo>
                  <a:pt x="171450" y="1114425"/>
                </a:lnTo>
                <a:lnTo>
                  <a:pt x="161925" y="1114425"/>
                </a:lnTo>
                <a:close/>
                <a:moveTo>
                  <a:pt x="1657350" y="1095375"/>
                </a:moveTo>
                <a:lnTo>
                  <a:pt x="1666875" y="1095375"/>
                </a:lnTo>
                <a:lnTo>
                  <a:pt x="1666875" y="1104900"/>
                </a:lnTo>
                <a:lnTo>
                  <a:pt x="1704975" y="1104900"/>
                </a:lnTo>
                <a:lnTo>
                  <a:pt x="1704975" y="1095375"/>
                </a:lnTo>
                <a:lnTo>
                  <a:pt x="1714500" y="1095375"/>
                </a:lnTo>
                <a:lnTo>
                  <a:pt x="1714500" y="1085850"/>
                </a:lnTo>
                <a:lnTo>
                  <a:pt x="1704975" y="1085850"/>
                </a:lnTo>
                <a:lnTo>
                  <a:pt x="1704975" y="1076325"/>
                </a:lnTo>
                <a:lnTo>
                  <a:pt x="1695450" y="1076325"/>
                </a:lnTo>
                <a:lnTo>
                  <a:pt x="1695450" y="1085850"/>
                </a:lnTo>
                <a:lnTo>
                  <a:pt x="1676400" y="1085850"/>
                </a:lnTo>
                <a:lnTo>
                  <a:pt x="1676400" y="1076325"/>
                </a:lnTo>
                <a:lnTo>
                  <a:pt x="1666875" y="1076325"/>
                </a:lnTo>
                <a:lnTo>
                  <a:pt x="1666875" y="1085850"/>
                </a:lnTo>
                <a:lnTo>
                  <a:pt x="1657350" y="1085850"/>
                </a:lnTo>
                <a:close/>
                <a:moveTo>
                  <a:pt x="1952625" y="1114425"/>
                </a:moveTo>
                <a:lnTo>
                  <a:pt x="1971675" y="1114425"/>
                </a:lnTo>
                <a:lnTo>
                  <a:pt x="1971675" y="1123950"/>
                </a:lnTo>
                <a:lnTo>
                  <a:pt x="1952625" y="1123950"/>
                </a:lnTo>
                <a:close/>
                <a:moveTo>
                  <a:pt x="76200" y="1123950"/>
                </a:moveTo>
                <a:lnTo>
                  <a:pt x="85725" y="1123950"/>
                </a:lnTo>
                <a:lnTo>
                  <a:pt x="85725" y="1133475"/>
                </a:lnTo>
                <a:lnTo>
                  <a:pt x="76200" y="1133475"/>
                </a:lnTo>
                <a:close/>
                <a:moveTo>
                  <a:pt x="142875" y="1133475"/>
                </a:moveTo>
                <a:lnTo>
                  <a:pt x="152400" y="1133475"/>
                </a:lnTo>
                <a:lnTo>
                  <a:pt x="152400" y="1143000"/>
                </a:lnTo>
                <a:lnTo>
                  <a:pt x="142875" y="1143000"/>
                </a:lnTo>
                <a:close/>
                <a:moveTo>
                  <a:pt x="1657350" y="1133475"/>
                </a:moveTo>
                <a:lnTo>
                  <a:pt x="1676400" y="1133475"/>
                </a:lnTo>
                <a:lnTo>
                  <a:pt x="1676400" y="1143000"/>
                </a:lnTo>
                <a:lnTo>
                  <a:pt x="1685925" y="1143000"/>
                </a:lnTo>
                <a:lnTo>
                  <a:pt x="1685925" y="1123950"/>
                </a:lnTo>
                <a:lnTo>
                  <a:pt x="1666875" y="1123950"/>
                </a:lnTo>
                <a:lnTo>
                  <a:pt x="1666875" y="1114425"/>
                </a:lnTo>
                <a:lnTo>
                  <a:pt x="1657350" y="1114425"/>
                </a:lnTo>
                <a:close/>
                <a:moveTo>
                  <a:pt x="152400" y="1152525"/>
                </a:moveTo>
                <a:lnTo>
                  <a:pt x="171450" y="1152525"/>
                </a:lnTo>
                <a:lnTo>
                  <a:pt x="171450" y="1162050"/>
                </a:lnTo>
                <a:lnTo>
                  <a:pt x="180975" y="1162050"/>
                </a:lnTo>
                <a:lnTo>
                  <a:pt x="180975" y="1171575"/>
                </a:lnTo>
                <a:lnTo>
                  <a:pt x="190500" y="1171575"/>
                </a:lnTo>
                <a:lnTo>
                  <a:pt x="190500" y="1181100"/>
                </a:lnTo>
                <a:lnTo>
                  <a:pt x="161925" y="1181100"/>
                </a:lnTo>
                <a:lnTo>
                  <a:pt x="161925" y="1162050"/>
                </a:lnTo>
                <a:lnTo>
                  <a:pt x="152400" y="1162050"/>
                </a:lnTo>
                <a:close/>
                <a:moveTo>
                  <a:pt x="1990725" y="1152525"/>
                </a:moveTo>
                <a:lnTo>
                  <a:pt x="2009775" y="1152525"/>
                </a:lnTo>
                <a:lnTo>
                  <a:pt x="2009775" y="1162050"/>
                </a:lnTo>
                <a:lnTo>
                  <a:pt x="2000250" y="1162050"/>
                </a:lnTo>
                <a:lnTo>
                  <a:pt x="2000250" y="1171575"/>
                </a:lnTo>
                <a:lnTo>
                  <a:pt x="1990725" y="1171575"/>
                </a:lnTo>
                <a:lnTo>
                  <a:pt x="1990725" y="1219200"/>
                </a:lnTo>
                <a:lnTo>
                  <a:pt x="1981200" y="1219200"/>
                </a:lnTo>
                <a:lnTo>
                  <a:pt x="1981200" y="1209675"/>
                </a:lnTo>
                <a:lnTo>
                  <a:pt x="1971675" y="1209675"/>
                </a:lnTo>
                <a:lnTo>
                  <a:pt x="1971675" y="1190625"/>
                </a:lnTo>
                <a:lnTo>
                  <a:pt x="1981200" y="1190625"/>
                </a:lnTo>
                <a:lnTo>
                  <a:pt x="1981200" y="1162050"/>
                </a:lnTo>
                <a:lnTo>
                  <a:pt x="1990725" y="1162050"/>
                </a:lnTo>
                <a:close/>
                <a:moveTo>
                  <a:pt x="1885950" y="1162050"/>
                </a:moveTo>
                <a:lnTo>
                  <a:pt x="1914525" y="1162050"/>
                </a:lnTo>
                <a:lnTo>
                  <a:pt x="1914525" y="1171575"/>
                </a:lnTo>
                <a:lnTo>
                  <a:pt x="1905000" y="1171575"/>
                </a:lnTo>
                <a:lnTo>
                  <a:pt x="1905000" y="1181100"/>
                </a:lnTo>
                <a:lnTo>
                  <a:pt x="1914525" y="1181100"/>
                </a:lnTo>
                <a:lnTo>
                  <a:pt x="1914525" y="1190625"/>
                </a:lnTo>
                <a:lnTo>
                  <a:pt x="1924050" y="1190625"/>
                </a:lnTo>
                <a:lnTo>
                  <a:pt x="1924050" y="1219200"/>
                </a:lnTo>
                <a:lnTo>
                  <a:pt x="1933575" y="1219200"/>
                </a:lnTo>
                <a:lnTo>
                  <a:pt x="1933575" y="1228725"/>
                </a:lnTo>
                <a:lnTo>
                  <a:pt x="1952625" y="1228725"/>
                </a:lnTo>
                <a:lnTo>
                  <a:pt x="1952625" y="1219200"/>
                </a:lnTo>
                <a:lnTo>
                  <a:pt x="1971675" y="1219200"/>
                </a:lnTo>
                <a:lnTo>
                  <a:pt x="1971675" y="1228725"/>
                </a:lnTo>
                <a:lnTo>
                  <a:pt x="1990725" y="1228725"/>
                </a:lnTo>
                <a:lnTo>
                  <a:pt x="1990725" y="1238250"/>
                </a:lnTo>
                <a:lnTo>
                  <a:pt x="1971675" y="1238250"/>
                </a:lnTo>
                <a:lnTo>
                  <a:pt x="1971675" y="1247775"/>
                </a:lnTo>
                <a:lnTo>
                  <a:pt x="1943100" y="1247775"/>
                </a:lnTo>
                <a:lnTo>
                  <a:pt x="1943100" y="1238250"/>
                </a:lnTo>
                <a:lnTo>
                  <a:pt x="1933575" y="1238250"/>
                </a:lnTo>
                <a:lnTo>
                  <a:pt x="1933575" y="1247775"/>
                </a:lnTo>
                <a:lnTo>
                  <a:pt x="1924050" y="1247775"/>
                </a:lnTo>
                <a:lnTo>
                  <a:pt x="1924050" y="1266825"/>
                </a:lnTo>
                <a:lnTo>
                  <a:pt x="1933575" y="1266825"/>
                </a:lnTo>
                <a:lnTo>
                  <a:pt x="1933575" y="1276350"/>
                </a:lnTo>
                <a:lnTo>
                  <a:pt x="1943100" y="1276350"/>
                </a:lnTo>
                <a:lnTo>
                  <a:pt x="1943100" y="1295400"/>
                </a:lnTo>
                <a:lnTo>
                  <a:pt x="1933575" y="1295400"/>
                </a:lnTo>
                <a:lnTo>
                  <a:pt x="1933575" y="1304925"/>
                </a:lnTo>
                <a:lnTo>
                  <a:pt x="1905000" y="1304925"/>
                </a:lnTo>
                <a:lnTo>
                  <a:pt x="1905000" y="1285875"/>
                </a:lnTo>
                <a:lnTo>
                  <a:pt x="1885950" y="1285875"/>
                </a:lnTo>
                <a:lnTo>
                  <a:pt x="1885950" y="1276350"/>
                </a:lnTo>
                <a:lnTo>
                  <a:pt x="1876425" y="1276350"/>
                </a:lnTo>
                <a:lnTo>
                  <a:pt x="1876425" y="1228725"/>
                </a:lnTo>
                <a:lnTo>
                  <a:pt x="1895475" y="1228725"/>
                </a:lnTo>
                <a:lnTo>
                  <a:pt x="1895475" y="1209675"/>
                </a:lnTo>
                <a:lnTo>
                  <a:pt x="1885950" y="1209675"/>
                </a:lnTo>
                <a:lnTo>
                  <a:pt x="1885950" y="1200150"/>
                </a:lnTo>
                <a:lnTo>
                  <a:pt x="1876425" y="1200150"/>
                </a:lnTo>
                <a:lnTo>
                  <a:pt x="1876425" y="1190625"/>
                </a:lnTo>
                <a:lnTo>
                  <a:pt x="1866900" y="1190625"/>
                </a:lnTo>
                <a:lnTo>
                  <a:pt x="1866900" y="1181100"/>
                </a:lnTo>
                <a:lnTo>
                  <a:pt x="1885950" y="1181100"/>
                </a:lnTo>
                <a:close/>
                <a:moveTo>
                  <a:pt x="76200" y="1171575"/>
                </a:moveTo>
                <a:lnTo>
                  <a:pt x="85725" y="1171575"/>
                </a:lnTo>
                <a:lnTo>
                  <a:pt x="85725" y="1181100"/>
                </a:lnTo>
                <a:lnTo>
                  <a:pt x="76200" y="1181100"/>
                </a:lnTo>
                <a:close/>
                <a:moveTo>
                  <a:pt x="266700" y="1171575"/>
                </a:moveTo>
                <a:lnTo>
                  <a:pt x="285750" y="1171575"/>
                </a:lnTo>
                <a:lnTo>
                  <a:pt x="285750" y="1190625"/>
                </a:lnTo>
                <a:lnTo>
                  <a:pt x="276225" y="1190625"/>
                </a:lnTo>
                <a:lnTo>
                  <a:pt x="276225" y="1181100"/>
                </a:lnTo>
                <a:lnTo>
                  <a:pt x="266700" y="1181100"/>
                </a:lnTo>
                <a:close/>
                <a:moveTo>
                  <a:pt x="1495425" y="1171575"/>
                </a:moveTo>
                <a:lnTo>
                  <a:pt x="1514475" y="1171575"/>
                </a:lnTo>
                <a:lnTo>
                  <a:pt x="1514475" y="1152525"/>
                </a:lnTo>
                <a:lnTo>
                  <a:pt x="1504950" y="1152525"/>
                </a:lnTo>
                <a:lnTo>
                  <a:pt x="1504950" y="1162050"/>
                </a:lnTo>
                <a:lnTo>
                  <a:pt x="1495425" y="1162050"/>
                </a:lnTo>
                <a:close/>
                <a:moveTo>
                  <a:pt x="1933575" y="1171575"/>
                </a:moveTo>
                <a:lnTo>
                  <a:pt x="1952625" y="1171575"/>
                </a:lnTo>
                <a:lnTo>
                  <a:pt x="1952625" y="1181100"/>
                </a:lnTo>
                <a:lnTo>
                  <a:pt x="1933575" y="1181100"/>
                </a:lnTo>
                <a:close/>
                <a:moveTo>
                  <a:pt x="285750" y="1190625"/>
                </a:moveTo>
                <a:lnTo>
                  <a:pt x="295275" y="1190625"/>
                </a:lnTo>
                <a:lnTo>
                  <a:pt x="295275" y="1219200"/>
                </a:lnTo>
                <a:lnTo>
                  <a:pt x="285750" y="1219200"/>
                </a:lnTo>
                <a:close/>
                <a:moveTo>
                  <a:pt x="1819275" y="1190625"/>
                </a:moveTo>
                <a:lnTo>
                  <a:pt x="1828800" y="1190625"/>
                </a:lnTo>
                <a:lnTo>
                  <a:pt x="1828800" y="1200150"/>
                </a:lnTo>
                <a:lnTo>
                  <a:pt x="1819275" y="1200150"/>
                </a:lnTo>
                <a:close/>
                <a:moveTo>
                  <a:pt x="1828800" y="1200150"/>
                </a:moveTo>
                <a:lnTo>
                  <a:pt x="1838325" y="1200150"/>
                </a:lnTo>
                <a:lnTo>
                  <a:pt x="1838325" y="1209675"/>
                </a:lnTo>
                <a:lnTo>
                  <a:pt x="1828800" y="1209675"/>
                </a:lnTo>
                <a:close/>
                <a:moveTo>
                  <a:pt x="352425" y="1209675"/>
                </a:moveTo>
                <a:lnTo>
                  <a:pt x="400050" y="1209675"/>
                </a:lnTo>
                <a:lnTo>
                  <a:pt x="400050" y="1228725"/>
                </a:lnTo>
                <a:lnTo>
                  <a:pt x="390525" y="1228725"/>
                </a:lnTo>
                <a:lnTo>
                  <a:pt x="390525" y="1219200"/>
                </a:lnTo>
                <a:lnTo>
                  <a:pt x="381000" y="1219200"/>
                </a:lnTo>
                <a:lnTo>
                  <a:pt x="381000" y="1228725"/>
                </a:lnTo>
                <a:lnTo>
                  <a:pt x="371475" y="1228725"/>
                </a:lnTo>
                <a:lnTo>
                  <a:pt x="371475" y="1219200"/>
                </a:lnTo>
                <a:lnTo>
                  <a:pt x="352425" y="1219200"/>
                </a:lnTo>
                <a:close/>
                <a:moveTo>
                  <a:pt x="266700" y="1219200"/>
                </a:moveTo>
                <a:lnTo>
                  <a:pt x="285750" y="1219200"/>
                </a:lnTo>
                <a:lnTo>
                  <a:pt x="285750" y="1228725"/>
                </a:lnTo>
                <a:lnTo>
                  <a:pt x="276225" y="1228725"/>
                </a:lnTo>
                <a:lnTo>
                  <a:pt x="276225" y="1238250"/>
                </a:lnTo>
                <a:lnTo>
                  <a:pt x="266700" y="1238250"/>
                </a:lnTo>
                <a:close/>
                <a:moveTo>
                  <a:pt x="1838325" y="1219200"/>
                </a:moveTo>
                <a:lnTo>
                  <a:pt x="1847850" y="1219200"/>
                </a:lnTo>
                <a:lnTo>
                  <a:pt x="1847850" y="1247775"/>
                </a:lnTo>
                <a:lnTo>
                  <a:pt x="1838325" y="1247775"/>
                </a:lnTo>
                <a:close/>
                <a:moveTo>
                  <a:pt x="142875" y="1228725"/>
                </a:moveTo>
                <a:lnTo>
                  <a:pt x="152400" y="1228725"/>
                </a:lnTo>
                <a:lnTo>
                  <a:pt x="152400" y="1247775"/>
                </a:lnTo>
                <a:lnTo>
                  <a:pt x="142875" y="1247775"/>
                </a:lnTo>
                <a:close/>
                <a:moveTo>
                  <a:pt x="123825" y="1238250"/>
                </a:moveTo>
                <a:lnTo>
                  <a:pt x="133350" y="1238250"/>
                </a:lnTo>
                <a:lnTo>
                  <a:pt x="133350" y="1247775"/>
                </a:lnTo>
                <a:lnTo>
                  <a:pt x="123825" y="1247775"/>
                </a:lnTo>
                <a:close/>
                <a:moveTo>
                  <a:pt x="247650" y="1238250"/>
                </a:moveTo>
                <a:lnTo>
                  <a:pt x="257175" y="1238250"/>
                </a:lnTo>
                <a:lnTo>
                  <a:pt x="257175" y="1257300"/>
                </a:lnTo>
                <a:lnTo>
                  <a:pt x="266700" y="1257300"/>
                </a:lnTo>
                <a:lnTo>
                  <a:pt x="266700" y="1266825"/>
                </a:lnTo>
                <a:lnTo>
                  <a:pt x="257175" y="1266825"/>
                </a:lnTo>
                <a:lnTo>
                  <a:pt x="257175" y="1276350"/>
                </a:lnTo>
                <a:lnTo>
                  <a:pt x="247650" y="1276350"/>
                </a:lnTo>
                <a:lnTo>
                  <a:pt x="247650" y="1266825"/>
                </a:lnTo>
                <a:lnTo>
                  <a:pt x="238125" y="1266825"/>
                </a:lnTo>
                <a:lnTo>
                  <a:pt x="238125" y="1257300"/>
                </a:lnTo>
                <a:lnTo>
                  <a:pt x="247650" y="1257300"/>
                </a:lnTo>
                <a:close/>
                <a:moveTo>
                  <a:pt x="409575" y="1247775"/>
                </a:moveTo>
                <a:lnTo>
                  <a:pt x="419100" y="1247775"/>
                </a:lnTo>
                <a:lnTo>
                  <a:pt x="419100" y="1257300"/>
                </a:lnTo>
                <a:lnTo>
                  <a:pt x="409575" y="1257300"/>
                </a:lnTo>
                <a:close/>
                <a:moveTo>
                  <a:pt x="276225" y="1266825"/>
                </a:moveTo>
                <a:lnTo>
                  <a:pt x="285750" y="1266825"/>
                </a:lnTo>
                <a:lnTo>
                  <a:pt x="285750" y="1276350"/>
                </a:lnTo>
                <a:lnTo>
                  <a:pt x="276225" y="1276350"/>
                </a:lnTo>
                <a:close/>
                <a:moveTo>
                  <a:pt x="1838325" y="1266825"/>
                </a:moveTo>
                <a:lnTo>
                  <a:pt x="1857375" y="1266825"/>
                </a:lnTo>
                <a:lnTo>
                  <a:pt x="1857375" y="1276350"/>
                </a:lnTo>
                <a:lnTo>
                  <a:pt x="1876425" y="1276350"/>
                </a:lnTo>
                <a:lnTo>
                  <a:pt x="1876425" y="1285875"/>
                </a:lnTo>
                <a:lnTo>
                  <a:pt x="1866900" y="1285875"/>
                </a:lnTo>
                <a:lnTo>
                  <a:pt x="1866900" y="1295400"/>
                </a:lnTo>
                <a:lnTo>
                  <a:pt x="1847850" y="1295400"/>
                </a:lnTo>
                <a:lnTo>
                  <a:pt x="1847850" y="1276350"/>
                </a:lnTo>
                <a:lnTo>
                  <a:pt x="1838325" y="1276350"/>
                </a:lnTo>
                <a:close/>
                <a:moveTo>
                  <a:pt x="104775" y="1276350"/>
                </a:moveTo>
                <a:lnTo>
                  <a:pt x="114300" y="1276350"/>
                </a:lnTo>
                <a:lnTo>
                  <a:pt x="114300" y="1295400"/>
                </a:lnTo>
                <a:lnTo>
                  <a:pt x="104775" y="1295400"/>
                </a:lnTo>
                <a:close/>
                <a:moveTo>
                  <a:pt x="1971675" y="1276350"/>
                </a:moveTo>
                <a:lnTo>
                  <a:pt x="1981200" y="1276350"/>
                </a:lnTo>
                <a:lnTo>
                  <a:pt x="1981200" y="1285875"/>
                </a:lnTo>
                <a:lnTo>
                  <a:pt x="1971675" y="1285875"/>
                </a:lnTo>
                <a:close/>
                <a:moveTo>
                  <a:pt x="1838325" y="1295400"/>
                </a:moveTo>
                <a:lnTo>
                  <a:pt x="1847850" y="1295400"/>
                </a:lnTo>
                <a:lnTo>
                  <a:pt x="1847850" y="1304925"/>
                </a:lnTo>
                <a:lnTo>
                  <a:pt x="1838325" y="1304925"/>
                </a:lnTo>
                <a:close/>
                <a:moveTo>
                  <a:pt x="285750" y="1314450"/>
                </a:moveTo>
                <a:lnTo>
                  <a:pt x="304800" y="1314450"/>
                </a:lnTo>
                <a:lnTo>
                  <a:pt x="304800" y="1333500"/>
                </a:lnTo>
                <a:lnTo>
                  <a:pt x="295275" y="1333500"/>
                </a:lnTo>
                <a:lnTo>
                  <a:pt x="295275" y="1343025"/>
                </a:lnTo>
                <a:lnTo>
                  <a:pt x="285750" y="1343025"/>
                </a:lnTo>
                <a:close/>
                <a:moveTo>
                  <a:pt x="1838325" y="1314450"/>
                </a:moveTo>
                <a:lnTo>
                  <a:pt x="1847850" y="1314450"/>
                </a:lnTo>
                <a:lnTo>
                  <a:pt x="1847850" y="1323975"/>
                </a:lnTo>
                <a:lnTo>
                  <a:pt x="1838325" y="1323975"/>
                </a:lnTo>
                <a:close/>
                <a:moveTo>
                  <a:pt x="209550" y="1323975"/>
                </a:moveTo>
                <a:lnTo>
                  <a:pt x="219075" y="1323975"/>
                </a:lnTo>
                <a:lnTo>
                  <a:pt x="219075" y="1333500"/>
                </a:lnTo>
                <a:lnTo>
                  <a:pt x="228600" y="1333500"/>
                </a:lnTo>
                <a:lnTo>
                  <a:pt x="228600" y="1343025"/>
                </a:lnTo>
                <a:lnTo>
                  <a:pt x="200025" y="1343025"/>
                </a:lnTo>
                <a:lnTo>
                  <a:pt x="200025" y="1333500"/>
                </a:lnTo>
                <a:lnTo>
                  <a:pt x="209550" y="1333500"/>
                </a:lnTo>
                <a:close/>
                <a:moveTo>
                  <a:pt x="352425" y="1333500"/>
                </a:moveTo>
                <a:lnTo>
                  <a:pt x="400050" y="1333500"/>
                </a:lnTo>
                <a:lnTo>
                  <a:pt x="400050" y="1343025"/>
                </a:lnTo>
                <a:lnTo>
                  <a:pt x="352425" y="1343025"/>
                </a:lnTo>
                <a:close/>
                <a:moveTo>
                  <a:pt x="342900" y="1343025"/>
                </a:moveTo>
                <a:lnTo>
                  <a:pt x="352425" y="1343025"/>
                </a:lnTo>
                <a:lnTo>
                  <a:pt x="352425" y="1352550"/>
                </a:lnTo>
                <a:lnTo>
                  <a:pt x="342900" y="1352550"/>
                </a:lnTo>
                <a:close/>
                <a:moveTo>
                  <a:pt x="1933575" y="1381125"/>
                </a:moveTo>
                <a:lnTo>
                  <a:pt x="1943100" y="1381125"/>
                </a:lnTo>
                <a:lnTo>
                  <a:pt x="1943100" y="1390650"/>
                </a:lnTo>
                <a:lnTo>
                  <a:pt x="1933575" y="1390650"/>
                </a:lnTo>
                <a:close/>
                <a:moveTo>
                  <a:pt x="200025" y="1485900"/>
                </a:moveTo>
                <a:lnTo>
                  <a:pt x="209550" y="1485900"/>
                </a:lnTo>
                <a:lnTo>
                  <a:pt x="209550" y="1504950"/>
                </a:lnTo>
                <a:lnTo>
                  <a:pt x="200025" y="1504950"/>
                </a:lnTo>
                <a:close/>
                <a:moveTo>
                  <a:pt x="247650" y="1504950"/>
                </a:moveTo>
                <a:lnTo>
                  <a:pt x="257175" y="1504950"/>
                </a:lnTo>
                <a:lnTo>
                  <a:pt x="257175" y="1524000"/>
                </a:lnTo>
                <a:lnTo>
                  <a:pt x="266700" y="1524000"/>
                </a:lnTo>
                <a:lnTo>
                  <a:pt x="266700" y="1533525"/>
                </a:lnTo>
                <a:lnTo>
                  <a:pt x="247650" y="1533525"/>
                </a:lnTo>
                <a:lnTo>
                  <a:pt x="247650" y="1543050"/>
                </a:lnTo>
                <a:lnTo>
                  <a:pt x="228600" y="1543050"/>
                </a:lnTo>
                <a:lnTo>
                  <a:pt x="228600" y="1533525"/>
                </a:lnTo>
                <a:lnTo>
                  <a:pt x="219075" y="1533525"/>
                </a:lnTo>
                <a:lnTo>
                  <a:pt x="219075" y="1524000"/>
                </a:lnTo>
                <a:lnTo>
                  <a:pt x="209550" y="1524000"/>
                </a:lnTo>
                <a:lnTo>
                  <a:pt x="209550" y="1514475"/>
                </a:lnTo>
                <a:lnTo>
                  <a:pt x="219075" y="1514475"/>
                </a:lnTo>
                <a:lnTo>
                  <a:pt x="219075" y="1524000"/>
                </a:lnTo>
                <a:lnTo>
                  <a:pt x="228600" y="1524000"/>
                </a:lnTo>
                <a:lnTo>
                  <a:pt x="228600" y="1514475"/>
                </a:lnTo>
                <a:lnTo>
                  <a:pt x="247650" y="1514475"/>
                </a:lnTo>
                <a:close/>
                <a:moveTo>
                  <a:pt x="304800" y="1504950"/>
                </a:moveTo>
                <a:lnTo>
                  <a:pt x="333375" y="1504950"/>
                </a:lnTo>
                <a:lnTo>
                  <a:pt x="333375" y="1562100"/>
                </a:lnTo>
                <a:lnTo>
                  <a:pt x="342900" y="1562100"/>
                </a:lnTo>
                <a:lnTo>
                  <a:pt x="342900" y="1571625"/>
                </a:lnTo>
                <a:lnTo>
                  <a:pt x="361950" y="1571625"/>
                </a:lnTo>
                <a:lnTo>
                  <a:pt x="361950" y="1562100"/>
                </a:lnTo>
                <a:lnTo>
                  <a:pt x="371475" y="1562100"/>
                </a:lnTo>
                <a:lnTo>
                  <a:pt x="371475" y="1552575"/>
                </a:lnTo>
                <a:lnTo>
                  <a:pt x="390525" y="1552575"/>
                </a:lnTo>
                <a:lnTo>
                  <a:pt x="390525" y="1562100"/>
                </a:lnTo>
                <a:lnTo>
                  <a:pt x="381000" y="1562100"/>
                </a:lnTo>
                <a:lnTo>
                  <a:pt x="381000" y="1571625"/>
                </a:lnTo>
                <a:lnTo>
                  <a:pt x="361950" y="1571625"/>
                </a:lnTo>
                <a:lnTo>
                  <a:pt x="361950" y="1581150"/>
                </a:lnTo>
                <a:lnTo>
                  <a:pt x="342900" y="1581150"/>
                </a:lnTo>
                <a:lnTo>
                  <a:pt x="342900" y="1590675"/>
                </a:lnTo>
                <a:lnTo>
                  <a:pt x="352425" y="1590675"/>
                </a:lnTo>
                <a:lnTo>
                  <a:pt x="352425" y="1600200"/>
                </a:lnTo>
                <a:lnTo>
                  <a:pt x="323850" y="1600200"/>
                </a:lnTo>
                <a:lnTo>
                  <a:pt x="323850" y="1581150"/>
                </a:lnTo>
                <a:lnTo>
                  <a:pt x="314325" y="1581150"/>
                </a:lnTo>
                <a:lnTo>
                  <a:pt x="314325" y="1562100"/>
                </a:lnTo>
                <a:lnTo>
                  <a:pt x="304800" y="1562100"/>
                </a:lnTo>
                <a:lnTo>
                  <a:pt x="304800" y="1552575"/>
                </a:lnTo>
                <a:lnTo>
                  <a:pt x="295275" y="1552575"/>
                </a:lnTo>
                <a:lnTo>
                  <a:pt x="295275" y="1562100"/>
                </a:lnTo>
                <a:lnTo>
                  <a:pt x="276225" y="1562100"/>
                </a:lnTo>
                <a:lnTo>
                  <a:pt x="276225" y="1552575"/>
                </a:lnTo>
                <a:lnTo>
                  <a:pt x="285750" y="1552575"/>
                </a:lnTo>
                <a:lnTo>
                  <a:pt x="285750" y="1533525"/>
                </a:lnTo>
                <a:lnTo>
                  <a:pt x="276225" y="1533525"/>
                </a:lnTo>
                <a:lnTo>
                  <a:pt x="276225" y="1524000"/>
                </a:lnTo>
                <a:lnTo>
                  <a:pt x="285750" y="1524000"/>
                </a:lnTo>
                <a:lnTo>
                  <a:pt x="285750" y="1514475"/>
                </a:lnTo>
                <a:lnTo>
                  <a:pt x="304800" y="1514475"/>
                </a:lnTo>
                <a:close/>
                <a:moveTo>
                  <a:pt x="1866900" y="1514475"/>
                </a:moveTo>
                <a:lnTo>
                  <a:pt x="1876425" y="1514475"/>
                </a:lnTo>
                <a:lnTo>
                  <a:pt x="1876425" y="1524000"/>
                </a:lnTo>
                <a:lnTo>
                  <a:pt x="1866900" y="1524000"/>
                </a:lnTo>
                <a:close/>
                <a:moveTo>
                  <a:pt x="1857375" y="1524000"/>
                </a:moveTo>
                <a:lnTo>
                  <a:pt x="1866900" y="1524000"/>
                </a:lnTo>
                <a:lnTo>
                  <a:pt x="1866900" y="1533525"/>
                </a:lnTo>
                <a:lnTo>
                  <a:pt x="1857375" y="1533525"/>
                </a:lnTo>
                <a:close/>
                <a:moveTo>
                  <a:pt x="390525" y="1562100"/>
                </a:moveTo>
                <a:lnTo>
                  <a:pt x="400050" y="1562100"/>
                </a:lnTo>
                <a:lnTo>
                  <a:pt x="400050" y="1571625"/>
                </a:lnTo>
                <a:lnTo>
                  <a:pt x="390525" y="1571625"/>
                </a:lnTo>
                <a:close/>
                <a:moveTo>
                  <a:pt x="885825" y="1800225"/>
                </a:moveTo>
                <a:lnTo>
                  <a:pt x="914400" y="1800225"/>
                </a:lnTo>
                <a:lnTo>
                  <a:pt x="914400" y="1819275"/>
                </a:lnTo>
                <a:lnTo>
                  <a:pt x="885825" y="1819275"/>
                </a:lnTo>
                <a:close/>
                <a:moveTo>
                  <a:pt x="1371600" y="1838325"/>
                </a:moveTo>
                <a:lnTo>
                  <a:pt x="1381125" y="1838325"/>
                </a:lnTo>
                <a:lnTo>
                  <a:pt x="1381125" y="1847850"/>
                </a:lnTo>
                <a:lnTo>
                  <a:pt x="1390650" y="1847850"/>
                </a:lnTo>
                <a:lnTo>
                  <a:pt x="1390650" y="1857375"/>
                </a:lnTo>
                <a:lnTo>
                  <a:pt x="1409700" y="1857375"/>
                </a:lnTo>
                <a:lnTo>
                  <a:pt x="1409700" y="1866900"/>
                </a:lnTo>
                <a:lnTo>
                  <a:pt x="1371600" y="1866900"/>
                </a:lnTo>
                <a:lnTo>
                  <a:pt x="1371600" y="1857375"/>
                </a:lnTo>
                <a:lnTo>
                  <a:pt x="1362075" y="1857375"/>
                </a:lnTo>
                <a:lnTo>
                  <a:pt x="1362075" y="1847850"/>
                </a:lnTo>
                <a:lnTo>
                  <a:pt x="1371600" y="1847850"/>
                </a:lnTo>
                <a:close/>
                <a:moveTo>
                  <a:pt x="714375" y="1847850"/>
                </a:moveTo>
                <a:lnTo>
                  <a:pt x="723900" y="1847850"/>
                </a:lnTo>
                <a:lnTo>
                  <a:pt x="723900" y="1857375"/>
                </a:lnTo>
                <a:lnTo>
                  <a:pt x="714375" y="1857375"/>
                </a:lnTo>
                <a:close/>
                <a:moveTo>
                  <a:pt x="1371600" y="1914525"/>
                </a:moveTo>
                <a:lnTo>
                  <a:pt x="1381125" y="1914525"/>
                </a:lnTo>
                <a:lnTo>
                  <a:pt x="1381125" y="1924050"/>
                </a:lnTo>
                <a:lnTo>
                  <a:pt x="1371600" y="1924050"/>
                </a:lnTo>
                <a:close/>
                <a:moveTo>
                  <a:pt x="866775" y="1962150"/>
                </a:moveTo>
                <a:lnTo>
                  <a:pt x="876300" y="1962150"/>
                </a:lnTo>
                <a:lnTo>
                  <a:pt x="876300" y="1971675"/>
                </a:lnTo>
                <a:lnTo>
                  <a:pt x="866775" y="1971675"/>
                </a:lnTo>
                <a:close/>
              </a:path>
            </a:pathLst>
          </a:custGeom>
          <a:solidFill xmlns:a="http://schemas.openxmlformats.org/drawingml/2006/main">
            <a:srgbClr val="DCE8DD"/>
          </a:solidFill>
          <a:ln xmlns:a="http://schemas.openxmlformats.org/drawingml/2006/main" w="0">
            <a:noFill/>
          </a:ln>
        </p:spPr>
      </p:sp>
      <p:sp>
        <p:nvSpPr>
          <p:cNvPr id="17" name="employee vector #dbe8de">
            <a:extLst xmlns:a="http://schemas.openxmlformats.org/drawingml/2006/main">
              <a:ext uri="{FF2B5EF4-FFF2-40B4-BE49-F238E27FC236}">
                <a16:creationId xmlns:a16="http://schemas.microsoft.com/office/drawing/2014/main" id="{63EE19E0-DE67-46B2-92DC-18C6C511698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85825" y="2571750"/>
            <a:ext cx="2105025" cy="2066925"/>
          </a:xfrm>
          <a:custGeom xmlns:a="http://schemas.openxmlformats.org/drawingml/2006/main">
            <a:pathLst>
              <a:path w="2105025" h="2066925">
                <a:moveTo>
                  <a:pt x="1133475" y="47625"/>
                </a:moveTo>
                <a:lnTo>
                  <a:pt x="1162050" y="47625"/>
                </a:lnTo>
                <a:lnTo>
                  <a:pt x="1162050" y="76200"/>
                </a:lnTo>
                <a:lnTo>
                  <a:pt x="1152525" y="76200"/>
                </a:lnTo>
                <a:lnTo>
                  <a:pt x="1152525" y="66675"/>
                </a:lnTo>
                <a:lnTo>
                  <a:pt x="1133475" y="66675"/>
                </a:lnTo>
                <a:close/>
                <a:moveTo>
                  <a:pt x="1247775" y="47625"/>
                </a:moveTo>
                <a:lnTo>
                  <a:pt x="1257300" y="47625"/>
                </a:lnTo>
                <a:lnTo>
                  <a:pt x="1257300" y="57150"/>
                </a:lnTo>
                <a:lnTo>
                  <a:pt x="1247775" y="57150"/>
                </a:lnTo>
                <a:close/>
                <a:moveTo>
                  <a:pt x="1095375" y="57150"/>
                </a:moveTo>
                <a:lnTo>
                  <a:pt x="1123950" y="57150"/>
                </a:lnTo>
                <a:lnTo>
                  <a:pt x="1123950" y="66675"/>
                </a:lnTo>
                <a:lnTo>
                  <a:pt x="1095375" y="66675"/>
                </a:lnTo>
                <a:close/>
                <a:moveTo>
                  <a:pt x="1295400" y="57150"/>
                </a:moveTo>
                <a:lnTo>
                  <a:pt x="1304925" y="57150"/>
                </a:lnTo>
                <a:lnTo>
                  <a:pt x="1304925" y="66675"/>
                </a:lnTo>
                <a:lnTo>
                  <a:pt x="1333500" y="66675"/>
                </a:lnTo>
                <a:lnTo>
                  <a:pt x="1333500" y="76200"/>
                </a:lnTo>
                <a:lnTo>
                  <a:pt x="1343025" y="76200"/>
                </a:lnTo>
                <a:lnTo>
                  <a:pt x="1343025" y="85725"/>
                </a:lnTo>
                <a:lnTo>
                  <a:pt x="1333500" y="85725"/>
                </a:lnTo>
                <a:lnTo>
                  <a:pt x="1333500" y="95250"/>
                </a:lnTo>
                <a:lnTo>
                  <a:pt x="1314450" y="95250"/>
                </a:lnTo>
                <a:lnTo>
                  <a:pt x="1314450" y="76200"/>
                </a:lnTo>
                <a:lnTo>
                  <a:pt x="1295400" y="76200"/>
                </a:lnTo>
                <a:close/>
                <a:moveTo>
                  <a:pt x="1247775" y="66675"/>
                </a:moveTo>
                <a:lnTo>
                  <a:pt x="1266825" y="66675"/>
                </a:lnTo>
                <a:lnTo>
                  <a:pt x="1266825" y="85725"/>
                </a:lnTo>
                <a:lnTo>
                  <a:pt x="1257300" y="85725"/>
                </a:lnTo>
                <a:lnTo>
                  <a:pt x="1257300" y="76200"/>
                </a:lnTo>
                <a:lnTo>
                  <a:pt x="1247775" y="76200"/>
                </a:lnTo>
                <a:close/>
                <a:moveTo>
                  <a:pt x="981075" y="76200"/>
                </a:moveTo>
                <a:lnTo>
                  <a:pt x="1000125" y="76200"/>
                </a:lnTo>
                <a:lnTo>
                  <a:pt x="1000125" y="85725"/>
                </a:lnTo>
                <a:lnTo>
                  <a:pt x="990600" y="85725"/>
                </a:lnTo>
                <a:lnTo>
                  <a:pt x="990600" y="95250"/>
                </a:lnTo>
                <a:lnTo>
                  <a:pt x="981075" y="95250"/>
                </a:lnTo>
                <a:close/>
                <a:moveTo>
                  <a:pt x="1143000" y="85725"/>
                </a:moveTo>
                <a:lnTo>
                  <a:pt x="1152525" y="85725"/>
                </a:lnTo>
                <a:lnTo>
                  <a:pt x="1152525" y="95250"/>
                </a:lnTo>
                <a:lnTo>
                  <a:pt x="1143000" y="95250"/>
                </a:lnTo>
                <a:close/>
                <a:moveTo>
                  <a:pt x="1133475" y="95250"/>
                </a:moveTo>
                <a:lnTo>
                  <a:pt x="1143000" y="95250"/>
                </a:lnTo>
                <a:lnTo>
                  <a:pt x="1143000" y="104775"/>
                </a:lnTo>
                <a:lnTo>
                  <a:pt x="1133475" y="104775"/>
                </a:lnTo>
                <a:close/>
                <a:moveTo>
                  <a:pt x="1257300" y="95250"/>
                </a:moveTo>
                <a:lnTo>
                  <a:pt x="1295400" y="95250"/>
                </a:lnTo>
                <a:lnTo>
                  <a:pt x="1295400" y="104775"/>
                </a:lnTo>
                <a:lnTo>
                  <a:pt x="1304925" y="104775"/>
                </a:lnTo>
                <a:lnTo>
                  <a:pt x="1304925" y="123825"/>
                </a:lnTo>
                <a:lnTo>
                  <a:pt x="1333500" y="123825"/>
                </a:lnTo>
                <a:lnTo>
                  <a:pt x="1333500" y="114300"/>
                </a:lnTo>
                <a:lnTo>
                  <a:pt x="1371600" y="114300"/>
                </a:lnTo>
                <a:lnTo>
                  <a:pt x="1371600" y="123825"/>
                </a:lnTo>
                <a:lnTo>
                  <a:pt x="1381125" y="123825"/>
                </a:lnTo>
                <a:lnTo>
                  <a:pt x="1381125" y="133350"/>
                </a:lnTo>
                <a:lnTo>
                  <a:pt x="1438275" y="133350"/>
                </a:lnTo>
                <a:lnTo>
                  <a:pt x="1438275" y="142875"/>
                </a:lnTo>
                <a:lnTo>
                  <a:pt x="1428750" y="142875"/>
                </a:lnTo>
                <a:lnTo>
                  <a:pt x="1428750" y="152400"/>
                </a:lnTo>
                <a:lnTo>
                  <a:pt x="1438275" y="152400"/>
                </a:lnTo>
                <a:lnTo>
                  <a:pt x="1438275" y="161925"/>
                </a:lnTo>
                <a:lnTo>
                  <a:pt x="1466850" y="161925"/>
                </a:lnTo>
                <a:lnTo>
                  <a:pt x="1466850" y="180975"/>
                </a:lnTo>
                <a:lnTo>
                  <a:pt x="1457325" y="180975"/>
                </a:lnTo>
                <a:lnTo>
                  <a:pt x="1457325" y="190500"/>
                </a:lnTo>
                <a:lnTo>
                  <a:pt x="1466850" y="190500"/>
                </a:lnTo>
                <a:lnTo>
                  <a:pt x="1466850" y="209550"/>
                </a:lnTo>
                <a:lnTo>
                  <a:pt x="1476375" y="209550"/>
                </a:lnTo>
                <a:lnTo>
                  <a:pt x="1476375" y="219075"/>
                </a:lnTo>
                <a:lnTo>
                  <a:pt x="1485900" y="219075"/>
                </a:lnTo>
                <a:lnTo>
                  <a:pt x="1485900" y="200025"/>
                </a:lnTo>
                <a:lnTo>
                  <a:pt x="1495425" y="200025"/>
                </a:lnTo>
                <a:lnTo>
                  <a:pt x="1495425" y="209550"/>
                </a:lnTo>
                <a:lnTo>
                  <a:pt x="1504950" y="209550"/>
                </a:lnTo>
                <a:lnTo>
                  <a:pt x="1504950" y="238125"/>
                </a:lnTo>
                <a:lnTo>
                  <a:pt x="1485900" y="238125"/>
                </a:lnTo>
                <a:lnTo>
                  <a:pt x="1485900" y="247650"/>
                </a:lnTo>
                <a:lnTo>
                  <a:pt x="1476375" y="247650"/>
                </a:lnTo>
                <a:lnTo>
                  <a:pt x="1476375" y="228600"/>
                </a:lnTo>
                <a:lnTo>
                  <a:pt x="1457325" y="228600"/>
                </a:lnTo>
                <a:lnTo>
                  <a:pt x="1457325" y="219075"/>
                </a:lnTo>
                <a:lnTo>
                  <a:pt x="1447800" y="219075"/>
                </a:lnTo>
                <a:lnTo>
                  <a:pt x="1447800" y="180975"/>
                </a:lnTo>
                <a:lnTo>
                  <a:pt x="1428750" y="180975"/>
                </a:lnTo>
                <a:lnTo>
                  <a:pt x="1428750" y="190500"/>
                </a:lnTo>
                <a:lnTo>
                  <a:pt x="1419225" y="190500"/>
                </a:lnTo>
                <a:lnTo>
                  <a:pt x="1419225" y="219075"/>
                </a:lnTo>
                <a:lnTo>
                  <a:pt x="1409700" y="219075"/>
                </a:lnTo>
                <a:lnTo>
                  <a:pt x="1409700" y="209550"/>
                </a:lnTo>
                <a:lnTo>
                  <a:pt x="1390650" y="209550"/>
                </a:lnTo>
                <a:lnTo>
                  <a:pt x="1390650" y="200025"/>
                </a:lnTo>
                <a:lnTo>
                  <a:pt x="1381125" y="200025"/>
                </a:lnTo>
                <a:lnTo>
                  <a:pt x="1381125" y="190500"/>
                </a:lnTo>
                <a:lnTo>
                  <a:pt x="1371600" y="190500"/>
                </a:lnTo>
                <a:lnTo>
                  <a:pt x="1371600" y="180975"/>
                </a:lnTo>
                <a:lnTo>
                  <a:pt x="1362075" y="180975"/>
                </a:lnTo>
                <a:lnTo>
                  <a:pt x="1362075" y="190500"/>
                </a:lnTo>
                <a:lnTo>
                  <a:pt x="1352550" y="190500"/>
                </a:lnTo>
                <a:lnTo>
                  <a:pt x="1352550" y="219075"/>
                </a:lnTo>
                <a:lnTo>
                  <a:pt x="1343025" y="219075"/>
                </a:lnTo>
                <a:lnTo>
                  <a:pt x="1343025" y="209550"/>
                </a:lnTo>
                <a:lnTo>
                  <a:pt x="1333500" y="209550"/>
                </a:lnTo>
                <a:lnTo>
                  <a:pt x="1333500" y="190500"/>
                </a:lnTo>
                <a:lnTo>
                  <a:pt x="1323975" y="190500"/>
                </a:lnTo>
                <a:lnTo>
                  <a:pt x="1323975" y="171450"/>
                </a:lnTo>
                <a:lnTo>
                  <a:pt x="1285875" y="171450"/>
                </a:lnTo>
                <a:lnTo>
                  <a:pt x="1285875" y="152400"/>
                </a:lnTo>
                <a:lnTo>
                  <a:pt x="1276350" y="152400"/>
                </a:lnTo>
                <a:lnTo>
                  <a:pt x="1276350" y="142875"/>
                </a:lnTo>
                <a:lnTo>
                  <a:pt x="1266825" y="142875"/>
                </a:lnTo>
                <a:lnTo>
                  <a:pt x="1266825" y="152400"/>
                </a:lnTo>
                <a:lnTo>
                  <a:pt x="1257300" y="152400"/>
                </a:lnTo>
                <a:lnTo>
                  <a:pt x="1257300" y="133350"/>
                </a:lnTo>
                <a:lnTo>
                  <a:pt x="1247775" y="133350"/>
                </a:lnTo>
                <a:lnTo>
                  <a:pt x="1247775" y="123825"/>
                </a:lnTo>
                <a:lnTo>
                  <a:pt x="1257300" y="123825"/>
                </a:lnTo>
                <a:lnTo>
                  <a:pt x="1257300" y="114300"/>
                </a:lnTo>
                <a:lnTo>
                  <a:pt x="1266825" y="114300"/>
                </a:lnTo>
                <a:lnTo>
                  <a:pt x="1266825" y="104775"/>
                </a:lnTo>
                <a:lnTo>
                  <a:pt x="1257300" y="104775"/>
                </a:lnTo>
                <a:close/>
                <a:moveTo>
                  <a:pt x="1123950" y="104775"/>
                </a:moveTo>
                <a:lnTo>
                  <a:pt x="1133475" y="104775"/>
                </a:lnTo>
                <a:lnTo>
                  <a:pt x="1133475" y="123825"/>
                </a:lnTo>
                <a:lnTo>
                  <a:pt x="1123950" y="123825"/>
                </a:lnTo>
                <a:close/>
                <a:moveTo>
                  <a:pt x="1428750" y="104775"/>
                </a:moveTo>
                <a:lnTo>
                  <a:pt x="1438275" y="104775"/>
                </a:lnTo>
                <a:lnTo>
                  <a:pt x="1438275" y="123825"/>
                </a:lnTo>
                <a:lnTo>
                  <a:pt x="1428750" y="123825"/>
                </a:lnTo>
                <a:close/>
                <a:moveTo>
                  <a:pt x="1200150" y="123825"/>
                </a:moveTo>
                <a:lnTo>
                  <a:pt x="1209675" y="123825"/>
                </a:lnTo>
                <a:lnTo>
                  <a:pt x="1209675" y="142875"/>
                </a:lnTo>
                <a:lnTo>
                  <a:pt x="1200150" y="142875"/>
                </a:lnTo>
                <a:close/>
                <a:moveTo>
                  <a:pt x="1219200" y="133350"/>
                </a:moveTo>
                <a:lnTo>
                  <a:pt x="1228725" y="133350"/>
                </a:lnTo>
                <a:lnTo>
                  <a:pt x="1228725" y="142875"/>
                </a:lnTo>
                <a:lnTo>
                  <a:pt x="1238250" y="142875"/>
                </a:lnTo>
                <a:lnTo>
                  <a:pt x="1238250" y="152400"/>
                </a:lnTo>
                <a:lnTo>
                  <a:pt x="1228725" y="152400"/>
                </a:lnTo>
                <a:lnTo>
                  <a:pt x="1228725" y="171450"/>
                </a:lnTo>
                <a:lnTo>
                  <a:pt x="1219200" y="171450"/>
                </a:lnTo>
                <a:lnTo>
                  <a:pt x="1219200" y="152400"/>
                </a:lnTo>
                <a:lnTo>
                  <a:pt x="1209675" y="152400"/>
                </a:lnTo>
                <a:lnTo>
                  <a:pt x="1209675" y="142875"/>
                </a:lnTo>
                <a:lnTo>
                  <a:pt x="1219200" y="142875"/>
                </a:lnTo>
                <a:close/>
                <a:moveTo>
                  <a:pt x="876300" y="142875"/>
                </a:moveTo>
                <a:lnTo>
                  <a:pt x="885825" y="142875"/>
                </a:lnTo>
                <a:lnTo>
                  <a:pt x="885825" y="152400"/>
                </a:lnTo>
                <a:lnTo>
                  <a:pt x="876300" y="152400"/>
                </a:lnTo>
                <a:close/>
                <a:moveTo>
                  <a:pt x="962025" y="142875"/>
                </a:moveTo>
                <a:lnTo>
                  <a:pt x="981075" y="142875"/>
                </a:lnTo>
                <a:lnTo>
                  <a:pt x="981075" y="161925"/>
                </a:lnTo>
                <a:lnTo>
                  <a:pt x="971550" y="161925"/>
                </a:lnTo>
                <a:lnTo>
                  <a:pt x="971550" y="152400"/>
                </a:lnTo>
                <a:lnTo>
                  <a:pt x="962025" y="152400"/>
                </a:lnTo>
                <a:close/>
                <a:moveTo>
                  <a:pt x="866775" y="152400"/>
                </a:moveTo>
                <a:lnTo>
                  <a:pt x="876300" y="152400"/>
                </a:lnTo>
                <a:lnTo>
                  <a:pt x="876300" y="161925"/>
                </a:lnTo>
                <a:lnTo>
                  <a:pt x="866775" y="161925"/>
                </a:lnTo>
                <a:close/>
                <a:moveTo>
                  <a:pt x="1247775" y="152400"/>
                </a:moveTo>
                <a:lnTo>
                  <a:pt x="1257300" y="152400"/>
                </a:lnTo>
                <a:lnTo>
                  <a:pt x="1257300" y="161925"/>
                </a:lnTo>
                <a:lnTo>
                  <a:pt x="1266825" y="161925"/>
                </a:lnTo>
                <a:lnTo>
                  <a:pt x="1266825" y="171450"/>
                </a:lnTo>
                <a:lnTo>
                  <a:pt x="1257300" y="171450"/>
                </a:lnTo>
                <a:lnTo>
                  <a:pt x="1257300" y="180975"/>
                </a:lnTo>
                <a:lnTo>
                  <a:pt x="1247775" y="180975"/>
                </a:lnTo>
                <a:close/>
                <a:moveTo>
                  <a:pt x="1533525" y="161925"/>
                </a:moveTo>
                <a:lnTo>
                  <a:pt x="1543050" y="161925"/>
                </a:lnTo>
                <a:lnTo>
                  <a:pt x="1543050" y="171450"/>
                </a:lnTo>
                <a:lnTo>
                  <a:pt x="1533525" y="171450"/>
                </a:lnTo>
                <a:close/>
                <a:moveTo>
                  <a:pt x="1524000" y="171450"/>
                </a:moveTo>
                <a:lnTo>
                  <a:pt x="1533525" y="171450"/>
                </a:lnTo>
                <a:lnTo>
                  <a:pt x="1533525" y="180975"/>
                </a:lnTo>
                <a:lnTo>
                  <a:pt x="1524000" y="180975"/>
                </a:lnTo>
                <a:close/>
                <a:moveTo>
                  <a:pt x="1543050" y="171450"/>
                </a:moveTo>
                <a:lnTo>
                  <a:pt x="1562100" y="171450"/>
                </a:lnTo>
                <a:lnTo>
                  <a:pt x="1562100" y="180975"/>
                </a:lnTo>
                <a:lnTo>
                  <a:pt x="1543050" y="180975"/>
                </a:lnTo>
                <a:close/>
                <a:moveTo>
                  <a:pt x="1152525" y="180975"/>
                </a:moveTo>
                <a:lnTo>
                  <a:pt x="1162050" y="180975"/>
                </a:lnTo>
                <a:lnTo>
                  <a:pt x="1162050" y="190500"/>
                </a:lnTo>
                <a:lnTo>
                  <a:pt x="1181100" y="190500"/>
                </a:lnTo>
                <a:lnTo>
                  <a:pt x="1181100" y="200025"/>
                </a:lnTo>
                <a:lnTo>
                  <a:pt x="1152525" y="200025"/>
                </a:lnTo>
                <a:close/>
                <a:moveTo>
                  <a:pt x="1200150" y="180975"/>
                </a:moveTo>
                <a:lnTo>
                  <a:pt x="1219200" y="180975"/>
                </a:lnTo>
                <a:lnTo>
                  <a:pt x="1219200" y="190500"/>
                </a:lnTo>
                <a:lnTo>
                  <a:pt x="1209675" y="190500"/>
                </a:lnTo>
                <a:lnTo>
                  <a:pt x="1209675" y="200025"/>
                </a:lnTo>
                <a:lnTo>
                  <a:pt x="1219200" y="200025"/>
                </a:lnTo>
                <a:lnTo>
                  <a:pt x="1219200" y="219075"/>
                </a:lnTo>
                <a:lnTo>
                  <a:pt x="1200150" y="219075"/>
                </a:lnTo>
                <a:close/>
                <a:moveTo>
                  <a:pt x="1228725" y="180975"/>
                </a:moveTo>
                <a:lnTo>
                  <a:pt x="1238250" y="180975"/>
                </a:lnTo>
                <a:lnTo>
                  <a:pt x="1238250" y="190500"/>
                </a:lnTo>
                <a:lnTo>
                  <a:pt x="1228725" y="190500"/>
                </a:lnTo>
                <a:close/>
                <a:moveTo>
                  <a:pt x="1533525" y="180975"/>
                </a:moveTo>
                <a:lnTo>
                  <a:pt x="1543050" y="180975"/>
                </a:lnTo>
                <a:lnTo>
                  <a:pt x="1543050" y="190500"/>
                </a:lnTo>
                <a:lnTo>
                  <a:pt x="1533525" y="190500"/>
                </a:lnTo>
                <a:close/>
                <a:moveTo>
                  <a:pt x="1238250" y="190500"/>
                </a:moveTo>
                <a:lnTo>
                  <a:pt x="1247775" y="190500"/>
                </a:lnTo>
                <a:lnTo>
                  <a:pt x="1247775" y="200025"/>
                </a:lnTo>
                <a:lnTo>
                  <a:pt x="1257300" y="200025"/>
                </a:lnTo>
                <a:lnTo>
                  <a:pt x="1257300" y="209550"/>
                </a:lnTo>
                <a:lnTo>
                  <a:pt x="1238250" y="209550"/>
                </a:lnTo>
                <a:close/>
                <a:moveTo>
                  <a:pt x="1543050" y="190500"/>
                </a:moveTo>
                <a:lnTo>
                  <a:pt x="1552575" y="190500"/>
                </a:lnTo>
                <a:lnTo>
                  <a:pt x="1552575" y="200025"/>
                </a:lnTo>
                <a:lnTo>
                  <a:pt x="1543050" y="200025"/>
                </a:lnTo>
                <a:close/>
                <a:moveTo>
                  <a:pt x="1552575" y="200025"/>
                </a:moveTo>
                <a:lnTo>
                  <a:pt x="1562100" y="200025"/>
                </a:lnTo>
                <a:lnTo>
                  <a:pt x="1562100" y="209550"/>
                </a:lnTo>
                <a:lnTo>
                  <a:pt x="1571625" y="209550"/>
                </a:lnTo>
                <a:lnTo>
                  <a:pt x="1571625" y="219075"/>
                </a:lnTo>
                <a:lnTo>
                  <a:pt x="1590675" y="219075"/>
                </a:lnTo>
                <a:lnTo>
                  <a:pt x="1590675" y="228600"/>
                </a:lnTo>
                <a:lnTo>
                  <a:pt x="1581150" y="228600"/>
                </a:lnTo>
                <a:lnTo>
                  <a:pt x="1581150" y="238125"/>
                </a:lnTo>
                <a:lnTo>
                  <a:pt x="1590675" y="238125"/>
                </a:lnTo>
                <a:lnTo>
                  <a:pt x="1590675" y="247650"/>
                </a:lnTo>
                <a:lnTo>
                  <a:pt x="1600200" y="247650"/>
                </a:lnTo>
                <a:lnTo>
                  <a:pt x="1600200" y="266700"/>
                </a:lnTo>
                <a:lnTo>
                  <a:pt x="1590675" y="266700"/>
                </a:lnTo>
                <a:lnTo>
                  <a:pt x="1590675" y="276225"/>
                </a:lnTo>
                <a:lnTo>
                  <a:pt x="1581150" y="276225"/>
                </a:lnTo>
                <a:lnTo>
                  <a:pt x="1581150" y="285750"/>
                </a:lnTo>
                <a:lnTo>
                  <a:pt x="1590675" y="285750"/>
                </a:lnTo>
                <a:lnTo>
                  <a:pt x="1590675" y="295275"/>
                </a:lnTo>
                <a:lnTo>
                  <a:pt x="1600200" y="295275"/>
                </a:lnTo>
                <a:lnTo>
                  <a:pt x="1600200" y="276225"/>
                </a:lnTo>
                <a:lnTo>
                  <a:pt x="1609725" y="276225"/>
                </a:lnTo>
                <a:lnTo>
                  <a:pt x="1609725" y="238125"/>
                </a:lnTo>
                <a:lnTo>
                  <a:pt x="1619250" y="238125"/>
                </a:lnTo>
                <a:lnTo>
                  <a:pt x="1619250" y="247650"/>
                </a:lnTo>
                <a:lnTo>
                  <a:pt x="1628775" y="247650"/>
                </a:lnTo>
                <a:lnTo>
                  <a:pt x="1628775" y="257175"/>
                </a:lnTo>
                <a:lnTo>
                  <a:pt x="1647825" y="257175"/>
                </a:lnTo>
                <a:lnTo>
                  <a:pt x="1647825" y="266700"/>
                </a:lnTo>
                <a:lnTo>
                  <a:pt x="1657350" y="266700"/>
                </a:lnTo>
                <a:lnTo>
                  <a:pt x="1657350" y="276225"/>
                </a:lnTo>
                <a:lnTo>
                  <a:pt x="1628775" y="276225"/>
                </a:lnTo>
                <a:lnTo>
                  <a:pt x="1628775" y="285750"/>
                </a:lnTo>
                <a:lnTo>
                  <a:pt x="1619250" y="285750"/>
                </a:lnTo>
                <a:lnTo>
                  <a:pt x="1619250" y="295275"/>
                </a:lnTo>
                <a:lnTo>
                  <a:pt x="1609725" y="295275"/>
                </a:lnTo>
                <a:lnTo>
                  <a:pt x="1609725" y="304800"/>
                </a:lnTo>
                <a:lnTo>
                  <a:pt x="1647825" y="304800"/>
                </a:lnTo>
                <a:lnTo>
                  <a:pt x="1647825" y="295275"/>
                </a:lnTo>
                <a:lnTo>
                  <a:pt x="1657350" y="295275"/>
                </a:lnTo>
                <a:lnTo>
                  <a:pt x="1657350" y="285750"/>
                </a:lnTo>
                <a:lnTo>
                  <a:pt x="1676400" y="285750"/>
                </a:lnTo>
                <a:lnTo>
                  <a:pt x="1676400" y="295275"/>
                </a:lnTo>
                <a:lnTo>
                  <a:pt x="1685925" y="295275"/>
                </a:lnTo>
                <a:lnTo>
                  <a:pt x="1685925" y="304800"/>
                </a:lnTo>
                <a:lnTo>
                  <a:pt x="1676400" y="304800"/>
                </a:lnTo>
                <a:lnTo>
                  <a:pt x="1676400" y="314325"/>
                </a:lnTo>
                <a:lnTo>
                  <a:pt x="1685925" y="314325"/>
                </a:lnTo>
                <a:lnTo>
                  <a:pt x="1685925" y="323850"/>
                </a:lnTo>
                <a:lnTo>
                  <a:pt x="1695450" y="323850"/>
                </a:lnTo>
                <a:lnTo>
                  <a:pt x="1695450" y="333375"/>
                </a:lnTo>
                <a:lnTo>
                  <a:pt x="1724025" y="333375"/>
                </a:lnTo>
                <a:lnTo>
                  <a:pt x="1724025" y="361950"/>
                </a:lnTo>
                <a:lnTo>
                  <a:pt x="1704975" y="361950"/>
                </a:lnTo>
                <a:lnTo>
                  <a:pt x="1704975" y="381000"/>
                </a:lnTo>
                <a:lnTo>
                  <a:pt x="1714500" y="381000"/>
                </a:lnTo>
                <a:lnTo>
                  <a:pt x="1714500" y="371475"/>
                </a:lnTo>
                <a:lnTo>
                  <a:pt x="1733550" y="371475"/>
                </a:lnTo>
                <a:lnTo>
                  <a:pt x="1733550" y="352425"/>
                </a:lnTo>
                <a:lnTo>
                  <a:pt x="1743075" y="352425"/>
                </a:lnTo>
                <a:lnTo>
                  <a:pt x="1743075" y="361950"/>
                </a:lnTo>
                <a:lnTo>
                  <a:pt x="1752600" y="361950"/>
                </a:lnTo>
                <a:lnTo>
                  <a:pt x="1752600" y="371475"/>
                </a:lnTo>
                <a:lnTo>
                  <a:pt x="1781175" y="371475"/>
                </a:lnTo>
                <a:lnTo>
                  <a:pt x="1781175" y="400050"/>
                </a:lnTo>
                <a:lnTo>
                  <a:pt x="1800225" y="400050"/>
                </a:lnTo>
                <a:lnTo>
                  <a:pt x="1800225" y="409575"/>
                </a:lnTo>
                <a:lnTo>
                  <a:pt x="1809750" y="409575"/>
                </a:lnTo>
                <a:lnTo>
                  <a:pt x="1809750" y="428625"/>
                </a:lnTo>
                <a:lnTo>
                  <a:pt x="1800225" y="428625"/>
                </a:lnTo>
                <a:lnTo>
                  <a:pt x="1800225" y="438150"/>
                </a:lnTo>
                <a:lnTo>
                  <a:pt x="1781175" y="438150"/>
                </a:lnTo>
                <a:lnTo>
                  <a:pt x="1781175" y="447675"/>
                </a:lnTo>
                <a:lnTo>
                  <a:pt x="1743075" y="447675"/>
                </a:lnTo>
                <a:lnTo>
                  <a:pt x="1743075" y="438150"/>
                </a:lnTo>
                <a:lnTo>
                  <a:pt x="1733550" y="438150"/>
                </a:lnTo>
                <a:lnTo>
                  <a:pt x="1733550" y="447675"/>
                </a:lnTo>
                <a:lnTo>
                  <a:pt x="1724025" y="447675"/>
                </a:lnTo>
                <a:lnTo>
                  <a:pt x="1724025" y="457200"/>
                </a:lnTo>
                <a:lnTo>
                  <a:pt x="1714500" y="457200"/>
                </a:lnTo>
                <a:lnTo>
                  <a:pt x="1714500" y="466725"/>
                </a:lnTo>
                <a:lnTo>
                  <a:pt x="1724025" y="466725"/>
                </a:lnTo>
                <a:lnTo>
                  <a:pt x="1724025" y="476250"/>
                </a:lnTo>
                <a:lnTo>
                  <a:pt x="1752600" y="476250"/>
                </a:lnTo>
                <a:lnTo>
                  <a:pt x="1752600" y="466725"/>
                </a:lnTo>
                <a:lnTo>
                  <a:pt x="1743075" y="466725"/>
                </a:lnTo>
                <a:lnTo>
                  <a:pt x="1743075" y="457200"/>
                </a:lnTo>
                <a:lnTo>
                  <a:pt x="1752600" y="457200"/>
                </a:lnTo>
                <a:lnTo>
                  <a:pt x="1752600" y="466725"/>
                </a:lnTo>
                <a:lnTo>
                  <a:pt x="1771650" y="466725"/>
                </a:lnTo>
                <a:lnTo>
                  <a:pt x="1771650" y="476250"/>
                </a:lnTo>
                <a:lnTo>
                  <a:pt x="1790700" y="476250"/>
                </a:lnTo>
                <a:lnTo>
                  <a:pt x="1790700" y="466725"/>
                </a:lnTo>
                <a:lnTo>
                  <a:pt x="1819275" y="466725"/>
                </a:lnTo>
                <a:lnTo>
                  <a:pt x="1819275" y="476250"/>
                </a:lnTo>
                <a:lnTo>
                  <a:pt x="1828800" y="476250"/>
                </a:lnTo>
                <a:lnTo>
                  <a:pt x="1828800" y="466725"/>
                </a:lnTo>
                <a:lnTo>
                  <a:pt x="1838325" y="466725"/>
                </a:lnTo>
                <a:lnTo>
                  <a:pt x="1838325" y="476250"/>
                </a:lnTo>
                <a:lnTo>
                  <a:pt x="1828800" y="476250"/>
                </a:lnTo>
                <a:lnTo>
                  <a:pt x="1828800" y="485775"/>
                </a:lnTo>
                <a:lnTo>
                  <a:pt x="1838325" y="485775"/>
                </a:lnTo>
                <a:lnTo>
                  <a:pt x="1838325" y="495300"/>
                </a:lnTo>
                <a:lnTo>
                  <a:pt x="1819275" y="495300"/>
                </a:lnTo>
                <a:lnTo>
                  <a:pt x="1819275" y="514350"/>
                </a:lnTo>
                <a:lnTo>
                  <a:pt x="1800225" y="514350"/>
                </a:lnTo>
                <a:lnTo>
                  <a:pt x="1800225" y="523875"/>
                </a:lnTo>
                <a:lnTo>
                  <a:pt x="1809750" y="523875"/>
                </a:lnTo>
                <a:lnTo>
                  <a:pt x="1809750" y="533400"/>
                </a:lnTo>
                <a:lnTo>
                  <a:pt x="1800225" y="533400"/>
                </a:lnTo>
                <a:lnTo>
                  <a:pt x="1800225" y="542925"/>
                </a:lnTo>
                <a:lnTo>
                  <a:pt x="1857375" y="542925"/>
                </a:lnTo>
                <a:lnTo>
                  <a:pt x="1857375" y="552450"/>
                </a:lnTo>
                <a:lnTo>
                  <a:pt x="1866900" y="552450"/>
                </a:lnTo>
                <a:lnTo>
                  <a:pt x="1866900" y="571500"/>
                </a:lnTo>
                <a:lnTo>
                  <a:pt x="1857375" y="571500"/>
                </a:lnTo>
                <a:lnTo>
                  <a:pt x="1857375" y="581025"/>
                </a:lnTo>
                <a:lnTo>
                  <a:pt x="1847850" y="581025"/>
                </a:lnTo>
                <a:lnTo>
                  <a:pt x="1847850" y="590550"/>
                </a:lnTo>
                <a:lnTo>
                  <a:pt x="1857375" y="590550"/>
                </a:lnTo>
                <a:lnTo>
                  <a:pt x="1857375" y="609600"/>
                </a:lnTo>
                <a:lnTo>
                  <a:pt x="1866900" y="609600"/>
                </a:lnTo>
                <a:lnTo>
                  <a:pt x="1866900" y="600075"/>
                </a:lnTo>
                <a:lnTo>
                  <a:pt x="1885950" y="600075"/>
                </a:lnTo>
                <a:lnTo>
                  <a:pt x="1885950" y="609600"/>
                </a:lnTo>
                <a:lnTo>
                  <a:pt x="1914525" y="609600"/>
                </a:lnTo>
                <a:lnTo>
                  <a:pt x="1914525" y="628650"/>
                </a:lnTo>
                <a:lnTo>
                  <a:pt x="1905000" y="628650"/>
                </a:lnTo>
                <a:lnTo>
                  <a:pt x="1905000" y="638175"/>
                </a:lnTo>
                <a:lnTo>
                  <a:pt x="1895475" y="638175"/>
                </a:lnTo>
                <a:lnTo>
                  <a:pt x="1895475" y="647700"/>
                </a:lnTo>
                <a:lnTo>
                  <a:pt x="1905000" y="647700"/>
                </a:lnTo>
                <a:lnTo>
                  <a:pt x="1905000" y="666750"/>
                </a:lnTo>
                <a:lnTo>
                  <a:pt x="1895475" y="666750"/>
                </a:lnTo>
                <a:lnTo>
                  <a:pt x="1895475" y="676275"/>
                </a:lnTo>
                <a:lnTo>
                  <a:pt x="1905000" y="676275"/>
                </a:lnTo>
                <a:lnTo>
                  <a:pt x="1905000" y="666750"/>
                </a:lnTo>
                <a:lnTo>
                  <a:pt x="1914525" y="666750"/>
                </a:lnTo>
                <a:lnTo>
                  <a:pt x="1914525" y="685800"/>
                </a:lnTo>
                <a:lnTo>
                  <a:pt x="1933575" y="685800"/>
                </a:lnTo>
                <a:lnTo>
                  <a:pt x="1933575" y="666750"/>
                </a:lnTo>
                <a:lnTo>
                  <a:pt x="1962150" y="666750"/>
                </a:lnTo>
                <a:lnTo>
                  <a:pt x="1962150" y="685800"/>
                </a:lnTo>
                <a:lnTo>
                  <a:pt x="1933575" y="685800"/>
                </a:lnTo>
                <a:lnTo>
                  <a:pt x="1933575" y="695325"/>
                </a:lnTo>
                <a:lnTo>
                  <a:pt x="1952625" y="695325"/>
                </a:lnTo>
                <a:lnTo>
                  <a:pt x="1952625" y="723900"/>
                </a:lnTo>
                <a:lnTo>
                  <a:pt x="1933575" y="723900"/>
                </a:lnTo>
                <a:lnTo>
                  <a:pt x="1933575" y="752475"/>
                </a:lnTo>
                <a:lnTo>
                  <a:pt x="1914525" y="752475"/>
                </a:lnTo>
                <a:lnTo>
                  <a:pt x="1914525" y="771525"/>
                </a:lnTo>
                <a:lnTo>
                  <a:pt x="1905000" y="771525"/>
                </a:lnTo>
                <a:lnTo>
                  <a:pt x="1905000" y="781050"/>
                </a:lnTo>
                <a:lnTo>
                  <a:pt x="1914525" y="781050"/>
                </a:lnTo>
                <a:lnTo>
                  <a:pt x="1914525" y="790575"/>
                </a:lnTo>
                <a:lnTo>
                  <a:pt x="1952625" y="790575"/>
                </a:lnTo>
                <a:lnTo>
                  <a:pt x="1952625" y="819150"/>
                </a:lnTo>
                <a:lnTo>
                  <a:pt x="1943100" y="819150"/>
                </a:lnTo>
                <a:lnTo>
                  <a:pt x="1943100" y="828675"/>
                </a:lnTo>
                <a:lnTo>
                  <a:pt x="1933575" y="828675"/>
                </a:lnTo>
                <a:lnTo>
                  <a:pt x="1933575" y="838200"/>
                </a:lnTo>
                <a:lnTo>
                  <a:pt x="1924050" y="838200"/>
                </a:lnTo>
                <a:lnTo>
                  <a:pt x="1924050" y="828675"/>
                </a:lnTo>
                <a:lnTo>
                  <a:pt x="1895475" y="828675"/>
                </a:lnTo>
                <a:lnTo>
                  <a:pt x="1895475" y="819150"/>
                </a:lnTo>
                <a:lnTo>
                  <a:pt x="1885950" y="819150"/>
                </a:lnTo>
                <a:lnTo>
                  <a:pt x="1885950" y="800100"/>
                </a:lnTo>
                <a:lnTo>
                  <a:pt x="1866900" y="800100"/>
                </a:lnTo>
                <a:lnTo>
                  <a:pt x="1866900" y="847725"/>
                </a:lnTo>
                <a:lnTo>
                  <a:pt x="1847850" y="847725"/>
                </a:lnTo>
                <a:lnTo>
                  <a:pt x="1847850" y="723900"/>
                </a:lnTo>
                <a:lnTo>
                  <a:pt x="1857375" y="723900"/>
                </a:lnTo>
                <a:lnTo>
                  <a:pt x="1857375" y="714375"/>
                </a:lnTo>
                <a:lnTo>
                  <a:pt x="1809750" y="714375"/>
                </a:lnTo>
                <a:lnTo>
                  <a:pt x="1809750" y="666750"/>
                </a:lnTo>
                <a:lnTo>
                  <a:pt x="1790700" y="666750"/>
                </a:lnTo>
                <a:lnTo>
                  <a:pt x="1790700" y="685800"/>
                </a:lnTo>
                <a:lnTo>
                  <a:pt x="1771650" y="685800"/>
                </a:lnTo>
                <a:lnTo>
                  <a:pt x="1771650" y="590550"/>
                </a:lnTo>
                <a:lnTo>
                  <a:pt x="1800225" y="590550"/>
                </a:lnTo>
                <a:lnTo>
                  <a:pt x="1800225" y="581025"/>
                </a:lnTo>
                <a:lnTo>
                  <a:pt x="1790700" y="581025"/>
                </a:lnTo>
                <a:lnTo>
                  <a:pt x="1790700" y="571500"/>
                </a:lnTo>
                <a:lnTo>
                  <a:pt x="1771650" y="571500"/>
                </a:lnTo>
                <a:lnTo>
                  <a:pt x="1771650" y="542925"/>
                </a:lnTo>
                <a:lnTo>
                  <a:pt x="1762125" y="542925"/>
                </a:lnTo>
                <a:lnTo>
                  <a:pt x="1762125" y="552450"/>
                </a:lnTo>
                <a:lnTo>
                  <a:pt x="1752600" y="552450"/>
                </a:lnTo>
                <a:lnTo>
                  <a:pt x="1752600" y="685800"/>
                </a:lnTo>
                <a:lnTo>
                  <a:pt x="1733550" y="685800"/>
                </a:lnTo>
                <a:lnTo>
                  <a:pt x="1733550" y="619125"/>
                </a:lnTo>
                <a:lnTo>
                  <a:pt x="1724025" y="619125"/>
                </a:lnTo>
                <a:lnTo>
                  <a:pt x="1724025" y="609600"/>
                </a:lnTo>
                <a:lnTo>
                  <a:pt x="1714500" y="609600"/>
                </a:lnTo>
                <a:lnTo>
                  <a:pt x="1714500" y="619125"/>
                </a:lnTo>
                <a:lnTo>
                  <a:pt x="1704975" y="619125"/>
                </a:lnTo>
                <a:lnTo>
                  <a:pt x="1704975" y="609600"/>
                </a:lnTo>
                <a:lnTo>
                  <a:pt x="1695450" y="609600"/>
                </a:lnTo>
                <a:lnTo>
                  <a:pt x="1695450" y="533400"/>
                </a:lnTo>
                <a:lnTo>
                  <a:pt x="1676400" y="533400"/>
                </a:lnTo>
                <a:lnTo>
                  <a:pt x="1676400" y="552450"/>
                </a:lnTo>
                <a:lnTo>
                  <a:pt x="1666875" y="552450"/>
                </a:lnTo>
                <a:lnTo>
                  <a:pt x="1666875" y="571500"/>
                </a:lnTo>
                <a:lnTo>
                  <a:pt x="1657350" y="571500"/>
                </a:lnTo>
                <a:lnTo>
                  <a:pt x="1657350" y="561975"/>
                </a:lnTo>
                <a:lnTo>
                  <a:pt x="1619250" y="561975"/>
                </a:lnTo>
                <a:lnTo>
                  <a:pt x="1619250" y="542925"/>
                </a:lnTo>
                <a:lnTo>
                  <a:pt x="1628775" y="542925"/>
                </a:lnTo>
                <a:lnTo>
                  <a:pt x="1628775" y="514350"/>
                </a:lnTo>
                <a:lnTo>
                  <a:pt x="1619250" y="514350"/>
                </a:lnTo>
                <a:lnTo>
                  <a:pt x="1619250" y="504825"/>
                </a:lnTo>
                <a:lnTo>
                  <a:pt x="1609725" y="504825"/>
                </a:lnTo>
                <a:lnTo>
                  <a:pt x="1609725" y="495300"/>
                </a:lnTo>
                <a:lnTo>
                  <a:pt x="1638300" y="495300"/>
                </a:lnTo>
                <a:lnTo>
                  <a:pt x="1638300" y="485775"/>
                </a:lnTo>
                <a:lnTo>
                  <a:pt x="1590675" y="485775"/>
                </a:lnTo>
                <a:lnTo>
                  <a:pt x="1590675" y="495300"/>
                </a:lnTo>
                <a:lnTo>
                  <a:pt x="1581150" y="495300"/>
                </a:lnTo>
                <a:lnTo>
                  <a:pt x="1581150" y="485775"/>
                </a:lnTo>
                <a:lnTo>
                  <a:pt x="1552575" y="485775"/>
                </a:lnTo>
                <a:lnTo>
                  <a:pt x="1552575" y="476250"/>
                </a:lnTo>
                <a:lnTo>
                  <a:pt x="1543050" y="476250"/>
                </a:lnTo>
                <a:lnTo>
                  <a:pt x="1543050" y="428625"/>
                </a:lnTo>
                <a:lnTo>
                  <a:pt x="1552575" y="428625"/>
                </a:lnTo>
                <a:lnTo>
                  <a:pt x="1552575" y="409575"/>
                </a:lnTo>
                <a:lnTo>
                  <a:pt x="1543050" y="409575"/>
                </a:lnTo>
                <a:lnTo>
                  <a:pt x="1543050" y="342900"/>
                </a:lnTo>
                <a:lnTo>
                  <a:pt x="1552575" y="342900"/>
                </a:lnTo>
                <a:lnTo>
                  <a:pt x="1552575" y="333375"/>
                </a:lnTo>
                <a:lnTo>
                  <a:pt x="1581150" y="333375"/>
                </a:lnTo>
                <a:lnTo>
                  <a:pt x="1581150" y="314325"/>
                </a:lnTo>
                <a:lnTo>
                  <a:pt x="1543050" y="314325"/>
                </a:lnTo>
                <a:lnTo>
                  <a:pt x="1543050" y="295275"/>
                </a:lnTo>
                <a:lnTo>
                  <a:pt x="1533525" y="295275"/>
                </a:lnTo>
                <a:lnTo>
                  <a:pt x="1533525" y="304800"/>
                </a:lnTo>
                <a:lnTo>
                  <a:pt x="1514475" y="304800"/>
                </a:lnTo>
                <a:lnTo>
                  <a:pt x="1514475" y="285750"/>
                </a:lnTo>
                <a:lnTo>
                  <a:pt x="1504950" y="285750"/>
                </a:lnTo>
                <a:lnTo>
                  <a:pt x="1504950" y="266700"/>
                </a:lnTo>
                <a:lnTo>
                  <a:pt x="1514475" y="266700"/>
                </a:lnTo>
                <a:lnTo>
                  <a:pt x="1514475" y="247650"/>
                </a:lnTo>
                <a:lnTo>
                  <a:pt x="1552575" y="247650"/>
                </a:lnTo>
                <a:lnTo>
                  <a:pt x="1552575" y="238125"/>
                </a:lnTo>
                <a:lnTo>
                  <a:pt x="1514475" y="238125"/>
                </a:lnTo>
                <a:lnTo>
                  <a:pt x="1514475" y="228600"/>
                </a:lnTo>
                <a:lnTo>
                  <a:pt x="1533525" y="228600"/>
                </a:lnTo>
                <a:lnTo>
                  <a:pt x="1533525" y="219075"/>
                </a:lnTo>
                <a:lnTo>
                  <a:pt x="1543050" y="219075"/>
                </a:lnTo>
                <a:lnTo>
                  <a:pt x="1543050" y="209550"/>
                </a:lnTo>
                <a:lnTo>
                  <a:pt x="1552575" y="209550"/>
                </a:lnTo>
                <a:close/>
                <a:moveTo>
                  <a:pt x="647700" y="209550"/>
                </a:moveTo>
                <a:lnTo>
                  <a:pt x="666750" y="209550"/>
                </a:lnTo>
                <a:lnTo>
                  <a:pt x="666750" y="219075"/>
                </a:lnTo>
                <a:lnTo>
                  <a:pt x="685800" y="219075"/>
                </a:lnTo>
                <a:lnTo>
                  <a:pt x="685800" y="238125"/>
                </a:lnTo>
                <a:lnTo>
                  <a:pt x="647700" y="238125"/>
                </a:lnTo>
                <a:close/>
                <a:moveTo>
                  <a:pt x="1095375" y="209550"/>
                </a:moveTo>
                <a:lnTo>
                  <a:pt x="1114425" y="209550"/>
                </a:lnTo>
                <a:lnTo>
                  <a:pt x="1114425" y="219075"/>
                </a:lnTo>
                <a:lnTo>
                  <a:pt x="1095375" y="219075"/>
                </a:lnTo>
                <a:close/>
                <a:moveTo>
                  <a:pt x="1114425" y="219075"/>
                </a:moveTo>
                <a:lnTo>
                  <a:pt x="1123950" y="219075"/>
                </a:lnTo>
                <a:lnTo>
                  <a:pt x="1123950" y="238125"/>
                </a:lnTo>
                <a:lnTo>
                  <a:pt x="1114425" y="238125"/>
                </a:lnTo>
                <a:close/>
                <a:moveTo>
                  <a:pt x="1123950" y="238125"/>
                </a:moveTo>
                <a:lnTo>
                  <a:pt x="1133475" y="238125"/>
                </a:lnTo>
                <a:lnTo>
                  <a:pt x="1133475" y="247650"/>
                </a:lnTo>
                <a:lnTo>
                  <a:pt x="1123950" y="247650"/>
                </a:lnTo>
                <a:close/>
                <a:moveTo>
                  <a:pt x="1438275" y="238125"/>
                </a:moveTo>
                <a:lnTo>
                  <a:pt x="1447800" y="238125"/>
                </a:lnTo>
                <a:lnTo>
                  <a:pt x="1447800" y="247650"/>
                </a:lnTo>
                <a:lnTo>
                  <a:pt x="1438275" y="247650"/>
                </a:lnTo>
                <a:close/>
                <a:moveTo>
                  <a:pt x="1238250" y="266700"/>
                </a:moveTo>
                <a:lnTo>
                  <a:pt x="1247775" y="266700"/>
                </a:lnTo>
                <a:lnTo>
                  <a:pt x="1247775" y="276225"/>
                </a:lnTo>
                <a:lnTo>
                  <a:pt x="1238250" y="276225"/>
                </a:lnTo>
                <a:close/>
                <a:moveTo>
                  <a:pt x="1466850" y="276225"/>
                </a:moveTo>
                <a:lnTo>
                  <a:pt x="1485900" y="276225"/>
                </a:lnTo>
                <a:lnTo>
                  <a:pt x="1485900" y="285750"/>
                </a:lnTo>
                <a:lnTo>
                  <a:pt x="1466850" y="285750"/>
                </a:lnTo>
                <a:close/>
                <a:moveTo>
                  <a:pt x="1162050" y="285750"/>
                </a:moveTo>
                <a:lnTo>
                  <a:pt x="1171575" y="285750"/>
                </a:lnTo>
                <a:lnTo>
                  <a:pt x="1171575" y="295275"/>
                </a:lnTo>
                <a:lnTo>
                  <a:pt x="1162050" y="295275"/>
                </a:lnTo>
                <a:close/>
                <a:moveTo>
                  <a:pt x="628650" y="314325"/>
                </a:moveTo>
                <a:lnTo>
                  <a:pt x="638175" y="314325"/>
                </a:lnTo>
                <a:lnTo>
                  <a:pt x="638175" y="333375"/>
                </a:lnTo>
                <a:lnTo>
                  <a:pt x="619125" y="333375"/>
                </a:lnTo>
                <a:lnTo>
                  <a:pt x="619125" y="323850"/>
                </a:lnTo>
                <a:lnTo>
                  <a:pt x="628650" y="323850"/>
                </a:lnTo>
                <a:close/>
                <a:moveTo>
                  <a:pt x="857250" y="342900"/>
                </a:moveTo>
                <a:lnTo>
                  <a:pt x="866775" y="342900"/>
                </a:lnTo>
                <a:lnTo>
                  <a:pt x="866775" y="352425"/>
                </a:lnTo>
                <a:lnTo>
                  <a:pt x="876300" y="352425"/>
                </a:lnTo>
                <a:lnTo>
                  <a:pt x="876300" y="361950"/>
                </a:lnTo>
                <a:lnTo>
                  <a:pt x="885825" y="361950"/>
                </a:lnTo>
                <a:lnTo>
                  <a:pt x="885825" y="371475"/>
                </a:lnTo>
                <a:lnTo>
                  <a:pt x="876300" y="371475"/>
                </a:lnTo>
                <a:lnTo>
                  <a:pt x="876300" y="381000"/>
                </a:lnTo>
                <a:lnTo>
                  <a:pt x="857250" y="381000"/>
                </a:lnTo>
                <a:lnTo>
                  <a:pt x="857250" y="371475"/>
                </a:lnTo>
                <a:lnTo>
                  <a:pt x="847725" y="371475"/>
                </a:lnTo>
                <a:lnTo>
                  <a:pt x="847725" y="352425"/>
                </a:lnTo>
                <a:lnTo>
                  <a:pt x="857250" y="352425"/>
                </a:lnTo>
                <a:close/>
                <a:moveTo>
                  <a:pt x="1600200" y="342900"/>
                </a:moveTo>
                <a:lnTo>
                  <a:pt x="1609725" y="342900"/>
                </a:lnTo>
                <a:lnTo>
                  <a:pt x="1609725" y="333375"/>
                </a:lnTo>
                <a:lnTo>
                  <a:pt x="1581150" y="333375"/>
                </a:lnTo>
                <a:lnTo>
                  <a:pt x="1581150" y="342900"/>
                </a:lnTo>
                <a:lnTo>
                  <a:pt x="1571625" y="342900"/>
                </a:lnTo>
                <a:lnTo>
                  <a:pt x="1571625" y="361950"/>
                </a:lnTo>
                <a:lnTo>
                  <a:pt x="1590675" y="361950"/>
                </a:lnTo>
                <a:lnTo>
                  <a:pt x="1590675" y="352425"/>
                </a:lnTo>
                <a:lnTo>
                  <a:pt x="1600200" y="352425"/>
                </a:lnTo>
                <a:close/>
                <a:moveTo>
                  <a:pt x="1504950" y="352425"/>
                </a:moveTo>
                <a:lnTo>
                  <a:pt x="1514475" y="352425"/>
                </a:lnTo>
                <a:lnTo>
                  <a:pt x="1514475" y="361950"/>
                </a:lnTo>
                <a:lnTo>
                  <a:pt x="1504950" y="361950"/>
                </a:lnTo>
                <a:close/>
                <a:moveTo>
                  <a:pt x="1666875" y="371475"/>
                </a:moveTo>
                <a:lnTo>
                  <a:pt x="1647825" y="371475"/>
                </a:lnTo>
                <a:lnTo>
                  <a:pt x="1647825" y="390525"/>
                </a:lnTo>
                <a:lnTo>
                  <a:pt x="1657350" y="390525"/>
                </a:lnTo>
                <a:lnTo>
                  <a:pt x="1657350" y="400050"/>
                </a:lnTo>
                <a:lnTo>
                  <a:pt x="1647825" y="400050"/>
                </a:lnTo>
                <a:lnTo>
                  <a:pt x="1647825" y="409575"/>
                </a:lnTo>
                <a:lnTo>
                  <a:pt x="1666875" y="409575"/>
                </a:lnTo>
                <a:close/>
                <a:moveTo>
                  <a:pt x="1666875" y="371475"/>
                </a:moveTo>
                <a:lnTo>
                  <a:pt x="1685925" y="371475"/>
                </a:lnTo>
                <a:lnTo>
                  <a:pt x="1685925" y="361950"/>
                </a:lnTo>
                <a:lnTo>
                  <a:pt x="1666875" y="361950"/>
                </a:lnTo>
                <a:close/>
                <a:moveTo>
                  <a:pt x="828675" y="381000"/>
                </a:moveTo>
                <a:lnTo>
                  <a:pt x="838200" y="381000"/>
                </a:lnTo>
                <a:lnTo>
                  <a:pt x="838200" y="390525"/>
                </a:lnTo>
                <a:lnTo>
                  <a:pt x="828675" y="390525"/>
                </a:lnTo>
                <a:close/>
                <a:moveTo>
                  <a:pt x="847725" y="381000"/>
                </a:moveTo>
                <a:lnTo>
                  <a:pt x="857250" y="381000"/>
                </a:lnTo>
                <a:lnTo>
                  <a:pt x="857250" y="390525"/>
                </a:lnTo>
                <a:lnTo>
                  <a:pt x="847725" y="390525"/>
                </a:lnTo>
                <a:close/>
                <a:moveTo>
                  <a:pt x="895350" y="390525"/>
                </a:moveTo>
                <a:lnTo>
                  <a:pt x="904875" y="390525"/>
                </a:lnTo>
                <a:lnTo>
                  <a:pt x="904875" y="400050"/>
                </a:lnTo>
                <a:lnTo>
                  <a:pt x="895350" y="400050"/>
                </a:lnTo>
                <a:close/>
                <a:moveTo>
                  <a:pt x="904875" y="400050"/>
                </a:moveTo>
                <a:lnTo>
                  <a:pt x="914400" y="400050"/>
                </a:lnTo>
                <a:lnTo>
                  <a:pt x="914400" y="409575"/>
                </a:lnTo>
                <a:lnTo>
                  <a:pt x="904875" y="409575"/>
                </a:lnTo>
                <a:close/>
                <a:moveTo>
                  <a:pt x="1752600" y="400050"/>
                </a:moveTo>
                <a:lnTo>
                  <a:pt x="1762125" y="400050"/>
                </a:lnTo>
                <a:lnTo>
                  <a:pt x="1762125" y="390525"/>
                </a:lnTo>
                <a:lnTo>
                  <a:pt x="1752600" y="390525"/>
                </a:lnTo>
                <a:close/>
                <a:moveTo>
                  <a:pt x="504825" y="409575"/>
                </a:moveTo>
                <a:lnTo>
                  <a:pt x="514350" y="409575"/>
                </a:lnTo>
                <a:lnTo>
                  <a:pt x="514350" y="428625"/>
                </a:lnTo>
                <a:lnTo>
                  <a:pt x="504825" y="428625"/>
                </a:lnTo>
                <a:close/>
                <a:moveTo>
                  <a:pt x="628650" y="428625"/>
                </a:moveTo>
                <a:lnTo>
                  <a:pt x="638175" y="428625"/>
                </a:lnTo>
                <a:lnTo>
                  <a:pt x="638175" y="457200"/>
                </a:lnTo>
                <a:lnTo>
                  <a:pt x="628650" y="457200"/>
                </a:lnTo>
                <a:lnTo>
                  <a:pt x="628650" y="447675"/>
                </a:lnTo>
                <a:lnTo>
                  <a:pt x="619125" y="447675"/>
                </a:lnTo>
                <a:lnTo>
                  <a:pt x="619125" y="438150"/>
                </a:lnTo>
                <a:lnTo>
                  <a:pt x="628650" y="438150"/>
                </a:lnTo>
                <a:close/>
                <a:moveTo>
                  <a:pt x="371475" y="438150"/>
                </a:moveTo>
                <a:lnTo>
                  <a:pt x="381000" y="438150"/>
                </a:lnTo>
                <a:lnTo>
                  <a:pt x="381000" y="447675"/>
                </a:lnTo>
                <a:lnTo>
                  <a:pt x="371475" y="447675"/>
                </a:lnTo>
                <a:close/>
                <a:moveTo>
                  <a:pt x="561975" y="438150"/>
                </a:moveTo>
                <a:lnTo>
                  <a:pt x="571500" y="438150"/>
                </a:lnTo>
                <a:lnTo>
                  <a:pt x="571500" y="447675"/>
                </a:lnTo>
                <a:lnTo>
                  <a:pt x="581025" y="447675"/>
                </a:lnTo>
                <a:lnTo>
                  <a:pt x="581025" y="457200"/>
                </a:lnTo>
                <a:lnTo>
                  <a:pt x="542925" y="457200"/>
                </a:lnTo>
                <a:lnTo>
                  <a:pt x="542925" y="466725"/>
                </a:lnTo>
                <a:lnTo>
                  <a:pt x="533400" y="466725"/>
                </a:lnTo>
                <a:lnTo>
                  <a:pt x="533400" y="447675"/>
                </a:lnTo>
                <a:lnTo>
                  <a:pt x="561975" y="447675"/>
                </a:lnTo>
                <a:close/>
                <a:moveTo>
                  <a:pt x="1171575" y="438150"/>
                </a:moveTo>
                <a:lnTo>
                  <a:pt x="1181100" y="438150"/>
                </a:lnTo>
                <a:lnTo>
                  <a:pt x="1181100" y="447675"/>
                </a:lnTo>
                <a:lnTo>
                  <a:pt x="1171575" y="447675"/>
                </a:lnTo>
                <a:close/>
                <a:moveTo>
                  <a:pt x="361950" y="447675"/>
                </a:moveTo>
                <a:lnTo>
                  <a:pt x="371475" y="447675"/>
                </a:lnTo>
                <a:lnTo>
                  <a:pt x="371475" y="476250"/>
                </a:lnTo>
                <a:lnTo>
                  <a:pt x="361950" y="476250"/>
                </a:lnTo>
                <a:close/>
                <a:moveTo>
                  <a:pt x="590550" y="447675"/>
                </a:moveTo>
                <a:lnTo>
                  <a:pt x="600075" y="447675"/>
                </a:lnTo>
                <a:lnTo>
                  <a:pt x="600075" y="466725"/>
                </a:lnTo>
                <a:lnTo>
                  <a:pt x="590550" y="466725"/>
                </a:lnTo>
                <a:close/>
                <a:moveTo>
                  <a:pt x="1581150" y="447675"/>
                </a:moveTo>
                <a:lnTo>
                  <a:pt x="1600200" y="447675"/>
                </a:lnTo>
                <a:lnTo>
                  <a:pt x="1600200" y="428625"/>
                </a:lnTo>
                <a:lnTo>
                  <a:pt x="1581150" y="428625"/>
                </a:lnTo>
                <a:close/>
                <a:moveTo>
                  <a:pt x="1047750" y="466725"/>
                </a:moveTo>
                <a:lnTo>
                  <a:pt x="1057275" y="466725"/>
                </a:lnTo>
                <a:lnTo>
                  <a:pt x="1057275" y="476250"/>
                </a:lnTo>
                <a:lnTo>
                  <a:pt x="1047750" y="476250"/>
                </a:lnTo>
                <a:close/>
                <a:moveTo>
                  <a:pt x="1028700" y="485775"/>
                </a:moveTo>
                <a:lnTo>
                  <a:pt x="1047750" y="485775"/>
                </a:lnTo>
                <a:lnTo>
                  <a:pt x="1047750" y="495300"/>
                </a:lnTo>
                <a:lnTo>
                  <a:pt x="1038225" y="495300"/>
                </a:lnTo>
                <a:lnTo>
                  <a:pt x="1038225" y="504825"/>
                </a:lnTo>
                <a:lnTo>
                  <a:pt x="1028700" y="504825"/>
                </a:lnTo>
                <a:close/>
                <a:moveTo>
                  <a:pt x="1276350" y="485775"/>
                </a:moveTo>
                <a:lnTo>
                  <a:pt x="1285875" y="485775"/>
                </a:lnTo>
                <a:lnTo>
                  <a:pt x="1285875" y="495300"/>
                </a:lnTo>
                <a:lnTo>
                  <a:pt x="1295400" y="495300"/>
                </a:lnTo>
                <a:lnTo>
                  <a:pt x="1295400" y="504825"/>
                </a:lnTo>
                <a:lnTo>
                  <a:pt x="1285875" y="504825"/>
                </a:lnTo>
                <a:lnTo>
                  <a:pt x="1285875" y="514350"/>
                </a:lnTo>
                <a:lnTo>
                  <a:pt x="1295400" y="514350"/>
                </a:lnTo>
                <a:lnTo>
                  <a:pt x="1295400" y="552450"/>
                </a:lnTo>
                <a:lnTo>
                  <a:pt x="1285875" y="552450"/>
                </a:lnTo>
                <a:lnTo>
                  <a:pt x="1285875" y="542925"/>
                </a:lnTo>
                <a:lnTo>
                  <a:pt x="1276350" y="542925"/>
                </a:lnTo>
                <a:lnTo>
                  <a:pt x="1276350" y="552450"/>
                </a:lnTo>
                <a:lnTo>
                  <a:pt x="1257300" y="552450"/>
                </a:lnTo>
                <a:lnTo>
                  <a:pt x="1257300" y="542925"/>
                </a:lnTo>
                <a:lnTo>
                  <a:pt x="1238250" y="542925"/>
                </a:lnTo>
                <a:lnTo>
                  <a:pt x="1238250" y="523875"/>
                </a:lnTo>
                <a:lnTo>
                  <a:pt x="1247775" y="523875"/>
                </a:lnTo>
                <a:lnTo>
                  <a:pt x="1247775" y="495300"/>
                </a:lnTo>
                <a:lnTo>
                  <a:pt x="1257300" y="495300"/>
                </a:lnTo>
                <a:lnTo>
                  <a:pt x="1257300" y="504825"/>
                </a:lnTo>
                <a:lnTo>
                  <a:pt x="1266825" y="504825"/>
                </a:lnTo>
                <a:lnTo>
                  <a:pt x="1266825" y="495300"/>
                </a:lnTo>
                <a:lnTo>
                  <a:pt x="1276350" y="495300"/>
                </a:lnTo>
                <a:close/>
                <a:moveTo>
                  <a:pt x="1647825" y="485775"/>
                </a:moveTo>
                <a:lnTo>
                  <a:pt x="1657350" y="485775"/>
                </a:lnTo>
                <a:lnTo>
                  <a:pt x="1657350" y="523875"/>
                </a:lnTo>
                <a:lnTo>
                  <a:pt x="1676400" y="523875"/>
                </a:lnTo>
                <a:lnTo>
                  <a:pt x="1676400" y="514350"/>
                </a:lnTo>
                <a:lnTo>
                  <a:pt x="1695450" y="514350"/>
                </a:lnTo>
                <a:lnTo>
                  <a:pt x="1695450" y="504825"/>
                </a:lnTo>
                <a:lnTo>
                  <a:pt x="1704975" y="504825"/>
                </a:lnTo>
                <a:lnTo>
                  <a:pt x="1704975" y="485775"/>
                </a:lnTo>
                <a:lnTo>
                  <a:pt x="1685925" y="485775"/>
                </a:lnTo>
                <a:lnTo>
                  <a:pt x="1685925" y="476250"/>
                </a:lnTo>
                <a:lnTo>
                  <a:pt x="1676400" y="476250"/>
                </a:lnTo>
                <a:lnTo>
                  <a:pt x="1676400" y="466725"/>
                </a:lnTo>
                <a:lnTo>
                  <a:pt x="1647825" y="466725"/>
                </a:lnTo>
                <a:close/>
                <a:moveTo>
                  <a:pt x="485775" y="495300"/>
                </a:moveTo>
                <a:lnTo>
                  <a:pt x="495300" y="495300"/>
                </a:lnTo>
                <a:lnTo>
                  <a:pt x="495300" y="504825"/>
                </a:lnTo>
                <a:lnTo>
                  <a:pt x="485775" y="504825"/>
                </a:lnTo>
                <a:close/>
                <a:moveTo>
                  <a:pt x="638175" y="495300"/>
                </a:moveTo>
                <a:lnTo>
                  <a:pt x="647700" y="495300"/>
                </a:lnTo>
                <a:lnTo>
                  <a:pt x="647700" y="504825"/>
                </a:lnTo>
                <a:lnTo>
                  <a:pt x="638175" y="504825"/>
                </a:lnTo>
                <a:close/>
                <a:moveTo>
                  <a:pt x="514350" y="514350"/>
                </a:moveTo>
                <a:lnTo>
                  <a:pt x="533400" y="514350"/>
                </a:lnTo>
                <a:lnTo>
                  <a:pt x="533400" y="542925"/>
                </a:lnTo>
                <a:lnTo>
                  <a:pt x="514350" y="542925"/>
                </a:lnTo>
                <a:close/>
                <a:moveTo>
                  <a:pt x="1314450" y="514350"/>
                </a:moveTo>
                <a:lnTo>
                  <a:pt x="1333500" y="514350"/>
                </a:lnTo>
                <a:lnTo>
                  <a:pt x="1333500" y="571500"/>
                </a:lnTo>
                <a:lnTo>
                  <a:pt x="1314450" y="571500"/>
                </a:lnTo>
                <a:close/>
                <a:moveTo>
                  <a:pt x="476250" y="523875"/>
                </a:moveTo>
                <a:lnTo>
                  <a:pt x="495300" y="523875"/>
                </a:lnTo>
                <a:lnTo>
                  <a:pt x="495300" y="552450"/>
                </a:lnTo>
                <a:lnTo>
                  <a:pt x="476250" y="552450"/>
                </a:lnTo>
                <a:close/>
                <a:moveTo>
                  <a:pt x="1724025" y="523875"/>
                </a:moveTo>
                <a:lnTo>
                  <a:pt x="1733550" y="523875"/>
                </a:lnTo>
                <a:lnTo>
                  <a:pt x="1733550" y="514350"/>
                </a:lnTo>
                <a:lnTo>
                  <a:pt x="1724025" y="514350"/>
                </a:lnTo>
                <a:close/>
                <a:moveTo>
                  <a:pt x="1866900" y="523875"/>
                </a:moveTo>
                <a:lnTo>
                  <a:pt x="1876425" y="523875"/>
                </a:lnTo>
                <a:lnTo>
                  <a:pt x="1876425" y="533400"/>
                </a:lnTo>
                <a:lnTo>
                  <a:pt x="1866900" y="533400"/>
                </a:lnTo>
                <a:close/>
                <a:moveTo>
                  <a:pt x="238125" y="533400"/>
                </a:moveTo>
                <a:lnTo>
                  <a:pt x="257175" y="533400"/>
                </a:lnTo>
                <a:lnTo>
                  <a:pt x="257175" y="542925"/>
                </a:lnTo>
                <a:lnTo>
                  <a:pt x="266700" y="542925"/>
                </a:lnTo>
                <a:lnTo>
                  <a:pt x="266700" y="552450"/>
                </a:lnTo>
                <a:lnTo>
                  <a:pt x="238125" y="552450"/>
                </a:lnTo>
                <a:close/>
                <a:moveTo>
                  <a:pt x="295275" y="542925"/>
                </a:moveTo>
                <a:lnTo>
                  <a:pt x="304800" y="542925"/>
                </a:lnTo>
                <a:lnTo>
                  <a:pt x="304800" y="552450"/>
                </a:lnTo>
                <a:lnTo>
                  <a:pt x="295275" y="552450"/>
                </a:lnTo>
                <a:close/>
                <a:moveTo>
                  <a:pt x="628650" y="542925"/>
                </a:moveTo>
                <a:lnTo>
                  <a:pt x="647700" y="542925"/>
                </a:lnTo>
                <a:lnTo>
                  <a:pt x="647700" y="581025"/>
                </a:lnTo>
                <a:lnTo>
                  <a:pt x="638175" y="581025"/>
                </a:lnTo>
                <a:lnTo>
                  <a:pt x="638175" y="561975"/>
                </a:lnTo>
                <a:lnTo>
                  <a:pt x="619125" y="561975"/>
                </a:lnTo>
                <a:lnTo>
                  <a:pt x="619125" y="552450"/>
                </a:lnTo>
                <a:lnTo>
                  <a:pt x="628650" y="552450"/>
                </a:lnTo>
                <a:close/>
                <a:moveTo>
                  <a:pt x="1257300" y="561975"/>
                </a:moveTo>
                <a:lnTo>
                  <a:pt x="1266825" y="561975"/>
                </a:lnTo>
                <a:lnTo>
                  <a:pt x="1266825" y="571500"/>
                </a:lnTo>
                <a:lnTo>
                  <a:pt x="1276350" y="571500"/>
                </a:lnTo>
                <a:lnTo>
                  <a:pt x="1276350" y="561975"/>
                </a:lnTo>
                <a:lnTo>
                  <a:pt x="1285875" y="561975"/>
                </a:lnTo>
                <a:lnTo>
                  <a:pt x="1285875" y="590550"/>
                </a:lnTo>
                <a:lnTo>
                  <a:pt x="1295400" y="590550"/>
                </a:lnTo>
                <a:lnTo>
                  <a:pt x="1295400" y="609600"/>
                </a:lnTo>
                <a:lnTo>
                  <a:pt x="1285875" y="609600"/>
                </a:lnTo>
                <a:lnTo>
                  <a:pt x="1285875" y="628650"/>
                </a:lnTo>
                <a:lnTo>
                  <a:pt x="1266825" y="628650"/>
                </a:lnTo>
                <a:lnTo>
                  <a:pt x="1266825" y="619125"/>
                </a:lnTo>
                <a:lnTo>
                  <a:pt x="1276350" y="619125"/>
                </a:lnTo>
                <a:lnTo>
                  <a:pt x="1276350" y="609600"/>
                </a:lnTo>
                <a:lnTo>
                  <a:pt x="1266825" y="609600"/>
                </a:lnTo>
                <a:lnTo>
                  <a:pt x="1266825" y="600075"/>
                </a:lnTo>
                <a:lnTo>
                  <a:pt x="1257300" y="600075"/>
                </a:lnTo>
                <a:lnTo>
                  <a:pt x="1257300" y="581025"/>
                </a:lnTo>
                <a:lnTo>
                  <a:pt x="1247775" y="581025"/>
                </a:lnTo>
                <a:lnTo>
                  <a:pt x="1247775" y="571500"/>
                </a:lnTo>
                <a:lnTo>
                  <a:pt x="1257300" y="571500"/>
                </a:lnTo>
                <a:close/>
                <a:moveTo>
                  <a:pt x="1714500" y="561975"/>
                </a:moveTo>
                <a:lnTo>
                  <a:pt x="1733550" y="561975"/>
                </a:lnTo>
                <a:lnTo>
                  <a:pt x="1733550" y="552450"/>
                </a:lnTo>
                <a:lnTo>
                  <a:pt x="1714500" y="552450"/>
                </a:lnTo>
                <a:close/>
                <a:moveTo>
                  <a:pt x="438150" y="571500"/>
                </a:moveTo>
                <a:lnTo>
                  <a:pt x="457200" y="571500"/>
                </a:lnTo>
                <a:lnTo>
                  <a:pt x="457200" y="590550"/>
                </a:lnTo>
                <a:lnTo>
                  <a:pt x="438150" y="590550"/>
                </a:lnTo>
                <a:close/>
                <a:moveTo>
                  <a:pt x="1657350" y="581025"/>
                </a:moveTo>
                <a:lnTo>
                  <a:pt x="1676400" y="581025"/>
                </a:lnTo>
                <a:lnTo>
                  <a:pt x="1676400" y="609600"/>
                </a:lnTo>
                <a:lnTo>
                  <a:pt x="1666875" y="609600"/>
                </a:lnTo>
                <a:lnTo>
                  <a:pt x="1666875" y="628650"/>
                </a:lnTo>
                <a:lnTo>
                  <a:pt x="1676400" y="628650"/>
                </a:lnTo>
                <a:lnTo>
                  <a:pt x="1676400" y="723900"/>
                </a:lnTo>
                <a:lnTo>
                  <a:pt x="1666875" y="723900"/>
                </a:lnTo>
                <a:lnTo>
                  <a:pt x="1666875" y="733425"/>
                </a:lnTo>
                <a:lnTo>
                  <a:pt x="1647825" y="733425"/>
                </a:lnTo>
                <a:lnTo>
                  <a:pt x="1647825" y="742950"/>
                </a:lnTo>
                <a:lnTo>
                  <a:pt x="1628775" y="742950"/>
                </a:lnTo>
                <a:lnTo>
                  <a:pt x="1628775" y="733425"/>
                </a:lnTo>
                <a:lnTo>
                  <a:pt x="1619250" y="733425"/>
                </a:lnTo>
                <a:lnTo>
                  <a:pt x="1619250" y="714375"/>
                </a:lnTo>
                <a:lnTo>
                  <a:pt x="1647825" y="714375"/>
                </a:lnTo>
                <a:lnTo>
                  <a:pt x="1647825" y="704850"/>
                </a:lnTo>
                <a:lnTo>
                  <a:pt x="1657350" y="704850"/>
                </a:lnTo>
                <a:lnTo>
                  <a:pt x="1657350" y="657225"/>
                </a:lnTo>
                <a:lnTo>
                  <a:pt x="1647825" y="657225"/>
                </a:lnTo>
                <a:lnTo>
                  <a:pt x="1647825" y="647700"/>
                </a:lnTo>
                <a:lnTo>
                  <a:pt x="1628775" y="647700"/>
                </a:lnTo>
                <a:lnTo>
                  <a:pt x="1628775" y="638175"/>
                </a:lnTo>
                <a:lnTo>
                  <a:pt x="1619250" y="638175"/>
                </a:lnTo>
                <a:lnTo>
                  <a:pt x="1619250" y="628650"/>
                </a:lnTo>
                <a:lnTo>
                  <a:pt x="1628775" y="628650"/>
                </a:lnTo>
                <a:lnTo>
                  <a:pt x="1628775" y="619125"/>
                </a:lnTo>
                <a:lnTo>
                  <a:pt x="1647825" y="619125"/>
                </a:lnTo>
                <a:lnTo>
                  <a:pt x="1647825" y="609600"/>
                </a:lnTo>
                <a:lnTo>
                  <a:pt x="1657350" y="609600"/>
                </a:lnTo>
                <a:close/>
                <a:moveTo>
                  <a:pt x="200025" y="590550"/>
                </a:moveTo>
                <a:lnTo>
                  <a:pt x="209550" y="590550"/>
                </a:lnTo>
                <a:lnTo>
                  <a:pt x="209550" y="609600"/>
                </a:lnTo>
                <a:lnTo>
                  <a:pt x="190500" y="609600"/>
                </a:lnTo>
                <a:lnTo>
                  <a:pt x="190500" y="600075"/>
                </a:lnTo>
                <a:lnTo>
                  <a:pt x="200025" y="600075"/>
                </a:lnTo>
                <a:close/>
                <a:moveTo>
                  <a:pt x="476250" y="590550"/>
                </a:moveTo>
                <a:lnTo>
                  <a:pt x="495300" y="590550"/>
                </a:lnTo>
                <a:lnTo>
                  <a:pt x="495300" y="609600"/>
                </a:lnTo>
                <a:lnTo>
                  <a:pt x="466725" y="609600"/>
                </a:lnTo>
                <a:lnTo>
                  <a:pt x="466725" y="600075"/>
                </a:lnTo>
                <a:lnTo>
                  <a:pt x="476250" y="600075"/>
                </a:lnTo>
                <a:close/>
                <a:moveTo>
                  <a:pt x="885825" y="590550"/>
                </a:moveTo>
                <a:lnTo>
                  <a:pt x="895350" y="590550"/>
                </a:lnTo>
                <a:lnTo>
                  <a:pt x="895350" y="600075"/>
                </a:lnTo>
                <a:lnTo>
                  <a:pt x="885825" y="600075"/>
                </a:lnTo>
                <a:close/>
                <a:moveTo>
                  <a:pt x="904875" y="590550"/>
                </a:moveTo>
                <a:lnTo>
                  <a:pt x="914400" y="590550"/>
                </a:lnTo>
                <a:lnTo>
                  <a:pt x="914400" y="600075"/>
                </a:lnTo>
                <a:lnTo>
                  <a:pt x="904875" y="600075"/>
                </a:lnTo>
                <a:close/>
                <a:moveTo>
                  <a:pt x="419100" y="600075"/>
                </a:moveTo>
                <a:lnTo>
                  <a:pt x="428625" y="600075"/>
                </a:lnTo>
                <a:lnTo>
                  <a:pt x="428625" y="628650"/>
                </a:lnTo>
                <a:lnTo>
                  <a:pt x="419100" y="628650"/>
                </a:lnTo>
                <a:lnTo>
                  <a:pt x="419100" y="647700"/>
                </a:lnTo>
                <a:lnTo>
                  <a:pt x="400050" y="647700"/>
                </a:lnTo>
                <a:lnTo>
                  <a:pt x="400050" y="619125"/>
                </a:lnTo>
                <a:lnTo>
                  <a:pt x="409575" y="619125"/>
                </a:lnTo>
                <a:lnTo>
                  <a:pt x="409575" y="609600"/>
                </a:lnTo>
                <a:lnTo>
                  <a:pt x="419100" y="609600"/>
                </a:lnTo>
                <a:close/>
                <a:moveTo>
                  <a:pt x="1323975" y="600075"/>
                </a:moveTo>
                <a:lnTo>
                  <a:pt x="1343025" y="600075"/>
                </a:lnTo>
                <a:lnTo>
                  <a:pt x="1343025" y="619125"/>
                </a:lnTo>
                <a:lnTo>
                  <a:pt x="1323975" y="619125"/>
                </a:lnTo>
                <a:close/>
                <a:moveTo>
                  <a:pt x="885825" y="609600"/>
                </a:moveTo>
                <a:lnTo>
                  <a:pt x="895350" y="609600"/>
                </a:lnTo>
                <a:lnTo>
                  <a:pt x="895350" y="619125"/>
                </a:lnTo>
                <a:lnTo>
                  <a:pt x="885825" y="619125"/>
                </a:lnTo>
                <a:close/>
                <a:moveTo>
                  <a:pt x="923925" y="609600"/>
                </a:moveTo>
                <a:lnTo>
                  <a:pt x="942975" y="609600"/>
                </a:lnTo>
                <a:lnTo>
                  <a:pt x="942975" y="628650"/>
                </a:lnTo>
                <a:lnTo>
                  <a:pt x="933450" y="628650"/>
                </a:lnTo>
                <a:lnTo>
                  <a:pt x="933450" y="619125"/>
                </a:lnTo>
                <a:lnTo>
                  <a:pt x="923925" y="619125"/>
                </a:lnTo>
                <a:close/>
                <a:moveTo>
                  <a:pt x="1790700" y="609600"/>
                </a:moveTo>
                <a:lnTo>
                  <a:pt x="1800225" y="609600"/>
                </a:lnTo>
                <a:lnTo>
                  <a:pt x="1800225" y="600075"/>
                </a:lnTo>
                <a:lnTo>
                  <a:pt x="1790700" y="600075"/>
                </a:lnTo>
                <a:close/>
                <a:moveTo>
                  <a:pt x="876300" y="619125"/>
                </a:moveTo>
                <a:lnTo>
                  <a:pt x="885825" y="619125"/>
                </a:lnTo>
                <a:lnTo>
                  <a:pt x="885825" y="628650"/>
                </a:lnTo>
                <a:lnTo>
                  <a:pt x="914400" y="628650"/>
                </a:lnTo>
                <a:lnTo>
                  <a:pt x="914400" y="619125"/>
                </a:lnTo>
                <a:lnTo>
                  <a:pt x="923925" y="619125"/>
                </a:lnTo>
                <a:lnTo>
                  <a:pt x="923925" y="628650"/>
                </a:lnTo>
                <a:lnTo>
                  <a:pt x="933450" y="628650"/>
                </a:lnTo>
                <a:lnTo>
                  <a:pt x="933450" y="638175"/>
                </a:lnTo>
                <a:lnTo>
                  <a:pt x="942975" y="638175"/>
                </a:lnTo>
                <a:lnTo>
                  <a:pt x="942975" y="628650"/>
                </a:lnTo>
                <a:lnTo>
                  <a:pt x="952500" y="628650"/>
                </a:lnTo>
                <a:lnTo>
                  <a:pt x="952500" y="638175"/>
                </a:lnTo>
                <a:lnTo>
                  <a:pt x="942975" y="638175"/>
                </a:lnTo>
                <a:lnTo>
                  <a:pt x="942975" y="647700"/>
                </a:lnTo>
                <a:lnTo>
                  <a:pt x="904875" y="647700"/>
                </a:lnTo>
                <a:lnTo>
                  <a:pt x="904875" y="638175"/>
                </a:lnTo>
                <a:lnTo>
                  <a:pt x="876300" y="638175"/>
                </a:lnTo>
                <a:close/>
                <a:moveTo>
                  <a:pt x="514350" y="628650"/>
                </a:moveTo>
                <a:lnTo>
                  <a:pt x="523875" y="628650"/>
                </a:lnTo>
                <a:lnTo>
                  <a:pt x="523875" y="638175"/>
                </a:lnTo>
                <a:lnTo>
                  <a:pt x="514350" y="638175"/>
                </a:lnTo>
                <a:close/>
                <a:moveTo>
                  <a:pt x="1885950" y="628650"/>
                </a:moveTo>
                <a:lnTo>
                  <a:pt x="1895475" y="628650"/>
                </a:lnTo>
                <a:lnTo>
                  <a:pt x="1895475" y="619125"/>
                </a:lnTo>
                <a:lnTo>
                  <a:pt x="1885950" y="619125"/>
                </a:lnTo>
                <a:close/>
                <a:moveTo>
                  <a:pt x="180975" y="638175"/>
                </a:moveTo>
                <a:lnTo>
                  <a:pt x="190500" y="638175"/>
                </a:lnTo>
                <a:lnTo>
                  <a:pt x="190500" y="647700"/>
                </a:lnTo>
                <a:lnTo>
                  <a:pt x="180975" y="647700"/>
                </a:lnTo>
                <a:close/>
                <a:moveTo>
                  <a:pt x="285750" y="638175"/>
                </a:moveTo>
                <a:lnTo>
                  <a:pt x="295275" y="638175"/>
                </a:lnTo>
                <a:lnTo>
                  <a:pt x="295275" y="657225"/>
                </a:lnTo>
                <a:lnTo>
                  <a:pt x="276225" y="657225"/>
                </a:lnTo>
                <a:lnTo>
                  <a:pt x="276225" y="647700"/>
                </a:lnTo>
                <a:lnTo>
                  <a:pt x="285750" y="647700"/>
                </a:lnTo>
                <a:close/>
                <a:moveTo>
                  <a:pt x="361950" y="638175"/>
                </a:moveTo>
                <a:lnTo>
                  <a:pt x="381000" y="638175"/>
                </a:lnTo>
                <a:lnTo>
                  <a:pt x="381000" y="647700"/>
                </a:lnTo>
                <a:lnTo>
                  <a:pt x="361950" y="647700"/>
                </a:lnTo>
                <a:close/>
                <a:moveTo>
                  <a:pt x="485775" y="638175"/>
                </a:moveTo>
                <a:lnTo>
                  <a:pt x="495300" y="638175"/>
                </a:lnTo>
                <a:lnTo>
                  <a:pt x="495300" y="647700"/>
                </a:lnTo>
                <a:lnTo>
                  <a:pt x="504825" y="647700"/>
                </a:lnTo>
                <a:lnTo>
                  <a:pt x="504825" y="638175"/>
                </a:lnTo>
                <a:lnTo>
                  <a:pt x="514350" y="638175"/>
                </a:lnTo>
                <a:lnTo>
                  <a:pt x="514350" y="647700"/>
                </a:lnTo>
                <a:lnTo>
                  <a:pt x="504825" y="647700"/>
                </a:lnTo>
                <a:lnTo>
                  <a:pt x="504825" y="657225"/>
                </a:lnTo>
                <a:lnTo>
                  <a:pt x="495300" y="657225"/>
                </a:lnTo>
                <a:lnTo>
                  <a:pt x="495300" y="695325"/>
                </a:lnTo>
                <a:lnTo>
                  <a:pt x="476250" y="695325"/>
                </a:lnTo>
                <a:lnTo>
                  <a:pt x="476250" y="676275"/>
                </a:lnTo>
                <a:lnTo>
                  <a:pt x="485775" y="676275"/>
                </a:lnTo>
                <a:close/>
                <a:moveTo>
                  <a:pt x="1581150" y="638175"/>
                </a:moveTo>
                <a:lnTo>
                  <a:pt x="1600200" y="638175"/>
                </a:lnTo>
                <a:lnTo>
                  <a:pt x="1600200" y="647700"/>
                </a:lnTo>
                <a:lnTo>
                  <a:pt x="1581150" y="647700"/>
                </a:lnTo>
                <a:close/>
                <a:moveTo>
                  <a:pt x="1695450" y="638175"/>
                </a:moveTo>
                <a:lnTo>
                  <a:pt x="1714500" y="638175"/>
                </a:lnTo>
                <a:lnTo>
                  <a:pt x="1714500" y="647700"/>
                </a:lnTo>
                <a:lnTo>
                  <a:pt x="1695450" y="647700"/>
                </a:lnTo>
                <a:close/>
                <a:moveTo>
                  <a:pt x="514350" y="647700"/>
                </a:moveTo>
                <a:lnTo>
                  <a:pt x="523875" y="647700"/>
                </a:lnTo>
                <a:lnTo>
                  <a:pt x="523875" y="657225"/>
                </a:lnTo>
                <a:lnTo>
                  <a:pt x="542925" y="657225"/>
                </a:lnTo>
                <a:lnTo>
                  <a:pt x="542925" y="685800"/>
                </a:lnTo>
                <a:lnTo>
                  <a:pt x="533400" y="685800"/>
                </a:lnTo>
                <a:lnTo>
                  <a:pt x="533400" y="695325"/>
                </a:lnTo>
                <a:lnTo>
                  <a:pt x="514350" y="695325"/>
                </a:lnTo>
                <a:close/>
                <a:moveTo>
                  <a:pt x="781050" y="647700"/>
                </a:moveTo>
                <a:lnTo>
                  <a:pt x="800100" y="647700"/>
                </a:lnTo>
                <a:lnTo>
                  <a:pt x="800100" y="657225"/>
                </a:lnTo>
                <a:lnTo>
                  <a:pt x="809625" y="657225"/>
                </a:lnTo>
                <a:lnTo>
                  <a:pt x="809625" y="666750"/>
                </a:lnTo>
                <a:lnTo>
                  <a:pt x="800100" y="666750"/>
                </a:lnTo>
                <a:lnTo>
                  <a:pt x="800100" y="676275"/>
                </a:lnTo>
                <a:lnTo>
                  <a:pt x="790575" y="676275"/>
                </a:lnTo>
                <a:lnTo>
                  <a:pt x="790575" y="666750"/>
                </a:lnTo>
                <a:lnTo>
                  <a:pt x="781050" y="666750"/>
                </a:lnTo>
                <a:close/>
                <a:moveTo>
                  <a:pt x="266700" y="666750"/>
                </a:moveTo>
                <a:lnTo>
                  <a:pt x="295275" y="666750"/>
                </a:lnTo>
                <a:lnTo>
                  <a:pt x="295275" y="685800"/>
                </a:lnTo>
                <a:lnTo>
                  <a:pt x="285750" y="685800"/>
                </a:lnTo>
                <a:lnTo>
                  <a:pt x="285750" y="676275"/>
                </a:lnTo>
                <a:lnTo>
                  <a:pt x="266700" y="676275"/>
                </a:lnTo>
                <a:close/>
                <a:moveTo>
                  <a:pt x="809625" y="666750"/>
                </a:moveTo>
                <a:lnTo>
                  <a:pt x="819150" y="666750"/>
                </a:lnTo>
                <a:lnTo>
                  <a:pt x="819150" y="685800"/>
                </a:lnTo>
                <a:lnTo>
                  <a:pt x="800100" y="685800"/>
                </a:lnTo>
                <a:lnTo>
                  <a:pt x="800100" y="676275"/>
                </a:lnTo>
                <a:lnTo>
                  <a:pt x="809625" y="676275"/>
                </a:lnTo>
                <a:close/>
                <a:moveTo>
                  <a:pt x="1019175" y="666750"/>
                </a:moveTo>
                <a:lnTo>
                  <a:pt x="1038225" y="666750"/>
                </a:lnTo>
                <a:lnTo>
                  <a:pt x="1038225" y="695325"/>
                </a:lnTo>
                <a:lnTo>
                  <a:pt x="1019175" y="695325"/>
                </a:lnTo>
                <a:lnTo>
                  <a:pt x="1019175" y="685800"/>
                </a:lnTo>
                <a:lnTo>
                  <a:pt x="1009650" y="685800"/>
                </a:lnTo>
                <a:lnTo>
                  <a:pt x="1009650" y="676275"/>
                </a:lnTo>
                <a:lnTo>
                  <a:pt x="1019175" y="676275"/>
                </a:lnTo>
                <a:close/>
                <a:moveTo>
                  <a:pt x="1695450" y="676275"/>
                </a:moveTo>
                <a:lnTo>
                  <a:pt x="1714500" y="676275"/>
                </a:lnTo>
                <a:lnTo>
                  <a:pt x="1714500" y="790575"/>
                </a:lnTo>
                <a:lnTo>
                  <a:pt x="1695450" y="790575"/>
                </a:lnTo>
                <a:lnTo>
                  <a:pt x="1695450" y="781050"/>
                </a:lnTo>
                <a:lnTo>
                  <a:pt x="1704975" y="781050"/>
                </a:lnTo>
                <a:lnTo>
                  <a:pt x="1704975" y="771525"/>
                </a:lnTo>
                <a:lnTo>
                  <a:pt x="1695450" y="771525"/>
                </a:lnTo>
                <a:lnTo>
                  <a:pt x="1695450" y="762000"/>
                </a:lnTo>
                <a:lnTo>
                  <a:pt x="1704975" y="762000"/>
                </a:lnTo>
                <a:lnTo>
                  <a:pt x="1704975" y="752475"/>
                </a:lnTo>
                <a:lnTo>
                  <a:pt x="1695450" y="752475"/>
                </a:lnTo>
                <a:lnTo>
                  <a:pt x="1695450" y="714375"/>
                </a:lnTo>
                <a:lnTo>
                  <a:pt x="1685925" y="714375"/>
                </a:lnTo>
                <a:lnTo>
                  <a:pt x="1685925" y="704850"/>
                </a:lnTo>
                <a:lnTo>
                  <a:pt x="1695450" y="704850"/>
                </a:lnTo>
                <a:close/>
                <a:moveTo>
                  <a:pt x="200025" y="704850"/>
                </a:moveTo>
                <a:lnTo>
                  <a:pt x="228600" y="704850"/>
                </a:lnTo>
                <a:lnTo>
                  <a:pt x="228600" y="714375"/>
                </a:lnTo>
                <a:lnTo>
                  <a:pt x="200025" y="714375"/>
                </a:lnTo>
                <a:close/>
                <a:moveTo>
                  <a:pt x="447675" y="704850"/>
                </a:moveTo>
                <a:lnTo>
                  <a:pt x="457200" y="704850"/>
                </a:lnTo>
                <a:lnTo>
                  <a:pt x="457200" y="714375"/>
                </a:lnTo>
                <a:lnTo>
                  <a:pt x="447675" y="714375"/>
                </a:lnTo>
                <a:close/>
                <a:moveTo>
                  <a:pt x="1771650" y="714375"/>
                </a:moveTo>
                <a:lnTo>
                  <a:pt x="1790700" y="714375"/>
                </a:lnTo>
                <a:lnTo>
                  <a:pt x="1790700" y="723900"/>
                </a:lnTo>
                <a:lnTo>
                  <a:pt x="1771650" y="723900"/>
                </a:lnTo>
                <a:close/>
                <a:moveTo>
                  <a:pt x="1866900" y="714375"/>
                </a:moveTo>
                <a:lnTo>
                  <a:pt x="1885950" y="714375"/>
                </a:lnTo>
                <a:lnTo>
                  <a:pt x="1885950" y="723900"/>
                </a:lnTo>
                <a:lnTo>
                  <a:pt x="1905000" y="723900"/>
                </a:lnTo>
                <a:lnTo>
                  <a:pt x="1905000" y="714375"/>
                </a:lnTo>
                <a:lnTo>
                  <a:pt x="1914525" y="714375"/>
                </a:lnTo>
                <a:lnTo>
                  <a:pt x="1914525" y="704850"/>
                </a:lnTo>
                <a:lnTo>
                  <a:pt x="1905000" y="704850"/>
                </a:lnTo>
                <a:lnTo>
                  <a:pt x="1905000" y="695325"/>
                </a:lnTo>
                <a:lnTo>
                  <a:pt x="1866900" y="695325"/>
                </a:lnTo>
                <a:close/>
                <a:moveTo>
                  <a:pt x="400050" y="733425"/>
                </a:moveTo>
                <a:lnTo>
                  <a:pt x="419100" y="733425"/>
                </a:lnTo>
                <a:lnTo>
                  <a:pt x="419100" y="742950"/>
                </a:lnTo>
                <a:lnTo>
                  <a:pt x="400050" y="742950"/>
                </a:lnTo>
                <a:close/>
                <a:moveTo>
                  <a:pt x="600075" y="733425"/>
                </a:moveTo>
                <a:lnTo>
                  <a:pt x="609600" y="733425"/>
                </a:lnTo>
                <a:lnTo>
                  <a:pt x="609600" y="742950"/>
                </a:lnTo>
                <a:lnTo>
                  <a:pt x="600075" y="742950"/>
                </a:lnTo>
                <a:close/>
                <a:moveTo>
                  <a:pt x="1952625" y="733425"/>
                </a:moveTo>
                <a:lnTo>
                  <a:pt x="1962150" y="733425"/>
                </a:lnTo>
                <a:lnTo>
                  <a:pt x="1962150" y="742950"/>
                </a:lnTo>
                <a:lnTo>
                  <a:pt x="1971675" y="742950"/>
                </a:lnTo>
                <a:lnTo>
                  <a:pt x="1971675" y="771525"/>
                </a:lnTo>
                <a:lnTo>
                  <a:pt x="1952625" y="771525"/>
                </a:lnTo>
                <a:close/>
                <a:moveTo>
                  <a:pt x="1771650" y="742950"/>
                </a:moveTo>
                <a:lnTo>
                  <a:pt x="1790700" y="742950"/>
                </a:lnTo>
                <a:lnTo>
                  <a:pt x="1790700" y="752475"/>
                </a:lnTo>
                <a:lnTo>
                  <a:pt x="1771650" y="752475"/>
                </a:lnTo>
                <a:close/>
                <a:moveTo>
                  <a:pt x="1914525" y="742950"/>
                </a:moveTo>
                <a:lnTo>
                  <a:pt x="1924050" y="742950"/>
                </a:lnTo>
                <a:lnTo>
                  <a:pt x="1924050" y="733425"/>
                </a:lnTo>
                <a:lnTo>
                  <a:pt x="1914525" y="733425"/>
                </a:lnTo>
                <a:close/>
                <a:moveTo>
                  <a:pt x="695325" y="752475"/>
                </a:moveTo>
                <a:lnTo>
                  <a:pt x="704850" y="752475"/>
                </a:lnTo>
                <a:lnTo>
                  <a:pt x="704850" y="762000"/>
                </a:lnTo>
                <a:lnTo>
                  <a:pt x="695325" y="762000"/>
                </a:lnTo>
                <a:close/>
                <a:moveTo>
                  <a:pt x="1152525" y="752475"/>
                </a:moveTo>
                <a:lnTo>
                  <a:pt x="1162050" y="752475"/>
                </a:lnTo>
                <a:lnTo>
                  <a:pt x="1162050" y="762000"/>
                </a:lnTo>
                <a:lnTo>
                  <a:pt x="1171575" y="762000"/>
                </a:lnTo>
                <a:lnTo>
                  <a:pt x="1171575" y="771525"/>
                </a:lnTo>
                <a:lnTo>
                  <a:pt x="1162050" y="771525"/>
                </a:lnTo>
                <a:lnTo>
                  <a:pt x="1162050" y="781050"/>
                </a:lnTo>
                <a:lnTo>
                  <a:pt x="1143000" y="781050"/>
                </a:lnTo>
                <a:lnTo>
                  <a:pt x="1143000" y="771525"/>
                </a:lnTo>
                <a:lnTo>
                  <a:pt x="1152525" y="771525"/>
                </a:lnTo>
                <a:close/>
                <a:moveTo>
                  <a:pt x="1981200" y="762000"/>
                </a:moveTo>
                <a:lnTo>
                  <a:pt x="1990725" y="762000"/>
                </a:lnTo>
                <a:lnTo>
                  <a:pt x="1990725" y="771525"/>
                </a:lnTo>
                <a:lnTo>
                  <a:pt x="1981200" y="771525"/>
                </a:lnTo>
                <a:close/>
                <a:moveTo>
                  <a:pt x="561975" y="781050"/>
                </a:moveTo>
                <a:lnTo>
                  <a:pt x="590550" y="781050"/>
                </a:lnTo>
                <a:lnTo>
                  <a:pt x="590550" y="790575"/>
                </a:lnTo>
                <a:lnTo>
                  <a:pt x="561975" y="790575"/>
                </a:lnTo>
                <a:close/>
                <a:moveTo>
                  <a:pt x="571500" y="800100"/>
                </a:moveTo>
                <a:lnTo>
                  <a:pt x="609600" y="800100"/>
                </a:lnTo>
                <a:lnTo>
                  <a:pt x="609600" y="809625"/>
                </a:lnTo>
                <a:lnTo>
                  <a:pt x="619125" y="809625"/>
                </a:lnTo>
                <a:lnTo>
                  <a:pt x="619125" y="819150"/>
                </a:lnTo>
                <a:lnTo>
                  <a:pt x="600075" y="819150"/>
                </a:lnTo>
                <a:lnTo>
                  <a:pt x="600075" y="828675"/>
                </a:lnTo>
                <a:lnTo>
                  <a:pt x="590550" y="828675"/>
                </a:lnTo>
                <a:lnTo>
                  <a:pt x="590550" y="819150"/>
                </a:lnTo>
                <a:lnTo>
                  <a:pt x="571500" y="819150"/>
                </a:lnTo>
                <a:close/>
                <a:moveTo>
                  <a:pt x="1657350" y="800100"/>
                </a:moveTo>
                <a:lnTo>
                  <a:pt x="1676400" y="800100"/>
                </a:lnTo>
                <a:lnTo>
                  <a:pt x="1676400" y="819150"/>
                </a:lnTo>
                <a:lnTo>
                  <a:pt x="1666875" y="819150"/>
                </a:lnTo>
                <a:lnTo>
                  <a:pt x="1666875" y="828675"/>
                </a:lnTo>
                <a:lnTo>
                  <a:pt x="1657350" y="828675"/>
                </a:lnTo>
                <a:close/>
                <a:moveTo>
                  <a:pt x="1209675" y="809625"/>
                </a:moveTo>
                <a:lnTo>
                  <a:pt x="1219200" y="809625"/>
                </a:lnTo>
                <a:lnTo>
                  <a:pt x="1219200" y="819150"/>
                </a:lnTo>
                <a:lnTo>
                  <a:pt x="1247775" y="819150"/>
                </a:lnTo>
                <a:lnTo>
                  <a:pt x="1247775" y="828675"/>
                </a:lnTo>
                <a:lnTo>
                  <a:pt x="1238250" y="828675"/>
                </a:lnTo>
                <a:lnTo>
                  <a:pt x="1238250" y="847725"/>
                </a:lnTo>
                <a:lnTo>
                  <a:pt x="1228725" y="847725"/>
                </a:lnTo>
                <a:lnTo>
                  <a:pt x="1228725" y="838200"/>
                </a:lnTo>
                <a:lnTo>
                  <a:pt x="1219200" y="838200"/>
                </a:lnTo>
                <a:lnTo>
                  <a:pt x="1219200" y="828675"/>
                </a:lnTo>
                <a:lnTo>
                  <a:pt x="1209675" y="828675"/>
                </a:lnTo>
                <a:close/>
                <a:moveTo>
                  <a:pt x="1695450" y="819150"/>
                </a:moveTo>
                <a:lnTo>
                  <a:pt x="1714500" y="819150"/>
                </a:lnTo>
                <a:lnTo>
                  <a:pt x="1714500" y="847725"/>
                </a:lnTo>
                <a:lnTo>
                  <a:pt x="1704975" y="847725"/>
                </a:lnTo>
                <a:lnTo>
                  <a:pt x="1704975" y="838200"/>
                </a:lnTo>
                <a:lnTo>
                  <a:pt x="1695450" y="838200"/>
                </a:lnTo>
                <a:close/>
                <a:moveTo>
                  <a:pt x="1123950" y="828675"/>
                </a:moveTo>
                <a:lnTo>
                  <a:pt x="1133475" y="828675"/>
                </a:lnTo>
                <a:lnTo>
                  <a:pt x="1133475" y="838200"/>
                </a:lnTo>
                <a:lnTo>
                  <a:pt x="1123950" y="838200"/>
                </a:lnTo>
                <a:close/>
                <a:moveTo>
                  <a:pt x="561975" y="838200"/>
                </a:moveTo>
                <a:lnTo>
                  <a:pt x="590550" y="838200"/>
                </a:lnTo>
                <a:lnTo>
                  <a:pt x="590550" y="866775"/>
                </a:lnTo>
                <a:lnTo>
                  <a:pt x="581025" y="866775"/>
                </a:lnTo>
                <a:lnTo>
                  <a:pt x="581025" y="857250"/>
                </a:lnTo>
                <a:lnTo>
                  <a:pt x="561975" y="857250"/>
                </a:lnTo>
                <a:close/>
                <a:moveTo>
                  <a:pt x="685800" y="838200"/>
                </a:moveTo>
                <a:lnTo>
                  <a:pt x="714375" y="838200"/>
                </a:lnTo>
                <a:lnTo>
                  <a:pt x="714375" y="847725"/>
                </a:lnTo>
                <a:lnTo>
                  <a:pt x="685800" y="847725"/>
                </a:lnTo>
                <a:close/>
                <a:moveTo>
                  <a:pt x="1657350" y="838200"/>
                </a:moveTo>
                <a:lnTo>
                  <a:pt x="1676400" y="838200"/>
                </a:lnTo>
                <a:lnTo>
                  <a:pt x="1676400" y="866775"/>
                </a:lnTo>
                <a:lnTo>
                  <a:pt x="1657350" y="866775"/>
                </a:lnTo>
                <a:close/>
                <a:moveTo>
                  <a:pt x="676275" y="847725"/>
                </a:moveTo>
                <a:lnTo>
                  <a:pt x="685800" y="847725"/>
                </a:lnTo>
                <a:lnTo>
                  <a:pt x="685800" y="857250"/>
                </a:lnTo>
                <a:lnTo>
                  <a:pt x="676275" y="857250"/>
                </a:lnTo>
                <a:close/>
                <a:moveTo>
                  <a:pt x="1905000" y="847725"/>
                </a:moveTo>
                <a:lnTo>
                  <a:pt x="1924050" y="847725"/>
                </a:lnTo>
                <a:lnTo>
                  <a:pt x="1924050" y="895350"/>
                </a:lnTo>
                <a:lnTo>
                  <a:pt x="1914525" y="895350"/>
                </a:lnTo>
                <a:lnTo>
                  <a:pt x="1914525" y="923925"/>
                </a:lnTo>
                <a:lnTo>
                  <a:pt x="1924050" y="923925"/>
                </a:lnTo>
                <a:lnTo>
                  <a:pt x="1924050" y="952500"/>
                </a:lnTo>
                <a:lnTo>
                  <a:pt x="1933575" y="952500"/>
                </a:lnTo>
                <a:lnTo>
                  <a:pt x="1933575" y="962025"/>
                </a:lnTo>
                <a:lnTo>
                  <a:pt x="1895475" y="962025"/>
                </a:lnTo>
                <a:lnTo>
                  <a:pt x="1895475" y="971550"/>
                </a:lnTo>
                <a:lnTo>
                  <a:pt x="1885950" y="971550"/>
                </a:lnTo>
                <a:lnTo>
                  <a:pt x="1885950" y="990600"/>
                </a:lnTo>
                <a:lnTo>
                  <a:pt x="1876425" y="990600"/>
                </a:lnTo>
                <a:lnTo>
                  <a:pt x="1876425" y="962025"/>
                </a:lnTo>
                <a:lnTo>
                  <a:pt x="1885950" y="962025"/>
                </a:lnTo>
                <a:lnTo>
                  <a:pt x="1885950" y="904875"/>
                </a:lnTo>
                <a:lnTo>
                  <a:pt x="1895475" y="904875"/>
                </a:lnTo>
                <a:lnTo>
                  <a:pt x="1895475" y="885825"/>
                </a:lnTo>
                <a:lnTo>
                  <a:pt x="1885950" y="885825"/>
                </a:lnTo>
                <a:lnTo>
                  <a:pt x="1885950" y="876300"/>
                </a:lnTo>
                <a:lnTo>
                  <a:pt x="1876425" y="876300"/>
                </a:lnTo>
                <a:lnTo>
                  <a:pt x="1876425" y="866775"/>
                </a:lnTo>
                <a:lnTo>
                  <a:pt x="1885950" y="866775"/>
                </a:lnTo>
                <a:lnTo>
                  <a:pt x="1885950" y="857250"/>
                </a:lnTo>
                <a:lnTo>
                  <a:pt x="1905000" y="857250"/>
                </a:lnTo>
                <a:close/>
                <a:moveTo>
                  <a:pt x="1209675" y="866775"/>
                </a:moveTo>
                <a:lnTo>
                  <a:pt x="1228725" y="866775"/>
                </a:lnTo>
                <a:lnTo>
                  <a:pt x="1228725" y="876300"/>
                </a:lnTo>
                <a:lnTo>
                  <a:pt x="1209675" y="876300"/>
                </a:lnTo>
                <a:close/>
                <a:moveTo>
                  <a:pt x="438150" y="904875"/>
                </a:moveTo>
                <a:lnTo>
                  <a:pt x="457200" y="904875"/>
                </a:lnTo>
                <a:lnTo>
                  <a:pt x="457200" y="914400"/>
                </a:lnTo>
                <a:lnTo>
                  <a:pt x="466725" y="914400"/>
                </a:lnTo>
                <a:lnTo>
                  <a:pt x="466725" y="923925"/>
                </a:lnTo>
                <a:lnTo>
                  <a:pt x="447675" y="923925"/>
                </a:lnTo>
                <a:lnTo>
                  <a:pt x="447675" y="942975"/>
                </a:lnTo>
                <a:lnTo>
                  <a:pt x="457200" y="942975"/>
                </a:lnTo>
                <a:lnTo>
                  <a:pt x="457200" y="952500"/>
                </a:lnTo>
                <a:lnTo>
                  <a:pt x="438150" y="952500"/>
                </a:lnTo>
                <a:lnTo>
                  <a:pt x="438150" y="933450"/>
                </a:lnTo>
                <a:lnTo>
                  <a:pt x="428625" y="933450"/>
                </a:lnTo>
                <a:lnTo>
                  <a:pt x="428625" y="914400"/>
                </a:lnTo>
                <a:lnTo>
                  <a:pt x="438150" y="914400"/>
                </a:lnTo>
                <a:close/>
                <a:moveTo>
                  <a:pt x="342900" y="914400"/>
                </a:moveTo>
                <a:lnTo>
                  <a:pt x="352425" y="914400"/>
                </a:lnTo>
                <a:lnTo>
                  <a:pt x="352425" y="923925"/>
                </a:lnTo>
                <a:lnTo>
                  <a:pt x="342900" y="923925"/>
                </a:lnTo>
                <a:close/>
                <a:moveTo>
                  <a:pt x="466725" y="923925"/>
                </a:moveTo>
                <a:lnTo>
                  <a:pt x="504825" y="923925"/>
                </a:lnTo>
                <a:lnTo>
                  <a:pt x="504825" y="942975"/>
                </a:lnTo>
                <a:lnTo>
                  <a:pt x="514350" y="942975"/>
                </a:lnTo>
                <a:lnTo>
                  <a:pt x="514350" y="952500"/>
                </a:lnTo>
                <a:lnTo>
                  <a:pt x="504825" y="952500"/>
                </a:lnTo>
                <a:lnTo>
                  <a:pt x="504825" y="962025"/>
                </a:lnTo>
                <a:lnTo>
                  <a:pt x="495300" y="962025"/>
                </a:lnTo>
                <a:lnTo>
                  <a:pt x="495300" y="952500"/>
                </a:lnTo>
                <a:lnTo>
                  <a:pt x="485775" y="952500"/>
                </a:lnTo>
                <a:lnTo>
                  <a:pt x="485775" y="942975"/>
                </a:lnTo>
                <a:lnTo>
                  <a:pt x="466725" y="942975"/>
                </a:lnTo>
                <a:close/>
                <a:moveTo>
                  <a:pt x="1952625" y="923925"/>
                </a:moveTo>
                <a:lnTo>
                  <a:pt x="1962150" y="923925"/>
                </a:lnTo>
                <a:lnTo>
                  <a:pt x="1962150" y="942975"/>
                </a:lnTo>
                <a:lnTo>
                  <a:pt x="1971675" y="942975"/>
                </a:lnTo>
                <a:lnTo>
                  <a:pt x="1971675" y="952500"/>
                </a:lnTo>
                <a:lnTo>
                  <a:pt x="1962150" y="952500"/>
                </a:lnTo>
                <a:lnTo>
                  <a:pt x="1962150" y="962025"/>
                </a:lnTo>
                <a:lnTo>
                  <a:pt x="1943100" y="962025"/>
                </a:lnTo>
                <a:lnTo>
                  <a:pt x="1943100" y="933450"/>
                </a:lnTo>
                <a:lnTo>
                  <a:pt x="1952625" y="933450"/>
                </a:lnTo>
                <a:close/>
                <a:moveTo>
                  <a:pt x="400050" y="933450"/>
                </a:moveTo>
                <a:lnTo>
                  <a:pt x="419100" y="933450"/>
                </a:lnTo>
                <a:lnTo>
                  <a:pt x="419100" y="952500"/>
                </a:lnTo>
                <a:lnTo>
                  <a:pt x="400050" y="952500"/>
                </a:lnTo>
                <a:close/>
                <a:moveTo>
                  <a:pt x="295275" y="952500"/>
                </a:moveTo>
                <a:lnTo>
                  <a:pt x="304800" y="952500"/>
                </a:lnTo>
                <a:lnTo>
                  <a:pt x="304800" y="981075"/>
                </a:lnTo>
                <a:lnTo>
                  <a:pt x="295275" y="981075"/>
                </a:lnTo>
                <a:close/>
                <a:moveTo>
                  <a:pt x="1885950" y="990600"/>
                </a:moveTo>
                <a:lnTo>
                  <a:pt x="1895475" y="990600"/>
                </a:lnTo>
                <a:lnTo>
                  <a:pt x="1895475" y="1000125"/>
                </a:lnTo>
                <a:lnTo>
                  <a:pt x="1905000" y="1000125"/>
                </a:lnTo>
                <a:lnTo>
                  <a:pt x="1905000" y="1009650"/>
                </a:lnTo>
                <a:lnTo>
                  <a:pt x="1924050" y="1009650"/>
                </a:lnTo>
                <a:lnTo>
                  <a:pt x="1924050" y="1019175"/>
                </a:lnTo>
                <a:lnTo>
                  <a:pt x="1943100" y="1019175"/>
                </a:lnTo>
                <a:lnTo>
                  <a:pt x="1943100" y="1009650"/>
                </a:lnTo>
                <a:lnTo>
                  <a:pt x="1952625" y="1009650"/>
                </a:lnTo>
                <a:lnTo>
                  <a:pt x="1952625" y="1000125"/>
                </a:lnTo>
                <a:lnTo>
                  <a:pt x="1962150" y="1000125"/>
                </a:lnTo>
                <a:lnTo>
                  <a:pt x="1962150" y="1009650"/>
                </a:lnTo>
                <a:lnTo>
                  <a:pt x="1971675" y="1009650"/>
                </a:lnTo>
                <a:lnTo>
                  <a:pt x="1971675" y="1038225"/>
                </a:lnTo>
                <a:lnTo>
                  <a:pt x="1943100" y="1038225"/>
                </a:lnTo>
                <a:lnTo>
                  <a:pt x="1943100" y="1076325"/>
                </a:lnTo>
                <a:lnTo>
                  <a:pt x="1924050" y="1076325"/>
                </a:lnTo>
                <a:lnTo>
                  <a:pt x="1924050" y="1066800"/>
                </a:lnTo>
                <a:lnTo>
                  <a:pt x="1933575" y="1066800"/>
                </a:lnTo>
                <a:lnTo>
                  <a:pt x="1933575" y="1057275"/>
                </a:lnTo>
                <a:lnTo>
                  <a:pt x="1924050" y="1057275"/>
                </a:lnTo>
                <a:lnTo>
                  <a:pt x="1924050" y="1038225"/>
                </a:lnTo>
                <a:lnTo>
                  <a:pt x="1895475" y="1038225"/>
                </a:lnTo>
                <a:lnTo>
                  <a:pt x="1895475" y="1028700"/>
                </a:lnTo>
                <a:lnTo>
                  <a:pt x="1885950" y="1028700"/>
                </a:lnTo>
                <a:close/>
                <a:moveTo>
                  <a:pt x="428625" y="1000125"/>
                </a:moveTo>
                <a:lnTo>
                  <a:pt x="438150" y="1000125"/>
                </a:lnTo>
                <a:lnTo>
                  <a:pt x="438150" y="1038225"/>
                </a:lnTo>
                <a:lnTo>
                  <a:pt x="419100" y="1038225"/>
                </a:lnTo>
                <a:lnTo>
                  <a:pt x="419100" y="1009650"/>
                </a:lnTo>
                <a:lnTo>
                  <a:pt x="428625" y="1009650"/>
                </a:lnTo>
                <a:close/>
                <a:moveTo>
                  <a:pt x="342900" y="1028700"/>
                </a:moveTo>
                <a:lnTo>
                  <a:pt x="352425" y="1028700"/>
                </a:lnTo>
                <a:lnTo>
                  <a:pt x="352425" y="1038225"/>
                </a:lnTo>
                <a:lnTo>
                  <a:pt x="342900" y="1038225"/>
                </a:lnTo>
                <a:close/>
                <a:moveTo>
                  <a:pt x="447675" y="1076325"/>
                </a:moveTo>
                <a:lnTo>
                  <a:pt x="457200" y="1076325"/>
                </a:lnTo>
                <a:lnTo>
                  <a:pt x="457200" y="1085850"/>
                </a:lnTo>
                <a:lnTo>
                  <a:pt x="447675" y="1085850"/>
                </a:lnTo>
                <a:close/>
                <a:moveTo>
                  <a:pt x="1495425" y="1162050"/>
                </a:moveTo>
                <a:lnTo>
                  <a:pt x="1504950" y="1162050"/>
                </a:lnTo>
                <a:lnTo>
                  <a:pt x="1504950" y="1171575"/>
                </a:lnTo>
                <a:lnTo>
                  <a:pt x="1495425" y="1171575"/>
                </a:lnTo>
                <a:close/>
                <a:moveTo>
                  <a:pt x="1971675" y="1171575"/>
                </a:moveTo>
                <a:lnTo>
                  <a:pt x="1981200" y="1171575"/>
                </a:lnTo>
                <a:lnTo>
                  <a:pt x="1981200" y="1190625"/>
                </a:lnTo>
                <a:lnTo>
                  <a:pt x="1971675" y="1190625"/>
                </a:lnTo>
                <a:close/>
                <a:moveTo>
                  <a:pt x="1914525" y="1181100"/>
                </a:moveTo>
                <a:lnTo>
                  <a:pt x="1924050" y="1181100"/>
                </a:lnTo>
                <a:lnTo>
                  <a:pt x="1924050" y="1190625"/>
                </a:lnTo>
                <a:lnTo>
                  <a:pt x="1914525" y="1190625"/>
                </a:lnTo>
                <a:close/>
                <a:moveTo>
                  <a:pt x="352425" y="1190625"/>
                </a:moveTo>
                <a:lnTo>
                  <a:pt x="371475" y="1190625"/>
                </a:lnTo>
                <a:lnTo>
                  <a:pt x="371475" y="1200150"/>
                </a:lnTo>
                <a:lnTo>
                  <a:pt x="390525" y="1200150"/>
                </a:lnTo>
                <a:lnTo>
                  <a:pt x="390525" y="1209675"/>
                </a:lnTo>
                <a:lnTo>
                  <a:pt x="352425" y="1209675"/>
                </a:lnTo>
                <a:close/>
                <a:moveTo>
                  <a:pt x="1828800" y="1190625"/>
                </a:moveTo>
                <a:lnTo>
                  <a:pt x="1847850" y="1190625"/>
                </a:lnTo>
                <a:lnTo>
                  <a:pt x="1847850" y="1200150"/>
                </a:lnTo>
                <a:lnTo>
                  <a:pt x="1828800" y="1200150"/>
                </a:lnTo>
                <a:close/>
                <a:moveTo>
                  <a:pt x="1924050" y="1190625"/>
                </a:moveTo>
                <a:lnTo>
                  <a:pt x="1933575" y="1190625"/>
                </a:lnTo>
                <a:lnTo>
                  <a:pt x="1933575" y="1200150"/>
                </a:lnTo>
                <a:lnTo>
                  <a:pt x="1943100" y="1200150"/>
                </a:lnTo>
                <a:lnTo>
                  <a:pt x="1943100" y="1228725"/>
                </a:lnTo>
                <a:lnTo>
                  <a:pt x="1933575" y="1228725"/>
                </a:lnTo>
                <a:lnTo>
                  <a:pt x="1933575" y="1219200"/>
                </a:lnTo>
                <a:lnTo>
                  <a:pt x="1924050" y="1219200"/>
                </a:lnTo>
                <a:close/>
                <a:moveTo>
                  <a:pt x="1876425" y="1200150"/>
                </a:moveTo>
                <a:lnTo>
                  <a:pt x="1885950" y="1200150"/>
                </a:lnTo>
                <a:lnTo>
                  <a:pt x="1885950" y="1209675"/>
                </a:lnTo>
                <a:lnTo>
                  <a:pt x="1895475" y="1209675"/>
                </a:lnTo>
                <a:lnTo>
                  <a:pt x="1895475" y="1228725"/>
                </a:lnTo>
                <a:lnTo>
                  <a:pt x="1876425" y="1228725"/>
                </a:lnTo>
                <a:lnTo>
                  <a:pt x="1876425" y="1219200"/>
                </a:lnTo>
                <a:lnTo>
                  <a:pt x="1866900" y="1219200"/>
                </a:lnTo>
                <a:lnTo>
                  <a:pt x="1866900" y="1209675"/>
                </a:lnTo>
                <a:lnTo>
                  <a:pt x="1876425" y="1209675"/>
                </a:lnTo>
                <a:close/>
                <a:moveTo>
                  <a:pt x="1857375" y="1219200"/>
                </a:moveTo>
                <a:lnTo>
                  <a:pt x="1866900" y="1219200"/>
                </a:lnTo>
                <a:lnTo>
                  <a:pt x="1866900" y="1228725"/>
                </a:lnTo>
                <a:lnTo>
                  <a:pt x="1876425" y="1228725"/>
                </a:lnTo>
                <a:lnTo>
                  <a:pt x="1876425" y="1276350"/>
                </a:lnTo>
                <a:lnTo>
                  <a:pt x="1857375" y="1276350"/>
                </a:lnTo>
                <a:lnTo>
                  <a:pt x="1857375" y="1257300"/>
                </a:lnTo>
                <a:lnTo>
                  <a:pt x="1847850" y="1257300"/>
                </a:lnTo>
                <a:lnTo>
                  <a:pt x="1847850" y="1228725"/>
                </a:lnTo>
                <a:lnTo>
                  <a:pt x="1857375" y="1228725"/>
                </a:lnTo>
                <a:close/>
                <a:moveTo>
                  <a:pt x="228600" y="1247775"/>
                </a:moveTo>
                <a:lnTo>
                  <a:pt x="247650" y="1247775"/>
                </a:lnTo>
                <a:lnTo>
                  <a:pt x="247650" y="1257300"/>
                </a:lnTo>
                <a:lnTo>
                  <a:pt x="238125" y="1257300"/>
                </a:lnTo>
                <a:lnTo>
                  <a:pt x="238125" y="1266825"/>
                </a:lnTo>
                <a:lnTo>
                  <a:pt x="247650" y="1266825"/>
                </a:lnTo>
                <a:lnTo>
                  <a:pt x="247650" y="1276350"/>
                </a:lnTo>
                <a:lnTo>
                  <a:pt x="228600" y="1276350"/>
                </a:lnTo>
                <a:lnTo>
                  <a:pt x="228600" y="1266825"/>
                </a:lnTo>
                <a:lnTo>
                  <a:pt x="219075" y="1266825"/>
                </a:lnTo>
                <a:lnTo>
                  <a:pt x="219075" y="1257300"/>
                </a:lnTo>
                <a:lnTo>
                  <a:pt x="228600" y="1257300"/>
                </a:lnTo>
                <a:close/>
                <a:moveTo>
                  <a:pt x="1924050" y="1257300"/>
                </a:moveTo>
                <a:lnTo>
                  <a:pt x="1933575" y="1257300"/>
                </a:lnTo>
                <a:lnTo>
                  <a:pt x="1933575" y="1266825"/>
                </a:lnTo>
                <a:lnTo>
                  <a:pt x="1924050" y="1266825"/>
                </a:lnTo>
                <a:close/>
                <a:moveTo>
                  <a:pt x="257175" y="1266825"/>
                </a:moveTo>
                <a:lnTo>
                  <a:pt x="276225" y="1266825"/>
                </a:lnTo>
                <a:lnTo>
                  <a:pt x="276225" y="1285875"/>
                </a:lnTo>
                <a:lnTo>
                  <a:pt x="266700" y="1285875"/>
                </a:lnTo>
                <a:lnTo>
                  <a:pt x="266700" y="1276350"/>
                </a:lnTo>
                <a:lnTo>
                  <a:pt x="257175" y="1276350"/>
                </a:lnTo>
                <a:close/>
                <a:moveTo>
                  <a:pt x="1933575" y="1266825"/>
                </a:moveTo>
                <a:lnTo>
                  <a:pt x="1943100" y="1266825"/>
                </a:lnTo>
                <a:lnTo>
                  <a:pt x="1943100" y="1276350"/>
                </a:lnTo>
                <a:lnTo>
                  <a:pt x="1933575" y="1276350"/>
                </a:lnTo>
                <a:close/>
                <a:moveTo>
                  <a:pt x="1876425" y="1276350"/>
                </a:moveTo>
                <a:lnTo>
                  <a:pt x="1885950" y="1276350"/>
                </a:lnTo>
                <a:lnTo>
                  <a:pt x="1885950" y="1285875"/>
                </a:lnTo>
                <a:lnTo>
                  <a:pt x="1905000" y="1285875"/>
                </a:lnTo>
                <a:lnTo>
                  <a:pt x="1905000" y="1304925"/>
                </a:lnTo>
                <a:lnTo>
                  <a:pt x="1885950" y="1304925"/>
                </a:lnTo>
                <a:lnTo>
                  <a:pt x="1885950" y="1314450"/>
                </a:lnTo>
                <a:lnTo>
                  <a:pt x="1876425" y="1314450"/>
                </a:lnTo>
                <a:lnTo>
                  <a:pt x="1876425" y="1323975"/>
                </a:lnTo>
                <a:lnTo>
                  <a:pt x="1866900" y="1323975"/>
                </a:lnTo>
                <a:lnTo>
                  <a:pt x="1866900" y="1333500"/>
                </a:lnTo>
                <a:lnTo>
                  <a:pt x="1876425" y="1333500"/>
                </a:lnTo>
                <a:lnTo>
                  <a:pt x="1876425" y="1343025"/>
                </a:lnTo>
                <a:lnTo>
                  <a:pt x="1847850" y="1343025"/>
                </a:lnTo>
                <a:lnTo>
                  <a:pt x="1847850" y="1314450"/>
                </a:lnTo>
                <a:lnTo>
                  <a:pt x="1857375" y="1314450"/>
                </a:lnTo>
                <a:lnTo>
                  <a:pt x="1857375" y="1304925"/>
                </a:lnTo>
                <a:lnTo>
                  <a:pt x="1847850" y="1304925"/>
                </a:lnTo>
                <a:lnTo>
                  <a:pt x="1847850" y="1295400"/>
                </a:lnTo>
                <a:lnTo>
                  <a:pt x="1866900" y="1295400"/>
                </a:lnTo>
                <a:lnTo>
                  <a:pt x="1866900" y="1285875"/>
                </a:lnTo>
                <a:lnTo>
                  <a:pt x="1876425" y="1285875"/>
                </a:lnTo>
                <a:close/>
                <a:moveTo>
                  <a:pt x="228600" y="1285875"/>
                </a:moveTo>
                <a:lnTo>
                  <a:pt x="238125" y="1285875"/>
                </a:lnTo>
                <a:lnTo>
                  <a:pt x="238125" y="1304925"/>
                </a:lnTo>
                <a:lnTo>
                  <a:pt x="228600" y="1304925"/>
                </a:lnTo>
                <a:close/>
                <a:moveTo>
                  <a:pt x="400050" y="1285875"/>
                </a:moveTo>
                <a:lnTo>
                  <a:pt x="409575" y="1285875"/>
                </a:lnTo>
                <a:lnTo>
                  <a:pt x="409575" y="1295400"/>
                </a:lnTo>
                <a:lnTo>
                  <a:pt x="400050" y="1295400"/>
                </a:lnTo>
                <a:close/>
                <a:moveTo>
                  <a:pt x="285750" y="1343025"/>
                </a:moveTo>
                <a:lnTo>
                  <a:pt x="295275" y="1343025"/>
                </a:lnTo>
                <a:lnTo>
                  <a:pt x="295275" y="1352550"/>
                </a:lnTo>
                <a:lnTo>
                  <a:pt x="285750" y="1352550"/>
                </a:lnTo>
                <a:close/>
                <a:moveTo>
                  <a:pt x="190500" y="1476375"/>
                </a:moveTo>
                <a:lnTo>
                  <a:pt x="200025" y="1476375"/>
                </a:lnTo>
                <a:lnTo>
                  <a:pt x="200025" y="1485900"/>
                </a:lnTo>
                <a:lnTo>
                  <a:pt x="190500" y="1485900"/>
                </a:lnTo>
                <a:close/>
                <a:moveTo>
                  <a:pt x="285750" y="1504950"/>
                </a:moveTo>
                <a:lnTo>
                  <a:pt x="295275" y="1504950"/>
                </a:lnTo>
                <a:lnTo>
                  <a:pt x="295275" y="1514475"/>
                </a:lnTo>
                <a:lnTo>
                  <a:pt x="285750" y="1514475"/>
                </a:lnTo>
                <a:close/>
                <a:moveTo>
                  <a:pt x="257175" y="1514475"/>
                </a:moveTo>
                <a:lnTo>
                  <a:pt x="285750" y="1514475"/>
                </a:lnTo>
                <a:lnTo>
                  <a:pt x="285750" y="1524000"/>
                </a:lnTo>
                <a:lnTo>
                  <a:pt x="257175" y="1524000"/>
                </a:lnTo>
                <a:close/>
                <a:moveTo>
                  <a:pt x="257175" y="1533525"/>
                </a:moveTo>
                <a:lnTo>
                  <a:pt x="266700" y="1533525"/>
                </a:lnTo>
                <a:lnTo>
                  <a:pt x="266700" y="1543050"/>
                </a:lnTo>
                <a:lnTo>
                  <a:pt x="257175" y="1543050"/>
                </a:lnTo>
                <a:close/>
                <a:moveTo>
                  <a:pt x="276225" y="1533525"/>
                </a:moveTo>
                <a:lnTo>
                  <a:pt x="285750" y="1533525"/>
                </a:lnTo>
                <a:lnTo>
                  <a:pt x="285750" y="1552575"/>
                </a:lnTo>
                <a:lnTo>
                  <a:pt x="266700" y="1552575"/>
                </a:lnTo>
                <a:lnTo>
                  <a:pt x="266700" y="1543050"/>
                </a:lnTo>
                <a:lnTo>
                  <a:pt x="276225" y="1543050"/>
                </a:lnTo>
                <a:close/>
                <a:moveTo>
                  <a:pt x="1847850" y="1543050"/>
                </a:moveTo>
                <a:lnTo>
                  <a:pt x="1857375" y="1543050"/>
                </a:lnTo>
                <a:lnTo>
                  <a:pt x="1857375" y="1552575"/>
                </a:lnTo>
                <a:lnTo>
                  <a:pt x="1847850" y="1552575"/>
                </a:lnTo>
                <a:close/>
                <a:moveTo>
                  <a:pt x="295275" y="1552575"/>
                </a:moveTo>
                <a:lnTo>
                  <a:pt x="304800" y="1552575"/>
                </a:lnTo>
                <a:lnTo>
                  <a:pt x="304800" y="1562100"/>
                </a:lnTo>
                <a:lnTo>
                  <a:pt x="295275" y="1562100"/>
                </a:lnTo>
                <a:close/>
                <a:moveTo>
                  <a:pt x="304800" y="1562100"/>
                </a:moveTo>
                <a:lnTo>
                  <a:pt x="314325" y="1562100"/>
                </a:lnTo>
                <a:lnTo>
                  <a:pt x="314325" y="1581150"/>
                </a:lnTo>
                <a:lnTo>
                  <a:pt x="304800" y="1581150"/>
                </a:lnTo>
                <a:close/>
                <a:moveTo>
                  <a:pt x="409575" y="1581150"/>
                </a:moveTo>
                <a:lnTo>
                  <a:pt x="419100" y="1581150"/>
                </a:lnTo>
                <a:lnTo>
                  <a:pt x="419100" y="1609725"/>
                </a:lnTo>
                <a:lnTo>
                  <a:pt x="409575" y="1609725"/>
                </a:lnTo>
                <a:close/>
              </a:path>
            </a:pathLst>
          </a:custGeom>
          <a:solidFill xmlns:a="http://schemas.openxmlformats.org/drawingml/2006/main">
            <a:srgbClr val="DBE8DE"/>
          </a:solidFill>
          <a:ln xmlns:a="http://schemas.openxmlformats.org/drawingml/2006/main" w="0">
            <a:noFill/>
          </a:ln>
        </p:spPr>
      </p:sp>
      <p:sp>
        <p:nvSpPr>
          <p:cNvPr id="18" name="employee vector #dbe8dc">
            <a:extLst xmlns:a="http://schemas.openxmlformats.org/drawingml/2006/main">
              <a:ext uri="{FF2B5EF4-FFF2-40B4-BE49-F238E27FC236}">
                <a16:creationId xmlns:a16="http://schemas.microsoft.com/office/drawing/2014/main" id="{6079780D-A0DF-4D8F-A252-718D15457A9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85825" y="2571750"/>
            <a:ext cx="2105025" cy="2066925"/>
          </a:xfrm>
          <a:custGeom xmlns:a="http://schemas.openxmlformats.org/drawingml/2006/main">
            <a:pathLst>
              <a:path w="2105025" h="2066925">
                <a:moveTo>
                  <a:pt x="1009650" y="28575"/>
                </a:moveTo>
                <a:lnTo>
                  <a:pt x="1019175" y="28575"/>
                </a:lnTo>
                <a:lnTo>
                  <a:pt x="1019175" y="38100"/>
                </a:lnTo>
                <a:lnTo>
                  <a:pt x="1009650" y="38100"/>
                </a:lnTo>
                <a:close/>
                <a:moveTo>
                  <a:pt x="1028700" y="28575"/>
                </a:moveTo>
                <a:lnTo>
                  <a:pt x="1057275" y="28575"/>
                </a:lnTo>
                <a:lnTo>
                  <a:pt x="1057275" y="38100"/>
                </a:lnTo>
                <a:lnTo>
                  <a:pt x="1028700" y="38100"/>
                </a:lnTo>
                <a:close/>
                <a:moveTo>
                  <a:pt x="1000125" y="47625"/>
                </a:moveTo>
                <a:lnTo>
                  <a:pt x="1047750" y="47625"/>
                </a:lnTo>
                <a:lnTo>
                  <a:pt x="1047750" y="57150"/>
                </a:lnTo>
                <a:lnTo>
                  <a:pt x="1038225" y="57150"/>
                </a:lnTo>
                <a:lnTo>
                  <a:pt x="1038225" y="85725"/>
                </a:lnTo>
                <a:lnTo>
                  <a:pt x="1019175" y="85725"/>
                </a:lnTo>
                <a:lnTo>
                  <a:pt x="1019175" y="95250"/>
                </a:lnTo>
                <a:lnTo>
                  <a:pt x="1009650" y="95250"/>
                </a:lnTo>
                <a:lnTo>
                  <a:pt x="1009650" y="104775"/>
                </a:lnTo>
                <a:lnTo>
                  <a:pt x="1019175" y="104775"/>
                </a:lnTo>
                <a:lnTo>
                  <a:pt x="1019175" y="133350"/>
                </a:lnTo>
                <a:lnTo>
                  <a:pt x="1009650" y="133350"/>
                </a:lnTo>
                <a:lnTo>
                  <a:pt x="1009650" y="114300"/>
                </a:lnTo>
                <a:lnTo>
                  <a:pt x="990600" y="114300"/>
                </a:lnTo>
                <a:lnTo>
                  <a:pt x="990600" y="104775"/>
                </a:lnTo>
                <a:lnTo>
                  <a:pt x="952500" y="104775"/>
                </a:lnTo>
                <a:lnTo>
                  <a:pt x="952500" y="85725"/>
                </a:lnTo>
                <a:lnTo>
                  <a:pt x="942975" y="85725"/>
                </a:lnTo>
                <a:lnTo>
                  <a:pt x="942975" y="76200"/>
                </a:lnTo>
                <a:lnTo>
                  <a:pt x="981075" y="76200"/>
                </a:lnTo>
                <a:lnTo>
                  <a:pt x="981075" y="95250"/>
                </a:lnTo>
                <a:lnTo>
                  <a:pt x="990600" y="95250"/>
                </a:lnTo>
                <a:lnTo>
                  <a:pt x="990600" y="85725"/>
                </a:lnTo>
                <a:lnTo>
                  <a:pt x="1000125" y="85725"/>
                </a:lnTo>
                <a:lnTo>
                  <a:pt x="1000125" y="76200"/>
                </a:lnTo>
                <a:lnTo>
                  <a:pt x="990600" y="76200"/>
                </a:lnTo>
                <a:lnTo>
                  <a:pt x="990600" y="66675"/>
                </a:lnTo>
                <a:lnTo>
                  <a:pt x="1000125" y="66675"/>
                </a:lnTo>
                <a:close/>
                <a:moveTo>
                  <a:pt x="1219200" y="47625"/>
                </a:moveTo>
                <a:lnTo>
                  <a:pt x="1228725" y="47625"/>
                </a:lnTo>
                <a:lnTo>
                  <a:pt x="1228725" y="57150"/>
                </a:lnTo>
                <a:lnTo>
                  <a:pt x="1219200" y="57150"/>
                </a:lnTo>
                <a:close/>
                <a:moveTo>
                  <a:pt x="895350" y="57150"/>
                </a:moveTo>
                <a:lnTo>
                  <a:pt x="904875" y="57150"/>
                </a:lnTo>
                <a:lnTo>
                  <a:pt x="904875" y="76200"/>
                </a:lnTo>
                <a:lnTo>
                  <a:pt x="895350" y="76200"/>
                </a:lnTo>
                <a:close/>
                <a:moveTo>
                  <a:pt x="923925" y="57150"/>
                </a:moveTo>
                <a:lnTo>
                  <a:pt x="952500" y="57150"/>
                </a:lnTo>
                <a:lnTo>
                  <a:pt x="952500" y="66675"/>
                </a:lnTo>
                <a:lnTo>
                  <a:pt x="923925" y="66675"/>
                </a:lnTo>
                <a:close/>
                <a:moveTo>
                  <a:pt x="1238250" y="57150"/>
                </a:moveTo>
                <a:lnTo>
                  <a:pt x="1247775" y="57150"/>
                </a:lnTo>
                <a:lnTo>
                  <a:pt x="1247775" y="76200"/>
                </a:lnTo>
                <a:lnTo>
                  <a:pt x="1238250" y="76200"/>
                </a:lnTo>
                <a:close/>
                <a:moveTo>
                  <a:pt x="1019175" y="66675"/>
                </a:moveTo>
                <a:lnTo>
                  <a:pt x="1028700" y="66675"/>
                </a:lnTo>
                <a:lnTo>
                  <a:pt x="1028700" y="57150"/>
                </a:lnTo>
                <a:lnTo>
                  <a:pt x="1019175" y="57150"/>
                </a:lnTo>
                <a:close/>
                <a:moveTo>
                  <a:pt x="866775" y="76200"/>
                </a:moveTo>
                <a:lnTo>
                  <a:pt x="876300" y="76200"/>
                </a:lnTo>
                <a:lnTo>
                  <a:pt x="876300" y="85725"/>
                </a:lnTo>
                <a:lnTo>
                  <a:pt x="904875" y="85725"/>
                </a:lnTo>
                <a:lnTo>
                  <a:pt x="904875" y="114300"/>
                </a:lnTo>
                <a:lnTo>
                  <a:pt x="895350" y="114300"/>
                </a:lnTo>
                <a:lnTo>
                  <a:pt x="895350" y="133350"/>
                </a:lnTo>
                <a:lnTo>
                  <a:pt x="885825" y="133350"/>
                </a:lnTo>
                <a:lnTo>
                  <a:pt x="885825" y="123825"/>
                </a:lnTo>
                <a:lnTo>
                  <a:pt x="876300" y="123825"/>
                </a:lnTo>
                <a:lnTo>
                  <a:pt x="876300" y="133350"/>
                </a:lnTo>
                <a:lnTo>
                  <a:pt x="866775" y="133350"/>
                </a:lnTo>
                <a:lnTo>
                  <a:pt x="866775" y="142875"/>
                </a:lnTo>
                <a:lnTo>
                  <a:pt x="857250" y="142875"/>
                </a:lnTo>
                <a:lnTo>
                  <a:pt x="857250" y="123825"/>
                </a:lnTo>
                <a:lnTo>
                  <a:pt x="866775" y="123825"/>
                </a:lnTo>
                <a:lnTo>
                  <a:pt x="866775" y="104775"/>
                </a:lnTo>
                <a:lnTo>
                  <a:pt x="857250" y="104775"/>
                </a:lnTo>
                <a:lnTo>
                  <a:pt x="857250" y="95250"/>
                </a:lnTo>
                <a:lnTo>
                  <a:pt x="866775" y="95250"/>
                </a:lnTo>
                <a:close/>
                <a:moveTo>
                  <a:pt x="1295400" y="76200"/>
                </a:moveTo>
                <a:lnTo>
                  <a:pt x="1314450" y="76200"/>
                </a:lnTo>
                <a:lnTo>
                  <a:pt x="1314450" y="85725"/>
                </a:lnTo>
                <a:lnTo>
                  <a:pt x="1295400" y="85725"/>
                </a:lnTo>
                <a:close/>
                <a:moveTo>
                  <a:pt x="790575" y="104775"/>
                </a:moveTo>
                <a:lnTo>
                  <a:pt x="828675" y="104775"/>
                </a:lnTo>
                <a:lnTo>
                  <a:pt x="828675" y="114300"/>
                </a:lnTo>
                <a:lnTo>
                  <a:pt x="819150" y="114300"/>
                </a:lnTo>
                <a:lnTo>
                  <a:pt x="819150" y="133350"/>
                </a:lnTo>
                <a:lnTo>
                  <a:pt x="800100" y="133350"/>
                </a:lnTo>
                <a:lnTo>
                  <a:pt x="800100" y="123825"/>
                </a:lnTo>
                <a:lnTo>
                  <a:pt x="790575" y="123825"/>
                </a:lnTo>
                <a:close/>
                <a:moveTo>
                  <a:pt x="838200" y="104775"/>
                </a:moveTo>
                <a:lnTo>
                  <a:pt x="847725" y="104775"/>
                </a:lnTo>
                <a:lnTo>
                  <a:pt x="847725" y="114300"/>
                </a:lnTo>
                <a:lnTo>
                  <a:pt x="838200" y="114300"/>
                </a:lnTo>
                <a:close/>
                <a:moveTo>
                  <a:pt x="1133475" y="104775"/>
                </a:moveTo>
                <a:lnTo>
                  <a:pt x="1152525" y="104775"/>
                </a:lnTo>
                <a:lnTo>
                  <a:pt x="1152525" y="123825"/>
                </a:lnTo>
                <a:lnTo>
                  <a:pt x="1133475" y="123825"/>
                </a:lnTo>
                <a:close/>
                <a:moveTo>
                  <a:pt x="1162050" y="114300"/>
                </a:moveTo>
                <a:lnTo>
                  <a:pt x="1171575" y="114300"/>
                </a:lnTo>
                <a:lnTo>
                  <a:pt x="1171575" y="123825"/>
                </a:lnTo>
                <a:lnTo>
                  <a:pt x="1200150" y="123825"/>
                </a:lnTo>
                <a:lnTo>
                  <a:pt x="1200150" y="114300"/>
                </a:lnTo>
                <a:lnTo>
                  <a:pt x="1209675" y="114300"/>
                </a:lnTo>
                <a:lnTo>
                  <a:pt x="1209675" y="123825"/>
                </a:lnTo>
                <a:lnTo>
                  <a:pt x="1200150" y="123825"/>
                </a:lnTo>
                <a:lnTo>
                  <a:pt x="1200150" y="133350"/>
                </a:lnTo>
                <a:lnTo>
                  <a:pt x="1162050" y="133350"/>
                </a:lnTo>
                <a:close/>
                <a:moveTo>
                  <a:pt x="962025" y="123825"/>
                </a:moveTo>
                <a:lnTo>
                  <a:pt x="990600" y="123825"/>
                </a:lnTo>
                <a:lnTo>
                  <a:pt x="990600" y="142875"/>
                </a:lnTo>
                <a:lnTo>
                  <a:pt x="981075" y="142875"/>
                </a:lnTo>
                <a:lnTo>
                  <a:pt x="981075" y="133350"/>
                </a:lnTo>
                <a:lnTo>
                  <a:pt x="971550" y="133350"/>
                </a:lnTo>
                <a:lnTo>
                  <a:pt x="971550" y="142875"/>
                </a:lnTo>
                <a:lnTo>
                  <a:pt x="952500" y="142875"/>
                </a:lnTo>
                <a:lnTo>
                  <a:pt x="952500" y="133350"/>
                </a:lnTo>
                <a:lnTo>
                  <a:pt x="962025" y="133350"/>
                </a:lnTo>
                <a:close/>
                <a:moveTo>
                  <a:pt x="1057275" y="123825"/>
                </a:moveTo>
                <a:lnTo>
                  <a:pt x="1066800" y="123825"/>
                </a:lnTo>
                <a:lnTo>
                  <a:pt x="1066800" y="133350"/>
                </a:lnTo>
                <a:lnTo>
                  <a:pt x="1057275" y="133350"/>
                </a:lnTo>
                <a:close/>
                <a:moveTo>
                  <a:pt x="904875" y="133350"/>
                </a:moveTo>
                <a:lnTo>
                  <a:pt x="923925" y="133350"/>
                </a:lnTo>
                <a:lnTo>
                  <a:pt x="923925" y="142875"/>
                </a:lnTo>
                <a:lnTo>
                  <a:pt x="904875" y="142875"/>
                </a:lnTo>
                <a:close/>
                <a:moveTo>
                  <a:pt x="571500" y="142875"/>
                </a:moveTo>
                <a:lnTo>
                  <a:pt x="581025" y="142875"/>
                </a:lnTo>
                <a:lnTo>
                  <a:pt x="581025" y="152400"/>
                </a:lnTo>
                <a:lnTo>
                  <a:pt x="571500" y="152400"/>
                </a:lnTo>
                <a:close/>
                <a:moveTo>
                  <a:pt x="809625" y="142875"/>
                </a:moveTo>
                <a:lnTo>
                  <a:pt x="819150" y="142875"/>
                </a:lnTo>
                <a:lnTo>
                  <a:pt x="819150" y="152400"/>
                </a:lnTo>
                <a:lnTo>
                  <a:pt x="809625" y="152400"/>
                </a:lnTo>
                <a:close/>
                <a:moveTo>
                  <a:pt x="923925" y="142875"/>
                </a:moveTo>
                <a:lnTo>
                  <a:pt x="933450" y="142875"/>
                </a:lnTo>
                <a:lnTo>
                  <a:pt x="933450" y="152400"/>
                </a:lnTo>
                <a:lnTo>
                  <a:pt x="923925" y="152400"/>
                </a:lnTo>
                <a:close/>
                <a:moveTo>
                  <a:pt x="1190625" y="142875"/>
                </a:moveTo>
                <a:lnTo>
                  <a:pt x="1200150" y="142875"/>
                </a:lnTo>
                <a:lnTo>
                  <a:pt x="1200150" y="152400"/>
                </a:lnTo>
                <a:lnTo>
                  <a:pt x="1190625" y="152400"/>
                </a:lnTo>
                <a:close/>
                <a:moveTo>
                  <a:pt x="1200150" y="152400"/>
                </a:moveTo>
                <a:lnTo>
                  <a:pt x="1209675" y="152400"/>
                </a:lnTo>
                <a:lnTo>
                  <a:pt x="1209675" y="161925"/>
                </a:lnTo>
                <a:lnTo>
                  <a:pt x="1200150" y="161925"/>
                </a:lnTo>
                <a:close/>
                <a:moveTo>
                  <a:pt x="723900" y="171450"/>
                </a:moveTo>
                <a:lnTo>
                  <a:pt x="733425" y="171450"/>
                </a:lnTo>
                <a:lnTo>
                  <a:pt x="733425" y="180975"/>
                </a:lnTo>
                <a:lnTo>
                  <a:pt x="723900" y="180975"/>
                </a:lnTo>
                <a:close/>
                <a:moveTo>
                  <a:pt x="1219200" y="171450"/>
                </a:moveTo>
                <a:lnTo>
                  <a:pt x="1228725" y="171450"/>
                </a:lnTo>
                <a:lnTo>
                  <a:pt x="1228725" y="180975"/>
                </a:lnTo>
                <a:lnTo>
                  <a:pt x="1219200" y="180975"/>
                </a:lnTo>
                <a:close/>
                <a:moveTo>
                  <a:pt x="1257300" y="171450"/>
                </a:moveTo>
                <a:lnTo>
                  <a:pt x="1266825" y="171450"/>
                </a:lnTo>
                <a:lnTo>
                  <a:pt x="1266825" y="180975"/>
                </a:lnTo>
                <a:lnTo>
                  <a:pt x="1257300" y="180975"/>
                </a:lnTo>
                <a:close/>
                <a:moveTo>
                  <a:pt x="1104900" y="180975"/>
                </a:moveTo>
                <a:lnTo>
                  <a:pt x="1114425" y="180975"/>
                </a:lnTo>
                <a:lnTo>
                  <a:pt x="1114425" y="200025"/>
                </a:lnTo>
                <a:lnTo>
                  <a:pt x="1104900" y="200025"/>
                </a:lnTo>
                <a:close/>
                <a:moveTo>
                  <a:pt x="1190625" y="180975"/>
                </a:moveTo>
                <a:lnTo>
                  <a:pt x="1200150" y="180975"/>
                </a:lnTo>
                <a:lnTo>
                  <a:pt x="1200150" y="200025"/>
                </a:lnTo>
                <a:lnTo>
                  <a:pt x="1190625" y="200025"/>
                </a:lnTo>
                <a:close/>
                <a:moveTo>
                  <a:pt x="1428750" y="190500"/>
                </a:moveTo>
                <a:lnTo>
                  <a:pt x="1447800" y="190500"/>
                </a:lnTo>
                <a:lnTo>
                  <a:pt x="1447800" y="219075"/>
                </a:lnTo>
                <a:lnTo>
                  <a:pt x="1428750" y="219075"/>
                </a:lnTo>
                <a:lnTo>
                  <a:pt x="1428750" y="228600"/>
                </a:lnTo>
                <a:lnTo>
                  <a:pt x="1419225" y="228600"/>
                </a:lnTo>
                <a:lnTo>
                  <a:pt x="1419225" y="200025"/>
                </a:lnTo>
                <a:lnTo>
                  <a:pt x="1428750" y="200025"/>
                </a:lnTo>
                <a:close/>
                <a:moveTo>
                  <a:pt x="1524000" y="190500"/>
                </a:moveTo>
                <a:lnTo>
                  <a:pt x="1533525" y="190500"/>
                </a:lnTo>
                <a:lnTo>
                  <a:pt x="1533525" y="200025"/>
                </a:lnTo>
                <a:lnTo>
                  <a:pt x="1524000" y="200025"/>
                </a:lnTo>
                <a:close/>
                <a:moveTo>
                  <a:pt x="638175" y="200025"/>
                </a:moveTo>
                <a:lnTo>
                  <a:pt x="657225" y="200025"/>
                </a:lnTo>
                <a:lnTo>
                  <a:pt x="657225" y="209550"/>
                </a:lnTo>
                <a:lnTo>
                  <a:pt x="647700" y="209550"/>
                </a:lnTo>
                <a:lnTo>
                  <a:pt x="647700" y="228600"/>
                </a:lnTo>
                <a:lnTo>
                  <a:pt x="638175" y="228600"/>
                </a:lnTo>
                <a:close/>
                <a:moveTo>
                  <a:pt x="1495425" y="200025"/>
                </a:moveTo>
                <a:lnTo>
                  <a:pt x="1524000" y="200025"/>
                </a:lnTo>
                <a:lnTo>
                  <a:pt x="1524000" y="219075"/>
                </a:lnTo>
                <a:lnTo>
                  <a:pt x="1533525" y="219075"/>
                </a:lnTo>
                <a:lnTo>
                  <a:pt x="1533525" y="228600"/>
                </a:lnTo>
                <a:lnTo>
                  <a:pt x="1514475" y="228600"/>
                </a:lnTo>
                <a:lnTo>
                  <a:pt x="1514475" y="219075"/>
                </a:lnTo>
                <a:lnTo>
                  <a:pt x="1504950" y="219075"/>
                </a:lnTo>
                <a:lnTo>
                  <a:pt x="1504950" y="209550"/>
                </a:lnTo>
                <a:lnTo>
                  <a:pt x="1495425" y="209550"/>
                </a:lnTo>
                <a:close/>
                <a:moveTo>
                  <a:pt x="1543050" y="200025"/>
                </a:moveTo>
                <a:lnTo>
                  <a:pt x="1552575" y="200025"/>
                </a:lnTo>
                <a:lnTo>
                  <a:pt x="1552575" y="209550"/>
                </a:lnTo>
                <a:lnTo>
                  <a:pt x="1543050" y="209550"/>
                </a:lnTo>
                <a:close/>
                <a:moveTo>
                  <a:pt x="666750" y="209550"/>
                </a:moveTo>
                <a:lnTo>
                  <a:pt x="676275" y="209550"/>
                </a:lnTo>
                <a:lnTo>
                  <a:pt x="676275" y="219075"/>
                </a:lnTo>
                <a:lnTo>
                  <a:pt x="666750" y="219075"/>
                </a:lnTo>
                <a:close/>
                <a:moveTo>
                  <a:pt x="1381125" y="209550"/>
                </a:moveTo>
                <a:lnTo>
                  <a:pt x="1409700" y="209550"/>
                </a:lnTo>
                <a:lnTo>
                  <a:pt x="1409700" y="219075"/>
                </a:lnTo>
                <a:lnTo>
                  <a:pt x="1381125" y="219075"/>
                </a:lnTo>
                <a:close/>
                <a:moveTo>
                  <a:pt x="1447800" y="219075"/>
                </a:moveTo>
                <a:lnTo>
                  <a:pt x="1457325" y="219075"/>
                </a:lnTo>
                <a:lnTo>
                  <a:pt x="1457325" y="228600"/>
                </a:lnTo>
                <a:lnTo>
                  <a:pt x="1476375" y="228600"/>
                </a:lnTo>
                <a:lnTo>
                  <a:pt x="1476375" y="247650"/>
                </a:lnTo>
                <a:lnTo>
                  <a:pt x="1466850" y="247650"/>
                </a:lnTo>
                <a:lnTo>
                  <a:pt x="1466850" y="257175"/>
                </a:lnTo>
                <a:lnTo>
                  <a:pt x="1447800" y="257175"/>
                </a:lnTo>
                <a:close/>
                <a:moveTo>
                  <a:pt x="666750" y="238125"/>
                </a:moveTo>
                <a:lnTo>
                  <a:pt x="676275" y="238125"/>
                </a:lnTo>
                <a:lnTo>
                  <a:pt x="676275" y="247650"/>
                </a:lnTo>
                <a:lnTo>
                  <a:pt x="666750" y="247650"/>
                </a:lnTo>
                <a:close/>
                <a:moveTo>
                  <a:pt x="1162050" y="238125"/>
                </a:moveTo>
                <a:lnTo>
                  <a:pt x="1171575" y="238125"/>
                </a:lnTo>
                <a:lnTo>
                  <a:pt x="1171575" y="257175"/>
                </a:lnTo>
                <a:lnTo>
                  <a:pt x="1181100" y="257175"/>
                </a:lnTo>
                <a:lnTo>
                  <a:pt x="1181100" y="266700"/>
                </a:lnTo>
                <a:lnTo>
                  <a:pt x="1152525" y="266700"/>
                </a:lnTo>
                <a:lnTo>
                  <a:pt x="1152525" y="257175"/>
                </a:lnTo>
                <a:lnTo>
                  <a:pt x="1162050" y="257175"/>
                </a:lnTo>
                <a:close/>
                <a:moveTo>
                  <a:pt x="1209675" y="238125"/>
                </a:moveTo>
                <a:lnTo>
                  <a:pt x="1219200" y="238125"/>
                </a:lnTo>
                <a:lnTo>
                  <a:pt x="1219200" y="247650"/>
                </a:lnTo>
                <a:lnTo>
                  <a:pt x="1209675" y="247650"/>
                </a:lnTo>
                <a:close/>
                <a:moveTo>
                  <a:pt x="1428750" y="238125"/>
                </a:moveTo>
                <a:lnTo>
                  <a:pt x="1438275" y="238125"/>
                </a:lnTo>
                <a:lnTo>
                  <a:pt x="1438275" y="247650"/>
                </a:lnTo>
                <a:lnTo>
                  <a:pt x="1428750" y="247650"/>
                </a:lnTo>
                <a:close/>
                <a:moveTo>
                  <a:pt x="1257300" y="247650"/>
                </a:moveTo>
                <a:lnTo>
                  <a:pt x="1266825" y="247650"/>
                </a:lnTo>
                <a:lnTo>
                  <a:pt x="1266825" y="257175"/>
                </a:lnTo>
                <a:lnTo>
                  <a:pt x="1257300" y="257175"/>
                </a:lnTo>
                <a:close/>
                <a:moveTo>
                  <a:pt x="1238250" y="257175"/>
                </a:moveTo>
                <a:lnTo>
                  <a:pt x="1247775" y="257175"/>
                </a:lnTo>
                <a:lnTo>
                  <a:pt x="1247775" y="266700"/>
                </a:lnTo>
                <a:lnTo>
                  <a:pt x="1238250" y="266700"/>
                </a:lnTo>
                <a:close/>
                <a:moveTo>
                  <a:pt x="1181100" y="266700"/>
                </a:moveTo>
                <a:lnTo>
                  <a:pt x="1200150" y="266700"/>
                </a:lnTo>
                <a:lnTo>
                  <a:pt x="1200150" y="276225"/>
                </a:lnTo>
                <a:lnTo>
                  <a:pt x="1228725" y="276225"/>
                </a:lnTo>
                <a:lnTo>
                  <a:pt x="1228725" y="266700"/>
                </a:lnTo>
                <a:lnTo>
                  <a:pt x="1238250" y="266700"/>
                </a:lnTo>
                <a:lnTo>
                  <a:pt x="1238250" y="276225"/>
                </a:lnTo>
                <a:lnTo>
                  <a:pt x="1247775" y="276225"/>
                </a:lnTo>
                <a:lnTo>
                  <a:pt x="1247775" y="266700"/>
                </a:lnTo>
                <a:lnTo>
                  <a:pt x="1257300" y="266700"/>
                </a:lnTo>
                <a:lnTo>
                  <a:pt x="1257300" y="285750"/>
                </a:lnTo>
                <a:lnTo>
                  <a:pt x="1247775" y="285750"/>
                </a:lnTo>
                <a:lnTo>
                  <a:pt x="1247775" y="304800"/>
                </a:lnTo>
                <a:lnTo>
                  <a:pt x="1228725" y="304800"/>
                </a:lnTo>
                <a:lnTo>
                  <a:pt x="1228725" y="314325"/>
                </a:lnTo>
                <a:lnTo>
                  <a:pt x="1219200" y="314325"/>
                </a:lnTo>
                <a:lnTo>
                  <a:pt x="1219200" y="304800"/>
                </a:lnTo>
                <a:lnTo>
                  <a:pt x="1209675" y="304800"/>
                </a:lnTo>
                <a:lnTo>
                  <a:pt x="1209675" y="295275"/>
                </a:lnTo>
                <a:lnTo>
                  <a:pt x="1200150" y="295275"/>
                </a:lnTo>
                <a:lnTo>
                  <a:pt x="1200150" y="314325"/>
                </a:lnTo>
                <a:lnTo>
                  <a:pt x="1190625" y="314325"/>
                </a:lnTo>
                <a:lnTo>
                  <a:pt x="1190625" y="295275"/>
                </a:lnTo>
                <a:lnTo>
                  <a:pt x="1181100" y="295275"/>
                </a:lnTo>
                <a:lnTo>
                  <a:pt x="1181100" y="285750"/>
                </a:lnTo>
                <a:lnTo>
                  <a:pt x="1190625" y="285750"/>
                </a:lnTo>
                <a:lnTo>
                  <a:pt x="1190625" y="276225"/>
                </a:lnTo>
                <a:lnTo>
                  <a:pt x="1181100" y="276225"/>
                </a:lnTo>
                <a:close/>
                <a:moveTo>
                  <a:pt x="1285875" y="285750"/>
                </a:moveTo>
                <a:lnTo>
                  <a:pt x="1295400" y="285750"/>
                </a:lnTo>
                <a:lnTo>
                  <a:pt x="1295400" y="304800"/>
                </a:lnTo>
                <a:lnTo>
                  <a:pt x="1276350" y="304800"/>
                </a:lnTo>
                <a:lnTo>
                  <a:pt x="1276350" y="295275"/>
                </a:lnTo>
                <a:lnTo>
                  <a:pt x="1285875" y="295275"/>
                </a:lnTo>
                <a:close/>
                <a:moveTo>
                  <a:pt x="1428750" y="285750"/>
                </a:moveTo>
                <a:lnTo>
                  <a:pt x="1438275" y="285750"/>
                </a:lnTo>
                <a:lnTo>
                  <a:pt x="1438275" y="295275"/>
                </a:lnTo>
                <a:lnTo>
                  <a:pt x="1447800" y="295275"/>
                </a:lnTo>
                <a:lnTo>
                  <a:pt x="1447800" y="304800"/>
                </a:lnTo>
                <a:lnTo>
                  <a:pt x="1428750" y="304800"/>
                </a:lnTo>
                <a:close/>
                <a:moveTo>
                  <a:pt x="1504950" y="285750"/>
                </a:moveTo>
                <a:lnTo>
                  <a:pt x="1514475" y="285750"/>
                </a:lnTo>
                <a:lnTo>
                  <a:pt x="1514475" y="304800"/>
                </a:lnTo>
                <a:lnTo>
                  <a:pt x="1524000" y="304800"/>
                </a:lnTo>
                <a:lnTo>
                  <a:pt x="1524000" y="323850"/>
                </a:lnTo>
                <a:lnTo>
                  <a:pt x="1504950" y="323850"/>
                </a:lnTo>
                <a:close/>
                <a:moveTo>
                  <a:pt x="1200150" y="314325"/>
                </a:moveTo>
                <a:lnTo>
                  <a:pt x="1219200" y="314325"/>
                </a:lnTo>
                <a:lnTo>
                  <a:pt x="1219200" y="333375"/>
                </a:lnTo>
                <a:lnTo>
                  <a:pt x="1209675" y="333375"/>
                </a:lnTo>
                <a:lnTo>
                  <a:pt x="1209675" y="323850"/>
                </a:lnTo>
                <a:lnTo>
                  <a:pt x="1200150" y="323850"/>
                </a:lnTo>
                <a:close/>
                <a:moveTo>
                  <a:pt x="1257300" y="323850"/>
                </a:moveTo>
                <a:lnTo>
                  <a:pt x="1266825" y="323850"/>
                </a:lnTo>
                <a:lnTo>
                  <a:pt x="1266825" y="333375"/>
                </a:lnTo>
                <a:lnTo>
                  <a:pt x="1257300" y="333375"/>
                </a:lnTo>
                <a:close/>
                <a:moveTo>
                  <a:pt x="619125" y="333375"/>
                </a:moveTo>
                <a:lnTo>
                  <a:pt x="628650" y="333375"/>
                </a:lnTo>
                <a:lnTo>
                  <a:pt x="628650" y="352425"/>
                </a:lnTo>
                <a:lnTo>
                  <a:pt x="619125" y="352425"/>
                </a:lnTo>
                <a:lnTo>
                  <a:pt x="619125" y="371475"/>
                </a:lnTo>
                <a:lnTo>
                  <a:pt x="609600" y="371475"/>
                </a:lnTo>
                <a:lnTo>
                  <a:pt x="609600" y="361950"/>
                </a:lnTo>
                <a:lnTo>
                  <a:pt x="600075" y="361950"/>
                </a:lnTo>
                <a:lnTo>
                  <a:pt x="600075" y="342900"/>
                </a:lnTo>
                <a:lnTo>
                  <a:pt x="619125" y="342900"/>
                </a:lnTo>
                <a:close/>
                <a:moveTo>
                  <a:pt x="1543050" y="333375"/>
                </a:moveTo>
                <a:lnTo>
                  <a:pt x="1552575" y="333375"/>
                </a:lnTo>
                <a:lnTo>
                  <a:pt x="1552575" y="342900"/>
                </a:lnTo>
                <a:lnTo>
                  <a:pt x="1543050" y="342900"/>
                </a:lnTo>
                <a:close/>
                <a:moveTo>
                  <a:pt x="1581150" y="333375"/>
                </a:moveTo>
                <a:lnTo>
                  <a:pt x="1600200" y="333375"/>
                </a:lnTo>
                <a:lnTo>
                  <a:pt x="1600200" y="352425"/>
                </a:lnTo>
                <a:lnTo>
                  <a:pt x="1590675" y="352425"/>
                </a:lnTo>
                <a:lnTo>
                  <a:pt x="1590675" y="361950"/>
                </a:lnTo>
                <a:lnTo>
                  <a:pt x="1571625" y="361950"/>
                </a:lnTo>
                <a:lnTo>
                  <a:pt x="1571625" y="342900"/>
                </a:lnTo>
                <a:lnTo>
                  <a:pt x="1581150" y="342900"/>
                </a:lnTo>
                <a:close/>
                <a:moveTo>
                  <a:pt x="1219200" y="342900"/>
                </a:moveTo>
                <a:lnTo>
                  <a:pt x="1228725" y="342900"/>
                </a:lnTo>
                <a:lnTo>
                  <a:pt x="1228725" y="361950"/>
                </a:lnTo>
                <a:lnTo>
                  <a:pt x="1219200" y="361950"/>
                </a:lnTo>
                <a:close/>
                <a:moveTo>
                  <a:pt x="1514475" y="352425"/>
                </a:moveTo>
                <a:lnTo>
                  <a:pt x="1524000" y="352425"/>
                </a:lnTo>
                <a:lnTo>
                  <a:pt x="1524000" y="371475"/>
                </a:lnTo>
                <a:lnTo>
                  <a:pt x="1504950" y="371475"/>
                </a:lnTo>
                <a:lnTo>
                  <a:pt x="1504950" y="361950"/>
                </a:lnTo>
                <a:lnTo>
                  <a:pt x="1514475" y="361950"/>
                </a:lnTo>
                <a:close/>
                <a:moveTo>
                  <a:pt x="1714500" y="361950"/>
                </a:moveTo>
                <a:lnTo>
                  <a:pt x="1733550" y="361950"/>
                </a:lnTo>
                <a:lnTo>
                  <a:pt x="1733550" y="371475"/>
                </a:lnTo>
                <a:lnTo>
                  <a:pt x="1714500" y="371475"/>
                </a:lnTo>
                <a:close/>
                <a:moveTo>
                  <a:pt x="1181100" y="371475"/>
                </a:moveTo>
                <a:lnTo>
                  <a:pt x="1190625" y="371475"/>
                </a:lnTo>
                <a:lnTo>
                  <a:pt x="1190625" y="381000"/>
                </a:lnTo>
                <a:lnTo>
                  <a:pt x="1181100" y="381000"/>
                </a:lnTo>
                <a:close/>
                <a:moveTo>
                  <a:pt x="619125" y="381000"/>
                </a:moveTo>
                <a:lnTo>
                  <a:pt x="628650" y="381000"/>
                </a:lnTo>
                <a:lnTo>
                  <a:pt x="628650" y="390525"/>
                </a:lnTo>
                <a:lnTo>
                  <a:pt x="619125" y="390525"/>
                </a:lnTo>
                <a:close/>
                <a:moveTo>
                  <a:pt x="1190625" y="381000"/>
                </a:moveTo>
                <a:lnTo>
                  <a:pt x="1200150" y="381000"/>
                </a:lnTo>
                <a:lnTo>
                  <a:pt x="1200150" y="390525"/>
                </a:lnTo>
                <a:lnTo>
                  <a:pt x="1190625" y="390525"/>
                </a:lnTo>
                <a:close/>
                <a:moveTo>
                  <a:pt x="1209675" y="381000"/>
                </a:moveTo>
                <a:lnTo>
                  <a:pt x="1219200" y="381000"/>
                </a:lnTo>
                <a:lnTo>
                  <a:pt x="1219200" y="409575"/>
                </a:lnTo>
                <a:lnTo>
                  <a:pt x="1200150" y="409575"/>
                </a:lnTo>
                <a:lnTo>
                  <a:pt x="1200150" y="390525"/>
                </a:lnTo>
                <a:lnTo>
                  <a:pt x="1209675" y="390525"/>
                </a:lnTo>
                <a:close/>
                <a:moveTo>
                  <a:pt x="390525" y="390525"/>
                </a:moveTo>
                <a:lnTo>
                  <a:pt x="400050" y="390525"/>
                </a:lnTo>
                <a:lnTo>
                  <a:pt x="400050" y="409575"/>
                </a:lnTo>
                <a:lnTo>
                  <a:pt x="390525" y="409575"/>
                </a:lnTo>
                <a:lnTo>
                  <a:pt x="390525" y="428625"/>
                </a:lnTo>
                <a:lnTo>
                  <a:pt x="409575" y="428625"/>
                </a:lnTo>
                <a:lnTo>
                  <a:pt x="409575" y="447675"/>
                </a:lnTo>
                <a:lnTo>
                  <a:pt x="400050" y="447675"/>
                </a:lnTo>
                <a:lnTo>
                  <a:pt x="400050" y="438150"/>
                </a:lnTo>
                <a:lnTo>
                  <a:pt x="381000" y="438150"/>
                </a:lnTo>
                <a:lnTo>
                  <a:pt x="381000" y="400050"/>
                </a:lnTo>
                <a:lnTo>
                  <a:pt x="390525" y="400050"/>
                </a:lnTo>
                <a:close/>
                <a:moveTo>
                  <a:pt x="609600" y="390525"/>
                </a:moveTo>
                <a:lnTo>
                  <a:pt x="619125" y="390525"/>
                </a:lnTo>
                <a:lnTo>
                  <a:pt x="619125" y="428625"/>
                </a:lnTo>
                <a:lnTo>
                  <a:pt x="609600" y="428625"/>
                </a:lnTo>
                <a:close/>
                <a:moveTo>
                  <a:pt x="819150" y="400050"/>
                </a:moveTo>
                <a:lnTo>
                  <a:pt x="828675" y="400050"/>
                </a:lnTo>
                <a:lnTo>
                  <a:pt x="828675" y="409575"/>
                </a:lnTo>
                <a:lnTo>
                  <a:pt x="819150" y="409575"/>
                </a:lnTo>
                <a:close/>
                <a:moveTo>
                  <a:pt x="857250" y="400050"/>
                </a:moveTo>
                <a:lnTo>
                  <a:pt x="885825" y="400050"/>
                </a:lnTo>
                <a:lnTo>
                  <a:pt x="885825" y="409575"/>
                </a:lnTo>
                <a:lnTo>
                  <a:pt x="857250" y="409575"/>
                </a:lnTo>
                <a:close/>
                <a:moveTo>
                  <a:pt x="819150" y="419100"/>
                </a:moveTo>
                <a:lnTo>
                  <a:pt x="828675" y="419100"/>
                </a:lnTo>
                <a:lnTo>
                  <a:pt x="828675" y="438150"/>
                </a:lnTo>
                <a:lnTo>
                  <a:pt x="819150" y="438150"/>
                </a:lnTo>
                <a:close/>
                <a:moveTo>
                  <a:pt x="457200" y="428625"/>
                </a:moveTo>
                <a:lnTo>
                  <a:pt x="485775" y="428625"/>
                </a:lnTo>
                <a:lnTo>
                  <a:pt x="485775" y="457200"/>
                </a:lnTo>
                <a:lnTo>
                  <a:pt x="476250" y="457200"/>
                </a:lnTo>
                <a:lnTo>
                  <a:pt x="476250" y="447675"/>
                </a:lnTo>
                <a:lnTo>
                  <a:pt x="447675" y="447675"/>
                </a:lnTo>
                <a:lnTo>
                  <a:pt x="447675" y="438150"/>
                </a:lnTo>
                <a:lnTo>
                  <a:pt x="457200" y="438150"/>
                </a:lnTo>
                <a:close/>
                <a:moveTo>
                  <a:pt x="419100" y="438150"/>
                </a:moveTo>
                <a:lnTo>
                  <a:pt x="428625" y="438150"/>
                </a:lnTo>
                <a:lnTo>
                  <a:pt x="428625" y="457200"/>
                </a:lnTo>
                <a:lnTo>
                  <a:pt x="419100" y="457200"/>
                </a:lnTo>
                <a:close/>
                <a:moveTo>
                  <a:pt x="371475" y="447675"/>
                </a:moveTo>
                <a:lnTo>
                  <a:pt x="381000" y="447675"/>
                </a:lnTo>
                <a:lnTo>
                  <a:pt x="381000" y="485775"/>
                </a:lnTo>
                <a:lnTo>
                  <a:pt x="390525" y="485775"/>
                </a:lnTo>
                <a:lnTo>
                  <a:pt x="390525" y="504825"/>
                </a:lnTo>
                <a:lnTo>
                  <a:pt x="381000" y="504825"/>
                </a:lnTo>
                <a:lnTo>
                  <a:pt x="381000" y="533400"/>
                </a:lnTo>
                <a:lnTo>
                  <a:pt x="371475" y="533400"/>
                </a:lnTo>
                <a:lnTo>
                  <a:pt x="371475" y="523875"/>
                </a:lnTo>
                <a:lnTo>
                  <a:pt x="361950" y="523875"/>
                </a:lnTo>
                <a:lnTo>
                  <a:pt x="361950" y="504825"/>
                </a:lnTo>
                <a:lnTo>
                  <a:pt x="371475" y="504825"/>
                </a:lnTo>
                <a:lnTo>
                  <a:pt x="371475" y="495300"/>
                </a:lnTo>
                <a:lnTo>
                  <a:pt x="361950" y="495300"/>
                </a:lnTo>
                <a:lnTo>
                  <a:pt x="361950" y="485775"/>
                </a:lnTo>
                <a:lnTo>
                  <a:pt x="342900" y="485775"/>
                </a:lnTo>
                <a:lnTo>
                  <a:pt x="342900" y="476250"/>
                </a:lnTo>
                <a:lnTo>
                  <a:pt x="323850" y="476250"/>
                </a:lnTo>
                <a:lnTo>
                  <a:pt x="323850" y="485775"/>
                </a:lnTo>
                <a:lnTo>
                  <a:pt x="314325" y="485775"/>
                </a:lnTo>
                <a:lnTo>
                  <a:pt x="314325" y="476250"/>
                </a:lnTo>
                <a:lnTo>
                  <a:pt x="304800" y="476250"/>
                </a:lnTo>
                <a:lnTo>
                  <a:pt x="304800" y="466725"/>
                </a:lnTo>
                <a:lnTo>
                  <a:pt x="342900" y="466725"/>
                </a:lnTo>
                <a:lnTo>
                  <a:pt x="342900" y="457200"/>
                </a:lnTo>
                <a:lnTo>
                  <a:pt x="361950" y="457200"/>
                </a:lnTo>
                <a:lnTo>
                  <a:pt x="361950" y="476250"/>
                </a:lnTo>
                <a:lnTo>
                  <a:pt x="371475" y="476250"/>
                </a:lnTo>
                <a:close/>
                <a:moveTo>
                  <a:pt x="228600" y="457200"/>
                </a:moveTo>
                <a:lnTo>
                  <a:pt x="238125" y="457200"/>
                </a:lnTo>
                <a:lnTo>
                  <a:pt x="238125" y="466725"/>
                </a:lnTo>
                <a:lnTo>
                  <a:pt x="228600" y="466725"/>
                </a:lnTo>
                <a:close/>
                <a:moveTo>
                  <a:pt x="514350" y="457200"/>
                </a:moveTo>
                <a:lnTo>
                  <a:pt x="533400" y="457200"/>
                </a:lnTo>
                <a:lnTo>
                  <a:pt x="533400" y="476250"/>
                </a:lnTo>
                <a:lnTo>
                  <a:pt x="514350" y="476250"/>
                </a:lnTo>
                <a:close/>
                <a:moveTo>
                  <a:pt x="419100" y="466725"/>
                </a:moveTo>
                <a:lnTo>
                  <a:pt x="466725" y="466725"/>
                </a:lnTo>
                <a:lnTo>
                  <a:pt x="466725" y="476250"/>
                </a:lnTo>
                <a:lnTo>
                  <a:pt x="457200" y="476250"/>
                </a:lnTo>
                <a:lnTo>
                  <a:pt x="457200" y="504825"/>
                </a:lnTo>
                <a:lnTo>
                  <a:pt x="447675" y="504825"/>
                </a:lnTo>
                <a:lnTo>
                  <a:pt x="447675" y="523875"/>
                </a:lnTo>
                <a:lnTo>
                  <a:pt x="438150" y="523875"/>
                </a:lnTo>
                <a:lnTo>
                  <a:pt x="438150" y="495300"/>
                </a:lnTo>
                <a:lnTo>
                  <a:pt x="428625" y="495300"/>
                </a:lnTo>
                <a:lnTo>
                  <a:pt x="428625" y="514350"/>
                </a:lnTo>
                <a:lnTo>
                  <a:pt x="419100" y="514350"/>
                </a:lnTo>
                <a:lnTo>
                  <a:pt x="419100" y="504825"/>
                </a:lnTo>
                <a:lnTo>
                  <a:pt x="400050" y="504825"/>
                </a:lnTo>
                <a:lnTo>
                  <a:pt x="400050" y="495300"/>
                </a:lnTo>
                <a:lnTo>
                  <a:pt x="419100" y="495300"/>
                </a:lnTo>
                <a:close/>
                <a:moveTo>
                  <a:pt x="495300" y="466725"/>
                </a:moveTo>
                <a:lnTo>
                  <a:pt x="504825" y="466725"/>
                </a:lnTo>
                <a:lnTo>
                  <a:pt x="504825" y="476250"/>
                </a:lnTo>
                <a:lnTo>
                  <a:pt x="514350" y="476250"/>
                </a:lnTo>
                <a:lnTo>
                  <a:pt x="514350" y="514350"/>
                </a:lnTo>
                <a:lnTo>
                  <a:pt x="504825" y="514350"/>
                </a:lnTo>
                <a:lnTo>
                  <a:pt x="504825" y="504825"/>
                </a:lnTo>
                <a:lnTo>
                  <a:pt x="495300" y="504825"/>
                </a:lnTo>
                <a:close/>
                <a:moveTo>
                  <a:pt x="1038225" y="476250"/>
                </a:moveTo>
                <a:lnTo>
                  <a:pt x="1047750" y="476250"/>
                </a:lnTo>
                <a:lnTo>
                  <a:pt x="1047750" y="485775"/>
                </a:lnTo>
                <a:lnTo>
                  <a:pt x="1038225" y="485775"/>
                </a:lnTo>
                <a:close/>
                <a:moveTo>
                  <a:pt x="1543050" y="476250"/>
                </a:moveTo>
                <a:lnTo>
                  <a:pt x="1552575" y="476250"/>
                </a:lnTo>
                <a:lnTo>
                  <a:pt x="1552575" y="485775"/>
                </a:lnTo>
                <a:lnTo>
                  <a:pt x="1543050" y="485775"/>
                </a:lnTo>
                <a:close/>
                <a:moveTo>
                  <a:pt x="285750" y="485775"/>
                </a:moveTo>
                <a:lnTo>
                  <a:pt x="304800" y="485775"/>
                </a:lnTo>
                <a:lnTo>
                  <a:pt x="304800" y="495300"/>
                </a:lnTo>
                <a:lnTo>
                  <a:pt x="285750" y="495300"/>
                </a:lnTo>
                <a:close/>
                <a:moveTo>
                  <a:pt x="523875" y="485775"/>
                </a:moveTo>
                <a:lnTo>
                  <a:pt x="533400" y="485775"/>
                </a:lnTo>
                <a:lnTo>
                  <a:pt x="533400" y="504825"/>
                </a:lnTo>
                <a:lnTo>
                  <a:pt x="542925" y="504825"/>
                </a:lnTo>
                <a:lnTo>
                  <a:pt x="542925" y="523875"/>
                </a:lnTo>
                <a:lnTo>
                  <a:pt x="533400" y="523875"/>
                </a:lnTo>
                <a:lnTo>
                  <a:pt x="533400" y="514350"/>
                </a:lnTo>
                <a:lnTo>
                  <a:pt x="523875" y="514350"/>
                </a:lnTo>
                <a:close/>
                <a:moveTo>
                  <a:pt x="1285875" y="485775"/>
                </a:moveTo>
                <a:lnTo>
                  <a:pt x="1295400" y="485775"/>
                </a:lnTo>
                <a:lnTo>
                  <a:pt x="1295400" y="495300"/>
                </a:lnTo>
                <a:lnTo>
                  <a:pt x="1285875" y="495300"/>
                </a:lnTo>
                <a:close/>
                <a:moveTo>
                  <a:pt x="1571625" y="485775"/>
                </a:moveTo>
                <a:lnTo>
                  <a:pt x="1581150" y="485775"/>
                </a:lnTo>
                <a:lnTo>
                  <a:pt x="1581150" y="495300"/>
                </a:lnTo>
                <a:lnTo>
                  <a:pt x="1571625" y="495300"/>
                </a:lnTo>
                <a:close/>
                <a:moveTo>
                  <a:pt x="1590675" y="485775"/>
                </a:moveTo>
                <a:lnTo>
                  <a:pt x="1609725" y="485775"/>
                </a:lnTo>
                <a:lnTo>
                  <a:pt x="1609725" y="495300"/>
                </a:lnTo>
                <a:lnTo>
                  <a:pt x="1590675" y="495300"/>
                </a:lnTo>
                <a:close/>
                <a:moveTo>
                  <a:pt x="266700" y="495300"/>
                </a:moveTo>
                <a:lnTo>
                  <a:pt x="276225" y="495300"/>
                </a:lnTo>
                <a:lnTo>
                  <a:pt x="276225" y="504825"/>
                </a:lnTo>
                <a:lnTo>
                  <a:pt x="266700" y="504825"/>
                </a:lnTo>
                <a:close/>
                <a:moveTo>
                  <a:pt x="333375" y="495300"/>
                </a:moveTo>
                <a:lnTo>
                  <a:pt x="352425" y="495300"/>
                </a:lnTo>
                <a:lnTo>
                  <a:pt x="352425" y="504825"/>
                </a:lnTo>
                <a:lnTo>
                  <a:pt x="342900" y="504825"/>
                </a:lnTo>
                <a:lnTo>
                  <a:pt x="342900" y="514350"/>
                </a:lnTo>
                <a:lnTo>
                  <a:pt x="352425" y="514350"/>
                </a:lnTo>
                <a:lnTo>
                  <a:pt x="352425" y="523875"/>
                </a:lnTo>
                <a:lnTo>
                  <a:pt x="361950" y="523875"/>
                </a:lnTo>
                <a:lnTo>
                  <a:pt x="361950" y="533400"/>
                </a:lnTo>
                <a:lnTo>
                  <a:pt x="352425" y="533400"/>
                </a:lnTo>
                <a:lnTo>
                  <a:pt x="352425" y="571500"/>
                </a:lnTo>
                <a:lnTo>
                  <a:pt x="342900" y="571500"/>
                </a:lnTo>
                <a:lnTo>
                  <a:pt x="342900" y="581025"/>
                </a:lnTo>
                <a:lnTo>
                  <a:pt x="333375" y="581025"/>
                </a:lnTo>
                <a:lnTo>
                  <a:pt x="333375" y="571500"/>
                </a:lnTo>
                <a:lnTo>
                  <a:pt x="304800" y="571500"/>
                </a:lnTo>
                <a:lnTo>
                  <a:pt x="304800" y="561975"/>
                </a:lnTo>
                <a:lnTo>
                  <a:pt x="314325" y="561975"/>
                </a:lnTo>
                <a:lnTo>
                  <a:pt x="314325" y="533400"/>
                </a:lnTo>
                <a:lnTo>
                  <a:pt x="323850" y="533400"/>
                </a:lnTo>
                <a:lnTo>
                  <a:pt x="323850" y="552450"/>
                </a:lnTo>
                <a:lnTo>
                  <a:pt x="333375" y="552450"/>
                </a:lnTo>
                <a:lnTo>
                  <a:pt x="333375" y="561975"/>
                </a:lnTo>
                <a:lnTo>
                  <a:pt x="342900" y="561975"/>
                </a:lnTo>
                <a:lnTo>
                  <a:pt x="342900" y="533400"/>
                </a:lnTo>
                <a:lnTo>
                  <a:pt x="333375" y="533400"/>
                </a:lnTo>
                <a:close/>
                <a:moveTo>
                  <a:pt x="742950" y="495300"/>
                </a:moveTo>
                <a:lnTo>
                  <a:pt x="752475" y="495300"/>
                </a:lnTo>
                <a:lnTo>
                  <a:pt x="752475" y="504825"/>
                </a:lnTo>
                <a:lnTo>
                  <a:pt x="742950" y="504825"/>
                </a:lnTo>
                <a:close/>
                <a:moveTo>
                  <a:pt x="457200" y="504825"/>
                </a:moveTo>
                <a:lnTo>
                  <a:pt x="466725" y="504825"/>
                </a:lnTo>
                <a:lnTo>
                  <a:pt x="466725" y="514350"/>
                </a:lnTo>
                <a:lnTo>
                  <a:pt x="457200" y="514350"/>
                </a:lnTo>
                <a:close/>
                <a:moveTo>
                  <a:pt x="561975" y="504825"/>
                </a:moveTo>
                <a:lnTo>
                  <a:pt x="571500" y="504825"/>
                </a:lnTo>
                <a:lnTo>
                  <a:pt x="571500" y="523875"/>
                </a:lnTo>
                <a:lnTo>
                  <a:pt x="552450" y="523875"/>
                </a:lnTo>
                <a:lnTo>
                  <a:pt x="552450" y="514350"/>
                </a:lnTo>
                <a:lnTo>
                  <a:pt x="561975" y="514350"/>
                </a:lnTo>
                <a:close/>
                <a:moveTo>
                  <a:pt x="733425" y="504825"/>
                </a:moveTo>
                <a:lnTo>
                  <a:pt x="742950" y="504825"/>
                </a:lnTo>
                <a:lnTo>
                  <a:pt x="742950" y="514350"/>
                </a:lnTo>
                <a:lnTo>
                  <a:pt x="733425" y="514350"/>
                </a:lnTo>
                <a:close/>
                <a:moveTo>
                  <a:pt x="1285875" y="504825"/>
                </a:moveTo>
                <a:lnTo>
                  <a:pt x="1295400" y="504825"/>
                </a:lnTo>
                <a:lnTo>
                  <a:pt x="1295400" y="514350"/>
                </a:lnTo>
                <a:lnTo>
                  <a:pt x="1285875" y="514350"/>
                </a:lnTo>
                <a:close/>
                <a:moveTo>
                  <a:pt x="390525" y="514350"/>
                </a:moveTo>
                <a:lnTo>
                  <a:pt x="400050" y="514350"/>
                </a:lnTo>
                <a:lnTo>
                  <a:pt x="400050" y="523875"/>
                </a:lnTo>
                <a:lnTo>
                  <a:pt x="409575" y="523875"/>
                </a:lnTo>
                <a:lnTo>
                  <a:pt x="409575" y="514350"/>
                </a:lnTo>
                <a:lnTo>
                  <a:pt x="419100" y="514350"/>
                </a:lnTo>
                <a:lnTo>
                  <a:pt x="419100" y="542925"/>
                </a:lnTo>
                <a:lnTo>
                  <a:pt x="409575" y="542925"/>
                </a:lnTo>
                <a:lnTo>
                  <a:pt x="409575" y="533400"/>
                </a:lnTo>
                <a:lnTo>
                  <a:pt x="400050" y="533400"/>
                </a:lnTo>
                <a:lnTo>
                  <a:pt x="400050" y="542925"/>
                </a:lnTo>
                <a:lnTo>
                  <a:pt x="390525" y="542925"/>
                </a:lnTo>
                <a:close/>
                <a:moveTo>
                  <a:pt x="1619250" y="514350"/>
                </a:moveTo>
                <a:lnTo>
                  <a:pt x="1628775" y="514350"/>
                </a:lnTo>
                <a:lnTo>
                  <a:pt x="1628775" y="542925"/>
                </a:lnTo>
                <a:lnTo>
                  <a:pt x="1619250" y="542925"/>
                </a:lnTo>
                <a:close/>
                <a:moveTo>
                  <a:pt x="257175" y="523875"/>
                </a:moveTo>
                <a:lnTo>
                  <a:pt x="266700" y="523875"/>
                </a:lnTo>
                <a:lnTo>
                  <a:pt x="266700" y="533400"/>
                </a:lnTo>
                <a:lnTo>
                  <a:pt x="257175" y="533400"/>
                </a:lnTo>
                <a:close/>
                <a:moveTo>
                  <a:pt x="438150" y="533400"/>
                </a:moveTo>
                <a:lnTo>
                  <a:pt x="447675" y="533400"/>
                </a:lnTo>
                <a:lnTo>
                  <a:pt x="447675" y="542925"/>
                </a:lnTo>
                <a:lnTo>
                  <a:pt x="466725" y="542925"/>
                </a:lnTo>
                <a:lnTo>
                  <a:pt x="466725" y="533400"/>
                </a:lnTo>
                <a:lnTo>
                  <a:pt x="476250" y="533400"/>
                </a:lnTo>
                <a:lnTo>
                  <a:pt x="476250" y="552450"/>
                </a:lnTo>
                <a:lnTo>
                  <a:pt x="466725" y="552450"/>
                </a:lnTo>
                <a:lnTo>
                  <a:pt x="466725" y="581025"/>
                </a:lnTo>
                <a:lnTo>
                  <a:pt x="457200" y="581025"/>
                </a:lnTo>
                <a:lnTo>
                  <a:pt x="457200" y="571500"/>
                </a:lnTo>
                <a:lnTo>
                  <a:pt x="447675" y="571500"/>
                </a:lnTo>
                <a:lnTo>
                  <a:pt x="447675" y="561975"/>
                </a:lnTo>
                <a:lnTo>
                  <a:pt x="438150" y="561975"/>
                </a:lnTo>
                <a:lnTo>
                  <a:pt x="438150" y="552450"/>
                </a:lnTo>
                <a:lnTo>
                  <a:pt x="428625" y="552450"/>
                </a:lnTo>
                <a:lnTo>
                  <a:pt x="428625" y="542925"/>
                </a:lnTo>
                <a:lnTo>
                  <a:pt x="438150" y="542925"/>
                </a:lnTo>
                <a:close/>
                <a:moveTo>
                  <a:pt x="1857375" y="533400"/>
                </a:moveTo>
                <a:lnTo>
                  <a:pt x="1885950" y="533400"/>
                </a:lnTo>
                <a:lnTo>
                  <a:pt x="1885950" y="542925"/>
                </a:lnTo>
                <a:lnTo>
                  <a:pt x="1895475" y="542925"/>
                </a:lnTo>
                <a:lnTo>
                  <a:pt x="1895475" y="600075"/>
                </a:lnTo>
                <a:lnTo>
                  <a:pt x="1885950" y="600075"/>
                </a:lnTo>
                <a:lnTo>
                  <a:pt x="1885950" y="571500"/>
                </a:lnTo>
                <a:lnTo>
                  <a:pt x="1866900" y="571500"/>
                </a:lnTo>
                <a:lnTo>
                  <a:pt x="1866900" y="552450"/>
                </a:lnTo>
                <a:lnTo>
                  <a:pt x="1857375" y="552450"/>
                </a:lnTo>
                <a:close/>
                <a:moveTo>
                  <a:pt x="1238250" y="542925"/>
                </a:moveTo>
                <a:lnTo>
                  <a:pt x="1247775" y="542925"/>
                </a:lnTo>
                <a:lnTo>
                  <a:pt x="1247775" y="561975"/>
                </a:lnTo>
                <a:lnTo>
                  <a:pt x="1238250" y="561975"/>
                </a:lnTo>
                <a:close/>
                <a:moveTo>
                  <a:pt x="1762125" y="542925"/>
                </a:moveTo>
                <a:lnTo>
                  <a:pt x="1771650" y="542925"/>
                </a:lnTo>
                <a:lnTo>
                  <a:pt x="1771650" y="552450"/>
                </a:lnTo>
                <a:lnTo>
                  <a:pt x="1762125" y="552450"/>
                </a:lnTo>
                <a:close/>
                <a:moveTo>
                  <a:pt x="228600" y="552450"/>
                </a:moveTo>
                <a:lnTo>
                  <a:pt x="266700" y="552450"/>
                </a:lnTo>
                <a:lnTo>
                  <a:pt x="266700" y="571500"/>
                </a:lnTo>
                <a:lnTo>
                  <a:pt x="257175" y="571500"/>
                </a:lnTo>
                <a:lnTo>
                  <a:pt x="257175" y="581025"/>
                </a:lnTo>
                <a:lnTo>
                  <a:pt x="247650" y="581025"/>
                </a:lnTo>
                <a:lnTo>
                  <a:pt x="247650" y="600075"/>
                </a:lnTo>
                <a:lnTo>
                  <a:pt x="228600" y="600075"/>
                </a:lnTo>
                <a:lnTo>
                  <a:pt x="228600" y="571500"/>
                </a:lnTo>
                <a:lnTo>
                  <a:pt x="247650" y="571500"/>
                </a:lnTo>
                <a:lnTo>
                  <a:pt x="247650" y="561975"/>
                </a:lnTo>
                <a:lnTo>
                  <a:pt x="228600" y="561975"/>
                </a:lnTo>
                <a:close/>
                <a:moveTo>
                  <a:pt x="561975" y="552450"/>
                </a:moveTo>
                <a:lnTo>
                  <a:pt x="571500" y="552450"/>
                </a:lnTo>
                <a:lnTo>
                  <a:pt x="571500" y="571500"/>
                </a:lnTo>
                <a:lnTo>
                  <a:pt x="561975" y="571500"/>
                </a:lnTo>
                <a:lnTo>
                  <a:pt x="561975" y="600075"/>
                </a:lnTo>
                <a:lnTo>
                  <a:pt x="514350" y="600075"/>
                </a:lnTo>
                <a:lnTo>
                  <a:pt x="514350" y="571500"/>
                </a:lnTo>
                <a:lnTo>
                  <a:pt x="533400" y="571500"/>
                </a:lnTo>
                <a:lnTo>
                  <a:pt x="533400" y="590550"/>
                </a:lnTo>
                <a:lnTo>
                  <a:pt x="552450" y="590550"/>
                </a:lnTo>
                <a:lnTo>
                  <a:pt x="552450" y="561975"/>
                </a:lnTo>
                <a:lnTo>
                  <a:pt x="561975" y="561975"/>
                </a:lnTo>
                <a:close/>
                <a:moveTo>
                  <a:pt x="1304925" y="552450"/>
                </a:moveTo>
                <a:lnTo>
                  <a:pt x="1314450" y="552450"/>
                </a:lnTo>
                <a:lnTo>
                  <a:pt x="1314450" y="571500"/>
                </a:lnTo>
                <a:lnTo>
                  <a:pt x="1304925" y="571500"/>
                </a:lnTo>
                <a:close/>
                <a:moveTo>
                  <a:pt x="1866900" y="552450"/>
                </a:moveTo>
                <a:lnTo>
                  <a:pt x="1876425" y="552450"/>
                </a:lnTo>
                <a:lnTo>
                  <a:pt x="1876425" y="542925"/>
                </a:lnTo>
                <a:lnTo>
                  <a:pt x="1866900" y="542925"/>
                </a:lnTo>
                <a:close/>
                <a:moveTo>
                  <a:pt x="409575" y="561975"/>
                </a:moveTo>
                <a:lnTo>
                  <a:pt x="419100" y="561975"/>
                </a:lnTo>
                <a:lnTo>
                  <a:pt x="419100" y="571500"/>
                </a:lnTo>
                <a:lnTo>
                  <a:pt x="409575" y="571500"/>
                </a:lnTo>
                <a:close/>
                <a:moveTo>
                  <a:pt x="428625" y="561975"/>
                </a:moveTo>
                <a:lnTo>
                  <a:pt x="438150" y="561975"/>
                </a:lnTo>
                <a:lnTo>
                  <a:pt x="438150" y="581025"/>
                </a:lnTo>
                <a:lnTo>
                  <a:pt x="428625" y="581025"/>
                </a:lnTo>
                <a:close/>
                <a:moveTo>
                  <a:pt x="962025" y="561975"/>
                </a:moveTo>
                <a:lnTo>
                  <a:pt x="971550" y="561975"/>
                </a:lnTo>
                <a:lnTo>
                  <a:pt x="971550" y="571500"/>
                </a:lnTo>
                <a:lnTo>
                  <a:pt x="962025" y="571500"/>
                </a:lnTo>
                <a:close/>
                <a:moveTo>
                  <a:pt x="371475" y="571500"/>
                </a:moveTo>
                <a:lnTo>
                  <a:pt x="381000" y="571500"/>
                </a:lnTo>
                <a:lnTo>
                  <a:pt x="381000" y="600075"/>
                </a:lnTo>
                <a:lnTo>
                  <a:pt x="371475" y="600075"/>
                </a:lnTo>
                <a:close/>
                <a:moveTo>
                  <a:pt x="390525" y="571500"/>
                </a:moveTo>
                <a:lnTo>
                  <a:pt x="400050" y="571500"/>
                </a:lnTo>
                <a:lnTo>
                  <a:pt x="400050" y="581025"/>
                </a:lnTo>
                <a:lnTo>
                  <a:pt x="390525" y="581025"/>
                </a:lnTo>
                <a:close/>
                <a:moveTo>
                  <a:pt x="1314450" y="571500"/>
                </a:moveTo>
                <a:lnTo>
                  <a:pt x="1323975" y="571500"/>
                </a:lnTo>
                <a:lnTo>
                  <a:pt x="1323975" y="590550"/>
                </a:lnTo>
                <a:lnTo>
                  <a:pt x="1333500" y="590550"/>
                </a:lnTo>
                <a:lnTo>
                  <a:pt x="1333500" y="600075"/>
                </a:lnTo>
                <a:lnTo>
                  <a:pt x="1323975" y="600075"/>
                </a:lnTo>
                <a:lnTo>
                  <a:pt x="1323975" y="609600"/>
                </a:lnTo>
                <a:lnTo>
                  <a:pt x="1314450" y="609600"/>
                </a:lnTo>
                <a:close/>
                <a:moveTo>
                  <a:pt x="1771650" y="571500"/>
                </a:moveTo>
                <a:lnTo>
                  <a:pt x="1781175" y="571500"/>
                </a:lnTo>
                <a:lnTo>
                  <a:pt x="1781175" y="590550"/>
                </a:lnTo>
                <a:lnTo>
                  <a:pt x="1771650" y="590550"/>
                </a:lnTo>
                <a:close/>
                <a:moveTo>
                  <a:pt x="1857375" y="571500"/>
                </a:moveTo>
                <a:lnTo>
                  <a:pt x="1866900" y="571500"/>
                </a:lnTo>
                <a:lnTo>
                  <a:pt x="1866900" y="609600"/>
                </a:lnTo>
                <a:lnTo>
                  <a:pt x="1857375" y="609600"/>
                </a:lnTo>
                <a:lnTo>
                  <a:pt x="1857375" y="590550"/>
                </a:lnTo>
                <a:lnTo>
                  <a:pt x="1847850" y="590550"/>
                </a:lnTo>
                <a:lnTo>
                  <a:pt x="1847850" y="581025"/>
                </a:lnTo>
                <a:lnTo>
                  <a:pt x="1857375" y="581025"/>
                </a:lnTo>
                <a:close/>
                <a:moveTo>
                  <a:pt x="314325" y="581025"/>
                </a:moveTo>
                <a:lnTo>
                  <a:pt x="323850" y="581025"/>
                </a:lnTo>
                <a:lnTo>
                  <a:pt x="323850" y="609600"/>
                </a:lnTo>
                <a:lnTo>
                  <a:pt x="314325" y="609600"/>
                </a:lnTo>
                <a:lnTo>
                  <a:pt x="314325" y="619125"/>
                </a:lnTo>
                <a:lnTo>
                  <a:pt x="304800" y="619125"/>
                </a:lnTo>
                <a:lnTo>
                  <a:pt x="304800" y="628650"/>
                </a:lnTo>
                <a:lnTo>
                  <a:pt x="295275" y="628650"/>
                </a:lnTo>
                <a:lnTo>
                  <a:pt x="295275" y="609600"/>
                </a:lnTo>
                <a:lnTo>
                  <a:pt x="285750" y="609600"/>
                </a:lnTo>
                <a:lnTo>
                  <a:pt x="285750" y="600075"/>
                </a:lnTo>
                <a:lnTo>
                  <a:pt x="314325" y="600075"/>
                </a:lnTo>
                <a:close/>
                <a:moveTo>
                  <a:pt x="1285875" y="581025"/>
                </a:moveTo>
                <a:lnTo>
                  <a:pt x="1295400" y="581025"/>
                </a:lnTo>
                <a:lnTo>
                  <a:pt x="1295400" y="590550"/>
                </a:lnTo>
                <a:lnTo>
                  <a:pt x="1285875" y="590550"/>
                </a:lnTo>
                <a:close/>
                <a:moveTo>
                  <a:pt x="180975" y="590550"/>
                </a:moveTo>
                <a:lnTo>
                  <a:pt x="200025" y="590550"/>
                </a:lnTo>
                <a:lnTo>
                  <a:pt x="200025" y="600075"/>
                </a:lnTo>
                <a:lnTo>
                  <a:pt x="180975" y="600075"/>
                </a:lnTo>
                <a:close/>
                <a:moveTo>
                  <a:pt x="428625" y="590550"/>
                </a:moveTo>
                <a:lnTo>
                  <a:pt x="457200" y="590550"/>
                </a:lnTo>
                <a:lnTo>
                  <a:pt x="457200" y="609600"/>
                </a:lnTo>
                <a:lnTo>
                  <a:pt x="447675" y="609600"/>
                </a:lnTo>
                <a:lnTo>
                  <a:pt x="447675" y="600075"/>
                </a:lnTo>
                <a:lnTo>
                  <a:pt x="428625" y="600075"/>
                </a:lnTo>
                <a:close/>
                <a:moveTo>
                  <a:pt x="466725" y="590550"/>
                </a:moveTo>
                <a:lnTo>
                  <a:pt x="476250" y="590550"/>
                </a:lnTo>
                <a:lnTo>
                  <a:pt x="476250" y="600075"/>
                </a:lnTo>
                <a:lnTo>
                  <a:pt x="466725" y="600075"/>
                </a:lnTo>
                <a:close/>
                <a:moveTo>
                  <a:pt x="409575" y="600075"/>
                </a:moveTo>
                <a:lnTo>
                  <a:pt x="419100" y="600075"/>
                </a:lnTo>
                <a:lnTo>
                  <a:pt x="419100" y="609600"/>
                </a:lnTo>
                <a:lnTo>
                  <a:pt x="409575" y="609600"/>
                </a:lnTo>
                <a:close/>
                <a:moveTo>
                  <a:pt x="876300" y="600075"/>
                </a:moveTo>
                <a:lnTo>
                  <a:pt x="885825" y="600075"/>
                </a:lnTo>
                <a:lnTo>
                  <a:pt x="885825" y="609600"/>
                </a:lnTo>
                <a:lnTo>
                  <a:pt x="876300" y="609600"/>
                </a:lnTo>
                <a:close/>
                <a:moveTo>
                  <a:pt x="990600" y="600075"/>
                </a:moveTo>
                <a:lnTo>
                  <a:pt x="1000125" y="600075"/>
                </a:lnTo>
                <a:lnTo>
                  <a:pt x="1000125" y="609600"/>
                </a:lnTo>
                <a:lnTo>
                  <a:pt x="990600" y="609600"/>
                </a:lnTo>
                <a:close/>
                <a:moveTo>
                  <a:pt x="1905000" y="600075"/>
                </a:moveTo>
                <a:lnTo>
                  <a:pt x="1914525" y="600075"/>
                </a:lnTo>
                <a:lnTo>
                  <a:pt x="1914525" y="609600"/>
                </a:lnTo>
                <a:lnTo>
                  <a:pt x="1905000" y="609600"/>
                </a:lnTo>
                <a:close/>
                <a:moveTo>
                  <a:pt x="238125" y="609600"/>
                </a:moveTo>
                <a:lnTo>
                  <a:pt x="247650" y="609600"/>
                </a:lnTo>
                <a:lnTo>
                  <a:pt x="247650" y="619125"/>
                </a:lnTo>
                <a:lnTo>
                  <a:pt x="238125" y="619125"/>
                </a:lnTo>
                <a:close/>
                <a:moveTo>
                  <a:pt x="514350" y="609600"/>
                </a:moveTo>
                <a:lnTo>
                  <a:pt x="542925" y="609600"/>
                </a:lnTo>
                <a:lnTo>
                  <a:pt x="542925" y="619125"/>
                </a:lnTo>
                <a:lnTo>
                  <a:pt x="533400" y="619125"/>
                </a:lnTo>
                <a:lnTo>
                  <a:pt x="533400" y="628650"/>
                </a:lnTo>
                <a:lnTo>
                  <a:pt x="514350" y="628650"/>
                </a:lnTo>
                <a:close/>
                <a:moveTo>
                  <a:pt x="1666875" y="609600"/>
                </a:moveTo>
                <a:lnTo>
                  <a:pt x="1676400" y="609600"/>
                </a:lnTo>
                <a:lnTo>
                  <a:pt x="1676400" y="619125"/>
                </a:lnTo>
                <a:lnTo>
                  <a:pt x="1695450" y="619125"/>
                </a:lnTo>
                <a:lnTo>
                  <a:pt x="1695450" y="609600"/>
                </a:lnTo>
                <a:lnTo>
                  <a:pt x="1704975" y="609600"/>
                </a:lnTo>
                <a:lnTo>
                  <a:pt x="1704975" y="619125"/>
                </a:lnTo>
                <a:lnTo>
                  <a:pt x="1695450" y="619125"/>
                </a:lnTo>
                <a:lnTo>
                  <a:pt x="1695450" y="638175"/>
                </a:lnTo>
                <a:lnTo>
                  <a:pt x="1676400" y="638175"/>
                </a:lnTo>
                <a:lnTo>
                  <a:pt x="1676400" y="628650"/>
                </a:lnTo>
                <a:lnTo>
                  <a:pt x="1666875" y="628650"/>
                </a:lnTo>
                <a:close/>
                <a:moveTo>
                  <a:pt x="1714500" y="609600"/>
                </a:moveTo>
                <a:lnTo>
                  <a:pt x="1724025" y="609600"/>
                </a:lnTo>
                <a:lnTo>
                  <a:pt x="1724025" y="619125"/>
                </a:lnTo>
                <a:lnTo>
                  <a:pt x="1733550" y="619125"/>
                </a:lnTo>
                <a:lnTo>
                  <a:pt x="1733550" y="628650"/>
                </a:lnTo>
                <a:lnTo>
                  <a:pt x="1714500" y="628650"/>
                </a:lnTo>
                <a:close/>
                <a:moveTo>
                  <a:pt x="161925" y="619125"/>
                </a:moveTo>
                <a:lnTo>
                  <a:pt x="171450" y="619125"/>
                </a:lnTo>
                <a:lnTo>
                  <a:pt x="171450" y="628650"/>
                </a:lnTo>
                <a:lnTo>
                  <a:pt x="180975" y="628650"/>
                </a:lnTo>
                <a:lnTo>
                  <a:pt x="180975" y="647700"/>
                </a:lnTo>
                <a:lnTo>
                  <a:pt x="161925" y="647700"/>
                </a:lnTo>
                <a:close/>
                <a:moveTo>
                  <a:pt x="247650" y="619125"/>
                </a:moveTo>
                <a:lnTo>
                  <a:pt x="266700" y="619125"/>
                </a:lnTo>
                <a:lnTo>
                  <a:pt x="266700" y="628650"/>
                </a:lnTo>
                <a:lnTo>
                  <a:pt x="247650" y="628650"/>
                </a:lnTo>
                <a:close/>
                <a:moveTo>
                  <a:pt x="276225" y="619125"/>
                </a:moveTo>
                <a:lnTo>
                  <a:pt x="285750" y="619125"/>
                </a:lnTo>
                <a:lnTo>
                  <a:pt x="285750" y="647700"/>
                </a:lnTo>
                <a:lnTo>
                  <a:pt x="276225" y="647700"/>
                </a:lnTo>
                <a:lnTo>
                  <a:pt x="276225" y="638175"/>
                </a:lnTo>
                <a:lnTo>
                  <a:pt x="266700" y="638175"/>
                </a:lnTo>
                <a:lnTo>
                  <a:pt x="266700" y="628650"/>
                </a:lnTo>
                <a:lnTo>
                  <a:pt x="276225" y="628650"/>
                </a:lnTo>
                <a:close/>
                <a:moveTo>
                  <a:pt x="333375" y="619125"/>
                </a:moveTo>
                <a:lnTo>
                  <a:pt x="342900" y="619125"/>
                </a:lnTo>
                <a:lnTo>
                  <a:pt x="342900" y="628650"/>
                </a:lnTo>
                <a:lnTo>
                  <a:pt x="333375" y="628650"/>
                </a:lnTo>
                <a:close/>
                <a:moveTo>
                  <a:pt x="428625" y="619125"/>
                </a:moveTo>
                <a:lnTo>
                  <a:pt x="438150" y="619125"/>
                </a:lnTo>
                <a:lnTo>
                  <a:pt x="438150" y="628650"/>
                </a:lnTo>
                <a:lnTo>
                  <a:pt x="428625" y="628650"/>
                </a:lnTo>
                <a:close/>
                <a:moveTo>
                  <a:pt x="342900" y="628650"/>
                </a:moveTo>
                <a:lnTo>
                  <a:pt x="352425" y="628650"/>
                </a:lnTo>
                <a:lnTo>
                  <a:pt x="352425" y="638175"/>
                </a:lnTo>
                <a:lnTo>
                  <a:pt x="361950" y="638175"/>
                </a:lnTo>
                <a:lnTo>
                  <a:pt x="361950" y="628650"/>
                </a:lnTo>
                <a:lnTo>
                  <a:pt x="371475" y="628650"/>
                </a:lnTo>
                <a:lnTo>
                  <a:pt x="371475" y="638175"/>
                </a:lnTo>
                <a:lnTo>
                  <a:pt x="361950" y="638175"/>
                </a:lnTo>
                <a:lnTo>
                  <a:pt x="361950" y="647700"/>
                </a:lnTo>
                <a:lnTo>
                  <a:pt x="333375" y="647700"/>
                </a:lnTo>
                <a:lnTo>
                  <a:pt x="333375" y="638175"/>
                </a:lnTo>
                <a:lnTo>
                  <a:pt x="342900" y="638175"/>
                </a:lnTo>
                <a:close/>
                <a:moveTo>
                  <a:pt x="419100" y="628650"/>
                </a:moveTo>
                <a:lnTo>
                  <a:pt x="428625" y="628650"/>
                </a:lnTo>
                <a:lnTo>
                  <a:pt x="428625" y="638175"/>
                </a:lnTo>
                <a:lnTo>
                  <a:pt x="419100" y="638175"/>
                </a:lnTo>
                <a:close/>
                <a:moveTo>
                  <a:pt x="504825" y="628650"/>
                </a:moveTo>
                <a:lnTo>
                  <a:pt x="514350" y="628650"/>
                </a:lnTo>
                <a:lnTo>
                  <a:pt x="514350" y="638175"/>
                </a:lnTo>
                <a:lnTo>
                  <a:pt x="504825" y="638175"/>
                </a:lnTo>
                <a:close/>
                <a:moveTo>
                  <a:pt x="295275" y="638175"/>
                </a:moveTo>
                <a:lnTo>
                  <a:pt x="304800" y="638175"/>
                </a:lnTo>
                <a:lnTo>
                  <a:pt x="304800" y="657225"/>
                </a:lnTo>
                <a:lnTo>
                  <a:pt x="295275" y="657225"/>
                </a:lnTo>
                <a:close/>
                <a:moveTo>
                  <a:pt x="314325" y="638175"/>
                </a:moveTo>
                <a:lnTo>
                  <a:pt x="323850" y="638175"/>
                </a:lnTo>
                <a:lnTo>
                  <a:pt x="323850" y="704850"/>
                </a:lnTo>
                <a:lnTo>
                  <a:pt x="342900" y="704850"/>
                </a:lnTo>
                <a:lnTo>
                  <a:pt x="342900" y="723900"/>
                </a:lnTo>
                <a:lnTo>
                  <a:pt x="361950" y="723900"/>
                </a:lnTo>
                <a:lnTo>
                  <a:pt x="361950" y="733425"/>
                </a:lnTo>
                <a:lnTo>
                  <a:pt x="381000" y="733425"/>
                </a:lnTo>
                <a:lnTo>
                  <a:pt x="381000" y="742950"/>
                </a:lnTo>
                <a:lnTo>
                  <a:pt x="361950" y="742950"/>
                </a:lnTo>
                <a:lnTo>
                  <a:pt x="361950" y="752475"/>
                </a:lnTo>
                <a:lnTo>
                  <a:pt x="352425" y="752475"/>
                </a:lnTo>
                <a:lnTo>
                  <a:pt x="352425" y="733425"/>
                </a:lnTo>
                <a:lnTo>
                  <a:pt x="333375" y="733425"/>
                </a:lnTo>
                <a:lnTo>
                  <a:pt x="333375" y="714375"/>
                </a:lnTo>
                <a:lnTo>
                  <a:pt x="323850" y="714375"/>
                </a:lnTo>
                <a:lnTo>
                  <a:pt x="323850" y="723900"/>
                </a:lnTo>
                <a:lnTo>
                  <a:pt x="314325" y="723900"/>
                </a:lnTo>
                <a:lnTo>
                  <a:pt x="314325" y="781050"/>
                </a:lnTo>
                <a:lnTo>
                  <a:pt x="304800" y="781050"/>
                </a:lnTo>
                <a:lnTo>
                  <a:pt x="304800" y="809625"/>
                </a:lnTo>
                <a:lnTo>
                  <a:pt x="295275" y="809625"/>
                </a:lnTo>
                <a:lnTo>
                  <a:pt x="295275" y="790575"/>
                </a:lnTo>
                <a:lnTo>
                  <a:pt x="285750" y="790575"/>
                </a:lnTo>
                <a:lnTo>
                  <a:pt x="285750" y="781050"/>
                </a:lnTo>
                <a:lnTo>
                  <a:pt x="295275" y="781050"/>
                </a:lnTo>
                <a:lnTo>
                  <a:pt x="295275" y="771525"/>
                </a:lnTo>
                <a:lnTo>
                  <a:pt x="304800" y="771525"/>
                </a:lnTo>
                <a:lnTo>
                  <a:pt x="304800" y="752475"/>
                </a:lnTo>
                <a:lnTo>
                  <a:pt x="295275" y="752475"/>
                </a:lnTo>
                <a:lnTo>
                  <a:pt x="295275" y="733425"/>
                </a:lnTo>
                <a:lnTo>
                  <a:pt x="304800" y="733425"/>
                </a:lnTo>
                <a:lnTo>
                  <a:pt x="304800" y="714375"/>
                </a:lnTo>
                <a:lnTo>
                  <a:pt x="295275" y="714375"/>
                </a:lnTo>
                <a:lnTo>
                  <a:pt x="295275" y="676275"/>
                </a:lnTo>
                <a:lnTo>
                  <a:pt x="304800" y="676275"/>
                </a:lnTo>
                <a:lnTo>
                  <a:pt x="304800" y="657225"/>
                </a:lnTo>
                <a:lnTo>
                  <a:pt x="314325" y="657225"/>
                </a:lnTo>
                <a:close/>
                <a:moveTo>
                  <a:pt x="1619250" y="638175"/>
                </a:moveTo>
                <a:lnTo>
                  <a:pt x="1628775" y="638175"/>
                </a:lnTo>
                <a:lnTo>
                  <a:pt x="1628775" y="647700"/>
                </a:lnTo>
                <a:lnTo>
                  <a:pt x="1647825" y="647700"/>
                </a:lnTo>
                <a:lnTo>
                  <a:pt x="1647825" y="657225"/>
                </a:lnTo>
                <a:lnTo>
                  <a:pt x="1619250" y="657225"/>
                </a:lnTo>
                <a:close/>
                <a:moveTo>
                  <a:pt x="371475" y="647700"/>
                </a:moveTo>
                <a:lnTo>
                  <a:pt x="419100" y="647700"/>
                </a:lnTo>
                <a:lnTo>
                  <a:pt x="419100" y="666750"/>
                </a:lnTo>
                <a:lnTo>
                  <a:pt x="409575" y="666750"/>
                </a:lnTo>
                <a:lnTo>
                  <a:pt x="409575" y="657225"/>
                </a:lnTo>
                <a:lnTo>
                  <a:pt x="400050" y="657225"/>
                </a:lnTo>
                <a:lnTo>
                  <a:pt x="400050" y="666750"/>
                </a:lnTo>
                <a:lnTo>
                  <a:pt x="381000" y="666750"/>
                </a:lnTo>
                <a:lnTo>
                  <a:pt x="381000" y="657225"/>
                </a:lnTo>
                <a:lnTo>
                  <a:pt x="371475" y="657225"/>
                </a:lnTo>
                <a:close/>
                <a:moveTo>
                  <a:pt x="504825" y="647700"/>
                </a:moveTo>
                <a:lnTo>
                  <a:pt x="514350" y="647700"/>
                </a:lnTo>
                <a:lnTo>
                  <a:pt x="514350" y="657225"/>
                </a:lnTo>
                <a:lnTo>
                  <a:pt x="504825" y="657225"/>
                </a:lnTo>
                <a:close/>
                <a:moveTo>
                  <a:pt x="533400" y="647700"/>
                </a:moveTo>
                <a:lnTo>
                  <a:pt x="542925" y="647700"/>
                </a:lnTo>
                <a:lnTo>
                  <a:pt x="542925" y="657225"/>
                </a:lnTo>
                <a:lnTo>
                  <a:pt x="533400" y="657225"/>
                </a:lnTo>
                <a:close/>
                <a:moveTo>
                  <a:pt x="1695450" y="647700"/>
                </a:moveTo>
                <a:lnTo>
                  <a:pt x="1714500" y="647700"/>
                </a:lnTo>
                <a:lnTo>
                  <a:pt x="1714500" y="676275"/>
                </a:lnTo>
                <a:lnTo>
                  <a:pt x="1695450" y="676275"/>
                </a:lnTo>
                <a:close/>
                <a:moveTo>
                  <a:pt x="447675" y="657225"/>
                </a:moveTo>
                <a:lnTo>
                  <a:pt x="457200" y="657225"/>
                </a:lnTo>
                <a:lnTo>
                  <a:pt x="457200" y="666750"/>
                </a:lnTo>
                <a:lnTo>
                  <a:pt x="447675" y="666750"/>
                </a:lnTo>
                <a:close/>
                <a:moveTo>
                  <a:pt x="1647825" y="657225"/>
                </a:moveTo>
                <a:lnTo>
                  <a:pt x="1657350" y="657225"/>
                </a:lnTo>
                <a:lnTo>
                  <a:pt x="1657350" y="666750"/>
                </a:lnTo>
                <a:lnTo>
                  <a:pt x="1647825" y="666750"/>
                </a:lnTo>
                <a:close/>
                <a:moveTo>
                  <a:pt x="542925" y="666750"/>
                </a:moveTo>
                <a:lnTo>
                  <a:pt x="561975" y="666750"/>
                </a:lnTo>
                <a:lnTo>
                  <a:pt x="561975" y="685800"/>
                </a:lnTo>
                <a:lnTo>
                  <a:pt x="552450" y="685800"/>
                </a:lnTo>
                <a:lnTo>
                  <a:pt x="552450" y="676275"/>
                </a:lnTo>
                <a:lnTo>
                  <a:pt x="542925" y="676275"/>
                </a:lnTo>
                <a:close/>
                <a:moveTo>
                  <a:pt x="390525" y="676275"/>
                </a:moveTo>
                <a:lnTo>
                  <a:pt x="400050" y="676275"/>
                </a:lnTo>
                <a:lnTo>
                  <a:pt x="400050" y="685800"/>
                </a:lnTo>
                <a:lnTo>
                  <a:pt x="390525" y="685800"/>
                </a:lnTo>
                <a:close/>
                <a:moveTo>
                  <a:pt x="933450" y="676275"/>
                </a:moveTo>
                <a:lnTo>
                  <a:pt x="942975" y="676275"/>
                </a:lnTo>
                <a:lnTo>
                  <a:pt x="942975" y="685800"/>
                </a:lnTo>
                <a:lnTo>
                  <a:pt x="933450" y="685800"/>
                </a:lnTo>
                <a:close/>
                <a:moveTo>
                  <a:pt x="304800" y="685800"/>
                </a:moveTo>
                <a:lnTo>
                  <a:pt x="314325" y="685800"/>
                </a:lnTo>
                <a:lnTo>
                  <a:pt x="314325" y="676275"/>
                </a:lnTo>
                <a:lnTo>
                  <a:pt x="304800" y="676275"/>
                </a:lnTo>
                <a:close/>
                <a:moveTo>
                  <a:pt x="495300" y="685800"/>
                </a:moveTo>
                <a:lnTo>
                  <a:pt x="514350" y="685800"/>
                </a:lnTo>
                <a:lnTo>
                  <a:pt x="514350" y="695325"/>
                </a:lnTo>
                <a:lnTo>
                  <a:pt x="495300" y="695325"/>
                </a:lnTo>
                <a:close/>
                <a:moveTo>
                  <a:pt x="1733550" y="685800"/>
                </a:moveTo>
                <a:lnTo>
                  <a:pt x="1752600" y="685800"/>
                </a:lnTo>
                <a:lnTo>
                  <a:pt x="1752600" y="695325"/>
                </a:lnTo>
                <a:lnTo>
                  <a:pt x="1733550" y="695325"/>
                </a:lnTo>
                <a:close/>
                <a:moveTo>
                  <a:pt x="390525" y="695325"/>
                </a:moveTo>
                <a:lnTo>
                  <a:pt x="400050" y="695325"/>
                </a:lnTo>
                <a:lnTo>
                  <a:pt x="400050" y="723900"/>
                </a:lnTo>
                <a:lnTo>
                  <a:pt x="390525" y="723900"/>
                </a:lnTo>
                <a:close/>
                <a:moveTo>
                  <a:pt x="428625" y="695325"/>
                </a:moveTo>
                <a:lnTo>
                  <a:pt x="447675" y="695325"/>
                </a:lnTo>
                <a:lnTo>
                  <a:pt x="447675" y="714375"/>
                </a:lnTo>
                <a:lnTo>
                  <a:pt x="457200" y="714375"/>
                </a:lnTo>
                <a:lnTo>
                  <a:pt x="457200" y="723900"/>
                </a:lnTo>
                <a:lnTo>
                  <a:pt x="466725" y="723900"/>
                </a:lnTo>
                <a:lnTo>
                  <a:pt x="466725" y="714375"/>
                </a:lnTo>
                <a:lnTo>
                  <a:pt x="476250" y="714375"/>
                </a:lnTo>
                <a:lnTo>
                  <a:pt x="476250" y="695325"/>
                </a:lnTo>
                <a:lnTo>
                  <a:pt x="485775" y="695325"/>
                </a:lnTo>
                <a:lnTo>
                  <a:pt x="485775" y="723900"/>
                </a:lnTo>
                <a:lnTo>
                  <a:pt x="476250" y="723900"/>
                </a:lnTo>
                <a:lnTo>
                  <a:pt x="476250" y="733425"/>
                </a:lnTo>
                <a:lnTo>
                  <a:pt x="447675" y="733425"/>
                </a:lnTo>
                <a:lnTo>
                  <a:pt x="447675" y="723900"/>
                </a:lnTo>
                <a:lnTo>
                  <a:pt x="438150" y="723900"/>
                </a:lnTo>
                <a:lnTo>
                  <a:pt x="438150" y="714375"/>
                </a:lnTo>
                <a:lnTo>
                  <a:pt x="419100" y="714375"/>
                </a:lnTo>
                <a:lnTo>
                  <a:pt x="419100" y="704850"/>
                </a:lnTo>
                <a:lnTo>
                  <a:pt x="428625" y="704850"/>
                </a:lnTo>
                <a:close/>
                <a:moveTo>
                  <a:pt x="514350" y="695325"/>
                </a:moveTo>
                <a:lnTo>
                  <a:pt x="523875" y="695325"/>
                </a:lnTo>
                <a:lnTo>
                  <a:pt x="523875" y="790575"/>
                </a:lnTo>
                <a:lnTo>
                  <a:pt x="514350" y="790575"/>
                </a:lnTo>
                <a:lnTo>
                  <a:pt x="514350" y="781050"/>
                </a:lnTo>
                <a:lnTo>
                  <a:pt x="504825" y="781050"/>
                </a:lnTo>
                <a:lnTo>
                  <a:pt x="504825" y="762000"/>
                </a:lnTo>
                <a:lnTo>
                  <a:pt x="514350" y="762000"/>
                </a:lnTo>
                <a:lnTo>
                  <a:pt x="514350" y="742950"/>
                </a:lnTo>
                <a:lnTo>
                  <a:pt x="495300" y="742950"/>
                </a:lnTo>
                <a:lnTo>
                  <a:pt x="495300" y="733425"/>
                </a:lnTo>
                <a:lnTo>
                  <a:pt x="485775" y="733425"/>
                </a:lnTo>
                <a:lnTo>
                  <a:pt x="485775" y="723900"/>
                </a:lnTo>
                <a:lnTo>
                  <a:pt x="504825" y="723900"/>
                </a:lnTo>
                <a:lnTo>
                  <a:pt x="504825" y="733425"/>
                </a:lnTo>
                <a:lnTo>
                  <a:pt x="514350" y="733425"/>
                </a:lnTo>
                <a:close/>
                <a:moveTo>
                  <a:pt x="990600" y="704850"/>
                </a:moveTo>
                <a:lnTo>
                  <a:pt x="1000125" y="704850"/>
                </a:lnTo>
                <a:lnTo>
                  <a:pt x="1000125" y="714375"/>
                </a:lnTo>
                <a:lnTo>
                  <a:pt x="990600" y="714375"/>
                </a:lnTo>
                <a:close/>
                <a:moveTo>
                  <a:pt x="1676400" y="704850"/>
                </a:moveTo>
                <a:lnTo>
                  <a:pt x="1685925" y="704850"/>
                </a:lnTo>
                <a:lnTo>
                  <a:pt x="1685925" y="714375"/>
                </a:lnTo>
                <a:lnTo>
                  <a:pt x="1695450" y="714375"/>
                </a:lnTo>
                <a:lnTo>
                  <a:pt x="1695450" y="723900"/>
                </a:lnTo>
                <a:lnTo>
                  <a:pt x="1676400" y="723900"/>
                </a:lnTo>
                <a:close/>
                <a:moveTo>
                  <a:pt x="866775" y="714375"/>
                </a:moveTo>
                <a:lnTo>
                  <a:pt x="876300" y="714375"/>
                </a:lnTo>
                <a:lnTo>
                  <a:pt x="876300" y="723900"/>
                </a:lnTo>
                <a:lnTo>
                  <a:pt x="866775" y="723900"/>
                </a:lnTo>
                <a:close/>
                <a:moveTo>
                  <a:pt x="400050" y="723900"/>
                </a:moveTo>
                <a:lnTo>
                  <a:pt x="419100" y="723900"/>
                </a:lnTo>
                <a:lnTo>
                  <a:pt x="419100" y="733425"/>
                </a:lnTo>
                <a:lnTo>
                  <a:pt x="400050" y="733425"/>
                </a:lnTo>
                <a:close/>
                <a:moveTo>
                  <a:pt x="1666875" y="723900"/>
                </a:moveTo>
                <a:lnTo>
                  <a:pt x="1676400" y="723900"/>
                </a:lnTo>
                <a:lnTo>
                  <a:pt x="1676400" y="733425"/>
                </a:lnTo>
                <a:lnTo>
                  <a:pt x="1666875" y="733425"/>
                </a:lnTo>
                <a:close/>
                <a:moveTo>
                  <a:pt x="390525" y="733425"/>
                </a:moveTo>
                <a:lnTo>
                  <a:pt x="400050" y="733425"/>
                </a:lnTo>
                <a:lnTo>
                  <a:pt x="400050" y="742950"/>
                </a:lnTo>
                <a:lnTo>
                  <a:pt x="390525" y="742950"/>
                </a:lnTo>
                <a:close/>
                <a:moveTo>
                  <a:pt x="1247775" y="733425"/>
                </a:moveTo>
                <a:lnTo>
                  <a:pt x="1257300" y="733425"/>
                </a:lnTo>
                <a:lnTo>
                  <a:pt x="1257300" y="742950"/>
                </a:lnTo>
                <a:lnTo>
                  <a:pt x="1247775" y="742950"/>
                </a:lnTo>
                <a:close/>
                <a:moveTo>
                  <a:pt x="381000" y="742950"/>
                </a:moveTo>
                <a:lnTo>
                  <a:pt x="390525" y="742950"/>
                </a:lnTo>
                <a:lnTo>
                  <a:pt x="390525" y="752475"/>
                </a:lnTo>
                <a:lnTo>
                  <a:pt x="381000" y="752475"/>
                </a:lnTo>
                <a:close/>
                <a:moveTo>
                  <a:pt x="400050" y="742950"/>
                </a:moveTo>
                <a:lnTo>
                  <a:pt x="419100" y="742950"/>
                </a:lnTo>
                <a:lnTo>
                  <a:pt x="419100" y="752475"/>
                </a:lnTo>
                <a:lnTo>
                  <a:pt x="400050" y="752475"/>
                </a:lnTo>
                <a:close/>
                <a:moveTo>
                  <a:pt x="466725" y="742950"/>
                </a:moveTo>
                <a:lnTo>
                  <a:pt x="476250" y="742950"/>
                </a:lnTo>
                <a:lnTo>
                  <a:pt x="476250" y="752475"/>
                </a:lnTo>
                <a:lnTo>
                  <a:pt x="466725" y="752475"/>
                </a:lnTo>
                <a:close/>
                <a:moveTo>
                  <a:pt x="485775" y="742950"/>
                </a:moveTo>
                <a:lnTo>
                  <a:pt x="495300" y="742950"/>
                </a:lnTo>
                <a:lnTo>
                  <a:pt x="495300" y="781050"/>
                </a:lnTo>
                <a:lnTo>
                  <a:pt x="485775" y="781050"/>
                </a:lnTo>
                <a:close/>
                <a:moveTo>
                  <a:pt x="647700" y="742950"/>
                </a:moveTo>
                <a:lnTo>
                  <a:pt x="657225" y="742950"/>
                </a:lnTo>
                <a:lnTo>
                  <a:pt x="657225" y="762000"/>
                </a:lnTo>
                <a:lnTo>
                  <a:pt x="647700" y="762000"/>
                </a:lnTo>
                <a:close/>
                <a:moveTo>
                  <a:pt x="1238250" y="742950"/>
                </a:moveTo>
                <a:lnTo>
                  <a:pt x="1247775" y="742950"/>
                </a:lnTo>
                <a:lnTo>
                  <a:pt x="1247775" y="752475"/>
                </a:lnTo>
                <a:lnTo>
                  <a:pt x="1238250" y="752475"/>
                </a:lnTo>
                <a:close/>
                <a:moveTo>
                  <a:pt x="361950" y="752475"/>
                </a:moveTo>
                <a:lnTo>
                  <a:pt x="381000" y="752475"/>
                </a:lnTo>
                <a:lnTo>
                  <a:pt x="381000" y="771525"/>
                </a:lnTo>
                <a:lnTo>
                  <a:pt x="371475" y="771525"/>
                </a:lnTo>
                <a:lnTo>
                  <a:pt x="371475" y="762000"/>
                </a:lnTo>
                <a:lnTo>
                  <a:pt x="361950" y="762000"/>
                </a:lnTo>
                <a:close/>
                <a:moveTo>
                  <a:pt x="438150" y="752475"/>
                </a:moveTo>
                <a:lnTo>
                  <a:pt x="447675" y="752475"/>
                </a:lnTo>
                <a:lnTo>
                  <a:pt x="447675" y="771525"/>
                </a:lnTo>
                <a:lnTo>
                  <a:pt x="438150" y="771525"/>
                </a:lnTo>
                <a:close/>
                <a:moveTo>
                  <a:pt x="1619250" y="752475"/>
                </a:moveTo>
                <a:lnTo>
                  <a:pt x="1628775" y="752475"/>
                </a:lnTo>
                <a:lnTo>
                  <a:pt x="1628775" y="771525"/>
                </a:lnTo>
                <a:lnTo>
                  <a:pt x="1619250" y="771525"/>
                </a:lnTo>
                <a:close/>
                <a:moveTo>
                  <a:pt x="657225" y="762000"/>
                </a:moveTo>
                <a:lnTo>
                  <a:pt x="666750" y="762000"/>
                </a:lnTo>
                <a:lnTo>
                  <a:pt x="666750" y="771525"/>
                </a:lnTo>
                <a:lnTo>
                  <a:pt x="657225" y="771525"/>
                </a:lnTo>
                <a:close/>
                <a:moveTo>
                  <a:pt x="571500" y="771525"/>
                </a:moveTo>
                <a:lnTo>
                  <a:pt x="590550" y="771525"/>
                </a:lnTo>
                <a:lnTo>
                  <a:pt x="590550" y="781050"/>
                </a:lnTo>
                <a:lnTo>
                  <a:pt x="571500" y="781050"/>
                </a:lnTo>
                <a:close/>
                <a:moveTo>
                  <a:pt x="657225" y="781050"/>
                </a:moveTo>
                <a:lnTo>
                  <a:pt x="666750" y="781050"/>
                </a:lnTo>
                <a:lnTo>
                  <a:pt x="666750" y="790575"/>
                </a:lnTo>
                <a:lnTo>
                  <a:pt x="657225" y="790575"/>
                </a:lnTo>
                <a:close/>
                <a:moveTo>
                  <a:pt x="704850" y="781050"/>
                </a:moveTo>
                <a:lnTo>
                  <a:pt x="723900" y="781050"/>
                </a:lnTo>
                <a:lnTo>
                  <a:pt x="723900" y="790575"/>
                </a:lnTo>
                <a:lnTo>
                  <a:pt x="704850" y="790575"/>
                </a:lnTo>
                <a:close/>
                <a:moveTo>
                  <a:pt x="733425" y="781050"/>
                </a:moveTo>
                <a:lnTo>
                  <a:pt x="742950" y="781050"/>
                </a:lnTo>
                <a:lnTo>
                  <a:pt x="742950" y="790575"/>
                </a:lnTo>
                <a:lnTo>
                  <a:pt x="733425" y="790575"/>
                </a:lnTo>
                <a:close/>
                <a:moveTo>
                  <a:pt x="1933575" y="781050"/>
                </a:moveTo>
                <a:lnTo>
                  <a:pt x="1952625" y="781050"/>
                </a:lnTo>
                <a:lnTo>
                  <a:pt x="1952625" y="790575"/>
                </a:lnTo>
                <a:lnTo>
                  <a:pt x="1933575" y="790575"/>
                </a:lnTo>
                <a:close/>
                <a:moveTo>
                  <a:pt x="266700" y="790575"/>
                </a:moveTo>
                <a:lnTo>
                  <a:pt x="285750" y="790575"/>
                </a:lnTo>
                <a:lnTo>
                  <a:pt x="285750" y="800100"/>
                </a:lnTo>
                <a:lnTo>
                  <a:pt x="276225" y="800100"/>
                </a:lnTo>
                <a:lnTo>
                  <a:pt x="276225" y="809625"/>
                </a:lnTo>
                <a:lnTo>
                  <a:pt x="266700" y="809625"/>
                </a:lnTo>
                <a:close/>
                <a:moveTo>
                  <a:pt x="495300" y="790575"/>
                </a:moveTo>
                <a:lnTo>
                  <a:pt x="504825" y="790575"/>
                </a:lnTo>
                <a:lnTo>
                  <a:pt x="504825" y="800100"/>
                </a:lnTo>
                <a:lnTo>
                  <a:pt x="495300" y="800100"/>
                </a:lnTo>
                <a:close/>
                <a:moveTo>
                  <a:pt x="666750" y="790575"/>
                </a:moveTo>
                <a:lnTo>
                  <a:pt x="695325" y="790575"/>
                </a:lnTo>
                <a:lnTo>
                  <a:pt x="695325" y="809625"/>
                </a:lnTo>
                <a:lnTo>
                  <a:pt x="676275" y="809625"/>
                </a:lnTo>
                <a:lnTo>
                  <a:pt x="676275" y="819150"/>
                </a:lnTo>
                <a:lnTo>
                  <a:pt x="666750" y="819150"/>
                </a:lnTo>
                <a:close/>
                <a:moveTo>
                  <a:pt x="723900" y="790575"/>
                </a:moveTo>
                <a:lnTo>
                  <a:pt x="733425" y="790575"/>
                </a:lnTo>
                <a:lnTo>
                  <a:pt x="733425" y="800100"/>
                </a:lnTo>
                <a:lnTo>
                  <a:pt x="723900" y="800100"/>
                </a:lnTo>
                <a:close/>
                <a:moveTo>
                  <a:pt x="1095375" y="790575"/>
                </a:moveTo>
                <a:lnTo>
                  <a:pt x="1104900" y="790575"/>
                </a:lnTo>
                <a:lnTo>
                  <a:pt x="1104900" y="800100"/>
                </a:lnTo>
                <a:lnTo>
                  <a:pt x="1095375" y="800100"/>
                </a:lnTo>
                <a:close/>
                <a:moveTo>
                  <a:pt x="1114425" y="800100"/>
                </a:moveTo>
                <a:lnTo>
                  <a:pt x="1123950" y="800100"/>
                </a:lnTo>
                <a:lnTo>
                  <a:pt x="1123950" y="809625"/>
                </a:lnTo>
                <a:lnTo>
                  <a:pt x="1114425" y="809625"/>
                </a:lnTo>
                <a:close/>
                <a:moveTo>
                  <a:pt x="1876425" y="800100"/>
                </a:moveTo>
                <a:lnTo>
                  <a:pt x="1885950" y="800100"/>
                </a:lnTo>
                <a:lnTo>
                  <a:pt x="1885950" y="809625"/>
                </a:lnTo>
                <a:lnTo>
                  <a:pt x="1876425" y="809625"/>
                </a:lnTo>
                <a:close/>
                <a:moveTo>
                  <a:pt x="485775" y="809625"/>
                </a:moveTo>
                <a:lnTo>
                  <a:pt x="514350" y="809625"/>
                </a:lnTo>
                <a:lnTo>
                  <a:pt x="514350" y="838200"/>
                </a:lnTo>
                <a:lnTo>
                  <a:pt x="485775" y="838200"/>
                </a:lnTo>
                <a:lnTo>
                  <a:pt x="485775" y="828675"/>
                </a:lnTo>
                <a:lnTo>
                  <a:pt x="504825" y="828675"/>
                </a:lnTo>
                <a:lnTo>
                  <a:pt x="504825" y="819150"/>
                </a:lnTo>
                <a:lnTo>
                  <a:pt x="485775" y="819150"/>
                </a:lnTo>
                <a:close/>
                <a:moveTo>
                  <a:pt x="704850" y="809625"/>
                </a:moveTo>
                <a:lnTo>
                  <a:pt x="714375" y="809625"/>
                </a:lnTo>
                <a:lnTo>
                  <a:pt x="714375" y="819150"/>
                </a:lnTo>
                <a:lnTo>
                  <a:pt x="704850" y="819150"/>
                </a:lnTo>
                <a:close/>
                <a:moveTo>
                  <a:pt x="1123950" y="809625"/>
                </a:moveTo>
                <a:lnTo>
                  <a:pt x="1133475" y="809625"/>
                </a:lnTo>
                <a:lnTo>
                  <a:pt x="1133475" y="828675"/>
                </a:lnTo>
                <a:lnTo>
                  <a:pt x="1123950" y="828675"/>
                </a:lnTo>
                <a:close/>
                <a:moveTo>
                  <a:pt x="257175" y="819150"/>
                </a:moveTo>
                <a:lnTo>
                  <a:pt x="266700" y="819150"/>
                </a:lnTo>
                <a:lnTo>
                  <a:pt x="266700" y="904875"/>
                </a:lnTo>
                <a:lnTo>
                  <a:pt x="247650" y="904875"/>
                </a:lnTo>
                <a:lnTo>
                  <a:pt x="247650" y="914400"/>
                </a:lnTo>
                <a:lnTo>
                  <a:pt x="238125" y="914400"/>
                </a:lnTo>
                <a:lnTo>
                  <a:pt x="238125" y="904875"/>
                </a:lnTo>
                <a:lnTo>
                  <a:pt x="228600" y="904875"/>
                </a:lnTo>
                <a:lnTo>
                  <a:pt x="228600" y="895350"/>
                </a:lnTo>
                <a:lnTo>
                  <a:pt x="219075" y="895350"/>
                </a:lnTo>
                <a:lnTo>
                  <a:pt x="219075" y="885825"/>
                </a:lnTo>
                <a:lnTo>
                  <a:pt x="228600" y="885825"/>
                </a:lnTo>
                <a:lnTo>
                  <a:pt x="228600" y="876300"/>
                </a:lnTo>
                <a:lnTo>
                  <a:pt x="219075" y="876300"/>
                </a:lnTo>
                <a:lnTo>
                  <a:pt x="219075" y="857250"/>
                </a:lnTo>
                <a:lnTo>
                  <a:pt x="228600" y="857250"/>
                </a:lnTo>
                <a:lnTo>
                  <a:pt x="228600" y="838200"/>
                </a:lnTo>
                <a:lnTo>
                  <a:pt x="257175" y="838200"/>
                </a:lnTo>
                <a:close/>
                <a:moveTo>
                  <a:pt x="600075" y="819150"/>
                </a:moveTo>
                <a:lnTo>
                  <a:pt x="619125" y="819150"/>
                </a:lnTo>
                <a:lnTo>
                  <a:pt x="619125" y="838200"/>
                </a:lnTo>
                <a:lnTo>
                  <a:pt x="609600" y="838200"/>
                </a:lnTo>
                <a:lnTo>
                  <a:pt x="609600" y="847725"/>
                </a:lnTo>
                <a:lnTo>
                  <a:pt x="619125" y="847725"/>
                </a:lnTo>
                <a:lnTo>
                  <a:pt x="619125" y="866775"/>
                </a:lnTo>
                <a:lnTo>
                  <a:pt x="600075" y="866775"/>
                </a:lnTo>
                <a:lnTo>
                  <a:pt x="600075" y="857250"/>
                </a:lnTo>
                <a:lnTo>
                  <a:pt x="590550" y="857250"/>
                </a:lnTo>
                <a:lnTo>
                  <a:pt x="590550" y="838200"/>
                </a:lnTo>
                <a:lnTo>
                  <a:pt x="581025" y="838200"/>
                </a:lnTo>
                <a:lnTo>
                  <a:pt x="581025" y="828675"/>
                </a:lnTo>
                <a:lnTo>
                  <a:pt x="600075" y="828675"/>
                </a:lnTo>
                <a:close/>
                <a:moveTo>
                  <a:pt x="638175" y="819150"/>
                </a:moveTo>
                <a:lnTo>
                  <a:pt x="657225" y="819150"/>
                </a:lnTo>
                <a:lnTo>
                  <a:pt x="657225" y="828675"/>
                </a:lnTo>
                <a:lnTo>
                  <a:pt x="638175" y="828675"/>
                </a:lnTo>
                <a:close/>
                <a:moveTo>
                  <a:pt x="685800" y="819150"/>
                </a:moveTo>
                <a:lnTo>
                  <a:pt x="704850" y="819150"/>
                </a:lnTo>
                <a:lnTo>
                  <a:pt x="704850" y="838200"/>
                </a:lnTo>
                <a:lnTo>
                  <a:pt x="695325" y="838200"/>
                </a:lnTo>
                <a:lnTo>
                  <a:pt x="695325" y="828675"/>
                </a:lnTo>
                <a:lnTo>
                  <a:pt x="685800" y="828675"/>
                </a:lnTo>
                <a:close/>
                <a:moveTo>
                  <a:pt x="723900" y="828675"/>
                </a:moveTo>
                <a:lnTo>
                  <a:pt x="733425" y="828675"/>
                </a:lnTo>
                <a:lnTo>
                  <a:pt x="733425" y="838200"/>
                </a:lnTo>
                <a:lnTo>
                  <a:pt x="723900" y="838200"/>
                </a:lnTo>
                <a:close/>
                <a:moveTo>
                  <a:pt x="1914525" y="828675"/>
                </a:moveTo>
                <a:lnTo>
                  <a:pt x="1924050" y="828675"/>
                </a:lnTo>
                <a:lnTo>
                  <a:pt x="1924050" y="847725"/>
                </a:lnTo>
                <a:lnTo>
                  <a:pt x="1914525" y="847725"/>
                </a:lnTo>
                <a:close/>
                <a:moveTo>
                  <a:pt x="1295400" y="838200"/>
                </a:moveTo>
                <a:lnTo>
                  <a:pt x="1304925" y="838200"/>
                </a:lnTo>
                <a:lnTo>
                  <a:pt x="1304925" y="866775"/>
                </a:lnTo>
                <a:lnTo>
                  <a:pt x="1285875" y="866775"/>
                </a:lnTo>
                <a:lnTo>
                  <a:pt x="1285875" y="857250"/>
                </a:lnTo>
                <a:lnTo>
                  <a:pt x="1295400" y="857250"/>
                </a:lnTo>
                <a:close/>
                <a:moveTo>
                  <a:pt x="1333500" y="838200"/>
                </a:moveTo>
                <a:lnTo>
                  <a:pt x="1343025" y="838200"/>
                </a:lnTo>
                <a:lnTo>
                  <a:pt x="1343025" y="847725"/>
                </a:lnTo>
                <a:lnTo>
                  <a:pt x="1333500" y="847725"/>
                </a:lnTo>
                <a:close/>
                <a:moveTo>
                  <a:pt x="1343025" y="847725"/>
                </a:moveTo>
                <a:lnTo>
                  <a:pt x="1362075" y="847725"/>
                </a:lnTo>
                <a:lnTo>
                  <a:pt x="1362075" y="857250"/>
                </a:lnTo>
                <a:lnTo>
                  <a:pt x="1352550" y="857250"/>
                </a:lnTo>
                <a:lnTo>
                  <a:pt x="1352550" y="866775"/>
                </a:lnTo>
                <a:lnTo>
                  <a:pt x="1343025" y="866775"/>
                </a:lnTo>
                <a:close/>
                <a:moveTo>
                  <a:pt x="1847850" y="847725"/>
                </a:moveTo>
                <a:lnTo>
                  <a:pt x="1876425" y="847725"/>
                </a:lnTo>
                <a:lnTo>
                  <a:pt x="1876425" y="857250"/>
                </a:lnTo>
                <a:lnTo>
                  <a:pt x="1885950" y="857250"/>
                </a:lnTo>
                <a:lnTo>
                  <a:pt x="1885950" y="847725"/>
                </a:lnTo>
                <a:lnTo>
                  <a:pt x="1905000" y="847725"/>
                </a:lnTo>
                <a:lnTo>
                  <a:pt x="1905000" y="857250"/>
                </a:lnTo>
                <a:lnTo>
                  <a:pt x="1885950" y="857250"/>
                </a:lnTo>
                <a:lnTo>
                  <a:pt x="1885950" y="866775"/>
                </a:lnTo>
                <a:lnTo>
                  <a:pt x="1876425" y="866775"/>
                </a:lnTo>
                <a:lnTo>
                  <a:pt x="1876425" y="876300"/>
                </a:lnTo>
                <a:lnTo>
                  <a:pt x="1866900" y="876300"/>
                </a:lnTo>
                <a:lnTo>
                  <a:pt x="1866900" y="857250"/>
                </a:lnTo>
                <a:lnTo>
                  <a:pt x="1847850" y="857250"/>
                </a:lnTo>
                <a:close/>
                <a:moveTo>
                  <a:pt x="1238250" y="857250"/>
                </a:moveTo>
                <a:lnTo>
                  <a:pt x="1266825" y="857250"/>
                </a:lnTo>
                <a:lnTo>
                  <a:pt x="1266825" y="866775"/>
                </a:lnTo>
                <a:lnTo>
                  <a:pt x="1238250" y="866775"/>
                </a:lnTo>
                <a:close/>
                <a:moveTo>
                  <a:pt x="1695450" y="857250"/>
                </a:moveTo>
                <a:lnTo>
                  <a:pt x="1724025" y="857250"/>
                </a:lnTo>
                <a:lnTo>
                  <a:pt x="1724025" y="866775"/>
                </a:lnTo>
                <a:lnTo>
                  <a:pt x="1704975" y="866775"/>
                </a:lnTo>
                <a:lnTo>
                  <a:pt x="1704975" y="876300"/>
                </a:lnTo>
                <a:lnTo>
                  <a:pt x="1695450" y="876300"/>
                </a:lnTo>
                <a:close/>
                <a:moveTo>
                  <a:pt x="247650" y="866775"/>
                </a:moveTo>
                <a:lnTo>
                  <a:pt x="257175" y="866775"/>
                </a:lnTo>
                <a:lnTo>
                  <a:pt x="257175" y="857250"/>
                </a:lnTo>
                <a:lnTo>
                  <a:pt x="247650" y="857250"/>
                </a:lnTo>
                <a:close/>
                <a:moveTo>
                  <a:pt x="466725" y="866775"/>
                </a:moveTo>
                <a:lnTo>
                  <a:pt x="485775" y="866775"/>
                </a:lnTo>
                <a:lnTo>
                  <a:pt x="485775" y="904875"/>
                </a:lnTo>
                <a:lnTo>
                  <a:pt x="476250" y="904875"/>
                </a:lnTo>
                <a:lnTo>
                  <a:pt x="476250" y="885825"/>
                </a:lnTo>
                <a:lnTo>
                  <a:pt x="466725" y="885825"/>
                </a:lnTo>
                <a:close/>
                <a:moveTo>
                  <a:pt x="495300" y="866775"/>
                </a:moveTo>
                <a:lnTo>
                  <a:pt x="504825" y="866775"/>
                </a:lnTo>
                <a:lnTo>
                  <a:pt x="504825" y="876300"/>
                </a:lnTo>
                <a:lnTo>
                  <a:pt x="495300" y="876300"/>
                </a:lnTo>
                <a:close/>
                <a:moveTo>
                  <a:pt x="1628775" y="866775"/>
                </a:moveTo>
                <a:lnTo>
                  <a:pt x="1657350" y="866775"/>
                </a:lnTo>
                <a:lnTo>
                  <a:pt x="1657350" y="876300"/>
                </a:lnTo>
                <a:lnTo>
                  <a:pt x="1638300" y="876300"/>
                </a:lnTo>
                <a:lnTo>
                  <a:pt x="1638300" y="885825"/>
                </a:lnTo>
                <a:lnTo>
                  <a:pt x="1628775" y="885825"/>
                </a:lnTo>
                <a:close/>
                <a:moveTo>
                  <a:pt x="247650" y="885825"/>
                </a:moveTo>
                <a:lnTo>
                  <a:pt x="257175" y="885825"/>
                </a:lnTo>
                <a:lnTo>
                  <a:pt x="257175" y="876300"/>
                </a:lnTo>
                <a:lnTo>
                  <a:pt x="247650" y="876300"/>
                </a:lnTo>
                <a:close/>
                <a:moveTo>
                  <a:pt x="419100" y="885825"/>
                </a:moveTo>
                <a:lnTo>
                  <a:pt x="428625" y="885825"/>
                </a:lnTo>
                <a:lnTo>
                  <a:pt x="428625" y="895350"/>
                </a:lnTo>
                <a:lnTo>
                  <a:pt x="457200" y="895350"/>
                </a:lnTo>
                <a:lnTo>
                  <a:pt x="457200" y="904875"/>
                </a:lnTo>
                <a:lnTo>
                  <a:pt x="438150" y="904875"/>
                </a:lnTo>
                <a:lnTo>
                  <a:pt x="438150" y="914400"/>
                </a:lnTo>
                <a:lnTo>
                  <a:pt x="428625" y="914400"/>
                </a:lnTo>
                <a:lnTo>
                  <a:pt x="428625" y="904875"/>
                </a:lnTo>
                <a:lnTo>
                  <a:pt x="419100" y="904875"/>
                </a:lnTo>
                <a:close/>
                <a:moveTo>
                  <a:pt x="1343025" y="895350"/>
                </a:moveTo>
                <a:lnTo>
                  <a:pt x="1362075" y="895350"/>
                </a:lnTo>
                <a:lnTo>
                  <a:pt x="1362075" y="904875"/>
                </a:lnTo>
                <a:lnTo>
                  <a:pt x="1381125" y="904875"/>
                </a:lnTo>
                <a:lnTo>
                  <a:pt x="1381125" y="923925"/>
                </a:lnTo>
                <a:lnTo>
                  <a:pt x="1371600" y="923925"/>
                </a:lnTo>
                <a:lnTo>
                  <a:pt x="1371600" y="914400"/>
                </a:lnTo>
                <a:lnTo>
                  <a:pt x="1362075" y="914400"/>
                </a:lnTo>
                <a:lnTo>
                  <a:pt x="1362075" y="923925"/>
                </a:lnTo>
                <a:lnTo>
                  <a:pt x="1371600" y="923925"/>
                </a:lnTo>
                <a:lnTo>
                  <a:pt x="1371600" y="942975"/>
                </a:lnTo>
                <a:lnTo>
                  <a:pt x="1362075" y="942975"/>
                </a:lnTo>
                <a:lnTo>
                  <a:pt x="1362075" y="933450"/>
                </a:lnTo>
                <a:lnTo>
                  <a:pt x="1352550" y="933450"/>
                </a:lnTo>
                <a:lnTo>
                  <a:pt x="1352550" y="942975"/>
                </a:lnTo>
                <a:lnTo>
                  <a:pt x="1343025" y="942975"/>
                </a:lnTo>
                <a:close/>
                <a:moveTo>
                  <a:pt x="1619250" y="895350"/>
                </a:moveTo>
                <a:lnTo>
                  <a:pt x="1628775" y="895350"/>
                </a:lnTo>
                <a:lnTo>
                  <a:pt x="1628775" y="904875"/>
                </a:lnTo>
                <a:lnTo>
                  <a:pt x="1619250" y="904875"/>
                </a:lnTo>
                <a:close/>
                <a:moveTo>
                  <a:pt x="295275" y="904875"/>
                </a:moveTo>
                <a:lnTo>
                  <a:pt x="304800" y="904875"/>
                </a:lnTo>
                <a:lnTo>
                  <a:pt x="304800" y="914400"/>
                </a:lnTo>
                <a:lnTo>
                  <a:pt x="295275" y="914400"/>
                </a:lnTo>
                <a:close/>
                <a:moveTo>
                  <a:pt x="352425" y="904875"/>
                </a:moveTo>
                <a:lnTo>
                  <a:pt x="361950" y="904875"/>
                </a:lnTo>
                <a:lnTo>
                  <a:pt x="361950" y="923925"/>
                </a:lnTo>
                <a:lnTo>
                  <a:pt x="352425" y="923925"/>
                </a:lnTo>
                <a:close/>
                <a:moveTo>
                  <a:pt x="457200" y="904875"/>
                </a:moveTo>
                <a:lnTo>
                  <a:pt x="466725" y="904875"/>
                </a:lnTo>
                <a:lnTo>
                  <a:pt x="466725" y="914400"/>
                </a:lnTo>
                <a:lnTo>
                  <a:pt x="457200" y="914400"/>
                </a:lnTo>
                <a:close/>
                <a:moveTo>
                  <a:pt x="1628775" y="904875"/>
                </a:moveTo>
                <a:lnTo>
                  <a:pt x="1647825" y="904875"/>
                </a:lnTo>
                <a:lnTo>
                  <a:pt x="1647825" y="923925"/>
                </a:lnTo>
                <a:lnTo>
                  <a:pt x="1628775" y="923925"/>
                </a:lnTo>
                <a:close/>
                <a:moveTo>
                  <a:pt x="1743075" y="904875"/>
                </a:moveTo>
                <a:lnTo>
                  <a:pt x="1752600" y="904875"/>
                </a:lnTo>
                <a:lnTo>
                  <a:pt x="1752600" y="914400"/>
                </a:lnTo>
                <a:lnTo>
                  <a:pt x="1743075" y="914400"/>
                </a:lnTo>
                <a:close/>
                <a:moveTo>
                  <a:pt x="485775" y="914400"/>
                </a:moveTo>
                <a:lnTo>
                  <a:pt x="495300" y="914400"/>
                </a:lnTo>
                <a:lnTo>
                  <a:pt x="495300" y="923925"/>
                </a:lnTo>
                <a:lnTo>
                  <a:pt x="485775" y="923925"/>
                </a:lnTo>
                <a:close/>
                <a:moveTo>
                  <a:pt x="304800" y="923925"/>
                </a:moveTo>
                <a:lnTo>
                  <a:pt x="314325" y="923925"/>
                </a:lnTo>
                <a:lnTo>
                  <a:pt x="314325" y="933450"/>
                </a:lnTo>
                <a:lnTo>
                  <a:pt x="304800" y="933450"/>
                </a:lnTo>
                <a:close/>
                <a:moveTo>
                  <a:pt x="333375" y="923925"/>
                </a:moveTo>
                <a:lnTo>
                  <a:pt x="342900" y="923925"/>
                </a:lnTo>
                <a:lnTo>
                  <a:pt x="342900" y="933450"/>
                </a:lnTo>
                <a:lnTo>
                  <a:pt x="333375" y="933450"/>
                </a:lnTo>
                <a:close/>
                <a:moveTo>
                  <a:pt x="1590675" y="923925"/>
                </a:moveTo>
                <a:lnTo>
                  <a:pt x="1600200" y="923925"/>
                </a:lnTo>
                <a:lnTo>
                  <a:pt x="1600200" y="933450"/>
                </a:lnTo>
                <a:lnTo>
                  <a:pt x="1590675" y="933450"/>
                </a:lnTo>
                <a:close/>
                <a:moveTo>
                  <a:pt x="1695450" y="923925"/>
                </a:moveTo>
                <a:lnTo>
                  <a:pt x="1704975" y="923925"/>
                </a:lnTo>
                <a:lnTo>
                  <a:pt x="1704975" y="942975"/>
                </a:lnTo>
                <a:lnTo>
                  <a:pt x="1695450" y="942975"/>
                </a:lnTo>
                <a:close/>
                <a:moveTo>
                  <a:pt x="266700" y="933450"/>
                </a:moveTo>
                <a:lnTo>
                  <a:pt x="285750" y="933450"/>
                </a:lnTo>
                <a:lnTo>
                  <a:pt x="285750" y="952500"/>
                </a:lnTo>
                <a:lnTo>
                  <a:pt x="266700" y="952500"/>
                </a:lnTo>
                <a:close/>
                <a:moveTo>
                  <a:pt x="390525" y="933450"/>
                </a:moveTo>
                <a:lnTo>
                  <a:pt x="400050" y="933450"/>
                </a:lnTo>
                <a:lnTo>
                  <a:pt x="400050" y="952500"/>
                </a:lnTo>
                <a:lnTo>
                  <a:pt x="409575" y="952500"/>
                </a:lnTo>
                <a:lnTo>
                  <a:pt x="409575" y="962025"/>
                </a:lnTo>
                <a:lnTo>
                  <a:pt x="390525" y="962025"/>
                </a:lnTo>
                <a:close/>
                <a:moveTo>
                  <a:pt x="1619250" y="933450"/>
                </a:moveTo>
                <a:lnTo>
                  <a:pt x="1628775" y="933450"/>
                </a:lnTo>
                <a:lnTo>
                  <a:pt x="1628775" y="942975"/>
                </a:lnTo>
                <a:lnTo>
                  <a:pt x="1619250" y="942975"/>
                </a:lnTo>
                <a:close/>
                <a:moveTo>
                  <a:pt x="1857375" y="933450"/>
                </a:moveTo>
                <a:lnTo>
                  <a:pt x="1866900" y="933450"/>
                </a:lnTo>
                <a:lnTo>
                  <a:pt x="1866900" y="952500"/>
                </a:lnTo>
                <a:lnTo>
                  <a:pt x="1857375" y="952500"/>
                </a:lnTo>
                <a:close/>
                <a:moveTo>
                  <a:pt x="1876425" y="933450"/>
                </a:moveTo>
                <a:lnTo>
                  <a:pt x="1885950" y="933450"/>
                </a:lnTo>
                <a:lnTo>
                  <a:pt x="1885950" y="942975"/>
                </a:lnTo>
                <a:lnTo>
                  <a:pt x="1876425" y="942975"/>
                </a:lnTo>
                <a:close/>
                <a:moveTo>
                  <a:pt x="161925" y="942975"/>
                </a:moveTo>
                <a:lnTo>
                  <a:pt x="171450" y="942975"/>
                </a:lnTo>
                <a:lnTo>
                  <a:pt x="171450" y="962025"/>
                </a:lnTo>
                <a:lnTo>
                  <a:pt x="161925" y="962025"/>
                </a:lnTo>
                <a:close/>
                <a:moveTo>
                  <a:pt x="295275" y="942975"/>
                </a:moveTo>
                <a:lnTo>
                  <a:pt x="304800" y="942975"/>
                </a:lnTo>
                <a:lnTo>
                  <a:pt x="304800" y="952500"/>
                </a:lnTo>
                <a:lnTo>
                  <a:pt x="295275" y="952500"/>
                </a:lnTo>
                <a:close/>
                <a:moveTo>
                  <a:pt x="457200" y="942975"/>
                </a:moveTo>
                <a:lnTo>
                  <a:pt x="485775" y="942975"/>
                </a:lnTo>
                <a:lnTo>
                  <a:pt x="485775" y="952500"/>
                </a:lnTo>
                <a:lnTo>
                  <a:pt x="495300" y="952500"/>
                </a:lnTo>
                <a:lnTo>
                  <a:pt x="495300" y="962025"/>
                </a:lnTo>
                <a:lnTo>
                  <a:pt x="485775" y="962025"/>
                </a:lnTo>
                <a:lnTo>
                  <a:pt x="485775" y="981075"/>
                </a:lnTo>
                <a:lnTo>
                  <a:pt x="476250" y="981075"/>
                </a:lnTo>
                <a:lnTo>
                  <a:pt x="476250" y="962025"/>
                </a:lnTo>
                <a:lnTo>
                  <a:pt x="466725" y="962025"/>
                </a:lnTo>
                <a:lnTo>
                  <a:pt x="466725" y="971550"/>
                </a:lnTo>
                <a:lnTo>
                  <a:pt x="457200" y="971550"/>
                </a:lnTo>
                <a:lnTo>
                  <a:pt x="457200" y="962025"/>
                </a:lnTo>
                <a:lnTo>
                  <a:pt x="447675" y="962025"/>
                </a:lnTo>
                <a:lnTo>
                  <a:pt x="447675" y="952500"/>
                </a:lnTo>
                <a:lnTo>
                  <a:pt x="457200" y="952500"/>
                </a:lnTo>
                <a:close/>
                <a:moveTo>
                  <a:pt x="1657350" y="942975"/>
                </a:moveTo>
                <a:lnTo>
                  <a:pt x="1666875" y="942975"/>
                </a:lnTo>
                <a:lnTo>
                  <a:pt x="1666875" y="962025"/>
                </a:lnTo>
                <a:lnTo>
                  <a:pt x="1676400" y="962025"/>
                </a:lnTo>
                <a:lnTo>
                  <a:pt x="1676400" y="971550"/>
                </a:lnTo>
                <a:lnTo>
                  <a:pt x="1695450" y="971550"/>
                </a:lnTo>
                <a:lnTo>
                  <a:pt x="1695450" y="962025"/>
                </a:lnTo>
                <a:lnTo>
                  <a:pt x="1704975" y="962025"/>
                </a:lnTo>
                <a:lnTo>
                  <a:pt x="1704975" y="990600"/>
                </a:lnTo>
                <a:lnTo>
                  <a:pt x="1695450" y="990600"/>
                </a:lnTo>
                <a:lnTo>
                  <a:pt x="1695450" y="981075"/>
                </a:lnTo>
                <a:lnTo>
                  <a:pt x="1657350" y="981075"/>
                </a:lnTo>
                <a:lnTo>
                  <a:pt x="1657350" y="971550"/>
                </a:lnTo>
                <a:lnTo>
                  <a:pt x="1647825" y="971550"/>
                </a:lnTo>
                <a:lnTo>
                  <a:pt x="1647825" y="962025"/>
                </a:lnTo>
                <a:lnTo>
                  <a:pt x="1657350" y="962025"/>
                </a:lnTo>
                <a:close/>
                <a:moveTo>
                  <a:pt x="1571625" y="962025"/>
                </a:moveTo>
                <a:lnTo>
                  <a:pt x="1600200" y="962025"/>
                </a:lnTo>
                <a:lnTo>
                  <a:pt x="1600200" y="971550"/>
                </a:lnTo>
                <a:lnTo>
                  <a:pt x="1590675" y="971550"/>
                </a:lnTo>
                <a:lnTo>
                  <a:pt x="1590675" y="1009650"/>
                </a:lnTo>
                <a:lnTo>
                  <a:pt x="1581150" y="1009650"/>
                </a:lnTo>
                <a:lnTo>
                  <a:pt x="1581150" y="971550"/>
                </a:lnTo>
                <a:lnTo>
                  <a:pt x="1571625" y="971550"/>
                </a:lnTo>
                <a:close/>
                <a:moveTo>
                  <a:pt x="304800" y="971550"/>
                </a:moveTo>
                <a:lnTo>
                  <a:pt x="314325" y="971550"/>
                </a:lnTo>
                <a:lnTo>
                  <a:pt x="314325" y="1000125"/>
                </a:lnTo>
                <a:lnTo>
                  <a:pt x="304800" y="1000125"/>
                </a:lnTo>
                <a:lnTo>
                  <a:pt x="304800" y="1028700"/>
                </a:lnTo>
                <a:lnTo>
                  <a:pt x="295275" y="1028700"/>
                </a:lnTo>
                <a:lnTo>
                  <a:pt x="295275" y="981075"/>
                </a:lnTo>
                <a:lnTo>
                  <a:pt x="304800" y="981075"/>
                </a:lnTo>
                <a:close/>
                <a:moveTo>
                  <a:pt x="1743075" y="971550"/>
                </a:moveTo>
                <a:lnTo>
                  <a:pt x="1752600" y="971550"/>
                </a:lnTo>
                <a:lnTo>
                  <a:pt x="1752600" y="1019175"/>
                </a:lnTo>
                <a:lnTo>
                  <a:pt x="1743075" y="1019175"/>
                </a:lnTo>
                <a:close/>
                <a:moveTo>
                  <a:pt x="1514475" y="981075"/>
                </a:moveTo>
                <a:lnTo>
                  <a:pt x="1524000" y="981075"/>
                </a:lnTo>
                <a:lnTo>
                  <a:pt x="1524000" y="1000125"/>
                </a:lnTo>
                <a:lnTo>
                  <a:pt x="1514475" y="1000125"/>
                </a:lnTo>
                <a:close/>
                <a:moveTo>
                  <a:pt x="1676400" y="990600"/>
                </a:moveTo>
                <a:lnTo>
                  <a:pt x="1695450" y="990600"/>
                </a:lnTo>
                <a:lnTo>
                  <a:pt x="1695450" y="1000125"/>
                </a:lnTo>
                <a:lnTo>
                  <a:pt x="1676400" y="1000125"/>
                </a:lnTo>
                <a:close/>
                <a:moveTo>
                  <a:pt x="342900" y="1019175"/>
                </a:moveTo>
                <a:lnTo>
                  <a:pt x="352425" y="1019175"/>
                </a:lnTo>
                <a:lnTo>
                  <a:pt x="352425" y="1028700"/>
                </a:lnTo>
                <a:lnTo>
                  <a:pt x="342900" y="1028700"/>
                </a:lnTo>
                <a:close/>
                <a:moveTo>
                  <a:pt x="361950" y="1019175"/>
                </a:moveTo>
                <a:lnTo>
                  <a:pt x="371475" y="1019175"/>
                </a:lnTo>
                <a:lnTo>
                  <a:pt x="371475" y="1028700"/>
                </a:lnTo>
                <a:lnTo>
                  <a:pt x="400050" y="1028700"/>
                </a:lnTo>
                <a:lnTo>
                  <a:pt x="400050" y="1038225"/>
                </a:lnTo>
                <a:lnTo>
                  <a:pt x="390525" y="1038225"/>
                </a:lnTo>
                <a:lnTo>
                  <a:pt x="390525" y="1047750"/>
                </a:lnTo>
                <a:lnTo>
                  <a:pt x="371475" y="1047750"/>
                </a:lnTo>
                <a:lnTo>
                  <a:pt x="371475" y="1057275"/>
                </a:lnTo>
                <a:lnTo>
                  <a:pt x="361950" y="1057275"/>
                </a:lnTo>
                <a:lnTo>
                  <a:pt x="361950" y="1066800"/>
                </a:lnTo>
                <a:lnTo>
                  <a:pt x="323850" y="1066800"/>
                </a:lnTo>
                <a:lnTo>
                  <a:pt x="323850" y="1047750"/>
                </a:lnTo>
                <a:lnTo>
                  <a:pt x="342900" y="1047750"/>
                </a:lnTo>
                <a:lnTo>
                  <a:pt x="342900" y="1038225"/>
                </a:lnTo>
                <a:lnTo>
                  <a:pt x="352425" y="1038225"/>
                </a:lnTo>
                <a:lnTo>
                  <a:pt x="352425" y="1028700"/>
                </a:lnTo>
                <a:lnTo>
                  <a:pt x="361950" y="1028700"/>
                </a:lnTo>
                <a:close/>
                <a:moveTo>
                  <a:pt x="457200" y="1019175"/>
                </a:moveTo>
                <a:lnTo>
                  <a:pt x="476250" y="1019175"/>
                </a:lnTo>
                <a:lnTo>
                  <a:pt x="476250" y="1028700"/>
                </a:lnTo>
                <a:lnTo>
                  <a:pt x="466725" y="1028700"/>
                </a:lnTo>
                <a:lnTo>
                  <a:pt x="466725" y="1038225"/>
                </a:lnTo>
                <a:lnTo>
                  <a:pt x="457200" y="1038225"/>
                </a:lnTo>
                <a:close/>
                <a:moveTo>
                  <a:pt x="323850" y="1028700"/>
                </a:moveTo>
                <a:lnTo>
                  <a:pt x="333375" y="1028700"/>
                </a:lnTo>
                <a:lnTo>
                  <a:pt x="333375" y="1038225"/>
                </a:lnTo>
                <a:lnTo>
                  <a:pt x="323850" y="1038225"/>
                </a:lnTo>
                <a:close/>
                <a:moveTo>
                  <a:pt x="1743075" y="1028700"/>
                </a:moveTo>
                <a:lnTo>
                  <a:pt x="1752600" y="1028700"/>
                </a:lnTo>
                <a:lnTo>
                  <a:pt x="1752600" y="1047750"/>
                </a:lnTo>
                <a:lnTo>
                  <a:pt x="1743075" y="1047750"/>
                </a:lnTo>
                <a:close/>
                <a:moveTo>
                  <a:pt x="1905000" y="1038225"/>
                </a:moveTo>
                <a:lnTo>
                  <a:pt x="1924050" y="1038225"/>
                </a:lnTo>
                <a:lnTo>
                  <a:pt x="1924050" y="1095375"/>
                </a:lnTo>
                <a:lnTo>
                  <a:pt x="1914525" y="1095375"/>
                </a:lnTo>
                <a:lnTo>
                  <a:pt x="1914525" y="1047750"/>
                </a:lnTo>
                <a:lnTo>
                  <a:pt x="1905000" y="1047750"/>
                </a:lnTo>
                <a:close/>
                <a:moveTo>
                  <a:pt x="1943100" y="1038225"/>
                </a:moveTo>
                <a:lnTo>
                  <a:pt x="1962150" y="1038225"/>
                </a:lnTo>
                <a:lnTo>
                  <a:pt x="1962150" y="1066800"/>
                </a:lnTo>
                <a:lnTo>
                  <a:pt x="1971675" y="1066800"/>
                </a:lnTo>
                <a:lnTo>
                  <a:pt x="1971675" y="1085850"/>
                </a:lnTo>
                <a:lnTo>
                  <a:pt x="1962150" y="1085850"/>
                </a:lnTo>
                <a:lnTo>
                  <a:pt x="1962150" y="1076325"/>
                </a:lnTo>
                <a:lnTo>
                  <a:pt x="1952625" y="1076325"/>
                </a:lnTo>
                <a:lnTo>
                  <a:pt x="1952625" y="1047750"/>
                </a:lnTo>
                <a:lnTo>
                  <a:pt x="1943100" y="1047750"/>
                </a:lnTo>
                <a:close/>
                <a:moveTo>
                  <a:pt x="161925" y="1057275"/>
                </a:moveTo>
                <a:lnTo>
                  <a:pt x="171450" y="1057275"/>
                </a:lnTo>
                <a:lnTo>
                  <a:pt x="171450" y="1076325"/>
                </a:lnTo>
                <a:lnTo>
                  <a:pt x="161925" y="1076325"/>
                </a:lnTo>
                <a:close/>
                <a:moveTo>
                  <a:pt x="1400175" y="1057275"/>
                </a:moveTo>
                <a:lnTo>
                  <a:pt x="1419225" y="1057275"/>
                </a:lnTo>
                <a:lnTo>
                  <a:pt x="1419225" y="1066800"/>
                </a:lnTo>
                <a:lnTo>
                  <a:pt x="1400175" y="1066800"/>
                </a:lnTo>
                <a:close/>
                <a:moveTo>
                  <a:pt x="1733550" y="1057275"/>
                </a:moveTo>
                <a:lnTo>
                  <a:pt x="1743075" y="1057275"/>
                </a:lnTo>
                <a:lnTo>
                  <a:pt x="1743075" y="1066800"/>
                </a:lnTo>
                <a:lnTo>
                  <a:pt x="1733550" y="1066800"/>
                </a:lnTo>
                <a:close/>
                <a:moveTo>
                  <a:pt x="1895475" y="1057275"/>
                </a:moveTo>
                <a:lnTo>
                  <a:pt x="1905000" y="1057275"/>
                </a:lnTo>
                <a:lnTo>
                  <a:pt x="1905000" y="1085850"/>
                </a:lnTo>
                <a:lnTo>
                  <a:pt x="1895475" y="1085850"/>
                </a:lnTo>
                <a:lnTo>
                  <a:pt x="1895475" y="1076325"/>
                </a:lnTo>
                <a:lnTo>
                  <a:pt x="1885950" y="1076325"/>
                </a:lnTo>
                <a:lnTo>
                  <a:pt x="1885950" y="1066800"/>
                </a:lnTo>
                <a:lnTo>
                  <a:pt x="1895475" y="1066800"/>
                </a:lnTo>
                <a:close/>
                <a:moveTo>
                  <a:pt x="180975" y="1076325"/>
                </a:moveTo>
                <a:lnTo>
                  <a:pt x="190500" y="1076325"/>
                </a:lnTo>
                <a:lnTo>
                  <a:pt x="190500" y="1085850"/>
                </a:lnTo>
                <a:lnTo>
                  <a:pt x="180975" y="1085850"/>
                </a:lnTo>
                <a:close/>
                <a:moveTo>
                  <a:pt x="200025" y="1076325"/>
                </a:moveTo>
                <a:lnTo>
                  <a:pt x="209550" y="1076325"/>
                </a:lnTo>
                <a:lnTo>
                  <a:pt x="209550" y="1085850"/>
                </a:lnTo>
                <a:lnTo>
                  <a:pt x="219075" y="1085850"/>
                </a:lnTo>
                <a:lnTo>
                  <a:pt x="219075" y="1095375"/>
                </a:lnTo>
                <a:lnTo>
                  <a:pt x="238125" y="1095375"/>
                </a:lnTo>
                <a:lnTo>
                  <a:pt x="238125" y="1104900"/>
                </a:lnTo>
                <a:lnTo>
                  <a:pt x="228600" y="1104900"/>
                </a:lnTo>
                <a:lnTo>
                  <a:pt x="228600" y="1123950"/>
                </a:lnTo>
                <a:lnTo>
                  <a:pt x="219075" y="1123950"/>
                </a:lnTo>
                <a:lnTo>
                  <a:pt x="219075" y="1114425"/>
                </a:lnTo>
                <a:lnTo>
                  <a:pt x="200025" y="1114425"/>
                </a:lnTo>
                <a:lnTo>
                  <a:pt x="200025" y="1104900"/>
                </a:lnTo>
                <a:lnTo>
                  <a:pt x="180975" y="1104900"/>
                </a:lnTo>
                <a:lnTo>
                  <a:pt x="180975" y="1095375"/>
                </a:lnTo>
                <a:lnTo>
                  <a:pt x="190500" y="1095375"/>
                </a:lnTo>
                <a:lnTo>
                  <a:pt x="190500" y="1085850"/>
                </a:lnTo>
                <a:lnTo>
                  <a:pt x="200025" y="1085850"/>
                </a:lnTo>
                <a:close/>
                <a:moveTo>
                  <a:pt x="1476375" y="1076325"/>
                </a:moveTo>
                <a:lnTo>
                  <a:pt x="1485900" y="1076325"/>
                </a:lnTo>
                <a:lnTo>
                  <a:pt x="1485900" y="1104900"/>
                </a:lnTo>
                <a:lnTo>
                  <a:pt x="1476375" y="1104900"/>
                </a:lnTo>
                <a:lnTo>
                  <a:pt x="1476375" y="1095375"/>
                </a:lnTo>
                <a:lnTo>
                  <a:pt x="1466850" y="1095375"/>
                </a:lnTo>
                <a:lnTo>
                  <a:pt x="1466850" y="1085850"/>
                </a:lnTo>
                <a:lnTo>
                  <a:pt x="1476375" y="1085850"/>
                </a:lnTo>
                <a:close/>
                <a:moveTo>
                  <a:pt x="1695450" y="1076325"/>
                </a:moveTo>
                <a:lnTo>
                  <a:pt x="1704975" y="1076325"/>
                </a:lnTo>
                <a:lnTo>
                  <a:pt x="1704975" y="1085850"/>
                </a:lnTo>
                <a:lnTo>
                  <a:pt x="1695450" y="1085850"/>
                </a:lnTo>
                <a:close/>
                <a:moveTo>
                  <a:pt x="114300" y="1085850"/>
                </a:moveTo>
                <a:lnTo>
                  <a:pt x="142875" y="1085850"/>
                </a:lnTo>
                <a:lnTo>
                  <a:pt x="142875" y="1095375"/>
                </a:lnTo>
                <a:lnTo>
                  <a:pt x="161925" y="1095375"/>
                </a:lnTo>
                <a:lnTo>
                  <a:pt x="161925" y="1114425"/>
                </a:lnTo>
                <a:lnTo>
                  <a:pt x="152400" y="1114425"/>
                </a:lnTo>
                <a:lnTo>
                  <a:pt x="152400" y="1123950"/>
                </a:lnTo>
                <a:lnTo>
                  <a:pt x="142875" y="1123950"/>
                </a:lnTo>
                <a:lnTo>
                  <a:pt x="142875" y="1143000"/>
                </a:lnTo>
                <a:lnTo>
                  <a:pt x="152400" y="1143000"/>
                </a:lnTo>
                <a:lnTo>
                  <a:pt x="152400" y="1162050"/>
                </a:lnTo>
                <a:lnTo>
                  <a:pt x="161925" y="1162050"/>
                </a:lnTo>
                <a:lnTo>
                  <a:pt x="161925" y="1171575"/>
                </a:lnTo>
                <a:lnTo>
                  <a:pt x="142875" y="1171575"/>
                </a:lnTo>
                <a:lnTo>
                  <a:pt x="142875" y="1152525"/>
                </a:lnTo>
                <a:lnTo>
                  <a:pt x="133350" y="1152525"/>
                </a:lnTo>
                <a:lnTo>
                  <a:pt x="133350" y="1143000"/>
                </a:lnTo>
                <a:lnTo>
                  <a:pt x="104775" y="1143000"/>
                </a:lnTo>
                <a:lnTo>
                  <a:pt x="104775" y="1133475"/>
                </a:lnTo>
                <a:lnTo>
                  <a:pt x="123825" y="1133475"/>
                </a:lnTo>
                <a:lnTo>
                  <a:pt x="123825" y="1123950"/>
                </a:lnTo>
                <a:lnTo>
                  <a:pt x="133350" y="1123950"/>
                </a:lnTo>
                <a:lnTo>
                  <a:pt x="133350" y="1104900"/>
                </a:lnTo>
                <a:lnTo>
                  <a:pt x="123825" y="1104900"/>
                </a:lnTo>
                <a:lnTo>
                  <a:pt x="123825" y="1095375"/>
                </a:lnTo>
                <a:lnTo>
                  <a:pt x="114300" y="1095375"/>
                </a:lnTo>
                <a:close/>
                <a:moveTo>
                  <a:pt x="1514475" y="1085850"/>
                </a:moveTo>
                <a:lnTo>
                  <a:pt x="1543050" y="1085850"/>
                </a:lnTo>
                <a:lnTo>
                  <a:pt x="1543050" y="1104900"/>
                </a:lnTo>
                <a:lnTo>
                  <a:pt x="1533525" y="1104900"/>
                </a:lnTo>
                <a:lnTo>
                  <a:pt x="1533525" y="1114425"/>
                </a:lnTo>
                <a:lnTo>
                  <a:pt x="1524000" y="1114425"/>
                </a:lnTo>
                <a:lnTo>
                  <a:pt x="1524000" y="1123950"/>
                </a:lnTo>
                <a:lnTo>
                  <a:pt x="1514475" y="1123950"/>
                </a:lnTo>
                <a:close/>
                <a:moveTo>
                  <a:pt x="1590675" y="1085850"/>
                </a:moveTo>
                <a:lnTo>
                  <a:pt x="1609725" y="1085850"/>
                </a:lnTo>
                <a:lnTo>
                  <a:pt x="1609725" y="1095375"/>
                </a:lnTo>
                <a:lnTo>
                  <a:pt x="1600200" y="1095375"/>
                </a:lnTo>
                <a:lnTo>
                  <a:pt x="1600200" y="1104900"/>
                </a:lnTo>
                <a:lnTo>
                  <a:pt x="1581150" y="1104900"/>
                </a:lnTo>
                <a:lnTo>
                  <a:pt x="1581150" y="1095375"/>
                </a:lnTo>
                <a:lnTo>
                  <a:pt x="1590675" y="1095375"/>
                </a:lnTo>
                <a:close/>
                <a:moveTo>
                  <a:pt x="1704975" y="1085850"/>
                </a:moveTo>
                <a:lnTo>
                  <a:pt x="1714500" y="1085850"/>
                </a:lnTo>
                <a:lnTo>
                  <a:pt x="1714500" y="1095375"/>
                </a:lnTo>
                <a:lnTo>
                  <a:pt x="1704975" y="1095375"/>
                </a:lnTo>
                <a:close/>
                <a:moveTo>
                  <a:pt x="1971675" y="1085850"/>
                </a:moveTo>
                <a:lnTo>
                  <a:pt x="1981200" y="1085850"/>
                </a:lnTo>
                <a:lnTo>
                  <a:pt x="1981200" y="1095375"/>
                </a:lnTo>
                <a:lnTo>
                  <a:pt x="1990725" y="1095375"/>
                </a:lnTo>
                <a:lnTo>
                  <a:pt x="1990725" y="1114425"/>
                </a:lnTo>
                <a:lnTo>
                  <a:pt x="1981200" y="1114425"/>
                </a:lnTo>
                <a:lnTo>
                  <a:pt x="1981200" y="1133475"/>
                </a:lnTo>
                <a:lnTo>
                  <a:pt x="1971675" y="1133475"/>
                </a:lnTo>
                <a:lnTo>
                  <a:pt x="1971675" y="1143000"/>
                </a:lnTo>
                <a:lnTo>
                  <a:pt x="1952625" y="1143000"/>
                </a:lnTo>
                <a:lnTo>
                  <a:pt x="1952625" y="1123950"/>
                </a:lnTo>
                <a:lnTo>
                  <a:pt x="1971675" y="1123950"/>
                </a:lnTo>
                <a:lnTo>
                  <a:pt x="1971675" y="1114425"/>
                </a:lnTo>
                <a:lnTo>
                  <a:pt x="1952625" y="1114425"/>
                </a:lnTo>
                <a:lnTo>
                  <a:pt x="1952625" y="1095375"/>
                </a:lnTo>
                <a:lnTo>
                  <a:pt x="1971675" y="1095375"/>
                </a:lnTo>
                <a:close/>
                <a:moveTo>
                  <a:pt x="104775" y="1095375"/>
                </a:moveTo>
                <a:lnTo>
                  <a:pt x="114300" y="1095375"/>
                </a:lnTo>
                <a:lnTo>
                  <a:pt x="114300" y="1104900"/>
                </a:lnTo>
                <a:lnTo>
                  <a:pt x="104775" y="1104900"/>
                </a:lnTo>
                <a:close/>
                <a:moveTo>
                  <a:pt x="1695450" y="1095375"/>
                </a:moveTo>
                <a:lnTo>
                  <a:pt x="1704975" y="1095375"/>
                </a:lnTo>
                <a:lnTo>
                  <a:pt x="1704975" y="1104900"/>
                </a:lnTo>
                <a:lnTo>
                  <a:pt x="1695450" y="1104900"/>
                </a:lnTo>
                <a:close/>
                <a:moveTo>
                  <a:pt x="1743075" y="1104900"/>
                </a:moveTo>
                <a:lnTo>
                  <a:pt x="1752600" y="1104900"/>
                </a:lnTo>
                <a:lnTo>
                  <a:pt x="1752600" y="1114425"/>
                </a:lnTo>
                <a:lnTo>
                  <a:pt x="1743075" y="1114425"/>
                </a:lnTo>
                <a:close/>
                <a:moveTo>
                  <a:pt x="314325" y="1114425"/>
                </a:moveTo>
                <a:lnTo>
                  <a:pt x="323850" y="1114425"/>
                </a:lnTo>
                <a:lnTo>
                  <a:pt x="323850" y="1123950"/>
                </a:lnTo>
                <a:lnTo>
                  <a:pt x="314325" y="1123950"/>
                </a:lnTo>
                <a:close/>
                <a:moveTo>
                  <a:pt x="1476375" y="1114425"/>
                </a:moveTo>
                <a:lnTo>
                  <a:pt x="1485900" y="1114425"/>
                </a:lnTo>
                <a:lnTo>
                  <a:pt x="1485900" y="1123950"/>
                </a:lnTo>
                <a:lnTo>
                  <a:pt x="1504950" y="1123950"/>
                </a:lnTo>
                <a:lnTo>
                  <a:pt x="1504950" y="1133475"/>
                </a:lnTo>
                <a:lnTo>
                  <a:pt x="1485900" y="1133475"/>
                </a:lnTo>
                <a:lnTo>
                  <a:pt x="1485900" y="1143000"/>
                </a:lnTo>
                <a:lnTo>
                  <a:pt x="1466850" y="1143000"/>
                </a:lnTo>
                <a:lnTo>
                  <a:pt x="1466850" y="1123950"/>
                </a:lnTo>
                <a:lnTo>
                  <a:pt x="1476375" y="1123950"/>
                </a:lnTo>
                <a:close/>
                <a:moveTo>
                  <a:pt x="228600" y="1123950"/>
                </a:moveTo>
                <a:lnTo>
                  <a:pt x="247650" y="1123950"/>
                </a:lnTo>
                <a:lnTo>
                  <a:pt x="247650" y="1133475"/>
                </a:lnTo>
                <a:lnTo>
                  <a:pt x="228600" y="1133475"/>
                </a:lnTo>
                <a:close/>
                <a:moveTo>
                  <a:pt x="1933575" y="1133475"/>
                </a:moveTo>
                <a:lnTo>
                  <a:pt x="1943100" y="1133475"/>
                </a:lnTo>
                <a:lnTo>
                  <a:pt x="1943100" y="1143000"/>
                </a:lnTo>
                <a:lnTo>
                  <a:pt x="1933575" y="1143000"/>
                </a:lnTo>
                <a:close/>
                <a:moveTo>
                  <a:pt x="266700" y="1143000"/>
                </a:moveTo>
                <a:lnTo>
                  <a:pt x="276225" y="1143000"/>
                </a:lnTo>
                <a:lnTo>
                  <a:pt x="276225" y="1152525"/>
                </a:lnTo>
                <a:lnTo>
                  <a:pt x="266700" y="1152525"/>
                </a:lnTo>
                <a:close/>
                <a:moveTo>
                  <a:pt x="1457325" y="1143000"/>
                </a:moveTo>
                <a:lnTo>
                  <a:pt x="1466850" y="1143000"/>
                </a:lnTo>
                <a:lnTo>
                  <a:pt x="1466850" y="1152525"/>
                </a:lnTo>
                <a:lnTo>
                  <a:pt x="1457325" y="1152525"/>
                </a:lnTo>
                <a:close/>
                <a:moveTo>
                  <a:pt x="1600200" y="1143000"/>
                </a:moveTo>
                <a:lnTo>
                  <a:pt x="1619250" y="1143000"/>
                </a:lnTo>
                <a:lnTo>
                  <a:pt x="1619250" y="1152525"/>
                </a:lnTo>
                <a:lnTo>
                  <a:pt x="1600200" y="1152525"/>
                </a:lnTo>
                <a:close/>
                <a:moveTo>
                  <a:pt x="1924050" y="1143000"/>
                </a:moveTo>
                <a:lnTo>
                  <a:pt x="1933575" y="1143000"/>
                </a:lnTo>
                <a:lnTo>
                  <a:pt x="1933575" y="1162050"/>
                </a:lnTo>
                <a:lnTo>
                  <a:pt x="1924050" y="1162050"/>
                </a:lnTo>
                <a:close/>
                <a:moveTo>
                  <a:pt x="1971675" y="1143000"/>
                </a:moveTo>
                <a:lnTo>
                  <a:pt x="1990725" y="1143000"/>
                </a:lnTo>
                <a:lnTo>
                  <a:pt x="1990725" y="1162050"/>
                </a:lnTo>
                <a:lnTo>
                  <a:pt x="1981200" y="1162050"/>
                </a:lnTo>
                <a:lnTo>
                  <a:pt x="1981200" y="1152525"/>
                </a:lnTo>
                <a:lnTo>
                  <a:pt x="1971675" y="1152525"/>
                </a:lnTo>
                <a:close/>
                <a:moveTo>
                  <a:pt x="180975" y="1152525"/>
                </a:moveTo>
                <a:lnTo>
                  <a:pt x="190500" y="1152525"/>
                </a:lnTo>
                <a:lnTo>
                  <a:pt x="190500" y="1162050"/>
                </a:lnTo>
                <a:lnTo>
                  <a:pt x="209550" y="1162050"/>
                </a:lnTo>
                <a:lnTo>
                  <a:pt x="209550" y="1171575"/>
                </a:lnTo>
                <a:lnTo>
                  <a:pt x="200025" y="1171575"/>
                </a:lnTo>
                <a:lnTo>
                  <a:pt x="200025" y="1190625"/>
                </a:lnTo>
                <a:lnTo>
                  <a:pt x="180975" y="1190625"/>
                </a:lnTo>
                <a:lnTo>
                  <a:pt x="180975" y="1200150"/>
                </a:lnTo>
                <a:lnTo>
                  <a:pt x="161925" y="1200150"/>
                </a:lnTo>
                <a:lnTo>
                  <a:pt x="161925" y="1181100"/>
                </a:lnTo>
                <a:lnTo>
                  <a:pt x="190500" y="1181100"/>
                </a:lnTo>
                <a:lnTo>
                  <a:pt x="190500" y="1171575"/>
                </a:lnTo>
                <a:lnTo>
                  <a:pt x="180975" y="1171575"/>
                </a:lnTo>
                <a:close/>
                <a:moveTo>
                  <a:pt x="276225" y="1152525"/>
                </a:moveTo>
                <a:lnTo>
                  <a:pt x="285750" y="1152525"/>
                </a:lnTo>
                <a:lnTo>
                  <a:pt x="285750" y="1171575"/>
                </a:lnTo>
                <a:lnTo>
                  <a:pt x="266700" y="1171575"/>
                </a:lnTo>
                <a:lnTo>
                  <a:pt x="266700" y="1162050"/>
                </a:lnTo>
                <a:lnTo>
                  <a:pt x="276225" y="1162050"/>
                </a:lnTo>
                <a:close/>
                <a:moveTo>
                  <a:pt x="1466850" y="1152525"/>
                </a:moveTo>
                <a:lnTo>
                  <a:pt x="1476375" y="1152525"/>
                </a:lnTo>
                <a:lnTo>
                  <a:pt x="1476375" y="1162050"/>
                </a:lnTo>
                <a:lnTo>
                  <a:pt x="1466850" y="1162050"/>
                </a:lnTo>
                <a:close/>
                <a:moveTo>
                  <a:pt x="1504950" y="1152525"/>
                </a:moveTo>
                <a:lnTo>
                  <a:pt x="1514475" y="1152525"/>
                </a:lnTo>
                <a:lnTo>
                  <a:pt x="1514475" y="1171575"/>
                </a:lnTo>
                <a:lnTo>
                  <a:pt x="1504950" y="1171575"/>
                </a:lnTo>
                <a:close/>
                <a:moveTo>
                  <a:pt x="1857375" y="1152525"/>
                </a:moveTo>
                <a:lnTo>
                  <a:pt x="1895475" y="1152525"/>
                </a:lnTo>
                <a:lnTo>
                  <a:pt x="1895475" y="1162050"/>
                </a:lnTo>
                <a:lnTo>
                  <a:pt x="1885950" y="1162050"/>
                </a:lnTo>
                <a:lnTo>
                  <a:pt x="1885950" y="1181100"/>
                </a:lnTo>
                <a:lnTo>
                  <a:pt x="1876425" y="1181100"/>
                </a:lnTo>
                <a:lnTo>
                  <a:pt x="1876425" y="1171575"/>
                </a:lnTo>
                <a:lnTo>
                  <a:pt x="1866900" y="1171575"/>
                </a:lnTo>
                <a:lnTo>
                  <a:pt x="1866900" y="1162050"/>
                </a:lnTo>
                <a:lnTo>
                  <a:pt x="1857375" y="1162050"/>
                </a:lnTo>
                <a:close/>
                <a:moveTo>
                  <a:pt x="76200" y="1162050"/>
                </a:moveTo>
                <a:lnTo>
                  <a:pt x="85725" y="1162050"/>
                </a:lnTo>
                <a:lnTo>
                  <a:pt x="85725" y="1171575"/>
                </a:lnTo>
                <a:lnTo>
                  <a:pt x="76200" y="1171575"/>
                </a:lnTo>
                <a:close/>
                <a:moveTo>
                  <a:pt x="1847850" y="1162050"/>
                </a:moveTo>
                <a:lnTo>
                  <a:pt x="1857375" y="1162050"/>
                </a:lnTo>
                <a:lnTo>
                  <a:pt x="1857375" y="1171575"/>
                </a:lnTo>
                <a:lnTo>
                  <a:pt x="1847850" y="1171575"/>
                </a:lnTo>
                <a:close/>
                <a:moveTo>
                  <a:pt x="1914525" y="1162050"/>
                </a:moveTo>
                <a:lnTo>
                  <a:pt x="1924050" y="1162050"/>
                </a:lnTo>
                <a:lnTo>
                  <a:pt x="1924050" y="1181100"/>
                </a:lnTo>
                <a:lnTo>
                  <a:pt x="1905000" y="1181100"/>
                </a:lnTo>
                <a:lnTo>
                  <a:pt x="1905000" y="1171575"/>
                </a:lnTo>
                <a:lnTo>
                  <a:pt x="1914525" y="1171575"/>
                </a:lnTo>
                <a:close/>
                <a:moveTo>
                  <a:pt x="1943100" y="1162050"/>
                </a:moveTo>
                <a:lnTo>
                  <a:pt x="1952625" y="1162050"/>
                </a:lnTo>
                <a:lnTo>
                  <a:pt x="1952625" y="1171575"/>
                </a:lnTo>
                <a:lnTo>
                  <a:pt x="1943100" y="1171575"/>
                </a:lnTo>
                <a:close/>
                <a:moveTo>
                  <a:pt x="1971675" y="1162050"/>
                </a:moveTo>
                <a:lnTo>
                  <a:pt x="1981200" y="1162050"/>
                </a:lnTo>
                <a:lnTo>
                  <a:pt x="1981200" y="1171575"/>
                </a:lnTo>
                <a:lnTo>
                  <a:pt x="1971675" y="1171575"/>
                </a:lnTo>
                <a:close/>
                <a:moveTo>
                  <a:pt x="285750" y="1171575"/>
                </a:moveTo>
                <a:lnTo>
                  <a:pt x="304800" y="1171575"/>
                </a:lnTo>
                <a:lnTo>
                  <a:pt x="304800" y="1200150"/>
                </a:lnTo>
                <a:lnTo>
                  <a:pt x="295275" y="1200150"/>
                </a:lnTo>
                <a:lnTo>
                  <a:pt x="295275" y="1190625"/>
                </a:lnTo>
                <a:lnTo>
                  <a:pt x="285750" y="1190625"/>
                </a:lnTo>
                <a:close/>
                <a:moveTo>
                  <a:pt x="1714500" y="1171575"/>
                </a:moveTo>
                <a:lnTo>
                  <a:pt x="1733550" y="1171575"/>
                </a:lnTo>
                <a:lnTo>
                  <a:pt x="1733550" y="1181100"/>
                </a:lnTo>
                <a:lnTo>
                  <a:pt x="1714500" y="1181100"/>
                </a:lnTo>
                <a:close/>
                <a:moveTo>
                  <a:pt x="1771650" y="1171575"/>
                </a:moveTo>
                <a:lnTo>
                  <a:pt x="1781175" y="1171575"/>
                </a:lnTo>
                <a:lnTo>
                  <a:pt x="1781175" y="1181100"/>
                </a:lnTo>
                <a:lnTo>
                  <a:pt x="1771650" y="1181100"/>
                </a:lnTo>
                <a:close/>
                <a:moveTo>
                  <a:pt x="1838325" y="1171575"/>
                </a:moveTo>
                <a:lnTo>
                  <a:pt x="1847850" y="1171575"/>
                </a:lnTo>
                <a:lnTo>
                  <a:pt x="1847850" y="1181100"/>
                </a:lnTo>
                <a:lnTo>
                  <a:pt x="1857375" y="1181100"/>
                </a:lnTo>
                <a:lnTo>
                  <a:pt x="1857375" y="1190625"/>
                </a:lnTo>
                <a:lnTo>
                  <a:pt x="1876425" y="1190625"/>
                </a:lnTo>
                <a:lnTo>
                  <a:pt x="1876425" y="1209675"/>
                </a:lnTo>
                <a:lnTo>
                  <a:pt x="1866900" y="1209675"/>
                </a:lnTo>
                <a:lnTo>
                  <a:pt x="1866900" y="1219200"/>
                </a:lnTo>
                <a:lnTo>
                  <a:pt x="1857375" y="1219200"/>
                </a:lnTo>
                <a:lnTo>
                  <a:pt x="1857375" y="1228725"/>
                </a:lnTo>
                <a:lnTo>
                  <a:pt x="1847850" y="1228725"/>
                </a:lnTo>
                <a:lnTo>
                  <a:pt x="1847850" y="1219200"/>
                </a:lnTo>
                <a:lnTo>
                  <a:pt x="1838325" y="1219200"/>
                </a:lnTo>
                <a:lnTo>
                  <a:pt x="1838325" y="1200150"/>
                </a:lnTo>
                <a:lnTo>
                  <a:pt x="1847850" y="1200150"/>
                </a:lnTo>
                <a:lnTo>
                  <a:pt x="1847850" y="1190625"/>
                </a:lnTo>
                <a:lnTo>
                  <a:pt x="1828800" y="1190625"/>
                </a:lnTo>
                <a:lnTo>
                  <a:pt x="1828800" y="1181100"/>
                </a:lnTo>
                <a:lnTo>
                  <a:pt x="1838325" y="1181100"/>
                </a:lnTo>
                <a:close/>
                <a:moveTo>
                  <a:pt x="1952625" y="1171575"/>
                </a:moveTo>
                <a:lnTo>
                  <a:pt x="1971675" y="1171575"/>
                </a:lnTo>
                <a:lnTo>
                  <a:pt x="1971675" y="1209675"/>
                </a:lnTo>
                <a:lnTo>
                  <a:pt x="1981200" y="1209675"/>
                </a:lnTo>
                <a:lnTo>
                  <a:pt x="1981200" y="1219200"/>
                </a:lnTo>
                <a:lnTo>
                  <a:pt x="1952625" y="1219200"/>
                </a:lnTo>
                <a:lnTo>
                  <a:pt x="1952625" y="1228725"/>
                </a:lnTo>
                <a:lnTo>
                  <a:pt x="1943100" y="1228725"/>
                </a:lnTo>
                <a:lnTo>
                  <a:pt x="1943100" y="1200150"/>
                </a:lnTo>
                <a:lnTo>
                  <a:pt x="1933575" y="1200150"/>
                </a:lnTo>
                <a:lnTo>
                  <a:pt x="1933575" y="1181100"/>
                </a:lnTo>
                <a:lnTo>
                  <a:pt x="1952625" y="1181100"/>
                </a:lnTo>
                <a:close/>
                <a:moveTo>
                  <a:pt x="257175" y="1181100"/>
                </a:moveTo>
                <a:lnTo>
                  <a:pt x="276225" y="1181100"/>
                </a:lnTo>
                <a:lnTo>
                  <a:pt x="276225" y="1200150"/>
                </a:lnTo>
                <a:lnTo>
                  <a:pt x="257175" y="1200150"/>
                </a:lnTo>
                <a:lnTo>
                  <a:pt x="257175" y="1209675"/>
                </a:lnTo>
                <a:lnTo>
                  <a:pt x="238125" y="1209675"/>
                </a:lnTo>
                <a:lnTo>
                  <a:pt x="238125" y="1200150"/>
                </a:lnTo>
                <a:lnTo>
                  <a:pt x="247650" y="1200150"/>
                </a:lnTo>
                <a:lnTo>
                  <a:pt x="247650" y="1190625"/>
                </a:lnTo>
                <a:lnTo>
                  <a:pt x="257175" y="1190625"/>
                </a:lnTo>
                <a:close/>
                <a:moveTo>
                  <a:pt x="1809750" y="1181100"/>
                </a:moveTo>
                <a:lnTo>
                  <a:pt x="1819275" y="1181100"/>
                </a:lnTo>
                <a:lnTo>
                  <a:pt x="1819275" y="1190625"/>
                </a:lnTo>
                <a:lnTo>
                  <a:pt x="1809750" y="1190625"/>
                </a:lnTo>
                <a:close/>
                <a:moveTo>
                  <a:pt x="342900" y="1190625"/>
                </a:moveTo>
                <a:lnTo>
                  <a:pt x="352425" y="1190625"/>
                </a:lnTo>
                <a:lnTo>
                  <a:pt x="352425" y="1200150"/>
                </a:lnTo>
                <a:lnTo>
                  <a:pt x="342900" y="1200150"/>
                </a:lnTo>
                <a:close/>
                <a:moveTo>
                  <a:pt x="371475" y="1190625"/>
                </a:moveTo>
                <a:lnTo>
                  <a:pt x="381000" y="1190625"/>
                </a:lnTo>
                <a:lnTo>
                  <a:pt x="381000" y="1200150"/>
                </a:lnTo>
                <a:lnTo>
                  <a:pt x="371475" y="1200150"/>
                </a:lnTo>
                <a:close/>
                <a:moveTo>
                  <a:pt x="390525" y="1200150"/>
                </a:moveTo>
                <a:lnTo>
                  <a:pt x="400050" y="1200150"/>
                </a:lnTo>
                <a:lnTo>
                  <a:pt x="400050" y="1209675"/>
                </a:lnTo>
                <a:lnTo>
                  <a:pt x="390525" y="1209675"/>
                </a:lnTo>
                <a:close/>
                <a:moveTo>
                  <a:pt x="1943100" y="1200150"/>
                </a:moveTo>
                <a:lnTo>
                  <a:pt x="1952625" y="1200150"/>
                </a:lnTo>
                <a:lnTo>
                  <a:pt x="1952625" y="1190625"/>
                </a:lnTo>
                <a:lnTo>
                  <a:pt x="1943100" y="1190625"/>
                </a:lnTo>
                <a:close/>
                <a:moveTo>
                  <a:pt x="400050" y="1209675"/>
                </a:moveTo>
                <a:lnTo>
                  <a:pt x="409575" y="1209675"/>
                </a:lnTo>
                <a:lnTo>
                  <a:pt x="409575" y="1219200"/>
                </a:lnTo>
                <a:lnTo>
                  <a:pt x="400050" y="1219200"/>
                </a:lnTo>
                <a:close/>
                <a:moveTo>
                  <a:pt x="1866900" y="1219200"/>
                </a:moveTo>
                <a:lnTo>
                  <a:pt x="1876425" y="1219200"/>
                </a:lnTo>
                <a:lnTo>
                  <a:pt x="1876425" y="1228725"/>
                </a:lnTo>
                <a:lnTo>
                  <a:pt x="1866900" y="1228725"/>
                </a:lnTo>
                <a:close/>
                <a:moveTo>
                  <a:pt x="228600" y="1238250"/>
                </a:moveTo>
                <a:lnTo>
                  <a:pt x="247650" y="1238250"/>
                </a:lnTo>
                <a:lnTo>
                  <a:pt x="247650" y="1247775"/>
                </a:lnTo>
                <a:lnTo>
                  <a:pt x="228600" y="1247775"/>
                </a:lnTo>
                <a:close/>
                <a:moveTo>
                  <a:pt x="257175" y="1238250"/>
                </a:moveTo>
                <a:lnTo>
                  <a:pt x="266700" y="1238250"/>
                </a:lnTo>
                <a:lnTo>
                  <a:pt x="266700" y="1257300"/>
                </a:lnTo>
                <a:lnTo>
                  <a:pt x="257175" y="1257300"/>
                </a:lnTo>
                <a:close/>
                <a:moveTo>
                  <a:pt x="142875" y="1247775"/>
                </a:moveTo>
                <a:lnTo>
                  <a:pt x="152400" y="1247775"/>
                </a:lnTo>
                <a:lnTo>
                  <a:pt x="152400" y="1257300"/>
                </a:lnTo>
                <a:lnTo>
                  <a:pt x="142875" y="1257300"/>
                </a:lnTo>
                <a:close/>
                <a:moveTo>
                  <a:pt x="219075" y="1247775"/>
                </a:moveTo>
                <a:lnTo>
                  <a:pt x="228600" y="1247775"/>
                </a:lnTo>
                <a:lnTo>
                  <a:pt x="228600" y="1257300"/>
                </a:lnTo>
                <a:lnTo>
                  <a:pt x="219075" y="1257300"/>
                </a:lnTo>
                <a:close/>
                <a:moveTo>
                  <a:pt x="257175" y="1276350"/>
                </a:moveTo>
                <a:lnTo>
                  <a:pt x="266700" y="1276350"/>
                </a:lnTo>
                <a:lnTo>
                  <a:pt x="266700" y="1314450"/>
                </a:lnTo>
                <a:lnTo>
                  <a:pt x="257175" y="1314450"/>
                </a:lnTo>
                <a:close/>
                <a:moveTo>
                  <a:pt x="1943100" y="1276350"/>
                </a:moveTo>
                <a:lnTo>
                  <a:pt x="1952625" y="1276350"/>
                </a:lnTo>
                <a:lnTo>
                  <a:pt x="1952625" y="1295400"/>
                </a:lnTo>
                <a:lnTo>
                  <a:pt x="1943100" y="1295400"/>
                </a:lnTo>
                <a:close/>
                <a:moveTo>
                  <a:pt x="114300" y="1285875"/>
                </a:moveTo>
                <a:lnTo>
                  <a:pt x="123825" y="1285875"/>
                </a:lnTo>
                <a:lnTo>
                  <a:pt x="123825" y="1304925"/>
                </a:lnTo>
                <a:lnTo>
                  <a:pt x="114300" y="1304925"/>
                </a:lnTo>
                <a:close/>
                <a:moveTo>
                  <a:pt x="133350" y="1285875"/>
                </a:moveTo>
                <a:lnTo>
                  <a:pt x="142875" y="1285875"/>
                </a:lnTo>
                <a:lnTo>
                  <a:pt x="142875" y="1304925"/>
                </a:lnTo>
                <a:lnTo>
                  <a:pt x="133350" y="1304925"/>
                </a:lnTo>
                <a:close/>
                <a:moveTo>
                  <a:pt x="276225" y="1314450"/>
                </a:moveTo>
                <a:lnTo>
                  <a:pt x="285750" y="1314450"/>
                </a:lnTo>
                <a:lnTo>
                  <a:pt x="285750" y="1323975"/>
                </a:lnTo>
                <a:lnTo>
                  <a:pt x="276225" y="1323975"/>
                </a:lnTo>
                <a:close/>
                <a:moveTo>
                  <a:pt x="1838325" y="1323975"/>
                </a:moveTo>
                <a:lnTo>
                  <a:pt x="1847850" y="1323975"/>
                </a:lnTo>
                <a:lnTo>
                  <a:pt x="1847850" y="1343025"/>
                </a:lnTo>
                <a:lnTo>
                  <a:pt x="1838325" y="1343025"/>
                </a:lnTo>
                <a:close/>
                <a:moveTo>
                  <a:pt x="295275" y="1352550"/>
                </a:moveTo>
                <a:lnTo>
                  <a:pt x="323850" y="1352550"/>
                </a:lnTo>
                <a:lnTo>
                  <a:pt x="323850" y="1362075"/>
                </a:lnTo>
                <a:lnTo>
                  <a:pt x="295275" y="1362075"/>
                </a:lnTo>
                <a:close/>
                <a:moveTo>
                  <a:pt x="304800" y="1381125"/>
                </a:moveTo>
                <a:lnTo>
                  <a:pt x="323850" y="1381125"/>
                </a:lnTo>
                <a:lnTo>
                  <a:pt x="323850" y="1390650"/>
                </a:lnTo>
                <a:lnTo>
                  <a:pt x="314325" y="1390650"/>
                </a:lnTo>
                <a:lnTo>
                  <a:pt x="314325" y="1400175"/>
                </a:lnTo>
                <a:lnTo>
                  <a:pt x="304800" y="1400175"/>
                </a:lnTo>
                <a:close/>
                <a:moveTo>
                  <a:pt x="333375" y="1381125"/>
                </a:moveTo>
                <a:lnTo>
                  <a:pt x="342900" y="1381125"/>
                </a:lnTo>
                <a:lnTo>
                  <a:pt x="342900" y="1400175"/>
                </a:lnTo>
                <a:lnTo>
                  <a:pt x="333375" y="1400175"/>
                </a:lnTo>
                <a:close/>
                <a:moveTo>
                  <a:pt x="504825" y="1381125"/>
                </a:moveTo>
                <a:lnTo>
                  <a:pt x="514350" y="1381125"/>
                </a:lnTo>
                <a:lnTo>
                  <a:pt x="514350" y="1390650"/>
                </a:lnTo>
                <a:lnTo>
                  <a:pt x="504825" y="1390650"/>
                </a:lnTo>
                <a:close/>
                <a:moveTo>
                  <a:pt x="485775" y="1390650"/>
                </a:moveTo>
                <a:lnTo>
                  <a:pt x="504825" y="1390650"/>
                </a:lnTo>
                <a:lnTo>
                  <a:pt x="504825" y="1400175"/>
                </a:lnTo>
                <a:lnTo>
                  <a:pt x="495300" y="1400175"/>
                </a:lnTo>
                <a:lnTo>
                  <a:pt x="495300" y="1409700"/>
                </a:lnTo>
                <a:lnTo>
                  <a:pt x="504825" y="1409700"/>
                </a:lnTo>
                <a:lnTo>
                  <a:pt x="504825" y="1419225"/>
                </a:lnTo>
                <a:lnTo>
                  <a:pt x="495300" y="1419225"/>
                </a:lnTo>
                <a:lnTo>
                  <a:pt x="495300" y="1428750"/>
                </a:lnTo>
                <a:lnTo>
                  <a:pt x="485775" y="1428750"/>
                </a:lnTo>
                <a:close/>
                <a:moveTo>
                  <a:pt x="314325" y="1400175"/>
                </a:moveTo>
                <a:lnTo>
                  <a:pt x="333375" y="1400175"/>
                </a:lnTo>
                <a:lnTo>
                  <a:pt x="333375" y="1409700"/>
                </a:lnTo>
                <a:lnTo>
                  <a:pt x="314325" y="1409700"/>
                </a:lnTo>
                <a:close/>
                <a:moveTo>
                  <a:pt x="571500" y="1409700"/>
                </a:moveTo>
                <a:lnTo>
                  <a:pt x="581025" y="1409700"/>
                </a:lnTo>
                <a:lnTo>
                  <a:pt x="581025" y="1419225"/>
                </a:lnTo>
                <a:lnTo>
                  <a:pt x="571500" y="1419225"/>
                </a:lnTo>
                <a:close/>
                <a:moveTo>
                  <a:pt x="476250" y="1428750"/>
                </a:moveTo>
                <a:lnTo>
                  <a:pt x="485775" y="1428750"/>
                </a:lnTo>
                <a:lnTo>
                  <a:pt x="485775" y="1447800"/>
                </a:lnTo>
                <a:lnTo>
                  <a:pt x="476250" y="1447800"/>
                </a:lnTo>
                <a:close/>
                <a:moveTo>
                  <a:pt x="1838325" y="1524000"/>
                </a:moveTo>
                <a:lnTo>
                  <a:pt x="1847850" y="1524000"/>
                </a:lnTo>
                <a:lnTo>
                  <a:pt x="1847850" y="1533525"/>
                </a:lnTo>
                <a:lnTo>
                  <a:pt x="1838325" y="1533525"/>
                </a:lnTo>
                <a:close/>
                <a:moveTo>
                  <a:pt x="390525" y="1552575"/>
                </a:moveTo>
                <a:lnTo>
                  <a:pt x="409575" y="1552575"/>
                </a:lnTo>
                <a:lnTo>
                  <a:pt x="409575" y="1562100"/>
                </a:lnTo>
                <a:lnTo>
                  <a:pt x="390525" y="1562100"/>
                </a:lnTo>
                <a:close/>
                <a:moveTo>
                  <a:pt x="409575" y="1562100"/>
                </a:moveTo>
                <a:lnTo>
                  <a:pt x="419100" y="1562100"/>
                </a:lnTo>
                <a:lnTo>
                  <a:pt x="419100" y="1571625"/>
                </a:lnTo>
                <a:lnTo>
                  <a:pt x="409575" y="1571625"/>
                </a:lnTo>
                <a:close/>
                <a:moveTo>
                  <a:pt x="1009650" y="1781175"/>
                </a:moveTo>
                <a:lnTo>
                  <a:pt x="1028700" y="1781175"/>
                </a:lnTo>
                <a:lnTo>
                  <a:pt x="1028700" y="1790700"/>
                </a:lnTo>
                <a:lnTo>
                  <a:pt x="1009650" y="1790700"/>
                </a:lnTo>
                <a:close/>
                <a:moveTo>
                  <a:pt x="904875" y="1790700"/>
                </a:moveTo>
                <a:lnTo>
                  <a:pt x="923925" y="1790700"/>
                </a:lnTo>
                <a:lnTo>
                  <a:pt x="923925" y="1800225"/>
                </a:lnTo>
                <a:lnTo>
                  <a:pt x="904875" y="1800225"/>
                </a:lnTo>
                <a:close/>
                <a:moveTo>
                  <a:pt x="962025" y="1790700"/>
                </a:moveTo>
                <a:lnTo>
                  <a:pt x="971550" y="1790700"/>
                </a:lnTo>
                <a:lnTo>
                  <a:pt x="971550" y="1800225"/>
                </a:lnTo>
                <a:lnTo>
                  <a:pt x="962025" y="1800225"/>
                </a:lnTo>
                <a:close/>
                <a:moveTo>
                  <a:pt x="685800" y="1800225"/>
                </a:moveTo>
                <a:lnTo>
                  <a:pt x="704850" y="1800225"/>
                </a:lnTo>
                <a:lnTo>
                  <a:pt x="704850" y="1809750"/>
                </a:lnTo>
                <a:lnTo>
                  <a:pt x="685800" y="1809750"/>
                </a:lnTo>
                <a:close/>
                <a:moveTo>
                  <a:pt x="952500" y="1800225"/>
                </a:moveTo>
                <a:lnTo>
                  <a:pt x="962025" y="1800225"/>
                </a:lnTo>
                <a:lnTo>
                  <a:pt x="962025" y="1809750"/>
                </a:lnTo>
                <a:lnTo>
                  <a:pt x="952500" y="1809750"/>
                </a:lnTo>
                <a:close/>
                <a:moveTo>
                  <a:pt x="1343025" y="1800225"/>
                </a:moveTo>
                <a:lnTo>
                  <a:pt x="1352550" y="1800225"/>
                </a:lnTo>
                <a:lnTo>
                  <a:pt x="1352550" y="1809750"/>
                </a:lnTo>
                <a:lnTo>
                  <a:pt x="1343025" y="1809750"/>
                </a:lnTo>
                <a:close/>
                <a:moveTo>
                  <a:pt x="847725" y="1838325"/>
                </a:moveTo>
                <a:lnTo>
                  <a:pt x="866775" y="1838325"/>
                </a:lnTo>
                <a:lnTo>
                  <a:pt x="866775" y="1857375"/>
                </a:lnTo>
                <a:lnTo>
                  <a:pt x="857250" y="1857375"/>
                </a:lnTo>
                <a:lnTo>
                  <a:pt x="857250" y="1847850"/>
                </a:lnTo>
                <a:lnTo>
                  <a:pt x="847725" y="1847850"/>
                </a:lnTo>
                <a:close/>
                <a:moveTo>
                  <a:pt x="1381125" y="1838325"/>
                </a:moveTo>
                <a:lnTo>
                  <a:pt x="1390650" y="1838325"/>
                </a:lnTo>
                <a:lnTo>
                  <a:pt x="1390650" y="1847850"/>
                </a:lnTo>
                <a:lnTo>
                  <a:pt x="1381125" y="1847850"/>
                </a:lnTo>
                <a:close/>
                <a:moveTo>
                  <a:pt x="1390650" y="1847850"/>
                </a:moveTo>
                <a:lnTo>
                  <a:pt x="1400175" y="1847850"/>
                </a:lnTo>
                <a:lnTo>
                  <a:pt x="1400175" y="1857375"/>
                </a:lnTo>
                <a:lnTo>
                  <a:pt x="1390650" y="1857375"/>
                </a:lnTo>
                <a:close/>
                <a:moveTo>
                  <a:pt x="1409700" y="1857375"/>
                </a:moveTo>
                <a:lnTo>
                  <a:pt x="1419225" y="1857375"/>
                </a:lnTo>
                <a:lnTo>
                  <a:pt x="1419225" y="1876425"/>
                </a:lnTo>
                <a:lnTo>
                  <a:pt x="1409700" y="1876425"/>
                </a:lnTo>
                <a:close/>
                <a:moveTo>
                  <a:pt x="723900" y="1895475"/>
                </a:moveTo>
                <a:lnTo>
                  <a:pt x="742950" y="1895475"/>
                </a:lnTo>
                <a:lnTo>
                  <a:pt x="742950" y="1905000"/>
                </a:lnTo>
                <a:lnTo>
                  <a:pt x="723900" y="1905000"/>
                </a:lnTo>
                <a:close/>
                <a:moveTo>
                  <a:pt x="1381125" y="1905000"/>
                </a:moveTo>
                <a:lnTo>
                  <a:pt x="1390650" y="1905000"/>
                </a:lnTo>
                <a:lnTo>
                  <a:pt x="1390650" y="1914525"/>
                </a:lnTo>
                <a:lnTo>
                  <a:pt x="1381125" y="1914525"/>
                </a:lnTo>
                <a:close/>
                <a:moveTo>
                  <a:pt x="1247775" y="1924050"/>
                </a:moveTo>
                <a:lnTo>
                  <a:pt x="1257300" y="1924050"/>
                </a:lnTo>
                <a:lnTo>
                  <a:pt x="1257300" y="1933575"/>
                </a:lnTo>
                <a:lnTo>
                  <a:pt x="1247775" y="1933575"/>
                </a:lnTo>
                <a:close/>
              </a:path>
            </a:pathLst>
          </a:custGeom>
          <a:solidFill xmlns:a="http://schemas.openxmlformats.org/drawingml/2006/main">
            <a:srgbClr val="DBE8DC"/>
          </a:solidFill>
          <a:ln xmlns:a="http://schemas.openxmlformats.org/drawingml/2006/main" w="0">
            <a:noFill/>
          </a:ln>
        </p:spPr>
      </p:sp>
      <p:sp>
        <p:nvSpPr>
          <p:cNvPr id="19" name="employee vector #d9e8dc">
            <a:extLst xmlns:a="http://schemas.openxmlformats.org/drawingml/2006/main">
              <a:ext uri="{FF2B5EF4-FFF2-40B4-BE49-F238E27FC236}">
                <a16:creationId xmlns:a16="http://schemas.microsoft.com/office/drawing/2014/main" id="{4529598E-0FB2-411D-B04E-15B5F51F532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85825" y="2571750"/>
            <a:ext cx="2105025" cy="2066925"/>
          </a:xfrm>
          <a:custGeom xmlns:a="http://schemas.openxmlformats.org/drawingml/2006/main">
            <a:pathLst>
              <a:path w="2105025" h="2066925">
                <a:moveTo>
                  <a:pt x="876300" y="57150"/>
                </a:moveTo>
                <a:lnTo>
                  <a:pt x="895350" y="57150"/>
                </a:lnTo>
                <a:lnTo>
                  <a:pt x="895350" y="76200"/>
                </a:lnTo>
                <a:lnTo>
                  <a:pt x="904875" y="76200"/>
                </a:lnTo>
                <a:lnTo>
                  <a:pt x="904875" y="85725"/>
                </a:lnTo>
                <a:lnTo>
                  <a:pt x="876300" y="85725"/>
                </a:lnTo>
                <a:close/>
                <a:moveTo>
                  <a:pt x="1019175" y="57150"/>
                </a:moveTo>
                <a:lnTo>
                  <a:pt x="1028700" y="57150"/>
                </a:lnTo>
                <a:lnTo>
                  <a:pt x="1028700" y="66675"/>
                </a:lnTo>
                <a:lnTo>
                  <a:pt x="1019175" y="66675"/>
                </a:lnTo>
                <a:close/>
                <a:moveTo>
                  <a:pt x="857250" y="85725"/>
                </a:moveTo>
                <a:lnTo>
                  <a:pt x="866775" y="85725"/>
                </a:lnTo>
                <a:lnTo>
                  <a:pt x="866775" y="95250"/>
                </a:lnTo>
                <a:lnTo>
                  <a:pt x="857250" y="95250"/>
                </a:lnTo>
                <a:close/>
                <a:moveTo>
                  <a:pt x="838200" y="95250"/>
                </a:moveTo>
                <a:lnTo>
                  <a:pt x="857250" y="95250"/>
                </a:lnTo>
                <a:lnTo>
                  <a:pt x="857250" y="104775"/>
                </a:lnTo>
                <a:lnTo>
                  <a:pt x="838200" y="104775"/>
                </a:lnTo>
                <a:close/>
                <a:moveTo>
                  <a:pt x="1057275" y="114300"/>
                </a:moveTo>
                <a:lnTo>
                  <a:pt x="1076325" y="114300"/>
                </a:lnTo>
                <a:lnTo>
                  <a:pt x="1076325" y="123825"/>
                </a:lnTo>
                <a:lnTo>
                  <a:pt x="1085850" y="123825"/>
                </a:lnTo>
                <a:lnTo>
                  <a:pt x="1085850" y="133350"/>
                </a:lnTo>
                <a:lnTo>
                  <a:pt x="1095375" y="133350"/>
                </a:lnTo>
                <a:lnTo>
                  <a:pt x="1095375" y="142875"/>
                </a:lnTo>
                <a:lnTo>
                  <a:pt x="1057275" y="142875"/>
                </a:lnTo>
                <a:lnTo>
                  <a:pt x="1057275" y="133350"/>
                </a:lnTo>
                <a:lnTo>
                  <a:pt x="1066800" y="133350"/>
                </a:lnTo>
                <a:lnTo>
                  <a:pt x="1066800" y="123825"/>
                </a:lnTo>
                <a:lnTo>
                  <a:pt x="1057275" y="123825"/>
                </a:lnTo>
                <a:close/>
                <a:moveTo>
                  <a:pt x="1447800" y="114300"/>
                </a:moveTo>
                <a:lnTo>
                  <a:pt x="1457325" y="114300"/>
                </a:lnTo>
                <a:lnTo>
                  <a:pt x="1457325" y="123825"/>
                </a:lnTo>
                <a:lnTo>
                  <a:pt x="1447800" y="123825"/>
                </a:lnTo>
                <a:close/>
                <a:moveTo>
                  <a:pt x="876300" y="123825"/>
                </a:moveTo>
                <a:lnTo>
                  <a:pt x="885825" y="123825"/>
                </a:lnTo>
                <a:lnTo>
                  <a:pt x="885825" y="133350"/>
                </a:lnTo>
                <a:lnTo>
                  <a:pt x="904875" y="133350"/>
                </a:lnTo>
                <a:lnTo>
                  <a:pt x="904875" y="142875"/>
                </a:lnTo>
                <a:lnTo>
                  <a:pt x="876300" y="142875"/>
                </a:lnTo>
                <a:lnTo>
                  <a:pt x="876300" y="152400"/>
                </a:lnTo>
                <a:lnTo>
                  <a:pt x="866775" y="152400"/>
                </a:lnTo>
                <a:lnTo>
                  <a:pt x="866775" y="171450"/>
                </a:lnTo>
                <a:lnTo>
                  <a:pt x="828675" y="171450"/>
                </a:lnTo>
                <a:lnTo>
                  <a:pt x="828675" y="161925"/>
                </a:lnTo>
                <a:lnTo>
                  <a:pt x="847725" y="161925"/>
                </a:lnTo>
                <a:lnTo>
                  <a:pt x="847725" y="142875"/>
                </a:lnTo>
                <a:lnTo>
                  <a:pt x="866775" y="142875"/>
                </a:lnTo>
                <a:lnTo>
                  <a:pt x="866775" y="133350"/>
                </a:lnTo>
                <a:lnTo>
                  <a:pt x="876300" y="133350"/>
                </a:lnTo>
                <a:close/>
                <a:moveTo>
                  <a:pt x="990600" y="133350"/>
                </a:moveTo>
                <a:lnTo>
                  <a:pt x="1000125" y="133350"/>
                </a:lnTo>
                <a:lnTo>
                  <a:pt x="1000125" y="142875"/>
                </a:lnTo>
                <a:lnTo>
                  <a:pt x="990600" y="142875"/>
                </a:lnTo>
                <a:close/>
                <a:moveTo>
                  <a:pt x="1171575" y="133350"/>
                </a:moveTo>
                <a:lnTo>
                  <a:pt x="1181100" y="133350"/>
                </a:lnTo>
                <a:lnTo>
                  <a:pt x="1181100" y="142875"/>
                </a:lnTo>
                <a:lnTo>
                  <a:pt x="1171575" y="142875"/>
                </a:lnTo>
                <a:close/>
                <a:moveTo>
                  <a:pt x="914400" y="142875"/>
                </a:moveTo>
                <a:lnTo>
                  <a:pt x="923925" y="142875"/>
                </a:lnTo>
                <a:lnTo>
                  <a:pt x="923925" y="152400"/>
                </a:lnTo>
                <a:lnTo>
                  <a:pt x="914400" y="152400"/>
                </a:lnTo>
                <a:close/>
                <a:moveTo>
                  <a:pt x="933450" y="142875"/>
                </a:moveTo>
                <a:lnTo>
                  <a:pt x="952500" y="142875"/>
                </a:lnTo>
                <a:lnTo>
                  <a:pt x="952500" y="152400"/>
                </a:lnTo>
                <a:lnTo>
                  <a:pt x="933450" y="152400"/>
                </a:lnTo>
                <a:close/>
                <a:moveTo>
                  <a:pt x="1000125" y="142875"/>
                </a:moveTo>
                <a:lnTo>
                  <a:pt x="1009650" y="142875"/>
                </a:lnTo>
                <a:lnTo>
                  <a:pt x="1009650" y="152400"/>
                </a:lnTo>
                <a:lnTo>
                  <a:pt x="1028700" y="152400"/>
                </a:lnTo>
                <a:lnTo>
                  <a:pt x="1028700" y="142875"/>
                </a:lnTo>
                <a:lnTo>
                  <a:pt x="1038225" y="142875"/>
                </a:lnTo>
                <a:lnTo>
                  <a:pt x="1038225" y="152400"/>
                </a:lnTo>
                <a:lnTo>
                  <a:pt x="1057275" y="152400"/>
                </a:lnTo>
                <a:lnTo>
                  <a:pt x="1057275" y="171450"/>
                </a:lnTo>
                <a:lnTo>
                  <a:pt x="1009650" y="171450"/>
                </a:lnTo>
                <a:lnTo>
                  <a:pt x="1009650" y="161925"/>
                </a:lnTo>
                <a:lnTo>
                  <a:pt x="990600" y="161925"/>
                </a:lnTo>
                <a:lnTo>
                  <a:pt x="990600" y="152400"/>
                </a:lnTo>
                <a:lnTo>
                  <a:pt x="1000125" y="152400"/>
                </a:lnTo>
                <a:close/>
                <a:moveTo>
                  <a:pt x="1181100" y="142875"/>
                </a:moveTo>
                <a:lnTo>
                  <a:pt x="1190625" y="142875"/>
                </a:lnTo>
                <a:lnTo>
                  <a:pt x="1190625" y="152400"/>
                </a:lnTo>
                <a:lnTo>
                  <a:pt x="1181100" y="152400"/>
                </a:lnTo>
                <a:close/>
                <a:moveTo>
                  <a:pt x="885825" y="152400"/>
                </a:moveTo>
                <a:lnTo>
                  <a:pt x="914400" y="152400"/>
                </a:lnTo>
                <a:lnTo>
                  <a:pt x="914400" y="161925"/>
                </a:lnTo>
                <a:lnTo>
                  <a:pt x="885825" y="161925"/>
                </a:lnTo>
                <a:close/>
                <a:moveTo>
                  <a:pt x="962025" y="152400"/>
                </a:moveTo>
                <a:lnTo>
                  <a:pt x="971550" y="152400"/>
                </a:lnTo>
                <a:lnTo>
                  <a:pt x="971550" y="161925"/>
                </a:lnTo>
                <a:lnTo>
                  <a:pt x="962025" y="161925"/>
                </a:lnTo>
                <a:close/>
                <a:moveTo>
                  <a:pt x="685800" y="171450"/>
                </a:moveTo>
                <a:lnTo>
                  <a:pt x="695325" y="171450"/>
                </a:lnTo>
                <a:lnTo>
                  <a:pt x="695325" y="180975"/>
                </a:lnTo>
                <a:lnTo>
                  <a:pt x="685800" y="180975"/>
                </a:lnTo>
                <a:close/>
                <a:moveTo>
                  <a:pt x="771525" y="171450"/>
                </a:moveTo>
                <a:lnTo>
                  <a:pt x="781050" y="171450"/>
                </a:lnTo>
                <a:lnTo>
                  <a:pt x="781050" y="190500"/>
                </a:lnTo>
                <a:lnTo>
                  <a:pt x="790575" y="190500"/>
                </a:lnTo>
                <a:lnTo>
                  <a:pt x="790575" y="200025"/>
                </a:lnTo>
                <a:lnTo>
                  <a:pt x="781050" y="200025"/>
                </a:lnTo>
                <a:lnTo>
                  <a:pt x="781050" y="209550"/>
                </a:lnTo>
                <a:lnTo>
                  <a:pt x="752475" y="209550"/>
                </a:lnTo>
                <a:lnTo>
                  <a:pt x="752475" y="219075"/>
                </a:lnTo>
                <a:lnTo>
                  <a:pt x="733425" y="219075"/>
                </a:lnTo>
                <a:lnTo>
                  <a:pt x="733425" y="228600"/>
                </a:lnTo>
                <a:lnTo>
                  <a:pt x="723900" y="228600"/>
                </a:lnTo>
                <a:lnTo>
                  <a:pt x="723900" y="238125"/>
                </a:lnTo>
                <a:lnTo>
                  <a:pt x="714375" y="238125"/>
                </a:lnTo>
                <a:lnTo>
                  <a:pt x="714375" y="247650"/>
                </a:lnTo>
                <a:lnTo>
                  <a:pt x="704850" y="247650"/>
                </a:lnTo>
                <a:lnTo>
                  <a:pt x="704850" y="257175"/>
                </a:lnTo>
                <a:lnTo>
                  <a:pt x="695325" y="257175"/>
                </a:lnTo>
                <a:lnTo>
                  <a:pt x="695325" y="247650"/>
                </a:lnTo>
                <a:lnTo>
                  <a:pt x="685800" y="247650"/>
                </a:lnTo>
                <a:lnTo>
                  <a:pt x="685800" y="238125"/>
                </a:lnTo>
                <a:lnTo>
                  <a:pt x="704850" y="238125"/>
                </a:lnTo>
                <a:lnTo>
                  <a:pt x="704850" y="219075"/>
                </a:lnTo>
                <a:lnTo>
                  <a:pt x="714375" y="219075"/>
                </a:lnTo>
                <a:lnTo>
                  <a:pt x="714375" y="209550"/>
                </a:lnTo>
                <a:lnTo>
                  <a:pt x="723900" y="209550"/>
                </a:lnTo>
                <a:lnTo>
                  <a:pt x="723900" y="200025"/>
                </a:lnTo>
                <a:lnTo>
                  <a:pt x="762000" y="200025"/>
                </a:lnTo>
                <a:lnTo>
                  <a:pt x="762000" y="190500"/>
                </a:lnTo>
                <a:lnTo>
                  <a:pt x="771525" y="190500"/>
                </a:lnTo>
                <a:close/>
                <a:moveTo>
                  <a:pt x="1076325" y="171450"/>
                </a:moveTo>
                <a:lnTo>
                  <a:pt x="1085850" y="171450"/>
                </a:lnTo>
                <a:lnTo>
                  <a:pt x="1085850" y="190500"/>
                </a:lnTo>
                <a:lnTo>
                  <a:pt x="1066800" y="190500"/>
                </a:lnTo>
                <a:lnTo>
                  <a:pt x="1066800" y="180975"/>
                </a:lnTo>
                <a:lnTo>
                  <a:pt x="1076325" y="180975"/>
                </a:lnTo>
                <a:close/>
                <a:moveTo>
                  <a:pt x="1095375" y="180975"/>
                </a:moveTo>
                <a:lnTo>
                  <a:pt x="1104900" y="180975"/>
                </a:lnTo>
                <a:lnTo>
                  <a:pt x="1104900" y="200025"/>
                </a:lnTo>
                <a:lnTo>
                  <a:pt x="1095375" y="200025"/>
                </a:lnTo>
                <a:close/>
                <a:moveTo>
                  <a:pt x="1181100" y="180975"/>
                </a:moveTo>
                <a:lnTo>
                  <a:pt x="1190625" y="180975"/>
                </a:lnTo>
                <a:lnTo>
                  <a:pt x="1190625" y="200025"/>
                </a:lnTo>
                <a:lnTo>
                  <a:pt x="1181100" y="200025"/>
                </a:lnTo>
                <a:close/>
                <a:moveTo>
                  <a:pt x="1428750" y="180975"/>
                </a:moveTo>
                <a:lnTo>
                  <a:pt x="1438275" y="180975"/>
                </a:lnTo>
                <a:lnTo>
                  <a:pt x="1438275" y="190500"/>
                </a:lnTo>
                <a:lnTo>
                  <a:pt x="1428750" y="190500"/>
                </a:lnTo>
                <a:close/>
                <a:moveTo>
                  <a:pt x="1104900" y="200025"/>
                </a:moveTo>
                <a:lnTo>
                  <a:pt x="1114425" y="200025"/>
                </a:lnTo>
                <a:lnTo>
                  <a:pt x="1114425" y="209550"/>
                </a:lnTo>
                <a:lnTo>
                  <a:pt x="1104900" y="209550"/>
                </a:lnTo>
                <a:close/>
                <a:moveTo>
                  <a:pt x="1190625" y="200025"/>
                </a:moveTo>
                <a:lnTo>
                  <a:pt x="1200150" y="200025"/>
                </a:lnTo>
                <a:lnTo>
                  <a:pt x="1200150" y="209550"/>
                </a:lnTo>
                <a:lnTo>
                  <a:pt x="1190625" y="209550"/>
                </a:lnTo>
                <a:close/>
                <a:moveTo>
                  <a:pt x="1104900" y="219075"/>
                </a:moveTo>
                <a:lnTo>
                  <a:pt x="1114425" y="219075"/>
                </a:lnTo>
                <a:lnTo>
                  <a:pt x="1114425" y="228600"/>
                </a:lnTo>
                <a:lnTo>
                  <a:pt x="1104900" y="228600"/>
                </a:lnTo>
                <a:close/>
                <a:moveTo>
                  <a:pt x="685800" y="257175"/>
                </a:moveTo>
                <a:lnTo>
                  <a:pt x="695325" y="257175"/>
                </a:lnTo>
                <a:lnTo>
                  <a:pt x="695325" y="266700"/>
                </a:lnTo>
                <a:lnTo>
                  <a:pt x="685800" y="266700"/>
                </a:lnTo>
                <a:close/>
                <a:moveTo>
                  <a:pt x="1133475" y="257175"/>
                </a:moveTo>
                <a:lnTo>
                  <a:pt x="1143000" y="257175"/>
                </a:lnTo>
                <a:lnTo>
                  <a:pt x="1143000" y="266700"/>
                </a:lnTo>
                <a:lnTo>
                  <a:pt x="1133475" y="266700"/>
                </a:lnTo>
                <a:close/>
                <a:moveTo>
                  <a:pt x="666750" y="266700"/>
                </a:moveTo>
                <a:lnTo>
                  <a:pt x="676275" y="266700"/>
                </a:lnTo>
                <a:lnTo>
                  <a:pt x="676275" y="285750"/>
                </a:lnTo>
                <a:lnTo>
                  <a:pt x="666750" y="285750"/>
                </a:lnTo>
                <a:lnTo>
                  <a:pt x="666750" y="295275"/>
                </a:lnTo>
                <a:lnTo>
                  <a:pt x="676275" y="295275"/>
                </a:lnTo>
                <a:lnTo>
                  <a:pt x="676275" y="304800"/>
                </a:lnTo>
                <a:lnTo>
                  <a:pt x="647700" y="304800"/>
                </a:lnTo>
                <a:lnTo>
                  <a:pt x="647700" y="285750"/>
                </a:lnTo>
                <a:lnTo>
                  <a:pt x="657225" y="285750"/>
                </a:lnTo>
                <a:lnTo>
                  <a:pt x="657225" y="276225"/>
                </a:lnTo>
                <a:lnTo>
                  <a:pt x="666750" y="276225"/>
                </a:lnTo>
                <a:close/>
                <a:moveTo>
                  <a:pt x="1143000" y="266700"/>
                </a:moveTo>
                <a:lnTo>
                  <a:pt x="1152525" y="266700"/>
                </a:lnTo>
                <a:lnTo>
                  <a:pt x="1152525" y="276225"/>
                </a:lnTo>
                <a:lnTo>
                  <a:pt x="1162050" y="276225"/>
                </a:lnTo>
                <a:lnTo>
                  <a:pt x="1162050" y="266700"/>
                </a:lnTo>
                <a:lnTo>
                  <a:pt x="1181100" y="266700"/>
                </a:lnTo>
                <a:lnTo>
                  <a:pt x="1181100" y="276225"/>
                </a:lnTo>
                <a:lnTo>
                  <a:pt x="1190625" y="276225"/>
                </a:lnTo>
                <a:lnTo>
                  <a:pt x="1190625" y="285750"/>
                </a:lnTo>
                <a:lnTo>
                  <a:pt x="1181100" y="285750"/>
                </a:lnTo>
                <a:lnTo>
                  <a:pt x="1181100" y="295275"/>
                </a:lnTo>
                <a:lnTo>
                  <a:pt x="1190625" y="295275"/>
                </a:lnTo>
                <a:lnTo>
                  <a:pt x="1190625" y="304800"/>
                </a:lnTo>
                <a:lnTo>
                  <a:pt x="1181100" y="304800"/>
                </a:lnTo>
                <a:lnTo>
                  <a:pt x="1181100" y="323850"/>
                </a:lnTo>
                <a:lnTo>
                  <a:pt x="1171575" y="323850"/>
                </a:lnTo>
                <a:lnTo>
                  <a:pt x="1171575" y="314325"/>
                </a:lnTo>
                <a:lnTo>
                  <a:pt x="1162050" y="314325"/>
                </a:lnTo>
                <a:lnTo>
                  <a:pt x="1162050" y="304800"/>
                </a:lnTo>
                <a:lnTo>
                  <a:pt x="1152525" y="304800"/>
                </a:lnTo>
                <a:lnTo>
                  <a:pt x="1152525" y="285750"/>
                </a:lnTo>
                <a:lnTo>
                  <a:pt x="1143000" y="285750"/>
                </a:lnTo>
                <a:close/>
                <a:moveTo>
                  <a:pt x="1162050" y="295275"/>
                </a:moveTo>
                <a:lnTo>
                  <a:pt x="1171575" y="295275"/>
                </a:lnTo>
                <a:lnTo>
                  <a:pt x="1171575" y="285750"/>
                </a:lnTo>
                <a:lnTo>
                  <a:pt x="1162050" y="285750"/>
                </a:lnTo>
                <a:close/>
                <a:moveTo>
                  <a:pt x="1609725" y="295275"/>
                </a:moveTo>
                <a:lnTo>
                  <a:pt x="1619250" y="295275"/>
                </a:lnTo>
                <a:lnTo>
                  <a:pt x="1619250" y="304800"/>
                </a:lnTo>
                <a:lnTo>
                  <a:pt x="1609725" y="304800"/>
                </a:lnTo>
                <a:close/>
                <a:moveTo>
                  <a:pt x="647700" y="314325"/>
                </a:moveTo>
                <a:lnTo>
                  <a:pt x="666750" y="314325"/>
                </a:lnTo>
                <a:lnTo>
                  <a:pt x="666750" y="333375"/>
                </a:lnTo>
                <a:lnTo>
                  <a:pt x="657225" y="333375"/>
                </a:lnTo>
                <a:lnTo>
                  <a:pt x="657225" y="323850"/>
                </a:lnTo>
                <a:lnTo>
                  <a:pt x="647700" y="323850"/>
                </a:lnTo>
                <a:close/>
                <a:moveTo>
                  <a:pt x="1276350" y="314325"/>
                </a:moveTo>
                <a:lnTo>
                  <a:pt x="1304925" y="314325"/>
                </a:lnTo>
                <a:lnTo>
                  <a:pt x="1304925" y="323850"/>
                </a:lnTo>
                <a:lnTo>
                  <a:pt x="1285875" y="323850"/>
                </a:lnTo>
                <a:lnTo>
                  <a:pt x="1285875" y="333375"/>
                </a:lnTo>
                <a:lnTo>
                  <a:pt x="1266825" y="333375"/>
                </a:lnTo>
                <a:lnTo>
                  <a:pt x="1266825" y="323850"/>
                </a:lnTo>
                <a:lnTo>
                  <a:pt x="1276350" y="323850"/>
                </a:lnTo>
                <a:close/>
                <a:moveTo>
                  <a:pt x="638175" y="323850"/>
                </a:moveTo>
                <a:lnTo>
                  <a:pt x="647700" y="323850"/>
                </a:lnTo>
                <a:lnTo>
                  <a:pt x="647700" y="333375"/>
                </a:lnTo>
                <a:lnTo>
                  <a:pt x="657225" y="333375"/>
                </a:lnTo>
                <a:lnTo>
                  <a:pt x="657225" y="342900"/>
                </a:lnTo>
                <a:lnTo>
                  <a:pt x="647700" y="342900"/>
                </a:lnTo>
                <a:lnTo>
                  <a:pt x="647700" y="361950"/>
                </a:lnTo>
                <a:lnTo>
                  <a:pt x="657225" y="361950"/>
                </a:lnTo>
                <a:lnTo>
                  <a:pt x="657225" y="381000"/>
                </a:lnTo>
                <a:lnTo>
                  <a:pt x="647700" y="381000"/>
                </a:lnTo>
                <a:lnTo>
                  <a:pt x="647700" y="371475"/>
                </a:lnTo>
                <a:lnTo>
                  <a:pt x="638175" y="371475"/>
                </a:lnTo>
                <a:lnTo>
                  <a:pt x="638175" y="390525"/>
                </a:lnTo>
                <a:lnTo>
                  <a:pt x="628650" y="390525"/>
                </a:lnTo>
                <a:lnTo>
                  <a:pt x="628650" y="381000"/>
                </a:lnTo>
                <a:lnTo>
                  <a:pt x="619125" y="381000"/>
                </a:lnTo>
                <a:lnTo>
                  <a:pt x="619125" y="352425"/>
                </a:lnTo>
                <a:lnTo>
                  <a:pt x="638175" y="352425"/>
                </a:lnTo>
                <a:close/>
                <a:moveTo>
                  <a:pt x="1181100" y="333375"/>
                </a:moveTo>
                <a:lnTo>
                  <a:pt x="1200150" y="333375"/>
                </a:lnTo>
                <a:lnTo>
                  <a:pt x="1200150" y="352425"/>
                </a:lnTo>
                <a:lnTo>
                  <a:pt x="1190625" y="352425"/>
                </a:lnTo>
                <a:lnTo>
                  <a:pt x="1190625" y="371475"/>
                </a:lnTo>
                <a:lnTo>
                  <a:pt x="1181100" y="371475"/>
                </a:lnTo>
                <a:close/>
                <a:moveTo>
                  <a:pt x="838200" y="342900"/>
                </a:moveTo>
                <a:lnTo>
                  <a:pt x="847725" y="342900"/>
                </a:lnTo>
                <a:lnTo>
                  <a:pt x="847725" y="352425"/>
                </a:lnTo>
                <a:lnTo>
                  <a:pt x="838200" y="352425"/>
                </a:lnTo>
                <a:close/>
                <a:moveTo>
                  <a:pt x="895350" y="371475"/>
                </a:moveTo>
                <a:lnTo>
                  <a:pt x="904875" y="371475"/>
                </a:lnTo>
                <a:lnTo>
                  <a:pt x="904875" y="381000"/>
                </a:lnTo>
                <a:lnTo>
                  <a:pt x="895350" y="381000"/>
                </a:lnTo>
                <a:close/>
                <a:moveTo>
                  <a:pt x="1171575" y="371475"/>
                </a:moveTo>
                <a:lnTo>
                  <a:pt x="1181100" y="371475"/>
                </a:lnTo>
                <a:lnTo>
                  <a:pt x="1181100" y="381000"/>
                </a:lnTo>
                <a:lnTo>
                  <a:pt x="1171575" y="381000"/>
                </a:lnTo>
                <a:close/>
                <a:moveTo>
                  <a:pt x="904875" y="381000"/>
                </a:moveTo>
                <a:lnTo>
                  <a:pt x="914400" y="381000"/>
                </a:lnTo>
                <a:lnTo>
                  <a:pt x="914400" y="390525"/>
                </a:lnTo>
                <a:lnTo>
                  <a:pt x="904875" y="390525"/>
                </a:lnTo>
                <a:close/>
                <a:moveTo>
                  <a:pt x="381000" y="390525"/>
                </a:moveTo>
                <a:lnTo>
                  <a:pt x="390525" y="390525"/>
                </a:lnTo>
                <a:lnTo>
                  <a:pt x="390525" y="400050"/>
                </a:lnTo>
                <a:lnTo>
                  <a:pt x="381000" y="400050"/>
                </a:lnTo>
                <a:close/>
                <a:moveTo>
                  <a:pt x="619125" y="390525"/>
                </a:moveTo>
                <a:lnTo>
                  <a:pt x="628650" y="390525"/>
                </a:lnTo>
                <a:lnTo>
                  <a:pt x="628650" y="428625"/>
                </a:lnTo>
                <a:lnTo>
                  <a:pt x="619125" y="428625"/>
                </a:lnTo>
                <a:close/>
                <a:moveTo>
                  <a:pt x="638175" y="390525"/>
                </a:moveTo>
                <a:lnTo>
                  <a:pt x="647700" y="390525"/>
                </a:lnTo>
                <a:lnTo>
                  <a:pt x="647700" y="400050"/>
                </a:lnTo>
                <a:lnTo>
                  <a:pt x="638175" y="400050"/>
                </a:lnTo>
                <a:close/>
                <a:moveTo>
                  <a:pt x="914400" y="390525"/>
                </a:moveTo>
                <a:lnTo>
                  <a:pt x="933450" y="390525"/>
                </a:lnTo>
                <a:lnTo>
                  <a:pt x="933450" y="400050"/>
                </a:lnTo>
                <a:lnTo>
                  <a:pt x="942975" y="400050"/>
                </a:lnTo>
                <a:lnTo>
                  <a:pt x="942975" y="409575"/>
                </a:lnTo>
                <a:lnTo>
                  <a:pt x="933450" y="409575"/>
                </a:lnTo>
                <a:lnTo>
                  <a:pt x="933450" y="419100"/>
                </a:lnTo>
                <a:lnTo>
                  <a:pt x="923925" y="419100"/>
                </a:lnTo>
                <a:lnTo>
                  <a:pt x="923925" y="400050"/>
                </a:lnTo>
                <a:lnTo>
                  <a:pt x="914400" y="400050"/>
                </a:lnTo>
                <a:close/>
                <a:moveTo>
                  <a:pt x="809625" y="400050"/>
                </a:moveTo>
                <a:lnTo>
                  <a:pt x="819150" y="400050"/>
                </a:lnTo>
                <a:lnTo>
                  <a:pt x="819150" y="409575"/>
                </a:lnTo>
                <a:lnTo>
                  <a:pt x="809625" y="409575"/>
                </a:lnTo>
                <a:close/>
                <a:moveTo>
                  <a:pt x="1171575" y="400050"/>
                </a:moveTo>
                <a:lnTo>
                  <a:pt x="1181100" y="400050"/>
                </a:lnTo>
                <a:lnTo>
                  <a:pt x="1181100" y="409575"/>
                </a:lnTo>
                <a:lnTo>
                  <a:pt x="1171575" y="409575"/>
                </a:lnTo>
                <a:close/>
                <a:moveTo>
                  <a:pt x="800100" y="409575"/>
                </a:moveTo>
                <a:lnTo>
                  <a:pt x="809625" y="409575"/>
                </a:lnTo>
                <a:lnTo>
                  <a:pt x="809625" y="419100"/>
                </a:lnTo>
                <a:lnTo>
                  <a:pt x="800100" y="419100"/>
                </a:lnTo>
                <a:close/>
                <a:moveTo>
                  <a:pt x="790575" y="419100"/>
                </a:moveTo>
                <a:lnTo>
                  <a:pt x="800100" y="419100"/>
                </a:lnTo>
                <a:lnTo>
                  <a:pt x="800100" y="428625"/>
                </a:lnTo>
                <a:lnTo>
                  <a:pt x="790575" y="428625"/>
                </a:lnTo>
                <a:close/>
                <a:moveTo>
                  <a:pt x="828675" y="419100"/>
                </a:moveTo>
                <a:lnTo>
                  <a:pt x="838200" y="419100"/>
                </a:lnTo>
                <a:lnTo>
                  <a:pt x="838200" y="428625"/>
                </a:lnTo>
                <a:lnTo>
                  <a:pt x="828675" y="428625"/>
                </a:lnTo>
                <a:close/>
                <a:moveTo>
                  <a:pt x="781050" y="428625"/>
                </a:moveTo>
                <a:lnTo>
                  <a:pt x="790575" y="428625"/>
                </a:lnTo>
                <a:lnTo>
                  <a:pt x="790575" y="447675"/>
                </a:lnTo>
                <a:lnTo>
                  <a:pt x="771525" y="447675"/>
                </a:lnTo>
                <a:lnTo>
                  <a:pt x="771525" y="438150"/>
                </a:lnTo>
                <a:lnTo>
                  <a:pt x="781050" y="438150"/>
                </a:lnTo>
                <a:close/>
                <a:moveTo>
                  <a:pt x="381000" y="438150"/>
                </a:moveTo>
                <a:lnTo>
                  <a:pt x="400050" y="438150"/>
                </a:lnTo>
                <a:lnTo>
                  <a:pt x="400050" y="447675"/>
                </a:lnTo>
                <a:lnTo>
                  <a:pt x="409575" y="447675"/>
                </a:lnTo>
                <a:lnTo>
                  <a:pt x="409575" y="457200"/>
                </a:lnTo>
                <a:lnTo>
                  <a:pt x="419100" y="457200"/>
                </a:lnTo>
                <a:lnTo>
                  <a:pt x="419100" y="466725"/>
                </a:lnTo>
                <a:lnTo>
                  <a:pt x="400050" y="466725"/>
                </a:lnTo>
                <a:lnTo>
                  <a:pt x="400050" y="495300"/>
                </a:lnTo>
                <a:lnTo>
                  <a:pt x="390525" y="495300"/>
                </a:lnTo>
                <a:lnTo>
                  <a:pt x="390525" y="457200"/>
                </a:lnTo>
                <a:lnTo>
                  <a:pt x="381000" y="457200"/>
                </a:lnTo>
                <a:close/>
                <a:moveTo>
                  <a:pt x="647700" y="438150"/>
                </a:moveTo>
                <a:lnTo>
                  <a:pt x="657225" y="438150"/>
                </a:lnTo>
                <a:lnTo>
                  <a:pt x="657225" y="447675"/>
                </a:lnTo>
                <a:lnTo>
                  <a:pt x="647700" y="447675"/>
                </a:lnTo>
                <a:close/>
                <a:moveTo>
                  <a:pt x="809625" y="438150"/>
                </a:moveTo>
                <a:lnTo>
                  <a:pt x="819150" y="438150"/>
                </a:lnTo>
                <a:lnTo>
                  <a:pt x="819150" y="447675"/>
                </a:lnTo>
                <a:lnTo>
                  <a:pt x="809625" y="447675"/>
                </a:lnTo>
                <a:close/>
                <a:moveTo>
                  <a:pt x="304800" y="447675"/>
                </a:moveTo>
                <a:lnTo>
                  <a:pt x="314325" y="447675"/>
                </a:lnTo>
                <a:lnTo>
                  <a:pt x="314325" y="457200"/>
                </a:lnTo>
                <a:lnTo>
                  <a:pt x="323850" y="457200"/>
                </a:lnTo>
                <a:lnTo>
                  <a:pt x="323850" y="466725"/>
                </a:lnTo>
                <a:lnTo>
                  <a:pt x="304800" y="466725"/>
                </a:lnTo>
                <a:close/>
                <a:moveTo>
                  <a:pt x="752475" y="447675"/>
                </a:moveTo>
                <a:lnTo>
                  <a:pt x="762000" y="447675"/>
                </a:lnTo>
                <a:lnTo>
                  <a:pt x="762000" y="457200"/>
                </a:lnTo>
                <a:lnTo>
                  <a:pt x="752475" y="457200"/>
                </a:lnTo>
                <a:close/>
                <a:moveTo>
                  <a:pt x="790575" y="447675"/>
                </a:moveTo>
                <a:lnTo>
                  <a:pt x="800100" y="447675"/>
                </a:lnTo>
                <a:lnTo>
                  <a:pt x="800100" y="457200"/>
                </a:lnTo>
                <a:lnTo>
                  <a:pt x="790575" y="457200"/>
                </a:lnTo>
                <a:close/>
                <a:moveTo>
                  <a:pt x="781050" y="457200"/>
                </a:moveTo>
                <a:lnTo>
                  <a:pt x="790575" y="457200"/>
                </a:lnTo>
                <a:lnTo>
                  <a:pt x="790575" y="466725"/>
                </a:lnTo>
                <a:lnTo>
                  <a:pt x="781050" y="466725"/>
                </a:lnTo>
                <a:close/>
                <a:moveTo>
                  <a:pt x="466725" y="466725"/>
                </a:moveTo>
                <a:lnTo>
                  <a:pt x="476250" y="466725"/>
                </a:lnTo>
                <a:lnTo>
                  <a:pt x="476250" y="495300"/>
                </a:lnTo>
                <a:lnTo>
                  <a:pt x="485775" y="495300"/>
                </a:lnTo>
                <a:lnTo>
                  <a:pt x="485775" y="514350"/>
                </a:lnTo>
                <a:lnTo>
                  <a:pt x="476250" y="514350"/>
                </a:lnTo>
                <a:lnTo>
                  <a:pt x="476250" y="533400"/>
                </a:lnTo>
                <a:lnTo>
                  <a:pt x="466725" y="533400"/>
                </a:lnTo>
                <a:lnTo>
                  <a:pt x="466725" y="542925"/>
                </a:lnTo>
                <a:lnTo>
                  <a:pt x="447675" y="542925"/>
                </a:lnTo>
                <a:lnTo>
                  <a:pt x="447675" y="504825"/>
                </a:lnTo>
                <a:lnTo>
                  <a:pt x="457200" y="504825"/>
                </a:lnTo>
                <a:lnTo>
                  <a:pt x="457200" y="476250"/>
                </a:lnTo>
                <a:lnTo>
                  <a:pt x="466725" y="476250"/>
                </a:lnTo>
                <a:close/>
                <a:moveTo>
                  <a:pt x="504825" y="466725"/>
                </a:moveTo>
                <a:lnTo>
                  <a:pt x="514350" y="466725"/>
                </a:lnTo>
                <a:lnTo>
                  <a:pt x="514350" y="476250"/>
                </a:lnTo>
                <a:lnTo>
                  <a:pt x="504825" y="476250"/>
                </a:lnTo>
                <a:close/>
                <a:moveTo>
                  <a:pt x="733425" y="466725"/>
                </a:moveTo>
                <a:lnTo>
                  <a:pt x="742950" y="466725"/>
                </a:lnTo>
                <a:lnTo>
                  <a:pt x="742950" y="476250"/>
                </a:lnTo>
                <a:lnTo>
                  <a:pt x="733425" y="476250"/>
                </a:lnTo>
                <a:close/>
                <a:moveTo>
                  <a:pt x="1038225" y="466725"/>
                </a:moveTo>
                <a:lnTo>
                  <a:pt x="1047750" y="466725"/>
                </a:lnTo>
                <a:lnTo>
                  <a:pt x="1047750" y="476250"/>
                </a:lnTo>
                <a:lnTo>
                  <a:pt x="1038225" y="476250"/>
                </a:lnTo>
                <a:close/>
                <a:moveTo>
                  <a:pt x="485775" y="476250"/>
                </a:moveTo>
                <a:lnTo>
                  <a:pt x="495300" y="476250"/>
                </a:lnTo>
                <a:lnTo>
                  <a:pt x="495300" y="485775"/>
                </a:lnTo>
                <a:lnTo>
                  <a:pt x="485775" y="485775"/>
                </a:lnTo>
                <a:close/>
                <a:moveTo>
                  <a:pt x="647700" y="476250"/>
                </a:moveTo>
                <a:lnTo>
                  <a:pt x="657225" y="476250"/>
                </a:lnTo>
                <a:lnTo>
                  <a:pt x="657225" y="485775"/>
                </a:lnTo>
                <a:lnTo>
                  <a:pt x="647700" y="485775"/>
                </a:lnTo>
                <a:close/>
                <a:moveTo>
                  <a:pt x="1019175" y="476250"/>
                </a:moveTo>
                <a:lnTo>
                  <a:pt x="1038225" y="476250"/>
                </a:lnTo>
                <a:lnTo>
                  <a:pt x="1038225" y="485775"/>
                </a:lnTo>
                <a:lnTo>
                  <a:pt x="1019175" y="485775"/>
                </a:lnTo>
                <a:close/>
                <a:moveTo>
                  <a:pt x="723900" y="485775"/>
                </a:moveTo>
                <a:lnTo>
                  <a:pt x="733425" y="485775"/>
                </a:lnTo>
                <a:lnTo>
                  <a:pt x="733425" y="495300"/>
                </a:lnTo>
                <a:lnTo>
                  <a:pt x="723900" y="495300"/>
                </a:lnTo>
                <a:close/>
                <a:moveTo>
                  <a:pt x="428625" y="495300"/>
                </a:moveTo>
                <a:lnTo>
                  <a:pt x="438150" y="495300"/>
                </a:lnTo>
                <a:lnTo>
                  <a:pt x="438150" y="514350"/>
                </a:lnTo>
                <a:lnTo>
                  <a:pt x="428625" y="514350"/>
                </a:lnTo>
                <a:close/>
                <a:moveTo>
                  <a:pt x="723900" y="504825"/>
                </a:moveTo>
                <a:lnTo>
                  <a:pt x="733425" y="504825"/>
                </a:lnTo>
                <a:lnTo>
                  <a:pt x="733425" y="514350"/>
                </a:lnTo>
                <a:lnTo>
                  <a:pt x="723900" y="514350"/>
                </a:lnTo>
                <a:close/>
                <a:moveTo>
                  <a:pt x="457200" y="514350"/>
                </a:moveTo>
                <a:lnTo>
                  <a:pt x="466725" y="514350"/>
                </a:lnTo>
                <a:lnTo>
                  <a:pt x="466725" y="504825"/>
                </a:lnTo>
                <a:lnTo>
                  <a:pt x="457200" y="504825"/>
                </a:lnTo>
                <a:close/>
                <a:moveTo>
                  <a:pt x="1152525" y="523875"/>
                </a:moveTo>
                <a:lnTo>
                  <a:pt x="1162050" y="523875"/>
                </a:lnTo>
                <a:lnTo>
                  <a:pt x="1162050" y="533400"/>
                </a:lnTo>
                <a:lnTo>
                  <a:pt x="1152525" y="533400"/>
                </a:lnTo>
                <a:close/>
                <a:moveTo>
                  <a:pt x="1200150" y="523875"/>
                </a:moveTo>
                <a:lnTo>
                  <a:pt x="1209675" y="523875"/>
                </a:lnTo>
                <a:lnTo>
                  <a:pt x="1209675" y="542925"/>
                </a:lnTo>
                <a:lnTo>
                  <a:pt x="1219200" y="542925"/>
                </a:lnTo>
                <a:lnTo>
                  <a:pt x="1219200" y="571500"/>
                </a:lnTo>
                <a:lnTo>
                  <a:pt x="1228725" y="571500"/>
                </a:lnTo>
                <a:lnTo>
                  <a:pt x="1228725" y="581025"/>
                </a:lnTo>
                <a:lnTo>
                  <a:pt x="1238250" y="581025"/>
                </a:lnTo>
                <a:lnTo>
                  <a:pt x="1238250" y="561975"/>
                </a:lnTo>
                <a:lnTo>
                  <a:pt x="1247775" y="561975"/>
                </a:lnTo>
                <a:lnTo>
                  <a:pt x="1247775" y="600075"/>
                </a:lnTo>
                <a:lnTo>
                  <a:pt x="1238250" y="600075"/>
                </a:lnTo>
                <a:lnTo>
                  <a:pt x="1238250" y="590550"/>
                </a:lnTo>
                <a:lnTo>
                  <a:pt x="1219200" y="590550"/>
                </a:lnTo>
                <a:lnTo>
                  <a:pt x="1219200" y="609600"/>
                </a:lnTo>
                <a:lnTo>
                  <a:pt x="1228725" y="609600"/>
                </a:lnTo>
                <a:lnTo>
                  <a:pt x="1228725" y="600075"/>
                </a:lnTo>
                <a:lnTo>
                  <a:pt x="1238250" y="600075"/>
                </a:lnTo>
                <a:lnTo>
                  <a:pt x="1238250" y="619125"/>
                </a:lnTo>
                <a:lnTo>
                  <a:pt x="1228725" y="619125"/>
                </a:lnTo>
                <a:lnTo>
                  <a:pt x="1228725" y="628650"/>
                </a:lnTo>
                <a:lnTo>
                  <a:pt x="1238250" y="628650"/>
                </a:lnTo>
                <a:lnTo>
                  <a:pt x="1238250" y="638175"/>
                </a:lnTo>
                <a:lnTo>
                  <a:pt x="1257300" y="638175"/>
                </a:lnTo>
                <a:lnTo>
                  <a:pt x="1257300" y="628650"/>
                </a:lnTo>
                <a:lnTo>
                  <a:pt x="1295400" y="628650"/>
                </a:lnTo>
                <a:lnTo>
                  <a:pt x="1295400" y="647700"/>
                </a:lnTo>
                <a:lnTo>
                  <a:pt x="1266825" y="647700"/>
                </a:lnTo>
                <a:lnTo>
                  <a:pt x="1266825" y="638175"/>
                </a:lnTo>
                <a:lnTo>
                  <a:pt x="1257300" y="638175"/>
                </a:lnTo>
                <a:lnTo>
                  <a:pt x="1257300" y="647700"/>
                </a:lnTo>
                <a:lnTo>
                  <a:pt x="1247775" y="647700"/>
                </a:lnTo>
                <a:lnTo>
                  <a:pt x="1247775" y="657225"/>
                </a:lnTo>
                <a:lnTo>
                  <a:pt x="1219200" y="657225"/>
                </a:lnTo>
                <a:lnTo>
                  <a:pt x="1219200" y="685800"/>
                </a:lnTo>
                <a:lnTo>
                  <a:pt x="1209675" y="685800"/>
                </a:lnTo>
                <a:lnTo>
                  <a:pt x="1209675" y="666750"/>
                </a:lnTo>
                <a:lnTo>
                  <a:pt x="1200150" y="666750"/>
                </a:lnTo>
                <a:lnTo>
                  <a:pt x="1200150" y="657225"/>
                </a:lnTo>
                <a:lnTo>
                  <a:pt x="1190625" y="657225"/>
                </a:lnTo>
                <a:lnTo>
                  <a:pt x="1190625" y="609600"/>
                </a:lnTo>
                <a:lnTo>
                  <a:pt x="1181100" y="609600"/>
                </a:lnTo>
                <a:lnTo>
                  <a:pt x="1181100" y="590550"/>
                </a:lnTo>
                <a:lnTo>
                  <a:pt x="1200150" y="590550"/>
                </a:lnTo>
                <a:lnTo>
                  <a:pt x="1200150" y="561975"/>
                </a:lnTo>
                <a:lnTo>
                  <a:pt x="1190625" y="561975"/>
                </a:lnTo>
                <a:lnTo>
                  <a:pt x="1190625" y="552450"/>
                </a:lnTo>
                <a:lnTo>
                  <a:pt x="1200150" y="552450"/>
                </a:lnTo>
                <a:close/>
                <a:moveTo>
                  <a:pt x="409575" y="542925"/>
                </a:moveTo>
                <a:lnTo>
                  <a:pt x="428625" y="542925"/>
                </a:lnTo>
                <a:lnTo>
                  <a:pt x="428625" y="552450"/>
                </a:lnTo>
                <a:lnTo>
                  <a:pt x="438150" y="552450"/>
                </a:lnTo>
                <a:lnTo>
                  <a:pt x="438150" y="561975"/>
                </a:lnTo>
                <a:lnTo>
                  <a:pt x="428625" y="561975"/>
                </a:lnTo>
                <a:lnTo>
                  <a:pt x="428625" y="571500"/>
                </a:lnTo>
                <a:lnTo>
                  <a:pt x="419100" y="571500"/>
                </a:lnTo>
                <a:lnTo>
                  <a:pt x="419100" y="561975"/>
                </a:lnTo>
                <a:lnTo>
                  <a:pt x="409575" y="561975"/>
                </a:lnTo>
                <a:close/>
                <a:moveTo>
                  <a:pt x="1114425" y="542925"/>
                </a:moveTo>
                <a:lnTo>
                  <a:pt x="1123950" y="542925"/>
                </a:lnTo>
                <a:lnTo>
                  <a:pt x="1123950" y="552450"/>
                </a:lnTo>
                <a:lnTo>
                  <a:pt x="1114425" y="552450"/>
                </a:lnTo>
                <a:close/>
                <a:moveTo>
                  <a:pt x="1866900" y="542925"/>
                </a:moveTo>
                <a:lnTo>
                  <a:pt x="1876425" y="542925"/>
                </a:lnTo>
                <a:lnTo>
                  <a:pt x="1876425" y="552450"/>
                </a:lnTo>
                <a:lnTo>
                  <a:pt x="1866900" y="552450"/>
                </a:lnTo>
                <a:close/>
                <a:moveTo>
                  <a:pt x="352425" y="552450"/>
                </a:moveTo>
                <a:lnTo>
                  <a:pt x="361950" y="552450"/>
                </a:lnTo>
                <a:lnTo>
                  <a:pt x="361950" y="571500"/>
                </a:lnTo>
                <a:lnTo>
                  <a:pt x="352425" y="571500"/>
                </a:lnTo>
                <a:close/>
                <a:moveTo>
                  <a:pt x="381000" y="581025"/>
                </a:moveTo>
                <a:lnTo>
                  <a:pt x="390525" y="581025"/>
                </a:lnTo>
                <a:lnTo>
                  <a:pt x="390525" y="590550"/>
                </a:lnTo>
                <a:lnTo>
                  <a:pt x="381000" y="590550"/>
                </a:lnTo>
                <a:close/>
                <a:moveTo>
                  <a:pt x="885825" y="581025"/>
                </a:moveTo>
                <a:lnTo>
                  <a:pt x="914400" y="581025"/>
                </a:lnTo>
                <a:lnTo>
                  <a:pt x="914400" y="590550"/>
                </a:lnTo>
                <a:lnTo>
                  <a:pt x="885825" y="590550"/>
                </a:lnTo>
                <a:close/>
                <a:moveTo>
                  <a:pt x="952500" y="581025"/>
                </a:moveTo>
                <a:lnTo>
                  <a:pt x="962025" y="581025"/>
                </a:lnTo>
                <a:lnTo>
                  <a:pt x="962025" y="590550"/>
                </a:lnTo>
                <a:lnTo>
                  <a:pt x="952500" y="590550"/>
                </a:lnTo>
                <a:close/>
                <a:moveTo>
                  <a:pt x="1866900" y="581025"/>
                </a:moveTo>
                <a:lnTo>
                  <a:pt x="1885950" y="581025"/>
                </a:lnTo>
                <a:lnTo>
                  <a:pt x="1885950" y="600075"/>
                </a:lnTo>
                <a:lnTo>
                  <a:pt x="1866900" y="600075"/>
                </a:lnTo>
                <a:close/>
                <a:moveTo>
                  <a:pt x="942975" y="590550"/>
                </a:moveTo>
                <a:lnTo>
                  <a:pt x="952500" y="590550"/>
                </a:lnTo>
                <a:lnTo>
                  <a:pt x="952500" y="600075"/>
                </a:lnTo>
                <a:lnTo>
                  <a:pt x="942975" y="600075"/>
                </a:lnTo>
                <a:close/>
                <a:moveTo>
                  <a:pt x="238125" y="600075"/>
                </a:moveTo>
                <a:lnTo>
                  <a:pt x="247650" y="600075"/>
                </a:lnTo>
                <a:lnTo>
                  <a:pt x="247650" y="609600"/>
                </a:lnTo>
                <a:lnTo>
                  <a:pt x="238125" y="609600"/>
                </a:lnTo>
                <a:close/>
                <a:moveTo>
                  <a:pt x="533400" y="600075"/>
                </a:moveTo>
                <a:lnTo>
                  <a:pt x="561975" y="600075"/>
                </a:lnTo>
                <a:lnTo>
                  <a:pt x="561975" y="609600"/>
                </a:lnTo>
                <a:lnTo>
                  <a:pt x="552450" y="609600"/>
                </a:lnTo>
                <a:lnTo>
                  <a:pt x="552450" y="619125"/>
                </a:lnTo>
                <a:lnTo>
                  <a:pt x="542925" y="619125"/>
                </a:lnTo>
                <a:lnTo>
                  <a:pt x="542925" y="609600"/>
                </a:lnTo>
                <a:lnTo>
                  <a:pt x="533400" y="609600"/>
                </a:lnTo>
                <a:close/>
                <a:moveTo>
                  <a:pt x="923925" y="600075"/>
                </a:moveTo>
                <a:lnTo>
                  <a:pt x="942975" y="600075"/>
                </a:lnTo>
                <a:lnTo>
                  <a:pt x="942975" y="609600"/>
                </a:lnTo>
                <a:lnTo>
                  <a:pt x="923925" y="609600"/>
                </a:lnTo>
                <a:close/>
                <a:moveTo>
                  <a:pt x="457200" y="609600"/>
                </a:moveTo>
                <a:lnTo>
                  <a:pt x="476250" y="609600"/>
                </a:lnTo>
                <a:lnTo>
                  <a:pt x="476250" y="628650"/>
                </a:lnTo>
                <a:lnTo>
                  <a:pt x="457200" y="628650"/>
                </a:lnTo>
                <a:close/>
                <a:moveTo>
                  <a:pt x="571500" y="609600"/>
                </a:moveTo>
                <a:lnTo>
                  <a:pt x="581025" y="609600"/>
                </a:lnTo>
                <a:lnTo>
                  <a:pt x="581025" y="619125"/>
                </a:lnTo>
                <a:lnTo>
                  <a:pt x="571500" y="619125"/>
                </a:lnTo>
                <a:close/>
                <a:moveTo>
                  <a:pt x="381000" y="619125"/>
                </a:moveTo>
                <a:lnTo>
                  <a:pt x="400050" y="619125"/>
                </a:lnTo>
                <a:lnTo>
                  <a:pt x="400050" y="647700"/>
                </a:lnTo>
                <a:lnTo>
                  <a:pt x="381000" y="647700"/>
                </a:lnTo>
                <a:lnTo>
                  <a:pt x="381000" y="638175"/>
                </a:lnTo>
                <a:lnTo>
                  <a:pt x="371475" y="638175"/>
                </a:lnTo>
                <a:lnTo>
                  <a:pt x="371475" y="628650"/>
                </a:lnTo>
                <a:lnTo>
                  <a:pt x="381000" y="628650"/>
                </a:lnTo>
                <a:close/>
                <a:moveTo>
                  <a:pt x="1695450" y="619125"/>
                </a:moveTo>
                <a:lnTo>
                  <a:pt x="1714500" y="619125"/>
                </a:lnTo>
                <a:lnTo>
                  <a:pt x="1714500" y="638175"/>
                </a:lnTo>
                <a:lnTo>
                  <a:pt x="1695450" y="638175"/>
                </a:lnTo>
                <a:close/>
                <a:moveTo>
                  <a:pt x="333375" y="628650"/>
                </a:moveTo>
                <a:lnTo>
                  <a:pt x="342900" y="628650"/>
                </a:lnTo>
                <a:lnTo>
                  <a:pt x="342900" y="638175"/>
                </a:lnTo>
                <a:lnTo>
                  <a:pt x="333375" y="638175"/>
                </a:lnTo>
                <a:close/>
                <a:moveTo>
                  <a:pt x="352425" y="628650"/>
                </a:moveTo>
                <a:lnTo>
                  <a:pt x="361950" y="628650"/>
                </a:lnTo>
                <a:lnTo>
                  <a:pt x="361950" y="638175"/>
                </a:lnTo>
                <a:lnTo>
                  <a:pt x="352425" y="638175"/>
                </a:lnTo>
                <a:close/>
                <a:moveTo>
                  <a:pt x="771525" y="628650"/>
                </a:moveTo>
                <a:lnTo>
                  <a:pt x="781050" y="628650"/>
                </a:lnTo>
                <a:lnTo>
                  <a:pt x="781050" y="638175"/>
                </a:lnTo>
                <a:lnTo>
                  <a:pt x="790575" y="638175"/>
                </a:lnTo>
                <a:lnTo>
                  <a:pt x="790575" y="647700"/>
                </a:lnTo>
                <a:lnTo>
                  <a:pt x="771525" y="647700"/>
                </a:lnTo>
                <a:close/>
                <a:moveTo>
                  <a:pt x="571500" y="638175"/>
                </a:moveTo>
                <a:lnTo>
                  <a:pt x="581025" y="638175"/>
                </a:lnTo>
                <a:lnTo>
                  <a:pt x="581025" y="647700"/>
                </a:lnTo>
                <a:lnTo>
                  <a:pt x="590550" y="647700"/>
                </a:lnTo>
                <a:lnTo>
                  <a:pt x="590550" y="657225"/>
                </a:lnTo>
                <a:lnTo>
                  <a:pt x="581025" y="657225"/>
                </a:lnTo>
                <a:lnTo>
                  <a:pt x="581025" y="666750"/>
                </a:lnTo>
                <a:lnTo>
                  <a:pt x="571500" y="666750"/>
                </a:lnTo>
                <a:lnTo>
                  <a:pt x="571500" y="676275"/>
                </a:lnTo>
                <a:lnTo>
                  <a:pt x="561975" y="676275"/>
                </a:lnTo>
                <a:lnTo>
                  <a:pt x="561975" y="666750"/>
                </a:lnTo>
                <a:lnTo>
                  <a:pt x="552450" y="666750"/>
                </a:lnTo>
                <a:lnTo>
                  <a:pt x="552450" y="647700"/>
                </a:lnTo>
                <a:lnTo>
                  <a:pt x="571500" y="647700"/>
                </a:lnTo>
                <a:close/>
                <a:moveTo>
                  <a:pt x="942975" y="638175"/>
                </a:moveTo>
                <a:lnTo>
                  <a:pt x="952500" y="638175"/>
                </a:lnTo>
                <a:lnTo>
                  <a:pt x="952500" y="647700"/>
                </a:lnTo>
                <a:lnTo>
                  <a:pt x="942975" y="647700"/>
                </a:lnTo>
                <a:close/>
                <a:moveTo>
                  <a:pt x="295275" y="657225"/>
                </a:moveTo>
                <a:lnTo>
                  <a:pt x="304800" y="657225"/>
                </a:lnTo>
                <a:lnTo>
                  <a:pt x="304800" y="676275"/>
                </a:lnTo>
                <a:lnTo>
                  <a:pt x="295275" y="676275"/>
                </a:lnTo>
                <a:close/>
                <a:moveTo>
                  <a:pt x="1038225" y="657225"/>
                </a:moveTo>
                <a:lnTo>
                  <a:pt x="1047750" y="657225"/>
                </a:lnTo>
                <a:lnTo>
                  <a:pt x="1047750" y="666750"/>
                </a:lnTo>
                <a:lnTo>
                  <a:pt x="1038225" y="666750"/>
                </a:lnTo>
                <a:close/>
                <a:moveTo>
                  <a:pt x="895350" y="666750"/>
                </a:moveTo>
                <a:lnTo>
                  <a:pt x="904875" y="666750"/>
                </a:lnTo>
                <a:lnTo>
                  <a:pt x="904875" y="676275"/>
                </a:lnTo>
                <a:lnTo>
                  <a:pt x="895350" y="676275"/>
                </a:lnTo>
                <a:close/>
                <a:moveTo>
                  <a:pt x="942975" y="666750"/>
                </a:moveTo>
                <a:lnTo>
                  <a:pt x="952500" y="666750"/>
                </a:lnTo>
                <a:lnTo>
                  <a:pt x="952500" y="676275"/>
                </a:lnTo>
                <a:lnTo>
                  <a:pt x="942975" y="676275"/>
                </a:lnTo>
                <a:close/>
                <a:moveTo>
                  <a:pt x="1238250" y="676275"/>
                </a:moveTo>
                <a:lnTo>
                  <a:pt x="1257300" y="676275"/>
                </a:lnTo>
                <a:lnTo>
                  <a:pt x="1257300" y="685800"/>
                </a:lnTo>
                <a:lnTo>
                  <a:pt x="1247775" y="685800"/>
                </a:lnTo>
                <a:lnTo>
                  <a:pt x="1247775" y="695325"/>
                </a:lnTo>
                <a:lnTo>
                  <a:pt x="1238250" y="695325"/>
                </a:lnTo>
                <a:close/>
                <a:moveTo>
                  <a:pt x="1266825" y="676275"/>
                </a:moveTo>
                <a:lnTo>
                  <a:pt x="1285875" y="676275"/>
                </a:lnTo>
                <a:lnTo>
                  <a:pt x="1285875" y="695325"/>
                </a:lnTo>
                <a:lnTo>
                  <a:pt x="1266825" y="695325"/>
                </a:lnTo>
                <a:close/>
                <a:moveTo>
                  <a:pt x="800100" y="685800"/>
                </a:moveTo>
                <a:lnTo>
                  <a:pt x="809625" y="685800"/>
                </a:lnTo>
                <a:lnTo>
                  <a:pt x="809625" y="695325"/>
                </a:lnTo>
                <a:lnTo>
                  <a:pt x="800100" y="695325"/>
                </a:lnTo>
                <a:close/>
                <a:moveTo>
                  <a:pt x="485775" y="695325"/>
                </a:moveTo>
                <a:lnTo>
                  <a:pt x="514350" y="695325"/>
                </a:lnTo>
                <a:lnTo>
                  <a:pt x="514350" y="733425"/>
                </a:lnTo>
                <a:lnTo>
                  <a:pt x="504825" y="733425"/>
                </a:lnTo>
                <a:lnTo>
                  <a:pt x="504825" y="723900"/>
                </a:lnTo>
                <a:lnTo>
                  <a:pt x="485775" y="723900"/>
                </a:lnTo>
                <a:close/>
                <a:moveTo>
                  <a:pt x="1219200" y="695325"/>
                </a:moveTo>
                <a:lnTo>
                  <a:pt x="1228725" y="695325"/>
                </a:lnTo>
                <a:lnTo>
                  <a:pt x="1228725" y="714375"/>
                </a:lnTo>
                <a:lnTo>
                  <a:pt x="1238250" y="714375"/>
                </a:lnTo>
                <a:lnTo>
                  <a:pt x="1238250" y="723900"/>
                </a:lnTo>
                <a:lnTo>
                  <a:pt x="1247775" y="723900"/>
                </a:lnTo>
                <a:lnTo>
                  <a:pt x="1247775" y="742950"/>
                </a:lnTo>
                <a:lnTo>
                  <a:pt x="1238250" y="742950"/>
                </a:lnTo>
                <a:lnTo>
                  <a:pt x="1238250" y="752475"/>
                </a:lnTo>
                <a:lnTo>
                  <a:pt x="1200150" y="752475"/>
                </a:lnTo>
                <a:lnTo>
                  <a:pt x="1200150" y="742950"/>
                </a:lnTo>
                <a:lnTo>
                  <a:pt x="1190625" y="742950"/>
                </a:lnTo>
                <a:lnTo>
                  <a:pt x="1190625" y="733425"/>
                </a:lnTo>
                <a:lnTo>
                  <a:pt x="1200150" y="733425"/>
                </a:lnTo>
                <a:lnTo>
                  <a:pt x="1200150" y="742950"/>
                </a:lnTo>
                <a:lnTo>
                  <a:pt x="1209675" y="742950"/>
                </a:lnTo>
                <a:lnTo>
                  <a:pt x="1209675" y="714375"/>
                </a:lnTo>
                <a:lnTo>
                  <a:pt x="1219200" y="714375"/>
                </a:lnTo>
                <a:close/>
                <a:moveTo>
                  <a:pt x="819150" y="704850"/>
                </a:moveTo>
                <a:lnTo>
                  <a:pt x="828675" y="704850"/>
                </a:lnTo>
                <a:lnTo>
                  <a:pt x="828675" y="714375"/>
                </a:lnTo>
                <a:lnTo>
                  <a:pt x="819150" y="714375"/>
                </a:lnTo>
                <a:close/>
                <a:moveTo>
                  <a:pt x="838200" y="714375"/>
                </a:moveTo>
                <a:lnTo>
                  <a:pt x="866775" y="714375"/>
                </a:lnTo>
                <a:lnTo>
                  <a:pt x="866775" y="723900"/>
                </a:lnTo>
                <a:lnTo>
                  <a:pt x="838200" y="723900"/>
                </a:lnTo>
                <a:close/>
                <a:moveTo>
                  <a:pt x="981075" y="714375"/>
                </a:moveTo>
                <a:lnTo>
                  <a:pt x="990600" y="714375"/>
                </a:lnTo>
                <a:lnTo>
                  <a:pt x="990600" y="723900"/>
                </a:lnTo>
                <a:lnTo>
                  <a:pt x="981075" y="723900"/>
                </a:lnTo>
                <a:close/>
                <a:moveTo>
                  <a:pt x="1000125" y="714375"/>
                </a:moveTo>
                <a:lnTo>
                  <a:pt x="1009650" y="714375"/>
                </a:lnTo>
                <a:lnTo>
                  <a:pt x="1009650" y="723900"/>
                </a:lnTo>
                <a:lnTo>
                  <a:pt x="1000125" y="723900"/>
                </a:lnTo>
                <a:close/>
                <a:moveTo>
                  <a:pt x="600075" y="723900"/>
                </a:moveTo>
                <a:lnTo>
                  <a:pt x="619125" y="723900"/>
                </a:lnTo>
                <a:lnTo>
                  <a:pt x="619125" y="733425"/>
                </a:lnTo>
                <a:lnTo>
                  <a:pt x="600075" y="733425"/>
                </a:lnTo>
                <a:close/>
                <a:moveTo>
                  <a:pt x="619125" y="733425"/>
                </a:moveTo>
                <a:lnTo>
                  <a:pt x="638175" y="733425"/>
                </a:lnTo>
                <a:lnTo>
                  <a:pt x="638175" y="742950"/>
                </a:lnTo>
                <a:lnTo>
                  <a:pt x="619125" y="742950"/>
                </a:lnTo>
                <a:close/>
                <a:moveTo>
                  <a:pt x="1933575" y="733425"/>
                </a:moveTo>
                <a:lnTo>
                  <a:pt x="1952625" y="733425"/>
                </a:lnTo>
                <a:lnTo>
                  <a:pt x="1952625" y="781050"/>
                </a:lnTo>
                <a:lnTo>
                  <a:pt x="1914525" y="781050"/>
                </a:lnTo>
                <a:lnTo>
                  <a:pt x="1914525" y="762000"/>
                </a:lnTo>
                <a:lnTo>
                  <a:pt x="1933575" y="762000"/>
                </a:lnTo>
                <a:close/>
                <a:moveTo>
                  <a:pt x="638175" y="742950"/>
                </a:moveTo>
                <a:lnTo>
                  <a:pt x="647700" y="742950"/>
                </a:lnTo>
                <a:lnTo>
                  <a:pt x="647700" y="752475"/>
                </a:lnTo>
                <a:lnTo>
                  <a:pt x="638175" y="752475"/>
                </a:lnTo>
                <a:close/>
                <a:moveTo>
                  <a:pt x="1162050" y="742950"/>
                </a:moveTo>
                <a:lnTo>
                  <a:pt x="1181100" y="742950"/>
                </a:lnTo>
                <a:lnTo>
                  <a:pt x="1181100" y="752475"/>
                </a:lnTo>
                <a:lnTo>
                  <a:pt x="1162050" y="752475"/>
                </a:lnTo>
                <a:close/>
                <a:moveTo>
                  <a:pt x="704850" y="752475"/>
                </a:moveTo>
                <a:lnTo>
                  <a:pt x="714375" y="752475"/>
                </a:lnTo>
                <a:lnTo>
                  <a:pt x="714375" y="762000"/>
                </a:lnTo>
                <a:lnTo>
                  <a:pt x="704850" y="762000"/>
                </a:lnTo>
                <a:close/>
                <a:moveTo>
                  <a:pt x="742950" y="762000"/>
                </a:moveTo>
                <a:lnTo>
                  <a:pt x="762000" y="762000"/>
                </a:lnTo>
                <a:lnTo>
                  <a:pt x="762000" y="771525"/>
                </a:lnTo>
                <a:lnTo>
                  <a:pt x="742950" y="771525"/>
                </a:lnTo>
                <a:close/>
                <a:moveTo>
                  <a:pt x="333375" y="800100"/>
                </a:moveTo>
                <a:lnTo>
                  <a:pt x="342900" y="800100"/>
                </a:lnTo>
                <a:lnTo>
                  <a:pt x="342900" y="809625"/>
                </a:lnTo>
                <a:lnTo>
                  <a:pt x="333375" y="809625"/>
                </a:lnTo>
                <a:close/>
                <a:moveTo>
                  <a:pt x="485775" y="800100"/>
                </a:moveTo>
                <a:lnTo>
                  <a:pt x="504825" y="800100"/>
                </a:lnTo>
                <a:lnTo>
                  <a:pt x="504825" y="809625"/>
                </a:lnTo>
                <a:lnTo>
                  <a:pt x="485775" y="809625"/>
                </a:lnTo>
                <a:close/>
                <a:moveTo>
                  <a:pt x="704850" y="819150"/>
                </a:moveTo>
                <a:lnTo>
                  <a:pt x="723900" y="819150"/>
                </a:lnTo>
                <a:lnTo>
                  <a:pt x="723900" y="828675"/>
                </a:lnTo>
                <a:lnTo>
                  <a:pt x="704850" y="828675"/>
                </a:lnTo>
                <a:close/>
                <a:moveTo>
                  <a:pt x="485775" y="838200"/>
                </a:moveTo>
                <a:lnTo>
                  <a:pt x="514350" y="838200"/>
                </a:lnTo>
                <a:lnTo>
                  <a:pt x="514350" y="847725"/>
                </a:lnTo>
                <a:lnTo>
                  <a:pt x="504825" y="847725"/>
                </a:lnTo>
                <a:lnTo>
                  <a:pt x="504825" y="866775"/>
                </a:lnTo>
                <a:lnTo>
                  <a:pt x="466725" y="866775"/>
                </a:lnTo>
                <a:lnTo>
                  <a:pt x="466725" y="857250"/>
                </a:lnTo>
                <a:lnTo>
                  <a:pt x="476250" y="857250"/>
                </a:lnTo>
                <a:lnTo>
                  <a:pt x="476250" y="847725"/>
                </a:lnTo>
                <a:lnTo>
                  <a:pt x="485775" y="847725"/>
                </a:lnTo>
                <a:close/>
                <a:moveTo>
                  <a:pt x="714375" y="838200"/>
                </a:moveTo>
                <a:lnTo>
                  <a:pt x="723900" y="838200"/>
                </a:lnTo>
                <a:lnTo>
                  <a:pt x="723900" y="847725"/>
                </a:lnTo>
                <a:lnTo>
                  <a:pt x="714375" y="847725"/>
                </a:lnTo>
                <a:close/>
                <a:moveTo>
                  <a:pt x="1314450" y="838200"/>
                </a:moveTo>
                <a:lnTo>
                  <a:pt x="1333500" y="838200"/>
                </a:lnTo>
                <a:lnTo>
                  <a:pt x="1333500" y="847725"/>
                </a:lnTo>
                <a:lnTo>
                  <a:pt x="1343025" y="847725"/>
                </a:lnTo>
                <a:lnTo>
                  <a:pt x="1343025" y="866775"/>
                </a:lnTo>
                <a:lnTo>
                  <a:pt x="1352550" y="866775"/>
                </a:lnTo>
                <a:lnTo>
                  <a:pt x="1352550" y="895350"/>
                </a:lnTo>
                <a:lnTo>
                  <a:pt x="1333500" y="895350"/>
                </a:lnTo>
                <a:lnTo>
                  <a:pt x="1333500" y="885825"/>
                </a:lnTo>
                <a:lnTo>
                  <a:pt x="1304925" y="885825"/>
                </a:lnTo>
                <a:lnTo>
                  <a:pt x="1304925" y="876300"/>
                </a:lnTo>
                <a:lnTo>
                  <a:pt x="1276350" y="876300"/>
                </a:lnTo>
                <a:lnTo>
                  <a:pt x="1276350" y="885825"/>
                </a:lnTo>
                <a:lnTo>
                  <a:pt x="1219200" y="885825"/>
                </a:lnTo>
                <a:lnTo>
                  <a:pt x="1219200" y="876300"/>
                </a:lnTo>
                <a:lnTo>
                  <a:pt x="1228725" y="876300"/>
                </a:lnTo>
                <a:lnTo>
                  <a:pt x="1228725" y="866775"/>
                </a:lnTo>
                <a:lnTo>
                  <a:pt x="1247775" y="866775"/>
                </a:lnTo>
                <a:lnTo>
                  <a:pt x="1247775" y="876300"/>
                </a:lnTo>
                <a:lnTo>
                  <a:pt x="1257300" y="876300"/>
                </a:lnTo>
                <a:lnTo>
                  <a:pt x="1257300" y="866775"/>
                </a:lnTo>
                <a:lnTo>
                  <a:pt x="1304925" y="866775"/>
                </a:lnTo>
                <a:lnTo>
                  <a:pt x="1304925" y="847725"/>
                </a:lnTo>
                <a:lnTo>
                  <a:pt x="1314450" y="847725"/>
                </a:lnTo>
                <a:close/>
                <a:moveTo>
                  <a:pt x="1352550" y="838200"/>
                </a:moveTo>
                <a:lnTo>
                  <a:pt x="1362075" y="838200"/>
                </a:lnTo>
                <a:lnTo>
                  <a:pt x="1362075" y="847725"/>
                </a:lnTo>
                <a:lnTo>
                  <a:pt x="1352550" y="847725"/>
                </a:lnTo>
                <a:close/>
                <a:moveTo>
                  <a:pt x="695325" y="847725"/>
                </a:moveTo>
                <a:lnTo>
                  <a:pt x="704850" y="847725"/>
                </a:lnTo>
                <a:lnTo>
                  <a:pt x="704850" y="857250"/>
                </a:lnTo>
                <a:lnTo>
                  <a:pt x="695325" y="857250"/>
                </a:lnTo>
                <a:close/>
                <a:moveTo>
                  <a:pt x="1143000" y="847725"/>
                </a:moveTo>
                <a:lnTo>
                  <a:pt x="1152525" y="847725"/>
                </a:lnTo>
                <a:lnTo>
                  <a:pt x="1152525" y="857250"/>
                </a:lnTo>
                <a:lnTo>
                  <a:pt x="1143000" y="857250"/>
                </a:lnTo>
                <a:close/>
                <a:moveTo>
                  <a:pt x="600075" y="866775"/>
                </a:moveTo>
                <a:lnTo>
                  <a:pt x="609600" y="866775"/>
                </a:lnTo>
                <a:lnTo>
                  <a:pt x="609600" y="885825"/>
                </a:lnTo>
                <a:lnTo>
                  <a:pt x="600075" y="885825"/>
                </a:lnTo>
                <a:close/>
                <a:moveTo>
                  <a:pt x="533400" y="876300"/>
                </a:moveTo>
                <a:lnTo>
                  <a:pt x="542925" y="876300"/>
                </a:lnTo>
                <a:lnTo>
                  <a:pt x="542925" y="895350"/>
                </a:lnTo>
                <a:lnTo>
                  <a:pt x="533400" y="895350"/>
                </a:lnTo>
                <a:close/>
                <a:moveTo>
                  <a:pt x="619125" y="876300"/>
                </a:moveTo>
                <a:lnTo>
                  <a:pt x="628650" y="876300"/>
                </a:lnTo>
                <a:lnTo>
                  <a:pt x="628650" y="885825"/>
                </a:lnTo>
                <a:lnTo>
                  <a:pt x="619125" y="885825"/>
                </a:lnTo>
                <a:close/>
                <a:moveTo>
                  <a:pt x="428625" y="885825"/>
                </a:moveTo>
                <a:lnTo>
                  <a:pt x="447675" y="885825"/>
                </a:lnTo>
                <a:lnTo>
                  <a:pt x="447675" y="895350"/>
                </a:lnTo>
                <a:lnTo>
                  <a:pt x="428625" y="895350"/>
                </a:lnTo>
                <a:close/>
                <a:moveTo>
                  <a:pt x="581025" y="885825"/>
                </a:moveTo>
                <a:lnTo>
                  <a:pt x="600075" y="885825"/>
                </a:lnTo>
                <a:lnTo>
                  <a:pt x="600075" y="895350"/>
                </a:lnTo>
                <a:lnTo>
                  <a:pt x="581025" y="895350"/>
                </a:lnTo>
                <a:close/>
                <a:moveTo>
                  <a:pt x="1276350" y="885825"/>
                </a:moveTo>
                <a:lnTo>
                  <a:pt x="1295400" y="885825"/>
                </a:lnTo>
                <a:lnTo>
                  <a:pt x="1295400" y="895350"/>
                </a:lnTo>
                <a:lnTo>
                  <a:pt x="1276350" y="895350"/>
                </a:lnTo>
                <a:close/>
                <a:moveTo>
                  <a:pt x="561975" y="895350"/>
                </a:moveTo>
                <a:lnTo>
                  <a:pt x="581025" y="895350"/>
                </a:lnTo>
                <a:lnTo>
                  <a:pt x="581025" y="904875"/>
                </a:lnTo>
                <a:lnTo>
                  <a:pt x="561975" y="904875"/>
                </a:lnTo>
                <a:close/>
                <a:moveTo>
                  <a:pt x="533400" y="904875"/>
                </a:moveTo>
                <a:lnTo>
                  <a:pt x="542925" y="904875"/>
                </a:lnTo>
                <a:lnTo>
                  <a:pt x="542925" y="914400"/>
                </a:lnTo>
                <a:lnTo>
                  <a:pt x="533400" y="914400"/>
                </a:lnTo>
                <a:close/>
                <a:moveTo>
                  <a:pt x="1333500" y="904875"/>
                </a:moveTo>
                <a:lnTo>
                  <a:pt x="1343025" y="904875"/>
                </a:lnTo>
                <a:lnTo>
                  <a:pt x="1343025" y="942975"/>
                </a:lnTo>
                <a:lnTo>
                  <a:pt x="1333500" y="942975"/>
                </a:lnTo>
                <a:close/>
                <a:moveTo>
                  <a:pt x="495300" y="914400"/>
                </a:moveTo>
                <a:lnTo>
                  <a:pt x="504825" y="914400"/>
                </a:lnTo>
                <a:lnTo>
                  <a:pt x="504825" y="923925"/>
                </a:lnTo>
                <a:lnTo>
                  <a:pt x="495300" y="923925"/>
                </a:lnTo>
                <a:close/>
                <a:moveTo>
                  <a:pt x="523875" y="914400"/>
                </a:moveTo>
                <a:lnTo>
                  <a:pt x="533400" y="914400"/>
                </a:lnTo>
                <a:lnTo>
                  <a:pt x="533400" y="933450"/>
                </a:lnTo>
                <a:lnTo>
                  <a:pt x="523875" y="933450"/>
                </a:lnTo>
                <a:lnTo>
                  <a:pt x="523875" y="962025"/>
                </a:lnTo>
                <a:lnTo>
                  <a:pt x="514350" y="962025"/>
                </a:lnTo>
                <a:lnTo>
                  <a:pt x="514350" y="942975"/>
                </a:lnTo>
                <a:lnTo>
                  <a:pt x="504825" y="942975"/>
                </a:lnTo>
                <a:lnTo>
                  <a:pt x="504825" y="933450"/>
                </a:lnTo>
                <a:lnTo>
                  <a:pt x="514350" y="933450"/>
                </a:lnTo>
                <a:lnTo>
                  <a:pt x="514350" y="923925"/>
                </a:lnTo>
                <a:lnTo>
                  <a:pt x="523875" y="923925"/>
                </a:lnTo>
                <a:close/>
                <a:moveTo>
                  <a:pt x="1323975" y="942975"/>
                </a:moveTo>
                <a:lnTo>
                  <a:pt x="1333500" y="942975"/>
                </a:lnTo>
                <a:lnTo>
                  <a:pt x="1333500" y="952500"/>
                </a:lnTo>
                <a:lnTo>
                  <a:pt x="1323975" y="952500"/>
                </a:lnTo>
                <a:close/>
                <a:moveTo>
                  <a:pt x="485775" y="962025"/>
                </a:moveTo>
                <a:lnTo>
                  <a:pt x="514350" y="962025"/>
                </a:lnTo>
                <a:lnTo>
                  <a:pt x="514350" y="971550"/>
                </a:lnTo>
                <a:lnTo>
                  <a:pt x="504825" y="971550"/>
                </a:lnTo>
                <a:lnTo>
                  <a:pt x="504825" y="990600"/>
                </a:lnTo>
                <a:lnTo>
                  <a:pt x="495300" y="990600"/>
                </a:lnTo>
                <a:lnTo>
                  <a:pt x="495300" y="971550"/>
                </a:lnTo>
                <a:lnTo>
                  <a:pt x="485775" y="971550"/>
                </a:lnTo>
                <a:close/>
                <a:moveTo>
                  <a:pt x="485775" y="990600"/>
                </a:moveTo>
                <a:lnTo>
                  <a:pt x="495300" y="990600"/>
                </a:lnTo>
                <a:lnTo>
                  <a:pt x="495300" y="1009650"/>
                </a:lnTo>
                <a:lnTo>
                  <a:pt x="485775" y="1009650"/>
                </a:lnTo>
                <a:close/>
                <a:moveTo>
                  <a:pt x="152400" y="1000125"/>
                </a:moveTo>
                <a:lnTo>
                  <a:pt x="171450" y="1000125"/>
                </a:lnTo>
                <a:lnTo>
                  <a:pt x="171450" y="1009650"/>
                </a:lnTo>
                <a:lnTo>
                  <a:pt x="152400" y="1009650"/>
                </a:lnTo>
                <a:close/>
                <a:moveTo>
                  <a:pt x="333375" y="1019175"/>
                </a:moveTo>
                <a:lnTo>
                  <a:pt x="342900" y="1019175"/>
                </a:lnTo>
                <a:lnTo>
                  <a:pt x="342900" y="1028700"/>
                </a:lnTo>
                <a:lnTo>
                  <a:pt x="333375" y="1028700"/>
                </a:lnTo>
                <a:close/>
                <a:moveTo>
                  <a:pt x="352425" y="1019175"/>
                </a:moveTo>
                <a:lnTo>
                  <a:pt x="361950" y="1019175"/>
                </a:lnTo>
                <a:lnTo>
                  <a:pt x="361950" y="1028700"/>
                </a:lnTo>
                <a:lnTo>
                  <a:pt x="352425" y="1028700"/>
                </a:lnTo>
                <a:close/>
                <a:moveTo>
                  <a:pt x="476250" y="1019175"/>
                </a:moveTo>
                <a:lnTo>
                  <a:pt x="485775" y="1019175"/>
                </a:lnTo>
                <a:lnTo>
                  <a:pt x="485775" y="1038225"/>
                </a:lnTo>
                <a:lnTo>
                  <a:pt x="476250" y="1038225"/>
                </a:lnTo>
                <a:close/>
                <a:moveTo>
                  <a:pt x="295275" y="1028700"/>
                </a:moveTo>
                <a:lnTo>
                  <a:pt x="323850" y="1028700"/>
                </a:lnTo>
                <a:lnTo>
                  <a:pt x="323850" y="1038225"/>
                </a:lnTo>
                <a:lnTo>
                  <a:pt x="342900" y="1038225"/>
                </a:lnTo>
                <a:lnTo>
                  <a:pt x="342900" y="1047750"/>
                </a:lnTo>
                <a:lnTo>
                  <a:pt x="323850" y="1047750"/>
                </a:lnTo>
                <a:lnTo>
                  <a:pt x="323850" y="1057275"/>
                </a:lnTo>
                <a:lnTo>
                  <a:pt x="304800" y="1057275"/>
                </a:lnTo>
                <a:lnTo>
                  <a:pt x="304800" y="1038225"/>
                </a:lnTo>
                <a:lnTo>
                  <a:pt x="295275" y="1038225"/>
                </a:lnTo>
                <a:close/>
                <a:moveTo>
                  <a:pt x="180975" y="1057275"/>
                </a:moveTo>
                <a:lnTo>
                  <a:pt x="190500" y="1057275"/>
                </a:lnTo>
                <a:lnTo>
                  <a:pt x="190500" y="1066800"/>
                </a:lnTo>
                <a:lnTo>
                  <a:pt x="200025" y="1066800"/>
                </a:lnTo>
                <a:lnTo>
                  <a:pt x="200025" y="1085850"/>
                </a:lnTo>
                <a:lnTo>
                  <a:pt x="190500" y="1085850"/>
                </a:lnTo>
                <a:lnTo>
                  <a:pt x="190500" y="1076325"/>
                </a:lnTo>
                <a:lnTo>
                  <a:pt x="180975" y="1076325"/>
                </a:lnTo>
                <a:close/>
                <a:moveTo>
                  <a:pt x="1371600" y="1057275"/>
                </a:moveTo>
                <a:lnTo>
                  <a:pt x="1381125" y="1057275"/>
                </a:lnTo>
                <a:lnTo>
                  <a:pt x="1381125" y="1066800"/>
                </a:lnTo>
                <a:lnTo>
                  <a:pt x="1371600" y="1066800"/>
                </a:lnTo>
                <a:close/>
                <a:moveTo>
                  <a:pt x="1419225" y="1057275"/>
                </a:moveTo>
                <a:lnTo>
                  <a:pt x="1428750" y="1057275"/>
                </a:lnTo>
                <a:lnTo>
                  <a:pt x="1428750" y="1076325"/>
                </a:lnTo>
                <a:lnTo>
                  <a:pt x="1419225" y="1076325"/>
                </a:lnTo>
                <a:lnTo>
                  <a:pt x="1419225" y="1104900"/>
                </a:lnTo>
                <a:lnTo>
                  <a:pt x="1409700" y="1104900"/>
                </a:lnTo>
                <a:lnTo>
                  <a:pt x="1409700" y="1123950"/>
                </a:lnTo>
                <a:lnTo>
                  <a:pt x="1400175" y="1123950"/>
                </a:lnTo>
                <a:lnTo>
                  <a:pt x="1400175" y="1114425"/>
                </a:lnTo>
                <a:lnTo>
                  <a:pt x="1390650" y="1114425"/>
                </a:lnTo>
                <a:lnTo>
                  <a:pt x="1390650" y="1076325"/>
                </a:lnTo>
                <a:lnTo>
                  <a:pt x="1381125" y="1076325"/>
                </a:lnTo>
                <a:lnTo>
                  <a:pt x="1381125" y="1066800"/>
                </a:lnTo>
                <a:lnTo>
                  <a:pt x="1400175" y="1066800"/>
                </a:lnTo>
                <a:lnTo>
                  <a:pt x="1400175" y="1085850"/>
                </a:lnTo>
                <a:lnTo>
                  <a:pt x="1409700" y="1085850"/>
                </a:lnTo>
                <a:lnTo>
                  <a:pt x="1409700" y="1066800"/>
                </a:lnTo>
                <a:lnTo>
                  <a:pt x="1419225" y="1066800"/>
                </a:lnTo>
                <a:close/>
                <a:moveTo>
                  <a:pt x="342900" y="1066800"/>
                </a:moveTo>
                <a:lnTo>
                  <a:pt x="352425" y="1066800"/>
                </a:lnTo>
                <a:lnTo>
                  <a:pt x="352425" y="1085850"/>
                </a:lnTo>
                <a:lnTo>
                  <a:pt x="342900" y="1085850"/>
                </a:lnTo>
                <a:close/>
                <a:moveTo>
                  <a:pt x="1447800" y="1066800"/>
                </a:moveTo>
                <a:lnTo>
                  <a:pt x="1476375" y="1066800"/>
                </a:lnTo>
                <a:lnTo>
                  <a:pt x="1476375" y="1085850"/>
                </a:lnTo>
                <a:lnTo>
                  <a:pt x="1457325" y="1085850"/>
                </a:lnTo>
                <a:lnTo>
                  <a:pt x="1457325" y="1076325"/>
                </a:lnTo>
                <a:lnTo>
                  <a:pt x="1447800" y="1076325"/>
                </a:lnTo>
                <a:close/>
                <a:moveTo>
                  <a:pt x="457200" y="1076325"/>
                </a:moveTo>
                <a:lnTo>
                  <a:pt x="466725" y="1076325"/>
                </a:lnTo>
                <a:lnTo>
                  <a:pt x="466725" y="1085850"/>
                </a:lnTo>
                <a:lnTo>
                  <a:pt x="457200" y="1085850"/>
                </a:lnTo>
                <a:close/>
                <a:moveTo>
                  <a:pt x="1933575" y="1076325"/>
                </a:moveTo>
                <a:lnTo>
                  <a:pt x="1943100" y="1076325"/>
                </a:lnTo>
                <a:lnTo>
                  <a:pt x="1943100" y="1085850"/>
                </a:lnTo>
                <a:lnTo>
                  <a:pt x="1933575" y="1085850"/>
                </a:lnTo>
                <a:close/>
                <a:moveTo>
                  <a:pt x="352425" y="1085850"/>
                </a:moveTo>
                <a:lnTo>
                  <a:pt x="361950" y="1085850"/>
                </a:lnTo>
                <a:lnTo>
                  <a:pt x="361950" y="1095375"/>
                </a:lnTo>
                <a:lnTo>
                  <a:pt x="352425" y="1095375"/>
                </a:lnTo>
                <a:close/>
                <a:moveTo>
                  <a:pt x="1447800" y="1085850"/>
                </a:moveTo>
                <a:lnTo>
                  <a:pt x="1457325" y="1085850"/>
                </a:lnTo>
                <a:lnTo>
                  <a:pt x="1457325" y="1095375"/>
                </a:lnTo>
                <a:lnTo>
                  <a:pt x="1476375" y="1095375"/>
                </a:lnTo>
                <a:lnTo>
                  <a:pt x="1476375" y="1104900"/>
                </a:lnTo>
                <a:lnTo>
                  <a:pt x="1485900" y="1104900"/>
                </a:lnTo>
                <a:lnTo>
                  <a:pt x="1485900" y="1114425"/>
                </a:lnTo>
                <a:lnTo>
                  <a:pt x="1476375" y="1114425"/>
                </a:lnTo>
                <a:lnTo>
                  <a:pt x="1476375" y="1123950"/>
                </a:lnTo>
                <a:lnTo>
                  <a:pt x="1466850" y="1123950"/>
                </a:lnTo>
                <a:lnTo>
                  <a:pt x="1466850" y="1143000"/>
                </a:lnTo>
                <a:lnTo>
                  <a:pt x="1447800" y="1143000"/>
                </a:lnTo>
                <a:lnTo>
                  <a:pt x="1447800" y="1123950"/>
                </a:lnTo>
                <a:lnTo>
                  <a:pt x="1438275" y="1123950"/>
                </a:lnTo>
                <a:lnTo>
                  <a:pt x="1438275" y="1104900"/>
                </a:lnTo>
                <a:lnTo>
                  <a:pt x="1447800" y="1104900"/>
                </a:lnTo>
                <a:close/>
                <a:moveTo>
                  <a:pt x="1962150" y="1085850"/>
                </a:moveTo>
                <a:lnTo>
                  <a:pt x="1971675" y="1085850"/>
                </a:lnTo>
                <a:lnTo>
                  <a:pt x="1971675" y="1095375"/>
                </a:lnTo>
                <a:lnTo>
                  <a:pt x="1962150" y="1095375"/>
                </a:lnTo>
                <a:close/>
                <a:moveTo>
                  <a:pt x="238125" y="1095375"/>
                </a:moveTo>
                <a:lnTo>
                  <a:pt x="247650" y="1095375"/>
                </a:lnTo>
                <a:lnTo>
                  <a:pt x="247650" y="1104900"/>
                </a:lnTo>
                <a:lnTo>
                  <a:pt x="257175" y="1104900"/>
                </a:lnTo>
                <a:lnTo>
                  <a:pt x="257175" y="1123950"/>
                </a:lnTo>
                <a:lnTo>
                  <a:pt x="228600" y="1123950"/>
                </a:lnTo>
                <a:lnTo>
                  <a:pt x="228600" y="1104900"/>
                </a:lnTo>
                <a:lnTo>
                  <a:pt x="238125" y="1104900"/>
                </a:lnTo>
                <a:close/>
                <a:moveTo>
                  <a:pt x="342900" y="1095375"/>
                </a:moveTo>
                <a:lnTo>
                  <a:pt x="352425" y="1095375"/>
                </a:lnTo>
                <a:lnTo>
                  <a:pt x="352425" y="1104900"/>
                </a:lnTo>
                <a:lnTo>
                  <a:pt x="342900" y="1104900"/>
                </a:lnTo>
                <a:close/>
                <a:moveTo>
                  <a:pt x="447675" y="1095375"/>
                </a:moveTo>
                <a:lnTo>
                  <a:pt x="457200" y="1095375"/>
                </a:lnTo>
                <a:lnTo>
                  <a:pt x="457200" y="1104900"/>
                </a:lnTo>
                <a:lnTo>
                  <a:pt x="447675" y="1104900"/>
                </a:lnTo>
                <a:close/>
                <a:moveTo>
                  <a:pt x="428625" y="1104900"/>
                </a:moveTo>
                <a:lnTo>
                  <a:pt x="447675" y="1104900"/>
                </a:lnTo>
                <a:lnTo>
                  <a:pt x="447675" y="1123950"/>
                </a:lnTo>
                <a:lnTo>
                  <a:pt x="438150" y="1123950"/>
                </a:lnTo>
                <a:lnTo>
                  <a:pt x="438150" y="1114425"/>
                </a:lnTo>
                <a:lnTo>
                  <a:pt x="428625" y="1114425"/>
                </a:lnTo>
                <a:close/>
                <a:moveTo>
                  <a:pt x="419100" y="1114425"/>
                </a:moveTo>
                <a:lnTo>
                  <a:pt x="428625" y="1114425"/>
                </a:lnTo>
                <a:lnTo>
                  <a:pt x="428625" y="1123950"/>
                </a:lnTo>
                <a:lnTo>
                  <a:pt x="419100" y="1123950"/>
                </a:lnTo>
                <a:close/>
                <a:moveTo>
                  <a:pt x="95250" y="1143000"/>
                </a:moveTo>
                <a:lnTo>
                  <a:pt x="133350" y="1143000"/>
                </a:lnTo>
                <a:lnTo>
                  <a:pt x="133350" y="1152525"/>
                </a:lnTo>
                <a:lnTo>
                  <a:pt x="142875" y="1152525"/>
                </a:lnTo>
                <a:lnTo>
                  <a:pt x="142875" y="1171575"/>
                </a:lnTo>
                <a:lnTo>
                  <a:pt x="95250" y="1171575"/>
                </a:lnTo>
                <a:lnTo>
                  <a:pt x="95250" y="1162050"/>
                </a:lnTo>
                <a:lnTo>
                  <a:pt x="76200" y="1162050"/>
                </a:lnTo>
                <a:lnTo>
                  <a:pt x="76200" y="1152525"/>
                </a:lnTo>
                <a:lnTo>
                  <a:pt x="95250" y="1152525"/>
                </a:lnTo>
                <a:close/>
                <a:moveTo>
                  <a:pt x="190500" y="1143000"/>
                </a:moveTo>
                <a:lnTo>
                  <a:pt x="209550" y="1143000"/>
                </a:lnTo>
                <a:lnTo>
                  <a:pt x="209550" y="1162050"/>
                </a:lnTo>
                <a:lnTo>
                  <a:pt x="190500" y="1162050"/>
                </a:lnTo>
                <a:close/>
                <a:moveTo>
                  <a:pt x="276225" y="1143000"/>
                </a:moveTo>
                <a:lnTo>
                  <a:pt x="285750" y="1143000"/>
                </a:lnTo>
                <a:lnTo>
                  <a:pt x="285750" y="1152525"/>
                </a:lnTo>
                <a:lnTo>
                  <a:pt x="276225" y="1152525"/>
                </a:lnTo>
                <a:close/>
                <a:moveTo>
                  <a:pt x="381000" y="1143000"/>
                </a:moveTo>
                <a:lnTo>
                  <a:pt x="390525" y="1143000"/>
                </a:lnTo>
                <a:lnTo>
                  <a:pt x="390525" y="1152525"/>
                </a:lnTo>
                <a:lnTo>
                  <a:pt x="381000" y="1152525"/>
                </a:lnTo>
                <a:close/>
                <a:moveTo>
                  <a:pt x="400050" y="1143000"/>
                </a:moveTo>
                <a:lnTo>
                  <a:pt x="409575" y="1143000"/>
                </a:lnTo>
                <a:lnTo>
                  <a:pt x="409575" y="1162050"/>
                </a:lnTo>
                <a:lnTo>
                  <a:pt x="400050" y="1162050"/>
                </a:lnTo>
                <a:close/>
                <a:moveTo>
                  <a:pt x="304800" y="1152525"/>
                </a:moveTo>
                <a:lnTo>
                  <a:pt x="333375" y="1152525"/>
                </a:lnTo>
                <a:lnTo>
                  <a:pt x="333375" y="1171575"/>
                </a:lnTo>
                <a:lnTo>
                  <a:pt x="314325" y="1171575"/>
                </a:lnTo>
                <a:lnTo>
                  <a:pt x="314325" y="1162050"/>
                </a:lnTo>
                <a:lnTo>
                  <a:pt x="304800" y="1162050"/>
                </a:lnTo>
                <a:close/>
                <a:moveTo>
                  <a:pt x="361950" y="1152525"/>
                </a:moveTo>
                <a:lnTo>
                  <a:pt x="381000" y="1152525"/>
                </a:lnTo>
                <a:lnTo>
                  <a:pt x="381000" y="1162050"/>
                </a:lnTo>
                <a:lnTo>
                  <a:pt x="361950" y="1162050"/>
                </a:lnTo>
                <a:close/>
                <a:moveTo>
                  <a:pt x="1809750" y="1152525"/>
                </a:moveTo>
                <a:lnTo>
                  <a:pt x="1819275" y="1152525"/>
                </a:lnTo>
                <a:lnTo>
                  <a:pt x="1819275" y="1171575"/>
                </a:lnTo>
                <a:lnTo>
                  <a:pt x="1809750" y="1171575"/>
                </a:lnTo>
                <a:close/>
                <a:moveTo>
                  <a:pt x="1409700" y="1171575"/>
                </a:moveTo>
                <a:lnTo>
                  <a:pt x="1419225" y="1171575"/>
                </a:lnTo>
                <a:lnTo>
                  <a:pt x="1419225" y="1181100"/>
                </a:lnTo>
                <a:lnTo>
                  <a:pt x="1409700" y="1181100"/>
                </a:lnTo>
                <a:close/>
                <a:moveTo>
                  <a:pt x="180975" y="1190625"/>
                </a:moveTo>
                <a:lnTo>
                  <a:pt x="200025" y="1190625"/>
                </a:lnTo>
                <a:lnTo>
                  <a:pt x="200025" y="1209675"/>
                </a:lnTo>
                <a:lnTo>
                  <a:pt x="171450" y="1209675"/>
                </a:lnTo>
                <a:lnTo>
                  <a:pt x="171450" y="1200150"/>
                </a:lnTo>
                <a:lnTo>
                  <a:pt x="180975" y="1200150"/>
                </a:lnTo>
                <a:close/>
                <a:moveTo>
                  <a:pt x="1943100" y="1190625"/>
                </a:moveTo>
                <a:lnTo>
                  <a:pt x="1952625" y="1190625"/>
                </a:lnTo>
                <a:lnTo>
                  <a:pt x="1952625" y="1200150"/>
                </a:lnTo>
                <a:lnTo>
                  <a:pt x="1943100" y="1200150"/>
                </a:lnTo>
                <a:close/>
                <a:moveTo>
                  <a:pt x="400050" y="1200150"/>
                </a:moveTo>
                <a:lnTo>
                  <a:pt x="419100" y="1200150"/>
                </a:lnTo>
                <a:lnTo>
                  <a:pt x="419100" y="1209675"/>
                </a:lnTo>
                <a:lnTo>
                  <a:pt x="428625" y="1209675"/>
                </a:lnTo>
                <a:lnTo>
                  <a:pt x="428625" y="1228725"/>
                </a:lnTo>
                <a:lnTo>
                  <a:pt x="419100" y="1228725"/>
                </a:lnTo>
                <a:lnTo>
                  <a:pt x="419100" y="1219200"/>
                </a:lnTo>
                <a:lnTo>
                  <a:pt x="409575" y="1219200"/>
                </a:lnTo>
                <a:lnTo>
                  <a:pt x="409575" y="1209675"/>
                </a:lnTo>
                <a:lnTo>
                  <a:pt x="400050" y="1209675"/>
                </a:lnTo>
                <a:close/>
                <a:moveTo>
                  <a:pt x="161925" y="1238250"/>
                </a:moveTo>
                <a:lnTo>
                  <a:pt x="171450" y="1238250"/>
                </a:lnTo>
                <a:lnTo>
                  <a:pt x="171450" y="1257300"/>
                </a:lnTo>
                <a:lnTo>
                  <a:pt x="161925" y="1257300"/>
                </a:lnTo>
                <a:close/>
                <a:moveTo>
                  <a:pt x="438150" y="1343025"/>
                </a:moveTo>
                <a:lnTo>
                  <a:pt x="447675" y="1343025"/>
                </a:lnTo>
                <a:lnTo>
                  <a:pt x="447675" y="1362075"/>
                </a:lnTo>
                <a:lnTo>
                  <a:pt x="428625" y="1362075"/>
                </a:lnTo>
                <a:lnTo>
                  <a:pt x="428625" y="1352550"/>
                </a:lnTo>
                <a:lnTo>
                  <a:pt x="438150" y="1352550"/>
                </a:lnTo>
                <a:close/>
                <a:moveTo>
                  <a:pt x="304800" y="1362075"/>
                </a:moveTo>
                <a:lnTo>
                  <a:pt x="314325" y="1362075"/>
                </a:lnTo>
                <a:lnTo>
                  <a:pt x="314325" y="1371600"/>
                </a:lnTo>
                <a:lnTo>
                  <a:pt x="323850" y="1371600"/>
                </a:lnTo>
                <a:lnTo>
                  <a:pt x="323850" y="1381125"/>
                </a:lnTo>
                <a:lnTo>
                  <a:pt x="304800" y="1381125"/>
                </a:lnTo>
                <a:close/>
                <a:moveTo>
                  <a:pt x="485775" y="1362075"/>
                </a:moveTo>
                <a:lnTo>
                  <a:pt x="514350" y="1362075"/>
                </a:lnTo>
                <a:lnTo>
                  <a:pt x="514350" y="1371600"/>
                </a:lnTo>
                <a:lnTo>
                  <a:pt x="504825" y="1371600"/>
                </a:lnTo>
                <a:lnTo>
                  <a:pt x="504825" y="1390650"/>
                </a:lnTo>
                <a:lnTo>
                  <a:pt x="485775" y="1390650"/>
                </a:lnTo>
                <a:lnTo>
                  <a:pt x="485775" y="1428750"/>
                </a:lnTo>
                <a:lnTo>
                  <a:pt x="476250" y="1428750"/>
                </a:lnTo>
                <a:lnTo>
                  <a:pt x="476250" y="1371600"/>
                </a:lnTo>
                <a:lnTo>
                  <a:pt x="485775" y="1371600"/>
                </a:lnTo>
                <a:close/>
                <a:moveTo>
                  <a:pt x="342900" y="1371600"/>
                </a:moveTo>
                <a:lnTo>
                  <a:pt x="352425" y="1371600"/>
                </a:lnTo>
                <a:lnTo>
                  <a:pt x="352425" y="1400175"/>
                </a:lnTo>
                <a:lnTo>
                  <a:pt x="342900" y="1400175"/>
                </a:lnTo>
                <a:close/>
                <a:moveTo>
                  <a:pt x="523875" y="1371600"/>
                </a:moveTo>
                <a:lnTo>
                  <a:pt x="533400" y="1371600"/>
                </a:lnTo>
                <a:lnTo>
                  <a:pt x="533400" y="1381125"/>
                </a:lnTo>
                <a:lnTo>
                  <a:pt x="523875" y="1381125"/>
                </a:lnTo>
                <a:close/>
                <a:moveTo>
                  <a:pt x="485775" y="1381125"/>
                </a:moveTo>
                <a:lnTo>
                  <a:pt x="495300" y="1381125"/>
                </a:lnTo>
                <a:lnTo>
                  <a:pt x="495300" y="1371600"/>
                </a:lnTo>
                <a:lnTo>
                  <a:pt x="485775" y="1371600"/>
                </a:lnTo>
                <a:close/>
                <a:moveTo>
                  <a:pt x="533400" y="1381125"/>
                </a:moveTo>
                <a:lnTo>
                  <a:pt x="581025" y="1381125"/>
                </a:lnTo>
                <a:lnTo>
                  <a:pt x="581025" y="1390650"/>
                </a:lnTo>
                <a:lnTo>
                  <a:pt x="561975" y="1390650"/>
                </a:lnTo>
                <a:lnTo>
                  <a:pt x="561975" y="1400175"/>
                </a:lnTo>
                <a:lnTo>
                  <a:pt x="571500" y="1400175"/>
                </a:lnTo>
                <a:lnTo>
                  <a:pt x="571500" y="1419225"/>
                </a:lnTo>
                <a:lnTo>
                  <a:pt x="561975" y="1419225"/>
                </a:lnTo>
                <a:lnTo>
                  <a:pt x="561975" y="1409700"/>
                </a:lnTo>
                <a:lnTo>
                  <a:pt x="552450" y="1409700"/>
                </a:lnTo>
                <a:lnTo>
                  <a:pt x="552450" y="1390650"/>
                </a:lnTo>
                <a:lnTo>
                  <a:pt x="533400" y="1390650"/>
                </a:lnTo>
                <a:close/>
                <a:moveTo>
                  <a:pt x="352425" y="1400175"/>
                </a:moveTo>
                <a:lnTo>
                  <a:pt x="361950" y="1400175"/>
                </a:lnTo>
                <a:lnTo>
                  <a:pt x="361950" y="1419225"/>
                </a:lnTo>
                <a:lnTo>
                  <a:pt x="352425" y="1419225"/>
                </a:lnTo>
                <a:lnTo>
                  <a:pt x="352425" y="1438275"/>
                </a:lnTo>
                <a:lnTo>
                  <a:pt x="342900" y="1438275"/>
                </a:lnTo>
                <a:lnTo>
                  <a:pt x="342900" y="1428750"/>
                </a:lnTo>
                <a:lnTo>
                  <a:pt x="333375" y="1428750"/>
                </a:lnTo>
                <a:lnTo>
                  <a:pt x="333375" y="1409700"/>
                </a:lnTo>
                <a:lnTo>
                  <a:pt x="352425" y="1409700"/>
                </a:lnTo>
                <a:close/>
                <a:moveTo>
                  <a:pt x="428625" y="1400175"/>
                </a:moveTo>
                <a:lnTo>
                  <a:pt x="447675" y="1400175"/>
                </a:lnTo>
                <a:lnTo>
                  <a:pt x="447675" y="1419225"/>
                </a:lnTo>
                <a:lnTo>
                  <a:pt x="419100" y="1419225"/>
                </a:lnTo>
                <a:lnTo>
                  <a:pt x="419100" y="1409700"/>
                </a:lnTo>
                <a:lnTo>
                  <a:pt x="428625" y="1409700"/>
                </a:lnTo>
                <a:close/>
                <a:moveTo>
                  <a:pt x="266700" y="1409700"/>
                </a:moveTo>
                <a:lnTo>
                  <a:pt x="285750" y="1409700"/>
                </a:lnTo>
                <a:lnTo>
                  <a:pt x="285750" y="1438275"/>
                </a:lnTo>
                <a:lnTo>
                  <a:pt x="276225" y="1438275"/>
                </a:lnTo>
                <a:lnTo>
                  <a:pt x="276225" y="1428750"/>
                </a:lnTo>
                <a:lnTo>
                  <a:pt x="266700" y="1428750"/>
                </a:lnTo>
                <a:close/>
                <a:moveTo>
                  <a:pt x="314325" y="1419225"/>
                </a:moveTo>
                <a:lnTo>
                  <a:pt x="323850" y="1419225"/>
                </a:lnTo>
                <a:lnTo>
                  <a:pt x="323850" y="1428750"/>
                </a:lnTo>
                <a:lnTo>
                  <a:pt x="314325" y="1428750"/>
                </a:lnTo>
                <a:close/>
                <a:moveTo>
                  <a:pt x="466725" y="1428750"/>
                </a:moveTo>
                <a:lnTo>
                  <a:pt x="476250" y="1428750"/>
                </a:lnTo>
                <a:lnTo>
                  <a:pt x="476250" y="1457325"/>
                </a:lnTo>
                <a:lnTo>
                  <a:pt x="466725" y="1457325"/>
                </a:lnTo>
                <a:close/>
                <a:moveTo>
                  <a:pt x="419100" y="1447800"/>
                </a:moveTo>
                <a:lnTo>
                  <a:pt x="428625" y="1447800"/>
                </a:lnTo>
                <a:lnTo>
                  <a:pt x="428625" y="1466850"/>
                </a:lnTo>
                <a:lnTo>
                  <a:pt x="438150" y="1466850"/>
                </a:lnTo>
                <a:lnTo>
                  <a:pt x="438150" y="1476375"/>
                </a:lnTo>
                <a:lnTo>
                  <a:pt x="428625" y="1476375"/>
                </a:lnTo>
                <a:lnTo>
                  <a:pt x="428625" y="1485900"/>
                </a:lnTo>
                <a:lnTo>
                  <a:pt x="419100" y="1485900"/>
                </a:lnTo>
                <a:close/>
                <a:moveTo>
                  <a:pt x="361950" y="1466850"/>
                </a:moveTo>
                <a:lnTo>
                  <a:pt x="371475" y="1466850"/>
                </a:lnTo>
                <a:lnTo>
                  <a:pt x="371475" y="1476375"/>
                </a:lnTo>
                <a:lnTo>
                  <a:pt x="361950" y="1476375"/>
                </a:lnTo>
                <a:close/>
                <a:moveTo>
                  <a:pt x="295275" y="1476375"/>
                </a:moveTo>
                <a:lnTo>
                  <a:pt x="304800" y="1476375"/>
                </a:lnTo>
                <a:lnTo>
                  <a:pt x="304800" y="1495425"/>
                </a:lnTo>
                <a:lnTo>
                  <a:pt x="295275" y="1495425"/>
                </a:lnTo>
                <a:close/>
                <a:moveTo>
                  <a:pt x="247650" y="1485900"/>
                </a:moveTo>
                <a:lnTo>
                  <a:pt x="257175" y="1485900"/>
                </a:lnTo>
                <a:lnTo>
                  <a:pt x="257175" y="1495425"/>
                </a:lnTo>
                <a:lnTo>
                  <a:pt x="247650" y="1495425"/>
                </a:lnTo>
                <a:close/>
                <a:moveTo>
                  <a:pt x="1847850" y="1524000"/>
                </a:moveTo>
                <a:lnTo>
                  <a:pt x="1857375" y="1524000"/>
                </a:lnTo>
                <a:lnTo>
                  <a:pt x="1857375" y="1543050"/>
                </a:lnTo>
                <a:lnTo>
                  <a:pt x="1847850" y="1543050"/>
                </a:lnTo>
                <a:close/>
                <a:moveTo>
                  <a:pt x="409575" y="1552575"/>
                </a:moveTo>
                <a:lnTo>
                  <a:pt x="419100" y="1552575"/>
                </a:lnTo>
                <a:lnTo>
                  <a:pt x="419100" y="1562100"/>
                </a:lnTo>
                <a:lnTo>
                  <a:pt x="409575" y="1562100"/>
                </a:lnTo>
                <a:close/>
                <a:moveTo>
                  <a:pt x="609600" y="1790700"/>
                </a:moveTo>
                <a:lnTo>
                  <a:pt x="619125" y="1790700"/>
                </a:lnTo>
                <a:lnTo>
                  <a:pt x="619125" y="1800225"/>
                </a:lnTo>
                <a:lnTo>
                  <a:pt x="609600" y="1800225"/>
                </a:lnTo>
                <a:close/>
                <a:moveTo>
                  <a:pt x="914400" y="1800225"/>
                </a:moveTo>
                <a:lnTo>
                  <a:pt x="933450" y="1800225"/>
                </a:lnTo>
                <a:lnTo>
                  <a:pt x="933450" y="1809750"/>
                </a:lnTo>
                <a:lnTo>
                  <a:pt x="923925" y="1809750"/>
                </a:lnTo>
                <a:lnTo>
                  <a:pt x="923925" y="1819275"/>
                </a:lnTo>
                <a:lnTo>
                  <a:pt x="914400" y="1819275"/>
                </a:lnTo>
                <a:close/>
                <a:moveTo>
                  <a:pt x="962025" y="1800225"/>
                </a:moveTo>
                <a:lnTo>
                  <a:pt x="990600" y="1800225"/>
                </a:lnTo>
                <a:lnTo>
                  <a:pt x="990600" y="1809750"/>
                </a:lnTo>
                <a:lnTo>
                  <a:pt x="981075" y="1809750"/>
                </a:lnTo>
                <a:lnTo>
                  <a:pt x="981075" y="1819275"/>
                </a:lnTo>
                <a:lnTo>
                  <a:pt x="971550" y="1819275"/>
                </a:lnTo>
                <a:lnTo>
                  <a:pt x="971550" y="1828800"/>
                </a:lnTo>
                <a:lnTo>
                  <a:pt x="962025" y="1828800"/>
                </a:lnTo>
                <a:close/>
                <a:moveTo>
                  <a:pt x="1143000" y="1800225"/>
                </a:moveTo>
                <a:lnTo>
                  <a:pt x="1162050" y="1800225"/>
                </a:lnTo>
                <a:lnTo>
                  <a:pt x="1162050" y="1809750"/>
                </a:lnTo>
                <a:lnTo>
                  <a:pt x="1143000" y="1809750"/>
                </a:lnTo>
                <a:close/>
                <a:moveTo>
                  <a:pt x="1495425" y="1800225"/>
                </a:moveTo>
                <a:lnTo>
                  <a:pt x="1504950" y="1800225"/>
                </a:lnTo>
                <a:lnTo>
                  <a:pt x="1504950" y="1819275"/>
                </a:lnTo>
                <a:lnTo>
                  <a:pt x="1495425" y="1819275"/>
                </a:lnTo>
                <a:close/>
                <a:moveTo>
                  <a:pt x="647700" y="1819275"/>
                </a:moveTo>
                <a:lnTo>
                  <a:pt x="657225" y="1819275"/>
                </a:lnTo>
                <a:lnTo>
                  <a:pt x="657225" y="1828800"/>
                </a:lnTo>
                <a:lnTo>
                  <a:pt x="666750" y="1828800"/>
                </a:lnTo>
                <a:lnTo>
                  <a:pt x="666750" y="1847850"/>
                </a:lnTo>
                <a:lnTo>
                  <a:pt x="657225" y="1847850"/>
                </a:lnTo>
                <a:lnTo>
                  <a:pt x="657225" y="1857375"/>
                </a:lnTo>
                <a:lnTo>
                  <a:pt x="647700" y="1857375"/>
                </a:lnTo>
                <a:lnTo>
                  <a:pt x="647700" y="1838325"/>
                </a:lnTo>
                <a:lnTo>
                  <a:pt x="638175" y="1838325"/>
                </a:lnTo>
                <a:lnTo>
                  <a:pt x="638175" y="1828800"/>
                </a:lnTo>
                <a:lnTo>
                  <a:pt x="647700" y="1828800"/>
                </a:lnTo>
                <a:close/>
                <a:moveTo>
                  <a:pt x="1409700" y="1819275"/>
                </a:moveTo>
                <a:lnTo>
                  <a:pt x="1428750" y="1819275"/>
                </a:lnTo>
                <a:lnTo>
                  <a:pt x="1428750" y="1847850"/>
                </a:lnTo>
                <a:lnTo>
                  <a:pt x="1419225" y="1847850"/>
                </a:lnTo>
                <a:lnTo>
                  <a:pt x="1419225" y="1857375"/>
                </a:lnTo>
                <a:lnTo>
                  <a:pt x="1409700" y="1857375"/>
                </a:lnTo>
                <a:close/>
                <a:moveTo>
                  <a:pt x="1504950" y="1819275"/>
                </a:moveTo>
                <a:lnTo>
                  <a:pt x="1514475" y="1819275"/>
                </a:lnTo>
                <a:lnTo>
                  <a:pt x="1514475" y="1828800"/>
                </a:lnTo>
                <a:lnTo>
                  <a:pt x="1504950" y="1828800"/>
                </a:lnTo>
                <a:close/>
                <a:moveTo>
                  <a:pt x="1514475" y="1828800"/>
                </a:moveTo>
                <a:lnTo>
                  <a:pt x="1524000" y="1828800"/>
                </a:lnTo>
                <a:lnTo>
                  <a:pt x="1524000" y="1838325"/>
                </a:lnTo>
                <a:lnTo>
                  <a:pt x="1514475" y="1838325"/>
                </a:lnTo>
                <a:close/>
                <a:moveTo>
                  <a:pt x="1466850" y="1838325"/>
                </a:moveTo>
                <a:lnTo>
                  <a:pt x="1495425" y="1838325"/>
                </a:lnTo>
                <a:lnTo>
                  <a:pt x="1495425" y="1857375"/>
                </a:lnTo>
                <a:lnTo>
                  <a:pt x="1466850" y="1857375"/>
                </a:lnTo>
                <a:close/>
                <a:moveTo>
                  <a:pt x="838200" y="1847850"/>
                </a:moveTo>
                <a:lnTo>
                  <a:pt x="857250" y="1847850"/>
                </a:lnTo>
                <a:lnTo>
                  <a:pt x="857250" y="1866900"/>
                </a:lnTo>
                <a:lnTo>
                  <a:pt x="838200" y="1866900"/>
                </a:lnTo>
                <a:close/>
                <a:moveTo>
                  <a:pt x="1371600" y="1895475"/>
                </a:moveTo>
                <a:lnTo>
                  <a:pt x="1381125" y="1895475"/>
                </a:lnTo>
                <a:lnTo>
                  <a:pt x="1381125" y="1914525"/>
                </a:lnTo>
                <a:lnTo>
                  <a:pt x="1371600" y="1914525"/>
                </a:lnTo>
                <a:close/>
              </a:path>
            </a:pathLst>
          </a:custGeom>
          <a:solidFill xmlns:a="http://schemas.openxmlformats.org/drawingml/2006/main">
            <a:srgbClr val="D9E8DC"/>
          </a:solidFill>
          <a:ln xmlns:a="http://schemas.openxmlformats.org/drawingml/2006/main" w="0">
            <a:noFill/>
          </a:ln>
        </p:spPr>
      </p:sp>
      <p:sp>
        <p:nvSpPr>
          <p:cNvPr id="20" name="employee vector #dde7dd">
            <a:extLst xmlns:a="http://schemas.openxmlformats.org/drawingml/2006/main">
              <a:ext uri="{FF2B5EF4-FFF2-40B4-BE49-F238E27FC236}">
                <a16:creationId xmlns:a16="http://schemas.microsoft.com/office/drawing/2014/main" id="{58B24E24-14AD-4AFF-994E-ED0B1D48455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85825" y="2571750"/>
            <a:ext cx="2105025" cy="2066925"/>
          </a:xfrm>
          <a:custGeom xmlns:a="http://schemas.openxmlformats.org/drawingml/2006/main">
            <a:pathLst>
              <a:path w="2105025" h="2066925">
                <a:moveTo>
                  <a:pt x="933450" y="28575"/>
                </a:moveTo>
                <a:lnTo>
                  <a:pt x="942975" y="28575"/>
                </a:lnTo>
                <a:lnTo>
                  <a:pt x="942975" y="38100"/>
                </a:lnTo>
                <a:lnTo>
                  <a:pt x="933450" y="38100"/>
                </a:lnTo>
                <a:close/>
                <a:moveTo>
                  <a:pt x="962025" y="28575"/>
                </a:moveTo>
                <a:lnTo>
                  <a:pt x="990600" y="28575"/>
                </a:lnTo>
                <a:lnTo>
                  <a:pt x="990600" y="38100"/>
                </a:lnTo>
                <a:lnTo>
                  <a:pt x="962025" y="38100"/>
                </a:lnTo>
                <a:close/>
                <a:moveTo>
                  <a:pt x="1095375" y="28575"/>
                </a:moveTo>
                <a:lnTo>
                  <a:pt x="1104900" y="28575"/>
                </a:lnTo>
                <a:lnTo>
                  <a:pt x="1104900" y="38100"/>
                </a:lnTo>
                <a:lnTo>
                  <a:pt x="1095375" y="38100"/>
                </a:lnTo>
                <a:close/>
                <a:moveTo>
                  <a:pt x="1114425" y="28575"/>
                </a:moveTo>
                <a:lnTo>
                  <a:pt x="1152525" y="28575"/>
                </a:lnTo>
                <a:lnTo>
                  <a:pt x="1152525" y="47625"/>
                </a:lnTo>
                <a:lnTo>
                  <a:pt x="1143000" y="47625"/>
                </a:lnTo>
                <a:lnTo>
                  <a:pt x="1143000" y="38100"/>
                </a:lnTo>
                <a:lnTo>
                  <a:pt x="1133475" y="38100"/>
                </a:lnTo>
                <a:lnTo>
                  <a:pt x="1133475" y="47625"/>
                </a:lnTo>
                <a:lnTo>
                  <a:pt x="1114425" y="47625"/>
                </a:lnTo>
                <a:close/>
                <a:moveTo>
                  <a:pt x="904875" y="38100"/>
                </a:moveTo>
                <a:lnTo>
                  <a:pt x="914400" y="38100"/>
                </a:lnTo>
                <a:lnTo>
                  <a:pt x="914400" y="47625"/>
                </a:lnTo>
                <a:lnTo>
                  <a:pt x="904875" y="47625"/>
                </a:lnTo>
                <a:close/>
                <a:moveTo>
                  <a:pt x="1209675" y="38100"/>
                </a:moveTo>
                <a:lnTo>
                  <a:pt x="1219200" y="38100"/>
                </a:lnTo>
                <a:lnTo>
                  <a:pt x="1219200" y="47625"/>
                </a:lnTo>
                <a:lnTo>
                  <a:pt x="1209675" y="47625"/>
                </a:lnTo>
                <a:close/>
                <a:moveTo>
                  <a:pt x="819150" y="47625"/>
                </a:moveTo>
                <a:lnTo>
                  <a:pt x="857250" y="47625"/>
                </a:lnTo>
                <a:lnTo>
                  <a:pt x="857250" y="57150"/>
                </a:lnTo>
                <a:lnTo>
                  <a:pt x="819150" y="57150"/>
                </a:lnTo>
                <a:close/>
                <a:moveTo>
                  <a:pt x="771525" y="57150"/>
                </a:moveTo>
                <a:lnTo>
                  <a:pt x="800100" y="57150"/>
                </a:lnTo>
                <a:lnTo>
                  <a:pt x="800100" y="66675"/>
                </a:lnTo>
                <a:lnTo>
                  <a:pt x="771525" y="66675"/>
                </a:lnTo>
                <a:close/>
                <a:moveTo>
                  <a:pt x="714375" y="76200"/>
                </a:moveTo>
                <a:lnTo>
                  <a:pt x="723900" y="76200"/>
                </a:lnTo>
                <a:lnTo>
                  <a:pt x="723900" y="85725"/>
                </a:lnTo>
                <a:lnTo>
                  <a:pt x="714375" y="85725"/>
                </a:lnTo>
                <a:close/>
                <a:moveTo>
                  <a:pt x="1362075" y="76200"/>
                </a:moveTo>
                <a:lnTo>
                  <a:pt x="1371600" y="76200"/>
                </a:lnTo>
                <a:lnTo>
                  <a:pt x="1371600" y="85725"/>
                </a:lnTo>
                <a:lnTo>
                  <a:pt x="1362075" y="85725"/>
                </a:lnTo>
                <a:close/>
                <a:moveTo>
                  <a:pt x="695325" y="85725"/>
                </a:moveTo>
                <a:lnTo>
                  <a:pt x="704850" y="85725"/>
                </a:lnTo>
                <a:lnTo>
                  <a:pt x="704850" y="95250"/>
                </a:lnTo>
                <a:lnTo>
                  <a:pt x="695325" y="95250"/>
                </a:lnTo>
                <a:close/>
                <a:moveTo>
                  <a:pt x="733425" y="95250"/>
                </a:moveTo>
                <a:lnTo>
                  <a:pt x="742950" y="95250"/>
                </a:lnTo>
                <a:lnTo>
                  <a:pt x="742950" y="104775"/>
                </a:lnTo>
                <a:lnTo>
                  <a:pt x="733425" y="104775"/>
                </a:lnTo>
                <a:close/>
                <a:moveTo>
                  <a:pt x="619125" y="114300"/>
                </a:moveTo>
                <a:lnTo>
                  <a:pt x="628650" y="114300"/>
                </a:lnTo>
                <a:lnTo>
                  <a:pt x="628650" y="123825"/>
                </a:lnTo>
                <a:lnTo>
                  <a:pt x="619125" y="123825"/>
                </a:lnTo>
                <a:close/>
                <a:moveTo>
                  <a:pt x="533400" y="161925"/>
                </a:moveTo>
                <a:lnTo>
                  <a:pt x="542925" y="161925"/>
                </a:lnTo>
                <a:lnTo>
                  <a:pt x="542925" y="171450"/>
                </a:lnTo>
                <a:lnTo>
                  <a:pt x="533400" y="171450"/>
                </a:lnTo>
                <a:close/>
                <a:moveTo>
                  <a:pt x="600075" y="171450"/>
                </a:moveTo>
                <a:lnTo>
                  <a:pt x="609600" y="171450"/>
                </a:lnTo>
                <a:lnTo>
                  <a:pt x="609600" y="180975"/>
                </a:lnTo>
                <a:lnTo>
                  <a:pt x="619125" y="180975"/>
                </a:lnTo>
                <a:lnTo>
                  <a:pt x="619125" y="190500"/>
                </a:lnTo>
                <a:lnTo>
                  <a:pt x="590550" y="190500"/>
                </a:lnTo>
                <a:lnTo>
                  <a:pt x="590550" y="180975"/>
                </a:lnTo>
                <a:lnTo>
                  <a:pt x="600075" y="180975"/>
                </a:lnTo>
                <a:close/>
                <a:moveTo>
                  <a:pt x="504825" y="180975"/>
                </a:moveTo>
                <a:lnTo>
                  <a:pt x="514350" y="180975"/>
                </a:lnTo>
                <a:lnTo>
                  <a:pt x="514350" y="190500"/>
                </a:lnTo>
                <a:lnTo>
                  <a:pt x="504825" y="190500"/>
                </a:lnTo>
                <a:close/>
                <a:moveTo>
                  <a:pt x="1571625" y="180975"/>
                </a:moveTo>
                <a:lnTo>
                  <a:pt x="1581150" y="180975"/>
                </a:lnTo>
                <a:lnTo>
                  <a:pt x="1581150" y="190500"/>
                </a:lnTo>
                <a:lnTo>
                  <a:pt x="1571625" y="190500"/>
                </a:lnTo>
                <a:close/>
                <a:moveTo>
                  <a:pt x="1495425" y="190500"/>
                </a:moveTo>
                <a:lnTo>
                  <a:pt x="1504950" y="190500"/>
                </a:lnTo>
                <a:lnTo>
                  <a:pt x="1504950" y="200025"/>
                </a:lnTo>
                <a:lnTo>
                  <a:pt x="1495425" y="200025"/>
                </a:lnTo>
                <a:close/>
                <a:moveTo>
                  <a:pt x="476250" y="200025"/>
                </a:moveTo>
                <a:lnTo>
                  <a:pt x="485775" y="200025"/>
                </a:lnTo>
                <a:lnTo>
                  <a:pt x="485775" y="209550"/>
                </a:lnTo>
                <a:lnTo>
                  <a:pt x="476250" y="209550"/>
                </a:lnTo>
                <a:close/>
                <a:moveTo>
                  <a:pt x="466725" y="209550"/>
                </a:moveTo>
                <a:lnTo>
                  <a:pt x="476250" y="209550"/>
                </a:lnTo>
                <a:lnTo>
                  <a:pt x="476250" y="219075"/>
                </a:lnTo>
                <a:lnTo>
                  <a:pt x="466725" y="219075"/>
                </a:lnTo>
                <a:close/>
                <a:moveTo>
                  <a:pt x="457200" y="219075"/>
                </a:moveTo>
                <a:lnTo>
                  <a:pt x="466725" y="219075"/>
                </a:lnTo>
                <a:lnTo>
                  <a:pt x="466725" y="238125"/>
                </a:lnTo>
                <a:lnTo>
                  <a:pt x="457200" y="238125"/>
                </a:lnTo>
                <a:close/>
                <a:moveTo>
                  <a:pt x="600075" y="219075"/>
                </a:moveTo>
                <a:lnTo>
                  <a:pt x="609600" y="219075"/>
                </a:lnTo>
                <a:lnTo>
                  <a:pt x="609600" y="228600"/>
                </a:lnTo>
                <a:lnTo>
                  <a:pt x="619125" y="228600"/>
                </a:lnTo>
                <a:lnTo>
                  <a:pt x="619125" y="238125"/>
                </a:lnTo>
                <a:lnTo>
                  <a:pt x="600075" y="238125"/>
                </a:lnTo>
                <a:close/>
                <a:moveTo>
                  <a:pt x="1638300" y="228600"/>
                </a:moveTo>
                <a:lnTo>
                  <a:pt x="1647825" y="228600"/>
                </a:lnTo>
                <a:lnTo>
                  <a:pt x="1647825" y="238125"/>
                </a:lnTo>
                <a:lnTo>
                  <a:pt x="1638300" y="238125"/>
                </a:lnTo>
                <a:close/>
                <a:moveTo>
                  <a:pt x="447675" y="238125"/>
                </a:moveTo>
                <a:lnTo>
                  <a:pt x="457200" y="238125"/>
                </a:lnTo>
                <a:lnTo>
                  <a:pt x="457200" y="247650"/>
                </a:lnTo>
                <a:lnTo>
                  <a:pt x="447675" y="247650"/>
                </a:lnTo>
                <a:close/>
                <a:moveTo>
                  <a:pt x="1647825" y="238125"/>
                </a:moveTo>
                <a:lnTo>
                  <a:pt x="1657350" y="238125"/>
                </a:lnTo>
                <a:lnTo>
                  <a:pt x="1657350" y="247650"/>
                </a:lnTo>
                <a:lnTo>
                  <a:pt x="1666875" y="247650"/>
                </a:lnTo>
                <a:lnTo>
                  <a:pt x="1666875" y="257175"/>
                </a:lnTo>
                <a:lnTo>
                  <a:pt x="1647825" y="257175"/>
                </a:lnTo>
                <a:close/>
                <a:moveTo>
                  <a:pt x="428625" y="247650"/>
                </a:moveTo>
                <a:lnTo>
                  <a:pt x="438150" y="247650"/>
                </a:lnTo>
                <a:lnTo>
                  <a:pt x="438150" y="257175"/>
                </a:lnTo>
                <a:lnTo>
                  <a:pt x="428625" y="257175"/>
                </a:lnTo>
                <a:close/>
                <a:moveTo>
                  <a:pt x="409575" y="257175"/>
                </a:moveTo>
                <a:lnTo>
                  <a:pt x="428625" y="257175"/>
                </a:lnTo>
                <a:lnTo>
                  <a:pt x="428625" y="266700"/>
                </a:lnTo>
                <a:lnTo>
                  <a:pt x="409575" y="266700"/>
                </a:lnTo>
                <a:close/>
                <a:moveTo>
                  <a:pt x="400050" y="266700"/>
                </a:moveTo>
                <a:lnTo>
                  <a:pt x="409575" y="266700"/>
                </a:lnTo>
                <a:lnTo>
                  <a:pt x="409575" y="276225"/>
                </a:lnTo>
                <a:lnTo>
                  <a:pt x="400050" y="276225"/>
                </a:lnTo>
                <a:close/>
                <a:moveTo>
                  <a:pt x="381000" y="276225"/>
                </a:moveTo>
                <a:lnTo>
                  <a:pt x="390525" y="276225"/>
                </a:lnTo>
                <a:lnTo>
                  <a:pt x="390525" y="285750"/>
                </a:lnTo>
                <a:lnTo>
                  <a:pt x="381000" y="285750"/>
                </a:lnTo>
                <a:close/>
                <a:moveTo>
                  <a:pt x="485775" y="276225"/>
                </a:moveTo>
                <a:lnTo>
                  <a:pt x="495300" y="276225"/>
                </a:lnTo>
                <a:lnTo>
                  <a:pt x="495300" y="285750"/>
                </a:lnTo>
                <a:lnTo>
                  <a:pt x="485775" y="285750"/>
                </a:lnTo>
                <a:close/>
                <a:moveTo>
                  <a:pt x="371475" y="285750"/>
                </a:moveTo>
                <a:lnTo>
                  <a:pt x="381000" y="285750"/>
                </a:lnTo>
                <a:lnTo>
                  <a:pt x="381000" y="295275"/>
                </a:lnTo>
                <a:lnTo>
                  <a:pt x="371475" y="295275"/>
                </a:lnTo>
                <a:close/>
                <a:moveTo>
                  <a:pt x="1695450" y="285750"/>
                </a:moveTo>
                <a:lnTo>
                  <a:pt x="1714500" y="285750"/>
                </a:lnTo>
                <a:lnTo>
                  <a:pt x="1714500" y="295275"/>
                </a:lnTo>
                <a:lnTo>
                  <a:pt x="1724025" y="295275"/>
                </a:lnTo>
                <a:lnTo>
                  <a:pt x="1724025" y="304800"/>
                </a:lnTo>
                <a:lnTo>
                  <a:pt x="1733550" y="304800"/>
                </a:lnTo>
                <a:lnTo>
                  <a:pt x="1733550" y="314325"/>
                </a:lnTo>
                <a:lnTo>
                  <a:pt x="1714500" y="314325"/>
                </a:lnTo>
                <a:lnTo>
                  <a:pt x="1714500" y="304800"/>
                </a:lnTo>
                <a:lnTo>
                  <a:pt x="1695450" y="304800"/>
                </a:lnTo>
                <a:close/>
                <a:moveTo>
                  <a:pt x="1733550" y="314325"/>
                </a:moveTo>
                <a:lnTo>
                  <a:pt x="1743075" y="314325"/>
                </a:lnTo>
                <a:lnTo>
                  <a:pt x="1743075" y="323850"/>
                </a:lnTo>
                <a:lnTo>
                  <a:pt x="1733550" y="323850"/>
                </a:lnTo>
                <a:close/>
                <a:moveTo>
                  <a:pt x="333375" y="323850"/>
                </a:moveTo>
                <a:lnTo>
                  <a:pt x="342900" y="323850"/>
                </a:lnTo>
                <a:lnTo>
                  <a:pt x="342900" y="333375"/>
                </a:lnTo>
                <a:lnTo>
                  <a:pt x="352425" y="333375"/>
                </a:lnTo>
                <a:lnTo>
                  <a:pt x="352425" y="342900"/>
                </a:lnTo>
                <a:lnTo>
                  <a:pt x="333375" y="342900"/>
                </a:lnTo>
                <a:lnTo>
                  <a:pt x="333375" y="352425"/>
                </a:lnTo>
                <a:lnTo>
                  <a:pt x="314325" y="352425"/>
                </a:lnTo>
                <a:lnTo>
                  <a:pt x="314325" y="342900"/>
                </a:lnTo>
                <a:lnTo>
                  <a:pt x="323850" y="342900"/>
                </a:lnTo>
                <a:lnTo>
                  <a:pt x="323850" y="333375"/>
                </a:lnTo>
                <a:lnTo>
                  <a:pt x="333375" y="333375"/>
                </a:lnTo>
                <a:close/>
                <a:moveTo>
                  <a:pt x="1790700" y="381000"/>
                </a:moveTo>
                <a:lnTo>
                  <a:pt x="1800225" y="381000"/>
                </a:lnTo>
                <a:lnTo>
                  <a:pt x="1800225" y="390525"/>
                </a:lnTo>
                <a:lnTo>
                  <a:pt x="1790700" y="390525"/>
                </a:lnTo>
                <a:close/>
                <a:moveTo>
                  <a:pt x="542925" y="390525"/>
                </a:moveTo>
                <a:lnTo>
                  <a:pt x="552450" y="390525"/>
                </a:lnTo>
                <a:lnTo>
                  <a:pt x="552450" y="409575"/>
                </a:lnTo>
                <a:lnTo>
                  <a:pt x="523875" y="409575"/>
                </a:lnTo>
                <a:lnTo>
                  <a:pt x="523875" y="400050"/>
                </a:lnTo>
                <a:lnTo>
                  <a:pt x="542925" y="400050"/>
                </a:lnTo>
                <a:close/>
                <a:moveTo>
                  <a:pt x="838200" y="409575"/>
                </a:moveTo>
                <a:lnTo>
                  <a:pt x="847725" y="409575"/>
                </a:lnTo>
                <a:lnTo>
                  <a:pt x="847725" y="419100"/>
                </a:lnTo>
                <a:lnTo>
                  <a:pt x="838200" y="419100"/>
                </a:lnTo>
                <a:close/>
                <a:moveTo>
                  <a:pt x="257175" y="419100"/>
                </a:moveTo>
                <a:lnTo>
                  <a:pt x="266700" y="419100"/>
                </a:lnTo>
                <a:lnTo>
                  <a:pt x="266700" y="428625"/>
                </a:lnTo>
                <a:lnTo>
                  <a:pt x="257175" y="428625"/>
                </a:lnTo>
                <a:close/>
                <a:moveTo>
                  <a:pt x="247650" y="428625"/>
                </a:moveTo>
                <a:lnTo>
                  <a:pt x="257175" y="428625"/>
                </a:lnTo>
                <a:lnTo>
                  <a:pt x="257175" y="447675"/>
                </a:lnTo>
                <a:lnTo>
                  <a:pt x="247650" y="447675"/>
                </a:lnTo>
                <a:close/>
                <a:moveTo>
                  <a:pt x="1857375" y="476250"/>
                </a:moveTo>
                <a:lnTo>
                  <a:pt x="1866900" y="476250"/>
                </a:lnTo>
                <a:lnTo>
                  <a:pt x="1866900" y="495300"/>
                </a:lnTo>
                <a:lnTo>
                  <a:pt x="1857375" y="495300"/>
                </a:lnTo>
                <a:close/>
                <a:moveTo>
                  <a:pt x="1047750" y="485775"/>
                </a:moveTo>
                <a:lnTo>
                  <a:pt x="1057275" y="485775"/>
                </a:lnTo>
                <a:lnTo>
                  <a:pt x="1057275" y="495300"/>
                </a:lnTo>
                <a:lnTo>
                  <a:pt x="1076325" y="495300"/>
                </a:lnTo>
                <a:lnTo>
                  <a:pt x="1076325" y="504825"/>
                </a:lnTo>
                <a:lnTo>
                  <a:pt x="1085850" y="504825"/>
                </a:lnTo>
                <a:lnTo>
                  <a:pt x="1085850" y="495300"/>
                </a:lnTo>
                <a:lnTo>
                  <a:pt x="1104900" y="495300"/>
                </a:lnTo>
                <a:lnTo>
                  <a:pt x="1104900" y="523875"/>
                </a:lnTo>
                <a:lnTo>
                  <a:pt x="1076325" y="523875"/>
                </a:lnTo>
                <a:lnTo>
                  <a:pt x="1076325" y="533400"/>
                </a:lnTo>
                <a:lnTo>
                  <a:pt x="1057275" y="533400"/>
                </a:lnTo>
                <a:lnTo>
                  <a:pt x="1057275" y="514350"/>
                </a:lnTo>
                <a:lnTo>
                  <a:pt x="1047750" y="514350"/>
                </a:lnTo>
                <a:lnTo>
                  <a:pt x="1047750" y="504825"/>
                </a:lnTo>
                <a:lnTo>
                  <a:pt x="1038225" y="504825"/>
                </a:lnTo>
                <a:lnTo>
                  <a:pt x="1038225" y="495300"/>
                </a:lnTo>
                <a:lnTo>
                  <a:pt x="1047750" y="495300"/>
                </a:lnTo>
                <a:close/>
                <a:moveTo>
                  <a:pt x="209550" y="495300"/>
                </a:moveTo>
                <a:lnTo>
                  <a:pt x="219075" y="495300"/>
                </a:lnTo>
                <a:lnTo>
                  <a:pt x="219075" y="514350"/>
                </a:lnTo>
                <a:lnTo>
                  <a:pt x="200025" y="514350"/>
                </a:lnTo>
                <a:lnTo>
                  <a:pt x="200025" y="504825"/>
                </a:lnTo>
                <a:lnTo>
                  <a:pt x="209550" y="504825"/>
                </a:lnTo>
                <a:close/>
                <a:moveTo>
                  <a:pt x="1866900" y="495300"/>
                </a:moveTo>
                <a:lnTo>
                  <a:pt x="1876425" y="495300"/>
                </a:lnTo>
                <a:lnTo>
                  <a:pt x="1876425" y="514350"/>
                </a:lnTo>
                <a:lnTo>
                  <a:pt x="1866900" y="514350"/>
                </a:lnTo>
                <a:close/>
                <a:moveTo>
                  <a:pt x="190500" y="514350"/>
                </a:moveTo>
                <a:lnTo>
                  <a:pt x="200025" y="514350"/>
                </a:lnTo>
                <a:lnTo>
                  <a:pt x="200025" y="523875"/>
                </a:lnTo>
                <a:lnTo>
                  <a:pt x="190500" y="523875"/>
                </a:lnTo>
                <a:close/>
                <a:moveTo>
                  <a:pt x="180975" y="533400"/>
                </a:moveTo>
                <a:lnTo>
                  <a:pt x="190500" y="533400"/>
                </a:lnTo>
                <a:lnTo>
                  <a:pt x="190500" y="552450"/>
                </a:lnTo>
                <a:lnTo>
                  <a:pt x="180975" y="552450"/>
                </a:lnTo>
                <a:close/>
                <a:moveTo>
                  <a:pt x="981075" y="542925"/>
                </a:moveTo>
                <a:lnTo>
                  <a:pt x="990600" y="542925"/>
                </a:lnTo>
                <a:lnTo>
                  <a:pt x="990600" y="552450"/>
                </a:lnTo>
                <a:lnTo>
                  <a:pt x="981075" y="552450"/>
                </a:lnTo>
                <a:close/>
                <a:moveTo>
                  <a:pt x="171450" y="552450"/>
                </a:moveTo>
                <a:lnTo>
                  <a:pt x="180975" y="552450"/>
                </a:lnTo>
                <a:lnTo>
                  <a:pt x="180975" y="561975"/>
                </a:lnTo>
                <a:lnTo>
                  <a:pt x="200025" y="561975"/>
                </a:lnTo>
                <a:lnTo>
                  <a:pt x="200025" y="571500"/>
                </a:lnTo>
                <a:lnTo>
                  <a:pt x="190500" y="571500"/>
                </a:lnTo>
                <a:lnTo>
                  <a:pt x="190500" y="581025"/>
                </a:lnTo>
                <a:lnTo>
                  <a:pt x="171450" y="581025"/>
                </a:lnTo>
                <a:close/>
                <a:moveTo>
                  <a:pt x="981075" y="561975"/>
                </a:moveTo>
                <a:lnTo>
                  <a:pt x="990600" y="561975"/>
                </a:lnTo>
                <a:lnTo>
                  <a:pt x="990600" y="581025"/>
                </a:lnTo>
                <a:lnTo>
                  <a:pt x="981075" y="581025"/>
                </a:lnTo>
                <a:close/>
                <a:moveTo>
                  <a:pt x="1895475" y="571500"/>
                </a:moveTo>
                <a:lnTo>
                  <a:pt x="1905000" y="571500"/>
                </a:lnTo>
                <a:lnTo>
                  <a:pt x="1905000" y="581025"/>
                </a:lnTo>
                <a:lnTo>
                  <a:pt x="1895475" y="581025"/>
                </a:lnTo>
                <a:close/>
                <a:moveTo>
                  <a:pt x="161925" y="581025"/>
                </a:moveTo>
                <a:lnTo>
                  <a:pt x="171450" y="581025"/>
                </a:lnTo>
                <a:lnTo>
                  <a:pt x="171450" y="590550"/>
                </a:lnTo>
                <a:lnTo>
                  <a:pt x="161925" y="590550"/>
                </a:lnTo>
                <a:close/>
                <a:moveTo>
                  <a:pt x="142875" y="609600"/>
                </a:moveTo>
                <a:lnTo>
                  <a:pt x="152400" y="609600"/>
                </a:lnTo>
                <a:lnTo>
                  <a:pt x="152400" y="619125"/>
                </a:lnTo>
                <a:lnTo>
                  <a:pt x="142875" y="619125"/>
                </a:lnTo>
                <a:close/>
                <a:moveTo>
                  <a:pt x="857250" y="619125"/>
                </a:moveTo>
                <a:lnTo>
                  <a:pt x="866775" y="619125"/>
                </a:lnTo>
                <a:lnTo>
                  <a:pt x="866775" y="638175"/>
                </a:lnTo>
                <a:lnTo>
                  <a:pt x="857250" y="638175"/>
                </a:lnTo>
                <a:lnTo>
                  <a:pt x="857250" y="647700"/>
                </a:lnTo>
                <a:lnTo>
                  <a:pt x="847725" y="647700"/>
                </a:lnTo>
                <a:lnTo>
                  <a:pt x="847725" y="657225"/>
                </a:lnTo>
                <a:lnTo>
                  <a:pt x="819150" y="657225"/>
                </a:lnTo>
                <a:lnTo>
                  <a:pt x="819150" y="647700"/>
                </a:lnTo>
                <a:lnTo>
                  <a:pt x="828675" y="647700"/>
                </a:lnTo>
                <a:lnTo>
                  <a:pt x="828675" y="638175"/>
                </a:lnTo>
                <a:lnTo>
                  <a:pt x="847725" y="638175"/>
                </a:lnTo>
                <a:lnTo>
                  <a:pt x="847725" y="628650"/>
                </a:lnTo>
                <a:lnTo>
                  <a:pt x="857250" y="628650"/>
                </a:lnTo>
                <a:close/>
                <a:moveTo>
                  <a:pt x="123825" y="676275"/>
                </a:moveTo>
                <a:lnTo>
                  <a:pt x="133350" y="676275"/>
                </a:lnTo>
                <a:lnTo>
                  <a:pt x="133350" y="685800"/>
                </a:lnTo>
                <a:lnTo>
                  <a:pt x="123825" y="685800"/>
                </a:lnTo>
                <a:close/>
                <a:moveTo>
                  <a:pt x="114300" y="685800"/>
                </a:moveTo>
                <a:lnTo>
                  <a:pt x="123825" y="685800"/>
                </a:lnTo>
                <a:lnTo>
                  <a:pt x="123825" y="695325"/>
                </a:lnTo>
                <a:lnTo>
                  <a:pt x="133350" y="695325"/>
                </a:lnTo>
                <a:lnTo>
                  <a:pt x="133350" y="704850"/>
                </a:lnTo>
                <a:lnTo>
                  <a:pt x="123825" y="704850"/>
                </a:lnTo>
                <a:lnTo>
                  <a:pt x="123825" y="714375"/>
                </a:lnTo>
                <a:lnTo>
                  <a:pt x="133350" y="714375"/>
                </a:lnTo>
                <a:lnTo>
                  <a:pt x="133350" y="723900"/>
                </a:lnTo>
                <a:lnTo>
                  <a:pt x="114300" y="723900"/>
                </a:lnTo>
                <a:close/>
                <a:moveTo>
                  <a:pt x="981075" y="695325"/>
                </a:moveTo>
                <a:lnTo>
                  <a:pt x="990600" y="695325"/>
                </a:lnTo>
                <a:lnTo>
                  <a:pt x="990600" y="704850"/>
                </a:lnTo>
                <a:lnTo>
                  <a:pt x="981075" y="704850"/>
                </a:lnTo>
                <a:close/>
                <a:moveTo>
                  <a:pt x="104775" y="723900"/>
                </a:moveTo>
                <a:lnTo>
                  <a:pt x="114300" y="723900"/>
                </a:lnTo>
                <a:lnTo>
                  <a:pt x="114300" y="733425"/>
                </a:lnTo>
                <a:lnTo>
                  <a:pt x="104775" y="733425"/>
                </a:lnTo>
                <a:close/>
                <a:moveTo>
                  <a:pt x="85725" y="790575"/>
                </a:moveTo>
                <a:lnTo>
                  <a:pt x="95250" y="790575"/>
                </a:lnTo>
                <a:lnTo>
                  <a:pt x="95250" y="800100"/>
                </a:lnTo>
                <a:lnTo>
                  <a:pt x="85725" y="800100"/>
                </a:lnTo>
                <a:close/>
                <a:moveTo>
                  <a:pt x="171450" y="809625"/>
                </a:moveTo>
                <a:lnTo>
                  <a:pt x="180975" y="809625"/>
                </a:lnTo>
                <a:lnTo>
                  <a:pt x="180975" y="819150"/>
                </a:lnTo>
                <a:lnTo>
                  <a:pt x="190500" y="819150"/>
                </a:lnTo>
                <a:lnTo>
                  <a:pt x="190500" y="828675"/>
                </a:lnTo>
                <a:lnTo>
                  <a:pt x="161925" y="828675"/>
                </a:lnTo>
                <a:lnTo>
                  <a:pt x="161925" y="819150"/>
                </a:lnTo>
                <a:lnTo>
                  <a:pt x="171450" y="819150"/>
                </a:lnTo>
                <a:close/>
                <a:moveTo>
                  <a:pt x="1104900" y="819150"/>
                </a:moveTo>
                <a:lnTo>
                  <a:pt x="1114425" y="819150"/>
                </a:lnTo>
                <a:lnTo>
                  <a:pt x="1114425" y="828675"/>
                </a:lnTo>
                <a:lnTo>
                  <a:pt x="1104900" y="828675"/>
                </a:lnTo>
                <a:close/>
                <a:moveTo>
                  <a:pt x="76200" y="838200"/>
                </a:moveTo>
                <a:lnTo>
                  <a:pt x="85725" y="838200"/>
                </a:lnTo>
                <a:lnTo>
                  <a:pt x="85725" y="847725"/>
                </a:lnTo>
                <a:lnTo>
                  <a:pt x="76200" y="847725"/>
                </a:lnTo>
                <a:close/>
                <a:moveTo>
                  <a:pt x="2000250" y="847725"/>
                </a:moveTo>
                <a:lnTo>
                  <a:pt x="2009775" y="847725"/>
                </a:lnTo>
                <a:lnTo>
                  <a:pt x="2009775" y="885825"/>
                </a:lnTo>
                <a:lnTo>
                  <a:pt x="2000250" y="885825"/>
                </a:lnTo>
                <a:close/>
                <a:moveTo>
                  <a:pt x="76200" y="876300"/>
                </a:moveTo>
                <a:lnTo>
                  <a:pt x="85725" y="876300"/>
                </a:lnTo>
                <a:lnTo>
                  <a:pt x="85725" y="923925"/>
                </a:lnTo>
                <a:lnTo>
                  <a:pt x="76200" y="923925"/>
                </a:lnTo>
                <a:lnTo>
                  <a:pt x="76200" y="933450"/>
                </a:lnTo>
                <a:lnTo>
                  <a:pt x="66675" y="933450"/>
                </a:lnTo>
                <a:lnTo>
                  <a:pt x="66675" y="895350"/>
                </a:lnTo>
                <a:lnTo>
                  <a:pt x="76200" y="895350"/>
                </a:lnTo>
                <a:close/>
                <a:moveTo>
                  <a:pt x="2000250" y="914400"/>
                </a:moveTo>
                <a:lnTo>
                  <a:pt x="2009775" y="914400"/>
                </a:lnTo>
                <a:lnTo>
                  <a:pt x="2009775" y="923925"/>
                </a:lnTo>
                <a:lnTo>
                  <a:pt x="2019300" y="923925"/>
                </a:lnTo>
                <a:lnTo>
                  <a:pt x="2019300" y="1076325"/>
                </a:lnTo>
                <a:lnTo>
                  <a:pt x="2009775" y="1076325"/>
                </a:lnTo>
                <a:lnTo>
                  <a:pt x="2009775" y="1085850"/>
                </a:lnTo>
                <a:lnTo>
                  <a:pt x="2000250" y="1085850"/>
                </a:lnTo>
                <a:lnTo>
                  <a:pt x="2000250" y="990600"/>
                </a:lnTo>
                <a:lnTo>
                  <a:pt x="1990725" y="990600"/>
                </a:lnTo>
                <a:lnTo>
                  <a:pt x="1990725" y="981075"/>
                </a:lnTo>
                <a:lnTo>
                  <a:pt x="2000250" y="981075"/>
                </a:lnTo>
                <a:lnTo>
                  <a:pt x="2000250" y="971550"/>
                </a:lnTo>
                <a:lnTo>
                  <a:pt x="1990725" y="971550"/>
                </a:lnTo>
                <a:lnTo>
                  <a:pt x="1990725" y="942975"/>
                </a:lnTo>
                <a:lnTo>
                  <a:pt x="2000250" y="942975"/>
                </a:lnTo>
                <a:close/>
                <a:moveTo>
                  <a:pt x="219075" y="942975"/>
                </a:moveTo>
                <a:lnTo>
                  <a:pt x="228600" y="942975"/>
                </a:lnTo>
                <a:lnTo>
                  <a:pt x="228600" y="952500"/>
                </a:lnTo>
                <a:lnTo>
                  <a:pt x="219075" y="952500"/>
                </a:lnTo>
                <a:close/>
                <a:moveTo>
                  <a:pt x="238125" y="942975"/>
                </a:moveTo>
                <a:lnTo>
                  <a:pt x="247650" y="942975"/>
                </a:lnTo>
                <a:lnTo>
                  <a:pt x="247650" y="952500"/>
                </a:lnTo>
                <a:lnTo>
                  <a:pt x="238125" y="952500"/>
                </a:lnTo>
                <a:close/>
                <a:moveTo>
                  <a:pt x="228600" y="952500"/>
                </a:moveTo>
                <a:lnTo>
                  <a:pt x="238125" y="952500"/>
                </a:lnTo>
                <a:lnTo>
                  <a:pt x="238125" y="962025"/>
                </a:lnTo>
                <a:lnTo>
                  <a:pt x="228600" y="962025"/>
                </a:lnTo>
                <a:close/>
                <a:moveTo>
                  <a:pt x="66675" y="981075"/>
                </a:moveTo>
                <a:lnTo>
                  <a:pt x="76200" y="981075"/>
                </a:lnTo>
                <a:lnTo>
                  <a:pt x="76200" y="1000125"/>
                </a:lnTo>
                <a:lnTo>
                  <a:pt x="66675" y="1000125"/>
                </a:lnTo>
                <a:close/>
                <a:moveTo>
                  <a:pt x="66675" y="1009650"/>
                </a:moveTo>
                <a:lnTo>
                  <a:pt x="76200" y="1009650"/>
                </a:lnTo>
                <a:lnTo>
                  <a:pt x="76200" y="1019175"/>
                </a:lnTo>
                <a:lnTo>
                  <a:pt x="66675" y="1019175"/>
                </a:lnTo>
                <a:close/>
                <a:moveTo>
                  <a:pt x="66675" y="1047750"/>
                </a:moveTo>
                <a:lnTo>
                  <a:pt x="76200" y="1047750"/>
                </a:lnTo>
                <a:lnTo>
                  <a:pt x="76200" y="1095375"/>
                </a:lnTo>
                <a:lnTo>
                  <a:pt x="85725" y="1095375"/>
                </a:lnTo>
                <a:lnTo>
                  <a:pt x="85725" y="1114425"/>
                </a:lnTo>
                <a:lnTo>
                  <a:pt x="95250" y="1114425"/>
                </a:lnTo>
                <a:lnTo>
                  <a:pt x="95250" y="1123950"/>
                </a:lnTo>
                <a:lnTo>
                  <a:pt x="76200" y="1123950"/>
                </a:lnTo>
                <a:lnTo>
                  <a:pt x="76200" y="1114425"/>
                </a:lnTo>
                <a:lnTo>
                  <a:pt x="66675" y="1114425"/>
                </a:lnTo>
                <a:close/>
                <a:moveTo>
                  <a:pt x="209550" y="1057275"/>
                </a:moveTo>
                <a:lnTo>
                  <a:pt x="228600" y="1057275"/>
                </a:lnTo>
                <a:lnTo>
                  <a:pt x="228600" y="1076325"/>
                </a:lnTo>
                <a:lnTo>
                  <a:pt x="209550" y="1076325"/>
                </a:lnTo>
                <a:close/>
                <a:moveTo>
                  <a:pt x="1990725" y="1085850"/>
                </a:moveTo>
                <a:lnTo>
                  <a:pt x="2000250" y="1085850"/>
                </a:lnTo>
                <a:lnTo>
                  <a:pt x="2000250" y="1104900"/>
                </a:lnTo>
                <a:lnTo>
                  <a:pt x="1990725" y="1104900"/>
                </a:lnTo>
                <a:close/>
                <a:moveTo>
                  <a:pt x="1657350" y="1114425"/>
                </a:moveTo>
                <a:lnTo>
                  <a:pt x="1666875" y="1114425"/>
                </a:lnTo>
                <a:lnTo>
                  <a:pt x="1666875" y="1123950"/>
                </a:lnTo>
                <a:lnTo>
                  <a:pt x="1685925" y="1123950"/>
                </a:lnTo>
                <a:lnTo>
                  <a:pt x="1685925" y="1143000"/>
                </a:lnTo>
                <a:lnTo>
                  <a:pt x="1676400" y="1143000"/>
                </a:lnTo>
                <a:lnTo>
                  <a:pt x="1676400" y="1133475"/>
                </a:lnTo>
                <a:lnTo>
                  <a:pt x="1657350" y="1133475"/>
                </a:lnTo>
                <a:close/>
                <a:moveTo>
                  <a:pt x="1990725" y="1143000"/>
                </a:moveTo>
                <a:lnTo>
                  <a:pt x="2009775" y="1143000"/>
                </a:lnTo>
                <a:lnTo>
                  <a:pt x="2009775" y="1152525"/>
                </a:lnTo>
                <a:lnTo>
                  <a:pt x="1990725" y="1152525"/>
                </a:lnTo>
                <a:close/>
                <a:moveTo>
                  <a:pt x="1419225" y="1181100"/>
                </a:moveTo>
                <a:lnTo>
                  <a:pt x="1428750" y="1181100"/>
                </a:lnTo>
                <a:lnTo>
                  <a:pt x="1428750" y="1190625"/>
                </a:lnTo>
                <a:lnTo>
                  <a:pt x="1419225" y="1190625"/>
                </a:lnTo>
                <a:close/>
                <a:moveTo>
                  <a:pt x="1485900" y="1181100"/>
                </a:moveTo>
                <a:lnTo>
                  <a:pt x="1495425" y="1181100"/>
                </a:lnTo>
                <a:lnTo>
                  <a:pt x="1495425" y="1190625"/>
                </a:lnTo>
                <a:lnTo>
                  <a:pt x="1485900" y="1190625"/>
                </a:lnTo>
                <a:close/>
                <a:moveTo>
                  <a:pt x="1695450" y="1181100"/>
                </a:moveTo>
                <a:lnTo>
                  <a:pt x="1704975" y="1181100"/>
                </a:lnTo>
                <a:lnTo>
                  <a:pt x="1704975" y="1190625"/>
                </a:lnTo>
                <a:lnTo>
                  <a:pt x="1695450" y="1190625"/>
                </a:lnTo>
                <a:close/>
                <a:moveTo>
                  <a:pt x="1752600" y="1181100"/>
                </a:moveTo>
                <a:lnTo>
                  <a:pt x="1771650" y="1181100"/>
                </a:lnTo>
                <a:lnTo>
                  <a:pt x="1771650" y="1190625"/>
                </a:lnTo>
                <a:lnTo>
                  <a:pt x="1752600" y="1190625"/>
                </a:lnTo>
                <a:close/>
                <a:moveTo>
                  <a:pt x="1809750" y="1190625"/>
                </a:moveTo>
                <a:lnTo>
                  <a:pt x="1819275" y="1190625"/>
                </a:lnTo>
                <a:lnTo>
                  <a:pt x="1819275" y="1200150"/>
                </a:lnTo>
                <a:lnTo>
                  <a:pt x="1809750" y="1200150"/>
                </a:lnTo>
                <a:close/>
                <a:moveTo>
                  <a:pt x="1543050" y="1200150"/>
                </a:moveTo>
                <a:lnTo>
                  <a:pt x="1552575" y="1200150"/>
                </a:lnTo>
                <a:lnTo>
                  <a:pt x="1552575" y="1209675"/>
                </a:lnTo>
                <a:lnTo>
                  <a:pt x="1543050" y="1209675"/>
                </a:lnTo>
                <a:close/>
                <a:moveTo>
                  <a:pt x="1819275" y="1200150"/>
                </a:moveTo>
                <a:lnTo>
                  <a:pt x="1828800" y="1200150"/>
                </a:lnTo>
                <a:lnTo>
                  <a:pt x="1828800" y="1209675"/>
                </a:lnTo>
                <a:lnTo>
                  <a:pt x="1819275" y="1209675"/>
                </a:lnTo>
                <a:close/>
                <a:moveTo>
                  <a:pt x="85725" y="1219200"/>
                </a:moveTo>
                <a:lnTo>
                  <a:pt x="104775" y="1219200"/>
                </a:lnTo>
                <a:lnTo>
                  <a:pt x="104775" y="1228725"/>
                </a:lnTo>
                <a:lnTo>
                  <a:pt x="114300" y="1228725"/>
                </a:lnTo>
                <a:lnTo>
                  <a:pt x="114300" y="1238250"/>
                </a:lnTo>
                <a:lnTo>
                  <a:pt x="123825" y="1238250"/>
                </a:lnTo>
                <a:lnTo>
                  <a:pt x="123825" y="1247775"/>
                </a:lnTo>
                <a:lnTo>
                  <a:pt x="104775" y="1247775"/>
                </a:lnTo>
                <a:lnTo>
                  <a:pt x="104775" y="1257300"/>
                </a:lnTo>
                <a:lnTo>
                  <a:pt x="95250" y="1257300"/>
                </a:lnTo>
                <a:lnTo>
                  <a:pt x="95250" y="1228725"/>
                </a:lnTo>
                <a:lnTo>
                  <a:pt x="85725" y="1228725"/>
                </a:lnTo>
                <a:close/>
                <a:moveTo>
                  <a:pt x="1828800" y="1219200"/>
                </a:moveTo>
                <a:lnTo>
                  <a:pt x="1838325" y="1219200"/>
                </a:lnTo>
                <a:lnTo>
                  <a:pt x="1838325" y="1238250"/>
                </a:lnTo>
                <a:lnTo>
                  <a:pt x="1828800" y="1238250"/>
                </a:lnTo>
                <a:close/>
                <a:moveTo>
                  <a:pt x="1971675" y="1219200"/>
                </a:moveTo>
                <a:lnTo>
                  <a:pt x="1990725" y="1219200"/>
                </a:lnTo>
                <a:lnTo>
                  <a:pt x="1990725" y="1228725"/>
                </a:lnTo>
                <a:lnTo>
                  <a:pt x="1971675" y="1228725"/>
                </a:lnTo>
                <a:close/>
                <a:moveTo>
                  <a:pt x="1971675" y="1238250"/>
                </a:moveTo>
                <a:lnTo>
                  <a:pt x="1981200" y="1238250"/>
                </a:lnTo>
                <a:lnTo>
                  <a:pt x="1981200" y="1257300"/>
                </a:lnTo>
                <a:lnTo>
                  <a:pt x="1962150" y="1257300"/>
                </a:lnTo>
                <a:lnTo>
                  <a:pt x="1962150" y="1247775"/>
                </a:lnTo>
                <a:lnTo>
                  <a:pt x="1971675" y="1247775"/>
                </a:lnTo>
                <a:close/>
                <a:moveTo>
                  <a:pt x="104775" y="1257300"/>
                </a:moveTo>
                <a:lnTo>
                  <a:pt x="114300" y="1257300"/>
                </a:lnTo>
                <a:lnTo>
                  <a:pt x="114300" y="1276350"/>
                </a:lnTo>
                <a:lnTo>
                  <a:pt x="104775" y="1276350"/>
                </a:lnTo>
                <a:close/>
                <a:moveTo>
                  <a:pt x="1962150" y="1266825"/>
                </a:moveTo>
                <a:lnTo>
                  <a:pt x="1981200" y="1266825"/>
                </a:lnTo>
                <a:lnTo>
                  <a:pt x="1981200" y="1276350"/>
                </a:lnTo>
                <a:lnTo>
                  <a:pt x="1962150" y="1276350"/>
                </a:lnTo>
                <a:close/>
                <a:moveTo>
                  <a:pt x="1952625" y="1276350"/>
                </a:moveTo>
                <a:lnTo>
                  <a:pt x="1962150" y="1276350"/>
                </a:lnTo>
                <a:lnTo>
                  <a:pt x="1962150" y="1285875"/>
                </a:lnTo>
                <a:lnTo>
                  <a:pt x="1952625" y="1285875"/>
                </a:lnTo>
                <a:close/>
                <a:moveTo>
                  <a:pt x="1962150" y="1285875"/>
                </a:moveTo>
                <a:lnTo>
                  <a:pt x="1971675" y="1285875"/>
                </a:lnTo>
                <a:lnTo>
                  <a:pt x="1971675" y="1295400"/>
                </a:lnTo>
                <a:lnTo>
                  <a:pt x="1962150" y="1295400"/>
                </a:lnTo>
                <a:close/>
                <a:moveTo>
                  <a:pt x="123825" y="1333500"/>
                </a:moveTo>
                <a:lnTo>
                  <a:pt x="133350" y="1333500"/>
                </a:lnTo>
                <a:lnTo>
                  <a:pt x="133350" y="1352550"/>
                </a:lnTo>
                <a:lnTo>
                  <a:pt x="123825" y="1352550"/>
                </a:lnTo>
                <a:close/>
                <a:moveTo>
                  <a:pt x="352425" y="1343025"/>
                </a:moveTo>
                <a:lnTo>
                  <a:pt x="361950" y="1343025"/>
                </a:lnTo>
                <a:lnTo>
                  <a:pt x="361950" y="1352550"/>
                </a:lnTo>
                <a:lnTo>
                  <a:pt x="352425" y="1352550"/>
                </a:lnTo>
                <a:close/>
                <a:moveTo>
                  <a:pt x="133350" y="1352550"/>
                </a:moveTo>
                <a:lnTo>
                  <a:pt x="142875" y="1352550"/>
                </a:lnTo>
                <a:lnTo>
                  <a:pt x="142875" y="1371600"/>
                </a:lnTo>
                <a:lnTo>
                  <a:pt x="133350" y="1371600"/>
                </a:lnTo>
                <a:close/>
                <a:moveTo>
                  <a:pt x="361950" y="1352550"/>
                </a:moveTo>
                <a:lnTo>
                  <a:pt x="371475" y="1352550"/>
                </a:lnTo>
                <a:lnTo>
                  <a:pt x="371475" y="1362075"/>
                </a:lnTo>
                <a:lnTo>
                  <a:pt x="361950" y="1362075"/>
                </a:lnTo>
                <a:close/>
                <a:moveTo>
                  <a:pt x="142875" y="1371600"/>
                </a:moveTo>
                <a:lnTo>
                  <a:pt x="152400" y="1371600"/>
                </a:lnTo>
                <a:lnTo>
                  <a:pt x="152400" y="1390650"/>
                </a:lnTo>
                <a:lnTo>
                  <a:pt x="142875" y="1390650"/>
                </a:lnTo>
                <a:close/>
                <a:moveTo>
                  <a:pt x="152400" y="1390650"/>
                </a:moveTo>
                <a:lnTo>
                  <a:pt x="161925" y="1390650"/>
                </a:lnTo>
                <a:lnTo>
                  <a:pt x="161925" y="1400175"/>
                </a:lnTo>
                <a:lnTo>
                  <a:pt x="152400" y="1400175"/>
                </a:lnTo>
                <a:close/>
                <a:moveTo>
                  <a:pt x="1828800" y="1390650"/>
                </a:moveTo>
                <a:lnTo>
                  <a:pt x="1838325" y="1390650"/>
                </a:lnTo>
                <a:lnTo>
                  <a:pt x="1838325" y="1419225"/>
                </a:lnTo>
                <a:lnTo>
                  <a:pt x="1847850" y="1419225"/>
                </a:lnTo>
                <a:lnTo>
                  <a:pt x="1847850" y="1447800"/>
                </a:lnTo>
                <a:lnTo>
                  <a:pt x="1838325" y="1447800"/>
                </a:lnTo>
                <a:lnTo>
                  <a:pt x="1838325" y="1466850"/>
                </a:lnTo>
                <a:lnTo>
                  <a:pt x="1847850" y="1466850"/>
                </a:lnTo>
                <a:lnTo>
                  <a:pt x="1847850" y="1476375"/>
                </a:lnTo>
                <a:lnTo>
                  <a:pt x="1838325" y="1476375"/>
                </a:lnTo>
                <a:lnTo>
                  <a:pt x="1838325" y="1514475"/>
                </a:lnTo>
                <a:lnTo>
                  <a:pt x="1828800" y="1514475"/>
                </a:lnTo>
                <a:lnTo>
                  <a:pt x="1828800" y="1504950"/>
                </a:lnTo>
                <a:lnTo>
                  <a:pt x="1819275" y="1504950"/>
                </a:lnTo>
                <a:lnTo>
                  <a:pt x="1819275" y="1485900"/>
                </a:lnTo>
                <a:lnTo>
                  <a:pt x="1828800" y="1485900"/>
                </a:lnTo>
                <a:lnTo>
                  <a:pt x="1828800" y="1428750"/>
                </a:lnTo>
                <a:lnTo>
                  <a:pt x="1819275" y="1428750"/>
                </a:lnTo>
                <a:lnTo>
                  <a:pt x="1819275" y="1409700"/>
                </a:lnTo>
                <a:lnTo>
                  <a:pt x="1828800" y="1409700"/>
                </a:lnTo>
                <a:close/>
                <a:moveTo>
                  <a:pt x="1924050" y="1409700"/>
                </a:moveTo>
                <a:lnTo>
                  <a:pt x="1933575" y="1409700"/>
                </a:lnTo>
                <a:lnTo>
                  <a:pt x="1933575" y="1419225"/>
                </a:lnTo>
                <a:lnTo>
                  <a:pt x="1924050" y="1419225"/>
                </a:lnTo>
                <a:close/>
                <a:moveTo>
                  <a:pt x="161925" y="1428750"/>
                </a:moveTo>
                <a:lnTo>
                  <a:pt x="171450" y="1428750"/>
                </a:lnTo>
                <a:lnTo>
                  <a:pt x="171450" y="1438275"/>
                </a:lnTo>
                <a:lnTo>
                  <a:pt x="161925" y="1438275"/>
                </a:lnTo>
                <a:close/>
                <a:moveTo>
                  <a:pt x="1914525" y="1428750"/>
                </a:moveTo>
                <a:lnTo>
                  <a:pt x="1924050" y="1428750"/>
                </a:lnTo>
                <a:lnTo>
                  <a:pt x="1924050" y="1438275"/>
                </a:lnTo>
                <a:lnTo>
                  <a:pt x="1914525" y="1438275"/>
                </a:lnTo>
                <a:close/>
                <a:moveTo>
                  <a:pt x="171450" y="1438275"/>
                </a:moveTo>
                <a:lnTo>
                  <a:pt x="180975" y="1438275"/>
                </a:lnTo>
                <a:lnTo>
                  <a:pt x="180975" y="1447800"/>
                </a:lnTo>
                <a:lnTo>
                  <a:pt x="190500" y="1447800"/>
                </a:lnTo>
                <a:lnTo>
                  <a:pt x="190500" y="1466850"/>
                </a:lnTo>
                <a:lnTo>
                  <a:pt x="200025" y="1466850"/>
                </a:lnTo>
                <a:lnTo>
                  <a:pt x="200025" y="1476375"/>
                </a:lnTo>
                <a:lnTo>
                  <a:pt x="180975" y="1476375"/>
                </a:lnTo>
                <a:lnTo>
                  <a:pt x="180975" y="1457325"/>
                </a:lnTo>
                <a:lnTo>
                  <a:pt x="171450" y="1457325"/>
                </a:lnTo>
                <a:close/>
                <a:moveTo>
                  <a:pt x="581025" y="1447800"/>
                </a:moveTo>
                <a:lnTo>
                  <a:pt x="590550" y="1447800"/>
                </a:lnTo>
                <a:lnTo>
                  <a:pt x="590550" y="1466850"/>
                </a:lnTo>
                <a:lnTo>
                  <a:pt x="581025" y="1466850"/>
                </a:lnTo>
                <a:close/>
                <a:moveTo>
                  <a:pt x="1905000" y="1447800"/>
                </a:moveTo>
                <a:lnTo>
                  <a:pt x="1914525" y="1447800"/>
                </a:lnTo>
                <a:lnTo>
                  <a:pt x="1914525" y="1457325"/>
                </a:lnTo>
                <a:lnTo>
                  <a:pt x="1905000" y="1457325"/>
                </a:lnTo>
                <a:close/>
                <a:moveTo>
                  <a:pt x="219075" y="1504950"/>
                </a:moveTo>
                <a:lnTo>
                  <a:pt x="228600" y="1504950"/>
                </a:lnTo>
                <a:lnTo>
                  <a:pt x="228600" y="1514475"/>
                </a:lnTo>
                <a:lnTo>
                  <a:pt x="219075" y="1514475"/>
                </a:lnTo>
                <a:close/>
                <a:moveTo>
                  <a:pt x="342900" y="1524000"/>
                </a:moveTo>
                <a:lnTo>
                  <a:pt x="352425" y="1524000"/>
                </a:lnTo>
                <a:lnTo>
                  <a:pt x="352425" y="1543050"/>
                </a:lnTo>
                <a:lnTo>
                  <a:pt x="361950" y="1543050"/>
                </a:lnTo>
                <a:lnTo>
                  <a:pt x="361950" y="1552575"/>
                </a:lnTo>
                <a:lnTo>
                  <a:pt x="371475" y="1552575"/>
                </a:lnTo>
                <a:lnTo>
                  <a:pt x="371475" y="1562100"/>
                </a:lnTo>
                <a:lnTo>
                  <a:pt x="361950" y="1562100"/>
                </a:lnTo>
                <a:lnTo>
                  <a:pt x="361950" y="1571625"/>
                </a:lnTo>
                <a:lnTo>
                  <a:pt x="342900" y="1571625"/>
                </a:lnTo>
                <a:lnTo>
                  <a:pt x="342900" y="1562100"/>
                </a:lnTo>
                <a:lnTo>
                  <a:pt x="333375" y="1562100"/>
                </a:lnTo>
                <a:lnTo>
                  <a:pt x="333375" y="1543050"/>
                </a:lnTo>
                <a:lnTo>
                  <a:pt x="342900" y="1543050"/>
                </a:lnTo>
                <a:close/>
                <a:moveTo>
                  <a:pt x="276225" y="1619250"/>
                </a:moveTo>
                <a:lnTo>
                  <a:pt x="285750" y="1619250"/>
                </a:lnTo>
                <a:lnTo>
                  <a:pt x="285750" y="1628775"/>
                </a:lnTo>
                <a:lnTo>
                  <a:pt x="276225" y="1628775"/>
                </a:lnTo>
                <a:close/>
                <a:moveTo>
                  <a:pt x="1638300" y="1771650"/>
                </a:moveTo>
                <a:lnTo>
                  <a:pt x="1647825" y="1771650"/>
                </a:lnTo>
                <a:lnTo>
                  <a:pt x="1647825" y="1781175"/>
                </a:lnTo>
                <a:lnTo>
                  <a:pt x="1638300" y="1781175"/>
                </a:lnTo>
                <a:close/>
                <a:moveTo>
                  <a:pt x="1371600" y="1790700"/>
                </a:moveTo>
                <a:lnTo>
                  <a:pt x="1381125" y="1790700"/>
                </a:lnTo>
                <a:lnTo>
                  <a:pt x="1381125" y="1809750"/>
                </a:lnTo>
                <a:lnTo>
                  <a:pt x="1371600" y="1809750"/>
                </a:lnTo>
                <a:close/>
                <a:moveTo>
                  <a:pt x="476250" y="1800225"/>
                </a:moveTo>
                <a:lnTo>
                  <a:pt x="485775" y="1800225"/>
                </a:lnTo>
                <a:lnTo>
                  <a:pt x="485775" y="1809750"/>
                </a:lnTo>
                <a:lnTo>
                  <a:pt x="476250" y="1809750"/>
                </a:lnTo>
                <a:close/>
                <a:moveTo>
                  <a:pt x="1600200" y="1800225"/>
                </a:moveTo>
                <a:lnTo>
                  <a:pt x="1609725" y="1800225"/>
                </a:lnTo>
                <a:lnTo>
                  <a:pt x="1609725" y="1809750"/>
                </a:lnTo>
                <a:lnTo>
                  <a:pt x="1600200" y="1809750"/>
                </a:lnTo>
                <a:close/>
                <a:moveTo>
                  <a:pt x="504825" y="1819275"/>
                </a:moveTo>
                <a:lnTo>
                  <a:pt x="514350" y="1819275"/>
                </a:lnTo>
                <a:lnTo>
                  <a:pt x="514350" y="1828800"/>
                </a:lnTo>
                <a:lnTo>
                  <a:pt x="504825" y="1828800"/>
                </a:lnTo>
                <a:close/>
                <a:moveTo>
                  <a:pt x="533400" y="1838325"/>
                </a:moveTo>
                <a:lnTo>
                  <a:pt x="542925" y="1838325"/>
                </a:lnTo>
                <a:lnTo>
                  <a:pt x="542925" y="1847850"/>
                </a:lnTo>
                <a:lnTo>
                  <a:pt x="533400" y="1847850"/>
                </a:lnTo>
                <a:close/>
                <a:moveTo>
                  <a:pt x="1314450" y="1838325"/>
                </a:moveTo>
                <a:lnTo>
                  <a:pt x="1333500" y="1838325"/>
                </a:lnTo>
                <a:lnTo>
                  <a:pt x="1333500" y="1857375"/>
                </a:lnTo>
                <a:lnTo>
                  <a:pt x="1323975" y="1857375"/>
                </a:lnTo>
                <a:lnTo>
                  <a:pt x="1323975" y="1847850"/>
                </a:lnTo>
                <a:lnTo>
                  <a:pt x="1314450" y="1847850"/>
                </a:lnTo>
                <a:close/>
                <a:moveTo>
                  <a:pt x="1543050" y="1838325"/>
                </a:moveTo>
                <a:lnTo>
                  <a:pt x="1552575" y="1838325"/>
                </a:lnTo>
                <a:lnTo>
                  <a:pt x="1552575" y="1847850"/>
                </a:lnTo>
                <a:lnTo>
                  <a:pt x="1543050" y="1847850"/>
                </a:lnTo>
                <a:close/>
                <a:moveTo>
                  <a:pt x="1524000" y="1847850"/>
                </a:moveTo>
                <a:lnTo>
                  <a:pt x="1533525" y="1847850"/>
                </a:lnTo>
                <a:lnTo>
                  <a:pt x="1533525" y="1857375"/>
                </a:lnTo>
                <a:lnTo>
                  <a:pt x="1524000" y="1857375"/>
                </a:lnTo>
                <a:close/>
                <a:moveTo>
                  <a:pt x="571500" y="1857375"/>
                </a:moveTo>
                <a:lnTo>
                  <a:pt x="581025" y="1857375"/>
                </a:lnTo>
                <a:lnTo>
                  <a:pt x="581025" y="1866900"/>
                </a:lnTo>
                <a:lnTo>
                  <a:pt x="571500" y="1866900"/>
                </a:lnTo>
                <a:close/>
                <a:moveTo>
                  <a:pt x="1438275" y="1885950"/>
                </a:moveTo>
                <a:lnTo>
                  <a:pt x="1457325" y="1885950"/>
                </a:lnTo>
                <a:lnTo>
                  <a:pt x="1457325" y="1895475"/>
                </a:lnTo>
                <a:lnTo>
                  <a:pt x="1438275" y="1895475"/>
                </a:lnTo>
                <a:close/>
                <a:moveTo>
                  <a:pt x="1419225" y="1895475"/>
                </a:moveTo>
                <a:lnTo>
                  <a:pt x="1438275" y="1895475"/>
                </a:lnTo>
                <a:lnTo>
                  <a:pt x="1438275" y="1905000"/>
                </a:lnTo>
                <a:lnTo>
                  <a:pt x="1419225" y="1905000"/>
                </a:lnTo>
                <a:close/>
                <a:moveTo>
                  <a:pt x="666750" y="1905000"/>
                </a:moveTo>
                <a:lnTo>
                  <a:pt x="685800" y="1905000"/>
                </a:lnTo>
                <a:lnTo>
                  <a:pt x="685800" y="1914525"/>
                </a:lnTo>
                <a:lnTo>
                  <a:pt x="666750" y="1914525"/>
                </a:lnTo>
                <a:close/>
                <a:moveTo>
                  <a:pt x="1390650" y="1905000"/>
                </a:moveTo>
                <a:lnTo>
                  <a:pt x="1419225" y="1905000"/>
                </a:lnTo>
                <a:lnTo>
                  <a:pt x="1419225" y="1914525"/>
                </a:lnTo>
                <a:lnTo>
                  <a:pt x="1390650" y="1914525"/>
                </a:lnTo>
                <a:close/>
                <a:moveTo>
                  <a:pt x="695325" y="1914525"/>
                </a:moveTo>
                <a:lnTo>
                  <a:pt x="704850" y="1914525"/>
                </a:lnTo>
                <a:lnTo>
                  <a:pt x="704850" y="1924050"/>
                </a:lnTo>
                <a:lnTo>
                  <a:pt x="695325" y="1924050"/>
                </a:lnTo>
                <a:close/>
                <a:moveTo>
                  <a:pt x="1323975" y="1924050"/>
                </a:moveTo>
                <a:lnTo>
                  <a:pt x="1333500" y="1924050"/>
                </a:lnTo>
                <a:lnTo>
                  <a:pt x="1333500" y="1933575"/>
                </a:lnTo>
                <a:lnTo>
                  <a:pt x="1343025" y="1933575"/>
                </a:lnTo>
                <a:lnTo>
                  <a:pt x="1343025" y="1943100"/>
                </a:lnTo>
                <a:lnTo>
                  <a:pt x="1304925" y="1943100"/>
                </a:lnTo>
                <a:lnTo>
                  <a:pt x="1304925" y="1933575"/>
                </a:lnTo>
                <a:lnTo>
                  <a:pt x="1323975" y="1933575"/>
                </a:lnTo>
                <a:close/>
                <a:moveTo>
                  <a:pt x="1352550" y="1924050"/>
                </a:moveTo>
                <a:lnTo>
                  <a:pt x="1362075" y="1924050"/>
                </a:lnTo>
                <a:lnTo>
                  <a:pt x="1362075" y="1933575"/>
                </a:lnTo>
                <a:lnTo>
                  <a:pt x="1352550" y="1933575"/>
                </a:lnTo>
                <a:close/>
                <a:moveTo>
                  <a:pt x="742950" y="1933575"/>
                </a:moveTo>
                <a:lnTo>
                  <a:pt x="781050" y="1933575"/>
                </a:lnTo>
                <a:lnTo>
                  <a:pt x="781050" y="1943100"/>
                </a:lnTo>
                <a:lnTo>
                  <a:pt x="790575" y="1943100"/>
                </a:lnTo>
                <a:lnTo>
                  <a:pt x="790575" y="1952625"/>
                </a:lnTo>
                <a:lnTo>
                  <a:pt x="771525" y="1952625"/>
                </a:lnTo>
                <a:lnTo>
                  <a:pt x="771525" y="1943100"/>
                </a:lnTo>
                <a:lnTo>
                  <a:pt x="742950" y="1943100"/>
                </a:lnTo>
                <a:close/>
                <a:moveTo>
                  <a:pt x="1019175" y="1933575"/>
                </a:moveTo>
                <a:lnTo>
                  <a:pt x="1028700" y="1933575"/>
                </a:lnTo>
                <a:lnTo>
                  <a:pt x="1028700" y="1971675"/>
                </a:lnTo>
                <a:lnTo>
                  <a:pt x="1066800" y="1971675"/>
                </a:lnTo>
                <a:lnTo>
                  <a:pt x="1066800" y="1981200"/>
                </a:lnTo>
                <a:lnTo>
                  <a:pt x="1000125" y="1981200"/>
                </a:lnTo>
                <a:lnTo>
                  <a:pt x="1000125" y="1971675"/>
                </a:lnTo>
                <a:lnTo>
                  <a:pt x="1009650" y="1971675"/>
                </a:lnTo>
                <a:lnTo>
                  <a:pt x="1009650" y="1943100"/>
                </a:lnTo>
                <a:lnTo>
                  <a:pt x="1019175" y="1943100"/>
                </a:lnTo>
                <a:close/>
                <a:moveTo>
                  <a:pt x="1285875" y="1943100"/>
                </a:moveTo>
                <a:lnTo>
                  <a:pt x="1304925" y="1943100"/>
                </a:lnTo>
                <a:lnTo>
                  <a:pt x="1304925" y="1952625"/>
                </a:lnTo>
                <a:lnTo>
                  <a:pt x="1285875" y="1952625"/>
                </a:lnTo>
                <a:close/>
                <a:moveTo>
                  <a:pt x="809625" y="1952625"/>
                </a:moveTo>
                <a:lnTo>
                  <a:pt x="819150" y="1952625"/>
                </a:lnTo>
                <a:lnTo>
                  <a:pt x="819150" y="1962150"/>
                </a:lnTo>
                <a:lnTo>
                  <a:pt x="809625" y="1962150"/>
                </a:lnTo>
                <a:close/>
                <a:moveTo>
                  <a:pt x="904875" y="1952625"/>
                </a:moveTo>
                <a:lnTo>
                  <a:pt x="923925" y="1952625"/>
                </a:lnTo>
                <a:lnTo>
                  <a:pt x="923925" y="1962150"/>
                </a:lnTo>
                <a:lnTo>
                  <a:pt x="933450" y="1962150"/>
                </a:lnTo>
                <a:lnTo>
                  <a:pt x="933450" y="1971675"/>
                </a:lnTo>
                <a:lnTo>
                  <a:pt x="942975" y="1971675"/>
                </a:lnTo>
                <a:lnTo>
                  <a:pt x="942975" y="1981200"/>
                </a:lnTo>
                <a:lnTo>
                  <a:pt x="923925" y="1981200"/>
                </a:lnTo>
                <a:lnTo>
                  <a:pt x="923925" y="1971675"/>
                </a:lnTo>
                <a:lnTo>
                  <a:pt x="876300" y="1971675"/>
                </a:lnTo>
                <a:lnTo>
                  <a:pt x="876300" y="1962150"/>
                </a:lnTo>
                <a:lnTo>
                  <a:pt x="904875" y="1962150"/>
                </a:lnTo>
                <a:close/>
                <a:moveTo>
                  <a:pt x="1152525" y="1962150"/>
                </a:moveTo>
                <a:lnTo>
                  <a:pt x="1190625" y="1962150"/>
                </a:lnTo>
                <a:lnTo>
                  <a:pt x="1190625" y="1971675"/>
                </a:lnTo>
                <a:lnTo>
                  <a:pt x="1171575" y="1971675"/>
                </a:lnTo>
                <a:lnTo>
                  <a:pt x="1171575" y="1981200"/>
                </a:lnTo>
                <a:lnTo>
                  <a:pt x="1152525" y="1981200"/>
                </a:lnTo>
                <a:close/>
                <a:moveTo>
                  <a:pt x="1219200" y="1962150"/>
                </a:moveTo>
                <a:lnTo>
                  <a:pt x="1238250" y="1962150"/>
                </a:lnTo>
                <a:lnTo>
                  <a:pt x="1238250" y="1971675"/>
                </a:lnTo>
                <a:lnTo>
                  <a:pt x="1219200" y="1971675"/>
                </a:lnTo>
                <a:close/>
                <a:moveTo>
                  <a:pt x="1114425" y="1971675"/>
                </a:moveTo>
                <a:lnTo>
                  <a:pt x="1143000" y="1971675"/>
                </a:lnTo>
                <a:lnTo>
                  <a:pt x="1143000" y="1981200"/>
                </a:lnTo>
                <a:lnTo>
                  <a:pt x="1114425" y="1981200"/>
                </a:lnTo>
                <a:close/>
              </a:path>
            </a:pathLst>
          </a:custGeom>
          <a:solidFill xmlns:a="http://schemas.openxmlformats.org/drawingml/2006/main">
            <a:srgbClr val="DDE7DD"/>
          </a:solidFill>
          <a:ln xmlns:a="http://schemas.openxmlformats.org/drawingml/2006/main" w="0">
            <a:noFill/>
          </a:ln>
        </p:spPr>
      </p:sp>
      <p:sp>
        <p:nvSpPr>
          <p:cNvPr id="21" name="employee vector #dbe7de">
            <a:extLst xmlns:a="http://schemas.openxmlformats.org/drawingml/2006/main">
              <a:ext uri="{FF2B5EF4-FFF2-40B4-BE49-F238E27FC236}">
                <a16:creationId xmlns:a16="http://schemas.microsoft.com/office/drawing/2014/main" id="{82D70CC6-4C91-4C8F-A680-ED1B2D62F33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85825" y="2571750"/>
            <a:ext cx="2105025" cy="2066925"/>
          </a:xfrm>
          <a:custGeom xmlns:a="http://schemas.openxmlformats.org/drawingml/2006/main">
            <a:pathLst>
              <a:path w="2105025" h="2066925">
                <a:moveTo>
                  <a:pt x="866775" y="38100"/>
                </a:moveTo>
                <a:lnTo>
                  <a:pt x="876300" y="38100"/>
                </a:lnTo>
                <a:lnTo>
                  <a:pt x="876300" y="47625"/>
                </a:lnTo>
                <a:lnTo>
                  <a:pt x="866775" y="47625"/>
                </a:lnTo>
                <a:close/>
                <a:moveTo>
                  <a:pt x="1133475" y="38100"/>
                </a:moveTo>
                <a:lnTo>
                  <a:pt x="1143000" y="38100"/>
                </a:lnTo>
                <a:lnTo>
                  <a:pt x="1143000" y="47625"/>
                </a:lnTo>
                <a:lnTo>
                  <a:pt x="1133475" y="47625"/>
                </a:lnTo>
                <a:close/>
                <a:moveTo>
                  <a:pt x="1152525" y="38100"/>
                </a:moveTo>
                <a:lnTo>
                  <a:pt x="1171575" y="38100"/>
                </a:lnTo>
                <a:lnTo>
                  <a:pt x="1171575" y="47625"/>
                </a:lnTo>
                <a:lnTo>
                  <a:pt x="1152525" y="47625"/>
                </a:lnTo>
                <a:close/>
                <a:moveTo>
                  <a:pt x="1181100" y="38100"/>
                </a:moveTo>
                <a:lnTo>
                  <a:pt x="1209675" y="38100"/>
                </a:lnTo>
                <a:lnTo>
                  <a:pt x="1209675" y="47625"/>
                </a:lnTo>
                <a:lnTo>
                  <a:pt x="1219200" y="47625"/>
                </a:lnTo>
                <a:lnTo>
                  <a:pt x="1219200" y="57150"/>
                </a:lnTo>
                <a:lnTo>
                  <a:pt x="1200150" y="57150"/>
                </a:lnTo>
                <a:lnTo>
                  <a:pt x="1200150" y="47625"/>
                </a:lnTo>
                <a:lnTo>
                  <a:pt x="1181100" y="47625"/>
                </a:lnTo>
                <a:close/>
                <a:moveTo>
                  <a:pt x="1114425" y="47625"/>
                </a:moveTo>
                <a:lnTo>
                  <a:pt x="1133475" y="47625"/>
                </a:lnTo>
                <a:lnTo>
                  <a:pt x="1133475" y="66675"/>
                </a:lnTo>
                <a:lnTo>
                  <a:pt x="1152525" y="66675"/>
                </a:lnTo>
                <a:lnTo>
                  <a:pt x="1152525" y="85725"/>
                </a:lnTo>
                <a:lnTo>
                  <a:pt x="1143000" y="85725"/>
                </a:lnTo>
                <a:lnTo>
                  <a:pt x="1143000" y="95250"/>
                </a:lnTo>
                <a:lnTo>
                  <a:pt x="1133475" y="95250"/>
                </a:lnTo>
                <a:lnTo>
                  <a:pt x="1133475" y="85725"/>
                </a:lnTo>
                <a:lnTo>
                  <a:pt x="1123950" y="85725"/>
                </a:lnTo>
                <a:lnTo>
                  <a:pt x="1123950" y="76200"/>
                </a:lnTo>
                <a:lnTo>
                  <a:pt x="1114425" y="76200"/>
                </a:lnTo>
                <a:lnTo>
                  <a:pt x="1114425" y="66675"/>
                </a:lnTo>
                <a:lnTo>
                  <a:pt x="1123950" y="66675"/>
                </a:lnTo>
                <a:lnTo>
                  <a:pt x="1123950" y="57150"/>
                </a:lnTo>
                <a:lnTo>
                  <a:pt x="1114425" y="57150"/>
                </a:lnTo>
                <a:close/>
                <a:moveTo>
                  <a:pt x="1038225" y="57150"/>
                </a:moveTo>
                <a:lnTo>
                  <a:pt x="1057275" y="57150"/>
                </a:lnTo>
                <a:lnTo>
                  <a:pt x="1057275" y="76200"/>
                </a:lnTo>
                <a:lnTo>
                  <a:pt x="1066800" y="76200"/>
                </a:lnTo>
                <a:lnTo>
                  <a:pt x="1066800" y="85725"/>
                </a:lnTo>
                <a:lnTo>
                  <a:pt x="1038225" y="85725"/>
                </a:lnTo>
                <a:close/>
                <a:moveTo>
                  <a:pt x="742950" y="66675"/>
                </a:moveTo>
                <a:lnTo>
                  <a:pt x="752475" y="66675"/>
                </a:lnTo>
                <a:lnTo>
                  <a:pt x="752475" y="76200"/>
                </a:lnTo>
                <a:lnTo>
                  <a:pt x="742950" y="76200"/>
                </a:lnTo>
                <a:close/>
                <a:moveTo>
                  <a:pt x="723900" y="76200"/>
                </a:moveTo>
                <a:lnTo>
                  <a:pt x="742950" y="76200"/>
                </a:lnTo>
                <a:lnTo>
                  <a:pt x="742950" y="85725"/>
                </a:lnTo>
                <a:lnTo>
                  <a:pt x="723900" y="85725"/>
                </a:lnTo>
                <a:close/>
                <a:moveTo>
                  <a:pt x="1343025" y="76200"/>
                </a:moveTo>
                <a:lnTo>
                  <a:pt x="1362075" y="76200"/>
                </a:lnTo>
                <a:lnTo>
                  <a:pt x="1362075" y="85725"/>
                </a:lnTo>
                <a:lnTo>
                  <a:pt x="1381125" y="85725"/>
                </a:lnTo>
                <a:lnTo>
                  <a:pt x="1381125" y="95250"/>
                </a:lnTo>
                <a:lnTo>
                  <a:pt x="1352550" y="95250"/>
                </a:lnTo>
                <a:lnTo>
                  <a:pt x="1352550" y="85725"/>
                </a:lnTo>
                <a:lnTo>
                  <a:pt x="1343025" y="85725"/>
                </a:lnTo>
                <a:close/>
                <a:moveTo>
                  <a:pt x="1333500" y="85725"/>
                </a:moveTo>
                <a:lnTo>
                  <a:pt x="1343025" y="85725"/>
                </a:lnTo>
                <a:lnTo>
                  <a:pt x="1343025" y="95250"/>
                </a:lnTo>
                <a:lnTo>
                  <a:pt x="1333500" y="95250"/>
                </a:lnTo>
                <a:close/>
                <a:moveTo>
                  <a:pt x="1314450" y="95250"/>
                </a:moveTo>
                <a:lnTo>
                  <a:pt x="1333500" y="95250"/>
                </a:lnTo>
                <a:lnTo>
                  <a:pt x="1333500" y="104775"/>
                </a:lnTo>
                <a:lnTo>
                  <a:pt x="1343025" y="104775"/>
                </a:lnTo>
                <a:lnTo>
                  <a:pt x="1343025" y="114300"/>
                </a:lnTo>
                <a:lnTo>
                  <a:pt x="1333500" y="114300"/>
                </a:lnTo>
                <a:lnTo>
                  <a:pt x="1333500" y="123825"/>
                </a:lnTo>
                <a:lnTo>
                  <a:pt x="1304925" y="123825"/>
                </a:lnTo>
                <a:lnTo>
                  <a:pt x="1304925" y="104775"/>
                </a:lnTo>
                <a:lnTo>
                  <a:pt x="1314450" y="104775"/>
                </a:lnTo>
                <a:close/>
                <a:moveTo>
                  <a:pt x="1381125" y="95250"/>
                </a:moveTo>
                <a:lnTo>
                  <a:pt x="1419225" y="95250"/>
                </a:lnTo>
                <a:lnTo>
                  <a:pt x="1419225" y="104775"/>
                </a:lnTo>
                <a:lnTo>
                  <a:pt x="1428750" y="104775"/>
                </a:lnTo>
                <a:lnTo>
                  <a:pt x="1428750" y="133350"/>
                </a:lnTo>
                <a:lnTo>
                  <a:pt x="1400175" y="133350"/>
                </a:lnTo>
                <a:lnTo>
                  <a:pt x="1400175" y="114300"/>
                </a:lnTo>
                <a:lnTo>
                  <a:pt x="1390650" y="114300"/>
                </a:lnTo>
                <a:lnTo>
                  <a:pt x="1390650" y="104775"/>
                </a:lnTo>
                <a:lnTo>
                  <a:pt x="1381125" y="104775"/>
                </a:lnTo>
                <a:close/>
                <a:moveTo>
                  <a:pt x="1114425" y="114300"/>
                </a:moveTo>
                <a:lnTo>
                  <a:pt x="1123950" y="114300"/>
                </a:lnTo>
                <a:lnTo>
                  <a:pt x="1123950" y="123825"/>
                </a:lnTo>
                <a:lnTo>
                  <a:pt x="1114425" y="123825"/>
                </a:lnTo>
                <a:close/>
                <a:moveTo>
                  <a:pt x="1209675" y="123825"/>
                </a:moveTo>
                <a:lnTo>
                  <a:pt x="1247775" y="123825"/>
                </a:lnTo>
                <a:lnTo>
                  <a:pt x="1247775" y="133350"/>
                </a:lnTo>
                <a:lnTo>
                  <a:pt x="1238250" y="133350"/>
                </a:lnTo>
                <a:lnTo>
                  <a:pt x="1238250" y="142875"/>
                </a:lnTo>
                <a:lnTo>
                  <a:pt x="1228725" y="142875"/>
                </a:lnTo>
                <a:lnTo>
                  <a:pt x="1228725" y="133350"/>
                </a:lnTo>
                <a:lnTo>
                  <a:pt x="1209675" y="133350"/>
                </a:lnTo>
                <a:close/>
                <a:moveTo>
                  <a:pt x="1466850" y="123825"/>
                </a:moveTo>
                <a:lnTo>
                  <a:pt x="1476375" y="123825"/>
                </a:lnTo>
                <a:lnTo>
                  <a:pt x="1476375" y="133350"/>
                </a:lnTo>
                <a:lnTo>
                  <a:pt x="1466850" y="133350"/>
                </a:lnTo>
                <a:close/>
                <a:moveTo>
                  <a:pt x="1428750" y="142875"/>
                </a:moveTo>
                <a:lnTo>
                  <a:pt x="1447800" y="142875"/>
                </a:lnTo>
                <a:lnTo>
                  <a:pt x="1447800" y="161925"/>
                </a:lnTo>
                <a:lnTo>
                  <a:pt x="1438275" y="161925"/>
                </a:lnTo>
                <a:lnTo>
                  <a:pt x="1438275" y="152400"/>
                </a:lnTo>
                <a:lnTo>
                  <a:pt x="1428750" y="152400"/>
                </a:lnTo>
                <a:close/>
                <a:moveTo>
                  <a:pt x="1209675" y="152400"/>
                </a:moveTo>
                <a:lnTo>
                  <a:pt x="1219200" y="152400"/>
                </a:lnTo>
                <a:lnTo>
                  <a:pt x="1219200" y="161925"/>
                </a:lnTo>
                <a:lnTo>
                  <a:pt x="1209675" y="161925"/>
                </a:lnTo>
                <a:close/>
                <a:moveTo>
                  <a:pt x="1228725" y="152400"/>
                </a:moveTo>
                <a:lnTo>
                  <a:pt x="1247775" y="152400"/>
                </a:lnTo>
                <a:lnTo>
                  <a:pt x="1247775" y="180975"/>
                </a:lnTo>
                <a:lnTo>
                  <a:pt x="1238250" y="180975"/>
                </a:lnTo>
                <a:lnTo>
                  <a:pt x="1238250" y="171450"/>
                </a:lnTo>
                <a:lnTo>
                  <a:pt x="1228725" y="171450"/>
                </a:lnTo>
                <a:close/>
                <a:moveTo>
                  <a:pt x="1514475" y="152400"/>
                </a:moveTo>
                <a:lnTo>
                  <a:pt x="1524000" y="152400"/>
                </a:lnTo>
                <a:lnTo>
                  <a:pt x="1524000" y="161925"/>
                </a:lnTo>
                <a:lnTo>
                  <a:pt x="1514475" y="161925"/>
                </a:lnTo>
                <a:close/>
                <a:moveTo>
                  <a:pt x="1466850" y="161925"/>
                </a:moveTo>
                <a:lnTo>
                  <a:pt x="1476375" y="161925"/>
                </a:lnTo>
                <a:lnTo>
                  <a:pt x="1476375" y="171450"/>
                </a:lnTo>
                <a:lnTo>
                  <a:pt x="1485900" y="171450"/>
                </a:lnTo>
                <a:lnTo>
                  <a:pt x="1485900" y="190500"/>
                </a:lnTo>
                <a:lnTo>
                  <a:pt x="1495425" y="190500"/>
                </a:lnTo>
                <a:lnTo>
                  <a:pt x="1495425" y="200025"/>
                </a:lnTo>
                <a:lnTo>
                  <a:pt x="1466850" y="200025"/>
                </a:lnTo>
                <a:lnTo>
                  <a:pt x="1466850" y="190500"/>
                </a:lnTo>
                <a:lnTo>
                  <a:pt x="1457325" y="190500"/>
                </a:lnTo>
                <a:lnTo>
                  <a:pt x="1457325" y="180975"/>
                </a:lnTo>
                <a:lnTo>
                  <a:pt x="1466850" y="180975"/>
                </a:lnTo>
                <a:close/>
                <a:moveTo>
                  <a:pt x="1524000" y="161925"/>
                </a:moveTo>
                <a:lnTo>
                  <a:pt x="1533525" y="161925"/>
                </a:lnTo>
                <a:lnTo>
                  <a:pt x="1533525" y="171450"/>
                </a:lnTo>
                <a:lnTo>
                  <a:pt x="1524000" y="171450"/>
                </a:lnTo>
                <a:close/>
                <a:moveTo>
                  <a:pt x="657225" y="171450"/>
                </a:moveTo>
                <a:lnTo>
                  <a:pt x="666750" y="171450"/>
                </a:lnTo>
                <a:lnTo>
                  <a:pt x="666750" y="180975"/>
                </a:lnTo>
                <a:lnTo>
                  <a:pt x="657225" y="180975"/>
                </a:lnTo>
                <a:close/>
                <a:moveTo>
                  <a:pt x="1133475" y="171450"/>
                </a:moveTo>
                <a:lnTo>
                  <a:pt x="1181100" y="171450"/>
                </a:lnTo>
                <a:lnTo>
                  <a:pt x="1181100" y="190500"/>
                </a:lnTo>
                <a:lnTo>
                  <a:pt x="1162050" y="190500"/>
                </a:lnTo>
                <a:lnTo>
                  <a:pt x="1162050" y="180975"/>
                </a:lnTo>
                <a:lnTo>
                  <a:pt x="1133475" y="180975"/>
                </a:lnTo>
                <a:close/>
                <a:moveTo>
                  <a:pt x="1362075" y="180975"/>
                </a:moveTo>
                <a:lnTo>
                  <a:pt x="1371600" y="180975"/>
                </a:lnTo>
                <a:lnTo>
                  <a:pt x="1371600" y="190500"/>
                </a:lnTo>
                <a:lnTo>
                  <a:pt x="1381125" y="190500"/>
                </a:lnTo>
                <a:lnTo>
                  <a:pt x="1381125" y="200025"/>
                </a:lnTo>
                <a:lnTo>
                  <a:pt x="1371600" y="200025"/>
                </a:lnTo>
                <a:lnTo>
                  <a:pt x="1371600" y="209550"/>
                </a:lnTo>
                <a:lnTo>
                  <a:pt x="1362075" y="209550"/>
                </a:lnTo>
                <a:lnTo>
                  <a:pt x="1362075" y="200025"/>
                </a:lnTo>
                <a:lnTo>
                  <a:pt x="1352550" y="200025"/>
                </a:lnTo>
                <a:lnTo>
                  <a:pt x="1352550" y="190500"/>
                </a:lnTo>
                <a:lnTo>
                  <a:pt x="1362075" y="190500"/>
                </a:lnTo>
                <a:close/>
                <a:moveTo>
                  <a:pt x="1552575" y="180975"/>
                </a:moveTo>
                <a:lnTo>
                  <a:pt x="1571625" y="180975"/>
                </a:lnTo>
                <a:lnTo>
                  <a:pt x="1571625" y="190500"/>
                </a:lnTo>
                <a:lnTo>
                  <a:pt x="1590675" y="190500"/>
                </a:lnTo>
                <a:lnTo>
                  <a:pt x="1590675" y="200025"/>
                </a:lnTo>
                <a:lnTo>
                  <a:pt x="1600200" y="200025"/>
                </a:lnTo>
                <a:lnTo>
                  <a:pt x="1600200" y="209550"/>
                </a:lnTo>
                <a:lnTo>
                  <a:pt x="1619250" y="209550"/>
                </a:lnTo>
                <a:lnTo>
                  <a:pt x="1619250" y="219075"/>
                </a:lnTo>
                <a:lnTo>
                  <a:pt x="1628775" y="219075"/>
                </a:lnTo>
                <a:lnTo>
                  <a:pt x="1628775" y="228600"/>
                </a:lnTo>
                <a:lnTo>
                  <a:pt x="1638300" y="228600"/>
                </a:lnTo>
                <a:lnTo>
                  <a:pt x="1638300" y="238125"/>
                </a:lnTo>
                <a:lnTo>
                  <a:pt x="1647825" y="238125"/>
                </a:lnTo>
                <a:lnTo>
                  <a:pt x="1647825" y="257175"/>
                </a:lnTo>
                <a:lnTo>
                  <a:pt x="1638300" y="257175"/>
                </a:lnTo>
                <a:lnTo>
                  <a:pt x="1638300" y="247650"/>
                </a:lnTo>
                <a:lnTo>
                  <a:pt x="1619250" y="247650"/>
                </a:lnTo>
                <a:lnTo>
                  <a:pt x="1619250" y="238125"/>
                </a:lnTo>
                <a:lnTo>
                  <a:pt x="1609725" y="238125"/>
                </a:lnTo>
                <a:lnTo>
                  <a:pt x="1609725" y="228600"/>
                </a:lnTo>
                <a:lnTo>
                  <a:pt x="1590675" y="228600"/>
                </a:lnTo>
                <a:lnTo>
                  <a:pt x="1590675" y="219075"/>
                </a:lnTo>
                <a:lnTo>
                  <a:pt x="1571625" y="219075"/>
                </a:lnTo>
                <a:lnTo>
                  <a:pt x="1571625" y="200025"/>
                </a:lnTo>
                <a:lnTo>
                  <a:pt x="1562100" y="200025"/>
                </a:lnTo>
                <a:lnTo>
                  <a:pt x="1562100" y="190500"/>
                </a:lnTo>
                <a:lnTo>
                  <a:pt x="1552575" y="190500"/>
                </a:lnTo>
                <a:close/>
                <a:moveTo>
                  <a:pt x="638175" y="190500"/>
                </a:moveTo>
                <a:lnTo>
                  <a:pt x="657225" y="190500"/>
                </a:lnTo>
                <a:lnTo>
                  <a:pt x="657225" y="200025"/>
                </a:lnTo>
                <a:lnTo>
                  <a:pt x="638175" y="200025"/>
                </a:lnTo>
                <a:close/>
                <a:moveTo>
                  <a:pt x="685800" y="200025"/>
                </a:moveTo>
                <a:lnTo>
                  <a:pt x="695325" y="200025"/>
                </a:lnTo>
                <a:lnTo>
                  <a:pt x="695325" y="209550"/>
                </a:lnTo>
                <a:lnTo>
                  <a:pt x="685800" y="209550"/>
                </a:lnTo>
                <a:close/>
                <a:moveTo>
                  <a:pt x="447675" y="228600"/>
                </a:moveTo>
                <a:lnTo>
                  <a:pt x="457200" y="228600"/>
                </a:lnTo>
                <a:lnTo>
                  <a:pt x="457200" y="238125"/>
                </a:lnTo>
                <a:lnTo>
                  <a:pt x="447675" y="238125"/>
                </a:lnTo>
                <a:close/>
                <a:moveTo>
                  <a:pt x="428625" y="238125"/>
                </a:moveTo>
                <a:lnTo>
                  <a:pt x="447675" y="238125"/>
                </a:lnTo>
                <a:lnTo>
                  <a:pt x="447675" y="247650"/>
                </a:lnTo>
                <a:lnTo>
                  <a:pt x="428625" y="247650"/>
                </a:lnTo>
                <a:close/>
                <a:moveTo>
                  <a:pt x="419100" y="247650"/>
                </a:moveTo>
                <a:lnTo>
                  <a:pt x="428625" y="247650"/>
                </a:lnTo>
                <a:lnTo>
                  <a:pt x="428625" y="257175"/>
                </a:lnTo>
                <a:lnTo>
                  <a:pt x="419100" y="257175"/>
                </a:lnTo>
                <a:close/>
                <a:moveTo>
                  <a:pt x="1657350" y="257175"/>
                </a:moveTo>
                <a:lnTo>
                  <a:pt x="1666875" y="257175"/>
                </a:lnTo>
                <a:lnTo>
                  <a:pt x="1666875" y="266700"/>
                </a:lnTo>
                <a:lnTo>
                  <a:pt x="1657350" y="266700"/>
                </a:lnTo>
                <a:close/>
                <a:moveTo>
                  <a:pt x="1676400" y="304800"/>
                </a:moveTo>
                <a:lnTo>
                  <a:pt x="1714500" y="304800"/>
                </a:lnTo>
                <a:lnTo>
                  <a:pt x="1714500" y="314325"/>
                </a:lnTo>
                <a:lnTo>
                  <a:pt x="1733550" y="314325"/>
                </a:lnTo>
                <a:lnTo>
                  <a:pt x="1733550" y="323850"/>
                </a:lnTo>
                <a:lnTo>
                  <a:pt x="1743075" y="323850"/>
                </a:lnTo>
                <a:lnTo>
                  <a:pt x="1743075" y="333375"/>
                </a:lnTo>
                <a:lnTo>
                  <a:pt x="1752600" y="333375"/>
                </a:lnTo>
                <a:lnTo>
                  <a:pt x="1752600" y="342900"/>
                </a:lnTo>
                <a:lnTo>
                  <a:pt x="1762125" y="342900"/>
                </a:lnTo>
                <a:lnTo>
                  <a:pt x="1762125" y="352425"/>
                </a:lnTo>
                <a:lnTo>
                  <a:pt x="1771650" y="352425"/>
                </a:lnTo>
                <a:lnTo>
                  <a:pt x="1771650" y="371475"/>
                </a:lnTo>
                <a:lnTo>
                  <a:pt x="1762125" y="371475"/>
                </a:lnTo>
                <a:lnTo>
                  <a:pt x="1762125" y="361950"/>
                </a:lnTo>
                <a:lnTo>
                  <a:pt x="1743075" y="361950"/>
                </a:lnTo>
                <a:lnTo>
                  <a:pt x="1743075" y="352425"/>
                </a:lnTo>
                <a:lnTo>
                  <a:pt x="1724025" y="352425"/>
                </a:lnTo>
                <a:lnTo>
                  <a:pt x="1724025" y="333375"/>
                </a:lnTo>
                <a:lnTo>
                  <a:pt x="1695450" y="333375"/>
                </a:lnTo>
                <a:lnTo>
                  <a:pt x="1695450" y="323850"/>
                </a:lnTo>
                <a:lnTo>
                  <a:pt x="1685925" y="323850"/>
                </a:lnTo>
                <a:lnTo>
                  <a:pt x="1685925" y="314325"/>
                </a:lnTo>
                <a:lnTo>
                  <a:pt x="1676400" y="314325"/>
                </a:lnTo>
                <a:close/>
                <a:moveTo>
                  <a:pt x="447675" y="314325"/>
                </a:moveTo>
                <a:lnTo>
                  <a:pt x="476250" y="314325"/>
                </a:lnTo>
                <a:lnTo>
                  <a:pt x="476250" y="333375"/>
                </a:lnTo>
                <a:lnTo>
                  <a:pt x="466725" y="333375"/>
                </a:lnTo>
                <a:lnTo>
                  <a:pt x="466725" y="342900"/>
                </a:lnTo>
                <a:lnTo>
                  <a:pt x="447675" y="342900"/>
                </a:lnTo>
                <a:close/>
                <a:moveTo>
                  <a:pt x="619125" y="314325"/>
                </a:moveTo>
                <a:lnTo>
                  <a:pt x="628650" y="314325"/>
                </a:lnTo>
                <a:lnTo>
                  <a:pt x="628650" y="323850"/>
                </a:lnTo>
                <a:lnTo>
                  <a:pt x="619125" y="323850"/>
                </a:lnTo>
                <a:close/>
                <a:moveTo>
                  <a:pt x="1666875" y="361950"/>
                </a:moveTo>
                <a:lnTo>
                  <a:pt x="1685925" y="361950"/>
                </a:lnTo>
                <a:lnTo>
                  <a:pt x="1685925" y="371475"/>
                </a:lnTo>
                <a:lnTo>
                  <a:pt x="1666875" y="371475"/>
                </a:lnTo>
                <a:close/>
                <a:moveTo>
                  <a:pt x="1704975" y="361950"/>
                </a:moveTo>
                <a:lnTo>
                  <a:pt x="1714500" y="361950"/>
                </a:lnTo>
                <a:lnTo>
                  <a:pt x="1714500" y="371475"/>
                </a:lnTo>
                <a:lnTo>
                  <a:pt x="1704975" y="371475"/>
                </a:lnTo>
                <a:close/>
                <a:moveTo>
                  <a:pt x="285750" y="381000"/>
                </a:moveTo>
                <a:lnTo>
                  <a:pt x="295275" y="381000"/>
                </a:lnTo>
                <a:lnTo>
                  <a:pt x="295275" y="390525"/>
                </a:lnTo>
                <a:lnTo>
                  <a:pt x="314325" y="390525"/>
                </a:lnTo>
                <a:lnTo>
                  <a:pt x="314325" y="400050"/>
                </a:lnTo>
                <a:lnTo>
                  <a:pt x="304800" y="400050"/>
                </a:lnTo>
                <a:lnTo>
                  <a:pt x="304800" y="419100"/>
                </a:lnTo>
                <a:lnTo>
                  <a:pt x="276225" y="419100"/>
                </a:lnTo>
                <a:lnTo>
                  <a:pt x="276225" y="390525"/>
                </a:lnTo>
                <a:lnTo>
                  <a:pt x="285750" y="390525"/>
                </a:lnTo>
                <a:close/>
                <a:moveTo>
                  <a:pt x="438150" y="381000"/>
                </a:moveTo>
                <a:lnTo>
                  <a:pt x="457200" y="381000"/>
                </a:lnTo>
                <a:lnTo>
                  <a:pt x="457200" y="409575"/>
                </a:lnTo>
                <a:lnTo>
                  <a:pt x="438150" y="409575"/>
                </a:lnTo>
                <a:close/>
                <a:moveTo>
                  <a:pt x="1781175" y="381000"/>
                </a:moveTo>
                <a:lnTo>
                  <a:pt x="1790700" y="381000"/>
                </a:lnTo>
                <a:lnTo>
                  <a:pt x="1790700" y="390525"/>
                </a:lnTo>
                <a:lnTo>
                  <a:pt x="1800225" y="390525"/>
                </a:lnTo>
                <a:lnTo>
                  <a:pt x="1800225" y="400050"/>
                </a:lnTo>
                <a:lnTo>
                  <a:pt x="1781175" y="400050"/>
                </a:lnTo>
                <a:close/>
                <a:moveTo>
                  <a:pt x="581025" y="390525"/>
                </a:moveTo>
                <a:lnTo>
                  <a:pt x="600075" y="390525"/>
                </a:lnTo>
                <a:lnTo>
                  <a:pt x="600075" y="400050"/>
                </a:lnTo>
                <a:lnTo>
                  <a:pt x="581025" y="400050"/>
                </a:lnTo>
                <a:close/>
                <a:moveTo>
                  <a:pt x="1657350" y="390525"/>
                </a:moveTo>
                <a:lnTo>
                  <a:pt x="1666875" y="390525"/>
                </a:lnTo>
                <a:lnTo>
                  <a:pt x="1666875" y="409575"/>
                </a:lnTo>
                <a:lnTo>
                  <a:pt x="1647825" y="409575"/>
                </a:lnTo>
                <a:lnTo>
                  <a:pt x="1647825" y="400050"/>
                </a:lnTo>
                <a:lnTo>
                  <a:pt x="1657350" y="400050"/>
                </a:lnTo>
                <a:close/>
                <a:moveTo>
                  <a:pt x="1752600" y="390525"/>
                </a:moveTo>
                <a:lnTo>
                  <a:pt x="1762125" y="390525"/>
                </a:lnTo>
                <a:lnTo>
                  <a:pt x="1762125" y="400050"/>
                </a:lnTo>
                <a:lnTo>
                  <a:pt x="1752600" y="400050"/>
                </a:lnTo>
                <a:close/>
                <a:moveTo>
                  <a:pt x="895350" y="400050"/>
                </a:moveTo>
                <a:lnTo>
                  <a:pt x="904875" y="400050"/>
                </a:lnTo>
                <a:lnTo>
                  <a:pt x="904875" y="409575"/>
                </a:lnTo>
                <a:lnTo>
                  <a:pt x="895350" y="409575"/>
                </a:lnTo>
                <a:close/>
                <a:moveTo>
                  <a:pt x="542925" y="409575"/>
                </a:moveTo>
                <a:lnTo>
                  <a:pt x="561975" y="409575"/>
                </a:lnTo>
                <a:lnTo>
                  <a:pt x="561975" y="419100"/>
                </a:lnTo>
                <a:lnTo>
                  <a:pt x="542925" y="419100"/>
                </a:lnTo>
                <a:close/>
                <a:moveTo>
                  <a:pt x="638175" y="419100"/>
                </a:moveTo>
                <a:lnTo>
                  <a:pt x="647700" y="419100"/>
                </a:lnTo>
                <a:lnTo>
                  <a:pt x="647700" y="438150"/>
                </a:lnTo>
                <a:lnTo>
                  <a:pt x="638175" y="438150"/>
                </a:lnTo>
                <a:close/>
                <a:moveTo>
                  <a:pt x="1809750" y="419100"/>
                </a:moveTo>
                <a:lnTo>
                  <a:pt x="1828800" y="419100"/>
                </a:lnTo>
                <a:lnTo>
                  <a:pt x="1828800" y="438150"/>
                </a:lnTo>
                <a:lnTo>
                  <a:pt x="1809750" y="438150"/>
                </a:lnTo>
                <a:close/>
                <a:moveTo>
                  <a:pt x="514350" y="428625"/>
                </a:moveTo>
                <a:lnTo>
                  <a:pt x="533400" y="428625"/>
                </a:lnTo>
                <a:lnTo>
                  <a:pt x="533400" y="438150"/>
                </a:lnTo>
                <a:lnTo>
                  <a:pt x="542925" y="438150"/>
                </a:lnTo>
                <a:lnTo>
                  <a:pt x="542925" y="447675"/>
                </a:lnTo>
                <a:lnTo>
                  <a:pt x="533400" y="447675"/>
                </a:lnTo>
                <a:lnTo>
                  <a:pt x="533400" y="457200"/>
                </a:lnTo>
                <a:lnTo>
                  <a:pt x="514350" y="457200"/>
                </a:lnTo>
                <a:close/>
                <a:moveTo>
                  <a:pt x="619125" y="428625"/>
                </a:moveTo>
                <a:lnTo>
                  <a:pt x="628650" y="428625"/>
                </a:lnTo>
                <a:lnTo>
                  <a:pt x="628650" y="438150"/>
                </a:lnTo>
                <a:lnTo>
                  <a:pt x="619125" y="438150"/>
                </a:lnTo>
                <a:close/>
                <a:moveTo>
                  <a:pt x="1581150" y="428625"/>
                </a:moveTo>
                <a:lnTo>
                  <a:pt x="1600200" y="428625"/>
                </a:lnTo>
                <a:lnTo>
                  <a:pt x="1600200" y="447675"/>
                </a:lnTo>
                <a:lnTo>
                  <a:pt x="1581150" y="447675"/>
                </a:lnTo>
                <a:close/>
                <a:moveTo>
                  <a:pt x="361950" y="438150"/>
                </a:moveTo>
                <a:lnTo>
                  <a:pt x="371475" y="438150"/>
                </a:lnTo>
                <a:lnTo>
                  <a:pt x="371475" y="447675"/>
                </a:lnTo>
                <a:lnTo>
                  <a:pt x="361950" y="447675"/>
                </a:lnTo>
                <a:close/>
                <a:moveTo>
                  <a:pt x="1733550" y="438150"/>
                </a:moveTo>
                <a:lnTo>
                  <a:pt x="1743075" y="438150"/>
                </a:lnTo>
                <a:lnTo>
                  <a:pt x="1743075" y="447675"/>
                </a:lnTo>
                <a:lnTo>
                  <a:pt x="1781175" y="447675"/>
                </a:lnTo>
                <a:lnTo>
                  <a:pt x="1781175" y="438150"/>
                </a:lnTo>
                <a:lnTo>
                  <a:pt x="1790700" y="438150"/>
                </a:lnTo>
                <a:lnTo>
                  <a:pt x="1790700" y="457200"/>
                </a:lnTo>
                <a:lnTo>
                  <a:pt x="1800225" y="457200"/>
                </a:lnTo>
                <a:lnTo>
                  <a:pt x="1800225" y="466725"/>
                </a:lnTo>
                <a:lnTo>
                  <a:pt x="1790700" y="466725"/>
                </a:lnTo>
                <a:lnTo>
                  <a:pt x="1790700" y="476250"/>
                </a:lnTo>
                <a:lnTo>
                  <a:pt x="1771650" y="476250"/>
                </a:lnTo>
                <a:lnTo>
                  <a:pt x="1771650" y="466725"/>
                </a:lnTo>
                <a:lnTo>
                  <a:pt x="1752600" y="466725"/>
                </a:lnTo>
                <a:lnTo>
                  <a:pt x="1752600" y="457200"/>
                </a:lnTo>
                <a:lnTo>
                  <a:pt x="1743075" y="457200"/>
                </a:lnTo>
                <a:lnTo>
                  <a:pt x="1743075" y="466725"/>
                </a:lnTo>
                <a:lnTo>
                  <a:pt x="1733550" y="466725"/>
                </a:lnTo>
                <a:lnTo>
                  <a:pt x="1733550" y="476250"/>
                </a:lnTo>
                <a:lnTo>
                  <a:pt x="1724025" y="476250"/>
                </a:lnTo>
                <a:lnTo>
                  <a:pt x="1724025" y="466725"/>
                </a:lnTo>
                <a:lnTo>
                  <a:pt x="1714500" y="466725"/>
                </a:lnTo>
                <a:lnTo>
                  <a:pt x="1714500" y="457200"/>
                </a:lnTo>
                <a:lnTo>
                  <a:pt x="1724025" y="457200"/>
                </a:lnTo>
                <a:lnTo>
                  <a:pt x="1724025" y="447675"/>
                </a:lnTo>
                <a:lnTo>
                  <a:pt x="1733550" y="447675"/>
                </a:lnTo>
                <a:close/>
                <a:moveTo>
                  <a:pt x="1838325" y="466725"/>
                </a:moveTo>
                <a:lnTo>
                  <a:pt x="1847850" y="466725"/>
                </a:lnTo>
                <a:lnTo>
                  <a:pt x="1847850" y="476250"/>
                </a:lnTo>
                <a:lnTo>
                  <a:pt x="1838325" y="476250"/>
                </a:lnTo>
                <a:close/>
                <a:moveTo>
                  <a:pt x="1847850" y="476250"/>
                </a:moveTo>
                <a:lnTo>
                  <a:pt x="1857375" y="476250"/>
                </a:lnTo>
                <a:lnTo>
                  <a:pt x="1857375" y="495300"/>
                </a:lnTo>
                <a:lnTo>
                  <a:pt x="1866900" y="495300"/>
                </a:lnTo>
                <a:lnTo>
                  <a:pt x="1866900" y="533400"/>
                </a:lnTo>
                <a:lnTo>
                  <a:pt x="1838325" y="533400"/>
                </a:lnTo>
                <a:lnTo>
                  <a:pt x="1838325" y="542925"/>
                </a:lnTo>
                <a:lnTo>
                  <a:pt x="1800225" y="542925"/>
                </a:lnTo>
                <a:lnTo>
                  <a:pt x="1800225" y="533400"/>
                </a:lnTo>
                <a:lnTo>
                  <a:pt x="1809750" y="533400"/>
                </a:lnTo>
                <a:lnTo>
                  <a:pt x="1809750" y="514350"/>
                </a:lnTo>
                <a:lnTo>
                  <a:pt x="1828800" y="514350"/>
                </a:lnTo>
                <a:lnTo>
                  <a:pt x="1828800" y="504825"/>
                </a:lnTo>
                <a:lnTo>
                  <a:pt x="1838325" y="504825"/>
                </a:lnTo>
                <a:lnTo>
                  <a:pt x="1838325" y="485775"/>
                </a:lnTo>
                <a:lnTo>
                  <a:pt x="1847850" y="485775"/>
                </a:lnTo>
                <a:close/>
                <a:moveTo>
                  <a:pt x="1609725" y="485775"/>
                </a:moveTo>
                <a:lnTo>
                  <a:pt x="1638300" y="485775"/>
                </a:lnTo>
                <a:lnTo>
                  <a:pt x="1638300" y="495300"/>
                </a:lnTo>
                <a:lnTo>
                  <a:pt x="1609725" y="495300"/>
                </a:lnTo>
                <a:close/>
                <a:moveTo>
                  <a:pt x="1666875" y="485775"/>
                </a:moveTo>
                <a:lnTo>
                  <a:pt x="1704975" y="485775"/>
                </a:lnTo>
                <a:lnTo>
                  <a:pt x="1704975" y="504825"/>
                </a:lnTo>
                <a:lnTo>
                  <a:pt x="1695450" y="504825"/>
                </a:lnTo>
                <a:lnTo>
                  <a:pt x="1695450" y="514350"/>
                </a:lnTo>
                <a:lnTo>
                  <a:pt x="1676400" y="514350"/>
                </a:lnTo>
                <a:lnTo>
                  <a:pt x="1676400" y="523875"/>
                </a:lnTo>
                <a:lnTo>
                  <a:pt x="1657350" y="523875"/>
                </a:lnTo>
                <a:lnTo>
                  <a:pt x="1657350" y="495300"/>
                </a:lnTo>
                <a:lnTo>
                  <a:pt x="1666875" y="495300"/>
                </a:lnTo>
                <a:close/>
                <a:moveTo>
                  <a:pt x="1876425" y="523875"/>
                </a:moveTo>
                <a:lnTo>
                  <a:pt x="1885950" y="523875"/>
                </a:lnTo>
                <a:lnTo>
                  <a:pt x="1885950" y="533400"/>
                </a:lnTo>
                <a:lnTo>
                  <a:pt x="1876425" y="533400"/>
                </a:lnTo>
                <a:close/>
                <a:moveTo>
                  <a:pt x="228600" y="542925"/>
                </a:moveTo>
                <a:lnTo>
                  <a:pt x="238125" y="542925"/>
                </a:lnTo>
                <a:lnTo>
                  <a:pt x="238125" y="552450"/>
                </a:lnTo>
                <a:lnTo>
                  <a:pt x="228600" y="552450"/>
                </a:lnTo>
                <a:close/>
                <a:moveTo>
                  <a:pt x="1257300" y="552450"/>
                </a:moveTo>
                <a:lnTo>
                  <a:pt x="1266825" y="552450"/>
                </a:lnTo>
                <a:lnTo>
                  <a:pt x="1266825" y="561975"/>
                </a:lnTo>
                <a:lnTo>
                  <a:pt x="1257300" y="561975"/>
                </a:lnTo>
                <a:close/>
                <a:moveTo>
                  <a:pt x="609600" y="561975"/>
                </a:moveTo>
                <a:lnTo>
                  <a:pt x="638175" y="561975"/>
                </a:lnTo>
                <a:lnTo>
                  <a:pt x="638175" y="571500"/>
                </a:lnTo>
                <a:lnTo>
                  <a:pt x="628650" y="571500"/>
                </a:lnTo>
                <a:lnTo>
                  <a:pt x="628650" y="581025"/>
                </a:lnTo>
                <a:lnTo>
                  <a:pt x="609600" y="581025"/>
                </a:lnTo>
                <a:close/>
                <a:moveTo>
                  <a:pt x="1266825" y="561975"/>
                </a:moveTo>
                <a:lnTo>
                  <a:pt x="1276350" y="561975"/>
                </a:lnTo>
                <a:lnTo>
                  <a:pt x="1276350" y="571500"/>
                </a:lnTo>
                <a:lnTo>
                  <a:pt x="1266825" y="571500"/>
                </a:lnTo>
                <a:close/>
                <a:moveTo>
                  <a:pt x="1781175" y="571500"/>
                </a:moveTo>
                <a:lnTo>
                  <a:pt x="1790700" y="571500"/>
                </a:lnTo>
                <a:lnTo>
                  <a:pt x="1790700" y="581025"/>
                </a:lnTo>
                <a:lnTo>
                  <a:pt x="1800225" y="581025"/>
                </a:lnTo>
                <a:lnTo>
                  <a:pt x="1800225" y="590550"/>
                </a:lnTo>
                <a:lnTo>
                  <a:pt x="1781175" y="590550"/>
                </a:lnTo>
                <a:close/>
                <a:moveTo>
                  <a:pt x="209550" y="600075"/>
                </a:moveTo>
                <a:lnTo>
                  <a:pt x="219075" y="600075"/>
                </a:lnTo>
                <a:lnTo>
                  <a:pt x="219075" y="609600"/>
                </a:lnTo>
                <a:lnTo>
                  <a:pt x="228600" y="609600"/>
                </a:lnTo>
                <a:lnTo>
                  <a:pt x="228600" y="628650"/>
                </a:lnTo>
                <a:lnTo>
                  <a:pt x="238125" y="628650"/>
                </a:lnTo>
                <a:lnTo>
                  <a:pt x="238125" y="657225"/>
                </a:lnTo>
                <a:lnTo>
                  <a:pt x="219075" y="657225"/>
                </a:lnTo>
                <a:lnTo>
                  <a:pt x="219075" y="647700"/>
                </a:lnTo>
                <a:lnTo>
                  <a:pt x="209550" y="647700"/>
                </a:lnTo>
                <a:lnTo>
                  <a:pt x="209550" y="619125"/>
                </a:lnTo>
                <a:lnTo>
                  <a:pt x="200025" y="619125"/>
                </a:lnTo>
                <a:lnTo>
                  <a:pt x="200025" y="609600"/>
                </a:lnTo>
                <a:lnTo>
                  <a:pt x="209550" y="609600"/>
                </a:lnTo>
                <a:close/>
                <a:moveTo>
                  <a:pt x="1924050" y="609600"/>
                </a:moveTo>
                <a:lnTo>
                  <a:pt x="1933575" y="609600"/>
                </a:lnTo>
                <a:lnTo>
                  <a:pt x="1933575" y="619125"/>
                </a:lnTo>
                <a:lnTo>
                  <a:pt x="1924050" y="619125"/>
                </a:lnTo>
                <a:close/>
                <a:moveTo>
                  <a:pt x="171450" y="647700"/>
                </a:moveTo>
                <a:lnTo>
                  <a:pt x="190500" y="647700"/>
                </a:lnTo>
                <a:lnTo>
                  <a:pt x="190500" y="666750"/>
                </a:lnTo>
                <a:lnTo>
                  <a:pt x="171450" y="666750"/>
                </a:lnTo>
                <a:close/>
                <a:moveTo>
                  <a:pt x="1914525" y="666750"/>
                </a:moveTo>
                <a:lnTo>
                  <a:pt x="1933575" y="666750"/>
                </a:lnTo>
                <a:lnTo>
                  <a:pt x="1933575" y="685800"/>
                </a:lnTo>
                <a:lnTo>
                  <a:pt x="1914525" y="685800"/>
                </a:lnTo>
                <a:close/>
                <a:moveTo>
                  <a:pt x="552450" y="685800"/>
                </a:moveTo>
                <a:lnTo>
                  <a:pt x="561975" y="685800"/>
                </a:lnTo>
                <a:lnTo>
                  <a:pt x="561975" y="695325"/>
                </a:lnTo>
                <a:lnTo>
                  <a:pt x="571500" y="695325"/>
                </a:lnTo>
                <a:lnTo>
                  <a:pt x="571500" y="723900"/>
                </a:lnTo>
                <a:lnTo>
                  <a:pt x="561975" y="723900"/>
                </a:lnTo>
                <a:lnTo>
                  <a:pt x="561975" y="714375"/>
                </a:lnTo>
                <a:lnTo>
                  <a:pt x="552450" y="714375"/>
                </a:lnTo>
                <a:close/>
                <a:moveTo>
                  <a:pt x="1943100" y="685800"/>
                </a:moveTo>
                <a:lnTo>
                  <a:pt x="1962150" y="685800"/>
                </a:lnTo>
                <a:lnTo>
                  <a:pt x="1962150" y="695325"/>
                </a:lnTo>
                <a:lnTo>
                  <a:pt x="1943100" y="695325"/>
                </a:lnTo>
                <a:close/>
                <a:moveTo>
                  <a:pt x="1952625" y="704850"/>
                </a:moveTo>
                <a:lnTo>
                  <a:pt x="1962150" y="704850"/>
                </a:lnTo>
                <a:lnTo>
                  <a:pt x="1962150" y="714375"/>
                </a:lnTo>
                <a:lnTo>
                  <a:pt x="1971675" y="714375"/>
                </a:lnTo>
                <a:lnTo>
                  <a:pt x="1971675" y="742950"/>
                </a:lnTo>
                <a:lnTo>
                  <a:pt x="1962150" y="742950"/>
                </a:lnTo>
                <a:lnTo>
                  <a:pt x="1962150" y="733425"/>
                </a:lnTo>
                <a:lnTo>
                  <a:pt x="1952625" y="733425"/>
                </a:lnTo>
                <a:close/>
                <a:moveTo>
                  <a:pt x="1971675" y="762000"/>
                </a:moveTo>
                <a:lnTo>
                  <a:pt x="1981200" y="762000"/>
                </a:lnTo>
                <a:lnTo>
                  <a:pt x="1981200" y="771525"/>
                </a:lnTo>
                <a:lnTo>
                  <a:pt x="1990725" y="771525"/>
                </a:lnTo>
                <a:lnTo>
                  <a:pt x="1990725" y="800100"/>
                </a:lnTo>
                <a:lnTo>
                  <a:pt x="2000250" y="800100"/>
                </a:lnTo>
                <a:lnTo>
                  <a:pt x="2000250" y="866775"/>
                </a:lnTo>
                <a:lnTo>
                  <a:pt x="1990725" y="866775"/>
                </a:lnTo>
                <a:lnTo>
                  <a:pt x="1990725" y="828675"/>
                </a:lnTo>
                <a:lnTo>
                  <a:pt x="1981200" y="828675"/>
                </a:lnTo>
                <a:lnTo>
                  <a:pt x="1981200" y="819150"/>
                </a:lnTo>
                <a:lnTo>
                  <a:pt x="1971675" y="819150"/>
                </a:lnTo>
                <a:lnTo>
                  <a:pt x="1971675" y="809625"/>
                </a:lnTo>
                <a:lnTo>
                  <a:pt x="1962150" y="809625"/>
                </a:lnTo>
                <a:lnTo>
                  <a:pt x="1962150" y="800100"/>
                </a:lnTo>
                <a:lnTo>
                  <a:pt x="1952625" y="800100"/>
                </a:lnTo>
                <a:lnTo>
                  <a:pt x="1952625" y="771525"/>
                </a:lnTo>
                <a:lnTo>
                  <a:pt x="1971675" y="771525"/>
                </a:lnTo>
                <a:close/>
                <a:moveTo>
                  <a:pt x="219075" y="781050"/>
                </a:moveTo>
                <a:lnTo>
                  <a:pt x="238125" y="781050"/>
                </a:lnTo>
                <a:lnTo>
                  <a:pt x="238125" y="800100"/>
                </a:lnTo>
                <a:lnTo>
                  <a:pt x="209550" y="800100"/>
                </a:lnTo>
                <a:lnTo>
                  <a:pt x="209550" y="790575"/>
                </a:lnTo>
                <a:lnTo>
                  <a:pt x="219075" y="790575"/>
                </a:lnTo>
                <a:close/>
                <a:moveTo>
                  <a:pt x="1924050" y="847725"/>
                </a:moveTo>
                <a:lnTo>
                  <a:pt x="1933575" y="847725"/>
                </a:lnTo>
                <a:lnTo>
                  <a:pt x="1933575" y="857250"/>
                </a:lnTo>
                <a:lnTo>
                  <a:pt x="1971675" y="857250"/>
                </a:lnTo>
                <a:lnTo>
                  <a:pt x="1971675" y="847725"/>
                </a:lnTo>
                <a:lnTo>
                  <a:pt x="1981200" y="847725"/>
                </a:lnTo>
                <a:lnTo>
                  <a:pt x="1981200" y="866775"/>
                </a:lnTo>
                <a:lnTo>
                  <a:pt x="1971675" y="866775"/>
                </a:lnTo>
                <a:lnTo>
                  <a:pt x="1971675" y="885825"/>
                </a:lnTo>
                <a:lnTo>
                  <a:pt x="1962150" y="885825"/>
                </a:lnTo>
                <a:lnTo>
                  <a:pt x="1962150" y="895350"/>
                </a:lnTo>
                <a:lnTo>
                  <a:pt x="1952625" y="895350"/>
                </a:lnTo>
                <a:lnTo>
                  <a:pt x="1952625" y="923925"/>
                </a:lnTo>
                <a:lnTo>
                  <a:pt x="1914525" y="923925"/>
                </a:lnTo>
                <a:lnTo>
                  <a:pt x="1914525" y="895350"/>
                </a:lnTo>
                <a:lnTo>
                  <a:pt x="1924050" y="895350"/>
                </a:lnTo>
                <a:close/>
                <a:moveTo>
                  <a:pt x="495300" y="876300"/>
                </a:moveTo>
                <a:lnTo>
                  <a:pt x="504825" y="876300"/>
                </a:lnTo>
                <a:lnTo>
                  <a:pt x="504825" y="885825"/>
                </a:lnTo>
                <a:lnTo>
                  <a:pt x="523875" y="885825"/>
                </a:lnTo>
                <a:lnTo>
                  <a:pt x="523875" y="904875"/>
                </a:lnTo>
                <a:lnTo>
                  <a:pt x="514350" y="904875"/>
                </a:lnTo>
                <a:lnTo>
                  <a:pt x="514350" y="895350"/>
                </a:lnTo>
                <a:lnTo>
                  <a:pt x="504825" y="895350"/>
                </a:lnTo>
                <a:lnTo>
                  <a:pt x="504825" y="904875"/>
                </a:lnTo>
                <a:lnTo>
                  <a:pt x="495300" y="904875"/>
                </a:lnTo>
                <a:close/>
                <a:moveTo>
                  <a:pt x="209550" y="923925"/>
                </a:moveTo>
                <a:lnTo>
                  <a:pt x="219075" y="923925"/>
                </a:lnTo>
                <a:lnTo>
                  <a:pt x="219075" y="933450"/>
                </a:lnTo>
                <a:lnTo>
                  <a:pt x="209550" y="933450"/>
                </a:lnTo>
                <a:close/>
                <a:moveTo>
                  <a:pt x="228600" y="942975"/>
                </a:moveTo>
                <a:lnTo>
                  <a:pt x="238125" y="942975"/>
                </a:lnTo>
                <a:lnTo>
                  <a:pt x="238125" y="952500"/>
                </a:lnTo>
                <a:lnTo>
                  <a:pt x="228600" y="952500"/>
                </a:lnTo>
                <a:close/>
                <a:moveTo>
                  <a:pt x="1962150" y="952500"/>
                </a:moveTo>
                <a:lnTo>
                  <a:pt x="1981200" y="952500"/>
                </a:lnTo>
                <a:lnTo>
                  <a:pt x="1981200" y="971550"/>
                </a:lnTo>
                <a:lnTo>
                  <a:pt x="1971675" y="971550"/>
                </a:lnTo>
                <a:lnTo>
                  <a:pt x="1971675" y="981075"/>
                </a:lnTo>
                <a:lnTo>
                  <a:pt x="1962150" y="981075"/>
                </a:lnTo>
                <a:lnTo>
                  <a:pt x="1962150" y="990600"/>
                </a:lnTo>
                <a:lnTo>
                  <a:pt x="2000250" y="990600"/>
                </a:lnTo>
                <a:lnTo>
                  <a:pt x="2000250" y="1038225"/>
                </a:lnTo>
                <a:lnTo>
                  <a:pt x="1990725" y="1038225"/>
                </a:lnTo>
                <a:lnTo>
                  <a:pt x="1990725" y="1019175"/>
                </a:lnTo>
                <a:lnTo>
                  <a:pt x="1981200" y="1019175"/>
                </a:lnTo>
                <a:lnTo>
                  <a:pt x="1981200" y="1028700"/>
                </a:lnTo>
                <a:lnTo>
                  <a:pt x="1971675" y="1028700"/>
                </a:lnTo>
                <a:lnTo>
                  <a:pt x="1971675" y="1009650"/>
                </a:lnTo>
                <a:lnTo>
                  <a:pt x="1962150" y="1009650"/>
                </a:lnTo>
                <a:lnTo>
                  <a:pt x="1962150" y="1000125"/>
                </a:lnTo>
                <a:lnTo>
                  <a:pt x="1952625" y="1000125"/>
                </a:lnTo>
                <a:lnTo>
                  <a:pt x="1952625" y="1009650"/>
                </a:lnTo>
                <a:lnTo>
                  <a:pt x="1943100" y="1009650"/>
                </a:lnTo>
                <a:lnTo>
                  <a:pt x="1943100" y="1019175"/>
                </a:lnTo>
                <a:lnTo>
                  <a:pt x="1924050" y="1019175"/>
                </a:lnTo>
                <a:lnTo>
                  <a:pt x="1924050" y="1009650"/>
                </a:lnTo>
                <a:lnTo>
                  <a:pt x="1905000" y="1009650"/>
                </a:lnTo>
                <a:lnTo>
                  <a:pt x="1905000" y="1000125"/>
                </a:lnTo>
                <a:lnTo>
                  <a:pt x="1895475" y="1000125"/>
                </a:lnTo>
                <a:lnTo>
                  <a:pt x="1895475" y="990600"/>
                </a:lnTo>
                <a:lnTo>
                  <a:pt x="1885950" y="990600"/>
                </a:lnTo>
                <a:lnTo>
                  <a:pt x="1885950" y="971550"/>
                </a:lnTo>
                <a:lnTo>
                  <a:pt x="1895475" y="971550"/>
                </a:lnTo>
                <a:lnTo>
                  <a:pt x="1895475" y="962025"/>
                </a:lnTo>
                <a:lnTo>
                  <a:pt x="1962150" y="962025"/>
                </a:lnTo>
                <a:close/>
                <a:moveTo>
                  <a:pt x="276225" y="971550"/>
                </a:moveTo>
                <a:lnTo>
                  <a:pt x="285750" y="971550"/>
                </a:lnTo>
                <a:lnTo>
                  <a:pt x="285750" y="981075"/>
                </a:lnTo>
                <a:lnTo>
                  <a:pt x="276225" y="981075"/>
                </a:lnTo>
                <a:close/>
                <a:moveTo>
                  <a:pt x="66675" y="1000125"/>
                </a:moveTo>
                <a:lnTo>
                  <a:pt x="76200" y="1000125"/>
                </a:lnTo>
                <a:lnTo>
                  <a:pt x="76200" y="1009650"/>
                </a:lnTo>
                <a:lnTo>
                  <a:pt x="66675" y="1009650"/>
                </a:lnTo>
                <a:close/>
                <a:moveTo>
                  <a:pt x="266700" y="1019175"/>
                </a:moveTo>
                <a:lnTo>
                  <a:pt x="276225" y="1019175"/>
                </a:lnTo>
                <a:lnTo>
                  <a:pt x="276225" y="1038225"/>
                </a:lnTo>
                <a:lnTo>
                  <a:pt x="266700" y="1038225"/>
                </a:lnTo>
                <a:close/>
                <a:moveTo>
                  <a:pt x="1466850" y="1162050"/>
                </a:moveTo>
                <a:lnTo>
                  <a:pt x="1476375" y="1162050"/>
                </a:lnTo>
                <a:lnTo>
                  <a:pt x="1476375" y="1171575"/>
                </a:lnTo>
                <a:lnTo>
                  <a:pt x="1466850" y="1171575"/>
                </a:lnTo>
                <a:close/>
                <a:moveTo>
                  <a:pt x="85725" y="1209675"/>
                </a:moveTo>
                <a:lnTo>
                  <a:pt x="95250" y="1209675"/>
                </a:lnTo>
                <a:lnTo>
                  <a:pt x="95250" y="1219200"/>
                </a:lnTo>
                <a:lnTo>
                  <a:pt x="85725" y="1219200"/>
                </a:lnTo>
                <a:close/>
                <a:moveTo>
                  <a:pt x="1933575" y="1238250"/>
                </a:moveTo>
                <a:lnTo>
                  <a:pt x="1943100" y="1238250"/>
                </a:lnTo>
                <a:lnTo>
                  <a:pt x="1943100" y="1247775"/>
                </a:lnTo>
                <a:lnTo>
                  <a:pt x="1952625" y="1247775"/>
                </a:lnTo>
                <a:lnTo>
                  <a:pt x="1952625" y="1266825"/>
                </a:lnTo>
                <a:lnTo>
                  <a:pt x="1933575" y="1266825"/>
                </a:lnTo>
                <a:lnTo>
                  <a:pt x="1933575" y="1257300"/>
                </a:lnTo>
                <a:lnTo>
                  <a:pt x="1924050" y="1257300"/>
                </a:lnTo>
                <a:lnTo>
                  <a:pt x="1924050" y="1247775"/>
                </a:lnTo>
                <a:lnTo>
                  <a:pt x="1933575" y="1247775"/>
                </a:lnTo>
                <a:close/>
                <a:moveTo>
                  <a:pt x="95250" y="1257300"/>
                </a:moveTo>
                <a:lnTo>
                  <a:pt x="104775" y="1257300"/>
                </a:lnTo>
                <a:lnTo>
                  <a:pt x="104775" y="1266825"/>
                </a:lnTo>
                <a:lnTo>
                  <a:pt x="95250" y="1266825"/>
                </a:lnTo>
                <a:close/>
                <a:moveTo>
                  <a:pt x="1847850" y="1257300"/>
                </a:moveTo>
                <a:lnTo>
                  <a:pt x="1857375" y="1257300"/>
                </a:lnTo>
                <a:lnTo>
                  <a:pt x="1857375" y="1266825"/>
                </a:lnTo>
                <a:lnTo>
                  <a:pt x="1847850" y="1266825"/>
                </a:lnTo>
                <a:close/>
                <a:moveTo>
                  <a:pt x="1971675" y="1257300"/>
                </a:moveTo>
                <a:lnTo>
                  <a:pt x="1981200" y="1257300"/>
                </a:lnTo>
                <a:lnTo>
                  <a:pt x="1981200" y="1266825"/>
                </a:lnTo>
                <a:lnTo>
                  <a:pt x="1971675" y="1266825"/>
                </a:lnTo>
                <a:close/>
                <a:moveTo>
                  <a:pt x="1962150" y="1276350"/>
                </a:moveTo>
                <a:lnTo>
                  <a:pt x="1971675" y="1276350"/>
                </a:lnTo>
                <a:lnTo>
                  <a:pt x="1971675" y="1285875"/>
                </a:lnTo>
                <a:lnTo>
                  <a:pt x="1962150" y="1285875"/>
                </a:lnTo>
                <a:close/>
                <a:moveTo>
                  <a:pt x="1962150" y="1295400"/>
                </a:moveTo>
                <a:lnTo>
                  <a:pt x="1971675" y="1295400"/>
                </a:lnTo>
                <a:lnTo>
                  <a:pt x="1971675" y="1314450"/>
                </a:lnTo>
                <a:lnTo>
                  <a:pt x="1962150" y="1314450"/>
                </a:lnTo>
                <a:close/>
                <a:moveTo>
                  <a:pt x="257175" y="1343025"/>
                </a:moveTo>
                <a:lnTo>
                  <a:pt x="276225" y="1343025"/>
                </a:lnTo>
                <a:lnTo>
                  <a:pt x="276225" y="1362075"/>
                </a:lnTo>
                <a:lnTo>
                  <a:pt x="266700" y="1362075"/>
                </a:lnTo>
                <a:lnTo>
                  <a:pt x="266700" y="1371600"/>
                </a:lnTo>
                <a:lnTo>
                  <a:pt x="247650" y="1371600"/>
                </a:lnTo>
                <a:lnTo>
                  <a:pt x="247650" y="1362075"/>
                </a:lnTo>
                <a:lnTo>
                  <a:pt x="257175" y="1362075"/>
                </a:lnTo>
                <a:close/>
                <a:moveTo>
                  <a:pt x="361950" y="1343025"/>
                </a:moveTo>
                <a:lnTo>
                  <a:pt x="381000" y="1343025"/>
                </a:lnTo>
                <a:lnTo>
                  <a:pt x="381000" y="1352550"/>
                </a:lnTo>
                <a:lnTo>
                  <a:pt x="361950" y="1352550"/>
                </a:lnTo>
                <a:close/>
                <a:moveTo>
                  <a:pt x="1847850" y="1343025"/>
                </a:moveTo>
                <a:lnTo>
                  <a:pt x="1866900" y="1343025"/>
                </a:lnTo>
                <a:lnTo>
                  <a:pt x="1866900" y="1352550"/>
                </a:lnTo>
                <a:lnTo>
                  <a:pt x="1876425" y="1352550"/>
                </a:lnTo>
                <a:lnTo>
                  <a:pt x="1876425" y="1362075"/>
                </a:lnTo>
                <a:lnTo>
                  <a:pt x="1847850" y="1362075"/>
                </a:lnTo>
                <a:close/>
                <a:moveTo>
                  <a:pt x="285750" y="1352550"/>
                </a:moveTo>
                <a:lnTo>
                  <a:pt x="295275" y="1352550"/>
                </a:lnTo>
                <a:lnTo>
                  <a:pt x="295275" y="1362075"/>
                </a:lnTo>
                <a:lnTo>
                  <a:pt x="285750" y="1362075"/>
                </a:lnTo>
                <a:close/>
                <a:moveTo>
                  <a:pt x="1943100" y="1352550"/>
                </a:moveTo>
                <a:lnTo>
                  <a:pt x="1952625" y="1352550"/>
                </a:lnTo>
                <a:lnTo>
                  <a:pt x="1952625" y="1371600"/>
                </a:lnTo>
                <a:lnTo>
                  <a:pt x="1943100" y="1371600"/>
                </a:lnTo>
                <a:close/>
                <a:moveTo>
                  <a:pt x="152400" y="1400175"/>
                </a:moveTo>
                <a:lnTo>
                  <a:pt x="161925" y="1400175"/>
                </a:lnTo>
                <a:lnTo>
                  <a:pt x="161925" y="1419225"/>
                </a:lnTo>
                <a:lnTo>
                  <a:pt x="152400" y="1419225"/>
                </a:lnTo>
                <a:close/>
                <a:moveTo>
                  <a:pt x="1924050" y="1400175"/>
                </a:moveTo>
                <a:lnTo>
                  <a:pt x="1933575" y="1400175"/>
                </a:lnTo>
                <a:lnTo>
                  <a:pt x="1933575" y="1409700"/>
                </a:lnTo>
                <a:lnTo>
                  <a:pt x="1924050" y="1409700"/>
                </a:lnTo>
                <a:close/>
                <a:moveTo>
                  <a:pt x="285750" y="1428750"/>
                </a:moveTo>
                <a:lnTo>
                  <a:pt x="314325" y="1428750"/>
                </a:lnTo>
                <a:lnTo>
                  <a:pt x="314325" y="1438275"/>
                </a:lnTo>
                <a:lnTo>
                  <a:pt x="323850" y="1438275"/>
                </a:lnTo>
                <a:lnTo>
                  <a:pt x="323850" y="1447800"/>
                </a:lnTo>
                <a:lnTo>
                  <a:pt x="314325" y="1447800"/>
                </a:lnTo>
                <a:lnTo>
                  <a:pt x="314325" y="1457325"/>
                </a:lnTo>
                <a:lnTo>
                  <a:pt x="295275" y="1457325"/>
                </a:lnTo>
                <a:lnTo>
                  <a:pt x="295275" y="1447800"/>
                </a:lnTo>
                <a:lnTo>
                  <a:pt x="285750" y="1447800"/>
                </a:lnTo>
                <a:close/>
                <a:moveTo>
                  <a:pt x="1838325" y="1476375"/>
                </a:moveTo>
                <a:lnTo>
                  <a:pt x="1857375" y="1476375"/>
                </a:lnTo>
                <a:lnTo>
                  <a:pt x="1857375" y="1495425"/>
                </a:lnTo>
                <a:lnTo>
                  <a:pt x="1866900" y="1495425"/>
                </a:lnTo>
                <a:lnTo>
                  <a:pt x="1866900" y="1504950"/>
                </a:lnTo>
                <a:lnTo>
                  <a:pt x="1876425" y="1504950"/>
                </a:lnTo>
                <a:lnTo>
                  <a:pt x="1876425" y="1495425"/>
                </a:lnTo>
                <a:lnTo>
                  <a:pt x="1885950" y="1495425"/>
                </a:lnTo>
                <a:lnTo>
                  <a:pt x="1885950" y="1504950"/>
                </a:lnTo>
                <a:lnTo>
                  <a:pt x="1876425" y="1504950"/>
                </a:lnTo>
                <a:lnTo>
                  <a:pt x="1876425" y="1514475"/>
                </a:lnTo>
                <a:lnTo>
                  <a:pt x="1866900" y="1514475"/>
                </a:lnTo>
                <a:lnTo>
                  <a:pt x="1866900" y="1524000"/>
                </a:lnTo>
                <a:lnTo>
                  <a:pt x="1847850" y="1524000"/>
                </a:lnTo>
                <a:lnTo>
                  <a:pt x="1847850" y="1514475"/>
                </a:lnTo>
                <a:lnTo>
                  <a:pt x="1838325" y="1514475"/>
                </a:lnTo>
                <a:close/>
                <a:moveTo>
                  <a:pt x="209550" y="1504950"/>
                </a:moveTo>
                <a:lnTo>
                  <a:pt x="219075" y="1504950"/>
                </a:lnTo>
                <a:lnTo>
                  <a:pt x="219075" y="1514475"/>
                </a:lnTo>
                <a:lnTo>
                  <a:pt x="209550" y="1514475"/>
                </a:lnTo>
                <a:close/>
                <a:moveTo>
                  <a:pt x="333375" y="1504950"/>
                </a:moveTo>
                <a:lnTo>
                  <a:pt x="342900" y="1504950"/>
                </a:lnTo>
                <a:lnTo>
                  <a:pt x="342900" y="1543050"/>
                </a:lnTo>
                <a:lnTo>
                  <a:pt x="333375" y="1543050"/>
                </a:lnTo>
                <a:close/>
                <a:moveTo>
                  <a:pt x="219075" y="1514475"/>
                </a:moveTo>
                <a:lnTo>
                  <a:pt x="228600" y="1514475"/>
                </a:lnTo>
                <a:lnTo>
                  <a:pt x="228600" y="1524000"/>
                </a:lnTo>
                <a:lnTo>
                  <a:pt x="219075" y="1524000"/>
                </a:lnTo>
                <a:close/>
                <a:moveTo>
                  <a:pt x="266700" y="1524000"/>
                </a:moveTo>
                <a:lnTo>
                  <a:pt x="276225" y="1524000"/>
                </a:lnTo>
                <a:lnTo>
                  <a:pt x="276225" y="1543050"/>
                </a:lnTo>
                <a:lnTo>
                  <a:pt x="266700" y="1543050"/>
                </a:lnTo>
                <a:close/>
                <a:moveTo>
                  <a:pt x="1504950" y="1857375"/>
                </a:moveTo>
                <a:lnTo>
                  <a:pt x="1514475" y="1857375"/>
                </a:lnTo>
                <a:lnTo>
                  <a:pt x="1514475" y="1866900"/>
                </a:lnTo>
                <a:lnTo>
                  <a:pt x="1504950" y="1866900"/>
                </a:lnTo>
                <a:close/>
                <a:moveTo>
                  <a:pt x="1200150" y="1943100"/>
                </a:moveTo>
                <a:lnTo>
                  <a:pt x="1219200" y="1943100"/>
                </a:lnTo>
                <a:lnTo>
                  <a:pt x="1219200" y="1952625"/>
                </a:lnTo>
                <a:lnTo>
                  <a:pt x="1238250" y="1952625"/>
                </a:lnTo>
                <a:lnTo>
                  <a:pt x="1238250" y="1962150"/>
                </a:lnTo>
                <a:lnTo>
                  <a:pt x="1219200" y="1962150"/>
                </a:lnTo>
                <a:lnTo>
                  <a:pt x="1219200" y="1971675"/>
                </a:lnTo>
                <a:lnTo>
                  <a:pt x="1190625" y="1971675"/>
                </a:lnTo>
                <a:lnTo>
                  <a:pt x="1190625" y="1962150"/>
                </a:lnTo>
                <a:lnTo>
                  <a:pt x="1200150" y="1962150"/>
                </a:lnTo>
                <a:close/>
                <a:moveTo>
                  <a:pt x="1143000" y="1971675"/>
                </a:moveTo>
                <a:lnTo>
                  <a:pt x="1152525" y="1971675"/>
                </a:lnTo>
                <a:lnTo>
                  <a:pt x="1152525" y="1981200"/>
                </a:lnTo>
                <a:lnTo>
                  <a:pt x="1143000" y="1981200"/>
                </a:lnTo>
                <a:close/>
              </a:path>
            </a:pathLst>
          </a:custGeom>
          <a:solidFill xmlns:a="http://schemas.openxmlformats.org/drawingml/2006/main">
            <a:srgbClr val="DBE7DE"/>
          </a:solidFill>
          <a:ln xmlns:a="http://schemas.openxmlformats.org/drawingml/2006/main" w="0">
            <a:noFill/>
          </a:ln>
        </p:spPr>
      </p:sp>
      <p:sp>
        <p:nvSpPr>
          <p:cNvPr id="22" name="employee vector #dbe7dd">
            <a:extLst xmlns:a="http://schemas.openxmlformats.org/drawingml/2006/main">
              <a:ext uri="{FF2B5EF4-FFF2-40B4-BE49-F238E27FC236}">
                <a16:creationId xmlns:a16="http://schemas.microsoft.com/office/drawing/2014/main" id="{29BA61C1-EF9C-4DC3-A515-AF05B185E57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85825" y="2571750"/>
            <a:ext cx="2105025" cy="2066925"/>
          </a:xfrm>
          <a:custGeom xmlns:a="http://schemas.openxmlformats.org/drawingml/2006/main">
            <a:pathLst>
              <a:path w="2105025" h="2066925">
                <a:moveTo>
                  <a:pt x="942975" y="28575"/>
                </a:moveTo>
                <a:lnTo>
                  <a:pt x="962025" y="28575"/>
                </a:lnTo>
                <a:lnTo>
                  <a:pt x="962025" y="38100"/>
                </a:lnTo>
                <a:lnTo>
                  <a:pt x="981075" y="38100"/>
                </a:lnTo>
                <a:lnTo>
                  <a:pt x="981075" y="47625"/>
                </a:lnTo>
                <a:lnTo>
                  <a:pt x="990600" y="47625"/>
                </a:lnTo>
                <a:lnTo>
                  <a:pt x="990600" y="57150"/>
                </a:lnTo>
                <a:lnTo>
                  <a:pt x="1000125" y="57150"/>
                </a:lnTo>
                <a:lnTo>
                  <a:pt x="1000125" y="66675"/>
                </a:lnTo>
                <a:lnTo>
                  <a:pt x="990600" y="66675"/>
                </a:lnTo>
                <a:lnTo>
                  <a:pt x="990600" y="76200"/>
                </a:lnTo>
                <a:lnTo>
                  <a:pt x="971550" y="76200"/>
                </a:lnTo>
                <a:lnTo>
                  <a:pt x="971550" y="66675"/>
                </a:lnTo>
                <a:lnTo>
                  <a:pt x="952500" y="66675"/>
                </a:lnTo>
                <a:lnTo>
                  <a:pt x="952500" y="57150"/>
                </a:lnTo>
                <a:lnTo>
                  <a:pt x="942975" y="57150"/>
                </a:lnTo>
                <a:lnTo>
                  <a:pt x="942975" y="47625"/>
                </a:lnTo>
                <a:lnTo>
                  <a:pt x="933450" y="47625"/>
                </a:lnTo>
                <a:lnTo>
                  <a:pt x="933450" y="38100"/>
                </a:lnTo>
                <a:lnTo>
                  <a:pt x="942975" y="38100"/>
                </a:lnTo>
                <a:close/>
                <a:moveTo>
                  <a:pt x="1019175" y="28575"/>
                </a:moveTo>
                <a:lnTo>
                  <a:pt x="1028700" y="28575"/>
                </a:lnTo>
                <a:lnTo>
                  <a:pt x="1028700" y="38100"/>
                </a:lnTo>
                <a:lnTo>
                  <a:pt x="1019175" y="38100"/>
                </a:lnTo>
                <a:close/>
                <a:moveTo>
                  <a:pt x="1057275" y="28575"/>
                </a:moveTo>
                <a:lnTo>
                  <a:pt x="1066800" y="28575"/>
                </a:lnTo>
                <a:lnTo>
                  <a:pt x="1066800" y="38100"/>
                </a:lnTo>
                <a:lnTo>
                  <a:pt x="1057275" y="38100"/>
                </a:lnTo>
                <a:close/>
                <a:moveTo>
                  <a:pt x="1104900" y="28575"/>
                </a:moveTo>
                <a:lnTo>
                  <a:pt x="1114425" y="28575"/>
                </a:lnTo>
                <a:lnTo>
                  <a:pt x="1114425" y="57150"/>
                </a:lnTo>
                <a:lnTo>
                  <a:pt x="1095375" y="57150"/>
                </a:lnTo>
                <a:lnTo>
                  <a:pt x="1095375" y="66675"/>
                </a:lnTo>
                <a:lnTo>
                  <a:pt x="1114425" y="66675"/>
                </a:lnTo>
                <a:lnTo>
                  <a:pt x="1114425" y="95250"/>
                </a:lnTo>
                <a:lnTo>
                  <a:pt x="1095375" y="95250"/>
                </a:lnTo>
                <a:lnTo>
                  <a:pt x="1095375" y="104775"/>
                </a:lnTo>
                <a:lnTo>
                  <a:pt x="1085850" y="104775"/>
                </a:lnTo>
                <a:lnTo>
                  <a:pt x="1085850" y="95250"/>
                </a:lnTo>
                <a:lnTo>
                  <a:pt x="1076325" y="95250"/>
                </a:lnTo>
                <a:lnTo>
                  <a:pt x="1076325" y="85725"/>
                </a:lnTo>
                <a:lnTo>
                  <a:pt x="1066800" y="85725"/>
                </a:lnTo>
                <a:lnTo>
                  <a:pt x="1066800" y="76200"/>
                </a:lnTo>
                <a:lnTo>
                  <a:pt x="1057275" y="76200"/>
                </a:lnTo>
                <a:lnTo>
                  <a:pt x="1057275" y="57150"/>
                </a:lnTo>
                <a:lnTo>
                  <a:pt x="1047750" y="57150"/>
                </a:lnTo>
                <a:lnTo>
                  <a:pt x="1047750" y="47625"/>
                </a:lnTo>
                <a:lnTo>
                  <a:pt x="1076325" y="47625"/>
                </a:lnTo>
                <a:lnTo>
                  <a:pt x="1076325" y="38100"/>
                </a:lnTo>
                <a:lnTo>
                  <a:pt x="1104900" y="38100"/>
                </a:lnTo>
                <a:close/>
                <a:moveTo>
                  <a:pt x="1162050" y="47625"/>
                </a:moveTo>
                <a:lnTo>
                  <a:pt x="1200150" y="47625"/>
                </a:lnTo>
                <a:lnTo>
                  <a:pt x="1200150" y="57150"/>
                </a:lnTo>
                <a:lnTo>
                  <a:pt x="1181100" y="57150"/>
                </a:lnTo>
                <a:lnTo>
                  <a:pt x="1181100" y="85725"/>
                </a:lnTo>
                <a:lnTo>
                  <a:pt x="1190625" y="85725"/>
                </a:lnTo>
                <a:lnTo>
                  <a:pt x="1190625" y="95250"/>
                </a:lnTo>
                <a:lnTo>
                  <a:pt x="1209675" y="95250"/>
                </a:lnTo>
                <a:lnTo>
                  <a:pt x="1209675" y="85725"/>
                </a:lnTo>
                <a:lnTo>
                  <a:pt x="1219200" y="85725"/>
                </a:lnTo>
                <a:lnTo>
                  <a:pt x="1219200" y="95250"/>
                </a:lnTo>
                <a:lnTo>
                  <a:pt x="1228725" y="95250"/>
                </a:lnTo>
                <a:lnTo>
                  <a:pt x="1228725" y="85725"/>
                </a:lnTo>
                <a:lnTo>
                  <a:pt x="1238250" y="85725"/>
                </a:lnTo>
                <a:lnTo>
                  <a:pt x="1238250" y="76200"/>
                </a:lnTo>
                <a:lnTo>
                  <a:pt x="1257300" y="76200"/>
                </a:lnTo>
                <a:lnTo>
                  <a:pt x="1257300" y="95250"/>
                </a:lnTo>
                <a:lnTo>
                  <a:pt x="1247775" y="95250"/>
                </a:lnTo>
                <a:lnTo>
                  <a:pt x="1247775" y="104775"/>
                </a:lnTo>
                <a:lnTo>
                  <a:pt x="1238250" y="104775"/>
                </a:lnTo>
                <a:lnTo>
                  <a:pt x="1238250" y="114300"/>
                </a:lnTo>
                <a:lnTo>
                  <a:pt x="1247775" y="114300"/>
                </a:lnTo>
                <a:lnTo>
                  <a:pt x="1247775" y="123825"/>
                </a:lnTo>
                <a:lnTo>
                  <a:pt x="1209675" y="123825"/>
                </a:lnTo>
                <a:lnTo>
                  <a:pt x="1209675" y="114300"/>
                </a:lnTo>
                <a:lnTo>
                  <a:pt x="1200150" y="114300"/>
                </a:lnTo>
                <a:lnTo>
                  <a:pt x="1200150" y="123825"/>
                </a:lnTo>
                <a:lnTo>
                  <a:pt x="1190625" y="123825"/>
                </a:lnTo>
                <a:lnTo>
                  <a:pt x="1190625" y="114300"/>
                </a:lnTo>
                <a:lnTo>
                  <a:pt x="1181100" y="114300"/>
                </a:lnTo>
                <a:lnTo>
                  <a:pt x="1181100" y="104775"/>
                </a:lnTo>
                <a:lnTo>
                  <a:pt x="1162050" y="104775"/>
                </a:lnTo>
                <a:lnTo>
                  <a:pt x="1162050" y="85725"/>
                </a:lnTo>
                <a:lnTo>
                  <a:pt x="1152525" y="85725"/>
                </a:lnTo>
                <a:lnTo>
                  <a:pt x="1152525" y="76200"/>
                </a:lnTo>
                <a:lnTo>
                  <a:pt x="1162050" y="76200"/>
                </a:lnTo>
                <a:close/>
                <a:moveTo>
                  <a:pt x="1209675" y="57150"/>
                </a:moveTo>
                <a:lnTo>
                  <a:pt x="1238250" y="57150"/>
                </a:lnTo>
                <a:lnTo>
                  <a:pt x="1238250" y="66675"/>
                </a:lnTo>
                <a:lnTo>
                  <a:pt x="1209675" y="66675"/>
                </a:lnTo>
                <a:close/>
                <a:moveTo>
                  <a:pt x="752475" y="66675"/>
                </a:moveTo>
                <a:lnTo>
                  <a:pt x="762000" y="66675"/>
                </a:lnTo>
                <a:lnTo>
                  <a:pt x="762000" y="76200"/>
                </a:lnTo>
                <a:lnTo>
                  <a:pt x="752475" y="76200"/>
                </a:lnTo>
                <a:close/>
                <a:moveTo>
                  <a:pt x="857250" y="66675"/>
                </a:moveTo>
                <a:lnTo>
                  <a:pt x="866775" y="66675"/>
                </a:lnTo>
                <a:lnTo>
                  <a:pt x="866775" y="76200"/>
                </a:lnTo>
                <a:lnTo>
                  <a:pt x="857250" y="76200"/>
                </a:lnTo>
                <a:close/>
                <a:moveTo>
                  <a:pt x="1285875" y="66675"/>
                </a:moveTo>
                <a:lnTo>
                  <a:pt x="1295400" y="66675"/>
                </a:lnTo>
                <a:lnTo>
                  <a:pt x="1295400" y="85725"/>
                </a:lnTo>
                <a:lnTo>
                  <a:pt x="1314450" y="85725"/>
                </a:lnTo>
                <a:lnTo>
                  <a:pt x="1314450" y="104775"/>
                </a:lnTo>
                <a:lnTo>
                  <a:pt x="1295400" y="104775"/>
                </a:lnTo>
                <a:lnTo>
                  <a:pt x="1295400" y="95250"/>
                </a:lnTo>
                <a:lnTo>
                  <a:pt x="1285875" y="95250"/>
                </a:lnTo>
                <a:close/>
                <a:moveTo>
                  <a:pt x="742950" y="76200"/>
                </a:moveTo>
                <a:lnTo>
                  <a:pt x="752475" y="76200"/>
                </a:lnTo>
                <a:lnTo>
                  <a:pt x="752475" y="85725"/>
                </a:lnTo>
                <a:lnTo>
                  <a:pt x="742950" y="85725"/>
                </a:lnTo>
                <a:close/>
                <a:moveTo>
                  <a:pt x="704850" y="85725"/>
                </a:moveTo>
                <a:lnTo>
                  <a:pt x="742950" y="85725"/>
                </a:lnTo>
                <a:lnTo>
                  <a:pt x="742950" y="95250"/>
                </a:lnTo>
                <a:lnTo>
                  <a:pt x="733425" y="95250"/>
                </a:lnTo>
                <a:lnTo>
                  <a:pt x="733425" y="104775"/>
                </a:lnTo>
                <a:lnTo>
                  <a:pt x="723900" y="104775"/>
                </a:lnTo>
                <a:lnTo>
                  <a:pt x="723900" y="114300"/>
                </a:lnTo>
                <a:lnTo>
                  <a:pt x="695325" y="114300"/>
                </a:lnTo>
                <a:lnTo>
                  <a:pt x="695325" y="104775"/>
                </a:lnTo>
                <a:lnTo>
                  <a:pt x="685800" y="104775"/>
                </a:lnTo>
                <a:lnTo>
                  <a:pt x="685800" y="95250"/>
                </a:lnTo>
                <a:lnTo>
                  <a:pt x="704850" y="95250"/>
                </a:lnTo>
                <a:close/>
                <a:moveTo>
                  <a:pt x="1028700" y="85725"/>
                </a:moveTo>
                <a:lnTo>
                  <a:pt x="1057275" y="85725"/>
                </a:lnTo>
                <a:lnTo>
                  <a:pt x="1057275" y="95250"/>
                </a:lnTo>
                <a:lnTo>
                  <a:pt x="1038225" y="95250"/>
                </a:lnTo>
                <a:lnTo>
                  <a:pt x="1038225" y="104775"/>
                </a:lnTo>
                <a:lnTo>
                  <a:pt x="1028700" y="104775"/>
                </a:lnTo>
                <a:close/>
                <a:moveTo>
                  <a:pt x="1333500" y="95250"/>
                </a:moveTo>
                <a:lnTo>
                  <a:pt x="1343025" y="95250"/>
                </a:lnTo>
                <a:lnTo>
                  <a:pt x="1343025" y="104775"/>
                </a:lnTo>
                <a:lnTo>
                  <a:pt x="1333500" y="104775"/>
                </a:lnTo>
                <a:close/>
                <a:moveTo>
                  <a:pt x="1371600" y="95250"/>
                </a:moveTo>
                <a:lnTo>
                  <a:pt x="1381125" y="95250"/>
                </a:lnTo>
                <a:lnTo>
                  <a:pt x="1381125" y="104775"/>
                </a:lnTo>
                <a:lnTo>
                  <a:pt x="1390650" y="104775"/>
                </a:lnTo>
                <a:lnTo>
                  <a:pt x="1390650" y="114300"/>
                </a:lnTo>
                <a:lnTo>
                  <a:pt x="1371600" y="114300"/>
                </a:lnTo>
                <a:close/>
                <a:moveTo>
                  <a:pt x="962025" y="104775"/>
                </a:moveTo>
                <a:lnTo>
                  <a:pt x="971550" y="104775"/>
                </a:lnTo>
                <a:lnTo>
                  <a:pt x="971550" y="114300"/>
                </a:lnTo>
                <a:lnTo>
                  <a:pt x="962025" y="114300"/>
                </a:lnTo>
                <a:close/>
                <a:moveTo>
                  <a:pt x="628650" y="114300"/>
                </a:moveTo>
                <a:lnTo>
                  <a:pt x="647700" y="114300"/>
                </a:lnTo>
                <a:lnTo>
                  <a:pt x="647700" y="123825"/>
                </a:lnTo>
                <a:lnTo>
                  <a:pt x="666750" y="123825"/>
                </a:lnTo>
                <a:lnTo>
                  <a:pt x="666750" y="133350"/>
                </a:lnTo>
                <a:lnTo>
                  <a:pt x="676275" y="133350"/>
                </a:lnTo>
                <a:lnTo>
                  <a:pt x="676275" y="152400"/>
                </a:lnTo>
                <a:lnTo>
                  <a:pt x="666750" y="152400"/>
                </a:lnTo>
                <a:lnTo>
                  <a:pt x="666750" y="171450"/>
                </a:lnTo>
                <a:lnTo>
                  <a:pt x="657225" y="171450"/>
                </a:lnTo>
                <a:lnTo>
                  <a:pt x="657225" y="180975"/>
                </a:lnTo>
                <a:lnTo>
                  <a:pt x="666750" y="180975"/>
                </a:lnTo>
                <a:lnTo>
                  <a:pt x="666750" y="190500"/>
                </a:lnTo>
                <a:lnTo>
                  <a:pt x="676275" y="190500"/>
                </a:lnTo>
                <a:lnTo>
                  <a:pt x="676275" y="200025"/>
                </a:lnTo>
                <a:lnTo>
                  <a:pt x="685800" y="200025"/>
                </a:lnTo>
                <a:lnTo>
                  <a:pt x="685800" y="209550"/>
                </a:lnTo>
                <a:lnTo>
                  <a:pt x="695325" y="209550"/>
                </a:lnTo>
                <a:lnTo>
                  <a:pt x="695325" y="228600"/>
                </a:lnTo>
                <a:lnTo>
                  <a:pt x="685800" y="228600"/>
                </a:lnTo>
                <a:lnTo>
                  <a:pt x="685800" y="219075"/>
                </a:lnTo>
                <a:lnTo>
                  <a:pt x="676275" y="219075"/>
                </a:lnTo>
                <a:lnTo>
                  <a:pt x="676275" y="209550"/>
                </a:lnTo>
                <a:lnTo>
                  <a:pt x="657225" y="209550"/>
                </a:lnTo>
                <a:lnTo>
                  <a:pt x="657225" y="190500"/>
                </a:lnTo>
                <a:lnTo>
                  <a:pt x="628650" y="190500"/>
                </a:lnTo>
                <a:lnTo>
                  <a:pt x="628650" y="200025"/>
                </a:lnTo>
                <a:lnTo>
                  <a:pt x="619125" y="200025"/>
                </a:lnTo>
                <a:lnTo>
                  <a:pt x="619125" y="180975"/>
                </a:lnTo>
                <a:lnTo>
                  <a:pt x="609600" y="180975"/>
                </a:lnTo>
                <a:lnTo>
                  <a:pt x="609600" y="123825"/>
                </a:lnTo>
                <a:lnTo>
                  <a:pt x="628650" y="123825"/>
                </a:lnTo>
                <a:close/>
                <a:moveTo>
                  <a:pt x="952500" y="114300"/>
                </a:moveTo>
                <a:lnTo>
                  <a:pt x="962025" y="114300"/>
                </a:lnTo>
                <a:lnTo>
                  <a:pt x="962025" y="123825"/>
                </a:lnTo>
                <a:lnTo>
                  <a:pt x="952500" y="123825"/>
                </a:lnTo>
                <a:close/>
                <a:moveTo>
                  <a:pt x="1390650" y="114300"/>
                </a:moveTo>
                <a:lnTo>
                  <a:pt x="1400175" y="114300"/>
                </a:lnTo>
                <a:lnTo>
                  <a:pt x="1400175" y="133350"/>
                </a:lnTo>
                <a:lnTo>
                  <a:pt x="1390650" y="133350"/>
                </a:lnTo>
                <a:close/>
                <a:moveTo>
                  <a:pt x="781050" y="123825"/>
                </a:moveTo>
                <a:lnTo>
                  <a:pt x="800100" y="123825"/>
                </a:lnTo>
                <a:lnTo>
                  <a:pt x="800100" y="142875"/>
                </a:lnTo>
                <a:lnTo>
                  <a:pt x="781050" y="142875"/>
                </a:lnTo>
                <a:close/>
                <a:moveTo>
                  <a:pt x="1457325" y="123825"/>
                </a:moveTo>
                <a:lnTo>
                  <a:pt x="1466850" y="123825"/>
                </a:lnTo>
                <a:lnTo>
                  <a:pt x="1466850" y="133350"/>
                </a:lnTo>
                <a:lnTo>
                  <a:pt x="1495425" y="133350"/>
                </a:lnTo>
                <a:lnTo>
                  <a:pt x="1495425" y="142875"/>
                </a:lnTo>
                <a:lnTo>
                  <a:pt x="1504950" y="142875"/>
                </a:lnTo>
                <a:lnTo>
                  <a:pt x="1504950" y="152400"/>
                </a:lnTo>
                <a:lnTo>
                  <a:pt x="1514475" y="152400"/>
                </a:lnTo>
                <a:lnTo>
                  <a:pt x="1514475" y="161925"/>
                </a:lnTo>
                <a:lnTo>
                  <a:pt x="1524000" y="161925"/>
                </a:lnTo>
                <a:lnTo>
                  <a:pt x="1524000" y="180975"/>
                </a:lnTo>
                <a:lnTo>
                  <a:pt x="1533525" y="180975"/>
                </a:lnTo>
                <a:lnTo>
                  <a:pt x="1533525" y="190500"/>
                </a:lnTo>
                <a:lnTo>
                  <a:pt x="1524000" y="190500"/>
                </a:lnTo>
                <a:lnTo>
                  <a:pt x="1524000" y="200025"/>
                </a:lnTo>
                <a:lnTo>
                  <a:pt x="1504950" y="200025"/>
                </a:lnTo>
                <a:lnTo>
                  <a:pt x="1504950" y="190500"/>
                </a:lnTo>
                <a:lnTo>
                  <a:pt x="1485900" y="190500"/>
                </a:lnTo>
                <a:lnTo>
                  <a:pt x="1485900" y="171450"/>
                </a:lnTo>
                <a:lnTo>
                  <a:pt x="1476375" y="171450"/>
                </a:lnTo>
                <a:lnTo>
                  <a:pt x="1476375" y="161925"/>
                </a:lnTo>
                <a:lnTo>
                  <a:pt x="1447800" y="161925"/>
                </a:lnTo>
                <a:lnTo>
                  <a:pt x="1447800" y="152400"/>
                </a:lnTo>
                <a:lnTo>
                  <a:pt x="1457325" y="152400"/>
                </a:lnTo>
                <a:close/>
                <a:moveTo>
                  <a:pt x="1466850" y="152400"/>
                </a:moveTo>
                <a:lnTo>
                  <a:pt x="1476375" y="152400"/>
                </a:lnTo>
                <a:lnTo>
                  <a:pt x="1476375" y="142875"/>
                </a:lnTo>
                <a:lnTo>
                  <a:pt x="1466850" y="142875"/>
                </a:lnTo>
                <a:close/>
                <a:moveTo>
                  <a:pt x="647700" y="161925"/>
                </a:moveTo>
                <a:lnTo>
                  <a:pt x="657225" y="161925"/>
                </a:lnTo>
                <a:lnTo>
                  <a:pt x="657225" y="142875"/>
                </a:lnTo>
                <a:lnTo>
                  <a:pt x="647700" y="142875"/>
                </a:lnTo>
                <a:close/>
                <a:moveTo>
                  <a:pt x="1104900" y="161925"/>
                </a:moveTo>
                <a:lnTo>
                  <a:pt x="1114425" y="161925"/>
                </a:lnTo>
                <a:lnTo>
                  <a:pt x="1114425" y="171450"/>
                </a:lnTo>
                <a:lnTo>
                  <a:pt x="1104900" y="171450"/>
                </a:lnTo>
                <a:close/>
                <a:moveTo>
                  <a:pt x="1200150" y="161925"/>
                </a:moveTo>
                <a:lnTo>
                  <a:pt x="1219200" y="161925"/>
                </a:lnTo>
                <a:lnTo>
                  <a:pt x="1219200" y="180975"/>
                </a:lnTo>
                <a:lnTo>
                  <a:pt x="1181100" y="180975"/>
                </a:lnTo>
                <a:lnTo>
                  <a:pt x="1181100" y="171450"/>
                </a:lnTo>
                <a:lnTo>
                  <a:pt x="1200150" y="171450"/>
                </a:lnTo>
                <a:close/>
                <a:moveTo>
                  <a:pt x="1114425" y="171450"/>
                </a:moveTo>
                <a:lnTo>
                  <a:pt x="1133475" y="171450"/>
                </a:lnTo>
                <a:lnTo>
                  <a:pt x="1133475" y="180975"/>
                </a:lnTo>
                <a:lnTo>
                  <a:pt x="1114425" y="180975"/>
                </a:lnTo>
                <a:close/>
                <a:moveTo>
                  <a:pt x="1228725" y="171450"/>
                </a:moveTo>
                <a:lnTo>
                  <a:pt x="1238250" y="171450"/>
                </a:lnTo>
                <a:lnTo>
                  <a:pt x="1238250" y="180975"/>
                </a:lnTo>
                <a:lnTo>
                  <a:pt x="1228725" y="180975"/>
                </a:lnTo>
                <a:close/>
                <a:moveTo>
                  <a:pt x="581025" y="180975"/>
                </a:moveTo>
                <a:lnTo>
                  <a:pt x="590550" y="180975"/>
                </a:lnTo>
                <a:lnTo>
                  <a:pt x="590550" y="190500"/>
                </a:lnTo>
                <a:lnTo>
                  <a:pt x="609600" y="190500"/>
                </a:lnTo>
                <a:lnTo>
                  <a:pt x="609600" y="219075"/>
                </a:lnTo>
                <a:lnTo>
                  <a:pt x="600075" y="219075"/>
                </a:lnTo>
                <a:lnTo>
                  <a:pt x="600075" y="238125"/>
                </a:lnTo>
                <a:lnTo>
                  <a:pt x="666750" y="238125"/>
                </a:lnTo>
                <a:lnTo>
                  <a:pt x="666750" y="247650"/>
                </a:lnTo>
                <a:lnTo>
                  <a:pt x="638175" y="247650"/>
                </a:lnTo>
                <a:lnTo>
                  <a:pt x="638175" y="257175"/>
                </a:lnTo>
                <a:lnTo>
                  <a:pt x="619125" y="257175"/>
                </a:lnTo>
                <a:lnTo>
                  <a:pt x="619125" y="276225"/>
                </a:lnTo>
                <a:lnTo>
                  <a:pt x="638175" y="276225"/>
                </a:lnTo>
                <a:lnTo>
                  <a:pt x="638175" y="285750"/>
                </a:lnTo>
                <a:lnTo>
                  <a:pt x="647700" y="285750"/>
                </a:lnTo>
                <a:lnTo>
                  <a:pt x="647700" y="295275"/>
                </a:lnTo>
                <a:lnTo>
                  <a:pt x="638175" y="295275"/>
                </a:lnTo>
                <a:lnTo>
                  <a:pt x="638175" y="304800"/>
                </a:lnTo>
                <a:lnTo>
                  <a:pt x="628650" y="304800"/>
                </a:lnTo>
                <a:lnTo>
                  <a:pt x="628650" y="295275"/>
                </a:lnTo>
                <a:lnTo>
                  <a:pt x="619125" y="295275"/>
                </a:lnTo>
                <a:lnTo>
                  <a:pt x="619125" y="342900"/>
                </a:lnTo>
                <a:lnTo>
                  <a:pt x="600075" y="342900"/>
                </a:lnTo>
                <a:lnTo>
                  <a:pt x="600075" y="361950"/>
                </a:lnTo>
                <a:lnTo>
                  <a:pt x="609600" y="361950"/>
                </a:lnTo>
                <a:lnTo>
                  <a:pt x="609600" y="371475"/>
                </a:lnTo>
                <a:lnTo>
                  <a:pt x="619125" y="371475"/>
                </a:lnTo>
                <a:lnTo>
                  <a:pt x="619125" y="390525"/>
                </a:lnTo>
                <a:lnTo>
                  <a:pt x="609600" y="390525"/>
                </a:lnTo>
                <a:lnTo>
                  <a:pt x="609600" y="438150"/>
                </a:lnTo>
                <a:lnTo>
                  <a:pt x="590550" y="438150"/>
                </a:lnTo>
                <a:lnTo>
                  <a:pt x="590550" y="447675"/>
                </a:lnTo>
                <a:lnTo>
                  <a:pt x="571500" y="447675"/>
                </a:lnTo>
                <a:lnTo>
                  <a:pt x="571500" y="438150"/>
                </a:lnTo>
                <a:lnTo>
                  <a:pt x="561975" y="438150"/>
                </a:lnTo>
                <a:lnTo>
                  <a:pt x="561975" y="409575"/>
                </a:lnTo>
                <a:lnTo>
                  <a:pt x="552450" y="409575"/>
                </a:lnTo>
                <a:lnTo>
                  <a:pt x="552450" y="390525"/>
                </a:lnTo>
                <a:lnTo>
                  <a:pt x="542925" y="390525"/>
                </a:lnTo>
                <a:lnTo>
                  <a:pt x="542925" y="400050"/>
                </a:lnTo>
                <a:lnTo>
                  <a:pt x="523875" y="400050"/>
                </a:lnTo>
                <a:lnTo>
                  <a:pt x="523875" y="409575"/>
                </a:lnTo>
                <a:lnTo>
                  <a:pt x="504825" y="409575"/>
                </a:lnTo>
                <a:lnTo>
                  <a:pt x="504825" y="428625"/>
                </a:lnTo>
                <a:lnTo>
                  <a:pt x="514350" y="428625"/>
                </a:lnTo>
                <a:lnTo>
                  <a:pt x="514350" y="466725"/>
                </a:lnTo>
                <a:lnTo>
                  <a:pt x="495300" y="466725"/>
                </a:lnTo>
                <a:lnTo>
                  <a:pt x="495300" y="476250"/>
                </a:lnTo>
                <a:lnTo>
                  <a:pt x="476250" y="476250"/>
                </a:lnTo>
                <a:lnTo>
                  <a:pt x="476250" y="466725"/>
                </a:lnTo>
                <a:lnTo>
                  <a:pt x="485775" y="466725"/>
                </a:lnTo>
                <a:lnTo>
                  <a:pt x="485775" y="428625"/>
                </a:lnTo>
                <a:lnTo>
                  <a:pt x="438150" y="428625"/>
                </a:lnTo>
                <a:lnTo>
                  <a:pt x="438150" y="438150"/>
                </a:lnTo>
                <a:lnTo>
                  <a:pt x="447675" y="438150"/>
                </a:lnTo>
                <a:lnTo>
                  <a:pt x="447675" y="447675"/>
                </a:lnTo>
                <a:lnTo>
                  <a:pt x="428625" y="447675"/>
                </a:lnTo>
                <a:lnTo>
                  <a:pt x="428625" y="438150"/>
                </a:lnTo>
                <a:lnTo>
                  <a:pt x="419100" y="438150"/>
                </a:lnTo>
                <a:lnTo>
                  <a:pt x="419100" y="457200"/>
                </a:lnTo>
                <a:lnTo>
                  <a:pt x="409575" y="457200"/>
                </a:lnTo>
                <a:lnTo>
                  <a:pt x="409575" y="428625"/>
                </a:lnTo>
                <a:lnTo>
                  <a:pt x="400050" y="428625"/>
                </a:lnTo>
                <a:lnTo>
                  <a:pt x="400050" y="390525"/>
                </a:lnTo>
                <a:lnTo>
                  <a:pt x="371475" y="390525"/>
                </a:lnTo>
                <a:lnTo>
                  <a:pt x="371475" y="409575"/>
                </a:lnTo>
                <a:lnTo>
                  <a:pt x="381000" y="409575"/>
                </a:lnTo>
                <a:lnTo>
                  <a:pt x="381000" y="438150"/>
                </a:lnTo>
                <a:lnTo>
                  <a:pt x="361950" y="438150"/>
                </a:lnTo>
                <a:lnTo>
                  <a:pt x="361950" y="457200"/>
                </a:lnTo>
                <a:lnTo>
                  <a:pt x="352425" y="457200"/>
                </a:lnTo>
                <a:lnTo>
                  <a:pt x="352425" y="447675"/>
                </a:lnTo>
                <a:lnTo>
                  <a:pt x="333375" y="447675"/>
                </a:lnTo>
                <a:lnTo>
                  <a:pt x="333375" y="457200"/>
                </a:lnTo>
                <a:lnTo>
                  <a:pt x="323850" y="457200"/>
                </a:lnTo>
                <a:lnTo>
                  <a:pt x="323850" y="438150"/>
                </a:lnTo>
                <a:lnTo>
                  <a:pt x="314325" y="438150"/>
                </a:lnTo>
                <a:lnTo>
                  <a:pt x="314325" y="447675"/>
                </a:lnTo>
                <a:lnTo>
                  <a:pt x="304800" y="447675"/>
                </a:lnTo>
                <a:lnTo>
                  <a:pt x="304800" y="457200"/>
                </a:lnTo>
                <a:lnTo>
                  <a:pt x="295275" y="457200"/>
                </a:lnTo>
                <a:lnTo>
                  <a:pt x="295275" y="466725"/>
                </a:lnTo>
                <a:lnTo>
                  <a:pt x="276225" y="466725"/>
                </a:lnTo>
                <a:lnTo>
                  <a:pt x="276225" y="485775"/>
                </a:lnTo>
                <a:lnTo>
                  <a:pt x="257175" y="485775"/>
                </a:lnTo>
                <a:lnTo>
                  <a:pt x="257175" y="476250"/>
                </a:lnTo>
                <a:lnTo>
                  <a:pt x="247650" y="476250"/>
                </a:lnTo>
                <a:lnTo>
                  <a:pt x="247650" y="495300"/>
                </a:lnTo>
                <a:lnTo>
                  <a:pt x="238125" y="495300"/>
                </a:lnTo>
                <a:lnTo>
                  <a:pt x="238125" y="504825"/>
                </a:lnTo>
                <a:lnTo>
                  <a:pt x="219075" y="504825"/>
                </a:lnTo>
                <a:lnTo>
                  <a:pt x="219075" y="476250"/>
                </a:lnTo>
                <a:lnTo>
                  <a:pt x="228600" y="476250"/>
                </a:lnTo>
                <a:lnTo>
                  <a:pt x="228600" y="466725"/>
                </a:lnTo>
                <a:lnTo>
                  <a:pt x="238125" y="466725"/>
                </a:lnTo>
                <a:lnTo>
                  <a:pt x="238125" y="447675"/>
                </a:lnTo>
                <a:lnTo>
                  <a:pt x="257175" y="447675"/>
                </a:lnTo>
                <a:lnTo>
                  <a:pt x="257175" y="428625"/>
                </a:lnTo>
                <a:lnTo>
                  <a:pt x="295275" y="428625"/>
                </a:lnTo>
                <a:lnTo>
                  <a:pt x="295275" y="419100"/>
                </a:lnTo>
                <a:lnTo>
                  <a:pt x="304800" y="419100"/>
                </a:lnTo>
                <a:lnTo>
                  <a:pt x="304800" y="409575"/>
                </a:lnTo>
                <a:lnTo>
                  <a:pt x="323850" y="409575"/>
                </a:lnTo>
                <a:lnTo>
                  <a:pt x="323850" y="428625"/>
                </a:lnTo>
                <a:lnTo>
                  <a:pt x="352425" y="428625"/>
                </a:lnTo>
                <a:lnTo>
                  <a:pt x="352425" y="419100"/>
                </a:lnTo>
                <a:lnTo>
                  <a:pt x="361950" y="419100"/>
                </a:lnTo>
                <a:lnTo>
                  <a:pt x="361950" y="409575"/>
                </a:lnTo>
                <a:lnTo>
                  <a:pt x="333375" y="409575"/>
                </a:lnTo>
                <a:lnTo>
                  <a:pt x="333375" y="390525"/>
                </a:lnTo>
                <a:lnTo>
                  <a:pt x="342900" y="390525"/>
                </a:lnTo>
                <a:lnTo>
                  <a:pt x="342900" y="371475"/>
                </a:lnTo>
                <a:lnTo>
                  <a:pt x="323850" y="371475"/>
                </a:lnTo>
                <a:lnTo>
                  <a:pt x="323850" y="381000"/>
                </a:lnTo>
                <a:lnTo>
                  <a:pt x="314325" y="381000"/>
                </a:lnTo>
                <a:lnTo>
                  <a:pt x="314325" y="390525"/>
                </a:lnTo>
                <a:lnTo>
                  <a:pt x="295275" y="390525"/>
                </a:lnTo>
                <a:lnTo>
                  <a:pt x="295275" y="371475"/>
                </a:lnTo>
                <a:lnTo>
                  <a:pt x="304800" y="371475"/>
                </a:lnTo>
                <a:lnTo>
                  <a:pt x="304800" y="361950"/>
                </a:lnTo>
                <a:lnTo>
                  <a:pt x="314325" y="361950"/>
                </a:lnTo>
                <a:lnTo>
                  <a:pt x="314325" y="352425"/>
                </a:lnTo>
                <a:lnTo>
                  <a:pt x="333375" y="352425"/>
                </a:lnTo>
                <a:lnTo>
                  <a:pt x="333375" y="342900"/>
                </a:lnTo>
                <a:lnTo>
                  <a:pt x="342900" y="342900"/>
                </a:lnTo>
                <a:lnTo>
                  <a:pt x="342900" y="352425"/>
                </a:lnTo>
                <a:lnTo>
                  <a:pt x="333375" y="352425"/>
                </a:lnTo>
                <a:lnTo>
                  <a:pt x="333375" y="361950"/>
                </a:lnTo>
                <a:lnTo>
                  <a:pt x="342900" y="361950"/>
                </a:lnTo>
                <a:lnTo>
                  <a:pt x="342900" y="371475"/>
                </a:lnTo>
                <a:lnTo>
                  <a:pt x="352425" y="371475"/>
                </a:lnTo>
                <a:lnTo>
                  <a:pt x="352425" y="361950"/>
                </a:lnTo>
                <a:lnTo>
                  <a:pt x="361950" y="361950"/>
                </a:lnTo>
                <a:lnTo>
                  <a:pt x="361950" y="314325"/>
                </a:lnTo>
                <a:lnTo>
                  <a:pt x="352425" y="314325"/>
                </a:lnTo>
                <a:lnTo>
                  <a:pt x="352425" y="304800"/>
                </a:lnTo>
                <a:lnTo>
                  <a:pt x="361950" y="304800"/>
                </a:lnTo>
                <a:lnTo>
                  <a:pt x="361950" y="295275"/>
                </a:lnTo>
                <a:lnTo>
                  <a:pt x="390525" y="295275"/>
                </a:lnTo>
                <a:lnTo>
                  <a:pt x="390525" y="285750"/>
                </a:lnTo>
                <a:lnTo>
                  <a:pt x="400050" y="285750"/>
                </a:lnTo>
                <a:lnTo>
                  <a:pt x="400050" y="276225"/>
                </a:lnTo>
                <a:lnTo>
                  <a:pt x="409575" y="276225"/>
                </a:lnTo>
                <a:lnTo>
                  <a:pt x="409575" y="266700"/>
                </a:lnTo>
                <a:lnTo>
                  <a:pt x="428625" y="266700"/>
                </a:lnTo>
                <a:lnTo>
                  <a:pt x="428625" y="257175"/>
                </a:lnTo>
                <a:lnTo>
                  <a:pt x="438150" y="257175"/>
                </a:lnTo>
                <a:lnTo>
                  <a:pt x="438150" y="247650"/>
                </a:lnTo>
                <a:lnTo>
                  <a:pt x="457200" y="247650"/>
                </a:lnTo>
                <a:lnTo>
                  <a:pt x="457200" y="238125"/>
                </a:lnTo>
                <a:lnTo>
                  <a:pt x="466725" y="238125"/>
                </a:lnTo>
                <a:lnTo>
                  <a:pt x="466725" y="219075"/>
                </a:lnTo>
                <a:lnTo>
                  <a:pt x="476250" y="219075"/>
                </a:lnTo>
                <a:lnTo>
                  <a:pt x="476250" y="209550"/>
                </a:lnTo>
                <a:lnTo>
                  <a:pt x="485775" y="209550"/>
                </a:lnTo>
                <a:lnTo>
                  <a:pt x="485775" y="200025"/>
                </a:lnTo>
                <a:lnTo>
                  <a:pt x="495300" y="200025"/>
                </a:lnTo>
                <a:lnTo>
                  <a:pt x="495300" y="219075"/>
                </a:lnTo>
                <a:lnTo>
                  <a:pt x="485775" y="219075"/>
                </a:lnTo>
                <a:lnTo>
                  <a:pt x="485775" y="228600"/>
                </a:lnTo>
                <a:lnTo>
                  <a:pt x="476250" y="228600"/>
                </a:lnTo>
                <a:lnTo>
                  <a:pt x="476250" y="247650"/>
                </a:lnTo>
                <a:lnTo>
                  <a:pt x="485775" y="247650"/>
                </a:lnTo>
                <a:lnTo>
                  <a:pt x="485775" y="257175"/>
                </a:lnTo>
                <a:lnTo>
                  <a:pt x="504825" y="257175"/>
                </a:lnTo>
                <a:lnTo>
                  <a:pt x="504825" y="228600"/>
                </a:lnTo>
                <a:lnTo>
                  <a:pt x="495300" y="228600"/>
                </a:lnTo>
                <a:lnTo>
                  <a:pt x="495300" y="219075"/>
                </a:lnTo>
                <a:lnTo>
                  <a:pt x="523875" y="219075"/>
                </a:lnTo>
                <a:lnTo>
                  <a:pt x="523875" y="209550"/>
                </a:lnTo>
                <a:lnTo>
                  <a:pt x="542925" y="209550"/>
                </a:lnTo>
                <a:lnTo>
                  <a:pt x="542925" y="219075"/>
                </a:lnTo>
                <a:lnTo>
                  <a:pt x="571500" y="219075"/>
                </a:lnTo>
                <a:lnTo>
                  <a:pt x="571500" y="200025"/>
                </a:lnTo>
                <a:lnTo>
                  <a:pt x="561975" y="200025"/>
                </a:lnTo>
                <a:lnTo>
                  <a:pt x="561975" y="190500"/>
                </a:lnTo>
                <a:lnTo>
                  <a:pt x="581025" y="190500"/>
                </a:lnTo>
                <a:close/>
                <a:moveTo>
                  <a:pt x="1381125" y="200025"/>
                </a:moveTo>
                <a:lnTo>
                  <a:pt x="1390650" y="200025"/>
                </a:lnTo>
                <a:lnTo>
                  <a:pt x="1390650" y="209550"/>
                </a:lnTo>
                <a:lnTo>
                  <a:pt x="1381125" y="209550"/>
                </a:lnTo>
                <a:close/>
                <a:moveTo>
                  <a:pt x="1562100" y="200025"/>
                </a:moveTo>
                <a:lnTo>
                  <a:pt x="1571625" y="200025"/>
                </a:lnTo>
                <a:lnTo>
                  <a:pt x="1571625" y="209550"/>
                </a:lnTo>
                <a:lnTo>
                  <a:pt x="1562100" y="209550"/>
                </a:lnTo>
                <a:close/>
                <a:moveTo>
                  <a:pt x="1504950" y="219075"/>
                </a:moveTo>
                <a:lnTo>
                  <a:pt x="1514475" y="219075"/>
                </a:lnTo>
                <a:lnTo>
                  <a:pt x="1514475" y="228600"/>
                </a:lnTo>
                <a:lnTo>
                  <a:pt x="1504950" y="228600"/>
                </a:lnTo>
                <a:close/>
                <a:moveTo>
                  <a:pt x="1428750" y="228600"/>
                </a:moveTo>
                <a:lnTo>
                  <a:pt x="1447800" y="228600"/>
                </a:lnTo>
                <a:lnTo>
                  <a:pt x="1447800" y="238125"/>
                </a:lnTo>
                <a:lnTo>
                  <a:pt x="1428750" y="238125"/>
                </a:lnTo>
                <a:close/>
                <a:moveTo>
                  <a:pt x="676275" y="238125"/>
                </a:moveTo>
                <a:lnTo>
                  <a:pt x="685800" y="238125"/>
                </a:lnTo>
                <a:lnTo>
                  <a:pt x="685800" y="247650"/>
                </a:lnTo>
                <a:lnTo>
                  <a:pt x="676275" y="247650"/>
                </a:lnTo>
                <a:close/>
                <a:moveTo>
                  <a:pt x="666750" y="247650"/>
                </a:moveTo>
                <a:lnTo>
                  <a:pt x="676275" y="247650"/>
                </a:lnTo>
                <a:lnTo>
                  <a:pt x="676275" y="257175"/>
                </a:lnTo>
                <a:lnTo>
                  <a:pt x="666750" y="257175"/>
                </a:lnTo>
                <a:close/>
                <a:moveTo>
                  <a:pt x="552450" y="266700"/>
                </a:moveTo>
                <a:lnTo>
                  <a:pt x="561975" y="266700"/>
                </a:lnTo>
                <a:lnTo>
                  <a:pt x="561975" y="276225"/>
                </a:lnTo>
                <a:lnTo>
                  <a:pt x="581025" y="276225"/>
                </a:lnTo>
                <a:lnTo>
                  <a:pt x="581025" y="266700"/>
                </a:lnTo>
                <a:lnTo>
                  <a:pt x="590550" y="266700"/>
                </a:lnTo>
                <a:lnTo>
                  <a:pt x="590550" y="247650"/>
                </a:lnTo>
                <a:lnTo>
                  <a:pt x="581025" y="247650"/>
                </a:lnTo>
                <a:lnTo>
                  <a:pt x="581025" y="238125"/>
                </a:lnTo>
                <a:lnTo>
                  <a:pt x="571500" y="238125"/>
                </a:lnTo>
                <a:lnTo>
                  <a:pt x="571500" y="247650"/>
                </a:lnTo>
                <a:lnTo>
                  <a:pt x="561975" y="247650"/>
                </a:lnTo>
                <a:lnTo>
                  <a:pt x="561975" y="257175"/>
                </a:lnTo>
                <a:lnTo>
                  <a:pt x="552450" y="257175"/>
                </a:lnTo>
                <a:close/>
                <a:moveTo>
                  <a:pt x="1657350" y="266700"/>
                </a:moveTo>
                <a:lnTo>
                  <a:pt x="1685925" y="266700"/>
                </a:lnTo>
                <a:lnTo>
                  <a:pt x="1685925" y="276225"/>
                </a:lnTo>
                <a:lnTo>
                  <a:pt x="1695450" y="276225"/>
                </a:lnTo>
                <a:lnTo>
                  <a:pt x="1695450" y="304800"/>
                </a:lnTo>
                <a:lnTo>
                  <a:pt x="1685925" y="304800"/>
                </a:lnTo>
                <a:lnTo>
                  <a:pt x="1685925" y="295275"/>
                </a:lnTo>
                <a:lnTo>
                  <a:pt x="1676400" y="295275"/>
                </a:lnTo>
                <a:lnTo>
                  <a:pt x="1676400" y="276225"/>
                </a:lnTo>
                <a:lnTo>
                  <a:pt x="1657350" y="276225"/>
                </a:lnTo>
                <a:close/>
                <a:moveTo>
                  <a:pt x="457200" y="285750"/>
                </a:moveTo>
                <a:lnTo>
                  <a:pt x="466725" y="285750"/>
                </a:lnTo>
                <a:lnTo>
                  <a:pt x="466725" y="295275"/>
                </a:lnTo>
                <a:lnTo>
                  <a:pt x="495300" y="295275"/>
                </a:lnTo>
                <a:lnTo>
                  <a:pt x="495300" y="276225"/>
                </a:lnTo>
                <a:lnTo>
                  <a:pt x="476250" y="276225"/>
                </a:lnTo>
                <a:lnTo>
                  <a:pt x="476250" y="266700"/>
                </a:lnTo>
                <a:lnTo>
                  <a:pt x="457200" y="266700"/>
                </a:lnTo>
                <a:close/>
                <a:moveTo>
                  <a:pt x="342900" y="314325"/>
                </a:moveTo>
                <a:lnTo>
                  <a:pt x="352425" y="314325"/>
                </a:lnTo>
                <a:lnTo>
                  <a:pt x="352425" y="323850"/>
                </a:lnTo>
                <a:lnTo>
                  <a:pt x="342900" y="323850"/>
                </a:lnTo>
                <a:close/>
                <a:moveTo>
                  <a:pt x="428625" y="323850"/>
                </a:moveTo>
                <a:lnTo>
                  <a:pt x="447675" y="323850"/>
                </a:lnTo>
                <a:lnTo>
                  <a:pt x="447675" y="342900"/>
                </a:lnTo>
                <a:lnTo>
                  <a:pt x="466725" y="342900"/>
                </a:lnTo>
                <a:lnTo>
                  <a:pt x="466725" y="333375"/>
                </a:lnTo>
                <a:lnTo>
                  <a:pt x="476250" y="333375"/>
                </a:lnTo>
                <a:lnTo>
                  <a:pt x="476250" y="314325"/>
                </a:lnTo>
                <a:lnTo>
                  <a:pt x="466725" y="314325"/>
                </a:lnTo>
                <a:lnTo>
                  <a:pt x="466725" y="304800"/>
                </a:lnTo>
                <a:lnTo>
                  <a:pt x="457200" y="304800"/>
                </a:lnTo>
                <a:lnTo>
                  <a:pt x="457200" y="295275"/>
                </a:lnTo>
                <a:lnTo>
                  <a:pt x="428625" y="295275"/>
                </a:lnTo>
                <a:close/>
                <a:moveTo>
                  <a:pt x="628650" y="333375"/>
                </a:moveTo>
                <a:lnTo>
                  <a:pt x="638175" y="333375"/>
                </a:lnTo>
                <a:lnTo>
                  <a:pt x="638175" y="342900"/>
                </a:lnTo>
                <a:lnTo>
                  <a:pt x="628650" y="342900"/>
                </a:lnTo>
                <a:close/>
                <a:moveTo>
                  <a:pt x="1200150" y="333375"/>
                </a:moveTo>
                <a:lnTo>
                  <a:pt x="1219200" y="333375"/>
                </a:lnTo>
                <a:lnTo>
                  <a:pt x="1219200" y="381000"/>
                </a:lnTo>
                <a:lnTo>
                  <a:pt x="1209675" y="381000"/>
                </a:lnTo>
                <a:lnTo>
                  <a:pt x="1209675" y="390525"/>
                </a:lnTo>
                <a:lnTo>
                  <a:pt x="1200150" y="390525"/>
                </a:lnTo>
                <a:close/>
                <a:moveTo>
                  <a:pt x="476250" y="352425"/>
                </a:moveTo>
                <a:lnTo>
                  <a:pt x="466725" y="352425"/>
                </a:lnTo>
                <a:lnTo>
                  <a:pt x="466725" y="361950"/>
                </a:lnTo>
                <a:lnTo>
                  <a:pt x="476250" y="361950"/>
                </a:lnTo>
                <a:close/>
                <a:moveTo>
                  <a:pt x="476250" y="352425"/>
                </a:moveTo>
                <a:lnTo>
                  <a:pt x="485775" y="352425"/>
                </a:lnTo>
                <a:lnTo>
                  <a:pt x="485775" y="342900"/>
                </a:lnTo>
                <a:lnTo>
                  <a:pt x="476250" y="342900"/>
                </a:lnTo>
                <a:close/>
                <a:moveTo>
                  <a:pt x="1724025" y="352425"/>
                </a:moveTo>
                <a:lnTo>
                  <a:pt x="1733550" y="352425"/>
                </a:lnTo>
                <a:lnTo>
                  <a:pt x="1733550" y="361950"/>
                </a:lnTo>
                <a:lnTo>
                  <a:pt x="1724025" y="361950"/>
                </a:lnTo>
                <a:close/>
                <a:moveTo>
                  <a:pt x="581025" y="371475"/>
                </a:moveTo>
                <a:lnTo>
                  <a:pt x="590550" y="371475"/>
                </a:lnTo>
                <a:lnTo>
                  <a:pt x="590550" y="361950"/>
                </a:lnTo>
                <a:lnTo>
                  <a:pt x="571500" y="361950"/>
                </a:lnTo>
                <a:lnTo>
                  <a:pt x="571500" y="381000"/>
                </a:lnTo>
                <a:lnTo>
                  <a:pt x="581025" y="381000"/>
                </a:lnTo>
                <a:close/>
                <a:moveTo>
                  <a:pt x="581025" y="400050"/>
                </a:moveTo>
                <a:lnTo>
                  <a:pt x="600075" y="400050"/>
                </a:lnTo>
                <a:lnTo>
                  <a:pt x="600075" y="390525"/>
                </a:lnTo>
                <a:lnTo>
                  <a:pt x="581025" y="390525"/>
                </a:lnTo>
                <a:close/>
                <a:moveTo>
                  <a:pt x="885825" y="400050"/>
                </a:moveTo>
                <a:lnTo>
                  <a:pt x="895350" y="400050"/>
                </a:lnTo>
                <a:lnTo>
                  <a:pt x="895350" y="409575"/>
                </a:lnTo>
                <a:lnTo>
                  <a:pt x="885825" y="409575"/>
                </a:lnTo>
                <a:close/>
                <a:moveTo>
                  <a:pt x="266700" y="409575"/>
                </a:moveTo>
                <a:lnTo>
                  <a:pt x="276225" y="409575"/>
                </a:lnTo>
                <a:lnTo>
                  <a:pt x="276225" y="419100"/>
                </a:lnTo>
                <a:lnTo>
                  <a:pt x="266700" y="419100"/>
                </a:lnTo>
                <a:close/>
                <a:moveTo>
                  <a:pt x="438150" y="409575"/>
                </a:moveTo>
                <a:lnTo>
                  <a:pt x="457200" y="409575"/>
                </a:lnTo>
                <a:lnTo>
                  <a:pt x="457200" y="381000"/>
                </a:lnTo>
                <a:lnTo>
                  <a:pt x="438150" y="381000"/>
                </a:lnTo>
                <a:close/>
                <a:moveTo>
                  <a:pt x="1819275" y="438150"/>
                </a:moveTo>
                <a:lnTo>
                  <a:pt x="1838325" y="438150"/>
                </a:lnTo>
                <a:lnTo>
                  <a:pt x="1838325" y="457200"/>
                </a:lnTo>
                <a:lnTo>
                  <a:pt x="1847850" y="457200"/>
                </a:lnTo>
                <a:lnTo>
                  <a:pt x="1847850" y="466725"/>
                </a:lnTo>
                <a:lnTo>
                  <a:pt x="1828800" y="466725"/>
                </a:lnTo>
                <a:lnTo>
                  <a:pt x="1828800" y="476250"/>
                </a:lnTo>
                <a:lnTo>
                  <a:pt x="1819275" y="476250"/>
                </a:lnTo>
                <a:lnTo>
                  <a:pt x="1819275" y="466725"/>
                </a:lnTo>
                <a:lnTo>
                  <a:pt x="1809750" y="466725"/>
                </a:lnTo>
                <a:lnTo>
                  <a:pt x="1809750" y="457200"/>
                </a:lnTo>
                <a:lnTo>
                  <a:pt x="1828800" y="457200"/>
                </a:lnTo>
                <a:lnTo>
                  <a:pt x="1828800" y="447675"/>
                </a:lnTo>
                <a:lnTo>
                  <a:pt x="1819275" y="447675"/>
                </a:lnTo>
                <a:close/>
                <a:moveTo>
                  <a:pt x="295275" y="476250"/>
                </a:moveTo>
                <a:lnTo>
                  <a:pt x="304800" y="476250"/>
                </a:lnTo>
                <a:lnTo>
                  <a:pt x="304800" y="485775"/>
                </a:lnTo>
                <a:lnTo>
                  <a:pt x="295275" y="485775"/>
                </a:lnTo>
                <a:close/>
                <a:moveTo>
                  <a:pt x="1828800" y="476250"/>
                </a:moveTo>
                <a:lnTo>
                  <a:pt x="1847850" y="476250"/>
                </a:lnTo>
                <a:lnTo>
                  <a:pt x="1847850" y="485775"/>
                </a:lnTo>
                <a:lnTo>
                  <a:pt x="1828800" y="485775"/>
                </a:lnTo>
                <a:close/>
                <a:moveTo>
                  <a:pt x="352425" y="485775"/>
                </a:moveTo>
                <a:lnTo>
                  <a:pt x="361950" y="485775"/>
                </a:lnTo>
                <a:lnTo>
                  <a:pt x="361950" y="495300"/>
                </a:lnTo>
                <a:lnTo>
                  <a:pt x="371475" y="495300"/>
                </a:lnTo>
                <a:lnTo>
                  <a:pt x="371475" y="504825"/>
                </a:lnTo>
                <a:lnTo>
                  <a:pt x="361950" y="504825"/>
                </a:lnTo>
                <a:lnTo>
                  <a:pt x="361950" y="523875"/>
                </a:lnTo>
                <a:lnTo>
                  <a:pt x="352425" y="523875"/>
                </a:lnTo>
                <a:lnTo>
                  <a:pt x="352425" y="514350"/>
                </a:lnTo>
                <a:lnTo>
                  <a:pt x="342900" y="514350"/>
                </a:lnTo>
                <a:lnTo>
                  <a:pt x="342900" y="504825"/>
                </a:lnTo>
                <a:lnTo>
                  <a:pt x="352425" y="504825"/>
                </a:lnTo>
                <a:close/>
                <a:moveTo>
                  <a:pt x="1819275" y="495300"/>
                </a:moveTo>
                <a:lnTo>
                  <a:pt x="1838325" y="495300"/>
                </a:lnTo>
                <a:lnTo>
                  <a:pt x="1838325" y="504825"/>
                </a:lnTo>
                <a:lnTo>
                  <a:pt x="1828800" y="504825"/>
                </a:lnTo>
                <a:lnTo>
                  <a:pt x="1828800" y="514350"/>
                </a:lnTo>
                <a:lnTo>
                  <a:pt x="1819275" y="514350"/>
                </a:lnTo>
                <a:close/>
                <a:moveTo>
                  <a:pt x="238125" y="504825"/>
                </a:moveTo>
                <a:lnTo>
                  <a:pt x="257175" y="504825"/>
                </a:lnTo>
                <a:lnTo>
                  <a:pt x="257175" y="514350"/>
                </a:lnTo>
                <a:lnTo>
                  <a:pt x="266700" y="514350"/>
                </a:lnTo>
                <a:lnTo>
                  <a:pt x="266700" y="523875"/>
                </a:lnTo>
                <a:lnTo>
                  <a:pt x="257175" y="523875"/>
                </a:lnTo>
                <a:lnTo>
                  <a:pt x="257175" y="533400"/>
                </a:lnTo>
                <a:lnTo>
                  <a:pt x="238125" y="533400"/>
                </a:lnTo>
                <a:lnTo>
                  <a:pt x="238125" y="542925"/>
                </a:lnTo>
                <a:lnTo>
                  <a:pt x="228600" y="542925"/>
                </a:lnTo>
                <a:lnTo>
                  <a:pt x="228600" y="561975"/>
                </a:lnTo>
                <a:lnTo>
                  <a:pt x="238125" y="561975"/>
                </a:lnTo>
                <a:lnTo>
                  <a:pt x="238125" y="571500"/>
                </a:lnTo>
                <a:lnTo>
                  <a:pt x="228600" y="571500"/>
                </a:lnTo>
                <a:lnTo>
                  <a:pt x="228600" y="600075"/>
                </a:lnTo>
                <a:lnTo>
                  <a:pt x="238125" y="600075"/>
                </a:lnTo>
                <a:lnTo>
                  <a:pt x="238125" y="628650"/>
                </a:lnTo>
                <a:lnTo>
                  <a:pt x="228600" y="628650"/>
                </a:lnTo>
                <a:lnTo>
                  <a:pt x="228600" y="609600"/>
                </a:lnTo>
                <a:lnTo>
                  <a:pt x="219075" y="609600"/>
                </a:lnTo>
                <a:lnTo>
                  <a:pt x="219075" y="600075"/>
                </a:lnTo>
                <a:lnTo>
                  <a:pt x="209550" y="600075"/>
                </a:lnTo>
                <a:lnTo>
                  <a:pt x="209550" y="581025"/>
                </a:lnTo>
                <a:lnTo>
                  <a:pt x="200025" y="581025"/>
                </a:lnTo>
                <a:lnTo>
                  <a:pt x="200025" y="561975"/>
                </a:lnTo>
                <a:lnTo>
                  <a:pt x="180975" y="561975"/>
                </a:lnTo>
                <a:lnTo>
                  <a:pt x="180975" y="552450"/>
                </a:lnTo>
                <a:lnTo>
                  <a:pt x="190500" y="552450"/>
                </a:lnTo>
                <a:lnTo>
                  <a:pt x="190500" y="523875"/>
                </a:lnTo>
                <a:lnTo>
                  <a:pt x="200025" y="523875"/>
                </a:lnTo>
                <a:lnTo>
                  <a:pt x="200025" y="542925"/>
                </a:lnTo>
                <a:lnTo>
                  <a:pt x="219075" y="542925"/>
                </a:lnTo>
                <a:lnTo>
                  <a:pt x="219075" y="533400"/>
                </a:lnTo>
                <a:lnTo>
                  <a:pt x="228600" y="533400"/>
                </a:lnTo>
                <a:lnTo>
                  <a:pt x="228600" y="523875"/>
                </a:lnTo>
                <a:lnTo>
                  <a:pt x="238125" y="523875"/>
                </a:lnTo>
                <a:close/>
                <a:moveTo>
                  <a:pt x="333375" y="533400"/>
                </a:moveTo>
                <a:lnTo>
                  <a:pt x="342900" y="533400"/>
                </a:lnTo>
                <a:lnTo>
                  <a:pt x="342900" y="561975"/>
                </a:lnTo>
                <a:lnTo>
                  <a:pt x="333375" y="561975"/>
                </a:lnTo>
                <a:close/>
                <a:moveTo>
                  <a:pt x="1838325" y="533400"/>
                </a:moveTo>
                <a:lnTo>
                  <a:pt x="1857375" y="533400"/>
                </a:lnTo>
                <a:lnTo>
                  <a:pt x="1857375" y="542925"/>
                </a:lnTo>
                <a:lnTo>
                  <a:pt x="1838325" y="542925"/>
                </a:lnTo>
                <a:close/>
                <a:moveTo>
                  <a:pt x="1247775" y="542925"/>
                </a:moveTo>
                <a:lnTo>
                  <a:pt x="1257300" y="542925"/>
                </a:lnTo>
                <a:lnTo>
                  <a:pt x="1257300" y="571500"/>
                </a:lnTo>
                <a:lnTo>
                  <a:pt x="1247775" y="571500"/>
                </a:lnTo>
                <a:close/>
                <a:moveTo>
                  <a:pt x="1266825" y="552450"/>
                </a:moveTo>
                <a:lnTo>
                  <a:pt x="1276350" y="552450"/>
                </a:lnTo>
                <a:lnTo>
                  <a:pt x="1276350" y="561975"/>
                </a:lnTo>
                <a:lnTo>
                  <a:pt x="1266825" y="561975"/>
                </a:lnTo>
                <a:close/>
                <a:moveTo>
                  <a:pt x="1895475" y="561975"/>
                </a:moveTo>
                <a:lnTo>
                  <a:pt x="1905000" y="561975"/>
                </a:lnTo>
                <a:lnTo>
                  <a:pt x="1905000" y="571500"/>
                </a:lnTo>
                <a:lnTo>
                  <a:pt x="1895475" y="571500"/>
                </a:lnTo>
                <a:close/>
                <a:moveTo>
                  <a:pt x="561975" y="571500"/>
                </a:moveTo>
                <a:lnTo>
                  <a:pt x="581025" y="571500"/>
                </a:lnTo>
                <a:lnTo>
                  <a:pt x="581025" y="581025"/>
                </a:lnTo>
                <a:lnTo>
                  <a:pt x="590550" y="581025"/>
                </a:lnTo>
                <a:lnTo>
                  <a:pt x="590550" y="571500"/>
                </a:lnTo>
                <a:lnTo>
                  <a:pt x="609600" y="571500"/>
                </a:lnTo>
                <a:lnTo>
                  <a:pt x="609600" y="590550"/>
                </a:lnTo>
                <a:lnTo>
                  <a:pt x="600075" y="590550"/>
                </a:lnTo>
                <a:lnTo>
                  <a:pt x="600075" y="600075"/>
                </a:lnTo>
                <a:lnTo>
                  <a:pt x="561975" y="600075"/>
                </a:lnTo>
                <a:close/>
                <a:moveTo>
                  <a:pt x="1876425" y="571500"/>
                </a:moveTo>
                <a:lnTo>
                  <a:pt x="1885950" y="571500"/>
                </a:lnTo>
                <a:lnTo>
                  <a:pt x="1885950" y="581025"/>
                </a:lnTo>
                <a:lnTo>
                  <a:pt x="1876425" y="581025"/>
                </a:lnTo>
                <a:close/>
                <a:moveTo>
                  <a:pt x="514350" y="600075"/>
                </a:moveTo>
                <a:lnTo>
                  <a:pt x="533400" y="600075"/>
                </a:lnTo>
                <a:lnTo>
                  <a:pt x="533400" y="609600"/>
                </a:lnTo>
                <a:lnTo>
                  <a:pt x="514350" y="609600"/>
                </a:lnTo>
                <a:close/>
                <a:moveTo>
                  <a:pt x="1914525" y="600075"/>
                </a:moveTo>
                <a:lnTo>
                  <a:pt x="1924050" y="600075"/>
                </a:lnTo>
                <a:lnTo>
                  <a:pt x="1924050" y="619125"/>
                </a:lnTo>
                <a:lnTo>
                  <a:pt x="1914525" y="619125"/>
                </a:lnTo>
                <a:close/>
                <a:moveTo>
                  <a:pt x="190500" y="609600"/>
                </a:moveTo>
                <a:lnTo>
                  <a:pt x="200025" y="609600"/>
                </a:lnTo>
                <a:lnTo>
                  <a:pt x="200025" y="628650"/>
                </a:lnTo>
                <a:lnTo>
                  <a:pt x="190500" y="628650"/>
                </a:lnTo>
                <a:lnTo>
                  <a:pt x="190500" y="638175"/>
                </a:lnTo>
                <a:lnTo>
                  <a:pt x="180975" y="638175"/>
                </a:lnTo>
                <a:lnTo>
                  <a:pt x="180975" y="619125"/>
                </a:lnTo>
                <a:lnTo>
                  <a:pt x="190500" y="619125"/>
                </a:lnTo>
                <a:close/>
                <a:moveTo>
                  <a:pt x="866775" y="609600"/>
                </a:moveTo>
                <a:lnTo>
                  <a:pt x="876300" y="609600"/>
                </a:lnTo>
                <a:lnTo>
                  <a:pt x="876300" y="619125"/>
                </a:lnTo>
                <a:lnTo>
                  <a:pt x="866775" y="619125"/>
                </a:lnTo>
                <a:close/>
                <a:moveTo>
                  <a:pt x="238125" y="628650"/>
                </a:moveTo>
                <a:lnTo>
                  <a:pt x="247650" y="628650"/>
                </a:lnTo>
                <a:lnTo>
                  <a:pt x="247650" y="638175"/>
                </a:lnTo>
                <a:lnTo>
                  <a:pt x="276225" y="638175"/>
                </a:lnTo>
                <a:lnTo>
                  <a:pt x="276225" y="657225"/>
                </a:lnTo>
                <a:lnTo>
                  <a:pt x="238125" y="657225"/>
                </a:lnTo>
                <a:close/>
                <a:moveTo>
                  <a:pt x="152400" y="657225"/>
                </a:moveTo>
                <a:lnTo>
                  <a:pt x="171450" y="657225"/>
                </a:lnTo>
                <a:lnTo>
                  <a:pt x="171450" y="676275"/>
                </a:lnTo>
                <a:lnTo>
                  <a:pt x="180975" y="676275"/>
                </a:lnTo>
                <a:lnTo>
                  <a:pt x="180975" y="685800"/>
                </a:lnTo>
                <a:lnTo>
                  <a:pt x="161925" y="685800"/>
                </a:lnTo>
                <a:lnTo>
                  <a:pt x="161925" y="676275"/>
                </a:lnTo>
                <a:lnTo>
                  <a:pt x="133350" y="676275"/>
                </a:lnTo>
                <a:lnTo>
                  <a:pt x="133350" y="666750"/>
                </a:lnTo>
                <a:lnTo>
                  <a:pt x="152400" y="666750"/>
                </a:lnTo>
                <a:close/>
                <a:moveTo>
                  <a:pt x="276225" y="657225"/>
                </a:moveTo>
                <a:lnTo>
                  <a:pt x="295275" y="657225"/>
                </a:lnTo>
                <a:lnTo>
                  <a:pt x="295275" y="666750"/>
                </a:lnTo>
                <a:lnTo>
                  <a:pt x="276225" y="666750"/>
                </a:lnTo>
                <a:close/>
                <a:moveTo>
                  <a:pt x="257175" y="676275"/>
                </a:moveTo>
                <a:lnTo>
                  <a:pt x="266700" y="676275"/>
                </a:lnTo>
                <a:lnTo>
                  <a:pt x="266700" y="685800"/>
                </a:lnTo>
                <a:lnTo>
                  <a:pt x="276225" y="685800"/>
                </a:lnTo>
                <a:lnTo>
                  <a:pt x="276225" y="676275"/>
                </a:lnTo>
                <a:lnTo>
                  <a:pt x="285750" y="676275"/>
                </a:lnTo>
                <a:lnTo>
                  <a:pt x="285750" y="685800"/>
                </a:lnTo>
                <a:lnTo>
                  <a:pt x="295275" y="685800"/>
                </a:lnTo>
                <a:lnTo>
                  <a:pt x="295275" y="723900"/>
                </a:lnTo>
                <a:lnTo>
                  <a:pt x="304800" y="723900"/>
                </a:lnTo>
                <a:lnTo>
                  <a:pt x="304800" y="733425"/>
                </a:lnTo>
                <a:lnTo>
                  <a:pt x="295275" y="733425"/>
                </a:lnTo>
                <a:lnTo>
                  <a:pt x="295275" y="752475"/>
                </a:lnTo>
                <a:lnTo>
                  <a:pt x="304800" y="752475"/>
                </a:lnTo>
                <a:lnTo>
                  <a:pt x="304800" y="771525"/>
                </a:lnTo>
                <a:lnTo>
                  <a:pt x="295275" y="771525"/>
                </a:lnTo>
                <a:lnTo>
                  <a:pt x="295275" y="781050"/>
                </a:lnTo>
                <a:lnTo>
                  <a:pt x="285750" y="781050"/>
                </a:lnTo>
                <a:lnTo>
                  <a:pt x="285750" y="790575"/>
                </a:lnTo>
                <a:lnTo>
                  <a:pt x="266700" y="790575"/>
                </a:lnTo>
                <a:lnTo>
                  <a:pt x="266700" y="800100"/>
                </a:lnTo>
                <a:lnTo>
                  <a:pt x="257175" y="800100"/>
                </a:lnTo>
                <a:lnTo>
                  <a:pt x="257175" y="819150"/>
                </a:lnTo>
                <a:lnTo>
                  <a:pt x="238125" y="819150"/>
                </a:lnTo>
                <a:lnTo>
                  <a:pt x="238125" y="828675"/>
                </a:lnTo>
                <a:lnTo>
                  <a:pt x="228600" y="828675"/>
                </a:lnTo>
                <a:lnTo>
                  <a:pt x="228600" y="857250"/>
                </a:lnTo>
                <a:lnTo>
                  <a:pt x="219075" y="857250"/>
                </a:lnTo>
                <a:lnTo>
                  <a:pt x="219075" y="866775"/>
                </a:lnTo>
                <a:lnTo>
                  <a:pt x="180975" y="866775"/>
                </a:lnTo>
                <a:lnTo>
                  <a:pt x="180975" y="876300"/>
                </a:lnTo>
                <a:lnTo>
                  <a:pt x="190500" y="876300"/>
                </a:lnTo>
                <a:lnTo>
                  <a:pt x="190500" y="885825"/>
                </a:lnTo>
                <a:lnTo>
                  <a:pt x="219075" y="885825"/>
                </a:lnTo>
                <a:lnTo>
                  <a:pt x="219075" y="895350"/>
                </a:lnTo>
                <a:lnTo>
                  <a:pt x="228600" y="895350"/>
                </a:lnTo>
                <a:lnTo>
                  <a:pt x="228600" y="904875"/>
                </a:lnTo>
                <a:lnTo>
                  <a:pt x="238125" y="904875"/>
                </a:lnTo>
                <a:lnTo>
                  <a:pt x="238125" y="914400"/>
                </a:lnTo>
                <a:lnTo>
                  <a:pt x="247650" y="914400"/>
                </a:lnTo>
                <a:lnTo>
                  <a:pt x="247650" y="904875"/>
                </a:lnTo>
                <a:lnTo>
                  <a:pt x="266700" y="904875"/>
                </a:lnTo>
                <a:lnTo>
                  <a:pt x="266700" y="971550"/>
                </a:lnTo>
                <a:lnTo>
                  <a:pt x="276225" y="971550"/>
                </a:lnTo>
                <a:lnTo>
                  <a:pt x="276225" y="981075"/>
                </a:lnTo>
                <a:lnTo>
                  <a:pt x="285750" y="981075"/>
                </a:lnTo>
                <a:lnTo>
                  <a:pt x="285750" y="1000125"/>
                </a:lnTo>
                <a:lnTo>
                  <a:pt x="295275" y="1000125"/>
                </a:lnTo>
                <a:lnTo>
                  <a:pt x="295275" y="1057275"/>
                </a:lnTo>
                <a:lnTo>
                  <a:pt x="314325" y="1057275"/>
                </a:lnTo>
                <a:lnTo>
                  <a:pt x="314325" y="1066800"/>
                </a:lnTo>
                <a:lnTo>
                  <a:pt x="333375" y="1066800"/>
                </a:lnTo>
                <a:lnTo>
                  <a:pt x="333375" y="1076325"/>
                </a:lnTo>
                <a:lnTo>
                  <a:pt x="323850" y="1076325"/>
                </a:lnTo>
                <a:lnTo>
                  <a:pt x="323850" y="1085850"/>
                </a:lnTo>
                <a:lnTo>
                  <a:pt x="314325" y="1085850"/>
                </a:lnTo>
                <a:lnTo>
                  <a:pt x="314325" y="1104900"/>
                </a:lnTo>
                <a:lnTo>
                  <a:pt x="304800" y="1104900"/>
                </a:lnTo>
                <a:lnTo>
                  <a:pt x="304800" y="1095375"/>
                </a:lnTo>
                <a:lnTo>
                  <a:pt x="295275" y="1095375"/>
                </a:lnTo>
                <a:lnTo>
                  <a:pt x="295275" y="1104900"/>
                </a:lnTo>
                <a:lnTo>
                  <a:pt x="266700" y="1104900"/>
                </a:lnTo>
                <a:lnTo>
                  <a:pt x="266700" y="1085850"/>
                </a:lnTo>
                <a:lnTo>
                  <a:pt x="247650" y="1085850"/>
                </a:lnTo>
                <a:lnTo>
                  <a:pt x="247650" y="1028700"/>
                </a:lnTo>
                <a:lnTo>
                  <a:pt x="228600" y="1028700"/>
                </a:lnTo>
                <a:lnTo>
                  <a:pt x="228600" y="1057275"/>
                </a:lnTo>
                <a:lnTo>
                  <a:pt x="209550" y="1057275"/>
                </a:lnTo>
                <a:lnTo>
                  <a:pt x="209550" y="990600"/>
                </a:lnTo>
                <a:lnTo>
                  <a:pt x="219075" y="990600"/>
                </a:lnTo>
                <a:lnTo>
                  <a:pt x="219075" y="952500"/>
                </a:lnTo>
                <a:lnTo>
                  <a:pt x="209550" y="952500"/>
                </a:lnTo>
                <a:lnTo>
                  <a:pt x="209550" y="942975"/>
                </a:lnTo>
                <a:lnTo>
                  <a:pt x="200025" y="942975"/>
                </a:lnTo>
                <a:lnTo>
                  <a:pt x="200025" y="952500"/>
                </a:lnTo>
                <a:lnTo>
                  <a:pt x="190500" y="952500"/>
                </a:lnTo>
                <a:lnTo>
                  <a:pt x="190500" y="971550"/>
                </a:lnTo>
                <a:lnTo>
                  <a:pt x="171450" y="971550"/>
                </a:lnTo>
                <a:lnTo>
                  <a:pt x="171450" y="933450"/>
                </a:lnTo>
                <a:lnTo>
                  <a:pt x="180975" y="933450"/>
                </a:lnTo>
                <a:lnTo>
                  <a:pt x="180975" y="904875"/>
                </a:lnTo>
                <a:lnTo>
                  <a:pt x="142875" y="904875"/>
                </a:lnTo>
                <a:lnTo>
                  <a:pt x="142875" y="895350"/>
                </a:lnTo>
                <a:lnTo>
                  <a:pt x="133350" y="895350"/>
                </a:lnTo>
                <a:lnTo>
                  <a:pt x="133350" y="781050"/>
                </a:lnTo>
                <a:lnTo>
                  <a:pt x="171450" y="781050"/>
                </a:lnTo>
                <a:lnTo>
                  <a:pt x="171450" y="771525"/>
                </a:lnTo>
                <a:lnTo>
                  <a:pt x="180975" y="771525"/>
                </a:lnTo>
                <a:lnTo>
                  <a:pt x="180975" y="762000"/>
                </a:lnTo>
                <a:lnTo>
                  <a:pt x="171450" y="762000"/>
                </a:lnTo>
                <a:lnTo>
                  <a:pt x="171450" y="714375"/>
                </a:lnTo>
                <a:lnTo>
                  <a:pt x="180975" y="714375"/>
                </a:lnTo>
                <a:lnTo>
                  <a:pt x="180975" y="695325"/>
                </a:lnTo>
                <a:lnTo>
                  <a:pt x="200025" y="695325"/>
                </a:lnTo>
                <a:lnTo>
                  <a:pt x="200025" y="714375"/>
                </a:lnTo>
                <a:lnTo>
                  <a:pt x="228600" y="714375"/>
                </a:lnTo>
                <a:lnTo>
                  <a:pt x="228600" y="704850"/>
                </a:lnTo>
                <a:lnTo>
                  <a:pt x="238125" y="704850"/>
                </a:lnTo>
                <a:lnTo>
                  <a:pt x="238125" y="695325"/>
                </a:lnTo>
                <a:lnTo>
                  <a:pt x="247650" y="695325"/>
                </a:lnTo>
                <a:lnTo>
                  <a:pt x="247650" y="685800"/>
                </a:lnTo>
                <a:lnTo>
                  <a:pt x="257175" y="685800"/>
                </a:lnTo>
                <a:close/>
                <a:moveTo>
                  <a:pt x="542925" y="676275"/>
                </a:moveTo>
                <a:lnTo>
                  <a:pt x="552450" y="676275"/>
                </a:lnTo>
                <a:lnTo>
                  <a:pt x="552450" y="714375"/>
                </a:lnTo>
                <a:lnTo>
                  <a:pt x="561975" y="714375"/>
                </a:lnTo>
                <a:lnTo>
                  <a:pt x="561975" y="723900"/>
                </a:lnTo>
                <a:lnTo>
                  <a:pt x="571500" y="723900"/>
                </a:lnTo>
                <a:lnTo>
                  <a:pt x="571500" y="695325"/>
                </a:lnTo>
                <a:lnTo>
                  <a:pt x="561975" y="695325"/>
                </a:lnTo>
                <a:lnTo>
                  <a:pt x="561975" y="685800"/>
                </a:lnTo>
                <a:lnTo>
                  <a:pt x="581025" y="685800"/>
                </a:lnTo>
                <a:lnTo>
                  <a:pt x="581025" y="723900"/>
                </a:lnTo>
                <a:lnTo>
                  <a:pt x="600075" y="723900"/>
                </a:lnTo>
                <a:lnTo>
                  <a:pt x="600075" y="742950"/>
                </a:lnTo>
                <a:lnTo>
                  <a:pt x="609600" y="742950"/>
                </a:lnTo>
                <a:lnTo>
                  <a:pt x="609600" y="752475"/>
                </a:lnTo>
                <a:lnTo>
                  <a:pt x="571500" y="752475"/>
                </a:lnTo>
                <a:lnTo>
                  <a:pt x="571500" y="781050"/>
                </a:lnTo>
                <a:lnTo>
                  <a:pt x="561975" y="781050"/>
                </a:lnTo>
                <a:lnTo>
                  <a:pt x="561975" y="790575"/>
                </a:lnTo>
                <a:lnTo>
                  <a:pt x="552450" y="790575"/>
                </a:lnTo>
                <a:lnTo>
                  <a:pt x="552450" y="819150"/>
                </a:lnTo>
                <a:lnTo>
                  <a:pt x="571500" y="819150"/>
                </a:lnTo>
                <a:lnTo>
                  <a:pt x="571500" y="828675"/>
                </a:lnTo>
                <a:lnTo>
                  <a:pt x="581025" y="828675"/>
                </a:lnTo>
                <a:lnTo>
                  <a:pt x="581025" y="838200"/>
                </a:lnTo>
                <a:lnTo>
                  <a:pt x="561975" y="838200"/>
                </a:lnTo>
                <a:lnTo>
                  <a:pt x="561975" y="857250"/>
                </a:lnTo>
                <a:lnTo>
                  <a:pt x="514350" y="857250"/>
                </a:lnTo>
                <a:lnTo>
                  <a:pt x="514350" y="790575"/>
                </a:lnTo>
                <a:lnTo>
                  <a:pt x="504825" y="790575"/>
                </a:lnTo>
                <a:lnTo>
                  <a:pt x="504825" y="781050"/>
                </a:lnTo>
                <a:lnTo>
                  <a:pt x="514350" y="781050"/>
                </a:lnTo>
                <a:lnTo>
                  <a:pt x="514350" y="790575"/>
                </a:lnTo>
                <a:lnTo>
                  <a:pt x="523875" y="790575"/>
                </a:lnTo>
                <a:lnTo>
                  <a:pt x="523875" y="695325"/>
                </a:lnTo>
                <a:lnTo>
                  <a:pt x="533400" y="695325"/>
                </a:lnTo>
                <a:lnTo>
                  <a:pt x="533400" y="685800"/>
                </a:lnTo>
                <a:lnTo>
                  <a:pt x="542925" y="685800"/>
                </a:lnTo>
                <a:close/>
                <a:moveTo>
                  <a:pt x="123825" y="685800"/>
                </a:moveTo>
                <a:lnTo>
                  <a:pt x="142875" y="685800"/>
                </a:lnTo>
                <a:lnTo>
                  <a:pt x="142875" y="714375"/>
                </a:lnTo>
                <a:lnTo>
                  <a:pt x="123825" y="714375"/>
                </a:lnTo>
                <a:lnTo>
                  <a:pt x="123825" y="704850"/>
                </a:lnTo>
                <a:lnTo>
                  <a:pt x="133350" y="704850"/>
                </a:lnTo>
                <a:lnTo>
                  <a:pt x="133350" y="695325"/>
                </a:lnTo>
                <a:lnTo>
                  <a:pt x="123825" y="695325"/>
                </a:lnTo>
                <a:close/>
                <a:moveTo>
                  <a:pt x="1952625" y="695325"/>
                </a:moveTo>
                <a:lnTo>
                  <a:pt x="1962150" y="695325"/>
                </a:lnTo>
                <a:lnTo>
                  <a:pt x="1962150" y="704850"/>
                </a:lnTo>
                <a:lnTo>
                  <a:pt x="1952625" y="704850"/>
                </a:lnTo>
                <a:close/>
                <a:moveTo>
                  <a:pt x="266700" y="704850"/>
                </a:moveTo>
                <a:lnTo>
                  <a:pt x="285750" y="704850"/>
                </a:lnTo>
                <a:lnTo>
                  <a:pt x="285750" y="695325"/>
                </a:lnTo>
                <a:lnTo>
                  <a:pt x="266700" y="695325"/>
                </a:lnTo>
                <a:close/>
                <a:moveTo>
                  <a:pt x="609600" y="752475"/>
                </a:moveTo>
                <a:lnTo>
                  <a:pt x="647700" y="752475"/>
                </a:lnTo>
                <a:lnTo>
                  <a:pt x="647700" y="800100"/>
                </a:lnTo>
                <a:lnTo>
                  <a:pt x="638175" y="800100"/>
                </a:lnTo>
                <a:lnTo>
                  <a:pt x="638175" y="809625"/>
                </a:lnTo>
                <a:lnTo>
                  <a:pt x="628650" y="809625"/>
                </a:lnTo>
                <a:lnTo>
                  <a:pt x="628650" y="819150"/>
                </a:lnTo>
                <a:lnTo>
                  <a:pt x="619125" y="819150"/>
                </a:lnTo>
                <a:lnTo>
                  <a:pt x="619125" y="809625"/>
                </a:lnTo>
                <a:lnTo>
                  <a:pt x="609600" y="809625"/>
                </a:lnTo>
                <a:lnTo>
                  <a:pt x="609600" y="790575"/>
                </a:lnTo>
                <a:lnTo>
                  <a:pt x="590550" y="790575"/>
                </a:lnTo>
                <a:lnTo>
                  <a:pt x="590550" y="771525"/>
                </a:lnTo>
                <a:lnTo>
                  <a:pt x="609600" y="771525"/>
                </a:lnTo>
                <a:close/>
                <a:moveTo>
                  <a:pt x="676275" y="752475"/>
                </a:moveTo>
                <a:lnTo>
                  <a:pt x="695325" y="752475"/>
                </a:lnTo>
                <a:lnTo>
                  <a:pt x="695325" y="762000"/>
                </a:lnTo>
                <a:lnTo>
                  <a:pt x="676275" y="762000"/>
                </a:lnTo>
                <a:close/>
                <a:moveTo>
                  <a:pt x="200025" y="771525"/>
                </a:moveTo>
                <a:lnTo>
                  <a:pt x="219075" y="771525"/>
                </a:lnTo>
                <a:lnTo>
                  <a:pt x="219075" y="762000"/>
                </a:lnTo>
                <a:lnTo>
                  <a:pt x="209550" y="762000"/>
                </a:lnTo>
                <a:lnTo>
                  <a:pt x="209550" y="752475"/>
                </a:lnTo>
                <a:lnTo>
                  <a:pt x="200025" y="752475"/>
                </a:lnTo>
                <a:close/>
                <a:moveTo>
                  <a:pt x="209550" y="800100"/>
                </a:moveTo>
                <a:lnTo>
                  <a:pt x="238125" y="800100"/>
                </a:lnTo>
                <a:lnTo>
                  <a:pt x="238125" y="781050"/>
                </a:lnTo>
                <a:lnTo>
                  <a:pt x="219075" y="781050"/>
                </a:lnTo>
                <a:lnTo>
                  <a:pt x="219075" y="790575"/>
                </a:lnTo>
                <a:lnTo>
                  <a:pt x="209550" y="790575"/>
                </a:lnTo>
                <a:close/>
                <a:moveTo>
                  <a:pt x="85725" y="809625"/>
                </a:moveTo>
                <a:lnTo>
                  <a:pt x="95250" y="809625"/>
                </a:lnTo>
                <a:lnTo>
                  <a:pt x="95250" y="838200"/>
                </a:lnTo>
                <a:lnTo>
                  <a:pt x="85725" y="838200"/>
                </a:lnTo>
                <a:close/>
                <a:moveTo>
                  <a:pt x="523875" y="809625"/>
                </a:moveTo>
                <a:lnTo>
                  <a:pt x="533400" y="809625"/>
                </a:lnTo>
                <a:lnTo>
                  <a:pt x="533400" y="790575"/>
                </a:lnTo>
                <a:lnTo>
                  <a:pt x="523875" y="790575"/>
                </a:lnTo>
                <a:close/>
                <a:moveTo>
                  <a:pt x="1962150" y="809625"/>
                </a:moveTo>
                <a:lnTo>
                  <a:pt x="1971675" y="809625"/>
                </a:lnTo>
                <a:lnTo>
                  <a:pt x="1971675" y="819150"/>
                </a:lnTo>
                <a:lnTo>
                  <a:pt x="1981200" y="819150"/>
                </a:lnTo>
                <a:lnTo>
                  <a:pt x="1981200" y="828675"/>
                </a:lnTo>
                <a:lnTo>
                  <a:pt x="1990725" y="828675"/>
                </a:lnTo>
                <a:lnTo>
                  <a:pt x="1990725" y="866775"/>
                </a:lnTo>
                <a:lnTo>
                  <a:pt x="2000250" y="866775"/>
                </a:lnTo>
                <a:lnTo>
                  <a:pt x="2000250" y="942975"/>
                </a:lnTo>
                <a:lnTo>
                  <a:pt x="1990725" y="942975"/>
                </a:lnTo>
                <a:lnTo>
                  <a:pt x="1990725" y="971550"/>
                </a:lnTo>
                <a:lnTo>
                  <a:pt x="2000250" y="971550"/>
                </a:lnTo>
                <a:lnTo>
                  <a:pt x="2000250" y="981075"/>
                </a:lnTo>
                <a:lnTo>
                  <a:pt x="1990725" y="981075"/>
                </a:lnTo>
                <a:lnTo>
                  <a:pt x="1990725" y="990600"/>
                </a:lnTo>
                <a:lnTo>
                  <a:pt x="1962150" y="990600"/>
                </a:lnTo>
                <a:lnTo>
                  <a:pt x="1962150" y="981075"/>
                </a:lnTo>
                <a:lnTo>
                  <a:pt x="1971675" y="981075"/>
                </a:lnTo>
                <a:lnTo>
                  <a:pt x="1971675" y="971550"/>
                </a:lnTo>
                <a:lnTo>
                  <a:pt x="1981200" y="971550"/>
                </a:lnTo>
                <a:lnTo>
                  <a:pt x="1981200" y="952500"/>
                </a:lnTo>
                <a:lnTo>
                  <a:pt x="1971675" y="952500"/>
                </a:lnTo>
                <a:lnTo>
                  <a:pt x="1971675" y="942975"/>
                </a:lnTo>
                <a:lnTo>
                  <a:pt x="1962150" y="942975"/>
                </a:lnTo>
                <a:lnTo>
                  <a:pt x="1962150" y="923925"/>
                </a:lnTo>
                <a:lnTo>
                  <a:pt x="1952625" y="923925"/>
                </a:lnTo>
                <a:lnTo>
                  <a:pt x="1952625" y="895350"/>
                </a:lnTo>
                <a:lnTo>
                  <a:pt x="1962150" y="895350"/>
                </a:lnTo>
                <a:lnTo>
                  <a:pt x="1962150" y="885825"/>
                </a:lnTo>
                <a:lnTo>
                  <a:pt x="1971675" y="885825"/>
                </a:lnTo>
                <a:lnTo>
                  <a:pt x="1971675" y="866775"/>
                </a:lnTo>
                <a:lnTo>
                  <a:pt x="1981200" y="866775"/>
                </a:lnTo>
                <a:lnTo>
                  <a:pt x="1981200" y="847725"/>
                </a:lnTo>
                <a:lnTo>
                  <a:pt x="1971675" y="847725"/>
                </a:lnTo>
                <a:lnTo>
                  <a:pt x="1971675" y="838200"/>
                </a:lnTo>
                <a:lnTo>
                  <a:pt x="1962150" y="838200"/>
                </a:lnTo>
                <a:close/>
                <a:moveTo>
                  <a:pt x="1114425" y="819150"/>
                </a:moveTo>
                <a:lnTo>
                  <a:pt x="1123950" y="819150"/>
                </a:lnTo>
                <a:lnTo>
                  <a:pt x="1123950" y="838200"/>
                </a:lnTo>
                <a:lnTo>
                  <a:pt x="1114425" y="838200"/>
                </a:lnTo>
                <a:close/>
                <a:moveTo>
                  <a:pt x="171450" y="828675"/>
                </a:moveTo>
                <a:lnTo>
                  <a:pt x="190500" y="828675"/>
                </a:lnTo>
                <a:lnTo>
                  <a:pt x="190500" y="819150"/>
                </a:lnTo>
                <a:lnTo>
                  <a:pt x="180975" y="819150"/>
                </a:lnTo>
                <a:lnTo>
                  <a:pt x="180975" y="809625"/>
                </a:lnTo>
                <a:lnTo>
                  <a:pt x="171450" y="809625"/>
                </a:lnTo>
                <a:lnTo>
                  <a:pt x="171450" y="819150"/>
                </a:lnTo>
                <a:lnTo>
                  <a:pt x="152400" y="819150"/>
                </a:lnTo>
                <a:lnTo>
                  <a:pt x="152400" y="857250"/>
                </a:lnTo>
                <a:lnTo>
                  <a:pt x="171450" y="857250"/>
                </a:lnTo>
                <a:close/>
                <a:moveTo>
                  <a:pt x="247650" y="828675"/>
                </a:moveTo>
                <a:lnTo>
                  <a:pt x="257175" y="828675"/>
                </a:lnTo>
                <a:lnTo>
                  <a:pt x="257175" y="838200"/>
                </a:lnTo>
                <a:lnTo>
                  <a:pt x="247650" y="838200"/>
                </a:lnTo>
                <a:close/>
                <a:moveTo>
                  <a:pt x="1933575" y="828675"/>
                </a:moveTo>
                <a:lnTo>
                  <a:pt x="1943100" y="828675"/>
                </a:lnTo>
                <a:lnTo>
                  <a:pt x="1943100" y="847725"/>
                </a:lnTo>
                <a:lnTo>
                  <a:pt x="1971675" y="847725"/>
                </a:lnTo>
                <a:lnTo>
                  <a:pt x="1971675" y="857250"/>
                </a:lnTo>
                <a:lnTo>
                  <a:pt x="1933575" y="857250"/>
                </a:lnTo>
                <a:lnTo>
                  <a:pt x="1933575" y="847725"/>
                </a:lnTo>
                <a:lnTo>
                  <a:pt x="1924050" y="847725"/>
                </a:lnTo>
                <a:lnTo>
                  <a:pt x="1924050" y="838200"/>
                </a:lnTo>
                <a:lnTo>
                  <a:pt x="1933575" y="838200"/>
                </a:lnTo>
                <a:close/>
                <a:moveTo>
                  <a:pt x="561975" y="857250"/>
                </a:moveTo>
                <a:lnTo>
                  <a:pt x="581025" y="857250"/>
                </a:lnTo>
                <a:lnTo>
                  <a:pt x="581025" y="866775"/>
                </a:lnTo>
                <a:lnTo>
                  <a:pt x="561975" y="866775"/>
                </a:lnTo>
                <a:close/>
                <a:moveTo>
                  <a:pt x="590550" y="857250"/>
                </a:moveTo>
                <a:lnTo>
                  <a:pt x="600075" y="857250"/>
                </a:lnTo>
                <a:lnTo>
                  <a:pt x="600075" y="866775"/>
                </a:lnTo>
                <a:lnTo>
                  <a:pt x="590550" y="866775"/>
                </a:lnTo>
                <a:close/>
                <a:moveTo>
                  <a:pt x="485775" y="876300"/>
                </a:moveTo>
                <a:lnTo>
                  <a:pt x="495300" y="876300"/>
                </a:lnTo>
                <a:lnTo>
                  <a:pt x="495300" y="895350"/>
                </a:lnTo>
                <a:lnTo>
                  <a:pt x="485775" y="895350"/>
                </a:lnTo>
                <a:close/>
                <a:moveTo>
                  <a:pt x="504825" y="895350"/>
                </a:moveTo>
                <a:lnTo>
                  <a:pt x="514350" y="895350"/>
                </a:lnTo>
                <a:lnTo>
                  <a:pt x="514350" y="904875"/>
                </a:lnTo>
                <a:lnTo>
                  <a:pt x="504825" y="904875"/>
                </a:lnTo>
                <a:close/>
                <a:moveTo>
                  <a:pt x="523875" y="895350"/>
                </a:moveTo>
                <a:lnTo>
                  <a:pt x="533400" y="895350"/>
                </a:lnTo>
                <a:lnTo>
                  <a:pt x="533400" y="904875"/>
                </a:lnTo>
                <a:lnTo>
                  <a:pt x="523875" y="904875"/>
                </a:lnTo>
                <a:close/>
                <a:moveTo>
                  <a:pt x="514350" y="904875"/>
                </a:moveTo>
                <a:lnTo>
                  <a:pt x="523875" y="904875"/>
                </a:lnTo>
                <a:lnTo>
                  <a:pt x="523875" y="914400"/>
                </a:lnTo>
                <a:lnTo>
                  <a:pt x="514350" y="914400"/>
                </a:lnTo>
                <a:close/>
                <a:moveTo>
                  <a:pt x="209550" y="933450"/>
                </a:moveTo>
                <a:lnTo>
                  <a:pt x="219075" y="933450"/>
                </a:lnTo>
                <a:lnTo>
                  <a:pt x="219075" y="923925"/>
                </a:lnTo>
                <a:lnTo>
                  <a:pt x="209550" y="923925"/>
                </a:lnTo>
                <a:close/>
                <a:moveTo>
                  <a:pt x="219075" y="952500"/>
                </a:moveTo>
                <a:lnTo>
                  <a:pt x="228600" y="952500"/>
                </a:lnTo>
                <a:lnTo>
                  <a:pt x="228600" y="962025"/>
                </a:lnTo>
                <a:lnTo>
                  <a:pt x="238125" y="962025"/>
                </a:lnTo>
                <a:lnTo>
                  <a:pt x="238125" y="952500"/>
                </a:lnTo>
                <a:lnTo>
                  <a:pt x="247650" y="952500"/>
                </a:lnTo>
                <a:lnTo>
                  <a:pt x="247650" y="942975"/>
                </a:lnTo>
                <a:lnTo>
                  <a:pt x="219075" y="942975"/>
                </a:lnTo>
                <a:close/>
                <a:moveTo>
                  <a:pt x="66675" y="1019175"/>
                </a:moveTo>
                <a:lnTo>
                  <a:pt x="76200" y="1019175"/>
                </a:lnTo>
                <a:lnTo>
                  <a:pt x="76200" y="1047750"/>
                </a:lnTo>
                <a:lnTo>
                  <a:pt x="66675" y="1047750"/>
                </a:lnTo>
                <a:close/>
                <a:moveTo>
                  <a:pt x="85725" y="1019175"/>
                </a:moveTo>
                <a:lnTo>
                  <a:pt x="95250" y="1019175"/>
                </a:lnTo>
                <a:lnTo>
                  <a:pt x="95250" y="1038225"/>
                </a:lnTo>
                <a:lnTo>
                  <a:pt x="85725" y="1038225"/>
                </a:lnTo>
                <a:close/>
                <a:moveTo>
                  <a:pt x="1981200" y="1019175"/>
                </a:moveTo>
                <a:lnTo>
                  <a:pt x="1990725" y="1019175"/>
                </a:lnTo>
                <a:lnTo>
                  <a:pt x="1990725" y="1038225"/>
                </a:lnTo>
                <a:lnTo>
                  <a:pt x="2000250" y="1038225"/>
                </a:lnTo>
                <a:lnTo>
                  <a:pt x="2000250" y="1057275"/>
                </a:lnTo>
                <a:lnTo>
                  <a:pt x="1990725" y="1057275"/>
                </a:lnTo>
                <a:lnTo>
                  <a:pt x="1990725" y="1066800"/>
                </a:lnTo>
                <a:lnTo>
                  <a:pt x="2000250" y="1066800"/>
                </a:lnTo>
                <a:lnTo>
                  <a:pt x="2000250" y="1085850"/>
                </a:lnTo>
                <a:lnTo>
                  <a:pt x="1990725" y="1085850"/>
                </a:lnTo>
                <a:lnTo>
                  <a:pt x="1990725" y="1095375"/>
                </a:lnTo>
                <a:lnTo>
                  <a:pt x="1981200" y="1095375"/>
                </a:lnTo>
                <a:lnTo>
                  <a:pt x="1981200" y="1085850"/>
                </a:lnTo>
                <a:lnTo>
                  <a:pt x="1971675" y="1085850"/>
                </a:lnTo>
                <a:lnTo>
                  <a:pt x="1971675" y="1066800"/>
                </a:lnTo>
                <a:lnTo>
                  <a:pt x="1962150" y="1066800"/>
                </a:lnTo>
                <a:lnTo>
                  <a:pt x="1962150" y="1038225"/>
                </a:lnTo>
                <a:lnTo>
                  <a:pt x="1971675" y="1038225"/>
                </a:lnTo>
                <a:lnTo>
                  <a:pt x="1971675" y="1028700"/>
                </a:lnTo>
                <a:lnTo>
                  <a:pt x="1981200" y="1028700"/>
                </a:lnTo>
                <a:close/>
                <a:moveTo>
                  <a:pt x="104775" y="1028700"/>
                </a:moveTo>
                <a:lnTo>
                  <a:pt x="114300" y="1028700"/>
                </a:lnTo>
                <a:lnTo>
                  <a:pt x="114300" y="1038225"/>
                </a:lnTo>
                <a:lnTo>
                  <a:pt x="104775" y="1038225"/>
                </a:lnTo>
                <a:close/>
                <a:moveTo>
                  <a:pt x="276225" y="1028700"/>
                </a:moveTo>
                <a:lnTo>
                  <a:pt x="285750" y="1028700"/>
                </a:lnTo>
                <a:lnTo>
                  <a:pt x="285750" y="1019175"/>
                </a:lnTo>
                <a:lnTo>
                  <a:pt x="266700" y="1019175"/>
                </a:lnTo>
                <a:lnTo>
                  <a:pt x="266700" y="1038225"/>
                </a:lnTo>
                <a:lnTo>
                  <a:pt x="276225" y="1038225"/>
                </a:lnTo>
                <a:close/>
                <a:moveTo>
                  <a:pt x="371475" y="1047750"/>
                </a:moveTo>
                <a:lnTo>
                  <a:pt x="400050" y="1047750"/>
                </a:lnTo>
                <a:lnTo>
                  <a:pt x="400050" y="1057275"/>
                </a:lnTo>
                <a:lnTo>
                  <a:pt x="428625" y="1057275"/>
                </a:lnTo>
                <a:lnTo>
                  <a:pt x="428625" y="1066800"/>
                </a:lnTo>
                <a:lnTo>
                  <a:pt x="447675" y="1066800"/>
                </a:lnTo>
                <a:lnTo>
                  <a:pt x="447675" y="1076325"/>
                </a:lnTo>
                <a:lnTo>
                  <a:pt x="438150" y="1076325"/>
                </a:lnTo>
                <a:lnTo>
                  <a:pt x="438150" y="1085850"/>
                </a:lnTo>
                <a:lnTo>
                  <a:pt x="428625" y="1085850"/>
                </a:lnTo>
                <a:lnTo>
                  <a:pt x="428625" y="1076325"/>
                </a:lnTo>
                <a:lnTo>
                  <a:pt x="419100" y="1076325"/>
                </a:lnTo>
                <a:lnTo>
                  <a:pt x="419100" y="1085850"/>
                </a:lnTo>
                <a:lnTo>
                  <a:pt x="390525" y="1085850"/>
                </a:lnTo>
                <a:lnTo>
                  <a:pt x="390525" y="1076325"/>
                </a:lnTo>
                <a:lnTo>
                  <a:pt x="352425" y="1076325"/>
                </a:lnTo>
                <a:lnTo>
                  <a:pt x="352425" y="1066800"/>
                </a:lnTo>
                <a:lnTo>
                  <a:pt x="361950" y="1066800"/>
                </a:lnTo>
                <a:lnTo>
                  <a:pt x="361950" y="1057275"/>
                </a:lnTo>
                <a:lnTo>
                  <a:pt x="371475" y="1057275"/>
                </a:lnTo>
                <a:close/>
                <a:moveTo>
                  <a:pt x="266700" y="1076325"/>
                </a:moveTo>
                <a:lnTo>
                  <a:pt x="285750" y="1076325"/>
                </a:lnTo>
                <a:lnTo>
                  <a:pt x="285750" y="1047750"/>
                </a:lnTo>
                <a:lnTo>
                  <a:pt x="276225" y="1047750"/>
                </a:lnTo>
                <a:lnTo>
                  <a:pt x="276225" y="1057275"/>
                </a:lnTo>
                <a:lnTo>
                  <a:pt x="266700" y="1057275"/>
                </a:lnTo>
                <a:close/>
                <a:moveTo>
                  <a:pt x="447675" y="1085850"/>
                </a:moveTo>
                <a:lnTo>
                  <a:pt x="457200" y="1085850"/>
                </a:lnTo>
                <a:lnTo>
                  <a:pt x="457200" y="1095375"/>
                </a:lnTo>
                <a:lnTo>
                  <a:pt x="447675" y="1095375"/>
                </a:lnTo>
                <a:close/>
                <a:moveTo>
                  <a:pt x="257175" y="1104900"/>
                </a:moveTo>
                <a:lnTo>
                  <a:pt x="266700" y="1104900"/>
                </a:lnTo>
                <a:lnTo>
                  <a:pt x="266700" y="1181100"/>
                </a:lnTo>
                <a:lnTo>
                  <a:pt x="257175" y="1181100"/>
                </a:lnTo>
                <a:lnTo>
                  <a:pt x="257175" y="1190625"/>
                </a:lnTo>
                <a:lnTo>
                  <a:pt x="247650" y="1190625"/>
                </a:lnTo>
                <a:lnTo>
                  <a:pt x="247650" y="1123950"/>
                </a:lnTo>
                <a:lnTo>
                  <a:pt x="257175" y="1123950"/>
                </a:lnTo>
                <a:close/>
                <a:moveTo>
                  <a:pt x="285750" y="1114425"/>
                </a:moveTo>
                <a:lnTo>
                  <a:pt x="314325" y="1114425"/>
                </a:lnTo>
                <a:lnTo>
                  <a:pt x="314325" y="1123950"/>
                </a:lnTo>
                <a:lnTo>
                  <a:pt x="323850" y="1123950"/>
                </a:lnTo>
                <a:lnTo>
                  <a:pt x="323850" y="1133475"/>
                </a:lnTo>
                <a:lnTo>
                  <a:pt x="285750" y="1133475"/>
                </a:lnTo>
                <a:close/>
                <a:moveTo>
                  <a:pt x="95250" y="1123950"/>
                </a:moveTo>
                <a:lnTo>
                  <a:pt x="104775" y="1123950"/>
                </a:lnTo>
                <a:lnTo>
                  <a:pt x="104775" y="1133475"/>
                </a:lnTo>
                <a:lnTo>
                  <a:pt x="95250" y="1133475"/>
                </a:lnTo>
                <a:close/>
                <a:moveTo>
                  <a:pt x="76200" y="1133475"/>
                </a:moveTo>
                <a:lnTo>
                  <a:pt x="85725" y="1133475"/>
                </a:lnTo>
                <a:lnTo>
                  <a:pt x="85725" y="1143000"/>
                </a:lnTo>
                <a:lnTo>
                  <a:pt x="76200" y="1143000"/>
                </a:lnTo>
                <a:close/>
                <a:moveTo>
                  <a:pt x="1933575" y="1143000"/>
                </a:moveTo>
                <a:lnTo>
                  <a:pt x="1943100" y="1143000"/>
                </a:lnTo>
                <a:lnTo>
                  <a:pt x="1943100" y="1152525"/>
                </a:lnTo>
                <a:lnTo>
                  <a:pt x="1952625" y="1152525"/>
                </a:lnTo>
                <a:lnTo>
                  <a:pt x="1952625" y="1143000"/>
                </a:lnTo>
                <a:lnTo>
                  <a:pt x="1971675" y="1143000"/>
                </a:lnTo>
                <a:lnTo>
                  <a:pt x="1971675" y="1152525"/>
                </a:lnTo>
                <a:lnTo>
                  <a:pt x="1981200" y="1152525"/>
                </a:lnTo>
                <a:lnTo>
                  <a:pt x="1981200" y="1162050"/>
                </a:lnTo>
                <a:lnTo>
                  <a:pt x="1971675" y="1162050"/>
                </a:lnTo>
                <a:lnTo>
                  <a:pt x="1971675" y="1171575"/>
                </a:lnTo>
                <a:lnTo>
                  <a:pt x="1952625" y="1171575"/>
                </a:lnTo>
                <a:lnTo>
                  <a:pt x="1952625" y="1162050"/>
                </a:lnTo>
                <a:lnTo>
                  <a:pt x="1943100" y="1162050"/>
                </a:lnTo>
                <a:lnTo>
                  <a:pt x="1943100" y="1171575"/>
                </a:lnTo>
                <a:lnTo>
                  <a:pt x="1933575" y="1171575"/>
                </a:lnTo>
                <a:lnTo>
                  <a:pt x="1933575" y="1190625"/>
                </a:lnTo>
                <a:lnTo>
                  <a:pt x="1924050" y="1190625"/>
                </a:lnTo>
                <a:lnTo>
                  <a:pt x="1924050" y="1162050"/>
                </a:lnTo>
                <a:lnTo>
                  <a:pt x="1933575" y="1162050"/>
                </a:lnTo>
                <a:close/>
                <a:moveTo>
                  <a:pt x="1457325" y="1152525"/>
                </a:moveTo>
                <a:lnTo>
                  <a:pt x="1466850" y="1152525"/>
                </a:lnTo>
                <a:lnTo>
                  <a:pt x="1466850" y="1171575"/>
                </a:lnTo>
                <a:lnTo>
                  <a:pt x="1485900" y="1171575"/>
                </a:lnTo>
                <a:lnTo>
                  <a:pt x="1485900" y="1181100"/>
                </a:lnTo>
                <a:lnTo>
                  <a:pt x="1438275" y="1181100"/>
                </a:lnTo>
                <a:lnTo>
                  <a:pt x="1438275" y="1162050"/>
                </a:lnTo>
                <a:lnTo>
                  <a:pt x="1457325" y="1162050"/>
                </a:lnTo>
                <a:close/>
                <a:moveTo>
                  <a:pt x="285750" y="1162050"/>
                </a:moveTo>
                <a:lnTo>
                  <a:pt x="295275" y="1162050"/>
                </a:lnTo>
                <a:lnTo>
                  <a:pt x="295275" y="1171575"/>
                </a:lnTo>
                <a:lnTo>
                  <a:pt x="285750" y="1171575"/>
                </a:lnTo>
                <a:close/>
                <a:moveTo>
                  <a:pt x="1847850" y="1171575"/>
                </a:moveTo>
                <a:lnTo>
                  <a:pt x="1876425" y="1171575"/>
                </a:lnTo>
                <a:lnTo>
                  <a:pt x="1876425" y="1181100"/>
                </a:lnTo>
                <a:lnTo>
                  <a:pt x="1866900" y="1181100"/>
                </a:lnTo>
                <a:lnTo>
                  <a:pt x="1866900" y="1190625"/>
                </a:lnTo>
                <a:lnTo>
                  <a:pt x="1857375" y="1190625"/>
                </a:lnTo>
                <a:lnTo>
                  <a:pt x="1857375" y="1181100"/>
                </a:lnTo>
                <a:lnTo>
                  <a:pt x="1847850" y="1181100"/>
                </a:lnTo>
                <a:close/>
                <a:moveTo>
                  <a:pt x="361950" y="1181100"/>
                </a:moveTo>
                <a:lnTo>
                  <a:pt x="381000" y="1181100"/>
                </a:lnTo>
                <a:lnTo>
                  <a:pt x="381000" y="1190625"/>
                </a:lnTo>
                <a:lnTo>
                  <a:pt x="361950" y="1190625"/>
                </a:lnTo>
                <a:close/>
                <a:moveTo>
                  <a:pt x="85725" y="1190625"/>
                </a:moveTo>
                <a:lnTo>
                  <a:pt x="95250" y="1190625"/>
                </a:lnTo>
                <a:lnTo>
                  <a:pt x="95250" y="1209675"/>
                </a:lnTo>
                <a:lnTo>
                  <a:pt x="85725" y="1209675"/>
                </a:lnTo>
                <a:close/>
                <a:moveTo>
                  <a:pt x="257175" y="1200150"/>
                </a:moveTo>
                <a:lnTo>
                  <a:pt x="266700" y="1200150"/>
                </a:lnTo>
                <a:lnTo>
                  <a:pt x="266700" y="1238250"/>
                </a:lnTo>
                <a:lnTo>
                  <a:pt x="247650" y="1238250"/>
                </a:lnTo>
                <a:lnTo>
                  <a:pt x="247650" y="1209675"/>
                </a:lnTo>
                <a:lnTo>
                  <a:pt x="257175" y="1209675"/>
                </a:lnTo>
                <a:close/>
                <a:moveTo>
                  <a:pt x="95250" y="1209675"/>
                </a:moveTo>
                <a:lnTo>
                  <a:pt x="104775" y="1209675"/>
                </a:lnTo>
                <a:lnTo>
                  <a:pt x="104775" y="1219200"/>
                </a:lnTo>
                <a:lnTo>
                  <a:pt x="95250" y="1219200"/>
                </a:lnTo>
                <a:close/>
                <a:moveTo>
                  <a:pt x="104775" y="1219200"/>
                </a:moveTo>
                <a:lnTo>
                  <a:pt x="114300" y="1219200"/>
                </a:lnTo>
                <a:lnTo>
                  <a:pt x="114300" y="1228725"/>
                </a:lnTo>
                <a:lnTo>
                  <a:pt x="104775" y="1228725"/>
                </a:lnTo>
                <a:close/>
                <a:moveTo>
                  <a:pt x="171450" y="1219200"/>
                </a:moveTo>
                <a:lnTo>
                  <a:pt x="190500" y="1219200"/>
                </a:lnTo>
                <a:lnTo>
                  <a:pt x="190500" y="1238250"/>
                </a:lnTo>
                <a:lnTo>
                  <a:pt x="171450" y="1238250"/>
                </a:lnTo>
                <a:close/>
                <a:moveTo>
                  <a:pt x="209550" y="1238250"/>
                </a:moveTo>
                <a:lnTo>
                  <a:pt x="228600" y="1238250"/>
                </a:lnTo>
                <a:lnTo>
                  <a:pt x="228600" y="1247775"/>
                </a:lnTo>
                <a:lnTo>
                  <a:pt x="219075" y="1247775"/>
                </a:lnTo>
                <a:lnTo>
                  <a:pt x="219075" y="1266825"/>
                </a:lnTo>
                <a:lnTo>
                  <a:pt x="228600" y="1266825"/>
                </a:lnTo>
                <a:lnTo>
                  <a:pt x="228600" y="1276350"/>
                </a:lnTo>
                <a:lnTo>
                  <a:pt x="257175" y="1276350"/>
                </a:lnTo>
                <a:lnTo>
                  <a:pt x="257175" y="1314450"/>
                </a:lnTo>
                <a:lnTo>
                  <a:pt x="266700" y="1314450"/>
                </a:lnTo>
                <a:lnTo>
                  <a:pt x="266700" y="1333500"/>
                </a:lnTo>
                <a:lnTo>
                  <a:pt x="285750" y="1333500"/>
                </a:lnTo>
                <a:lnTo>
                  <a:pt x="285750" y="1362075"/>
                </a:lnTo>
                <a:lnTo>
                  <a:pt x="295275" y="1362075"/>
                </a:lnTo>
                <a:lnTo>
                  <a:pt x="295275" y="1400175"/>
                </a:lnTo>
                <a:lnTo>
                  <a:pt x="314325" y="1400175"/>
                </a:lnTo>
                <a:lnTo>
                  <a:pt x="314325" y="1409700"/>
                </a:lnTo>
                <a:lnTo>
                  <a:pt x="285750" y="1409700"/>
                </a:lnTo>
                <a:lnTo>
                  <a:pt x="285750" y="1381125"/>
                </a:lnTo>
                <a:lnTo>
                  <a:pt x="276225" y="1381125"/>
                </a:lnTo>
                <a:lnTo>
                  <a:pt x="276225" y="1400175"/>
                </a:lnTo>
                <a:lnTo>
                  <a:pt x="247650" y="1400175"/>
                </a:lnTo>
                <a:lnTo>
                  <a:pt x="247650" y="1409700"/>
                </a:lnTo>
                <a:lnTo>
                  <a:pt x="238125" y="1409700"/>
                </a:lnTo>
                <a:lnTo>
                  <a:pt x="238125" y="1419225"/>
                </a:lnTo>
                <a:lnTo>
                  <a:pt x="219075" y="1419225"/>
                </a:lnTo>
                <a:lnTo>
                  <a:pt x="219075" y="1428750"/>
                </a:lnTo>
                <a:lnTo>
                  <a:pt x="200025" y="1428750"/>
                </a:lnTo>
                <a:lnTo>
                  <a:pt x="200025" y="1419225"/>
                </a:lnTo>
                <a:lnTo>
                  <a:pt x="209550" y="1419225"/>
                </a:lnTo>
                <a:lnTo>
                  <a:pt x="209550" y="1400175"/>
                </a:lnTo>
                <a:lnTo>
                  <a:pt x="180975" y="1400175"/>
                </a:lnTo>
                <a:lnTo>
                  <a:pt x="180975" y="1409700"/>
                </a:lnTo>
                <a:lnTo>
                  <a:pt x="171450" y="1409700"/>
                </a:lnTo>
                <a:lnTo>
                  <a:pt x="171450" y="1428750"/>
                </a:lnTo>
                <a:lnTo>
                  <a:pt x="161925" y="1428750"/>
                </a:lnTo>
                <a:lnTo>
                  <a:pt x="161925" y="1362075"/>
                </a:lnTo>
                <a:lnTo>
                  <a:pt x="180975" y="1362075"/>
                </a:lnTo>
                <a:lnTo>
                  <a:pt x="180975" y="1343025"/>
                </a:lnTo>
                <a:lnTo>
                  <a:pt x="171450" y="1343025"/>
                </a:lnTo>
                <a:lnTo>
                  <a:pt x="171450" y="1352550"/>
                </a:lnTo>
                <a:lnTo>
                  <a:pt x="152400" y="1352550"/>
                </a:lnTo>
                <a:lnTo>
                  <a:pt x="152400" y="1371600"/>
                </a:lnTo>
                <a:lnTo>
                  <a:pt x="142875" y="1371600"/>
                </a:lnTo>
                <a:lnTo>
                  <a:pt x="142875" y="1352550"/>
                </a:lnTo>
                <a:lnTo>
                  <a:pt x="133350" y="1352550"/>
                </a:lnTo>
                <a:lnTo>
                  <a:pt x="133350" y="1333500"/>
                </a:lnTo>
                <a:lnTo>
                  <a:pt x="123825" y="1333500"/>
                </a:lnTo>
                <a:lnTo>
                  <a:pt x="123825" y="1323975"/>
                </a:lnTo>
                <a:lnTo>
                  <a:pt x="114300" y="1323975"/>
                </a:lnTo>
                <a:lnTo>
                  <a:pt x="114300" y="1304925"/>
                </a:lnTo>
                <a:lnTo>
                  <a:pt x="123825" y="1304925"/>
                </a:lnTo>
                <a:lnTo>
                  <a:pt x="123825" y="1314450"/>
                </a:lnTo>
                <a:lnTo>
                  <a:pt x="133350" y="1314450"/>
                </a:lnTo>
                <a:lnTo>
                  <a:pt x="133350" y="1323975"/>
                </a:lnTo>
                <a:lnTo>
                  <a:pt x="142875" y="1323975"/>
                </a:lnTo>
                <a:lnTo>
                  <a:pt x="142875" y="1333500"/>
                </a:lnTo>
                <a:lnTo>
                  <a:pt x="180975" y="1333500"/>
                </a:lnTo>
                <a:lnTo>
                  <a:pt x="180975" y="1314450"/>
                </a:lnTo>
                <a:lnTo>
                  <a:pt x="190500" y="1314450"/>
                </a:lnTo>
                <a:lnTo>
                  <a:pt x="190500" y="1295400"/>
                </a:lnTo>
                <a:lnTo>
                  <a:pt x="200025" y="1295400"/>
                </a:lnTo>
                <a:lnTo>
                  <a:pt x="200025" y="1276350"/>
                </a:lnTo>
                <a:lnTo>
                  <a:pt x="209550" y="1276350"/>
                </a:lnTo>
                <a:close/>
                <a:moveTo>
                  <a:pt x="104775" y="1247775"/>
                </a:moveTo>
                <a:lnTo>
                  <a:pt x="123825" y="1247775"/>
                </a:lnTo>
                <a:lnTo>
                  <a:pt x="123825" y="1257300"/>
                </a:lnTo>
                <a:lnTo>
                  <a:pt x="133350" y="1257300"/>
                </a:lnTo>
                <a:lnTo>
                  <a:pt x="133350" y="1266825"/>
                </a:lnTo>
                <a:lnTo>
                  <a:pt x="114300" y="1266825"/>
                </a:lnTo>
                <a:lnTo>
                  <a:pt x="114300" y="1257300"/>
                </a:lnTo>
                <a:lnTo>
                  <a:pt x="104775" y="1257300"/>
                </a:lnTo>
                <a:close/>
                <a:moveTo>
                  <a:pt x="1838325" y="1247775"/>
                </a:moveTo>
                <a:lnTo>
                  <a:pt x="1847850" y="1247775"/>
                </a:lnTo>
                <a:lnTo>
                  <a:pt x="1847850" y="1266825"/>
                </a:lnTo>
                <a:lnTo>
                  <a:pt x="1838325" y="1266825"/>
                </a:lnTo>
                <a:close/>
                <a:moveTo>
                  <a:pt x="1952625" y="1247775"/>
                </a:moveTo>
                <a:lnTo>
                  <a:pt x="1962150" y="1247775"/>
                </a:lnTo>
                <a:lnTo>
                  <a:pt x="1962150" y="1257300"/>
                </a:lnTo>
                <a:lnTo>
                  <a:pt x="1971675" y="1257300"/>
                </a:lnTo>
                <a:lnTo>
                  <a:pt x="1971675" y="1266825"/>
                </a:lnTo>
                <a:lnTo>
                  <a:pt x="1962150" y="1266825"/>
                </a:lnTo>
                <a:lnTo>
                  <a:pt x="1962150" y="1276350"/>
                </a:lnTo>
                <a:lnTo>
                  <a:pt x="1943100" y="1276350"/>
                </a:lnTo>
                <a:lnTo>
                  <a:pt x="1943100" y="1266825"/>
                </a:lnTo>
                <a:lnTo>
                  <a:pt x="1952625" y="1266825"/>
                </a:lnTo>
                <a:close/>
                <a:moveTo>
                  <a:pt x="133350" y="1276350"/>
                </a:moveTo>
                <a:lnTo>
                  <a:pt x="152400" y="1276350"/>
                </a:lnTo>
                <a:lnTo>
                  <a:pt x="152400" y="1285875"/>
                </a:lnTo>
                <a:lnTo>
                  <a:pt x="133350" y="1285875"/>
                </a:lnTo>
                <a:close/>
                <a:moveTo>
                  <a:pt x="1933575" y="1295400"/>
                </a:moveTo>
                <a:lnTo>
                  <a:pt x="1952625" y="1295400"/>
                </a:lnTo>
                <a:lnTo>
                  <a:pt x="1952625" y="1304925"/>
                </a:lnTo>
                <a:lnTo>
                  <a:pt x="1962150" y="1304925"/>
                </a:lnTo>
                <a:lnTo>
                  <a:pt x="1962150" y="1343025"/>
                </a:lnTo>
                <a:lnTo>
                  <a:pt x="1952625" y="1343025"/>
                </a:lnTo>
                <a:lnTo>
                  <a:pt x="1952625" y="1314450"/>
                </a:lnTo>
                <a:lnTo>
                  <a:pt x="1933575" y="1314450"/>
                </a:lnTo>
                <a:lnTo>
                  <a:pt x="1933575" y="1323975"/>
                </a:lnTo>
                <a:lnTo>
                  <a:pt x="1914525" y="1323975"/>
                </a:lnTo>
                <a:lnTo>
                  <a:pt x="1914525" y="1333500"/>
                </a:lnTo>
                <a:lnTo>
                  <a:pt x="1905000" y="1333500"/>
                </a:lnTo>
                <a:lnTo>
                  <a:pt x="1905000" y="1362075"/>
                </a:lnTo>
                <a:lnTo>
                  <a:pt x="1885950" y="1362075"/>
                </a:lnTo>
                <a:lnTo>
                  <a:pt x="1885950" y="1371600"/>
                </a:lnTo>
                <a:lnTo>
                  <a:pt x="1876425" y="1371600"/>
                </a:lnTo>
                <a:lnTo>
                  <a:pt x="1876425" y="1352550"/>
                </a:lnTo>
                <a:lnTo>
                  <a:pt x="1866900" y="1352550"/>
                </a:lnTo>
                <a:lnTo>
                  <a:pt x="1866900" y="1343025"/>
                </a:lnTo>
                <a:lnTo>
                  <a:pt x="1876425" y="1343025"/>
                </a:lnTo>
                <a:lnTo>
                  <a:pt x="1876425" y="1333500"/>
                </a:lnTo>
                <a:lnTo>
                  <a:pt x="1866900" y="1333500"/>
                </a:lnTo>
                <a:lnTo>
                  <a:pt x="1866900" y="1323975"/>
                </a:lnTo>
                <a:lnTo>
                  <a:pt x="1876425" y="1323975"/>
                </a:lnTo>
                <a:lnTo>
                  <a:pt x="1876425" y="1314450"/>
                </a:lnTo>
                <a:lnTo>
                  <a:pt x="1885950" y="1314450"/>
                </a:lnTo>
                <a:lnTo>
                  <a:pt x="1885950" y="1304925"/>
                </a:lnTo>
                <a:lnTo>
                  <a:pt x="1933575" y="1304925"/>
                </a:lnTo>
                <a:close/>
                <a:moveTo>
                  <a:pt x="228600" y="1304925"/>
                </a:moveTo>
                <a:lnTo>
                  <a:pt x="238125" y="1304925"/>
                </a:lnTo>
                <a:lnTo>
                  <a:pt x="238125" y="1285875"/>
                </a:lnTo>
                <a:lnTo>
                  <a:pt x="228600" y="1285875"/>
                </a:lnTo>
                <a:close/>
                <a:moveTo>
                  <a:pt x="200025" y="1343025"/>
                </a:moveTo>
                <a:lnTo>
                  <a:pt x="228600" y="1343025"/>
                </a:lnTo>
                <a:lnTo>
                  <a:pt x="228600" y="1333500"/>
                </a:lnTo>
                <a:lnTo>
                  <a:pt x="219075" y="1333500"/>
                </a:lnTo>
                <a:lnTo>
                  <a:pt x="219075" y="1323975"/>
                </a:lnTo>
                <a:lnTo>
                  <a:pt x="209550" y="1323975"/>
                </a:lnTo>
                <a:lnTo>
                  <a:pt x="209550" y="1333500"/>
                </a:lnTo>
                <a:lnTo>
                  <a:pt x="200025" y="1333500"/>
                </a:lnTo>
                <a:close/>
                <a:moveTo>
                  <a:pt x="381000" y="1343025"/>
                </a:moveTo>
                <a:lnTo>
                  <a:pt x="390525" y="1343025"/>
                </a:lnTo>
                <a:lnTo>
                  <a:pt x="390525" y="1352550"/>
                </a:lnTo>
                <a:lnTo>
                  <a:pt x="381000" y="1352550"/>
                </a:lnTo>
                <a:close/>
                <a:moveTo>
                  <a:pt x="1838325" y="1352550"/>
                </a:moveTo>
                <a:lnTo>
                  <a:pt x="1847850" y="1352550"/>
                </a:lnTo>
                <a:lnTo>
                  <a:pt x="1847850" y="1362075"/>
                </a:lnTo>
                <a:lnTo>
                  <a:pt x="1857375" y="1362075"/>
                </a:lnTo>
                <a:lnTo>
                  <a:pt x="1857375" y="1381125"/>
                </a:lnTo>
                <a:lnTo>
                  <a:pt x="1847850" y="1381125"/>
                </a:lnTo>
                <a:lnTo>
                  <a:pt x="1847850" y="1409700"/>
                </a:lnTo>
                <a:lnTo>
                  <a:pt x="1857375" y="1409700"/>
                </a:lnTo>
                <a:lnTo>
                  <a:pt x="1857375" y="1428750"/>
                </a:lnTo>
                <a:lnTo>
                  <a:pt x="1866900" y="1428750"/>
                </a:lnTo>
                <a:lnTo>
                  <a:pt x="1866900" y="1438275"/>
                </a:lnTo>
                <a:lnTo>
                  <a:pt x="1857375" y="1438275"/>
                </a:lnTo>
                <a:lnTo>
                  <a:pt x="1857375" y="1466850"/>
                </a:lnTo>
                <a:lnTo>
                  <a:pt x="1866900" y="1466850"/>
                </a:lnTo>
                <a:lnTo>
                  <a:pt x="1866900" y="1476375"/>
                </a:lnTo>
                <a:lnTo>
                  <a:pt x="1876425" y="1476375"/>
                </a:lnTo>
                <a:lnTo>
                  <a:pt x="1876425" y="1485900"/>
                </a:lnTo>
                <a:lnTo>
                  <a:pt x="1885950" y="1485900"/>
                </a:lnTo>
                <a:lnTo>
                  <a:pt x="1885950" y="1476375"/>
                </a:lnTo>
                <a:lnTo>
                  <a:pt x="1895475" y="1476375"/>
                </a:lnTo>
                <a:lnTo>
                  <a:pt x="1895475" y="1485900"/>
                </a:lnTo>
                <a:lnTo>
                  <a:pt x="1885950" y="1485900"/>
                </a:lnTo>
                <a:lnTo>
                  <a:pt x="1885950" y="1495425"/>
                </a:lnTo>
                <a:lnTo>
                  <a:pt x="1876425" y="1495425"/>
                </a:lnTo>
                <a:lnTo>
                  <a:pt x="1876425" y="1504950"/>
                </a:lnTo>
                <a:lnTo>
                  <a:pt x="1866900" y="1504950"/>
                </a:lnTo>
                <a:lnTo>
                  <a:pt x="1866900" y="1495425"/>
                </a:lnTo>
                <a:lnTo>
                  <a:pt x="1857375" y="1495425"/>
                </a:lnTo>
                <a:lnTo>
                  <a:pt x="1857375" y="1476375"/>
                </a:lnTo>
                <a:lnTo>
                  <a:pt x="1847850" y="1476375"/>
                </a:lnTo>
                <a:lnTo>
                  <a:pt x="1847850" y="1466850"/>
                </a:lnTo>
                <a:lnTo>
                  <a:pt x="1838325" y="1466850"/>
                </a:lnTo>
                <a:lnTo>
                  <a:pt x="1838325" y="1447800"/>
                </a:lnTo>
                <a:lnTo>
                  <a:pt x="1847850" y="1447800"/>
                </a:lnTo>
                <a:lnTo>
                  <a:pt x="1847850" y="1419225"/>
                </a:lnTo>
                <a:lnTo>
                  <a:pt x="1838325" y="1419225"/>
                </a:lnTo>
                <a:close/>
                <a:moveTo>
                  <a:pt x="266700" y="1362075"/>
                </a:moveTo>
                <a:lnTo>
                  <a:pt x="276225" y="1362075"/>
                </a:lnTo>
                <a:lnTo>
                  <a:pt x="276225" y="1343025"/>
                </a:lnTo>
                <a:lnTo>
                  <a:pt x="257175" y="1343025"/>
                </a:lnTo>
                <a:lnTo>
                  <a:pt x="257175" y="1362075"/>
                </a:lnTo>
                <a:lnTo>
                  <a:pt x="247650" y="1362075"/>
                </a:lnTo>
                <a:lnTo>
                  <a:pt x="247650" y="1371600"/>
                </a:lnTo>
                <a:lnTo>
                  <a:pt x="266700" y="1371600"/>
                </a:lnTo>
                <a:close/>
                <a:moveTo>
                  <a:pt x="1924050" y="1390650"/>
                </a:moveTo>
                <a:lnTo>
                  <a:pt x="1933575" y="1390650"/>
                </a:lnTo>
                <a:lnTo>
                  <a:pt x="1933575" y="1400175"/>
                </a:lnTo>
                <a:lnTo>
                  <a:pt x="1924050" y="1400175"/>
                </a:lnTo>
                <a:close/>
                <a:moveTo>
                  <a:pt x="323850" y="1409700"/>
                </a:moveTo>
                <a:lnTo>
                  <a:pt x="333375" y="1409700"/>
                </a:lnTo>
                <a:lnTo>
                  <a:pt x="333375" y="1419225"/>
                </a:lnTo>
                <a:lnTo>
                  <a:pt x="323850" y="1419225"/>
                </a:lnTo>
                <a:close/>
                <a:moveTo>
                  <a:pt x="1895475" y="1409700"/>
                </a:moveTo>
                <a:lnTo>
                  <a:pt x="1905000" y="1409700"/>
                </a:lnTo>
                <a:lnTo>
                  <a:pt x="1905000" y="1419225"/>
                </a:lnTo>
                <a:lnTo>
                  <a:pt x="1895475" y="1419225"/>
                </a:lnTo>
                <a:close/>
                <a:moveTo>
                  <a:pt x="1914525" y="1419225"/>
                </a:moveTo>
                <a:lnTo>
                  <a:pt x="1924050" y="1419225"/>
                </a:lnTo>
                <a:lnTo>
                  <a:pt x="1924050" y="1428750"/>
                </a:lnTo>
                <a:lnTo>
                  <a:pt x="1914525" y="1428750"/>
                </a:lnTo>
                <a:close/>
                <a:moveTo>
                  <a:pt x="180975" y="1438275"/>
                </a:moveTo>
                <a:lnTo>
                  <a:pt x="190500" y="1438275"/>
                </a:lnTo>
                <a:lnTo>
                  <a:pt x="190500" y="1447800"/>
                </a:lnTo>
                <a:lnTo>
                  <a:pt x="180975" y="1447800"/>
                </a:lnTo>
                <a:close/>
                <a:moveTo>
                  <a:pt x="476250" y="1447800"/>
                </a:moveTo>
                <a:lnTo>
                  <a:pt x="485775" y="1447800"/>
                </a:lnTo>
                <a:lnTo>
                  <a:pt x="485775" y="1457325"/>
                </a:lnTo>
                <a:lnTo>
                  <a:pt x="476250" y="1457325"/>
                </a:lnTo>
                <a:close/>
                <a:moveTo>
                  <a:pt x="219075" y="1457325"/>
                </a:moveTo>
                <a:lnTo>
                  <a:pt x="228600" y="1457325"/>
                </a:lnTo>
                <a:lnTo>
                  <a:pt x="228600" y="1466850"/>
                </a:lnTo>
                <a:lnTo>
                  <a:pt x="238125" y="1466850"/>
                </a:lnTo>
                <a:lnTo>
                  <a:pt x="238125" y="1485900"/>
                </a:lnTo>
                <a:lnTo>
                  <a:pt x="228600" y="1485900"/>
                </a:lnTo>
                <a:lnTo>
                  <a:pt x="228600" y="1495425"/>
                </a:lnTo>
                <a:lnTo>
                  <a:pt x="238125" y="1495425"/>
                </a:lnTo>
                <a:lnTo>
                  <a:pt x="238125" y="1504950"/>
                </a:lnTo>
                <a:lnTo>
                  <a:pt x="247650" y="1504950"/>
                </a:lnTo>
                <a:lnTo>
                  <a:pt x="247650" y="1514475"/>
                </a:lnTo>
                <a:lnTo>
                  <a:pt x="228600" y="1514475"/>
                </a:lnTo>
                <a:lnTo>
                  <a:pt x="228600" y="1504950"/>
                </a:lnTo>
                <a:lnTo>
                  <a:pt x="209550" y="1504950"/>
                </a:lnTo>
                <a:lnTo>
                  <a:pt x="209550" y="1485900"/>
                </a:lnTo>
                <a:lnTo>
                  <a:pt x="200025" y="1485900"/>
                </a:lnTo>
                <a:lnTo>
                  <a:pt x="200025" y="1466850"/>
                </a:lnTo>
                <a:lnTo>
                  <a:pt x="219075" y="1466850"/>
                </a:lnTo>
                <a:close/>
                <a:moveTo>
                  <a:pt x="257175" y="1457325"/>
                </a:moveTo>
                <a:lnTo>
                  <a:pt x="266700" y="1457325"/>
                </a:lnTo>
                <a:lnTo>
                  <a:pt x="266700" y="1466850"/>
                </a:lnTo>
                <a:lnTo>
                  <a:pt x="257175" y="1466850"/>
                </a:lnTo>
                <a:close/>
                <a:moveTo>
                  <a:pt x="314325" y="1485900"/>
                </a:moveTo>
                <a:lnTo>
                  <a:pt x="352425" y="1485900"/>
                </a:lnTo>
                <a:lnTo>
                  <a:pt x="352425" y="1524000"/>
                </a:lnTo>
                <a:lnTo>
                  <a:pt x="342900" y="1524000"/>
                </a:lnTo>
                <a:lnTo>
                  <a:pt x="342900" y="1504950"/>
                </a:lnTo>
                <a:lnTo>
                  <a:pt x="304800" y="1504950"/>
                </a:lnTo>
                <a:lnTo>
                  <a:pt x="304800" y="1514475"/>
                </a:lnTo>
                <a:lnTo>
                  <a:pt x="295275" y="1514475"/>
                </a:lnTo>
                <a:lnTo>
                  <a:pt x="295275" y="1504950"/>
                </a:lnTo>
                <a:lnTo>
                  <a:pt x="285750" y="1504950"/>
                </a:lnTo>
                <a:lnTo>
                  <a:pt x="285750" y="1514475"/>
                </a:lnTo>
                <a:lnTo>
                  <a:pt x="257175" y="1514475"/>
                </a:lnTo>
                <a:lnTo>
                  <a:pt x="257175" y="1495425"/>
                </a:lnTo>
                <a:lnTo>
                  <a:pt x="314325" y="1495425"/>
                </a:lnTo>
                <a:close/>
                <a:moveTo>
                  <a:pt x="1838325" y="1514475"/>
                </a:moveTo>
                <a:lnTo>
                  <a:pt x="1847850" y="1514475"/>
                </a:lnTo>
                <a:lnTo>
                  <a:pt x="1847850" y="1524000"/>
                </a:lnTo>
                <a:lnTo>
                  <a:pt x="1838325" y="1524000"/>
                </a:lnTo>
                <a:close/>
                <a:moveTo>
                  <a:pt x="1838325" y="1552575"/>
                </a:moveTo>
                <a:lnTo>
                  <a:pt x="1847850" y="1552575"/>
                </a:lnTo>
                <a:lnTo>
                  <a:pt x="1847850" y="1562100"/>
                </a:lnTo>
                <a:lnTo>
                  <a:pt x="1838325" y="1562100"/>
                </a:lnTo>
                <a:close/>
                <a:moveTo>
                  <a:pt x="1238250" y="1800225"/>
                </a:moveTo>
                <a:lnTo>
                  <a:pt x="1314450" y="1800225"/>
                </a:lnTo>
                <a:lnTo>
                  <a:pt x="1314450" y="1809750"/>
                </a:lnTo>
                <a:lnTo>
                  <a:pt x="1323975" y="1809750"/>
                </a:lnTo>
                <a:lnTo>
                  <a:pt x="1323975" y="1828800"/>
                </a:lnTo>
                <a:lnTo>
                  <a:pt x="1333500" y="1828800"/>
                </a:lnTo>
                <a:lnTo>
                  <a:pt x="1333500" y="1838325"/>
                </a:lnTo>
                <a:lnTo>
                  <a:pt x="1314450" y="1838325"/>
                </a:lnTo>
                <a:lnTo>
                  <a:pt x="1314450" y="1847850"/>
                </a:lnTo>
                <a:lnTo>
                  <a:pt x="1304925" y="1847850"/>
                </a:lnTo>
                <a:lnTo>
                  <a:pt x="1304925" y="1838325"/>
                </a:lnTo>
                <a:lnTo>
                  <a:pt x="1295400" y="1838325"/>
                </a:lnTo>
                <a:lnTo>
                  <a:pt x="1295400" y="1819275"/>
                </a:lnTo>
                <a:lnTo>
                  <a:pt x="1285875" y="1819275"/>
                </a:lnTo>
                <a:lnTo>
                  <a:pt x="1285875" y="1828800"/>
                </a:lnTo>
                <a:lnTo>
                  <a:pt x="1266825" y="1828800"/>
                </a:lnTo>
                <a:lnTo>
                  <a:pt x="1266825" y="1819275"/>
                </a:lnTo>
                <a:lnTo>
                  <a:pt x="1247775" y="1819275"/>
                </a:lnTo>
                <a:lnTo>
                  <a:pt x="1247775" y="1809750"/>
                </a:lnTo>
                <a:lnTo>
                  <a:pt x="1238250" y="1809750"/>
                </a:lnTo>
                <a:close/>
                <a:moveTo>
                  <a:pt x="1438275" y="1809750"/>
                </a:moveTo>
                <a:lnTo>
                  <a:pt x="1466850" y="1809750"/>
                </a:lnTo>
                <a:lnTo>
                  <a:pt x="1466850" y="1828800"/>
                </a:lnTo>
                <a:lnTo>
                  <a:pt x="1428750" y="1828800"/>
                </a:lnTo>
                <a:lnTo>
                  <a:pt x="1428750" y="1819275"/>
                </a:lnTo>
                <a:lnTo>
                  <a:pt x="1438275" y="1819275"/>
                </a:lnTo>
                <a:close/>
                <a:moveTo>
                  <a:pt x="542925" y="1838325"/>
                </a:moveTo>
                <a:lnTo>
                  <a:pt x="552450" y="1838325"/>
                </a:lnTo>
                <a:lnTo>
                  <a:pt x="552450" y="1847850"/>
                </a:lnTo>
                <a:lnTo>
                  <a:pt x="542925" y="1847850"/>
                </a:lnTo>
                <a:close/>
                <a:moveTo>
                  <a:pt x="552450" y="1847850"/>
                </a:moveTo>
                <a:lnTo>
                  <a:pt x="561975" y="1847850"/>
                </a:lnTo>
                <a:lnTo>
                  <a:pt x="561975" y="1857375"/>
                </a:lnTo>
                <a:lnTo>
                  <a:pt x="552450" y="1857375"/>
                </a:lnTo>
                <a:close/>
                <a:moveTo>
                  <a:pt x="1514475" y="1847850"/>
                </a:moveTo>
                <a:lnTo>
                  <a:pt x="1524000" y="1847850"/>
                </a:lnTo>
                <a:lnTo>
                  <a:pt x="1524000" y="1857375"/>
                </a:lnTo>
                <a:lnTo>
                  <a:pt x="1514475" y="1857375"/>
                </a:lnTo>
                <a:close/>
                <a:moveTo>
                  <a:pt x="1428750" y="1857375"/>
                </a:moveTo>
                <a:lnTo>
                  <a:pt x="1438275" y="1857375"/>
                </a:lnTo>
                <a:lnTo>
                  <a:pt x="1438275" y="1866900"/>
                </a:lnTo>
                <a:lnTo>
                  <a:pt x="1447800" y="1866900"/>
                </a:lnTo>
                <a:lnTo>
                  <a:pt x="1447800" y="1876425"/>
                </a:lnTo>
                <a:lnTo>
                  <a:pt x="1457325" y="1876425"/>
                </a:lnTo>
                <a:lnTo>
                  <a:pt x="1457325" y="1885950"/>
                </a:lnTo>
                <a:lnTo>
                  <a:pt x="1438275" y="1885950"/>
                </a:lnTo>
                <a:lnTo>
                  <a:pt x="1438275" y="1876425"/>
                </a:lnTo>
                <a:lnTo>
                  <a:pt x="1419225" y="1876425"/>
                </a:lnTo>
                <a:lnTo>
                  <a:pt x="1419225" y="1866900"/>
                </a:lnTo>
                <a:lnTo>
                  <a:pt x="1428750" y="1866900"/>
                </a:lnTo>
                <a:close/>
                <a:moveTo>
                  <a:pt x="1495425" y="1857375"/>
                </a:moveTo>
                <a:lnTo>
                  <a:pt x="1504950" y="1857375"/>
                </a:lnTo>
                <a:lnTo>
                  <a:pt x="1504950" y="1866900"/>
                </a:lnTo>
                <a:lnTo>
                  <a:pt x="1495425" y="1866900"/>
                </a:lnTo>
                <a:close/>
                <a:moveTo>
                  <a:pt x="1485900" y="1866900"/>
                </a:moveTo>
                <a:lnTo>
                  <a:pt x="1495425" y="1866900"/>
                </a:lnTo>
                <a:lnTo>
                  <a:pt x="1495425" y="1876425"/>
                </a:lnTo>
                <a:lnTo>
                  <a:pt x="1485900" y="1876425"/>
                </a:lnTo>
                <a:close/>
                <a:moveTo>
                  <a:pt x="647700" y="1895475"/>
                </a:moveTo>
                <a:lnTo>
                  <a:pt x="657225" y="1895475"/>
                </a:lnTo>
                <a:lnTo>
                  <a:pt x="657225" y="1905000"/>
                </a:lnTo>
                <a:lnTo>
                  <a:pt x="647700" y="1905000"/>
                </a:lnTo>
                <a:close/>
                <a:moveTo>
                  <a:pt x="742950" y="1905000"/>
                </a:moveTo>
                <a:lnTo>
                  <a:pt x="752475" y="1905000"/>
                </a:lnTo>
                <a:lnTo>
                  <a:pt x="752475" y="1914525"/>
                </a:lnTo>
                <a:lnTo>
                  <a:pt x="742950" y="1914525"/>
                </a:lnTo>
                <a:close/>
                <a:moveTo>
                  <a:pt x="1323975" y="1905000"/>
                </a:moveTo>
                <a:lnTo>
                  <a:pt x="1333500" y="1905000"/>
                </a:lnTo>
                <a:lnTo>
                  <a:pt x="1333500" y="1914525"/>
                </a:lnTo>
                <a:lnTo>
                  <a:pt x="1343025" y="1914525"/>
                </a:lnTo>
                <a:lnTo>
                  <a:pt x="1343025" y="1924050"/>
                </a:lnTo>
                <a:lnTo>
                  <a:pt x="1352550" y="1924050"/>
                </a:lnTo>
                <a:lnTo>
                  <a:pt x="1352550" y="1914525"/>
                </a:lnTo>
                <a:lnTo>
                  <a:pt x="1362075" y="1914525"/>
                </a:lnTo>
                <a:lnTo>
                  <a:pt x="1362075" y="1924050"/>
                </a:lnTo>
                <a:lnTo>
                  <a:pt x="1352550" y="1924050"/>
                </a:lnTo>
                <a:lnTo>
                  <a:pt x="1352550" y="1933575"/>
                </a:lnTo>
                <a:lnTo>
                  <a:pt x="1333500" y="1933575"/>
                </a:lnTo>
                <a:lnTo>
                  <a:pt x="1333500" y="1924050"/>
                </a:lnTo>
                <a:lnTo>
                  <a:pt x="1323975" y="1924050"/>
                </a:lnTo>
                <a:close/>
                <a:moveTo>
                  <a:pt x="1247775" y="1914525"/>
                </a:moveTo>
                <a:lnTo>
                  <a:pt x="1266825" y="1914525"/>
                </a:lnTo>
                <a:lnTo>
                  <a:pt x="1266825" y="1924050"/>
                </a:lnTo>
                <a:lnTo>
                  <a:pt x="1295400" y="1924050"/>
                </a:lnTo>
                <a:lnTo>
                  <a:pt x="1295400" y="1933575"/>
                </a:lnTo>
                <a:lnTo>
                  <a:pt x="1304925" y="1933575"/>
                </a:lnTo>
                <a:lnTo>
                  <a:pt x="1304925" y="1943100"/>
                </a:lnTo>
                <a:lnTo>
                  <a:pt x="1285875" y="1943100"/>
                </a:lnTo>
                <a:lnTo>
                  <a:pt x="1285875" y="1952625"/>
                </a:lnTo>
                <a:lnTo>
                  <a:pt x="1266825" y="1952625"/>
                </a:lnTo>
                <a:lnTo>
                  <a:pt x="1266825" y="1962150"/>
                </a:lnTo>
                <a:lnTo>
                  <a:pt x="1238250" y="1962150"/>
                </a:lnTo>
                <a:lnTo>
                  <a:pt x="1238250" y="1924050"/>
                </a:lnTo>
                <a:lnTo>
                  <a:pt x="1247775" y="1924050"/>
                </a:lnTo>
                <a:close/>
                <a:moveTo>
                  <a:pt x="723900" y="1924050"/>
                </a:moveTo>
                <a:lnTo>
                  <a:pt x="742950" y="1924050"/>
                </a:lnTo>
                <a:lnTo>
                  <a:pt x="742950" y="1933575"/>
                </a:lnTo>
                <a:lnTo>
                  <a:pt x="723900" y="1933575"/>
                </a:lnTo>
                <a:close/>
                <a:moveTo>
                  <a:pt x="933450" y="1924050"/>
                </a:moveTo>
                <a:lnTo>
                  <a:pt x="952500" y="1924050"/>
                </a:lnTo>
                <a:lnTo>
                  <a:pt x="952500" y="1933575"/>
                </a:lnTo>
                <a:lnTo>
                  <a:pt x="933450" y="1933575"/>
                </a:lnTo>
                <a:close/>
                <a:moveTo>
                  <a:pt x="1123950" y="1924050"/>
                </a:moveTo>
                <a:lnTo>
                  <a:pt x="1143000" y="1924050"/>
                </a:lnTo>
                <a:lnTo>
                  <a:pt x="1143000" y="1933575"/>
                </a:lnTo>
                <a:lnTo>
                  <a:pt x="1133475" y="1933575"/>
                </a:lnTo>
                <a:lnTo>
                  <a:pt x="1133475" y="1943100"/>
                </a:lnTo>
                <a:lnTo>
                  <a:pt x="1143000" y="1943100"/>
                </a:lnTo>
                <a:lnTo>
                  <a:pt x="1143000" y="1952625"/>
                </a:lnTo>
                <a:lnTo>
                  <a:pt x="1152525" y="1952625"/>
                </a:lnTo>
                <a:lnTo>
                  <a:pt x="1152525" y="1971675"/>
                </a:lnTo>
                <a:lnTo>
                  <a:pt x="1114425" y="1971675"/>
                </a:lnTo>
                <a:lnTo>
                  <a:pt x="1114425" y="1981200"/>
                </a:lnTo>
                <a:lnTo>
                  <a:pt x="1066800" y="1981200"/>
                </a:lnTo>
                <a:lnTo>
                  <a:pt x="1066800" y="1971675"/>
                </a:lnTo>
                <a:lnTo>
                  <a:pt x="1057275" y="1971675"/>
                </a:lnTo>
                <a:lnTo>
                  <a:pt x="1057275" y="1962150"/>
                </a:lnTo>
                <a:lnTo>
                  <a:pt x="1047750" y="1962150"/>
                </a:lnTo>
                <a:lnTo>
                  <a:pt x="1047750" y="1952625"/>
                </a:lnTo>
                <a:lnTo>
                  <a:pt x="1076325" y="1952625"/>
                </a:lnTo>
                <a:lnTo>
                  <a:pt x="1076325" y="1943100"/>
                </a:lnTo>
                <a:lnTo>
                  <a:pt x="1085850" y="1943100"/>
                </a:lnTo>
                <a:lnTo>
                  <a:pt x="1085850" y="1952625"/>
                </a:lnTo>
                <a:lnTo>
                  <a:pt x="1104900" y="1952625"/>
                </a:lnTo>
                <a:lnTo>
                  <a:pt x="1104900" y="1943100"/>
                </a:lnTo>
                <a:lnTo>
                  <a:pt x="1114425" y="1943100"/>
                </a:lnTo>
                <a:lnTo>
                  <a:pt x="1114425" y="1933575"/>
                </a:lnTo>
                <a:lnTo>
                  <a:pt x="1123950" y="1933575"/>
                </a:lnTo>
                <a:close/>
                <a:moveTo>
                  <a:pt x="1200150" y="1933575"/>
                </a:moveTo>
                <a:lnTo>
                  <a:pt x="1219200" y="1933575"/>
                </a:lnTo>
                <a:lnTo>
                  <a:pt x="1219200" y="1943100"/>
                </a:lnTo>
                <a:lnTo>
                  <a:pt x="1200150" y="1943100"/>
                </a:lnTo>
                <a:close/>
                <a:moveTo>
                  <a:pt x="1247775" y="1933575"/>
                </a:moveTo>
                <a:lnTo>
                  <a:pt x="1257300" y="1933575"/>
                </a:lnTo>
                <a:lnTo>
                  <a:pt x="1257300" y="1924050"/>
                </a:lnTo>
                <a:lnTo>
                  <a:pt x="1247775" y="1924050"/>
                </a:lnTo>
                <a:close/>
                <a:moveTo>
                  <a:pt x="895350" y="1943100"/>
                </a:moveTo>
                <a:lnTo>
                  <a:pt x="914400" y="1943100"/>
                </a:lnTo>
                <a:lnTo>
                  <a:pt x="914400" y="1952625"/>
                </a:lnTo>
                <a:lnTo>
                  <a:pt x="904875" y="1952625"/>
                </a:lnTo>
                <a:lnTo>
                  <a:pt x="904875" y="1962150"/>
                </a:lnTo>
                <a:lnTo>
                  <a:pt x="895350" y="1962150"/>
                </a:lnTo>
                <a:close/>
                <a:moveTo>
                  <a:pt x="1219200" y="1943100"/>
                </a:moveTo>
                <a:lnTo>
                  <a:pt x="1228725" y="1943100"/>
                </a:lnTo>
                <a:lnTo>
                  <a:pt x="1228725" y="1952625"/>
                </a:lnTo>
                <a:lnTo>
                  <a:pt x="1219200" y="1952625"/>
                </a:lnTo>
                <a:close/>
                <a:moveTo>
                  <a:pt x="847725" y="1952625"/>
                </a:moveTo>
                <a:lnTo>
                  <a:pt x="866775" y="1952625"/>
                </a:lnTo>
                <a:lnTo>
                  <a:pt x="866775" y="1962150"/>
                </a:lnTo>
                <a:lnTo>
                  <a:pt x="847725" y="1962150"/>
                </a:lnTo>
                <a:close/>
              </a:path>
            </a:pathLst>
          </a:custGeom>
          <a:solidFill xmlns:a="http://schemas.openxmlformats.org/drawingml/2006/main">
            <a:srgbClr val="DBE7DD"/>
          </a:solidFill>
          <a:ln xmlns:a="http://schemas.openxmlformats.org/drawingml/2006/main" w="0">
            <a:noFill/>
          </a:ln>
        </p:spPr>
      </p:sp>
      <p:sp>
        <p:nvSpPr>
          <p:cNvPr id="23" name="employee vector #dbe7db">
            <a:extLst xmlns:a="http://schemas.openxmlformats.org/drawingml/2006/main">
              <a:ext uri="{FF2B5EF4-FFF2-40B4-BE49-F238E27FC236}">
                <a16:creationId xmlns:a16="http://schemas.microsoft.com/office/drawing/2014/main" id="{331DD415-EA85-4891-81D6-C975C3FDF4E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85825" y="2571750"/>
            <a:ext cx="2105025" cy="2066925"/>
          </a:xfrm>
          <a:custGeom xmlns:a="http://schemas.openxmlformats.org/drawingml/2006/main">
            <a:pathLst>
              <a:path w="2105025" h="2066925">
                <a:moveTo>
                  <a:pt x="990600" y="28575"/>
                </a:moveTo>
                <a:lnTo>
                  <a:pt x="1009650" y="28575"/>
                </a:lnTo>
                <a:lnTo>
                  <a:pt x="1009650" y="38100"/>
                </a:lnTo>
                <a:lnTo>
                  <a:pt x="1019175" y="38100"/>
                </a:lnTo>
                <a:lnTo>
                  <a:pt x="1019175" y="47625"/>
                </a:lnTo>
                <a:lnTo>
                  <a:pt x="1000125" y="47625"/>
                </a:lnTo>
                <a:lnTo>
                  <a:pt x="1000125" y="57150"/>
                </a:lnTo>
                <a:lnTo>
                  <a:pt x="990600" y="57150"/>
                </a:lnTo>
                <a:lnTo>
                  <a:pt x="990600" y="47625"/>
                </a:lnTo>
                <a:lnTo>
                  <a:pt x="981075" y="47625"/>
                </a:lnTo>
                <a:lnTo>
                  <a:pt x="981075" y="38100"/>
                </a:lnTo>
                <a:lnTo>
                  <a:pt x="990600" y="38100"/>
                </a:lnTo>
                <a:close/>
                <a:moveTo>
                  <a:pt x="1066800" y="28575"/>
                </a:moveTo>
                <a:lnTo>
                  <a:pt x="1076325" y="28575"/>
                </a:lnTo>
                <a:lnTo>
                  <a:pt x="1076325" y="47625"/>
                </a:lnTo>
                <a:lnTo>
                  <a:pt x="1038225" y="47625"/>
                </a:lnTo>
                <a:lnTo>
                  <a:pt x="1038225" y="38100"/>
                </a:lnTo>
                <a:lnTo>
                  <a:pt x="1066800" y="38100"/>
                </a:lnTo>
                <a:close/>
                <a:moveTo>
                  <a:pt x="876300" y="38100"/>
                </a:moveTo>
                <a:lnTo>
                  <a:pt x="895350" y="38100"/>
                </a:lnTo>
                <a:lnTo>
                  <a:pt x="895350" y="47625"/>
                </a:lnTo>
                <a:lnTo>
                  <a:pt x="914400" y="47625"/>
                </a:lnTo>
                <a:lnTo>
                  <a:pt x="914400" y="38100"/>
                </a:lnTo>
                <a:lnTo>
                  <a:pt x="933450" y="38100"/>
                </a:lnTo>
                <a:lnTo>
                  <a:pt x="933450" y="47625"/>
                </a:lnTo>
                <a:lnTo>
                  <a:pt x="942975" y="47625"/>
                </a:lnTo>
                <a:lnTo>
                  <a:pt x="942975" y="57150"/>
                </a:lnTo>
                <a:lnTo>
                  <a:pt x="923925" y="57150"/>
                </a:lnTo>
                <a:lnTo>
                  <a:pt x="923925" y="66675"/>
                </a:lnTo>
                <a:lnTo>
                  <a:pt x="914400" y="66675"/>
                </a:lnTo>
                <a:lnTo>
                  <a:pt x="914400" y="85725"/>
                </a:lnTo>
                <a:lnTo>
                  <a:pt x="952500" y="85725"/>
                </a:lnTo>
                <a:lnTo>
                  <a:pt x="952500" y="104775"/>
                </a:lnTo>
                <a:lnTo>
                  <a:pt x="962025" y="104775"/>
                </a:lnTo>
                <a:lnTo>
                  <a:pt x="962025" y="114300"/>
                </a:lnTo>
                <a:lnTo>
                  <a:pt x="952500" y="114300"/>
                </a:lnTo>
                <a:lnTo>
                  <a:pt x="952500" y="123825"/>
                </a:lnTo>
                <a:lnTo>
                  <a:pt x="962025" y="123825"/>
                </a:lnTo>
                <a:lnTo>
                  <a:pt x="962025" y="114300"/>
                </a:lnTo>
                <a:lnTo>
                  <a:pt x="971550" y="114300"/>
                </a:lnTo>
                <a:lnTo>
                  <a:pt x="971550" y="104775"/>
                </a:lnTo>
                <a:lnTo>
                  <a:pt x="990600" y="104775"/>
                </a:lnTo>
                <a:lnTo>
                  <a:pt x="990600" y="123825"/>
                </a:lnTo>
                <a:lnTo>
                  <a:pt x="962025" y="123825"/>
                </a:lnTo>
                <a:lnTo>
                  <a:pt x="962025" y="133350"/>
                </a:lnTo>
                <a:lnTo>
                  <a:pt x="895350" y="133350"/>
                </a:lnTo>
                <a:lnTo>
                  <a:pt x="895350" y="114300"/>
                </a:lnTo>
                <a:lnTo>
                  <a:pt x="904875" y="114300"/>
                </a:lnTo>
                <a:lnTo>
                  <a:pt x="904875" y="57150"/>
                </a:lnTo>
                <a:lnTo>
                  <a:pt x="885825" y="57150"/>
                </a:lnTo>
                <a:lnTo>
                  <a:pt x="885825" y="47625"/>
                </a:lnTo>
                <a:lnTo>
                  <a:pt x="876300" y="47625"/>
                </a:lnTo>
                <a:close/>
                <a:moveTo>
                  <a:pt x="857250" y="47625"/>
                </a:moveTo>
                <a:lnTo>
                  <a:pt x="876300" y="47625"/>
                </a:lnTo>
                <a:lnTo>
                  <a:pt x="876300" y="57150"/>
                </a:lnTo>
                <a:lnTo>
                  <a:pt x="857250" y="57150"/>
                </a:lnTo>
                <a:close/>
                <a:moveTo>
                  <a:pt x="800100" y="57150"/>
                </a:moveTo>
                <a:lnTo>
                  <a:pt x="857250" y="57150"/>
                </a:lnTo>
                <a:lnTo>
                  <a:pt x="857250" y="76200"/>
                </a:lnTo>
                <a:lnTo>
                  <a:pt x="847725" y="76200"/>
                </a:lnTo>
                <a:lnTo>
                  <a:pt x="847725" y="95250"/>
                </a:lnTo>
                <a:lnTo>
                  <a:pt x="838200" y="95250"/>
                </a:lnTo>
                <a:lnTo>
                  <a:pt x="838200" y="114300"/>
                </a:lnTo>
                <a:lnTo>
                  <a:pt x="847725" y="114300"/>
                </a:lnTo>
                <a:lnTo>
                  <a:pt x="847725" y="133350"/>
                </a:lnTo>
                <a:lnTo>
                  <a:pt x="857250" y="133350"/>
                </a:lnTo>
                <a:lnTo>
                  <a:pt x="857250" y="142875"/>
                </a:lnTo>
                <a:lnTo>
                  <a:pt x="819150" y="142875"/>
                </a:lnTo>
                <a:lnTo>
                  <a:pt x="819150" y="114300"/>
                </a:lnTo>
                <a:lnTo>
                  <a:pt x="828675" y="114300"/>
                </a:lnTo>
                <a:lnTo>
                  <a:pt x="828675" y="66675"/>
                </a:lnTo>
                <a:lnTo>
                  <a:pt x="819150" y="66675"/>
                </a:lnTo>
                <a:lnTo>
                  <a:pt x="819150" y="85725"/>
                </a:lnTo>
                <a:lnTo>
                  <a:pt x="809625" y="85725"/>
                </a:lnTo>
                <a:lnTo>
                  <a:pt x="809625" y="95250"/>
                </a:lnTo>
                <a:lnTo>
                  <a:pt x="819150" y="95250"/>
                </a:lnTo>
                <a:lnTo>
                  <a:pt x="819150" y="104775"/>
                </a:lnTo>
                <a:lnTo>
                  <a:pt x="790575" y="104775"/>
                </a:lnTo>
                <a:lnTo>
                  <a:pt x="790575" y="123825"/>
                </a:lnTo>
                <a:lnTo>
                  <a:pt x="723900" y="123825"/>
                </a:lnTo>
                <a:lnTo>
                  <a:pt x="723900" y="104775"/>
                </a:lnTo>
                <a:lnTo>
                  <a:pt x="742950" y="104775"/>
                </a:lnTo>
                <a:lnTo>
                  <a:pt x="742950" y="85725"/>
                </a:lnTo>
                <a:lnTo>
                  <a:pt x="752475" y="85725"/>
                </a:lnTo>
                <a:lnTo>
                  <a:pt x="752475" y="76200"/>
                </a:lnTo>
                <a:lnTo>
                  <a:pt x="762000" y="76200"/>
                </a:lnTo>
                <a:lnTo>
                  <a:pt x="762000" y="66675"/>
                </a:lnTo>
                <a:lnTo>
                  <a:pt x="800100" y="66675"/>
                </a:lnTo>
                <a:close/>
                <a:moveTo>
                  <a:pt x="866775" y="66675"/>
                </a:moveTo>
                <a:lnTo>
                  <a:pt x="876300" y="66675"/>
                </a:lnTo>
                <a:lnTo>
                  <a:pt x="876300" y="76200"/>
                </a:lnTo>
                <a:lnTo>
                  <a:pt x="866775" y="76200"/>
                </a:lnTo>
                <a:close/>
                <a:moveTo>
                  <a:pt x="962025" y="66675"/>
                </a:moveTo>
                <a:lnTo>
                  <a:pt x="971550" y="66675"/>
                </a:lnTo>
                <a:lnTo>
                  <a:pt x="971550" y="76200"/>
                </a:lnTo>
                <a:lnTo>
                  <a:pt x="962025" y="76200"/>
                </a:lnTo>
                <a:close/>
                <a:moveTo>
                  <a:pt x="1019175" y="85725"/>
                </a:moveTo>
                <a:lnTo>
                  <a:pt x="1028700" y="85725"/>
                </a:lnTo>
                <a:lnTo>
                  <a:pt x="1028700" y="114300"/>
                </a:lnTo>
                <a:lnTo>
                  <a:pt x="1038225" y="114300"/>
                </a:lnTo>
                <a:lnTo>
                  <a:pt x="1038225" y="133350"/>
                </a:lnTo>
                <a:lnTo>
                  <a:pt x="1019175" y="133350"/>
                </a:lnTo>
                <a:lnTo>
                  <a:pt x="1019175" y="104775"/>
                </a:lnTo>
                <a:lnTo>
                  <a:pt x="1009650" y="104775"/>
                </a:lnTo>
                <a:lnTo>
                  <a:pt x="1009650" y="95250"/>
                </a:lnTo>
                <a:lnTo>
                  <a:pt x="1019175" y="95250"/>
                </a:lnTo>
                <a:close/>
                <a:moveTo>
                  <a:pt x="1162050" y="104775"/>
                </a:moveTo>
                <a:lnTo>
                  <a:pt x="1181100" y="104775"/>
                </a:lnTo>
                <a:lnTo>
                  <a:pt x="1181100" y="114300"/>
                </a:lnTo>
                <a:lnTo>
                  <a:pt x="1190625" y="114300"/>
                </a:lnTo>
                <a:lnTo>
                  <a:pt x="1190625" y="123825"/>
                </a:lnTo>
                <a:lnTo>
                  <a:pt x="1171575" y="123825"/>
                </a:lnTo>
                <a:lnTo>
                  <a:pt x="1171575" y="114300"/>
                </a:lnTo>
                <a:lnTo>
                  <a:pt x="1162050" y="114300"/>
                </a:lnTo>
                <a:close/>
                <a:moveTo>
                  <a:pt x="857250" y="114300"/>
                </a:moveTo>
                <a:lnTo>
                  <a:pt x="866775" y="114300"/>
                </a:lnTo>
                <a:lnTo>
                  <a:pt x="866775" y="123825"/>
                </a:lnTo>
                <a:lnTo>
                  <a:pt x="857250" y="123825"/>
                </a:lnTo>
                <a:close/>
                <a:moveTo>
                  <a:pt x="590550" y="133350"/>
                </a:moveTo>
                <a:lnTo>
                  <a:pt x="609600" y="133350"/>
                </a:lnTo>
                <a:lnTo>
                  <a:pt x="609600" y="171450"/>
                </a:lnTo>
                <a:lnTo>
                  <a:pt x="600075" y="171450"/>
                </a:lnTo>
                <a:lnTo>
                  <a:pt x="600075" y="180975"/>
                </a:lnTo>
                <a:lnTo>
                  <a:pt x="581025" y="180975"/>
                </a:lnTo>
                <a:lnTo>
                  <a:pt x="581025" y="190500"/>
                </a:lnTo>
                <a:lnTo>
                  <a:pt x="542925" y="190500"/>
                </a:lnTo>
                <a:lnTo>
                  <a:pt x="542925" y="200025"/>
                </a:lnTo>
                <a:lnTo>
                  <a:pt x="533400" y="200025"/>
                </a:lnTo>
                <a:lnTo>
                  <a:pt x="533400" y="209550"/>
                </a:lnTo>
                <a:lnTo>
                  <a:pt x="523875" y="209550"/>
                </a:lnTo>
                <a:lnTo>
                  <a:pt x="523875" y="219075"/>
                </a:lnTo>
                <a:lnTo>
                  <a:pt x="514350" y="219075"/>
                </a:lnTo>
                <a:lnTo>
                  <a:pt x="514350" y="209550"/>
                </a:lnTo>
                <a:lnTo>
                  <a:pt x="504825" y="209550"/>
                </a:lnTo>
                <a:lnTo>
                  <a:pt x="504825" y="200025"/>
                </a:lnTo>
                <a:lnTo>
                  <a:pt x="495300" y="200025"/>
                </a:lnTo>
                <a:lnTo>
                  <a:pt x="495300" y="190500"/>
                </a:lnTo>
                <a:lnTo>
                  <a:pt x="504825" y="190500"/>
                </a:lnTo>
                <a:lnTo>
                  <a:pt x="504825" y="200025"/>
                </a:lnTo>
                <a:lnTo>
                  <a:pt x="514350" y="200025"/>
                </a:lnTo>
                <a:lnTo>
                  <a:pt x="514350" y="180975"/>
                </a:lnTo>
                <a:lnTo>
                  <a:pt x="523875" y="180975"/>
                </a:lnTo>
                <a:lnTo>
                  <a:pt x="523875" y="171450"/>
                </a:lnTo>
                <a:lnTo>
                  <a:pt x="542925" y="171450"/>
                </a:lnTo>
                <a:lnTo>
                  <a:pt x="542925" y="161925"/>
                </a:lnTo>
                <a:lnTo>
                  <a:pt x="552450" y="161925"/>
                </a:lnTo>
                <a:lnTo>
                  <a:pt x="552450" y="152400"/>
                </a:lnTo>
                <a:lnTo>
                  <a:pt x="581025" y="152400"/>
                </a:lnTo>
                <a:lnTo>
                  <a:pt x="581025" y="142875"/>
                </a:lnTo>
                <a:lnTo>
                  <a:pt x="590550" y="142875"/>
                </a:lnTo>
                <a:close/>
                <a:moveTo>
                  <a:pt x="800100" y="133350"/>
                </a:moveTo>
                <a:lnTo>
                  <a:pt x="809625" y="133350"/>
                </a:lnTo>
                <a:lnTo>
                  <a:pt x="809625" y="152400"/>
                </a:lnTo>
                <a:lnTo>
                  <a:pt x="819150" y="152400"/>
                </a:lnTo>
                <a:lnTo>
                  <a:pt x="819150" y="161925"/>
                </a:lnTo>
                <a:lnTo>
                  <a:pt x="771525" y="161925"/>
                </a:lnTo>
                <a:lnTo>
                  <a:pt x="771525" y="152400"/>
                </a:lnTo>
                <a:lnTo>
                  <a:pt x="790575" y="152400"/>
                </a:lnTo>
                <a:lnTo>
                  <a:pt x="790575" y="142875"/>
                </a:lnTo>
                <a:lnTo>
                  <a:pt x="800100" y="142875"/>
                </a:lnTo>
                <a:close/>
                <a:moveTo>
                  <a:pt x="647700" y="142875"/>
                </a:moveTo>
                <a:lnTo>
                  <a:pt x="657225" y="142875"/>
                </a:lnTo>
                <a:lnTo>
                  <a:pt x="657225" y="161925"/>
                </a:lnTo>
                <a:lnTo>
                  <a:pt x="647700" y="161925"/>
                </a:lnTo>
                <a:close/>
                <a:moveTo>
                  <a:pt x="1047750" y="142875"/>
                </a:moveTo>
                <a:lnTo>
                  <a:pt x="1076325" y="142875"/>
                </a:lnTo>
                <a:lnTo>
                  <a:pt x="1076325" y="152400"/>
                </a:lnTo>
                <a:lnTo>
                  <a:pt x="1047750" y="152400"/>
                </a:lnTo>
                <a:close/>
                <a:moveTo>
                  <a:pt x="1076325" y="152400"/>
                </a:moveTo>
                <a:lnTo>
                  <a:pt x="1085850" y="152400"/>
                </a:lnTo>
                <a:lnTo>
                  <a:pt x="1085850" y="161925"/>
                </a:lnTo>
                <a:lnTo>
                  <a:pt x="1095375" y="161925"/>
                </a:lnTo>
                <a:lnTo>
                  <a:pt x="1095375" y="171450"/>
                </a:lnTo>
                <a:lnTo>
                  <a:pt x="1076325" y="171450"/>
                </a:lnTo>
                <a:close/>
                <a:moveTo>
                  <a:pt x="1190625" y="152400"/>
                </a:moveTo>
                <a:lnTo>
                  <a:pt x="1200150" y="152400"/>
                </a:lnTo>
                <a:lnTo>
                  <a:pt x="1200150" y="161925"/>
                </a:lnTo>
                <a:lnTo>
                  <a:pt x="1190625" y="161925"/>
                </a:lnTo>
                <a:close/>
                <a:moveTo>
                  <a:pt x="1104900" y="171450"/>
                </a:moveTo>
                <a:lnTo>
                  <a:pt x="1114425" y="171450"/>
                </a:lnTo>
                <a:lnTo>
                  <a:pt x="1114425" y="180975"/>
                </a:lnTo>
                <a:lnTo>
                  <a:pt x="1104900" y="180975"/>
                </a:lnTo>
                <a:close/>
                <a:moveTo>
                  <a:pt x="742950" y="180975"/>
                </a:moveTo>
                <a:lnTo>
                  <a:pt x="752475" y="180975"/>
                </a:lnTo>
                <a:lnTo>
                  <a:pt x="752475" y="200025"/>
                </a:lnTo>
                <a:lnTo>
                  <a:pt x="733425" y="200025"/>
                </a:lnTo>
                <a:lnTo>
                  <a:pt x="733425" y="190500"/>
                </a:lnTo>
                <a:lnTo>
                  <a:pt x="742950" y="190500"/>
                </a:lnTo>
                <a:close/>
                <a:moveTo>
                  <a:pt x="638175" y="247650"/>
                </a:moveTo>
                <a:lnTo>
                  <a:pt x="666750" y="247650"/>
                </a:lnTo>
                <a:lnTo>
                  <a:pt x="666750" y="257175"/>
                </a:lnTo>
                <a:lnTo>
                  <a:pt x="638175" y="257175"/>
                </a:lnTo>
                <a:close/>
                <a:moveTo>
                  <a:pt x="457200" y="266700"/>
                </a:moveTo>
                <a:lnTo>
                  <a:pt x="476250" y="266700"/>
                </a:lnTo>
                <a:lnTo>
                  <a:pt x="476250" y="276225"/>
                </a:lnTo>
                <a:lnTo>
                  <a:pt x="485775" y="276225"/>
                </a:lnTo>
                <a:lnTo>
                  <a:pt x="485775" y="285750"/>
                </a:lnTo>
                <a:lnTo>
                  <a:pt x="495300" y="285750"/>
                </a:lnTo>
                <a:lnTo>
                  <a:pt x="495300" y="295275"/>
                </a:lnTo>
                <a:lnTo>
                  <a:pt x="466725" y="295275"/>
                </a:lnTo>
                <a:lnTo>
                  <a:pt x="466725" y="285750"/>
                </a:lnTo>
                <a:lnTo>
                  <a:pt x="457200" y="285750"/>
                </a:lnTo>
                <a:close/>
                <a:moveTo>
                  <a:pt x="390525" y="276225"/>
                </a:moveTo>
                <a:lnTo>
                  <a:pt x="400050" y="276225"/>
                </a:lnTo>
                <a:lnTo>
                  <a:pt x="400050" y="285750"/>
                </a:lnTo>
                <a:lnTo>
                  <a:pt x="390525" y="285750"/>
                </a:lnTo>
                <a:close/>
                <a:moveTo>
                  <a:pt x="381000" y="285750"/>
                </a:moveTo>
                <a:lnTo>
                  <a:pt x="390525" y="285750"/>
                </a:lnTo>
                <a:lnTo>
                  <a:pt x="390525" y="295275"/>
                </a:lnTo>
                <a:lnTo>
                  <a:pt x="381000" y="295275"/>
                </a:lnTo>
                <a:close/>
                <a:moveTo>
                  <a:pt x="352425" y="314325"/>
                </a:moveTo>
                <a:lnTo>
                  <a:pt x="361950" y="314325"/>
                </a:lnTo>
                <a:lnTo>
                  <a:pt x="361950" y="361950"/>
                </a:lnTo>
                <a:lnTo>
                  <a:pt x="352425" y="361950"/>
                </a:lnTo>
                <a:lnTo>
                  <a:pt x="352425" y="371475"/>
                </a:lnTo>
                <a:lnTo>
                  <a:pt x="342900" y="371475"/>
                </a:lnTo>
                <a:lnTo>
                  <a:pt x="342900" y="361950"/>
                </a:lnTo>
                <a:lnTo>
                  <a:pt x="333375" y="361950"/>
                </a:lnTo>
                <a:lnTo>
                  <a:pt x="333375" y="352425"/>
                </a:lnTo>
                <a:lnTo>
                  <a:pt x="342900" y="352425"/>
                </a:lnTo>
                <a:lnTo>
                  <a:pt x="342900" y="342900"/>
                </a:lnTo>
                <a:lnTo>
                  <a:pt x="352425" y="342900"/>
                </a:lnTo>
                <a:lnTo>
                  <a:pt x="352425" y="333375"/>
                </a:lnTo>
                <a:lnTo>
                  <a:pt x="342900" y="333375"/>
                </a:lnTo>
                <a:lnTo>
                  <a:pt x="342900" y="323850"/>
                </a:lnTo>
                <a:lnTo>
                  <a:pt x="352425" y="323850"/>
                </a:lnTo>
                <a:close/>
                <a:moveTo>
                  <a:pt x="1200150" y="323850"/>
                </a:moveTo>
                <a:lnTo>
                  <a:pt x="1209675" y="323850"/>
                </a:lnTo>
                <a:lnTo>
                  <a:pt x="1209675" y="333375"/>
                </a:lnTo>
                <a:lnTo>
                  <a:pt x="1200150" y="333375"/>
                </a:lnTo>
                <a:close/>
                <a:moveTo>
                  <a:pt x="342900" y="409575"/>
                </a:moveTo>
                <a:lnTo>
                  <a:pt x="361950" y="409575"/>
                </a:lnTo>
                <a:lnTo>
                  <a:pt x="361950" y="419100"/>
                </a:lnTo>
                <a:lnTo>
                  <a:pt x="352425" y="419100"/>
                </a:lnTo>
                <a:lnTo>
                  <a:pt x="352425" y="428625"/>
                </a:lnTo>
                <a:lnTo>
                  <a:pt x="342900" y="428625"/>
                </a:lnTo>
                <a:close/>
                <a:moveTo>
                  <a:pt x="390525" y="409575"/>
                </a:moveTo>
                <a:lnTo>
                  <a:pt x="400050" y="409575"/>
                </a:lnTo>
                <a:lnTo>
                  <a:pt x="400050" y="428625"/>
                </a:lnTo>
                <a:lnTo>
                  <a:pt x="390525" y="428625"/>
                </a:lnTo>
                <a:close/>
                <a:moveTo>
                  <a:pt x="847725" y="409575"/>
                </a:moveTo>
                <a:lnTo>
                  <a:pt x="914400" y="409575"/>
                </a:lnTo>
                <a:lnTo>
                  <a:pt x="914400" y="419100"/>
                </a:lnTo>
                <a:lnTo>
                  <a:pt x="857250" y="419100"/>
                </a:lnTo>
                <a:lnTo>
                  <a:pt x="857250" y="428625"/>
                </a:lnTo>
                <a:lnTo>
                  <a:pt x="847725" y="428625"/>
                </a:lnTo>
                <a:close/>
                <a:moveTo>
                  <a:pt x="266700" y="419100"/>
                </a:moveTo>
                <a:lnTo>
                  <a:pt x="276225" y="419100"/>
                </a:lnTo>
                <a:lnTo>
                  <a:pt x="276225" y="428625"/>
                </a:lnTo>
                <a:lnTo>
                  <a:pt x="266700" y="428625"/>
                </a:lnTo>
                <a:close/>
                <a:moveTo>
                  <a:pt x="438150" y="428625"/>
                </a:moveTo>
                <a:lnTo>
                  <a:pt x="457200" y="428625"/>
                </a:lnTo>
                <a:lnTo>
                  <a:pt x="457200" y="438150"/>
                </a:lnTo>
                <a:lnTo>
                  <a:pt x="438150" y="438150"/>
                </a:lnTo>
                <a:close/>
                <a:moveTo>
                  <a:pt x="828675" y="428625"/>
                </a:moveTo>
                <a:lnTo>
                  <a:pt x="838200" y="428625"/>
                </a:lnTo>
                <a:lnTo>
                  <a:pt x="838200" y="438150"/>
                </a:lnTo>
                <a:lnTo>
                  <a:pt x="828675" y="438150"/>
                </a:lnTo>
                <a:close/>
                <a:moveTo>
                  <a:pt x="428625" y="447675"/>
                </a:moveTo>
                <a:lnTo>
                  <a:pt x="438150" y="447675"/>
                </a:lnTo>
                <a:lnTo>
                  <a:pt x="438150" y="457200"/>
                </a:lnTo>
                <a:lnTo>
                  <a:pt x="428625" y="457200"/>
                </a:lnTo>
                <a:close/>
                <a:moveTo>
                  <a:pt x="323850" y="457200"/>
                </a:moveTo>
                <a:lnTo>
                  <a:pt x="333375" y="457200"/>
                </a:lnTo>
                <a:lnTo>
                  <a:pt x="333375" y="466725"/>
                </a:lnTo>
                <a:lnTo>
                  <a:pt x="323850" y="466725"/>
                </a:lnTo>
                <a:close/>
                <a:moveTo>
                  <a:pt x="247650" y="476250"/>
                </a:moveTo>
                <a:lnTo>
                  <a:pt x="257175" y="476250"/>
                </a:lnTo>
                <a:lnTo>
                  <a:pt x="257175" y="485775"/>
                </a:lnTo>
                <a:lnTo>
                  <a:pt x="276225" y="485775"/>
                </a:lnTo>
                <a:lnTo>
                  <a:pt x="276225" y="495300"/>
                </a:lnTo>
                <a:lnTo>
                  <a:pt x="266700" y="495300"/>
                </a:lnTo>
                <a:lnTo>
                  <a:pt x="266700" y="514350"/>
                </a:lnTo>
                <a:lnTo>
                  <a:pt x="257175" y="514350"/>
                </a:lnTo>
                <a:lnTo>
                  <a:pt x="257175" y="504825"/>
                </a:lnTo>
                <a:lnTo>
                  <a:pt x="238125" y="504825"/>
                </a:lnTo>
                <a:lnTo>
                  <a:pt x="238125" y="495300"/>
                </a:lnTo>
                <a:lnTo>
                  <a:pt x="247650" y="495300"/>
                </a:lnTo>
                <a:close/>
                <a:moveTo>
                  <a:pt x="400050" y="476250"/>
                </a:moveTo>
                <a:lnTo>
                  <a:pt x="409575" y="476250"/>
                </a:lnTo>
                <a:lnTo>
                  <a:pt x="409575" y="495300"/>
                </a:lnTo>
                <a:lnTo>
                  <a:pt x="400050" y="495300"/>
                </a:lnTo>
                <a:close/>
                <a:moveTo>
                  <a:pt x="771525" y="476250"/>
                </a:moveTo>
                <a:lnTo>
                  <a:pt x="790575" y="476250"/>
                </a:lnTo>
                <a:lnTo>
                  <a:pt x="790575" y="495300"/>
                </a:lnTo>
                <a:lnTo>
                  <a:pt x="771525" y="495300"/>
                </a:lnTo>
                <a:lnTo>
                  <a:pt x="771525" y="504825"/>
                </a:lnTo>
                <a:lnTo>
                  <a:pt x="762000" y="504825"/>
                </a:lnTo>
                <a:lnTo>
                  <a:pt x="762000" y="514350"/>
                </a:lnTo>
                <a:lnTo>
                  <a:pt x="742950" y="514350"/>
                </a:lnTo>
                <a:lnTo>
                  <a:pt x="742950" y="504825"/>
                </a:lnTo>
                <a:lnTo>
                  <a:pt x="752475" y="504825"/>
                </a:lnTo>
                <a:lnTo>
                  <a:pt x="752475" y="495300"/>
                </a:lnTo>
                <a:lnTo>
                  <a:pt x="762000" y="495300"/>
                </a:lnTo>
                <a:lnTo>
                  <a:pt x="762000" y="485775"/>
                </a:lnTo>
                <a:lnTo>
                  <a:pt x="771525" y="485775"/>
                </a:lnTo>
                <a:close/>
                <a:moveTo>
                  <a:pt x="219075" y="504825"/>
                </a:moveTo>
                <a:lnTo>
                  <a:pt x="238125" y="504825"/>
                </a:lnTo>
                <a:lnTo>
                  <a:pt x="238125" y="523875"/>
                </a:lnTo>
                <a:lnTo>
                  <a:pt x="228600" y="523875"/>
                </a:lnTo>
                <a:lnTo>
                  <a:pt x="228600" y="533400"/>
                </a:lnTo>
                <a:lnTo>
                  <a:pt x="219075" y="533400"/>
                </a:lnTo>
                <a:lnTo>
                  <a:pt x="219075" y="542925"/>
                </a:lnTo>
                <a:lnTo>
                  <a:pt x="200025" y="542925"/>
                </a:lnTo>
                <a:lnTo>
                  <a:pt x="200025" y="514350"/>
                </a:lnTo>
                <a:lnTo>
                  <a:pt x="219075" y="514350"/>
                </a:lnTo>
                <a:close/>
                <a:moveTo>
                  <a:pt x="1076325" y="523875"/>
                </a:moveTo>
                <a:lnTo>
                  <a:pt x="1104900" y="523875"/>
                </a:lnTo>
                <a:lnTo>
                  <a:pt x="1104900" y="533400"/>
                </a:lnTo>
                <a:lnTo>
                  <a:pt x="1114425" y="533400"/>
                </a:lnTo>
                <a:lnTo>
                  <a:pt x="1114425" y="552450"/>
                </a:lnTo>
                <a:lnTo>
                  <a:pt x="1104900" y="552450"/>
                </a:lnTo>
                <a:lnTo>
                  <a:pt x="1104900" y="542925"/>
                </a:lnTo>
                <a:lnTo>
                  <a:pt x="1095375" y="542925"/>
                </a:lnTo>
                <a:lnTo>
                  <a:pt x="1095375" y="552450"/>
                </a:lnTo>
                <a:lnTo>
                  <a:pt x="1057275" y="552450"/>
                </a:lnTo>
                <a:lnTo>
                  <a:pt x="1057275" y="561975"/>
                </a:lnTo>
                <a:lnTo>
                  <a:pt x="1038225" y="561975"/>
                </a:lnTo>
                <a:lnTo>
                  <a:pt x="1038225" y="581025"/>
                </a:lnTo>
                <a:lnTo>
                  <a:pt x="1028700" y="581025"/>
                </a:lnTo>
                <a:lnTo>
                  <a:pt x="1028700" y="600075"/>
                </a:lnTo>
                <a:lnTo>
                  <a:pt x="1019175" y="600075"/>
                </a:lnTo>
                <a:lnTo>
                  <a:pt x="1019175" y="638175"/>
                </a:lnTo>
                <a:lnTo>
                  <a:pt x="1028700" y="638175"/>
                </a:lnTo>
                <a:lnTo>
                  <a:pt x="1028700" y="647700"/>
                </a:lnTo>
                <a:lnTo>
                  <a:pt x="1038225" y="647700"/>
                </a:lnTo>
                <a:lnTo>
                  <a:pt x="1038225" y="657225"/>
                </a:lnTo>
                <a:lnTo>
                  <a:pt x="1028700" y="657225"/>
                </a:lnTo>
                <a:lnTo>
                  <a:pt x="1028700" y="666750"/>
                </a:lnTo>
                <a:lnTo>
                  <a:pt x="1019175" y="666750"/>
                </a:lnTo>
                <a:lnTo>
                  <a:pt x="1019175" y="647700"/>
                </a:lnTo>
                <a:lnTo>
                  <a:pt x="1000125" y="647700"/>
                </a:lnTo>
                <a:lnTo>
                  <a:pt x="1000125" y="638175"/>
                </a:lnTo>
                <a:lnTo>
                  <a:pt x="990600" y="638175"/>
                </a:lnTo>
                <a:lnTo>
                  <a:pt x="990600" y="619125"/>
                </a:lnTo>
                <a:lnTo>
                  <a:pt x="981075" y="619125"/>
                </a:lnTo>
                <a:lnTo>
                  <a:pt x="981075" y="581025"/>
                </a:lnTo>
                <a:lnTo>
                  <a:pt x="990600" y="581025"/>
                </a:lnTo>
                <a:lnTo>
                  <a:pt x="990600" y="561975"/>
                </a:lnTo>
                <a:lnTo>
                  <a:pt x="971550" y="561975"/>
                </a:lnTo>
                <a:lnTo>
                  <a:pt x="971550" y="552450"/>
                </a:lnTo>
                <a:lnTo>
                  <a:pt x="1019175" y="552450"/>
                </a:lnTo>
                <a:lnTo>
                  <a:pt x="1019175" y="542925"/>
                </a:lnTo>
                <a:lnTo>
                  <a:pt x="1047750" y="542925"/>
                </a:lnTo>
                <a:lnTo>
                  <a:pt x="1047750" y="533400"/>
                </a:lnTo>
                <a:lnTo>
                  <a:pt x="1076325" y="533400"/>
                </a:lnTo>
                <a:close/>
                <a:moveTo>
                  <a:pt x="238125" y="561975"/>
                </a:moveTo>
                <a:lnTo>
                  <a:pt x="247650" y="561975"/>
                </a:lnTo>
                <a:lnTo>
                  <a:pt x="247650" y="571500"/>
                </a:lnTo>
                <a:lnTo>
                  <a:pt x="238125" y="571500"/>
                </a:lnTo>
                <a:close/>
                <a:moveTo>
                  <a:pt x="190500" y="571500"/>
                </a:moveTo>
                <a:lnTo>
                  <a:pt x="200025" y="571500"/>
                </a:lnTo>
                <a:lnTo>
                  <a:pt x="200025" y="581025"/>
                </a:lnTo>
                <a:lnTo>
                  <a:pt x="190500" y="581025"/>
                </a:lnTo>
                <a:close/>
                <a:moveTo>
                  <a:pt x="581025" y="571500"/>
                </a:moveTo>
                <a:lnTo>
                  <a:pt x="590550" y="571500"/>
                </a:lnTo>
                <a:lnTo>
                  <a:pt x="590550" y="581025"/>
                </a:lnTo>
                <a:lnTo>
                  <a:pt x="581025" y="581025"/>
                </a:lnTo>
                <a:close/>
                <a:moveTo>
                  <a:pt x="171450" y="581025"/>
                </a:moveTo>
                <a:lnTo>
                  <a:pt x="180975" y="581025"/>
                </a:lnTo>
                <a:lnTo>
                  <a:pt x="180975" y="600075"/>
                </a:lnTo>
                <a:lnTo>
                  <a:pt x="190500" y="600075"/>
                </a:lnTo>
                <a:lnTo>
                  <a:pt x="190500" y="619125"/>
                </a:lnTo>
                <a:lnTo>
                  <a:pt x="180975" y="619125"/>
                </a:lnTo>
                <a:lnTo>
                  <a:pt x="180975" y="628650"/>
                </a:lnTo>
                <a:lnTo>
                  <a:pt x="171450" y="628650"/>
                </a:lnTo>
                <a:lnTo>
                  <a:pt x="171450" y="619125"/>
                </a:lnTo>
                <a:lnTo>
                  <a:pt x="161925" y="619125"/>
                </a:lnTo>
                <a:lnTo>
                  <a:pt x="161925" y="647700"/>
                </a:lnTo>
                <a:lnTo>
                  <a:pt x="171450" y="647700"/>
                </a:lnTo>
                <a:lnTo>
                  <a:pt x="171450" y="657225"/>
                </a:lnTo>
                <a:lnTo>
                  <a:pt x="152400" y="657225"/>
                </a:lnTo>
                <a:lnTo>
                  <a:pt x="152400" y="638175"/>
                </a:lnTo>
                <a:lnTo>
                  <a:pt x="142875" y="638175"/>
                </a:lnTo>
                <a:lnTo>
                  <a:pt x="142875" y="619125"/>
                </a:lnTo>
                <a:lnTo>
                  <a:pt x="152400" y="619125"/>
                </a:lnTo>
                <a:lnTo>
                  <a:pt x="152400" y="590550"/>
                </a:lnTo>
                <a:lnTo>
                  <a:pt x="171450" y="590550"/>
                </a:lnTo>
                <a:close/>
                <a:moveTo>
                  <a:pt x="857250" y="590550"/>
                </a:moveTo>
                <a:lnTo>
                  <a:pt x="866775" y="590550"/>
                </a:lnTo>
                <a:lnTo>
                  <a:pt x="866775" y="600075"/>
                </a:lnTo>
                <a:lnTo>
                  <a:pt x="857250" y="600075"/>
                </a:lnTo>
                <a:close/>
                <a:moveTo>
                  <a:pt x="876300" y="590550"/>
                </a:moveTo>
                <a:lnTo>
                  <a:pt x="885825" y="590550"/>
                </a:lnTo>
                <a:lnTo>
                  <a:pt x="885825" y="600075"/>
                </a:lnTo>
                <a:lnTo>
                  <a:pt x="876300" y="600075"/>
                </a:lnTo>
                <a:close/>
                <a:moveTo>
                  <a:pt x="847725" y="600075"/>
                </a:moveTo>
                <a:lnTo>
                  <a:pt x="857250" y="600075"/>
                </a:lnTo>
                <a:lnTo>
                  <a:pt x="857250" y="609600"/>
                </a:lnTo>
                <a:lnTo>
                  <a:pt x="866775" y="609600"/>
                </a:lnTo>
                <a:lnTo>
                  <a:pt x="866775" y="600075"/>
                </a:lnTo>
                <a:lnTo>
                  <a:pt x="876300" y="600075"/>
                </a:lnTo>
                <a:lnTo>
                  <a:pt x="876300" y="609600"/>
                </a:lnTo>
                <a:lnTo>
                  <a:pt x="866775" y="609600"/>
                </a:lnTo>
                <a:lnTo>
                  <a:pt x="866775" y="619125"/>
                </a:lnTo>
                <a:lnTo>
                  <a:pt x="857250" y="619125"/>
                </a:lnTo>
                <a:lnTo>
                  <a:pt x="857250" y="628650"/>
                </a:lnTo>
                <a:lnTo>
                  <a:pt x="847725" y="628650"/>
                </a:lnTo>
                <a:lnTo>
                  <a:pt x="847725" y="638175"/>
                </a:lnTo>
                <a:lnTo>
                  <a:pt x="828675" y="638175"/>
                </a:lnTo>
                <a:lnTo>
                  <a:pt x="828675" y="647700"/>
                </a:lnTo>
                <a:lnTo>
                  <a:pt x="800100" y="647700"/>
                </a:lnTo>
                <a:lnTo>
                  <a:pt x="800100" y="628650"/>
                </a:lnTo>
                <a:lnTo>
                  <a:pt x="809625" y="628650"/>
                </a:lnTo>
                <a:lnTo>
                  <a:pt x="809625" y="619125"/>
                </a:lnTo>
                <a:lnTo>
                  <a:pt x="838200" y="619125"/>
                </a:lnTo>
                <a:lnTo>
                  <a:pt x="838200" y="609600"/>
                </a:lnTo>
                <a:lnTo>
                  <a:pt x="847725" y="609600"/>
                </a:lnTo>
                <a:close/>
                <a:moveTo>
                  <a:pt x="990600" y="609600"/>
                </a:moveTo>
                <a:lnTo>
                  <a:pt x="1000125" y="609600"/>
                </a:lnTo>
                <a:lnTo>
                  <a:pt x="1000125" y="628650"/>
                </a:lnTo>
                <a:lnTo>
                  <a:pt x="1009650" y="628650"/>
                </a:lnTo>
                <a:lnTo>
                  <a:pt x="1009650" y="600075"/>
                </a:lnTo>
                <a:lnTo>
                  <a:pt x="990600" y="600075"/>
                </a:lnTo>
                <a:close/>
                <a:moveTo>
                  <a:pt x="247650" y="628650"/>
                </a:moveTo>
                <a:lnTo>
                  <a:pt x="266700" y="628650"/>
                </a:lnTo>
                <a:lnTo>
                  <a:pt x="266700" y="638175"/>
                </a:lnTo>
                <a:lnTo>
                  <a:pt x="247650" y="638175"/>
                </a:lnTo>
                <a:close/>
                <a:moveTo>
                  <a:pt x="133350" y="676275"/>
                </a:moveTo>
                <a:lnTo>
                  <a:pt x="161925" y="676275"/>
                </a:lnTo>
                <a:lnTo>
                  <a:pt x="161925" y="685800"/>
                </a:lnTo>
                <a:lnTo>
                  <a:pt x="190500" y="685800"/>
                </a:lnTo>
                <a:lnTo>
                  <a:pt x="190500" y="695325"/>
                </a:lnTo>
                <a:lnTo>
                  <a:pt x="180975" y="695325"/>
                </a:lnTo>
                <a:lnTo>
                  <a:pt x="180975" y="714375"/>
                </a:lnTo>
                <a:lnTo>
                  <a:pt x="171450" y="714375"/>
                </a:lnTo>
                <a:lnTo>
                  <a:pt x="171450" y="752475"/>
                </a:lnTo>
                <a:lnTo>
                  <a:pt x="161925" y="752475"/>
                </a:lnTo>
                <a:lnTo>
                  <a:pt x="161925" y="771525"/>
                </a:lnTo>
                <a:lnTo>
                  <a:pt x="171450" y="771525"/>
                </a:lnTo>
                <a:lnTo>
                  <a:pt x="171450" y="781050"/>
                </a:lnTo>
                <a:lnTo>
                  <a:pt x="133350" y="781050"/>
                </a:lnTo>
                <a:lnTo>
                  <a:pt x="133350" y="895350"/>
                </a:lnTo>
                <a:lnTo>
                  <a:pt x="142875" y="895350"/>
                </a:lnTo>
                <a:lnTo>
                  <a:pt x="142875" y="904875"/>
                </a:lnTo>
                <a:lnTo>
                  <a:pt x="180975" y="904875"/>
                </a:lnTo>
                <a:lnTo>
                  <a:pt x="180975" y="933450"/>
                </a:lnTo>
                <a:lnTo>
                  <a:pt x="171450" y="933450"/>
                </a:lnTo>
                <a:lnTo>
                  <a:pt x="171450" y="942975"/>
                </a:lnTo>
                <a:lnTo>
                  <a:pt x="161925" y="942975"/>
                </a:lnTo>
                <a:lnTo>
                  <a:pt x="161925" y="962025"/>
                </a:lnTo>
                <a:lnTo>
                  <a:pt x="171450" y="962025"/>
                </a:lnTo>
                <a:lnTo>
                  <a:pt x="171450" y="971550"/>
                </a:lnTo>
                <a:lnTo>
                  <a:pt x="190500" y="971550"/>
                </a:lnTo>
                <a:lnTo>
                  <a:pt x="190500" y="952500"/>
                </a:lnTo>
                <a:lnTo>
                  <a:pt x="200025" y="952500"/>
                </a:lnTo>
                <a:lnTo>
                  <a:pt x="200025" y="942975"/>
                </a:lnTo>
                <a:lnTo>
                  <a:pt x="209550" y="942975"/>
                </a:lnTo>
                <a:lnTo>
                  <a:pt x="209550" y="952500"/>
                </a:lnTo>
                <a:lnTo>
                  <a:pt x="219075" y="952500"/>
                </a:lnTo>
                <a:lnTo>
                  <a:pt x="219075" y="990600"/>
                </a:lnTo>
                <a:lnTo>
                  <a:pt x="209550" y="990600"/>
                </a:lnTo>
                <a:lnTo>
                  <a:pt x="209550" y="1076325"/>
                </a:lnTo>
                <a:lnTo>
                  <a:pt x="200025" y="1076325"/>
                </a:lnTo>
                <a:lnTo>
                  <a:pt x="200025" y="1057275"/>
                </a:lnTo>
                <a:lnTo>
                  <a:pt x="161925" y="1057275"/>
                </a:lnTo>
                <a:lnTo>
                  <a:pt x="161925" y="1076325"/>
                </a:lnTo>
                <a:lnTo>
                  <a:pt x="171450" y="1076325"/>
                </a:lnTo>
                <a:lnTo>
                  <a:pt x="171450" y="1066800"/>
                </a:lnTo>
                <a:lnTo>
                  <a:pt x="180975" y="1066800"/>
                </a:lnTo>
                <a:lnTo>
                  <a:pt x="180975" y="1085850"/>
                </a:lnTo>
                <a:lnTo>
                  <a:pt x="190500" y="1085850"/>
                </a:lnTo>
                <a:lnTo>
                  <a:pt x="190500" y="1095375"/>
                </a:lnTo>
                <a:lnTo>
                  <a:pt x="180975" y="1095375"/>
                </a:lnTo>
                <a:lnTo>
                  <a:pt x="180975" y="1104900"/>
                </a:lnTo>
                <a:lnTo>
                  <a:pt x="200025" y="1104900"/>
                </a:lnTo>
                <a:lnTo>
                  <a:pt x="200025" y="1114425"/>
                </a:lnTo>
                <a:lnTo>
                  <a:pt x="219075" y="1114425"/>
                </a:lnTo>
                <a:lnTo>
                  <a:pt x="219075" y="1123950"/>
                </a:lnTo>
                <a:lnTo>
                  <a:pt x="228600" y="1123950"/>
                </a:lnTo>
                <a:lnTo>
                  <a:pt x="228600" y="1133475"/>
                </a:lnTo>
                <a:lnTo>
                  <a:pt x="247650" y="1133475"/>
                </a:lnTo>
                <a:lnTo>
                  <a:pt x="247650" y="1200150"/>
                </a:lnTo>
                <a:lnTo>
                  <a:pt x="238125" y="1200150"/>
                </a:lnTo>
                <a:lnTo>
                  <a:pt x="238125" y="1209675"/>
                </a:lnTo>
                <a:lnTo>
                  <a:pt x="247650" y="1209675"/>
                </a:lnTo>
                <a:lnTo>
                  <a:pt x="247650" y="1238250"/>
                </a:lnTo>
                <a:lnTo>
                  <a:pt x="209550" y="1238250"/>
                </a:lnTo>
                <a:lnTo>
                  <a:pt x="209550" y="1247775"/>
                </a:lnTo>
                <a:lnTo>
                  <a:pt x="190500" y="1247775"/>
                </a:lnTo>
                <a:lnTo>
                  <a:pt x="190500" y="1219200"/>
                </a:lnTo>
                <a:lnTo>
                  <a:pt x="171450" y="1219200"/>
                </a:lnTo>
                <a:lnTo>
                  <a:pt x="171450" y="1209675"/>
                </a:lnTo>
                <a:lnTo>
                  <a:pt x="161925" y="1209675"/>
                </a:lnTo>
                <a:lnTo>
                  <a:pt x="161925" y="1219200"/>
                </a:lnTo>
                <a:lnTo>
                  <a:pt x="171450" y="1219200"/>
                </a:lnTo>
                <a:lnTo>
                  <a:pt x="171450" y="1238250"/>
                </a:lnTo>
                <a:lnTo>
                  <a:pt x="161925" y="1238250"/>
                </a:lnTo>
                <a:lnTo>
                  <a:pt x="161925" y="1257300"/>
                </a:lnTo>
                <a:lnTo>
                  <a:pt x="152400" y="1257300"/>
                </a:lnTo>
                <a:lnTo>
                  <a:pt x="152400" y="1228725"/>
                </a:lnTo>
                <a:lnTo>
                  <a:pt x="142875" y="1228725"/>
                </a:lnTo>
                <a:lnTo>
                  <a:pt x="142875" y="1257300"/>
                </a:lnTo>
                <a:lnTo>
                  <a:pt x="152400" y="1257300"/>
                </a:lnTo>
                <a:lnTo>
                  <a:pt x="152400" y="1266825"/>
                </a:lnTo>
                <a:lnTo>
                  <a:pt x="180975" y="1266825"/>
                </a:lnTo>
                <a:lnTo>
                  <a:pt x="180975" y="1257300"/>
                </a:lnTo>
                <a:lnTo>
                  <a:pt x="200025" y="1257300"/>
                </a:lnTo>
                <a:lnTo>
                  <a:pt x="200025" y="1266825"/>
                </a:lnTo>
                <a:lnTo>
                  <a:pt x="209550" y="1266825"/>
                </a:lnTo>
                <a:lnTo>
                  <a:pt x="209550" y="1276350"/>
                </a:lnTo>
                <a:lnTo>
                  <a:pt x="200025" y="1276350"/>
                </a:lnTo>
                <a:lnTo>
                  <a:pt x="200025" y="1295400"/>
                </a:lnTo>
                <a:lnTo>
                  <a:pt x="190500" y="1295400"/>
                </a:lnTo>
                <a:lnTo>
                  <a:pt x="190500" y="1314450"/>
                </a:lnTo>
                <a:lnTo>
                  <a:pt x="180975" y="1314450"/>
                </a:lnTo>
                <a:lnTo>
                  <a:pt x="180975" y="1333500"/>
                </a:lnTo>
                <a:lnTo>
                  <a:pt x="142875" y="1333500"/>
                </a:lnTo>
                <a:lnTo>
                  <a:pt x="142875" y="1323975"/>
                </a:lnTo>
                <a:lnTo>
                  <a:pt x="133350" y="1323975"/>
                </a:lnTo>
                <a:lnTo>
                  <a:pt x="133350" y="1314450"/>
                </a:lnTo>
                <a:lnTo>
                  <a:pt x="123825" y="1314450"/>
                </a:lnTo>
                <a:lnTo>
                  <a:pt x="123825" y="1285875"/>
                </a:lnTo>
                <a:lnTo>
                  <a:pt x="114300" y="1285875"/>
                </a:lnTo>
                <a:lnTo>
                  <a:pt x="114300" y="1266825"/>
                </a:lnTo>
                <a:lnTo>
                  <a:pt x="133350" y="1266825"/>
                </a:lnTo>
                <a:lnTo>
                  <a:pt x="133350" y="1257300"/>
                </a:lnTo>
                <a:lnTo>
                  <a:pt x="123825" y="1257300"/>
                </a:lnTo>
                <a:lnTo>
                  <a:pt x="123825" y="1247775"/>
                </a:lnTo>
                <a:lnTo>
                  <a:pt x="133350" y="1247775"/>
                </a:lnTo>
                <a:lnTo>
                  <a:pt x="133350" y="1238250"/>
                </a:lnTo>
                <a:lnTo>
                  <a:pt x="114300" y="1238250"/>
                </a:lnTo>
                <a:lnTo>
                  <a:pt x="114300" y="1219200"/>
                </a:lnTo>
                <a:lnTo>
                  <a:pt x="104775" y="1219200"/>
                </a:lnTo>
                <a:lnTo>
                  <a:pt x="104775" y="1209675"/>
                </a:lnTo>
                <a:lnTo>
                  <a:pt x="95250" y="1209675"/>
                </a:lnTo>
                <a:lnTo>
                  <a:pt x="95250" y="1200150"/>
                </a:lnTo>
                <a:lnTo>
                  <a:pt x="104775" y="1200150"/>
                </a:lnTo>
                <a:lnTo>
                  <a:pt x="104775" y="1181100"/>
                </a:lnTo>
                <a:lnTo>
                  <a:pt x="114300" y="1181100"/>
                </a:lnTo>
                <a:lnTo>
                  <a:pt x="114300" y="1171575"/>
                </a:lnTo>
                <a:lnTo>
                  <a:pt x="161925" y="1171575"/>
                </a:lnTo>
                <a:lnTo>
                  <a:pt x="161925" y="1200150"/>
                </a:lnTo>
                <a:lnTo>
                  <a:pt x="171450" y="1200150"/>
                </a:lnTo>
                <a:lnTo>
                  <a:pt x="171450" y="1209675"/>
                </a:lnTo>
                <a:lnTo>
                  <a:pt x="209550" y="1209675"/>
                </a:lnTo>
                <a:lnTo>
                  <a:pt x="209550" y="1200150"/>
                </a:lnTo>
                <a:lnTo>
                  <a:pt x="200025" y="1200150"/>
                </a:lnTo>
                <a:lnTo>
                  <a:pt x="200025" y="1171575"/>
                </a:lnTo>
                <a:lnTo>
                  <a:pt x="209550" y="1171575"/>
                </a:lnTo>
                <a:lnTo>
                  <a:pt x="209550" y="1143000"/>
                </a:lnTo>
                <a:lnTo>
                  <a:pt x="200025" y="1143000"/>
                </a:lnTo>
                <a:lnTo>
                  <a:pt x="200025" y="1133475"/>
                </a:lnTo>
                <a:lnTo>
                  <a:pt x="190500" y="1133475"/>
                </a:lnTo>
                <a:lnTo>
                  <a:pt x="190500" y="1152525"/>
                </a:lnTo>
                <a:lnTo>
                  <a:pt x="180975" y="1152525"/>
                </a:lnTo>
                <a:lnTo>
                  <a:pt x="180975" y="1162050"/>
                </a:lnTo>
                <a:lnTo>
                  <a:pt x="171450" y="1162050"/>
                </a:lnTo>
                <a:lnTo>
                  <a:pt x="171450" y="1152525"/>
                </a:lnTo>
                <a:lnTo>
                  <a:pt x="152400" y="1152525"/>
                </a:lnTo>
                <a:lnTo>
                  <a:pt x="152400" y="1133475"/>
                </a:lnTo>
                <a:lnTo>
                  <a:pt x="142875" y="1133475"/>
                </a:lnTo>
                <a:lnTo>
                  <a:pt x="142875" y="1123950"/>
                </a:lnTo>
                <a:lnTo>
                  <a:pt x="152400" y="1123950"/>
                </a:lnTo>
                <a:lnTo>
                  <a:pt x="152400" y="1114425"/>
                </a:lnTo>
                <a:lnTo>
                  <a:pt x="171450" y="1114425"/>
                </a:lnTo>
                <a:lnTo>
                  <a:pt x="171450" y="1095375"/>
                </a:lnTo>
                <a:lnTo>
                  <a:pt x="142875" y="1095375"/>
                </a:lnTo>
                <a:lnTo>
                  <a:pt x="142875" y="1085850"/>
                </a:lnTo>
                <a:lnTo>
                  <a:pt x="114300" y="1085850"/>
                </a:lnTo>
                <a:lnTo>
                  <a:pt x="114300" y="1095375"/>
                </a:lnTo>
                <a:lnTo>
                  <a:pt x="104775" y="1095375"/>
                </a:lnTo>
                <a:lnTo>
                  <a:pt x="104775" y="1104900"/>
                </a:lnTo>
                <a:lnTo>
                  <a:pt x="114300" y="1104900"/>
                </a:lnTo>
                <a:lnTo>
                  <a:pt x="114300" y="1114425"/>
                </a:lnTo>
                <a:lnTo>
                  <a:pt x="123825" y="1114425"/>
                </a:lnTo>
                <a:lnTo>
                  <a:pt x="123825" y="1133475"/>
                </a:lnTo>
                <a:lnTo>
                  <a:pt x="104775" y="1133475"/>
                </a:lnTo>
                <a:lnTo>
                  <a:pt x="104775" y="1123950"/>
                </a:lnTo>
                <a:lnTo>
                  <a:pt x="95250" y="1123950"/>
                </a:lnTo>
                <a:lnTo>
                  <a:pt x="95250" y="1114425"/>
                </a:lnTo>
                <a:lnTo>
                  <a:pt x="85725" y="1114425"/>
                </a:lnTo>
                <a:lnTo>
                  <a:pt x="85725" y="1095375"/>
                </a:lnTo>
                <a:lnTo>
                  <a:pt x="76200" y="1095375"/>
                </a:lnTo>
                <a:lnTo>
                  <a:pt x="76200" y="1000125"/>
                </a:lnTo>
                <a:lnTo>
                  <a:pt x="85725" y="1000125"/>
                </a:lnTo>
                <a:lnTo>
                  <a:pt x="85725" y="990600"/>
                </a:lnTo>
                <a:lnTo>
                  <a:pt x="76200" y="990600"/>
                </a:lnTo>
                <a:lnTo>
                  <a:pt x="76200" y="981075"/>
                </a:lnTo>
                <a:lnTo>
                  <a:pt x="66675" y="981075"/>
                </a:lnTo>
                <a:lnTo>
                  <a:pt x="66675" y="933450"/>
                </a:lnTo>
                <a:lnTo>
                  <a:pt x="76200" y="933450"/>
                </a:lnTo>
                <a:lnTo>
                  <a:pt x="76200" y="923925"/>
                </a:lnTo>
                <a:lnTo>
                  <a:pt x="85725" y="923925"/>
                </a:lnTo>
                <a:lnTo>
                  <a:pt x="85725" y="876300"/>
                </a:lnTo>
                <a:lnTo>
                  <a:pt x="76200" y="876300"/>
                </a:lnTo>
                <a:lnTo>
                  <a:pt x="76200" y="847725"/>
                </a:lnTo>
                <a:lnTo>
                  <a:pt x="85725" y="847725"/>
                </a:lnTo>
                <a:lnTo>
                  <a:pt x="85725" y="838200"/>
                </a:lnTo>
                <a:lnTo>
                  <a:pt x="95250" y="838200"/>
                </a:lnTo>
                <a:lnTo>
                  <a:pt x="95250" y="809625"/>
                </a:lnTo>
                <a:lnTo>
                  <a:pt x="85725" y="809625"/>
                </a:lnTo>
                <a:lnTo>
                  <a:pt x="85725" y="800100"/>
                </a:lnTo>
                <a:lnTo>
                  <a:pt x="95250" y="800100"/>
                </a:lnTo>
                <a:lnTo>
                  <a:pt x="95250" y="781050"/>
                </a:lnTo>
                <a:lnTo>
                  <a:pt x="104775" y="781050"/>
                </a:lnTo>
                <a:lnTo>
                  <a:pt x="104775" y="762000"/>
                </a:lnTo>
                <a:lnTo>
                  <a:pt x="123825" y="762000"/>
                </a:lnTo>
                <a:lnTo>
                  <a:pt x="123825" y="752475"/>
                </a:lnTo>
                <a:lnTo>
                  <a:pt x="114300" y="752475"/>
                </a:lnTo>
                <a:lnTo>
                  <a:pt x="114300" y="723900"/>
                </a:lnTo>
                <a:lnTo>
                  <a:pt x="133350" y="723900"/>
                </a:lnTo>
                <a:lnTo>
                  <a:pt x="133350" y="714375"/>
                </a:lnTo>
                <a:lnTo>
                  <a:pt x="142875" y="714375"/>
                </a:lnTo>
                <a:lnTo>
                  <a:pt x="142875" y="685800"/>
                </a:lnTo>
                <a:lnTo>
                  <a:pt x="133350" y="685800"/>
                </a:lnTo>
                <a:close/>
                <a:moveTo>
                  <a:pt x="561975" y="676275"/>
                </a:moveTo>
                <a:lnTo>
                  <a:pt x="571500" y="676275"/>
                </a:lnTo>
                <a:lnTo>
                  <a:pt x="571500" y="685800"/>
                </a:lnTo>
                <a:lnTo>
                  <a:pt x="561975" y="685800"/>
                </a:lnTo>
                <a:close/>
                <a:moveTo>
                  <a:pt x="590550" y="676275"/>
                </a:moveTo>
                <a:lnTo>
                  <a:pt x="600075" y="676275"/>
                </a:lnTo>
                <a:lnTo>
                  <a:pt x="600075" y="685800"/>
                </a:lnTo>
                <a:lnTo>
                  <a:pt x="590550" y="685800"/>
                </a:lnTo>
                <a:close/>
                <a:moveTo>
                  <a:pt x="923925" y="676275"/>
                </a:moveTo>
                <a:lnTo>
                  <a:pt x="933450" y="676275"/>
                </a:lnTo>
                <a:lnTo>
                  <a:pt x="933450" y="685800"/>
                </a:lnTo>
                <a:lnTo>
                  <a:pt x="923925" y="685800"/>
                </a:lnTo>
                <a:close/>
                <a:moveTo>
                  <a:pt x="933450" y="685800"/>
                </a:moveTo>
                <a:lnTo>
                  <a:pt x="952500" y="685800"/>
                </a:lnTo>
                <a:lnTo>
                  <a:pt x="952500" y="695325"/>
                </a:lnTo>
                <a:lnTo>
                  <a:pt x="981075" y="695325"/>
                </a:lnTo>
                <a:lnTo>
                  <a:pt x="981075" y="704850"/>
                </a:lnTo>
                <a:lnTo>
                  <a:pt x="990600" y="704850"/>
                </a:lnTo>
                <a:lnTo>
                  <a:pt x="990600" y="714375"/>
                </a:lnTo>
                <a:lnTo>
                  <a:pt x="895350" y="714375"/>
                </a:lnTo>
                <a:lnTo>
                  <a:pt x="895350" y="704850"/>
                </a:lnTo>
                <a:lnTo>
                  <a:pt x="914400" y="704850"/>
                </a:lnTo>
                <a:lnTo>
                  <a:pt x="914400" y="695325"/>
                </a:lnTo>
                <a:lnTo>
                  <a:pt x="933450" y="695325"/>
                </a:lnTo>
                <a:close/>
                <a:moveTo>
                  <a:pt x="295275" y="714375"/>
                </a:moveTo>
                <a:lnTo>
                  <a:pt x="304800" y="714375"/>
                </a:lnTo>
                <a:lnTo>
                  <a:pt x="304800" y="723900"/>
                </a:lnTo>
                <a:lnTo>
                  <a:pt x="295275" y="723900"/>
                </a:lnTo>
                <a:close/>
                <a:moveTo>
                  <a:pt x="581025" y="714375"/>
                </a:moveTo>
                <a:lnTo>
                  <a:pt x="590550" y="714375"/>
                </a:lnTo>
                <a:lnTo>
                  <a:pt x="590550" y="723900"/>
                </a:lnTo>
                <a:lnTo>
                  <a:pt x="581025" y="723900"/>
                </a:lnTo>
                <a:close/>
                <a:moveTo>
                  <a:pt x="990600" y="714375"/>
                </a:moveTo>
                <a:lnTo>
                  <a:pt x="1000125" y="714375"/>
                </a:lnTo>
                <a:lnTo>
                  <a:pt x="1000125" y="723900"/>
                </a:lnTo>
                <a:lnTo>
                  <a:pt x="990600" y="723900"/>
                </a:lnTo>
                <a:close/>
                <a:moveTo>
                  <a:pt x="571500" y="752475"/>
                </a:moveTo>
                <a:lnTo>
                  <a:pt x="609600" y="752475"/>
                </a:lnTo>
                <a:lnTo>
                  <a:pt x="609600" y="771525"/>
                </a:lnTo>
                <a:lnTo>
                  <a:pt x="571500" y="771525"/>
                </a:lnTo>
                <a:close/>
                <a:moveTo>
                  <a:pt x="742950" y="781050"/>
                </a:moveTo>
                <a:lnTo>
                  <a:pt x="752475" y="781050"/>
                </a:lnTo>
                <a:lnTo>
                  <a:pt x="752475" y="790575"/>
                </a:lnTo>
                <a:lnTo>
                  <a:pt x="742950" y="790575"/>
                </a:lnTo>
                <a:close/>
                <a:moveTo>
                  <a:pt x="647700" y="790575"/>
                </a:moveTo>
                <a:lnTo>
                  <a:pt x="666750" y="790575"/>
                </a:lnTo>
                <a:lnTo>
                  <a:pt x="666750" y="819150"/>
                </a:lnTo>
                <a:lnTo>
                  <a:pt x="638175" y="819150"/>
                </a:lnTo>
                <a:lnTo>
                  <a:pt x="638175" y="828675"/>
                </a:lnTo>
                <a:lnTo>
                  <a:pt x="619125" y="828675"/>
                </a:lnTo>
                <a:lnTo>
                  <a:pt x="619125" y="819150"/>
                </a:lnTo>
                <a:lnTo>
                  <a:pt x="628650" y="819150"/>
                </a:lnTo>
                <a:lnTo>
                  <a:pt x="628650" y="809625"/>
                </a:lnTo>
                <a:lnTo>
                  <a:pt x="638175" y="809625"/>
                </a:lnTo>
                <a:lnTo>
                  <a:pt x="638175" y="800100"/>
                </a:lnTo>
                <a:lnTo>
                  <a:pt x="647700" y="800100"/>
                </a:lnTo>
                <a:close/>
                <a:moveTo>
                  <a:pt x="695325" y="790575"/>
                </a:moveTo>
                <a:lnTo>
                  <a:pt x="723900" y="790575"/>
                </a:lnTo>
                <a:lnTo>
                  <a:pt x="723900" y="800100"/>
                </a:lnTo>
                <a:lnTo>
                  <a:pt x="714375" y="800100"/>
                </a:lnTo>
                <a:lnTo>
                  <a:pt x="714375" y="809625"/>
                </a:lnTo>
                <a:lnTo>
                  <a:pt x="704850" y="809625"/>
                </a:lnTo>
                <a:lnTo>
                  <a:pt x="704850" y="819150"/>
                </a:lnTo>
                <a:lnTo>
                  <a:pt x="685800" y="819150"/>
                </a:lnTo>
                <a:lnTo>
                  <a:pt x="685800" y="828675"/>
                </a:lnTo>
                <a:lnTo>
                  <a:pt x="676275" y="828675"/>
                </a:lnTo>
                <a:lnTo>
                  <a:pt x="676275" y="809625"/>
                </a:lnTo>
                <a:lnTo>
                  <a:pt x="695325" y="809625"/>
                </a:lnTo>
                <a:close/>
                <a:moveTo>
                  <a:pt x="733425" y="790575"/>
                </a:moveTo>
                <a:lnTo>
                  <a:pt x="742950" y="790575"/>
                </a:lnTo>
                <a:lnTo>
                  <a:pt x="742950" y="800100"/>
                </a:lnTo>
                <a:lnTo>
                  <a:pt x="733425" y="800100"/>
                </a:lnTo>
                <a:close/>
                <a:moveTo>
                  <a:pt x="257175" y="800100"/>
                </a:moveTo>
                <a:lnTo>
                  <a:pt x="266700" y="800100"/>
                </a:lnTo>
                <a:lnTo>
                  <a:pt x="266700" y="819150"/>
                </a:lnTo>
                <a:lnTo>
                  <a:pt x="257175" y="819150"/>
                </a:lnTo>
                <a:close/>
                <a:moveTo>
                  <a:pt x="1095375" y="800100"/>
                </a:moveTo>
                <a:lnTo>
                  <a:pt x="1114425" y="800100"/>
                </a:lnTo>
                <a:lnTo>
                  <a:pt x="1114425" y="809625"/>
                </a:lnTo>
                <a:lnTo>
                  <a:pt x="1123950" y="809625"/>
                </a:lnTo>
                <a:lnTo>
                  <a:pt x="1123950" y="819150"/>
                </a:lnTo>
                <a:lnTo>
                  <a:pt x="1095375" y="819150"/>
                </a:lnTo>
                <a:close/>
                <a:moveTo>
                  <a:pt x="723900" y="809625"/>
                </a:moveTo>
                <a:lnTo>
                  <a:pt x="733425" y="809625"/>
                </a:lnTo>
                <a:lnTo>
                  <a:pt x="733425" y="828675"/>
                </a:lnTo>
                <a:lnTo>
                  <a:pt x="723900" y="828675"/>
                </a:lnTo>
                <a:close/>
                <a:moveTo>
                  <a:pt x="152400" y="819150"/>
                </a:moveTo>
                <a:lnTo>
                  <a:pt x="161925" y="819150"/>
                </a:lnTo>
                <a:lnTo>
                  <a:pt x="161925" y="828675"/>
                </a:lnTo>
                <a:lnTo>
                  <a:pt x="171450" y="828675"/>
                </a:lnTo>
                <a:lnTo>
                  <a:pt x="171450" y="857250"/>
                </a:lnTo>
                <a:lnTo>
                  <a:pt x="152400" y="857250"/>
                </a:lnTo>
                <a:close/>
                <a:moveTo>
                  <a:pt x="238125" y="819150"/>
                </a:moveTo>
                <a:lnTo>
                  <a:pt x="257175" y="819150"/>
                </a:lnTo>
                <a:lnTo>
                  <a:pt x="257175" y="828675"/>
                </a:lnTo>
                <a:lnTo>
                  <a:pt x="247650" y="828675"/>
                </a:lnTo>
                <a:lnTo>
                  <a:pt x="247650" y="838200"/>
                </a:lnTo>
                <a:lnTo>
                  <a:pt x="228600" y="838200"/>
                </a:lnTo>
                <a:lnTo>
                  <a:pt x="228600" y="828675"/>
                </a:lnTo>
                <a:lnTo>
                  <a:pt x="238125" y="828675"/>
                </a:lnTo>
                <a:close/>
                <a:moveTo>
                  <a:pt x="1104900" y="828675"/>
                </a:moveTo>
                <a:lnTo>
                  <a:pt x="1114425" y="828675"/>
                </a:lnTo>
                <a:lnTo>
                  <a:pt x="1114425" y="838200"/>
                </a:lnTo>
                <a:lnTo>
                  <a:pt x="1104900" y="838200"/>
                </a:lnTo>
                <a:close/>
                <a:moveTo>
                  <a:pt x="485775" y="866775"/>
                </a:moveTo>
                <a:lnTo>
                  <a:pt x="495300" y="866775"/>
                </a:lnTo>
                <a:lnTo>
                  <a:pt x="495300" y="876300"/>
                </a:lnTo>
                <a:lnTo>
                  <a:pt x="485775" y="876300"/>
                </a:lnTo>
                <a:close/>
                <a:moveTo>
                  <a:pt x="1276350" y="876300"/>
                </a:moveTo>
                <a:lnTo>
                  <a:pt x="1304925" y="876300"/>
                </a:lnTo>
                <a:lnTo>
                  <a:pt x="1304925" y="885825"/>
                </a:lnTo>
                <a:lnTo>
                  <a:pt x="1276350" y="885825"/>
                </a:lnTo>
                <a:close/>
                <a:moveTo>
                  <a:pt x="1304925" y="885825"/>
                </a:moveTo>
                <a:lnTo>
                  <a:pt x="1333500" y="885825"/>
                </a:lnTo>
                <a:lnTo>
                  <a:pt x="1333500" y="904875"/>
                </a:lnTo>
                <a:lnTo>
                  <a:pt x="1314450" y="904875"/>
                </a:lnTo>
                <a:lnTo>
                  <a:pt x="1314450" y="895350"/>
                </a:lnTo>
                <a:lnTo>
                  <a:pt x="1304925" y="895350"/>
                </a:lnTo>
                <a:close/>
                <a:moveTo>
                  <a:pt x="485775" y="904875"/>
                </a:moveTo>
                <a:lnTo>
                  <a:pt x="495300" y="904875"/>
                </a:lnTo>
                <a:lnTo>
                  <a:pt x="495300" y="914400"/>
                </a:lnTo>
                <a:lnTo>
                  <a:pt x="485775" y="914400"/>
                </a:lnTo>
                <a:close/>
                <a:moveTo>
                  <a:pt x="523875" y="904875"/>
                </a:moveTo>
                <a:lnTo>
                  <a:pt x="533400" y="904875"/>
                </a:lnTo>
                <a:lnTo>
                  <a:pt x="533400" y="914400"/>
                </a:lnTo>
                <a:lnTo>
                  <a:pt x="523875" y="914400"/>
                </a:lnTo>
                <a:close/>
                <a:moveTo>
                  <a:pt x="1733550" y="904875"/>
                </a:moveTo>
                <a:lnTo>
                  <a:pt x="1743075" y="904875"/>
                </a:lnTo>
                <a:lnTo>
                  <a:pt x="1743075" y="914400"/>
                </a:lnTo>
                <a:lnTo>
                  <a:pt x="1733550" y="914400"/>
                </a:lnTo>
                <a:close/>
                <a:moveTo>
                  <a:pt x="1362075" y="914400"/>
                </a:moveTo>
                <a:lnTo>
                  <a:pt x="1371600" y="914400"/>
                </a:lnTo>
                <a:lnTo>
                  <a:pt x="1371600" y="923925"/>
                </a:lnTo>
                <a:lnTo>
                  <a:pt x="1362075" y="923925"/>
                </a:lnTo>
                <a:close/>
                <a:moveTo>
                  <a:pt x="1647825" y="971550"/>
                </a:moveTo>
                <a:lnTo>
                  <a:pt x="1657350" y="971550"/>
                </a:lnTo>
                <a:lnTo>
                  <a:pt x="1657350" y="981075"/>
                </a:lnTo>
                <a:lnTo>
                  <a:pt x="1647825" y="981075"/>
                </a:lnTo>
                <a:close/>
                <a:moveTo>
                  <a:pt x="171450" y="1000125"/>
                </a:moveTo>
                <a:lnTo>
                  <a:pt x="180975" y="1000125"/>
                </a:lnTo>
                <a:lnTo>
                  <a:pt x="180975" y="990600"/>
                </a:lnTo>
                <a:lnTo>
                  <a:pt x="171450" y="990600"/>
                </a:lnTo>
                <a:lnTo>
                  <a:pt x="171450" y="981075"/>
                </a:lnTo>
                <a:lnTo>
                  <a:pt x="161925" y="981075"/>
                </a:lnTo>
                <a:lnTo>
                  <a:pt x="161925" y="971550"/>
                </a:lnTo>
                <a:lnTo>
                  <a:pt x="152400" y="971550"/>
                </a:lnTo>
                <a:lnTo>
                  <a:pt x="152400" y="1019175"/>
                </a:lnTo>
                <a:lnTo>
                  <a:pt x="171450" y="1019175"/>
                </a:lnTo>
                <a:close/>
                <a:moveTo>
                  <a:pt x="228600" y="1028700"/>
                </a:moveTo>
                <a:lnTo>
                  <a:pt x="247650" y="1028700"/>
                </a:lnTo>
                <a:lnTo>
                  <a:pt x="247650" y="1095375"/>
                </a:lnTo>
                <a:lnTo>
                  <a:pt x="219075" y="1095375"/>
                </a:lnTo>
                <a:lnTo>
                  <a:pt x="219075" y="1085850"/>
                </a:lnTo>
                <a:lnTo>
                  <a:pt x="209550" y="1085850"/>
                </a:lnTo>
                <a:lnTo>
                  <a:pt x="209550" y="1076325"/>
                </a:lnTo>
                <a:lnTo>
                  <a:pt x="228600" y="1076325"/>
                </a:lnTo>
                <a:close/>
                <a:moveTo>
                  <a:pt x="85725" y="1038225"/>
                </a:moveTo>
                <a:lnTo>
                  <a:pt x="95250" y="1038225"/>
                </a:lnTo>
                <a:lnTo>
                  <a:pt x="95250" y="1019175"/>
                </a:lnTo>
                <a:lnTo>
                  <a:pt x="85725" y="1019175"/>
                </a:lnTo>
                <a:close/>
                <a:moveTo>
                  <a:pt x="104775" y="1038225"/>
                </a:moveTo>
                <a:lnTo>
                  <a:pt x="114300" y="1038225"/>
                </a:lnTo>
                <a:lnTo>
                  <a:pt x="114300" y="1028700"/>
                </a:lnTo>
                <a:lnTo>
                  <a:pt x="104775" y="1028700"/>
                </a:lnTo>
                <a:close/>
                <a:moveTo>
                  <a:pt x="276225" y="1047750"/>
                </a:moveTo>
                <a:lnTo>
                  <a:pt x="285750" y="1047750"/>
                </a:lnTo>
                <a:lnTo>
                  <a:pt x="285750" y="1076325"/>
                </a:lnTo>
                <a:lnTo>
                  <a:pt x="266700" y="1076325"/>
                </a:lnTo>
                <a:lnTo>
                  <a:pt x="266700" y="1057275"/>
                </a:lnTo>
                <a:lnTo>
                  <a:pt x="276225" y="1057275"/>
                </a:lnTo>
                <a:close/>
                <a:moveTo>
                  <a:pt x="1990725" y="1057275"/>
                </a:moveTo>
                <a:lnTo>
                  <a:pt x="2000250" y="1057275"/>
                </a:lnTo>
                <a:lnTo>
                  <a:pt x="2000250" y="1066800"/>
                </a:lnTo>
                <a:lnTo>
                  <a:pt x="1990725" y="1066800"/>
                </a:lnTo>
                <a:close/>
                <a:moveTo>
                  <a:pt x="409575" y="1085850"/>
                </a:moveTo>
                <a:lnTo>
                  <a:pt x="419100" y="1085850"/>
                </a:lnTo>
                <a:lnTo>
                  <a:pt x="419100" y="1095375"/>
                </a:lnTo>
                <a:lnTo>
                  <a:pt x="428625" y="1095375"/>
                </a:lnTo>
                <a:lnTo>
                  <a:pt x="428625" y="1104900"/>
                </a:lnTo>
                <a:lnTo>
                  <a:pt x="409575" y="1104900"/>
                </a:lnTo>
                <a:close/>
                <a:moveTo>
                  <a:pt x="1600200" y="1095375"/>
                </a:moveTo>
                <a:lnTo>
                  <a:pt x="1609725" y="1095375"/>
                </a:lnTo>
                <a:lnTo>
                  <a:pt x="1609725" y="1114425"/>
                </a:lnTo>
                <a:lnTo>
                  <a:pt x="1600200" y="1114425"/>
                </a:lnTo>
                <a:close/>
                <a:moveTo>
                  <a:pt x="266700" y="1104900"/>
                </a:moveTo>
                <a:lnTo>
                  <a:pt x="285750" y="1104900"/>
                </a:lnTo>
                <a:lnTo>
                  <a:pt x="285750" y="1133475"/>
                </a:lnTo>
                <a:lnTo>
                  <a:pt x="276225" y="1133475"/>
                </a:lnTo>
                <a:lnTo>
                  <a:pt x="276225" y="1123950"/>
                </a:lnTo>
                <a:lnTo>
                  <a:pt x="266700" y="1123950"/>
                </a:lnTo>
                <a:close/>
                <a:moveTo>
                  <a:pt x="1419225" y="1104900"/>
                </a:moveTo>
                <a:lnTo>
                  <a:pt x="1438275" y="1104900"/>
                </a:lnTo>
                <a:lnTo>
                  <a:pt x="1438275" y="1114425"/>
                </a:lnTo>
                <a:lnTo>
                  <a:pt x="1419225" y="1114425"/>
                </a:lnTo>
                <a:close/>
                <a:moveTo>
                  <a:pt x="85725" y="1123950"/>
                </a:moveTo>
                <a:lnTo>
                  <a:pt x="95250" y="1123950"/>
                </a:lnTo>
                <a:lnTo>
                  <a:pt x="95250" y="1133475"/>
                </a:lnTo>
                <a:lnTo>
                  <a:pt x="104775" y="1133475"/>
                </a:lnTo>
                <a:lnTo>
                  <a:pt x="104775" y="1143000"/>
                </a:lnTo>
                <a:lnTo>
                  <a:pt x="85725" y="1143000"/>
                </a:lnTo>
                <a:close/>
                <a:moveTo>
                  <a:pt x="1428750" y="1143000"/>
                </a:moveTo>
                <a:lnTo>
                  <a:pt x="1447800" y="1143000"/>
                </a:lnTo>
                <a:lnTo>
                  <a:pt x="1447800" y="1152525"/>
                </a:lnTo>
                <a:lnTo>
                  <a:pt x="1457325" y="1152525"/>
                </a:lnTo>
                <a:lnTo>
                  <a:pt x="1457325" y="1162050"/>
                </a:lnTo>
                <a:lnTo>
                  <a:pt x="1438275" y="1162050"/>
                </a:lnTo>
                <a:lnTo>
                  <a:pt x="1438275" y="1152525"/>
                </a:lnTo>
                <a:lnTo>
                  <a:pt x="1428750" y="1152525"/>
                </a:lnTo>
                <a:close/>
                <a:moveTo>
                  <a:pt x="1943100" y="1143000"/>
                </a:moveTo>
                <a:lnTo>
                  <a:pt x="1952625" y="1143000"/>
                </a:lnTo>
                <a:lnTo>
                  <a:pt x="1952625" y="1152525"/>
                </a:lnTo>
                <a:lnTo>
                  <a:pt x="1943100" y="1152525"/>
                </a:lnTo>
                <a:close/>
                <a:moveTo>
                  <a:pt x="266700" y="1152525"/>
                </a:moveTo>
                <a:lnTo>
                  <a:pt x="276225" y="1152525"/>
                </a:lnTo>
                <a:lnTo>
                  <a:pt x="276225" y="1162050"/>
                </a:lnTo>
                <a:lnTo>
                  <a:pt x="266700" y="1162050"/>
                </a:lnTo>
                <a:close/>
                <a:moveTo>
                  <a:pt x="1857375" y="1162050"/>
                </a:moveTo>
                <a:lnTo>
                  <a:pt x="1866900" y="1162050"/>
                </a:lnTo>
                <a:lnTo>
                  <a:pt x="1866900" y="1171575"/>
                </a:lnTo>
                <a:lnTo>
                  <a:pt x="1857375" y="1171575"/>
                </a:lnTo>
                <a:close/>
                <a:moveTo>
                  <a:pt x="361950" y="1171575"/>
                </a:moveTo>
                <a:lnTo>
                  <a:pt x="381000" y="1171575"/>
                </a:lnTo>
                <a:lnTo>
                  <a:pt x="381000" y="1181100"/>
                </a:lnTo>
                <a:lnTo>
                  <a:pt x="361950" y="1181100"/>
                </a:lnTo>
                <a:close/>
                <a:moveTo>
                  <a:pt x="85725" y="1181100"/>
                </a:moveTo>
                <a:lnTo>
                  <a:pt x="95250" y="1181100"/>
                </a:lnTo>
                <a:lnTo>
                  <a:pt x="95250" y="1190625"/>
                </a:lnTo>
                <a:lnTo>
                  <a:pt x="85725" y="1190625"/>
                </a:lnTo>
                <a:close/>
                <a:moveTo>
                  <a:pt x="1428750" y="1181100"/>
                </a:moveTo>
                <a:lnTo>
                  <a:pt x="1447800" y="1181100"/>
                </a:lnTo>
                <a:lnTo>
                  <a:pt x="1447800" y="1190625"/>
                </a:lnTo>
                <a:lnTo>
                  <a:pt x="1428750" y="1190625"/>
                </a:lnTo>
                <a:close/>
                <a:moveTo>
                  <a:pt x="1457325" y="1181100"/>
                </a:moveTo>
                <a:lnTo>
                  <a:pt x="1485900" y="1181100"/>
                </a:lnTo>
                <a:lnTo>
                  <a:pt x="1485900" y="1190625"/>
                </a:lnTo>
                <a:lnTo>
                  <a:pt x="1457325" y="1190625"/>
                </a:lnTo>
                <a:close/>
                <a:moveTo>
                  <a:pt x="1704975" y="1181100"/>
                </a:moveTo>
                <a:lnTo>
                  <a:pt x="1724025" y="1181100"/>
                </a:lnTo>
                <a:lnTo>
                  <a:pt x="1724025" y="1190625"/>
                </a:lnTo>
                <a:lnTo>
                  <a:pt x="1704975" y="1190625"/>
                </a:lnTo>
                <a:close/>
                <a:moveTo>
                  <a:pt x="1771650" y="1181100"/>
                </a:moveTo>
                <a:lnTo>
                  <a:pt x="1781175" y="1181100"/>
                </a:lnTo>
                <a:lnTo>
                  <a:pt x="1781175" y="1190625"/>
                </a:lnTo>
                <a:lnTo>
                  <a:pt x="1771650" y="1190625"/>
                </a:lnTo>
                <a:close/>
                <a:moveTo>
                  <a:pt x="276225" y="1190625"/>
                </a:moveTo>
                <a:lnTo>
                  <a:pt x="285750" y="1190625"/>
                </a:lnTo>
                <a:lnTo>
                  <a:pt x="285750" y="1219200"/>
                </a:lnTo>
                <a:lnTo>
                  <a:pt x="266700" y="1219200"/>
                </a:lnTo>
                <a:lnTo>
                  <a:pt x="266700" y="1200150"/>
                </a:lnTo>
                <a:lnTo>
                  <a:pt x="276225" y="1200150"/>
                </a:lnTo>
                <a:close/>
                <a:moveTo>
                  <a:pt x="1409700" y="1190625"/>
                </a:moveTo>
                <a:lnTo>
                  <a:pt x="1419225" y="1190625"/>
                </a:lnTo>
                <a:lnTo>
                  <a:pt x="1419225" y="1200150"/>
                </a:lnTo>
                <a:lnTo>
                  <a:pt x="1409700" y="1200150"/>
                </a:lnTo>
                <a:close/>
                <a:moveTo>
                  <a:pt x="1828800" y="1209675"/>
                </a:moveTo>
                <a:lnTo>
                  <a:pt x="1838325" y="1209675"/>
                </a:lnTo>
                <a:lnTo>
                  <a:pt x="1838325" y="1219200"/>
                </a:lnTo>
                <a:lnTo>
                  <a:pt x="1828800" y="1219200"/>
                </a:lnTo>
                <a:close/>
                <a:moveTo>
                  <a:pt x="1828800" y="1238250"/>
                </a:moveTo>
                <a:lnTo>
                  <a:pt x="1838325" y="1238250"/>
                </a:lnTo>
                <a:lnTo>
                  <a:pt x="1838325" y="1266825"/>
                </a:lnTo>
                <a:lnTo>
                  <a:pt x="1828800" y="1266825"/>
                </a:lnTo>
                <a:close/>
                <a:moveTo>
                  <a:pt x="142875" y="1285875"/>
                </a:moveTo>
                <a:lnTo>
                  <a:pt x="152400" y="1285875"/>
                </a:lnTo>
                <a:lnTo>
                  <a:pt x="152400" y="1276350"/>
                </a:lnTo>
                <a:lnTo>
                  <a:pt x="133350" y="1276350"/>
                </a:lnTo>
                <a:lnTo>
                  <a:pt x="133350" y="1304925"/>
                </a:lnTo>
                <a:lnTo>
                  <a:pt x="142875" y="1304925"/>
                </a:lnTo>
                <a:close/>
                <a:moveTo>
                  <a:pt x="1952625" y="1285875"/>
                </a:moveTo>
                <a:lnTo>
                  <a:pt x="1962150" y="1285875"/>
                </a:lnTo>
                <a:lnTo>
                  <a:pt x="1962150" y="1304925"/>
                </a:lnTo>
                <a:lnTo>
                  <a:pt x="1952625" y="1304925"/>
                </a:lnTo>
                <a:close/>
                <a:moveTo>
                  <a:pt x="266700" y="1314450"/>
                </a:moveTo>
                <a:lnTo>
                  <a:pt x="276225" y="1314450"/>
                </a:lnTo>
                <a:lnTo>
                  <a:pt x="276225" y="1323975"/>
                </a:lnTo>
                <a:lnTo>
                  <a:pt x="285750" y="1323975"/>
                </a:lnTo>
                <a:lnTo>
                  <a:pt x="285750" y="1333500"/>
                </a:lnTo>
                <a:lnTo>
                  <a:pt x="266700" y="1333500"/>
                </a:lnTo>
                <a:close/>
                <a:moveTo>
                  <a:pt x="1828800" y="1333500"/>
                </a:moveTo>
                <a:lnTo>
                  <a:pt x="1838325" y="1333500"/>
                </a:lnTo>
                <a:lnTo>
                  <a:pt x="1838325" y="1371600"/>
                </a:lnTo>
                <a:lnTo>
                  <a:pt x="1828800" y="1371600"/>
                </a:lnTo>
                <a:close/>
                <a:moveTo>
                  <a:pt x="323850" y="1352550"/>
                </a:moveTo>
                <a:lnTo>
                  <a:pt x="361950" y="1352550"/>
                </a:lnTo>
                <a:lnTo>
                  <a:pt x="361950" y="1362075"/>
                </a:lnTo>
                <a:lnTo>
                  <a:pt x="342900" y="1362075"/>
                </a:lnTo>
                <a:lnTo>
                  <a:pt x="342900" y="1381125"/>
                </a:lnTo>
                <a:lnTo>
                  <a:pt x="323850" y="1381125"/>
                </a:lnTo>
                <a:lnTo>
                  <a:pt x="323850" y="1371600"/>
                </a:lnTo>
                <a:lnTo>
                  <a:pt x="333375" y="1371600"/>
                </a:lnTo>
                <a:lnTo>
                  <a:pt x="333375" y="1362075"/>
                </a:lnTo>
                <a:lnTo>
                  <a:pt x="323850" y="1362075"/>
                </a:lnTo>
                <a:close/>
                <a:moveTo>
                  <a:pt x="371475" y="1352550"/>
                </a:moveTo>
                <a:lnTo>
                  <a:pt x="390525" y="1352550"/>
                </a:lnTo>
                <a:lnTo>
                  <a:pt x="390525" y="1362075"/>
                </a:lnTo>
                <a:lnTo>
                  <a:pt x="381000" y="1362075"/>
                </a:lnTo>
                <a:lnTo>
                  <a:pt x="381000" y="1371600"/>
                </a:lnTo>
                <a:lnTo>
                  <a:pt x="361950" y="1371600"/>
                </a:lnTo>
                <a:lnTo>
                  <a:pt x="361950" y="1362075"/>
                </a:lnTo>
                <a:lnTo>
                  <a:pt x="371475" y="1362075"/>
                </a:lnTo>
                <a:close/>
                <a:moveTo>
                  <a:pt x="1876425" y="1371600"/>
                </a:moveTo>
                <a:lnTo>
                  <a:pt x="1885950" y="1371600"/>
                </a:lnTo>
                <a:lnTo>
                  <a:pt x="1885950" y="1381125"/>
                </a:lnTo>
                <a:lnTo>
                  <a:pt x="1876425" y="1381125"/>
                </a:lnTo>
                <a:close/>
                <a:moveTo>
                  <a:pt x="152400" y="1381125"/>
                </a:moveTo>
                <a:lnTo>
                  <a:pt x="161925" y="1381125"/>
                </a:lnTo>
                <a:lnTo>
                  <a:pt x="161925" y="1390650"/>
                </a:lnTo>
                <a:lnTo>
                  <a:pt x="152400" y="1390650"/>
                </a:lnTo>
                <a:close/>
                <a:moveTo>
                  <a:pt x="504825" y="1390650"/>
                </a:moveTo>
                <a:lnTo>
                  <a:pt x="533400" y="1390650"/>
                </a:lnTo>
                <a:lnTo>
                  <a:pt x="533400" y="1400175"/>
                </a:lnTo>
                <a:lnTo>
                  <a:pt x="552450" y="1400175"/>
                </a:lnTo>
                <a:lnTo>
                  <a:pt x="552450" y="1409700"/>
                </a:lnTo>
                <a:lnTo>
                  <a:pt x="561975" y="1409700"/>
                </a:lnTo>
                <a:lnTo>
                  <a:pt x="561975" y="1419225"/>
                </a:lnTo>
                <a:lnTo>
                  <a:pt x="581025" y="1419225"/>
                </a:lnTo>
                <a:lnTo>
                  <a:pt x="581025" y="1409700"/>
                </a:lnTo>
                <a:lnTo>
                  <a:pt x="590550" y="1409700"/>
                </a:lnTo>
                <a:lnTo>
                  <a:pt x="590550" y="1419225"/>
                </a:lnTo>
                <a:lnTo>
                  <a:pt x="581025" y="1419225"/>
                </a:lnTo>
                <a:lnTo>
                  <a:pt x="581025" y="1476375"/>
                </a:lnTo>
                <a:lnTo>
                  <a:pt x="571500" y="1476375"/>
                </a:lnTo>
                <a:lnTo>
                  <a:pt x="571500" y="1504950"/>
                </a:lnTo>
                <a:lnTo>
                  <a:pt x="561975" y="1504950"/>
                </a:lnTo>
                <a:lnTo>
                  <a:pt x="561975" y="1495425"/>
                </a:lnTo>
                <a:lnTo>
                  <a:pt x="552450" y="1495425"/>
                </a:lnTo>
                <a:lnTo>
                  <a:pt x="552450" y="1485900"/>
                </a:lnTo>
                <a:lnTo>
                  <a:pt x="542925" y="1485900"/>
                </a:lnTo>
                <a:lnTo>
                  <a:pt x="542925" y="1476375"/>
                </a:lnTo>
                <a:lnTo>
                  <a:pt x="533400" y="1476375"/>
                </a:lnTo>
                <a:lnTo>
                  <a:pt x="533400" y="1485900"/>
                </a:lnTo>
                <a:lnTo>
                  <a:pt x="504825" y="1485900"/>
                </a:lnTo>
                <a:lnTo>
                  <a:pt x="504825" y="1476375"/>
                </a:lnTo>
                <a:lnTo>
                  <a:pt x="495300" y="1476375"/>
                </a:lnTo>
                <a:lnTo>
                  <a:pt x="495300" y="1466850"/>
                </a:lnTo>
                <a:lnTo>
                  <a:pt x="476250" y="1466850"/>
                </a:lnTo>
                <a:lnTo>
                  <a:pt x="476250" y="1457325"/>
                </a:lnTo>
                <a:lnTo>
                  <a:pt x="485775" y="1457325"/>
                </a:lnTo>
                <a:lnTo>
                  <a:pt x="485775" y="1428750"/>
                </a:lnTo>
                <a:lnTo>
                  <a:pt x="495300" y="1428750"/>
                </a:lnTo>
                <a:lnTo>
                  <a:pt x="495300" y="1419225"/>
                </a:lnTo>
                <a:lnTo>
                  <a:pt x="504825" y="1419225"/>
                </a:lnTo>
                <a:lnTo>
                  <a:pt x="504825" y="1409700"/>
                </a:lnTo>
                <a:lnTo>
                  <a:pt x="495300" y="1409700"/>
                </a:lnTo>
                <a:lnTo>
                  <a:pt x="495300" y="1400175"/>
                </a:lnTo>
                <a:lnTo>
                  <a:pt x="504825" y="1400175"/>
                </a:lnTo>
                <a:close/>
                <a:moveTo>
                  <a:pt x="190500" y="1400175"/>
                </a:moveTo>
                <a:lnTo>
                  <a:pt x="209550" y="1400175"/>
                </a:lnTo>
                <a:lnTo>
                  <a:pt x="209550" y="1419225"/>
                </a:lnTo>
                <a:lnTo>
                  <a:pt x="200025" y="1419225"/>
                </a:lnTo>
                <a:lnTo>
                  <a:pt x="200025" y="1428750"/>
                </a:lnTo>
                <a:lnTo>
                  <a:pt x="219075" y="1428750"/>
                </a:lnTo>
                <a:lnTo>
                  <a:pt x="219075" y="1438275"/>
                </a:lnTo>
                <a:lnTo>
                  <a:pt x="200025" y="1438275"/>
                </a:lnTo>
                <a:lnTo>
                  <a:pt x="200025" y="1447800"/>
                </a:lnTo>
                <a:lnTo>
                  <a:pt x="247650" y="1447800"/>
                </a:lnTo>
                <a:lnTo>
                  <a:pt x="247650" y="1476375"/>
                </a:lnTo>
                <a:lnTo>
                  <a:pt x="238125" y="1476375"/>
                </a:lnTo>
                <a:lnTo>
                  <a:pt x="238125" y="1466850"/>
                </a:lnTo>
                <a:lnTo>
                  <a:pt x="228600" y="1466850"/>
                </a:lnTo>
                <a:lnTo>
                  <a:pt x="228600" y="1457325"/>
                </a:lnTo>
                <a:lnTo>
                  <a:pt x="219075" y="1457325"/>
                </a:lnTo>
                <a:lnTo>
                  <a:pt x="219075" y="1466850"/>
                </a:lnTo>
                <a:lnTo>
                  <a:pt x="190500" y="1466850"/>
                </a:lnTo>
                <a:lnTo>
                  <a:pt x="190500" y="1438275"/>
                </a:lnTo>
                <a:lnTo>
                  <a:pt x="171450" y="1438275"/>
                </a:lnTo>
                <a:lnTo>
                  <a:pt x="171450" y="1419225"/>
                </a:lnTo>
                <a:lnTo>
                  <a:pt x="180975" y="1419225"/>
                </a:lnTo>
                <a:lnTo>
                  <a:pt x="180975" y="1409700"/>
                </a:lnTo>
                <a:lnTo>
                  <a:pt x="190500" y="1409700"/>
                </a:lnTo>
                <a:close/>
                <a:moveTo>
                  <a:pt x="333375" y="1400175"/>
                </a:moveTo>
                <a:lnTo>
                  <a:pt x="342900" y="1400175"/>
                </a:lnTo>
                <a:lnTo>
                  <a:pt x="342900" y="1409700"/>
                </a:lnTo>
                <a:lnTo>
                  <a:pt x="333375" y="1409700"/>
                </a:lnTo>
                <a:close/>
                <a:moveTo>
                  <a:pt x="1866900" y="1400175"/>
                </a:moveTo>
                <a:lnTo>
                  <a:pt x="1876425" y="1400175"/>
                </a:lnTo>
                <a:lnTo>
                  <a:pt x="1876425" y="1419225"/>
                </a:lnTo>
                <a:lnTo>
                  <a:pt x="1866900" y="1419225"/>
                </a:lnTo>
                <a:close/>
                <a:moveTo>
                  <a:pt x="1885950" y="1400175"/>
                </a:moveTo>
                <a:lnTo>
                  <a:pt x="1905000" y="1400175"/>
                </a:lnTo>
                <a:lnTo>
                  <a:pt x="1905000" y="1409700"/>
                </a:lnTo>
                <a:lnTo>
                  <a:pt x="1885950" y="1409700"/>
                </a:lnTo>
                <a:close/>
                <a:moveTo>
                  <a:pt x="1247775" y="1409700"/>
                </a:moveTo>
                <a:lnTo>
                  <a:pt x="1257300" y="1409700"/>
                </a:lnTo>
                <a:lnTo>
                  <a:pt x="1257300" y="1419225"/>
                </a:lnTo>
                <a:lnTo>
                  <a:pt x="1247775" y="1419225"/>
                </a:lnTo>
                <a:close/>
                <a:moveTo>
                  <a:pt x="180975" y="1428750"/>
                </a:moveTo>
                <a:lnTo>
                  <a:pt x="190500" y="1428750"/>
                </a:lnTo>
                <a:lnTo>
                  <a:pt x="190500" y="1419225"/>
                </a:lnTo>
                <a:lnTo>
                  <a:pt x="180975" y="1419225"/>
                </a:lnTo>
                <a:close/>
                <a:moveTo>
                  <a:pt x="1257300" y="1457325"/>
                </a:moveTo>
                <a:lnTo>
                  <a:pt x="1266825" y="1457325"/>
                </a:lnTo>
                <a:lnTo>
                  <a:pt x="1266825" y="1476375"/>
                </a:lnTo>
                <a:lnTo>
                  <a:pt x="1257300" y="1476375"/>
                </a:lnTo>
                <a:close/>
                <a:moveTo>
                  <a:pt x="552450" y="1466850"/>
                </a:moveTo>
                <a:lnTo>
                  <a:pt x="561975" y="1466850"/>
                </a:lnTo>
                <a:lnTo>
                  <a:pt x="561975" y="1457325"/>
                </a:lnTo>
                <a:lnTo>
                  <a:pt x="552450" y="1457325"/>
                </a:lnTo>
                <a:close/>
                <a:moveTo>
                  <a:pt x="381000" y="1495425"/>
                </a:moveTo>
                <a:lnTo>
                  <a:pt x="390525" y="1495425"/>
                </a:lnTo>
                <a:lnTo>
                  <a:pt x="390525" y="1514475"/>
                </a:lnTo>
                <a:lnTo>
                  <a:pt x="381000" y="1514475"/>
                </a:lnTo>
                <a:close/>
                <a:moveTo>
                  <a:pt x="352425" y="1504950"/>
                </a:moveTo>
                <a:lnTo>
                  <a:pt x="361950" y="1504950"/>
                </a:lnTo>
                <a:lnTo>
                  <a:pt x="361950" y="1524000"/>
                </a:lnTo>
                <a:lnTo>
                  <a:pt x="371475" y="1524000"/>
                </a:lnTo>
                <a:lnTo>
                  <a:pt x="371475" y="1533525"/>
                </a:lnTo>
                <a:lnTo>
                  <a:pt x="390525" y="1533525"/>
                </a:lnTo>
                <a:lnTo>
                  <a:pt x="390525" y="1543050"/>
                </a:lnTo>
                <a:lnTo>
                  <a:pt x="400050" y="1543050"/>
                </a:lnTo>
                <a:lnTo>
                  <a:pt x="400050" y="1552575"/>
                </a:lnTo>
                <a:lnTo>
                  <a:pt x="361950" y="1552575"/>
                </a:lnTo>
                <a:lnTo>
                  <a:pt x="361950" y="1543050"/>
                </a:lnTo>
                <a:lnTo>
                  <a:pt x="352425" y="1543050"/>
                </a:lnTo>
                <a:close/>
                <a:moveTo>
                  <a:pt x="1828800" y="1514475"/>
                </a:moveTo>
                <a:lnTo>
                  <a:pt x="1838325" y="1514475"/>
                </a:lnTo>
                <a:lnTo>
                  <a:pt x="1838325" y="1562100"/>
                </a:lnTo>
                <a:lnTo>
                  <a:pt x="1828800" y="1562100"/>
                </a:lnTo>
                <a:close/>
                <a:moveTo>
                  <a:pt x="466725" y="1600200"/>
                </a:moveTo>
                <a:lnTo>
                  <a:pt x="485775" y="1600200"/>
                </a:lnTo>
                <a:lnTo>
                  <a:pt x="485775" y="1609725"/>
                </a:lnTo>
                <a:lnTo>
                  <a:pt x="466725" y="1609725"/>
                </a:lnTo>
                <a:close/>
                <a:moveTo>
                  <a:pt x="447675" y="1609725"/>
                </a:moveTo>
                <a:lnTo>
                  <a:pt x="457200" y="1609725"/>
                </a:lnTo>
                <a:lnTo>
                  <a:pt x="457200" y="1619250"/>
                </a:lnTo>
                <a:lnTo>
                  <a:pt x="447675" y="1619250"/>
                </a:lnTo>
                <a:close/>
                <a:moveTo>
                  <a:pt x="685800" y="1771650"/>
                </a:moveTo>
                <a:lnTo>
                  <a:pt x="695325" y="1771650"/>
                </a:lnTo>
                <a:lnTo>
                  <a:pt x="695325" y="1781175"/>
                </a:lnTo>
                <a:lnTo>
                  <a:pt x="819150" y="1781175"/>
                </a:lnTo>
                <a:lnTo>
                  <a:pt x="819150" y="1771650"/>
                </a:lnTo>
                <a:lnTo>
                  <a:pt x="828675" y="1771650"/>
                </a:lnTo>
                <a:lnTo>
                  <a:pt x="828675" y="1781175"/>
                </a:lnTo>
                <a:lnTo>
                  <a:pt x="885825" y="1781175"/>
                </a:lnTo>
                <a:lnTo>
                  <a:pt x="885825" y="1771650"/>
                </a:lnTo>
                <a:lnTo>
                  <a:pt x="942975" y="1771650"/>
                </a:lnTo>
                <a:lnTo>
                  <a:pt x="942975" y="1781175"/>
                </a:lnTo>
                <a:lnTo>
                  <a:pt x="1000125" y="1781175"/>
                </a:lnTo>
                <a:lnTo>
                  <a:pt x="1000125" y="1771650"/>
                </a:lnTo>
                <a:lnTo>
                  <a:pt x="1028700" y="1771650"/>
                </a:lnTo>
                <a:lnTo>
                  <a:pt x="1028700" y="1781175"/>
                </a:lnTo>
                <a:lnTo>
                  <a:pt x="1009650" y="1781175"/>
                </a:lnTo>
                <a:lnTo>
                  <a:pt x="1009650" y="1790700"/>
                </a:lnTo>
                <a:lnTo>
                  <a:pt x="981075" y="1790700"/>
                </a:lnTo>
                <a:lnTo>
                  <a:pt x="981075" y="1800225"/>
                </a:lnTo>
                <a:lnTo>
                  <a:pt x="971550" y="1800225"/>
                </a:lnTo>
                <a:lnTo>
                  <a:pt x="971550" y="1790700"/>
                </a:lnTo>
                <a:lnTo>
                  <a:pt x="962025" y="1790700"/>
                </a:lnTo>
                <a:lnTo>
                  <a:pt x="962025" y="1800225"/>
                </a:lnTo>
                <a:lnTo>
                  <a:pt x="952500" y="1800225"/>
                </a:lnTo>
                <a:lnTo>
                  <a:pt x="952500" y="1809750"/>
                </a:lnTo>
                <a:lnTo>
                  <a:pt x="962025" y="1809750"/>
                </a:lnTo>
                <a:lnTo>
                  <a:pt x="962025" y="1828800"/>
                </a:lnTo>
                <a:lnTo>
                  <a:pt x="971550" y="1828800"/>
                </a:lnTo>
                <a:lnTo>
                  <a:pt x="971550" y="1838325"/>
                </a:lnTo>
                <a:lnTo>
                  <a:pt x="1000125" y="1838325"/>
                </a:lnTo>
                <a:lnTo>
                  <a:pt x="1000125" y="1819275"/>
                </a:lnTo>
                <a:lnTo>
                  <a:pt x="990600" y="1819275"/>
                </a:lnTo>
                <a:lnTo>
                  <a:pt x="990600" y="1809750"/>
                </a:lnTo>
                <a:lnTo>
                  <a:pt x="1009650" y="1809750"/>
                </a:lnTo>
                <a:lnTo>
                  <a:pt x="1009650" y="1790700"/>
                </a:lnTo>
                <a:lnTo>
                  <a:pt x="1028700" y="1790700"/>
                </a:lnTo>
                <a:lnTo>
                  <a:pt x="1028700" y="1781175"/>
                </a:lnTo>
                <a:lnTo>
                  <a:pt x="1104900" y="1781175"/>
                </a:lnTo>
                <a:lnTo>
                  <a:pt x="1104900" y="1771650"/>
                </a:lnTo>
                <a:lnTo>
                  <a:pt x="1114425" y="1771650"/>
                </a:lnTo>
                <a:lnTo>
                  <a:pt x="1114425" y="1781175"/>
                </a:lnTo>
                <a:lnTo>
                  <a:pt x="1447800" y="1781175"/>
                </a:lnTo>
                <a:lnTo>
                  <a:pt x="1447800" y="1771650"/>
                </a:lnTo>
                <a:lnTo>
                  <a:pt x="1476375" y="1771650"/>
                </a:lnTo>
                <a:lnTo>
                  <a:pt x="1476375" y="1781175"/>
                </a:lnTo>
                <a:lnTo>
                  <a:pt x="1514475" y="1781175"/>
                </a:lnTo>
                <a:lnTo>
                  <a:pt x="1514475" y="1790700"/>
                </a:lnTo>
                <a:lnTo>
                  <a:pt x="1457325" y="1790700"/>
                </a:lnTo>
                <a:lnTo>
                  <a:pt x="1457325" y="1800225"/>
                </a:lnTo>
                <a:lnTo>
                  <a:pt x="1466850" y="1800225"/>
                </a:lnTo>
                <a:lnTo>
                  <a:pt x="1466850" y="1809750"/>
                </a:lnTo>
                <a:lnTo>
                  <a:pt x="1438275" y="1809750"/>
                </a:lnTo>
                <a:lnTo>
                  <a:pt x="1438275" y="1819275"/>
                </a:lnTo>
                <a:lnTo>
                  <a:pt x="1428750" y="1819275"/>
                </a:lnTo>
                <a:lnTo>
                  <a:pt x="1428750" y="1800225"/>
                </a:lnTo>
                <a:lnTo>
                  <a:pt x="1409700" y="1800225"/>
                </a:lnTo>
                <a:lnTo>
                  <a:pt x="1409700" y="1857375"/>
                </a:lnTo>
                <a:lnTo>
                  <a:pt x="1400175" y="1857375"/>
                </a:lnTo>
                <a:lnTo>
                  <a:pt x="1400175" y="1847850"/>
                </a:lnTo>
                <a:lnTo>
                  <a:pt x="1390650" y="1847850"/>
                </a:lnTo>
                <a:lnTo>
                  <a:pt x="1390650" y="1838325"/>
                </a:lnTo>
                <a:lnTo>
                  <a:pt x="1371600" y="1838325"/>
                </a:lnTo>
                <a:lnTo>
                  <a:pt x="1371600" y="1847850"/>
                </a:lnTo>
                <a:lnTo>
                  <a:pt x="1362075" y="1847850"/>
                </a:lnTo>
                <a:lnTo>
                  <a:pt x="1362075" y="1857375"/>
                </a:lnTo>
                <a:lnTo>
                  <a:pt x="1371600" y="1857375"/>
                </a:lnTo>
                <a:lnTo>
                  <a:pt x="1371600" y="1866900"/>
                </a:lnTo>
                <a:lnTo>
                  <a:pt x="1409700" y="1866900"/>
                </a:lnTo>
                <a:lnTo>
                  <a:pt x="1409700" y="1876425"/>
                </a:lnTo>
                <a:lnTo>
                  <a:pt x="1438275" y="1876425"/>
                </a:lnTo>
                <a:lnTo>
                  <a:pt x="1438275" y="1895475"/>
                </a:lnTo>
                <a:lnTo>
                  <a:pt x="1419225" y="1895475"/>
                </a:lnTo>
                <a:lnTo>
                  <a:pt x="1419225" y="1905000"/>
                </a:lnTo>
                <a:lnTo>
                  <a:pt x="1381125" y="1905000"/>
                </a:lnTo>
                <a:lnTo>
                  <a:pt x="1381125" y="1895475"/>
                </a:lnTo>
                <a:lnTo>
                  <a:pt x="1371600" y="1895475"/>
                </a:lnTo>
                <a:lnTo>
                  <a:pt x="1371600" y="1905000"/>
                </a:lnTo>
                <a:lnTo>
                  <a:pt x="1362075" y="1905000"/>
                </a:lnTo>
                <a:lnTo>
                  <a:pt x="1362075" y="1914525"/>
                </a:lnTo>
                <a:lnTo>
                  <a:pt x="1352550" y="1914525"/>
                </a:lnTo>
                <a:lnTo>
                  <a:pt x="1352550" y="1924050"/>
                </a:lnTo>
                <a:lnTo>
                  <a:pt x="1343025" y="1924050"/>
                </a:lnTo>
                <a:lnTo>
                  <a:pt x="1343025" y="1914525"/>
                </a:lnTo>
                <a:lnTo>
                  <a:pt x="1333500" y="1914525"/>
                </a:lnTo>
                <a:lnTo>
                  <a:pt x="1333500" y="1905000"/>
                </a:lnTo>
                <a:lnTo>
                  <a:pt x="1323975" y="1905000"/>
                </a:lnTo>
                <a:lnTo>
                  <a:pt x="1323975" y="1933575"/>
                </a:lnTo>
                <a:lnTo>
                  <a:pt x="1295400" y="1933575"/>
                </a:lnTo>
                <a:lnTo>
                  <a:pt x="1295400" y="1924050"/>
                </a:lnTo>
                <a:lnTo>
                  <a:pt x="1266825" y="1924050"/>
                </a:lnTo>
                <a:lnTo>
                  <a:pt x="1266825" y="1914525"/>
                </a:lnTo>
                <a:lnTo>
                  <a:pt x="1247775" y="1914525"/>
                </a:lnTo>
                <a:lnTo>
                  <a:pt x="1247775" y="1924050"/>
                </a:lnTo>
                <a:lnTo>
                  <a:pt x="1238250" y="1924050"/>
                </a:lnTo>
                <a:lnTo>
                  <a:pt x="1238250" y="1952625"/>
                </a:lnTo>
                <a:lnTo>
                  <a:pt x="1228725" y="1952625"/>
                </a:lnTo>
                <a:lnTo>
                  <a:pt x="1228725" y="1943100"/>
                </a:lnTo>
                <a:lnTo>
                  <a:pt x="1219200" y="1943100"/>
                </a:lnTo>
                <a:lnTo>
                  <a:pt x="1219200" y="1933575"/>
                </a:lnTo>
                <a:lnTo>
                  <a:pt x="1200150" y="1933575"/>
                </a:lnTo>
                <a:lnTo>
                  <a:pt x="1200150" y="1962150"/>
                </a:lnTo>
                <a:lnTo>
                  <a:pt x="1152525" y="1962150"/>
                </a:lnTo>
                <a:lnTo>
                  <a:pt x="1152525" y="1952625"/>
                </a:lnTo>
                <a:lnTo>
                  <a:pt x="1143000" y="1952625"/>
                </a:lnTo>
                <a:lnTo>
                  <a:pt x="1143000" y="1924050"/>
                </a:lnTo>
                <a:lnTo>
                  <a:pt x="1123950" y="1924050"/>
                </a:lnTo>
                <a:lnTo>
                  <a:pt x="1123950" y="1933575"/>
                </a:lnTo>
                <a:lnTo>
                  <a:pt x="1114425" y="1933575"/>
                </a:lnTo>
                <a:lnTo>
                  <a:pt x="1114425" y="1943100"/>
                </a:lnTo>
                <a:lnTo>
                  <a:pt x="1104900" y="1943100"/>
                </a:lnTo>
                <a:lnTo>
                  <a:pt x="1104900" y="1933575"/>
                </a:lnTo>
                <a:lnTo>
                  <a:pt x="1085850" y="1933575"/>
                </a:lnTo>
                <a:lnTo>
                  <a:pt x="1085850" y="1943100"/>
                </a:lnTo>
                <a:lnTo>
                  <a:pt x="1076325" y="1943100"/>
                </a:lnTo>
                <a:lnTo>
                  <a:pt x="1076325" y="1952625"/>
                </a:lnTo>
                <a:lnTo>
                  <a:pt x="1047750" y="1952625"/>
                </a:lnTo>
                <a:lnTo>
                  <a:pt x="1047750" y="1962150"/>
                </a:lnTo>
                <a:lnTo>
                  <a:pt x="1057275" y="1962150"/>
                </a:lnTo>
                <a:lnTo>
                  <a:pt x="1057275" y="1971675"/>
                </a:lnTo>
                <a:lnTo>
                  <a:pt x="1028700" y="1971675"/>
                </a:lnTo>
                <a:lnTo>
                  <a:pt x="1028700" y="1933575"/>
                </a:lnTo>
                <a:lnTo>
                  <a:pt x="1019175" y="1933575"/>
                </a:lnTo>
                <a:lnTo>
                  <a:pt x="1019175" y="1943100"/>
                </a:lnTo>
                <a:lnTo>
                  <a:pt x="1009650" y="1943100"/>
                </a:lnTo>
                <a:lnTo>
                  <a:pt x="1009650" y="1971675"/>
                </a:lnTo>
                <a:lnTo>
                  <a:pt x="1000125" y="1971675"/>
                </a:lnTo>
                <a:lnTo>
                  <a:pt x="1000125" y="1962150"/>
                </a:lnTo>
                <a:lnTo>
                  <a:pt x="981075" y="1962150"/>
                </a:lnTo>
                <a:lnTo>
                  <a:pt x="981075" y="1971675"/>
                </a:lnTo>
                <a:lnTo>
                  <a:pt x="1000125" y="1971675"/>
                </a:lnTo>
                <a:lnTo>
                  <a:pt x="1000125" y="1981200"/>
                </a:lnTo>
                <a:lnTo>
                  <a:pt x="971550" y="1981200"/>
                </a:lnTo>
                <a:lnTo>
                  <a:pt x="971550" y="1971675"/>
                </a:lnTo>
                <a:lnTo>
                  <a:pt x="962025" y="1971675"/>
                </a:lnTo>
                <a:lnTo>
                  <a:pt x="962025" y="1981200"/>
                </a:lnTo>
                <a:lnTo>
                  <a:pt x="942975" y="1981200"/>
                </a:lnTo>
                <a:lnTo>
                  <a:pt x="942975" y="1971675"/>
                </a:lnTo>
                <a:lnTo>
                  <a:pt x="933450" y="1971675"/>
                </a:lnTo>
                <a:lnTo>
                  <a:pt x="933450" y="1962150"/>
                </a:lnTo>
                <a:lnTo>
                  <a:pt x="923925" y="1962150"/>
                </a:lnTo>
                <a:lnTo>
                  <a:pt x="923925" y="1952625"/>
                </a:lnTo>
                <a:lnTo>
                  <a:pt x="914400" y="1952625"/>
                </a:lnTo>
                <a:lnTo>
                  <a:pt x="914400" y="1943100"/>
                </a:lnTo>
                <a:lnTo>
                  <a:pt x="895350" y="1943100"/>
                </a:lnTo>
                <a:lnTo>
                  <a:pt x="895350" y="1962150"/>
                </a:lnTo>
                <a:lnTo>
                  <a:pt x="866775" y="1962150"/>
                </a:lnTo>
                <a:lnTo>
                  <a:pt x="866775" y="1952625"/>
                </a:lnTo>
                <a:lnTo>
                  <a:pt x="847725" y="1952625"/>
                </a:lnTo>
                <a:lnTo>
                  <a:pt x="847725" y="1962150"/>
                </a:lnTo>
                <a:lnTo>
                  <a:pt x="819150" y="1962150"/>
                </a:lnTo>
                <a:lnTo>
                  <a:pt x="819150" y="1952625"/>
                </a:lnTo>
                <a:lnTo>
                  <a:pt x="790575" y="1952625"/>
                </a:lnTo>
                <a:lnTo>
                  <a:pt x="790575" y="1943100"/>
                </a:lnTo>
                <a:lnTo>
                  <a:pt x="781050" y="1943100"/>
                </a:lnTo>
                <a:lnTo>
                  <a:pt x="781050" y="1933575"/>
                </a:lnTo>
                <a:lnTo>
                  <a:pt x="742950" y="1933575"/>
                </a:lnTo>
                <a:lnTo>
                  <a:pt x="742950" y="1924050"/>
                </a:lnTo>
                <a:lnTo>
                  <a:pt x="704850" y="1924050"/>
                </a:lnTo>
                <a:lnTo>
                  <a:pt x="704850" y="1914525"/>
                </a:lnTo>
                <a:lnTo>
                  <a:pt x="685800" y="1914525"/>
                </a:lnTo>
                <a:lnTo>
                  <a:pt x="685800" y="1905000"/>
                </a:lnTo>
                <a:lnTo>
                  <a:pt x="657225" y="1905000"/>
                </a:lnTo>
                <a:lnTo>
                  <a:pt x="657225" y="1895475"/>
                </a:lnTo>
                <a:lnTo>
                  <a:pt x="628650" y="1895475"/>
                </a:lnTo>
                <a:lnTo>
                  <a:pt x="628650" y="1885950"/>
                </a:lnTo>
                <a:lnTo>
                  <a:pt x="609600" y="1885950"/>
                </a:lnTo>
                <a:lnTo>
                  <a:pt x="609600" y="1876425"/>
                </a:lnTo>
                <a:lnTo>
                  <a:pt x="628650" y="1876425"/>
                </a:lnTo>
                <a:lnTo>
                  <a:pt x="628650" y="1838325"/>
                </a:lnTo>
                <a:lnTo>
                  <a:pt x="619125" y="1838325"/>
                </a:lnTo>
                <a:lnTo>
                  <a:pt x="619125" y="1819275"/>
                </a:lnTo>
                <a:lnTo>
                  <a:pt x="609600" y="1819275"/>
                </a:lnTo>
                <a:lnTo>
                  <a:pt x="609600" y="1809750"/>
                </a:lnTo>
                <a:lnTo>
                  <a:pt x="628650" y="1809750"/>
                </a:lnTo>
                <a:lnTo>
                  <a:pt x="628650" y="1800225"/>
                </a:lnTo>
                <a:lnTo>
                  <a:pt x="619125" y="1800225"/>
                </a:lnTo>
                <a:lnTo>
                  <a:pt x="619125" y="1790700"/>
                </a:lnTo>
                <a:lnTo>
                  <a:pt x="600075" y="1790700"/>
                </a:lnTo>
                <a:lnTo>
                  <a:pt x="600075" y="1781175"/>
                </a:lnTo>
                <a:lnTo>
                  <a:pt x="685800" y="1781175"/>
                </a:lnTo>
                <a:close/>
                <a:moveTo>
                  <a:pt x="523875" y="1781175"/>
                </a:moveTo>
                <a:lnTo>
                  <a:pt x="533400" y="1781175"/>
                </a:lnTo>
                <a:lnTo>
                  <a:pt x="533400" y="1790700"/>
                </a:lnTo>
                <a:lnTo>
                  <a:pt x="523875" y="1790700"/>
                </a:lnTo>
                <a:close/>
                <a:moveTo>
                  <a:pt x="561975" y="1781175"/>
                </a:moveTo>
                <a:lnTo>
                  <a:pt x="581025" y="1781175"/>
                </a:lnTo>
                <a:lnTo>
                  <a:pt x="581025" y="1790700"/>
                </a:lnTo>
                <a:lnTo>
                  <a:pt x="561975" y="1790700"/>
                </a:lnTo>
                <a:close/>
                <a:moveTo>
                  <a:pt x="466725" y="1790700"/>
                </a:moveTo>
                <a:lnTo>
                  <a:pt x="476250" y="1790700"/>
                </a:lnTo>
                <a:lnTo>
                  <a:pt x="476250" y="1800225"/>
                </a:lnTo>
                <a:lnTo>
                  <a:pt x="466725" y="1800225"/>
                </a:lnTo>
                <a:close/>
                <a:moveTo>
                  <a:pt x="1609725" y="1790700"/>
                </a:moveTo>
                <a:lnTo>
                  <a:pt x="1619250" y="1790700"/>
                </a:lnTo>
                <a:lnTo>
                  <a:pt x="1619250" y="1800225"/>
                </a:lnTo>
                <a:lnTo>
                  <a:pt x="1609725" y="1800225"/>
                </a:lnTo>
                <a:close/>
                <a:moveTo>
                  <a:pt x="485775" y="1800225"/>
                </a:moveTo>
                <a:lnTo>
                  <a:pt x="495300" y="1800225"/>
                </a:lnTo>
                <a:lnTo>
                  <a:pt x="495300" y="1809750"/>
                </a:lnTo>
                <a:lnTo>
                  <a:pt x="485775" y="1809750"/>
                </a:lnTo>
                <a:close/>
                <a:moveTo>
                  <a:pt x="704850" y="1800225"/>
                </a:moveTo>
                <a:lnTo>
                  <a:pt x="714375" y="1800225"/>
                </a:lnTo>
                <a:lnTo>
                  <a:pt x="714375" y="1790700"/>
                </a:lnTo>
                <a:lnTo>
                  <a:pt x="695325" y="1790700"/>
                </a:lnTo>
                <a:lnTo>
                  <a:pt x="695325" y="1800225"/>
                </a:lnTo>
                <a:lnTo>
                  <a:pt x="685800" y="1800225"/>
                </a:lnTo>
                <a:lnTo>
                  <a:pt x="685800" y="1828800"/>
                </a:lnTo>
                <a:lnTo>
                  <a:pt x="695325" y="1828800"/>
                </a:lnTo>
                <a:lnTo>
                  <a:pt x="695325" y="1809750"/>
                </a:lnTo>
                <a:lnTo>
                  <a:pt x="704850" y="1809750"/>
                </a:lnTo>
                <a:close/>
                <a:moveTo>
                  <a:pt x="1019175" y="1809750"/>
                </a:moveTo>
                <a:lnTo>
                  <a:pt x="1047750" y="1809750"/>
                </a:lnTo>
                <a:lnTo>
                  <a:pt x="1047750" y="1800225"/>
                </a:lnTo>
                <a:lnTo>
                  <a:pt x="1038225" y="1800225"/>
                </a:lnTo>
                <a:lnTo>
                  <a:pt x="1038225" y="1790700"/>
                </a:lnTo>
                <a:lnTo>
                  <a:pt x="1028700" y="1790700"/>
                </a:lnTo>
                <a:lnTo>
                  <a:pt x="1028700" y="1800225"/>
                </a:lnTo>
                <a:lnTo>
                  <a:pt x="1019175" y="1800225"/>
                </a:lnTo>
                <a:close/>
                <a:moveTo>
                  <a:pt x="1143000" y="1809750"/>
                </a:moveTo>
                <a:lnTo>
                  <a:pt x="1171575" y="1809750"/>
                </a:lnTo>
                <a:lnTo>
                  <a:pt x="1171575" y="1800225"/>
                </a:lnTo>
                <a:lnTo>
                  <a:pt x="1143000" y="1800225"/>
                </a:lnTo>
                <a:close/>
                <a:moveTo>
                  <a:pt x="1238250" y="1809750"/>
                </a:moveTo>
                <a:lnTo>
                  <a:pt x="1247775" y="1809750"/>
                </a:lnTo>
                <a:lnTo>
                  <a:pt x="1247775" y="1819275"/>
                </a:lnTo>
                <a:lnTo>
                  <a:pt x="1266825" y="1819275"/>
                </a:lnTo>
                <a:lnTo>
                  <a:pt x="1266825" y="1838325"/>
                </a:lnTo>
                <a:lnTo>
                  <a:pt x="1304925" y="1838325"/>
                </a:lnTo>
                <a:lnTo>
                  <a:pt x="1304925" y="1847850"/>
                </a:lnTo>
                <a:lnTo>
                  <a:pt x="1323975" y="1847850"/>
                </a:lnTo>
                <a:lnTo>
                  <a:pt x="1323975" y="1857375"/>
                </a:lnTo>
                <a:lnTo>
                  <a:pt x="1333500" y="1857375"/>
                </a:lnTo>
                <a:lnTo>
                  <a:pt x="1333500" y="1828800"/>
                </a:lnTo>
                <a:lnTo>
                  <a:pt x="1323975" y="1828800"/>
                </a:lnTo>
                <a:lnTo>
                  <a:pt x="1323975" y="1819275"/>
                </a:lnTo>
                <a:lnTo>
                  <a:pt x="1333500" y="1819275"/>
                </a:lnTo>
                <a:lnTo>
                  <a:pt x="1333500" y="1828800"/>
                </a:lnTo>
                <a:lnTo>
                  <a:pt x="1343025" y="1828800"/>
                </a:lnTo>
                <a:lnTo>
                  <a:pt x="1343025" y="1819275"/>
                </a:lnTo>
                <a:lnTo>
                  <a:pt x="1352550" y="1819275"/>
                </a:lnTo>
                <a:lnTo>
                  <a:pt x="1352550" y="1800225"/>
                </a:lnTo>
                <a:lnTo>
                  <a:pt x="1323975" y="1800225"/>
                </a:lnTo>
                <a:lnTo>
                  <a:pt x="1323975" y="1809750"/>
                </a:lnTo>
                <a:lnTo>
                  <a:pt x="1314450" y="1809750"/>
                </a:lnTo>
                <a:lnTo>
                  <a:pt x="1314450" y="1800225"/>
                </a:lnTo>
                <a:lnTo>
                  <a:pt x="1238250" y="1800225"/>
                </a:lnTo>
                <a:close/>
                <a:moveTo>
                  <a:pt x="1371600" y="1809750"/>
                </a:moveTo>
                <a:lnTo>
                  <a:pt x="1381125" y="1809750"/>
                </a:lnTo>
                <a:lnTo>
                  <a:pt x="1381125" y="1790700"/>
                </a:lnTo>
                <a:lnTo>
                  <a:pt x="1371600" y="1790700"/>
                </a:lnTo>
                <a:close/>
                <a:moveTo>
                  <a:pt x="885825" y="1819275"/>
                </a:moveTo>
                <a:lnTo>
                  <a:pt x="933450" y="1819275"/>
                </a:lnTo>
                <a:lnTo>
                  <a:pt x="933450" y="1790700"/>
                </a:lnTo>
                <a:lnTo>
                  <a:pt x="904875" y="1790700"/>
                </a:lnTo>
                <a:lnTo>
                  <a:pt x="904875" y="1800225"/>
                </a:lnTo>
                <a:lnTo>
                  <a:pt x="885825" y="1800225"/>
                </a:lnTo>
                <a:close/>
                <a:moveTo>
                  <a:pt x="1571625" y="1819275"/>
                </a:moveTo>
                <a:lnTo>
                  <a:pt x="1581150" y="1819275"/>
                </a:lnTo>
                <a:lnTo>
                  <a:pt x="1581150" y="1828800"/>
                </a:lnTo>
                <a:lnTo>
                  <a:pt x="1571625" y="1828800"/>
                </a:lnTo>
                <a:close/>
                <a:moveTo>
                  <a:pt x="1190625" y="1828800"/>
                </a:moveTo>
                <a:lnTo>
                  <a:pt x="1219200" y="1828800"/>
                </a:lnTo>
                <a:lnTo>
                  <a:pt x="1219200" y="1809750"/>
                </a:lnTo>
                <a:lnTo>
                  <a:pt x="1209675" y="1809750"/>
                </a:lnTo>
                <a:lnTo>
                  <a:pt x="1209675" y="1819275"/>
                </a:lnTo>
                <a:lnTo>
                  <a:pt x="1190625" y="1819275"/>
                </a:lnTo>
                <a:close/>
                <a:moveTo>
                  <a:pt x="1552575" y="1828800"/>
                </a:moveTo>
                <a:lnTo>
                  <a:pt x="1562100" y="1828800"/>
                </a:lnTo>
                <a:lnTo>
                  <a:pt x="1562100" y="1838325"/>
                </a:lnTo>
                <a:lnTo>
                  <a:pt x="1552575" y="1838325"/>
                </a:lnTo>
                <a:close/>
                <a:moveTo>
                  <a:pt x="609600" y="1838325"/>
                </a:moveTo>
                <a:lnTo>
                  <a:pt x="619125" y="1838325"/>
                </a:lnTo>
                <a:lnTo>
                  <a:pt x="619125" y="1847850"/>
                </a:lnTo>
                <a:lnTo>
                  <a:pt x="609600" y="1847850"/>
                </a:lnTo>
                <a:close/>
                <a:moveTo>
                  <a:pt x="714375" y="1857375"/>
                </a:moveTo>
                <a:lnTo>
                  <a:pt x="723900" y="1857375"/>
                </a:lnTo>
                <a:lnTo>
                  <a:pt x="723900" y="1847850"/>
                </a:lnTo>
                <a:lnTo>
                  <a:pt x="714375" y="1847850"/>
                </a:lnTo>
                <a:close/>
                <a:moveTo>
                  <a:pt x="857250" y="1857375"/>
                </a:moveTo>
                <a:lnTo>
                  <a:pt x="866775" y="1857375"/>
                </a:lnTo>
                <a:lnTo>
                  <a:pt x="866775" y="1838325"/>
                </a:lnTo>
                <a:lnTo>
                  <a:pt x="847725" y="1838325"/>
                </a:lnTo>
                <a:lnTo>
                  <a:pt x="847725" y="1847850"/>
                </a:lnTo>
                <a:lnTo>
                  <a:pt x="838200" y="1847850"/>
                </a:lnTo>
                <a:lnTo>
                  <a:pt x="838200" y="1866900"/>
                </a:lnTo>
                <a:lnTo>
                  <a:pt x="857250" y="1866900"/>
                </a:lnTo>
                <a:close/>
                <a:moveTo>
                  <a:pt x="1104900" y="1857375"/>
                </a:moveTo>
                <a:lnTo>
                  <a:pt x="1114425" y="1857375"/>
                </a:lnTo>
                <a:lnTo>
                  <a:pt x="1114425" y="1847850"/>
                </a:lnTo>
                <a:lnTo>
                  <a:pt x="1085850" y="1847850"/>
                </a:lnTo>
                <a:lnTo>
                  <a:pt x="1085850" y="1857375"/>
                </a:lnTo>
                <a:lnTo>
                  <a:pt x="1057275" y="1857375"/>
                </a:lnTo>
                <a:lnTo>
                  <a:pt x="1057275" y="1866900"/>
                </a:lnTo>
                <a:lnTo>
                  <a:pt x="1066800" y="1866900"/>
                </a:lnTo>
                <a:lnTo>
                  <a:pt x="1066800" y="1876425"/>
                </a:lnTo>
                <a:lnTo>
                  <a:pt x="1104900" y="1876425"/>
                </a:lnTo>
                <a:close/>
                <a:moveTo>
                  <a:pt x="1438275" y="1857375"/>
                </a:moveTo>
                <a:lnTo>
                  <a:pt x="1457325" y="1857375"/>
                </a:lnTo>
                <a:lnTo>
                  <a:pt x="1457325" y="1876425"/>
                </a:lnTo>
                <a:lnTo>
                  <a:pt x="1447800" y="1876425"/>
                </a:lnTo>
                <a:lnTo>
                  <a:pt x="1447800" y="1866900"/>
                </a:lnTo>
                <a:lnTo>
                  <a:pt x="1438275" y="1866900"/>
                </a:lnTo>
                <a:close/>
                <a:moveTo>
                  <a:pt x="590550" y="1866900"/>
                </a:moveTo>
                <a:lnTo>
                  <a:pt x="600075" y="1866900"/>
                </a:lnTo>
                <a:lnTo>
                  <a:pt x="600075" y="1876425"/>
                </a:lnTo>
                <a:lnTo>
                  <a:pt x="590550" y="1876425"/>
                </a:lnTo>
                <a:close/>
                <a:moveTo>
                  <a:pt x="657225" y="1866900"/>
                </a:moveTo>
                <a:lnTo>
                  <a:pt x="676275" y="1866900"/>
                </a:lnTo>
                <a:lnTo>
                  <a:pt x="676275" y="1828800"/>
                </a:lnTo>
                <a:lnTo>
                  <a:pt x="666750" y="1828800"/>
                </a:lnTo>
                <a:lnTo>
                  <a:pt x="666750" y="1819275"/>
                </a:lnTo>
                <a:lnTo>
                  <a:pt x="647700" y="1819275"/>
                </a:lnTo>
                <a:lnTo>
                  <a:pt x="647700" y="1828800"/>
                </a:lnTo>
                <a:lnTo>
                  <a:pt x="638175" y="1828800"/>
                </a:lnTo>
                <a:lnTo>
                  <a:pt x="638175" y="1876425"/>
                </a:lnTo>
                <a:lnTo>
                  <a:pt x="628650" y="1876425"/>
                </a:lnTo>
                <a:lnTo>
                  <a:pt x="628650" y="1885950"/>
                </a:lnTo>
                <a:lnTo>
                  <a:pt x="638175" y="1885950"/>
                </a:lnTo>
                <a:lnTo>
                  <a:pt x="638175" y="1876425"/>
                </a:lnTo>
                <a:lnTo>
                  <a:pt x="647700" y="1876425"/>
                </a:lnTo>
                <a:lnTo>
                  <a:pt x="647700" y="1885950"/>
                </a:lnTo>
                <a:lnTo>
                  <a:pt x="657225" y="1885950"/>
                </a:lnTo>
                <a:close/>
                <a:moveTo>
                  <a:pt x="1457325" y="1876425"/>
                </a:moveTo>
                <a:lnTo>
                  <a:pt x="1466850" y="1876425"/>
                </a:lnTo>
                <a:lnTo>
                  <a:pt x="1466850" y="1885950"/>
                </a:lnTo>
                <a:lnTo>
                  <a:pt x="1457325" y="1885950"/>
                </a:lnTo>
                <a:close/>
                <a:moveTo>
                  <a:pt x="1019175" y="1885950"/>
                </a:moveTo>
                <a:lnTo>
                  <a:pt x="1028700" y="1885950"/>
                </a:lnTo>
                <a:lnTo>
                  <a:pt x="1028700" y="1876425"/>
                </a:lnTo>
                <a:lnTo>
                  <a:pt x="1009650" y="1876425"/>
                </a:lnTo>
                <a:lnTo>
                  <a:pt x="1009650" y="1895475"/>
                </a:lnTo>
                <a:lnTo>
                  <a:pt x="1019175" y="1895475"/>
                </a:lnTo>
                <a:close/>
                <a:moveTo>
                  <a:pt x="904875" y="1895475"/>
                </a:moveTo>
                <a:lnTo>
                  <a:pt x="914400" y="1895475"/>
                </a:lnTo>
                <a:lnTo>
                  <a:pt x="914400" y="1914525"/>
                </a:lnTo>
                <a:lnTo>
                  <a:pt x="933450" y="1914525"/>
                </a:lnTo>
                <a:lnTo>
                  <a:pt x="933450" y="1905000"/>
                </a:lnTo>
                <a:lnTo>
                  <a:pt x="942975" y="1905000"/>
                </a:lnTo>
                <a:lnTo>
                  <a:pt x="942975" y="1895475"/>
                </a:lnTo>
                <a:lnTo>
                  <a:pt x="933450" y="1895475"/>
                </a:lnTo>
                <a:lnTo>
                  <a:pt x="933450" y="1857375"/>
                </a:lnTo>
                <a:lnTo>
                  <a:pt x="914400" y="1857375"/>
                </a:lnTo>
                <a:lnTo>
                  <a:pt x="914400" y="1885950"/>
                </a:lnTo>
                <a:lnTo>
                  <a:pt x="904875" y="1885950"/>
                </a:lnTo>
                <a:close/>
                <a:moveTo>
                  <a:pt x="723900" y="1905000"/>
                </a:moveTo>
                <a:lnTo>
                  <a:pt x="742950" y="1905000"/>
                </a:lnTo>
                <a:lnTo>
                  <a:pt x="742950" y="1895475"/>
                </a:lnTo>
                <a:lnTo>
                  <a:pt x="723900" y="1895475"/>
                </a:lnTo>
                <a:close/>
                <a:moveTo>
                  <a:pt x="1019175" y="1905000"/>
                </a:moveTo>
                <a:lnTo>
                  <a:pt x="1028700" y="1905000"/>
                </a:lnTo>
                <a:lnTo>
                  <a:pt x="1028700" y="1895475"/>
                </a:lnTo>
                <a:lnTo>
                  <a:pt x="1019175" y="1895475"/>
                </a:lnTo>
                <a:close/>
                <a:moveTo>
                  <a:pt x="1104900" y="1905000"/>
                </a:moveTo>
                <a:lnTo>
                  <a:pt x="1114425" y="1905000"/>
                </a:lnTo>
                <a:lnTo>
                  <a:pt x="1114425" y="1895475"/>
                </a:lnTo>
                <a:lnTo>
                  <a:pt x="1104900" y="1895475"/>
                </a:lnTo>
                <a:close/>
                <a:moveTo>
                  <a:pt x="742950" y="1914525"/>
                </a:moveTo>
                <a:lnTo>
                  <a:pt x="752475" y="1914525"/>
                </a:lnTo>
                <a:lnTo>
                  <a:pt x="752475" y="1905000"/>
                </a:lnTo>
                <a:lnTo>
                  <a:pt x="742950" y="1905000"/>
                </a:lnTo>
                <a:close/>
                <a:moveTo>
                  <a:pt x="1028700" y="1914525"/>
                </a:moveTo>
                <a:lnTo>
                  <a:pt x="1038225" y="1914525"/>
                </a:lnTo>
                <a:lnTo>
                  <a:pt x="1038225" y="1905000"/>
                </a:lnTo>
                <a:lnTo>
                  <a:pt x="1028700" y="1905000"/>
                </a:lnTo>
                <a:close/>
                <a:moveTo>
                  <a:pt x="1362075" y="1914525"/>
                </a:moveTo>
                <a:lnTo>
                  <a:pt x="1371600" y="1914525"/>
                </a:lnTo>
                <a:lnTo>
                  <a:pt x="1371600" y="1924050"/>
                </a:lnTo>
                <a:lnTo>
                  <a:pt x="1362075" y="1924050"/>
                </a:lnTo>
                <a:close/>
                <a:moveTo>
                  <a:pt x="847725" y="1924050"/>
                </a:moveTo>
                <a:lnTo>
                  <a:pt x="857250" y="1924050"/>
                </a:lnTo>
                <a:lnTo>
                  <a:pt x="857250" y="1914525"/>
                </a:lnTo>
                <a:lnTo>
                  <a:pt x="847725" y="1914525"/>
                </a:lnTo>
                <a:close/>
                <a:moveTo>
                  <a:pt x="933450" y="1933575"/>
                </a:moveTo>
                <a:lnTo>
                  <a:pt x="952500" y="1933575"/>
                </a:lnTo>
                <a:lnTo>
                  <a:pt x="952500" y="1924050"/>
                </a:lnTo>
                <a:lnTo>
                  <a:pt x="933450" y="1924050"/>
                </a:lnTo>
                <a:close/>
                <a:moveTo>
                  <a:pt x="971550" y="1933575"/>
                </a:moveTo>
                <a:lnTo>
                  <a:pt x="990600" y="1933575"/>
                </a:lnTo>
                <a:lnTo>
                  <a:pt x="990600" y="1924050"/>
                </a:lnTo>
                <a:lnTo>
                  <a:pt x="971550" y="1924050"/>
                </a:lnTo>
                <a:close/>
                <a:moveTo>
                  <a:pt x="866775" y="1952625"/>
                </a:moveTo>
                <a:lnTo>
                  <a:pt x="885825" y="1952625"/>
                </a:lnTo>
                <a:lnTo>
                  <a:pt x="885825" y="1943100"/>
                </a:lnTo>
                <a:lnTo>
                  <a:pt x="866775" y="1943100"/>
                </a:lnTo>
                <a:close/>
                <a:moveTo>
                  <a:pt x="971550" y="1952625"/>
                </a:moveTo>
                <a:lnTo>
                  <a:pt x="990600" y="1952625"/>
                </a:lnTo>
                <a:lnTo>
                  <a:pt x="990600" y="1943100"/>
                </a:lnTo>
                <a:lnTo>
                  <a:pt x="971550" y="1943100"/>
                </a:lnTo>
                <a:close/>
              </a:path>
            </a:pathLst>
          </a:custGeom>
          <a:solidFill xmlns:a="http://schemas.openxmlformats.org/drawingml/2006/main">
            <a:srgbClr val="DBE7DB"/>
          </a:solidFill>
          <a:ln xmlns:a="http://schemas.openxmlformats.org/drawingml/2006/main" w="0">
            <a:noFill/>
          </a:ln>
        </p:spPr>
      </p:sp>
      <p:sp>
        <p:nvSpPr>
          <p:cNvPr id="24" name="employee vector #dee5d9">
            <a:extLst xmlns:a="http://schemas.openxmlformats.org/drawingml/2006/main">
              <a:ext uri="{FF2B5EF4-FFF2-40B4-BE49-F238E27FC236}">
                <a16:creationId xmlns:a16="http://schemas.microsoft.com/office/drawing/2014/main" id="{0312687D-2BBA-460B-8935-4A9FD28B800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85825" y="2571750"/>
            <a:ext cx="2105025" cy="2066925"/>
          </a:xfrm>
          <a:custGeom xmlns:a="http://schemas.openxmlformats.org/drawingml/2006/main">
            <a:pathLst>
              <a:path w="2105025" h="2066925">
                <a:moveTo>
                  <a:pt x="1038225" y="762000"/>
                </a:moveTo>
                <a:lnTo>
                  <a:pt x="1057275" y="762000"/>
                </a:lnTo>
                <a:lnTo>
                  <a:pt x="1057275" y="771525"/>
                </a:lnTo>
                <a:lnTo>
                  <a:pt x="1066800" y="771525"/>
                </a:lnTo>
                <a:lnTo>
                  <a:pt x="1066800" y="781050"/>
                </a:lnTo>
                <a:lnTo>
                  <a:pt x="1085850" y="781050"/>
                </a:lnTo>
                <a:lnTo>
                  <a:pt x="1085850" y="800100"/>
                </a:lnTo>
                <a:lnTo>
                  <a:pt x="1095375" y="800100"/>
                </a:lnTo>
                <a:lnTo>
                  <a:pt x="1095375" y="819150"/>
                </a:lnTo>
                <a:lnTo>
                  <a:pt x="1104900" y="819150"/>
                </a:lnTo>
                <a:lnTo>
                  <a:pt x="1104900" y="838200"/>
                </a:lnTo>
                <a:lnTo>
                  <a:pt x="1095375" y="838200"/>
                </a:lnTo>
                <a:lnTo>
                  <a:pt x="1095375" y="828675"/>
                </a:lnTo>
                <a:lnTo>
                  <a:pt x="1085850" y="828675"/>
                </a:lnTo>
                <a:lnTo>
                  <a:pt x="1085850" y="819150"/>
                </a:lnTo>
                <a:lnTo>
                  <a:pt x="1076325" y="819150"/>
                </a:lnTo>
                <a:lnTo>
                  <a:pt x="1076325" y="809625"/>
                </a:lnTo>
                <a:lnTo>
                  <a:pt x="1066800" y="809625"/>
                </a:lnTo>
                <a:lnTo>
                  <a:pt x="1066800" y="800100"/>
                </a:lnTo>
                <a:lnTo>
                  <a:pt x="1057275" y="800100"/>
                </a:lnTo>
                <a:lnTo>
                  <a:pt x="1057275" y="790575"/>
                </a:lnTo>
                <a:lnTo>
                  <a:pt x="1047750" y="790575"/>
                </a:lnTo>
                <a:lnTo>
                  <a:pt x="1047750" y="781050"/>
                </a:lnTo>
                <a:lnTo>
                  <a:pt x="1038225" y="781050"/>
                </a:lnTo>
                <a:close/>
                <a:moveTo>
                  <a:pt x="762000" y="771525"/>
                </a:moveTo>
                <a:lnTo>
                  <a:pt x="781050" y="771525"/>
                </a:lnTo>
                <a:lnTo>
                  <a:pt x="781050" y="790575"/>
                </a:lnTo>
                <a:lnTo>
                  <a:pt x="771525" y="790575"/>
                </a:lnTo>
                <a:lnTo>
                  <a:pt x="771525" y="800100"/>
                </a:lnTo>
                <a:lnTo>
                  <a:pt x="762000" y="800100"/>
                </a:lnTo>
                <a:lnTo>
                  <a:pt x="762000" y="819150"/>
                </a:lnTo>
                <a:lnTo>
                  <a:pt x="752475" y="819150"/>
                </a:lnTo>
                <a:lnTo>
                  <a:pt x="752475" y="828675"/>
                </a:lnTo>
                <a:lnTo>
                  <a:pt x="742950" y="828675"/>
                </a:lnTo>
                <a:lnTo>
                  <a:pt x="742950" y="838200"/>
                </a:lnTo>
                <a:lnTo>
                  <a:pt x="733425" y="838200"/>
                </a:lnTo>
                <a:lnTo>
                  <a:pt x="733425" y="800100"/>
                </a:lnTo>
                <a:lnTo>
                  <a:pt x="742950" y="800100"/>
                </a:lnTo>
                <a:lnTo>
                  <a:pt x="742950" y="790575"/>
                </a:lnTo>
                <a:lnTo>
                  <a:pt x="752475" y="790575"/>
                </a:lnTo>
                <a:lnTo>
                  <a:pt x="752475" y="781050"/>
                </a:lnTo>
                <a:lnTo>
                  <a:pt x="762000" y="781050"/>
                </a:lnTo>
                <a:close/>
                <a:moveTo>
                  <a:pt x="838200" y="800100"/>
                </a:moveTo>
                <a:lnTo>
                  <a:pt x="847725" y="800100"/>
                </a:lnTo>
                <a:lnTo>
                  <a:pt x="847725" y="809625"/>
                </a:lnTo>
                <a:lnTo>
                  <a:pt x="857250" y="809625"/>
                </a:lnTo>
                <a:lnTo>
                  <a:pt x="857250" y="828675"/>
                </a:lnTo>
                <a:lnTo>
                  <a:pt x="866775" y="828675"/>
                </a:lnTo>
                <a:lnTo>
                  <a:pt x="866775" y="838200"/>
                </a:lnTo>
                <a:lnTo>
                  <a:pt x="876300" y="838200"/>
                </a:lnTo>
                <a:lnTo>
                  <a:pt x="876300" y="847725"/>
                </a:lnTo>
                <a:lnTo>
                  <a:pt x="885825" y="847725"/>
                </a:lnTo>
                <a:lnTo>
                  <a:pt x="885825" y="857250"/>
                </a:lnTo>
                <a:lnTo>
                  <a:pt x="895350" y="857250"/>
                </a:lnTo>
                <a:lnTo>
                  <a:pt x="895350" y="866775"/>
                </a:lnTo>
                <a:lnTo>
                  <a:pt x="904875" y="866775"/>
                </a:lnTo>
                <a:lnTo>
                  <a:pt x="904875" y="876300"/>
                </a:lnTo>
                <a:lnTo>
                  <a:pt x="914400" y="876300"/>
                </a:lnTo>
                <a:lnTo>
                  <a:pt x="914400" y="885825"/>
                </a:lnTo>
                <a:lnTo>
                  <a:pt x="933450" y="885825"/>
                </a:lnTo>
                <a:lnTo>
                  <a:pt x="933450" y="876300"/>
                </a:lnTo>
                <a:lnTo>
                  <a:pt x="942975" y="876300"/>
                </a:lnTo>
                <a:lnTo>
                  <a:pt x="942975" y="857250"/>
                </a:lnTo>
                <a:lnTo>
                  <a:pt x="952500" y="857250"/>
                </a:lnTo>
                <a:lnTo>
                  <a:pt x="952500" y="847725"/>
                </a:lnTo>
                <a:lnTo>
                  <a:pt x="962025" y="847725"/>
                </a:lnTo>
                <a:lnTo>
                  <a:pt x="962025" y="838200"/>
                </a:lnTo>
                <a:lnTo>
                  <a:pt x="971550" y="838200"/>
                </a:lnTo>
                <a:lnTo>
                  <a:pt x="971550" y="828675"/>
                </a:lnTo>
                <a:lnTo>
                  <a:pt x="981075" y="828675"/>
                </a:lnTo>
                <a:lnTo>
                  <a:pt x="981075" y="809625"/>
                </a:lnTo>
                <a:lnTo>
                  <a:pt x="990600" y="809625"/>
                </a:lnTo>
                <a:lnTo>
                  <a:pt x="990600" y="800100"/>
                </a:lnTo>
                <a:lnTo>
                  <a:pt x="1000125" y="800100"/>
                </a:lnTo>
                <a:lnTo>
                  <a:pt x="1000125" y="838200"/>
                </a:lnTo>
                <a:lnTo>
                  <a:pt x="990600" y="838200"/>
                </a:lnTo>
                <a:lnTo>
                  <a:pt x="990600" y="847725"/>
                </a:lnTo>
                <a:lnTo>
                  <a:pt x="981075" y="847725"/>
                </a:lnTo>
                <a:lnTo>
                  <a:pt x="981075" y="857250"/>
                </a:lnTo>
                <a:lnTo>
                  <a:pt x="971550" y="857250"/>
                </a:lnTo>
                <a:lnTo>
                  <a:pt x="971550" y="866775"/>
                </a:lnTo>
                <a:lnTo>
                  <a:pt x="962025" y="866775"/>
                </a:lnTo>
                <a:lnTo>
                  <a:pt x="962025" y="876300"/>
                </a:lnTo>
                <a:lnTo>
                  <a:pt x="952500" y="876300"/>
                </a:lnTo>
                <a:lnTo>
                  <a:pt x="952500" y="885825"/>
                </a:lnTo>
                <a:lnTo>
                  <a:pt x="942975" y="885825"/>
                </a:lnTo>
                <a:lnTo>
                  <a:pt x="942975" y="895350"/>
                </a:lnTo>
                <a:lnTo>
                  <a:pt x="933450" y="895350"/>
                </a:lnTo>
                <a:lnTo>
                  <a:pt x="933450" y="904875"/>
                </a:lnTo>
                <a:lnTo>
                  <a:pt x="923925" y="904875"/>
                </a:lnTo>
                <a:lnTo>
                  <a:pt x="923925" y="914400"/>
                </a:lnTo>
                <a:lnTo>
                  <a:pt x="914400" y="914400"/>
                </a:lnTo>
                <a:lnTo>
                  <a:pt x="914400" y="904875"/>
                </a:lnTo>
                <a:lnTo>
                  <a:pt x="904875" y="904875"/>
                </a:lnTo>
                <a:lnTo>
                  <a:pt x="904875" y="895350"/>
                </a:lnTo>
                <a:lnTo>
                  <a:pt x="895350" y="895350"/>
                </a:lnTo>
                <a:lnTo>
                  <a:pt x="895350" y="885825"/>
                </a:lnTo>
                <a:lnTo>
                  <a:pt x="885825" y="885825"/>
                </a:lnTo>
                <a:lnTo>
                  <a:pt x="885825" y="876300"/>
                </a:lnTo>
                <a:lnTo>
                  <a:pt x="876300" y="876300"/>
                </a:lnTo>
                <a:lnTo>
                  <a:pt x="876300" y="866775"/>
                </a:lnTo>
                <a:lnTo>
                  <a:pt x="866775" y="866775"/>
                </a:lnTo>
                <a:lnTo>
                  <a:pt x="866775" y="857250"/>
                </a:lnTo>
                <a:lnTo>
                  <a:pt x="857250" y="857250"/>
                </a:lnTo>
                <a:lnTo>
                  <a:pt x="857250" y="847725"/>
                </a:lnTo>
                <a:lnTo>
                  <a:pt x="847725" y="847725"/>
                </a:lnTo>
                <a:lnTo>
                  <a:pt x="847725" y="828675"/>
                </a:lnTo>
                <a:lnTo>
                  <a:pt x="838200" y="828675"/>
                </a:lnTo>
                <a:close/>
                <a:moveTo>
                  <a:pt x="1447800" y="1181100"/>
                </a:moveTo>
                <a:lnTo>
                  <a:pt x="1457325" y="1181100"/>
                </a:lnTo>
                <a:lnTo>
                  <a:pt x="1457325" y="1190625"/>
                </a:lnTo>
                <a:lnTo>
                  <a:pt x="1533525" y="1190625"/>
                </a:lnTo>
                <a:lnTo>
                  <a:pt x="1533525" y="1200150"/>
                </a:lnTo>
                <a:lnTo>
                  <a:pt x="1543050" y="1200150"/>
                </a:lnTo>
                <a:lnTo>
                  <a:pt x="1543050" y="1209675"/>
                </a:lnTo>
                <a:lnTo>
                  <a:pt x="1419225" y="1209675"/>
                </a:lnTo>
                <a:lnTo>
                  <a:pt x="1419225" y="1200150"/>
                </a:lnTo>
                <a:lnTo>
                  <a:pt x="1428750" y="1200150"/>
                </a:lnTo>
                <a:lnTo>
                  <a:pt x="1428750" y="1190625"/>
                </a:lnTo>
                <a:lnTo>
                  <a:pt x="1447800" y="1190625"/>
                </a:lnTo>
                <a:close/>
                <a:moveTo>
                  <a:pt x="1657350" y="1190625"/>
                </a:moveTo>
                <a:lnTo>
                  <a:pt x="1666875" y="1190625"/>
                </a:lnTo>
                <a:lnTo>
                  <a:pt x="1666875" y="1200150"/>
                </a:lnTo>
                <a:lnTo>
                  <a:pt x="1695450" y="1200150"/>
                </a:lnTo>
                <a:lnTo>
                  <a:pt x="1695450" y="1190625"/>
                </a:lnTo>
                <a:lnTo>
                  <a:pt x="1809750" y="1190625"/>
                </a:lnTo>
                <a:lnTo>
                  <a:pt x="1809750" y="1200150"/>
                </a:lnTo>
                <a:lnTo>
                  <a:pt x="1819275" y="1200150"/>
                </a:lnTo>
                <a:lnTo>
                  <a:pt x="1819275" y="1209675"/>
                </a:lnTo>
                <a:lnTo>
                  <a:pt x="1828800" y="1209675"/>
                </a:lnTo>
                <a:lnTo>
                  <a:pt x="1828800" y="1266825"/>
                </a:lnTo>
                <a:lnTo>
                  <a:pt x="1838325" y="1266825"/>
                </a:lnTo>
                <a:lnTo>
                  <a:pt x="1838325" y="1304925"/>
                </a:lnTo>
                <a:lnTo>
                  <a:pt x="1828800" y="1304925"/>
                </a:lnTo>
                <a:lnTo>
                  <a:pt x="1828800" y="1371600"/>
                </a:lnTo>
                <a:lnTo>
                  <a:pt x="1838325" y="1371600"/>
                </a:lnTo>
                <a:lnTo>
                  <a:pt x="1838325" y="1390650"/>
                </a:lnTo>
                <a:lnTo>
                  <a:pt x="1828800" y="1390650"/>
                </a:lnTo>
                <a:lnTo>
                  <a:pt x="1828800" y="1409700"/>
                </a:lnTo>
                <a:lnTo>
                  <a:pt x="1819275" y="1409700"/>
                </a:lnTo>
                <a:lnTo>
                  <a:pt x="1819275" y="1428750"/>
                </a:lnTo>
                <a:lnTo>
                  <a:pt x="1828800" y="1428750"/>
                </a:lnTo>
                <a:lnTo>
                  <a:pt x="1828800" y="1485900"/>
                </a:lnTo>
                <a:lnTo>
                  <a:pt x="1819275" y="1485900"/>
                </a:lnTo>
                <a:lnTo>
                  <a:pt x="1819275" y="1504950"/>
                </a:lnTo>
                <a:lnTo>
                  <a:pt x="1828800" y="1504950"/>
                </a:lnTo>
                <a:lnTo>
                  <a:pt x="1828800" y="1562100"/>
                </a:lnTo>
                <a:lnTo>
                  <a:pt x="1838325" y="1562100"/>
                </a:lnTo>
                <a:lnTo>
                  <a:pt x="1838325" y="1571625"/>
                </a:lnTo>
                <a:lnTo>
                  <a:pt x="1828800" y="1571625"/>
                </a:lnTo>
                <a:lnTo>
                  <a:pt x="1828800" y="1590675"/>
                </a:lnTo>
                <a:lnTo>
                  <a:pt x="1819275" y="1590675"/>
                </a:lnTo>
                <a:lnTo>
                  <a:pt x="1819275" y="1609725"/>
                </a:lnTo>
                <a:lnTo>
                  <a:pt x="1809750" y="1609725"/>
                </a:lnTo>
                <a:lnTo>
                  <a:pt x="1809750" y="1219200"/>
                </a:lnTo>
                <a:lnTo>
                  <a:pt x="1800225" y="1219200"/>
                </a:lnTo>
                <a:lnTo>
                  <a:pt x="1800225" y="1209675"/>
                </a:lnTo>
                <a:lnTo>
                  <a:pt x="1571625" y="1209675"/>
                </a:lnTo>
                <a:lnTo>
                  <a:pt x="1571625" y="1200150"/>
                </a:lnTo>
                <a:lnTo>
                  <a:pt x="1657350" y="1200150"/>
                </a:lnTo>
                <a:close/>
                <a:moveTo>
                  <a:pt x="590550" y="1390650"/>
                </a:moveTo>
                <a:lnTo>
                  <a:pt x="600075" y="1390650"/>
                </a:lnTo>
                <a:lnTo>
                  <a:pt x="600075" y="1400175"/>
                </a:lnTo>
                <a:lnTo>
                  <a:pt x="609600" y="1400175"/>
                </a:lnTo>
                <a:lnTo>
                  <a:pt x="609600" y="1438275"/>
                </a:lnTo>
                <a:lnTo>
                  <a:pt x="600075" y="1438275"/>
                </a:lnTo>
                <a:lnTo>
                  <a:pt x="600075" y="1504950"/>
                </a:lnTo>
                <a:lnTo>
                  <a:pt x="590550" y="1504950"/>
                </a:lnTo>
                <a:lnTo>
                  <a:pt x="590550" y="1552575"/>
                </a:lnTo>
                <a:lnTo>
                  <a:pt x="581025" y="1552575"/>
                </a:lnTo>
                <a:lnTo>
                  <a:pt x="581025" y="1581150"/>
                </a:lnTo>
                <a:lnTo>
                  <a:pt x="571500" y="1581150"/>
                </a:lnTo>
                <a:lnTo>
                  <a:pt x="571500" y="1533525"/>
                </a:lnTo>
                <a:lnTo>
                  <a:pt x="581025" y="1533525"/>
                </a:lnTo>
                <a:lnTo>
                  <a:pt x="581025" y="1514475"/>
                </a:lnTo>
                <a:lnTo>
                  <a:pt x="571500" y="1514475"/>
                </a:lnTo>
                <a:lnTo>
                  <a:pt x="571500" y="1476375"/>
                </a:lnTo>
                <a:lnTo>
                  <a:pt x="581025" y="1476375"/>
                </a:lnTo>
                <a:lnTo>
                  <a:pt x="581025" y="1466850"/>
                </a:lnTo>
                <a:lnTo>
                  <a:pt x="590550" y="1466850"/>
                </a:lnTo>
                <a:lnTo>
                  <a:pt x="590550" y="1447800"/>
                </a:lnTo>
                <a:lnTo>
                  <a:pt x="581025" y="1447800"/>
                </a:lnTo>
                <a:lnTo>
                  <a:pt x="581025" y="1419225"/>
                </a:lnTo>
                <a:lnTo>
                  <a:pt x="590550" y="1419225"/>
                </a:lnTo>
                <a:close/>
                <a:moveTo>
                  <a:pt x="1238250" y="1409700"/>
                </a:moveTo>
                <a:lnTo>
                  <a:pt x="1247775" y="1409700"/>
                </a:lnTo>
                <a:lnTo>
                  <a:pt x="1247775" y="1419225"/>
                </a:lnTo>
                <a:lnTo>
                  <a:pt x="1257300" y="1419225"/>
                </a:lnTo>
                <a:lnTo>
                  <a:pt x="1257300" y="1476375"/>
                </a:lnTo>
                <a:lnTo>
                  <a:pt x="1266825" y="1476375"/>
                </a:lnTo>
                <a:lnTo>
                  <a:pt x="1266825" y="1533525"/>
                </a:lnTo>
                <a:lnTo>
                  <a:pt x="1257300" y="1533525"/>
                </a:lnTo>
                <a:lnTo>
                  <a:pt x="1257300" y="1514475"/>
                </a:lnTo>
                <a:lnTo>
                  <a:pt x="1247775" y="1514475"/>
                </a:lnTo>
                <a:lnTo>
                  <a:pt x="1247775" y="1447800"/>
                </a:lnTo>
                <a:lnTo>
                  <a:pt x="1238250" y="1447800"/>
                </a:lnTo>
                <a:close/>
                <a:moveTo>
                  <a:pt x="1285875" y="1409700"/>
                </a:moveTo>
                <a:lnTo>
                  <a:pt x="1295400" y="1409700"/>
                </a:lnTo>
                <a:lnTo>
                  <a:pt x="1295400" y="1438275"/>
                </a:lnTo>
                <a:lnTo>
                  <a:pt x="1304925" y="1438275"/>
                </a:lnTo>
                <a:lnTo>
                  <a:pt x="1304925" y="1485900"/>
                </a:lnTo>
                <a:lnTo>
                  <a:pt x="1295400" y="1485900"/>
                </a:lnTo>
                <a:lnTo>
                  <a:pt x="1295400" y="1447800"/>
                </a:lnTo>
                <a:lnTo>
                  <a:pt x="1285875" y="1447800"/>
                </a:lnTo>
                <a:close/>
                <a:moveTo>
                  <a:pt x="1295400" y="1533525"/>
                </a:moveTo>
                <a:lnTo>
                  <a:pt x="1304925" y="1533525"/>
                </a:lnTo>
                <a:lnTo>
                  <a:pt x="1304925" y="1619250"/>
                </a:lnTo>
                <a:lnTo>
                  <a:pt x="1295400" y="1619250"/>
                </a:lnTo>
                <a:lnTo>
                  <a:pt x="1295400" y="1628775"/>
                </a:lnTo>
                <a:lnTo>
                  <a:pt x="1276350" y="1628775"/>
                </a:lnTo>
                <a:lnTo>
                  <a:pt x="1276350" y="1619250"/>
                </a:lnTo>
                <a:lnTo>
                  <a:pt x="1266825" y="1619250"/>
                </a:lnTo>
                <a:lnTo>
                  <a:pt x="1266825" y="1571625"/>
                </a:lnTo>
                <a:lnTo>
                  <a:pt x="1257300" y="1571625"/>
                </a:lnTo>
                <a:lnTo>
                  <a:pt x="1257300" y="1552575"/>
                </a:lnTo>
                <a:lnTo>
                  <a:pt x="1266825" y="1552575"/>
                </a:lnTo>
                <a:lnTo>
                  <a:pt x="1266825" y="1562100"/>
                </a:lnTo>
                <a:lnTo>
                  <a:pt x="1295400" y="1562100"/>
                </a:lnTo>
                <a:close/>
                <a:moveTo>
                  <a:pt x="561975" y="1590675"/>
                </a:moveTo>
                <a:lnTo>
                  <a:pt x="571500" y="1590675"/>
                </a:lnTo>
                <a:lnTo>
                  <a:pt x="571500" y="1600200"/>
                </a:lnTo>
                <a:lnTo>
                  <a:pt x="581025" y="1600200"/>
                </a:lnTo>
                <a:lnTo>
                  <a:pt x="581025" y="1619250"/>
                </a:lnTo>
                <a:lnTo>
                  <a:pt x="571500" y="1619250"/>
                </a:lnTo>
                <a:lnTo>
                  <a:pt x="571500" y="1628775"/>
                </a:lnTo>
                <a:lnTo>
                  <a:pt x="447675" y="1628775"/>
                </a:lnTo>
                <a:lnTo>
                  <a:pt x="447675" y="1619250"/>
                </a:lnTo>
                <a:lnTo>
                  <a:pt x="457200" y="1619250"/>
                </a:lnTo>
                <a:lnTo>
                  <a:pt x="457200" y="1609725"/>
                </a:lnTo>
                <a:lnTo>
                  <a:pt x="495300" y="1609725"/>
                </a:lnTo>
                <a:lnTo>
                  <a:pt x="495300" y="1600200"/>
                </a:lnTo>
                <a:lnTo>
                  <a:pt x="514350" y="1600200"/>
                </a:lnTo>
                <a:lnTo>
                  <a:pt x="514350" y="1609725"/>
                </a:lnTo>
                <a:lnTo>
                  <a:pt x="533400" y="1609725"/>
                </a:lnTo>
                <a:lnTo>
                  <a:pt x="533400" y="1600200"/>
                </a:lnTo>
                <a:lnTo>
                  <a:pt x="561975" y="1600200"/>
                </a:lnTo>
                <a:close/>
                <a:moveTo>
                  <a:pt x="409575" y="1609725"/>
                </a:moveTo>
                <a:lnTo>
                  <a:pt x="419100" y="1609725"/>
                </a:lnTo>
                <a:lnTo>
                  <a:pt x="419100" y="1619250"/>
                </a:lnTo>
                <a:lnTo>
                  <a:pt x="409575" y="1619250"/>
                </a:lnTo>
                <a:close/>
                <a:moveTo>
                  <a:pt x="285750" y="1619250"/>
                </a:moveTo>
                <a:lnTo>
                  <a:pt x="381000" y="1619250"/>
                </a:lnTo>
                <a:lnTo>
                  <a:pt x="381000" y="1628775"/>
                </a:lnTo>
                <a:lnTo>
                  <a:pt x="285750" y="1628775"/>
                </a:lnTo>
                <a:close/>
                <a:moveTo>
                  <a:pt x="400050" y="1619250"/>
                </a:moveTo>
                <a:lnTo>
                  <a:pt x="409575" y="1619250"/>
                </a:lnTo>
                <a:lnTo>
                  <a:pt x="409575" y="1628775"/>
                </a:lnTo>
                <a:lnTo>
                  <a:pt x="400050" y="1628775"/>
                </a:lnTo>
                <a:close/>
                <a:moveTo>
                  <a:pt x="85725" y="1704975"/>
                </a:moveTo>
                <a:lnTo>
                  <a:pt x="95250" y="1704975"/>
                </a:lnTo>
                <a:lnTo>
                  <a:pt x="95250" y="1714500"/>
                </a:lnTo>
                <a:lnTo>
                  <a:pt x="85725" y="1714500"/>
                </a:lnTo>
                <a:close/>
                <a:moveTo>
                  <a:pt x="1981200" y="1724025"/>
                </a:moveTo>
                <a:lnTo>
                  <a:pt x="1990725" y="1724025"/>
                </a:lnTo>
                <a:lnTo>
                  <a:pt x="1990725" y="1733550"/>
                </a:lnTo>
                <a:lnTo>
                  <a:pt x="1981200" y="1733550"/>
                </a:lnTo>
                <a:close/>
                <a:moveTo>
                  <a:pt x="1971675" y="1733550"/>
                </a:moveTo>
                <a:lnTo>
                  <a:pt x="1981200" y="1733550"/>
                </a:lnTo>
                <a:lnTo>
                  <a:pt x="1981200" y="1743075"/>
                </a:lnTo>
                <a:lnTo>
                  <a:pt x="1971675" y="1743075"/>
                </a:lnTo>
                <a:close/>
                <a:moveTo>
                  <a:pt x="114300" y="1743075"/>
                </a:moveTo>
                <a:lnTo>
                  <a:pt x="123825" y="1743075"/>
                </a:lnTo>
                <a:lnTo>
                  <a:pt x="123825" y="1752600"/>
                </a:lnTo>
                <a:lnTo>
                  <a:pt x="114300" y="1752600"/>
                </a:lnTo>
                <a:close/>
                <a:moveTo>
                  <a:pt x="1962150" y="1743075"/>
                </a:moveTo>
                <a:lnTo>
                  <a:pt x="1971675" y="1743075"/>
                </a:lnTo>
                <a:lnTo>
                  <a:pt x="1971675" y="1752600"/>
                </a:lnTo>
                <a:lnTo>
                  <a:pt x="1962150" y="1752600"/>
                </a:lnTo>
                <a:close/>
                <a:moveTo>
                  <a:pt x="409575" y="1752600"/>
                </a:moveTo>
                <a:lnTo>
                  <a:pt x="419100" y="1752600"/>
                </a:lnTo>
                <a:lnTo>
                  <a:pt x="419100" y="1762125"/>
                </a:lnTo>
                <a:lnTo>
                  <a:pt x="409575" y="1762125"/>
                </a:lnTo>
                <a:close/>
                <a:moveTo>
                  <a:pt x="542925" y="1752600"/>
                </a:moveTo>
                <a:lnTo>
                  <a:pt x="1390650" y="1752600"/>
                </a:lnTo>
                <a:lnTo>
                  <a:pt x="1390650" y="1762125"/>
                </a:lnTo>
                <a:lnTo>
                  <a:pt x="1571625" y="1762125"/>
                </a:lnTo>
                <a:lnTo>
                  <a:pt x="1571625" y="1752600"/>
                </a:lnTo>
                <a:lnTo>
                  <a:pt x="1647825" y="1752600"/>
                </a:lnTo>
                <a:lnTo>
                  <a:pt x="1647825" y="1762125"/>
                </a:lnTo>
                <a:lnTo>
                  <a:pt x="1657350" y="1762125"/>
                </a:lnTo>
                <a:lnTo>
                  <a:pt x="1657350" y="1771650"/>
                </a:lnTo>
                <a:lnTo>
                  <a:pt x="1638300" y="1771650"/>
                </a:lnTo>
                <a:lnTo>
                  <a:pt x="1638300" y="1781175"/>
                </a:lnTo>
                <a:lnTo>
                  <a:pt x="1628775" y="1781175"/>
                </a:lnTo>
                <a:lnTo>
                  <a:pt x="1628775" y="1790700"/>
                </a:lnTo>
                <a:lnTo>
                  <a:pt x="1609725" y="1790700"/>
                </a:lnTo>
                <a:lnTo>
                  <a:pt x="1609725" y="1781175"/>
                </a:lnTo>
                <a:lnTo>
                  <a:pt x="1552575" y="1781175"/>
                </a:lnTo>
                <a:lnTo>
                  <a:pt x="1552575" y="1790700"/>
                </a:lnTo>
                <a:lnTo>
                  <a:pt x="1514475" y="1790700"/>
                </a:lnTo>
                <a:lnTo>
                  <a:pt x="1514475" y="1781175"/>
                </a:lnTo>
                <a:lnTo>
                  <a:pt x="1476375" y="1781175"/>
                </a:lnTo>
                <a:lnTo>
                  <a:pt x="1476375" y="1771650"/>
                </a:lnTo>
                <a:lnTo>
                  <a:pt x="1447800" y="1771650"/>
                </a:lnTo>
                <a:lnTo>
                  <a:pt x="1447800" y="1781175"/>
                </a:lnTo>
                <a:lnTo>
                  <a:pt x="1114425" y="1781175"/>
                </a:lnTo>
                <a:lnTo>
                  <a:pt x="1114425" y="1771650"/>
                </a:lnTo>
                <a:lnTo>
                  <a:pt x="1104900" y="1771650"/>
                </a:lnTo>
                <a:lnTo>
                  <a:pt x="1104900" y="1781175"/>
                </a:lnTo>
                <a:lnTo>
                  <a:pt x="1028700" y="1781175"/>
                </a:lnTo>
                <a:lnTo>
                  <a:pt x="1028700" y="1771650"/>
                </a:lnTo>
                <a:lnTo>
                  <a:pt x="1000125" y="1771650"/>
                </a:lnTo>
                <a:lnTo>
                  <a:pt x="1000125" y="1781175"/>
                </a:lnTo>
                <a:lnTo>
                  <a:pt x="942975" y="1781175"/>
                </a:lnTo>
                <a:lnTo>
                  <a:pt x="942975" y="1771650"/>
                </a:lnTo>
                <a:lnTo>
                  <a:pt x="885825" y="1771650"/>
                </a:lnTo>
                <a:lnTo>
                  <a:pt x="885825" y="1781175"/>
                </a:lnTo>
                <a:lnTo>
                  <a:pt x="828675" y="1781175"/>
                </a:lnTo>
                <a:lnTo>
                  <a:pt x="828675" y="1771650"/>
                </a:lnTo>
                <a:lnTo>
                  <a:pt x="819150" y="1771650"/>
                </a:lnTo>
                <a:lnTo>
                  <a:pt x="819150" y="1781175"/>
                </a:lnTo>
                <a:lnTo>
                  <a:pt x="695325" y="1781175"/>
                </a:lnTo>
                <a:lnTo>
                  <a:pt x="695325" y="1771650"/>
                </a:lnTo>
                <a:lnTo>
                  <a:pt x="685800" y="1771650"/>
                </a:lnTo>
                <a:lnTo>
                  <a:pt x="685800" y="1781175"/>
                </a:lnTo>
                <a:lnTo>
                  <a:pt x="581025" y="1781175"/>
                </a:lnTo>
                <a:lnTo>
                  <a:pt x="581025" y="1771650"/>
                </a:lnTo>
                <a:lnTo>
                  <a:pt x="571500" y="1771650"/>
                </a:lnTo>
                <a:lnTo>
                  <a:pt x="571500" y="1781175"/>
                </a:lnTo>
                <a:lnTo>
                  <a:pt x="523875" y="1781175"/>
                </a:lnTo>
                <a:lnTo>
                  <a:pt x="523875" y="1790700"/>
                </a:lnTo>
                <a:lnTo>
                  <a:pt x="514350" y="1790700"/>
                </a:lnTo>
                <a:lnTo>
                  <a:pt x="514350" y="1781175"/>
                </a:lnTo>
                <a:lnTo>
                  <a:pt x="447675" y="1781175"/>
                </a:lnTo>
                <a:lnTo>
                  <a:pt x="447675" y="1771650"/>
                </a:lnTo>
                <a:lnTo>
                  <a:pt x="428625" y="1771650"/>
                </a:lnTo>
                <a:lnTo>
                  <a:pt x="428625" y="1762125"/>
                </a:lnTo>
                <a:lnTo>
                  <a:pt x="542925" y="1762125"/>
                </a:lnTo>
                <a:close/>
              </a:path>
            </a:pathLst>
          </a:custGeom>
          <a:solidFill xmlns:a="http://schemas.openxmlformats.org/drawingml/2006/main">
            <a:srgbClr val="DEE5D9"/>
          </a:solidFill>
          <a:ln xmlns:a="http://schemas.openxmlformats.org/drawingml/2006/main" w="0">
            <a:noFill/>
          </a:ln>
        </p:spPr>
      </p:sp>
      <p:sp>
        <p:nvSpPr>
          <p:cNvPr id="25" name="employee vector #f3ceaf">
            <a:extLst xmlns:a="http://schemas.openxmlformats.org/drawingml/2006/main">
              <a:ext uri="{FF2B5EF4-FFF2-40B4-BE49-F238E27FC236}">
                <a16:creationId xmlns:a16="http://schemas.microsoft.com/office/drawing/2014/main" id="{73C69FDD-92AE-4F38-A542-1ACB9076247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85825" y="2571750"/>
            <a:ext cx="2105025" cy="2066925"/>
          </a:xfrm>
          <a:custGeom xmlns:a="http://schemas.openxmlformats.org/drawingml/2006/main">
            <a:pathLst>
              <a:path w="2105025" h="2066925">
                <a:moveTo>
                  <a:pt x="762000" y="800100"/>
                </a:moveTo>
                <a:lnTo>
                  <a:pt x="771525" y="800100"/>
                </a:lnTo>
                <a:lnTo>
                  <a:pt x="771525" y="809625"/>
                </a:lnTo>
                <a:lnTo>
                  <a:pt x="762000" y="809625"/>
                </a:lnTo>
                <a:close/>
                <a:moveTo>
                  <a:pt x="752475" y="819150"/>
                </a:moveTo>
                <a:lnTo>
                  <a:pt x="762000" y="819150"/>
                </a:lnTo>
                <a:lnTo>
                  <a:pt x="762000" y="828675"/>
                </a:lnTo>
                <a:lnTo>
                  <a:pt x="752475" y="828675"/>
                </a:lnTo>
                <a:close/>
                <a:moveTo>
                  <a:pt x="828675" y="819150"/>
                </a:moveTo>
                <a:lnTo>
                  <a:pt x="838200" y="819150"/>
                </a:lnTo>
                <a:lnTo>
                  <a:pt x="838200" y="828675"/>
                </a:lnTo>
                <a:lnTo>
                  <a:pt x="828675" y="828675"/>
                </a:lnTo>
                <a:close/>
                <a:moveTo>
                  <a:pt x="742950" y="828675"/>
                </a:moveTo>
                <a:lnTo>
                  <a:pt x="752475" y="828675"/>
                </a:lnTo>
                <a:lnTo>
                  <a:pt x="752475" y="838200"/>
                </a:lnTo>
                <a:lnTo>
                  <a:pt x="742950" y="838200"/>
                </a:lnTo>
                <a:close/>
                <a:moveTo>
                  <a:pt x="838200" y="828675"/>
                </a:moveTo>
                <a:lnTo>
                  <a:pt x="847725" y="828675"/>
                </a:lnTo>
                <a:lnTo>
                  <a:pt x="847725" y="838200"/>
                </a:lnTo>
                <a:lnTo>
                  <a:pt x="838200" y="838200"/>
                </a:lnTo>
                <a:close/>
                <a:moveTo>
                  <a:pt x="952500" y="876300"/>
                </a:moveTo>
                <a:lnTo>
                  <a:pt x="962025" y="876300"/>
                </a:lnTo>
                <a:lnTo>
                  <a:pt x="962025" y="885825"/>
                </a:lnTo>
                <a:lnTo>
                  <a:pt x="952500" y="885825"/>
                </a:lnTo>
                <a:close/>
                <a:moveTo>
                  <a:pt x="942975" y="885825"/>
                </a:moveTo>
                <a:lnTo>
                  <a:pt x="952500" y="885825"/>
                </a:lnTo>
                <a:lnTo>
                  <a:pt x="952500" y="895350"/>
                </a:lnTo>
                <a:lnTo>
                  <a:pt x="942975" y="895350"/>
                </a:lnTo>
                <a:close/>
                <a:moveTo>
                  <a:pt x="895350" y="895350"/>
                </a:moveTo>
                <a:lnTo>
                  <a:pt x="904875" y="895350"/>
                </a:lnTo>
                <a:lnTo>
                  <a:pt x="904875" y="904875"/>
                </a:lnTo>
                <a:lnTo>
                  <a:pt x="895350" y="904875"/>
                </a:lnTo>
                <a:close/>
                <a:moveTo>
                  <a:pt x="933450" y="895350"/>
                </a:moveTo>
                <a:lnTo>
                  <a:pt x="942975" y="895350"/>
                </a:lnTo>
                <a:lnTo>
                  <a:pt x="942975" y="904875"/>
                </a:lnTo>
                <a:lnTo>
                  <a:pt x="933450" y="904875"/>
                </a:lnTo>
                <a:close/>
                <a:moveTo>
                  <a:pt x="904875" y="904875"/>
                </a:moveTo>
                <a:lnTo>
                  <a:pt x="914400" y="904875"/>
                </a:lnTo>
                <a:lnTo>
                  <a:pt x="914400" y="914400"/>
                </a:lnTo>
                <a:lnTo>
                  <a:pt x="904875" y="914400"/>
                </a:lnTo>
                <a:close/>
                <a:moveTo>
                  <a:pt x="923925" y="904875"/>
                </a:moveTo>
                <a:lnTo>
                  <a:pt x="933450" y="904875"/>
                </a:lnTo>
                <a:lnTo>
                  <a:pt x="933450" y="914400"/>
                </a:lnTo>
                <a:lnTo>
                  <a:pt x="923925" y="914400"/>
                </a:lnTo>
                <a:close/>
                <a:moveTo>
                  <a:pt x="1028700" y="1114425"/>
                </a:moveTo>
                <a:lnTo>
                  <a:pt x="1152525" y="1114425"/>
                </a:lnTo>
                <a:lnTo>
                  <a:pt x="1152525" y="1123950"/>
                </a:lnTo>
                <a:lnTo>
                  <a:pt x="1162050" y="1123950"/>
                </a:lnTo>
                <a:lnTo>
                  <a:pt x="1162050" y="1152525"/>
                </a:lnTo>
                <a:lnTo>
                  <a:pt x="1152525" y="1152525"/>
                </a:lnTo>
                <a:lnTo>
                  <a:pt x="1152525" y="1162050"/>
                </a:lnTo>
                <a:lnTo>
                  <a:pt x="1028700" y="1162050"/>
                </a:lnTo>
                <a:lnTo>
                  <a:pt x="1028700" y="1152525"/>
                </a:lnTo>
                <a:lnTo>
                  <a:pt x="1019175" y="1152525"/>
                </a:lnTo>
                <a:lnTo>
                  <a:pt x="1019175" y="1123950"/>
                </a:lnTo>
                <a:lnTo>
                  <a:pt x="1028700" y="1123950"/>
                </a:lnTo>
                <a:close/>
                <a:moveTo>
                  <a:pt x="1343025" y="1238250"/>
                </a:moveTo>
                <a:lnTo>
                  <a:pt x="1466850" y="1238250"/>
                </a:lnTo>
                <a:lnTo>
                  <a:pt x="1466850" y="1247775"/>
                </a:lnTo>
                <a:lnTo>
                  <a:pt x="1476375" y="1247775"/>
                </a:lnTo>
                <a:lnTo>
                  <a:pt x="1476375" y="1419225"/>
                </a:lnTo>
                <a:lnTo>
                  <a:pt x="1485900" y="1419225"/>
                </a:lnTo>
                <a:lnTo>
                  <a:pt x="1485900" y="1428750"/>
                </a:lnTo>
                <a:lnTo>
                  <a:pt x="1504950" y="1428750"/>
                </a:lnTo>
                <a:lnTo>
                  <a:pt x="1504950" y="1419225"/>
                </a:lnTo>
                <a:lnTo>
                  <a:pt x="1514475" y="1419225"/>
                </a:lnTo>
                <a:lnTo>
                  <a:pt x="1514475" y="1409700"/>
                </a:lnTo>
                <a:lnTo>
                  <a:pt x="1533525" y="1409700"/>
                </a:lnTo>
                <a:lnTo>
                  <a:pt x="1533525" y="1400175"/>
                </a:lnTo>
                <a:lnTo>
                  <a:pt x="1552575" y="1400175"/>
                </a:lnTo>
                <a:lnTo>
                  <a:pt x="1552575" y="1390650"/>
                </a:lnTo>
                <a:lnTo>
                  <a:pt x="1571625" y="1390650"/>
                </a:lnTo>
                <a:lnTo>
                  <a:pt x="1571625" y="1400175"/>
                </a:lnTo>
                <a:lnTo>
                  <a:pt x="1590675" y="1400175"/>
                </a:lnTo>
                <a:lnTo>
                  <a:pt x="1590675" y="1409700"/>
                </a:lnTo>
                <a:lnTo>
                  <a:pt x="1600200" y="1409700"/>
                </a:lnTo>
                <a:lnTo>
                  <a:pt x="1600200" y="1419225"/>
                </a:lnTo>
                <a:lnTo>
                  <a:pt x="1619250" y="1419225"/>
                </a:lnTo>
                <a:lnTo>
                  <a:pt x="1619250" y="1428750"/>
                </a:lnTo>
                <a:lnTo>
                  <a:pt x="1628775" y="1428750"/>
                </a:lnTo>
                <a:lnTo>
                  <a:pt x="1628775" y="1419225"/>
                </a:lnTo>
                <a:lnTo>
                  <a:pt x="1638300" y="1419225"/>
                </a:lnTo>
                <a:lnTo>
                  <a:pt x="1638300" y="1409700"/>
                </a:lnTo>
                <a:lnTo>
                  <a:pt x="1647825" y="1409700"/>
                </a:lnTo>
                <a:lnTo>
                  <a:pt x="1647825" y="1276350"/>
                </a:lnTo>
                <a:lnTo>
                  <a:pt x="1638300" y="1276350"/>
                </a:lnTo>
                <a:lnTo>
                  <a:pt x="1638300" y="1247775"/>
                </a:lnTo>
                <a:lnTo>
                  <a:pt x="1647825" y="1247775"/>
                </a:lnTo>
                <a:lnTo>
                  <a:pt x="1647825" y="1238250"/>
                </a:lnTo>
                <a:lnTo>
                  <a:pt x="1771650" y="1238250"/>
                </a:lnTo>
                <a:lnTo>
                  <a:pt x="1771650" y="1247775"/>
                </a:lnTo>
                <a:lnTo>
                  <a:pt x="1781175" y="1247775"/>
                </a:lnTo>
                <a:lnTo>
                  <a:pt x="1781175" y="1543050"/>
                </a:lnTo>
                <a:lnTo>
                  <a:pt x="1771650" y="1543050"/>
                </a:lnTo>
                <a:lnTo>
                  <a:pt x="1771650" y="1552575"/>
                </a:lnTo>
                <a:lnTo>
                  <a:pt x="1762125" y="1552575"/>
                </a:lnTo>
                <a:lnTo>
                  <a:pt x="1762125" y="1543050"/>
                </a:lnTo>
                <a:lnTo>
                  <a:pt x="1743075" y="1543050"/>
                </a:lnTo>
                <a:lnTo>
                  <a:pt x="1743075" y="1533525"/>
                </a:lnTo>
                <a:lnTo>
                  <a:pt x="1666875" y="1533525"/>
                </a:lnTo>
                <a:lnTo>
                  <a:pt x="1666875" y="1543050"/>
                </a:lnTo>
                <a:lnTo>
                  <a:pt x="1638300" y="1543050"/>
                </a:lnTo>
                <a:lnTo>
                  <a:pt x="1638300" y="1552575"/>
                </a:lnTo>
                <a:lnTo>
                  <a:pt x="1628775" y="1552575"/>
                </a:lnTo>
                <a:lnTo>
                  <a:pt x="1628775" y="1562100"/>
                </a:lnTo>
                <a:lnTo>
                  <a:pt x="1619250" y="1562100"/>
                </a:lnTo>
                <a:lnTo>
                  <a:pt x="1619250" y="1571625"/>
                </a:lnTo>
                <a:lnTo>
                  <a:pt x="1600200" y="1571625"/>
                </a:lnTo>
                <a:lnTo>
                  <a:pt x="1600200" y="1581150"/>
                </a:lnTo>
                <a:lnTo>
                  <a:pt x="1590675" y="1581150"/>
                </a:lnTo>
                <a:lnTo>
                  <a:pt x="1590675" y="1619250"/>
                </a:lnTo>
                <a:lnTo>
                  <a:pt x="1581150" y="1619250"/>
                </a:lnTo>
                <a:lnTo>
                  <a:pt x="1581150" y="1628775"/>
                </a:lnTo>
                <a:lnTo>
                  <a:pt x="1343025" y="1628775"/>
                </a:lnTo>
                <a:lnTo>
                  <a:pt x="1343025" y="1619250"/>
                </a:lnTo>
                <a:lnTo>
                  <a:pt x="1333500" y="1619250"/>
                </a:lnTo>
                <a:lnTo>
                  <a:pt x="1333500" y="1609725"/>
                </a:lnTo>
                <a:lnTo>
                  <a:pt x="1343025" y="1609725"/>
                </a:lnTo>
                <a:lnTo>
                  <a:pt x="1343025" y="1600200"/>
                </a:lnTo>
                <a:lnTo>
                  <a:pt x="1352550" y="1600200"/>
                </a:lnTo>
                <a:lnTo>
                  <a:pt x="1352550" y="1609725"/>
                </a:lnTo>
                <a:lnTo>
                  <a:pt x="1381125" y="1609725"/>
                </a:lnTo>
                <a:lnTo>
                  <a:pt x="1381125" y="1600200"/>
                </a:lnTo>
                <a:lnTo>
                  <a:pt x="1390650" y="1600200"/>
                </a:lnTo>
                <a:lnTo>
                  <a:pt x="1390650" y="1581150"/>
                </a:lnTo>
                <a:lnTo>
                  <a:pt x="1400175" y="1581150"/>
                </a:lnTo>
                <a:lnTo>
                  <a:pt x="1400175" y="1562100"/>
                </a:lnTo>
                <a:lnTo>
                  <a:pt x="1390650" y="1562100"/>
                </a:lnTo>
                <a:lnTo>
                  <a:pt x="1390650" y="1552575"/>
                </a:lnTo>
                <a:lnTo>
                  <a:pt x="1381125" y="1552575"/>
                </a:lnTo>
                <a:lnTo>
                  <a:pt x="1381125" y="1543050"/>
                </a:lnTo>
                <a:lnTo>
                  <a:pt x="1362075" y="1543050"/>
                </a:lnTo>
                <a:lnTo>
                  <a:pt x="1362075" y="1552575"/>
                </a:lnTo>
                <a:lnTo>
                  <a:pt x="1352550" y="1552575"/>
                </a:lnTo>
                <a:lnTo>
                  <a:pt x="1352550" y="1562100"/>
                </a:lnTo>
                <a:lnTo>
                  <a:pt x="1333500" y="1562100"/>
                </a:lnTo>
                <a:lnTo>
                  <a:pt x="1333500" y="1247775"/>
                </a:lnTo>
                <a:lnTo>
                  <a:pt x="1343025" y="1247775"/>
                </a:lnTo>
                <a:close/>
                <a:moveTo>
                  <a:pt x="600075" y="1438275"/>
                </a:moveTo>
                <a:lnTo>
                  <a:pt x="609600" y="1438275"/>
                </a:lnTo>
                <a:lnTo>
                  <a:pt x="609600" y="1447800"/>
                </a:lnTo>
                <a:lnTo>
                  <a:pt x="600075" y="1447800"/>
                </a:lnTo>
                <a:close/>
                <a:moveTo>
                  <a:pt x="590550" y="1504950"/>
                </a:moveTo>
                <a:lnTo>
                  <a:pt x="600075" y="1504950"/>
                </a:lnTo>
                <a:lnTo>
                  <a:pt x="600075" y="1524000"/>
                </a:lnTo>
                <a:lnTo>
                  <a:pt x="590550" y="1524000"/>
                </a:lnTo>
                <a:close/>
                <a:moveTo>
                  <a:pt x="1247775" y="1514475"/>
                </a:moveTo>
                <a:lnTo>
                  <a:pt x="1257300" y="1514475"/>
                </a:lnTo>
                <a:lnTo>
                  <a:pt x="1257300" y="1524000"/>
                </a:lnTo>
                <a:lnTo>
                  <a:pt x="1247775" y="1524000"/>
                </a:lnTo>
                <a:close/>
                <a:moveTo>
                  <a:pt x="1304925" y="1562100"/>
                </a:moveTo>
                <a:lnTo>
                  <a:pt x="1314450" y="1562100"/>
                </a:lnTo>
                <a:lnTo>
                  <a:pt x="1314450" y="1619250"/>
                </a:lnTo>
                <a:lnTo>
                  <a:pt x="1304925" y="1619250"/>
                </a:lnTo>
                <a:close/>
                <a:moveTo>
                  <a:pt x="1762125" y="1590675"/>
                </a:moveTo>
                <a:lnTo>
                  <a:pt x="1771650" y="1590675"/>
                </a:lnTo>
                <a:lnTo>
                  <a:pt x="1771650" y="1619250"/>
                </a:lnTo>
                <a:lnTo>
                  <a:pt x="1762125" y="1619250"/>
                </a:lnTo>
                <a:close/>
                <a:moveTo>
                  <a:pt x="1295400" y="1619250"/>
                </a:moveTo>
                <a:lnTo>
                  <a:pt x="1304925" y="1619250"/>
                </a:lnTo>
                <a:lnTo>
                  <a:pt x="1304925" y="1628775"/>
                </a:lnTo>
                <a:lnTo>
                  <a:pt x="1295400" y="1628775"/>
                </a:lnTo>
                <a:close/>
                <a:moveTo>
                  <a:pt x="1809750" y="1619250"/>
                </a:moveTo>
                <a:lnTo>
                  <a:pt x="1819275" y="1619250"/>
                </a:lnTo>
                <a:lnTo>
                  <a:pt x="1819275" y="1628775"/>
                </a:lnTo>
                <a:lnTo>
                  <a:pt x="1809750" y="1628775"/>
                </a:lnTo>
                <a:close/>
                <a:moveTo>
                  <a:pt x="133350" y="1628775"/>
                </a:moveTo>
                <a:lnTo>
                  <a:pt x="142875" y="1628775"/>
                </a:lnTo>
                <a:lnTo>
                  <a:pt x="142875" y="1638300"/>
                </a:lnTo>
                <a:lnTo>
                  <a:pt x="133350" y="1638300"/>
                </a:lnTo>
                <a:close/>
                <a:moveTo>
                  <a:pt x="1943100" y="1628775"/>
                </a:moveTo>
                <a:lnTo>
                  <a:pt x="1952625" y="1628775"/>
                </a:lnTo>
                <a:lnTo>
                  <a:pt x="1952625" y="1638300"/>
                </a:lnTo>
                <a:lnTo>
                  <a:pt x="1943100" y="1638300"/>
                </a:lnTo>
                <a:close/>
                <a:moveTo>
                  <a:pt x="1981200" y="1657350"/>
                </a:moveTo>
                <a:lnTo>
                  <a:pt x="1990725" y="1657350"/>
                </a:lnTo>
                <a:lnTo>
                  <a:pt x="1990725" y="1666875"/>
                </a:lnTo>
                <a:lnTo>
                  <a:pt x="1981200" y="1666875"/>
                </a:lnTo>
                <a:close/>
                <a:moveTo>
                  <a:pt x="85725" y="1676400"/>
                </a:moveTo>
                <a:lnTo>
                  <a:pt x="95250" y="1676400"/>
                </a:lnTo>
                <a:lnTo>
                  <a:pt x="95250" y="1704975"/>
                </a:lnTo>
                <a:lnTo>
                  <a:pt x="85725" y="1704975"/>
                </a:lnTo>
                <a:close/>
                <a:moveTo>
                  <a:pt x="95250" y="1724025"/>
                </a:moveTo>
                <a:lnTo>
                  <a:pt x="104775" y="1724025"/>
                </a:lnTo>
                <a:lnTo>
                  <a:pt x="104775" y="1733550"/>
                </a:lnTo>
                <a:lnTo>
                  <a:pt x="95250" y="1733550"/>
                </a:lnTo>
                <a:close/>
                <a:moveTo>
                  <a:pt x="104775" y="1733550"/>
                </a:moveTo>
                <a:lnTo>
                  <a:pt x="114300" y="1733550"/>
                </a:lnTo>
                <a:lnTo>
                  <a:pt x="114300" y="1743075"/>
                </a:lnTo>
                <a:lnTo>
                  <a:pt x="104775" y="1743075"/>
                </a:lnTo>
                <a:close/>
                <a:moveTo>
                  <a:pt x="419100" y="1752600"/>
                </a:moveTo>
                <a:lnTo>
                  <a:pt x="438150" y="1752600"/>
                </a:lnTo>
                <a:lnTo>
                  <a:pt x="438150" y="1762125"/>
                </a:lnTo>
                <a:lnTo>
                  <a:pt x="419100" y="1762125"/>
                </a:lnTo>
                <a:close/>
                <a:moveTo>
                  <a:pt x="1409700" y="1752600"/>
                </a:moveTo>
                <a:lnTo>
                  <a:pt x="1419225" y="1752600"/>
                </a:lnTo>
                <a:lnTo>
                  <a:pt x="1419225" y="1762125"/>
                </a:lnTo>
                <a:lnTo>
                  <a:pt x="1409700" y="1762125"/>
                </a:lnTo>
                <a:close/>
                <a:moveTo>
                  <a:pt x="1495425" y="1752600"/>
                </a:moveTo>
                <a:lnTo>
                  <a:pt x="1562100" y="1752600"/>
                </a:lnTo>
                <a:lnTo>
                  <a:pt x="1562100" y="1762125"/>
                </a:lnTo>
                <a:lnTo>
                  <a:pt x="1495425" y="1762125"/>
                </a:lnTo>
                <a:close/>
                <a:moveTo>
                  <a:pt x="1647825" y="1752600"/>
                </a:moveTo>
                <a:lnTo>
                  <a:pt x="1666875" y="1752600"/>
                </a:lnTo>
                <a:lnTo>
                  <a:pt x="1666875" y="1762125"/>
                </a:lnTo>
                <a:lnTo>
                  <a:pt x="1647825" y="1762125"/>
                </a:lnTo>
                <a:close/>
              </a:path>
            </a:pathLst>
          </a:custGeom>
          <a:solidFill xmlns:a="http://schemas.openxmlformats.org/drawingml/2006/main">
            <a:srgbClr val="F3CEAF"/>
          </a:solidFill>
          <a:ln xmlns:a="http://schemas.openxmlformats.org/drawingml/2006/main" w="0">
            <a:noFill/>
          </a:ln>
        </p:spPr>
      </p:sp>
      <p:sp>
        <p:nvSpPr>
          <p:cNvPr id="26" name="employee vector #dae7dc">
            <a:extLst xmlns:a="http://schemas.openxmlformats.org/drawingml/2006/main">
              <a:ext uri="{FF2B5EF4-FFF2-40B4-BE49-F238E27FC236}">
                <a16:creationId xmlns:a16="http://schemas.microsoft.com/office/drawing/2014/main" id="{F405151C-DB8A-4CF0-945D-5B8A3845A33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85825" y="2571750"/>
            <a:ext cx="2105025" cy="2066925"/>
          </a:xfrm>
          <a:custGeom xmlns:a="http://schemas.openxmlformats.org/drawingml/2006/main">
            <a:pathLst>
              <a:path w="2105025" h="2066925">
                <a:moveTo>
                  <a:pt x="1019175" y="38100"/>
                </a:moveTo>
                <a:lnTo>
                  <a:pt x="1038225" y="38100"/>
                </a:lnTo>
                <a:lnTo>
                  <a:pt x="1038225" y="47625"/>
                </a:lnTo>
                <a:lnTo>
                  <a:pt x="1019175" y="47625"/>
                </a:lnTo>
                <a:close/>
                <a:moveTo>
                  <a:pt x="876300" y="47625"/>
                </a:moveTo>
                <a:lnTo>
                  <a:pt x="885825" y="47625"/>
                </a:lnTo>
                <a:lnTo>
                  <a:pt x="885825" y="57150"/>
                </a:lnTo>
                <a:lnTo>
                  <a:pt x="876300" y="57150"/>
                </a:lnTo>
                <a:close/>
                <a:moveTo>
                  <a:pt x="857250" y="57150"/>
                </a:moveTo>
                <a:lnTo>
                  <a:pt x="876300" y="57150"/>
                </a:lnTo>
                <a:lnTo>
                  <a:pt x="876300" y="66675"/>
                </a:lnTo>
                <a:lnTo>
                  <a:pt x="857250" y="66675"/>
                </a:lnTo>
                <a:close/>
                <a:moveTo>
                  <a:pt x="1181100" y="57150"/>
                </a:moveTo>
                <a:lnTo>
                  <a:pt x="1209675" y="57150"/>
                </a:lnTo>
                <a:lnTo>
                  <a:pt x="1209675" y="66675"/>
                </a:lnTo>
                <a:lnTo>
                  <a:pt x="1238250" y="66675"/>
                </a:lnTo>
                <a:lnTo>
                  <a:pt x="1238250" y="85725"/>
                </a:lnTo>
                <a:lnTo>
                  <a:pt x="1228725" y="85725"/>
                </a:lnTo>
                <a:lnTo>
                  <a:pt x="1228725" y="95250"/>
                </a:lnTo>
                <a:lnTo>
                  <a:pt x="1219200" y="95250"/>
                </a:lnTo>
                <a:lnTo>
                  <a:pt x="1219200" y="85725"/>
                </a:lnTo>
                <a:lnTo>
                  <a:pt x="1209675" y="85725"/>
                </a:lnTo>
                <a:lnTo>
                  <a:pt x="1209675" y="95250"/>
                </a:lnTo>
                <a:lnTo>
                  <a:pt x="1190625" y="95250"/>
                </a:lnTo>
                <a:lnTo>
                  <a:pt x="1190625" y="85725"/>
                </a:lnTo>
                <a:lnTo>
                  <a:pt x="1181100" y="85725"/>
                </a:lnTo>
                <a:close/>
                <a:moveTo>
                  <a:pt x="819150" y="66675"/>
                </a:moveTo>
                <a:lnTo>
                  <a:pt x="828675" y="66675"/>
                </a:lnTo>
                <a:lnTo>
                  <a:pt x="828675" y="104775"/>
                </a:lnTo>
                <a:lnTo>
                  <a:pt x="819150" y="104775"/>
                </a:lnTo>
                <a:lnTo>
                  <a:pt x="819150" y="95250"/>
                </a:lnTo>
                <a:lnTo>
                  <a:pt x="809625" y="95250"/>
                </a:lnTo>
                <a:lnTo>
                  <a:pt x="809625" y="85725"/>
                </a:lnTo>
                <a:lnTo>
                  <a:pt x="819150" y="85725"/>
                </a:lnTo>
                <a:close/>
                <a:moveTo>
                  <a:pt x="1266825" y="66675"/>
                </a:moveTo>
                <a:lnTo>
                  <a:pt x="1285875" y="66675"/>
                </a:lnTo>
                <a:lnTo>
                  <a:pt x="1285875" y="95250"/>
                </a:lnTo>
                <a:lnTo>
                  <a:pt x="1257300" y="95250"/>
                </a:lnTo>
                <a:lnTo>
                  <a:pt x="1257300" y="85725"/>
                </a:lnTo>
                <a:lnTo>
                  <a:pt x="1266825" y="85725"/>
                </a:lnTo>
                <a:close/>
                <a:moveTo>
                  <a:pt x="847725" y="76200"/>
                </a:moveTo>
                <a:lnTo>
                  <a:pt x="866775" y="76200"/>
                </a:lnTo>
                <a:lnTo>
                  <a:pt x="866775" y="85725"/>
                </a:lnTo>
                <a:lnTo>
                  <a:pt x="857250" y="85725"/>
                </a:lnTo>
                <a:lnTo>
                  <a:pt x="857250" y="95250"/>
                </a:lnTo>
                <a:lnTo>
                  <a:pt x="847725" y="95250"/>
                </a:lnTo>
                <a:close/>
                <a:moveTo>
                  <a:pt x="1114425" y="76200"/>
                </a:moveTo>
                <a:lnTo>
                  <a:pt x="1123950" y="76200"/>
                </a:lnTo>
                <a:lnTo>
                  <a:pt x="1123950" y="85725"/>
                </a:lnTo>
                <a:lnTo>
                  <a:pt x="1133475" y="85725"/>
                </a:lnTo>
                <a:lnTo>
                  <a:pt x="1133475" y="104775"/>
                </a:lnTo>
                <a:lnTo>
                  <a:pt x="1123950" y="104775"/>
                </a:lnTo>
                <a:lnTo>
                  <a:pt x="1123950" y="114300"/>
                </a:lnTo>
                <a:lnTo>
                  <a:pt x="1114425" y="114300"/>
                </a:lnTo>
                <a:lnTo>
                  <a:pt x="1114425" y="123825"/>
                </a:lnTo>
                <a:lnTo>
                  <a:pt x="1162050" y="123825"/>
                </a:lnTo>
                <a:lnTo>
                  <a:pt x="1162050" y="133350"/>
                </a:lnTo>
                <a:lnTo>
                  <a:pt x="1171575" y="133350"/>
                </a:lnTo>
                <a:lnTo>
                  <a:pt x="1171575" y="142875"/>
                </a:lnTo>
                <a:lnTo>
                  <a:pt x="1181100" y="142875"/>
                </a:lnTo>
                <a:lnTo>
                  <a:pt x="1181100" y="152400"/>
                </a:lnTo>
                <a:lnTo>
                  <a:pt x="1190625" y="152400"/>
                </a:lnTo>
                <a:lnTo>
                  <a:pt x="1190625" y="161925"/>
                </a:lnTo>
                <a:lnTo>
                  <a:pt x="1200150" y="161925"/>
                </a:lnTo>
                <a:lnTo>
                  <a:pt x="1200150" y="171450"/>
                </a:lnTo>
                <a:lnTo>
                  <a:pt x="1114425" y="171450"/>
                </a:lnTo>
                <a:lnTo>
                  <a:pt x="1114425" y="161925"/>
                </a:lnTo>
                <a:lnTo>
                  <a:pt x="1104900" y="161925"/>
                </a:lnTo>
                <a:lnTo>
                  <a:pt x="1104900" y="180975"/>
                </a:lnTo>
                <a:lnTo>
                  <a:pt x="1095375" y="180975"/>
                </a:lnTo>
                <a:lnTo>
                  <a:pt x="1095375" y="209550"/>
                </a:lnTo>
                <a:lnTo>
                  <a:pt x="1085850" y="209550"/>
                </a:lnTo>
                <a:lnTo>
                  <a:pt x="1085850" y="171450"/>
                </a:lnTo>
                <a:lnTo>
                  <a:pt x="1095375" y="171450"/>
                </a:lnTo>
                <a:lnTo>
                  <a:pt x="1095375" y="161925"/>
                </a:lnTo>
                <a:lnTo>
                  <a:pt x="1085850" y="161925"/>
                </a:lnTo>
                <a:lnTo>
                  <a:pt x="1085850" y="152400"/>
                </a:lnTo>
                <a:lnTo>
                  <a:pt x="1076325" y="152400"/>
                </a:lnTo>
                <a:lnTo>
                  <a:pt x="1076325" y="142875"/>
                </a:lnTo>
                <a:lnTo>
                  <a:pt x="1095375" y="142875"/>
                </a:lnTo>
                <a:lnTo>
                  <a:pt x="1095375" y="133350"/>
                </a:lnTo>
                <a:lnTo>
                  <a:pt x="1085850" y="133350"/>
                </a:lnTo>
                <a:lnTo>
                  <a:pt x="1085850" y="123825"/>
                </a:lnTo>
                <a:lnTo>
                  <a:pt x="1076325" y="123825"/>
                </a:lnTo>
                <a:lnTo>
                  <a:pt x="1076325" y="114300"/>
                </a:lnTo>
                <a:lnTo>
                  <a:pt x="1057275" y="114300"/>
                </a:lnTo>
                <a:lnTo>
                  <a:pt x="1057275" y="142875"/>
                </a:lnTo>
                <a:lnTo>
                  <a:pt x="1028700" y="142875"/>
                </a:lnTo>
                <a:lnTo>
                  <a:pt x="1028700" y="152400"/>
                </a:lnTo>
                <a:lnTo>
                  <a:pt x="1009650" y="152400"/>
                </a:lnTo>
                <a:lnTo>
                  <a:pt x="1009650" y="133350"/>
                </a:lnTo>
                <a:lnTo>
                  <a:pt x="1038225" y="133350"/>
                </a:lnTo>
                <a:lnTo>
                  <a:pt x="1038225" y="114300"/>
                </a:lnTo>
                <a:lnTo>
                  <a:pt x="1028700" y="114300"/>
                </a:lnTo>
                <a:lnTo>
                  <a:pt x="1028700" y="104775"/>
                </a:lnTo>
                <a:lnTo>
                  <a:pt x="1038225" y="104775"/>
                </a:lnTo>
                <a:lnTo>
                  <a:pt x="1038225" y="95250"/>
                </a:lnTo>
                <a:lnTo>
                  <a:pt x="1057275" y="95250"/>
                </a:lnTo>
                <a:lnTo>
                  <a:pt x="1057275" y="85725"/>
                </a:lnTo>
                <a:lnTo>
                  <a:pt x="1076325" y="85725"/>
                </a:lnTo>
                <a:lnTo>
                  <a:pt x="1076325" y="95250"/>
                </a:lnTo>
                <a:lnTo>
                  <a:pt x="1085850" y="95250"/>
                </a:lnTo>
                <a:lnTo>
                  <a:pt x="1085850" y="104775"/>
                </a:lnTo>
                <a:lnTo>
                  <a:pt x="1095375" y="104775"/>
                </a:lnTo>
                <a:lnTo>
                  <a:pt x="1095375" y="95250"/>
                </a:lnTo>
                <a:lnTo>
                  <a:pt x="1114425" y="95250"/>
                </a:lnTo>
                <a:close/>
                <a:moveTo>
                  <a:pt x="1343025" y="85725"/>
                </a:moveTo>
                <a:lnTo>
                  <a:pt x="1352550" y="85725"/>
                </a:lnTo>
                <a:lnTo>
                  <a:pt x="1352550" y="95250"/>
                </a:lnTo>
                <a:lnTo>
                  <a:pt x="1371600" y="95250"/>
                </a:lnTo>
                <a:lnTo>
                  <a:pt x="1371600" y="114300"/>
                </a:lnTo>
                <a:lnTo>
                  <a:pt x="1343025" y="114300"/>
                </a:lnTo>
                <a:close/>
                <a:moveTo>
                  <a:pt x="1247775" y="95250"/>
                </a:moveTo>
                <a:lnTo>
                  <a:pt x="1257300" y="95250"/>
                </a:lnTo>
                <a:lnTo>
                  <a:pt x="1257300" y="104775"/>
                </a:lnTo>
                <a:lnTo>
                  <a:pt x="1266825" y="104775"/>
                </a:lnTo>
                <a:lnTo>
                  <a:pt x="1266825" y="114300"/>
                </a:lnTo>
                <a:lnTo>
                  <a:pt x="1257300" y="114300"/>
                </a:lnTo>
                <a:lnTo>
                  <a:pt x="1257300" y="123825"/>
                </a:lnTo>
                <a:lnTo>
                  <a:pt x="1247775" y="123825"/>
                </a:lnTo>
                <a:lnTo>
                  <a:pt x="1247775" y="114300"/>
                </a:lnTo>
                <a:lnTo>
                  <a:pt x="1238250" y="114300"/>
                </a:lnTo>
                <a:lnTo>
                  <a:pt x="1238250" y="104775"/>
                </a:lnTo>
                <a:lnTo>
                  <a:pt x="1247775" y="104775"/>
                </a:lnTo>
                <a:close/>
                <a:moveTo>
                  <a:pt x="647700" y="104775"/>
                </a:moveTo>
                <a:lnTo>
                  <a:pt x="695325" y="104775"/>
                </a:lnTo>
                <a:lnTo>
                  <a:pt x="695325" y="114300"/>
                </a:lnTo>
                <a:lnTo>
                  <a:pt x="723900" y="114300"/>
                </a:lnTo>
                <a:lnTo>
                  <a:pt x="723900" y="123825"/>
                </a:lnTo>
                <a:lnTo>
                  <a:pt x="781050" y="123825"/>
                </a:lnTo>
                <a:lnTo>
                  <a:pt x="781050" y="142875"/>
                </a:lnTo>
                <a:lnTo>
                  <a:pt x="790575" y="142875"/>
                </a:lnTo>
                <a:lnTo>
                  <a:pt x="790575" y="152400"/>
                </a:lnTo>
                <a:lnTo>
                  <a:pt x="771525" y="152400"/>
                </a:lnTo>
                <a:lnTo>
                  <a:pt x="771525" y="161925"/>
                </a:lnTo>
                <a:lnTo>
                  <a:pt x="781050" y="161925"/>
                </a:lnTo>
                <a:lnTo>
                  <a:pt x="781050" y="171450"/>
                </a:lnTo>
                <a:lnTo>
                  <a:pt x="771525" y="171450"/>
                </a:lnTo>
                <a:lnTo>
                  <a:pt x="771525" y="190500"/>
                </a:lnTo>
                <a:lnTo>
                  <a:pt x="762000" y="190500"/>
                </a:lnTo>
                <a:lnTo>
                  <a:pt x="762000" y="200025"/>
                </a:lnTo>
                <a:lnTo>
                  <a:pt x="752475" y="200025"/>
                </a:lnTo>
                <a:lnTo>
                  <a:pt x="752475" y="180975"/>
                </a:lnTo>
                <a:lnTo>
                  <a:pt x="742950" y="180975"/>
                </a:lnTo>
                <a:lnTo>
                  <a:pt x="742950" y="190500"/>
                </a:lnTo>
                <a:lnTo>
                  <a:pt x="733425" y="190500"/>
                </a:lnTo>
                <a:lnTo>
                  <a:pt x="733425" y="200025"/>
                </a:lnTo>
                <a:lnTo>
                  <a:pt x="723900" y="200025"/>
                </a:lnTo>
                <a:lnTo>
                  <a:pt x="723900" y="209550"/>
                </a:lnTo>
                <a:lnTo>
                  <a:pt x="714375" y="209550"/>
                </a:lnTo>
                <a:lnTo>
                  <a:pt x="714375" y="219075"/>
                </a:lnTo>
                <a:lnTo>
                  <a:pt x="704850" y="219075"/>
                </a:lnTo>
                <a:lnTo>
                  <a:pt x="704850" y="238125"/>
                </a:lnTo>
                <a:lnTo>
                  <a:pt x="685800" y="238125"/>
                </a:lnTo>
                <a:lnTo>
                  <a:pt x="685800" y="228600"/>
                </a:lnTo>
                <a:lnTo>
                  <a:pt x="695325" y="228600"/>
                </a:lnTo>
                <a:lnTo>
                  <a:pt x="695325" y="200025"/>
                </a:lnTo>
                <a:lnTo>
                  <a:pt x="676275" y="200025"/>
                </a:lnTo>
                <a:lnTo>
                  <a:pt x="676275" y="190500"/>
                </a:lnTo>
                <a:lnTo>
                  <a:pt x="666750" y="190500"/>
                </a:lnTo>
                <a:lnTo>
                  <a:pt x="666750" y="152400"/>
                </a:lnTo>
                <a:lnTo>
                  <a:pt x="676275" y="152400"/>
                </a:lnTo>
                <a:lnTo>
                  <a:pt x="676275" y="133350"/>
                </a:lnTo>
                <a:lnTo>
                  <a:pt x="666750" y="133350"/>
                </a:lnTo>
                <a:lnTo>
                  <a:pt x="666750" y="123825"/>
                </a:lnTo>
                <a:lnTo>
                  <a:pt x="647700" y="123825"/>
                </a:lnTo>
                <a:close/>
                <a:moveTo>
                  <a:pt x="1371600" y="114300"/>
                </a:moveTo>
                <a:lnTo>
                  <a:pt x="1390650" y="114300"/>
                </a:lnTo>
                <a:lnTo>
                  <a:pt x="1390650" y="133350"/>
                </a:lnTo>
                <a:lnTo>
                  <a:pt x="1381125" y="133350"/>
                </a:lnTo>
                <a:lnTo>
                  <a:pt x="1381125" y="123825"/>
                </a:lnTo>
                <a:lnTo>
                  <a:pt x="1371600" y="123825"/>
                </a:lnTo>
                <a:close/>
                <a:moveTo>
                  <a:pt x="1438275" y="114300"/>
                </a:moveTo>
                <a:lnTo>
                  <a:pt x="1447800" y="114300"/>
                </a:lnTo>
                <a:lnTo>
                  <a:pt x="1447800" y="123825"/>
                </a:lnTo>
                <a:lnTo>
                  <a:pt x="1457325" y="123825"/>
                </a:lnTo>
                <a:lnTo>
                  <a:pt x="1457325" y="152400"/>
                </a:lnTo>
                <a:lnTo>
                  <a:pt x="1447800" y="152400"/>
                </a:lnTo>
                <a:lnTo>
                  <a:pt x="1447800" y="142875"/>
                </a:lnTo>
                <a:lnTo>
                  <a:pt x="1438275" y="142875"/>
                </a:lnTo>
                <a:lnTo>
                  <a:pt x="1438275" y="133350"/>
                </a:lnTo>
                <a:lnTo>
                  <a:pt x="1428750" y="133350"/>
                </a:lnTo>
                <a:lnTo>
                  <a:pt x="1428750" y="123825"/>
                </a:lnTo>
                <a:lnTo>
                  <a:pt x="1438275" y="123825"/>
                </a:lnTo>
                <a:close/>
                <a:moveTo>
                  <a:pt x="819150" y="142875"/>
                </a:moveTo>
                <a:lnTo>
                  <a:pt x="828675" y="142875"/>
                </a:lnTo>
                <a:lnTo>
                  <a:pt x="828675" y="152400"/>
                </a:lnTo>
                <a:lnTo>
                  <a:pt x="819150" y="152400"/>
                </a:lnTo>
                <a:close/>
                <a:moveTo>
                  <a:pt x="1466850" y="142875"/>
                </a:moveTo>
                <a:lnTo>
                  <a:pt x="1476375" y="142875"/>
                </a:lnTo>
                <a:lnTo>
                  <a:pt x="1476375" y="152400"/>
                </a:lnTo>
                <a:lnTo>
                  <a:pt x="1466850" y="152400"/>
                </a:lnTo>
                <a:close/>
                <a:moveTo>
                  <a:pt x="1057275" y="152400"/>
                </a:moveTo>
                <a:lnTo>
                  <a:pt x="1076325" y="152400"/>
                </a:lnTo>
                <a:lnTo>
                  <a:pt x="1076325" y="171450"/>
                </a:lnTo>
                <a:lnTo>
                  <a:pt x="1057275" y="171450"/>
                </a:lnTo>
                <a:close/>
                <a:moveTo>
                  <a:pt x="685800" y="180975"/>
                </a:moveTo>
                <a:lnTo>
                  <a:pt x="695325" y="180975"/>
                </a:lnTo>
                <a:lnTo>
                  <a:pt x="695325" y="171450"/>
                </a:lnTo>
                <a:lnTo>
                  <a:pt x="685800" y="171450"/>
                </a:lnTo>
                <a:close/>
                <a:moveTo>
                  <a:pt x="723900" y="180975"/>
                </a:moveTo>
                <a:lnTo>
                  <a:pt x="733425" y="180975"/>
                </a:lnTo>
                <a:lnTo>
                  <a:pt x="733425" y="171450"/>
                </a:lnTo>
                <a:lnTo>
                  <a:pt x="723900" y="171450"/>
                </a:lnTo>
                <a:close/>
                <a:moveTo>
                  <a:pt x="504825" y="190500"/>
                </a:moveTo>
                <a:lnTo>
                  <a:pt x="514350" y="190500"/>
                </a:lnTo>
                <a:lnTo>
                  <a:pt x="514350" y="200025"/>
                </a:lnTo>
                <a:lnTo>
                  <a:pt x="504825" y="200025"/>
                </a:lnTo>
                <a:close/>
                <a:moveTo>
                  <a:pt x="542925" y="190500"/>
                </a:moveTo>
                <a:lnTo>
                  <a:pt x="561975" y="190500"/>
                </a:lnTo>
                <a:lnTo>
                  <a:pt x="561975" y="200025"/>
                </a:lnTo>
                <a:lnTo>
                  <a:pt x="571500" y="200025"/>
                </a:lnTo>
                <a:lnTo>
                  <a:pt x="571500" y="219075"/>
                </a:lnTo>
                <a:lnTo>
                  <a:pt x="542925" y="219075"/>
                </a:lnTo>
                <a:lnTo>
                  <a:pt x="542925" y="209550"/>
                </a:lnTo>
                <a:lnTo>
                  <a:pt x="533400" y="209550"/>
                </a:lnTo>
                <a:lnTo>
                  <a:pt x="533400" y="200025"/>
                </a:lnTo>
                <a:lnTo>
                  <a:pt x="542925" y="200025"/>
                </a:lnTo>
                <a:close/>
                <a:moveTo>
                  <a:pt x="1419225" y="190500"/>
                </a:moveTo>
                <a:lnTo>
                  <a:pt x="1428750" y="190500"/>
                </a:lnTo>
                <a:lnTo>
                  <a:pt x="1428750" y="200025"/>
                </a:lnTo>
                <a:lnTo>
                  <a:pt x="1419225" y="200025"/>
                </a:lnTo>
                <a:close/>
                <a:moveTo>
                  <a:pt x="495300" y="200025"/>
                </a:moveTo>
                <a:lnTo>
                  <a:pt x="504825" y="200025"/>
                </a:lnTo>
                <a:lnTo>
                  <a:pt x="504825" y="209550"/>
                </a:lnTo>
                <a:lnTo>
                  <a:pt x="514350" y="209550"/>
                </a:lnTo>
                <a:lnTo>
                  <a:pt x="514350" y="219075"/>
                </a:lnTo>
                <a:lnTo>
                  <a:pt x="495300" y="219075"/>
                </a:lnTo>
                <a:close/>
                <a:moveTo>
                  <a:pt x="752475" y="209550"/>
                </a:moveTo>
                <a:lnTo>
                  <a:pt x="762000" y="209550"/>
                </a:lnTo>
                <a:lnTo>
                  <a:pt x="762000" y="219075"/>
                </a:lnTo>
                <a:lnTo>
                  <a:pt x="752475" y="219075"/>
                </a:lnTo>
                <a:close/>
                <a:moveTo>
                  <a:pt x="485775" y="219075"/>
                </a:moveTo>
                <a:lnTo>
                  <a:pt x="495300" y="219075"/>
                </a:lnTo>
                <a:lnTo>
                  <a:pt x="495300" y="228600"/>
                </a:lnTo>
                <a:lnTo>
                  <a:pt x="504825" y="228600"/>
                </a:lnTo>
                <a:lnTo>
                  <a:pt x="504825" y="257175"/>
                </a:lnTo>
                <a:lnTo>
                  <a:pt x="485775" y="257175"/>
                </a:lnTo>
                <a:lnTo>
                  <a:pt x="485775" y="247650"/>
                </a:lnTo>
                <a:lnTo>
                  <a:pt x="476250" y="247650"/>
                </a:lnTo>
                <a:lnTo>
                  <a:pt x="476250" y="228600"/>
                </a:lnTo>
                <a:lnTo>
                  <a:pt x="485775" y="228600"/>
                </a:lnTo>
                <a:close/>
                <a:moveTo>
                  <a:pt x="1428750" y="219075"/>
                </a:moveTo>
                <a:lnTo>
                  <a:pt x="1447800" y="219075"/>
                </a:lnTo>
                <a:lnTo>
                  <a:pt x="1447800" y="228600"/>
                </a:lnTo>
                <a:lnTo>
                  <a:pt x="1428750" y="228600"/>
                </a:lnTo>
                <a:close/>
                <a:moveTo>
                  <a:pt x="571500" y="238125"/>
                </a:moveTo>
                <a:lnTo>
                  <a:pt x="581025" y="238125"/>
                </a:lnTo>
                <a:lnTo>
                  <a:pt x="581025" y="247650"/>
                </a:lnTo>
                <a:lnTo>
                  <a:pt x="590550" y="247650"/>
                </a:lnTo>
                <a:lnTo>
                  <a:pt x="590550" y="266700"/>
                </a:lnTo>
                <a:lnTo>
                  <a:pt x="581025" y="266700"/>
                </a:lnTo>
                <a:lnTo>
                  <a:pt x="581025" y="276225"/>
                </a:lnTo>
                <a:lnTo>
                  <a:pt x="561975" y="276225"/>
                </a:lnTo>
                <a:lnTo>
                  <a:pt x="561975" y="266700"/>
                </a:lnTo>
                <a:lnTo>
                  <a:pt x="552450" y="266700"/>
                </a:lnTo>
                <a:lnTo>
                  <a:pt x="552450" y="257175"/>
                </a:lnTo>
                <a:lnTo>
                  <a:pt x="561975" y="257175"/>
                </a:lnTo>
                <a:lnTo>
                  <a:pt x="561975" y="247650"/>
                </a:lnTo>
                <a:lnTo>
                  <a:pt x="571500" y="247650"/>
                </a:lnTo>
                <a:close/>
                <a:moveTo>
                  <a:pt x="676275" y="247650"/>
                </a:moveTo>
                <a:lnTo>
                  <a:pt x="695325" y="247650"/>
                </a:lnTo>
                <a:lnTo>
                  <a:pt x="695325" y="257175"/>
                </a:lnTo>
                <a:lnTo>
                  <a:pt x="685800" y="257175"/>
                </a:lnTo>
                <a:lnTo>
                  <a:pt x="685800" y="285750"/>
                </a:lnTo>
                <a:lnTo>
                  <a:pt x="676275" y="285750"/>
                </a:lnTo>
                <a:lnTo>
                  <a:pt x="676275" y="266700"/>
                </a:lnTo>
                <a:lnTo>
                  <a:pt x="666750" y="266700"/>
                </a:lnTo>
                <a:lnTo>
                  <a:pt x="666750" y="276225"/>
                </a:lnTo>
                <a:lnTo>
                  <a:pt x="657225" y="276225"/>
                </a:lnTo>
                <a:lnTo>
                  <a:pt x="657225" y="285750"/>
                </a:lnTo>
                <a:lnTo>
                  <a:pt x="638175" y="285750"/>
                </a:lnTo>
                <a:lnTo>
                  <a:pt x="638175" y="276225"/>
                </a:lnTo>
                <a:lnTo>
                  <a:pt x="619125" y="276225"/>
                </a:lnTo>
                <a:lnTo>
                  <a:pt x="619125" y="257175"/>
                </a:lnTo>
                <a:lnTo>
                  <a:pt x="676275" y="257175"/>
                </a:lnTo>
                <a:close/>
                <a:moveTo>
                  <a:pt x="1628775" y="276225"/>
                </a:moveTo>
                <a:lnTo>
                  <a:pt x="1676400" y="276225"/>
                </a:lnTo>
                <a:lnTo>
                  <a:pt x="1676400" y="285750"/>
                </a:lnTo>
                <a:lnTo>
                  <a:pt x="1657350" y="285750"/>
                </a:lnTo>
                <a:lnTo>
                  <a:pt x="1657350" y="295275"/>
                </a:lnTo>
                <a:lnTo>
                  <a:pt x="1647825" y="295275"/>
                </a:lnTo>
                <a:lnTo>
                  <a:pt x="1647825" y="304800"/>
                </a:lnTo>
                <a:lnTo>
                  <a:pt x="1619250" y="304800"/>
                </a:lnTo>
                <a:lnTo>
                  <a:pt x="1619250" y="285750"/>
                </a:lnTo>
                <a:lnTo>
                  <a:pt x="1628775" y="285750"/>
                </a:lnTo>
                <a:close/>
                <a:moveTo>
                  <a:pt x="428625" y="295275"/>
                </a:moveTo>
                <a:lnTo>
                  <a:pt x="457200" y="295275"/>
                </a:lnTo>
                <a:lnTo>
                  <a:pt x="457200" y="304800"/>
                </a:lnTo>
                <a:lnTo>
                  <a:pt x="466725" y="304800"/>
                </a:lnTo>
                <a:lnTo>
                  <a:pt x="466725" y="314325"/>
                </a:lnTo>
                <a:lnTo>
                  <a:pt x="447675" y="314325"/>
                </a:lnTo>
                <a:lnTo>
                  <a:pt x="447675" y="323850"/>
                </a:lnTo>
                <a:lnTo>
                  <a:pt x="428625" y="323850"/>
                </a:lnTo>
                <a:close/>
                <a:moveTo>
                  <a:pt x="619125" y="295275"/>
                </a:moveTo>
                <a:lnTo>
                  <a:pt x="628650" y="295275"/>
                </a:lnTo>
                <a:lnTo>
                  <a:pt x="628650" y="304800"/>
                </a:lnTo>
                <a:lnTo>
                  <a:pt x="638175" y="304800"/>
                </a:lnTo>
                <a:lnTo>
                  <a:pt x="638175" y="295275"/>
                </a:lnTo>
                <a:lnTo>
                  <a:pt x="647700" y="295275"/>
                </a:lnTo>
                <a:lnTo>
                  <a:pt x="647700" y="304800"/>
                </a:lnTo>
                <a:lnTo>
                  <a:pt x="666750" y="304800"/>
                </a:lnTo>
                <a:lnTo>
                  <a:pt x="666750" y="314325"/>
                </a:lnTo>
                <a:lnTo>
                  <a:pt x="647700" y="314325"/>
                </a:lnTo>
                <a:lnTo>
                  <a:pt x="647700" y="323850"/>
                </a:lnTo>
                <a:lnTo>
                  <a:pt x="638175" y="323850"/>
                </a:lnTo>
                <a:lnTo>
                  <a:pt x="638175" y="314325"/>
                </a:lnTo>
                <a:lnTo>
                  <a:pt x="619125" y="314325"/>
                </a:lnTo>
                <a:close/>
                <a:moveTo>
                  <a:pt x="647700" y="323850"/>
                </a:moveTo>
                <a:lnTo>
                  <a:pt x="657225" y="323850"/>
                </a:lnTo>
                <a:lnTo>
                  <a:pt x="657225" y="333375"/>
                </a:lnTo>
                <a:lnTo>
                  <a:pt x="647700" y="333375"/>
                </a:lnTo>
                <a:close/>
                <a:moveTo>
                  <a:pt x="476250" y="342900"/>
                </a:moveTo>
                <a:lnTo>
                  <a:pt x="485775" y="342900"/>
                </a:lnTo>
                <a:lnTo>
                  <a:pt x="485775" y="352425"/>
                </a:lnTo>
                <a:lnTo>
                  <a:pt x="476250" y="352425"/>
                </a:lnTo>
                <a:close/>
                <a:moveTo>
                  <a:pt x="628650" y="342900"/>
                </a:moveTo>
                <a:lnTo>
                  <a:pt x="638175" y="342900"/>
                </a:lnTo>
                <a:lnTo>
                  <a:pt x="638175" y="352425"/>
                </a:lnTo>
                <a:lnTo>
                  <a:pt x="628650" y="352425"/>
                </a:lnTo>
                <a:close/>
                <a:moveTo>
                  <a:pt x="466725" y="352425"/>
                </a:moveTo>
                <a:lnTo>
                  <a:pt x="476250" y="352425"/>
                </a:lnTo>
                <a:lnTo>
                  <a:pt x="476250" y="361950"/>
                </a:lnTo>
                <a:lnTo>
                  <a:pt x="466725" y="361950"/>
                </a:lnTo>
                <a:close/>
                <a:moveTo>
                  <a:pt x="1190625" y="352425"/>
                </a:moveTo>
                <a:lnTo>
                  <a:pt x="1200150" y="352425"/>
                </a:lnTo>
                <a:lnTo>
                  <a:pt x="1200150" y="381000"/>
                </a:lnTo>
                <a:lnTo>
                  <a:pt x="1190625" y="381000"/>
                </a:lnTo>
                <a:close/>
                <a:moveTo>
                  <a:pt x="571500" y="361950"/>
                </a:moveTo>
                <a:lnTo>
                  <a:pt x="590550" y="361950"/>
                </a:lnTo>
                <a:lnTo>
                  <a:pt x="590550" y="371475"/>
                </a:lnTo>
                <a:lnTo>
                  <a:pt x="581025" y="371475"/>
                </a:lnTo>
                <a:lnTo>
                  <a:pt x="581025" y="381000"/>
                </a:lnTo>
                <a:lnTo>
                  <a:pt x="571500" y="381000"/>
                </a:lnTo>
                <a:close/>
                <a:moveTo>
                  <a:pt x="323850" y="371475"/>
                </a:moveTo>
                <a:lnTo>
                  <a:pt x="342900" y="371475"/>
                </a:lnTo>
                <a:lnTo>
                  <a:pt x="342900" y="390525"/>
                </a:lnTo>
                <a:lnTo>
                  <a:pt x="333375" y="390525"/>
                </a:lnTo>
                <a:lnTo>
                  <a:pt x="333375" y="409575"/>
                </a:lnTo>
                <a:lnTo>
                  <a:pt x="342900" y="409575"/>
                </a:lnTo>
                <a:lnTo>
                  <a:pt x="342900" y="428625"/>
                </a:lnTo>
                <a:lnTo>
                  <a:pt x="323850" y="428625"/>
                </a:lnTo>
                <a:lnTo>
                  <a:pt x="323850" y="409575"/>
                </a:lnTo>
                <a:lnTo>
                  <a:pt x="304800" y="409575"/>
                </a:lnTo>
                <a:lnTo>
                  <a:pt x="304800" y="400050"/>
                </a:lnTo>
                <a:lnTo>
                  <a:pt x="314325" y="400050"/>
                </a:lnTo>
                <a:lnTo>
                  <a:pt x="314325" y="381000"/>
                </a:lnTo>
                <a:lnTo>
                  <a:pt x="323850" y="381000"/>
                </a:lnTo>
                <a:close/>
                <a:moveTo>
                  <a:pt x="819150" y="381000"/>
                </a:moveTo>
                <a:lnTo>
                  <a:pt x="828675" y="381000"/>
                </a:lnTo>
                <a:lnTo>
                  <a:pt x="828675" y="390525"/>
                </a:lnTo>
                <a:lnTo>
                  <a:pt x="819150" y="390525"/>
                </a:lnTo>
                <a:close/>
                <a:moveTo>
                  <a:pt x="371475" y="390525"/>
                </a:moveTo>
                <a:lnTo>
                  <a:pt x="381000" y="390525"/>
                </a:lnTo>
                <a:lnTo>
                  <a:pt x="381000" y="409575"/>
                </a:lnTo>
                <a:lnTo>
                  <a:pt x="371475" y="409575"/>
                </a:lnTo>
                <a:close/>
                <a:moveTo>
                  <a:pt x="638175" y="400050"/>
                </a:moveTo>
                <a:lnTo>
                  <a:pt x="647700" y="400050"/>
                </a:lnTo>
                <a:lnTo>
                  <a:pt x="647700" y="419100"/>
                </a:lnTo>
                <a:lnTo>
                  <a:pt x="638175" y="419100"/>
                </a:lnTo>
                <a:close/>
                <a:moveTo>
                  <a:pt x="276225" y="419100"/>
                </a:moveTo>
                <a:lnTo>
                  <a:pt x="295275" y="419100"/>
                </a:lnTo>
                <a:lnTo>
                  <a:pt x="295275" y="428625"/>
                </a:lnTo>
                <a:lnTo>
                  <a:pt x="276225" y="428625"/>
                </a:lnTo>
                <a:close/>
                <a:moveTo>
                  <a:pt x="838200" y="419100"/>
                </a:moveTo>
                <a:lnTo>
                  <a:pt x="847725" y="419100"/>
                </a:lnTo>
                <a:lnTo>
                  <a:pt x="847725" y="428625"/>
                </a:lnTo>
                <a:lnTo>
                  <a:pt x="838200" y="428625"/>
                </a:lnTo>
                <a:close/>
                <a:moveTo>
                  <a:pt x="1800225" y="428625"/>
                </a:moveTo>
                <a:lnTo>
                  <a:pt x="1809750" y="428625"/>
                </a:lnTo>
                <a:lnTo>
                  <a:pt x="1809750" y="438150"/>
                </a:lnTo>
                <a:lnTo>
                  <a:pt x="1819275" y="438150"/>
                </a:lnTo>
                <a:lnTo>
                  <a:pt x="1819275" y="447675"/>
                </a:lnTo>
                <a:lnTo>
                  <a:pt x="1828800" y="447675"/>
                </a:lnTo>
                <a:lnTo>
                  <a:pt x="1828800" y="457200"/>
                </a:lnTo>
                <a:lnTo>
                  <a:pt x="1809750" y="457200"/>
                </a:lnTo>
                <a:lnTo>
                  <a:pt x="1809750" y="466725"/>
                </a:lnTo>
                <a:lnTo>
                  <a:pt x="1800225" y="466725"/>
                </a:lnTo>
                <a:lnTo>
                  <a:pt x="1800225" y="457200"/>
                </a:lnTo>
                <a:lnTo>
                  <a:pt x="1790700" y="457200"/>
                </a:lnTo>
                <a:lnTo>
                  <a:pt x="1790700" y="438150"/>
                </a:lnTo>
                <a:lnTo>
                  <a:pt x="1800225" y="438150"/>
                </a:lnTo>
                <a:close/>
                <a:moveTo>
                  <a:pt x="314325" y="438150"/>
                </a:moveTo>
                <a:lnTo>
                  <a:pt x="323850" y="438150"/>
                </a:lnTo>
                <a:lnTo>
                  <a:pt x="323850" y="457200"/>
                </a:lnTo>
                <a:lnTo>
                  <a:pt x="314325" y="457200"/>
                </a:lnTo>
                <a:close/>
                <a:moveTo>
                  <a:pt x="333375" y="447675"/>
                </a:moveTo>
                <a:lnTo>
                  <a:pt x="352425" y="447675"/>
                </a:lnTo>
                <a:lnTo>
                  <a:pt x="352425" y="457200"/>
                </a:lnTo>
                <a:lnTo>
                  <a:pt x="342900" y="457200"/>
                </a:lnTo>
                <a:lnTo>
                  <a:pt x="342900" y="466725"/>
                </a:lnTo>
                <a:lnTo>
                  <a:pt x="333375" y="466725"/>
                </a:lnTo>
                <a:close/>
                <a:moveTo>
                  <a:pt x="295275" y="457200"/>
                </a:moveTo>
                <a:lnTo>
                  <a:pt x="304800" y="457200"/>
                </a:lnTo>
                <a:lnTo>
                  <a:pt x="304800" y="476250"/>
                </a:lnTo>
                <a:lnTo>
                  <a:pt x="295275" y="476250"/>
                </a:lnTo>
                <a:lnTo>
                  <a:pt x="295275" y="485775"/>
                </a:lnTo>
                <a:lnTo>
                  <a:pt x="285750" y="485775"/>
                </a:lnTo>
                <a:lnTo>
                  <a:pt x="285750" y="495300"/>
                </a:lnTo>
                <a:lnTo>
                  <a:pt x="276225" y="495300"/>
                </a:lnTo>
                <a:lnTo>
                  <a:pt x="276225" y="466725"/>
                </a:lnTo>
                <a:lnTo>
                  <a:pt x="295275" y="466725"/>
                </a:lnTo>
                <a:close/>
                <a:moveTo>
                  <a:pt x="400050" y="466725"/>
                </a:moveTo>
                <a:lnTo>
                  <a:pt x="419100" y="466725"/>
                </a:lnTo>
                <a:lnTo>
                  <a:pt x="419100" y="495300"/>
                </a:lnTo>
                <a:lnTo>
                  <a:pt x="409575" y="495300"/>
                </a:lnTo>
                <a:lnTo>
                  <a:pt x="409575" y="476250"/>
                </a:lnTo>
                <a:lnTo>
                  <a:pt x="400050" y="476250"/>
                </a:lnTo>
                <a:close/>
                <a:moveTo>
                  <a:pt x="476250" y="476250"/>
                </a:moveTo>
                <a:lnTo>
                  <a:pt x="485775" y="476250"/>
                </a:lnTo>
                <a:lnTo>
                  <a:pt x="485775" y="485775"/>
                </a:lnTo>
                <a:lnTo>
                  <a:pt x="495300" y="485775"/>
                </a:lnTo>
                <a:lnTo>
                  <a:pt x="495300" y="495300"/>
                </a:lnTo>
                <a:lnTo>
                  <a:pt x="476250" y="495300"/>
                </a:lnTo>
                <a:close/>
                <a:moveTo>
                  <a:pt x="1104900" y="523875"/>
                </a:moveTo>
                <a:lnTo>
                  <a:pt x="1114425" y="523875"/>
                </a:lnTo>
                <a:lnTo>
                  <a:pt x="1114425" y="533400"/>
                </a:lnTo>
                <a:lnTo>
                  <a:pt x="1104900" y="533400"/>
                </a:lnTo>
                <a:close/>
                <a:moveTo>
                  <a:pt x="981075" y="533400"/>
                </a:moveTo>
                <a:lnTo>
                  <a:pt x="990600" y="533400"/>
                </a:lnTo>
                <a:lnTo>
                  <a:pt x="990600" y="542925"/>
                </a:lnTo>
                <a:lnTo>
                  <a:pt x="981075" y="542925"/>
                </a:lnTo>
                <a:close/>
                <a:moveTo>
                  <a:pt x="971550" y="542925"/>
                </a:moveTo>
                <a:lnTo>
                  <a:pt x="981075" y="542925"/>
                </a:lnTo>
                <a:lnTo>
                  <a:pt x="981075" y="552450"/>
                </a:lnTo>
                <a:lnTo>
                  <a:pt x="971550" y="552450"/>
                </a:lnTo>
                <a:close/>
                <a:moveTo>
                  <a:pt x="1095375" y="542925"/>
                </a:moveTo>
                <a:lnTo>
                  <a:pt x="1104900" y="542925"/>
                </a:lnTo>
                <a:lnTo>
                  <a:pt x="1104900" y="552450"/>
                </a:lnTo>
                <a:lnTo>
                  <a:pt x="1095375" y="552450"/>
                </a:lnTo>
                <a:close/>
                <a:moveTo>
                  <a:pt x="962025" y="552450"/>
                </a:moveTo>
                <a:lnTo>
                  <a:pt x="971550" y="552450"/>
                </a:lnTo>
                <a:lnTo>
                  <a:pt x="971550" y="561975"/>
                </a:lnTo>
                <a:lnTo>
                  <a:pt x="962025" y="561975"/>
                </a:lnTo>
                <a:close/>
                <a:moveTo>
                  <a:pt x="628650" y="571500"/>
                </a:moveTo>
                <a:lnTo>
                  <a:pt x="638175" y="571500"/>
                </a:lnTo>
                <a:lnTo>
                  <a:pt x="638175" y="581025"/>
                </a:lnTo>
                <a:lnTo>
                  <a:pt x="647700" y="581025"/>
                </a:lnTo>
                <a:lnTo>
                  <a:pt x="647700" y="600075"/>
                </a:lnTo>
                <a:lnTo>
                  <a:pt x="628650" y="600075"/>
                </a:lnTo>
                <a:lnTo>
                  <a:pt x="628650" y="609600"/>
                </a:lnTo>
                <a:lnTo>
                  <a:pt x="619125" y="609600"/>
                </a:lnTo>
                <a:lnTo>
                  <a:pt x="619125" y="628650"/>
                </a:lnTo>
                <a:lnTo>
                  <a:pt x="609600" y="628650"/>
                </a:lnTo>
                <a:lnTo>
                  <a:pt x="609600" y="666750"/>
                </a:lnTo>
                <a:lnTo>
                  <a:pt x="590550" y="666750"/>
                </a:lnTo>
                <a:lnTo>
                  <a:pt x="590550" y="685800"/>
                </a:lnTo>
                <a:lnTo>
                  <a:pt x="609600" y="685800"/>
                </a:lnTo>
                <a:lnTo>
                  <a:pt x="609600" y="676275"/>
                </a:lnTo>
                <a:lnTo>
                  <a:pt x="619125" y="676275"/>
                </a:lnTo>
                <a:lnTo>
                  <a:pt x="619125" y="685800"/>
                </a:lnTo>
                <a:lnTo>
                  <a:pt x="609600" y="685800"/>
                </a:lnTo>
                <a:lnTo>
                  <a:pt x="609600" y="723900"/>
                </a:lnTo>
                <a:lnTo>
                  <a:pt x="590550" y="723900"/>
                </a:lnTo>
                <a:lnTo>
                  <a:pt x="590550" y="714375"/>
                </a:lnTo>
                <a:lnTo>
                  <a:pt x="581025" y="714375"/>
                </a:lnTo>
                <a:lnTo>
                  <a:pt x="581025" y="685800"/>
                </a:lnTo>
                <a:lnTo>
                  <a:pt x="571500" y="685800"/>
                </a:lnTo>
                <a:lnTo>
                  <a:pt x="571500" y="666750"/>
                </a:lnTo>
                <a:lnTo>
                  <a:pt x="581025" y="666750"/>
                </a:lnTo>
                <a:lnTo>
                  <a:pt x="581025" y="657225"/>
                </a:lnTo>
                <a:lnTo>
                  <a:pt x="590550" y="657225"/>
                </a:lnTo>
                <a:lnTo>
                  <a:pt x="590550" y="647700"/>
                </a:lnTo>
                <a:lnTo>
                  <a:pt x="581025" y="647700"/>
                </a:lnTo>
                <a:lnTo>
                  <a:pt x="581025" y="609600"/>
                </a:lnTo>
                <a:lnTo>
                  <a:pt x="561975" y="609600"/>
                </a:lnTo>
                <a:lnTo>
                  <a:pt x="561975" y="600075"/>
                </a:lnTo>
                <a:lnTo>
                  <a:pt x="600075" y="600075"/>
                </a:lnTo>
                <a:lnTo>
                  <a:pt x="600075" y="590550"/>
                </a:lnTo>
                <a:lnTo>
                  <a:pt x="609600" y="590550"/>
                </a:lnTo>
                <a:lnTo>
                  <a:pt x="609600" y="581025"/>
                </a:lnTo>
                <a:lnTo>
                  <a:pt x="628650" y="581025"/>
                </a:lnTo>
                <a:close/>
                <a:moveTo>
                  <a:pt x="895350" y="571500"/>
                </a:moveTo>
                <a:lnTo>
                  <a:pt x="904875" y="571500"/>
                </a:lnTo>
                <a:lnTo>
                  <a:pt x="904875" y="581025"/>
                </a:lnTo>
                <a:lnTo>
                  <a:pt x="895350" y="581025"/>
                </a:lnTo>
                <a:close/>
                <a:moveTo>
                  <a:pt x="1866900" y="571500"/>
                </a:moveTo>
                <a:lnTo>
                  <a:pt x="1876425" y="571500"/>
                </a:lnTo>
                <a:lnTo>
                  <a:pt x="1876425" y="581025"/>
                </a:lnTo>
                <a:lnTo>
                  <a:pt x="1866900" y="581025"/>
                </a:lnTo>
                <a:close/>
                <a:moveTo>
                  <a:pt x="1247775" y="581025"/>
                </a:moveTo>
                <a:lnTo>
                  <a:pt x="1257300" y="581025"/>
                </a:lnTo>
                <a:lnTo>
                  <a:pt x="1257300" y="600075"/>
                </a:lnTo>
                <a:lnTo>
                  <a:pt x="1266825" y="600075"/>
                </a:lnTo>
                <a:lnTo>
                  <a:pt x="1266825" y="609600"/>
                </a:lnTo>
                <a:lnTo>
                  <a:pt x="1276350" y="609600"/>
                </a:lnTo>
                <a:lnTo>
                  <a:pt x="1276350" y="619125"/>
                </a:lnTo>
                <a:lnTo>
                  <a:pt x="1266825" y="619125"/>
                </a:lnTo>
                <a:lnTo>
                  <a:pt x="1266825" y="628650"/>
                </a:lnTo>
                <a:lnTo>
                  <a:pt x="1257300" y="628650"/>
                </a:lnTo>
                <a:lnTo>
                  <a:pt x="1257300" y="638175"/>
                </a:lnTo>
                <a:lnTo>
                  <a:pt x="1238250" y="638175"/>
                </a:lnTo>
                <a:lnTo>
                  <a:pt x="1238250" y="628650"/>
                </a:lnTo>
                <a:lnTo>
                  <a:pt x="1228725" y="628650"/>
                </a:lnTo>
                <a:lnTo>
                  <a:pt x="1228725" y="619125"/>
                </a:lnTo>
                <a:lnTo>
                  <a:pt x="1238250" y="619125"/>
                </a:lnTo>
                <a:lnTo>
                  <a:pt x="1238250" y="600075"/>
                </a:lnTo>
                <a:lnTo>
                  <a:pt x="1247775" y="600075"/>
                </a:lnTo>
                <a:close/>
                <a:moveTo>
                  <a:pt x="866775" y="590550"/>
                </a:moveTo>
                <a:lnTo>
                  <a:pt x="876300" y="590550"/>
                </a:lnTo>
                <a:lnTo>
                  <a:pt x="876300" y="600075"/>
                </a:lnTo>
                <a:lnTo>
                  <a:pt x="866775" y="600075"/>
                </a:lnTo>
                <a:close/>
                <a:moveTo>
                  <a:pt x="857250" y="600075"/>
                </a:moveTo>
                <a:lnTo>
                  <a:pt x="866775" y="600075"/>
                </a:lnTo>
                <a:lnTo>
                  <a:pt x="866775" y="609600"/>
                </a:lnTo>
                <a:lnTo>
                  <a:pt x="857250" y="609600"/>
                </a:lnTo>
                <a:close/>
                <a:moveTo>
                  <a:pt x="1000125" y="600075"/>
                </a:moveTo>
                <a:lnTo>
                  <a:pt x="1009650" y="600075"/>
                </a:lnTo>
                <a:lnTo>
                  <a:pt x="1009650" y="628650"/>
                </a:lnTo>
                <a:lnTo>
                  <a:pt x="1000125" y="628650"/>
                </a:lnTo>
                <a:close/>
                <a:moveTo>
                  <a:pt x="200025" y="619125"/>
                </a:moveTo>
                <a:lnTo>
                  <a:pt x="209550" y="619125"/>
                </a:lnTo>
                <a:lnTo>
                  <a:pt x="209550" y="647700"/>
                </a:lnTo>
                <a:lnTo>
                  <a:pt x="219075" y="647700"/>
                </a:lnTo>
                <a:lnTo>
                  <a:pt x="219075" y="657225"/>
                </a:lnTo>
                <a:lnTo>
                  <a:pt x="276225" y="657225"/>
                </a:lnTo>
                <a:lnTo>
                  <a:pt x="276225" y="666750"/>
                </a:lnTo>
                <a:lnTo>
                  <a:pt x="266700" y="666750"/>
                </a:lnTo>
                <a:lnTo>
                  <a:pt x="266700" y="676275"/>
                </a:lnTo>
                <a:lnTo>
                  <a:pt x="257175" y="676275"/>
                </a:lnTo>
                <a:lnTo>
                  <a:pt x="257175" y="685800"/>
                </a:lnTo>
                <a:lnTo>
                  <a:pt x="247650" y="685800"/>
                </a:lnTo>
                <a:lnTo>
                  <a:pt x="247650" y="695325"/>
                </a:lnTo>
                <a:lnTo>
                  <a:pt x="238125" y="695325"/>
                </a:lnTo>
                <a:lnTo>
                  <a:pt x="238125" y="704850"/>
                </a:lnTo>
                <a:lnTo>
                  <a:pt x="200025" y="704850"/>
                </a:lnTo>
                <a:lnTo>
                  <a:pt x="200025" y="695325"/>
                </a:lnTo>
                <a:lnTo>
                  <a:pt x="190500" y="695325"/>
                </a:lnTo>
                <a:lnTo>
                  <a:pt x="190500" y="685800"/>
                </a:lnTo>
                <a:lnTo>
                  <a:pt x="180975" y="685800"/>
                </a:lnTo>
                <a:lnTo>
                  <a:pt x="180975" y="676275"/>
                </a:lnTo>
                <a:lnTo>
                  <a:pt x="171450" y="676275"/>
                </a:lnTo>
                <a:lnTo>
                  <a:pt x="171450" y="666750"/>
                </a:lnTo>
                <a:lnTo>
                  <a:pt x="190500" y="666750"/>
                </a:lnTo>
                <a:lnTo>
                  <a:pt x="190500" y="628650"/>
                </a:lnTo>
                <a:lnTo>
                  <a:pt x="200025" y="628650"/>
                </a:lnTo>
                <a:close/>
                <a:moveTo>
                  <a:pt x="238125" y="619125"/>
                </a:moveTo>
                <a:lnTo>
                  <a:pt x="247650" y="619125"/>
                </a:lnTo>
                <a:lnTo>
                  <a:pt x="247650" y="628650"/>
                </a:lnTo>
                <a:lnTo>
                  <a:pt x="238125" y="628650"/>
                </a:lnTo>
                <a:close/>
                <a:moveTo>
                  <a:pt x="142875" y="638175"/>
                </a:moveTo>
                <a:lnTo>
                  <a:pt x="152400" y="638175"/>
                </a:lnTo>
                <a:lnTo>
                  <a:pt x="152400" y="666750"/>
                </a:lnTo>
                <a:lnTo>
                  <a:pt x="133350" y="666750"/>
                </a:lnTo>
                <a:lnTo>
                  <a:pt x="133350" y="657225"/>
                </a:lnTo>
                <a:lnTo>
                  <a:pt x="142875" y="657225"/>
                </a:lnTo>
                <a:close/>
                <a:moveTo>
                  <a:pt x="790575" y="638175"/>
                </a:moveTo>
                <a:lnTo>
                  <a:pt x="800100" y="638175"/>
                </a:lnTo>
                <a:lnTo>
                  <a:pt x="800100" y="647700"/>
                </a:lnTo>
                <a:lnTo>
                  <a:pt x="790575" y="647700"/>
                </a:lnTo>
                <a:close/>
                <a:moveTo>
                  <a:pt x="1028700" y="657225"/>
                </a:moveTo>
                <a:lnTo>
                  <a:pt x="1038225" y="657225"/>
                </a:lnTo>
                <a:lnTo>
                  <a:pt x="1038225" y="666750"/>
                </a:lnTo>
                <a:lnTo>
                  <a:pt x="1028700" y="666750"/>
                </a:lnTo>
                <a:close/>
                <a:moveTo>
                  <a:pt x="266700" y="676275"/>
                </a:moveTo>
                <a:lnTo>
                  <a:pt x="276225" y="676275"/>
                </a:lnTo>
                <a:lnTo>
                  <a:pt x="276225" y="685800"/>
                </a:lnTo>
                <a:lnTo>
                  <a:pt x="266700" y="685800"/>
                </a:lnTo>
                <a:close/>
                <a:moveTo>
                  <a:pt x="1933575" y="685800"/>
                </a:moveTo>
                <a:lnTo>
                  <a:pt x="1943100" y="685800"/>
                </a:lnTo>
                <a:lnTo>
                  <a:pt x="1943100" y="695325"/>
                </a:lnTo>
                <a:lnTo>
                  <a:pt x="1933575" y="695325"/>
                </a:lnTo>
                <a:close/>
                <a:moveTo>
                  <a:pt x="266700" y="695325"/>
                </a:moveTo>
                <a:lnTo>
                  <a:pt x="285750" y="695325"/>
                </a:lnTo>
                <a:lnTo>
                  <a:pt x="285750" y="704850"/>
                </a:lnTo>
                <a:lnTo>
                  <a:pt x="266700" y="704850"/>
                </a:lnTo>
                <a:close/>
                <a:moveTo>
                  <a:pt x="1200150" y="723900"/>
                </a:moveTo>
                <a:lnTo>
                  <a:pt x="1209675" y="723900"/>
                </a:lnTo>
                <a:lnTo>
                  <a:pt x="1209675" y="742950"/>
                </a:lnTo>
                <a:lnTo>
                  <a:pt x="1200150" y="742950"/>
                </a:lnTo>
                <a:close/>
                <a:moveTo>
                  <a:pt x="1933575" y="723900"/>
                </a:moveTo>
                <a:lnTo>
                  <a:pt x="1952625" y="723900"/>
                </a:lnTo>
                <a:lnTo>
                  <a:pt x="1952625" y="733425"/>
                </a:lnTo>
                <a:lnTo>
                  <a:pt x="1933575" y="733425"/>
                </a:lnTo>
                <a:close/>
                <a:moveTo>
                  <a:pt x="609600" y="733425"/>
                </a:moveTo>
                <a:lnTo>
                  <a:pt x="619125" y="733425"/>
                </a:lnTo>
                <a:lnTo>
                  <a:pt x="619125" y="742950"/>
                </a:lnTo>
                <a:lnTo>
                  <a:pt x="638175" y="742950"/>
                </a:lnTo>
                <a:lnTo>
                  <a:pt x="638175" y="733425"/>
                </a:lnTo>
                <a:lnTo>
                  <a:pt x="647700" y="733425"/>
                </a:lnTo>
                <a:lnTo>
                  <a:pt x="647700" y="742950"/>
                </a:lnTo>
                <a:lnTo>
                  <a:pt x="638175" y="742950"/>
                </a:lnTo>
                <a:lnTo>
                  <a:pt x="638175" y="752475"/>
                </a:lnTo>
                <a:lnTo>
                  <a:pt x="609600" y="752475"/>
                </a:lnTo>
                <a:close/>
                <a:moveTo>
                  <a:pt x="1914525" y="733425"/>
                </a:moveTo>
                <a:lnTo>
                  <a:pt x="1924050" y="733425"/>
                </a:lnTo>
                <a:lnTo>
                  <a:pt x="1924050" y="742950"/>
                </a:lnTo>
                <a:lnTo>
                  <a:pt x="1914525" y="742950"/>
                </a:lnTo>
                <a:close/>
                <a:moveTo>
                  <a:pt x="161925" y="752475"/>
                </a:moveTo>
                <a:lnTo>
                  <a:pt x="171450" y="752475"/>
                </a:lnTo>
                <a:lnTo>
                  <a:pt x="171450" y="762000"/>
                </a:lnTo>
                <a:lnTo>
                  <a:pt x="180975" y="762000"/>
                </a:lnTo>
                <a:lnTo>
                  <a:pt x="180975" y="771525"/>
                </a:lnTo>
                <a:lnTo>
                  <a:pt x="161925" y="771525"/>
                </a:lnTo>
                <a:close/>
                <a:moveTo>
                  <a:pt x="200025" y="752475"/>
                </a:moveTo>
                <a:lnTo>
                  <a:pt x="209550" y="752475"/>
                </a:lnTo>
                <a:lnTo>
                  <a:pt x="209550" y="762000"/>
                </a:lnTo>
                <a:lnTo>
                  <a:pt x="219075" y="762000"/>
                </a:lnTo>
                <a:lnTo>
                  <a:pt x="219075" y="771525"/>
                </a:lnTo>
                <a:lnTo>
                  <a:pt x="200025" y="771525"/>
                </a:lnTo>
                <a:close/>
                <a:moveTo>
                  <a:pt x="504825" y="790575"/>
                </a:moveTo>
                <a:lnTo>
                  <a:pt x="514350" y="790575"/>
                </a:lnTo>
                <a:lnTo>
                  <a:pt x="514350" y="809625"/>
                </a:lnTo>
                <a:lnTo>
                  <a:pt x="504825" y="809625"/>
                </a:lnTo>
                <a:close/>
                <a:moveTo>
                  <a:pt x="523875" y="790575"/>
                </a:moveTo>
                <a:lnTo>
                  <a:pt x="533400" y="790575"/>
                </a:lnTo>
                <a:lnTo>
                  <a:pt x="533400" y="809625"/>
                </a:lnTo>
                <a:lnTo>
                  <a:pt x="523875" y="809625"/>
                </a:lnTo>
                <a:close/>
                <a:moveTo>
                  <a:pt x="714375" y="800100"/>
                </a:moveTo>
                <a:lnTo>
                  <a:pt x="733425" y="800100"/>
                </a:lnTo>
                <a:lnTo>
                  <a:pt x="733425" y="809625"/>
                </a:lnTo>
                <a:lnTo>
                  <a:pt x="723900" y="809625"/>
                </a:lnTo>
                <a:lnTo>
                  <a:pt x="723900" y="819150"/>
                </a:lnTo>
                <a:lnTo>
                  <a:pt x="714375" y="819150"/>
                </a:lnTo>
                <a:close/>
                <a:moveTo>
                  <a:pt x="1952625" y="800100"/>
                </a:moveTo>
                <a:lnTo>
                  <a:pt x="1962150" y="800100"/>
                </a:lnTo>
                <a:lnTo>
                  <a:pt x="1962150" y="838200"/>
                </a:lnTo>
                <a:lnTo>
                  <a:pt x="1971675" y="838200"/>
                </a:lnTo>
                <a:lnTo>
                  <a:pt x="1971675" y="847725"/>
                </a:lnTo>
                <a:lnTo>
                  <a:pt x="1943100" y="847725"/>
                </a:lnTo>
                <a:lnTo>
                  <a:pt x="1943100" y="819150"/>
                </a:lnTo>
                <a:lnTo>
                  <a:pt x="1952625" y="819150"/>
                </a:lnTo>
                <a:close/>
                <a:moveTo>
                  <a:pt x="571500" y="819150"/>
                </a:moveTo>
                <a:lnTo>
                  <a:pt x="590550" y="819150"/>
                </a:lnTo>
                <a:lnTo>
                  <a:pt x="590550" y="828675"/>
                </a:lnTo>
                <a:lnTo>
                  <a:pt x="571500" y="828675"/>
                </a:lnTo>
                <a:close/>
                <a:moveTo>
                  <a:pt x="1123950" y="838200"/>
                </a:moveTo>
                <a:lnTo>
                  <a:pt x="1133475" y="838200"/>
                </a:lnTo>
                <a:lnTo>
                  <a:pt x="1133475" y="847725"/>
                </a:lnTo>
                <a:lnTo>
                  <a:pt x="1123950" y="847725"/>
                </a:lnTo>
                <a:close/>
                <a:moveTo>
                  <a:pt x="504825" y="847725"/>
                </a:moveTo>
                <a:lnTo>
                  <a:pt x="514350" y="847725"/>
                </a:lnTo>
                <a:lnTo>
                  <a:pt x="514350" y="857250"/>
                </a:lnTo>
                <a:lnTo>
                  <a:pt x="561975" y="857250"/>
                </a:lnTo>
                <a:lnTo>
                  <a:pt x="561975" y="866775"/>
                </a:lnTo>
                <a:lnTo>
                  <a:pt x="600075" y="866775"/>
                </a:lnTo>
                <a:lnTo>
                  <a:pt x="600075" y="885825"/>
                </a:lnTo>
                <a:lnTo>
                  <a:pt x="581025" y="885825"/>
                </a:lnTo>
                <a:lnTo>
                  <a:pt x="581025" y="895350"/>
                </a:lnTo>
                <a:lnTo>
                  <a:pt x="542925" y="895350"/>
                </a:lnTo>
                <a:lnTo>
                  <a:pt x="542925" y="876300"/>
                </a:lnTo>
                <a:lnTo>
                  <a:pt x="533400" y="876300"/>
                </a:lnTo>
                <a:lnTo>
                  <a:pt x="533400" y="895350"/>
                </a:lnTo>
                <a:lnTo>
                  <a:pt x="523875" y="895350"/>
                </a:lnTo>
                <a:lnTo>
                  <a:pt x="523875" y="885825"/>
                </a:lnTo>
                <a:lnTo>
                  <a:pt x="504825" y="885825"/>
                </a:lnTo>
                <a:close/>
                <a:moveTo>
                  <a:pt x="1247775" y="866775"/>
                </a:moveTo>
                <a:lnTo>
                  <a:pt x="1257300" y="866775"/>
                </a:lnTo>
                <a:lnTo>
                  <a:pt x="1257300" y="876300"/>
                </a:lnTo>
                <a:lnTo>
                  <a:pt x="1247775" y="876300"/>
                </a:lnTo>
                <a:close/>
                <a:moveTo>
                  <a:pt x="485775" y="895350"/>
                </a:moveTo>
                <a:lnTo>
                  <a:pt x="495300" y="895350"/>
                </a:lnTo>
                <a:lnTo>
                  <a:pt x="495300" y="904875"/>
                </a:lnTo>
                <a:lnTo>
                  <a:pt x="485775" y="904875"/>
                </a:lnTo>
                <a:close/>
                <a:moveTo>
                  <a:pt x="533400" y="895350"/>
                </a:moveTo>
                <a:lnTo>
                  <a:pt x="542925" y="895350"/>
                </a:lnTo>
                <a:lnTo>
                  <a:pt x="542925" y="904875"/>
                </a:lnTo>
                <a:lnTo>
                  <a:pt x="533400" y="904875"/>
                </a:lnTo>
                <a:close/>
                <a:moveTo>
                  <a:pt x="495300" y="904875"/>
                </a:moveTo>
                <a:lnTo>
                  <a:pt x="514350" y="904875"/>
                </a:lnTo>
                <a:lnTo>
                  <a:pt x="514350" y="914400"/>
                </a:lnTo>
                <a:lnTo>
                  <a:pt x="523875" y="914400"/>
                </a:lnTo>
                <a:lnTo>
                  <a:pt x="523875" y="923925"/>
                </a:lnTo>
                <a:lnTo>
                  <a:pt x="514350" y="923925"/>
                </a:lnTo>
                <a:lnTo>
                  <a:pt x="514350" y="933450"/>
                </a:lnTo>
                <a:lnTo>
                  <a:pt x="504825" y="933450"/>
                </a:lnTo>
                <a:lnTo>
                  <a:pt x="504825" y="914400"/>
                </a:lnTo>
                <a:lnTo>
                  <a:pt x="495300" y="914400"/>
                </a:lnTo>
                <a:close/>
                <a:moveTo>
                  <a:pt x="1314450" y="904875"/>
                </a:moveTo>
                <a:lnTo>
                  <a:pt x="1333500" y="904875"/>
                </a:lnTo>
                <a:lnTo>
                  <a:pt x="1333500" y="942975"/>
                </a:lnTo>
                <a:lnTo>
                  <a:pt x="1323975" y="942975"/>
                </a:lnTo>
                <a:lnTo>
                  <a:pt x="1323975" y="933450"/>
                </a:lnTo>
                <a:lnTo>
                  <a:pt x="1314450" y="933450"/>
                </a:lnTo>
                <a:close/>
                <a:moveTo>
                  <a:pt x="152400" y="971550"/>
                </a:moveTo>
                <a:lnTo>
                  <a:pt x="161925" y="971550"/>
                </a:lnTo>
                <a:lnTo>
                  <a:pt x="161925" y="981075"/>
                </a:lnTo>
                <a:lnTo>
                  <a:pt x="171450" y="981075"/>
                </a:lnTo>
                <a:lnTo>
                  <a:pt x="171450" y="990600"/>
                </a:lnTo>
                <a:lnTo>
                  <a:pt x="180975" y="990600"/>
                </a:lnTo>
                <a:lnTo>
                  <a:pt x="180975" y="1000125"/>
                </a:lnTo>
                <a:lnTo>
                  <a:pt x="152400" y="1000125"/>
                </a:lnTo>
                <a:close/>
                <a:moveTo>
                  <a:pt x="76200" y="990600"/>
                </a:moveTo>
                <a:lnTo>
                  <a:pt x="85725" y="990600"/>
                </a:lnTo>
                <a:lnTo>
                  <a:pt x="85725" y="1000125"/>
                </a:lnTo>
                <a:lnTo>
                  <a:pt x="76200" y="1000125"/>
                </a:lnTo>
                <a:close/>
                <a:moveTo>
                  <a:pt x="152400" y="1009650"/>
                </a:moveTo>
                <a:lnTo>
                  <a:pt x="171450" y="1009650"/>
                </a:lnTo>
                <a:lnTo>
                  <a:pt x="171450" y="1019175"/>
                </a:lnTo>
                <a:lnTo>
                  <a:pt x="152400" y="1019175"/>
                </a:lnTo>
                <a:close/>
                <a:moveTo>
                  <a:pt x="276225" y="1019175"/>
                </a:moveTo>
                <a:lnTo>
                  <a:pt x="285750" y="1019175"/>
                </a:lnTo>
                <a:lnTo>
                  <a:pt x="285750" y="1028700"/>
                </a:lnTo>
                <a:lnTo>
                  <a:pt x="276225" y="1028700"/>
                </a:lnTo>
                <a:close/>
                <a:moveTo>
                  <a:pt x="333375" y="1028700"/>
                </a:moveTo>
                <a:lnTo>
                  <a:pt x="342900" y="1028700"/>
                </a:lnTo>
                <a:lnTo>
                  <a:pt x="342900" y="1038225"/>
                </a:lnTo>
                <a:lnTo>
                  <a:pt x="333375" y="1038225"/>
                </a:lnTo>
                <a:close/>
                <a:moveTo>
                  <a:pt x="295275" y="1038225"/>
                </a:moveTo>
                <a:lnTo>
                  <a:pt x="304800" y="1038225"/>
                </a:lnTo>
                <a:lnTo>
                  <a:pt x="304800" y="1057275"/>
                </a:lnTo>
                <a:lnTo>
                  <a:pt x="295275" y="1057275"/>
                </a:lnTo>
                <a:close/>
                <a:moveTo>
                  <a:pt x="171450" y="1057275"/>
                </a:moveTo>
                <a:lnTo>
                  <a:pt x="180975" y="1057275"/>
                </a:lnTo>
                <a:lnTo>
                  <a:pt x="180975" y="1066800"/>
                </a:lnTo>
                <a:lnTo>
                  <a:pt x="171450" y="1066800"/>
                </a:lnTo>
                <a:close/>
                <a:moveTo>
                  <a:pt x="190500" y="1057275"/>
                </a:moveTo>
                <a:lnTo>
                  <a:pt x="200025" y="1057275"/>
                </a:lnTo>
                <a:lnTo>
                  <a:pt x="200025" y="1066800"/>
                </a:lnTo>
                <a:lnTo>
                  <a:pt x="190500" y="1066800"/>
                </a:lnTo>
                <a:close/>
                <a:moveTo>
                  <a:pt x="314325" y="1057275"/>
                </a:moveTo>
                <a:lnTo>
                  <a:pt x="323850" y="1057275"/>
                </a:lnTo>
                <a:lnTo>
                  <a:pt x="323850" y="1066800"/>
                </a:lnTo>
                <a:lnTo>
                  <a:pt x="314325" y="1066800"/>
                </a:lnTo>
                <a:close/>
                <a:moveTo>
                  <a:pt x="333375" y="1066800"/>
                </a:moveTo>
                <a:lnTo>
                  <a:pt x="342900" y="1066800"/>
                </a:lnTo>
                <a:lnTo>
                  <a:pt x="342900" y="1085850"/>
                </a:lnTo>
                <a:lnTo>
                  <a:pt x="352425" y="1085850"/>
                </a:lnTo>
                <a:lnTo>
                  <a:pt x="352425" y="1076325"/>
                </a:lnTo>
                <a:lnTo>
                  <a:pt x="390525" y="1076325"/>
                </a:lnTo>
                <a:lnTo>
                  <a:pt x="390525" y="1085850"/>
                </a:lnTo>
                <a:lnTo>
                  <a:pt x="409575" y="1085850"/>
                </a:lnTo>
                <a:lnTo>
                  <a:pt x="409575" y="1104900"/>
                </a:lnTo>
                <a:lnTo>
                  <a:pt x="428625" y="1104900"/>
                </a:lnTo>
                <a:lnTo>
                  <a:pt x="428625" y="1095375"/>
                </a:lnTo>
                <a:lnTo>
                  <a:pt x="419100" y="1095375"/>
                </a:lnTo>
                <a:lnTo>
                  <a:pt x="419100" y="1076325"/>
                </a:lnTo>
                <a:lnTo>
                  <a:pt x="428625" y="1076325"/>
                </a:lnTo>
                <a:lnTo>
                  <a:pt x="428625" y="1085850"/>
                </a:lnTo>
                <a:lnTo>
                  <a:pt x="438150" y="1085850"/>
                </a:lnTo>
                <a:lnTo>
                  <a:pt x="438150" y="1076325"/>
                </a:lnTo>
                <a:lnTo>
                  <a:pt x="447675" y="1076325"/>
                </a:lnTo>
                <a:lnTo>
                  <a:pt x="447675" y="1104900"/>
                </a:lnTo>
                <a:lnTo>
                  <a:pt x="428625" y="1104900"/>
                </a:lnTo>
                <a:lnTo>
                  <a:pt x="428625" y="1114425"/>
                </a:lnTo>
                <a:lnTo>
                  <a:pt x="419100" y="1114425"/>
                </a:lnTo>
                <a:lnTo>
                  <a:pt x="419100" y="1143000"/>
                </a:lnTo>
                <a:lnTo>
                  <a:pt x="400050" y="1143000"/>
                </a:lnTo>
                <a:lnTo>
                  <a:pt x="400050" y="1181100"/>
                </a:lnTo>
                <a:lnTo>
                  <a:pt x="409575" y="1181100"/>
                </a:lnTo>
                <a:lnTo>
                  <a:pt x="409575" y="1200150"/>
                </a:lnTo>
                <a:lnTo>
                  <a:pt x="381000" y="1200150"/>
                </a:lnTo>
                <a:lnTo>
                  <a:pt x="381000" y="1171575"/>
                </a:lnTo>
                <a:lnTo>
                  <a:pt x="361950" y="1171575"/>
                </a:lnTo>
                <a:lnTo>
                  <a:pt x="361950" y="1190625"/>
                </a:lnTo>
                <a:lnTo>
                  <a:pt x="342900" y="1190625"/>
                </a:lnTo>
                <a:lnTo>
                  <a:pt x="342900" y="1162050"/>
                </a:lnTo>
                <a:lnTo>
                  <a:pt x="333375" y="1162050"/>
                </a:lnTo>
                <a:lnTo>
                  <a:pt x="333375" y="1152525"/>
                </a:lnTo>
                <a:lnTo>
                  <a:pt x="304800" y="1152525"/>
                </a:lnTo>
                <a:lnTo>
                  <a:pt x="304800" y="1171575"/>
                </a:lnTo>
                <a:lnTo>
                  <a:pt x="295275" y="1171575"/>
                </a:lnTo>
                <a:lnTo>
                  <a:pt x="295275" y="1162050"/>
                </a:lnTo>
                <a:lnTo>
                  <a:pt x="285750" y="1162050"/>
                </a:lnTo>
                <a:lnTo>
                  <a:pt x="285750" y="1143000"/>
                </a:lnTo>
                <a:lnTo>
                  <a:pt x="266700" y="1143000"/>
                </a:lnTo>
                <a:lnTo>
                  <a:pt x="266700" y="1123950"/>
                </a:lnTo>
                <a:lnTo>
                  <a:pt x="276225" y="1123950"/>
                </a:lnTo>
                <a:lnTo>
                  <a:pt x="276225" y="1133475"/>
                </a:lnTo>
                <a:lnTo>
                  <a:pt x="323850" y="1133475"/>
                </a:lnTo>
                <a:lnTo>
                  <a:pt x="323850" y="1114425"/>
                </a:lnTo>
                <a:lnTo>
                  <a:pt x="285750" y="1114425"/>
                </a:lnTo>
                <a:lnTo>
                  <a:pt x="285750" y="1104900"/>
                </a:lnTo>
                <a:lnTo>
                  <a:pt x="295275" y="1104900"/>
                </a:lnTo>
                <a:lnTo>
                  <a:pt x="295275" y="1095375"/>
                </a:lnTo>
                <a:lnTo>
                  <a:pt x="304800" y="1095375"/>
                </a:lnTo>
                <a:lnTo>
                  <a:pt x="304800" y="1104900"/>
                </a:lnTo>
                <a:lnTo>
                  <a:pt x="314325" y="1104900"/>
                </a:lnTo>
                <a:lnTo>
                  <a:pt x="314325" y="1085850"/>
                </a:lnTo>
                <a:lnTo>
                  <a:pt x="323850" y="1085850"/>
                </a:lnTo>
                <a:lnTo>
                  <a:pt x="323850" y="1076325"/>
                </a:lnTo>
                <a:lnTo>
                  <a:pt x="333375" y="1076325"/>
                </a:lnTo>
                <a:close/>
                <a:moveTo>
                  <a:pt x="1400175" y="1066800"/>
                </a:moveTo>
                <a:lnTo>
                  <a:pt x="1409700" y="1066800"/>
                </a:lnTo>
                <a:lnTo>
                  <a:pt x="1409700" y="1076325"/>
                </a:lnTo>
                <a:lnTo>
                  <a:pt x="1400175" y="1076325"/>
                </a:lnTo>
                <a:close/>
                <a:moveTo>
                  <a:pt x="247650" y="1085850"/>
                </a:moveTo>
                <a:lnTo>
                  <a:pt x="266700" y="1085850"/>
                </a:lnTo>
                <a:lnTo>
                  <a:pt x="266700" y="1104900"/>
                </a:lnTo>
                <a:lnTo>
                  <a:pt x="247650" y="1104900"/>
                </a:lnTo>
                <a:close/>
                <a:moveTo>
                  <a:pt x="457200" y="1085850"/>
                </a:moveTo>
                <a:lnTo>
                  <a:pt x="466725" y="1085850"/>
                </a:lnTo>
                <a:lnTo>
                  <a:pt x="466725" y="1095375"/>
                </a:lnTo>
                <a:lnTo>
                  <a:pt x="457200" y="1095375"/>
                </a:lnTo>
                <a:close/>
                <a:moveTo>
                  <a:pt x="352425" y="1095375"/>
                </a:moveTo>
                <a:lnTo>
                  <a:pt x="342900" y="1095375"/>
                </a:lnTo>
                <a:lnTo>
                  <a:pt x="342900" y="1104900"/>
                </a:lnTo>
                <a:lnTo>
                  <a:pt x="352425" y="1104900"/>
                </a:lnTo>
                <a:close/>
                <a:moveTo>
                  <a:pt x="352425" y="1095375"/>
                </a:moveTo>
                <a:lnTo>
                  <a:pt x="361950" y="1095375"/>
                </a:lnTo>
                <a:lnTo>
                  <a:pt x="361950" y="1085850"/>
                </a:lnTo>
                <a:lnTo>
                  <a:pt x="352425" y="1085850"/>
                </a:lnTo>
                <a:close/>
                <a:moveTo>
                  <a:pt x="1438275" y="1123950"/>
                </a:moveTo>
                <a:lnTo>
                  <a:pt x="1447800" y="1123950"/>
                </a:lnTo>
                <a:lnTo>
                  <a:pt x="1447800" y="1143000"/>
                </a:lnTo>
                <a:lnTo>
                  <a:pt x="1438275" y="1143000"/>
                </a:lnTo>
                <a:close/>
                <a:moveTo>
                  <a:pt x="190500" y="1133475"/>
                </a:moveTo>
                <a:lnTo>
                  <a:pt x="200025" y="1133475"/>
                </a:lnTo>
                <a:lnTo>
                  <a:pt x="200025" y="1143000"/>
                </a:lnTo>
                <a:lnTo>
                  <a:pt x="190500" y="1143000"/>
                </a:lnTo>
                <a:close/>
                <a:moveTo>
                  <a:pt x="76200" y="1143000"/>
                </a:moveTo>
                <a:lnTo>
                  <a:pt x="95250" y="1143000"/>
                </a:lnTo>
                <a:lnTo>
                  <a:pt x="95250" y="1152525"/>
                </a:lnTo>
                <a:lnTo>
                  <a:pt x="76200" y="1152525"/>
                </a:lnTo>
                <a:close/>
                <a:moveTo>
                  <a:pt x="1447800" y="1143000"/>
                </a:moveTo>
                <a:lnTo>
                  <a:pt x="1457325" y="1143000"/>
                </a:lnTo>
                <a:lnTo>
                  <a:pt x="1457325" y="1152525"/>
                </a:lnTo>
                <a:lnTo>
                  <a:pt x="1447800" y="1152525"/>
                </a:lnTo>
                <a:close/>
                <a:moveTo>
                  <a:pt x="381000" y="1152525"/>
                </a:moveTo>
                <a:lnTo>
                  <a:pt x="361950" y="1152525"/>
                </a:lnTo>
                <a:lnTo>
                  <a:pt x="361950" y="1162050"/>
                </a:lnTo>
                <a:lnTo>
                  <a:pt x="381000" y="1162050"/>
                </a:lnTo>
                <a:close/>
                <a:moveTo>
                  <a:pt x="381000" y="1152525"/>
                </a:moveTo>
                <a:lnTo>
                  <a:pt x="390525" y="1152525"/>
                </a:lnTo>
                <a:lnTo>
                  <a:pt x="390525" y="1143000"/>
                </a:lnTo>
                <a:lnTo>
                  <a:pt x="381000" y="1143000"/>
                </a:lnTo>
                <a:close/>
                <a:moveTo>
                  <a:pt x="85725" y="1162050"/>
                </a:moveTo>
                <a:lnTo>
                  <a:pt x="95250" y="1162050"/>
                </a:lnTo>
                <a:lnTo>
                  <a:pt x="95250" y="1171575"/>
                </a:lnTo>
                <a:lnTo>
                  <a:pt x="114300" y="1171575"/>
                </a:lnTo>
                <a:lnTo>
                  <a:pt x="114300" y="1181100"/>
                </a:lnTo>
                <a:lnTo>
                  <a:pt x="104775" y="1181100"/>
                </a:lnTo>
                <a:lnTo>
                  <a:pt x="104775" y="1200150"/>
                </a:lnTo>
                <a:lnTo>
                  <a:pt x="95250" y="1200150"/>
                </a:lnTo>
                <a:lnTo>
                  <a:pt x="95250" y="1181100"/>
                </a:lnTo>
                <a:lnTo>
                  <a:pt x="85725" y="1181100"/>
                </a:lnTo>
                <a:close/>
                <a:moveTo>
                  <a:pt x="1419225" y="1171575"/>
                </a:moveTo>
                <a:lnTo>
                  <a:pt x="1438275" y="1171575"/>
                </a:lnTo>
                <a:lnTo>
                  <a:pt x="1438275" y="1181100"/>
                </a:lnTo>
                <a:lnTo>
                  <a:pt x="1419225" y="1181100"/>
                </a:lnTo>
                <a:close/>
                <a:moveTo>
                  <a:pt x="1409700" y="1181100"/>
                </a:moveTo>
                <a:lnTo>
                  <a:pt x="1419225" y="1181100"/>
                </a:lnTo>
                <a:lnTo>
                  <a:pt x="1419225" y="1190625"/>
                </a:lnTo>
                <a:lnTo>
                  <a:pt x="1409700" y="1190625"/>
                </a:lnTo>
                <a:close/>
                <a:moveTo>
                  <a:pt x="200025" y="1200150"/>
                </a:moveTo>
                <a:lnTo>
                  <a:pt x="209550" y="1200150"/>
                </a:lnTo>
                <a:lnTo>
                  <a:pt x="209550" y="1209675"/>
                </a:lnTo>
                <a:lnTo>
                  <a:pt x="200025" y="1209675"/>
                </a:lnTo>
                <a:close/>
                <a:moveTo>
                  <a:pt x="161925" y="1209675"/>
                </a:moveTo>
                <a:lnTo>
                  <a:pt x="171450" y="1209675"/>
                </a:lnTo>
                <a:lnTo>
                  <a:pt x="171450" y="1219200"/>
                </a:lnTo>
                <a:lnTo>
                  <a:pt x="161925" y="1219200"/>
                </a:lnTo>
                <a:close/>
                <a:moveTo>
                  <a:pt x="171450" y="1238250"/>
                </a:moveTo>
                <a:lnTo>
                  <a:pt x="190500" y="1238250"/>
                </a:lnTo>
                <a:lnTo>
                  <a:pt x="190500" y="1247775"/>
                </a:lnTo>
                <a:lnTo>
                  <a:pt x="209550" y="1247775"/>
                </a:lnTo>
                <a:lnTo>
                  <a:pt x="209550" y="1266825"/>
                </a:lnTo>
                <a:lnTo>
                  <a:pt x="200025" y="1266825"/>
                </a:lnTo>
                <a:lnTo>
                  <a:pt x="200025" y="1257300"/>
                </a:lnTo>
                <a:lnTo>
                  <a:pt x="180975" y="1257300"/>
                </a:lnTo>
                <a:lnTo>
                  <a:pt x="180975" y="1266825"/>
                </a:lnTo>
                <a:lnTo>
                  <a:pt x="152400" y="1266825"/>
                </a:lnTo>
                <a:lnTo>
                  <a:pt x="152400" y="1257300"/>
                </a:lnTo>
                <a:lnTo>
                  <a:pt x="171450" y="1257300"/>
                </a:lnTo>
                <a:close/>
                <a:moveTo>
                  <a:pt x="1933575" y="1314450"/>
                </a:moveTo>
                <a:lnTo>
                  <a:pt x="1952625" y="1314450"/>
                </a:lnTo>
                <a:lnTo>
                  <a:pt x="1952625" y="1352550"/>
                </a:lnTo>
                <a:lnTo>
                  <a:pt x="1943100" y="1352550"/>
                </a:lnTo>
                <a:lnTo>
                  <a:pt x="1943100" y="1381125"/>
                </a:lnTo>
                <a:lnTo>
                  <a:pt x="1933575" y="1381125"/>
                </a:lnTo>
                <a:lnTo>
                  <a:pt x="1933575" y="1390650"/>
                </a:lnTo>
                <a:lnTo>
                  <a:pt x="1924050" y="1390650"/>
                </a:lnTo>
                <a:lnTo>
                  <a:pt x="1924050" y="1419225"/>
                </a:lnTo>
                <a:lnTo>
                  <a:pt x="1914525" y="1419225"/>
                </a:lnTo>
                <a:lnTo>
                  <a:pt x="1914525" y="1447800"/>
                </a:lnTo>
                <a:lnTo>
                  <a:pt x="1905000" y="1447800"/>
                </a:lnTo>
                <a:lnTo>
                  <a:pt x="1905000" y="1466850"/>
                </a:lnTo>
                <a:lnTo>
                  <a:pt x="1895475" y="1466850"/>
                </a:lnTo>
                <a:lnTo>
                  <a:pt x="1895475" y="1476375"/>
                </a:lnTo>
                <a:lnTo>
                  <a:pt x="1885950" y="1476375"/>
                </a:lnTo>
                <a:lnTo>
                  <a:pt x="1885950" y="1485900"/>
                </a:lnTo>
                <a:lnTo>
                  <a:pt x="1876425" y="1485900"/>
                </a:lnTo>
                <a:lnTo>
                  <a:pt x="1876425" y="1476375"/>
                </a:lnTo>
                <a:lnTo>
                  <a:pt x="1866900" y="1476375"/>
                </a:lnTo>
                <a:lnTo>
                  <a:pt x="1866900" y="1466850"/>
                </a:lnTo>
                <a:lnTo>
                  <a:pt x="1857375" y="1466850"/>
                </a:lnTo>
                <a:lnTo>
                  <a:pt x="1857375" y="1438275"/>
                </a:lnTo>
                <a:lnTo>
                  <a:pt x="1866900" y="1438275"/>
                </a:lnTo>
                <a:lnTo>
                  <a:pt x="1866900" y="1428750"/>
                </a:lnTo>
                <a:lnTo>
                  <a:pt x="1857375" y="1428750"/>
                </a:lnTo>
                <a:lnTo>
                  <a:pt x="1857375" y="1409700"/>
                </a:lnTo>
                <a:lnTo>
                  <a:pt x="1847850" y="1409700"/>
                </a:lnTo>
                <a:lnTo>
                  <a:pt x="1847850" y="1381125"/>
                </a:lnTo>
                <a:lnTo>
                  <a:pt x="1857375" y="1381125"/>
                </a:lnTo>
                <a:lnTo>
                  <a:pt x="1857375" y="1362075"/>
                </a:lnTo>
                <a:lnTo>
                  <a:pt x="1876425" y="1362075"/>
                </a:lnTo>
                <a:lnTo>
                  <a:pt x="1876425" y="1381125"/>
                </a:lnTo>
                <a:lnTo>
                  <a:pt x="1885950" y="1381125"/>
                </a:lnTo>
                <a:lnTo>
                  <a:pt x="1885950" y="1362075"/>
                </a:lnTo>
                <a:lnTo>
                  <a:pt x="1905000" y="1362075"/>
                </a:lnTo>
                <a:lnTo>
                  <a:pt x="1905000" y="1333500"/>
                </a:lnTo>
                <a:lnTo>
                  <a:pt x="1914525" y="1333500"/>
                </a:lnTo>
                <a:lnTo>
                  <a:pt x="1914525" y="1323975"/>
                </a:lnTo>
                <a:lnTo>
                  <a:pt x="1933575" y="1323975"/>
                </a:lnTo>
                <a:close/>
                <a:moveTo>
                  <a:pt x="400050" y="1323975"/>
                </a:moveTo>
                <a:lnTo>
                  <a:pt x="409575" y="1323975"/>
                </a:lnTo>
                <a:lnTo>
                  <a:pt x="409575" y="1333500"/>
                </a:lnTo>
                <a:lnTo>
                  <a:pt x="419100" y="1333500"/>
                </a:lnTo>
                <a:lnTo>
                  <a:pt x="419100" y="1343025"/>
                </a:lnTo>
                <a:lnTo>
                  <a:pt x="428625" y="1343025"/>
                </a:lnTo>
                <a:lnTo>
                  <a:pt x="428625" y="1362075"/>
                </a:lnTo>
                <a:lnTo>
                  <a:pt x="390525" y="1362075"/>
                </a:lnTo>
                <a:lnTo>
                  <a:pt x="390525" y="1343025"/>
                </a:lnTo>
                <a:lnTo>
                  <a:pt x="400050" y="1343025"/>
                </a:lnTo>
                <a:close/>
                <a:moveTo>
                  <a:pt x="171450" y="1343025"/>
                </a:moveTo>
                <a:lnTo>
                  <a:pt x="180975" y="1343025"/>
                </a:lnTo>
                <a:lnTo>
                  <a:pt x="180975" y="1362075"/>
                </a:lnTo>
                <a:lnTo>
                  <a:pt x="161925" y="1362075"/>
                </a:lnTo>
                <a:lnTo>
                  <a:pt x="161925" y="1381125"/>
                </a:lnTo>
                <a:lnTo>
                  <a:pt x="152400" y="1381125"/>
                </a:lnTo>
                <a:lnTo>
                  <a:pt x="152400" y="1352550"/>
                </a:lnTo>
                <a:lnTo>
                  <a:pt x="171450" y="1352550"/>
                </a:lnTo>
                <a:close/>
                <a:moveTo>
                  <a:pt x="1838325" y="1343025"/>
                </a:moveTo>
                <a:lnTo>
                  <a:pt x="1847850" y="1343025"/>
                </a:lnTo>
                <a:lnTo>
                  <a:pt x="1847850" y="1352550"/>
                </a:lnTo>
                <a:lnTo>
                  <a:pt x="1838325" y="1352550"/>
                </a:lnTo>
                <a:close/>
                <a:moveTo>
                  <a:pt x="295275" y="1362075"/>
                </a:moveTo>
                <a:lnTo>
                  <a:pt x="304800" y="1362075"/>
                </a:lnTo>
                <a:lnTo>
                  <a:pt x="304800" y="1400175"/>
                </a:lnTo>
                <a:lnTo>
                  <a:pt x="295275" y="1400175"/>
                </a:lnTo>
                <a:close/>
                <a:moveTo>
                  <a:pt x="314325" y="1362075"/>
                </a:moveTo>
                <a:lnTo>
                  <a:pt x="333375" y="1362075"/>
                </a:lnTo>
                <a:lnTo>
                  <a:pt x="333375" y="1371600"/>
                </a:lnTo>
                <a:lnTo>
                  <a:pt x="314325" y="1371600"/>
                </a:lnTo>
                <a:close/>
                <a:moveTo>
                  <a:pt x="342900" y="1362075"/>
                </a:moveTo>
                <a:lnTo>
                  <a:pt x="361950" y="1362075"/>
                </a:lnTo>
                <a:lnTo>
                  <a:pt x="361950" y="1371600"/>
                </a:lnTo>
                <a:lnTo>
                  <a:pt x="381000" y="1371600"/>
                </a:lnTo>
                <a:lnTo>
                  <a:pt x="381000" y="1362075"/>
                </a:lnTo>
                <a:lnTo>
                  <a:pt x="390525" y="1362075"/>
                </a:lnTo>
                <a:lnTo>
                  <a:pt x="390525" y="1390650"/>
                </a:lnTo>
                <a:lnTo>
                  <a:pt x="381000" y="1390650"/>
                </a:lnTo>
                <a:lnTo>
                  <a:pt x="381000" y="1438275"/>
                </a:lnTo>
                <a:lnTo>
                  <a:pt x="390525" y="1438275"/>
                </a:lnTo>
                <a:lnTo>
                  <a:pt x="390525" y="1428750"/>
                </a:lnTo>
                <a:lnTo>
                  <a:pt x="400050" y="1428750"/>
                </a:lnTo>
                <a:lnTo>
                  <a:pt x="400050" y="1419225"/>
                </a:lnTo>
                <a:lnTo>
                  <a:pt x="409575" y="1419225"/>
                </a:lnTo>
                <a:lnTo>
                  <a:pt x="409575" y="1409700"/>
                </a:lnTo>
                <a:lnTo>
                  <a:pt x="419100" y="1409700"/>
                </a:lnTo>
                <a:lnTo>
                  <a:pt x="419100" y="1400175"/>
                </a:lnTo>
                <a:lnTo>
                  <a:pt x="428625" y="1400175"/>
                </a:lnTo>
                <a:lnTo>
                  <a:pt x="428625" y="1409700"/>
                </a:lnTo>
                <a:lnTo>
                  <a:pt x="419100" y="1409700"/>
                </a:lnTo>
                <a:lnTo>
                  <a:pt x="419100" y="1419225"/>
                </a:lnTo>
                <a:lnTo>
                  <a:pt x="428625" y="1419225"/>
                </a:lnTo>
                <a:lnTo>
                  <a:pt x="428625" y="1447800"/>
                </a:lnTo>
                <a:lnTo>
                  <a:pt x="409575" y="1447800"/>
                </a:lnTo>
                <a:lnTo>
                  <a:pt x="409575" y="1457325"/>
                </a:lnTo>
                <a:lnTo>
                  <a:pt x="361950" y="1457325"/>
                </a:lnTo>
                <a:lnTo>
                  <a:pt x="361950" y="1476375"/>
                </a:lnTo>
                <a:lnTo>
                  <a:pt x="371475" y="1476375"/>
                </a:lnTo>
                <a:lnTo>
                  <a:pt x="371475" y="1485900"/>
                </a:lnTo>
                <a:lnTo>
                  <a:pt x="381000" y="1485900"/>
                </a:lnTo>
                <a:lnTo>
                  <a:pt x="381000" y="1514475"/>
                </a:lnTo>
                <a:lnTo>
                  <a:pt x="390525" y="1514475"/>
                </a:lnTo>
                <a:lnTo>
                  <a:pt x="390525" y="1524000"/>
                </a:lnTo>
                <a:lnTo>
                  <a:pt x="400050" y="1524000"/>
                </a:lnTo>
                <a:lnTo>
                  <a:pt x="400050" y="1543050"/>
                </a:lnTo>
                <a:lnTo>
                  <a:pt x="390525" y="1543050"/>
                </a:lnTo>
                <a:lnTo>
                  <a:pt x="390525" y="1533525"/>
                </a:lnTo>
                <a:lnTo>
                  <a:pt x="371475" y="1533525"/>
                </a:lnTo>
                <a:lnTo>
                  <a:pt x="371475" y="1524000"/>
                </a:lnTo>
                <a:lnTo>
                  <a:pt x="361950" y="1524000"/>
                </a:lnTo>
                <a:lnTo>
                  <a:pt x="361950" y="1504950"/>
                </a:lnTo>
                <a:lnTo>
                  <a:pt x="352425" y="1504950"/>
                </a:lnTo>
                <a:lnTo>
                  <a:pt x="352425" y="1485900"/>
                </a:lnTo>
                <a:lnTo>
                  <a:pt x="314325" y="1485900"/>
                </a:lnTo>
                <a:lnTo>
                  <a:pt x="314325" y="1495425"/>
                </a:lnTo>
                <a:lnTo>
                  <a:pt x="304800" y="1495425"/>
                </a:lnTo>
                <a:lnTo>
                  <a:pt x="304800" y="1476375"/>
                </a:lnTo>
                <a:lnTo>
                  <a:pt x="295275" y="1476375"/>
                </a:lnTo>
                <a:lnTo>
                  <a:pt x="295275" y="1495425"/>
                </a:lnTo>
                <a:lnTo>
                  <a:pt x="257175" y="1495425"/>
                </a:lnTo>
                <a:lnTo>
                  <a:pt x="257175" y="1485900"/>
                </a:lnTo>
                <a:lnTo>
                  <a:pt x="247650" y="1485900"/>
                </a:lnTo>
                <a:lnTo>
                  <a:pt x="247650" y="1495425"/>
                </a:lnTo>
                <a:lnTo>
                  <a:pt x="257175" y="1495425"/>
                </a:lnTo>
                <a:lnTo>
                  <a:pt x="257175" y="1504950"/>
                </a:lnTo>
                <a:lnTo>
                  <a:pt x="238125" y="1504950"/>
                </a:lnTo>
                <a:lnTo>
                  <a:pt x="238125" y="1495425"/>
                </a:lnTo>
                <a:lnTo>
                  <a:pt x="228600" y="1495425"/>
                </a:lnTo>
                <a:lnTo>
                  <a:pt x="228600" y="1485900"/>
                </a:lnTo>
                <a:lnTo>
                  <a:pt x="238125" y="1485900"/>
                </a:lnTo>
                <a:lnTo>
                  <a:pt x="238125" y="1476375"/>
                </a:lnTo>
                <a:lnTo>
                  <a:pt x="247650" y="1476375"/>
                </a:lnTo>
                <a:lnTo>
                  <a:pt x="247650" y="1447800"/>
                </a:lnTo>
                <a:lnTo>
                  <a:pt x="200025" y="1447800"/>
                </a:lnTo>
                <a:lnTo>
                  <a:pt x="200025" y="1438275"/>
                </a:lnTo>
                <a:lnTo>
                  <a:pt x="219075" y="1438275"/>
                </a:lnTo>
                <a:lnTo>
                  <a:pt x="219075" y="1419225"/>
                </a:lnTo>
                <a:lnTo>
                  <a:pt x="238125" y="1419225"/>
                </a:lnTo>
                <a:lnTo>
                  <a:pt x="238125" y="1409700"/>
                </a:lnTo>
                <a:lnTo>
                  <a:pt x="247650" y="1409700"/>
                </a:lnTo>
                <a:lnTo>
                  <a:pt x="247650" y="1400175"/>
                </a:lnTo>
                <a:lnTo>
                  <a:pt x="276225" y="1400175"/>
                </a:lnTo>
                <a:lnTo>
                  <a:pt x="276225" y="1381125"/>
                </a:lnTo>
                <a:lnTo>
                  <a:pt x="285750" y="1381125"/>
                </a:lnTo>
                <a:lnTo>
                  <a:pt x="285750" y="1409700"/>
                </a:lnTo>
                <a:lnTo>
                  <a:pt x="266700" y="1409700"/>
                </a:lnTo>
                <a:lnTo>
                  <a:pt x="266700" y="1428750"/>
                </a:lnTo>
                <a:lnTo>
                  <a:pt x="276225" y="1428750"/>
                </a:lnTo>
                <a:lnTo>
                  <a:pt x="276225" y="1438275"/>
                </a:lnTo>
                <a:lnTo>
                  <a:pt x="285750" y="1438275"/>
                </a:lnTo>
                <a:lnTo>
                  <a:pt x="285750" y="1447800"/>
                </a:lnTo>
                <a:lnTo>
                  <a:pt x="295275" y="1447800"/>
                </a:lnTo>
                <a:lnTo>
                  <a:pt x="295275" y="1457325"/>
                </a:lnTo>
                <a:lnTo>
                  <a:pt x="314325" y="1457325"/>
                </a:lnTo>
                <a:lnTo>
                  <a:pt x="314325" y="1447800"/>
                </a:lnTo>
                <a:lnTo>
                  <a:pt x="323850" y="1447800"/>
                </a:lnTo>
                <a:lnTo>
                  <a:pt x="323850" y="1438275"/>
                </a:lnTo>
                <a:lnTo>
                  <a:pt x="314325" y="1438275"/>
                </a:lnTo>
                <a:lnTo>
                  <a:pt x="314325" y="1428750"/>
                </a:lnTo>
                <a:lnTo>
                  <a:pt x="285750" y="1428750"/>
                </a:lnTo>
                <a:lnTo>
                  <a:pt x="285750" y="1409700"/>
                </a:lnTo>
                <a:lnTo>
                  <a:pt x="323850" y="1409700"/>
                </a:lnTo>
                <a:lnTo>
                  <a:pt x="323850" y="1419225"/>
                </a:lnTo>
                <a:lnTo>
                  <a:pt x="314325" y="1419225"/>
                </a:lnTo>
                <a:lnTo>
                  <a:pt x="314325" y="1428750"/>
                </a:lnTo>
                <a:lnTo>
                  <a:pt x="323850" y="1428750"/>
                </a:lnTo>
                <a:lnTo>
                  <a:pt x="323850" y="1419225"/>
                </a:lnTo>
                <a:lnTo>
                  <a:pt x="333375" y="1419225"/>
                </a:lnTo>
                <a:lnTo>
                  <a:pt x="333375" y="1428750"/>
                </a:lnTo>
                <a:lnTo>
                  <a:pt x="342900" y="1428750"/>
                </a:lnTo>
                <a:lnTo>
                  <a:pt x="342900" y="1438275"/>
                </a:lnTo>
                <a:lnTo>
                  <a:pt x="352425" y="1438275"/>
                </a:lnTo>
                <a:lnTo>
                  <a:pt x="352425" y="1419225"/>
                </a:lnTo>
                <a:lnTo>
                  <a:pt x="361950" y="1419225"/>
                </a:lnTo>
                <a:lnTo>
                  <a:pt x="361950" y="1400175"/>
                </a:lnTo>
                <a:lnTo>
                  <a:pt x="352425" y="1400175"/>
                </a:lnTo>
                <a:lnTo>
                  <a:pt x="352425" y="1371600"/>
                </a:lnTo>
                <a:lnTo>
                  <a:pt x="342900" y="1371600"/>
                </a:lnTo>
                <a:close/>
                <a:moveTo>
                  <a:pt x="180975" y="1400175"/>
                </a:moveTo>
                <a:lnTo>
                  <a:pt x="190500" y="1400175"/>
                </a:lnTo>
                <a:lnTo>
                  <a:pt x="190500" y="1409700"/>
                </a:lnTo>
                <a:lnTo>
                  <a:pt x="180975" y="1409700"/>
                </a:lnTo>
                <a:close/>
                <a:moveTo>
                  <a:pt x="342900" y="1400175"/>
                </a:moveTo>
                <a:lnTo>
                  <a:pt x="352425" y="1400175"/>
                </a:lnTo>
                <a:lnTo>
                  <a:pt x="352425" y="1409700"/>
                </a:lnTo>
                <a:lnTo>
                  <a:pt x="342900" y="1409700"/>
                </a:lnTo>
                <a:close/>
                <a:moveTo>
                  <a:pt x="171450" y="1409700"/>
                </a:moveTo>
                <a:lnTo>
                  <a:pt x="180975" y="1409700"/>
                </a:lnTo>
                <a:lnTo>
                  <a:pt x="180975" y="1419225"/>
                </a:lnTo>
                <a:lnTo>
                  <a:pt x="171450" y="1419225"/>
                </a:lnTo>
                <a:close/>
                <a:moveTo>
                  <a:pt x="1885950" y="1409700"/>
                </a:moveTo>
                <a:lnTo>
                  <a:pt x="1895475" y="1409700"/>
                </a:lnTo>
                <a:lnTo>
                  <a:pt x="1895475" y="1419225"/>
                </a:lnTo>
                <a:lnTo>
                  <a:pt x="1905000" y="1419225"/>
                </a:lnTo>
                <a:lnTo>
                  <a:pt x="1905000" y="1400175"/>
                </a:lnTo>
                <a:lnTo>
                  <a:pt x="1885950" y="1400175"/>
                </a:lnTo>
                <a:close/>
                <a:moveTo>
                  <a:pt x="180975" y="1419225"/>
                </a:moveTo>
                <a:lnTo>
                  <a:pt x="190500" y="1419225"/>
                </a:lnTo>
                <a:lnTo>
                  <a:pt x="190500" y="1428750"/>
                </a:lnTo>
                <a:lnTo>
                  <a:pt x="180975" y="1428750"/>
                </a:lnTo>
                <a:close/>
                <a:moveTo>
                  <a:pt x="1866900" y="1419225"/>
                </a:moveTo>
                <a:lnTo>
                  <a:pt x="1876425" y="1419225"/>
                </a:lnTo>
                <a:lnTo>
                  <a:pt x="1876425" y="1400175"/>
                </a:lnTo>
                <a:lnTo>
                  <a:pt x="1866900" y="1400175"/>
                </a:lnTo>
                <a:close/>
                <a:moveTo>
                  <a:pt x="552450" y="1457325"/>
                </a:moveTo>
                <a:lnTo>
                  <a:pt x="561975" y="1457325"/>
                </a:lnTo>
                <a:lnTo>
                  <a:pt x="561975" y="1466850"/>
                </a:lnTo>
                <a:lnTo>
                  <a:pt x="552450" y="1466850"/>
                </a:lnTo>
                <a:close/>
                <a:moveTo>
                  <a:pt x="257175" y="1466850"/>
                </a:moveTo>
                <a:lnTo>
                  <a:pt x="266700" y="1466850"/>
                </a:lnTo>
                <a:lnTo>
                  <a:pt x="266700" y="1457325"/>
                </a:lnTo>
                <a:lnTo>
                  <a:pt x="257175" y="1457325"/>
                </a:lnTo>
                <a:close/>
                <a:moveTo>
                  <a:pt x="1838325" y="1533525"/>
                </a:moveTo>
                <a:lnTo>
                  <a:pt x="1847850" y="1533525"/>
                </a:lnTo>
                <a:lnTo>
                  <a:pt x="1847850" y="1552575"/>
                </a:lnTo>
                <a:lnTo>
                  <a:pt x="1838325" y="1552575"/>
                </a:lnTo>
                <a:close/>
                <a:moveTo>
                  <a:pt x="581025" y="1781175"/>
                </a:moveTo>
                <a:lnTo>
                  <a:pt x="600075" y="1781175"/>
                </a:lnTo>
                <a:lnTo>
                  <a:pt x="600075" y="1790700"/>
                </a:lnTo>
                <a:lnTo>
                  <a:pt x="609600" y="1790700"/>
                </a:lnTo>
                <a:lnTo>
                  <a:pt x="609600" y="1819275"/>
                </a:lnTo>
                <a:lnTo>
                  <a:pt x="619125" y="1819275"/>
                </a:lnTo>
                <a:lnTo>
                  <a:pt x="619125" y="1838325"/>
                </a:lnTo>
                <a:lnTo>
                  <a:pt x="609600" y="1838325"/>
                </a:lnTo>
                <a:lnTo>
                  <a:pt x="609600" y="1847850"/>
                </a:lnTo>
                <a:lnTo>
                  <a:pt x="619125" y="1847850"/>
                </a:lnTo>
                <a:lnTo>
                  <a:pt x="619125" y="1838325"/>
                </a:lnTo>
                <a:lnTo>
                  <a:pt x="628650" y="1838325"/>
                </a:lnTo>
                <a:lnTo>
                  <a:pt x="628650" y="1876425"/>
                </a:lnTo>
                <a:lnTo>
                  <a:pt x="600075" y="1876425"/>
                </a:lnTo>
                <a:lnTo>
                  <a:pt x="600075" y="1866900"/>
                </a:lnTo>
                <a:lnTo>
                  <a:pt x="581025" y="1866900"/>
                </a:lnTo>
                <a:lnTo>
                  <a:pt x="581025" y="1857375"/>
                </a:lnTo>
                <a:lnTo>
                  <a:pt x="561975" y="1857375"/>
                </a:lnTo>
                <a:lnTo>
                  <a:pt x="561975" y="1847850"/>
                </a:lnTo>
                <a:lnTo>
                  <a:pt x="552450" y="1847850"/>
                </a:lnTo>
                <a:lnTo>
                  <a:pt x="552450" y="1838325"/>
                </a:lnTo>
                <a:lnTo>
                  <a:pt x="523875" y="1838325"/>
                </a:lnTo>
                <a:lnTo>
                  <a:pt x="523875" y="1828800"/>
                </a:lnTo>
                <a:lnTo>
                  <a:pt x="514350" y="1828800"/>
                </a:lnTo>
                <a:lnTo>
                  <a:pt x="514350" y="1819275"/>
                </a:lnTo>
                <a:lnTo>
                  <a:pt x="523875" y="1819275"/>
                </a:lnTo>
                <a:lnTo>
                  <a:pt x="523875" y="1828800"/>
                </a:lnTo>
                <a:lnTo>
                  <a:pt x="542925" y="1828800"/>
                </a:lnTo>
                <a:lnTo>
                  <a:pt x="542925" y="1819275"/>
                </a:lnTo>
                <a:lnTo>
                  <a:pt x="552450" y="1819275"/>
                </a:lnTo>
                <a:lnTo>
                  <a:pt x="552450" y="1809750"/>
                </a:lnTo>
                <a:lnTo>
                  <a:pt x="561975" y="1809750"/>
                </a:lnTo>
                <a:lnTo>
                  <a:pt x="561975" y="1790700"/>
                </a:lnTo>
                <a:lnTo>
                  <a:pt x="581025" y="1790700"/>
                </a:lnTo>
                <a:close/>
                <a:moveTo>
                  <a:pt x="695325" y="1790700"/>
                </a:moveTo>
                <a:lnTo>
                  <a:pt x="714375" y="1790700"/>
                </a:lnTo>
                <a:lnTo>
                  <a:pt x="714375" y="1800225"/>
                </a:lnTo>
                <a:lnTo>
                  <a:pt x="695325" y="1800225"/>
                </a:lnTo>
                <a:close/>
                <a:moveTo>
                  <a:pt x="923925" y="1790700"/>
                </a:moveTo>
                <a:lnTo>
                  <a:pt x="933450" y="1790700"/>
                </a:lnTo>
                <a:lnTo>
                  <a:pt x="933450" y="1800225"/>
                </a:lnTo>
                <a:lnTo>
                  <a:pt x="923925" y="1800225"/>
                </a:lnTo>
                <a:close/>
                <a:moveTo>
                  <a:pt x="981075" y="1790700"/>
                </a:moveTo>
                <a:lnTo>
                  <a:pt x="1009650" y="1790700"/>
                </a:lnTo>
                <a:lnTo>
                  <a:pt x="1009650" y="1809750"/>
                </a:lnTo>
                <a:lnTo>
                  <a:pt x="990600" y="1809750"/>
                </a:lnTo>
                <a:lnTo>
                  <a:pt x="990600" y="1800225"/>
                </a:lnTo>
                <a:lnTo>
                  <a:pt x="981075" y="1800225"/>
                </a:lnTo>
                <a:close/>
                <a:moveTo>
                  <a:pt x="1028700" y="1790700"/>
                </a:moveTo>
                <a:lnTo>
                  <a:pt x="1038225" y="1790700"/>
                </a:lnTo>
                <a:lnTo>
                  <a:pt x="1038225" y="1800225"/>
                </a:lnTo>
                <a:lnTo>
                  <a:pt x="1047750" y="1800225"/>
                </a:lnTo>
                <a:lnTo>
                  <a:pt x="1047750" y="1809750"/>
                </a:lnTo>
                <a:lnTo>
                  <a:pt x="1019175" y="1809750"/>
                </a:lnTo>
                <a:lnTo>
                  <a:pt x="1019175" y="1800225"/>
                </a:lnTo>
                <a:lnTo>
                  <a:pt x="1028700" y="1800225"/>
                </a:lnTo>
                <a:close/>
                <a:moveTo>
                  <a:pt x="1457325" y="1790700"/>
                </a:moveTo>
                <a:lnTo>
                  <a:pt x="1495425" y="1790700"/>
                </a:lnTo>
                <a:lnTo>
                  <a:pt x="1495425" y="1819275"/>
                </a:lnTo>
                <a:lnTo>
                  <a:pt x="1504950" y="1819275"/>
                </a:lnTo>
                <a:lnTo>
                  <a:pt x="1504950" y="1809750"/>
                </a:lnTo>
                <a:lnTo>
                  <a:pt x="1514475" y="1809750"/>
                </a:lnTo>
                <a:lnTo>
                  <a:pt x="1514475" y="1819275"/>
                </a:lnTo>
                <a:lnTo>
                  <a:pt x="1504950" y="1819275"/>
                </a:lnTo>
                <a:lnTo>
                  <a:pt x="1504950" y="1828800"/>
                </a:lnTo>
                <a:lnTo>
                  <a:pt x="1514475" y="1828800"/>
                </a:lnTo>
                <a:lnTo>
                  <a:pt x="1514475" y="1838325"/>
                </a:lnTo>
                <a:lnTo>
                  <a:pt x="1543050" y="1838325"/>
                </a:lnTo>
                <a:lnTo>
                  <a:pt x="1543050" y="1847850"/>
                </a:lnTo>
                <a:lnTo>
                  <a:pt x="1514475" y="1847850"/>
                </a:lnTo>
                <a:lnTo>
                  <a:pt x="1514475" y="1857375"/>
                </a:lnTo>
                <a:lnTo>
                  <a:pt x="1495425" y="1857375"/>
                </a:lnTo>
                <a:lnTo>
                  <a:pt x="1495425" y="1838325"/>
                </a:lnTo>
                <a:lnTo>
                  <a:pt x="1466850" y="1838325"/>
                </a:lnTo>
                <a:lnTo>
                  <a:pt x="1466850" y="1857375"/>
                </a:lnTo>
                <a:lnTo>
                  <a:pt x="1495425" y="1857375"/>
                </a:lnTo>
                <a:lnTo>
                  <a:pt x="1495425" y="1866900"/>
                </a:lnTo>
                <a:lnTo>
                  <a:pt x="1485900" y="1866900"/>
                </a:lnTo>
                <a:lnTo>
                  <a:pt x="1485900" y="1876425"/>
                </a:lnTo>
                <a:lnTo>
                  <a:pt x="1476375" y="1876425"/>
                </a:lnTo>
                <a:lnTo>
                  <a:pt x="1476375" y="1885950"/>
                </a:lnTo>
                <a:lnTo>
                  <a:pt x="1466850" y="1885950"/>
                </a:lnTo>
                <a:lnTo>
                  <a:pt x="1466850" y="1876425"/>
                </a:lnTo>
                <a:lnTo>
                  <a:pt x="1457325" y="1876425"/>
                </a:lnTo>
                <a:lnTo>
                  <a:pt x="1457325" y="1857375"/>
                </a:lnTo>
                <a:lnTo>
                  <a:pt x="1428750" y="1857375"/>
                </a:lnTo>
                <a:lnTo>
                  <a:pt x="1428750" y="1866900"/>
                </a:lnTo>
                <a:lnTo>
                  <a:pt x="1419225" y="1866900"/>
                </a:lnTo>
                <a:lnTo>
                  <a:pt x="1419225" y="1847850"/>
                </a:lnTo>
                <a:lnTo>
                  <a:pt x="1428750" y="1847850"/>
                </a:lnTo>
                <a:lnTo>
                  <a:pt x="1428750" y="1828800"/>
                </a:lnTo>
                <a:lnTo>
                  <a:pt x="1466850" y="1828800"/>
                </a:lnTo>
                <a:lnTo>
                  <a:pt x="1466850" y="1800225"/>
                </a:lnTo>
                <a:lnTo>
                  <a:pt x="1457325" y="1800225"/>
                </a:lnTo>
                <a:close/>
                <a:moveTo>
                  <a:pt x="1162050" y="1800225"/>
                </a:moveTo>
                <a:lnTo>
                  <a:pt x="1171575" y="1800225"/>
                </a:lnTo>
                <a:lnTo>
                  <a:pt x="1171575" y="1809750"/>
                </a:lnTo>
                <a:lnTo>
                  <a:pt x="1162050" y="1809750"/>
                </a:lnTo>
                <a:close/>
                <a:moveTo>
                  <a:pt x="1323975" y="1800225"/>
                </a:moveTo>
                <a:lnTo>
                  <a:pt x="1343025" y="1800225"/>
                </a:lnTo>
                <a:lnTo>
                  <a:pt x="1343025" y="1809750"/>
                </a:lnTo>
                <a:lnTo>
                  <a:pt x="1352550" y="1809750"/>
                </a:lnTo>
                <a:lnTo>
                  <a:pt x="1352550" y="1819275"/>
                </a:lnTo>
                <a:lnTo>
                  <a:pt x="1343025" y="1819275"/>
                </a:lnTo>
                <a:lnTo>
                  <a:pt x="1343025" y="1828800"/>
                </a:lnTo>
                <a:lnTo>
                  <a:pt x="1333500" y="1828800"/>
                </a:lnTo>
                <a:lnTo>
                  <a:pt x="1333500" y="1819275"/>
                </a:lnTo>
                <a:lnTo>
                  <a:pt x="1323975" y="1819275"/>
                </a:lnTo>
                <a:close/>
                <a:moveTo>
                  <a:pt x="1409700" y="1800225"/>
                </a:moveTo>
                <a:lnTo>
                  <a:pt x="1428750" y="1800225"/>
                </a:lnTo>
                <a:lnTo>
                  <a:pt x="1428750" y="1819275"/>
                </a:lnTo>
                <a:lnTo>
                  <a:pt x="1409700" y="1819275"/>
                </a:lnTo>
                <a:close/>
                <a:moveTo>
                  <a:pt x="685800" y="1809750"/>
                </a:moveTo>
                <a:lnTo>
                  <a:pt x="695325" y="1809750"/>
                </a:lnTo>
                <a:lnTo>
                  <a:pt x="695325" y="1828800"/>
                </a:lnTo>
                <a:lnTo>
                  <a:pt x="685800" y="1828800"/>
                </a:lnTo>
                <a:close/>
                <a:moveTo>
                  <a:pt x="923925" y="1809750"/>
                </a:moveTo>
                <a:lnTo>
                  <a:pt x="933450" y="1809750"/>
                </a:lnTo>
                <a:lnTo>
                  <a:pt x="933450" y="1819275"/>
                </a:lnTo>
                <a:lnTo>
                  <a:pt x="923925" y="1819275"/>
                </a:lnTo>
                <a:close/>
                <a:moveTo>
                  <a:pt x="1209675" y="1809750"/>
                </a:moveTo>
                <a:lnTo>
                  <a:pt x="1219200" y="1809750"/>
                </a:lnTo>
                <a:lnTo>
                  <a:pt x="1219200" y="1828800"/>
                </a:lnTo>
                <a:lnTo>
                  <a:pt x="1190625" y="1828800"/>
                </a:lnTo>
                <a:lnTo>
                  <a:pt x="1190625" y="1819275"/>
                </a:lnTo>
                <a:lnTo>
                  <a:pt x="1209675" y="1819275"/>
                </a:lnTo>
                <a:close/>
                <a:moveTo>
                  <a:pt x="657225" y="1819275"/>
                </a:moveTo>
                <a:lnTo>
                  <a:pt x="666750" y="1819275"/>
                </a:lnTo>
                <a:lnTo>
                  <a:pt x="666750" y="1828800"/>
                </a:lnTo>
                <a:lnTo>
                  <a:pt x="657225" y="1828800"/>
                </a:lnTo>
                <a:close/>
                <a:moveTo>
                  <a:pt x="1285875" y="1819275"/>
                </a:moveTo>
                <a:lnTo>
                  <a:pt x="1295400" y="1819275"/>
                </a:lnTo>
                <a:lnTo>
                  <a:pt x="1295400" y="1838325"/>
                </a:lnTo>
                <a:lnTo>
                  <a:pt x="1266825" y="1838325"/>
                </a:lnTo>
                <a:lnTo>
                  <a:pt x="1266825" y="1828800"/>
                </a:lnTo>
                <a:lnTo>
                  <a:pt x="1285875" y="1828800"/>
                </a:lnTo>
                <a:close/>
                <a:moveTo>
                  <a:pt x="666750" y="1828800"/>
                </a:moveTo>
                <a:lnTo>
                  <a:pt x="676275" y="1828800"/>
                </a:lnTo>
                <a:lnTo>
                  <a:pt x="676275" y="1866900"/>
                </a:lnTo>
                <a:lnTo>
                  <a:pt x="657225" y="1866900"/>
                </a:lnTo>
                <a:lnTo>
                  <a:pt x="657225" y="1885950"/>
                </a:lnTo>
                <a:lnTo>
                  <a:pt x="647700" y="1885950"/>
                </a:lnTo>
                <a:lnTo>
                  <a:pt x="647700" y="1876425"/>
                </a:lnTo>
                <a:lnTo>
                  <a:pt x="638175" y="1876425"/>
                </a:lnTo>
                <a:lnTo>
                  <a:pt x="638175" y="1857375"/>
                </a:lnTo>
                <a:lnTo>
                  <a:pt x="657225" y="1857375"/>
                </a:lnTo>
                <a:lnTo>
                  <a:pt x="657225" y="1847850"/>
                </a:lnTo>
                <a:lnTo>
                  <a:pt x="666750" y="1847850"/>
                </a:lnTo>
                <a:close/>
                <a:moveTo>
                  <a:pt x="561975" y="1847850"/>
                </a:moveTo>
                <a:lnTo>
                  <a:pt x="581025" y="1847850"/>
                </a:lnTo>
                <a:lnTo>
                  <a:pt x="581025" y="1828800"/>
                </a:lnTo>
                <a:lnTo>
                  <a:pt x="571500" y="1828800"/>
                </a:lnTo>
                <a:lnTo>
                  <a:pt x="571500" y="1838325"/>
                </a:lnTo>
                <a:lnTo>
                  <a:pt x="561975" y="1838325"/>
                </a:lnTo>
                <a:close/>
                <a:moveTo>
                  <a:pt x="1085850" y="1847850"/>
                </a:moveTo>
                <a:lnTo>
                  <a:pt x="1114425" y="1847850"/>
                </a:lnTo>
                <a:lnTo>
                  <a:pt x="1114425" y="1857375"/>
                </a:lnTo>
                <a:lnTo>
                  <a:pt x="1104900" y="1857375"/>
                </a:lnTo>
                <a:lnTo>
                  <a:pt x="1104900" y="1876425"/>
                </a:lnTo>
                <a:lnTo>
                  <a:pt x="1066800" y="1876425"/>
                </a:lnTo>
                <a:lnTo>
                  <a:pt x="1066800" y="1866900"/>
                </a:lnTo>
                <a:lnTo>
                  <a:pt x="1057275" y="1866900"/>
                </a:lnTo>
                <a:lnTo>
                  <a:pt x="1057275" y="1857375"/>
                </a:lnTo>
                <a:lnTo>
                  <a:pt x="1085850" y="1857375"/>
                </a:lnTo>
                <a:close/>
                <a:moveTo>
                  <a:pt x="914400" y="1857375"/>
                </a:moveTo>
                <a:lnTo>
                  <a:pt x="933450" y="1857375"/>
                </a:lnTo>
                <a:lnTo>
                  <a:pt x="933450" y="1895475"/>
                </a:lnTo>
                <a:lnTo>
                  <a:pt x="942975" y="1895475"/>
                </a:lnTo>
                <a:lnTo>
                  <a:pt x="942975" y="1905000"/>
                </a:lnTo>
                <a:lnTo>
                  <a:pt x="933450" y="1905000"/>
                </a:lnTo>
                <a:lnTo>
                  <a:pt x="933450" y="1914525"/>
                </a:lnTo>
                <a:lnTo>
                  <a:pt x="914400" y="1914525"/>
                </a:lnTo>
                <a:lnTo>
                  <a:pt x="914400" y="1895475"/>
                </a:lnTo>
                <a:lnTo>
                  <a:pt x="904875" y="1895475"/>
                </a:lnTo>
                <a:lnTo>
                  <a:pt x="904875" y="1885950"/>
                </a:lnTo>
                <a:lnTo>
                  <a:pt x="914400" y="1885950"/>
                </a:lnTo>
                <a:close/>
                <a:moveTo>
                  <a:pt x="628650" y="1876425"/>
                </a:moveTo>
                <a:lnTo>
                  <a:pt x="638175" y="1876425"/>
                </a:lnTo>
                <a:lnTo>
                  <a:pt x="638175" y="1885950"/>
                </a:lnTo>
                <a:lnTo>
                  <a:pt x="628650" y="1885950"/>
                </a:lnTo>
                <a:close/>
                <a:moveTo>
                  <a:pt x="1009650" y="1876425"/>
                </a:moveTo>
                <a:lnTo>
                  <a:pt x="1028700" y="1876425"/>
                </a:lnTo>
                <a:lnTo>
                  <a:pt x="1028700" y="1885950"/>
                </a:lnTo>
                <a:lnTo>
                  <a:pt x="1019175" y="1885950"/>
                </a:lnTo>
                <a:lnTo>
                  <a:pt x="1019175" y="1895475"/>
                </a:lnTo>
                <a:lnTo>
                  <a:pt x="1009650" y="1895475"/>
                </a:lnTo>
                <a:close/>
                <a:moveTo>
                  <a:pt x="1019175" y="1895475"/>
                </a:moveTo>
                <a:lnTo>
                  <a:pt x="1028700" y="1895475"/>
                </a:lnTo>
                <a:lnTo>
                  <a:pt x="1028700" y="1905000"/>
                </a:lnTo>
                <a:lnTo>
                  <a:pt x="1019175" y="1905000"/>
                </a:lnTo>
                <a:close/>
                <a:moveTo>
                  <a:pt x="1104900" y="1895475"/>
                </a:moveTo>
                <a:lnTo>
                  <a:pt x="1114425" y="1895475"/>
                </a:lnTo>
                <a:lnTo>
                  <a:pt x="1114425" y="1905000"/>
                </a:lnTo>
                <a:lnTo>
                  <a:pt x="1104900" y="1905000"/>
                </a:lnTo>
                <a:close/>
                <a:moveTo>
                  <a:pt x="1028700" y="1905000"/>
                </a:moveTo>
                <a:lnTo>
                  <a:pt x="1038225" y="1905000"/>
                </a:lnTo>
                <a:lnTo>
                  <a:pt x="1038225" y="1914525"/>
                </a:lnTo>
                <a:lnTo>
                  <a:pt x="1028700" y="1914525"/>
                </a:lnTo>
                <a:close/>
                <a:moveTo>
                  <a:pt x="1362075" y="1905000"/>
                </a:moveTo>
                <a:lnTo>
                  <a:pt x="1371600" y="1905000"/>
                </a:lnTo>
                <a:lnTo>
                  <a:pt x="1371600" y="1914525"/>
                </a:lnTo>
                <a:lnTo>
                  <a:pt x="1362075" y="1914525"/>
                </a:lnTo>
                <a:close/>
                <a:moveTo>
                  <a:pt x="847725" y="1914525"/>
                </a:moveTo>
                <a:lnTo>
                  <a:pt x="857250" y="1914525"/>
                </a:lnTo>
                <a:lnTo>
                  <a:pt x="857250" y="1924050"/>
                </a:lnTo>
                <a:lnTo>
                  <a:pt x="847725" y="1924050"/>
                </a:lnTo>
                <a:close/>
                <a:moveTo>
                  <a:pt x="971550" y="1924050"/>
                </a:moveTo>
                <a:lnTo>
                  <a:pt x="990600" y="1924050"/>
                </a:lnTo>
                <a:lnTo>
                  <a:pt x="990600" y="1933575"/>
                </a:lnTo>
                <a:lnTo>
                  <a:pt x="971550" y="1933575"/>
                </a:lnTo>
                <a:close/>
                <a:moveTo>
                  <a:pt x="1085850" y="1933575"/>
                </a:moveTo>
                <a:lnTo>
                  <a:pt x="1104900" y="1933575"/>
                </a:lnTo>
                <a:lnTo>
                  <a:pt x="1104900" y="1952625"/>
                </a:lnTo>
                <a:lnTo>
                  <a:pt x="1085850" y="1952625"/>
                </a:lnTo>
                <a:close/>
                <a:moveTo>
                  <a:pt x="1133475" y="1933575"/>
                </a:moveTo>
                <a:lnTo>
                  <a:pt x="1143000" y="1933575"/>
                </a:lnTo>
                <a:lnTo>
                  <a:pt x="1143000" y="1943100"/>
                </a:lnTo>
                <a:lnTo>
                  <a:pt x="1133475" y="1943100"/>
                </a:lnTo>
                <a:close/>
                <a:moveTo>
                  <a:pt x="866775" y="1943100"/>
                </a:moveTo>
                <a:lnTo>
                  <a:pt x="885825" y="1943100"/>
                </a:lnTo>
                <a:lnTo>
                  <a:pt x="885825" y="1952625"/>
                </a:lnTo>
                <a:lnTo>
                  <a:pt x="866775" y="1952625"/>
                </a:lnTo>
                <a:close/>
                <a:moveTo>
                  <a:pt x="971550" y="1943100"/>
                </a:moveTo>
                <a:lnTo>
                  <a:pt x="990600" y="1943100"/>
                </a:lnTo>
                <a:lnTo>
                  <a:pt x="990600" y="1952625"/>
                </a:lnTo>
                <a:lnTo>
                  <a:pt x="971550" y="1952625"/>
                </a:lnTo>
                <a:close/>
                <a:moveTo>
                  <a:pt x="981075" y="1962150"/>
                </a:moveTo>
                <a:lnTo>
                  <a:pt x="1000125" y="1962150"/>
                </a:lnTo>
                <a:lnTo>
                  <a:pt x="1000125" y="1971675"/>
                </a:lnTo>
                <a:lnTo>
                  <a:pt x="981075" y="1971675"/>
                </a:lnTo>
                <a:close/>
                <a:moveTo>
                  <a:pt x="962025" y="1971675"/>
                </a:moveTo>
                <a:lnTo>
                  <a:pt x="971550" y="1971675"/>
                </a:lnTo>
                <a:lnTo>
                  <a:pt x="971550" y="1981200"/>
                </a:lnTo>
                <a:lnTo>
                  <a:pt x="962025" y="1981200"/>
                </a:lnTo>
                <a:close/>
              </a:path>
            </a:pathLst>
          </a:custGeom>
          <a:solidFill xmlns:a="http://schemas.openxmlformats.org/drawingml/2006/main">
            <a:srgbClr val="DAE7DC"/>
          </a:solidFill>
          <a:ln xmlns:a="http://schemas.openxmlformats.org/drawingml/2006/main" w="0">
            <a:noFill/>
          </a:ln>
        </p:spPr>
      </p:sp>
      <p:sp>
        <p:nvSpPr>
          <p:cNvPr id="27" name="employee vector #d7e6da">
            <a:extLst xmlns:a="http://schemas.openxmlformats.org/drawingml/2006/main">
              <a:ext uri="{FF2B5EF4-FFF2-40B4-BE49-F238E27FC236}">
                <a16:creationId xmlns:a16="http://schemas.microsoft.com/office/drawing/2014/main" id="{17B691F6-F518-443E-96F5-F7385BC93C0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85825" y="2571750"/>
            <a:ext cx="2105025" cy="2066925"/>
          </a:xfrm>
          <a:custGeom xmlns:a="http://schemas.openxmlformats.org/drawingml/2006/main">
            <a:pathLst>
              <a:path w="2105025" h="2066925">
                <a:moveTo>
                  <a:pt x="828675" y="142875"/>
                </a:moveTo>
                <a:lnTo>
                  <a:pt x="847725" y="142875"/>
                </a:lnTo>
                <a:lnTo>
                  <a:pt x="847725" y="161925"/>
                </a:lnTo>
                <a:lnTo>
                  <a:pt x="828675" y="161925"/>
                </a:lnTo>
                <a:lnTo>
                  <a:pt x="828675" y="171450"/>
                </a:lnTo>
                <a:lnTo>
                  <a:pt x="847725" y="171450"/>
                </a:lnTo>
                <a:lnTo>
                  <a:pt x="847725" y="180975"/>
                </a:lnTo>
                <a:lnTo>
                  <a:pt x="828675" y="180975"/>
                </a:lnTo>
                <a:lnTo>
                  <a:pt x="828675" y="190500"/>
                </a:lnTo>
                <a:lnTo>
                  <a:pt x="819150" y="190500"/>
                </a:lnTo>
                <a:lnTo>
                  <a:pt x="819150" y="200025"/>
                </a:lnTo>
                <a:lnTo>
                  <a:pt x="800100" y="200025"/>
                </a:lnTo>
                <a:lnTo>
                  <a:pt x="800100" y="209550"/>
                </a:lnTo>
                <a:lnTo>
                  <a:pt x="781050" y="209550"/>
                </a:lnTo>
                <a:lnTo>
                  <a:pt x="781050" y="200025"/>
                </a:lnTo>
                <a:lnTo>
                  <a:pt x="790575" y="200025"/>
                </a:lnTo>
                <a:lnTo>
                  <a:pt x="790575" y="190500"/>
                </a:lnTo>
                <a:lnTo>
                  <a:pt x="781050" y="190500"/>
                </a:lnTo>
                <a:lnTo>
                  <a:pt x="781050" y="161925"/>
                </a:lnTo>
                <a:lnTo>
                  <a:pt x="819150" y="161925"/>
                </a:lnTo>
                <a:lnTo>
                  <a:pt x="819150" y="152400"/>
                </a:lnTo>
                <a:lnTo>
                  <a:pt x="828675" y="152400"/>
                </a:lnTo>
                <a:close/>
                <a:moveTo>
                  <a:pt x="1038225" y="142875"/>
                </a:moveTo>
                <a:lnTo>
                  <a:pt x="1047750" y="142875"/>
                </a:lnTo>
                <a:lnTo>
                  <a:pt x="1047750" y="152400"/>
                </a:lnTo>
                <a:lnTo>
                  <a:pt x="1038225" y="152400"/>
                </a:lnTo>
                <a:close/>
                <a:moveTo>
                  <a:pt x="952500" y="152400"/>
                </a:moveTo>
                <a:lnTo>
                  <a:pt x="962025" y="152400"/>
                </a:lnTo>
                <a:lnTo>
                  <a:pt x="962025" y="161925"/>
                </a:lnTo>
                <a:lnTo>
                  <a:pt x="952500" y="161925"/>
                </a:lnTo>
                <a:close/>
                <a:moveTo>
                  <a:pt x="866775" y="161925"/>
                </a:moveTo>
                <a:lnTo>
                  <a:pt x="876300" y="161925"/>
                </a:lnTo>
                <a:lnTo>
                  <a:pt x="876300" y="171450"/>
                </a:lnTo>
                <a:lnTo>
                  <a:pt x="866775" y="171450"/>
                </a:lnTo>
                <a:close/>
                <a:moveTo>
                  <a:pt x="1038225" y="171450"/>
                </a:moveTo>
                <a:lnTo>
                  <a:pt x="1076325" y="171450"/>
                </a:lnTo>
                <a:lnTo>
                  <a:pt x="1076325" y="180975"/>
                </a:lnTo>
                <a:lnTo>
                  <a:pt x="1066800" y="180975"/>
                </a:lnTo>
                <a:lnTo>
                  <a:pt x="1066800" y="190500"/>
                </a:lnTo>
                <a:lnTo>
                  <a:pt x="1057275" y="190500"/>
                </a:lnTo>
                <a:lnTo>
                  <a:pt x="1057275" y="180975"/>
                </a:lnTo>
                <a:lnTo>
                  <a:pt x="1038225" y="180975"/>
                </a:lnTo>
                <a:close/>
                <a:moveTo>
                  <a:pt x="1066800" y="190500"/>
                </a:moveTo>
                <a:lnTo>
                  <a:pt x="1076325" y="190500"/>
                </a:lnTo>
                <a:lnTo>
                  <a:pt x="1076325" y="200025"/>
                </a:lnTo>
                <a:lnTo>
                  <a:pt x="1066800" y="200025"/>
                </a:lnTo>
                <a:close/>
                <a:moveTo>
                  <a:pt x="733425" y="219075"/>
                </a:moveTo>
                <a:lnTo>
                  <a:pt x="742950" y="219075"/>
                </a:lnTo>
                <a:lnTo>
                  <a:pt x="742950" y="228600"/>
                </a:lnTo>
                <a:lnTo>
                  <a:pt x="733425" y="228600"/>
                </a:lnTo>
                <a:close/>
                <a:moveTo>
                  <a:pt x="1162050" y="314325"/>
                </a:moveTo>
                <a:lnTo>
                  <a:pt x="1171575" y="314325"/>
                </a:lnTo>
                <a:lnTo>
                  <a:pt x="1171575" y="323850"/>
                </a:lnTo>
                <a:lnTo>
                  <a:pt x="1181100" y="323850"/>
                </a:lnTo>
                <a:lnTo>
                  <a:pt x="1181100" y="314325"/>
                </a:lnTo>
                <a:lnTo>
                  <a:pt x="1190625" y="314325"/>
                </a:lnTo>
                <a:lnTo>
                  <a:pt x="1190625" y="323850"/>
                </a:lnTo>
                <a:lnTo>
                  <a:pt x="1200150" y="323850"/>
                </a:lnTo>
                <a:lnTo>
                  <a:pt x="1200150" y="333375"/>
                </a:lnTo>
                <a:lnTo>
                  <a:pt x="1181100" y="333375"/>
                </a:lnTo>
                <a:lnTo>
                  <a:pt x="1181100" y="371475"/>
                </a:lnTo>
                <a:lnTo>
                  <a:pt x="1171575" y="371475"/>
                </a:lnTo>
                <a:lnTo>
                  <a:pt x="1171575" y="342900"/>
                </a:lnTo>
                <a:lnTo>
                  <a:pt x="1162050" y="342900"/>
                </a:lnTo>
                <a:close/>
                <a:moveTo>
                  <a:pt x="847725" y="333375"/>
                </a:moveTo>
                <a:lnTo>
                  <a:pt x="857250" y="333375"/>
                </a:lnTo>
                <a:lnTo>
                  <a:pt x="857250" y="342900"/>
                </a:lnTo>
                <a:lnTo>
                  <a:pt x="847725" y="342900"/>
                </a:lnTo>
                <a:close/>
                <a:moveTo>
                  <a:pt x="647700" y="342900"/>
                </a:moveTo>
                <a:lnTo>
                  <a:pt x="657225" y="342900"/>
                </a:lnTo>
                <a:lnTo>
                  <a:pt x="657225" y="361950"/>
                </a:lnTo>
                <a:lnTo>
                  <a:pt x="647700" y="361950"/>
                </a:lnTo>
                <a:close/>
                <a:moveTo>
                  <a:pt x="647700" y="381000"/>
                </a:moveTo>
                <a:lnTo>
                  <a:pt x="657225" y="381000"/>
                </a:lnTo>
                <a:lnTo>
                  <a:pt x="657225" y="400050"/>
                </a:lnTo>
                <a:lnTo>
                  <a:pt x="647700" y="400050"/>
                </a:lnTo>
                <a:close/>
                <a:moveTo>
                  <a:pt x="914400" y="409575"/>
                </a:moveTo>
                <a:lnTo>
                  <a:pt x="923925" y="409575"/>
                </a:lnTo>
                <a:lnTo>
                  <a:pt x="923925" y="419100"/>
                </a:lnTo>
                <a:lnTo>
                  <a:pt x="933450" y="419100"/>
                </a:lnTo>
                <a:lnTo>
                  <a:pt x="933450" y="409575"/>
                </a:lnTo>
                <a:lnTo>
                  <a:pt x="962025" y="409575"/>
                </a:lnTo>
                <a:lnTo>
                  <a:pt x="962025" y="419100"/>
                </a:lnTo>
                <a:lnTo>
                  <a:pt x="981075" y="419100"/>
                </a:lnTo>
                <a:lnTo>
                  <a:pt x="981075" y="428625"/>
                </a:lnTo>
                <a:lnTo>
                  <a:pt x="1009650" y="428625"/>
                </a:lnTo>
                <a:lnTo>
                  <a:pt x="1009650" y="447675"/>
                </a:lnTo>
                <a:lnTo>
                  <a:pt x="981075" y="447675"/>
                </a:lnTo>
                <a:lnTo>
                  <a:pt x="981075" y="457200"/>
                </a:lnTo>
                <a:lnTo>
                  <a:pt x="971550" y="457200"/>
                </a:lnTo>
                <a:lnTo>
                  <a:pt x="971550" y="466725"/>
                </a:lnTo>
                <a:lnTo>
                  <a:pt x="981075" y="466725"/>
                </a:lnTo>
                <a:lnTo>
                  <a:pt x="981075" y="476250"/>
                </a:lnTo>
                <a:lnTo>
                  <a:pt x="1019175" y="476250"/>
                </a:lnTo>
                <a:lnTo>
                  <a:pt x="1019175" y="485775"/>
                </a:lnTo>
                <a:lnTo>
                  <a:pt x="1000125" y="485775"/>
                </a:lnTo>
                <a:lnTo>
                  <a:pt x="1000125" y="495300"/>
                </a:lnTo>
                <a:lnTo>
                  <a:pt x="990600" y="495300"/>
                </a:lnTo>
                <a:lnTo>
                  <a:pt x="990600" y="523875"/>
                </a:lnTo>
                <a:lnTo>
                  <a:pt x="1000125" y="523875"/>
                </a:lnTo>
                <a:lnTo>
                  <a:pt x="1000125" y="533400"/>
                </a:lnTo>
                <a:lnTo>
                  <a:pt x="981075" y="533400"/>
                </a:lnTo>
                <a:lnTo>
                  <a:pt x="981075" y="542925"/>
                </a:lnTo>
                <a:lnTo>
                  <a:pt x="971550" y="542925"/>
                </a:lnTo>
                <a:lnTo>
                  <a:pt x="971550" y="552450"/>
                </a:lnTo>
                <a:lnTo>
                  <a:pt x="952500" y="552450"/>
                </a:lnTo>
                <a:lnTo>
                  <a:pt x="952500" y="514350"/>
                </a:lnTo>
                <a:lnTo>
                  <a:pt x="942975" y="514350"/>
                </a:lnTo>
                <a:lnTo>
                  <a:pt x="942975" y="495300"/>
                </a:lnTo>
                <a:lnTo>
                  <a:pt x="923925" y="495300"/>
                </a:lnTo>
                <a:lnTo>
                  <a:pt x="923925" y="561975"/>
                </a:lnTo>
                <a:lnTo>
                  <a:pt x="933450" y="561975"/>
                </a:lnTo>
                <a:lnTo>
                  <a:pt x="933450" y="571500"/>
                </a:lnTo>
                <a:lnTo>
                  <a:pt x="923925" y="571500"/>
                </a:lnTo>
                <a:lnTo>
                  <a:pt x="923925" y="581025"/>
                </a:lnTo>
                <a:lnTo>
                  <a:pt x="904875" y="581025"/>
                </a:lnTo>
                <a:lnTo>
                  <a:pt x="904875" y="571500"/>
                </a:lnTo>
                <a:lnTo>
                  <a:pt x="895350" y="571500"/>
                </a:lnTo>
                <a:lnTo>
                  <a:pt x="895350" y="581025"/>
                </a:lnTo>
                <a:lnTo>
                  <a:pt x="885825" y="581025"/>
                </a:lnTo>
                <a:lnTo>
                  <a:pt x="885825" y="590550"/>
                </a:lnTo>
                <a:lnTo>
                  <a:pt x="857250" y="590550"/>
                </a:lnTo>
                <a:lnTo>
                  <a:pt x="857250" y="600075"/>
                </a:lnTo>
                <a:lnTo>
                  <a:pt x="847725" y="600075"/>
                </a:lnTo>
                <a:lnTo>
                  <a:pt x="847725" y="609600"/>
                </a:lnTo>
                <a:lnTo>
                  <a:pt x="838200" y="609600"/>
                </a:lnTo>
                <a:lnTo>
                  <a:pt x="838200" y="619125"/>
                </a:lnTo>
                <a:lnTo>
                  <a:pt x="809625" y="619125"/>
                </a:lnTo>
                <a:lnTo>
                  <a:pt x="809625" y="628650"/>
                </a:lnTo>
                <a:lnTo>
                  <a:pt x="800100" y="628650"/>
                </a:lnTo>
                <a:lnTo>
                  <a:pt x="800100" y="638175"/>
                </a:lnTo>
                <a:lnTo>
                  <a:pt x="781050" y="638175"/>
                </a:lnTo>
                <a:lnTo>
                  <a:pt x="781050" y="628650"/>
                </a:lnTo>
                <a:lnTo>
                  <a:pt x="771525" y="628650"/>
                </a:lnTo>
                <a:lnTo>
                  <a:pt x="771525" y="638175"/>
                </a:lnTo>
                <a:lnTo>
                  <a:pt x="762000" y="638175"/>
                </a:lnTo>
                <a:lnTo>
                  <a:pt x="762000" y="609600"/>
                </a:lnTo>
                <a:lnTo>
                  <a:pt x="752475" y="609600"/>
                </a:lnTo>
                <a:lnTo>
                  <a:pt x="752475" y="590550"/>
                </a:lnTo>
                <a:lnTo>
                  <a:pt x="742950" y="590550"/>
                </a:lnTo>
                <a:lnTo>
                  <a:pt x="742950" y="561975"/>
                </a:lnTo>
                <a:lnTo>
                  <a:pt x="733425" y="561975"/>
                </a:lnTo>
                <a:lnTo>
                  <a:pt x="733425" y="552450"/>
                </a:lnTo>
                <a:lnTo>
                  <a:pt x="695325" y="552450"/>
                </a:lnTo>
                <a:lnTo>
                  <a:pt x="695325" y="542925"/>
                </a:lnTo>
                <a:lnTo>
                  <a:pt x="685800" y="542925"/>
                </a:lnTo>
                <a:lnTo>
                  <a:pt x="685800" y="523875"/>
                </a:lnTo>
                <a:lnTo>
                  <a:pt x="676275" y="523875"/>
                </a:lnTo>
                <a:lnTo>
                  <a:pt x="676275" y="514350"/>
                </a:lnTo>
                <a:lnTo>
                  <a:pt x="695325" y="514350"/>
                </a:lnTo>
                <a:lnTo>
                  <a:pt x="695325" y="523875"/>
                </a:lnTo>
                <a:lnTo>
                  <a:pt x="723900" y="523875"/>
                </a:lnTo>
                <a:lnTo>
                  <a:pt x="723900" y="514350"/>
                </a:lnTo>
                <a:lnTo>
                  <a:pt x="762000" y="514350"/>
                </a:lnTo>
                <a:lnTo>
                  <a:pt x="762000" y="504825"/>
                </a:lnTo>
                <a:lnTo>
                  <a:pt x="771525" y="504825"/>
                </a:lnTo>
                <a:lnTo>
                  <a:pt x="771525" y="495300"/>
                </a:lnTo>
                <a:lnTo>
                  <a:pt x="790575" y="495300"/>
                </a:lnTo>
                <a:lnTo>
                  <a:pt x="790575" y="466725"/>
                </a:lnTo>
                <a:lnTo>
                  <a:pt x="800100" y="466725"/>
                </a:lnTo>
                <a:lnTo>
                  <a:pt x="800100" y="476250"/>
                </a:lnTo>
                <a:lnTo>
                  <a:pt x="819150" y="476250"/>
                </a:lnTo>
                <a:lnTo>
                  <a:pt x="819150" y="466725"/>
                </a:lnTo>
                <a:lnTo>
                  <a:pt x="847725" y="466725"/>
                </a:lnTo>
                <a:lnTo>
                  <a:pt x="847725" y="476250"/>
                </a:lnTo>
                <a:lnTo>
                  <a:pt x="866775" y="476250"/>
                </a:lnTo>
                <a:lnTo>
                  <a:pt x="866775" y="466725"/>
                </a:lnTo>
                <a:lnTo>
                  <a:pt x="876300" y="466725"/>
                </a:lnTo>
                <a:lnTo>
                  <a:pt x="876300" y="457200"/>
                </a:lnTo>
                <a:lnTo>
                  <a:pt x="866775" y="457200"/>
                </a:lnTo>
                <a:lnTo>
                  <a:pt x="866775" y="447675"/>
                </a:lnTo>
                <a:lnTo>
                  <a:pt x="847725" y="447675"/>
                </a:lnTo>
                <a:lnTo>
                  <a:pt x="847725" y="438150"/>
                </a:lnTo>
                <a:lnTo>
                  <a:pt x="838200" y="438150"/>
                </a:lnTo>
                <a:lnTo>
                  <a:pt x="838200" y="428625"/>
                </a:lnTo>
                <a:lnTo>
                  <a:pt x="857250" y="428625"/>
                </a:lnTo>
                <a:lnTo>
                  <a:pt x="857250" y="419100"/>
                </a:lnTo>
                <a:lnTo>
                  <a:pt x="914400" y="419100"/>
                </a:lnTo>
                <a:close/>
                <a:moveTo>
                  <a:pt x="819150" y="438150"/>
                </a:moveTo>
                <a:lnTo>
                  <a:pt x="828675" y="438150"/>
                </a:lnTo>
                <a:lnTo>
                  <a:pt x="828675" y="447675"/>
                </a:lnTo>
                <a:lnTo>
                  <a:pt x="819150" y="447675"/>
                </a:lnTo>
                <a:close/>
                <a:moveTo>
                  <a:pt x="1047750" y="447675"/>
                </a:moveTo>
                <a:lnTo>
                  <a:pt x="1066800" y="447675"/>
                </a:lnTo>
                <a:lnTo>
                  <a:pt x="1066800" y="457200"/>
                </a:lnTo>
                <a:lnTo>
                  <a:pt x="1047750" y="457200"/>
                </a:lnTo>
                <a:close/>
                <a:moveTo>
                  <a:pt x="1104900" y="504825"/>
                </a:moveTo>
                <a:lnTo>
                  <a:pt x="1114425" y="504825"/>
                </a:lnTo>
                <a:lnTo>
                  <a:pt x="1114425" y="514350"/>
                </a:lnTo>
                <a:lnTo>
                  <a:pt x="1104900" y="514350"/>
                </a:lnTo>
                <a:close/>
                <a:moveTo>
                  <a:pt x="1152525" y="514350"/>
                </a:moveTo>
                <a:lnTo>
                  <a:pt x="1162050" y="514350"/>
                </a:lnTo>
                <a:lnTo>
                  <a:pt x="1162050" y="523875"/>
                </a:lnTo>
                <a:lnTo>
                  <a:pt x="1152525" y="523875"/>
                </a:lnTo>
                <a:close/>
                <a:moveTo>
                  <a:pt x="819150" y="523875"/>
                </a:moveTo>
                <a:lnTo>
                  <a:pt x="828675" y="523875"/>
                </a:lnTo>
                <a:lnTo>
                  <a:pt x="828675" y="533400"/>
                </a:lnTo>
                <a:lnTo>
                  <a:pt x="847725" y="533400"/>
                </a:lnTo>
                <a:lnTo>
                  <a:pt x="847725" y="523875"/>
                </a:lnTo>
                <a:lnTo>
                  <a:pt x="857250" y="523875"/>
                </a:lnTo>
                <a:lnTo>
                  <a:pt x="857250" y="495300"/>
                </a:lnTo>
                <a:lnTo>
                  <a:pt x="847725" y="495300"/>
                </a:lnTo>
                <a:lnTo>
                  <a:pt x="847725" y="485775"/>
                </a:lnTo>
                <a:lnTo>
                  <a:pt x="828675" y="485775"/>
                </a:lnTo>
                <a:lnTo>
                  <a:pt x="828675" y="495300"/>
                </a:lnTo>
                <a:lnTo>
                  <a:pt x="819150" y="495300"/>
                </a:lnTo>
                <a:close/>
                <a:moveTo>
                  <a:pt x="638175" y="533400"/>
                </a:moveTo>
                <a:lnTo>
                  <a:pt x="647700" y="533400"/>
                </a:lnTo>
                <a:lnTo>
                  <a:pt x="647700" y="542925"/>
                </a:lnTo>
                <a:lnTo>
                  <a:pt x="638175" y="542925"/>
                </a:lnTo>
                <a:close/>
                <a:moveTo>
                  <a:pt x="1114425" y="533400"/>
                </a:moveTo>
                <a:lnTo>
                  <a:pt x="1152525" y="533400"/>
                </a:lnTo>
                <a:lnTo>
                  <a:pt x="1152525" y="552450"/>
                </a:lnTo>
                <a:lnTo>
                  <a:pt x="1133475" y="552450"/>
                </a:lnTo>
                <a:lnTo>
                  <a:pt x="1133475" y="561975"/>
                </a:lnTo>
                <a:lnTo>
                  <a:pt x="1104900" y="561975"/>
                </a:lnTo>
                <a:lnTo>
                  <a:pt x="1104900" y="571500"/>
                </a:lnTo>
                <a:lnTo>
                  <a:pt x="1095375" y="571500"/>
                </a:lnTo>
                <a:lnTo>
                  <a:pt x="1095375" y="590550"/>
                </a:lnTo>
                <a:lnTo>
                  <a:pt x="1085850" y="590550"/>
                </a:lnTo>
                <a:lnTo>
                  <a:pt x="1085850" y="619125"/>
                </a:lnTo>
                <a:lnTo>
                  <a:pt x="1076325" y="619125"/>
                </a:lnTo>
                <a:lnTo>
                  <a:pt x="1076325" y="638175"/>
                </a:lnTo>
                <a:lnTo>
                  <a:pt x="1066800" y="638175"/>
                </a:lnTo>
                <a:lnTo>
                  <a:pt x="1066800" y="657225"/>
                </a:lnTo>
                <a:lnTo>
                  <a:pt x="1057275" y="657225"/>
                </a:lnTo>
                <a:lnTo>
                  <a:pt x="1057275" y="676275"/>
                </a:lnTo>
                <a:lnTo>
                  <a:pt x="1047750" y="676275"/>
                </a:lnTo>
                <a:lnTo>
                  <a:pt x="1047750" y="657225"/>
                </a:lnTo>
                <a:lnTo>
                  <a:pt x="1038225" y="657225"/>
                </a:lnTo>
                <a:lnTo>
                  <a:pt x="1038225" y="647700"/>
                </a:lnTo>
                <a:lnTo>
                  <a:pt x="1028700" y="647700"/>
                </a:lnTo>
                <a:lnTo>
                  <a:pt x="1028700" y="638175"/>
                </a:lnTo>
                <a:lnTo>
                  <a:pt x="1019175" y="638175"/>
                </a:lnTo>
                <a:lnTo>
                  <a:pt x="1019175" y="600075"/>
                </a:lnTo>
                <a:lnTo>
                  <a:pt x="1028700" y="600075"/>
                </a:lnTo>
                <a:lnTo>
                  <a:pt x="1028700" y="581025"/>
                </a:lnTo>
                <a:lnTo>
                  <a:pt x="1038225" y="581025"/>
                </a:lnTo>
                <a:lnTo>
                  <a:pt x="1038225" y="561975"/>
                </a:lnTo>
                <a:lnTo>
                  <a:pt x="1057275" y="561975"/>
                </a:lnTo>
                <a:lnTo>
                  <a:pt x="1057275" y="552450"/>
                </a:lnTo>
                <a:lnTo>
                  <a:pt x="1123950" y="552450"/>
                </a:lnTo>
                <a:lnTo>
                  <a:pt x="1123950" y="542925"/>
                </a:lnTo>
                <a:lnTo>
                  <a:pt x="1114425" y="542925"/>
                </a:lnTo>
                <a:close/>
                <a:moveTo>
                  <a:pt x="1190625" y="542925"/>
                </a:moveTo>
                <a:lnTo>
                  <a:pt x="1200150" y="542925"/>
                </a:lnTo>
                <a:lnTo>
                  <a:pt x="1200150" y="552450"/>
                </a:lnTo>
                <a:lnTo>
                  <a:pt x="1190625" y="552450"/>
                </a:lnTo>
                <a:close/>
                <a:moveTo>
                  <a:pt x="647700" y="561975"/>
                </a:moveTo>
                <a:lnTo>
                  <a:pt x="657225" y="561975"/>
                </a:lnTo>
                <a:lnTo>
                  <a:pt x="657225" y="628650"/>
                </a:lnTo>
                <a:lnTo>
                  <a:pt x="647700" y="628650"/>
                </a:lnTo>
                <a:lnTo>
                  <a:pt x="647700" y="657225"/>
                </a:lnTo>
                <a:lnTo>
                  <a:pt x="638175" y="657225"/>
                </a:lnTo>
                <a:lnTo>
                  <a:pt x="638175" y="676275"/>
                </a:lnTo>
                <a:lnTo>
                  <a:pt x="628650" y="676275"/>
                </a:lnTo>
                <a:lnTo>
                  <a:pt x="628650" y="685800"/>
                </a:lnTo>
                <a:lnTo>
                  <a:pt x="619125" y="685800"/>
                </a:lnTo>
                <a:lnTo>
                  <a:pt x="619125" y="676275"/>
                </a:lnTo>
                <a:lnTo>
                  <a:pt x="609600" y="676275"/>
                </a:lnTo>
                <a:lnTo>
                  <a:pt x="609600" y="685800"/>
                </a:lnTo>
                <a:lnTo>
                  <a:pt x="600075" y="685800"/>
                </a:lnTo>
                <a:lnTo>
                  <a:pt x="600075" y="676275"/>
                </a:lnTo>
                <a:lnTo>
                  <a:pt x="590550" y="676275"/>
                </a:lnTo>
                <a:lnTo>
                  <a:pt x="590550" y="666750"/>
                </a:lnTo>
                <a:lnTo>
                  <a:pt x="609600" y="666750"/>
                </a:lnTo>
                <a:lnTo>
                  <a:pt x="609600" y="628650"/>
                </a:lnTo>
                <a:lnTo>
                  <a:pt x="619125" y="628650"/>
                </a:lnTo>
                <a:lnTo>
                  <a:pt x="619125" y="609600"/>
                </a:lnTo>
                <a:lnTo>
                  <a:pt x="628650" y="609600"/>
                </a:lnTo>
                <a:lnTo>
                  <a:pt x="628650" y="600075"/>
                </a:lnTo>
                <a:lnTo>
                  <a:pt x="647700" y="600075"/>
                </a:lnTo>
                <a:close/>
                <a:moveTo>
                  <a:pt x="1181100" y="561975"/>
                </a:moveTo>
                <a:lnTo>
                  <a:pt x="1200150" y="561975"/>
                </a:lnTo>
                <a:lnTo>
                  <a:pt x="1200150" y="590550"/>
                </a:lnTo>
                <a:lnTo>
                  <a:pt x="1171575" y="590550"/>
                </a:lnTo>
                <a:lnTo>
                  <a:pt x="1171575" y="571500"/>
                </a:lnTo>
                <a:lnTo>
                  <a:pt x="1181100" y="571500"/>
                </a:lnTo>
                <a:close/>
                <a:moveTo>
                  <a:pt x="1181100" y="609600"/>
                </a:moveTo>
                <a:lnTo>
                  <a:pt x="1190625" y="609600"/>
                </a:lnTo>
                <a:lnTo>
                  <a:pt x="1190625" y="638175"/>
                </a:lnTo>
                <a:lnTo>
                  <a:pt x="1181100" y="638175"/>
                </a:lnTo>
                <a:close/>
                <a:moveTo>
                  <a:pt x="771525" y="647700"/>
                </a:moveTo>
                <a:lnTo>
                  <a:pt x="781050" y="647700"/>
                </a:lnTo>
                <a:lnTo>
                  <a:pt x="781050" y="657225"/>
                </a:lnTo>
                <a:lnTo>
                  <a:pt x="771525" y="657225"/>
                </a:lnTo>
                <a:close/>
                <a:moveTo>
                  <a:pt x="866775" y="647700"/>
                </a:moveTo>
                <a:lnTo>
                  <a:pt x="876300" y="647700"/>
                </a:lnTo>
                <a:lnTo>
                  <a:pt x="876300" y="657225"/>
                </a:lnTo>
                <a:lnTo>
                  <a:pt x="866775" y="657225"/>
                </a:lnTo>
                <a:close/>
                <a:moveTo>
                  <a:pt x="876300" y="657225"/>
                </a:moveTo>
                <a:lnTo>
                  <a:pt x="885825" y="657225"/>
                </a:lnTo>
                <a:lnTo>
                  <a:pt x="885825" y="666750"/>
                </a:lnTo>
                <a:lnTo>
                  <a:pt x="876300" y="666750"/>
                </a:lnTo>
                <a:close/>
                <a:moveTo>
                  <a:pt x="1200150" y="666750"/>
                </a:moveTo>
                <a:lnTo>
                  <a:pt x="1209675" y="666750"/>
                </a:lnTo>
                <a:lnTo>
                  <a:pt x="1209675" y="676275"/>
                </a:lnTo>
                <a:lnTo>
                  <a:pt x="1200150" y="676275"/>
                </a:lnTo>
                <a:close/>
                <a:moveTo>
                  <a:pt x="609600" y="685800"/>
                </a:moveTo>
                <a:lnTo>
                  <a:pt x="619125" y="685800"/>
                </a:lnTo>
                <a:lnTo>
                  <a:pt x="619125" y="714375"/>
                </a:lnTo>
                <a:lnTo>
                  <a:pt x="628650" y="714375"/>
                </a:lnTo>
                <a:lnTo>
                  <a:pt x="628650" y="723900"/>
                </a:lnTo>
                <a:lnTo>
                  <a:pt x="638175" y="723900"/>
                </a:lnTo>
                <a:lnTo>
                  <a:pt x="638175" y="733425"/>
                </a:lnTo>
                <a:lnTo>
                  <a:pt x="619125" y="733425"/>
                </a:lnTo>
                <a:lnTo>
                  <a:pt x="619125" y="723900"/>
                </a:lnTo>
                <a:lnTo>
                  <a:pt x="609600" y="723900"/>
                </a:lnTo>
                <a:close/>
                <a:moveTo>
                  <a:pt x="876300" y="714375"/>
                </a:moveTo>
                <a:lnTo>
                  <a:pt x="981075" y="714375"/>
                </a:lnTo>
                <a:lnTo>
                  <a:pt x="981075" y="723900"/>
                </a:lnTo>
                <a:lnTo>
                  <a:pt x="1000125" y="723900"/>
                </a:lnTo>
                <a:lnTo>
                  <a:pt x="1000125" y="733425"/>
                </a:lnTo>
                <a:lnTo>
                  <a:pt x="971550" y="733425"/>
                </a:lnTo>
                <a:lnTo>
                  <a:pt x="971550" y="742950"/>
                </a:lnTo>
                <a:lnTo>
                  <a:pt x="866775" y="742950"/>
                </a:lnTo>
                <a:lnTo>
                  <a:pt x="866775" y="733425"/>
                </a:lnTo>
                <a:lnTo>
                  <a:pt x="847725" y="733425"/>
                </a:lnTo>
                <a:lnTo>
                  <a:pt x="847725" y="723900"/>
                </a:lnTo>
                <a:lnTo>
                  <a:pt x="876300" y="723900"/>
                </a:lnTo>
                <a:close/>
                <a:moveTo>
                  <a:pt x="1181100" y="733425"/>
                </a:moveTo>
                <a:lnTo>
                  <a:pt x="1190625" y="733425"/>
                </a:lnTo>
                <a:lnTo>
                  <a:pt x="1190625" y="742950"/>
                </a:lnTo>
                <a:lnTo>
                  <a:pt x="1181100" y="742950"/>
                </a:lnTo>
                <a:close/>
                <a:moveTo>
                  <a:pt x="1152525" y="742950"/>
                </a:moveTo>
                <a:lnTo>
                  <a:pt x="1162050" y="742950"/>
                </a:lnTo>
                <a:lnTo>
                  <a:pt x="1162050" y="752475"/>
                </a:lnTo>
                <a:lnTo>
                  <a:pt x="1152525" y="752475"/>
                </a:lnTo>
                <a:close/>
                <a:moveTo>
                  <a:pt x="847725" y="762000"/>
                </a:moveTo>
                <a:lnTo>
                  <a:pt x="857250" y="762000"/>
                </a:lnTo>
                <a:lnTo>
                  <a:pt x="857250" y="771525"/>
                </a:lnTo>
                <a:lnTo>
                  <a:pt x="981075" y="771525"/>
                </a:lnTo>
                <a:lnTo>
                  <a:pt x="981075" y="762000"/>
                </a:lnTo>
                <a:lnTo>
                  <a:pt x="990600" y="762000"/>
                </a:lnTo>
                <a:lnTo>
                  <a:pt x="990600" y="771525"/>
                </a:lnTo>
                <a:lnTo>
                  <a:pt x="1000125" y="771525"/>
                </a:lnTo>
                <a:lnTo>
                  <a:pt x="1000125" y="800100"/>
                </a:lnTo>
                <a:lnTo>
                  <a:pt x="990600" y="800100"/>
                </a:lnTo>
                <a:lnTo>
                  <a:pt x="990600" y="809625"/>
                </a:lnTo>
                <a:lnTo>
                  <a:pt x="981075" y="809625"/>
                </a:lnTo>
                <a:lnTo>
                  <a:pt x="981075" y="828675"/>
                </a:lnTo>
                <a:lnTo>
                  <a:pt x="971550" y="828675"/>
                </a:lnTo>
                <a:lnTo>
                  <a:pt x="971550" y="838200"/>
                </a:lnTo>
                <a:lnTo>
                  <a:pt x="962025" y="838200"/>
                </a:lnTo>
                <a:lnTo>
                  <a:pt x="962025" y="847725"/>
                </a:lnTo>
                <a:lnTo>
                  <a:pt x="952500" y="847725"/>
                </a:lnTo>
                <a:lnTo>
                  <a:pt x="952500" y="857250"/>
                </a:lnTo>
                <a:lnTo>
                  <a:pt x="942975" y="857250"/>
                </a:lnTo>
                <a:lnTo>
                  <a:pt x="942975" y="876300"/>
                </a:lnTo>
                <a:lnTo>
                  <a:pt x="933450" y="876300"/>
                </a:lnTo>
                <a:lnTo>
                  <a:pt x="933450" y="885825"/>
                </a:lnTo>
                <a:lnTo>
                  <a:pt x="914400" y="885825"/>
                </a:lnTo>
                <a:lnTo>
                  <a:pt x="914400" y="876300"/>
                </a:lnTo>
                <a:lnTo>
                  <a:pt x="904875" y="876300"/>
                </a:lnTo>
                <a:lnTo>
                  <a:pt x="904875" y="866775"/>
                </a:lnTo>
                <a:lnTo>
                  <a:pt x="895350" y="866775"/>
                </a:lnTo>
                <a:lnTo>
                  <a:pt x="895350" y="857250"/>
                </a:lnTo>
                <a:lnTo>
                  <a:pt x="885825" y="857250"/>
                </a:lnTo>
                <a:lnTo>
                  <a:pt x="885825" y="847725"/>
                </a:lnTo>
                <a:lnTo>
                  <a:pt x="876300" y="847725"/>
                </a:lnTo>
                <a:lnTo>
                  <a:pt x="876300" y="838200"/>
                </a:lnTo>
                <a:lnTo>
                  <a:pt x="866775" y="838200"/>
                </a:lnTo>
                <a:lnTo>
                  <a:pt x="866775" y="828675"/>
                </a:lnTo>
                <a:lnTo>
                  <a:pt x="857250" y="828675"/>
                </a:lnTo>
                <a:lnTo>
                  <a:pt x="857250" y="809625"/>
                </a:lnTo>
                <a:lnTo>
                  <a:pt x="847725" y="809625"/>
                </a:lnTo>
                <a:lnTo>
                  <a:pt x="847725" y="800100"/>
                </a:lnTo>
                <a:lnTo>
                  <a:pt x="838200" y="800100"/>
                </a:lnTo>
                <a:lnTo>
                  <a:pt x="838200" y="771525"/>
                </a:lnTo>
                <a:lnTo>
                  <a:pt x="847725" y="771525"/>
                </a:lnTo>
                <a:close/>
                <a:moveTo>
                  <a:pt x="723900" y="838200"/>
                </a:moveTo>
                <a:lnTo>
                  <a:pt x="733425" y="838200"/>
                </a:lnTo>
                <a:lnTo>
                  <a:pt x="733425" y="847725"/>
                </a:lnTo>
                <a:lnTo>
                  <a:pt x="723900" y="847725"/>
                </a:lnTo>
                <a:close/>
                <a:moveTo>
                  <a:pt x="676275" y="857250"/>
                </a:moveTo>
                <a:lnTo>
                  <a:pt x="685800" y="857250"/>
                </a:lnTo>
                <a:lnTo>
                  <a:pt x="685800" y="866775"/>
                </a:lnTo>
                <a:lnTo>
                  <a:pt x="676275" y="866775"/>
                </a:lnTo>
                <a:close/>
                <a:moveTo>
                  <a:pt x="1190625" y="866775"/>
                </a:moveTo>
                <a:lnTo>
                  <a:pt x="1200150" y="866775"/>
                </a:lnTo>
                <a:lnTo>
                  <a:pt x="1200150" y="876300"/>
                </a:lnTo>
                <a:lnTo>
                  <a:pt x="1190625" y="876300"/>
                </a:lnTo>
                <a:close/>
                <a:moveTo>
                  <a:pt x="628650" y="876300"/>
                </a:moveTo>
                <a:lnTo>
                  <a:pt x="638175" y="876300"/>
                </a:lnTo>
                <a:lnTo>
                  <a:pt x="638175" y="885825"/>
                </a:lnTo>
                <a:lnTo>
                  <a:pt x="628650" y="885825"/>
                </a:lnTo>
                <a:close/>
                <a:moveTo>
                  <a:pt x="600075" y="885825"/>
                </a:moveTo>
                <a:lnTo>
                  <a:pt x="619125" y="885825"/>
                </a:lnTo>
                <a:lnTo>
                  <a:pt x="619125" y="895350"/>
                </a:lnTo>
                <a:lnTo>
                  <a:pt x="600075" y="895350"/>
                </a:lnTo>
                <a:close/>
                <a:moveTo>
                  <a:pt x="1238250" y="885825"/>
                </a:moveTo>
                <a:lnTo>
                  <a:pt x="1276350" y="885825"/>
                </a:lnTo>
                <a:lnTo>
                  <a:pt x="1276350" y="895350"/>
                </a:lnTo>
                <a:lnTo>
                  <a:pt x="1295400" y="895350"/>
                </a:lnTo>
                <a:lnTo>
                  <a:pt x="1295400" y="885825"/>
                </a:lnTo>
                <a:lnTo>
                  <a:pt x="1304925" y="885825"/>
                </a:lnTo>
                <a:lnTo>
                  <a:pt x="1304925" y="895350"/>
                </a:lnTo>
                <a:lnTo>
                  <a:pt x="1314450" y="895350"/>
                </a:lnTo>
                <a:lnTo>
                  <a:pt x="1314450" y="933450"/>
                </a:lnTo>
                <a:lnTo>
                  <a:pt x="1295400" y="933450"/>
                </a:lnTo>
                <a:lnTo>
                  <a:pt x="1295400" y="923925"/>
                </a:lnTo>
                <a:lnTo>
                  <a:pt x="1285875" y="923925"/>
                </a:lnTo>
                <a:lnTo>
                  <a:pt x="1285875" y="914400"/>
                </a:lnTo>
                <a:lnTo>
                  <a:pt x="1276350" y="914400"/>
                </a:lnTo>
                <a:lnTo>
                  <a:pt x="1276350" y="904875"/>
                </a:lnTo>
                <a:lnTo>
                  <a:pt x="1257300" y="904875"/>
                </a:lnTo>
                <a:lnTo>
                  <a:pt x="1257300" y="895350"/>
                </a:lnTo>
                <a:lnTo>
                  <a:pt x="1238250" y="895350"/>
                </a:lnTo>
                <a:close/>
                <a:moveTo>
                  <a:pt x="542925" y="895350"/>
                </a:moveTo>
                <a:lnTo>
                  <a:pt x="561975" y="895350"/>
                </a:lnTo>
                <a:lnTo>
                  <a:pt x="561975" y="904875"/>
                </a:lnTo>
                <a:lnTo>
                  <a:pt x="581025" y="904875"/>
                </a:lnTo>
                <a:lnTo>
                  <a:pt x="581025" y="895350"/>
                </a:lnTo>
                <a:lnTo>
                  <a:pt x="600075" y="895350"/>
                </a:lnTo>
                <a:lnTo>
                  <a:pt x="600075" y="904875"/>
                </a:lnTo>
                <a:lnTo>
                  <a:pt x="581025" y="904875"/>
                </a:lnTo>
                <a:lnTo>
                  <a:pt x="581025" y="914400"/>
                </a:lnTo>
                <a:lnTo>
                  <a:pt x="561975" y="914400"/>
                </a:lnTo>
                <a:lnTo>
                  <a:pt x="561975" y="923925"/>
                </a:lnTo>
                <a:lnTo>
                  <a:pt x="552450" y="923925"/>
                </a:lnTo>
                <a:lnTo>
                  <a:pt x="552450" y="933450"/>
                </a:lnTo>
                <a:lnTo>
                  <a:pt x="542925" y="933450"/>
                </a:lnTo>
                <a:lnTo>
                  <a:pt x="542925" y="942975"/>
                </a:lnTo>
                <a:lnTo>
                  <a:pt x="533400" y="942975"/>
                </a:lnTo>
                <a:lnTo>
                  <a:pt x="533400" y="952500"/>
                </a:lnTo>
                <a:lnTo>
                  <a:pt x="523875" y="952500"/>
                </a:lnTo>
                <a:lnTo>
                  <a:pt x="523875" y="933450"/>
                </a:lnTo>
                <a:lnTo>
                  <a:pt x="533400" y="933450"/>
                </a:lnTo>
                <a:lnTo>
                  <a:pt x="533400" y="914400"/>
                </a:lnTo>
                <a:lnTo>
                  <a:pt x="542925" y="914400"/>
                </a:lnTo>
                <a:close/>
                <a:moveTo>
                  <a:pt x="1314450" y="933450"/>
                </a:moveTo>
                <a:lnTo>
                  <a:pt x="1323975" y="933450"/>
                </a:lnTo>
                <a:lnTo>
                  <a:pt x="1323975" y="942975"/>
                </a:lnTo>
                <a:lnTo>
                  <a:pt x="1314450" y="942975"/>
                </a:lnTo>
                <a:close/>
                <a:moveTo>
                  <a:pt x="1323975" y="952500"/>
                </a:moveTo>
                <a:lnTo>
                  <a:pt x="1333500" y="952500"/>
                </a:lnTo>
                <a:lnTo>
                  <a:pt x="1333500" y="962025"/>
                </a:lnTo>
                <a:lnTo>
                  <a:pt x="1323975" y="962025"/>
                </a:lnTo>
                <a:close/>
                <a:moveTo>
                  <a:pt x="1352550" y="1009650"/>
                </a:moveTo>
                <a:lnTo>
                  <a:pt x="1362075" y="1009650"/>
                </a:lnTo>
                <a:lnTo>
                  <a:pt x="1362075" y="1019175"/>
                </a:lnTo>
                <a:lnTo>
                  <a:pt x="1352550" y="1019175"/>
                </a:lnTo>
                <a:close/>
                <a:moveTo>
                  <a:pt x="1381125" y="1076325"/>
                </a:moveTo>
                <a:lnTo>
                  <a:pt x="1390650" y="1076325"/>
                </a:lnTo>
                <a:lnTo>
                  <a:pt x="1390650" y="1104900"/>
                </a:lnTo>
                <a:lnTo>
                  <a:pt x="1381125" y="1104900"/>
                </a:lnTo>
                <a:close/>
                <a:moveTo>
                  <a:pt x="1400175" y="1076325"/>
                </a:moveTo>
                <a:lnTo>
                  <a:pt x="1409700" y="1076325"/>
                </a:lnTo>
                <a:lnTo>
                  <a:pt x="1409700" y="1085850"/>
                </a:lnTo>
                <a:lnTo>
                  <a:pt x="1400175" y="1085850"/>
                </a:lnTo>
                <a:close/>
                <a:moveTo>
                  <a:pt x="447675" y="1104900"/>
                </a:moveTo>
                <a:lnTo>
                  <a:pt x="457200" y="1104900"/>
                </a:lnTo>
                <a:lnTo>
                  <a:pt x="457200" y="1133475"/>
                </a:lnTo>
                <a:lnTo>
                  <a:pt x="447675" y="1133475"/>
                </a:lnTo>
                <a:lnTo>
                  <a:pt x="447675" y="1162050"/>
                </a:lnTo>
                <a:lnTo>
                  <a:pt x="438150" y="1162050"/>
                </a:lnTo>
                <a:lnTo>
                  <a:pt x="438150" y="1190625"/>
                </a:lnTo>
                <a:lnTo>
                  <a:pt x="428625" y="1190625"/>
                </a:lnTo>
                <a:lnTo>
                  <a:pt x="428625" y="1209675"/>
                </a:lnTo>
                <a:lnTo>
                  <a:pt x="419100" y="1209675"/>
                </a:lnTo>
                <a:lnTo>
                  <a:pt x="419100" y="1200150"/>
                </a:lnTo>
                <a:lnTo>
                  <a:pt x="409575" y="1200150"/>
                </a:lnTo>
                <a:lnTo>
                  <a:pt x="409575" y="1181100"/>
                </a:lnTo>
                <a:lnTo>
                  <a:pt x="400050" y="1181100"/>
                </a:lnTo>
                <a:lnTo>
                  <a:pt x="400050" y="1162050"/>
                </a:lnTo>
                <a:lnTo>
                  <a:pt x="409575" y="1162050"/>
                </a:lnTo>
                <a:lnTo>
                  <a:pt x="409575" y="1143000"/>
                </a:lnTo>
                <a:lnTo>
                  <a:pt x="419100" y="1143000"/>
                </a:lnTo>
                <a:lnTo>
                  <a:pt x="419100" y="1123950"/>
                </a:lnTo>
                <a:lnTo>
                  <a:pt x="428625" y="1123950"/>
                </a:lnTo>
                <a:lnTo>
                  <a:pt x="428625" y="1114425"/>
                </a:lnTo>
                <a:lnTo>
                  <a:pt x="438150" y="1114425"/>
                </a:lnTo>
                <a:lnTo>
                  <a:pt x="438150" y="1123950"/>
                </a:lnTo>
                <a:lnTo>
                  <a:pt x="447675" y="1123950"/>
                </a:lnTo>
                <a:close/>
                <a:moveTo>
                  <a:pt x="1409700" y="1104900"/>
                </a:moveTo>
                <a:lnTo>
                  <a:pt x="1419225" y="1104900"/>
                </a:lnTo>
                <a:lnTo>
                  <a:pt x="1419225" y="1114425"/>
                </a:lnTo>
                <a:lnTo>
                  <a:pt x="1438275" y="1114425"/>
                </a:lnTo>
                <a:lnTo>
                  <a:pt x="1438275" y="1143000"/>
                </a:lnTo>
                <a:lnTo>
                  <a:pt x="1428750" y="1143000"/>
                </a:lnTo>
                <a:lnTo>
                  <a:pt x="1428750" y="1152525"/>
                </a:lnTo>
                <a:lnTo>
                  <a:pt x="1438275" y="1152525"/>
                </a:lnTo>
                <a:lnTo>
                  <a:pt x="1438275" y="1171575"/>
                </a:lnTo>
                <a:lnTo>
                  <a:pt x="1400175" y="1171575"/>
                </a:lnTo>
                <a:lnTo>
                  <a:pt x="1400175" y="1133475"/>
                </a:lnTo>
                <a:lnTo>
                  <a:pt x="1390650" y="1133475"/>
                </a:lnTo>
                <a:lnTo>
                  <a:pt x="1390650" y="1114425"/>
                </a:lnTo>
                <a:lnTo>
                  <a:pt x="1400175" y="1114425"/>
                </a:lnTo>
                <a:lnTo>
                  <a:pt x="1400175" y="1123950"/>
                </a:lnTo>
                <a:lnTo>
                  <a:pt x="1409700" y="1123950"/>
                </a:lnTo>
                <a:close/>
                <a:moveTo>
                  <a:pt x="409575" y="1257300"/>
                </a:moveTo>
                <a:lnTo>
                  <a:pt x="419100" y="1257300"/>
                </a:lnTo>
                <a:lnTo>
                  <a:pt x="419100" y="1266825"/>
                </a:lnTo>
                <a:lnTo>
                  <a:pt x="409575" y="1266825"/>
                </a:lnTo>
                <a:close/>
                <a:moveTo>
                  <a:pt x="428625" y="1343025"/>
                </a:moveTo>
                <a:lnTo>
                  <a:pt x="438150" y="1343025"/>
                </a:lnTo>
                <a:lnTo>
                  <a:pt x="438150" y="1352550"/>
                </a:lnTo>
                <a:lnTo>
                  <a:pt x="428625" y="1352550"/>
                </a:lnTo>
                <a:close/>
                <a:moveTo>
                  <a:pt x="447675" y="1352550"/>
                </a:moveTo>
                <a:lnTo>
                  <a:pt x="457200" y="1352550"/>
                </a:lnTo>
                <a:lnTo>
                  <a:pt x="457200" y="1362075"/>
                </a:lnTo>
                <a:lnTo>
                  <a:pt x="447675" y="1362075"/>
                </a:lnTo>
                <a:close/>
                <a:moveTo>
                  <a:pt x="390525" y="1362075"/>
                </a:moveTo>
                <a:lnTo>
                  <a:pt x="447675" y="1362075"/>
                </a:lnTo>
                <a:lnTo>
                  <a:pt x="447675" y="1400175"/>
                </a:lnTo>
                <a:lnTo>
                  <a:pt x="419100" y="1400175"/>
                </a:lnTo>
                <a:lnTo>
                  <a:pt x="419100" y="1409700"/>
                </a:lnTo>
                <a:lnTo>
                  <a:pt x="409575" y="1409700"/>
                </a:lnTo>
                <a:lnTo>
                  <a:pt x="409575" y="1419225"/>
                </a:lnTo>
                <a:lnTo>
                  <a:pt x="400050" y="1419225"/>
                </a:lnTo>
                <a:lnTo>
                  <a:pt x="400050" y="1428750"/>
                </a:lnTo>
                <a:lnTo>
                  <a:pt x="390525" y="1428750"/>
                </a:lnTo>
                <a:lnTo>
                  <a:pt x="390525" y="1438275"/>
                </a:lnTo>
                <a:lnTo>
                  <a:pt x="381000" y="1438275"/>
                </a:lnTo>
                <a:lnTo>
                  <a:pt x="381000" y="1390650"/>
                </a:lnTo>
                <a:lnTo>
                  <a:pt x="390525" y="1390650"/>
                </a:lnTo>
                <a:close/>
                <a:moveTo>
                  <a:pt x="476250" y="1362075"/>
                </a:moveTo>
                <a:lnTo>
                  <a:pt x="485775" y="1362075"/>
                </a:lnTo>
                <a:lnTo>
                  <a:pt x="485775" y="1371600"/>
                </a:lnTo>
                <a:lnTo>
                  <a:pt x="476250" y="1371600"/>
                </a:lnTo>
                <a:close/>
                <a:moveTo>
                  <a:pt x="533400" y="1371600"/>
                </a:moveTo>
                <a:lnTo>
                  <a:pt x="552450" y="1371600"/>
                </a:lnTo>
                <a:lnTo>
                  <a:pt x="552450" y="1381125"/>
                </a:lnTo>
                <a:lnTo>
                  <a:pt x="533400" y="1381125"/>
                </a:lnTo>
                <a:close/>
                <a:moveTo>
                  <a:pt x="1247775" y="1390650"/>
                </a:moveTo>
                <a:lnTo>
                  <a:pt x="1285875" y="1390650"/>
                </a:lnTo>
                <a:lnTo>
                  <a:pt x="1285875" y="1400175"/>
                </a:lnTo>
                <a:lnTo>
                  <a:pt x="1295400" y="1400175"/>
                </a:lnTo>
                <a:lnTo>
                  <a:pt x="1295400" y="1409700"/>
                </a:lnTo>
                <a:lnTo>
                  <a:pt x="1285875" y="1409700"/>
                </a:lnTo>
                <a:lnTo>
                  <a:pt x="1285875" y="1447800"/>
                </a:lnTo>
                <a:lnTo>
                  <a:pt x="1295400" y="1447800"/>
                </a:lnTo>
                <a:lnTo>
                  <a:pt x="1295400" y="1485900"/>
                </a:lnTo>
                <a:lnTo>
                  <a:pt x="1304925" y="1485900"/>
                </a:lnTo>
                <a:lnTo>
                  <a:pt x="1304925" y="1495425"/>
                </a:lnTo>
                <a:lnTo>
                  <a:pt x="1295400" y="1495425"/>
                </a:lnTo>
                <a:lnTo>
                  <a:pt x="1295400" y="1562100"/>
                </a:lnTo>
                <a:lnTo>
                  <a:pt x="1266825" y="1562100"/>
                </a:lnTo>
                <a:lnTo>
                  <a:pt x="1266825" y="1552575"/>
                </a:lnTo>
                <a:lnTo>
                  <a:pt x="1257300" y="1552575"/>
                </a:lnTo>
                <a:lnTo>
                  <a:pt x="1257300" y="1533525"/>
                </a:lnTo>
                <a:lnTo>
                  <a:pt x="1266825" y="1533525"/>
                </a:lnTo>
                <a:lnTo>
                  <a:pt x="1266825" y="1457325"/>
                </a:lnTo>
                <a:lnTo>
                  <a:pt x="1257300" y="1457325"/>
                </a:lnTo>
                <a:lnTo>
                  <a:pt x="1257300" y="1409700"/>
                </a:lnTo>
                <a:lnTo>
                  <a:pt x="1238250" y="1409700"/>
                </a:lnTo>
                <a:lnTo>
                  <a:pt x="1238250" y="1400175"/>
                </a:lnTo>
                <a:lnTo>
                  <a:pt x="1247775" y="1400175"/>
                </a:lnTo>
                <a:close/>
                <a:moveTo>
                  <a:pt x="428625" y="1419225"/>
                </a:moveTo>
                <a:lnTo>
                  <a:pt x="438150" y="1419225"/>
                </a:lnTo>
                <a:lnTo>
                  <a:pt x="438150" y="1466850"/>
                </a:lnTo>
                <a:lnTo>
                  <a:pt x="428625" y="1466850"/>
                </a:lnTo>
                <a:close/>
                <a:moveTo>
                  <a:pt x="466725" y="1419225"/>
                </a:moveTo>
                <a:lnTo>
                  <a:pt x="476250" y="1419225"/>
                </a:lnTo>
                <a:lnTo>
                  <a:pt x="476250" y="1428750"/>
                </a:lnTo>
                <a:lnTo>
                  <a:pt x="466725" y="1428750"/>
                </a:lnTo>
                <a:close/>
                <a:moveTo>
                  <a:pt x="409575" y="1447800"/>
                </a:moveTo>
                <a:lnTo>
                  <a:pt x="419100" y="1447800"/>
                </a:lnTo>
                <a:lnTo>
                  <a:pt x="419100" y="1485900"/>
                </a:lnTo>
                <a:lnTo>
                  <a:pt x="428625" y="1485900"/>
                </a:lnTo>
                <a:lnTo>
                  <a:pt x="428625" y="1476375"/>
                </a:lnTo>
                <a:lnTo>
                  <a:pt x="438150" y="1476375"/>
                </a:lnTo>
                <a:lnTo>
                  <a:pt x="438150" y="1485900"/>
                </a:lnTo>
                <a:lnTo>
                  <a:pt x="428625" y="1485900"/>
                </a:lnTo>
                <a:lnTo>
                  <a:pt x="428625" y="1552575"/>
                </a:lnTo>
                <a:lnTo>
                  <a:pt x="400050" y="1552575"/>
                </a:lnTo>
                <a:lnTo>
                  <a:pt x="400050" y="1524000"/>
                </a:lnTo>
                <a:lnTo>
                  <a:pt x="390525" y="1524000"/>
                </a:lnTo>
                <a:lnTo>
                  <a:pt x="390525" y="1495425"/>
                </a:lnTo>
                <a:lnTo>
                  <a:pt x="381000" y="1495425"/>
                </a:lnTo>
                <a:lnTo>
                  <a:pt x="381000" y="1485900"/>
                </a:lnTo>
                <a:lnTo>
                  <a:pt x="371475" y="1485900"/>
                </a:lnTo>
                <a:lnTo>
                  <a:pt x="371475" y="1466850"/>
                </a:lnTo>
                <a:lnTo>
                  <a:pt x="361950" y="1466850"/>
                </a:lnTo>
                <a:lnTo>
                  <a:pt x="361950" y="1457325"/>
                </a:lnTo>
                <a:lnTo>
                  <a:pt x="409575" y="1457325"/>
                </a:lnTo>
                <a:close/>
                <a:moveTo>
                  <a:pt x="466725" y="1457325"/>
                </a:moveTo>
                <a:lnTo>
                  <a:pt x="476250" y="1457325"/>
                </a:lnTo>
                <a:lnTo>
                  <a:pt x="476250" y="1466850"/>
                </a:lnTo>
                <a:lnTo>
                  <a:pt x="495300" y="1466850"/>
                </a:lnTo>
                <a:lnTo>
                  <a:pt x="495300" y="1476375"/>
                </a:lnTo>
                <a:lnTo>
                  <a:pt x="504825" y="1476375"/>
                </a:lnTo>
                <a:lnTo>
                  <a:pt x="504825" y="1485900"/>
                </a:lnTo>
                <a:lnTo>
                  <a:pt x="533400" y="1485900"/>
                </a:lnTo>
                <a:lnTo>
                  <a:pt x="533400" y="1476375"/>
                </a:lnTo>
                <a:lnTo>
                  <a:pt x="542925" y="1476375"/>
                </a:lnTo>
                <a:lnTo>
                  <a:pt x="542925" y="1485900"/>
                </a:lnTo>
                <a:lnTo>
                  <a:pt x="552450" y="1485900"/>
                </a:lnTo>
                <a:lnTo>
                  <a:pt x="552450" y="1495425"/>
                </a:lnTo>
                <a:lnTo>
                  <a:pt x="561975" y="1495425"/>
                </a:lnTo>
                <a:lnTo>
                  <a:pt x="561975" y="1504950"/>
                </a:lnTo>
                <a:lnTo>
                  <a:pt x="571500" y="1504950"/>
                </a:lnTo>
                <a:lnTo>
                  <a:pt x="571500" y="1514475"/>
                </a:lnTo>
                <a:lnTo>
                  <a:pt x="581025" y="1514475"/>
                </a:lnTo>
                <a:lnTo>
                  <a:pt x="581025" y="1533525"/>
                </a:lnTo>
                <a:lnTo>
                  <a:pt x="571500" y="1533525"/>
                </a:lnTo>
                <a:lnTo>
                  <a:pt x="571500" y="1581150"/>
                </a:lnTo>
                <a:lnTo>
                  <a:pt x="581025" y="1581150"/>
                </a:lnTo>
                <a:lnTo>
                  <a:pt x="581025" y="1600200"/>
                </a:lnTo>
                <a:lnTo>
                  <a:pt x="571500" y="1600200"/>
                </a:lnTo>
                <a:lnTo>
                  <a:pt x="571500" y="1590675"/>
                </a:lnTo>
                <a:lnTo>
                  <a:pt x="561975" y="1590675"/>
                </a:lnTo>
                <a:lnTo>
                  <a:pt x="561975" y="1600200"/>
                </a:lnTo>
                <a:lnTo>
                  <a:pt x="533400" y="1600200"/>
                </a:lnTo>
                <a:lnTo>
                  <a:pt x="533400" y="1609725"/>
                </a:lnTo>
                <a:lnTo>
                  <a:pt x="514350" y="1609725"/>
                </a:lnTo>
                <a:lnTo>
                  <a:pt x="514350" y="1600200"/>
                </a:lnTo>
                <a:lnTo>
                  <a:pt x="495300" y="1600200"/>
                </a:lnTo>
                <a:lnTo>
                  <a:pt x="495300" y="1609725"/>
                </a:lnTo>
                <a:lnTo>
                  <a:pt x="485775" y="1609725"/>
                </a:lnTo>
                <a:lnTo>
                  <a:pt x="485775" y="1600200"/>
                </a:lnTo>
                <a:lnTo>
                  <a:pt x="466725" y="1600200"/>
                </a:lnTo>
                <a:lnTo>
                  <a:pt x="466725" y="1609725"/>
                </a:lnTo>
                <a:lnTo>
                  <a:pt x="447675" y="1609725"/>
                </a:lnTo>
                <a:lnTo>
                  <a:pt x="447675" y="1552575"/>
                </a:lnTo>
                <a:lnTo>
                  <a:pt x="457200" y="1552575"/>
                </a:lnTo>
                <a:lnTo>
                  <a:pt x="457200" y="1524000"/>
                </a:lnTo>
                <a:lnTo>
                  <a:pt x="466725" y="1524000"/>
                </a:lnTo>
                <a:lnTo>
                  <a:pt x="466725" y="1504950"/>
                </a:lnTo>
                <a:lnTo>
                  <a:pt x="457200" y="1504950"/>
                </a:lnTo>
                <a:lnTo>
                  <a:pt x="457200" y="1495425"/>
                </a:lnTo>
                <a:lnTo>
                  <a:pt x="466725" y="1495425"/>
                </a:lnTo>
                <a:close/>
                <a:moveTo>
                  <a:pt x="1276350" y="1533525"/>
                </a:moveTo>
                <a:lnTo>
                  <a:pt x="1285875" y="1533525"/>
                </a:lnTo>
                <a:lnTo>
                  <a:pt x="1285875" y="1524000"/>
                </a:lnTo>
                <a:lnTo>
                  <a:pt x="1276350" y="1524000"/>
                </a:lnTo>
                <a:close/>
                <a:moveTo>
                  <a:pt x="438150" y="1609725"/>
                </a:moveTo>
                <a:lnTo>
                  <a:pt x="447675" y="1609725"/>
                </a:lnTo>
                <a:lnTo>
                  <a:pt x="447675" y="1619250"/>
                </a:lnTo>
                <a:lnTo>
                  <a:pt x="438150" y="1619250"/>
                </a:lnTo>
                <a:close/>
                <a:moveTo>
                  <a:pt x="571500" y="1771650"/>
                </a:moveTo>
                <a:lnTo>
                  <a:pt x="581025" y="1771650"/>
                </a:lnTo>
                <a:lnTo>
                  <a:pt x="581025" y="1781175"/>
                </a:lnTo>
                <a:lnTo>
                  <a:pt x="571500" y="1781175"/>
                </a:lnTo>
                <a:close/>
                <a:moveTo>
                  <a:pt x="457200" y="1781175"/>
                </a:moveTo>
                <a:lnTo>
                  <a:pt x="514350" y="1781175"/>
                </a:lnTo>
                <a:lnTo>
                  <a:pt x="514350" y="1790700"/>
                </a:lnTo>
                <a:lnTo>
                  <a:pt x="533400" y="1790700"/>
                </a:lnTo>
                <a:lnTo>
                  <a:pt x="533400" y="1781175"/>
                </a:lnTo>
                <a:lnTo>
                  <a:pt x="561975" y="1781175"/>
                </a:lnTo>
                <a:lnTo>
                  <a:pt x="561975" y="1809750"/>
                </a:lnTo>
                <a:lnTo>
                  <a:pt x="552450" y="1809750"/>
                </a:lnTo>
                <a:lnTo>
                  <a:pt x="552450" y="1819275"/>
                </a:lnTo>
                <a:lnTo>
                  <a:pt x="542925" y="1819275"/>
                </a:lnTo>
                <a:lnTo>
                  <a:pt x="542925" y="1828800"/>
                </a:lnTo>
                <a:lnTo>
                  <a:pt x="523875" y="1828800"/>
                </a:lnTo>
                <a:lnTo>
                  <a:pt x="523875" y="1819275"/>
                </a:lnTo>
                <a:lnTo>
                  <a:pt x="495300" y="1819275"/>
                </a:lnTo>
                <a:lnTo>
                  <a:pt x="495300" y="1800225"/>
                </a:lnTo>
                <a:lnTo>
                  <a:pt x="476250" y="1800225"/>
                </a:lnTo>
                <a:lnTo>
                  <a:pt x="476250" y="1790700"/>
                </a:lnTo>
                <a:lnTo>
                  <a:pt x="457200" y="1790700"/>
                </a:lnTo>
                <a:close/>
                <a:moveTo>
                  <a:pt x="1552575" y="1781175"/>
                </a:moveTo>
                <a:lnTo>
                  <a:pt x="1609725" y="1781175"/>
                </a:lnTo>
                <a:lnTo>
                  <a:pt x="1609725" y="1800225"/>
                </a:lnTo>
                <a:lnTo>
                  <a:pt x="1600200" y="1800225"/>
                </a:lnTo>
                <a:lnTo>
                  <a:pt x="1600200" y="1809750"/>
                </a:lnTo>
                <a:lnTo>
                  <a:pt x="1590675" y="1809750"/>
                </a:lnTo>
                <a:lnTo>
                  <a:pt x="1590675" y="1819275"/>
                </a:lnTo>
                <a:lnTo>
                  <a:pt x="1571625" y="1819275"/>
                </a:lnTo>
                <a:lnTo>
                  <a:pt x="1571625" y="1828800"/>
                </a:lnTo>
                <a:lnTo>
                  <a:pt x="1552575" y="1828800"/>
                </a:lnTo>
                <a:lnTo>
                  <a:pt x="1552575" y="1838325"/>
                </a:lnTo>
                <a:lnTo>
                  <a:pt x="1524000" y="1838325"/>
                </a:lnTo>
                <a:lnTo>
                  <a:pt x="1524000" y="1828800"/>
                </a:lnTo>
                <a:lnTo>
                  <a:pt x="1514475" y="1828800"/>
                </a:lnTo>
                <a:lnTo>
                  <a:pt x="1514475" y="1809750"/>
                </a:lnTo>
                <a:lnTo>
                  <a:pt x="1504950" y="1809750"/>
                </a:lnTo>
                <a:lnTo>
                  <a:pt x="1504950" y="1800225"/>
                </a:lnTo>
                <a:lnTo>
                  <a:pt x="1495425" y="1800225"/>
                </a:lnTo>
                <a:lnTo>
                  <a:pt x="1495425" y="1790700"/>
                </a:lnTo>
                <a:lnTo>
                  <a:pt x="1552575" y="1790700"/>
                </a:lnTo>
                <a:close/>
                <a:moveTo>
                  <a:pt x="609600" y="1800225"/>
                </a:moveTo>
                <a:lnTo>
                  <a:pt x="628650" y="1800225"/>
                </a:lnTo>
                <a:lnTo>
                  <a:pt x="628650" y="1809750"/>
                </a:lnTo>
                <a:lnTo>
                  <a:pt x="609600" y="1809750"/>
                </a:lnTo>
                <a:close/>
                <a:moveTo>
                  <a:pt x="571500" y="1828800"/>
                </a:moveTo>
                <a:lnTo>
                  <a:pt x="581025" y="1828800"/>
                </a:lnTo>
                <a:lnTo>
                  <a:pt x="581025" y="1847850"/>
                </a:lnTo>
                <a:lnTo>
                  <a:pt x="561975" y="1847850"/>
                </a:lnTo>
                <a:lnTo>
                  <a:pt x="561975" y="1838325"/>
                </a:lnTo>
                <a:lnTo>
                  <a:pt x="571500" y="1838325"/>
                </a:lnTo>
                <a:close/>
              </a:path>
            </a:pathLst>
          </a:custGeom>
          <a:solidFill xmlns:a="http://schemas.openxmlformats.org/drawingml/2006/main">
            <a:srgbClr val="D7E6DA"/>
          </a:solidFill>
          <a:ln xmlns:a="http://schemas.openxmlformats.org/drawingml/2006/main" w="0">
            <a:noFill/>
          </a:ln>
        </p:spPr>
      </p:sp>
      <p:sp>
        <p:nvSpPr>
          <p:cNvPr id="28" name="employee vector #cdddcd">
            <a:extLst xmlns:a="http://schemas.openxmlformats.org/drawingml/2006/main">
              <a:ext uri="{FF2B5EF4-FFF2-40B4-BE49-F238E27FC236}">
                <a16:creationId xmlns:a16="http://schemas.microsoft.com/office/drawing/2014/main" id="{DD8FB60B-DEC2-4E4D-B8B6-D3E46576DD8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85825" y="2571750"/>
            <a:ext cx="2105025" cy="2066925"/>
          </a:xfrm>
          <a:custGeom xmlns:a="http://schemas.openxmlformats.org/drawingml/2006/main">
            <a:pathLst>
              <a:path w="2105025" h="2066925">
                <a:moveTo>
                  <a:pt x="914400" y="152400"/>
                </a:moveTo>
                <a:lnTo>
                  <a:pt x="952500" y="152400"/>
                </a:lnTo>
                <a:lnTo>
                  <a:pt x="952500" y="161925"/>
                </a:lnTo>
                <a:lnTo>
                  <a:pt x="914400" y="161925"/>
                </a:lnTo>
                <a:close/>
                <a:moveTo>
                  <a:pt x="1000125" y="161925"/>
                </a:moveTo>
                <a:lnTo>
                  <a:pt x="1009650" y="161925"/>
                </a:lnTo>
                <a:lnTo>
                  <a:pt x="1009650" y="171450"/>
                </a:lnTo>
                <a:lnTo>
                  <a:pt x="1000125" y="171450"/>
                </a:lnTo>
                <a:close/>
                <a:moveTo>
                  <a:pt x="847725" y="171450"/>
                </a:moveTo>
                <a:lnTo>
                  <a:pt x="857250" y="171450"/>
                </a:lnTo>
                <a:lnTo>
                  <a:pt x="857250" y="180975"/>
                </a:lnTo>
                <a:lnTo>
                  <a:pt x="847725" y="180975"/>
                </a:lnTo>
                <a:close/>
                <a:moveTo>
                  <a:pt x="1028700" y="171450"/>
                </a:moveTo>
                <a:lnTo>
                  <a:pt x="1038225" y="171450"/>
                </a:lnTo>
                <a:lnTo>
                  <a:pt x="1038225" y="180975"/>
                </a:lnTo>
                <a:lnTo>
                  <a:pt x="1028700" y="180975"/>
                </a:lnTo>
                <a:close/>
                <a:moveTo>
                  <a:pt x="828675" y="180975"/>
                </a:moveTo>
                <a:lnTo>
                  <a:pt x="838200" y="180975"/>
                </a:lnTo>
                <a:lnTo>
                  <a:pt x="838200" y="190500"/>
                </a:lnTo>
                <a:lnTo>
                  <a:pt x="828675" y="190500"/>
                </a:lnTo>
                <a:close/>
                <a:moveTo>
                  <a:pt x="1047750" y="180975"/>
                </a:moveTo>
                <a:lnTo>
                  <a:pt x="1057275" y="180975"/>
                </a:lnTo>
                <a:lnTo>
                  <a:pt x="1057275" y="190500"/>
                </a:lnTo>
                <a:lnTo>
                  <a:pt x="1047750" y="190500"/>
                </a:lnTo>
                <a:close/>
                <a:moveTo>
                  <a:pt x="762000" y="209550"/>
                </a:moveTo>
                <a:lnTo>
                  <a:pt x="771525" y="209550"/>
                </a:lnTo>
                <a:lnTo>
                  <a:pt x="771525" y="219075"/>
                </a:lnTo>
                <a:lnTo>
                  <a:pt x="762000" y="219075"/>
                </a:lnTo>
                <a:close/>
                <a:moveTo>
                  <a:pt x="723900" y="228600"/>
                </a:moveTo>
                <a:lnTo>
                  <a:pt x="733425" y="228600"/>
                </a:lnTo>
                <a:lnTo>
                  <a:pt x="733425" y="238125"/>
                </a:lnTo>
                <a:lnTo>
                  <a:pt x="723900" y="238125"/>
                </a:lnTo>
                <a:close/>
                <a:moveTo>
                  <a:pt x="1123950" y="247650"/>
                </a:moveTo>
                <a:lnTo>
                  <a:pt x="1133475" y="247650"/>
                </a:lnTo>
                <a:lnTo>
                  <a:pt x="1133475" y="257175"/>
                </a:lnTo>
                <a:lnTo>
                  <a:pt x="1123950" y="257175"/>
                </a:lnTo>
                <a:close/>
                <a:moveTo>
                  <a:pt x="685800" y="266700"/>
                </a:moveTo>
                <a:lnTo>
                  <a:pt x="695325" y="266700"/>
                </a:lnTo>
                <a:lnTo>
                  <a:pt x="695325" y="276225"/>
                </a:lnTo>
                <a:lnTo>
                  <a:pt x="685800" y="276225"/>
                </a:lnTo>
                <a:close/>
                <a:moveTo>
                  <a:pt x="657225" y="333375"/>
                </a:moveTo>
                <a:lnTo>
                  <a:pt x="666750" y="333375"/>
                </a:lnTo>
                <a:lnTo>
                  <a:pt x="666750" y="342900"/>
                </a:lnTo>
                <a:lnTo>
                  <a:pt x="657225" y="342900"/>
                </a:lnTo>
                <a:close/>
                <a:moveTo>
                  <a:pt x="838200" y="333375"/>
                </a:moveTo>
                <a:lnTo>
                  <a:pt x="847725" y="333375"/>
                </a:lnTo>
                <a:lnTo>
                  <a:pt x="847725" y="342900"/>
                </a:lnTo>
                <a:lnTo>
                  <a:pt x="838200" y="342900"/>
                </a:lnTo>
                <a:close/>
                <a:moveTo>
                  <a:pt x="885825" y="361950"/>
                </a:moveTo>
                <a:lnTo>
                  <a:pt x="895350" y="361950"/>
                </a:lnTo>
                <a:lnTo>
                  <a:pt x="895350" y="371475"/>
                </a:lnTo>
                <a:lnTo>
                  <a:pt x="885825" y="371475"/>
                </a:lnTo>
                <a:close/>
                <a:moveTo>
                  <a:pt x="809625" y="390525"/>
                </a:moveTo>
                <a:lnTo>
                  <a:pt x="819150" y="390525"/>
                </a:lnTo>
                <a:lnTo>
                  <a:pt x="819150" y="400050"/>
                </a:lnTo>
                <a:lnTo>
                  <a:pt x="809625" y="400050"/>
                </a:lnTo>
                <a:close/>
                <a:moveTo>
                  <a:pt x="647700" y="400050"/>
                </a:moveTo>
                <a:lnTo>
                  <a:pt x="657225" y="400050"/>
                </a:lnTo>
                <a:lnTo>
                  <a:pt x="657225" y="438150"/>
                </a:lnTo>
                <a:lnTo>
                  <a:pt x="647700" y="438150"/>
                </a:lnTo>
                <a:close/>
                <a:moveTo>
                  <a:pt x="942975" y="400050"/>
                </a:moveTo>
                <a:lnTo>
                  <a:pt x="952500" y="400050"/>
                </a:lnTo>
                <a:lnTo>
                  <a:pt x="952500" y="409575"/>
                </a:lnTo>
                <a:lnTo>
                  <a:pt x="942975" y="409575"/>
                </a:lnTo>
                <a:close/>
                <a:moveTo>
                  <a:pt x="981075" y="419100"/>
                </a:moveTo>
                <a:lnTo>
                  <a:pt x="990600" y="419100"/>
                </a:lnTo>
                <a:lnTo>
                  <a:pt x="990600" y="428625"/>
                </a:lnTo>
                <a:lnTo>
                  <a:pt x="981075" y="428625"/>
                </a:lnTo>
                <a:close/>
                <a:moveTo>
                  <a:pt x="828675" y="438150"/>
                </a:moveTo>
                <a:lnTo>
                  <a:pt x="847725" y="438150"/>
                </a:lnTo>
                <a:lnTo>
                  <a:pt x="847725" y="447675"/>
                </a:lnTo>
                <a:lnTo>
                  <a:pt x="828675" y="447675"/>
                </a:lnTo>
                <a:close/>
                <a:moveTo>
                  <a:pt x="1066800" y="447675"/>
                </a:moveTo>
                <a:lnTo>
                  <a:pt x="1076325" y="447675"/>
                </a:lnTo>
                <a:lnTo>
                  <a:pt x="1076325" y="457200"/>
                </a:lnTo>
                <a:lnTo>
                  <a:pt x="1066800" y="457200"/>
                </a:lnTo>
                <a:close/>
                <a:moveTo>
                  <a:pt x="866775" y="457200"/>
                </a:moveTo>
                <a:lnTo>
                  <a:pt x="876300" y="457200"/>
                </a:lnTo>
                <a:lnTo>
                  <a:pt x="876300" y="466725"/>
                </a:lnTo>
                <a:lnTo>
                  <a:pt x="866775" y="466725"/>
                </a:lnTo>
                <a:close/>
                <a:moveTo>
                  <a:pt x="1085850" y="457200"/>
                </a:moveTo>
                <a:lnTo>
                  <a:pt x="1095375" y="457200"/>
                </a:lnTo>
                <a:lnTo>
                  <a:pt x="1095375" y="466725"/>
                </a:lnTo>
                <a:lnTo>
                  <a:pt x="1085850" y="466725"/>
                </a:lnTo>
                <a:close/>
                <a:moveTo>
                  <a:pt x="809625" y="466725"/>
                </a:moveTo>
                <a:lnTo>
                  <a:pt x="819150" y="466725"/>
                </a:lnTo>
                <a:lnTo>
                  <a:pt x="819150" y="476250"/>
                </a:lnTo>
                <a:lnTo>
                  <a:pt x="809625" y="476250"/>
                </a:lnTo>
                <a:close/>
                <a:moveTo>
                  <a:pt x="847725" y="466725"/>
                </a:moveTo>
                <a:lnTo>
                  <a:pt x="866775" y="466725"/>
                </a:lnTo>
                <a:lnTo>
                  <a:pt x="866775" y="476250"/>
                </a:lnTo>
                <a:lnTo>
                  <a:pt x="847725" y="476250"/>
                </a:lnTo>
                <a:close/>
                <a:moveTo>
                  <a:pt x="990600" y="466725"/>
                </a:moveTo>
                <a:lnTo>
                  <a:pt x="1019175" y="466725"/>
                </a:lnTo>
                <a:lnTo>
                  <a:pt x="1019175" y="476250"/>
                </a:lnTo>
                <a:lnTo>
                  <a:pt x="990600" y="476250"/>
                </a:lnTo>
                <a:close/>
                <a:moveTo>
                  <a:pt x="723900" y="476250"/>
                </a:moveTo>
                <a:lnTo>
                  <a:pt x="733425" y="476250"/>
                </a:lnTo>
                <a:lnTo>
                  <a:pt x="733425" y="485775"/>
                </a:lnTo>
                <a:lnTo>
                  <a:pt x="723900" y="485775"/>
                </a:lnTo>
                <a:close/>
                <a:moveTo>
                  <a:pt x="1181100" y="476250"/>
                </a:moveTo>
                <a:lnTo>
                  <a:pt x="1190625" y="476250"/>
                </a:lnTo>
                <a:lnTo>
                  <a:pt x="1190625" y="485775"/>
                </a:lnTo>
                <a:lnTo>
                  <a:pt x="1181100" y="485775"/>
                </a:lnTo>
                <a:close/>
                <a:moveTo>
                  <a:pt x="714375" y="485775"/>
                </a:moveTo>
                <a:lnTo>
                  <a:pt x="723900" y="485775"/>
                </a:lnTo>
                <a:lnTo>
                  <a:pt x="723900" y="495300"/>
                </a:lnTo>
                <a:lnTo>
                  <a:pt x="714375" y="495300"/>
                </a:lnTo>
                <a:close/>
                <a:moveTo>
                  <a:pt x="838200" y="485775"/>
                </a:moveTo>
                <a:lnTo>
                  <a:pt x="847725" y="485775"/>
                </a:lnTo>
                <a:lnTo>
                  <a:pt x="847725" y="495300"/>
                </a:lnTo>
                <a:lnTo>
                  <a:pt x="838200" y="495300"/>
                </a:lnTo>
                <a:close/>
                <a:moveTo>
                  <a:pt x="1000125" y="485775"/>
                </a:moveTo>
                <a:lnTo>
                  <a:pt x="1019175" y="485775"/>
                </a:lnTo>
                <a:lnTo>
                  <a:pt x="1019175" y="495300"/>
                </a:lnTo>
                <a:lnTo>
                  <a:pt x="1000125" y="495300"/>
                </a:lnTo>
                <a:close/>
                <a:moveTo>
                  <a:pt x="847725" y="495300"/>
                </a:moveTo>
                <a:lnTo>
                  <a:pt x="857250" y="495300"/>
                </a:lnTo>
                <a:lnTo>
                  <a:pt x="857250" y="523875"/>
                </a:lnTo>
                <a:lnTo>
                  <a:pt x="847725" y="523875"/>
                </a:lnTo>
                <a:close/>
                <a:moveTo>
                  <a:pt x="923925" y="495300"/>
                </a:moveTo>
                <a:lnTo>
                  <a:pt x="942975" y="495300"/>
                </a:lnTo>
                <a:lnTo>
                  <a:pt x="942975" y="504825"/>
                </a:lnTo>
                <a:lnTo>
                  <a:pt x="923925" y="504825"/>
                </a:lnTo>
                <a:close/>
                <a:moveTo>
                  <a:pt x="1019175" y="495300"/>
                </a:moveTo>
                <a:lnTo>
                  <a:pt x="1028700" y="495300"/>
                </a:lnTo>
                <a:lnTo>
                  <a:pt x="1028700" y="504825"/>
                </a:lnTo>
                <a:lnTo>
                  <a:pt x="1019175" y="504825"/>
                </a:lnTo>
                <a:close/>
                <a:moveTo>
                  <a:pt x="1190625" y="495300"/>
                </a:moveTo>
                <a:lnTo>
                  <a:pt x="1200150" y="495300"/>
                </a:lnTo>
                <a:lnTo>
                  <a:pt x="1200150" y="504825"/>
                </a:lnTo>
                <a:lnTo>
                  <a:pt x="1190625" y="504825"/>
                </a:lnTo>
                <a:close/>
                <a:moveTo>
                  <a:pt x="638175" y="504825"/>
                </a:moveTo>
                <a:lnTo>
                  <a:pt x="647700" y="504825"/>
                </a:lnTo>
                <a:lnTo>
                  <a:pt x="647700" y="533400"/>
                </a:lnTo>
                <a:lnTo>
                  <a:pt x="638175" y="533400"/>
                </a:lnTo>
                <a:close/>
                <a:moveTo>
                  <a:pt x="666750" y="504825"/>
                </a:moveTo>
                <a:lnTo>
                  <a:pt x="695325" y="504825"/>
                </a:lnTo>
                <a:lnTo>
                  <a:pt x="695325" y="514350"/>
                </a:lnTo>
                <a:lnTo>
                  <a:pt x="676275" y="514350"/>
                </a:lnTo>
                <a:lnTo>
                  <a:pt x="676275" y="523875"/>
                </a:lnTo>
                <a:lnTo>
                  <a:pt x="685800" y="523875"/>
                </a:lnTo>
                <a:lnTo>
                  <a:pt x="685800" y="542925"/>
                </a:lnTo>
                <a:lnTo>
                  <a:pt x="676275" y="542925"/>
                </a:lnTo>
                <a:lnTo>
                  <a:pt x="676275" y="533400"/>
                </a:lnTo>
                <a:lnTo>
                  <a:pt x="666750" y="533400"/>
                </a:lnTo>
                <a:close/>
                <a:moveTo>
                  <a:pt x="695325" y="514350"/>
                </a:moveTo>
                <a:lnTo>
                  <a:pt x="704850" y="514350"/>
                </a:lnTo>
                <a:lnTo>
                  <a:pt x="704850" y="523875"/>
                </a:lnTo>
                <a:lnTo>
                  <a:pt x="695325" y="523875"/>
                </a:lnTo>
                <a:close/>
                <a:moveTo>
                  <a:pt x="942975" y="514350"/>
                </a:moveTo>
                <a:lnTo>
                  <a:pt x="952500" y="514350"/>
                </a:lnTo>
                <a:lnTo>
                  <a:pt x="952500" y="523875"/>
                </a:lnTo>
                <a:lnTo>
                  <a:pt x="942975" y="523875"/>
                </a:lnTo>
                <a:close/>
                <a:moveTo>
                  <a:pt x="1019175" y="514350"/>
                </a:moveTo>
                <a:lnTo>
                  <a:pt x="1028700" y="514350"/>
                </a:lnTo>
                <a:lnTo>
                  <a:pt x="1028700" y="523875"/>
                </a:lnTo>
                <a:lnTo>
                  <a:pt x="1019175" y="523875"/>
                </a:lnTo>
                <a:close/>
                <a:moveTo>
                  <a:pt x="1104900" y="514350"/>
                </a:moveTo>
                <a:lnTo>
                  <a:pt x="1114425" y="514350"/>
                </a:lnTo>
                <a:lnTo>
                  <a:pt x="1114425" y="523875"/>
                </a:lnTo>
                <a:lnTo>
                  <a:pt x="1104900" y="523875"/>
                </a:lnTo>
                <a:close/>
                <a:moveTo>
                  <a:pt x="1133475" y="514350"/>
                </a:moveTo>
                <a:lnTo>
                  <a:pt x="1152525" y="514350"/>
                </a:lnTo>
                <a:lnTo>
                  <a:pt x="1152525" y="533400"/>
                </a:lnTo>
                <a:lnTo>
                  <a:pt x="1114425" y="533400"/>
                </a:lnTo>
                <a:lnTo>
                  <a:pt x="1114425" y="523875"/>
                </a:lnTo>
                <a:lnTo>
                  <a:pt x="1133475" y="523875"/>
                </a:lnTo>
                <a:close/>
                <a:moveTo>
                  <a:pt x="1162050" y="514350"/>
                </a:moveTo>
                <a:lnTo>
                  <a:pt x="1171575" y="514350"/>
                </a:lnTo>
                <a:lnTo>
                  <a:pt x="1171575" y="533400"/>
                </a:lnTo>
                <a:lnTo>
                  <a:pt x="1162050" y="533400"/>
                </a:lnTo>
                <a:close/>
                <a:moveTo>
                  <a:pt x="838200" y="523875"/>
                </a:moveTo>
                <a:lnTo>
                  <a:pt x="847725" y="523875"/>
                </a:lnTo>
                <a:lnTo>
                  <a:pt x="847725" y="533400"/>
                </a:lnTo>
                <a:lnTo>
                  <a:pt x="838200" y="533400"/>
                </a:lnTo>
                <a:close/>
                <a:moveTo>
                  <a:pt x="1000125" y="523875"/>
                </a:moveTo>
                <a:lnTo>
                  <a:pt x="1019175" y="523875"/>
                </a:lnTo>
                <a:lnTo>
                  <a:pt x="1019175" y="533400"/>
                </a:lnTo>
                <a:lnTo>
                  <a:pt x="1000125" y="533400"/>
                </a:lnTo>
                <a:close/>
                <a:moveTo>
                  <a:pt x="1152525" y="533400"/>
                </a:moveTo>
                <a:lnTo>
                  <a:pt x="1162050" y="533400"/>
                </a:lnTo>
                <a:lnTo>
                  <a:pt x="1162050" y="542925"/>
                </a:lnTo>
                <a:lnTo>
                  <a:pt x="1152525" y="542925"/>
                </a:lnTo>
                <a:close/>
                <a:moveTo>
                  <a:pt x="1190625" y="533400"/>
                </a:moveTo>
                <a:lnTo>
                  <a:pt x="1200150" y="533400"/>
                </a:lnTo>
                <a:lnTo>
                  <a:pt x="1200150" y="542925"/>
                </a:lnTo>
                <a:lnTo>
                  <a:pt x="1190625" y="542925"/>
                </a:lnTo>
                <a:close/>
                <a:moveTo>
                  <a:pt x="685800" y="542925"/>
                </a:moveTo>
                <a:lnTo>
                  <a:pt x="695325" y="542925"/>
                </a:lnTo>
                <a:lnTo>
                  <a:pt x="695325" y="552450"/>
                </a:lnTo>
                <a:lnTo>
                  <a:pt x="685800" y="552450"/>
                </a:lnTo>
                <a:close/>
                <a:moveTo>
                  <a:pt x="695325" y="552450"/>
                </a:moveTo>
                <a:lnTo>
                  <a:pt x="733425" y="552450"/>
                </a:lnTo>
                <a:lnTo>
                  <a:pt x="733425" y="561975"/>
                </a:lnTo>
                <a:lnTo>
                  <a:pt x="695325" y="561975"/>
                </a:lnTo>
                <a:close/>
                <a:moveTo>
                  <a:pt x="923925" y="552450"/>
                </a:moveTo>
                <a:lnTo>
                  <a:pt x="933450" y="552450"/>
                </a:lnTo>
                <a:lnTo>
                  <a:pt x="933450" y="561975"/>
                </a:lnTo>
                <a:lnTo>
                  <a:pt x="923925" y="561975"/>
                </a:lnTo>
                <a:close/>
                <a:moveTo>
                  <a:pt x="952500" y="552450"/>
                </a:moveTo>
                <a:lnTo>
                  <a:pt x="962025" y="552450"/>
                </a:lnTo>
                <a:lnTo>
                  <a:pt x="962025" y="581025"/>
                </a:lnTo>
                <a:lnTo>
                  <a:pt x="952500" y="581025"/>
                </a:lnTo>
                <a:close/>
                <a:moveTo>
                  <a:pt x="1133475" y="552450"/>
                </a:moveTo>
                <a:lnTo>
                  <a:pt x="1143000" y="552450"/>
                </a:lnTo>
                <a:lnTo>
                  <a:pt x="1143000" y="561975"/>
                </a:lnTo>
                <a:lnTo>
                  <a:pt x="1133475" y="561975"/>
                </a:lnTo>
                <a:close/>
                <a:moveTo>
                  <a:pt x="733425" y="561975"/>
                </a:moveTo>
                <a:lnTo>
                  <a:pt x="742950" y="561975"/>
                </a:lnTo>
                <a:lnTo>
                  <a:pt x="742950" y="571500"/>
                </a:lnTo>
                <a:lnTo>
                  <a:pt x="733425" y="571500"/>
                </a:lnTo>
                <a:close/>
                <a:moveTo>
                  <a:pt x="657225" y="571500"/>
                </a:moveTo>
                <a:lnTo>
                  <a:pt x="666750" y="571500"/>
                </a:lnTo>
                <a:lnTo>
                  <a:pt x="666750" y="590550"/>
                </a:lnTo>
                <a:lnTo>
                  <a:pt x="657225" y="590550"/>
                </a:lnTo>
                <a:close/>
                <a:moveTo>
                  <a:pt x="1085850" y="590550"/>
                </a:moveTo>
                <a:lnTo>
                  <a:pt x="1095375" y="590550"/>
                </a:lnTo>
                <a:lnTo>
                  <a:pt x="1095375" y="600075"/>
                </a:lnTo>
                <a:lnTo>
                  <a:pt x="1085850" y="600075"/>
                </a:lnTo>
                <a:close/>
                <a:moveTo>
                  <a:pt x="1171575" y="590550"/>
                </a:moveTo>
                <a:lnTo>
                  <a:pt x="1181100" y="590550"/>
                </a:lnTo>
                <a:lnTo>
                  <a:pt x="1181100" y="600075"/>
                </a:lnTo>
                <a:lnTo>
                  <a:pt x="1171575" y="600075"/>
                </a:lnTo>
                <a:close/>
                <a:moveTo>
                  <a:pt x="752475" y="609600"/>
                </a:moveTo>
                <a:lnTo>
                  <a:pt x="762000" y="609600"/>
                </a:lnTo>
                <a:lnTo>
                  <a:pt x="762000" y="619125"/>
                </a:lnTo>
                <a:lnTo>
                  <a:pt x="752475" y="619125"/>
                </a:lnTo>
                <a:close/>
                <a:moveTo>
                  <a:pt x="876300" y="638175"/>
                </a:moveTo>
                <a:lnTo>
                  <a:pt x="885825" y="638175"/>
                </a:lnTo>
                <a:lnTo>
                  <a:pt x="885825" y="647700"/>
                </a:lnTo>
                <a:lnTo>
                  <a:pt x="876300" y="647700"/>
                </a:lnTo>
                <a:close/>
                <a:moveTo>
                  <a:pt x="1066800" y="638175"/>
                </a:moveTo>
                <a:lnTo>
                  <a:pt x="1076325" y="638175"/>
                </a:lnTo>
                <a:lnTo>
                  <a:pt x="1076325" y="647700"/>
                </a:lnTo>
                <a:lnTo>
                  <a:pt x="1066800" y="647700"/>
                </a:lnTo>
                <a:close/>
                <a:moveTo>
                  <a:pt x="638175" y="657225"/>
                </a:moveTo>
                <a:lnTo>
                  <a:pt x="647700" y="657225"/>
                </a:lnTo>
                <a:lnTo>
                  <a:pt x="647700" y="666750"/>
                </a:lnTo>
                <a:lnTo>
                  <a:pt x="638175" y="666750"/>
                </a:lnTo>
                <a:close/>
                <a:moveTo>
                  <a:pt x="904875" y="666750"/>
                </a:moveTo>
                <a:lnTo>
                  <a:pt x="914400" y="666750"/>
                </a:lnTo>
                <a:lnTo>
                  <a:pt x="914400" y="676275"/>
                </a:lnTo>
                <a:lnTo>
                  <a:pt x="904875" y="676275"/>
                </a:lnTo>
                <a:close/>
                <a:moveTo>
                  <a:pt x="933450" y="666750"/>
                </a:moveTo>
                <a:lnTo>
                  <a:pt x="942975" y="666750"/>
                </a:lnTo>
                <a:lnTo>
                  <a:pt x="942975" y="676275"/>
                </a:lnTo>
                <a:lnTo>
                  <a:pt x="933450" y="676275"/>
                </a:lnTo>
                <a:close/>
                <a:moveTo>
                  <a:pt x="790575" y="676275"/>
                </a:moveTo>
                <a:lnTo>
                  <a:pt x="800100" y="676275"/>
                </a:lnTo>
                <a:lnTo>
                  <a:pt x="800100" y="685800"/>
                </a:lnTo>
                <a:lnTo>
                  <a:pt x="790575" y="685800"/>
                </a:lnTo>
                <a:close/>
                <a:moveTo>
                  <a:pt x="619125" y="685800"/>
                </a:moveTo>
                <a:lnTo>
                  <a:pt x="628650" y="685800"/>
                </a:lnTo>
                <a:lnTo>
                  <a:pt x="628650" y="695325"/>
                </a:lnTo>
                <a:lnTo>
                  <a:pt x="619125" y="695325"/>
                </a:lnTo>
                <a:close/>
                <a:moveTo>
                  <a:pt x="1209675" y="685800"/>
                </a:moveTo>
                <a:lnTo>
                  <a:pt x="1219200" y="685800"/>
                </a:lnTo>
                <a:lnTo>
                  <a:pt x="1219200" y="695325"/>
                </a:lnTo>
                <a:lnTo>
                  <a:pt x="1209675" y="695325"/>
                </a:lnTo>
                <a:close/>
                <a:moveTo>
                  <a:pt x="828675" y="714375"/>
                </a:moveTo>
                <a:lnTo>
                  <a:pt x="838200" y="714375"/>
                </a:lnTo>
                <a:lnTo>
                  <a:pt x="838200" y="723900"/>
                </a:lnTo>
                <a:lnTo>
                  <a:pt x="828675" y="723900"/>
                </a:lnTo>
                <a:close/>
                <a:moveTo>
                  <a:pt x="647700" y="733425"/>
                </a:moveTo>
                <a:lnTo>
                  <a:pt x="657225" y="733425"/>
                </a:lnTo>
                <a:lnTo>
                  <a:pt x="657225" y="742950"/>
                </a:lnTo>
                <a:lnTo>
                  <a:pt x="647700" y="742950"/>
                </a:lnTo>
                <a:close/>
                <a:moveTo>
                  <a:pt x="971550" y="733425"/>
                </a:moveTo>
                <a:lnTo>
                  <a:pt x="981075" y="733425"/>
                </a:lnTo>
                <a:lnTo>
                  <a:pt x="981075" y="742950"/>
                </a:lnTo>
                <a:lnTo>
                  <a:pt x="971550" y="742950"/>
                </a:lnTo>
                <a:close/>
                <a:moveTo>
                  <a:pt x="914400" y="742950"/>
                </a:moveTo>
                <a:lnTo>
                  <a:pt x="933450" y="742950"/>
                </a:lnTo>
                <a:lnTo>
                  <a:pt x="933450" y="752475"/>
                </a:lnTo>
                <a:lnTo>
                  <a:pt x="914400" y="752475"/>
                </a:lnTo>
                <a:close/>
                <a:moveTo>
                  <a:pt x="1104900" y="752475"/>
                </a:moveTo>
                <a:lnTo>
                  <a:pt x="1114425" y="752475"/>
                </a:lnTo>
                <a:lnTo>
                  <a:pt x="1114425" y="762000"/>
                </a:lnTo>
                <a:lnTo>
                  <a:pt x="1104900" y="762000"/>
                </a:lnTo>
                <a:close/>
                <a:moveTo>
                  <a:pt x="762000" y="762000"/>
                </a:moveTo>
                <a:lnTo>
                  <a:pt x="771525" y="762000"/>
                </a:lnTo>
                <a:lnTo>
                  <a:pt x="771525" y="771525"/>
                </a:lnTo>
                <a:lnTo>
                  <a:pt x="762000" y="771525"/>
                </a:lnTo>
                <a:close/>
                <a:moveTo>
                  <a:pt x="838200" y="762000"/>
                </a:moveTo>
                <a:lnTo>
                  <a:pt x="847725" y="762000"/>
                </a:lnTo>
                <a:lnTo>
                  <a:pt x="847725" y="771525"/>
                </a:lnTo>
                <a:lnTo>
                  <a:pt x="838200" y="771525"/>
                </a:lnTo>
                <a:close/>
                <a:moveTo>
                  <a:pt x="857250" y="762000"/>
                </a:moveTo>
                <a:lnTo>
                  <a:pt x="866775" y="762000"/>
                </a:lnTo>
                <a:lnTo>
                  <a:pt x="866775" y="771525"/>
                </a:lnTo>
                <a:lnTo>
                  <a:pt x="857250" y="771525"/>
                </a:lnTo>
                <a:close/>
                <a:moveTo>
                  <a:pt x="971550" y="762000"/>
                </a:moveTo>
                <a:lnTo>
                  <a:pt x="981075" y="762000"/>
                </a:lnTo>
                <a:lnTo>
                  <a:pt x="981075" y="771525"/>
                </a:lnTo>
                <a:lnTo>
                  <a:pt x="971550" y="771525"/>
                </a:lnTo>
                <a:close/>
                <a:moveTo>
                  <a:pt x="1000125" y="800100"/>
                </a:moveTo>
                <a:lnTo>
                  <a:pt x="1009650" y="800100"/>
                </a:lnTo>
                <a:lnTo>
                  <a:pt x="1009650" y="828675"/>
                </a:lnTo>
                <a:lnTo>
                  <a:pt x="1000125" y="828675"/>
                </a:lnTo>
                <a:close/>
                <a:moveTo>
                  <a:pt x="828675" y="809625"/>
                </a:moveTo>
                <a:lnTo>
                  <a:pt x="838200" y="809625"/>
                </a:lnTo>
                <a:lnTo>
                  <a:pt x="838200" y="819150"/>
                </a:lnTo>
                <a:lnTo>
                  <a:pt x="828675" y="819150"/>
                </a:lnTo>
                <a:close/>
                <a:moveTo>
                  <a:pt x="1114425" y="838200"/>
                </a:moveTo>
                <a:lnTo>
                  <a:pt x="1123950" y="838200"/>
                </a:lnTo>
                <a:lnTo>
                  <a:pt x="1123950" y="847725"/>
                </a:lnTo>
                <a:lnTo>
                  <a:pt x="1114425" y="847725"/>
                </a:lnTo>
                <a:close/>
                <a:moveTo>
                  <a:pt x="1162050" y="857250"/>
                </a:moveTo>
                <a:lnTo>
                  <a:pt x="1171575" y="857250"/>
                </a:lnTo>
                <a:lnTo>
                  <a:pt x="1171575" y="866775"/>
                </a:lnTo>
                <a:lnTo>
                  <a:pt x="1162050" y="866775"/>
                </a:lnTo>
                <a:close/>
                <a:moveTo>
                  <a:pt x="1209675" y="876300"/>
                </a:moveTo>
                <a:lnTo>
                  <a:pt x="1219200" y="876300"/>
                </a:lnTo>
                <a:lnTo>
                  <a:pt x="1219200" y="885825"/>
                </a:lnTo>
                <a:lnTo>
                  <a:pt x="1209675" y="885825"/>
                </a:lnTo>
                <a:close/>
                <a:moveTo>
                  <a:pt x="1266825" y="904875"/>
                </a:moveTo>
                <a:lnTo>
                  <a:pt x="1276350" y="904875"/>
                </a:lnTo>
                <a:lnTo>
                  <a:pt x="1276350" y="914400"/>
                </a:lnTo>
                <a:lnTo>
                  <a:pt x="1266825" y="914400"/>
                </a:lnTo>
                <a:close/>
                <a:moveTo>
                  <a:pt x="1304925" y="933450"/>
                </a:moveTo>
                <a:lnTo>
                  <a:pt x="1314450" y="933450"/>
                </a:lnTo>
                <a:lnTo>
                  <a:pt x="1314450" y="942975"/>
                </a:lnTo>
                <a:lnTo>
                  <a:pt x="1304925" y="942975"/>
                </a:lnTo>
                <a:close/>
                <a:moveTo>
                  <a:pt x="1314450" y="942975"/>
                </a:moveTo>
                <a:lnTo>
                  <a:pt x="1323975" y="942975"/>
                </a:lnTo>
                <a:lnTo>
                  <a:pt x="1323975" y="952500"/>
                </a:lnTo>
                <a:lnTo>
                  <a:pt x="1314450" y="952500"/>
                </a:lnTo>
                <a:close/>
                <a:moveTo>
                  <a:pt x="485775" y="1009650"/>
                </a:moveTo>
                <a:lnTo>
                  <a:pt x="495300" y="1009650"/>
                </a:lnTo>
                <a:lnTo>
                  <a:pt x="495300" y="1019175"/>
                </a:lnTo>
                <a:lnTo>
                  <a:pt x="485775" y="1019175"/>
                </a:lnTo>
                <a:close/>
                <a:moveTo>
                  <a:pt x="476250" y="1038225"/>
                </a:moveTo>
                <a:lnTo>
                  <a:pt x="485775" y="1038225"/>
                </a:lnTo>
                <a:lnTo>
                  <a:pt x="485775" y="1047750"/>
                </a:lnTo>
                <a:lnTo>
                  <a:pt x="476250" y="1047750"/>
                </a:lnTo>
                <a:close/>
                <a:moveTo>
                  <a:pt x="1362075" y="1038225"/>
                </a:moveTo>
                <a:lnTo>
                  <a:pt x="1371600" y="1038225"/>
                </a:lnTo>
                <a:lnTo>
                  <a:pt x="1371600" y="1047750"/>
                </a:lnTo>
                <a:lnTo>
                  <a:pt x="1362075" y="1047750"/>
                </a:lnTo>
                <a:close/>
                <a:moveTo>
                  <a:pt x="466725" y="1066800"/>
                </a:moveTo>
                <a:lnTo>
                  <a:pt x="476250" y="1066800"/>
                </a:lnTo>
                <a:lnTo>
                  <a:pt x="476250" y="1076325"/>
                </a:lnTo>
                <a:lnTo>
                  <a:pt x="466725" y="1076325"/>
                </a:lnTo>
                <a:close/>
                <a:moveTo>
                  <a:pt x="1371600" y="1066800"/>
                </a:moveTo>
                <a:lnTo>
                  <a:pt x="1381125" y="1066800"/>
                </a:lnTo>
                <a:lnTo>
                  <a:pt x="1381125" y="1076325"/>
                </a:lnTo>
                <a:lnTo>
                  <a:pt x="1371600" y="1076325"/>
                </a:lnTo>
                <a:close/>
                <a:moveTo>
                  <a:pt x="457200" y="1095375"/>
                </a:moveTo>
                <a:lnTo>
                  <a:pt x="466725" y="1095375"/>
                </a:lnTo>
                <a:lnTo>
                  <a:pt x="466725" y="1104900"/>
                </a:lnTo>
                <a:lnTo>
                  <a:pt x="457200" y="1104900"/>
                </a:lnTo>
                <a:close/>
                <a:moveTo>
                  <a:pt x="428625" y="1190625"/>
                </a:moveTo>
                <a:lnTo>
                  <a:pt x="438150" y="1190625"/>
                </a:lnTo>
                <a:lnTo>
                  <a:pt x="438150" y="1200150"/>
                </a:lnTo>
                <a:lnTo>
                  <a:pt x="428625" y="1200150"/>
                </a:lnTo>
                <a:close/>
                <a:moveTo>
                  <a:pt x="400050" y="1295400"/>
                </a:moveTo>
                <a:lnTo>
                  <a:pt x="409575" y="1295400"/>
                </a:lnTo>
                <a:lnTo>
                  <a:pt x="409575" y="1304925"/>
                </a:lnTo>
                <a:lnTo>
                  <a:pt x="400050" y="1304925"/>
                </a:lnTo>
                <a:close/>
                <a:moveTo>
                  <a:pt x="419100" y="1333500"/>
                </a:moveTo>
                <a:lnTo>
                  <a:pt x="428625" y="1333500"/>
                </a:lnTo>
                <a:lnTo>
                  <a:pt x="428625" y="1343025"/>
                </a:lnTo>
                <a:lnTo>
                  <a:pt x="419100" y="1343025"/>
                </a:lnTo>
                <a:close/>
                <a:moveTo>
                  <a:pt x="447675" y="1362075"/>
                </a:moveTo>
                <a:lnTo>
                  <a:pt x="457200" y="1362075"/>
                </a:lnTo>
                <a:lnTo>
                  <a:pt x="457200" y="1371600"/>
                </a:lnTo>
                <a:lnTo>
                  <a:pt x="447675" y="1371600"/>
                </a:lnTo>
                <a:close/>
                <a:moveTo>
                  <a:pt x="514350" y="1362075"/>
                </a:moveTo>
                <a:lnTo>
                  <a:pt x="523875" y="1362075"/>
                </a:lnTo>
                <a:lnTo>
                  <a:pt x="523875" y="1371600"/>
                </a:lnTo>
                <a:lnTo>
                  <a:pt x="514350" y="1371600"/>
                </a:lnTo>
                <a:close/>
                <a:moveTo>
                  <a:pt x="1266825" y="1381125"/>
                </a:moveTo>
                <a:lnTo>
                  <a:pt x="1304925" y="1381125"/>
                </a:lnTo>
                <a:lnTo>
                  <a:pt x="1304925" y="1438275"/>
                </a:lnTo>
                <a:lnTo>
                  <a:pt x="1295400" y="1438275"/>
                </a:lnTo>
                <a:lnTo>
                  <a:pt x="1295400" y="1400175"/>
                </a:lnTo>
                <a:lnTo>
                  <a:pt x="1285875" y="1400175"/>
                </a:lnTo>
                <a:lnTo>
                  <a:pt x="1285875" y="1390650"/>
                </a:lnTo>
                <a:lnTo>
                  <a:pt x="1266825" y="1390650"/>
                </a:lnTo>
                <a:close/>
                <a:moveTo>
                  <a:pt x="466725" y="1409700"/>
                </a:moveTo>
                <a:lnTo>
                  <a:pt x="476250" y="1409700"/>
                </a:lnTo>
                <a:lnTo>
                  <a:pt x="476250" y="1419225"/>
                </a:lnTo>
                <a:lnTo>
                  <a:pt x="466725" y="1419225"/>
                </a:lnTo>
                <a:close/>
                <a:moveTo>
                  <a:pt x="438150" y="1419225"/>
                </a:moveTo>
                <a:lnTo>
                  <a:pt x="447675" y="1419225"/>
                </a:lnTo>
                <a:lnTo>
                  <a:pt x="447675" y="1428750"/>
                </a:lnTo>
                <a:lnTo>
                  <a:pt x="438150" y="1428750"/>
                </a:lnTo>
                <a:close/>
                <a:moveTo>
                  <a:pt x="1238250" y="1447800"/>
                </a:moveTo>
                <a:lnTo>
                  <a:pt x="1247775" y="1447800"/>
                </a:lnTo>
                <a:lnTo>
                  <a:pt x="1247775" y="1457325"/>
                </a:lnTo>
                <a:lnTo>
                  <a:pt x="1238250" y="1457325"/>
                </a:lnTo>
                <a:close/>
                <a:moveTo>
                  <a:pt x="457200" y="1476375"/>
                </a:moveTo>
                <a:lnTo>
                  <a:pt x="466725" y="1476375"/>
                </a:lnTo>
                <a:lnTo>
                  <a:pt x="466725" y="1495425"/>
                </a:lnTo>
                <a:lnTo>
                  <a:pt x="457200" y="1495425"/>
                </a:lnTo>
                <a:close/>
                <a:moveTo>
                  <a:pt x="428625" y="1485900"/>
                </a:moveTo>
                <a:lnTo>
                  <a:pt x="438150" y="1485900"/>
                </a:lnTo>
                <a:lnTo>
                  <a:pt x="438150" y="1495425"/>
                </a:lnTo>
                <a:lnTo>
                  <a:pt x="428625" y="1495425"/>
                </a:lnTo>
                <a:close/>
                <a:moveTo>
                  <a:pt x="1295400" y="1495425"/>
                </a:moveTo>
                <a:lnTo>
                  <a:pt x="1304925" y="1495425"/>
                </a:lnTo>
                <a:lnTo>
                  <a:pt x="1304925" y="1533525"/>
                </a:lnTo>
                <a:lnTo>
                  <a:pt x="1295400" y="1533525"/>
                </a:lnTo>
                <a:close/>
                <a:moveTo>
                  <a:pt x="457200" y="1504950"/>
                </a:moveTo>
                <a:lnTo>
                  <a:pt x="466725" y="1504950"/>
                </a:lnTo>
                <a:lnTo>
                  <a:pt x="466725" y="1524000"/>
                </a:lnTo>
                <a:lnTo>
                  <a:pt x="457200" y="1524000"/>
                </a:lnTo>
                <a:close/>
                <a:moveTo>
                  <a:pt x="1276350" y="1524000"/>
                </a:moveTo>
                <a:lnTo>
                  <a:pt x="1285875" y="1524000"/>
                </a:lnTo>
                <a:lnTo>
                  <a:pt x="1285875" y="1533525"/>
                </a:lnTo>
                <a:lnTo>
                  <a:pt x="1276350" y="1533525"/>
                </a:lnTo>
                <a:close/>
                <a:moveTo>
                  <a:pt x="447675" y="1543050"/>
                </a:moveTo>
                <a:lnTo>
                  <a:pt x="457200" y="1543050"/>
                </a:lnTo>
                <a:lnTo>
                  <a:pt x="457200" y="1552575"/>
                </a:lnTo>
                <a:lnTo>
                  <a:pt x="447675" y="1552575"/>
                </a:lnTo>
                <a:close/>
                <a:moveTo>
                  <a:pt x="419100" y="1552575"/>
                </a:moveTo>
                <a:lnTo>
                  <a:pt x="428625" y="1552575"/>
                </a:lnTo>
                <a:lnTo>
                  <a:pt x="428625" y="1562100"/>
                </a:lnTo>
                <a:lnTo>
                  <a:pt x="419100" y="1562100"/>
                </a:lnTo>
                <a:close/>
                <a:moveTo>
                  <a:pt x="581025" y="1552575"/>
                </a:moveTo>
                <a:lnTo>
                  <a:pt x="590550" y="1552575"/>
                </a:lnTo>
                <a:lnTo>
                  <a:pt x="590550" y="1571625"/>
                </a:lnTo>
                <a:lnTo>
                  <a:pt x="581025" y="1571625"/>
                </a:lnTo>
                <a:close/>
                <a:moveTo>
                  <a:pt x="1257300" y="1571625"/>
                </a:moveTo>
                <a:lnTo>
                  <a:pt x="1266825" y="1571625"/>
                </a:lnTo>
                <a:lnTo>
                  <a:pt x="1266825" y="1581150"/>
                </a:lnTo>
                <a:lnTo>
                  <a:pt x="1257300" y="1581150"/>
                </a:lnTo>
                <a:close/>
                <a:moveTo>
                  <a:pt x="438150" y="1600200"/>
                </a:moveTo>
                <a:lnTo>
                  <a:pt x="447675" y="1600200"/>
                </a:lnTo>
                <a:lnTo>
                  <a:pt x="447675" y="1609725"/>
                </a:lnTo>
                <a:lnTo>
                  <a:pt x="438150" y="1609725"/>
                </a:lnTo>
                <a:close/>
                <a:moveTo>
                  <a:pt x="581025" y="1685925"/>
                </a:moveTo>
                <a:lnTo>
                  <a:pt x="590550" y="1685925"/>
                </a:lnTo>
                <a:lnTo>
                  <a:pt x="590550" y="1704975"/>
                </a:lnTo>
                <a:lnTo>
                  <a:pt x="581025" y="1704975"/>
                </a:lnTo>
                <a:close/>
                <a:moveTo>
                  <a:pt x="552450" y="1714500"/>
                </a:moveTo>
                <a:lnTo>
                  <a:pt x="571500" y="1714500"/>
                </a:lnTo>
                <a:lnTo>
                  <a:pt x="571500" y="1724025"/>
                </a:lnTo>
                <a:lnTo>
                  <a:pt x="552450" y="1724025"/>
                </a:lnTo>
                <a:close/>
                <a:moveTo>
                  <a:pt x="1638300" y="1714500"/>
                </a:moveTo>
                <a:lnTo>
                  <a:pt x="1657350" y="1714500"/>
                </a:lnTo>
                <a:lnTo>
                  <a:pt x="1657350" y="1724025"/>
                </a:lnTo>
                <a:lnTo>
                  <a:pt x="1638300" y="1724025"/>
                </a:lnTo>
                <a:close/>
                <a:moveTo>
                  <a:pt x="1762125" y="1714500"/>
                </a:moveTo>
                <a:lnTo>
                  <a:pt x="1771650" y="1714500"/>
                </a:lnTo>
                <a:lnTo>
                  <a:pt x="1771650" y="1724025"/>
                </a:lnTo>
                <a:lnTo>
                  <a:pt x="1762125" y="1724025"/>
                </a:lnTo>
                <a:close/>
                <a:moveTo>
                  <a:pt x="438150" y="1752600"/>
                </a:moveTo>
                <a:lnTo>
                  <a:pt x="542925" y="1752600"/>
                </a:lnTo>
                <a:lnTo>
                  <a:pt x="542925" y="1762125"/>
                </a:lnTo>
                <a:lnTo>
                  <a:pt x="438150" y="1762125"/>
                </a:lnTo>
                <a:close/>
                <a:moveTo>
                  <a:pt x="1390650" y="1752600"/>
                </a:moveTo>
                <a:lnTo>
                  <a:pt x="1409700" y="1752600"/>
                </a:lnTo>
                <a:lnTo>
                  <a:pt x="1409700" y="1762125"/>
                </a:lnTo>
                <a:lnTo>
                  <a:pt x="1390650" y="1762125"/>
                </a:lnTo>
                <a:close/>
                <a:moveTo>
                  <a:pt x="1419225" y="1752600"/>
                </a:moveTo>
                <a:lnTo>
                  <a:pt x="1495425" y="1752600"/>
                </a:lnTo>
                <a:lnTo>
                  <a:pt x="1495425" y="1762125"/>
                </a:lnTo>
                <a:lnTo>
                  <a:pt x="1419225" y="1762125"/>
                </a:lnTo>
                <a:close/>
                <a:moveTo>
                  <a:pt x="1562100" y="1752600"/>
                </a:moveTo>
                <a:lnTo>
                  <a:pt x="1571625" y="1752600"/>
                </a:lnTo>
                <a:lnTo>
                  <a:pt x="1571625" y="1762125"/>
                </a:lnTo>
                <a:lnTo>
                  <a:pt x="1562100" y="1762125"/>
                </a:lnTo>
                <a:close/>
              </a:path>
            </a:pathLst>
          </a:custGeom>
          <a:solidFill xmlns:a="http://schemas.openxmlformats.org/drawingml/2006/main">
            <a:srgbClr val="CDDDCD"/>
          </a:solidFill>
          <a:ln xmlns:a="http://schemas.openxmlformats.org/drawingml/2006/main" w="0">
            <a:noFill/>
          </a:ln>
        </p:spPr>
      </p:sp>
      <p:sp>
        <p:nvSpPr>
          <p:cNvPr id="29" name="employee vector #c6d1bc">
            <a:extLst xmlns:a="http://schemas.openxmlformats.org/drawingml/2006/main">
              <a:ext uri="{FF2B5EF4-FFF2-40B4-BE49-F238E27FC236}">
                <a16:creationId xmlns:a16="http://schemas.microsoft.com/office/drawing/2014/main" id="{B4B3990B-98B6-41AE-B6D0-E4ADB00F8F7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85825" y="2571750"/>
            <a:ext cx="2105025" cy="2066925"/>
          </a:xfrm>
          <a:custGeom xmlns:a="http://schemas.openxmlformats.org/drawingml/2006/main">
            <a:pathLst>
              <a:path w="2105025" h="2066925">
                <a:moveTo>
                  <a:pt x="876300" y="161925"/>
                </a:moveTo>
                <a:lnTo>
                  <a:pt x="885825" y="161925"/>
                </a:lnTo>
                <a:lnTo>
                  <a:pt x="885825" y="171450"/>
                </a:lnTo>
                <a:lnTo>
                  <a:pt x="876300" y="171450"/>
                </a:lnTo>
                <a:close/>
                <a:moveTo>
                  <a:pt x="990600" y="161925"/>
                </a:moveTo>
                <a:lnTo>
                  <a:pt x="1000125" y="161925"/>
                </a:lnTo>
                <a:lnTo>
                  <a:pt x="1000125" y="171450"/>
                </a:lnTo>
                <a:lnTo>
                  <a:pt x="990600" y="171450"/>
                </a:lnTo>
                <a:close/>
                <a:moveTo>
                  <a:pt x="1019175" y="171450"/>
                </a:moveTo>
                <a:lnTo>
                  <a:pt x="1028700" y="171450"/>
                </a:lnTo>
                <a:lnTo>
                  <a:pt x="1028700" y="180975"/>
                </a:lnTo>
                <a:lnTo>
                  <a:pt x="1019175" y="180975"/>
                </a:lnTo>
                <a:close/>
                <a:moveTo>
                  <a:pt x="819150" y="190500"/>
                </a:moveTo>
                <a:lnTo>
                  <a:pt x="828675" y="190500"/>
                </a:lnTo>
                <a:lnTo>
                  <a:pt x="828675" y="200025"/>
                </a:lnTo>
                <a:lnTo>
                  <a:pt x="819150" y="200025"/>
                </a:lnTo>
                <a:close/>
                <a:moveTo>
                  <a:pt x="800100" y="200025"/>
                </a:moveTo>
                <a:lnTo>
                  <a:pt x="809625" y="200025"/>
                </a:lnTo>
                <a:lnTo>
                  <a:pt x="809625" y="209550"/>
                </a:lnTo>
                <a:lnTo>
                  <a:pt x="800100" y="209550"/>
                </a:lnTo>
                <a:close/>
                <a:moveTo>
                  <a:pt x="1076325" y="200025"/>
                </a:moveTo>
                <a:lnTo>
                  <a:pt x="1085850" y="200025"/>
                </a:lnTo>
                <a:lnTo>
                  <a:pt x="1085850" y="209550"/>
                </a:lnTo>
                <a:lnTo>
                  <a:pt x="1076325" y="209550"/>
                </a:lnTo>
                <a:close/>
                <a:moveTo>
                  <a:pt x="771525" y="209550"/>
                </a:moveTo>
                <a:lnTo>
                  <a:pt x="781050" y="209550"/>
                </a:lnTo>
                <a:lnTo>
                  <a:pt x="781050" y="219075"/>
                </a:lnTo>
                <a:lnTo>
                  <a:pt x="771525" y="219075"/>
                </a:lnTo>
                <a:close/>
                <a:moveTo>
                  <a:pt x="1085850" y="209550"/>
                </a:moveTo>
                <a:lnTo>
                  <a:pt x="1095375" y="209550"/>
                </a:lnTo>
                <a:lnTo>
                  <a:pt x="1095375" y="219075"/>
                </a:lnTo>
                <a:lnTo>
                  <a:pt x="1085850" y="219075"/>
                </a:lnTo>
                <a:close/>
                <a:moveTo>
                  <a:pt x="742950" y="219075"/>
                </a:moveTo>
                <a:lnTo>
                  <a:pt x="752475" y="219075"/>
                </a:lnTo>
                <a:lnTo>
                  <a:pt x="752475" y="228600"/>
                </a:lnTo>
                <a:lnTo>
                  <a:pt x="742950" y="228600"/>
                </a:lnTo>
                <a:close/>
                <a:moveTo>
                  <a:pt x="714375" y="238125"/>
                </a:moveTo>
                <a:lnTo>
                  <a:pt x="723900" y="238125"/>
                </a:lnTo>
                <a:lnTo>
                  <a:pt x="723900" y="247650"/>
                </a:lnTo>
                <a:lnTo>
                  <a:pt x="714375" y="247650"/>
                </a:lnTo>
                <a:close/>
                <a:moveTo>
                  <a:pt x="1114425" y="238125"/>
                </a:moveTo>
                <a:lnTo>
                  <a:pt x="1123950" y="238125"/>
                </a:lnTo>
                <a:lnTo>
                  <a:pt x="1123950" y="247650"/>
                </a:lnTo>
                <a:lnTo>
                  <a:pt x="1114425" y="247650"/>
                </a:lnTo>
                <a:close/>
                <a:moveTo>
                  <a:pt x="704850" y="247650"/>
                </a:moveTo>
                <a:lnTo>
                  <a:pt x="714375" y="247650"/>
                </a:lnTo>
                <a:lnTo>
                  <a:pt x="714375" y="257175"/>
                </a:lnTo>
                <a:lnTo>
                  <a:pt x="704850" y="257175"/>
                </a:lnTo>
                <a:close/>
                <a:moveTo>
                  <a:pt x="695325" y="257175"/>
                </a:moveTo>
                <a:lnTo>
                  <a:pt x="704850" y="257175"/>
                </a:lnTo>
                <a:lnTo>
                  <a:pt x="704850" y="266700"/>
                </a:lnTo>
                <a:lnTo>
                  <a:pt x="695325" y="266700"/>
                </a:lnTo>
                <a:close/>
                <a:moveTo>
                  <a:pt x="1133475" y="266700"/>
                </a:moveTo>
                <a:lnTo>
                  <a:pt x="1143000" y="266700"/>
                </a:lnTo>
                <a:lnTo>
                  <a:pt x="1143000" y="276225"/>
                </a:lnTo>
                <a:lnTo>
                  <a:pt x="1133475" y="276225"/>
                </a:lnTo>
                <a:close/>
                <a:moveTo>
                  <a:pt x="676275" y="285750"/>
                </a:moveTo>
                <a:lnTo>
                  <a:pt x="685800" y="285750"/>
                </a:lnTo>
                <a:lnTo>
                  <a:pt x="685800" y="295275"/>
                </a:lnTo>
                <a:lnTo>
                  <a:pt x="676275" y="295275"/>
                </a:lnTo>
                <a:close/>
                <a:moveTo>
                  <a:pt x="1143000" y="285750"/>
                </a:moveTo>
                <a:lnTo>
                  <a:pt x="1152525" y="285750"/>
                </a:lnTo>
                <a:lnTo>
                  <a:pt x="1152525" y="295275"/>
                </a:lnTo>
                <a:lnTo>
                  <a:pt x="1143000" y="295275"/>
                </a:lnTo>
                <a:close/>
                <a:moveTo>
                  <a:pt x="666750" y="304800"/>
                </a:moveTo>
                <a:lnTo>
                  <a:pt x="676275" y="304800"/>
                </a:lnTo>
                <a:lnTo>
                  <a:pt x="676275" y="314325"/>
                </a:lnTo>
                <a:lnTo>
                  <a:pt x="666750" y="314325"/>
                </a:lnTo>
                <a:close/>
                <a:moveTo>
                  <a:pt x="1152525" y="304800"/>
                </a:moveTo>
                <a:lnTo>
                  <a:pt x="1162050" y="304800"/>
                </a:lnTo>
                <a:lnTo>
                  <a:pt x="1162050" y="314325"/>
                </a:lnTo>
                <a:lnTo>
                  <a:pt x="1152525" y="314325"/>
                </a:lnTo>
                <a:close/>
                <a:moveTo>
                  <a:pt x="847725" y="323850"/>
                </a:moveTo>
                <a:lnTo>
                  <a:pt x="857250" y="323850"/>
                </a:lnTo>
                <a:lnTo>
                  <a:pt x="857250" y="333375"/>
                </a:lnTo>
                <a:lnTo>
                  <a:pt x="847725" y="333375"/>
                </a:lnTo>
                <a:close/>
                <a:moveTo>
                  <a:pt x="857250" y="333375"/>
                </a:moveTo>
                <a:lnTo>
                  <a:pt x="866775" y="333375"/>
                </a:lnTo>
                <a:lnTo>
                  <a:pt x="866775" y="342900"/>
                </a:lnTo>
                <a:lnTo>
                  <a:pt x="857250" y="342900"/>
                </a:lnTo>
                <a:close/>
                <a:moveTo>
                  <a:pt x="657225" y="342900"/>
                </a:moveTo>
                <a:lnTo>
                  <a:pt x="666750" y="342900"/>
                </a:lnTo>
                <a:lnTo>
                  <a:pt x="666750" y="352425"/>
                </a:lnTo>
                <a:lnTo>
                  <a:pt x="657225" y="352425"/>
                </a:lnTo>
                <a:close/>
                <a:moveTo>
                  <a:pt x="866775" y="342900"/>
                </a:moveTo>
                <a:lnTo>
                  <a:pt x="876300" y="342900"/>
                </a:lnTo>
                <a:lnTo>
                  <a:pt x="876300" y="352425"/>
                </a:lnTo>
                <a:lnTo>
                  <a:pt x="866775" y="352425"/>
                </a:lnTo>
                <a:close/>
                <a:moveTo>
                  <a:pt x="1162050" y="342900"/>
                </a:moveTo>
                <a:lnTo>
                  <a:pt x="1171575" y="342900"/>
                </a:lnTo>
                <a:lnTo>
                  <a:pt x="1171575" y="361950"/>
                </a:lnTo>
                <a:lnTo>
                  <a:pt x="1162050" y="361950"/>
                </a:lnTo>
                <a:close/>
                <a:moveTo>
                  <a:pt x="828675" y="352425"/>
                </a:moveTo>
                <a:lnTo>
                  <a:pt x="838200" y="352425"/>
                </a:lnTo>
                <a:lnTo>
                  <a:pt x="838200" y="361950"/>
                </a:lnTo>
                <a:lnTo>
                  <a:pt x="828675" y="361950"/>
                </a:lnTo>
                <a:close/>
                <a:moveTo>
                  <a:pt x="876300" y="352425"/>
                </a:moveTo>
                <a:lnTo>
                  <a:pt x="885825" y="352425"/>
                </a:lnTo>
                <a:lnTo>
                  <a:pt x="885825" y="361950"/>
                </a:lnTo>
                <a:lnTo>
                  <a:pt x="876300" y="361950"/>
                </a:lnTo>
                <a:close/>
                <a:moveTo>
                  <a:pt x="819150" y="371475"/>
                </a:moveTo>
                <a:lnTo>
                  <a:pt x="828675" y="371475"/>
                </a:lnTo>
                <a:lnTo>
                  <a:pt x="828675" y="381000"/>
                </a:lnTo>
                <a:lnTo>
                  <a:pt x="819150" y="381000"/>
                </a:lnTo>
                <a:close/>
                <a:moveTo>
                  <a:pt x="914400" y="381000"/>
                </a:moveTo>
                <a:lnTo>
                  <a:pt x="923925" y="381000"/>
                </a:lnTo>
                <a:lnTo>
                  <a:pt x="923925" y="390525"/>
                </a:lnTo>
                <a:lnTo>
                  <a:pt x="914400" y="390525"/>
                </a:lnTo>
                <a:close/>
                <a:moveTo>
                  <a:pt x="800100" y="400050"/>
                </a:moveTo>
                <a:lnTo>
                  <a:pt x="809625" y="400050"/>
                </a:lnTo>
                <a:lnTo>
                  <a:pt x="809625" y="409575"/>
                </a:lnTo>
                <a:lnTo>
                  <a:pt x="800100" y="409575"/>
                </a:lnTo>
                <a:close/>
                <a:moveTo>
                  <a:pt x="962025" y="409575"/>
                </a:moveTo>
                <a:lnTo>
                  <a:pt x="971550" y="409575"/>
                </a:lnTo>
                <a:lnTo>
                  <a:pt x="971550" y="419100"/>
                </a:lnTo>
                <a:lnTo>
                  <a:pt x="962025" y="419100"/>
                </a:lnTo>
                <a:close/>
                <a:moveTo>
                  <a:pt x="1009650" y="428625"/>
                </a:moveTo>
                <a:lnTo>
                  <a:pt x="1019175" y="428625"/>
                </a:lnTo>
                <a:lnTo>
                  <a:pt x="1019175" y="438150"/>
                </a:lnTo>
                <a:lnTo>
                  <a:pt x="1028700" y="438150"/>
                </a:lnTo>
                <a:lnTo>
                  <a:pt x="1028700" y="447675"/>
                </a:lnTo>
                <a:lnTo>
                  <a:pt x="1009650" y="447675"/>
                </a:lnTo>
                <a:close/>
                <a:moveTo>
                  <a:pt x="762000" y="438150"/>
                </a:moveTo>
                <a:lnTo>
                  <a:pt x="771525" y="438150"/>
                </a:lnTo>
                <a:lnTo>
                  <a:pt x="771525" y="447675"/>
                </a:lnTo>
                <a:lnTo>
                  <a:pt x="762000" y="447675"/>
                </a:lnTo>
                <a:close/>
                <a:moveTo>
                  <a:pt x="800100" y="447675"/>
                </a:moveTo>
                <a:lnTo>
                  <a:pt x="809625" y="447675"/>
                </a:lnTo>
                <a:lnTo>
                  <a:pt x="809625" y="457200"/>
                </a:lnTo>
                <a:lnTo>
                  <a:pt x="800100" y="457200"/>
                </a:lnTo>
                <a:close/>
                <a:moveTo>
                  <a:pt x="857250" y="447675"/>
                </a:moveTo>
                <a:lnTo>
                  <a:pt x="866775" y="447675"/>
                </a:lnTo>
                <a:lnTo>
                  <a:pt x="866775" y="466725"/>
                </a:lnTo>
                <a:lnTo>
                  <a:pt x="857250" y="466725"/>
                </a:lnTo>
                <a:close/>
                <a:moveTo>
                  <a:pt x="1038225" y="447675"/>
                </a:moveTo>
                <a:lnTo>
                  <a:pt x="1047750" y="447675"/>
                </a:lnTo>
                <a:lnTo>
                  <a:pt x="1047750" y="466725"/>
                </a:lnTo>
                <a:lnTo>
                  <a:pt x="1038225" y="466725"/>
                </a:lnTo>
                <a:close/>
                <a:moveTo>
                  <a:pt x="1076325" y="447675"/>
                </a:moveTo>
                <a:lnTo>
                  <a:pt x="1095375" y="447675"/>
                </a:lnTo>
                <a:lnTo>
                  <a:pt x="1095375" y="457200"/>
                </a:lnTo>
                <a:lnTo>
                  <a:pt x="1076325" y="457200"/>
                </a:lnTo>
                <a:close/>
                <a:moveTo>
                  <a:pt x="790575" y="457200"/>
                </a:moveTo>
                <a:lnTo>
                  <a:pt x="800100" y="457200"/>
                </a:lnTo>
                <a:lnTo>
                  <a:pt x="800100" y="466725"/>
                </a:lnTo>
                <a:lnTo>
                  <a:pt x="790575" y="466725"/>
                </a:lnTo>
                <a:close/>
                <a:moveTo>
                  <a:pt x="971550" y="457200"/>
                </a:moveTo>
                <a:lnTo>
                  <a:pt x="981075" y="457200"/>
                </a:lnTo>
                <a:lnTo>
                  <a:pt x="981075" y="466725"/>
                </a:lnTo>
                <a:lnTo>
                  <a:pt x="971550" y="466725"/>
                </a:lnTo>
                <a:close/>
                <a:moveTo>
                  <a:pt x="1095375" y="457200"/>
                </a:moveTo>
                <a:lnTo>
                  <a:pt x="1104900" y="457200"/>
                </a:lnTo>
                <a:lnTo>
                  <a:pt x="1104900" y="485775"/>
                </a:lnTo>
                <a:lnTo>
                  <a:pt x="1114425" y="485775"/>
                </a:lnTo>
                <a:lnTo>
                  <a:pt x="1114425" y="495300"/>
                </a:lnTo>
                <a:lnTo>
                  <a:pt x="1123950" y="495300"/>
                </a:lnTo>
                <a:lnTo>
                  <a:pt x="1123950" y="504825"/>
                </a:lnTo>
                <a:lnTo>
                  <a:pt x="1104900" y="504825"/>
                </a:lnTo>
                <a:lnTo>
                  <a:pt x="1104900" y="495300"/>
                </a:lnTo>
                <a:lnTo>
                  <a:pt x="1095375" y="495300"/>
                </a:lnTo>
                <a:close/>
                <a:moveTo>
                  <a:pt x="981075" y="466725"/>
                </a:moveTo>
                <a:lnTo>
                  <a:pt x="990600" y="466725"/>
                </a:lnTo>
                <a:lnTo>
                  <a:pt x="990600" y="476250"/>
                </a:lnTo>
                <a:lnTo>
                  <a:pt x="981075" y="476250"/>
                </a:lnTo>
                <a:close/>
                <a:moveTo>
                  <a:pt x="1019175" y="466725"/>
                </a:moveTo>
                <a:lnTo>
                  <a:pt x="1028700" y="466725"/>
                </a:lnTo>
                <a:lnTo>
                  <a:pt x="1028700" y="476250"/>
                </a:lnTo>
                <a:lnTo>
                  <a:pt x="1019175" y="476250"/>
                </a:lnTo>
                <a:close/>
                <a:moveTo>
                  <a:pt x="1171575" y="466725"/>
                </a:moveTo>
                <a:lnTo>
                  <a:pt x="1181100" y="466725"/>
                </a:lnTo>
                <a:lnTo>
                  <a:pt x="1181100" y="476250"/>
                </a:lnTo>
                <a:lnTo>
                  <a:pt x="1171575" y="476250"/>
                </a:lnTo>
                <a:close/>
                <a:moveTo>
                  <a:pt x="685800" y="476250"/>
                </a:moveTo>
                <a:lnTo>
                  <a:pt x="714375" y="476250"/>
                </a:lnTo>
                <a:lnTo>
                  <a:pt x="714375" y="495300"/>
                </a:lnTo>
                <a:lnTo>
                  <a:pt x="695325" y="495300"/>
                </a:lnTo>
                <a:lnTo>
                  <a:pt x="695325" y="504825"/>
                </a:lnTo>
                <a:lnTo>
                  <a:pt x="676275" y="504825"/>
                </a:lnTo>
                <a:lnTo>
                  <a:pt x="676275" y="495300"/>
                </a:lnTo>
                <a:lnTo>
                  <a:pt x="685800" y="495300"/>
                </a:lnTo>
                <a:close/>
                <a:moveTo>
                  <a:pt x="647700" y="485775"/>
                </a:moveTo>
                <a:lnTo>
                  <a:pt x="657225" y="485775"/>
                </a:lnTo>
                <a:lnTo>
                  <a:pt x="657225" y="495300"/>
                </a:lnTo>
                <a:lnTo>
                  <a:pt x="647700" y="495300"/>
                </a:lnTo>
                <a:close/>
                <a:moveTo>
                  <a:pt x="828675" y="485775"/>
                </a:moveTo>
                <a:lnTo>
                  <a:pt x="838200" y="485775"/>
                </a:lnTo>
                <a:lnTo>
                  <a:pt x="838200" y="495300"/>
                </a:lnTo>
                <a:lnTo>
                  <a:pt x="828675" y="495300"/>
                </a:lnTo>
                <a:close/>
                <a:moveTo>
                  <a:pt x="819150" y="495300"/>
                </a:moveTo>
                <a:lnTo>
                  <a:pt x="828675" y="495300"/>
                </a:lnTo>
                <a:lnTo>
                  <a:pt x="828675" y="504825"/>
                </a:lnTo>
                <a:lnTo>
                  <a:pt x="819150" y="504825"/>
                </a:lnTo>
                <a:close/>
                <a:moveTo>
                  <a:pt x="838200" y="495300"/>
                </a:moveTo>
                <a:lnTo>
                  <a:pt x="847725" y="495300"/>
                </a:lnTo>
                <a:lnTo>
                  <a:pt x="847725" y="504825"/>
                </a:lnTo>
                <a:lnTo>
                  <a:pt x="838200" y="504825"/>
                </a:lnTo>
                <a:close/>
                <a:moveTo>
                  <a:pt x="990600" y="495300"/>
                </a:moveTo>
                <a:lnTo>
                  <a:pt x="1000125" y="495300"/>
                </a:lnTo>
                <a:lnTo>
                  <a:pt x="1000125" y="504825"/>
                </a:lnTo>
                <a:lnTo>
                  <a:pt x="990600" y="504825"/>
                </a:lnTo>
                <a:close/>
                <a:moveTo>
                  <a:pt x="1143000" y="495300"/>
                </a:moveTo>
                <a:lnTo>
                  <a:pt x="1171575" y="495300"/>
                </a:lnTo>
                <a:lnTo>
                  <a:pt x="1171575" y="514350"/>
                </a:lnTo>
                <a:lnTo>
                  <a:pt x="1143000" y="514350"/>
                </a:lnTo>
                <a:close/>
                <a:moveTo>
                  <a:pt x="1019175" y="504825"/>
                </a:moveTo>
                <a:lnTo>
                  <a:pt x="1028700" y="504825"/>
                </a:lnTo>
                <a:lnTo>
                  <a:pt x="1028700" y="514350"/>
                </a:lnTo>
                <a:lnTo>
                  <a:pt x="1019175" y="514350"/>
                </a:lnTo>
                <a:close/>
                <a:moveTo>
                  <a:pt x="1190625" y="504825"/>
                </a:moveTo>
                <a:lnTo>
                  <a:pt x="1200150" y="504825"/>
                </a:lnTo>
                <a:lnTo>
                  <a:pt x="1200150" y="533400"/>
                </a:lnTo>
                <a:lnTo>
                  <a:pt x="1190625" y="533400"/>
                </a:lnTo>
                <a:close/>
                <a:moveTo>
                  <a:pt x="714375" y="514350"/>
                </a:moveTo>
                <a:lnTo>
                  <a:pt x="723900" y="514350"/>
                </a:lnTo>
                <a:lnTo>
                  <a:pt x="723900" y="523875"/>
                </a:lnTo>
                <a:lnTo>
                  <a:pt x="714375" y="523875"/>
                </a:lnTo>
                <a:close/>
                <a:moveTo>
                  <a:pt x="819150" y="514350"/>
                </a:moveTo>
                <a:lnTo>
                  <a:pt x="828675" y="514350"/>
                </a:lnTo>
                <a:lnTo>
                  <a:pt x="828675" y="523875"/>
                </a:lnTo>
                <a:lnTo>
                  <a:pt x="819150" y="523875"/>
                </a:lnTo>
                <a:close/>
                <a:moveTo>
                  <a:pt x="838200" y="514350"/>
                </a:moveTo>
                <a:lnTo>
                  <a:pt x="847725" y="514350"/>
                </a:lnTo>
                <a:lnTo>
                  <a:pt x="847725" y="523875"/>
                </a:lnTo>
                <a:lnTo>
                  <a:pt x="838200" y="523875"/>
                </a:lnTo>
                <a:close/>
                <a:moveTo>
                  <a:pt x="990600" y="514350"/>
                </a:moveTo>
                <a:lnTo>
                  <a:pt x="1000125" y="514350"/>
                </a:lnTo>
                <a:lnTo>
                  <a:pt x="1000125" y="523875"/>
                </a:lnTo>
                <a:lnTo>
                  <a:pt x="990600" y="523875"/>
                </a:lnTo>
                <a:close/>
                <a:moveTo>
                  <a:pt x="1114425" y="514350"/>
                </a:moveTo>
                <a:lnTo>
                  <a:pt x="1123950" y="514350"/>
                </a:lnTo>
                <a:lnTo>
                  <a:pt x="1123950" y="523875"/>
                </a:lnTo>
                <a:lnTo>
                  <a:pt x="1114425" y="523875"/>
                </a:lnTo>
                <a:close/>
                <a:moveTo>
                  <a:pt x="828675" y="523875"/>
                </a:moveTo>
                <a:lnTo>
                  <a:pt x="838200" y="523875"/>
                </a:lnTo>
                <a:lnTo>
                  <a:pt x="838200" y="533400"/>
                </a:lnTo>
                <a:lnTo>
                  <a:pt x="828675" y="533400"/>
                </a:lnTo>
                <a:close/>
                <a:moveTo>
                  <a:pt x="942975" y="523875"/>
                </a:moveTo>
                <a:lnTo>
                  <a:pt x="952500" y="523875"/>
                </a:lnTo>
                <a:lnTo>
                  <a:pt x="952500" y="533400"/>
                </a:lnTo>
                <a:lnTo>
                  <a:pt x="942975" y="533400"/>
                </a:lnTo>
                <a:close/>
                <a:moveTo>
                  <a:pt x="923925" y="533400"/>
                </a:moveTo>
                <a:lnTo>
                  <a:pt x="933450" y="533400"/>
                </a:lnTo>
                <a:lnTo>
                  <a:pt x="933450" y="552450"/>
                </a:lnTo>
                <a:lnTo>
                  <a:pt x="923925" y="552450"/>
                </a:lnTo>
                <a:close/>
                <a:moveTo>
                  <a:pt x="1162050" y="533400"/>
                </a:moveTo>
                <a:lnTo>
                  <a:pt x="1171575" y="533400"/>
                </a:lnTo>
                <a:lnTo>
                  <a:pt x="1171575" y="542925"/>
                </a:lnTo>
                <a:lnTo>
                  <a:pt x="1162050" y="542925"/>
                </a:lnTo>
                <a:close/>
                <a:moveTo>
                  <a:pt x="676275" y="542925"/>
                </a:moveTo>
                <a:lnTo>
                  <a:pt x="685800" y="542925"/>
                </a:lnTo>
                <a:lnTo>
                  <a:pt x="685800" y="552450"/>
                </a:lnTo>
                <a:lnTo>
                  <a:pt x="676275" y="552450"/>
                </a:lnTo>
                <a:close/>
                <a:moveTo>
                  <a:pt x="1152525" y="542925"/>
                </a:moveTo>
                <a:lnTo>
                  <a:pt x="1162050" y="542925"/>
                </a:lnTo>
                <a:lnTo>
                  <a:pt x="1162050" y="552450"/>
                </a:lnTo>
                <a:lnTo>
                  <a:pt x="1152525" y="552450"/>
                </a:lnTo>
                <a:close/>
                <a:moveTo>
                  <a:pt x="647700" y="552450"/>
                </a:moveTo>
                <a:lnTo>
                  <a:pt x="657225" y="552450"/>
                </a:lnTo>
                <a:lnTo>
                  <a:pt x="657225" y="561975"/>
                </a:lnTo>
                <a:lnTo>
                  <a:pt x="647700" y="561975"/>
                </a:lnTo>
                <a:close/>
                <a:moveTo>
                  <a:pt x="685800" y="552450"/>
                </a:moveTo>
                <a:lnTo>
                  <a:pt x="695325" y="552450"/>
                </a:lnTo>
                <a:lnTo>
                  <a:pt x="695325" y="561975"/>
                </a:lnTo>
                <a:lnTo>
                  <a:pt x="685800" y="561975"/>
                </a:lnTo>
                <a:close/>
                <a:moveTo>
                  <a:pt x="1143000" y="552450"/>
                </a:moveTo>
                <a:lnTo>
                  <a:pt x="1152525" y="552450"/>
                </a:lnTo>
                <a:lnTo>
                  <a:pt x="1152525" y="561975"/>
                </a:lnTo>
                <a:lnTo>
                  <a:pt x="1143000" y="561975"/>
                </a:lnTo>
                <a:close/>
                <a:moveTo>
                  <a:pt x="1181100" y="552450"/>
                </a:moveTo>
                <a:lnTo>
                  <a:pt x="1190625" y="552450"/>
                </a:lnTo>
                <a:lnTo>
                  <a:pt x="1190625" y="561975"/>
                </a:lnTo>
                <a:lnTo>
                  <a:pt x="1181100" y="561975"/>
                </a:lnTo>
                <a:close/>
                <a:moveTo>
                  <a:pt x="1171575" y="561975"/>
                </a:moveTo>
                <a:lnTo>
                  <a:pt x="1181100" y="561975"/>
                </a:lnTo>
                <a:lnTo>
                  <a:pt x="1181100" y="571500"/>
                </a:lnTo>
                <a:lnTo>
                  <a:pt x="1171575" y="571500"/>
                </a:lnTo>
                <a:close/>
                <a:moveTo>
                  <a:pt x="923925" y="571500"/>
                </a:moveTo>
                <a:lnTo>
                  <a:pt x="933450" y="571500"/>
                </a:lnTo>
                <a:lnTo>
                  <a:pt x="933450" y="581025"/>
                </a:lnTo>
                <a:lnTo>
                  <a:pt x="923925" y="581025"/>
                </a:lnTo>
                <a:close/>
                <a:moveTo>
                  <a:pt x="914400" y="581025"/>
                </a:moveTo>
                <a:lnTo>
                  <a:pt x="923925" y="581025"/>
                </a:lnTo>
                <a:lnTo>
                  <a:pt x="923925" y="600075"/>
                </a:lnTo>
                <a:lnTo>
                  <a:pt x="914400" y="600075"/>
                </a:lnTo>
                <a:close/>
                <a:moveTo>
                  <a:pt x="942975" y="581025"/>
                </a:moveTo>
                <a:lnTo>
                  <a:pt x="952500" y="581025"/>
                </a:lnTo>
                <a:lnTo>
                  <a:pt x="952500" y="590550"/>
                </a:lnTo>
                <a:lnTo>
                  <a:pt x="942975" y="590550"/>
                </a:lnTo>
                <a:close/>
                <a:moveTo>
                  <a:pt x="657225" y="590550"/>
                </a:moveTo>
                <a:lnTo>
                  <a:pt x="666750" y="590550"/>
                </a:lnTo>
                <a:lnTo>
                  <a:pt x="666750" y="600075"/>
                </a:lnTo>
                <a:lnTo>
                  <a:pt x="657225" y="600075"/>
                </a:lnTo>
                <a:close/>
                <a:moveTo>
                  <a:pt x="742950" y="590550"/>
                </a:moveTo>
                <a:lnTo>
                  <a:pt x="752475" y="590550"/>
                </a:lnTo>
                <a:lnTo>
                  <a:pt x="752475" y="600075"/>
                </a:lnTo>
                <a:lnTo>
                  <a:pt x="742950" y="600075"/>
                </a:lnTo>
                <a:close/>
                <a:moveTo>
                  <a:pt x="1085850" y="600075"/>
                </a:moveTo>
                <a:lnTo>
                  <a:pt x="1095375" y="600075"/>
                </a:lnTo>
                <a:lnTo>
                  <a:pt x="1095375" y="609600"/>
                </a:lnTo>
                <a:lnTo>
                  <a:pt x="1085850" y="609600"/>
                </a:lnTo>
                <a:close/>
                <a:moveTo>
                  <a:pt x="1171575" y="600075"/>
                </a:moveTo>
                <a:lnTo>
                  <a:pt x="1181100" y="600075"/>
                </a:lnTo>
                <a:lnTo>
                  <a:pt x="1181100" y="609600"/>
                </a:lnTo>
                <a:lnTo>
                  <a:pt x="1171575" y="609600"/>
                </a:lnTo>
                <a:close/>
                <a:moveTo>
                  <a:pt x="1076325" y="619125"/>
                </a:moveTo>
                <a:lnTo>
                  <a:pt x="1085850" y="619125"/>
                </a:lnTo>
                <a:lnTo>
                  <a:pt x="1085850" y="628650"/>
                </a:lnTo>
                <a:lnTo>
                  <a:pt x="1076325" y="628650"/>
                </a:lnTo>
                <a:close/>
                <a:moveTo>
                  <a:pt x="647700" y="628650"/>
                </a:moveTo>
                <a:lnTo>
                  <a:pt x="657225" y="628650"/>
                </a:lnTo>
                <a:lnTo>
                  <a:pt x="657225" y="638175"/>
                </a:lnTo>
                <a:lnTo>
                  <a:pt x="647700" y="638175"/>
                </a:lnTo>
                <a:close/>
                <a:moveTo>
                  <a:pt x="895350" y="638175"/>
                </a:moveTo>
                <a:lnTo>
                  <a:pt x="904875" y="638175"/>
                </a:lnTo>
                <a:lnTo>
                  <a:pt x="904875" y="647700"/>
                </a:lnTo>
                <a:lnTo>
                  <a:pt x="895350" y="647700"/>
                </a:lnTo>
                <a:close/>
                <a:moveTo>
                  <a:pt x="952500" y="638175"/>
                </a:moveTo>
                <a:lnTo>
                  <a:pt x="971550" y="638175"/>
                </a:lnTo>
                <a:lnTo>
                  <a:pt x="971550" y="647700"/>
                </a:lnTo>
                <a:lnTo>
                  <a:pt x="981075" y="647700"/>
                </a:lnTo>
                <a:lnTo>
                  <a:pt x="981075" y="657225"/>
                </a:lnTo>
                <a:lnTo>
                  <a:pt x="971550" y="657225"/>
                </a:lnTo>
                <a:lnTo>
                  <a:pt x="971550" y="666750"/>
                </a:lnTo>
                <a:lnTo>
                  <a:pt x="962025" y="666750"/>
                </a:lnTo>
                <a:lnTo>
                  <a:pt x="962025" y="647700"/>
                </a:lnTo>
                <a:lnTo>
                  <a:pt x="952500" y="647700"/>
                </a:lnTo>
                <a:close/>
                <a:moveTo>
                  <a:pt x="1181100" y="638175"/>
                </a:moveTo>
                <a:lnTo>
                  <a:pt x="1190625" y="638175"/>
                </a:lnTo>
                <a:lnTo>
                  <a:pt x="1190625" y="647700"/>
                </a:lnTo>
                <a:lnTo>
                  <a:pt x="1181100" y="647700"/>
                </a:lnTo>
                <a:close/>
                <a:moveTo>
                  <a:pt x="1057275" y="657225"/>
                </a:moveTo>
                <a:lnTo>
                  <a:pt x="1066800" y="657225"/>
                </a:lnTo>
                <a:lnTo>
                  <a:pt x="1066800" y="666750"/>
                </a:lnTo>
                <a:lnTo>
                  <a:pt x="1057275" y="666750"/>
                </a:lnTo>
                <a:close/>
                <a:moveTo>
                  <a:pt x="1190625" y="657225"/>
                </a:moveTo>
                <a:lnTo>
                  <a:pt x="1200150" y="657225"/>
                </a:lnTo>
                <a:lnTo>
                  <a:pt x="1200150" y="666750"/>
                </a:lnTo>
                <a:lnTo>
                  <a:pt x="1190625" y="666750"/>
                </a:lnTo>
                <a:close/>
                <a:moveTo>
                  <a:pt x="781050" y="666750"/>
                </a:moveTo>
                <a:lnTo>
                  <a:pt x="790575" y="666750"/>
                </a:lnTo>
                <a:lnTo>
                  <a:pt x="790575" y="676275"/>
                </a:lnTo>
                <a:lnTo>
                  <a:pt x="781050" y="676275"/>
                </a:lnTo>
                <a:close/>
                <a:moveTo>
                  <a:pt x="914400" y="666750"/>
                </a:moveTo>
                <a:lnTo>
                  <a:pt x="933450" y="666750"/>
                </a:lnTo>
                <a:lnTo>
                  <a:pt x="933450" y="676275"/>
                </a:lnTo>
                <a:lnTo>
                  <a:pt x="914400" y="676275"/>
                </a:lnTo>
                <a:close/>
                <a:moveTo>
                  <a:pt x="628650" y="676275"/>
                </a:moveTo>
                <a:lnTo>
                  <a:pt x="638175" y="676275"/>
                </a:lnTo>
                <a:lnTo>
                  <a:pt x="638175" y="685800"/>
                </a:lnTo>
                <a:lnTo>
                  <a:pt x="628650" y="685800"/>
                </a:lnTo>
                <a:close/>
                <a:moveTo>
                  <a:pt x="1200150" y="676275"/>
                </a:moveTo>
                <a:lnTo>
                  <a:pt x="1209675" y="676275"/>
                </a:lnTo>
                <a:lnTo>
                  <a:pt x="1209675" y="685800"/>
                </a:lnTo>
                <a:lnTo>
                  <a:pt x="1200150" y="685800"/>
                </a:lnTo>
                <a:close/>
                <a:moveTo>
                  <a:pt x="1038225" y="685800"/>
                </a:moveTo>
                <a:lnTo>
                  <a:pt x="1047750" y="685800"/>
                </a:lnTo>
                <a:lnTo>
                  <a:pt x="1047750" y="695325"/>
                </a:lnTo>
                <a:lnTo>
                  <a:pt x="1038225" y="695325"/>
                </a:lnTo>
                <a:close/>
                <a:moveTo>
                  <a:pt x="1028700" y="695325"/>
                </a:moveTo>
                <a:lnTo>
                  <a:pt x="1038225" y="695325"/>
                </a:lnTo>
                <a:lnTo>
                  <a:pt x="1038225" y="704850"/>
                </a:lnTo>
                <a:lnTo>
                  <a:pt x="1028700" y="704850"/>
                </a:lnTo>
                <a:close/>
                <a:moveTo>
                  <a:pt x="1019175" y="704850"/>
                </a:moveTo>
                <a:lnTo>
                  <a:pt x="1028700" y="704850"/>
                </a:lnTo>
                <a:lnTo>
                  <a:pt x="1028700" y="714375"/>
                </a:lnTo>
                <a:lnTo>
                  <a:pt x="1019175" y="714375"/>
                </a:lnTo>
                <a:close/>
                <a:moveTo>
                  <a:pt x="1009650" y="714375"/>
                </a:moveTo>
                <a:lnTo>
                  <a:pt x="1019175" y="714375"/>
                </a:lnTo>
                <a:lnTo>
                  <a:pt x="1019175" y="723900"/>
                </a:lnTo>
                <a:lnTo>
                  <a:pt x="1009650" y="723900"/>
                </a:lnTo>
                <a:close/>
                <a:moveTo>
                  <a:pt x="838200" y="723900"/>
                </a:moveTo>
                <a:lnTo>
                  <a:pt x="847725" y="723900"/>
                </a:lnTo>
                <a:lnTo>
                  <a:pt x="847725" y="733425"/>
                </a:lnTo>
                <a:lnTo>
                  <a:pt x="838200" y="733425"/>
                </a:lnTo>
                <a:close/>
                <a:moveTo>
                  <a:pt x="1190625" y="723900"/>
                </a:moveTo>
                <a:lnTo>
                  <a:pt x="1200150" y="723900"/>
                </a:lnTo>
                <a:lnTo>
                  <a:pt x="1200150" y="733425"/>
                </a:lnTo>
                <a:lnTo>
                  <a:pt x="1190625" y="733425"/>
                </a:lnTo>
                <a:close/>
                <a:moveTo>
                  <a:pt x="857250" y="733425"/>
                </a:moveTo>
                <a:lnTo>
                  <a:pt x="866775" y="733425"/>
                </a:lnTo>
                <a:lnTo>
                  <a:pt x="866775" y="742950"/>
                </a:lnTo>
                <a:lnTo>
                  <a:pt x="857250" y="742950"/>
                </a:lnTo>
                <a:close/>
                <a:moveTo>
                  <a:pt x="1171575" y="733425"/>
                </a:moveTo>
                <a:lnTo>
                  <a:pt x="1181100" y="733425"/>
                </a:lnTo>
                <a:lnTo>
                  <a:pt x="1181100" y="742950"/>
                </a:lnTo>
                <a:lnTo>
                  <a:pt x="1171575" y="742950"/>
                </a:lnTo>
                <a:close/>
                <a:moveTo>
                  <a:pt x="676275" y="742950"/>
                </a:moveTo>
                <a:lnTo>
                  <a:pt x="685800" y="742950"/>
                </a:lnTo>
                <a:lnTo>
                  <a:pt x="685800" y="752475"/>
                </a:lnTo>
                <a:lnTo>
                  <a:pt x="676275" y="752475"/>
                </a:lnTo>
                <a:close/>
                <a:moveTo>
                  <a:pt x="885825" y="742950"/>
                </a:moveTo>
                <a:lnTo>
                  <a:pt x="914400" y="742950"/>
                </a:lnTo>
                <a:lnTo>
                  <a:pt x="914400" y="752475"/>
                </a:lnTo>
                <a:lnTo>
                  <a:pt x="885825" y="752475"/>
                </a:lnTo>
                <a:close/>
                <a:moveTo>
                  <a:pt x="933450" y="742950"/>
                </a:moveTo>
                <a:lnTo>
                  <a:pt x="952500" y="742950"/>
                </a:lnTo>
                <a:lnTo>
                  <a:pt x="952500" y="752475"/>
                </a:lnTo>
                <a:lnTo>
                  <a:pt x="933450" y="752475"/>
                </a:lnTo>
                <a:close/>
                <a:moveTo>
                  <a:pt x="1143000" y="742950"/>
                </a:moveTo>
                <a:lnTo>
                  <a:pt x="1152525" y="742950"/>
                </a:lnTo>
                <a:lnTo>
                  <a:pt x="1152525" y="752475"/>
                </a:lnTo>
                <a:lnTo>
                  <a:pt x="1143000" y="752475"/>
                </a:lnTo>
                <a:close/>
                <a:moveTo>
                  <a:pt x="714375" y="752475"/>
                </a:moveTo>
                <a:lnTo>
                  <a:pt x="733425" y="752475"/>
                </a:lnTo>
                <a:lnTo>
                  <a:pt x="733425" y="762000"/>
                </a:lnTo>
                <a:lnTo>
                  <a:pt x="714375" y="762000"/>
                </a:lnTo>
                <a:close/>
                <a:moveTo>
                  <a:pt x="990600" y="752475"/>
                </a:moveTo>
                <a:lnTo>
                  <a:pt x="1000125" y="752475"/>
                </a:lnTo>
                <a:lnTo>
                  <a:pt x="1000125" y="762000"/>
                </a:lnTo>
                <a:lnTo>
                  <a:pt x="1009650" y="762000"/>
                </a:lnTo>
                <a:lnTo>
                  <a:pt x="1009650" y="800100"/>
                </a:lnTo>
                <a:lnTo>
                  <a:pt x="1000125" y="800100"/>
                </a:lnTo>
                <a:lnTo>
                  <a:pt x="1000125" y="771525"/>
                </a:lnTo>
                <a:lnTo>
                  <a:pt x="990600" y="771525"/>
                </a:lnTo>
                <a:close/>
                <a:moveTo>
                  <a:pt x="1085850" y="752475"/>
                </a:moveTo>
                <a:lnTo>
                  <a:pt x="1104900" y="752475"/>
                </a:lnTo>
                <a:lnTo>
                  <a:pt x="1104900" y="762000"/>
                </a:lnTo>
                <a:lnTo>
                  <a:pt x="1085850" y="762000"/>
                </a:lnTo>
                <a:close/>
                <a:moveTo>
                  <a:pt x="771525" y="762000"/>
                </a:moveTo>
                <a:lnTo>
                  <a:pt x="790575" y="762000"/>
                </a:lnTo>
                <a:lnTo>
                  <a:pt x="790575" y="781050"/>
                </a:lnTo>
                <a:lnTo>
                  <a:pt x="781050" y="781050"/>
                </a:lnTo>
                <a:lnTo>
                  <a:pt x="781050" y="771525"/>
                </a:lnTo>
                <a:lnTo>
                  <a:pt x="771525" y="771525"/>
                </a:lnTo>
                <a:close/>
                <a:moveTo>
                  <a:pt x="866775" y="762000"/>
                </a:moveTo>
                <a:lnTo>
                  <a:pt x="885825" y="762000"/>
                </a:lnTo>
                <a:lnTo>
                  <a:pt x="885825" y="771525"/>
                </a:lnTo>
                <a:lnTo>
                  <a:pt x="866775" y="771525"/>
                </a:lnTo>
                <a:close/>
                <a:moveTo>
                  <a:pt x="962025" y="762000"/>
                </a:moveTo>
                <a:lnTo>
                  <a:pt x="971550" y="762000"/>
                </a:lnTo>
                <a:lnTo>
                  <a:pt x="971550" y="771525"/>
                </a:lnTo>
                <a:lnTo>
                  <a:pt x="962025" y="771525"/>
                </a:lnTo>
                <a:close/>
                <a:moveTo>
                  <a:pt x="828675" y="790575"/>
                </a:moveTo>
                <a:lnTo>
                  <a:pt x="838200" y="790575"/>
                </a:lnTo>
                <a:lnTo>
                  <a:pt x="838200" y="809625"/>
                </a:lnTo>
                <a:lnTo>
                  <a:pt x="828675" y="809625"/>
                </a:lnTo>
                <a:close/>
                <a:moveTo>
                  <a:pt x="1076325" y="819150"/>
                </a:moveTo>
                <a:lnTo>
                  <a:pt x="1085850" y="819150"/>
                </a:lnTo>
                <a:lnTo>
                  <a:pt x="1085850" y="828675"/>
                </a:lnTo>
                <a:lnTo>
                  <a:pt x="1076325" y="828675"/>
                </a:lnTo>
                <a:close/>
                <a:moveTo>
                  <a:pt x="1085850" y="828675"/>
                </a:moveTo>
                <a:lnTo>
                  <a:pt x="1095375" y="828675"/>
                </a:lnTo>
                <a:lnTo>
                  <a:pt x="1095375" y="838200"/>
                </a:lnTo>
                <a:lnTo>
                  <a:pt x="1085850" y="838200"/>
                </a:lnTo>
                <a:close/>
                <a:moveTo>
                  <a:pt x="704850" y="847725"/>
                </a:moveTo>
                <a:lnTo>
                  <a:pt x="714375" y="847725"/>
                </a:lnTo>
                <a:lnTo>
                  <a:pt x="714375" y="857250"/>
                </a:lnTo>
                <a:lnTo>
                  <a:pt x="704850" y="857250"/>
                </a:lnTo>
                <a:close/>
                <a:moveTo>
                  <a:pt x="1133475" y="847725"/>
                </a:moveTo>
                <a:lnTo>
                  <a:pt x="1143000" y="847725"/>
                </a:lnTo>
                <a:lnTo>
                  <a:pt x="1143000" y="857250"/>
                </a:lnTo>
                <a:lnTo>
                  <a:pt x="1133475" y="857250"/>
                </a:lnTo>
                <a:close/>
                <a:moveTo>
                  <a:pt x="657225" y="866775"/>
                </a:moveTo>
                <a:lnTo>
                  <a:pt x="666750" y="866775"/>
                </a:lnTo>
                <a:lnTo>
                  <a:pt x="666750" y="876300"/>
                </a:lnTo>
                <a:lnTo>
                  <a:pt x="657225" y="876300"/>
                </a:lnTo>
                <a:close/>
                <a:moveTo>
                  <a:pt x="1181100" y="866775"/>
                </a:moveTo>
                <a:lnTo>
                  <a:pt x="1190625" y="866775"/>
                </a:lnTo>
                <a:lnTo>
                  <a:pt x="1190625" y="876300"/>
                </a:lnTo>
                <a:lnTo>
                  <a:pt x="1181100" y="876300"/>
                </a:lnTo>
                <a:close/>
                <a:moveTo>
                  <a:pt x="638175" y="876300"/>
                </a:moveTo>
                <a:lnTo>
                  <a:pt x="647700" y="876300"/>
                </a:lnTo>
                <a:lnTo>
                  <a:pt x="647700" y="885825"/>
                </a:lnTo>
                <a:lnTo>
                  <a:pt x="638175" y="885825"/>
                </a:lnTo>
                <a:close/>
                <a:moveTo>
                  <a:pt x="1228725" y="885825"/>
                </a:moveTo>
                <a:lnTo>
                  <a:pt x="1238250" y="885825"/>
                </a:lnTo>
                <a:lnTo>
                  <a:pt x="1238250" y="895350"/>
                </a:lnTo>
                <a:lnTo>
                  <a:pt x="1228725" y="895350"/>
                </a:lnTo>
                <a:close/>
                <a:moveTo>
                  <a:pt x="1247775" y="895350"/>
                </a:moveTo>
                <a:lnTo>
                  <a:pt x="1257300" y="895350"/>
                </a:lnTo>
                <a:lnTo>
                  <a:pt x="1257300" y="904875"/>
                </a:lnTo>
                <a:lnTo>
                  <a:pt x="1247775" y="904875"/>
                </a:lnTo>
                <a:close/>
                <a:moveTo>
                  <a:pt x="561975" y="914400"/>
                </a:moveTo>
                <a:lnTo>
                  <a:pt x="571500" y="914400"/>
                </a:lnTo>
                <a:lnTo>
                  <a:pt x="571500" y="923925"/>
                </a:lnTo>
                <a:lnTo>
                  <a:pt x="561975" y="923925"/>
                </a:lnTo>
                <a:close/>
                <a:moveTo>
                  <a:pt x="1276350" y="914400"/>
                </a:moveTo>
                <a:lnTo>
                  <a:pt x="1285875" y="914400"/>
                </a:lnTo>
                <a:lnTo>
                  <a:pt x="1285875" y="923925"/>
                </a:lnTo>
                <a:lnTo>
                  <a:pt x="1276350" y="923925"/>
                </a:lnTo>
                <a:close/>
                <a:moveTo>
                  <a:pt x="504825" y="971550"/>
                </a:moveTo>
                <a:lnTo>
                  <a:pt x="514350" y="971550"/>
                </a:lnTo>
                <a:lnTo>
                  <a:pt x="514350" y="981075"/>
                </a:lnTo>
                <a:lnTo>
                  <a:pt x="504825" y="981075"/>
                </a:lnTo>
                <a:close/>
                <a:moveTo>
                  <a:pt x="1333500" y="971550"/>
                </a:moveTo>
                <a:lnTo>
                  <a:pt x="1343025" y="971550"/>
                </a:lnTo>
                <a:lnTo>
                  <a:pt x="1343025" y="981075"/>
                </a:lnTo>
                <a:lnTo>
                  <a:pt x="1333500" y="981075"/>
                </a:lnTo>
                <a:close/>
                <a:moveTo>
                  <a:pt x="495300" y="990600"/>
                </a:moveTo>
                <a:lnTo>
                  <a:pt x="504825" y="990600"/>
                </a:lnTo>
                <a:lnTo>
                  <a:pt x="504825" y="1000125"/>
                </a:lnTo>
                <a:lnTo>
                  <a:pt x="495300" y="1000125"/>
                </a:lnTo>
                <a:close/>
                <a:moveTo>
                  <a:pt x="1343025" y="990600"/>
                </a:moveTo>
                <a:lnTo>
                  <a:pt x="1352550" y="990600"/>
                </a:lnTo>
                <a:lnTo>
                  <a:pt x="1352550" y="1000125"/>
                </a:lnTo>
                <a:lnTo>
                  <a:pt x="1343025" y="1000125"/>
                </a:lnTo>
                <a:close/>
                <a:moveTo>
                  <a:pt x="1352550" y="1019175"/>
                </a:moveTo>
                <a:lnTo>
                  <a:pt x="1362075" y="1019175"/>
                </a:lnTo>
                <a:lnTo>
                  <a:pt x="1362075" y="1028700"/>
                </a:lnTo>
                <a:lnTo>
                  <a:pt x="1352550" y="1028700"/>
                </a:lnTo>
                <a:close/>
                <a:moveTo>
                  <a:pt x="1362075" y="1047750"/>
                </a:moveTo>
                <a:lnTo>
                  <a:pt x="1371600" y="1047750"/>
                </a:lnTo>
                <a:lnTo>
                  <a:pt x="1371600" y="1057275"/>
                </a:lnTo>
                <a:lnTo>
                  <a:pt x="1362075" y="1057275"/>
                </a:lnTo>
                <a:close/>
                <a:moveTo>
                  <a:pt x="1371600" y="1076325"/>
                </a:moveTo>
                <a:lnTo>
                  <a:pt x="1381125" y="1076325"/>
                </a:lnTo>
                <a:lnTo>
                  <a:pt x="1381125" y="1085850"/>
                </a:lnTo>
                <a:lnTo>
                  <a:pt x="1371600" y="1085850"/>
                </a:lnTo>
                <a:close/>
                <a:moveTo>
                  <a:pt x="457200" y="1104900"/>
                </a:moveTo>
                <a:lnTo>
                  <a:pt x="466725" y="1104900"/>
                </a:lnTo>
                <a:lnTo>
                  <a:pt x="466725" y="1114425"/>
                </a:lnTo>
                <a:lnTo>
                  <a:pt x="457200" y="1114425"/>
                </a:lnTo>
                <a:close/>
                <a:moveTo>
                  <a:pt x="1381125" y="1104900"/>
                </a:moveTo>
                <a:lnTo>
                  <a:pt x="1390650" y="1104900"/>
                </a:lnTo>
                <a:lnTo>
                  <a:pt x="1390650" y="1114425"/>
                </a:lnTo>
                <a:lnTo>
                  <a:pt x="1381125" y="1114425"/>
                </a:lnTo>
                <a:close/>
                <a:moveTo>
                  <a:pt x="447675" y="1133475"/>
                </a:moveTo>
                <a:lnTo>
                  <a:pt x="457200" y="1133475"/>
                </a:lnTo>
                <a:lnTo>
                  <a:pt x="457200" y="1143000"/>
                </a:lnTo>
                <a:lnTo>
                  <a:pt x="447675" y="1143000"/>
                </a:lnTo>
                <a:close/>
                <a:moveTo>
                  <a:pt x="1390650" y="1133475"/>
                </a:moveTo>
                <a:lnTo>
                  <a:pt x="1400175" y="1133475"/>
                </a:lnTo>
                <a:lnTo>
                  <a:pt x="1400175" y="1143000"/>
                </a:lnTo>
                <a:lnTo>
                  <a:pt x="1390650" y="1143000"/>
                </a:lnTo>
                <a:close/>
                <a:moveTo>
                  <a:pt x="438150" y="1162050"/>
                </a:moveTo>
                <a:lnTo>
                  <a:pt x="447675" y="1162050"/>
                </a:lnTo>
                <a:lnTo>
                  <a:pt x="447675" y="1171575"/>
                </a:lnTo>
                <a:lnTo>
                  <a:pt x="438150" y="1171575"/>
                </a:lnTo>
                <a:close/>
                <a:moveTo>
                  <a:pt x="1400175" y="1171575"/>
                </a:moveTo>
                <a:lnTo>
                  <a:pt x="1409700" y="1171575"/>
                </a:lnTo>
                <a:lnTo>
                  <a:pt x="1409700" y="1181100"/>
                </a:lnTo>
                <a:lnTo>
                  <a:pt x="1400175" y="1181100"/>
                </a:lnTo>
                <a:close/>
                <a:moveTo>
                  <a:pt x="428625" y="1200150"/>
                </a:moveTo>
                <a:lnTo>
                  <a:pt x="438150" y="1200150"/>
                </a:lnTo>
                <a:lnTo>
                  <a:pt x="438150" y="1209675"/>
                </a:lnTo>
                <a:lnTo>
                  <a:pt x="428625" y="1209675"/>
                </a:lnTo>
                <a:close/>
                <a:moveTo>
                  <a:pt x="419100" y="1228725"/>
                </a:moveTo>
                <a:lnTo>
                  <a:pt x="428625" y="1228725"/>
                </a:lnTo>
                <a:lnTo>
                  <a:pt x="428625" y="1238250"/>
                </a:lnTo>
                <a:lnTo>
                  <a:pt x="419100" y="1238250"/>
                </a:lnTo>
                <a:close/>
                <a:moveTo>
                  <a:pt x="409575" y="1266825"/>
                </a:moveTo>
                <a:lnTo>
                  <a:pt x="419100" y="1266825"/>
                </a:lnTo>
                <a:lnTo>
                  <a:pt x="419100" y="1276350"/>
                </a:lnTo>
                <a:lnTo>
                  <a:pt x="409575" y="1276350"/>
                </a:lnTo>
                <a:close/>
                <a:moveTo>
                  <a:pt x="428625" y="1333500"/>
                </a:moveTo>
                <a:lnTo>
                  <a:pt x="438150" y="1333500"/>
                </a:lnTo>
                <a:lnTo>
                  <a:pt x="438150" y="1343025"/>
                </a:lnTo>
                <a:lnTo>
                  <a:pt x="428625" y="1343025"/>
                </a:lnTo>
                <a:close/>
                <a:moveTo>
                  <a:pt x="485775" y="1352550"/>
                </a:moveTo>
                <a:lnTo>
                  <a:pt x="495300" y="1352550"/>
                </a:lnTo>
                <a:lnTo>
                  <a:pt x="495300" y="1362075"/>
                </a:lnTo>
                <a:lnTo>
                  <a:pt x="485775" y="1362075"/>
                </a:lnTo>
                <a:close/>
                <a:moveTo>
                  <a:pt x="523875" y="1362075"/>
                </a:moveTo>
                <a:lnTo>
                  <a:pt x="533400" y="1362075"/>
                </a:lnTo>
                <a:lnTo>
                  <a:pt x="533400" y="1371600"/>
                </a:lnTo>
                <a:lnTo>
                  <a:pt x="523875" y="1371600"/>
                </a:lnTo>
                <a:close/>
                <a:moveTo>
                  <a:pt x="447675" y="1371600"/>
                </a:moveTo>
                <a:lnTo>
                  <a:pt x="457200" y="1371600"/>
                </a:lnTo>
                <a:lnTo>
                  <a:pt x="457200" y="1381125"/>
                </a:lnTo>
                <a:lnTo>
                  <a:pt x="447675" y="1381125"/>
                </a:lnTo>
                <a:close/>
                <a:moveTo>
                  <a:pt x="552450" y="1371600"/>
                </a:moveTo>
                <a:lnTo>
                  <a:pt x="561975" y="1371600"/>
                </a:lnTo>
                <a:lnTo>
                  <a:pt x="561975" y="1381125"/>
                </a:lnTo>
                <a:lnTo>
                  <a:pt x="552450" y="1381125"/>
                </a:lnTo>
                <a:close/>
                <a:moveTo>
                  <a:pt x="581025" y="1381125"/>
                </a:moveTo>
                <a:lnTo>
                  <a:pt x="590550" y="1381125"/>
                </a:lnTo>
                <a:lnTo>
                  <a:pt x="590550" y="1390650"/>
                </a:lnTo>
                <a:lnTo>
                  <a:pt x="581025" y="1390650"/>
                </a:lnTo>
                <a:close/>
                <a:moveTo>
                  <a:pt x="1257300" y="1381125"/>
                </a:moveTo>
                <a:lnTo>
                  <a:pt x="1266825" y="1381125"/>
                </a:lnTo>
                <a:lnTo>
                  <a:pt x="1266825" y="1390650"/>
                </a:lnTo>
                <a:lnTo>
                  <a:pt x="1257300" y="1390650"/>
                </a:lnTo>
                <a:close/>
                <a:moveTo>
                  <a:pt x="466725" y="1390650"/>
                </a:moveTo>
                <a:lnTo>
                  <a:pt x="476250" y="1390650"/>
                </a:lnTo>
                <a:lnTo>
                  <a:pt x="476250" y="1409700"/>
                </a:lnTo>
                <a:lnTo>
                  <a:pt x="466725" y="1409700"/>
                </a:lnTo>
                <a:close/>
                <a:moveTo>
                  <a:pt x="438150" y="1428750"/>
                </a:moveTo>
                <a:lnTo>
                  <a:pt x="447675" y="1428750"/>
                </a:lnTo>
                <a:lnTo>
                  <a:pt x="447675" y="1447800"/>
                </a:lnTo>
                <a:lnTo>
                  <a:pt x="438150" y="1447800"/>
                </a:lnTo>
                <a:close/>
                <a:moveTo>
                  <a:pt x="600075" y="1447800"/>
                </a:moveTo>
                <a:lnTo>
                  <a:pt x="609600" y="1447800"/>
                </a:lnTo>
                <a:lnTo>
                  <a:pt x="609600" y="1457325"/>
                </a:lnTo>
                <a:lnTo>
                  <a:pt x="600075" y="1457325"/>
                </a:lnTo>
                <a:close/>
                <a:moveTo>
                  <a:pt x="457200" y="1457325"/>
                </a:moveTo>
                <a:lnTo>
                  <a:pt x="466725" y="1457325"/>
                </a:lnTo>
                <a:lnTo>
                  <a:pt x="466725" y="1476375"/>
                </a:lnTo>
                <a:lnTo>
                  <a:pt x="457200" y="1476375"/>
                </a:lnTo>
                <a:close/>
                <a:moveTo>
                  <a:pt x="1238250" y="1457325"/>
                </a:moveTo>
                <a:lnTo>
                  <a:pt x="1247775" y="1457325"/>
                </a:lnTo>
                <a:lnTo>
                  <a:pt x="1247775" y="1466850"/>
                </a:lnTo>
                <a:lnTo>
                  <a:pt x="1238250" y="1466850"/>
                </a:lnTo>
                <a:close/>
                <a:moveTo>
                  <a:pt x="428625" y="1495425"/>
                </a:moveTo>
                <a:lnTo>
                  <a:pt x="438150" y="1495425"/>
                </a:lnTo>
                <a:lnTo>
                  <a:pt x="438150" y="1514475"/>
                </a:lnTo>
                <a:lnTo>
                  <a:pt x="428625" y="1514475"/>
                </a:lnTo>
                <a:close/>
                <a:moveTo>
                  <a:pt x="447675" y="1524000"/>
                </a:moveTo>
                <a:lnTo>
                  <a:pt x="457200" y="1524000"/>
                </a:lnTo>
                <a:lnTo>
                  <a:pt x="457200" y="1543050"/>
                </a:lnTo>
                <a:lnTo>
                  <a:pt x="447675" y="1543050"/>
                </a:lnTo>
                <a:close/>
                <a:moveTo>
                  <a:pt x="419100" y="1562100"/>
                </a:moveTo>
                <a:lnTo>
                  <a:pt x="428625" y="1562100"/>
                </a:lnTo>
                <a:lnTo>
                  <a:pt x="428625" y="1581150"/>
                </a:lnTo>
                <a:lnTo>
                  <a:pt x="419100" y="1581150"/>
                </a:lnTo>
                <a:close/>
                <a:moveTo>
                  <a:pt x="581025" y="1571625"/>
                </a:moveTo>
                <a:lnTo>
                  <a:pt x="590550" y="1571625"/>
                </a:lnTo>
                <a:lnTo>
                  <a:pt x="590550" y="1581150"/>
                </a:lnTo>
                <a:lnTo>
                  <a:pt x="581025" y="1581150"/>
                </a:lnTo>
                <a:close/>
                <a:moveTo>
                  <a:pt x="438150" y="1581150"/>
                </a:moveTo>
                <a:lnTo>
                  <a:pt x="447675" y="1581150"/>
                </a:lnTo>
                <a:lnTo>
                  <a:pt x="447675" y="1600200"/>
                </a:lnTo>
                <a:lnTo>
                  <a:pt x="438150" y="1600200"/>
                </a:lnTo>
                <a:close/>
                <a:moveTo>
                  <a:pt x="1257300" y="1581150"/>
                </a:moveTo>
                <a:lnTo>
                  <a:pt x="1266825" y="1581150"/>
                </a:lnTo>
                <a:lnTo>
                  <a:pt x="1266825" y="1590675"/>
                </a:lnTo>
                <a:lnTo>
                  <a:pt x="1257300" y="1590675"/>
                </a:lnTo>
                <a:close/>
                <a:moveTo>
                  <a:pt x="1962150" y="1638300"/>
                </a:moveTo>
                <a:lnTo>
                  <a:pt x="1971675" y="1638300"/>
                </a:lnTo>
                <a:lnTo>
                  <a:pt x="1971675" y="1647825"/>
                </a:lnTo>
                <a:lnTo>
                  <a:pt x="1962150" y="1647825"/>
                </a:lnTo>
                <a:close/>
                <a:moveTo>
                  <a:pt x="1971675" y="1647825"/>
                </a:moveTo>
                <a:lnTo>
                  <a:pt x="1981200" y="1647825"/>
                </a:lnTo>
                <a:lnTo>
                  <a:pt x="1981200" y="1657350"/>
                </a:lnTo>
                <a:lnTo>
                  <a:pt x="1971675" y="1657350"/>
                </a:lnTo>
                <a:close/>
                <a:moveTo>
                  <a:pt x="133350" y="1657350"/>
                </a:moveTo>
                <a:lnTo>
                  <a:pt x="1952625" y="1657350"/>
                </a:lnTo>
                <a:lnTo>
                  <a:pt x="1952625" y="1666875"/>
                </a:lnTo>
                <a:lnTo>
                  <a:pt x="1962150" y="1666875"/>
                </a:lnTo>
                <a:lnTo>
                  <a:pt x="1962150" y="1714500"/>
                </a:lnTo>
                <a:lnTo>
                  <a:pt x="1952625" y="1714500"/>
                </a:lnTo>
                <a:lnTo>
                  <a:pt x="1952625" y="1724025"/>
                </a:lnTo>
                <a:lnTo>
                  <a:pt x="1771650" y="1724025"/>
                </a:lnTo>
                <a:lnTo>
                  <a:pt x="1771650" y="1714500"/>
                </a:lnTo>
                <a:lnTo>
                  <a:pt x="1762125" y="1714500"/>
                </a:lnTo>
                <a:lnTo>
                  <a:pt x="1762125" y="1724025"/>
                </a:lnTo>
                <a:lnTo>
                  <a:pt x="1657350" y="1724025"/>
                </a:lnTo>
                <a:lnTo>
                  <a:pt x="1657350" y="1714500"/>
                </a:lnTo>
                <a:lnTo>
                  <a:pt x="1638300" y="1714500"/>
                </a:lnTo>
                <a:lnTo>
                  <a:pt x="1638300" y="1724025"/>
                </a:lnTo>
                <a:lnTo>
                  <a:pt x="571500" y="1724025"/>
                </a:lnTo>
                <a:lnTo>
                  <a:pt x="571500" y="1714500"/>
                </a:lnTo>
                <a:lnTo>
                  <a:pt x="552450" y="1714500"/>
                </a:lnTo>
                <a:lnTo>
                  <a:pt x="552450" y="1724025"/>
                </a:lnTo>
                <a:lnTo>
                  <a:pt x="133350" y="1724025"/>
                </a:lnTo>
                <a:lnTo>
                  <a:pt x="133350" y="1714500"/>
                </a:lnTo>
                <a:lnTo>
                  <a:pt x="123825" y="1714500"/>
                </a:lnTo>
                <a:lnTo>
                  <a:pt x="123825" y="1704975"/>
                </a:lnTo>
                <a:lnTo>
                  <a:pt x="114300" y="1704975"/>
                </a:lnTo>
                <a:lnTo>
                  <a:pt x="114300" y="1676400"/>
                </a:lnTo>
                <a:lnTo>
                  <a:pt x="123825" y="1676400"/>
                </a:lnTo>
                <a:lnTo>
                  <a:pt x="123825" y="1666875"/>
                </a:lnTo>
                <a:lnTo>
                  <a:pt x="133350" y="1666875"/>
                </a:lnTo>
                <a:close/>
                <a:moveTo>
                  <a:pt x="581025" y="1704975"/>
                </a:moveTo>
                <a:lnTo>
                  <a:pt x="590550" y="1704975"/>
                </a:lnTo>
                <a:lnTo>
                  <a:pt x="590550" y="1685925"/>
                </a:lnTo>
                <a:lnTo>
                  <a:pt x="581025" y="1685925"/>
                </a:lnTo>
                <a:close/>
              </a:path>
            </a:pathLst>
          </a:custGeom>
          <a:solidFill xmlns:a="http://schemas.openxmlformats.org/drawingml/2006/main">
            <a:srgbClr val="C6D1BC"/>
          </a:solidFill>
          <a:ln xmlns:a="http://schemas.openxmlformats.org/drawingml/2006/main" w="0">
            <a:noFill/>
          </a:ln>
        </p:spPr>
      </p:sp>
      <p:sp>
        <p:nvSpPr>
          <p:cNvPr id="30" name="employee vector #d6b498">
            <a:extLst xmlns:a="http://schemas.openxmlformats.org/drawingml/2006/main">
              <a:ext uri="{FF2B5EF4-FFF2-40B4-BE49-F238E27FC236}">
                <a16:creationId xmlns:a16="http://schemas.microsoft.com/office/drawing/2014/main" id="{EAE102DE-83D5-40C3-93C1-3797E66D06F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85825" y="2571750"/>
            <a:ext cx="2105025" cy="2066925"/>
          </a:xfrm>
          <a:custGeom xmlns:a="http://schemas.openxmlformats.org/drawingml/2006/main">
            <a:pathLst>
              <a:path w="2105025" h="2066925">
                <a:moveTo>
                  <a:pt x="1057275" y="190500"/>
                </a:moveTo>
                <a:lnTo>
                  <a:pt x="1066800" y="190500"/>
                </a:lnTo>
                <a:lnTo>
                  <a:pt x="1066800" y="200025"/>
                </a:lnTo>
                <a:lnTo>
                  <a:pt x="1057275" y="200025"/>
                </a:lnTo>
                <a:close/>
                <a:moveTo>
                  <a:pt x="1095375" y="219075"/>
                </a:moveTo>
                <a:lnTo>
                  <a:pt x="1104900" y="219075"/>
                </a:lnTo>
                <a:lnTo>
                  <a:pt x="1104900" y="228600"/>
                </a:lnTo>
                <a:lnTo>
                  <a:pt x="1095375" y="228600"/>
                </a:lnTo>
                <a:close/>
                <a:moveTo>
                  <a:pt x="1104900" y="228600"/>
                </a:moveTo>
                <a:lnTo>
                  <a:pt x="1114425" y="228600"/>
                </a:lnTo>
                <a:lnTo>
                  <a:pt x="1114425" y="238125"/>
                </a:lnTo>
                <a:lnTo>
                  <a:pt x="1104900" y="238125"/>
                </a:lnTo>
                <a:close/>
                <a:moveTo>
                  <a:pt x="1152525" y="314325"/>
                </a:moveTo>
                <a:lnTo>
                  <a:pt x="1162050" y="314325"/>
                </a:lnTo>
                <a:lnTo>
                  <a:pt x="1162050" y="323850"/>
                </a:lnTo>
                <a:lnTo>
                  <a:pt x="1152525" y="323850"/>
                </a:lnTo>
                <a:close/>
                <a:moveTo>
                  <a:pt x="838200" y="323850"/>
                </a:moveTo>
                <a:lnTo>
                  <a:pt x="847725" y="323850"/>
                </a:lnTo>
                <a:lnTo>
                  <a:pt x="847725" y="333375"/>
                </a:lnTo>
                <a:lnTo>
                  <a:pt x="838200" y="333375"/>
                </a:lnTo>
                <a:close/>
                <a:moveTo>
                  <a:pt x="790575" y="409575"/>
                </a:moveTo>
                <a:lnTo>
                  <a:pt x="800100" y="409575"/>
                </a:lnTo>
                <a:lnTo>
                  <a:pt x="800100" y="419100"/>
                </a:lnTo>
                <a:lnTo>
                  <a:pt x="790575" y="419100"/>
                </a:lnTo>
                <a:close/>
                <a:moveTo>
                  <a:pt x="781050" y="419100"/>
                </a:moveTo>
                <a:lnTo>
                  <a:pt x="790575" y="419100"/>
                </a:lnTo>
                <a:lnTo>
                  <a:pt x="790575" y="428625"/>
                </a:lnTo>
                <a:lnTo>
                  <a:pt x="781050" y="428625"/>
                </a:lnTo>
                <a:close/>
                <a:moveTo>
                  <a:pt x="771525" y="428625"/>
                </a:moveTo>
                <a:lnTo>
                  <a:pt x="781050" y="428625"/>
                </a:lnTo>
                <a:lnTo>
                  <a:pt x="781050" y="438150"/>
                </a:lnTo>
                <a:lnTo>
                  <a:pt x="771525" y="438150"/>
                </a:lnTo>
                <a:close/>
                <a:moveTo>
                  <a:pt x="1028700" y="438150"/>
                </a:moveTo>
                <a:lnTo>
                  <a:pt x="1047750" y="438150"/>
                </a:lnTo>
                <a:lnTo>
                  <a:pt x="1047750" y="447675"/>
                </a:lnTo>
                <a:lnTo>
                  <a:pt x="1038225" y="447675"/>
                </a:lnTo>
                <a:lnTo>
                  <a:pt x="1038225" y="457200"/>
                </a:lnTo>
                <a:lnTo>
                  <a:pt x="1019175" y="457200"/>
                </a:lnTo>
                <a:lnTo>
                  <a:pt x="1019175" y="447675"/>
                </a:lnTo>
                <a:lnTo>
                  <a:pt x="1028700" y="447675"/>
                </a:lnTo>
                <a:close/>
                <a:moveTo>
                  <a:pt x="800100" y="457200"/>
                </a:moveTo>
                <a:lnTo>
                  <a:pt x="809625" y="457200"/>
                </a:lnTo>
                <a:lnTo>
                  <a:pt x="809625" y="476250"/>
                </a:lnTo>
                <a:lnTo>
                  <a:pt x="800100" y="476250"/>
                </a:lnTo>
                <a:close/>
                <a:moveTo>
                  <a:pt x="704850" y="495300"/>
                </a:moveTo>
                <a:lnTo>
                  <a:pt x="714375" y="495300"/>
                </a:lnTo>
                <a:lnTo>
                  <a:pt x="714375" y="504825"/>
                </a:lnTo>
                <a:lnTo>
                  <a:pt x="704850" y="504825"/>
                </a:lnTo>
                <a:close/>
                <a:moveTo>
                  <a:pt x="1009650" y="495300"/>
                </a:moveTo>
                <a:lnTo>
                  <a:pt x="1019175" y="495300"/>
                </a:lnTo>
                <a:lnTo>
                  <a:pt x="1019175" y="504825"/>
                </a:lnTo>
                <a:lnTo>
                  <a:pt x="1009650" y="504825"/>
                </a:lnTo>
                <a:close/>
                <a:moveTo>
                  <a:pt x="714375" y="504825"/>
                </a:moveTo>
                <a:lnTo>
                  <a:pt x="723900" y="504825"/>
                </a:lnTo>
                <a:lnTo>
                  <a:pt x="723900" y="514350"/>
                </a:lnTo>
                <a:lnTo>
                  <a:pt x="714375" y="514350"/>
                </a:lnTo>
                <a:close/>
                <a:moveTo>
                  <a:pt x="819150" y="504825"/>
                </a:moveTo>
                <a:lnTo>
                  <a:pt x="828675" y="504825"/>
                </a:lnTo>
                <a:lnTo>
                  <a:pt x="828675" y="514350"/>
                </a:lnTo>
                <a:lnTo>
                  <a:pt x="819150" y="514350"/>
                </a:lnTo>
                <a:close/>
                <a:moveTo>
                  <a:pt x="990600" y="504825"/>
                </a:moveTo>
                <a:lnTo>
                  <a:pt x="1000125" y="504825"/>
                </a:lnTo>
                <a:lnTo>
                  <a:pt x="1000125" y="514350"/>
                </a:lnTo>
                <a:lnTo>
                  <a:pt x="990600" y="514350"/>
                </a:lnTo>
                <a:close/>
                <a:moveTo>
                  <a:pt x="704850" y="514350"/>
                </a:moveTo>
                <a:lnTo>
                  <a:pt x="714375" y="514350"/>
                </a:lnTo>
                <a:lnTo>
                  <a:pt x="714375" y="523875"/>
                </a:lnTo>
                <a:lnTo>
                  <a:pt x="704850" y="523875"/>
                </a:lnTo>
                <a:close/>
                <a:moveTo>
                  <a:pt x="1009650" y="514350"/>
                </a:moveTo>
                <a:lnTo>
                  <a:pt x="1019175" y="514350"/>
                </a:lnTo>
                <a:lnTo>
                  <a:pt x="1019175" y="523875"/>
                </a:lnTo>
                <a:lnTo>
                  <a:pt x="1009650" y="523875"/>
                </a:lnTo>
                <a:close/>
                <a:moveTo>
                  <a:pt x="666750" y="533400"/>
                </a:moveTo>
                <a:lnTo>
                  <a:pt x="676275" y="533400"/>
                </a:lnTo>
                <a:lnTo>
                  <a:pt x="676275" y="542925"/>
                </a:lnTo>
                <a:lnTo>
                  <a:pt x="666750" y="542925"/>
                </a:lnTo>
                <a:close/>
                <a:moveTo>
                  <a:pt x="1104900" y="561975"/>
                </a:moveTo>
                <a:lnTo>
                  <a:pt x="1114425" y="561975"/>
                </a:lnTo>
                <a:lnTo>
                  <a:pt x="1114425" y="571500"/>
                </a:lnTo>
                <a:lnTo>
                  <a:pt x="1104900" y="571500"/>
                </a:lnTo>
                <a:close/>
                <a:moveTo>
                  <a:pt x="1095375" y="571500"/>
                </a:moveTo>
                <a:lnTo>
                  <a:pt x="1104900" y="571500"/>
                </a:lnTo>
                <a:lnTo>
                  <a:pt x="1104900" y="581025"/>
                </a:lnTo>
                <a:lnTo>
                  <a:pt x="1095375" y="581025"/>
                </a:lnTo>
                <a:close/>
                <a:moveTo>
                  <a:pt x="647700" y="638175"/>
                </a:moveTo>
                <a:lnTo>
                  <a:pt x="657225" y="638175"/>
                </a:lnTo>
                <a:lnTo>
                  <a:pt x="657225" y="647700"/>
                </a:lnTo>
                <a:lnTo>
                  <a:pt x="647700" y="647700"/>
                </a:lnTo>
                <a:close/>
                <a:moveTo>
                  <a:pt x="762000" y="638175"/>
                </a:moveTo>
                <a:lnTo>
                  <a:pt x="771525" y="638175"/>
                </a:lnTo>
                <a:lnTo>
                  <a:pt x="771525" y="647700"/>
                </a:lnTo>
                <a:lnTo>
                  <a:pt x="762000" y="647700"/>
                </a:lnTo>
                <a:close/>
                <a:moveTo>
                  <a:pt x="952500" y="742950"/>
                </a:moveTo>
                <a:lnTo>
                  <a:pt x="962025" y="742950"/>
                </a:lnTo>
                <a:lnTo>
                  <a:pt x="962025" y="752475"/>
                </a:lnTo>
                <a:lnTo>
                  <a:pt x="952500" y="752475"/>
                </a:lnTo>
                <a:close/>
                <a:moveTo>
                  <a:pt x="838200" y="752475"/>
                </a:moveTo>
                <a:lnTo>
                  <a:pt x="847725" y="752475"/>
                </a:lnTo>
                <a:lnTo>
                  <a:pt x="847725" y="762000"/>
                </a:lnTo>
                <a:lnTo>
                  <a:pt x="838200" y="762000"/>
                </a:lnTo>
                <a:close/>
                <a:moveTo>
                  <a:pt x="790575" y="762000"/>
                </a:moveTo>
                <a:lnTo>
                  <a:pt x="809625" y="762000"/>
                </a:lnTo>
                <a:lnTo>
                  <a:pt x="809625" y="781050"/>
                </a:lnTo>
                <a:lnTo>
                  <a:pt x="790575" y="781050"/>
                </a:lnTo>
                <a:close/>
                <a:moveTo>
                  <a:pt x="828675" y="762000"/>
                </a:moveTo>
                <a:lnTo>
                  <a:pt x="838200" y="762000"/>
                </a:lnTo>
                <a:lnTo>
                  <a:pt x="838200" y="790575"/>
                </a:lnTo>
                <a:lnTo>
                  <a:pt x="828675" y="790575"/>
                </a:lnTo>
                <a:close/>
                <a:moveTo>
                  <a:pt x="781050" y="781050"/>
                </a:moveTo>
                <a:lnTo>
                  <a:pt x="790575" y="781050"/>
                </a:lnTo>
                <a:lnTo>
                  <a:pt x="790575" y="790575"/>
                </a:lnTo>
                <a:lnTo>
                  <a:pt x="781050" y="790575"/>
                </a:lnTo>
                <a:close/>
                <a:moveTo>
                  <a:pt x="771525" y="790575"/>
                </a:moveTo>
                <a:lnTo>
                  <a:pt x="781050" y="790575"/>
                </a:lnTo>
                <a:lnTo>
                  <a:pt x="781050" y="800100"/>
                </a:lnTo>
                <a:lnTo>
                  <a:pt x="771525" y="800100"/>
                </a:lnTo>
                <a:close/>
                <a:moveTo>
                  <a:pt x="1057275" y="800100"/>
                </a:moveTo>
                <a:lnTo>
                  <a:pt x="1066800" y="800100"/>
                </a:lnTo>
                <a:lnTo>
                  <a:pt x="1066800" y="809625"/>
                </a:lnTo>
                <a:lnTo>
                  <a:pt x="1057275" y="809625"/>
                </a:lnTo>
                <a:close/>
                <a:moveTo>
                  <a:pt x="762000" y="809625"/>
                </a:moveTo>
                <a:lnTo>
                  <a:pt x="771525" y="809625"/>
                </a:lnTo>
                <a:lnTo>
                  <a:pt x="771525" y="819150"/>
                </a:lnTo>
                <a:lnTo>
                  <a:pt x="762000" y="819150"/>
                </a:lnTo>
                <a:close/>
                <a:moveTo>
                  <a:pt x="1066800" y="809625"/>
                </a:moveTo>
                <a:lnTo>
                  <a:pt x="1076325" y="809625"/>
                </a:lnTo>
                <a:lnTo>
                  <a:pt x="1076325" y="819150"/>
                </a:lnTo>
                <a:lnTo>
                  <a:pt x="1066800" y="819150"/>
                </a:lnTo>
                <a:close/>
                <a:moveTo>
                  <a:pt x="790575" y="819150"/>
                </a:moveTo>
                <a:lnTo>
                  <a:pt x="809625" y="819150"/>
                </a:lnTo>
                <a:lnTo>
                  <a:pt x="809625" y="838200"/>
                </a:lnTo>
                <a:lnTo>
                  <a:pt x="819150" y="838200"/>
                </a:lnTo>
                <a:lnTo>
                  <a:pt x="819150" y="847725"/>
                </a:lnTo>
                <a:lnTo>
                  <a:pt x="828675" y="847725"/>
                </a:lnTo>
                <a:lnTo>
                  <a:pt x="828675" y="857250"/>
                </a:lnTo>
                <a:lnTo>
                  <a:pt x="838200" y="857250"/>
                </a:lnTo>
                <a:lnTo>
                  <a:pt x="838200" y="876300"/>
                </a:lnTo>
                <a:lnTo>
                  <a:pt x="847725" y="876300"/>
                </a:lnTo>
                <a:lnTo>
                  <a:pt x="847725" y="885825"/>
                </a:lnTo>
                <a:lnTo>
                  <a:pt x="857250" y="885825"/>
                </a:lnTo>
                <a:lnTo>
                  <a:pt x="857250" y="895350"/>
                </a:lnTo>
                <a:lnTo>
                  <a:pt x="866775" y="895350"/>
                </a:lnTo>
                <a:lnTo>
                  <a:pt x="866775" y="904875"/>
                </a:lnTo>
                <a:lnTo>
                  <a:pt x="876300" y="904875"/>
                </a:lnTo>
                <a:lnTo>
                  <a:pt x="876300" y="914400"/>
                </a:lnTo>
                <a:lnTo>
                  <a:pt x="885825" y="914400"/>
                </a:lnTo>
                <a:lnTo>
                  <a:pt x="885825" y="923925"/>
                </a:lnTo>
                <a:lnTo>
                  <a:pt x="895350" y="923925"/>
                </a:lnTo>
                <a:lnTo>
                  <a:pt x="895350" y="942975"/>
                </a:lnTo>
                <a:lnTo>
                  <a:pt x="885825" y="942975"/>
                </a:lnTo>
                <a:lnTo>
                  <a:pt x="885825" y="952500"/>
                </a:lnTo>
                <a:lnTo>
                  <a:pt x="876300" y="952500"/>
                </a:lnTo>
                <a:lnTo>
                  <a:pt x="876300" y="962025"/>
                </a:lnTo>
                <a:lnTo>
                  <a:pt x="857250" y="962025"/>
                </a:lnTo>
                <a:lnTo>
                  <a:pt x="857250" y="971550"/>
                </a:lnTo>
                <a:lnTo>
                  <a:pt x="847725" y="971550"/>
                </a:lnTo>
                <a:lnTo>
                  <a:pt x="847725" y="981075"/>
                </a:lnTo>
                <a:lnTo>
                  <a:pt x="838200" y="981075"/>
                </a:lnTo>
                <a:lnTo>
                  <a:pt x="838200" y="990600"/>
                </a:lnTo>
                <a:lnTo>
                  <a:pt x="828675" y="990600"/>
                </a:lnTo>
                <a:lnTo>
                  <a:pt x="828675" y="981075"/>
                </a:lnTo>
                <a:lnTo>
                  <a:pt x="819150" y="981075"/>
                </a:lnTo>
                <a:lnTo>
                  <a:pt x="819150" y="971550"/>
                </a:lnTo>
                <a:lnTo>
                  <a:pt x="809625" y="971550"/>
                </a:lnTo>
                <a:lnTo>
                  <a:pt x="809625" y="952500"/>
                </a:lnTo>
                <a:lnTo>
                  <a:pt x="800100" y="952500"/>
                </a:lnTo>
                <a:lnTo>
                  <a:pt x="800100" y="933450"/>
                </a:lnTo>
                <a:lnTo>
                  <a:pt x="790575" y="933450"/>
                </a:lnTo>
                <a:lnTo>
                  <a:pt x="790575" y="914400"/>
                </a:lnTo>
                <a:lnTo>
                  <a:pt x="781050" y="914400"/>
                </a:lnTo>
                <a:lnTo>
                  <a:pt x="781050" y="895350"/>
                </a:lnTo>
                <a:lnTo>
                  <a:pt x="771525" y="895350"/>
                </a:lnTo>
                <a:lnTo>
                  <a:pt x="771525" y="866775"/>
                </a:lnTo>
                <a:lnTo>
                  <a:pt x="762000" y="866775"/>
                </a:lnTo>
                <a:lnTo>
                  <a:pt x="762000" y="847725"/>
                </a:lnTo>
                <a:lnTo>
                  <a:pt x="771525" y="847725"/>
                </a:lnTo>
                <a:lnTo>
                  <a:pt x="771525" y="838200"/>
                </a:lnTo>
                <a:lnTo>
                  <a:pt x="781050" y="838200"/>
                </a:lnTo>
                <a:lnTo>
                  <a:pt x="781050" y="828675"/>
                </a:lnTo>
                <a:lnTo>
                  <a:pt x="790575" y="828675"/>
                </a:lnTo>
                <a:close/>
                <a:moveTo>
                  <a:pt x="1038225" y="819150"/>
                </a:moveTo>
                <a:lnTo>
                  <a:pt x="1047750" y="819150"/>
                </a:lnTo>
                <a:lnTo>
                  <a:pt x="1047750" y="828675"/>
                </a:lnTo>
                <a:lnTo>
                  <a:pt x="1057275" y="828675"/>
                </a:lnTo>
                <a:lnTo>
                  <a:pt x="1057275" y="847725"/>
                </a:lnTo>
                <a:lnTo>
                  <a:pt x="1066800" y="847725"/>
                </a:lnTo>
                <a:lnTo>
                  <a:pt x="1066800" y="895350"/>
                </a:lnTo>
                <a:lnTo>
                  <a:pt x="1057275" y="895350"/>
                </a:lnTo>
                <a:lnTo>
                  <a:pt x="1057275" y="914400"/>
                </a:lnTo>
                <a:lnTo>
                  <a:pt x="1047750" y="914400"/>
                </a:lnTo>
                <a:lnTo>
                  <a:pt x="1047750" y="933450"/>
                </a:lnTo>
                <a:lnTo>
                  <a:pt x="1038225" y="933450"/>
                </a:lnTo>
                <a:lnTo>
                  <a:pt x="1038225" y="952500"/>
                </a:lnTo>
                <a:lnTo>
                  <a:pt x="1028700" y="952500"/>
                </a:lnTo>
                <a:lnTo>
                  <a:pt x="1028700" y="971550"/>
                </a:lnTo>
                <a:lnTo>
                  <a:pt x="1019175" y="971550"/>
                </a:lnTo>
                <a:lnTo>
                  <a:pt x="1019175" y="981075"/>
                </a:lnTo>
                <a:lnTo>
                  <a:pt x="1009650" y="981075"/>
                </a:lnTo>
                <a:lnTo>
                  <a:pt x="1009650" y="990600"/>
                </a:lnTo>
                <a:lnTo>
                  <a:pt x="1000125" y="990600"/>
                </a:lnTo>
                <a:lnTo>
                  <a:pt x="1000125" y="981075"/>
                </a:lnTo>
                <a:lnTo>
                  <a:pt x="990600" y="981075"/>
                </a:lnTo>
                <a:lnTo>
                  <a:pt x="990600" y="971550"/>
                </a:lnTo>
                <a:lnTo>
                  <a:pt x="981075" y="971550"/>
                </a:lnTo>
                <a:lnTo>
                  <a:pt x="981075" y="962025"/>
                </a:lnTo>
                <a:lnTo>
                  <a:pt x="971550" y="962025"/>
                </a:lnTo>
                <a:lnTo>
                  <a:pt x="971550" y="952500"/>
                </a:lnTo>
                <a:lnTo>
                  <a:pt x="952500" y="952500"/>
                </a:lnTo>
                <a:lnTo>
                  <a:pt x="952500" y="914400"/>
                </a:lnTo>
                <a:lnTo>
                  <a:pt x="962025" y="914400"/>
                </a:lnTo>
                <a:lnTo>
                  <a:pt x="962025" y="904875"/>
                </a:lnTo>
                <a:lnTo>
                  <a:pt x="971550" y="904875"/>
                </a:lnTo>
                <a:lnTo>
                  <a:pt x="971550" y="895350"/>
                </a:lnTo>
                <a:lnTo>
                  <a:pt x="981075" y="895350"/>
                </a:lnTo>
                <a:lnTo>
                  <a:pt x="981075" y="885825"/>
                </a:lnTo>
                <a:lnTo>
                  <a:pt x="990600" y="885825"/>
                </a:lnTo>
                <a:lnTo>
                  <a:pt x="990600" y="876300"/>
                </a:lnTo>
                <a:lnTo>
                  <a:pt x="1000125" y="876300"/>
                </a:lnTo>
                <a:lnTo>
                  <a:pt x="1000125" y="857250"/>
                </a:lnTo>
                <a:lnTo>
                  <a:pt x="1009650" y="857250"/>
                </a:lnTo>
                <a:lnTo>
                  <a:pt x="1009650" y="847725"/>
                </a:lnTo>
                <a:lnTo>
                  <a:pt x="1019175" y="847725"/>
                </a:lnTo>
                <a:lnTo>
                  <a:pt x="1019175" y="838200"/>
                </a:lnTo>
                <a:lnTo>
                  <a:pt x="1028700" y="838200"/>
                </a:lnTo>
                <a:lnTo>
                  <a:pt x="1028700" y="828675"/>
                </a:lnTo>
                <a:lnTo>
                  <a:pt x="1038225" y="828675"/>
                </a:lnTo>
                <a:close/>
                <a:moveTo>
                  <a:pt x="733425" y="838200"/>
                </a:moveTo>
                <a:lnTo>
                  <a:pt x="742950" y="838200"/>
                </a:lnTo>
                <a:lnTo>
                  <a:pt x="742950" y="847725"/>
                </a:lnTo>
                <a:lnTo>
                  <a:pt x="733425" y="847725"/>
                </a:lnTo>
                <a:close/>
                <a:moveTo>
                  <a:pt x="990600" y="838200"/>
                </a:moveTo>
                <a:lnTo>
                  <a:pt x="1000125" y="838200"/>
                </a:lnTo>
                <a:lnTo>
                  <a:pt x="1000125" y="847725"/>
                </a:lnTo>
                <a:lnTo>
                  <a:pt x="990600" y="847725"/>
                </a:lnTo>
                <a:close/>
                <a:moveTo>
                  <a:pt x="1104900" y="838200"/>
                </a:moveTo>
                <a:lnTo>
                  <a:pt x="1114425" y="838200"/>
                </a:lnTo>
                <a:lnTo>
                  <a:pt x="1114425" y="847725"/>
                </a:lnTo>
                <a:lnTo>
                  <a:pt x="1104900" y="847725"/>
                </a:lnTo>
                <a:close/>
                <a:moveTo>
                  <a:pt x="981075" y="847725"/>
                </a:moveTo>
                <a:lnTo>
                  <a:pt x="990600" y="847725"/>
                </a:lnTo>
                <a:lnTo>
                  <a:pt x="990600" y="857250"/>
                </a:lnTo>
                <a:lnTo>
                  <a:pt x="981075" y="857250"/>
                </a:lnTo>
                <a:close/>
                <a:moveTo>
                  <a:pt x="685800" y="857250"/>
                </a:moveTo>
                <a:lnTo>
                  <a:pt x="695325" y="857250"/>
                </a:lnTo>
                <a:lnTo>
                  <a:pt x="695325" y="866775"/>
                </a:lnTo>
                <a:lnTo>
                  <a:pt x="685800" y="866775"/>
                </a:lnTo>
                <a:close/>
                <a:moveTo>
                  <a:pt x="857250" y="857250"/>
                </a:moveTo>
                <a:lnTo>
                  <a:pt x="866775" y="857250"/>
                </a:lnTo>
                <a:lnTo>
                  <a:pt x="866775" y="866775"/>
                </a:lnTo>
                <a:lnTo>
                  <a:pt x="857250" y="866775"/>
                </a:lnTo>
                <a:close/>
                <a:moveTo>
                  <a:pt x="971550" y="857250"/>
                </a:moveTo>
                <a:lnTo>
                  <a:pt x="981075" y="857250"/>
                </a:lnTo>
                <a:lnTo>
                  <a:pt x="981075" y="866775"/>
                </a:lnTo>
                <a:lnTo>
                  <a:pt x="971550" y="866775"/>
                </a:lnTo>
                <a:close/>
                <a:moveTo>
                  <a:pt x="866775" y="866775"/>
                </a:moveTo>
                <a:lnTo>
                  <a:pt x="876300" y="866775"/>
                </a:lnTo>
                <a:lnTo>
                  <a:pt x="876300" y="876300"/>
                </a:lnTo>
                <a:lnTo>
                  <a:pt x="866775" y="876300"/>
                </a:lnTo>
                <a:close/>
                <a:moveTo>
                  <a:pt x="962025" y="866775"/>
                </a:moveTo>
                <a:lnTo>
                  <a:pt x="971550" y="866775"/>
                </a:lnTo>
                <a:lnTo>
                  <a:pt x="971550" y="876300"/>
                </a:lnTo>
                <a:lnTo>
                  <a:pt x="962025" y="876300"/>
                </a:lnTo>
                <a:close/>
                <a:moveTo>
                  <a:pt x="876300" y="876300"/>
                </a:moveTo>
                <a:lnTo>
                  <a:pt x="885825" y="876300"/>
                </a:lnTo>
                <a:lnTo>
                  <a:pt x="885825" y="885825"/>
                </a:lnTo>
                <a:lnTo>
                  <a:pt x="876300" y="885825"/>
                </a:lnTo>
                <a:close/>
                <a:moveTo>
                  <a:pt x="619125" y="885825"/>
                </a:moveTo>
                <a:lnTo>
                  <a:pt x="628650" y="885825"/>
                </a:lnTo>
                <a:lnTo>
                  <a:pt x="628650" y="895350"/>
                </a:lnTo>
                <a:lnTo>
                  <a:pt x="619125" y="895350"/>
                </a:lnTo>
                <a:close/>
                <a:moveTo>
                  <a:pt x="885825" y="885825"/>
                </a:moveTo>
                <a:lnTo>
                  <a:pt x="895350" y="885825"/>
                </a:lnTo>
                <a:lnTo>
                  <a:pt x="895350" y="895350"/>
                </a:lnTo>
                <a:lnTo>
                  <a:pt x="885825" y="895350"/>
                </a:lnTo>
                <a:close/>
                <a:moveTo>
                  <a:pt x="904875" y="914400"/>
                </a:moveTo>
                <a:lnTo>
                  <a:pt x="933450" y="914400"/>
                </a:lnTo>
                <a:lnTo>
                  <a:pt x="933450" y="923925"/>
                </a:lnTo>
                <a:lnTo>
                  <a:pt x="904875" y="923925"/>
                </a:lnTo>
                <a:close/>
                <a:moveTo>
                  <a:pt x="485775" y="1019175"/>
                </a:moveTo>
                <a:lnTo>
                  <a:pt x="495300" y="1019175"/>
                </a:lnTo>
                <a:lnTo>
                  <a:pt x="495300" y="1028700"/>
                </a:lnTo>
                <a:lnTo>
                  <a:pt x="485775" y="1028700"/>
                </a:lnTo>
                <a:close/>
                <a:moveTo>
                  <a:pt x="476250" y="1047750"/>
                </a:moveTo>
                <a:lnTo>
                  <a:pt x="485775" y="1047750"/>
                </a:lnTo>
                <a:lnTo>
                  <a:pt x="485775" y="1057275"/>
                </a:lnTo>
                <a:lnTo>
                  <a:pt x="476250" y="1057275"/>
                </a:lnTo>
                <a:close/>
                <a:moveTo>
                  <a:pt x="466725" y="1076325"/>
                </a:moveTo>
                <a:lnTo>
                  <a:pt x="476250" y="1076325"/>
                </a:lnTo>
                <a:lnTo>
                  <a:pt x="476250" y="1085850"/>
                </a:lnTo>
                <a:lnTo>
                  <a:pt x="466725" y="1085850"/>
                </a:lnTo>
                <a:close/>
                <a:moveTo>
                  <a:pt x="1390650" y="1143000"/>
                </a:moveTo>
                <a:lnTo>
                  <a:pt x="1400175" y="1143000"/>
                </a:lnTo>
                <a:lnTo>
                  <a:pt x="1400175" y="1152525"/>
                </a:lnTo>
                <a:lnTo>
                  <a:pt x="1390650" y="1152525"/>
                </a:lnTo>
                <a:close/>
                <a:moveTo>
                  <a:pt x="438150" y="1171575"/>
                </a:moveTo>
                <a:lnTo>
                  <a:pt x="447675" y="1171575"/>
                </a:lnTo>
                <a:lnTo>
                  <a:pt x="447675" y="1181100"/>
                </a:lnTo>
                <a:lnTo>
                  <a:pt x="438150" y="1181100"/>
                </a:lnTo>
                <a:close/>
                <a:moveTo>
                  <a:pt x="1409700" y="1200150"/>
                </a:moveTo>
                <a:lnTo>
                  <a:pt x="1419225" y="1200150"/>
                </a:lnTo>
                <a:lnTo>
                  <a:pt x="1419225" y="1209675"/>
                </a:lnTo>
                <a:lnTo>
                  <a:pt x="1409700" y="1209675"/>
                </a:lnTo>
                <a:close/>
                <a:moveTo>
                  <a:pt x="1419225" y="1209675"/>
                </a:moveTo>
                <a:lnTo>
                  <a:pt x="1800225" y="1209675"/>
                </a:lnTo>
                <a:lnTo>
                  <a:pt x="1800225" y="1219200"/>
                </a:lnTo>
                <a:lnTo>
                  <a:pt x="1419225" y="1219200"/>
                </a:lnTo>
                <a:close/>
                <a:moveTo>
                  <a:pt x="1800225" y="1219200"/>
                </a:moveTo>
                <a:lnTo>
                  <a:pt x="1809750" y="1219200"/>
                </a:lnTo>
                <a:lnTo>
                  <a:pt x="1809750" y="1228725"/>
                </a:lnTo>
                <a:lnTo>
                  <a:pt x="1800225" y="1228725"/>
                </a:lnTo>
                <a:close/>
                <a:moveTo>
                  <a:pt x="419100" y="1238250"/>
                </a:moveTo>
                <a:lnTo>
                  <a:pt x="428625" y="1238250"/>
                </a:lnTo>
                <a:lnTo>
                  <a:pt x="428625" y="1247775"/>
                </a:lnTo>
                <a:lnTo>
                  <a:pt x="419100" y="1247775"/>
                </a:lnTo>
                <a:close/>
                <a:moveTo>
                  <a:pt x="1771650" y="1238250"/>
                </a:moveTo>
                <a:lnTo>
                  <a:pt x="1781175" y="1238250"/>
                </a:lnTo>
                <a:lnTo>
                  <a:pt x="1781175" y="1247775"/>
                </a:lnTo>
                <a:lnTo>
                  <a:pt x="1771650" y="1247775"/>
                </a:lnTo>
                <a:close/>
                <a:moveTo>
                  <a:pt x="1781175" y="1247775"/>
                </a:moveTo>
                <a:lnTo>
                  <a:pt x="1790700" y="1247775"/>
                </a:lnTo>
                <a:lnTo>
                  <a:pt x="1790700" y="1628775"/>
                </a:lnTo>
                <a:lnTo>
                  <a:pt x="1781175" y="1628775"/>
                </a:lnTo>
                <a:lnTo>
                  <a:pt x="1781175" y="1638300"/>
                </a:lnTo>
                <a:lnTo>
                  <a:pt x="1343025" y="1638300"/>
                </a:lnTo>
                <a:lnTo>
                  <a:pt x="1343025" y="1628775"/>
                </a:lnTo>
                <a:lnTo>
                  <a:pt x="1333500" y="1628775"/>
                </a:lnTo>
                <a:lnTo>
                  <a:pt x="1333500" y="1619250"/>
                </a:lnTo>
                <a:lnTo>
                  <a:pt x="1343025" y="1619250"/>
                </a:lnTo>
                <a:lnTo>
                  <a:pt x="1343025" y="1628775"/>
                </a:lnTo>
                <a:lnTo>
                  <a:pt x="1581150" y="1628775"/>
                </a:lnTo>
                <a:lnTo>
                  <a:pt x="1581150" y="1619250"/>
                </a:lnTo>
                <a:lnTo>
                  <a:pt x="1590675" y="1619250"/>
                </a:lnTo>
                <a:lnTo>
                  <a:pt x="1590675" y="1581150"/>
                </a:lnTo>
                <a:lnTo>
                  <a:pt x="1600200" y="1581150"/>
                </a:lnTo>
                <a:lnTo>
                  <a:pt x="1600200" y="1571625"/>
                </a:lnTo>
                <a:lnTo>
                  <a:pt x="1619250" y="1571625"/>
                </a:lnTo>
                <a:lnTo>
                  <a:pt x="1619250" y="1562100"/>
                </a:lnTo>
                <a:lnTo>
                  <a:pt x="1628775" y="1562100"/>
                </a:lnTo>
                <a:lnTo>
                  <a:pt x="1628775" y="1552575"/>
                </a:lnTo>
                <a:lnTo>
                  <a:pt x="1638300" y="1552575"/>
                </a:lnTo>
                <a:lnTo>
                  <a:pt x="1638300" y="1543050"/>
                </a:lnTo>
                <a:lnTo>
                  <a:pt x="1666875" y="1543050"/>
                </a:lnTo>
                <a:lnTo>
                  <a:pt x="1666875" y="1533525"/>
                </a:lnTo>
                <a:lnTo>
                  <a:pt x="1743075" y="1533525"/>
                </a:lnTo>
                <a:lnTo>
                  <a:pt x="1743075" y="1543050"/>
                </a:lnTo>
                <a:lnTo>
                  <a:pt x="1762125" y="1543050"/>
                </a:lnTo>
                <a:lnTo>
                  <a:pt x="1762125" y="1552575"/>
                </a:lnTo>
                <a:lnTo>
                  <a:pt x="1771650" y="1552575"/>
                </a:lnTo>
                <a:lnTo>
                  <a:pt x="1771650" y="1543050"/>
                </a:lnTo>
                <a:lnTo>
                  <a:pt x="1781175" y="1543050"/>
                </a:lnTo>
                <a:close/>
                <a:moveTo>
                  <a:pt x="1638300" y="1276350"/>
                </a:moveTo>
                <a:lnTo>
                  <a:pt x="1647825" y="1276350"/>
                </a:lnTo>
                <a:lnTo>
                  <a:pt x="1647825" y="1409700"/>
                </a:lnTo>
                <a:lnTo>
                  <a:pt x="1638300" y="1409700"/>
                </a:lnTo>
                <a:close/>
                <a:moveTo>
                  <a:pt x="1476375" y="1295400"/>
                </a:moveTo>
                <a:lnTo>
                  <a:pt x="1485900" y="1295400"/>
                </a:lnTo>
                <a:lnTo>
                  <a:pt x="1485900" y="1352550"/>
                </a:lnTo>
                <a:lnTo>
                  <a:pt x="1476375" y="1352550"/>
                </a:lnTo>
                <a:close/>
                <a:moveTo>
                  <a:pt x="400050" y="1304925"/>
                </a:moveTo>
                <a:lnTo>
                  <a:pt x="409575" y="1304925"/>
                </a:lnTo>
                <a:lnTo>
                  <a:pt x="409575" y="1323975"/>
                </a:lnTo>
                <a:lnTo>
                  <a:pt x="400050" y="1323975"/>
                </a:lnTo>
                <a:close/>
                <a:moveTo>
                  <a:pt x="495300" y="1352550"/>
                </a:moveTo>
                <a:lnTo>
                  <a:pt x="504825" y="1352550"/>
                </a:lnTo>
                <a:lnTo>
                  <a:pt x="504825" y="1362075"/>
                </a:lnTo>
                <a:lnTo>
                  <a:pt x="495300" y="1362075"/>
                </a:lnTo>
                <a:close/>
                <a:moveTo>
                  <a:pt x="1285875" y="1371600"/>
                </a:moveTo>
                <a:lnTo>
                  <a:pt x="1304925" y="1371600"/>
                </a:lnTo>
                <a:lnTo>
                  <a:pt x="1304925" y="1381125"/>
                </a:lnTo>
                <a:lnTo>
                  <a:pt x="1285875" y="1381125"/>
                </a:lnTo>
                <a:close/>
                <a:moveTo>
                  <a:pt x="447675" y="1381125"/>
                </a:moveTo>
                <a:lnTo>
                  <a:pt x="457200" y="1381125"/>
                </a:lnTo>
                <a:lnTo>
                  <a:pt x="457200" y="1390650"/>
                </a:lnTo>
                <a:lnTo>
                  <a:pt x="447675" y="1390650"/>
                </a:lnTo>
                <a:close/>
                <a:moveTo>
                  <a:pt x="466725" y="1381125"/>
                </a:moveTo>
                <a:lnTo>
                  <a:pt x="476250" y="1381125"/>
                </a:lnTo>
                <a:lnTo>
                  <a:pt x="476250" y="1390650"/>
                </a:lnTo>
                <a:lnTo>
                  <a:pt x="466725" y="1390650"/>
                </a:lnTo>
                <a:close/>
                <a:moveTo>
                  <a:pt x="590550" y="1381125"/>
                </a:moveTo>
                <a:lnTo>
                  <a:pt x="600075" y="1381125"/>
                </a:lnTo>
                <a:lnTo>
                  <a:pt x="600075" y="1390650"/>
                </a:lnTo>
                <a:lnTo>
                  <a:pt x="590550" y="1390650"/>
                </a:lnTo>
                <a:close/>
                <a:moveTo>
                  <a:pt x="1304925" y="1381125"/>
                </a:moveTo>
                <a:lnTo>
                  <a:pt x="1314450" y="1381125"/>
                </a:lnTo>
                <a:lnTo>
                  <a:pt x="1314450" y="1562100"/>
                </a:lnTo>
                <a:lnTo>
                  <a:pt x="1304925" y="1562100"/>
                </a:lnTo>
                <a:close/>
                <a:moveTo>
                  <a:pt x="600075" y="1390650"/>
                </a:moveTo>
                <a:lnTo>
                  <a:pt x="609600" y="1390650"/>
                </a:lnTo>
                <a:lnTo>
                  <a:pt x="609600" y="1400175"/>
                </a:lnTo>
                <a:lnTo>
                  <a:pt x="600075" y="1400175"/>
                </a:lnTo>
                <a:close/>
                <a:moveTo>
                  <a:pt x="1238250" y="1390650"/>
                </a:moveTo>
                <a:lnTo>
                  <a:pt x="1247775" y="1390650"/>
                </a:lnTo>
                <a:lnTo>
                  <a:pt x="1247775" y="1400175"/>
                </a:lnTo>
                <a:lnTo>
                  <a:pt x="1238250" y="1400175"/>
                </a:lnTo>
                <a:close/>
                <a:moveTo>
                  <a:pt x="1543050" y="1390650"/>
                </a:moveTo>
                <a:lnTo>
                  <a:pt x="1552575" y="1390650"/>
                </a:lnTo>
                <a:lnTo>
                  <a:pt x="1552575" y="1400175"/>
                </a:lnTo>
                <a:lnTo>
                  <a:pt x="1543050" y="1400175"/>
                </a:lnTo>
                <a:close/>
                <a:moveTo>
                  <a:pt x="1571625" y="1390650"/>
                </a:moveTo>
                <a:lnTo>
                  <a:pt x="1581150" y="1390650"/>
                </a:lnTo>
                <a:lnTo>
                  <a:pt x="1581150" y="1400175"/>
                </a:lnTo>
                <a:lnTo>
                  <a:pt x="1571625" y="1400175"/>
                </a:lnTo>
                <a:close/>
                <a:moveTo>
                  <a:pt x="1228725" y="1400175"/>
                </a:moveTo>
                <a:lnTo>
                  <a:pt x="1238250" y="1400175"/>
                </a:lnTo>
                <a:lnTo>
                  <a:pt x="1238250" y="1419225"/>
                </a:lnTo>
                <a:lnTo>
                  <a:pt x="1228725" y="1419225"/>
                </a:lnTo>
                <a:close/>
                <a:moveTo>
                  <a:pt x="1476375" y="1400175"/>
                </a:moveTo>
                <a:lnTo>
                  <a:pt x="1485900" y="1400175"/>
                </a:lnTo>
                <a:lnTo>
                  <a:pt x="1485900" y="1419225"/>
                </a:lnTo>
                <a:lnTo>
                  <a:pt x="1476375" y="1419225"/>
                </a:lnTo>
                <a:close/>
                <a:moveTo>
                  <a:pt x="1524000" y="1400175"/>
                </a:moveTo>
                <a:lnTo>
                  <a:pt x="1533525" y="1400175"/>
                </a:lnTo>
                <a:lnTo>
                  <a:pt x="1533525" y="1409700"/>
                </a:lnTo>
                <a:lnTo>
                  <a:pt x="1524000" y="1409700"/>
                </a:lnTo>
                <a:close/>
                <a:moveTo>
                  <a:pt x="1600200" y="1409700"/>
                </a:moveTo>
                <a:lnTo>
                  <a:pt x="1609725" y="1409700"/>
                </a:lnTo>
                <a:lnTo>
                  <a:pt x="1609725" y="1419225"/>
                </a:lnTo>
                <a:lnTo>
                  <a:pt x="1600200" y="1419225"/>
                </a:lnTo>
                <a:close/>
                <a:moveTo>
                  <a:pt x="1485900" y="1419225"/>
                </a:moveTo>
                <a:lnTo>
                  <a:pt x="1504950" y="1419225"/>
                </a:lnTo>
                <a:lnTo>
                  <a:pt x="1504950" y="1428750"/>
                </a:lnTo>
                <a:lnTo>
                  <a:pt x="1485900" y="1428750"/>
                </a:lnTo>
                <a:close/>
                <a:moveTo>
                  <a:pt x="1619250" y="1419225"/>
                </a:moveTo>
                <a:lnTo>
                  <a:pt x="1628775" y="1419225"/>
                </a:lnTo>
                <a:lnTo>
                  <a:pt x="1628775" y="1428750"/>
                </a:lnTo>
                <a:lnTo>
                  <a:pt x="1619250" y="1428750"/>
                </a:lnTo>
                <a:close/>
                <a:moveTo>
                  <a:pt x="438150" y="1447800"/>
                </a:moveTo>
                <a:lnTo>
                  <a:pt x="447675" y="1447800"/>
                </a:lnTo>
                <a:lnTo>
                  <a:pt x="447675" y="1457325"/>
                </a:lnTo>
                <a:lnTo>
                  <a:pt x="438150" y="1457325"/>
                </a:lnTo>
                <a:close/>
                <a:moveTo>
                  <a:pt x="457200" y="1447800"/>
                </a:moveTo>
                <a:lnTo>
                  <a:pt x="466725" y="1447800"/>
                </a:lnTo>
                <a:lnTo>
                  <a:pt x="466725" y="1457325"/>
                </a:lnTo>
                <a:lnTo>
                  <a:pt x="457200" y="1457325"/>
                </a:lnTo>
                <a:close/>
                <a:moveTo>
                  <a:pt x="600075" y="1457325"/>
                </a:moveTo>
                <a:lnTo>
                  <a:pt x="609600" y="1457325"/>
                </a:lnTo>
                <a:lnTo>
                  <a:pt x="609600" y="1476375"/>
                </a:lnTo>
                <a:lnTo>
                  <a:pt x="600075" y="1476375"/>
                </a:lnTo>
                <a:close/>
                <a:moveTo>
                  <a:pt x="1238250" y="1466850"/>
                </a:moveTo>
                <a:lnTo>
                  <a:pt x="1247775" y="1466850"/>
                </a:lnTo>
                <a:lnTo>
                  <a:pt x="1247775" y="1485900"/>
                </a:lnTo>
                <a:lnTo>
                  <a:pt x="1238250" y="1485900"/>
                </a:lnTo>
                <a:close/>
                <a:moveTo>
                  <a:pt x="447675" y="1514475"/>
                </a:moveTo>
                <a:lnTo>
                  <a:pt x="457200" y="1514475"/>
                </a:lnTo>
                <a:lnTo>
                  <a:pt x="457200" y="1524000"/>
                </a:lnTo>
                <a:lnTo>
                  <a:pt x="447675" y="1524000"/>
                </a:lnTo>
                <a:close/>
                <a:moveTo>
                  <a:pt x="590550" y="1524000"/>
                </a:moveTo>
                <a:lnTo>
                  <a:pt x="600075" y="1524000"/>
                </a:lnTo>
                <a:lnTo>
                  <a:pt x="600075" y="1543050"/>
                </a:lnTo>
                <a:lnTo>
                  <a:pt x="590550" y="1543050"/>
                </a:lnTo>
                <a:close/>
                <a:moveTo>
                  <a:pt x="1247775" y="1524000"/>
                </a:moveTo>
                <a:lnTo>
                  <a:pt x="1257300" y="1524000"/>
                </a:lnTo>
                <a:lnTo>
                  <a:pt x="1257300" y="1552575"/>
                </a:lnTo>
                <a:lnTo>
                  <a:pt x="1247775" y="1552575"/>
                </a:lnTo>
                <a:close/>
                <a:moveTo>
                  <a:pt x="1362075" y="1543050"/>
                </a:moveTo>
                <a:lnTo>
                  <a:pt x="1381125" y="1543050"/>
                </a:lnTo>
                <a:lnTo>
                  <a:pt x="1381125" y="1552575"/>
                </a:lnTo>
                <a:lnTo>
                  <a:pt x="1390650" y="1552575"/>
                </a:lnTo>
                <a:lnTo>
                  <a:pt x="1390650" y="1562100"/>
                </a:lnTo>
                <a:lnTo>
                  <a:pt x="1400175" y="1562100"/>
                </a:lnTo>
                <a:lnTo>
                  <a:pt x="1400175" y="1581150"/>
                </a:lnTo>
                <a:lnTo>
                  <a:pt x="1390650" y="1581150"/>
                </a:lnTo>
                <a:lnTo>
                  <a:pt x="1390650" y="1600200"/>
                </a:lnTo>
                <a:lnTo>
                  <a:pt x="1381125" y="1600200"/>
                </a:lnTo>
                <a:lnTo>
                  <a:pt x="1381125" y="1609725"/>
                </a:lnTo>
                <a:lnTo>
                  <a:pt x="1352550" y="1609725"/>
                </a:lnTo>
                <a:lnTo>
                  <a:pt x="1352550" y="1600200"/>
                </a:lnTo>
                <a:lnTo>
                  <a:pt x="1343025" y="1600200"/>
                </a:lnTo>
                <a:lnTo>
                  <a:pt x="1343025" y="1609725"/>
                </a:lnTo>
                <a:lnTo>
                  <a:pt x="1333500" y="1609725"/>
                </a:lnTo>
                <a:lnTo>
                  <a:pt x="1333500" y="1562100"/>
                </a:lnTo>
                <a:lnTo>
                  <a:pt x="1352550" y="1562100"/>
                </a:lnTo>
                <a:lnTo>
                  <a:pt x="1352550" y="1552575"/>
                </a:lnTo>
                <a:lnTo>
                  <a:pt x="1362075" y="1552575"/>
                </a:lnTo>
                <a:close/>
                <a:moveTo>
                  <a:pt x="581025" y="1581150"/>
                </a:moveTo>
                <a:lnTo>
                  <a:pt x="590550" y="1581150"/>
                </a:lnTo>
                <a:lnTo>
                  <a:pt x="590550" y="1609725"/>
                </a:lnTo>
                <a:lnTo>
                  <a:pt x="581025" y="1609725"/>
                </a:lnTo>
                <a:close/>
                <a:moveTo>
                  <a:pt x="1257300" y="1590675"/>
                </a:moveTo>
                <a:lnTo>
                  <a:pt x="1266825" y="1590675"/>
                </a:lnTo>
                <a:lnTo>
                  <a:pt x="1266825" y="1609725"/>
                </a:lnTo>
                <a:lnTo>
                  <a:pt x="1257300" y="1609725"/>
                </a:lnTo>
                <a:close/>
                <a:moveTo>
                  <a:pt x="409575" y="1619250"/>
                </a:moveTo>
                <a:lnTo>
                  <a:pt x="419100" y="1619250"/>
                </a:lnTo>
                <a:lnTo>
                  <a:pt x="419100" y="1628775"/>
                </a:lnTo>
                <a:lnTo>
                  <a:pt x="409575" y="1628775"/>
                </a:lnTo>
                <a:close/>
                <a:moveTo>
                  <a:pt x="438150" y="1619250"/>
                </a:moveTo>
                <a:lnTo>
                  <a:pt x="447675" y="1619250"/>
                </a:lnTo>
                <a:lnTo>
                  <a:pt x="447675" y="1628775"/>
                </a:lnTo>
                <a:lnTo>
                  <a:pt x="438150" y="1628775"/>
                </a:lnTo>
                <a:close/>
                <a:moveTo>
                  <a:pt x="571500" y="1619250"/>
                </a:moveTo>
                <a:lnTo>
                  <a:pt x="581025" y="1619250"/>
                </a:lnTo>
                <a:lnTo>
                  <a:pt x="581025" y="1628775"/>
                </a:lnTo>
                <a:lnTo>
                  <a:pt x="571500" y="1628775"/>
                </a:lnTo>
                <a:close/>
                <a:moveTo>
                  <a:pt x="1266825" y="1619250"/>
                </a:moveTo>
                <a:lnTo>
                  <a:pt x="1276350" y="1619250"/>
                </a:lnTo>
                <a:lnTo>
                  <a:pt x="1276350" y="1628775"/>
                </a:lnTo>
                <a:lnTo>
                  <a:pt x="1266825" y="1628775"/>
                </a:lnTo>
                <a:close/>
                <a:moveTo>
                  <a:pt x="1304925" y="1619250"/>
                </a:moveTo>
                <a:lnTo>
                  <a:pt x="1314450" y="1619250"/>
                </a:lnTo>
                <a:lnTo>
                  <a:pt x="1314450" y="1628775"/>
                </a:lnTo>
                <a:lnTo>
                  <a:pt x="1304925" y="1628775"/>
                </a:lnTo>
                <a:close/>
                <a:moveTo>
                  <a:pt x="1762125" y="1619250"/>
                </a:moveTo>
                <a:lnTo>
                  <a:pt x="1771650" y="1619250"/>
                </a:lnTo>
                <a:lnTo>
                  <a:pt x="1771650" y="1590675"/>
                </a:lnTo>
                <a:lnTo>
                  <a:pt x="1762125" y="1590675"/>
                </a:lnTo>
                <a:close/>
                <a:moveTo>
                  <a:pt x="142875" y="1628775"/>
                </a:moveTo>
                <a:lnTo>
                  <a:pt x="409575" y="1628775"/>
                </a:lnTo>
                <a:lnTo>
                  <a:pt x="409575" y="1638300"/>
                </a:lnTo>
                <a:lnTo>
                  <a:pt x="142875" y="1638300"/>
                </a:lnTo>
                <a:close/>
                <a:moveTo>
                  <a:pt x="447675" y="1628775"/>
                </a:moveTo>
                <a:lnTo>
                  <a:pt x="571500" y="1628775"/>
                </a:lnTo>
                <a:lnTo>
                  <a:pt x="571500" y="1638300"/>
                </a:lnTo>
                <a:lnTo>
                  <a:pt x="447675" y="1638300"/>
                </a:lnTo>
                <a:close/>
                <a:moveTo>
                  <a:pt x="1276350" y="1628775"/>
                </a:moveTo>
                <a:lnTo>
                  <a:pt x="1304925" y="1628775"/>
                </a:lnTo>
                <a:lnTo>
                  <a:pt x="1304925" y="1638300"/>
                </a:lnTo>
                <a:lnTo>
                  <a:pt x="1276350" y="1638300"/>
                </a:lnTo>
                <a:close/>
                <a:moveTo>
                  <a:pt x="1819275" y="1628775"/>
                </a:moveTo>
                <a:lnTo>
                  <a:pt x="1943100" y="1628775"/>
                </a:lnTo>
                <a:lnTo>
                  <a:pt x="1943100" y="1638300"/>
                </a:lnTo>
                <a:lnTo>
                  <a:pt x="1819275" y="1638300"/>
                </a:lnTo>
                <a:close/>
                <a:moveTo>
                  <a:pt x="114300" y="1638300"/>
                </a:moveTo>
                <a:lnTo>
                  <a:pt x="123825" y="1638300"/>
                </a:lnTo>
                <a:lnTo>
                  <a:pt x="123825" y="1647825"/>
                </a:lnTo>
                <a:lnTo>
                  <a:pt x="114300" y="1647825"/>
                </a:lnTo>
                <a:close/>
                <a:moveTo>
                  <a:pt x="104775" y="1647825"/>
                </a:moveTo>
                <a:lnTo>
                  <a:pt x="114300" y="1647825"/>
                </a:lnTo>
                <a:lnTo>
                  <a:pt x="114300" y="1657350"/>
                </a:lnTo>
                <a:lnTo>
                  <a:pt x="104775" y="1657350"/>
                </a:lnTo>
                <a:close/>
                <a:moveTo>
                  <a:pt x="95250" y="1657350"/>
                </a:moveTo>
                <a:lnTo>
                  <a:pt x="104775" y="1657350"/>
                </a:lnTo>
                <a:lnTo>
                  <a:pt x="104775" y="1666875"/>
                </a:lnTo>
                <a:lnTo>
                  <a:pt x="95250" y="1666875"/>
                </a:lnTo>
                <a:close/>
                <a:moveTo>
                  <a:pt x="123825" y="1657350"/>
                </a:moveTo>
                <a:lnTo>
                  <a:pt x="133350" y="1657350"/>
                </a:lnTo>
                <a:lnTo>
                  <a:pt x="133350" y="1666875"/>
                </a:lnTo>
                <a:lnTo>
                  <a:pt x="123825" y="1666875"/>
                </a:lnTo>
                <a:close/>
                <a:moveTo>
                  <a:pt x="114300" y="1666875"/>
                </a:moveTo>
                <a:lnTo>
                  <a:pt x="123825" y="1666875"/>
                </a:lnTo>
                <a:lnTo>
                  <a:pt x="123825" y="1676400"/>
                </a:lnTo>
                <a:lnTo>
                  <a:pt x="114300" y="1676400"/>
                </a:lnTo>
                <a:close/>
                <a:moveTo>
                  <a:pt x="1981200" y="1666875"/>
                </a:moveTo>
                <a:lnTo>
                  <a:pt x="1990725" y="1666875"/>
                </a:lnTo>
                <a:lnTo>
                  <a:pt x="1990725" y="1676400"/>
                </a:lnTo>
                <a:lnTo>
                  <a:pt x="1981200" y="1676400"/>
                </a:lnTo>
                <a:close/>
                <a:moveTo>
                  <a:pt x="1962150" y="1676400"/>
                </a:moveTo>
                <a:lnTo>
                  <a:pt x="1971675" y="1676400"/>
                </a:lnTo>
                <a:lnTo>
                  <a:pt x="1971675" y="1714500"/>
                </a:lnTo>
                <a:lnTo>
                  <a:pt x="1962150" y="1714500"/>
                </a:lnTo>
                <a:close/>
                <a:moveTo>
                  <a:pt x="114300" y="1704975"/>
                </a:moveTo>
                <a:lnTo>
                  <a:pt x="123825" y="1704975"/>
                </a:lnTo>
                <a:lnTo>
                  <a:pt x="123825" y="1714500"/>
                </a:lnTo>
                <a:lnTo>
                  <a:pt x="114300" y="1714500"/>
                </a:lnTo>
                <a:close/>
                <a:moveTo>
                  <a:pt x="123825" y="1714500"/>
                </a:moveTo>
                <a:lnTo>
                  <a:pt x="133350" y="1714500"/>
                </a:lnTo>
                <a:lnTo>
                  <a:pt x="133350" y="1724025"/>
                </a:lnTo>
                <a:lnTo>
                  <a:pt x="123825" y="1724025"/>
                </a:lnTo>
                <a:close/>
                <a:moveTo>
                  <a:pt x="1952625" y="1714500"/>
                </a:moveTo>
                <a:lnTo>
                  <a:pt x="1962150" y="1714500"/>
                </a:lnTo>
                <a:lnTo>
                  <a:pt x="1962150" y="1724025"/>
                </a:lnTo>
                <a:lnTo>
                  <a:pt x="1952625" y="1724025"/>
                </a:lnTo>
                <a:close/>
                <a:moveTo>
                  <a:pt x="1981200" y="1714500"/>
                </a:moveTo>
                <a:lnTo>
                  <a:pt x="1990725" y="1714500"/>
                </a:lnTo>
                <a:lnTo>
                  <a:pt x="1990725" y="1724025"/>
                </a:lnTo>
                <a:lnTo>
                  <a:pt x="1981200" y="1724025"/>
                </a:lnTo>
                <a:close/>
                <a:moveTo>
                  <a:pt x="133350" y="1724025"/>
                </a:moveTo>
                <a:lnTo>
                  <a:pt x="1952625" y="1724025"/>
                </a:lnTo>
                <a:lnTo>
                  <a:pt x="1952625" y="1733550"/>
                </a:lnTo>
                <a:lnTo>
                  <a:pt x="133350" y="1733550"/>
                </a:lnTo>
                <a:close/>
                <a:moveTo>
                  <a:pt x="123825" y="1743075"/>
                </a:moveTo>
                <a:lnTo>
                  <a:pt x="133350" y="1743075"/>
                </a:lnTo>
                <a:lnTo>
                  <a:pt x="133350" y="1752600"/>
                </a:lnTo>
                <a:lnTo>
                  <a:pt x="123825" y="1752600"/>
                </a:lnTo>
                <a:close/>
                <a:moveTo>
                  <a:pt x="1952625" y="1743075"/>
                </a:moveTo>
                <a:lnTo>
                  <a:pt x="1962150" y="1743075"/>
                </a:lnTo>
                <a:lnTo>
                  <a:pt x="1962150" y="1752600"/>
                </a:lnTo>
                <a:lnTo>
                  <a:pt x="1952625" y="1752600"/>
                </a:lnTo>
                <a:close/>
              </a:path>
            </a:pathLst>
          </a:custGeom>
          <a:solidFill xmlns:a="http://schemas.openxmlformats.org/drawingml/2006/main">
            <a:srgbClr val="D6B498"/>
          </a:solidFill>
          <a:ln xmlns:a="http://schemas.openxmlformats.org/drawingml/2006/main" w="0">
            <a:noFill/>
          </a:ln>
        </p:spPr>
      </p:sp>
      <p:sp>
        <p:nvSpPr>
          <p:cNvPr id="31" name="employee vector #926c54">
            <a:extLst xmlns:a="http://schemas.openxmlformats.org/drawingml/2006/main">
              <a:ext uri="{FF2B5EF4-FFF2-40B4-BE49-F238E27FC236}">
                <a16:creationId xmlns:a16="http://schemas.microsoft.com/office/drawing/2014/main" id="{982DC891-FE71-45F3-9A41-1EB3301BFA2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85825" y="2571750"/>
            <a:ext cx="2105025" cy="2066925"/>
          </a:xfrm>
          <a:custGeom xmlns:a="http://schemas.openxmlformats.org/drawingml/2006/main">
            <a:pathLst>
              <a:path w="2105025" h="2066925">
                <a:moveTo>
                  <a:pt x="885825" y="161925"/>
                </a:moveTo>
                <a:lnTo>
                  <a:pt x="895350" y="161925"/>
                </a:lnTo>
                <a:lnTo>
                  <a:pt x="895350" y="171450"/>
                </a:lnTo>
                <a:lnTo>
                  <a:pt x="885825" y="171450"/>
                </a:lnTo>
                <a:close/>
                <a:moveTo>
                  <a:pt x="981075" y="161925"/>
                </a:moveTo>
                <a:lnTo>
                  <a:pt x="990600" y="161925"/>
                </a:lnTo>
                <a:lnTo>
                  <a:pt x="990600" y="171450"/>
                </a:lnTo>
                <a:lnTo>
                  <a:pt x="981075" y="171450"/>
                </a:lnTo>
                <a:close/>
                <a:moveTo>
                  <a:pt x="857250" y="171450"/>
                </a:moveTo>
                <a:lnTo>
                  <a:pt x="866775" y="171450"/>
                </a:lnTo>
                <a:lnTo>
                  <a:pt x="866775" y="180975"/>
                </a:lnTo>
                <a:lnTo>
                  <a:pt x="857250" y="180975"/>
                </a:lnTo>
                <a:close/>
                <a:moveTo>
                  <a:pt x="838200" y="180975"/>
                </a:moveTo>
                <a:lnTo>
                  <a:pt x="847725" y="180975"/>
                </a:lnTo>
                <a:lnTo>
                  <a:pt x="847725" y="190500"/>
                </a:lnTo>
                <a:lnTo>
                  <a:pt x="838200" y="190500"/>
                </a:lnTo>
                <a:close/>
                <a:moveTo>
                  <a:pt x="1038225" y="180975"/>
                </a:moveTo>
                <a:lnTo>
                  <a:pt x="1047750" y="180975"/>
                </a:lnTo>
                <a:lnTo>
                  <a:pt x="1047750" y="190500"/>
                </a:lnTo>
                <a:lnTo>
                  <a:pt x="1038225" y="190500"/>
                </a:lnTo>
                <a:close/>
                <a:moveTo>
                  <a:pt x="809625" y="200025"/>
                </a:moveTo>
                <a:lnTo>
                  <a:pt x="819150" y="200025"/>
                </a:lnTo>
                <a:lnTo>
                  <a:pt x="819150" y="209550"/>
                </a:lnTo>
                <a:lnTo>
                  <a:pt x="809625" y="209550"/>
                </a:lnTo>
                <a:close/>
                <a:moveTo>
                  <a:pt x="781050" y="209550"/>
                </a:moveTo>
                <a:lnTo>
                  <a:pt x="790575" y="209550"/>
                </a:lnTo>
                <a:lnTo>
                  <a:pt x="790575" y="219075"/>
                </a:lnTo>
                <a:lnTo>
                  <a:pt x="781050" y="219075"/>
                </a:lnTo>
                <a:close/>
                <a:moveTo>
                  <a:pt x="666750" y="314325"/>
                </a:moveTo>
                <a:lnTo>
                  <a:pt x="676275" y="314325"/>
                </a:lnTo>
                <a:lnTo>
                  <a:pt x="676275" y="323850"/>
                </a:lnTo>
                <a:lnTo>
                  <a:pt x="666750" y="323850"/>
                </a:lnTo>
                <a:close/>
                <a:moveTo>
                  <a:pt x="828675" y="342900"/>
                </a:moveTo>
                <a:lnTo>
                  <a:pt x="838200" y="342900"/>
                </a:lnTo>
                <a:lnTo>
                  <a:pt x="838200" y="352425"/>
                </a:lnTo>
                <a:lnTo>
                  <a:pt x="828675" y="352425"/>
                </a:lnTo>
                <a:close/>
                <a:moveTo>
                  <a:pt x="657225" y="352425"/>
                </a:moveTo>
                <a:lnTo>
                  <a:pt x="666750" y="352425"/>
                </a:lnTo>
                <a:lnTo>
                  <a:pt x="666750" y="361950"/>
                </a:lnTo>
                <a:lnTo>
                  <a:pt x="657225" y="361950"/>
                </a:lnTo>
                <a:close/>
                <a:moveTo>
                  <a:pt x="1162050" y="361950"/>
                </a:moveTo>
                <a:lnTo>
                  <a:pt x="1171575" y="361950"/>
                </a:lnTo>
                <a:lnTo>
                  <a:pt x="1171575" y="381000"/>
                </a:lnTo>
                <a:lnTo>
                  <a:pt x="1162050" y="381000"/>
                </a:lnTo>
                <a:close/>
                <a:moveTo>
                  <a:pt x="904875" y="371475"/>
                </a:moveTo>
                <a:lnTo>
                  <a:pt x="914400" y="371475"/>
                </a:lnTo>
                <a:lnTo>
                  <a:pt x="914400" y="381000"/>
                </a:lnTo>
                <a:lnTo>
                  <a:pt x="904875" y="381000"/>
                </a:lnTo>
                <a:close/>
                <a:moveTo>
                  <a:pt x="933450" y="390525"/>
                </a:moveTo>
                <a:lnTo>
                  <a:pt x="942975" y="390525"/>
                </a:lnTo>
                <a:lnTo>
                  <a:pt x="942975" y="400050"/>
                </a:lnTo>
                <a:lnTo>
                  <a:pt x="933450" y="400050"/>
                </a:lnTo>
                <a:close/>
                <a:moveTo>
                  <a:pt x="952500" y="400050"/>
                </a:moveTo>
                <a:lnTo>
                  <a:pt x="962025" y="400050"/>
                </a:lnTo>
                <a:lnTo>
                  <a:pt x="962025" y="409575"/>
                </a:lnTo>
                <a:lnTo>
                  <a:pt x="952500" y="409575"/>
                </a:lnTo>
                <a:close/>
                <a:moveTo>
                  <a:pt x="971550" y="409575"/>
                </a:moveTo>
                <a:lnTo>
                  <a:pt x="981075" y="409575"/>
                </a:lnTo>
                <a:lnTo>
                  <a:pt x="981075" y="419100"/>
                </a:lnTo>
                <a:lnTo>
                  <a:pt x="971550" y="419100"/>
                </a:lnTo>
                <a:close/>
                <a:moveTo>
                  <a:pt x="990600" y="419100"/>
                </a:moveTo>
                <a:lnTo>
                  <a:pt x="1000125" y="419100"/>
                </a:lnTo>
                <a:lnTo>
                  <a:pt x="1000125" y="428625"/>
                </a:lnTo>
                <a:lnTo>
                  <a:pt x="990600" y="428625"/>
                </a:lnTo>
                <a:close/>
                <a:moveTo>
                  <a:pt x="742950" y="447675"/>
                </a:moveTo>
                <a:lnTo>
                  <a:pt x="752475" y="447675"/>
                </a:lnTo>
                <a:lnTo>
                  <a:pt x="752475" y="457200"/>
                </a:lnTo>
                <a:lnTo>
                  <a:pt x="742950" y="457200"/>
                </a:lnTo>
                <a:close/>
                <a:moveTo>
                  <a:pt x="809625" y="447675"/>
                </a:moveTo>
                <a:lnTo>
                  <a:pt x="828675" y="447675"/>
                </a:lnTo>
                <a:lnTo>
                  <a:pt x="828675" y="466725"/>
                </a:lnTo>
                <a:lnTo>
                  <a:pt x="809625" y="466725"/>
                </a:lnTo>
                <a:close/>
                <a:moveTo>
                  <a:pt x="981075" y="447675"/>
                </a:moveTo>
                <a:lnTo>
                  <a:pt x="990600" y="447675"/>
                </a:lnTo>
                <a:lnTo>
                  <a:pt x="990600" y="466725"/>
                </a:lnTo>
                <a:lnTo>
                  <a:pt x="981075" y="466725"/>
                </a:lnTo>
                <a:close/>
                <a:moveTo>
                  <a:pt x="1009650" y="447675"/>
                </a:moveTo>
                <a:lnTo>
                  <a:pt x="1019175" y="447675"/>
                </a:lnTo>
                <a:lnTo>
                  <a:pt x="1019175" y="457200"/>
                </a:lnTo>
                <a:lnTo>
                  <a:pt x="1038225" y="457200"/>
                </a:lnTo>
                <a:lnTo>
                  <a:pt x="1038225" y="476250"/>
                </a:lnTo>
                <a:lnTo>
                  <a:pt x="1028700" y="476250"/>
                </a:lnTo>
                <a:lnTo>
                  <a:pt x="1028700" y="466725"/>
                </a:lnTo>
                <a:lnTo>
                  <a:pt x="1009650" y="466725"/>
                </a:lnTo>
                <a:close/>
                <a:moveTo>
                  <a:pt x="733425" y="457200"/>
                </a:moveTo>
                <a:lnTo>
                  <a:pt x="742950" y="457200"/>
                </a:lnTo>
                <a:lnTo>
                  <a:pt x="742950" y="466725"/>
                </a:lnTo>
                <a:lnTo>
                  <a:pt x="733425" y="466725"/>
                </a:lnTo>
                <a:close/>
                <a:moveTo>
                  <a:pt x="657225" y="466725"/>
                </a:moveTo>
                <a:lnTo>
                  <a:pt x="666750" y="466725"/>
                </a:lnTo>
                <a:lnTo>
                  <a:pt x="666750" y="485775"/>
                </a:lnTo>
                <a:lnTo>
                  <a:pt x="657225" y="485775"/>
                </a:lnTo>
                <a:close/>
                <a:moveTo>
                  <a:pt x="714375" y="476250"/>
                </a:moveTo>
                <a:lnTo>
                  <a:pt x="723900" y="476250"/>
                </a:lnTo>
                <a:lnTo>
                  <a:pt x="723900" y="485775"/>
                </a:lnTo>
                <a:lnTo>
                  <a:pt x="714375" y="485775"/>
                </a:lnTo>
                <a:close/>
                <a:moveTo>
                  <a:pt x="1133475" y="476250"/>
                </a:moveTo>
                <a:lnTo>
                  <a:pt x="1152525" y="476250"/>
                </a:lnTo>
                <a:lnTo>
                  <a:pt x="1152525" y="485775"/>
                </a:lnTo>
                <a:lnTo>
                  <a:pt x="1162050" y="485775"/>
                </a:lnTo>
                <a:lnTo>
                  <a:pt x="1162050" y="495300"/>
                </a:lnTo>
                <a:lnTo>
                  <a:pt x="1143000" y="495300"/>
                </a:lnTo>
                <a:lnTo>
                  <a:pt x="1143000" y="514350"/>
                </a:lnTo>
                <a:lnTo>
                  <a:pt x="1133475" y="514350"/>
                </a:lnTo>
                <a:lnTo>
                  <a:pt x="1133475" y="523875"/>
                </a:lnTo>
                <a:lnTo>
                  <a:pt x="1123950" y="523875"/>
                </a:lnTo>
                <a:lnTo>
                  <a:pt x="1123950" y="514350"/>
                </a:lnTo>
                <a:lnTo>
                  <a:pt x="1114425" y="514350"/>
                </a:lnTo>
                <a:lnTo>
                  <a:pt x="1114425" y="504825"/>
                </a:lnTo>
                <a:lnTo>
                  <a:pt x="1123950" y="504825"/>
                </a:lnTo>
                <a:lnTo>
                  <a:pt x="1123950" y="495300"/>
                </a:lnTo>
                <a:lnTo>
                  <a:pt x="1114425" y="495300"/>
                </a:lnTo>
                <a:lnTo>
                  <a:pt x="1114425" y="485775"/>
                </a:lnTo>
                <a:lnTo>
                  <a:pt x="1133475" y="485775"/>
                </a:lnTo>
                <a:close/>
                <a:moveTo>
                  <a:pt x="676275" y="485775"/>
                </a:moveTo>
                <a:lnTo>
                  <a:pt x="685800" y="485775"/>
                </a:lnTo>
                <a:lnTo>
                  <a:pt x="685800" y="495300"/>
                </a:lnTo>
                <a:lnTo>
                  <a:pt x="676275" y="495300"/>
                </a:lnTo>
                <a:close/>
                <a:moveTo>
                  <a:pt x="1181100" y="485775"/>
                </a:moveTo>
                <a:lnTo>
                  <a:pt x="1190625" y="485775"/>
                </a:lnTo>
                <a:lnTo>
                  <a:pt x="1190625" y="495300"/>
                </a:lnTo>
                <a:lnTo>
                  <a:pt x="1181100" y="495300"/>
                </a:lnTo>
                <a:close/>
                <a:moveTo>
                  <a:pt x="666750" y="495300"/>
                </a:moveTo>
                <a:lnTo>
                  <a:pt x="676275" y="495300"/>
                </a:lnTo>
                <a:lnTo>
                  <a:pt x="676275" y="504825"/>
                </a:lnTo>
                <a:lnTo>
                  <a:pt x="666750" y="504825"/>
                </a:lnTo>
                <a:close/>
                <a:moveTo>
                  <a:pt x="695325" y="495300"/>
                </a:moveTo>
                <a:lnTo>
                  <a:pt x="704850" y="495300"/>
                </a:lnTo>
                <a:lnTo>
                  <a:pt x="704850" y="504825"/>
                </a:lnTo>
                <a:lnTo>
                  <a:pt x="695325" y="504825"/>
                </a:lnTo>
                <a:close/>
                <a:moveTo>
                  <a:pt x="1000125" y="495300"/>
                </a:moveTo>
                <a:lnTo>
                  <a:pt x="1009650" y="495300"/>
                </a:lnTo>
                <a:lnTo>
                  <a:pt x="1009650" y="504825"/>
                </a:lnTo>
                <a:lnTo>
                  <a:pt x="1000125" y="504825"/>
                </a:lnTo>
                <a:close/>
                <a:moveTo>
                  <a:pt x="923925" y="504825"/>
                </a:moveTo>
                <a:lnTo>
                  <a:pt x="942975" y="504825"/>
                </a:lnTo>
                <a:lnTo>
                  <a:pt x="942975" y="533400"/>
                </a:lnTo>
                <a:lnTo>
                  <a:pt x="952500" y="533400"/>
                </a:lnTo>
                <a:lnTo>
                  <a:pt x="952500" y="542925"/>
                </a:lnTo>
                <a:lnTo>
                  <a:pt x="933450" y="542925"/>
                </a:lnTo>
                <a:lnTo>
                  <a:pt x="933450" y="533400"/>
                </a:lnTo>
                <a:lnTo>
                  <a:pt x="923925" y="533400"/>
                </a:lnTo>
                <a:close/>
                <a:moveTo>
                  <a:pt x="1000125" y="514350"/>
                </a:moveTo>
                <a:lnTo>
                  <a:pt x="1009650" y="514350"/>
                </a:lnTo>
                <a:lnTo>
                  <a:pt x="1009650" y="523875"/>
                </a:lnTo>
                <a:lnTo>
                  <a:pt x="1000125" y="523875"/>
                </a:lnTo>
                <a:close/>
                <a:moveTo>
                  <a:pt x="647700" y="542925"/>
                </a:moveTo>
                <a:lnTo>
                  <a:pt x="657225" y="542925"/>
                </a:lnTo>
                <a:lnTo>
                  <a:pt x="657225" y="552450"/>
                </a:lnTo>
                <a:lnTo>
                  <a:pt x="647700" y="552450"/>
                </a:lnTo>
                <a:close/>
                <a:moveTo>
                  <a:pt x="657225" y="561975"/>
                </a:moveTo>
                <a:lnTo>
                  <a:pt x="666750" y="561975"/>
                </a:lnTo>
                <a:lnTo>
                  <a:pt x="666750" y="571500"/>
                </a:lnTo>
                <a:lnTo>
                  <a:pt x="657225" y="571500"/>
                </a:lnTo>
                <a:close/>
                <a:moveTo>
                  <a:pt x="723900" y="561975"/>
                </a:moveTo>
                <a:lnTo>
                  <a:pt x="733425" y="561975"/>
                </a:lnTo>
                <a:lnTo>
                  <a:pt x="733425" y="571500"/>
                </a:lnTo>
                <a:lnTo>
                  <a:pt x="723900" y="571500"/>
                </a:lnTo>
                <a:close/>
                <a:moveTo>
                  <a:pt x="933450" y="561975"/>
                </a:moveTo>
                <a:lnTo>
                  <a:pt x="952500" y="561975"/>
                </a:lnTo>
                <a:lnTo>
                  <a:pt x="952500" y="581025"/>
                </a:lnTo>
                <a:lnTo>
                  <a:pt x="942975" y="581025"/>
                </a:lnTo>
                <a:lnTo>
                  <a:pt x="942975" y="571500"/>
                </a:lnTo>
                <a:lnTo>
                  <a:pt x="933450" y="571500"/>
                </a:lnTo>
                <a:close/>
                <a:moveTo>
                  <a:pt x="1114425" y="561975"/>
                </a:moveTo>
                <a:lnTo>
                  <a:pt x="1133475" y="561975"/>
                </a:lnTo>
                <a:lnTo>
                  <a:pt x="1133475" y="571500"/>
                </a:lnTo>
                <a:lnTo>
                  <a:pt x="1114425" y="571500"/>
                </a:lnTo>
                <a:close/>
                <a:moveTo>
                  <a:pt x="733425" y="571500"/>
                </a:moveTo>
                <a:lnTo>
                  <a:pt x="742950" y="571500"/>
                </a:lnTo>
                <a:lnTo>
                  <a:pt x="742950" y="581025"/>
                </a:lnTo>
                <a:lnTo>
                  <a:pt x="733425" y="581025"/>
                </a:lnTo>
                <a:close/>
                <a:moveTo>
                  <a:pt x="923925" y="581025"/>
                </a:moveTo>
                <a:lnTo>
                  <a:pt x="933450" y="581025"/>
                </a:lnTo>
                <a:lnTo>
                  <a:pt x="933450" y="590550"/>
                </a:lnTo>
                <a:lnTo>
                  <a:pt x="942975" y="590550"/>
                </a:lnTo>
                <a:lnTo>
                  <a:pt x="942975" y="600075"/>
                </a:lnTo>
                <a:lnTo>
                  <a:pt x="923925" y="600075"/>
                </a:lnTo>
                <a:close/>
                <a:moveTo>
                  <a:pt x="657225" y="600075"/>
                </a:moveTo>
                <a:lnTo>
                  <a:pt x="666750" y="600075"/>
                </a:lnTo>
                <a:lnTo>
                  <a:pt x="666750" y="619125"/>
                </a:lnTo>
                <a:lnTo>
                  <a:pt x="657225" y="619125"/>
                </a:lnTo>
                <a:close/>
                <a:moveTo>
                  <a:pt x="1171575" y="609600"/>
                </a:moveTo>
                <a:lnTo>
                  <a:pt x="1181100" y="609600"/>
                </a:lnTo>
                <a:lnTo>
                  <a:pt x="1181100" y="619125"/>
                </a:lnTo>
                <a:lnTo>
                  <a:pt x="1171575" y="619125"/>
                </a:lnTo>
                <a:close/>
                <a:moveTo>
                  <a:pt x="752475" y="619125"/>
                </a:moveTo>
                <a:lnTo>
                  <a:pt x="762000" y="619125"/>
                </a:lnTo>
                <a:lnTo>
                  <a:pt x="762000" y="628650"/>
                </a:lnTo>
                <a:lnTo>
                  <a:pt x="752475" y="628650"/>
                </a:lnTo>
                <a:close/>
                <a:moveTo>
                  <a:pt x="1076325" y="628650"/>
                </a:moveTo>
                <a:lnTo>
                  <a:pt x="1085850" y="628650"/>
                </a:lnTo>
                <a:lnTo>
                  <a:pt x="1085850" y="638175"/>
                </a:lnTo>
                <a:lnTo>
                  <a:pt x="1076325" y="638175"/>
                </a:lnTo>
                <a:close/>
                <a:moveTo>
                  <a:pt x="885825" y="638175"/>
                </a:moveTo>
                <a:lnTo>
                  <a:pt x="895350" y="638175"/>
                </a:lnTo>
                <a:lnTo>
                  <a:pt x="895350" y="647700"/>
                </a:lnTo>
                <a:lnTo>
                  <a:pt x="885825" y="647700"/>
                </a:lnTo>
                <a:close/>
                <a:moveTo>
                  <a:pt x="876300" y="647700"/>
                </a:moveTo>
                <a:lnTo>
                  <a:pt x="885825" y="647700"/>
                </a:lnTo>
                <a:lnTo>
                  <a:pt x="885825" y="657225"/>
                </a:lnTo>
                <a:lnTo>
                  <a:pt x="876300" y="657225"/>
                </a:lnTo>
                <a:close/>
                <a:moveTo>
                  <a:pt x="952500" y="647700"/>
                </a:moveTo>
                <a:lnTo>
                  <a:pt x="962025" y="647700"/>
                </a:lnTo>
                <a:lnTo>
                  <a:pt x="962025" y="666750"/>
                </a:lnTo>
                <a:lnTo>
                  <a:pt x="952500" y="666750"/>
                </a:lnTo>
                <a:close/>
                <a:moveTo>
                  <a:pt x="1066800" y="647700"/>
                </a:moveTo>
                <a:lnTo>
                  <a:pt x="1076325" y="647700"/>
                </a:lnTo>
                <a:lnTo>
                  <a:pt x="1076325" y="657225"/>
                </a:lnTo>
                <a:lnTo>
                  <a:pt x="1066800" y="657225"/>
                </a:lnTo>
                <a:close/>
                <a:moveTo>
                  <a:pt x="771525" y="657225"/>
                </a:moveTo>
                <a:lnTo>
                  <a:pt x="781050" y="657225"/>
                </a:lnTo>
                <a:lnTo>
                  <a:pt x="781050" y="666750"/>
                </a:lnTo>
                <a:lnTo>
                  <a:pt x="771525" y="666750"/>
                </a:lnTo>
                <a:close/>
                <a:moveTo>
                  <a:pt x="885825" y="657225"/>
                </a:moveTo>
                <a:lnTo>
                  <a:pt x="895350" y="657225"/>
                </a:lnTo>
                <a:lnTo>
                  <a:pt x="895350" y="666750"/>
                </a:lnTo>
                <a:lnTo>
                  <a:pt x="885825" y="666750"/>
                </a:lnTo>
                <a:close/>
                <a:moveTo>
                  <a:pt x="638175" y="666750"/>
                </a:moveTo>
                <a:lnTo>
                  <a:pt x="647700" y="666750"/>
                </a:lnTo>
                <a:lnTo>
                  <a:pt x="647700" y="676275"/>
                </a:lnTo>
                <a:lnTo>
                  <a:pt x="638175" y="676275"/>
                </a:lnTo>
                <a:close/>
                <a:moveTo>
                  <a:pt x="1047750" y="676275"/>
                </a:moveTo>
                <a:lnTo>
                  <a:pt x="1057275" y="676275"/>
                </a:lnTo>
                <a:lnTo>
                  <a:pt x="1057275" y="685800"/>
                </a:lnTo>
                <a:lnTo>
                  <a:pt x="1047750" y="685800"/>
                </a:lnTo>
                <a:close/>
                <a:moveTo>
                  <a:pt x="619125" y="695325"/>
                </a:moveTo>
                <a:lnTo>
                  <a:pt x="628650" y="695325"/>
                </a:lnTo>
                <a:lnTo>
                  <a:pt x="628650" y="714375"/>
                </a:lnTo>
                <a:lnTo>
                  <a:pt x="619125" y="714375"/>
                </a:lnTo>
                <a:close/>
                <a:moveTo>
                  <a:pt x="800100" y="695325"/>
                </a:moveTo>
                <a:lnTo>
                  <a:pt x="809625" y="695325"/>
                </a:lnTo>
                <a:lnTo>
                  <a:pt x="809625" y="704850"/>
                </a:lnTo>
                <a:lnTo>
                  <a:pt x="800100" y="704850"/>
                </a:lnTo>
                <a:close/>
                <a:moveTo>
                  <a:pt x="809625" y="704850"/>
                </a:moveTo>
                <a:lnTo>
                  <a:pt x="819150" y="704850"/>
                </a:lnTo>
                <a:lnTo>
                  <a:pt x="819150" y="714375"/>
                </a:lnTo>
                <a:lnTo>
                  <a:pt x="809625" y="714375"/>
                </a:lnTo>
                <a:close/>
                <a:moveTo>
                  <a:pt x="628650" y="714375"/>
                </a:moveTo>
                <a:lnTo>
                  <a:pt x="638175" y="714375"/>
                </a:lnTo>
                <a:lnTo>
                  <a:pt x="638175" y="723900"/>
                </a:lnTo>
                <a:lnTo>
                  <a:pt x="628650" y="723900"/>
                </a:lnTo>
                <a:close/>
                <a:moveTo>
                  <a:pt x="638175" y="723900"/>
                </a:moveTo>
                <a:lnTo>
                  <a:pt x="647700" y="723900"/>
                </a:lnTo>
                <a:lnTo>
                  <a:pt x="647700" y="733425"/>
                </a:lnTo>
                <a:lnTo>
                  <a:pt x="638175" y="733425"/>
                </a:lnTo>
                <a:close/>
                <a:moveTo>
                  <a:pt x="1000125" y="723900"/>
                </a:moveTo>
                <a:lnTo>
                  <a:pt x="1009650" y="723900"/>
                </a:lnTo>
                <a:lnTo>
                  <a:pt x="1009650" y="733425"/>
                </a:lnTo>
                <a:lnTo>
                  <a:pt x="1000125" y="733425"/>
                </a:lnTo>
                <a:close/>
                <a:moveTo>
                  <a:pt x="657225" y="733425"/>
                </a:moveTo>
                <a:lnTo>
                  <a:pt x="666750" y="733425"/>
                </a:lnTo>
                <a:lnTo>
                  <a:pt x="666750" y="742950"/>
                </a:lnTo>
                <a:lnTo>
                  <a:pt x="657225" y="742950"/>
                </a:lnTo>
                <a:close/>
                <a:moveTo>
                  <a:pt x="981075" y="733425"/>
                </a:moveTo>
                <a:lnTo>
                  <a:pt x="990600" y="733425"/>
                </a:lnTo>
                <a:lnTo>
                  <a:pt x="990600" y="742950"/>
                </a:lnTo>
                <a:lnTo>
                  <a:pt x="981075" y="742950"/>
                </a:lnTo>
                <a:close/>
                <a:moveTo>
                  <a:pt x="685800" y="742950"/>
                </a:moveTo>
                <a:lnTo>
                  <a:pt x="695325" y="742950"/>
                </a:lnTo>
                <a:lnTo>
                  <a:pt x="695325" y="752475"/>
                </a:lnTo>
                <a:lnTo>
                  <a:pt x="685800" y="752475"/>
                </a:lnTo>
                <a:close/>
                <a:moveTo>
                  <a:pt x="876300" y="742950"/>
                </a:moveTo>
                <a:lnTo>
                  <a:pt x="885825" y="742950"/>
                </a:lnTo>
                <a:lnTo>
                  <a:pt x="885825" y="752475"/>
                </a:lnTo>
                <a:lnTo>
                  <a:pt x="904875" y="752475"/>
                </a:lnTo>
                <a:lnTo>
                  <a:pt x="904875" y="771525"/>
                </a:lnTo>
                <a:lnTo>
                  <a:pt x="885825" y="771525"/>
                </a:lnTo>
                <a:lnTo>
                  <a:pt x="885825" y="762000"/>
                </a:lnTo>
                <a:lnTo>
                  <a:pt x="876300" y="762000"/>
                </a:lnTo>
                <a:close/>
                <a:moveTo>
                  <a:pt x="962025" y="742950"/>
                </a:moveTo>
                <a:lnTo>
                  <a:pt x="981075" y="742950"/>
                </a:lnTo>
                <a:lnTo>
                  <a:pt x="981075" y="752475"/>
                </a:lnTo>
                <a:lnTo>
                  <a:pt x="990600" y="752475"/>
                </a:lnTo>
                <a:lnTo>
                  <a:pt x="990600" y="762000"/>
                </a:lnTo>
                <a:lnTo>
                  <a:pt x="962025" y="762000"/>
                </a:lnTo>
                <a:lnTo>
                  <a:pt x="962025" y="771525"/>
                </a:lnTo>
                <a:lnTo>
                  <a:pt x="952500" y="771525"/>
                </a:lnTo>
                <a:lnTo>
                  <a:pt x="952500" y="752475"/>
                </a:lnTo>
                <a:lnTo>
                  <a:pt x="962025" y="752475"/>
                </a:lnTo>
                <a:close/>
                <a:moveTo>
                  <a:pt x="1133475" y="742950"/>
                </a:moveTo>
                <a:lnTo>
                  <a:pt x="1143000" y="742950"/>
                </a:lnTo>
                <a:lnTo>
                  <a:pt x="1143000" y="752475"/>
                </a:lnTo>
                <a:lnTo>
                  <a:pt x="1133475" y="752475"/>
                </a:lnTo>
                <a:close/>
                <a:moveTo>
                  <a:pt x="733425" y="752475"/>
                </a:moveTo>
                <a:lnTo>
                  <a:pt x="742950" y="752475"/>
                </a:lnTo>
                <a:lnTo>
                  <a:pt x="742950" y="762000"/>
                </a:lnTo>
                <a:lnTo>
                  <a:pt x="733425" y="762000"/>
                </a:lnTo>
                <a:close/>
                <a:moveTo>
                  <a:pt x="847725" y="752475"/>
                </a:moveTo>
                <a:lnTo>
                  <a:pt x="857250" y="752475"/>
                </a:lnTo>
                <a:lnTo>
                  <a:pt x="857250" y="762000"/>
                </a:lnTo>
                <a:lnTo>
                  <a:pt x="847725" y="762000"/>
                </a:lnTo>
                <a:close/>
                <a:moveTo>
                  <a:pt x="1066800" y="752475"/>
                </a:moveTo>
                <a:lnTo>
                  <a:pt x="1085850" y="752475"/>
                </a:lnTo>
                <a:lnTo>
                  <a:pt x="1085850" y="762000"/>
                </a:lnTo>
                <a:lnTo>
                  <a:pt x="1066800" y="762000"/>
                </a:lnTo>
                <a:close/>
                <a:moveTo>
                  <a:pt x="819150" y="762000"/>
                </a:moveTo>
                <a:lnTo>
                  <a:pt x="828675" y="762000"/>
                </a:lnTo>
                <a:lnTo>
                  <a:pt x="828675" y="828675"/>
                </a:lnTo>
                <a:lnTo>
                  <a:pt x="838200" y="828675"/>
                </a:lnTo>
                <a:lnTo>
                  <a:pt x="838200" y="838200"/>
                </a:lnTo>
                <a:lnTo>
                  <a:pt x="847725" y="838200"/>
                </a:lnTo>
                <a:lnTo>
                  <a:pt x="847725" y="847725"/>
                </a:lnTo>
                <a:lnTo>
                  <a:pt x="857250" y="847725"/>
                </a:lnTo>
                <a:lnTo>
                  <a:pt x="857250" y="866775"/>
                </a:lnTo>
                <a:lnTo>
                  <a:pt x="866775" y="866775"/>
                </a:lnTo>
                <a:lnTo>
                  <a:pt x="866775" y="876300"/>
                </a:lnTo>
                <a:lnTo>
                  <a:pt x="876300" y="876300"/>
                </a:lnTo>
                <a:lnTo>
                  <a:pt x="876300" y="885825"/>
                </a:lnTo>
                <a:lnTo>
                  <a:pt x="885825" y="885825"/>
                </a:lnTo>
                <a:lnTo>
                  <a:pt x="885825" y="895350"/>
                </a:lnTo>
                <a:lnTo>
                  <a:pt x="895350" y="895350"/>
                </a:lnTo>
                <a:lnTo>
                  <a:pt x="895350" y="904875"/>
                </a:lnTo>
                <a:lnTo>
                  <a:pt x="904875" y="904875"/>
                </a:lnTo>
                <a:lnTo>
                  <a:pt x="904875" y="923925"/>
                </a:lnTo>
                <a:lnTo>
                  <a:pt x="933450" y="923925"/>
                </a:lnTo>
                <a:lnTo>
                  <a:pt x="933450" y="904875"/>
                </a:lnTo>
                <a:lnTo>
                  <a:pt x="942975" y="904875"/>
                </a:lnTo>
                <a:lnTo>
                  <a:pt x="942975" y="895350"/>
                </a:lnTo>
                <a:lnTo>
                  <a:pt x="952500" y="895350"/>
                </a:lnTo>
                <a:lnTo>
                  <a:pt x="952500" y="885825"/>
                </a:lnTo>
                <a:lnTo>
                  <a:pt x="962025" y="885825"/>
                </a:lnTo>
                <a:lnTo>
                  <a:pt x="962025" y="876300"/>
                </a:lnTo>
                <a:lnTo>
                  <a:pt x="971550" y="876300"/>
                </a:lnTo>
                <a:lnTo>
                  <a:pt x="971550" y="866775"/>
                </a:lnTo>
                <a:lnTo>
                  <a:pt x="981075" y="866775"/>
                </a:lnTo>
                <a:lnTo>
                  <a:pt x="981075" y="857250"/>
                </a:lnTo>
                <a:lnTo>
                  <a:pt x="990600" y="857250"/>
                </a:lnTo>
                <a:lnTo>
                  <a:pt x="990600" y="847725"/>
                </a:lnTo>
                <a:lnTo>
                  <a:pt x="1000125" y="847725"/>
                </a:lnTo>
                <a:lnTo>
                  <a:pt x="1000125" y="828675"/>
                </a:lnTo>
                <a:lnTo>
                  <a:pt x="1009650" y="828675"/>
                </a:lnTo>
                <a:lnTo>
                  <a:pt x="1009650" y="762000"/>
                </a:lnTo>
                <a:lnTo>
                  <a:pt x="1019175" y="762000"/>
                </a:lnTo>
                <a:lnTo>
                  <a:pt x="1019175" y="771525"/>
                </a:lnTo>
                <a:lnTo>
                  <a:pt x="1028700" y="771525"/>
                </a:lnTo>
                <a:lnTo>
                  <a:pt x="1028700" y="762000"/>
                </a:lnTo>
                <a:lnTo>
                  <a:pt x="1038225" y="762000"/>
                </a:lnTo>
                <a:lnTo>
                  <a:pt x="1038225" y="781050"/>
                </a:lnTo>
                <a:lnTo>
                  <a:pt x="1047750" y="781050"/>
                </a:lnTo>
                <a:lnTo>
                  <a:pt x="1047750" y="790575"/>
                </a:lnTo>
                <a:lnTo>
                  <a:pt x="1057275" y="790575"/>
                </a:lnTo>
                <a:lnTo>
                  <a:pt x="1057275" y="809625"/>
                </a:lnTo>
                <a:lnTo>
                  <a:pt x="1066800" y="809625"/>
                </a:lnTo>
                <a:lnTo>
                  <a:pt x="1066800" y="819150"/>
                </a:lnTo>
                <a:lnTo>
                  <a:pt x="1076325" y="819150"/>
                </a:lnTo>
                <a:lnTo>
                  <a:pt x="1076325" y="828675"/>
                </a:lnTo>
                <a:lnTo>
                  <a:pt x="1085850" y="828675"/>
                </a:lnTo>
                <a:lnTo>
                  <a:pt x="1085850" y="838200"/>
                </a:lnTo>
                <a:lnTo>
                  <a:pt x="1104900" y="838200"/>
                </a:lnTo>
                <a:lnTo>
                  <a:pt x="1104900" y="847725"/>
                </a:lnTo>
                <a:lnTo>
                  <a:pt x="1095375" y="847725"/>
                </a:lnTo>
                <a:lnTo>
                  <a:pt x="1095375" y="866775"/>
                </a:lnTo>
                <a:lnTo>
                  <a:pt x="1085850" y="866775"/>
                </a:lnTo>
                <a:lnTo>
                  <a:pt x="1085850" y="895350"/>
                </a:lnTo>
                <a:lnTo>
                  <a:pt x="1076325" y="895350"/>
                </a:lnTo>
                <a:lnTo>
                  <a:pt x="1076325" y="923925"/>
                </a:lnTo>
                <a:lnTo>
                  <a:pt x="1066800" y="923925"/>
                </a:lnTo>
                <a:lnTo>
                  <a:pt x="1066800" y="942975"/>
                </a:lnTo>
                <a:lnTo>
                  <a:pt x="1057275" y="942975"/>
                </a:lnTo>
                <a:lnTo>
                  <a:pt x="1057275" y="962025"/>
                </a:lnTo>
                <a:lnTo>
                  <a:pt x="1047750" y="962025"/>
                </a:lnTo>
                <a:lnTo>
                  <a:pt x="1047750" y="981075"/>
                </a:lnTo>
                <a:lnTo>
                  <a:pt x="1038225" y="981075"/>
                </a:lnTo>
                <a:lnTo>
                  <a:pt x="1038225" y="1000125"/>
                </a:lnTo>
                <a:lnTo>
                  <a:pt x="1028700" y="1000125"/>
                </a:lnTo>
                <a:lnTo>
                  <a:pt x="1028700" y="1009650"/>
                </a:lnTo>
                <a:lnTo>
                  <a:pt x="1000125" y="1009650"/>
                </a:lnTo>
                <a:lnTo>
                  <a:pt x="1000125" y="1000125"/>
                </a:lnTo>
                <a:lnTo>
                  <a:pt x="990600" y="1000125"/>
                </a:lnTo>
                <a:lnTo>
                  <a:pt x="990600" y="990600"/>
                </a:lnTo>
                <a:lnTo>
                  <a:pt x="971550" y="990600"/>
                </a:lnTo>
                <a:lnTo>
                  <a:pt x="971550" y="981075"/>
                </a:lnTo>
                <a:lnTo>
                  <a:pt x="962025" y="981075"/>
                </a:lnTo>
                <a:lnTo>
                  <a:pt x="962025" y="971550"/>
                </a:lnTo>
                <a:lnTo>
                  <a:pt x="942975" y="971550"/>
                </a:lnTo>
                <a:lnTo>
                  <a:pt x="942975" y="962025"/>
                </a:lnTo>
                <a:lnTo>
                  <a:pt x="933450" y="962025"/>
                </a:lnTo>
                <a:lnTo>
                  <a:pt x="933450" y="971550"/>
                </a:lnTo>
                <a:lnTo>
                  <a:pt x="904875" y="971550"/>
                </a:lnTo>
                <a:lnTo>
                  <a:pt x="904875" y="962025"/>
                </a:lnTo>
                <a:lnTo>
                  <a:pt x="895350" y="962025"/>
                </a:lnTo>
                <a:lnTo>
                  <a:pt x="895350" y="971550"/>
                </a:lnTo>
                <a:lnTo>
                  <a:pt x="876300" y="971550"/>
                </a:lnTo>
                <a:lnTo>
                  <a:pt x="876300" y="981075"/>
                </a:lnTo>
                <a:lnTo>
                  <a:pt x="866775" y="981075"/>
                </a:lnTo>
                <a:lnTo>
                  <a:pt x="866775" y="990600"/>
                </a:lnTo>
                <a:lnTo>
                  <a:pt x="857250" y="990600"/>
                </a:lnTo>
                <a:lnTo>
                  <a:pt x="857250" y="1000125"/>
                </a:lnTo>
                <a:lnTo>
                  <a:pt x="838200" y="1000125"/>
                </a:lnTo>
                <a:lnTo>
                  <a:pt x="838200" y="1009650"/>
                </a:lnTo>
                <a:lnTo>
                  <a:pt x="809625" y="1009650"/>
                </a:lnTo>
                <a:lnTo>
                  <a:pt x="809625" y="990600"/>
                </a:lnTo>
                <a:lnTo>
                  <a:pt x="800100" y="990600"/>
                </a:lnTo>
                <a:lnTo>
                  <a:pt x="800100" y="971550"/>
                </a:lnTo>
                <a:lnTo>
                  <a:pt x="790575" y="971550"/>
                </a:lnTo>
                <a:lnTo>
                  <a:pt x="790575" y="962025"/>
                </a:lnTo>
                <a:lnTo>
                  <a:pt x="781050" y="962025"/>
                </a:lnTo>
                <a:lnTo>
                  <a:pt x="781050" y="933450"/>
                </a:lnTo>
                <a:lnTo>
                  <a:pt x="771525" y="933450"/>
                </a:lnTo>
                <a:lnTo>
                  <a:pt x="771525" y="914400"/>
                </a:lnTo>
                <a:lnTo>
                  <a:pt x="762000" y="914400"/>
                </a:lnTo>
                <a:lnTo>
                  <a:pt x="762000" y="895350"/>
                </a:lnTo>
                <a:lnTo>
                  <a:pt x="752475" y="895350"/>
                </a:lnTo>
                <a:lnTo>
                  <a:pt x="752475" y="876300"/>
                </a:lnTo>
                <a:lnTo>
                  <a:pt x="742950" y="876300"/>
                </a:lnTo>
                <a:lnTo>
                  <a:pt x="742950" y="857250"/>
                </a:lnTo>
                <a:lnTo>
                  <a:pt x="733425" y="857250"/>
                </a:lnTo>
                <a:lnTo>
                  <a:pt x="733425" y="847725"/>
                </a:lnTo>
                <a:lnTo>
                  <a:pt x="742950" y="847725"/>
                </a:lnTo>
                <a:lnTo>
                  <a:pt x="742950" y="838200"/>
                </a:lnTo>
                <a:lnTo>
                  <a:pt x="752475" y="838200"/>
                </a:lnTo>
                <a:lnTo>
                  <a:pt x="752475" y="828675"/>
                </a:lnTo>
                <a:lnTo>
                  <a:pt x="762000" y="828675"/>
                </a:lnTo>
                <a:lnTo>
                  <a:pt x="762000" y="819150"/>
                </a:lnTo>
                <a:lnTo>
                  <a:pt x="771525" y="819150"/>
                </a:lnTo>
                <a:lnTo>
                  <a:pt x="771525" y="800100"/>
                </a:lnTo>
                <a:lnTo>
                  <a:pt x="781050" y="800100"/>
                </a:lnTo>
                <a:lnTo>
                  <a:pt x="781050" y="790575"/>
                </a:lnTo>
                <a:lnTo>
                  <a:pt x="790575" y="790575"/>
                </a:lnTo>
                <a:lnTo>
                  <a:pt x="790575" y="781050"/>
                </a:lnTo>
                <a:lnTo>
                  <a:pt x="809625" y="781050"/>
                </a:lnTo>
                <a:lnTo>
                  <a:pt x="809625" y="771525"/>
                </a:lnTo>
                <a:lnTo>
                  <a:pt x="819150" y="771525"/>
                </a:lnTo>
                <a:close/>
                <a:moveTo>
                  <a:pt x="714375" y="847725"/>
                </a:moveTo>
                <a:lnTo>
                  <a:pt x="723900" y="847725"/>
                </a:lnTo>
                <a:lnTo>
                  <a:pt x="723900" y="857250"/>
                </a:lnTo>
                <a:lnTo>
                  <a:pt x="714375" y="857250"/>
                </a:lnTo>
                <a:close/>
                <a:moveTo>
                  <a:pt x="1123950" y="847725"/>
                </a:moveTo>
                <a:lnTo>
                  <a:pt x="1133475" y="847725"/>
                </a:lnTo>
                <a:lnTo>
                  <a:pt x="1133475" y="857250"/>
                </a:lnTo>
                <a:lnTo>
                  <a:pt x="1123950" y="857250"/>
                </a:lnTo>
                <a:close/>
                <a:moveTo>
                  <a:pt x="1152525" y="857250"/>
                </a:moveTo>
                <a:lnTo>
                  <a:pt x="1162050" y="857250"/>
                </a:lnTo>
                <a:lnTo>
                  <a:pt x="1162050" y="866775"/>
                </a:lnTo>
                <a:lnTo>
                  <a:pt x="1152525" y="866775"/>
                </a:lnTo>
                <a:close/>
                <a:moveTo>
                  <a:pt x="666750" y="866775"/>
                </a:moveTo>
                <a:lnTo>
                  <a:pt x="676275" y="866775"/>
                </a:lnTo>
                <a:lnTo>
                  <a:pt x="676275" y="876300"/>
                </a:lnTo>
                <a:lnTo>
                  <a:pt x="666750" y="876300"/>
                </a:lnTo>
                <a:close/>
                <a:moveTo>
                  <a:pt x="762000" y="866775"/>
                </a:moveTo>
                <a:lnTo>
                  <a:pt x="771525" y="866775"/>
                </a:lnTo>
                <a:lnTo>
                  <a:pt x="771525" y="895350"/>
                </a:lnTo>
                <a:lnTo>
                  <a:pt x="781050" y="895350"/>
                </a:lnTo>
                <a:lnTo>
                  <a:pt x="781050" y="914400"/>
                </a:lnTo>
                <a:lnTo>
                  <a:pt x="790575" y="914400"/>
                </a:lnTo>
                <a:lnTo>
                  <a:pt x="790575" y="933450"/>
                </a:lnTo>
                <a:lnTo>
                  <a:pt x="800100" y="933450"/>
                </a:lnTo>
                <a:lnTo>
                  <a:pt x="800100" y="952500"/>
                </a:lnTo>
                <a:lnTo>
                  <a:pt x="809625" y="952500"/>
                </a:lnTo>
                <a:lnTo>
                  <a:pt x="809625" y="971550"/>
                </a:lnTo>
                <a:lnTo>
                  <a:pt x="819150" y="971550"/>
                </a:lnTo>
                <a:lnTo>
                  <a:pt x="819150" y="981075"/>
                </a:lnTo>
                <a:lnTo>
                  <a:pt x="828675" y="981075"/>
                </a:lnTo>
                <a:lnTo>
                  <a:pt x="828675" y="990600"/>
                </a:lnTo>
                <a:lnTo>
                  <a:pt x="838200" y="990600"/>
                </a:lnTo>
                <a:lnTo>
                  <a:pt x="838200" y="981075"/>
                </a:lnTo>
                <a:lnTo>
                  <a:pt x="847725" y="981075"/>
                </a:lnTo>
                <a:lnTo>
                  <a:pt x="847725" y="971550"/>
                </a:lnTo>
                <a:lnTo>
                  <a:pt x="857250" y="971550"/>
                </a:lnTo>
                <a:lnTo>
                  <a:pt x="857250" y="962025"/>
                </a:lnTo>
                <a:lnTo>
                  <a:pt x="876300" y="962025"/>
                </a:lnTo>
                <a:lnTo>
                  <a:pt x="876300" y="952500"/>
                </a:lnTo>
                <a:lnTo>
                  <a:pt x="885825" y="952500"/>
                </a:lnTo>
                <a:lnTo>
                  <a:pt x="885825" y="942975"/>
                </a:lnTo>
                <a:lnTo>
                  <a:pt x="895350" y="942975"/>
                </a:lnTo>
                <a:lnTo>
                  <a:pt x="895350" y="923925"/>
                </a:lnTo>
                <a:lnTo>
                  <a:pt x="885825" y="923925"/>
                </a:lnTo>
                <a:lnTo>
                  <a:pt x="885825" y="914400"/>
                </a:lnTo>
                <a:lnTo>
                  <a:pt x="876300" y="914400"/>
                </a:lnTo>
                <a:lnTo>
                  <a:pt x="876300" y="904875"/>
                </a:lnTo>
                <a:lnTo>
                  <a:pt x="866775" y="904875"/>
                </a:lnTo>
                <a:lnTo>
                  <a:pt x="866775" y="895350"/>
                </a:lnTo>
                <a:lnTo>
                  <a:pt x="857250" y="895350"/>
                </a:lnTo>
                <a:lnTo>
                  <a:pt x="857250" y="885825"/>
                </a:lnTo>
                <a:lnTo>
                  <a:pt x="847725" y="885825"/>
                </a:lnTo>
                <a:lnTo>
                  <a:pt x="847725" y="876300"/>
                </a:lnTo>
                <a:lnTo>
                  <a:pt x="838200" y="876300"/>
                </a:lnTo>
                <a:lnTo>
                  <a:pt x="838200" y="857250"/>
                </a:lnTo>
                <a:lnTo>
                  <a:pt x="828675" y="857250"/>
                </a:lnTo>
                <a:lnTo>
                  <a:pt x="828675" y="847725"/>
                </a:lnTo>
                <a:lnTo>
                  <a:pt x="819150" y="847725"/>
                </a:lnTo>
                <a:lnTo>
                  <a:pt x="819150" y="838200"/>
                </a:lnTo>
                <a:lnTo>
                  <a:pt x="809625" y="838200"/>
                </a:lnTo>
                <a:lnTo>
                  <a:pt x="809625" y="819150"/>
                </a:lnTo>
                <a:lnTo>
                  <a:pt x="790575" y="819150"/>
                </a:lnTo>
                <a:lnTo>
                  <a:pt x="790575" y="828675"/>
                </a:lnTo>
                <a:lnTo>
                  <a:pt x="781050" y="828675"/>
                </a:lnTo>
                <a:lnTo>
                  <a:pt x="781050" y="838200"/>
                </a:lnTo>
                <a:lnTo>
                  <a:pt x="771525" y="838200"/>
                </a:lnTo>
                <a:lnTo>
                  <a:pt x="771525" y="847725"/>
                </a:lnTo>
                <a:lnTo>
                  <a:pt x="762000" y="847725"/>
                </a:lnTo>
                <a:close/>
                <a:moveTo>
                  <a:pt x="1200150" y="876300"/>
                </a:moveTo>
                <a:lnTo>
                  <a:pt x="1209675" y="876300"/>
                </a:lnTo>
                <a:lnTo>
                  <a:pt x="1209675" y="885825"/>
                </a:lnTo>
                <a:lnTo>
                  <a:pt x="1200150" y="885825"/>
                </a:lnTo>
                <a:close/>
                <a:moveTo>
                  <a:pt x="1219200" y="885825"/>
                </a:moveTo>
                <a:lnTo>
                  <a:pt x="1228725" y="885825"/>
                </a:lnTo>
                <a:lnTo>
                  <a:pt x="1228725" y="895350"/>
                </a:lnTo>
                <a:lnTo>
                  <a:pt x="1219200" y="895350"/>
                </a:lnTo>
                <a:close/>
                <a:moveTo>
                  <a:pt x="600075" y="895350"/>
                </a:moveTo>
                <a:lnTo>
                  <a:pt x="609600" y="895350"/>
                </a:lnTo>
                <a:lnTo>
                  <a:pt x="609600" y="904875"/>
                </a:lnTo>
                <a:lnTo>
                  <a:pt x="600075" y="904875"/>
                </a:lnTo>
                <a:close/>
                <a:moveTo>
                  <a:pt x="1057275" y="895350"/>
                </a:moveTo>
                <a:lnTo>
                  <a:pt x="1066800" y="895350"/>
                </a:lnTo>
                <a:lnTo>
                  <a:pt x="1066800" y="847725"/>
                </a:lnTo>
                <a:lnTo>
                  <a:pt x="1057275" y="847725"/>
                </a:lnTo>
                <a:lnTo>
                  <a:pt x="1057275" y="828675"/>
                </a:lnTo>
                <a:lnTo>
                  <a:pt x="1047750" y="828675"/>
                </a:lnTo>
                <a:lnTo>
                  <a:pt x="1047750" y="819150"/>
                </a:lnTo>
                <a:lnTo>
                  <a:pt x="1038225" y="819150"/>
                </a:lnTo>
                <a:lnTo>
                  <a:pt x="1038225" y="828675"/>
                </a:lnTo>
                <a:lnTo>
                  <a:pt x="1028700" y="828675"/>
                </a:lnTo>
                <a:lnTo>
                  <a:pt x="1028700" y="838200"/>
                </a:lnTo>
                <a:lnTo>
                  <a:pt x="1019175" y="838200"/>
                </a:lnTo>
                <a:lnTo>
                  <a:pt x="1019175" y="847725"/>
                </a:lnTo>
                <a:lnTo>
                  <a:pt x="1009650" y="847725"/>
                </a:lnTo>
                <a:lnTo>
                  <a:pt x="1009650" y="857250"/>
                </a:lnTo>
                <a:lnTo>
                  <a:pt x="1000125" y="857250"/>
                </a:lnTo>
                <a:lnTo>
                  <a:pt x="1000125" y="876300"/>
                </a:lnTo>
                <a:lnTo>
                  <a:pt x="990600" y="876300"/>
                </a:lnTo>
                <a:lnTo>
                  <a:pt x="990600" y="885825"/>
                </a:lnTo>
                <a:lnTo>
                  <a:pt x="981075" y="885825"/>
                </a:lnTo>
                <a:lnTo>
                  <a:pt x="981075" y="895350"/>
                </a:lnTo>
                <a:lnTo>
                  <a:pt x="971550" y="895350"/>
                </a:lnTo>
                <a:lnTo>
                  <a:pt x="971550" y="904875"/>
                </a:lnTo>
                <a:lnTo>
                  <a:pt x="962025" y="904875"/>
                </a:lnTo>
                <a:lnTo>
                  <a:pt x="962025" y="914400"/>
                </a:lnTo>
                <a:lnTo>
                  <a:pt x="952500" y="914400"/>
                </a:lnTo>
                <a:lnTo>
                  <a:pt x="952500" y="952500"/>
                </a:lnTo>
                <a:lnTo>
                  <a:pt x="971550" y="952500"/>
                </a:lnTo>
                <a:lnTo>
                  <a:pt x="971550" y="962025"/>
                </a:lnTo>
                <a:lnTo>
                  <a:pt x="981075" y="962025"/>
                </a:lnTo>
                <a:lnTo>
                  <a:pt x="981075" y="971550"/>
                </a:lnTo>
                <a:lnTo>
                  <a:pt x="990600" y="971550"/>
                </a:lnTo>
                <a:lnTo>
                  <a:pt x="990600" y="981075"/>
                </a:lnTo>
                <a:lnTo>
                  <a:pt x="1000125" y="981075"/>
                </a:lnTo>
                <a:lnTo>
                  <a:pt x="1000125" y="990600"/>
                </a:lnTo>
                <a:lnTo>
                  <a:pt x="1009650" y="990600"/>
                </a:lnTo>
                <a:lnTo>
                  <a:pt x="1009650" y="981075"/>
                </a:lnTo>
                <a:lnTo>
                  <a:pt x="1019175" y="981075"/>
                </a:lnTo>
                <a:lnTo>
                  <a:pt x="1019175" y="971550"/>
                </a:lnTo>
                <a:lnTo>
                  <a:pt x="1028700" y="971550"/>
                </a:lnTo>
                <a:lnTo>
                  <a:pt x="1028700" y="952500"/>
                </a:lnTo>
                <a:lnTo>
                  <a:pt x="1038225" y="952500"/>
                </a:lnTo>
                <a:lnTo>
                  <a:pt x="1038225" y="933450"/>
                </a:lnTo>
                <a:lnTo>
                  <a:pt x="1047750" y="933450"/>
                </a:lnTo>
                <a:lnTo>
                  <a:pt x="1047750" y="914400"/>
                </a:lnTo>
                <a:lnTo>
                  <a:pt x="1057275" y="914400"/>
                </a:lnTo>
                <a:close/>
                <a:moveTo>
                  <a:pt x="1238250" y="895350"/>
                </a:moveTo>
                <a:lnTo>
                  <a:pt x="1247775" y="895350"/>
                </a:lnTo>
                <a:lnTo>
                  <a:pt x="1247775" y="904875"/>
                </a:lnTo>
                <a:lnTo>
                  <a:pt x="1238250" y="904875"/>
                </a:lnTo>
                <a:close/>
                <a:moveTo>
                  <a:pt x="581025" y="904875"/>
                </a:moveTo>
                <a:lnTo>
                  <a:pt x="590550" y="904875"/>
                </a:lnTo>
                <a:lnTo>
                  <a:pt x="590550" y="914400"/>
                </a:lnTo>
                <a:lnTo>
                  <a:pt x="581025" y="914400"/>
                </a:lnTo>
                <a:close/>
                <a:moveTo>
                  <a:pt x="1257300" y="904875"/>
                </a:moveTo>
                <a:lnTo>
                  <a:pt x="1266825" y="904875"/>
                </a:lnTo>
                <a:lnTo>
                  <a:pt x="1266825" y="914400"/>
                </a:lnTo>
                <a:lnTo>
                  <a:pt x="1257300" y="914400"/>
                </a:lnTo>
                <a:close/>
                <a:moveTo>
                  <a:pt x="552450" y="923925"/>
                </a:moveTo>
                <a:lnTo>
                  <a:pt x="561975" y="923925"/>
                </a:lnTo>
                <a:lnTo>
                  <a:pt x="561975" y="933450"/>
                </a:lnTo>
                <a:lnTo>
                  <a:pt x="552450" y="933450"/>
                </a:lnTo>
                <a:close/>
                <a:moveTo>
                  <a:pt x="1285875" y="923925"/>
                </a:moveTo>
                <a:lnTo>
                  <a:pt x="1295400" y="923925"/>
                </a:lnTo>
                <a:lnTo>
                  <a:pt x="1295400" y="933450"/>
                </a:lnTo>
                <a:lnTo>
                  <a:pt x="1285875" y="933450"/>
                </a:lnTo>
                <a:close/>
                <a:moveTo>
                  <a:pt x="514350" y="962025"/>
                </a:moveTo>
                <a:lnTo>
                  <a:pt x="523875" y="962025"/>
                </a:lnTo>
                <a:lnTo>
                  <a:pt x="523875" y="971550"/>
                </a:lnTo>
                <a:lnTo>
                  <a:pt x="514350" y="971550"/>
                </a:lnTo>
                <a:close/>
                <a:moveTo>
                  <a:pt x="1323975" y="962025"/>
                </a:moveTo>
                <a:lnTo>
                  <a:pt x="1333500" y="962025"/>
                </a:lnTo>
                <a:lnTo>
                  <a:pt x="1333500" y="971550"/>
                </a:lnTo>
                <a:lnTo>
                  <a:pt x="1323975" y="971550"/>
                </a:lnTo>
                <a:close/>
                <a:moveTo>
                  <a:pt x="495300" y="1000125"/>
                </a:moveTo>
                <a:lnTo>
                  <a:pt x="504825" y="1000125"/>
                </a:lnTo>
                <a:lnTo>
                  <a:pt x="504825" y="1009650"/>
                </a:lnTo>
                <a:lnTo>
                  <a:pt x="495300" y="1009650"/>
                </a:lnTo>
                <a:close/>
                <a:moveTo>
                  <a:pt x="1343025" y="1000125"/>
                </a:moveTo>
                <a:lnTo>
                  <a:pt x="1352550" y="1000125"/>
                </a:lnTo>
                <a:lnTo>
                  <a:pt x="1352550" y="1009650"/>
                </a:lnTo>
                <a:lnTo>
                  <a:pt x="1343025" y="1009650"/>
                </a:lnTo>
                <a:close/>
                <a:moveTo>
                  <a:pt x="1371600" y="1085850"/>
                </a:moveTo>
                <a:lnTo>
                  <a:pt x="1381125" y="1085850"/>
                </a:lnTo>
                <a:lnTo>
                  <a:pt x="1381125" y="1095375"/>
                </a:lnTo>
                <a:lnTo>
                  <a:pt x="1371600" y="1095375"/>
                </a:lnTo>
                <a:close/>
                <a:moveTo>
                  <a:pt x="1019175" y="1095375"/>
                </a:moveTo>
                <a:lnTo>
                  <a:pt x="1104900" y="1095375"/>
                </a:lnTo>
                <a:lnTo>
                  <a:pt x="1104900" y="1104900"/>
                </a:lnTo>
                <a:lnTo>
                  <a:pt x="1114425" y="1104900"/>
                </a:lnTo>
                <a:lnTo>
                  <a:pt x="1114425" y="1095375"/>
                </a:lnTo>
                <a:lnTo>
                  <a:pt x="1171575" y="1095375"/>
                </a:lnTo>
                <a:lnTo>
                  <a:pt x="1171575" y="1104900"/>
                </a:lnTo>
                <a:lnTo>
                  <a:pt x="1181100" y="1104900"/>
                </a:lnTo>
                <a:lnTo>
                  <a:pt x="1181100" y="1171575"/>
                </a:lnTo>
                <a:lnTo>
                  <a:pt x="1171575" y="1171575"/>
                </a:lnTo>
                <a:lnTo>
                  <a:pt x="1171575" y="1181100"/>
                </a:lnTo>
                <a:lnTo>
                  <a:pt x="1019175" y="1181100"/>
                </a:lnTo>
                <a:lnTo>
                  <a:pt x="1019175" y="1171575"/>
                </a:lnTo>
                <a:lnTo>
                  <a:pt x="1009650" y="1171575"/>
                </a:lnTo>
                <a:lnTo>
                  <a:pt x="1009650" y="1104900"/>
                </a:lnTo>
                <a:lnTo>
                  <a:pt x="1019175" y="1104900"/>
                </a:lnTo>
                <a:close/>
                <a:moveTo>
                  <a:pt x="1381125" y="1114425"/>
                </a:moveTo>
                <a:lnTo>
                  <a:pt x="1390650" y="1114425"/>
                </a:lnTo>
                <a:lnTo>
                  <a:pt x="1390650" y="1123950"/>
                </a:lnTo>
                <a:lnTo>
                  <a:pt x="1381125" y="1123950"/>
                </a:lnTo>
                <a:close/>
                <a:moveTo>
                  <a:pt x="447675" y="1143000"/>
                </a:moveTo>
                <a:lnTo>
                  <a:pt x="457200" y="1143000"/>
                </a:lnTo>
                <a:lnTo>
                  <a:pt x="457200" y="1152525"/>
                </a:lnTo>
                <a:lnTo>
                  <a:pt x="447675" y="1152525"/>
                </a:lnTo>
                <a:close/>
                <a:moveTo>
                  <a:pt x="1019175" y="1152525"/>
                </a:moveTo>
                <a:lnTo>
                  <a:pt x="1028700" y="1152525"/>
                </a:lnTo>
                <a:lnTo>
                  <a:pt x="1028700" y="1162050"/>
                </a:lnTo>
                <a:lnTo>
                  <a:pt x="1152525" y="1162050"/>
                </a:lnTo>
                <a:lnTo>
                  <a:pt x="1152525" y="1152525"/>
                </a:lnTo>
                <a:lnTo>
                  <a:pt x="1162050" y="1152525"/>
                </a:lnTo>
                <a:lnTo>
                  <a:pt x="1162050" y="1123950"/>
                </a:lnTo>
                <a:lnTo>
                  <a:pt x="1152525" y="1123950"/>
                </a:lnTo>
                <a:lnTo>
                  <a:pt x="1152525" y="1114425"/>
                </a:lnTo>
                <a:lnTo>
                  <a:pt x="1028700" y="1114425"/>
                </a:lnTo>
                <a:lnTo>
                  <a:pt x="1028700" y="1123950"/>
                </a:lnTo>
                <a:lnTo>
                  <a:pt x="1019175" y="1123950"/>
                </a:lnTo>
                <a:close/>
                <a:moveTo>
                  <a:pt x="1400175" y="1181100"/>
                </a:moveTo>
                <a:lnTo>
                  <a:pt x="1409700" y="1181100"/>
                </a:lnTo>
                <a:lnTo>
                  <a:pt x="1409700" y="1190625"/>
                </a:lnTo>
                <a:lnTo>
                  <a:pt x="1400175" y="1190625"/>
                </a:lnTo>
                <a:close/>
                <a:moveTo>
                  <a:pt x="428625" y="1209675"/>
                </a:moveTo>
                <a:lnTo>
                  <a:pt x="438150" y="1209675"/>
                </a:lnTo>
                <a:lnTo>
                  <a:pt x="438150" y="1219200"/>
                </a:lnTo>
                <a:lnTo>
                  <a:pt x="428625" y="1219200"/>
                </a:lnTo>
                <a:close/>
                <a:moveTo>
                  <a:pt x="1409700" y="1209675"/>
                </a:moveTo>
                <a:lnTo>
                  <a:pt x="1419225" y="1209675"/>
                </a:lnTo>
                <a:lnTo>
                  <a:pt x="1419225" y="1219200"/>
                </a:lnTo>
                <a:lnTo>
                  <a:pt x="1524000" y="1219200"/>
                </a:lnTo>
                <a:lnTo>
                  <a:pt x="1524000" y="1238250"/>
                </a:lnTo>
                <a:lnTo>
                  <a:pt x="1533525" y="1238250"/>
                </a:lnTo>
                <a:lnTo>
                  <a:pt x="1533525" y="1219200"/>
                </a:lnTo>
                <a:lnTo>
                  <a:pt x="1552575" y="1219200"/>
                </a:lnTo>
                <a:lnTo>
                  <a:pt x="1552575" y="1238250"/>
                </a:lnTo>
                <a:lnTo>
                  <a:pt x="1571625" y="1238250"/>
                </a:lnTo>
                <a:lnTo>
                  <a:pt x="1571625" y="1219200"/>
                </a:lnTo>
                <a:lnTo>
                  <a:pt x="1800225" y="1219200"/>
                </a:lnTo>
                <a:lnTo>
                  <a:pt x="1800225" y="1228725"/>
                </a:lnTo>
                <a:lnTo>
                  <a:pt x="1809750" y="1228725"/>
                </a:lnTo>
                <a:lnTo>
                  <a:pt x="1809750" y="1628775"/>
                </a:lnTo>
                <a:lnTo>
                  <a:pt x="1819275" y="1628775"/>
                </a:lnTo>
                <a:lnTo>
                  <a:pt x="1819275" y="1638300"/>
                </a:lnTo>
                <a:lnTo>
                  <a:pt x="1962150" y="1638300"/>
                </a:lnTo>
                <a:lnTo>
                  <a:pt x="1962150" y="1647825"/>
                </a:lnTo>
                <a:lnTo>
                  <a:pt x="1971675" y="1647825"/>
                </a:lnTo>
                <a:lnTo>
                  <a:pt x="1971675" y="1657350"/>
                </a:lnTo>
                <a:lnTo>
                  <a:pt x="1981200" y="1657350"/>
                </a:lnTo>
                <a:lnTo>
                  <a:pt x="1981200" y="1676400"/>
                </a:lnTo>
                <a:lnTo>
                  <a:pt x="1990725" y="1676400"/>
                </a:lnTo>
                <a:lnTo>
                  <a:pt x="1990725" y="1714500"/>
                </a:lnTo>
                <a:lnTo>
                  <a:pt x="1981200" y="1714500"/>
                </a:lnTo>
                <a:lnTo>
                  <a:pt x="1981200" y="1733550"/>
                </a:lnTo>
                <a:lnTo>
                  <a:pt x="1971675" y="1733550"/>
                </a:lnTo>
                <a:lnTo>
                  <a:pt x="1971675" y="1743075"/>
                </a:lnTo>
                <a:lnTo>
                  <a:pt x="1952625" y="1743075"/>
                </a:lnTo>
                <a:lnTo>
                  <a:pt x="1952625" y="1752600"/>
                </a:lnTo>
                <a:lnTo>
                  <a:pt x="133350" y="1752600"/>
                </a:lnTo>
                <a:lnTo>
                  <a:pt x="133350" y="1743075"/>
                </a:lnTo>
                <a:lnTo>
                  <a:pt x="114300" y="1743075"/>
                </a:lnTo>
                <a:lnTo>
                  <a:pt x="114300" y="1733550"/>
                </a:lnTo>
                <a:lnTo>
                  <a:pt x="104775" y="1733550"/>
                </a:lnTo>
                <a:lnTo>
                  <a:pt x="104775" y="1724025"/>
                </a:lnTo>
                <a:lnTo>
                  <a:pt x="95250" y="1724025"/>
                </a:lnTo>
                <a:lnTo>
                  <a:pt x="95250" y="1666875"/>
                </a:lnTo>
                <a:lnTo>
                  <a:pt x="104775" y="1666875"/>
                </a:lnTo>
                <a:lnTo>
                  <a:pt x="104775" y="1657350"/>
                </a:lnTo>
                <a:lnTo>
                  <a:pt x="114300" y="1657350"/>
                </a:lnTo>
                <a:lnTo>
                  <a:pt x="114300" y="1647825"/>
                </a:lnTo>
                <a:lnTo>
                  <a:pt x="123825" y="1647825"/>
                </a:lnTo>
                <a:lnTo>
                  <a:pt x="123825" y="1638300"/>
                </a:lnTo>
                <a:lnTo>
                  <a:pt x="409575" y="1638300"/>
                </a:lnTo>
                <a:lnTo>
                  <a:pt x="409575" y="1628775"/>
                </a:lnTo>
                <a:lnTo>
                  <a:pt x="419100" y="1628775"/>
                </a:lnTo>
                <a:lnTo>
                  <a:pt x="419100" y="1619250"/>
                </a:lnTo>
                <a:lnTo>
                  <a:pt x="438150" y="1619250"/>
                </a:lnTo>
                <a:lnTo>
                  <a:pt x="438150" y="1628775"/>
                </a:lnTo>
                <a:lnTo>
                  <a:pt x="447675" y="1628775"/>
                </a:lnTo>
                <a:lnTo>
                  <a:pt x="447675" y="1638300"/>
                </a:lnTo>
                <a:lnTo>
                  <a:pt x="571500" y="1638300"/>
                </a:lnTo>
                <a:lnTo>
                  <a:pt x="571500" y="1628775"/>
                </a:lnTo>
                <a:lnTo>
                  <a:pt x="581025" y="1628775"/>
                </a:lnTo>
                <a:lnTo>
                  <a:pt x="581025" y="1609725"/>
                </a:lnTo>
                <a:lnTo>
                  <a:pt x="590550" y="1609725"/>
                </a:lnTo>
                <a:lnTo>
                  <a:pt x="590550" y="1628775"/>
                </a:lnTo>
                <a:lnTo>
                  <a:pt x="600075" y="1628775"/>
                </a:lnTo>
                <a:lnTo>
                  <a:pt x="600075" y="1638300"/>
                </a:lnTo>
                <a:lnTo>
                  <a:pt x="638175" y="1638300"/>
                </a:lnTo>
                <a:lnTo>
                  <a:pt x="638175" y="1647825"/>
                </a:lnTo>
                <a:lnTo>
                  <a:pt x="762000" y="1647825"/>
                </a:lnTo>
                <a:lnTo>
                  <a:pt x="762000" y="1638300"/>
                </a:lnTo>
                <a:lnTo>
                  <a:pt x="904875" y="1638300"/>
                </a:lnTo>
                <a:lnTo>
                  <a:pt x="904875" y="1628775"/>
                </a:lnTo>
                <a:lnTo>
                  <a:pt x="933450" y="1628775"/>
                </a:lnTo>
                <a:lnTo>
                  <a:pt x="933450" y="1638300"/>
                </a:lnTo>
                <a:lnTo>
                  <a:pt x="1028700" y="1638300"/>
                </a:lnTo>
                <a:lnTo>
                  <a:pt x="1028700" y="1647825"/>
                </a:lnTo>
                <a:lnTo>
                  <a:pt x="1066800" y="1647825"/>
                </a:lnTo>
                <a:lnTo>
                  <a:pt x="1066800" y="1638300"/>
                </a:lnTo>
                <a:lnTo>
                  <a:pt x="1085850" y="1638300"/>
                </a:lnTo>
                <a:lnTo>
                  <a:pt x="1085850" y="1647825"/>
                </a:lnTo>
                <a:lnTo>
                  <a:pt x="1114425" y="1647825"/>
                </a:lnTo>
                <a:lnTo>
                  <a:pt x="1114425" y="1638300"/>
                </a:lnTo>
                <a:lnTo>
                  <a:pt x="1143000" y="1638300"/>
                </a:lnTo>
                <a:lnTo>
                  <a:pt x="1143000" y="1647825"/>
                </a:lnTo>
                <a:lnTo>
                  <a:pt x="1190625" y="1647825"/>
                </a:lnTo>
                <a:lnTo>
                  <a:pt x="1190625" y="1638300"/>
                </a:lnTo>
                <a:lnTo>
                  <a:pt x="1238250" y="1638300"/>
                </a:lnTo>
                <a:lnTo>
                  <a:pt x="1238250" y="1628775"/>
                </a:lnTo>
                <a:lnTo>
                  <a:pt x="1247775" y="1628775"/>
                </a:lnTo>
                <a:lnTo>
                  <a:pt x="1247775" y="1590675"/>
                </a:lnTo>
                <a:lnTo>
                  <a:pt x="1238250" y="1590675"/>
                </a:lnTo>
                <a:lnTo>
                  <a:pt x="1238250" y="1562100"/>
                </a:lnTo>
                <a:lnTo>
                  <a:pt x="1247775" y="1562100"/>
                </a:lnTo>
                <a:lnTo>
                  <a:pt x="1247775" y="1552575"/>
                </a:lnTo>
                <a:lnTo>
                  <a:pt x="1257300" y="1552575"/>
                </a:lnTo>
                <a:lnTo>
                  <a:pt x="1257300" y="1609725"/>
                </a:lnTo>
                <a:lnTo>
                  <a:pt x="1266825" y="1609725"/>
                </a:lnTo>
                <a:lnTo>
                  <a:pt x="1266825" y="1628775"/>
                </a:lnTo>
                <a:lnTo>
                  <a:pt x="1276350" y="1628775"/>
                </a:lnTo>
                <a:lnTo>
                  <a:pt x="1276350" y="1638300"/>
                </a:lnTo>
                <a:lnTo>
                  <a:pt x="1304925" y="1638300"/>
                </a:lnTo>
                <a:lnTo>
                  <a:pt x="1304925" y="1628775"/>
                </a:lnTo>
                <a:lnTo>
                  <a:pt x="1314450" y="1628775"/>
                </a:lnTo>
                <a:lnTo>
                  <a:pt x="1314450" y="1381125"/>
                </a:lnTo>
                <a:lnTo>
                  <a:pt x="1304925" y="1381125"/>
                </a:lnTo>
                <a:lnTo>
                  <a:pt x="1304925" y="1362075"/>
                </a:lnTo>
                <a:lnTo>
                  <a:pt x="1314450" y="1362075"/>
                </a:lnTo>
                <a:lnTo>
                  <a:pt x="1314450" y="1228725"/>
                </a:lnTo>
                <a:lnTo>
                  <a:pt x="1323975" y="1228725"/>
                </a:lnTo>
                <a:lnTo>
                  <a:pt x="1323975" y="1219200"/>
                </a:lnTo>
                <a:lnTo>
                  <a:pt x="1409700" y="1219200"/>
                </a:lnTo>
                <a:close/>
                <a:moveTo>
                  <a:pt x="1476375" y="1238250"/>
                </a:moveTo>
                <a:lnTo>
                  <a:pt x="1514475" y="1238250"/>
                </a:lnTo>
                <a:lnTo>
                  <a:pt x="1514475" y="1228725"/>
                </a:lnTo>
                <a:lnTo>
                  <a:pt x="1476375" y="1228725"/>
                </a:lnTo>
                <a:close/>
                <a:moveTo>
                  <a:pt x="409575" y="1276350"/>
                </a:moveTo>
                <a:lnTo>
                  <a:pt x="419100" y="1276350"/>
                </a:lnTo>
                <a:lnTo>
                  <a:pt x="419100" y="1285875"/>
                </a:lnTo>
                <a:lnTo>
                  <a:pt x="409575" y="1285875"/>
                </a:lnTo>
                <a:close/>
                <a:moveTo>
                  <a:pt x="628650" y="1304925"/>
                </a:moveTo>
                <a:lnTo>
                  <a:pt x="647700" y="1304925"/>
                </a:lnTo>
                <a:lnTo>
                  <a:pt x="647700" y="1323975"/>
                </a:lnTo>
                <a:lnTo>
                  <a:pt x="628650" y="1323975"/>
                </a:lnTo>
                <a:close/>
                <a:moveTo>
                  <a:pt x="409575" y="1323975"/>
                </a:moveTo>
                <a:lnTo>
                  <a:pt x="419100" y="1323975"/>
                </a:lnTo>
                <a:lnTo>
                  <a:pt x="419100" y="1333500"/>
                </a:lnTo>
                <a:lnTo>
                  <a:pt x="409575" y="1333500"/>
                </a:lnTo>
                <a:close/>
                <a:moveTo>
                  <a:pt x="1476375" y="1352550"/>
                </a:moveTo>
                <a:lnTo>
                  <a:pt x="1485900" y="1352550"/>
                </a:lnTo>
                <a:lnTo>
                  <a:pt x="1485900" y="1295400"/>
                </a:lnTo>
                <a:lnTo>
                  <a:pt x="1476375" y="1295400"/>
                </a:lnTo>
                <a:lnTo>
                  <a:pt x="1476375" y="1247775"/>
                </a:lnTo>
                <a:lnTo>
                  <a:pt x="1466850" y="1247775"/>
                </a:lnTo>
                <a:lnTo>
                  <a:pt x="1466850" y="1238250"/>
                </a:lnTo>
                <a:lnTo>
                  <a:pt x="1343025" y="1238250"/>
                </a:lnTo>
                <a:lnTo>
                  <a:pt x="1343025" y="1247775"/>
                </a:lnTo>
                <a:lnTo>
                  <a:pt x="1333500" y="1247775"/>
                </a:lnTo>
                <a:lnTo>
                  <a:pt x="1333500" y="1628775"/>
                </a:lnTo>
                <a:lnTo>
                  <a:pt x="1343025" y="1628775"/>
                </a:lnTo>
                <a:lnTo>
                  <a:pt x="1343025" y="1638300"/>
                </a:lnTo>
                <a:lnTo>
                  <a:pt x="1781175" y="1638300"/>
                </a:lnTo>
                <a:lnTo>
                  <a:pt x="1781175" y="1628775"/>
                </a:lnTo>
                <a:lnTo>
                  <a:pt x="1790700" y="1628775"/>
                </a:lnTo>
                <a:lnTo>
                  <a:pt x="1790700" y="1247775"/>
                </a:lnTo>
                <a:lnTo>
                  <a:pt x="1781175" y="1247775"/>
                </a:lnTo>
                <a:lnTo>
                  <a:pt x="1781175" y="1238250"/>
                </a:lnTo>
                <a:lnTo>
                  <a:pt x="1647825" y="1238250"/>
                </a:lnTo>
                <a:lnTo>
                  <a:pt x="1647825" y="1247775"/>
                </a:lnTo>
                <a:lnTo>
                  <a:pt x="1638300" y="1247775"/>
                </a:lnTo>
                <a:lnTo>
                  <a:pt x="1638300" y="1419225"/>
                </a:lnTo>
                <a:lnTo>
                  <a:pt x="1609725" y="1419225"/>
                </a:lnTo>
                <a:lnTo>
                  <a:pt x="1609725" y="1409700"/>
                </a:lnTo>
                <a:lnTo>
                  <a:pt x="1590675" y="1409700"/>
                </a:lnTo>
                <a:lnTo>
                  <a:pt x="1590675" y="1400175"/>
                </a:lnTo>
                <a:lnTo>
                  <a:pt x="1581150" y="1400175"/>
                </a:lnTo>
                <a:lnTo>
                  <a:pt x="1581150" y="1390650"/>
                </a:lnTo>
                <a:lnTo>
                  <a:pt x="1543050" y="1390650"/>
                </a:lnTo>
                <a:lnTo>
                  <a:pt x="1543050" y="1400175"/>
                </a:lnTo>
                <a:lnTo>
                  <a:pt x="1524000" y="1400175"/>
                </a:lnTo>
                <a:lnTo>
                  <a:pt x="1524000" y="1409700"/>
                </a:lnTo>
                <a:lnTo>
                  <a:pt x="1514475" y="1409700"/>
                </a:lnTo>
                <a:lnTo>
                  <a:pt x="1514475" y="1419225"/>
                </a:lnTo>
                <a:lnTo>
                  <a:pt x="1485900" y="1419225"/>
                </a:lnTo>
                <a:lnTo>
                  <a:pt x="1485900" y="1400175"/>
                </a:lnTo>
                <a:lnTo>
                  <a:pt x="1476375" y="1400175"/>
                </a:lnTo>
                <a:close/>
                <a:moveTo>
                  <a:pt x="1552575" y="1352550"/>
                </a:moveTo>
                <a:lnTo>
                  <a:pt x="1571625" y="1352550"/>
                </a:lnTo>
                <a:lnTo>
                  <a:pt x="1571625" y="1362075"/>
                </a:lnTo>
                <a:lnTo>
                  <a:pt x="1590675" y="1362075"/>
                </a:lnTo>
                <a:lnTo>
                  <a:pt x="1590675" y="1371600"/>
                </a:lnTo>
                <a:lnTo>
                  <a:pt x="1600200" y="1371600"/>
                </a:lnTo>
                <a:lnTo>
                  <a:pt x="1600200" y="1362075"/>
                </a:lnTo>
                <a:lnTo>
                  <a:pt x="1609725" y="1362075"/>
                </a:lnTo>
                <a:lnTo>
                  <a:pt x="1609725" y="1257300"/>
                </a:lnTo>
                <a:lnTo>
                  <a:pt x="1600200" y="1257300"/>
                </a:lnTo>
                <a:lnTo>
                  <a:pt x="1600200" y="1247775"/>
                </a:lnTo>
                <a:lnTo>
                  <a:pt x="1524000" y="1247775"/>
                </a:lnTo>
                <a:lnTo>
                  <a:pt x="1524000" y="1257300"/>
                </a:lnTo>
                <a:lnTo>
                  <a:pt x="1514475" y="1257300"/>
                </a:lnTo>
                <a:lnTo>
                  <a:pt x="1514475" y="1362075"/>
                </a:lnTo>
                <a:lnTo>
                  <a:pt x="1524000" y="1362075"/>
                </a:lnTo>
                <a:lnTo>
                  <a:pt x="1524000" y="1371600"/>
                </a:lnTo>
                <a:lnTo>
                  <a:pt x="1533525" y="1371600"/>
                </a:lnTo>
                <a:lnTo>
                  <a:pt x="1533525" y="1362075"/>
                </a:lnTo>
                <a:lnTo>
                  <a:pt x="1552575" y="1362075"/>
                </a:lnTo>
                <a:close/>
                <a:moveTo>
                  <a:pt x="457200" y="1371600"/>
                </a:moveTo>
                <a:lnTo>
                  <a:pt x="476250" y="1371600"/>
                </a:lnTo>
                <a:lnTo>
                  <a:pt x="476250" y="1381125"/>
                </a:lnTo>
                <a:lnTo>
                  <a:pt x="466725" y="1381125"/>
                </a:lnTo>
                <a:lnTo>
                  <a:pt x="466725" y="1409700"/>
                </a:lnTo>
                <a:lnTo>
                  <a:pt x="447675" y="1409700"/>
                </a:lnTo>
                <a:lnTo>
                  <a:pt x="447675" y="1390650"/>
                </a:lnTo>
                <a:lnTo>
                  <a:pt x="457200" y="1390650"/>
                </a:lnTo>
                <a:close/>
                <a:moveTo>
                  <a:pt x="561975" y="1371600"/>
                </a:moveTo>
                <a:lnTo>
                  <a:pt x="571500" y="1371600"/>
                </a:lnTo>
                <a:lnTo>
                  <a:pt x="571500" y="1381125"/>
                </a:lnTo>
                <a:lnTo>
                  <a:pt x="561975" y="1381125"/>
                </a:lnTo>
                <a:close/>
                <a:moveTo>
                  <a:pt x="1276350" y="1371600"/>
                </a:moveTo>
                <a:lnTo>
                  <a:pt x="1285875" y="1371600"/>
                </a:lnTo>
                <a:lnTo>
                  <a:pt x="1285875" y="1381125"/>
                </a:lnTo>
                <a:lnTo>
                  <a:pt x="1276350" y="1381125"/>
                </a:lnTo>
                <a:close/>
                <a:moveTo>
                  <a:pt x="600075" y="1381125"/>
                </a:moveTo>
                <a:lnTo>
                  <a:pt x="609600" y="1381125"/>
                </a:lnTo>
                <a:lnTo>
                  <a:pt x="609600" y="1390650"/>
                </a:lnTo>
                <a:lnTo>
                  <a:pt x="600075" y="1390650"/>
                </a:lnTo>
                <a:close/>
                <a:moveTo>
                  <a:pt x="1219200" y="1381125"/>
                </a:moveTo>
                <a:lnTo>
                  <a:pt x="1228725" y="1381125"/>
                </a:lnTo>
                <a:lnTo>
                  <a:pt x="1228725" y="1390650"/>
                </a:lnTo>
                <a:lnTo>
                  <a:pt x="1238250" y="1390650"/>
                </a:lnTo>
                <a:lnTo>
                  <a:pt x="1238250" y="1400175"/>
                </a:lnTo>
                <a:lnTo>
                  <a:pt x="1228725" y="1400175"/>
                </a:lnTo>
                <a:lnTo>
                  <a:pt x="1228725" y="1419225"/>
                </a:lnTo>
                <a:lnTo>
                  <a:pt x="1238250" y="1419225"/>
                </a:lnTo>
                <a:lnTo>
                  <a:pt x="1238250" y="1485900"/>
                </a:lnTo>
                <a:lnTo>
                  <a:pt x="1228725" y="1485900"/>
                </a:lnTo>
                <a:lnTo>
                  <a:pt x="1228725" y="1457325"/>
                </a:lnTo>
                <a:lnTo>
                  <a:pt x="1219200" y="1457325"/>
                </a:lnTo>
                <a:close/>
                <a:moveTo>
                  <a:pt x="1247775" y="1381125"/>
                </a:moveTo>
                <a:lnTo>
                  <a:pt x="1257300" y="1381125"/>
                </a:lnTo>
                <a:lnTo>
                  <a:pt x="1257300" y="1390650"/>
                </a:lnTo>
                <a:lnTo>
                  <a:pt x="1247775" y="1390650"/>
                </a:lnTo>
                <a:close/>
                <a:moveTo>
                  <a:pt x="609600" y="1390650"/>
                </a:moveTo>
                <a:lnTo>
                  <a:pt x="619125" y="1390650"/>
                </a:lnTo>
                <a:lnTo>
                  <a:pt x="619125" y="1409700"/>
                </a:lnTo>
                <a:lnTo>
                  <a:pt x="628650" y="1409700"/>
                </a:lnTo>
                <a:lnTo>
                  <a:pt x="628650" y="1457325"/>
                </a:lnTo>
                <a:lnTo>
                  <a:pt x="619125" y="1457325"/>
                </a:lnTo>
                <a:lnTo>
                  <a:pt x="619125" y="1514475"/>
                </a:lnTo>
                <a:lnTo>
                  <a:pt x="609600" y="1514475"/>
                </a:lnTo>
                <a:lnTo>
                  <a:pt x="609600" y="1533525"/>
                </a:lnTo>
                <a:lnTo>
                  <a:pt x="600075" y="1533525"/>
                </a:lnTo>
                <a:lnTo>
                  <a:pt x="600075" y="1476375"/>
                </a:lnTo>
                <a:lnTo>
                  <a:pt x="609600" y="1476375"/>
                </a:lnTo>
                <a:close/>
                <a:moveTo>
                  <a:pt x="447675" y="1438275"/>
                </a:moveTo>
                <a:lnTo>
                  <a:pt x="466725" y="1438275"/>
                </a:lnTo>
                <a:lnTo>
                  <a:pt x="466725" y="1447800"/>
                </a:lnTo>
                <a:lnTo>
                  <a:pt x="457200" y="1447800"/>
                </a:lnTo>
                <a:lnTo>
                  <a:pt x="457200" y="1466850"/>
                </a:lnTo>
                <a:lnTo>
                  <a:pt x="438150" y="1466850"/>
                </a:lnTo>
                <a:lnTo>
                  <a:pt x="438150" y="1457325"/>
                </a:lnTo>
                <a:lnTo>
                  <a:pt x="447675" y="1457325"/>
                </a:lnTo>
                <a:close/>
                <a:moveTo>
                  <a:pt x="1238250" y="1485900"/>
                </a:moveTo>
                <a:lnTo>
                  <a:pt x="1247775" y="1485900"/>
                </a:lnTo>
                <a:lnTo>
                  <a:pt x="1247775" y="1524000"/>
                </a:lnTo>
                <a:lnTo>
                  <a:pt x="1238250" y="1524000"/>
                </a:lnTo>
                <a:close/>
                <a:moveTo>
                  <a:pt x="438150" y="1504950"/>
                </a:moveTo>
                <a:lnTo>
                  <a:pt x="457200" y="1504950"/>
                </a:lnTo>
                <a:lnTo>
                  <a:pt x="457200" y="1514475"/>
                </a:lnTo>
                <a:lnTo>
                  <a:pt x="447675" y="1514475"/>
                </a:lnTo>
                <a:lnTo>
                  <a:pt x="447675" y="1533525"/>
                </a:lnTo>
                <a:lnTo>
                  <a:pt x="428625" y="1533525"/>
                </a:lnTo>
                <a:lnTo>
                  <a:pt x="428625" y="1514475"/>
                </a:lnTo>
                <a:lnTo>
                  <a:pt x="438150" y="1514475"/>
                </a:lnTo>
                <a:close/>
                <a:moveTo>
                  <a:pt x="590550" y="1543050"/>
                </a:moveTo>
                <a:lnTo>
                  <a:pt x="600075" y="1543050"/>
                </a:lnTo>
                <a:lnTo>
                  <a:pt x="600075" y="1590675"/>
                </a:lnTo>
                <a:lnTo>
                  <a:pt x="590550" y="1590675"/>
                </a:lnTo>
                <a:close/>
                <a:moveTo>
                  <a:pt x="428625" y="1562100"/>
                </a:moveTo>
                <a:lnTo>
                  <a:pt x="447675" y="1562100"/>
                </a:lnTo>
                <a:lnTo>
                  <a:pt x="447675" y="1581150"/>
                </a:lnTo>
                <a:lnTo>
                  <a:pt x="438150" y="1581150"/>
                </a:lnTo>
                <a:lnTo>
                  <a:pt x="438150" y="1590675"/>
                </a:lnTo>
                <a:lnTo>
                  <a:pt x="419100" y="1590675"/>
                </a:lnTo>
                <a:lnTo>
                  <a:pt x="419100" y="1581150"/>
                </a:lnTo>
                <a:lnTo>
                  <a:pt x="428625" y="1581150"/>
                </a:lnTo>
                <a:close/>
                <a:moveTo>
                  <a:pt x="114300" y="1714500"/>
                </a:moveTo>
                <a:lnTo>
                  <a:pt x="123825" y="1714500"/>
                </a:lnTo>
                <a:lnTo>
                  <a:pt x="123825" y="1724025"/>
                </a:lnTo>
                <a:lnTo>
                  <a:pt x="133350" y="1724025"/>
                </a:lnTo>
                <a:lnTo>
                  <a:pt x="133350" y="1733550"/>
                </a:lnTo>
                <a:lnTo>
                  <a:pt x="1952625" y="1733550"/>
                </a:lnTo>
                <a:lnTo>
                  <a:pt x="1952625" y="1724025"/>
                </a:lnTo>
                <a:lnTo>
                  <a:pt x="1962150" y="1724025"/>
                </a:lnTo>
                <a:lnTo>
                  <a:pt x="1962150" y="1714500"/>
                </a:lnTo>
                <a:lnTo>
                  <a:pt x="1971675" y="1714500"/>
                </a:lnTo>
                <a:lnTo>
                  <a:pt x="1971675" y="1676400"/>
                </a:lnTo>
                <a:lnTo>
                  <a:pt x="1962150" y="1676400"/>
                </a:lnTo>
                <a:lnTo>
                  <a:pt x="1962150" y="1666875"/>
                </a:lnTo>
                <a:lnTo>
                  <a:pt x="1952625" y="1666875"/>
                </a:lnTo>
                <a:lnTo>
                  <a:pt x="1952625" y="1657350"/>
                </a:lnTo>
                <a:lnTo>
                  <a:pt x="123825" y="1657350"/>
                </a:lnTo>
                <a:lnTo>
                  <a:pt x="123825" y="1666875"/>
                </a:lnTo>
                <a:lnTo>
                  <a:pt x="114300" y="1666875"/>
                </a:lnTo>
                <a:close/>
              </a:path>
            </a:pathLst>
          </a:custGeom>
          <a:solidFill xmlns:a="http://schemas.openxmlformats.org/drawingml/2006/main">
            <a:srgbClr val="926C54"/>
          </a:solidFill>
          <a:ln xmlns:a="http://schemas.openxmlformats.org/drawingml/2006/main" w="0">
            <a:noFill/>
          </a:ln>
        </p:spPr>
      </p:sp>
      <p:sp>
        <p:nvSpPr>
          <p:cNvPr id="32" name="employee vector #396650">
            <a:extLst xmlns:a="http://schemas.openxmlformats.org/drawingml/2006/main">
              <a:ext uri="{FF2B5EF4-FFF2-40B4-BE49-F238E27FC236}">
                <a16:creationId xmlns:a16="http://schemas.microsoft.com/office/drawing/2014/main" id="{B18EDE5D-BA4D-4243-A7EA-0789EF2A645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85825" y="2571750"/>
            <a:ext cx="2105025" cy="2066925"/>
          </a:xfrm>
          <a:custGeom xmlns:a="http://schemas.openxmlformats.org/drawingml/2006/main">
            <a:pathLst>
              <a:path w="2105025" h="2066925">
                <a:moveTo>
                  <a:pt x="895350" y="161925"/>
                </a:moveTo>
                <a:lnTo>
                  <a:pt x="914400" y="161925"/>
                </a:lnTo>
                <a:lnTo>
                  <a:pt x="914400" y="171450"/>
                </a:lnTo>
                <a:lnTo>
                  <a:pt x="895350" y="171450"/>
                </a:lnTo>
                <a:close/>
                <a:moveTo>
                  <a:pt x="952500" y="161925"/>
                </a:moveTo>
                <a:lnTo>
                  <a:pt x="981075" y="161925"/>
                </a:lnTo>
                <a:lnTo>
                  <a:pt x="981075" y="171450"/>
                </a:lnTo>
                <a:lnTo>
                  <a:pt x="952500" y="171450"/>
                </a:lnTo>
                <a:close/>
                <a:moveTo>
                  <a:pt x="866775" y="171450"/>
                </a:moveTo>
                <a:lnTo>
                  <a:pt x="876300" y="171450"/>
                </a:lnTo>
                <a:lnTo>
                  <a:pt x="876300" y="180975"/>
                </a:lnTo>
                <a:lnTo>
                  <a:pt x="866775" y="180975"/>
                </a:lnTo>
                <a:close/>
                <a:moveTo>
                  <a:pt x="1000125" y="171450"/>
                </a:moveTo>
                <a:lnTo>
                  <a:pt x="1019175" y="171450"/>
                </a:lnTo>
                <a:lnTo>
                  <a:pt x="1019175" y="180975"/>
                </a:lnTo>
                <a:lnTo>
                  <a:pt x="1000125" y="180975"/>
                </a:lnTo>
                <a:close/>
                <a:moveTo>
                  <a:pt x="1028700" y="180975"/>
                </a:moveTo>
                <a:lnTo>
                  <a:pt x="1038225" y="180975"/>
                </a:lnTo>
                <a:lnTo>
                  <a:pt x="1038225" y="190500"/>
                </a:lnTo>
                <a:lnTo>
                  <a:pt x="1028700" y="190500"/>
                </a:lnTo>
                <a:close/>
                <a:moveTo>
                  <a:pt x="1047750" y="190500"/>
                </a:moveTo>
                <a:lnTo>
                  <a:pt x="1057275" y="190500"/>
                </a:lnTo>
                <a:lnTo>
                  <a:pt x="1057275" y="200025"/>
                </a:lnTo>
                <a:lnTo>
                  <a:pt x="1047750" y="200025"/>
                </a:lnTo>
                <a:close/>
                <a:moveTo>
                  <a:pt x="1066800" y="200025"/>
                </a:moveTo>
                <a:lnTo>
                  <a:pt x="1076325" y="200025"/>
                </a:lnTo>
                <a:lnTo>
                  <a:pt x="1076325" y="209550"/>
                </a:lnTo>
                <a:lnTo>
                  <a:pt x="1066800" y="209550"/>
                </a:lnTo>
                <a:close/>
                <a:moveTo>
                  <a:pt x="790575" y="209550"/>
                </a:moveTo>
                <a:lnTo>
                  <a:pt x="800100" y="209550"/>
                </a:lnTo>
                <a:lnTo>
                  <a:pt x="800100" y="219075"/>
                </a:lnTo>
                <a:lnTo>
                  <a:pt x="790575" y="219075"/>
                </a:lnTo>
                <a:close/>
                <a:moveTo>
                  <a:pt x="752475" y="219075"/>
                </a:moveTo>
                <a:lnTo>
                  <a:pt x="762000" y="219075"/>
                </a:lnTo>
                <a:lnTo>
                  <a:pt x="762000" y="228600"/>
                </a:lnTo>
                <a:lnTo>
                  <a:pt x="752475" y="228600"/>
                </a:lnTo>
                <a:close/>
                <a:moveTo>
                  <a:pt x="733425" y="228600"/>
                </a:moveTo>
                <a:lnTo>
                  <a:pt x="742950" y="228600"/>
                </a:lnTo>
                <a:lnTo>
                  <a:pt x="742950" y="238125"/>
                </a:lnTo>
                <a:lnTo>
                  <a:pt x="733425" y="238125"/>
                </a:lnTo>
                <a:close/>
                <a:moveTo>
                  <a:pt x="1123950" y="257175"/>
                </a:moveTo>
                <a:lnTo>
                  <a:pt x="1133475" y="257175"/>
                </a:lnTo>
                <a:lnTo>
                  <a:pt x="1133475" y="266700"/>
                </a:lnTo>
                <a:lnTo>
                  <a:pt x="1123950" y="266700"/>
                </a:lnTo>
                <a:close/>
                <a:moveTo>
                  <a:pt x="685800" y="276225"/>
                </a:moveTo>
                <a:lnTo>
                  <a:pt x="695325" y="276225"/>
                </a:lnTo>
                <a:lnTo>
                  <a:pt x="695325" y="285750"/>
                </a:lnTo>
                <a:lnTo>
                  <a:pt x="685800" y="285750"/>
                </a:lnTo>
                <a:close/>
                <a:moveTo>
                  <a:pt x="1133475" y="276225"/>
                </a:moveTo>
                <a:lnTo>
                  <a:pt x="1143000" y="276225"/>
                </a:lnTo>
                <a:lnTo>
                  <a:pt x="1143000" y="285750"/>
                </a:lnTo>
                <a:lnTo>
                  <a:pt x="1133475" y="285750"/>
                </a:lnTo>
                <a:close/>
                <a:moveTo>
                  <a:pt x="676275" y="295275"/>
                </a:moveTo>
                <a:lnTo>
                  <a:pt x="685800" y="295275"/>
                </a:lnTo>
                <a:lnTo>
                  <a:pt x="685800" y="304800"/>
                </a:lnTo>
                <a:lnTo>
                  <a:pt x="676275" y="304800"/>
                </a:lnTo>
                <a:close/>
                <a:moveTo>
                  <a:pt x="1143000" y="295275"/>
                </a:moveTo>
                <a:lnTo>
                  <a:pt x="1152525" y="295275"/>
                </a:lnTo>
                <a:lnTo>
                  <a:pt x="1152525" y="304800"/>
                </a:lnTo>
                <a:lnTo>
                  <a:pt x="1143000" y="304800"/>
                </a:lnTo>
                <a:close/>
                <a:moveTo>
                  <a:pt x="838200" y="314325"/>
                </a:moveTo>
                <a:lnTo>
                  <a:pt x="857250" y="314325"/>
                </a:lnTo>
                <a:lnTo>
                  <a:pt x="857250" y="323850"/>
                </a:lnTo>
                <a:lnTo>
                  <a:pt x="838200" y="323850"/>
                </a:lnTo>
                <a:close/>
                <a:moveTo>
                  <a:pt x="666750" y="323850"/>
                </a:moveTo>
                <a:lnTo>
                  <a:pt x="676275" y="323850"/>
                </a:lnTo>
                <a:lnTo>
                  <a:pt x="676275" y="333375"/>
                </a:lnTo>
                <a:lnTo>
                  <a:pt x="666750" y="333375"/>
                </a:lnTo>
                <a:close/>
                <a:moveTo>
                  <a:pt x="1152525" y="323850"/>
                </a:moveTo>
                <a:lnTo>
                  <a:pt x="1162050" y="323850"/>
                </a:lnTo>
                <a:lnTo>
                  <a:pt x="1162050" y="342900"/>
                </a:lnTo>
                <a:lnTo>
                  <a:pt x="1152525" y="342900"/>
                </a:lnTo>
                <a:close/>
                <a:moveTo>
                  <a:pt x="828675" y="333375"/>
                </a:moveTo>
                <a:lnTo>
                  <a:pt x="838200" y="333375"/>
                </a:lnTo>
                <a:lnTo>
                  <a:pt x="838200" y="342900"/>
                </a:lnTo>
                <a:lnTo>
                  <a:pt x="828675" y="342900"/>
                </a:lnTo>
                <a:close/>
                <a:moveTo>
                  <a:pt x="885825" y="352425"/>
                </a:moveTo>
                <a:lnTo>
                  <a:pt x="895350" y="352425"/>
                </a:lnTo>
                <a:lnTo>
                  <a:pt x="895350" y="361950"/>
                </a:lnTo>
                <a:lnTo>
                  <a:pt x="885825" y="361950"/>
                </a:lnTo>
                <a:close/>
                <a:moveTo>
                  <a:pt x="657225" y="361950"/>
                </a:moveTo>
                <a:lnTo>
                  <a:pt x="666750" y="361950"/>
                </a:lnTo>
                <a:lnTo>
                  <a:pt x="666750" y="400050"/>
                </a:lnTo>
                <a:lnTo>
                  <a:pt x="657225" y="400050"/>
                </a:lnTo>
                <a:close/>
                <a:moveTo>
                  <a:pt x="819150" y="361950"/>
                </a:moveTo>
                <a:lnTo>
                  <a:pt x="828675" y="361950"/>
                </a:lnTo>
                <a:lnTo>
                  <a:pt x="828675" y="371475"/>
                </a:lnTo>
                <a:lnTo>
                  <a:pt x="819150" y="371475"/>
                </a:lnTo>
                <a:close/>
                <a:moveTo>
                  <a:pt x="895350" y="361950"/>
                </a:moveTo>
                <a:lnTo>
                  <a:pt x="904875" y="361950"/>
                </a:lnTo>
                <a:lnTo>
                  <a:pt x="904875" y="371475"/>
                </a:lnTo>
                <a:lnTo>
                  <a:pt x="895350" y="371475"/>
                </a:lnTo>
                <a:close/>
                <a:moveTo>
                  <a:pt x="914400" y="371475"/>
                </a:moveTo>
                <a:lnTo>
                  <a:pt x="923925" y="371475"/>
                </a:lnTo>
                <a:lnTo>
                  <a:pt x="923925" y="381000"/>
                </a:lnTo>
                <a:lnTo>
                  <a:pt x="914400" y="381000"/>
                </a:lnTo>
                <a:close/>
                <a:moveTo>
                  <a:pt x="809625" y="381000"/>
                </a:moveTo>
                <a:lnTo>
                  <a:pt x="819150" y="381000"/>
                </a:lnTo>
                <a:lnTo>
                  <a:pt x="819150" y="390525"/>
                </a:lnTo>
                <a:lnTo>
                  <a:pt x="809625" y="390525"/>
                </a:lnTo>
                <a:close/>
                <a:moveTo>
                  <a:pt x="923925" y="381000"/>
                </a:moveTo>
                <a:lnTo>
                  <a:pt x="933450" y="381000"/>
                </a:lnTo>
                <a:lnTo>
                  <a:pt x="933450" y="390525"/>
                </a:lnTo>
                <a:lnTo>
                  <a:pt x="923925" y="390525"/>
                </a:lnTo>
                <a:close/>
                <a:moveTo>
                  <a:pt x="1162050" y="381000"/>
                </a:moveTo>
                <a:lnTo>
                  <a:pt x="1171575" y="381000"/>
                </a:lnTo>
                <a:lnTo>
                  <a:pt x="1171575" y="466725"/>
                </a:lnTo>
                <a:lnTo>
                  <a:pt x="1162050" y="466725"/>
                </a:lnTo>
                <a:close/>
                <a:moveTo>
                  <a:pt x="800100" y="390525"/>
                </a:moveTo>
                <a:lnTo>
                  <a:pt x="809625" y="390525"/>
                </a:lnTo>
                <a:lnTo>
                  <a:pt x="809625" y="400050"/>
                </a:lnTo>
                <a:lnTo>
                  <a:pt x="800100" y="400050"/>
                </a:lnTo>
                <a:close/>
                <a:moveTo>
                  <a:pt x="657225" y="419100"/>
                </a:moveTo>
                <a:lnTo>
                  <a:pt x="666750" y="419100"/>
                </a:lnTo>
                <a:lnTo>
                  <a:pt x="666750" y="457200"/>
                </a:lnTo>
                <a:lnTo>
                  <a:pt x="676275" y="457200"/>
                </a:lnTo>
                <a:lnTo>
                  <a:pt x="676275" y="476250"/>
                </a:lnTo>
                <a:lnTo>
                  <a:pt x="666750" y="476250"/>
                </a:lnTo>
                <a:lnTo>
                  <a:pt x="666750" y="466725"/>
                </a:lnTo>
                <a:lnTo>
                  <a:pt x="657225" y="466725"/>
                </a:lnTo>
                <a:close/>
                <a:moveTo>
                  <a:pt x="1019175" y="428625"/>
                </a:moveTo>
                <a:lnTo>
                  <a:pt x="1028700" y="428625"/>
                </a:lnTo>
                <a:lnTo>
                  <a:pt x="1028700" y="438150"/>
                </a:lnTo>
                <a:lnTo>
                  <a:pt x="1019175" y="438150"/>
                </a:lnTo>
                <a:close/>
                <a:moveTo>
                  <a:pt x="752475" y="438150"/>
                </a:moveTo>
                <a:lnTo>
                  <a:pt x="762000" y="438150"/>
                </a:lnTo>
                <a:lnTo>
                  <a:pt x="762000" y="447675"/>
                </a:lnTo>
                <a:lnTo>
                  <a:pt x="752475" y="447675"/>
                </a:lnTo>
                <a:close/>
                <a:moveTo>
                  <a:pt x="1047750" y="438150"/>
                </a:moveTo>
                <a:lnTo>
                  <a:pt x="1066800" y="438150"/>
                </a:lnTo>
                <a:lnTo>
                  <a:pt x="1066800" y="447675"/>
                </a:lnTo>
                <a:lnTo>
                  <a:pt x="1047750" y="447675"/>
                </a:lnTo>
                <a:close/>
                <a:moveTo>
                  <a:pt x="733425" y="447675"/>
                </a:moveTo>
                <a:lnTo>
                  <a:pt x="742950" y="447675"/>
                </a:lnTo>
                <a:lnTo>
                  <a:pt x="742950" y="457200"/>
                </a:lnTo>
                <a:lnTo>
                  <a:pt x="733425" y="457200"/>
                </a:lnTo>
                <a:close/>
                <a:moveTo>
                  <a:pt x="828675" y="447675"/>
                </a:moveTo>
                <a:lnTo>
                  <a:pt x="857250" y="447675"/>
                </a:lnTo>
                <a:lnTo>
                  <a:pt x="857250" y="466725"/>
                </a:lnTo>
                <a:lnTo>
                  <a:pt x="828675" y="466725"/>
                </a:lnTo>
                <a:close/>
                <a:moveTo>
                  <a:pt x="990600" y="447675"/>
                </a:moveTo>
                <a:lnTo>
                  <a:pt x="1009650" y="447675"/>
                </a:lnTo>
                <a:lnTo>
                  <a:pt x="1009650" y="466725"/>
                </a:lnTo>
                <a:lnTo>
                  <a:pt x="990600" y="466725"/>
                </a:lnTo>
                <a:close/>
                <a:moveTo>
                  <a:pt x="1104900" y="457200"/>
                </a:moveTo>
                <a:lnTo>
                  <a:pt x="1114425" y="457200"/>
                </a:lnTo>
                <a:lnTo>
                  <a:pt x="1114425" y="466725"/>
                </a:lnTo>
                <a:lnTo>
                  <a:pt x="1143000" y="466725"/>
                </a:lnTo>
                <a:lnTo>
                  <a:pt x="1143000" y="476250"/>
                </a:lnTo>
                <a:lnTo>
                  <a:pt x="1133475" y="476250"/>
                </a:lnTo>
                <a:lnTo>
                  <a:pt x="1133475" y="485775"/>
                </a:lnTo>
                <a:lnTo>
                  <a:pt x="1104900" y="485775"/>
                </a:lnTo>
                <a:close/>
                <a:moveTo>
                  <a:pt x="714375" y="466725"/>
                </a:moveTo>
                <a:lnTo>
                  <a:pt x="733425" y="466725"/>
                </a:lnTo>
                <a:lnTo>
                  <a:pt x="733425" y="476250"/>
                </a:lnTo>
                <a:lnTo>
                  <a:pt x="714375" y="476250"/>
                </a:lnTo>
                <a:close/>
                <a:moveTo>
                  <a:pt x="1152525" y="476250"/>
                </a:moveTo>
                <a:lnTo>
                  <a:pt x="1162050" y="476250"/>
                </a:lnTo>
                <a:lnTo>
                  <a:pt x="1162050" y="485775"/>
                </a:lnTo>
                <a:lnTo>
                  <a:pt x="1152525" y="485775"/>
                </a:lnTo>
                <a:close/>
                <a:moveTo>
                  <a:pt x="1171575" y="476250"/>
                </a:moveTo>
                <a:lnTo>
                  <a:pt x="1181100" y="476250"/>
                </a:lnTo>
                <a:lnTo>
                  <a:pt x="1181100" y="485775"/>
                </a:lnTo>
                <a:lnTo>
                  <a:pt x="1171575" y="485775"/>
                </a:lnTo>
                <a:close/>
                <a:moveTo>
                  <a:pt x="657225" y="485775"/>
                </a:moveTo>
                <a:lnTo>
                  <a:pt x="676275" y="485775"/>
                </a:lnTo>
                <a:lnTo>
                  <a:pt x="676275" y="495300"/>
                </a:lnTo>
                <a:lnTo>
                  <a:pt x="666750" y="495300"/>
                </a:lnTo>
                <a:lnTo>
                  <a:pt x="666750" y="533400"/>
                </a:lnTo>
                <a:lnTo>
                  <a:pt x="657225" y="533400"/>
                </a:lnTo>
                <a:lnTo>
                  <a:pt x="657225" y="542925"/>
                </a:lnTo>
                <a:lnTo>
                  <a:pt x="647700" y="542925"/>
                </a:lnTo>
                <a:lnTo>
                  <a:pt x="647700" y="495300"/>
                </a:lnTo>
                <a:lnTo>
                  <a:pt x="657225" y="495300"/>
                </a:lnTo>
                <a:close/>
                <a:moveTo>
                  <a:pt x="1162050" y="485775"/>
                </a:moveTo>
                <a:lnTo>
                  <a:pt x="1171575" y="485775"/>
                </a:lnTo>
                <a:lnTo>
                  <a:pt x="1171575" y="495300"/>
                </a:lnTo>
                <a:lnTo>
                  <a:pt x="1162050" y="495300"/>
                </a:lnTo>
                <a:close/>
                <a:moveTo>
                  <a:pt x="828675" y="495300"/>
                </a:moveTo>
                <a:lnTo>
                  <a:pt x="838200" y="495300"/>
                </a:lnTo>
                <a:lnTo>
                  <a:pt x="838200" y="504825"/>
                </a:lnTo>
                <a:lnTo>
                  <a:pt x="847725" y="504825"/>
                </a:lnTo>
                <a:lnTo>
                  <a:pt x="847725" y="514350"/>
                </a:lnTo>
                <a:lnTo>
                  <a:pt x="838200" y="514350"/>
                </a:lnTo>
                <a:lnTo>
                  <a:pt x="838200" y="523875"/>
                </a:lnTo>
                <a:lnTo>
                  <a:pt x="828675" y="523875"/>
                </a:lnTo>
                <a:close/>
                <a:moveTo>
                  <a:pt x="1171575" y="495300"/>
                </a:moveTo>
                <a:lnTo>
                  <a:pt x="1190625" y="495300"/>
                </a:lnTo>
                <a:lnTo>
                  <a:pt x="1190625" y="552450"/>
                </a:lnTo>
                <a:lnTo>
                  <a:pt x="1181100" y="552450"/>
                </a:lnTo>
                <a:lnTo>
                  <a:pt x="1181100" y="542925"/>
                </a:lnTo>
                <a:lnTo>
                  <a:pt x="1171575" y="542925"/>
                </a:lnTo>
                <a:close/>
                <a:moveTo>
                  <a:pt x="695325" y="504825"/>
                </a:moveTo>
                <a:lnTo>
                  <a:pt x="714375" y="504825"/>
                </a:lnTo>
                <a:lnTo>
                  <a:pt x="714375" y="514350"/>
                </a:lnTo>
                <a:lnTo>
                  <a:pt x="695325" y="514350"/>
                </a:lnTo>
                <a:close/>
                <a:moveTo>
                  <a:pt x="1000125" y="504825"/>
                </a:moveTo>
                <a:lnTo>
                  <a:pt x="1019175" y="504825"/>
                </a:lnTo>
                <a:lnTo>
                  <a:pt x="1019175" y="514350"/>
                </a:lnTo>
                <a:lnTo>
                  <a:pt x="1000125" y="514350"/>
                </a:lnTo>
                <a:close/>
                <a:moveTo>
                  <a:pt x="933450" y="542925"/>
                </a:moveTo>
                <a:lnTo>
                  <a:pt x="952500" y="542925"/>
                </a:lnTo>
                <a:lnTo>
                  <a:pt x="952500" y="561975"/>
                </a:lnTo>
                <a:lnTo>
                  <a:pt x="933450" y="561975"/>
                </a:lnTo>
                <a:close/>
                <a:moveTo>
                  <a:pt x="1162050" y="542925"/>
                </a:moveTo>
                <a:lnTo>
                  <a:pt x="1171575" y="542925"/>
                </a:lnTo>
                <a:lnTo>
                  <a:pt x="1171575" y="552450"/>
                </a:lnTo>
                <a:lnTo>
                  <a:pt x="1181100" y="552450"/>
                </a:lnTo>
                <a:lnTo>
                  <a:pt x="1181100" y="561975"/>
                </a:lnTo>
                <a:lnTo>
                  <a:pt x="1171575" y="561975"/>
                </a:lnTo>
                <a:lnTo>
                  <a:pt x="1171575" y="590550"/>
                </a:lnTo>
                <a:lnTo>
                  <a:pt x="1162050" y="590550"/>
                </a:lnTo>
                <a:lnTo>
                  <a:pt x="1162050" y="561975"/>
                </a:lnTo>
                <a:lnTo>
                  <a:pt x="1152525" y="561975"/>
                </a:lnTo>
                <a:lnTo>
                  <a:pt x="1152525" y="552450"/>
                </a:lnTo>
                <a:lnTo>
                  <a:pt x="1162050" y="552450"/>
                </a:lnTo>
                <a:close/>
                <a:moveTo>
                  <a:pt x="695325" y="561975"/>
                </a:moveTo>
                <a:lnTo>
                  <a:pt x="723900" y="561975"/>
                </a:lnTo>
                <a:lnTo>
                  <a:pt x="723900" y="571500"/>
                </a:lnTo>
                <a:lnTo>
                  <a:pt x="695325" y="571500"/>
                </a:lnTo>
                <a:close/>
                <a:moveTo>
                  <a:pt x="1133475" y="561975"/>
                </a:moveTo>
                <a:lnTo>
                  <a:pt x="1143000" y="561975"/>
                </a:lnTo>
                <a:lnTo>
                  <a:pt x="1143000" y="571500"/>
                </a:lnTo>
                <a:lnTo>
                  <a:pt x="1133475" y="571500"/>
                </a:lnTo>
                <a:close/>
                <a:moveTo>
                  <a:pt x="933450" y="571500"/>
                </a:moveTo>
                <a:lnTo>
                  <a:pt x="942975" y="571500"/>
                </a:lnTo>
                <a:lnTo>
                  <a:pt x="942975" y="590550"/>
                </a:lnTo>
                <a:lnTo>
                  <a:pt x="933450" y="590550"/>
                </a:lnTo>
                <a:close/>
                <a:moveTo>
                  <a:pt x="1104900" y="571500"/>
                </a:moveTo>
                <a:lnTo>
                  <a:pt x="1114425" y="571500"/>
                </a:lnTo>
                <a:lnTo>
                  <a:pt x="1114425" y="581025"/>
                </a:lnTo>
                <a:lnTo>
                  <a:pt x="1104900" y="581025"/>
                </a:lnTo>
                <a:close/>
                <a:moveTo>
                  <a:pt x="1095375" y="581025"/>
                </a:moveTo>
                <a:lnTo>
                  <a:pt x="1104900" y="581025"/>
                </a:lnTo>
                <a:lnTo>
                  <a:pt x="1104900" y="590550"/>
                </a:lnTo>
                <a:lnTo>
                  <a:pt x="1095375" y="590550"/>
                </a:lnTo>
                <a:close/>
                <a:moveTo>
                  <a:pt x="742950" y="600075"/>
                </a:moveTo>
                <a:lnTo>
                  <a:pt x="752475" y="600075"/>
                </a:lnTo>
                <a:lnTo>
                  <a:pt x="752475" y="609600"/>
                </a:lnTo>
                <a:lnTo>
                  <a:pt x="742950" y="609600"/>
                </a:lnTo>
                <a:close/>
                <a:moveTo>
                  <a:pt x="1085850" y="609600"/>
                </a:moveTo>
                <a:lnTo>
                  <a:pt x="1095375" y="609600"/>
                </a:lnTo>
                <a:lnTo>
                  <a:pt x="1095375" y="619125"/>
                </a:lnTo>
                <a:lnTo>
                  <a:pt x="1085850" y="619125"/>
                </a:lnTo>
                <a:close/>
                <a:moveTo>
                  <a:pt x="657225" y="619125"/>
                </a:moveTo>
                <a:lnTo>
                  <a:pt x="666750" y="619125"/>
                </a:lnTo>
                <a:lnTo>
                  <a:pt x="666750" y="628650"/>
                </a:lnTo>
                <a:lnTo>
                  <a:pt x="657225" y="628650"/>
                </a:lnTo>
                <a:close/>
                <a:moveTo>
                  <a:pt x="1171575" y="619125"/>
                </a:moveTo>
                <a:lnTo>
                  <a:pt x="1181100" y="619125"/>
                </a:lnTo>
                <a:lnTo>
                  <a:pt x="1181100" y="628650"/>
                </a:lnTo>
                <a:lnTo>
                  <a:pt x="1171575" y="628650"/>
                </a:lnTo>
                <a:close/>
                <a:moveTo>
                  <a:pt x="752475" y="628650"/>
                </a:moveTo>
                <a:lnTo>
                  <a:pt x="762000" y="628650"/>
                </a:lnTo>
                <a:lnTo>
                  <a:pt x="762000" y="638175"/>
                </a:lnTo>
                <a:lnTo>
                  <a:pt x="752475" y="638175"/>
                </a:lnTo>
                <a:close/>
                <a:moveTo>
                  <a:pt x="647700" y="647700"/>
                </a:moveTo>
                <a:lnTo>
                  <a:pt x="657225" y="647700"/>
                </a:lnTo>
                <a:lnTo>
                  <a:pt x="657225" y="657225"/>
                </a:lnTo>
                <a:lnTo>
                  <a:pt x="647700" y="657225"/>
                </a:lnTo>
                <a:close/>
                <a:moveTo>
                  <a:pt x="762000" y="647700"/>
                </a:moveTo>
                <a:lnTo>
                  <a:pt x="771525" y="647700"/>
                </a:lnTo>
                <a:lnTo>
                  <a:pt x="771525" y="657225"/>
                </a:lnTo>
                <a:lnTo>
                  <a:pt x="762000" y="657225"/>
                </a:lnTo>
                <a:close/>
                <a:moveTo>
                  <a:pt x="885825" y="647700"/>
                </a:moveTo>
                <a:lnTo>
                  <a:pt x="952500" y="647700"/>
                </a:lnTo>
                <a:lnTo>
                  <a:pt x="952500" y="666750"/>
                </a:lnTo>
                <a:lnTo>
                  <a:pt x="895350" y="666750"/>
                </a:lnTo>
                <a:lnTo>
                  <a:pt x="895350" y="657225"/>
                </a:lnTo>
                <a:lnTo>
                  <a:pt x="885825" y="657225"/>
                </a:lnTo>
                <a:close/>
                <a:moveTo>
                  <a:pt x="1181100" y="647700"/>
                </a:moveTo>
                <a:lnTo>
                  <a:pt x="1190625" y="647700"/>
                </a:lnTo>
                <a:lnTo>
                  <a:pt x="1190625" y="657225"/>
                </a:lnTo>
                <a:lnTo>
                  <a:pt x="1181100" y="657225"/>
                </a:lnTo>
                <a:close/>
                <a:moveTo>
                  <a:pt x="1057275" y="666750"/>
                </a:moveTo>
                <a:lnTo>
                  <a:pt x="1066800" y="666750"/>
                </a:lnTo>
                <a:lnTo>
                  <a:pt x="1066800" y="676275"/>
                </a:lnTo>
                <a:lnTo>
                  <a:pt x="1057275" y="676275"/>
                </a:lnTo>
                <a:close/>
                <a:moveTo>
                  <a:pt x="1190625" y="666750"/>
                </a:moveTo>
                <a:lnTo>
                  <a:pt x="1200150" y="666750"/>
                </a:lnTo>
                <a:lnTo>
                  <a:pt x="1200150" y="676275"/>
                </a:lnTo>
                <a:lnTo>
                  <a:pt x="1190625" y="676275"/>
                </a:lnTo>
                <a:close/>
                <a:moveTo>
                  <a:pt x="781050" y="676275"/>
                </a:moveTo>
                <a:lnTo>
                  <a:pt x="790575" y="676275"/>
                </a:lnTo>
                <a:lnTo>
                  <a:pt x="790575" y="685800"/>
                </a:lnTo>
                <a:lnTo>
                  <a:pt x="781050" y="685800"/>
                </a:lnTo>
                <a:close/>
                <a:moveTo>
                  <a:pt x="628650" y="685800"/>
                </a:moveTo>
                <a:lnTo>
                  <a:pt x="638175" y="685800"/>
                </a:lnTo>
                <a:lnTo>
                  <a:pt x="638175" y="695325"/>
                </a:lnTo>
                <a:lnTo>
                  <a:pt x="628650" y="695325"/>
                </a:lnTo>
                <a:close/>
                <a:moveTo>
                  <a:pt x="790575" y="685800"/>
                </a:moveTo>
                <a:lnTo>
                  <a:pt x="800100" y="685800"/>
                </a:lnTo>
                <a:lnTo>
                  <a:pt x="800100" y="695325"/>
                </a:lnTo>
                <a:lnTo>
                  <a:pt x="790575" y="695325"/>
                </a:lnTo>
                <a:close/>
                <a:moveTo>
                  <a:pt x="1200150" y="685800"/>
                </a:moveTo>
                <a:lnTo>
                  <a:pt x="1209675" y="685800"/>
                </a:lnTo>
                <a:lnTo>
                  <a:pt x="1209675" y="695325"/>
                </a:lnTo>
                <a:lnTo>
                  <a:pt x="1200150" y="695325"/>
                </a:lnTo>
                <a:close/>
                <a:moveTo>
                  <a:pt x="1209675" y="695325"/>
                </a:moveTo>
                <a:lnTo>
                  <a:pt x="1219200" y="695325"/>
                </a:lnTo>
                <a:lnTo>
                  <a:pt x="1219200" y="714375"/>
                </a:lnTo>
                <a:lnTo>
                  <a:pt x="1209675" y="714375"/>
                </a:lnTo>
                <a:close/>
                <a:moveTo>
                  <a:pt x="1028700" y="704850"/>
                </a:moveTo>
                <a:lnTo>
                  <a:pt x="1038225" y="704850"/>
                </a:lnTo>
                <a:lnTo>
                  <a:pt x="1038225" y="714375"/>
                </a:lnTo>
                <a:lnTo>
                  <a:pt x="1028700" y="714375"/>
                </a:lnTo>
                <a:close/>
                <a:moveTo>
                  <a:pt x="819150" y="714375"/>
                </a:moveTo>
                <a:lnTo>
                  <a:pt x="828675" y="714375"/>
                </a:lnTo>
                <a:lnTo>
                  <a:pt x="828675" y="723900"/>
                </a:lnTo>
                <a:lnTo>
                  <a:pt x="819150" y="723900"/>
                </a:lnTo>
                <a:close/>
                <a:moveTo>
                  <a:pt x="1019175" y="714375"/>
                </a:moveTo>
                <a:lnTo>
                  <a:pt x="1028700" y="714375"/>
                </a:lnTo>
                <a:lnTo>
                  <a:pt x="1028700" y="723900"/>
                </a:lnTo>
                <a:lnTo>
                  <a:pt x="1019175" y="723900"/>
                </a:lnTo>
                <a:close/>
                <a:moveTo>
                  <a:pt x="1200150" y="714375"/>
                </a:moveTo>
                <a:lnTo>
                  <a:pt x="1209675" y="714375"/>
                </a:lnTo>
                <a:lnTo>
                  <a:pt x="1209675" y="723900"/>
                </a:lnTo>
                <a:lnTo>
                  <a:pt x="1200150" y="723900"/>
                </a:lnTo>
                <a:close/>
                <a:moveTo>
                  <a:pt x="828675" y="723900"/>
                </a:moveTo>
                <a:lnTo>
                  <a:pt x="838200" y="723900"/>
                </a:lnTo>
                <a:lnTo>
                  <a:pt x="838200" y="733425"/>
                </a:lnTo>
                <a:lnTo>
                  <a:pt x="828675" y="733425"/>
                </a:lnTo>
                <a:close/>
                <a:moveTo>
                  <a:pt x="1181100" y="723900"/>
                </a:moveTo>
                <a:lnTo>
                  <a:pt x="1190625" y="723900"/>
                </a:lnTo>
                <a:lnTo>
                  <a:pt x="1190625" y="733425"/>
                </a:lnTo>
                <a:lnTo>
                  <a:pt x="1181100" y="733425"/>
                </a:lnTo>
                <a:close/>
                <a:moveTo>
                  <a:pt x="666750" y="733425"/>
                </a:moveTo>
                <a:lnTo>
                  <a:pt x="676275" y="733425"/>
                </a:lnTo>
                <a:lnTo>
                  <a:pt x="676275" y="742950"/>
                </a:lnTo>
                <a:lnTo>
                  <a:pt x="666750" y="742950"/>
                </a:lnTo>
                <a:close/>
                <a:moveTo>
                  <a:pt x="838200" y="733425"/>
                </a:moveTo>
                <a:lnTo>
                  <a:pt x="857250" y="733425"/>
                </a:lnTo>
                <a:lnTo>
                  <a:pt x="857250" y="742950"/>
                </a:lnTo>
                <a:lnTo>
                  <a:pt x="876300" y="742950"/>
                </a:lnTo>
                <a:lnTo>
                  <a:pt x="876300" y="762000"/>
                </a:lnTo>
                <a:lnTo>
                  <a:pt x="857250" y="762000"/>
                </a:lnTo>
                <a:lnTo>
                  <a:pt x="857250" y="752475"/>
                </a:lnTo>
                <a:lnTo>
                  <a:pt x="838200" y="752475"/>
                </a:lnTo>
                <a:close/>
                <a:moveTo>
                  <a:pt x="1152525" y="733425"/>
                </a:moveTo>
                <a:lnTo>
                  <a:pt x="1171575" y="733425"/>
                </a:lnTo>
                <a:lnTo>
                  <a:pt x="1171575" y="742950"/>
                </a:lnTo>
                <a:lnTo>
                  <a:pt x="1152525" y="742950"/>
                </a:lnTo>
                <a:close/>
                <a:moveTo>
                  <a:pt x="695325" y="742950"/>
                </a:moveTo>
                <a:lnTo>
                  <a:pt x="714375" y="742950"/>
                </a:lnTo>
                <a:lnTo>
                  <a:pt x="714375" y="752475"/>
                </a:lnTo>
                <a:lnTo>
                  <a:pt x="695325" y="752475"/>
                </a:lnTo>
                <a:close/>
                <a:moveTo>
                  <a:pt x="1114425" y="742950"/>
                </a:moveTo>
                <a:lnTo>
                  <a:pt x="1133475" y="742950"/>
                </a:lnTo>
                <a:lnTo>
                  <a:pt x="1133475" y="752475"/>
                </a:lnTo>
                <a:lnTo>
                  <a:pt x="1114425" y="752475"/>
                </a:lnTo>
                <a:close/>
                <a:moveTo>
                  <a:pt x="742950" y="752475"/>
                </a:moveTo>
                <a:lnTo>
                  <a:pt x="771525" y="752475"/>
                </a:lnTo>
                <a:lnTo>
                  <a:pt x="771525" y="762000"/>
                </a:lnTo>
                <a:lnTo>
                  <a:pt x="742950" y="762000"/>
                </a:lnTo>
                <a:close/>
                <a:moveTo>
                  <a:pt x="819150" y="752475"/>
                </a:moveTo>
                <a:lnTo>
                  <a:pt x="838200" y="752475"/>
                </a:lnTo>
                <a:lnTo>
                  <a:pt x="838200" y="762000"/>
                </a:lnTo>
                <a:lnTo>
                  <a:pt x="819150" y="762000"/>
                </a:lnTo>
                <a:close/>
                <a:moveTo>
                  <a:pt x="904875" y="752475"/>
                </a:moveTo>
                <a:lnTo>
                  <a:pt x="952500" y="752475"/>
                </a:lnTo>
                <a:lnTo>
                  <a:pt x="952500" y="771525"/>
                </a:lnTo>
                <a:lnTo>
                  <a:pt x="904875" y="771525"/>
                </a:lnTo>
                <a:close/>
                <a:moveTo>
                  <a:pt x="1000125" y="752475"/>
                </a:moveTo>
                <a:lnTo>
                  <a:pt x="1009650" y="752475"/>
                </a:lnTo>
                <a:lnTo>
                  <a:pt x="1009650" y="762000"/>
                </a:lnTo>
                <a:lnTo>
                  <a:pt x="1000125" y="762000"/>
                </a:lnTo>
                <a:close/>
                <a:moveTo>
                  <a:pt x="1038225" y="752475"/>
                </a:moveTo>
                <a:lnTo>
                  <a:pt x="1066800" y="752475"/>
                </a:lnTo>
                <a:lnTo>
                  <a:pt x="1066800" y="762000"/>
                </a:lnTo>
                <a:lnTo>
                  <a:pt x="1038225" y="762000"/>
                </a:lnTo>
                <a:close/>
                <a:moveTo>
                  <a:pt x="809625" y="762000"/>
                </a:moveTo>
                <a:lnTo>
                  <a:pt x="819150" y="762000"/>
                </a:lnTo>
                <a:lnTo>
                  <a:pt x="819150" y="771525"/>
                </a:lnTo>
                <a:lnTo>
                  <a:pt x="809625" y="771525"/>
                </a:lnTo>
                <a:close/>
                <a:moveTo>
                  <a:pt x="695325" y="857250"/>
                </a:moveTo>
                <a:lnTo>
                  <a:pt x="704850" y="857250"/>
                </a:lnTo>
                <a:lnTo>
                  <a:pt x="704850" y="866775"/>
                </a:lnTo>
                <a:lnTo>
                  <a:pt x="695325" y="866775"/>
                </a:lnTo>
                <a:close/>
                <a:moveTo>
                  <a:pt x="1143000" y="857250"/>
                </a:moveTo>
                <a:lnTo>
                  <a:pt x="1152525" y="857250"/>
                </a:lnTo>
                <a:lnTo>
                  <a:pt x="1152525" y="866775"/>
                </a:lnTo>
                <a:lnTo>
                  <a:pt x="1143000" y="866775"/>
                </a:lnTo>
                <a:close/>
                <a:moveTo>
                  <a:pt x="1171575" y="866775"/>
                </a:moveTo>
                <a:lnTo>
                  <a:pt x="1181100" y="866775"/>
                </a:lnTo>
                <a:lnTo>
                  <a:pt x="1181100" y="876300"/>
                </a:lnTo>
                <a:lnTo>
                  <a:pt x="1171575" y="876300"/>
                </a:lnTo>
                <a:close/>
                <a:moveTo>
                  <a:pt x="647700" y="876300"/>
                </a:moveTo>
                <a:lnTo>
                  <a:pt x="657225" y="876300"/>
                </a:lnTo>
                <a:lnTo>
                  <a:pt x="657225" y="885825"/>
                </a:lnTo>
                <a:lnTo>
                  <a:pt x="647700" y="885825"/>
                </a:lnTo>
                <a:close/>
                <a:moveTo>
                  <a:pt x="1190625" y="876300"/>
                </a:moveTo>
                <a:lnTo>
                  <a:pt x="1200150" y="876300"/>
                </a:lnTo>
                <a:lnTo>
                  <a:pt x="1200150" y="885825"/>
                </a:lnTo>
                <a:lnTo>
                  <a:pt x="1190625" y="885825"/>
                </a:lnTo>
                <a:close/>
                <a:moveTo>
                  <a:pt x="628650" y="885825"/>
                </a:moveTo>
                <a:lnTo>
                  <a:pt x="638175" y="885825"/>
                </a:lnTo>
                <a:lnTo>
                  <a:pt x="638175" y="895350"/>
                </a:lnTo>
                <a:lnTo>
                  <a:pt x="628650" y="895350"/>
                </a:lnTo>
                <a:close/>
                <a:moveTo>
                  <a:pt x="571500" y="914400"/>
                </a:moveTo>
                <a:lnTo>
                  <a:pt x="581025" y="914400"/>
                </a:lnTo>
                <a:lnTo>
                  <a:pt x="581025" y="923925"/>
                </a:lnTo>
                <a:lnTo>
                  <a:pt x="571500" y="923925"/>
                </a:lnTo>
                <a:close/>
                <a:moveTo>
                  <a:pt x="542925" y="933450"/>
                </a:moveTo>
                <a:lnTo>
                  <a:pt x="552450" y="933450"/>
                </a:lnTo>
                <a:lnTo>
                  <a:pt x="552450" y="942975"/>
                </a:lnTo>
                <a:lnTo>
                  <a:pt x="542925" y="942975"/>
                </a:lnTo>
                <a:close/>
                <a:moveTo>
                  <a:pt x="1295400" y="933450"/>
                </a:moveTo>
                <a:lnTo>
                  <a:pt x="1304925" y="933450"/>
                </a:lnTo>
                <a:lnTo>
                  <a:pt x="1304925" y="942975"/>
                </a:lnTo>
                <a:lnTo>
                  <a:pt x="1295400" y="942975"/>
                </a:lnTo>
                <a:close/>
                <a:moveTo>
                  <a:pt x="533400" y="942975"/>
                </a:moveTo>
                <a:lnTo>
                  <a:pt x="542925" y="942975"/>
                </a:lnTo>
                <a:lnTo>
                  <a:pt x="542925" y="952500"/>
                </a:lnTo>
                <a:lnTo>
                  <a:pt x="533400" y="952500"/>
                </a:lnTo>
                <a:close/>
                <a:moveTo>
                  <a:pt x="1304925" y="942975"/>
                </a:moveTo>
                <a:lnTo>
                  <a:pt x="1314450" y="942975"/>
                </a:lnTo>
                <a:lnTo>
                  <a:pt x="1314450" y="952500"/>
                </a:lnTo>
                <a:lnTo>
                  <a:pt x="1304925" y="952500"/>
                </a:lnTo>
                <a:close/>
                <a:moveTo>
                  <a:pt x="523875" y="952500"/>
                </a:moveTo>
                <a:lnTo>
                  <a:pt x="533400" y="952500"/>
                </a:lnTo>
                <a:lnTo>
                  <a:pt x="533400" y="962025"/>
                </a:lnTo>
                <a:lnTo>
                  <a:pt x="523875" y="962025"/>
                </a:lnTo>
                <a:close/>
                <a:moveTo>
                  <a:pt x="1314450" y="952500"/>
                </a:moveTo>
                <a:lnTo>
                  <a:pt x="1323975" y="952500"/>
                </a:lnTo>
                <a:lnTo>
                  <a:pt x="1323975" y="962025"/>
                </a:lnTo>
                <a:lnTo>
                  <a:pt x="1314450" y="962025"/>
                </a:lnTo>
                <a:close/>
                <a:moveTo>
                  <a:pt x="504825" y="981075"/>
                </a:moveTo>
                <a:lnTo>
                  <a:pt x="514350" y="981075"/>
                </a:lnTo>
                <a:lnTo>
                  <a:pt x="514350" y="990600"/>
                </a:lnTo>
                <a:lnTo>
                  <a:pt x="504825" y="990600"/>
                </a:lnTo>
                <a:close/>
                <a:moveTo>
                  <a:pt x="1333500" y="981075"/>
                </a:moveTo>
                <a:lnTo>
                  <a:pt x="1343025" y="981075"/>
                </a:lnTo>
                <a:lnTo>
                  <a:pt x="1343025" y="990600"/>
                </a:lnTo>
                <a:lnTo>
                  <a:pt x="1333500" y="990600"/>
                </a:lnTo>
                <a:close/>
                <a:moveTo>
                  <a:pt x="1343025" y="1009650"/>
                </a:moveTo>
                <a:lnTo>
                  <a:pt x="1352550" y="1009650"/>
                </a:lnTo>
                <a:lnTo>
                  <a:pt x="1352550" y="1019175"/>
                </a:lnTo>
                <a:lnTo>
                  <a:pt x="1343025" y="1019175"/>
                </a:lnTo>
                <a:close/>
                <a:moveTo>
                  <a:pt x="485775" y="1028700"/>
                </a:moveTo>
                <a:lnTo>
                  <a:pt x="495300" y="1028700"/>
                </a:lnTo>
                <a:lnTo>
                  <a:pt x="495300" y="1038225"/>
                </a:lnTo>
                <a:lnTo>
                  <a:pt x="485775" y="1038225"/>
                </a:lnTo>
                <a:close/>
                <a:moveTo>
                  <a:pt x="1352550" y="1028700"/>
                </a:moveTo>
                <a:lnTo>
                  <a:pt x="1362075" y="1028700"/>
                </a:lnTo>
                <a:lnTo>
                  <a:pt x="1362075" y="1038225"/>
                </a:lnTo>
                <a:lnTo>
                  <a:pt x="1352550" y="1038225"/>
                </a:lnTo>
                <a:close/>
                <a:moveTo>
                  <a:pt x="476250" y="1057275"/>
                </a:moveTo>
                <a:lnTo>
                  <a:pt x="485775" y="1057275"/>
                </a:lnTo>
                <a:lnTo>
                  <a:pt x="485775" y="1066800"/>
                </a:lnTo>
                <a:lnTo>
                  <a:pt x="476250" y="1066800"/>
                </a:lnTo>
                <a:close/>
                <a:moveTo>
                  <a:pt x="1362075" y="1057275"/>
                </a:moveTo>
                <a:lnTo>
                  <a:pt x="1371600" y="1057275"/>
                </a:lnTo>
                <a:lnTo>
                  <a:pt x="1371600" y="1066800"/>
                </a:lnTo>
                <a:lnTo>
                  <a:pt x="1362075" y="1066800"/>
                </a:lnTo>
                <a:close/>
                <a:moveTo>
                  <a:pt x="466725" y="1085850"/>
                </a:moveTo>
                <a:lnTo>
                  <a:pt x="476250" y="1085850"/>
                </a:lnTo>
                <a:lnTo>
                  <a:pt x="476250" y="1095375"/>
                </a:lnTo>
                <a:lnTo>
                  <a:pt x="466725" y="1095375"/>
                </a:lnTo>
                <a:close/>
                <a:moveTo>
                  <a:pt x="1371600" y="1095375"/>
                </a:moveTo>
                <a:lnTo>
                  <a:pt x="1381125" y="1095375"/>
                </a:lnTo>
                <a:lnTo>
                  <a:pt x="1381125" y="1104900"/>
                </a:lnTo>
                <a:lnTo>
                  <a:pt x="1371600" y="1104900"/>
                </a:lnTo>
                <a:close/>
                <a:moveTo>
                  <a:pt x="457200" y="1114425"/>
                </a:moveTo>
                <a:lnTo>
                  <a:pt x="466725" y="1114425"/>
                </a:lnTo>
                <a:lnTo>
                  <a:pt x="466725" y="1123950"/>
                </a:lnTo>
                <a:lnTo>
                  <a:pt x="457200" y="1123950"/>
                </a:lnTo>
                <a:close/>
                <a:moveTo>
                  <a:pt x="1381125" y="1123950"/>
                </a:moveTo>
                <a:lnTo>
                  <a:pt x="1390650" y="1123950"/>
                </a:lnTo>
                <a:lnTo>
                  <a:pt x="1390650" y="1133475"/>
                </a:lnTo>
                <a:lnTo>
                  <a:pt x="1381125" y="1133475"/>
                </a:lnTo>
                <a:close/>
                <a:moveTo>
                  <a:pt x="447675" y="1152525"/>
                </a:moveTo>
                <a:lnTo>
                  <a:pt x="457200" y="1152525"/>
                </a:lnTo>
                <a:lnTo>
                  <a:pt x="457200" y="1162050"/>
                </a:lnTo>
                <a:lnTo>
                  <a:pt x="447675" y="1162050"/>
                </a:lnTo>
                <a:close/>
                <a:moveTo>
                  <a:pt x="1390650" y="1152525"/>
                </a:moveTo>
                <a:lnTo>
                  <a:pt x="1400175" y="1152525"/>
                </a:lnTo>
                <a:lnTo>
                  <a:pt x="1400175" y="1171575"/>
                </a:lnTo>
                <a:lnTo>
                  <a:pt x="1390650" y="1171575"/>
                </a:lnTo>
                <a:close/>
                <a:moveTo>
                  <a:pt x="438150" y="1181100"/>
                </a:moveTo>
                <a:lnTo>
                  <a:pt x="447675" y="1181100"/>
                </a:lnTo>
                <a:lnTo>
                  <a:pt x="447675" y="1190625"/>
                </a:lnTo>
                <a:lnTo>
                  <a:pt x="438150" y="1190625"/>
                </a:lnTo>
                <a:close/>
                <a:moveTo>
                  <a:pt x="1400175" y="1190625"/>
                </a:moveTo>
                <a:lnTo>
                  <a:pt x="1409700" y="1190625"/>
                </a:lnTo>
                <a:lnTo>
                  <a:pt x="1409700" y="1200150"/>
                </a:lnTo>
                <a:lnTo>
                  <a:pt x="1400175" y="1200150"/>
                </a:lnTo>
                <a:close/>
                <a:moveTo>
                  <a:pt x="428625" y="1219200"/>
                </a:moveTo>
                <a:lnTo>
                  <a:pt x="438150" y="1219200"/>
                </a:lnTo>
                <a:lnTo>
                  <a:pt x="438150" y="1228725"/>
                </a:lnTo>
                <a:lnTo>
                  <a:pt x="428625" y="1228725"/>
                </a:lnTo>
                <a:close/>
                <a:moveTo>
                  <a:pt x="419100" y="1247775"/>
                </a:moveTo>
                <a:lnTo>
                  <a:pt x="428625" y="1247775"/>
                </a:lnTo>
                <a:lnTo>
                  <a:pt x="428625" y="1257300"/>
                </a:lnTo>
                <a:lnTo>
                  <a:pt x="419100" y="1257300"/>
                </a:lnTo>
                <a:close/>
                <a:moveTo>
                  <a:pt x="1524000" y="1247775"/>
                </a:moveTo>
                <a:lnTo>
                  <a:pt x="1600200" y="1247775"/>
                </a:lnTo>
                <a:lnTo>
                  <a:pt x="1600200" y="1257300"/>
                </a:lnTo>
                <a:lnTo>
                  <a:pt x="1609725" y="1257300"/>
                </a:lnTo>
                <a:lnTo>
                  <a:pt x="1609725" y="1362075"/>
                </a:lnTo>
                <a:lnTo>
                  <a:pt x="1600200" y="1362075"/>
                </a:lnTo>
                <a:lnTo>
                  <a:pt x="1600200" y="1371600"/>
                </a:lnTo>
                <a:lnTo>
                  <a:pt x="1590675" y="1371600"/>
                </a:lnTo>
                <a:lnTo>
                  <a:pt x="1590675" y="1362075"/>
                </a:lnTo>
                <a:lnTo>
                  <a:pt x="1571625" y="1362075"/>
                </a:lnTo>
                <a:lnTo>
                  <a:pt x="1571625" y="1352550"/>
                </a:lnTo>
                <a:lnTo>
                  <a:pt x="1552575" y="1352550"/>
                </a:lnTo>
                <a:lnTo>
                  <a:pt x="1552575" y="1362075"/>
                </a:lnTo>
                <a:lnTo>
                  <a:pt x="1533525" y="1362075"/>
                </a:lnTo>
                <a:lnTo>
                  <a:pt x="1533525" y="1371600"/>
                </a:lnTo>
                <a:lnTo>
                  <a:pt x="1524000" y="1371600"/>
                </a:lnTo>
                <a:lnTo>
                  <a:pt x="1524000" y="1362075"/>
                </a:lnTo>
                <a:lnTo>
                  <a:pt x="1514475" y="1362075"/>
                </a:lnTo>
                <a:lnTo>
                  <a:pt x="1514475" y="1257300"/>
                </a:lnTo>
                <a:lnTo>
                  <a:pt x="1524000" y="1257300"/>
                </a:lnTo>
                <a:close/>
                <a:moveTo>
                  <a:pt x="409575" y="1285875"/>
                </a:moveTo>
                <a:lnTo>
                  <a:pt x="419100" y="1285875"/>
                </a:lnTo>
                <a:lnTo>
                  <a:pt x="419100" y="1295400"/>
                </a:lnTo>
                <a:lnTo>
                  <a:pt x="409575" y="1295400"/>
                </a:lnTo>
                <a:close/>
                <a:moveTo>
                  <a:pt x="438150" y="1333500"/>
                </a:moveTo>
                <a:lnTo>
                  <a:pt x="447675" y="1333500"/>
                </a:lnTo>
                <a:lnTo>
                  <a:pt x="447675" y="1343025"/>
                </a:lnTo>
                <a:lnTo>
                  <a:pt x="438150" y="1343025"/>
                </a:lnTo>
                <a:close/>
                <a:moveTo>
                  <a:pt x="447675" y="1343025"/>
                </a:moveTo>
                <a:lnTo>
                  <a:pt x="476250" y="1343025"/>
                </a:lnTo>
                <a:lnTo>
                  <a:pt x="476250" y="1352550"/>
                </a:lnTo>
                <a:lnTo>
                  <a:pt x="485775" y="1352550"/>
                </a:lnTo>
                <a:lnTo>
                  <a:pt x="485775" y="1362075"/>
                </a:lnTo>
                <a:lnTo>
                  <a:pt x="476250" y="1362075"/>
                </a:lnTo>
                <a:lnTo>
                  <a:pt x="476250" y="1371600"/>
                </a:lnTo>
                <a:lnTo>
                  <a:pt x="457200" y="1371600"/>
                </a:lnTo>
                <a:lnTo>
                  <a:pt x="457200" y="1352550"/>
                </a:lnTo>
                <a:lnTo>
                  <a:pt x="447675" y="1352550"/>
                </a:lnTo>
                <a:close/>
                <a:moveTo>
                  <a:pt x="504825" y="1352550"/>
                </a:moveTo>
                <a:lnTo>
                  <a:pt x="514350" y="1352550"/>
                </a:lnTo>
                <a:lnTo>
                  <a:pt x="514350" y="1362075"/>
                </a:lnTo>
                <a:lnTo>
                  <a:pt x="504825" y="1362075"/>
                </a:lnTo>
                <a:close/>
                <a:moveTo>
                  <a:pt x="533400" y="1362075"/>
                </a:moveTo>
                <a:lnTo>
                  <a:pt x="552450" y="1362075"/>
                </a:lnTo>
                <a:lnTo>
                  <a:pt x="552450" y="1371600"/>
                </a:lnTo>
                <a:lnTo>
                  <a:pt x="533400" y="1371600"/>
                </a:lnTo>
                <a:close/>
                <a:moveTo>
                  <a:pt x="571500" y="1371600"/>
                </a:moveTo>
                <a:lnTo>
                  <a:pt x="581025" y="1371600"/>
                </a:lnTo>
                <a:lnTo>
                  <a:pt x="581025" y="1381125"/>
                </a:lnTo>
                <a:lnTo>
                  <a:pt x="571500" y="1381125"/>
                </a:lnTo>
                <a:close/>
                <a:moveTo>
                  <a:pt x="1266825" y="1371600"/>
                </a:moveTo>
                <a:lnTo>
                  <a:pt x="1276350" y="1371600"/>
                </a:lnTo>
                <a:lnTo>
                  <a:pt x="1276350" y="1381125"/>
                </a:lnTo>
                <a:lnTo>
                  <a:pt x="1266825" y="1381125"/>
                </a:lnTo>
                <a:close/>
                <a:moveTo>
                  <a:pt x="1238250" y="1381125"/>
                </a:moveTo>
                <a:lnTo>
                  <a:pt x="1247775" y="1381125"/>
                </a:lnTo>
                <a:lnTo>
                  <a:pt x="1247775" y="1390650"/>
                </a:lnTo>
                <a:lnTo>
                  <a:pt x="1238250" y="1390650"/>
                </a:lnTo>
                <a:close/>
                <a:moveTo>
                  <a:pt x="447675" y="1409700"/>
                </a:moveTo>
                <a:lnTo>
                  <a:pt x="466725" y="1409700"/>
                </a:lnTo>
                <a:lnTo>
                  <a:pt x="466725" y="1438275"/>
                </a:lnTo>
                <a:lnTo>
                  <a:pt x="447675" y="1438275"/>
                </a:lnTo>
                <a:close/>
                <a:moveTo>
                  <a:pt x="438150" y="1466850"/>
                </a:moveTo>
                <a:lnTo>
                  <a:pt x="457200" y="1466850"/>
                </a:lnTo>
                <a:lnTo>
                  <a:pt x="457200" y="1504950"/>
                </a:lnTo>
                <a:lnTo>
                  <a:pt x="438150" y="1504950"/>
                </a:lnTo>
                <a:close/>
                <a:moveTo>
                  <a:pt x="428625" y="1533525"/>
                </a:moveTo>
                <a:lnTo>
                  <a:pt x="447675" y="1533525"/>
                </a:lnTo>
                <a:lnTo>
                  <a:pt x="447675" y="1562100"/>
                </a:lnTo>
                <a:lnTo>
                  <a:pt x="428625" y="1562100"/>
                </a:lnTo>
                <a:close/>
                <a:moveTo>
                  <a:pt x="419100" y="1590675"/>
                </a:moveTo>
                <a:lnTo>
                  <a:pt x="438150" y="1590675"/>
                </a:lnTo>
                <a:lnTo>
                  <a:pt x="438150" y="1619250"/>
                </a:lnTo>
                <a:lnTo>
                  <a:pt x="419100" y="1619250"/>
                </a:lnTo>
                <a:close/>
              </a:path>
            </a:pathLst>
          </a:custGeom>
          <a:solidFill xmlns:a="http://schemas.openxmlformats.org/drawingml/2006/main">
            <a:srgbClr val="396650"/>
          </a:solidFill>
          <a:ln xmlns:a="http://schemas.openxmlformats.org/drawingml/2006/main" w="0">
            <a:noFill/>
          </a:ln>
        </p:spPr>
      </p:sp>
      <p:sp>
        <p:nvSpPr>
          <p:cNvPr id="33" name="employee vector #2a5a43">
            <a:extLst xmlns:a="http://schemas.openxmlformats.org/drawingml/2006/main">
              <a:ext uri="{FF2B5EF4-FFF2-40B4-BE49-F238E27FC236}">
                <a16:creationId xmlns:a16="http://schemas.microsoft.com/office/drawing/2014/main" id="{80F06F09-CEE1-49C9-B4DC-D66350F7160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85825" y="2571750"/>
            <a:ext cx="2105025" cy="2066925"/>
          </a:xfrm>
          <a:custGeom xmlns:a="http://schemas.openxmlformats.org/drawingml/2006/main">
            <a:pathLst>
              <a:path w="2105025" h="2066925">
                <a:moveTo>
                  <a:pt x="895350" y="171450"/>
                </a:moveTo>
                <a:lnTo>
                  <a:pt x="914400" y="171450"/>
                </a:lnTo>
                <a:lnTo>
                  <a:pt x="914400" y="180975"/>
                </a:lnTo>
                <a:lnTo>
                  <a:pt x="895350" y="180975"/>
                </a:lnTo>
                <a:close/>
                <a:moveTo>
                  <a:pt x="952500" y="171450"/>
                </a:moveTo>
                <a:lnTo>
                  <a:pt x="1000125" y="171450"/>
                </a:lnTo>
                <a:lnTo>
                  <a:pt x="1000125" y="180975"/>
                </a:lnTo>
                <a:lnTo>
                  <a:pt x="981075" y="180975"/>
                </a:lnTo>
                <a:lnTo>
                  <a:pt x="981075" y="200025"/>
                </a:lnTo>
                <a:lnTo>
                  <a:pt x="971550" y="200025"/>
                </a:lnTo>
                <a:lnTo>
                  <a:pt x="971550" y="209550"/>
                </a:lnTo>
                <a:lnTo>
                  <a:pt x="962025" y="209550"/>
                </a:lnTo>
                <a:lnTo>
                  <a:pt x="962025" y="200025"/>
                </a:lnTo>
                <a:lnTo>
                  <a:pt x="914400" y="200025"/>
                </a:lnTo>
                <a:lnTo>
                  <a:pt x="914400" y="180975"/>
                </a:lnTo>
                <a:lnTo>
                  <a:pt x="952500" y="180975"/>
                </a:lnTo>
                <a:close/>
                <a:moveTo>
                  <a:pt x="1009650" y="180975"/>
                </a:moveTo>
                <a:lnTo>
                  <a:pt x="1028700" y="180975"/>
                </a:lnTo>
                <a:lnTo>
                  <a:pt x="1028700" y="190500"/>
                </a:lnTo>
                <a:lnTo>
                  <a:pt x="1009650" y="190500"/>
                </a:lnTo>
                <a:close/>
                <a:moveTo>
                  <a:pt x="1057275" y="200025"/>
                </a:moveTo>
                <a:lnTo>
                  <a:pt x="1066800" y="200025"/>
                </a:lnTo>
                <a:lnTo>
                  <a:pt x="1066800" y="209550"/>
                </a:lnTo>
                <a:lnTo>
                  <a:pt x="1085850" y="209550"/>
                </a:lnTo>
                <a:lnTo>
                  <a:pt x="1085850" y="219075"/>
                </a:lnTo>
                <a:lnTo>
                  <a:pt x="1095375" y="219075"/>
                </a:lnTo>
                <a:lnTo>
                  <a:pt x="1095375" y="228600"/>
                </a:lnTo>
                <a:lnTo>
                  <a:pt x="1104900" y="228600"/>
                </a:lnTo>
                <a:lnTo>
                  <a:pt x="1104900" y="238125"/>
                </a:lnTo>
                <a:lnTo>
                  <a:pt x="1114425" y="238125"/>
                </a:lnTo>
                <a:lnTo>
                  <a:pt x="1114425" y="247650"/>
                </a:lnTo>
                <a:lnTo>
                  <a:pt x="1123950" y="247650"/>
                </a:lnTo>
                <a:lnTo>
                  <a:pt x="1123950" y="266700"/>
                </a:lnTo>
                <a:lnTo>
                  <a:pt x="1133475" y="266700"/>
                </a:lnTo>
                <a:lnTo>
                  <a:pt x="1133475" y="285750"/>
                </a:lnTo>
                <a:lnTo>
                  <a:pt x="1143000" y="285750"/>
                </a:lnTo>
                <a:lnTo>
                  <a:pt x="1143000" y="304800"/>
                </a:lnTo>
                <a:lnTo>
                  <a:pt x="1133475" y="304800"/>
                </a:lnTo>
                <a:lnTo>
                  <a:pt x="1133475" y="314325"/>
                </a:lnTo>
                <a:lnTo>
                  <a:pt x="1114425" y="314325"/>
                </a:lnTo>
                <a:lnTo>
                  <a:pt x="1114425" y="323850"/>
                </a:lnTo>
                <a:lnTo>
                  <a:pt x="1095375" y="323850"/>
                </a:lnTo>
                <a:lnTo>
                  <a:pt x="1095375" y="333375"/>
                </a:lnTo>
                <a:lnTo>
                  <a:pt x="1076325" y="333375"/>
                </a:lnTo>
                <a:lnTo>
                  <a:pt x="1076325" y="342900"/>
                </a:lnTo>
                <a:lnTo>
                  <a:pt x="1066800" y="342900"/>
                </a:lnTo>
                <a:lnTo>
                  <a:pt x="1066800" y="352425"/>
                </a:lnTo>
                <a:lnTo>
                  <a:pt x="1028700" y="352425"/>
                </a:lnTo>
                <a:lnTo>
                  <a:pt x="1028700" y="361950"/>
                </a:lnTo>
                <a:lnTo>
                  <a:pt x="1019175" y="361950"/>
                </a:lnTo>
                <a:lnTo>
                  <a:pt x="1019175" y="371475"/>
                </a:lnTo>
                <a:lnTo>
                  <a:pt x="1009650" y="371475"/>
                </a:lnTo>
                <a:lnTo>
                  <a:pt x="1009650" y="381000"/>
                </a:lnTo>
                <a:lnTo>
                  <a:pt x="990600" y="381000"/>
                </a:lnTo>
                <a:lnTo>
                  <a:pt x="990600" y="390525"/>
                </a:lnTo>
                <a:lnTo>
                  <a:pt x="952500" y="390525"/>
                </a:lnTo>
                <a:lnTo>
                  <a:pt x="952500" y="381000"/>
                </a:lnTo>
                <a:lnTo>
                  <a:pt x="942975" y="381000"/>
                </a:lnTo>
                <a:lnTo>
                  <a:pt x="942975" y="390525"/>
                </a:lnTo>
                <a:lnTo>
                  <a:pt x="933450" y="390525"/>
                </a:lnTo>
                <a:lnTo>
                  <a:pt x="933450" y="381000"/>
                </a:lnTo>
                <a:lnTo>
                  <a:pt x="923925" y="381000"/>
                </a:lnTo>
                <a:lnTo>
                  <a:pt x="923925" y="371475"/>
                </a:lnTo>
                <a:lnTo>
                  <a:pt x="904875" y="371475"/>
                </a:lnTo>
                <a:lnTo>
                  <a:pt x="904875" y="361950"/>
                </a:lnTo>
                <a:lnTo>
                  <a:pt x="895350" y="361950"/>
                </a:lnTo>
                <a:lnTo>
                  <a:pt x="895350" y="352425"/>
                </a:lnTo>
                <a:lnTo>
                  <a:pt x="876300" y="352425"/>
                </a:lnTo>
                <a:lnTo>
                  <a:pt x="876300" y="342900"/>
                </a:lnTo>
                <a:lnTo>
                  <a:pt x="866775" y="342900"/>
                </a:lnTo>
                <a:lnTo>
                  <a:pt x="866775" y="333375"/>
                </a:lnTo>
                <a:lnTo>
                  <a:pt x="857250" y="333375"/>
                </a:lnTo>
                <a:lnTo>
                  <a:pt x="857250" y="314325"/>
                </a:lnTo>
                <a:lnTo>
                  <a:pt x="838200" y="314325"/>
                </a:lnTo>
                <a:lnTo>
                  <a:pt x="838200" y="333375"/>
                </a:lnTo>
                <a:lnTo>
                  <a:pt x="828675" y="333375"/>
                </a:lnTo>
                <a:lnTo>
                  <a:pt x="828675" y="361950"/>
                </a:lnTo>
                <a:lnTo>
                  <a:pt x="819150" y="361950"/>
                </a:lnTo>
                <a:lnTo>
                  <a:pt x="819150" y="381000"/>
                </a:lnTo>
                <a:lnTo>
                  <a:pt x="809625" y="381000"/>
                </a:lnTo>
                <a:lnTo>
                  <a:pt x="809625" y="390525"/>
                </a:lnTo>
                <a:lnTo>
                  <a:pt x="800100" y="390525"/>
                </a:lnTo>
                <a:lnTo>
                  <a:pt x="800100" y="409575"/>
                </a:lnTo>
                <a:lnTo>
                  <a:pt x="790575" y="409575"/>
                </a:lnTo>
                <a:lnTo>
                  <a:pt x="790575" y="419100"/>
                </a:lnTo>
                <a:lnTo>
                  <a:pt x="781050" y="419100"/>
                </a:lnTo>
                <a:lnTo>
                  <a:pt x="781050" y="428625"/>
                </a:lnTo>
                <a:lnTo>
                  <a:pt x="771525" y="428625"/>
                </a:lnTo>
                <a:lnTo>
                  <a:pt x="771525" y="438150"/>
                </a:lnTo>
                <a:lnTo>
                  <a:pt x="752475" y="438150"/>
                </a:lnTo>
                <a:lnTo>
                  <a:pt x="752475" y="447675"/>
                </a:lnTo>
                <a:lnTo>
                  <a:pt x="733425" y="447675"/>
                </a:lnTo>
                <a:lnTo>
                  <a:pt x="733425" y="466725"/>
                </a:lnTo>
                <a:lnTo>
                  <a:pt x="714375" y="466725"/>
                </a:lnTo>
                <a:lnTo>
                  <a:pt x="714375" y="476250"/>
                </a:lnTo>
                <a:lnTo>
                  <a:pt x="685800" y="476250"/>
                </a:lnTo>
                <a:lnTo>
                  <a:pt x="685800" y="485775"/>
                </a:lnTo>
                <a:lnTo>
                  <a:pt x="666750" y="485775"/>
                </a:lnTo>
                <a:lnTo>
                  <a:pt x="666750" y="476250"/>
                </a:lnTo>
                <a:lnTo>
                  <a:pt x="676275" y="476250"/>
                </a:lnTo>
                <a:lnTo>
                  <a:pt x="676275" y="457200"/>
                </a:lnTo>
                <a:lnTo>
                  <a:pt x="666750" y="457200"/>
                </a:lnTo>
                <a:lnTo>
                  <a:pt x="666750" y="428625"/>
                </a:lnTo>
                <a:lnTo>
                  <a:pt x="676275" y="428625"/>
                </a:lnTo>
                <a:lnTo>
                  <a:pt x="676275" y="409575"/>
                </a:lnTo>
                <a:lnTo>
                  <a:pt x="685800" y="409575"/>
                </a:lnTo>
                <a:lnTo>
                  <a:pt x="685800" y="400050"/>
                </a:lnTo>
                <a:lnTo>
                  <a:pt x="733425" y="400050"/>
                </a:lnTo>
                <a:lnTo>
                  <a:pt x="733425" y="390525"/>
                </a:lnTo>
                <a:lnTo>
                  <a:pt x="762000" y="390525"/>
                </a:lnTo>
                <a:lnTo>
                  <a:pt x="762000" y="381000"/>
                </a:lnTo>
                <a:lnTo>
                  <a:pt x="771525" y="381000"/>
                </a:lnTo>
                <a:lnTo>
                  <a:pt x="771525" y="371475"/>
                </a:lnTo>
                <a:lnTo>
                  <a:pt x="781050" y="371475"/>
                </a:lnTo>
                <a:lnTo>
                  <a:pt x="781050" y="333375"/>
                </a:lnTo>
                <a:lnTo>
                  <a:pt x="771525" y="333375"/>
                </a:lnTo>
                <a:lnTo>
                  <a:pt x="771525" y="323850"/>
                </a:lnTo>
                <a:lnTo>
                  <a:pt x="752475" y="323850"/>
                </a:lnTo>
                <a:lnTo>
                  <a:pt x="752475" y="314325"/>
                </a:lnTo>
                <a:lnTo>
                  <a:pt x="733425" y="314325"/>
                </a:lnTo>
                <a:lnTo>
                  <a:pt x="733425" y="304800"/>
                </a:lnTo>
                <a:lnTo>
                  <a:pt x="714375" y="304800"/>
                </a:lnTo>
                <a:lnTo>
                  <a:pt x="714375" y="295275"/>
                </a:lnTo>
                <a:lnTo>
                  <a:pt x="704850" y="295275"/>
                </a:lnTo>
                <a:lnTo>
                  <a:pt x="704850" y="276225"/>
                </a:lnTo>
                <a:lnTo>
                  <a:pt x="695325" y="276225"/>
                </a:lnTo>
                <a:lnTo>
                  <a:pt x="695325" y="266700"/>
                </a:lnTo>
                <a:lnTo>
                  <a:pt x="704850" y="266700"/>
                </a:lnTo>
                <a:lnTo>
                  <a:pt x="704850" y="276225"/>
                </a:lnTo>
                <a:lnTo>
                  <a:pt x="714375" y="276225"/>
                </a:lnTo>
                <a:lnTo>
                  <a:pt x="714375" y="266700"/>
                </a:lnTo>
                <a:lnTo>
                  <a:pt x="723900" y="266700"/>
                </a:lnTo>
                <a:lnTo>
                  <a:pt x="723900" y="257175"/>
                </a:lnTo>
                <a:lnTo>
                  <a:pt x="733425" y="257175"/>
                </a:lnTo>
                <a:lnTo>
                  <a:pt x="733425" y="247650"/>
                </a:lnTo>
                <a:lnTo>
                  <a:pt x="723900" y="247650"/>
                </a:lnTo>
                <a:lnTo>
                  <a:pt x="723900" y="238125"/>
                </a:lnTo>
                <a:lnTo>
                  <a:pt x="733425" y="238125"/>
                </a:lnTo>
                <a:lnTo>
                  <a:pt x="733425" y="247650"/>
                </a:lnTo>
                <a:lnTo>
                  <a:pt x="742950" y="247650"/>
                </a:lnTo>
                <a:lnTo>
                  <a:pt x="742950" y="228600"/>
                </a:lnTo>
                <a:lnTo>
                  <a:pt x="752475" y="228600"/>
                </a:lnTo>
                <a:lnTo>
                  <a:pt x="752475" y="238125"/>
                </a:lnTo>
                <a:lnTo>
                  <a:pt x="771525" y="238125"/>
                </a:lnTo>
                <a:lnTo>
                  <a:pt x="771525" y="247650"/>
                </a:lnTo>
                <a:lnTo>
                  <a:pt x="781050" y="247650"/>
                </a:lnTo>
                <a:lnTo>
                  <a:pt x="781050" y="257175"/>
                </a:lnTo>
                <a:lnTo>
                  <a:pt x="800100" y="257175"/>
                </a:lnTo>
                <a:lnTo>
                  <a:pt x="800100" y="266700"/>
                </a:lnTo>
                <a:lnTo>
                  <a:pt x="809625" y="266700"/>
                </a:lnTo>
                <a:lnTo>
                  <a:pt x="809625" y="257175"/>
                </a:lnTo>
                <a:lnTo>
                  <a:pt x="828675" y="257175"/>
                </a:lnTo>
                <a:lnTo>
                  <a:pt x="828675" y="247650"/>
                </a:lnTo>
                <a:lnTo>
                  <a:pt x="847725" y="247650"/>
                </a:lnTo>
                <a:lnTo>
                  <a:pt x="847725" y="304800"/>
                </a:lnTo>
                <a:lnTo>
                  <a:pt x="857250" y="304800"/>
                </a:lnTo>
                <a:lnTo>
                  <a:pt x="857250" y="295275"/>
                </a:lnTo>
                <a:lnTo>
                  <a:pt x="904875" y="295275"/>
                </a:lnTo>
                <a:lnTo>
                  <a:pt x="904875" y="304800"/>
                </a:lnTo>
                <a:lnTo>
                  <a:pt x="933450" y="304800"/>
                </a:lnTo>
                <a:lnTo>
                  <a:pt x="933450" y="295275"/>
                </a:lnTo>
                <a:lnTo>
                  <a:pt x="942975" y="295275"/>
                </a:lnTo>
                <a:lnTo>
                  <a:pt x="942975" y="285750"/>
                </a:lnTo>
                <a:lnTo>
                  <a:pt x="962025" y="285750"/>
                </a:lnTo>
                <a:lnTo>
                  <a:pt x="962025" y="276225"/>
                </a:lnTo>
                <a:lnTo>
                  <a:pt x="971550" y="276225"/>
                </a:lnTo>
                <a:lnTo>
                  <a:pt x="971550" y="266700"/>
                </a:lnTo>
                <a:lnTo>
                  <a:pt x="981075" y="266700"/>
                </a:lnTo>
                <a:lnTo>
                  <a:pt x="981075" y="257175"/>
                </a:lnTo>
                <a:lnTo>
                  <a:pt x="1000125" y="257175"/>
                </a:lnTo>
                <a:lnTo>
                  <a:pt x="1000125" y="228600"/>
                </a:lnTo>
                <a:lnTo>
                  <a:pt x="1009650" y="228600"/>
                </a:lnTo>
                <a:lnTo>
                  <a:pt x="1009650" y="219075"/>
                </a:lnTo>
                <a:lnTo>
                  <a:pt x="1038225" y="219075"/>
                </a:lnTo>
                <a:lnTo>
                  <a:pt x="1038225" y="209550"/>
                </a:lnTo>
                <a:lnTo>
                  <a:pt x="1057275" y="209550"/>
                </a:lnTo>
                <a:close/>
                <a:moveTo>
                  <a:pt x="1143000" y="304800"/>
                </a:moveTo>
                <a:lnTo>
                  <a:pt x="1152525" y="304800"/>
                </a:lnTo>
                <a:lnTo>
                  <a:pt x="1152525" y="314325"/>
                </a:lnTo>
                <a:lnTo>
                  <a:pt x="1143000" y="314325"/>
                </a:lnTo>
                <a:close/>
                <a:moveTo>
                  <a:pt x="876300" y="342900"/>
                </a:moveTo>
                <a:lnTo>
                  <a:pt x="885825" y="342900"/>
                </a:lnTo>
                <a:lnTo>
                  <a:pt x="885825" y="333375"/>
                </a:lnTo>
                <a:lnTo>
                  <a:pt x="876300" y="333375"/>
                </a:lnTo>
                <a:close/>
                <a:moveTo>
                  <a:pt x="1114425" y="352425"/>
                </a:moveTo>
                <a:lnTo>
                  <a:pt x="1133475" y="352425"/>
                </a:lnTo>
                <a:lnTo>
                  <a:pt x="1133475" y="371475"/>
                </a:lnTo>
                <a:lnTo>
                  <a:pt x="1143000" y="371475"/>
                </a:lnTo>
                <a:lnTo>
                  <a:pt x="1143000" y="381000"/>
                </a:lnTo>
                <a:lnTo>
                  <a:pt x="1162050" y="381000"/>
                </a:lnTo>
                <a:lnTo>
                  <a:pt x="1162050" y="466725"/>
                </a:lnTo>
                <a:lnTo>
                  <a:pt x="1171575" y="466725"/>
                </a:lnTo>
                <a:lnTo>
                  <a:pt x="1171575" y="485775"/>
                </a:lnTo>
                <a:lnTo>
                  <a:pt x="1162050" y="485775"/>
                </a:lnTo>
                <a:lnTo>
                  <a:pt x="1162050" y="476250"/>
                </a:lnTo>
                <a:lnTo>
                  <a:pt x="1143000" y="476250"/>
                </a:lnTo>
                <a:lnTo>
                  <a:pt x="1143000" y="466725"/>
                </a:lnTo>
                <a:lnTo>
                  <a:pt x="1114425" y="466725"/>
                </a:lnTo>
                <a:lnTo>
                  <a:pt x="1114425" y="457200"/>
                </a:lnTo>
                <a:lnTo>
                  <a:pt x="1095375" y="457200"/>
                </a:lnTo>
                <a:lnTo>
                  <a:pt x="1095375" y="409575"/>
                </a:lnTo>
                <a:lnTo>
                  <a:pt x="1104900" y="409575"/>
                </a:lnTo>
                <a:lnTo>
                  <a:pt x="1104900" y="400050"/>
                </a:lnTo>
                <a:lnTo>
                  <a:pt x="1123950" y="400050"/>
                </a:lnTo>
                <a:lnTo>
                  <a:pt x="1123950" y="361950"/>
                </a:lnTo>
                <a:lnTo>
                  <a:pt x="1114425" y="361950"/>
                </a:lnTo>
                <a:close/>
                <a:moveTo>
                  <a:pt x="962025" y="400050"/>
                </a:moveTo>
                <a:lnTo>
                  <a:pt x="971550" y="400050"/>
                </a:lnTo>
                <a:lnTo>
                  <a:pt x="971550" y="409575"/>
                </a:lnTo>
                <a:lnTo>
                  <a:pt x="962025" y="409575"/>
                </a:lnTo>
                <a:close/>
                <a:moveTo>
                  <a:pt x="657225" y="533400"/>
                </a:moveTo>
                <a:lnTo>
                  <a:pt x="666750" y="533400"/>
                </a:lnTo>
                <a:lnTo>
                  <a:pt x="666750" y="542925"/>
                </a:lnTo>
                <a:lnTo>
                  <a:pt x="657225" y="542925"/>
                </a:lnTo>
                <a:close/>
                <a:moveTo>
                  <a:pt x="752475" y="638175"/>
                </a:moveTo>
                <a:lnTo>
                  <a:pt x="762000" y="638175"/>
                </a:lnTo>
                <a:lnTo>
                  <a:pt x="762000" y="657225"/>
                </a:lnTo>
                <a:lnTo>
                  <a:pt x="771525" y="657225"/>
                </a:lnTo>
                <a:lnTo>
                  <a:pt x="771525" y="666750"/>
                </a:lnTo>
                <a:lnTo>
                  <a:pt x="781050" y="666750"/>
                </a:lnTo>
                <a:lnTo>
                  <a:pt x="781050" y="685800"/>
                </a:lnTo>
                <a:lnTo>
                  <a:pt x="790575" y="685800"/>
                </a:lnTo>
                <a:lnTo>
                  <a:pt x="790575" y="695325"/>
                </a:lnTo>
                <a:lnTo>
                  <a:pt x="800100" y="695325"/>
                </a:lnTo>
                <a:lnTo>
                  <a:pt x="800100" y="704850"/>
                </a:lnTo>
                <a:lnTo>
                  <a:pt x="809625" y="704850"/>
                </a:lnTo>
                <a:lnTo>
                  <a:pt x="809625" y="714375"/>
                </a:lnTo>
                <a:lnTo>
                  <a:pt x="819150" y="714375"/>
                </a:lnTo>
                <a:lnTo>
                  <a:pt x="819150" y="723900"/>
                </a:lnTo>
                <a:lnTo>
                  <a:pt x="828675" y="723900"/>
                </a:lnTo>
                <a:lnTo>
                  <a:pt x="828675" y="733425"/>
                </a:lnTo>
                <a:lnTo>
                  <a:pt x="838200" y="733425"/>
                </a:lnTo>
                <a:lnTo>
                  <a:pt x="838200" y="752475"/>
                </a:lnTo>
                <a:lnTo>
                  <a:pt x="809625" y="752475"/>
                </a:lnTo>
                <a:lnTo>
                  <a:pt x="809625" y="762000"/>
                </a:lnTo>
                <a:lnTo>
                  <a:pt x="771525" y="762000"/>
                </a:lnTo>
                <a:lnTo>
                  <a:pt x="771525" y="752475"/>
                </a:lnTo>
                <a:lnTo>
                  <a:pt x="714375" y="752475"/>
                </a:lnTo>
                <a:lnTo>
                  <a:pt x="714375" y="742950"/>
                </a:lnTo>
                <a:lnTo>
                  <a:pt x="676275" y="742950"/>
                </a:lnTo>
                <a:lnTo>
                  <a:pt x="676275" y="685800"/>
                </a:lnTo>
                <a:lnTo>
                  <a:pt x="685800" y="685800"/>
                </a:lnTo>
                <a:lnTo>
                  <a:pt x="685800" y="676275"/>
                </a:lnTo>
                <a:lnTo>
                  <a:pt x="695325" y="676275"/>
                </a:lnTo>
                <a:lnTo>
                  <a:pt x="695325" y="666750"/>
                </a:lnTo>
                <a:lnTo>
                  <a:pt x="723900" y="666750"/>
                </a:lnTo>
                <a:lnTo>
                  <a:pt x="723900" y="657225"/>
                </a:lnTo>
                <a:lnTo>
                  <a:pt x="733425" y="657225"/>
                </a:lnTo>
                <a:lnTo>
                  <a:pt x="733425" y="647700"/>
                </a:lnTo>
                <a:lnTo>
                  <a:pt x="752475" y="647700"/>
                </a:lnTo>
                <a:close/>
                <a:moveTo>
                  <a:pt x="1066800" y="685800"/>
                </a:moveTo>
                <a:lnTo>
                  <a:pt x="1123950" y="685800"/>
                </a:lnTo>
                <a:lnTo>
                  <a:pt x="1123950" y="695325"/>
                </a:lnTo>
                <a:lnTo>
                  <a:pt x="1152525" y="695325"/>
                </a:lnTo>
                <a:lnTo>
                  <a:pt x="1152525" y="704850"/>
                </a:lnTo>
                <a:lnTo>
                  <a:pt x="1162050" y="704850"/>
                </a:lnTo>
                <a:lnTo>
                  <a:pt x="1162050" y="723900"/>
                </a:lnTo>
                <a:lnTo>
                  <a:pt x="1152525" y="723900"/>
                </a:lnTo>
                <a:lnTo>
                  <a:pt x="1152525" y="742950"/>
                </a:lnTo>
                <a:lnTo>
                  <a:pt x="1114425" y="742950"/>
                </a:lnTo>
                <a:lnTo>
                  <a:pt x="1114425" y="752475"/>
                </a:lnTo>
                <a:lnTo>
                  <a:pt x="1038225" y="752475"/>
                </a:lnTo>
                <a:lnTo>
                  <a:pt x="1038225" y="742950"/>
                </a:lnTo>
                <a:lnTo>
                  <a:pt x="1028700" y="742950"/>
                </a:lnTo>
                <a:lnTo>
                  <a:pt x="1028700" y="733425"/>
                </a:lnTo>
                <a:lnTo>
                  <a:pt x="1009650" y="733425"/>
                </a:lnTo>
                <a:lnTo>
                  <a:pt x="1009650" y="723900"/>
                </a:lnTo>
                <a:lnTo>
                  <a:pt x="1028700" y="723900"/>
                </a:lnTo>
                <a:lnTo>
                  <a:pt x="1028700" y="714375"/>
                </a:lnTo>
                <a:lnTo>
                  <a:pt x="1038225" y="714375"/>
                </a:lnTo>
                <a:lnTo>
                  <a:pt x="1038225" y="695325"/>
                </a:lnTo>
                <a:lnTo>
                  <a:pt x="1047750" y="695325"/>
                </a:lnTo>
                <a:lnTo>
                  <a:pt x="1047750" y="704850"/>
                </a:lnTo>
                <a:lnTo>
                  <a:pt x="1057275" y="704850"/>
                </a:lnTo>
                <a:lnTo>
                  <a:pt x="1057275" y="695325"/>
                </a:lnTo>
                <a:lnTo>
                  <a:pt x="1066800" y="695325"/>
                </a:lnTo>
                <a:close/>
                <a:moveTo>
                  <a:pt x="990600" y="733425"/>
                </a:moveTo>
                <a:lnTo>
                  <a:pt x="1000125" y="733425"/>
                </a:lnTo>
                <a:lnTo>
                  <a:pt x="1000125" y="752475"/>
                </a:lnTo>
                <a:lnTo>
                  <a:pt x="990600" y="752475"/>
                </a:lnTo>
                <a:close/>
                <a:moveTo>
                  <a:pt x="704850" y="857250"/>
                </a:moveTo>
                <a:lnTo>
                  <a:pt x="723900" y="857250"/>
                </a:lnTo>
                <a:lnTo>
                  <a:pt x="723900" y="885825"/>
                </a:lnTo>
                <a:lnTo>
                  <a:pt x="733425" y="885825"/>
                </a:lnTo>
                <a:lnTo>
                  <a:pt x="733425" y="914400"/>
                </a:lnTo>
                <a:lnTo>
                  <a:pt x="723900" y="914400"/>
                </a:lnTo>
                <a:lnTo>
                  <a:pt x="723900" y="923925"/>
                </a:lnTo>
                <a:lnTo>
                  <a:pt x="714375" y="923925"/>
                </a:lnTo>
                <a:lnTo>
                  <a:pt x="714375" y="933450"/>
                </a:lnTo>
                <a:lnTo>
                  <a:pt x="704850" y="933450"/>
                </a:lnTo>
                <a:lnTo>
                  <a:pt x="704850" y="923925"/>
                </a:lnTo>
                <a:lnTo>
                  <a:pt x="695325" y="923925"/>
                </a:lnTo>
                <a:lnTo>
                  <a:pt x="695325" y="914400"/>
                </a:lnTo>
                <a:lnTo>
                  <a:pt x="685800" y="914400"/>
                </a:lnTo>
                <a:lnTo>
                  <a:pt x="685800" y="904875"/>
                </a:lnTo>
                <a:lnTo>
                  <a:pt x="666750" y="904875"/>
                </a:lnTo>
                <a:lnTo>
                  <a:pt x="666750" y="895350"/>
                </a:lnTo>
                <a:lnTo>
                  <a:pt x="676275" y="895350"/>
                </a:lnTo>
                <a:lnTo>
                  <a:pt x="676275" y="866775"/>
                </a:lnTo>
                <a:lnTo>
                  <a:pt x="704850" y="866775"/>
                </a:lnTo>
                <a:close/>
                <a:moveTo>
                  <a:pt x="1123950" y="857250"/>
                </a:moveTo>
                <a:lnTo>
                  <a:pt x="1143000" y="857250"/>
                </a:lnTo>
                <a:lnTo>
                  <a:pt x="1143000" y="866775"/>
                </a:lnTo>
                <a:lnTo>
                  <a:pt x="1171575" y="866775"/>
                </a:lnTo>
                <a:lnTo>
                  <a:pt x="1171575" y="876300"/>
                </a:lnTo>
                <a:lnTo>
                  <a:pt x="1190625" y="876300"/>
                </a:lnTo>
                <a:lnTo>
                  <a:pt x="1190625" y="885825"/>
                </a:lnTo>
                <a:lnTo>
                  <a:pt x="1171575" y="885825"/>
                </a:lnTo>
                <a:lnTo>
                  <a:pt x="1171575" y="895350"/>
                </a:lnTo>
                <a:lnTo>
                  <a:pt x="1152525" y="895350"/>
                </a:lnTo>
                <a:lnTo>
                  <a:pt x="1152525" y="904875"/>
                </a:lnTo>
                <a:lnTo>
                  <a:pt x="1133475" y="904875"/>
                </a:lnTo>
                <a:lnTo>
                  <a:pt x="1133475" y="914400"/>
                </a:lnTo>
                <a:lnTo>
                  <a:pt x="1104900" y="914400"/>
                </a:lnTo>
                <a:lnTo>
                  <a:pt x="1104900" y="895350"/>
                </a:lnTo>
                <a:lnTo>
                  <a:pt x="1114425" y="895350"/>
                </a:lnTo>
                <a:lnTo>
                  <a:pt x="1114425" y="876300"/>
                </a:lnTo>
                <a:lnTo>
                  <a:pt x="1123950" y="876300"/>
                </a:lnTo>
                <a:close/>
                <a:moveTo>
                  <a:pt x="657225" y="876300"/>
                </a:moveTo>
                <a:lnTo>
                  <a:pt x="666750" y="876300"/>
                </a:lnTo>
                <a:lnTo>
                  <a:pt x="666750" y="885825"/>
                </a:lnTo>
                <a:lnTo>
                  <a:pt x="657225" y="885825"/>
                </a:lnTo>
                <a:close/>
                <a:moveTo>
                  <a:pt x="733425" y="923925"/>
                </a:moveTo>
                <a:lnTo>
                  <a:pt x="742950" y="923925"/>
                </a:lnTo>
                <a:lnTo>
                  <a:pt x="742950" y="942975"/>
                </a:lnTo>
                <a:lnTo>
                  <a:pt x="733425" y="942975"/>
                </a:lnTo>
                <a:close/>
                <a:moveTo>
                  <a:pt x="1323975" y="971550"/>
                </a:moveTo>
                <a:lnTo>
                  <a:pt x="1333500" y="971550"/>
                </a:lnTo>
                <a:lnTo>
                  <a:pt x="1333500" y="981075"/>
                </a:lnTo>
                <a:lnTo>
                  <a:pt x="1323975" y="981075"/>
                </a:lnTo>
                <a:close/>
                <a:moveTo>
                  <a:pt x="1295400" y="981075"/>
                </a:moveTo>
                <a:lnTo>
                  <a:pt x="1323975" y="981075"/>
                </a:lnTo>
                <a:lnTo>
                  <a:pt x="1323975" y="990600"/>
                </a:lnTo>
                <a:lnTo>
                  <a:pt x="1343025" y="990600"/>
                </a:lnTo>
                <a:lnTo>
                  <a:pt x="1343025" y="1019175"/>
                </a:lnTo>
                <a:lnTo>
                  <a:pt x="1352550" y="1019175"/>
                </a:lnTo>
                <a:lnTo>
                  <a:pt x="1352550" y="1038225"/>
                </a:lnTo>
                <a:lnTo>
                  <a:pt x="1362075" y="1038225"/>
                </a:lnTo>
                <a:lnTo>
                  <a:pt x="1362075" y="1047750"/>
                </a:lnTo>
                <a:lnTo>
                  <a:pt x="1343025" y="1047750"/>
                </a:lnTo>
                <a:lnTo>
                  <a:pt x="1343025" y="1066800"/>
                </a:lnTo>
                <a:lnTo>
                  <a:pt x="1333500" y="1066800"/>
                </a:lnTo>
                <a:lnTo>
                  <a:pt x="1333500" y="1076325"/>
                </a:lnTo>
                <a:lnTo>
                  <a:pt x="1314450" y="1076325"/>
                </a:lnTo>
                <a:lnTo>
                  <a:pt x="1314450" y="1085850"/>
                </a:lnTo>
                <a:lnTo>
                  <a:pt x="1304925" y="1085850"/>
                </a:lnTo>
                <a:lnTo>
                  <a:pt x="1304925" y="1066800"/>
                </a:lnTo>
                <a:lnTo>
                  <a:pt x="1285875" y="1066800"/>
                </a:lnTo>
                <a:lnTo>
                  <a:pt x="1285875" y="1057275"/>
                </a:lnTo>
                <a:lnTo>
                  <a:pt x="1276350" y="1057275"/>
                </a:lnTo>
                <a:lnTo>
                  <a:pt x="1276350" y="1028700"/>
                </a:lnTo>
                <a:lnTo>
                  <a:pt x="1266825" y="1028700"/>
                </a:lnTo>
                <a:lnTo>
                  <a:pt x="1266825" y="1019175"/>
                </a:lnTo>
                <a:lnTo>
                  <a:pt x="1257300" y="1019175"/>
                </a:lnTo>
                <a:lnTo>
                  <a:pt x="1257300" y="1057275"/>
                </a:lnTo>
                <a:lnTo>
                  <a:pt x="1247775" y="1057275"/>
                </a:lnTo>
                <a:lnTo>
                  <a:pt x="1247775" y="1076325"/>
                </a:lnTo>
                <a:lnTo>
                  <a:pt x="1257300" y="1076325"/>
                </a:lnTo>
                <a:lnTo>
                  <a:pt x="1257300" y="1114425"/>
                </a:lnTo>
                <a:lnTo>
                  <a:pt x="1247775" y="1114425"/>
                </a:lnTo>
                <a:lnTo>
                  <a:pt x="1247775" y="1095375"/>
                </a:lnTo>
                <a:lnTo>
                  <a:pt x="1238250" y="1095375"/>
                </a:lnTo>
                <a:lnTo>
                  <a:pt x="1238250" y="1123950"/>
                </a:lnTo>
                <a:lnTo>
                  <a:pt x="1228725" y="1123950"/>
                </a:lnTo>
                <a:lnTo>
                  <a:pt x="1228725" y="1133475"/>
                </a:lnTo>
                <a:lnTo>
                  <a:pt x="1238250" y="1133475"/>
                </a:lnTo>
                <a:lnTo>
                  <a:pt x="1238250" y="1152525"/>
                </a:lnTo>
                <a:lnTo>
                  <a:pt x="1257300" y="1152525"/>
                </a:lnTo>
                <a:lnTo>
                  <a:pt x="1257300" y="1162050"/>
                </a:lnTo>
                <a:lnTo>
                  <a:pt x="1247775" y="1162050"/>
                </a:lnTo>
                <a:lnTo>
                  <a:pt x="1247775" y="1190625"/>
                </a:lnTo>
                <a:lnTo>
                  <a:pt x="1257300" y="1190625"/>
                </a:lnTo>
                <a:lnTo>
                  <a:pt x="1257300" y="1200150"/>
                </a:lnTo>
                <a:lnTo>
                  <a:pt x="1266825" y="1200150"/>
                </a:lnTo>
                <a:lnTo>
                  <a:pt x="1266825" y="1181100"/>
                </a:lnTo>
                <a:lnTo>
                  <a:pt x="1276350" y="1181100"/>
                </a:lnTo>
                <a:lnTo>
                  <a:pt x="1276350" y="1190625"/>
                </a:lnTo>
                <a:lnTo>
                  <a:pt x="1295400" y="1190625"/>
                </a:lnTo>
                <a:lnTo>
                  <a:pt x="1295400" y="1200150"/>
                </a:lnTo>
                <a:lnTo>
                  <a:pt x="1304925" y="1200150"/>
                </a:lnTo>
                <a:lnTo>
                  <a:pt x="1304925" y="1295400"/>
                </a:lnTo>
                <a:lnTo>
                  <a:pt x="1295400" y="1295400"/>
                </a:lnTo>
                <a:lnTo>
                  <a:pt x="1295400" y="1285875"/>
                </a:lnTo>
                <a:lnTo>
                  <a:pt x="1285875" y="1285875"/>
                </a:lnTo>
                <a:lnTo>
                  <a:pt x="1285875" y="1343025"/>
                </a:lnTo>
                <a:lnTo>
                  <a:pt x="1276350" y="1343025"/>
                </a:lnTo>
                <a:lnTo>
                  <a:pt x="1276350" y="1352550"/>
                </a:lnTo>
                <a:lnTo>
                  <a:pt x="1266825" y="1352550"/>
                </a:lnTo>
                <a:lnTo>
                  <a:pt x="1266825" y="1323975"/>
                </a:lnTo>
                <a:lnTo>
                  <a:pt x="1257300" y="1323975"/>
                </a:lnTo>
                <a:lnTo>
                  <a:pt x="1257300" y="1314450"/>
                </a:lnTo>
                <a:lnTo>
                  <a:pt x="1266825" y="1314450"/>
                </a:lnTo>
                <a:lnTo>
                  <a:pt x="1266825" y="1304925"/>
                </a:lnTo>
                <a:lnTo>
                  <a:pt x="1257300" y="1304925"/>
                </a:lnTo>
                <a:lnTo>
                  <a:pt x="1257300" y="1285875"/>
                </a:lnTo>
                <a:lnTo>
                  <a:pt x="1247775" y="1285875"/>
                </a:lnTo>
                <a:lnTo>
                  <a:pt x="1247775" y="1257300"/>
                </a:lnTo>
                <a:lnTo>
                  <a:pt x="1238250" y="1257300"/>
                </a:lnTo>
                <a:lnTo>
                  <a:pt x="1238250" y="1238250"/>
                </a:lnTo>
                <a:lnTo>
                  <a:pt x="1228725" y="1238250"/>
                </a:lnTo>
                <a:lnTo>
                  <a:pt x="1228725" y="1228725"/>
                </a:lnTo>
                <a:lnTo>
                  <a:pt x="1219200" y="1228725"/>
                </a:lnTo>
                <a:lnTo>
                  <a:pt x="1219200" y="1219200"/>
                </a:lnTo>
                <a:lnTo>
                  <a:pt x="1190625" y="1219200"/>
                </a:lnTo>
                <a:lnTo>
                  <a:pt x="1190625" y="1181100"/>
                </a:lnTo>
                <a:lnTo>
                  <a:pt x="1200150" y="1181100"/>
                </a:lnTo>
                <a:lnTo>
                  <a:pt x="1200150" y="1143000"/>
                </a:lnTo>
                <a:lnTo>
                  <a:pt x="1209675" y="1143000"/>
                </a:lnTo>
                <a:lnTo>
                  <a:pt x="1209675" y="1123950"/>
                </a:lnTo>
                <a:lnTo>
                  <a:pt x="1200150" y="1123950"/>
                </a:lnTo>
                <a:lnTo>
                  <a:pt x="1200150" y="1085850"/>
                </a:lnTo>
                <a:lnTo>
                  <a:pt x="1190625" y="1085850"/>
                </a:lnTo>
                <a:lnTo>
                  <a:pt x="1190625" y="1076325"/>
                </a:lnTo>
                <a:lnTo>
                  <a:pt x="1181100" y="1076325"/>
                </a:lnTo>
                <a:lnTo>
                  <a:pt x="1181100" y="1057275"/>
                </a:lnTo>
                <a:lnTo>
                  <a:pt x="1190625" y="1057275"/>
                </a:lnTo>
                <a:lnTo>
                  <a:pt x="1190625" y="1047750"/>
                </a:lnTo>
                <a:lnTo>
                  <a:pt x="1209675" y="1047750"/>
                </a:lnTo>
                <a:lnTo>
                  <a:pt x="1209675" y="1057275"/>
                </a:lnTo>
                <a:lnTo>
                  <a:pt x="1200150" y="1057275"/>
                </a:lnTo>
                <a:lnTo>
                  <a:pt x="1200150" y="1066800"/>
                </a:lnTo>
                <a:lnTo>
                  <a:pt x="1238250" y="1066800"/>
                </a:lnTo>
                <a:lnTo>
                  <a:pt x="1238250" y="1057275"/>
                </a:lnTo>
                <a:lnTo>
                  <a:pt x="1219200" y="1057275"/>
                </a:lnTo>
                <a:lnTo>
                  <a:pt x="1219200" y="1028700"/>
                </a:lnTo>
                <a:lnTo>
                  <a:pt x="1247775" y="1028700"/>
                </a:lnTo>
                <a:lnTo>
                  <a:pt x="1247775" y="1009650"/>
                </a:lnTo>
                <a:lnTo>
                  <a:pt x="1276350" y="1009650"/>
                </a:lnTo>
                <a:lnTo>
                  <a:pt x="1276350" y="1000125"/>
                </a:lnTo>
                <a:lnTo>
                  <a:pt x="1285875" y="1000125"/>
                </a:lnTo>
                <a:lnTo>
                  <a:pt x="1285875" y="990600"/>
                </a:lnTo>
                <a:lnTo>
                  <a:pt x="1295400" y="990600"/>
                </a:lnTo>
                <a:close/>
                <a:moveTo>
                  <a:pt x="942975" y="1000125"/>
                </a:moveTo>
                <a:lnTo>
                  <a:pt x="971550" y="1000125"/>
                </a:lnTo>
                <a:lnTo>
                  <a:pt x="971550" y="1009650"/>
                </a:lnTo>
                <a:lnTo>
                  <a:pt x="981075" y="1009650"/>
                </a:lnTo>
                <a:lnTo>
                  <a:pt x="981075" y="1019175"/>
                </a:lnTo>
                <a:lnTo>
                  <a:pt x="990600" y="1019175"/>
                </a:lnTo>
                <a:lnTo>
                  <a:pt x="990600" y="1028700"/>
                </a:lnTo>
                <a:lnTo>
                  <a:pt x="1000125" y="1028700"/>
                </a:lnTo>
                <a:lnTo>
                  <a:pt x="1000125" y="1038225"/>
                </a:lnTo>
                <a:lnTo>
                  <a:pt x="1009650" y="1038225"/>
                </a:lnTo>
                <a:lnTo>
                  <a:pt x="1009650" y="1066800"/>
                </a:lnTo>
                <a:lnTo>
                  <a:pt x="981075" y="1066800"/>
                </a:lnTo>
                <a:lnTo>
                  <a:pt x="981075" y="1076325"/>
                </a:lnTo>
                <a:lnTo>
                  <a:pt x="962025" y="1076325"/>
                </a:lnTo>
                <a:lnTo>
                  <a:pt x="962025" y="1057275"/>
                </a:lnTo>
                <a:lnTo>
                  <a:pt x="952500" y="1057275"/>
                </a:lnTo>
                <a:lnTo>
                  <a:pt x="952500" y="1019175"/>
                </a:lnTo>
                <a:lnTo>
                  <a:pt x="942975" y="1019175"/>
                </a:lnTo>
                <a:close/>
                <a:moveTo>
                  <a:pt x="866775" y="1009650"/>
                </a:moveTo>
                <a:lnTo>
                  <a:pt x="876300" y="1009650"/>
                </a:lnTo>
                <a:lnTo>
                  <a:pt x="876300" y="1019175"/>
                </a:lnTo>
                <a:lnTo>
                  <a:pt x="885825" y="1019175"/>
                </a:lnTo>
                <a:lnTo>
                  <a:pt x="885825" y="1028700"/>
                </a:lnTo>
                <a:lnTo>
                  <a:pt x="876300" y="1028700"/>
                </a:lnTo>
                <a:lnTo>
                  <a:pt x="876300" y="1038225"/>
                </a:lnTo>
                <a:lnTo>
                  <a:pt x="847725" y="1038225"/>
                </a:lnTo>
                <a:lnTo>
                  <a:pt x="847725" y="1028700"/>
                </a:lnTo>
                <a:lnTo>
                  <a:pt x="857250" y="1028700"/>
                </a:lnTo>
                <a:lnTo>
                  <a:pt x="857250" y="1019175"/>
                </a:lnTo>
                <a:lnTo>
                  <a:pt x="866775" y="1019175"/>
                </a:lnTo>
                <a:close/>
                <a:moveTo>
                  <a:pt x="495300" y="1076325"/>
                </a:moveTo>
                <a:lnTo>
                  <a:pt x="514350" y="1076325"/>
                </a:lnTo>
                <a:lnTo>
                  <a:pt x="514350" y="1095375"/>
                </a:lnTo>
                <a:lnTo>
                  <a:pt x="504825" y="1095375"/>
                </a:lnTo>
                <a:lnTo>
                  <a:pt x="504825" y="1085850"/>
                </a:lnTo>
                <a:lnTo>
                  <a:pt x="495300" y="1085850"/>
                </a:lnTo>
                <a:close/>
                <a:moveTo>
                  <a:pt x="523875" y="1095375"/>
                </a:moveTo>
                <a:lnTo>
                  <a:pt x="533400" y="1095375"/>
                </a:lnTo>
                <a:lnTo>
                  <a:pt x="533400" y="1123950"/>
                </a:lnTo>
                <a:lnTo>
                  <a:pt x="542925" y="1123950"/>
                </a:lnTo>
                <a:lnTo>
                  <a:pt x="542925" y="1143000"/>
                </a:lnTo>
                <a:lnTo>
                  <a:pt x="533400" y="1143000"/>
                </a:lnTo>
                <a:lnTo>
                  <a:pt x="533400" y="1133475"/>
                </a:lnTo>
                <a:lnTo>
                  <a:pt x="514350" y="1133475"/>
                </a:lnTo>
                <a:lnTo>
                  <a:pt x="514350" y="1143000"/>
                </a:lnTo>
                <a:lnTo>
                  <a:pt x="504825" y="1143000"/>
                </a:lnTo>
                <a:lnTo>
                  <a:pt x="504825" y="1133475"/>
                </a:lnTo>
                <a:lnTo>
                  <a:pt x="495300" y="1133475"/>
                </a:lnTo>
                <a:lnTo>
                  <a:pt x="495300" y="1123950"/>
                </a:lnTo>
                <a:lnTo>
                  <a:pt x="504825" y="1123950"/>
                </a:lnTo>
                <a:lnTo>
                  <a:pt x="504825" y="1114425"/>
                </a:lnTo>
                <a:lnTo>
                  <a:pt x="523875" y="1114425"/>
                </a:lnTo>
                <a:close/>
                <a:moveTo>
                  <a:pt x="457200" y="1123950"/>
                </a:moveTo>
                <a:lnTo>
                  <a:pt x="466725" y="1123950"/>
                </a:lnTo>
                <a:lnTo>
                  <a:pt x="466725" y="1133475"/>
                </a:lnTo>
                <a:lnTo>
                  <a:pt x="457200" y="1133475"/>
                </a:lnTo>
                <a:close/>
                <a:moveTo>
                  <a:pt x="647700" y="1133475"/>
                </a:moveTo>
                <a:lnTo>
                  <a:pt x="657225" y="1133475"/>
                </a:lnTo>
                <a:lnTo>
                  <a:pt x="657225" y="1143000"/>
                </a:lnTo>
                <a:lnTo>
                  <a:pt x="666750" y="1143000"/>
                </a:lnTo>
                <a:lnTo>
                  <a:pt x="666750" y="1152525"/>
                </a:lnTo>
                <a:lnTo>
                  <a:pt x="657225" y="1152525"/>
                </a:lnTo>
                <a:lnTo>
                  <a:pt x="657225" y="1162050"/>
                </a:lnTo>
                <a:lnTo>
                  <a:pt x="647700" y="1162050"/>
                </a:lnTo>
                <a:lnTo>
                  <a:pt x="647700" y="1152525"/>
                </a:lnTo>
                <a:lnTo>
                  <a:pt x="638175" y="1152525"/>
                </a:lnTo>
                <a:lnTo>
                  <a:pt x="638175" y="1143000"/>
                </a:lnTo>
                <a:lnTo>
                  <a:pt x="647700" y="1143000"/>
                </a:lnTo>
                <a:close/>
                <a:moveTo>
                  <a:pt x="866775" y="1219200"/>
                </a:moveTo>
                <a:lnTo>
                  <a:pt x="885825" y="1219200"/>
                </a:lnTo>
                <a:lnTo>
                  <a:pt x="885825" y="1304925"/>
                </a:lnTo>
                <a:lnTo>
                  <a:pt x="876300" y="1304925"/>
                </a:lnTo>
                <a:lnTo>
                  <a:pt x="876300" y="1323975"/>
                </a:lnTo>
                <a:lnTo>
                  <a:pt x="857250" y="1323975"/>
                </a:lnTo>
                <a:lnTo>
                  <a:pt x="857250" y="1314450"/>
                </a:lnTo>
                <a:lnTo>
                  <a:pt x="790575" y="1314450"/>
                </a:lnTo>
                <a:lnTo>
                  <a:pt x="790575" y="1285875"/>
                </a:lnTo>
                <a:lnTo>
                  <a:pt x="800100" y="1285875"/>
                </a:lnTo>
                <a:lnTo>
                  <a:pt x="800100" y="1276350"/>
                </a:lnTo>
                <a:lnTo>
                  <a:pt x="809625" y="1276350"/>
                </a:lnTo>
                <a:lnTo>
                  <a:pt x="809625" y="1266825"/>
                </a:lnTo>
                <a:lnTo>
                  <a:pt x="828675" y="1266825"/>
                </a:lnTo>
                <a:lnTo>
                  <a:pt x="828675" y="1276350"/>
                </a:lnTo>
                <a:lnTo>
                  <a:pt x="838200" y="1276350"/>
                </a:lnTo>
                <a:lnTo>
                  <a:pt x="838200" y="1285875"/>
                </a:lnTo>
                <a:lnTo>
                  <a:pt x="857250" y="1285875"/>
                </a:lnTo>
                <a:lnTo>
                  <a:pt x="857250" y="1276350"/>
                </a:lnTo>
                <a:lnTo>
                  <a:pt x="866775" y="1276350"/>
                </a:lnTo>
                <a:lnTo>
                  <a:pt x="866775" y="1266825"/>
                </a:lnTo>
                <a:lnTo>
                  <a:pt x="857250" y="1266825"/>
                </a:lnTo>
                <a:lnTo>
                  <a:pt x="857250" y="1228725"/>
                </a:lnTo>
                <a:lnTo>
                  <a:pt x="866775" y="1228725"/>
                </a:lnTo>
                <a:close/>
                <a:moveTo>
                  <a:pt x="800100" y="1238250"/>
                </a:moveTo>
                <a:lnTo>
                  <a:pt x="809625" y="1238250"/>
                </a:lnTo>
                <a:lnTo>
                  <a:pt x="809625" y="1247775"/>
                </a:lnTo>
                <a:lnTo>
                  <a:pt x="800100" y="1247775"/>
                </a:lnTo>
                <a:close/>
                <a:moveTo>
                  <a:pt x="552450" y="1333500"/>
                </a:moveTo>
                <a:lnTo>
                  <a:pt x="590550" y="1333500"/>
                </a:lnTo>
                <a:lnTo>
                  <a:pt x="590550" y="1343025"/>
                </a:lnTo>
                <a:lnTo>
                  <a:pt x="600075" y="1343025"/>
                </a:lnTo>
                <a:lnTo>
                  <a:pt x="600075" y="1362075"/>
                </a:lnTo>
                <a:lnTo>
                  <a:pt x="590550" y="1362075"/>
                </a:lnTo>
                <a:lnTo>
                  <a:pt x="590550" y="1371600"/>
                </a:lnTo>
                <a:lnTo>
                  <a:pt x="600075" y="1371600"/>
                </a:lnTo>
                <a:lnTo>
                  <a:pt x="600075" y="1381125"/>
                </a:lnTo>
                <a:lnTo>
                  <a:pt x="581025" y="1381125"/>
                </a:lnTo>
                <a:lnTo>
                  <a:pt x="581025" y="1371600"/>
                </a:lnTo>
                <a:lnTo>
                  <a:pt x="552450" y="1371600"/>
                </a:lnTo>
                <a:lnTo>
                  <a:pt x="552450" y="1362075"/>
                </a:lnTo>
                <a:lnTo>
                  <a:pt x="542925" y="1362075"/>
                </a:lnTo>
                <a:lnTo>
                  <a:pt x="542925" y="1352550"/>
                </a:lnTo>
                <a:lnTo>
                  <a:pt x="552450" y="1352550"/>
                </a:lnTo>
                <a:close/>
                <a:moveTo>
                  <a:pt x="666750" y="1333500"/>
                </a:moveTo>
                <a:lnTo>
                  <a:pt x="676275" y="1333500"/>
                </a:lnTo>
                <a:lnTo>
                  <a:pt x="676275" y="1362075"/>
                </a:lnTo>
                <a:lnTo>
                  <a:pt x="695325" y="1362075"/>
                </a:lnTo>
                <a:lnTo>
                  <a:pt x="695325" y="1352550"/>
                </a:lnTo>
                <a:lnTo>
                  <a:pt x="704850" y="1352550"/>
                </a:lnTo>
                <a:lnTo>
                  <a:pt x="704850" y="1333500"/>
                </a:lnTo>
                <a:lnTo>
                  <a:pt x="714375" y="1333500"/>
                </a:lnTo>
                <a:lnTo>
                  <a:pt x="714375" y="1352550"/>
                </a:lnTo>
                <a:lnTo>
                  <a:pt x="704850" y="1352550"/>
                </a:lnTo>
                <a:lnTo>
                  <a:pt x="704850" y="1390650"/>
                </a:lnTo>
                <a:lnTo>
                  <a:pt x="676275" y="1390650"/>
                </a:lnTo>
                <a:lnTo>
                  <a:pt x="676275" y="1381125"/>
                </a:lnTo>
                <a:lnTo>
                  <a:pt x="666750" y="1381125"/>
                </a:lnTo>
                <a:lnTo>
                  <a:pt x="666750" y="1390650"/>
                </a:lnTo>
                <a:lnTo>
                  <a:pt x="657225" y="1390650"/>
                </a:lnTo>
                <a:lnTo>
                  <a:pt x="657225" y="1362075"/>
                </a:lnTo>
                <a:lnTo>
                  <a:pt x="666750" y="1362075"/>
                </a:lnTo>
                <a:close/>
                <a:moveTo>
                  <a:pt x="514350" y="1352550"/>
                </a:moveTo>
                <a:lnTo>
                  <a:pt x="523875" y="1352550"/>
                </a:lnTo>
                <a:lnTo>
                  <a:pt x="523875" y="1362075"/>
                </a:lnTo>
                <a:lnTo>
                  <a:pt x="514350" y="1362075"/>
                </a:lnTo>
                <a:close/>
                <a:moveTo>
                  <a:pt x="1133475" y="1362075"/>
                </a:moveTo>
                <a:lnTo>
                  <a:pt x="1143000" y="1362075"/>
                </a:lnTo>
                <a:lnTo>
                  <a:pt x="1143000" y="1371600"/>
                </a:lnTo>
                <a:lnTo>
                  <a:pt x="1133475" y="1371600"/>
                </a:lnTo>
                <a:close/>
                <a:moveTo>
                  <a:pt x="1143000" y="1371600"/>
                </a:moveTo>
                <a:lnTo>
                  <a:pt x="1152525" y="1371600"/>
                </a:lnTo>
                <a:lnTo>
                  <a:pt x="1152525" y="1381125"/>
                </a:lnTo>
                <a:lnTo>
                  <a:pt x="1143000" y="1381125"/>
                </a:lnTo>
                <a:close/>
                <a:moveTo>
                  <a:pt x="1162050" y="1371600"/>
                </a:moveTo>
                <a:lnTo>
                  <a:pt x="1181100" y="1371600"/>
                </a:lnTo>
                <a:lnTo>
                  <a:pt x="1181100" y="1381125"/>
                </a:lnTo>
                <a:lnTo>
                  <a:pt x="1190625" y="1381125"/>
                </a:lnTo>
                <a:lnTo>
                  <a:pt x="1190625" y="1466850"/>
                </a:lnTo>
                <a:lnTo>
                  <a:pt x="1200150" y="1466850"/>
                </a:lnTo>
                <a:lnTo>
                  <a:pt x="1200150" y="1476375"/>
                </a:lnTo>
                <a:lnTo>
                  <a:pt x="1190625" y="1476375"/>
                </a:lnTo>
                <a:lnTo>
                  <a:pt x="1190625" y="1495425"/>
                </a:lnTo>
                <a:lnTo>
                  <a:pt x="1162050" y="1495425"/>
                </a:lnTo>
                <a:lnTo>
                  <a:pt x="1162050" y="1485900"/>
                </a:lnTo>
                <a:lnTo>
                  <a:pt x="1133475" y="1485900"/>
                </a:lnTo>
                <a:lnTo>
                  <a:pt x="1133475" y="1476375"/>
                </a:lnTo>
                <a:lnTo>
                  <a:pt x="1123950" y="1476375"/>
                </a:lnTo>
                <a:lnTo>
                  <a:pt x="1123950" y="1466850"/>
                </a:lnTo>
                <a:lnTo>
                  <a:pt x="1133475" y="1466850"/>
                </a:lnTo>
                <a:lnTo>
                  <a:pt x="1133475" y="1476375"/>
                </a:lnTo>
                <a:lnTo>
                  <a:pt x="1152525" y="1476375"/>
                </a:lnTo>
                <a:lnTo>
                  <a:pt x="1152525" y="1466850"/>
                </a:lnTo>
                <a:lnTo>
                  <a:pt x="1162050" y="1466850"/>
                </a:lnTo>
                <a:lnTo>
                  <a:pt x="1162050" y="1447800"/>
                </a:lnTo>
                <a:lnTo>
                  <a:pt x="1171575" y="1447800"/>
                </a:lnTo>
                <a:lnTo>
                  <a:pt x="1171575" y="1438275"/>
                </a:lnTo>
                <a:lnTo>
                  <a:pt x="1162050" y="1438275"/>
                </a:lnTo>
                <a:lnTo>
                  <a:pt x="1162050" y="1419225"/>
                </a:lnTo>
                <a:lnTo>
                  <a:pt x="1152525" y="1419225"/>
                </a:lnTo>
                <a:lnTo>
                  <a:pt x="1152525" y="1381125"/>
                </a:lnTo>
                <a:lnTo>
                  <a:pt x="1162050" y="1381125"/>
                </a:lnTo>
                <a:close/>
                <a:moveTo>
                  <a:pt x="1257300" y="1371600"/>
                </a:moveTo>
                <a:lnTo>
                  <a:pt x="1266825" y="1371600"/>
                </a:lnTo>
                <a:lnTo>
                  <a:pt x="1266825" y="1381125"/>
                </a:lnTo>
                <a:lnTo>
                  <a:pt x="1257300" y="1381125"/>
                </a:lnTo>
                <a:close/>
                <a:moveTo>
                  <a:pt x="666750" y="1390650"/>
                </a:moveTo>
                <a:lnTo>
                  <a:pt x="676275" y="1390650"/>
                </a:lnTo>
                <a:lnTo>
                  <a:pt x="676275" y="1400175"/>
                </a:lnTo>
                <a:lnTo>
                  <a:pt x="666750" y="1400175"/>
                </a:lnTo>
                <a:close/>
                <a:moveTo>
                  <a:pt x="1133475" y="1400175"/>
                </a:moveTo>
                <a:lnTo>
                  <a:pt x="1143000" y="1400175"/>
                </a:lnTo>
                <a:lnTo>
                  <a:pt x="1143000" y="1409700"/>
                </a:lnTo>
                <a:lnTo>
                  <a:pt x="1133475" y="1409700"/>
                </a:lnTo>
                <a:close/>
                <a:moveTo>
                  <a:pt x="1104900" y="1419225"/>
                </a:moveTo>
                <a:lnTo>
                  <a:pt x="1123950" y="1419225"/>
                </a:lnTo>
                <a:lnTo>
                  <a:pt x="1123950" y="1447800"/>
                </a:lnTo>
                <a:lnTo>
                  <a:pt x="1104900" y="1447800"/>
                </a:lnTo>
                <a:close/>
                <a:moveTo>
                  <a:pt x="657225" y="1476375"/>
                </a:moveTo>
                <a:lnTo>
                  <a:pt x="666750" y="1476375"/>
                </a:lnTo>
                <a:lnTo>
                  <a:pt x="666750" y="1495425"/>
                </a:lnTo>
                <a:lnTo>
                  <a:pt x="657225" y="1495425"/>
                </a:lnTo>
                <a:lnTo>
                  <a:pt x="657225" y="1514475"/>
                </a:lnTo>
                <a:lnTo>
                  <a:pt x="647700" y="1514475"/>
                </a:lnTo>
                <a:lnTo>
                  <a:pt x="647700" y="1485900"/>
                </a:lnTo>
                <a:lnTo>
                  <a:pt x="657225" y="1485900"/>
                </a:lnTo>
                <a:close/>
                <a:moveTo>
                  <a:pt x="704850" y="1504950"/>
                </a:moveTo>
                <a:lnTo>
                  <a:pt x="714375" y="1504950"/>
                </a:lnTo>
                <a:lnTo>
                  <a:pt x="714375" y="1514475"/>
                </a:lnTo>
                <a:lnTo>
                  <a:pt x="723900" y="1514475"/>
                </a:lnTo>
                <a:lnTo>
                  <a:pt x="723900" y="1533525"/>
                </a:lnTo>
                <a:lnTo>
                  <a:pt x="704850" y="1533525"/>
                </a:lnTo>
                <a:close/>
                <a:moveTo>
                  <a:pt x="685800" y="1514475"/>
                </a:moveTo>
                <a:lnTo>
                  <a:pt x="695325" y="1514475"/>
                </a:lnTo>
                <a:lnTo>
                  <a:pt x="695325" y="1524000"/>
                </a:lnTo>
                <a:lnTo>
                  <a:pt x="685800" y="1524000"/>
                </a:lnTo>
                <a:close/>
                <a:moveTo>
                  <a:pt x="676275" y="1524000"/>
                </a:moveTo>
                <a:lnTo>
                  <a:pt x="685800" y="1524000"/>
                </a:lnTo>
                <a:lnTo>
                  <a:pt x="685800" y="1533525"/>
                </a:lnTo>
                <a:lnTo>
                  <a:pt x="676275" y="1533525"/>
                </a:lnTo>
                <a:close/>
                <a:moveTo>
                  <a:pt x="790575" y="1543050"/>
                </a:moveTo>
                <a:lnTo>
                  <a:pt x="809625" y="1543050"/>
                </a:lnTo>
                <a:lnTo>
                  <a:pt x="809625" y="1552575"/>
                </a:lnTo>
                <a:lnTo>
                  <a:pt x="828675" y="1552575"/>
                </a:lnTo>
                <a:lnTo>
                  <a:pt x="828675" y="1562100"/>
                </a:lnTo>
                <a:lnTo>
                  <a:pt x="838200" y="1562100"/>
                </a:lnTo>
                <a:lnTo>
                  <a:pt x="838200" y="1552575"/>
                </a:lnTo>
                <a:lnTo>
                  <a:pt x="857250" y="1552575"/>
                </a:lnTo>
                <a:lnTo>
                  <a:pt x="857250" y="1543050"/>
                </a:lnTo>
                <a:lnTo>
                  <a:pt x="876300" y="1543050"/>
                </a:lnTo>
                <a:lnTo>
                  <a:pt x="876300" y="1552575"/>
                </a:lnTo>
                <a:lnTo>
                  <a:pt x="885825" y="1552575"/>
                </a:lnTo>
                <a:lnTo>
                  <a:pt x="885825" y="1590675"/>
                </a:lnTo>
                <a:lnTo>
                  <a:pt x="895350" y="1590675"/>
                </a:lnTo>
                <a:lnTo>
                  <a:pt x="895350" y="1609725"/>
                </a:lnTo>
                <a:lnTo>
                  <a:pt x="838200" y="1609725"/>
                </a:lnTo>
                <a:lnTo>
                  <a:pt x="838200" y="1600200"/>
                </a:lnTo>
                <a:lnTo>
                  <a:pt x="828675" y="1600200"/>
                </a:lnTo>
                <a:lnTo>
                  <a:pt x="828675" y="1590675"/>
                </a:lnTo>
                <a:lnTo>
                  <a:pt x="819150" y="1590675"/>
                </a:lnTo>
                <a:lnTo>
                  <a:pt x="819150" y="1581150"/>
                </a:lnTo>
                <a:lnTo>
                  <a:pt x="809625" y="1581150"/>
                </a:lnTo>
                <a:lnTo>
                  <a:pt x="809625" y="1571625"/>
                </a:lnTo>
                <a:lnTo>
                  <a:pt x="781050" y="1571625"/>
                </a:lnTo>
                <a:lnTo>
                  <a:pt x="781050" y="1552575"/>
                </a:lnTo>
                <a:lnTo>
                  <a:pt x="790575" y="1552575"/>
                </a:lnTo>
                <a:close/>
                <a:moveTo>
                  <a:pt x="952500" y="1552575"/>
                </a:moveTo>
                <a:lnTo>
                  <a:pt x="981075" y="1552575"/>
                </a:lnTo>
                <a:lnTo>
                  <a:pt x="981075" y="1562100"/>
                </a:lnTo>
                <a:lnTo>
                  <a:pt x="990600" y="1562100"/>
                </a:lnTo>
                <a:lnTo>
                  <a:pt x="990600" y="1571625"/>
                </a:lnTo>
                <a:lnTo>
                  <a:pt x="981075" y="1571625"/>
                </a:lnTo>
                <a:lnTo>
                  <a:pt x="981075" y="1581150"/>
                </a:lnTo>
                <a:lnTo>
                  <a:pt x="990600" y="1581150"/>
                </a:lnTo>
                <a:lnTo>
                  <a:pt x="990600" y="1590675"/>
                </a:lnTo>
                <a:lnTo>
                  <a:pt x="981075" y="1590675"/>
                </a:lnTo>
                <a:lnTo>
                  <a:pt x="981075" y="1600200"/>
                </a:lnTo>
                <a:lnTo>
                  <a:pt x="990600" y="1600200"/>
                </a:lnTo>
                <a:lnTo>
                  <a:pt x="990600" y="1609725"/>
                </a:lnTo>
                <a:lnTo>
                  <a:pt x="952500" y="1609725"/>
                </a:lnTo>
                <a:close/>
                <a:moveTo>
                  <a:pt x="771525" y="1571625"/>
                </a:moveTo>
                <a:lnTo>
                  <a:pt x="781050" y="1571625"/>
                </a:lnTo>
                <a:lnTo>
                  <a:pt x="781050" y="1581150"/>
                </a:lnTo>
                <a:lnTo>
                  <a:pt x="771525" y="1581150"/>
                </a:lnTo>
                <a:close/>
              </a:path>
            </a:pathLst>
          </a:custGeom>
          <a:solidFill xmlns:a="http://schemas.openxmlformats.org/drawingml/2006/main">
            <a:srgbClr val="2A5A43"/>
          </a:solidFill>
          <a:ln xmlns:a="http://schemas.openxmlformats.org/drawingml/2006/main" w="0">
            <a:noFill/>
          </a:ln>
        </p:spPr>
      </p:sp>
      <p:sp>
        <p:nvSpPr>
          <p:cNvPr id="34" name="employee vector #2a5943">
            <a:extLst xmlns:a="http://schemas.openxmlformats.org/drawingml/2006/main">
              <a:ext uri="{FF2B5EF4-FFF2-40B4-BE49-F238E27FC236}">
                <a16:creationId xmlns:a16="http://schemas.microsoft.com/office/drawing/2014/main" id="{CB4290ED-F1B1-4858-BF4A-85CE9B7DB29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85825" y="2571750"/>
            <a:ext cx="2105025" cy="2066925"/>
          </a:xfrm>
          <a:custGeom xmlns:a="http://schemas.openxmlformats.org/drawingml/2006/main">
            <a:pathLst>
              <a:path w="2105025" h="2066925">
                <a:moveTo>
                  <a:pt x="914400" y="161925"/>
                </a:moveTo>
                <a:lnTo>
                  <a:pt x="952500" y="161925"/>
                </a:lnTo>
                <a:lnTo>
                  <a:pt x="952500" y="180975"/>
                </a:lnTo>
                <a:lnTo>
                  <a:pt x="914400" y="180975"/>
                </a:lnTo>
                <a:close/>
                <a:moveTo>
                  <a:pt x="876300" y="171450"/>
                </a:moveTo>
                <a:lnTo>
                  <a:pt x="895350" y="171450"/>
                </a:lnTo>
                <a:lnTo>
                  <a:pt x="895350" y="180975"/>
                </a:lnTo>
                <a:lnTo>
                  <a:pt x="914400" y="180975"/>
                </a:lnTo>
                <a:lnTo>
                  <a:pt x="914400" y="200025"/>
                </a:lnTo>
                <a:lnTo>
                  <a:pt x="962025" y="200025"/>
                </a:lnTo>
                <a:lnTo>
                  <a:pt x="962025" y="209550"/>
                </a:lnTo>
                <a:lnTo>
                  <a:pt x="971550" y="209550"/>
                </a:lnTo>
                <a:lnTo>
                  <a:pt x="971550" y="200025"/>
                </a:lnTo>
                <a:lnTo>
                  <a:pt x="981075" y="200025"/>
                </a:lnTo>
                <a:lnTo>
                  <a:pt x="981075" y="180975"/>
                </a:lnTo>
                <a:lnTo>
                  <a:pt x="1009650" y="180975"/>
                </a:lnTo>
                <a:lnTo>
                  <a:pt x="1009650" y="190500"/>
                </a:lnTo>
                <a:lnTo>
                  <a:pt x="1047750" y="190500"/>
                </a:lnTo>
                <a:lnTo>
                  <a:pt x="1047750" y="200025"/>
                </a:lnTo>
                <a:lnTo>
                  <a:pt x="1057275" y="200025"/>
                </a:lnTo>
                <a:lnTo>
                  <a:pt x="1057275" y="209550"/>
                </a:lnTo>
                <a:lnTo>
                  <a:pt x="1038225" y="209550"/>
                </a:lnTo>
                <a:lnTo>
                  <a:pt x="1038225" y="219075"/>
                </a:lnTo>
                <a:lnTo>
                  <a:pt x="1009650" y="219075"/>
                </a:lnTo>
                <a:lnTo>
                  <a:pt x="1009650" y="228600"/>
                </a:lnTo>
                <a:lnTo>
                  <a:pt x="1000125" y="228600"/>
                </a:lnTo>
                <a:lnTo>
                  <a:pt x="1000125" y="257175"/>
                </a:lnTo>
                <a:lnTo>
                  <a:pt x="981075" y="257175"/>
                </a:lnTo>
                <a:lnTo>
                  <a:pt x="981075" y="266700"/>
                </a:lnTo>
                <a:lnTo>
                  <a:pt x="971550" y="266700"/>
                </a:lnTo>
                <a:lnTo>
                  <a:pt x="971550" y="276225"/>
                </a:lnTo>
                <a:lnTo>
                  <a:pt x="962025" y="276225"/>
                </a:lnTo>
                <a:lnTo>
                  <a:pt x="962025" y="285750"/>
                </a:lnTo>
                <a:lnTo>
                  <a:pt x="942975" y="285750"/>
                </a:lnTo>
                <a:lnTo>
                  <a:pt x="942975" y="295275"/>
                </a:lnTo>
                <a:lnTo>
                  <a:pt x="933450" y="295275"/>
                </a:lnTo>
                <a:lnTo>
                  <a:pt x="933450" y="304800"/>
                </a:lnTo>
                <a:lnTo>
                  <a:pt x="904875" y="304800"/>
                </a:lnTo>
                <a:lnTo>
                  <a:pt x="904875" y="295275"/>
                </a:lnTo>
                <a:lnTo>
                  <a:pt x="857250" y="295275"/>
                </a:lnTo>
                <a:lnTo>
                  <a:pt x="857250" y="304800"/>
                </a:lnTo>
                <a:lnTo>
                  <a:pt x="847725" y="304800"/>
                </a:lnTo>
                <a:lnTo>
                  <a:pt x="847725" y="247650"/>
                </a:lnTo>
                <a:lnTo>
                  <a:pt x="828675" y="247650"/>
                </a:lnTo>
                <a:lnTo>
                  <a:pt x="828675" y="257175"/>
                </a:lnTo>
                <a:lnTo>
                  <a:pt x="809625" y="257175"/>
                </a:lnTo>
                <a:lnTo>
                  <a:pt x="809625" y="266700"/>
                </a:lnTo>
                <a:lnTo>
                  <a:pt x="800100" y="266700"/>
                </a:lnTo>
                <a:lnTo>
                  <a:pt x="800100" y="257175"/>
                </a:lnTo>
                <a:lnTo>
                  <a:pt x="781050" y="257175"/>
                </a:lnTo>
                <a:lnTo>
                  <a:pt x="781050" y="247650"/>
                </a:lnTo>
                <a:lnTo>
                  <a:pt x="771525" y="247650"/>
                </a:lnTo>
                <a:lnTo>
                  <a:pt x="771525" y="238125"/>
                </a:lnTo>
                <a:lnTo>
                  <a:pt x="752475" y="238125"/>
                </a:lnTo>
                <a:lnTo>
                  <a:pt x="752475" y="228600"/>
                </a:lnTo>
                <a:lnTo>
                  <a:pt x="762000" y="228600"/>
                </a:lnTo>
                <a:lnTo>
                  <a:pt x="762000" y="219075"/>
                </a:lnTo>
                <a:lnTo>
                  <a:pt x="790575" y="219075"/>
                </a:lnTo>
                <a:lnTo>
                  <a:pt x="790575" y="238125"/>
                </a:lnTo>
                <a:lnTo>
                  <a:pt x="800100" y="238125"/>
                </a:lnTo>
                <a:lnTo>
                  <a:pt x="800100" y="247650"/>
                </a:lnTo>
                <a:lnTo>
                  <a:pt x="819150" y="247650"/>
                </a:lnTo>
                <a:lnTo>
                  <a:pt x="819150" y="238125"/>
                </a:lnTo>
                <a:lnTo>
                  <a:pt x="866775" y="238125"/>
                </a:lnTo>
                <a:lnTo>
                  <a:pt x="866775" y="209550"/>
                </a:lnTo>
                <a:lnTo>
                  <a:pt x="857250" y="209550"/>
                </a:lnTo>
                <a:lnTo>
                  <a:pt x="857250" y="190500"/>
                </a:lnTo>
                <a:lnTo>
                  <a:pt x="847725" y="190500"/>
                </a:lnTo>
                <a:lnTo>
                  <a:pt x="847725" y="180975"/>
                </a:lnTo>
                <a:lnTo>
                  <a:pt x="876300" y="180975"/>
                </a:lnTo>
                <a:close/>
                <a:moveTo>
                  <a:pt x="828675" y="190500"/>
                </a:moveTo>
                <a:lnTo>
                  <a:pt x="838200" y="190500"/>
                </a:lnTo>
                <a:lnTo>
                  <a:pt x="838200" y="200025"/>
                </a:lnTo>
                <a:lnTo>
                  <a:pt x="828675" y="200025"/>
                </a:lnTo>
                <a:close/>
                <a:moveTo>
                  <a:pt x="733425" y="238125"/>
                </a:moveTo>
                <a:lnTo>
                  <a:pt x="742950" y="238125"/>
                </a:lnTo>
                <a:lnTo>
                  <a:pt x="742950" y="247650"/>
                </a:lnTo>
                <a:lnTo>
                  <a:pt x="733425" y="247650"/>
                </a:lnTo>
                <a:close/>
                <a:moveTo>
                  <a:pt x="704850" y="257175"/>
                </a:moveTo>
                <a:lnTo>
                  <a:pt x="714375" y="257175"/>
                </a:lnTo>
                <a:lnTo>
                  <a:pt x="714375" y="276225"/>
                </a:lnTo>
                <a:lnTo>
                  <a:pt x="704850" y="276225"/>
                </a:lnTo>
                <a:close/>
                <a:moveTo>
                  <a:pt x="695325" y="276225"/>
                </a:moveTo>
                <a:lnTo>
                  <a:pt x="704850" y="276225"/>
                </a:lnTo>
                <a:lnTo>
                  <a:pt x="704850" y="295275"/>
                </a:lnTo>
                <a:lnTo>
                  <a:pt x="714375" y="295275"/>
                </a:lnTo>
                <a:lnTo>
                  <a:pt x="714375" y="304800"/>
                </a:lnTo>
                <a:lnTo>
                  <a:pt x="733425" y="304800"/>
                </a:lnTo>
                <a:lnTo>
                  <a:pt x="733425" y="314325"/>
                </a:lnTo>
                <a:lnTo>
                  <a:pt x="752475" y="314325"/>
                </a:lnTo>
                <a:lnTo>
                  <a:pt x="752475" y="323850"/>
                </a:lnTo>
                <a:lnTo>
                  <a:pt x="771525" y="323850"/>
                </a:lnTo>
                <a:lnTo>
                  <a:pt x="771525" y="333375"/>
                </a:lnTo>
                <a:lnTo>
                  <a:pt x="781050" y="333375"/>
                </a:lnTo>
                <a:lnTo>
                  <a:pt x="781050" y="371475"/>
                </a:lnTo>
                <a:lnTo>
                  <a:pt x="771525" y="371475"/>
                </a:lnTo>
                <a:lnTo>
                  <a:pt x="771525" y="381000"/>
                </a:lnTo>
                <a:lnTo>
                  <a:pt x="762000" y="381000"/>
                </a:lnTo>
                <a:lnTo>
                  <a:pt x="762000" y="390525"/>
                </a:lnTo>
                <a:lnTo>
                  <a:pt x="733425" y="390525"/>
                </a:lnTo>
                <a:lnTo>
                  <a:pt x="733425" y="400050"/>
                </a:lnTo>
                <a:lnTo>
                  <a:pt x="685800" y="400050"/>
                </a:lnTo>
                <a:lnTo>
                  <a:pt x="685800" y="409575"/>
                </a:lnTo>
                <a:lnTo>
                  <a:pt x="676275" y="409575"/>
                </a:lnTo>
                <a:lnTo>
                  <a:pt x="676275" y="428625"/>
                </a:lnTo>
                <a:lnTo>
                  <a:pt x="666750" y="428625"/>
                </a:lnTo>
                <a:lnTo>
                  <a:pt x="666750" y="419100"/>
                </a:lnTo>
                <a:lnTo>
                  <a:pt x="657225" y="419100"/>
                </a:lnTo>
                <a:lnTo>
                  <a:pt x="657225" y="400050"/>
                </a:lnTo>
                <a:lnTo>
                  <a:pt x="666750" y="400050"/>
                </a:lnTo>
                <a:lnTo>
                  <a:pt x="666750" y="371475"/>
                </a:lnTo>
                <a:lnTo>
                  <a:pt x="676275" y="371475"/>
                </a:lnTo>
                <a:lnTo>
                  <a:pt x="676275" y="390525"/>
                </a:lnTo>
                <a:lnTo>
                  <a:pt x="685800" y="390525"/>
                </a:lnTo>
                <a:lnTo>
                  <a:pt x="685800" y="381000"/>
                </a:lnTo>
                <a:lnTo>
                  <a:pt x="695325" y="381000"/>
                </a:lnTo>
                <a:lnTo>
                  <a:pt x="695325" y="390525"/>
                </a:lnTo>
                <a:lnTo>
                  <a:pt x="704850" y="390525"/>
                </a:lnTo>
                <a:lnTo>
                  <a:pt x="704850" y="381000"/>
                </a:lnTo>
                <a:lnTo>
                  <a:pt x="733425" y="381000"/>
                </a:lnTo>
                <a:lnTo>
                  <a:pt x="733425" y="371475"/>
                </a:lnTo>
                <a:lnTo>
                  <a:pt x="742950" y="371475"/>
                </a:lnTo>
                <a:lnTo>
                  <a:pt x="742950" y="342900"/>
                </a:lnTo>
                <a:lnTo>
                  <a:pt x="704850" y="342900"/>
                </a:lnTo>
                <a:lnTo>
                  <a:pt x="704850" y="323850"/>
                </a:lnTo>
                <a:lnTo>
                  <a:pt x="695325" y="323850"/>
                </a:lnTo>
                <a:lnTo>
                  <a:pt x="695325" y="304800"/>
                </a:lnTo>
                <a:lnTo>
                  <a:pt x="685800" y="304800"/>
                </a:lnTo>
                <a:lnTo>
                  <a:pt x="685800" y="285750"/>
                </a:lnTo>
                <a:lnTo>
                  <a:pt x="695325" y="285750"/>
                </a:lnTo>
                <a:close/>
                <a:moveTo>
                  <a:pt x="676275" y="304800"/>
                </a:moveTo>
                <a:lnTo>
                  <a:pt x="685800" y="304800"/>
                </a:lnTo>
                <a:lnTo>
                  <a:pt x="685800" y="314325"/>
                </a:lnTo>
                <a:lnTo>
                  <a:pt x="676275" y="314325"/>
                </a:lnTo>
                <a:close/>
                <a:moveTo>
                  <a:pt x="1133475" y="304800"/>
                </a:moveTo>
                <a:lnTo>
                  <a:pt x="1143000" y="304800"/>
                </a:lnTo>
                <a:lnTo>
                  <a:pt x="1143000" y="314325"/>
                </a:lnTo>
                <a:lnTo>
                  <a:pt x="1152525" y="314325"/>
                </a:lnTo>
                <a:lnTo>
                  <a:pt x="1152525" y="342900"/>
                </a:lnTo>
                <a:lnTo>
                  <a:pt x="1162050" y="342900"/>
                </a:lnTo>
                <a:lnTo>
                  <a:pt x="1162050" y="381000"/>
                </a:lnTo>
                <a:lnTo>
                  <a:pt x="1143000" y="381000"/>
                </a:lnTo>
                <a:lnTo>
                  <a:pt x="1143000" y="371475"/>
                </a:lnTo>
                <a:lnTo>
                  <a:pt x="1133475" y="371475"/>
                </a:lnTo>
                <a:lnTo>
                  <a:pt x="1133475" y="352425"/>
                </a:lnTo>
                <a:lnTo>
                  <a:pt x="1114425" y="352425"/>
                </a:lnTo>
                <a:lnTo>
                  <a:pt x="1114425" y="361950"/>
                </a:lnTo>
                <a:lnTo>
                  <a:pt x="1123950" y="361950"/>
                </a:lnTo>
                <a:lnTo>
                  <a:pt x="1123950" y="400050"/>
                </a:lnTo>
                <a:lnTo>
                  <a:pt x="1104900" y="400050"/>
                </a:lnTo>
                <a:lnTo>
                  <a:pt x="1104900" y="409575"/>
                </a:lnTo>
                <a:lnTo>
                  <a:pt x="1095375" y="409575"/>
                </a:lnTo>
                <a:lnTo>
                  <a:pt x="1095375" y="447675"/>
                </a:lnTo>
                <a:lnTo>
                  <a:pt x="1066800" y="447675"/>
                </a:lnTo>
                <a:lnTo>
                  <a:pt x="1066800" y="438150"/>
                </a:lnTo>
                <a:lnTo>
                  <a:pt x="1085850" y="438150"/>
                </a:lnTo>
                <a:lnTo>
                  <a:pt x="1085850" y="428625"/>
                </a:lnTo>
                <a:lnTo>
                  <a:pt x="1066800" y="428625"/>
                </a:lnTo>
                <a:lnTo>
                  <a:pt x="1066800" y="409575"/>
                </a:lnTo>
                <a:lnTo>
                  <a:pt x="1047750" y="409575"/>
                </a:lnTo>
                <a:lnTo>
                  <a:pt x="1047750" y="400050"/>
                </a:lnTo>
                <a:lnTo>
                  <a:pt x="1028700" y="400050"/>
                </a:lnTo>
                <a:lnTo>
                  <a:pt x="1028700" y="390525"/>
                </a:lnTo>
                <a:lnTo>
                  <a:pt x="990600" y="390525"/>
                </a:lnTo>
                <a:lnTo>
                  <a:pt x="990600" y="381000"/>
                </a:lnTo>
                <a:lnTo>
                  <a:pt x="1009650" y="381000"/>
                </a:lnTo>
                <a:lnTo>
                  <a:pt x="1009650" y="371475"/>
                </a:lnTo>
                <a:lnTo>
                  <a:pt x="1019175" y="371475"/>
                </a:lnTo>
                <a:lnTo>
                  <a:pt x="1019175" y="361950"/>
                </a:lnTo>
                <a:lnTo>
                  <a:pt x="1028700" y="361950"/>
                </a:lnTo>
                <a:lnTo>
                  <a:pt x="1028700" y="352425"/>
                </a:lnTo>
                <a:lnTo>
                  <a:pt x="1066800" y="352425"/>
                </a:lnTo>
                <a:lnTo>
                  <a:pt x="1066800" y="342900"/>
                </a:lnTo>
                <a:lnTo>
                  <a:pt x="1076325" y="342900"/>
                </a:lnTo>
                <a:lnTo>
                  <a:pt x="1076325" y="333375"/>
                </a:lnTo>
                <a:lnTo>
                  <a:pt x="1095375" y="333375"/>
                </a:lnTo>
                <a:lnTo>
                  <a:pt x="1095375" y="323850"/>
                </a:lnTo>
                <a:lnTo>
                  <a:pt x="1114425" y="323850"/>
                </a:lnTo>
                <a:lnTo>
                  <a:pt x="1114425" y="314325"/>
                </a:lnTo>
                <a:lnTo>
                  <a:pt x="1133475" y="314325"/>
                </a:lnTo>
                <a:close/>
                <a:moveTo>
                  <a:pt x="666750" y="333375"/>
                </a:moveTo>
                <a:lnTo>
                  <a:pt x="676275" y="333375"/>
                </a:lnTo>
                <a:lnTo>
                  <a:pt x="676275" y="342900"/>
                </a:lnTo>
                <a:lnTo>
                  <a:pt x="666750" y="342900"/>
                </a:lnTo>
                <a:close/>
                <a:moveTo>
                  <a:pt x="876300" y="333375"/>
                </a:moveTo>
                <a:lnTo>
                  <a:pt x="885825" y="333375"/>
                </a:lnTo>
                <a:lnTo>
                  <a:pt x="885825" y="342900"/>
                </a:lnTo>
                <a:lnTo>
                  <a:pt x="876300" y="342900"/>
                </a:lnTo>
                <a:close/>
                <a:moveTo>
                  <a:pt x="942975" y="381000"/>
                </a:moveTo>
                <a:lnTo>
                  <a:pt x="952500" y="381000"/>
                </a:lnTo>
                <a:lnTo>
                  <a:pt x="952500" y="390525"/>
                </a:lnTo>
                <a:lnTo>
                  <a:pt x="981075" y="390525"/>
                </a:lnTo>
                <a:lnTo>
                  <a:pt x="981075" y="409575"/>
                </a:lnTo>
                <a:lnTo>
                  <a:pt x="971550" y="409575"/>
                </a:lnTo>
                <a:lnTo>
                  <a:pt x="971550" y="400050"/>
                </a:lnTo>
                <a:lnTo>
                  <a:pt x="942975" y="400050"/>
                </a:lnTo>
                <a:close/>
                <a:moveTo>
                  <a:pt x="1000125" y="419100"/>
                </a:moveTo>
                <a:lnTo>
                  <a:pt x="1009650" y="419100"/>
                </a:lnTo>
                <a:lnTo>
                  <a:pt x="1009650" y="428625"/>
                </a:lnTo>
                <a:lnTo>
                  <a:pt x="1000125" y="428625"/>
                </a:lnTo>
                <a:close/>
                <a:moveTo>
                  <a:pt x="1171575" y="485775"/>
                </a:moveTo>
                <a:lnTo>
                  <a:pt x="1181100" y="485775"/>
                </a:lnTo>
                <a:lnTo>
                  <a:pt x="1181100" y="495300"/>
                </a:lnTo>
                <a:lnTo>
                  <a:pt x="1171575" y="495300"/>
                </a:lnTo>
                <a:close/>
                <a:moveTo>
                  <a:pt x="723900" y="571500"/>
                </a:moveTo>
                <a:lnTo>
                  <a:pt x="733425" y="571500"/>
                </a:lnTo>
                <a:lnTo>
                  <a:pt x="733425" y="581025"/>
                </a:lnTo>
                <a:lnTo>
                  <a:pt x="723900" y="581025"/>
                </a:lnTo>
                <a:close/>
                <a:moveTo>
                  <a:pt x="733425" y="581025"/>
                </a:moveTo>
                <a:lnTo>
                  <a:pt x="742950" y="581025"/>
                </a:lnTo>
                <a:lnTo>
                  <a:pt x="742950" y="590550"/>
                </a:lnTo>
                <a:lnTo>
                  <a:pt x="733425" y="590550"/>
                </a:lnTo>
                <a:close/>
                <a:moveTo>
                  <a:pt x="666750" y="609600"/>
                </a:moveTo>
                <a:lnTo>
                  <a:pt x="676275" y="609600"/>
                </a:lnTo>
                <a:lnTo>
                  <a:pt x="676275" y="628650"/>
                </a:lnTo>
                <a:lnTo>
                  <a:pt x="666750" y="628650"/>
                </a:lnTo>
                <a:close/>
                <a:moveTo>
                  <a:pt x="1171575" y="628650"/>
                </a:moveTo>
                <a:lnTo>
                  <a:pt x="1181100" y="628650"/>
                </a:lnTo>
                <a:lnTo>
                  <a:pt x="1181100" y="638175"/>
                </a:lnTo>
                <a:lnTo>
                  <a:pt x="1171575" y="638175"/>
                </a:lnTo>
                <a:close/>
                <a:moveTo>
                  <a:pt x="723900" y="638175"/>
                </a:moveTo>
                <a:lnTo>
                  <a:pt x="752475" y="638175"/>
                </a:lnTo>
                <a:lnTo>
                  <a:pt x="752475" y="647700"/>
                </a:lnTo>
                <a:lnTo>
                  <a:pt x="733425" y="647700"/>
                </a:lnTo>
                <a:lnTo>
                  <a:pt x="733425" y="657225"/>
                </a:lnTo>
                <a:lnTo>
                  <a:pt x="723900" y="657225"/>
                </a:lnTo>
                <a:lnTo>
                  <a:pt x="723900" y="666750"/>
                </a:lnTo>
                <a:lnTo>
                  <a:pt x="695325" y="666750"/>
                </a:lnTo>
                <a:lnTo>
                  <a:pt x="695325" y="676275"/>
                </a:lnTo>
                <a:lnTo>
                  <a:pt x="685800" y="676275"/>
                </a:lnTo>
                <a:lnTo>
                  <a:pt x="685800" y="685800"/>
                </a:lnTo>
                <a:lnTo>
                  <a:pt x="676275" y="685800"/>
                </a:lnTo>
                <a:lnTo>
                  <a:pt x="676275" y="733425"/>
                </a:lnTo>
                <a:lnTo>
                  <a:pt x="647700" y="733425"/>
                </a:lnTo>
                <a:lnTo>
                  <a:pt x="647700" y="723900"/>
                </a:lnTo>
                <a:lnTo>
                  <a:pt x="638175" y="723900"/>
                </a:lnTo>
                <a:lnTo>
                  <a:pt x="638175" y="714375"/>
                </a:lnTo>
                <a:lnTo>
                  <a:pt x="628650" y="714375"/>
                </a:lnTo>
                <a:lnTo>
                  <a:pt x="628650" y="695325"/>
                </a:lnTo>
                <a:lnTo>
                  <a:pt x="638175" y="695325"/>
                </a:lnTo>
                <a:lnTo>
                  <a:pt x="638175" y="714375"/>
                </a:lnTo>
                <a:lnTo>
                  <a:pt x="647700" y="714375"/>
                </a:lnTo>
                <a:lnTo>
                  <a:pt x="647700" y="695325"/>
                </a:lnTo>
                <a:lnTo>
                  <a:pt x="666750" y="695325"/>
                </a:lnTo>
                <a:lnTo>
                  <a:pt x="666750" y="666750"/>
                </a:lnTo>
                <a:lnTo>
                  <a:pt x="676275" y="666750"/>
                </a:lnTo>
                <a:lnTo>
                  <a:pt x="676275" y="657225"/>
                </a:lnTo>
                <a:lnTo>
                  <a:pt x="704850" y="657225"/>
                </a:lnTo>
                <a:lnTo>
                  <a:pt x="704850" y="647700"/>
                </a:lnTo>
                <a:lnTo>
                  <a:pt x="723900" y="647700"/>
                </a:lnTo>
                <a:close/>
                <a:moveTo>
                  <a:pt x="647700" y="657225"/>
                </a:moveTo>
                <a:lnTo>
                  <a:pt x="657225" y="657225"/>
                </a:lnTo>
                <a:lnTo>
                  <a:pt x="657225" y="666750"/>
                </a:lnTo>
                <a:lnTo>
                  <a:pt x="647700" y="666750"/>
                </a:lnTo>
                <a:close/>
                <a:moveTo>
                  <a:pt x="1066800" y="657225"/>
                </a:moveTo>
                <a:lnTo>
                  <a:pt x="1076325" y="657225"/>
                </a:lnTo>
                <a:lnTo>
                  <a:pt x="1076325" y="666750"/>
                </a:lnTo>
                <a:lnTo>
                  <a:pt x="1181100" y="666750"/>
                </a:lnTo>
                <a:lnTo>
                  <a:pt x="1181100" y="657225"/>
                </a:lnTo>
                <a:lnTo>
                  <a:pt x="1190625" y="657225"/>
                </a:lnTo>
                <a:lnTo>
                  <a:pt x="1190625" y="676275"/>
                </a:lnTo>
                <a:lnTo>
                  <a:pt x="1200150" y="676275"/>
                </a:lnTo>
                <a:lnTo>
                  <a:pt x="1200150" y="695325"/>
                </a:lnTo>
                <a:lnTo>
                  <a:pt x="1209675" y="695325"/>
                </a:lnTo>
                <a:lnTo>
                  <a:pt x="1209675" y="714375"/>
                </a:lnTo>
                <a:lnTo>
                  <a:pt x="1200150" y="714375"/>
                </a:lnTo>
                <a:lnTo>
                  <a:pt x="1200150" y="723900"/>
                </a:lnTo>
                <a:lnTo>
                  <a:pt x="1181100" y="723900"/>
                </a:lnTo>
                <a:lnTo>
                  <a:pt x="1181100" y="733425"/>
                </a:lnTo>
                <a:lnTo>
                  <a:pt x="1152525" y="733425"/>
                </a:lnTo>
                <a:lnTo>
                  <a:pt x="1152525" y="723900"/>
                </a:lnTo>
                <a:lnTo>
                  <a:pt x="1162050" y="723900"/>
                </a:lnTo>
                <a:lnTo>
                  <a:pt x="1162050" y="704850"/>
                </a:lnTo>
                <a:lnTo>
                  <a:pt x="1152525" y="704850"/>
                </a:lnTo>
                <a:lnTo>
                  <a:pt x="1152525" y="695325"/>
                </a:lnTo>
                <a:lnTo>
                  <a:pt x="1123950" y="695325"/>
                </a:lnTo>
                <a:lnTo>
                  <a:pt x="1123950" y="685800"/>
                </a:lnTo>
                <a:lnTo>
                  <a:pt x="1066800" y="685800"/>
                </a:lnTo>
                <a:lnTo>
                  <a:pt x="1066800" y="695325"/>
                </a:lnTo>
                <a:lnTo>
                  <a:pt x="1057275" y="695325"/>
                </a:lnTo>
                <a:lnTo>
                  <a:pt x="1057275" y="704850"/>
                </a:lnTo>
                <a:lnTo>
                  <a:pt x="1047750" y="704850"/>
                </a:lnTo>
                <a:lnTo>
                  <a:pt x="1047750" y="685800"/>
                </a:lnTo>
                <a:lnTo>
                  <a:pt x="1057275" y="685800"/>
                </a:lnTo>
                <a:lnTo>
                  <a:pt x="1057275" y="676275"/>
                </a:lnTo>
                <a:lnTo>
                  <a:pt x="1066800" y="676275"/>
                </a:lnTo>
                <a:close/>
                <a:moveTo>
                  <a:pt x="1019175" y="733425"/>
                </a:moveTo>
                <a:lnTo>
                  <a:pt x="1028700" y="733425"/>
                </a:lnTo>
                <a:lnTo>
                  <a:pt x="1028700" y="742950"/>
                </a:lnTo>
                <a:lnTo>
                  <a:pt x="1019175" y="742950"/>
                </a:lnTo>
                <a:close/>
                <a:moveTo>
                  <a:pt x="981075" y="742950"/>
                </a:moveTo>
                <a:lnTo>
                  <a:pt x="990600" y="742950"/>
                </a:lnTo>
                <a:lnTo>
                  <a:pt x="990600" y="752475"/>
                </a:lnTo>
                <a:lnTo>
                  <a:pt x="981075" y="752475"/>
                </a:lnTo>
                <a:close/>
                <a:moveTo>
                  <a:pt x="1028700" y="742950"/>
                </a:moveTo>
                <a:lnTo>
                  <a:pt x="1038225" y="742950"/>
                </a:lnTo>
                <a:lnTo>
                  <a:pt x="1038225" y="762000"/>
                </a:lnTo>
                <a:lnTo>
                  <a:pt x="1028700" y="762000"/>
                </a:lnTo>
                <a:close/>
                <a:moveTo>
                  <a:pt x="1009650" y="752475"/>
                </a:moveTo>
                <a:lnTo>
                  <a:pt x="1019175" y="752475"/>
                </a:lnTo>
                <a:lnTo>
                  <a:pt x="1019175" y="762000"/>
                </a:lnTo>
                <a:lnTo>
                  <a:pt x="1009650" y="762000"/>
                </a:lnTo>
                <a:close/>
                <a:moveTo>
                  <a:pt x="1114425" y="847725"/>
                </a:moveTo>
                <a:lnTo>
                  <a:pt x="1123950" y="847725"/>
                </a:lnTo>
                <a:lnTo>
                  <a:pt x="1123950" y="857250"/>
                </a:lnTo>
                <a:lnTo>
                  <a:pt x="1114425" y="857250"/>
                </a:lnTo>
                <a:close/>
                <a:moveTo>
                  <a:pt x="1114425" y="866775"/>
                </a:moveTo>
                <a:lnTo>
                  <a:pt x="1123950" y="866775"/>
                </a:lnTo>
                <a:lnTo>
                  <a:pt x="1123950" y="876300"/>
                </a:lnTo>
                <a:lnTo>
                  <a:pt x="1114425" y="876300"/>
                </a:lnTo>
                <a:close/>
                <a:moveTo>
                  <a:pt x="666750" y="876300"/>
                </a:moveTo>
                <a:lnTo>
                  <a:pt x="676275" y="876300"/>
                </a:lnTo>
                <a:lnTo>
                  <a:pt x="676275" y="895350"/>
                </a:lnTo>
                <a:lnTo>
                  <a:pt x="666750" y="895350"/>
                </a:lnTo>
                <a:lnTo>
                  <a:pt x="666750" y="914400"/>
                </a:lnTo>
                <a:lnTo>
                  <a:pt x="657225" y="914400"/>
                </a:lnTo>
                <a:lnTo>
                  <a:pt x="657225" y="904875"/>
                </a:lnTo>
                <a:lnTo>
                  <a:pt x="647700" y="904875"/>
                </a:lnTo>
                <a:lnTo>
                  <a:pt x="647700" y="914400"/>
                </a:lnTo>
                <a:lnTo>
                  <a:pt x="638175" y="914400"/>
                </a:lnTo>
                <a:lnTo>
                  <a:pt x="638175" y="885825"/>
                </a:lnTo>
                <a:lnTo>
                  <a:pt x="666750" y="885825"/>
                </a:lnTo>
                <a:close/>
                <a:moveTo>
                  <a:pt x="1171575" y="885825"/>
                </a:moveTo>
                <a:lnTo>
                  <a:pt x="1190625" y="885825"/>
                </a:lnTo>
                <a:lnTo>
                  <a:pt x="1190625" y="895350"/>
                </a:lnTo>
                <a:lnTo>
                  <a:pt x="1181100" y="895350"/>
                </a:lnTo>
                <a:lnTo>
                  <a:pt x="1181100" y="904875"/>
                </a:lnTo>
                <a:lnTo>
                  <a:pt x="1162050" y="904875"/>
                </a:lnTo>
                <a:lnTo>
                  <a:pt x="1162050" y="914400"/>
                </a:lnTo>
                <a:lnTo>
                  <a:pt x="1152525" y="914400"/>
                </a:lnTo>
                <a:lnTo>
                  <a:pt x="1152525" y="933450"/>
                </a:lnTo>
                <a:lnTo>
                  <a:pt x="1133475" y="933450"/>
                </a:lnTo>
                <a:lnTo>
                  <a:pt x="1133475" y="923925"/>
                </a:lnTo>
                <a:lnTo>
                  <a:pt x="1123950" y="923925"/>
                </a:lnTo>
                <a:lnTo>
                  <a:pt x="1123950" y="933450"/>
                </a:lnTo>
                <a:lnTo>
                  <a:pt x="1114425" y="933450"/>
                </a:lnTo>
                <a:lnTo>
                  <a:pt x="1114425" y="952500"/>
                </a:lnTo>
                <a:lnTo>
                  <a:pt x="1104900" y="952500"/>
                </a:lnTo>
                <a:lnTo>
                  <a:pt x="1104900" y="942975"/>
                </a:lnTo>
                <a:lnTo>
                  <a:pt x="1095375" y="942975"/>
                </a:lnTo>
                <a:lnTo>
                  <a:pt x="1095375" y="923925"/>
                </a:lnTo>
                <a:lnTo>
                  <a:pt x="1104900" y="923925"/>
                </a:lnTo>
                <a:lnTo>
                  <a:pt x="1104900" y="914400"/>
                </a:lnTo>
                <a:lnTo>
                  <a:pt x="1133475" y="914400"/>
                </a:lnTo>
                <a:lnTo>
                  <a:pt x="1133475" y="904875"/>
                </a:lnTo>
                <a:lnTo>
                  <a:pt x="1152525" y="904875"/>
                </a:lnTo>
                <a:lnTo>
                  <a:pt x="1152525" y="895350"/>
                </a:lnTo>
                <a:lnTo>
                  <a:pt x="1171575" y="895350"/>
                </a:lnTo>
                <a:close/>
                <a:moveTo>
                  <a:pt x="1209675" y="885825"/>
                </a:moveTo>
                <a:lnTo>
                  <a:pt x="1219200" y="885825"/>
                </a:lnTo>
                <a:lnTo>
                  <a:pt x="1219200" y="895350"/>
                </a:lnTo>
                <a:lnTo>
                  <a:pt x="1209675" y="895350"/>
                </a:lnTo>
                <a:close/>
                <a:moveTo>
                  <a:pt x="609600" y="895350"/>
                </a:moveTo>
                <a:lnTo>
                  <a:pt x="628650" y="895350"/>
                </a:lnTo>
                <a:lnTo>
                  <a:pt x="628650" y="904875"/>
                </a:lnTo>
                <a:lnTo>
                  <a:pt x="609600" y="904875"/>
                </a:lnTo>
                <a:close/>
                <a:moveTo>
                  <a:pt x="590550" y="904875"/>
                </a:moveTo>
                <a:lnTo>
                  <a:pt x="600075" y="904875"/>
                </a:lnTo>
                <a:lnTo>
                  <a:pt x="600075" y="914400"/>
                </a:lnTo>
                <a:lnTo>
                  <a:pt x="590550" y="914400"/>
                </a:lnTo>
                <a:close/>
                <a:moveTo>
                  <a:pt x="733425" y="914400"/>
                </a:moveTo>
                <a:lnTo>
                  <a:pt x="742950" y="914400"/>
                </a:lnTo>
                <a:lnTo>
                  <a:pt x="742950" y="923925"/>
                </a:lnTo>
                <a:lnTo>
                  <a:pt x="733425" y="923925"/>
                </a:lnTo>
                <a:close/>
                <a:moveTo>
                  <a:pt x="1266825" y="914400"/>
                </a:moveTo>
                <a:lnTo>
                  <a:pt x="1276350" y="914400"/>
                </a:lnTo>
                <a:lnTo>
                  <a:pt x="1276350" y="923925"/>
                </a:lnTo>
                <a:lnTo>
                  <a:pt x="1266825" y="923925"/>
                </a:lnTo>
                <a:close/>
                <a:moveTo>
                  <a:pt x="666750" y="933450"/>
                </a:moveTo>
                <a:lnTo>
                  <a:pt x="676275" y="933450"/>
                </a:lnTo>
                <a:lnTo>
                  <a:pt x="676275" y="942975"/>
                </a:lnTo>
                <a:lnTo>
                  <a:pt x="666750" y="942975"/>
                </a:lnTo>
                <a:close/>
                <a:moveTo>
                  <a:pt x="685800" y="942975"/>
                </a:moveTo>
                <a:lnTo>
                  <a:pt x="695325" y="942975"/>
                </a:lnTo>
                <a:lnTo>
                  <a:pt x="695325" y="962025"/>
                </a:lnTo>
                <a:lnTo>
                  <a:pt x="685800" y="962025"/>
                </a:lnTo>
                <a:close/>
                <a:moveTo>
                  <a:pt x="704850" y="942975"/>
                </a:moveTo>
                <a:lnTo>
                  <a:pt x="714375" y="942975"/>
                </a:lnTo>
                <a:lnTo>
                  <a:pt x="714375" y="952500"/>
                </a:lnTo>
                <a:lnTo>
                  <a:pt x="704850" y="952500"/>
                </a:lnTo>
                <a:close/>
                <a:moveTo>
                  <a:pt x="742950" y="942975"/>
                </a:moveTo>
                <a:lnTo>
                  <a:pt x="752475" y="942975"/>
                </a:lnTo>
                <a:lnTo>
                  <a:pt x="752475" y="981075"/>
                </a:lnTo>
                <a:lnTo>
                  <a:pt x="742950" y="981075"/>
                </a:lnTo>
                <a:lnTo>
                  <a:pt x="742950" y="962025"/>
                </a:lnTo>
                <a:lnTo>
                  <a:pt x="733425" y="962025"/>
                </a:lnTo>
                <a:lnTo>
                  <a:pt x="733425" y="952500"/>
                </a:lnTo>
                <a:lnTo>
                  <a:pt x="742950" y="952500"/>
                </a:lnTo>
                <a:close/>
                <a:moveTo>
                  <a:pt x="1314450" y="962025"/>
                </a:moveTo>
                <a:lnTo>
                  <a:pt x="1323975" y="962025"/>
                </a:lnTo>
                <a:lnTo>
                  <a:pt x="1323975" y="981075"/>
                </a:lnTo>
                <a:lnTo>
                  <a:pt x="1295400" y="981075"/>
                </a:lnTo>
                <a:lnTo>
                  <a:pt x="1295400" y="990600"/>
                </a:lnTo>
                <a:lnTo>
                  <a:pt x="1285875" y="990600"/>
                </a:lnTo>
                <a:lnTo>
                  <a:pt x="1285875" y="1000125"/>
                </a:lnTo>
                <a:lnTo>
                  <a:pt x="1276350" y="1000125"/>
                </a:lnTo>
                <a:lnTo>
                  <a:pt x="1276350" y="1009650"/>
                </a:lnTo>
                <a:lnTo>
                  <a:pt x="1247775" y="1009650"/>
                </a:lnTo>
                <a:lnTo>
                  <a:pt x="1247775" y="1028700"/>
                </a:lnTo>
                <a:lnTo>
                  <a:pt x="1219200" y="1028700"/>
                </a:lnTo>
                <a:lnTo>
                  <a:pt x="1219200" y="1038225"/>
                </a:lnTo>
                <a:lnTo>
                  <a:pt x="1200150" y="1038225"/>
                </a:lnTo>
                <a:lnTo>
                  <a:pt x="1200150" y="1047750"/>
                </a:lnTo>
                <a:lnTo>
                  <a:pt x="1190625" y="1047750"/>
                </a:lnTo>
                <a:lnTo>
                  <a:pt x="1190625" y="1057275"/>
                </a:lnTo>
                <a:lnTo>
                  <a:pt x="1181100" y="1057275"/>
                </a:lnTo>
                <a:lnTo>
                  <a:pt x="1181100" y="1066800"/>
                </a:lnTo>
                <a:lnTo>
                  <a:pt x="1171575" y="1066800"/>
                </a:lnTo>
                <a:lnTo>
                  <a:pt x="1171575" y="1057275"/>
                </a:lnTo>
                <a:lnTo>
                  <a:pt x="1143000" y="1057275"/>
                </a:lnTo>
                <a:lnTo>
                  <a:pt x="1143000" y="1047750"/>
                </a:lnTo>
                <a:lnTo>
                  <a:pt x="1152525" y="1047750"/>
                </a:lnTo>
                <a:lnTo>
                  <a:pt x="1152525" y="1038225"/>
                </a:lnTo>
                <a:lnTo>
                  <a:pt x="1162050" y="1038225"/>
                </a:lnTo>
                <a:lnTo>
                  <a:pt x="1162050" y="1028700"/>
                </a:lnTo>
                <a:lnTo>
                  <a:pt x="1171575" y="1028700"/>
                </a:lnTo>
                <a:lnTo>
                  <a:pt x="1171575" y="1009650"/>
                </a:lnTo>
                <a:lnTo>
                  <a:pt x="1190625" y="1009650"/>
                </a:lnTo>
                <a:lnTo>
                  <a:pt x="1190625" y="1028700"/>
                </a:lnTo>
                <a:lnTo>
                  <a:pt x="1200150" y="1028700"/>
                </a:lnTo>
                <a:lnTo>
                  <a:pt x="1200150" y="1019175"/>
                </a:lnTo>
                <a:lnTo>
                  <a:pt x="1209675" y="1019175"/>
                </a:lnTo>
                <a:lnTo>
                  <a:pt x="1209675" y="1009650"/>
                </a:lnTo>
                <a:lnTo>
                  <a:pt x="1238250" y="1009650"/>
                </a:lnTo>
                <a:lnTo>
                  <a:pt x="1238250" y="1000125"/>
                </a:lnTo>
                <a:lnTo>
                  <a:pt x="1257300" y="1000125"/>
                </a:lnTo>
                <a:lnTo>
                  <a:pt x="1257300" y="990600"/>
                </a:lnTo>
                <a:lnTo>
                  <a:pt x="1276350" y="990600"/>
                </a:lnTo>
                <a:lnTo>
                  <a:pt x="1276350" y="981075"/>
                </a:lnTo>
                <a:lnTo>
                  <a:pt x="1285875" y="981075"/>
                </a:lnTo>
                <a:lnTo>
                  <a:pt x="1285875" y="971550"/>
                </a:lnTo>
                <a:lnTo>
                  <a:pt x="1314450" y="971550"/>
                </a:lnTo>
                <a:close/>
                <a:moveTo>
                  <a:pt x="1323975" y="981075"/>
                </a:moveTo>
                <a:lnTo>
                  <a:pt x="1333500" y="981075"/>
                </a:lnTo>
                <a:lnTo>
                  <a:pt x="1333500" y="990600"/>
                </a:lnTo>
                <a:lnTo>
                  <a:pt x="1323975" y="990600"/>
                </a:lnTo>
                <a:close/>
                <a:moveTo>
                  <a:pt x="752475" y="990600"/>
                </a:moveTo>
                <a:lnTo>
                  <a:pt x="771525" y="990600"/>
                </a:lnTo>
                <a:lnTo>
                  <a:pt x="771525" y="1000125"/>
                </a:lnTo>
                <a:lnTo>
                  <a:pt x="781050" y="1000125"/>
                </a:lnTo>
                <a:lnTo>
                  <a:pt x="781050" y="1009650"/>
                </a:lnTo>
                <a:lnTo>
                  <a:pt x="790575" y="1009650"/>
                </a:lnTo>
                <a:lnTo>
                  <a:pt x="790575" y="1019175"/>
                </a:lnTo>
                <a:lnTo>
                  <a:pt x="800100" y="1019175"/>
                </a:lnTo>
                <a:lnTo>
                  <a:pt x="800100" y="1038225"/>
                </a:lnTo>
                <a:lnTo>
                  <a:pt x="838200" y="1038225"/>
                </a:lnTo>
                <a:lnTo>
                  <a:pt x="838200" y="1028700"/>
                </a:lnTo>
                <a:lnTo>
                  <a:pt x="847725" y="1028700"/>
                </a:lnTo>
                <a:lnTo>
                  <a:pt x="847725" y="1019175"/>
                </a:lnTo>
                <a:lnTo>
                  <a:pt x="857250" y="1019175"/>
                </a:lnTo>
                <a:lnTo>
                  <a:pt x="857250" y="1028700"/>
                </a:lnTo>
                <a:lnTo>
                  <a:pt x="847725" y="1028700"/>
                </a:lnTo>
                <a:lnTo>
                  <a:pt x="847725" y="1038225"/>
                </a:lnTo>
                <a:lnTo>
                  <a:pt x="876300" y="1038225"/>
                </a:lnTo>
                <a:lnTo>
                  <a:pt x="876300" y="1028700"/>
                </a:lnTo>
                <a:lnTo>
                  <a:pt x="885825" y="1028700"/>
                </a:lnTo>
                <a:lnTo>
                  <a:pt x="885825" y="1038225"/>
                </a:lnTo>
                <a:lnTo>
                  <a:pt x="876300" y="1038225"/>
                </a:lnTo>
                <a:lnTo>
                  <a:pt x="876300" y="1057275"/>
                </a:lnTo>
                <a:lnTo>
                  <a:pt x="857250" y="1057275"/>
                </a:lnTo>
                <a:lnTo>
                  <a:pt x="857250" y="1066800"/>
                </a:lnTo>
                <a:lnTo>
                  <a:pt x="838200" y="1066800"/>
                </a:lnTo>
                <a:lnTo>
                  <a:pt x="838200" y="1057275"/>
                </a:lnTo>
                <a:lnTo>
                  <a:pt x="800100" y="1057275"/>
                </a:lnTo>
                <a:lnTo>
                  <a:pt x="800100" y="1066800"/>
                </a:lnTo>
                <a:lnTo>
                  <a:pt x="771525" y="1066800"/>
                </a:lnTo>
                <a:lnTo>
                  <a:pt x="771525" y="1057275"/>
                </a:lnTo>
                <a:lnTo>
                  <a:pt x="762000" y="1057275"/>
                </a:lnTo>
                <a:lnTo>
                  <a:pt x="762000" y="1047750"/>
                </a:lnTo>
                <a:lnTo>
                  <a:pt x="752475" y="1047750"/>
                </a:lnTo>
                <a:close/>
                <a:moveTo>
                  <a:pt x="495300" y="1009650"/>
                </a:moveTo>
                <a:lnTo>
                  <a:pt x="504825" y="1009650"/>
                </a:lnTo>
                <a:lnTo>
                  <a:pt x="504825" y="1019175"/>
                </a:lnTo>
                <a:lnTo>
                  <a:pt x="495300" y="1019175"/>
                </a:lnTo>
                <a:close/>
                <a:moveTo>
                  <a:pt x="942975" y="1019175"/>
                </a:moveTo>
                <a:lnTo>
                  <a:pt x="952500" y="1019175"/>
                </a:lnTo>
                <a:lnTo>
                  <a:pt x="952500" y="1038225"/>
                </a:lnTo>
                <a:lnTo>
                  <a:pt x="942975" y="1038225"/>
                </a:lnTo>
                <a:close/>
                <a:moveTo>
                  <a:pt x="1038225" y="1028700"/>
                </a:moveTo>
                <a:lnTo>
                  <a:pt x="1057275" y="1028700"/>
                </a:lnTo>
                <a:lnTo>
                  <a:pt x="1057275" y="1038225"/>
                </a:lnTo>
                <a:lnTo>
                  <a:pt x="1066800" y="1038225"/>
                </a:lnTo>
                <a:lnTo>
                  <a:pt x="1066800" y="1047750"/>
                </a:lnTo>
                <a:lnTo>
                  <a:pt x="1095375" y="1047750"/>
                </a:lnTo>
                <a:lnTo>
                  <a:pt x="1095375" y="1057275"/>
                </a:lnTo>
                <a:lnTo>
                  <a:pt x="1085850" y="1057275"/>
                </a:lnTo>
                <a:lnTo>
                  <a:pt x="1085850" y="1066800"/>
                </a:lnTo>
                <a:lnTo>
                  <a:pt x="1066800" y="1066800"/>
                </a:lnTo>
                <a:lnTo>
                  <a:pt x="1066800" y="1057275"/>
                </a:lnTo>
                <a:lnTo>
                  <a:pt x="1038225" y="1057275"/>
                </a:lnTo>
                <a:lnTo>
                  <a:pt x="1038225" y="1047750"/>
                </a:lnTo>
                <a:lnTo>
                  <a:pt x="1028700" y="1047750"/>
                </a:lnTo>
                <a:lnTo>
                  <a:pt x="1028700" y="1038225"/>
                </a:lnTo>
                <a:lnTo>
                  <a:pt x="1038225" y="1038225"/>
                </a:lnTo>
                <a:close/>
                <a:moveTo>
                  <a:pt x="1114425" y="1028700"/>
                </a:moveTo>
                <a:lnTo>
                  <a:pt x="1123950" y="1028700"/>
                </a:lnTo>
                <a:lnTo>
                  <a:pt x="1123950" y="1038225"/>
                </a:lnTo>
                <a:lnTo>
                  <a:pt x="1114425" y="1038225"/>
                </a:lnTo>
                <a:close/>
                <a:moveTo>
                  <a:pt x="485775" y="1038225"/>
                </a:moveTo>
                <a:lnTo>
                  <a:pt x="495300" y="1038225"/>
                </a:lnTo>
                <a:lnTo>
                  <a:pt x="495300" y="1057275"/>
                </a:lnTo>
                <a:lnTo>
                  <a:pt x="504825" y="1057275"/>
                </a:lnTo>
                <a:lnTo>
                  <a:pt x="504825" y="1038225"/>
                </a:lnTo>
                <a:lnTo>
                  <a:pt x="523875" y="1038225"/>
                </a:lnTo>
                <a:lnTo>
                  <a:pt x="523875" y="1047750"/>
                </a:lnTo>
                <a:lnTo>
                  <a:pt x="533400" y="1047750"/>
                </a:lnTo>
                <a:lnTo>
                  <a:pt x="533400" y="1076325"/>
                </a:lnTo>
                <a:lnTo>
                  <a:pt x="495300" y="1076325"/>
                </a:lnTo>
                <a:lnTo>
                  <a:pt x="495300" y="1066800"/>
                </a:lnTo>
                <a:lnTo>
                  <a:pt x="485775" y="1066800"/>
                </a:lnTo>
                <a:close/>
                <a:moveTo>
                  <a:pt x="1009650" y="1038225"/>
                </a:moveTo>
                <a:lnTo>
                  <a:pt x="1019175" y="1038225"/>
                </a:lnTo>
                <a:lnTo>
                  <a:pt x="1019175" y="1047750"/>
                </a:lnTo>
                <a:lnTo>
                  <a:pt x="1028700" y="1047750"/>
                </a:lnTo>
                <a:lnTo>
                  <a:pt x="1028700" y="1057275"/>
                </a:lnTo>
                <a:lnTo>
                  <a:pt x="1019175" y="1057275"/>
                </a:lnTo>
                <a:lnTo>
                  <a:pt x="1019175" y="1066800"/>
                </a:lnTo>
                <a:lnTo>
                  <a:pt x="1009650" y="1066800"/>
                </a:lnTo>
                <a:close/>
                <a:moveTo>
                  <a:pt x="1343025" y="1047750"/>
                </a:moveTo>
                <a:lnTo>
                  <a:pt x="1362075" y="1047750"/>
                </a:lnTo>
                <a:lnTo>
                  <a:pt x="1362075" y="1057275"/>
                </a:lnTo>
                <a:lnTo>
                  <a:pt x="1352550" y="1057275"/>
                </a:lnTo>
                <a:lnTo>
                  <a:pt x="1352550" y="1066800"/>
                </a:lnTo>
                <a:lnTo>
                  <a:pt x="1343025" y="1066800"/>
                </a:lnTo>
                <a:close/>
                <a:moveTo>
                  <a:pt x="952500" y="1057275"/>
                </a:moveTo>
                <a:lnTo>
                  <a:pt x="962025" y="1057275"/>
                </a:lnTo>
                <a:lnTo>
                  <a:pt x="962025" y="1066800"/>
                </a:lnTo>
                <a:lnTo>
                  <a:pt x="952500" y="1066800"/>
                </a:lnTo>
                <a:close/>
                <a:moveTo>
                  <a:pt x="981075" y="1066800"/>
                </a:moveTo>
                <a:lnTo>
                  <a:pt x="990600" y="1066800"/>
                </a:lnTo>
                <a:lnTo>
                  <a:pt x="990600" y="1085850"/>
                </a:lnTo>
                <a:lnTo>
                  <a:pt x="981075" y="1085850"/>
                </a:lnTo>
                <a:lnTo>
                  <a:pt x="981075" y="1095375"/>
                </a:lnTo>
                <a:lnTo>
                  <a:pt x="962025" y="1095375"/>
                </a:lnTo>
                <a:lnTo>
                  <a:pt x="962025" y="1076325"/>
                </a:lnTo>
                <a:lnTo>
                  <a:pt x="981075" y="1076325"/>
                </a:lnTo>
                <a:close/>
                <a:moveTo>
                  <a:pt x="561975" y="1076325"/>
                </a:moveTo>
                <a:lnTo>
                  <a:pt x="581025" y="1076325"/>
                </a:lnTo>
                <a:lnTo>
                  <a:pt x="581025" y="1095375"/>
                </a:lnTo>
                <a:lnTo>
                  <a:pt x="590550" y="1095375"/>
                </a:lnTo>
                <a:lnTo>
                  <a:pt x="590550" y="1114425"/>
                </a:lnTo>
                <a:lnTo>
                  <a:pt x="581025" y="1114425"/>
                </a:lnTo>
                <a:lnTo>
                  <a:pt x="581025" y="1104900"/>
                </a:lnTo>
                <a:lnTo>
                  <a:pt x="571500" y="1104900"/>
                </a:lnTo>
                <a:lnTo>
                  <a:pt x="571500" y="1123950"/>
                </a:lnTo>
                <a:lnTo>
                  <a:pt x="581025" y="1123950"/>
                </a:lnTo>
                <a:lnTo>
                  <a:pt x="581025" y="1133475"/>
                </a:lnTo>
                <a:lnTo>
                  <a:pt x="590550" y="1133475"/>
                </a:lnTo>
                <a:lnTo>
                  <a:pt x="590550" y="1143000"/>
                </a:lnTo>
                <a:lnTo>
                  <a:pt x="600075" y="1143000"/>
                </a:lnTo>
                <a:lnTo>
                  <a:pt x="600075" y="1123950"/>
                </a:lnTo>
                <a:lnTo>
                  <a:pt x="609600" y="1123950"/>
                </a:lnTo>
                <a:lnTo>
                  <a:pt x="609600" y="1104900"/>
                </a:lnTo>
                <a:lnTo>
                  <a:pt x="619125" y="1104900"/>
                </a:lnTo>
                <a:lnTo>
                  <a:pt x="619125" y="1114425"/>
                </a:lnTo>
                <a:lnTo>
                  <a:pt x="638175" y="1114425"/>
                </a:lnTo>
                <a:lnTo>
                  <a:pt x="638175" y="1123950"/>
                </a:lnTo>
                <a:lnTo>
                  <a:pt x="657225" y="1123950"/>
                </a:lnTo>
                <a:lnTo>
                  <a:pt x="657225" y="1104900"/>
                </a:lnTo>
                <a:lnTo>
                  <a:pt x="666750" y="1104900"/>
                </a:lnTo>
                <a:lnTo>
                  <a:pt x="666750" y="1095375"/>
                </a:lnTo>
                <a:lnTo>
                  <a:pt x="685800" y="1095375"/>
                </a:lnTo>
                <a:lnTo>
                  <a:pt x="685800" y="1133475"/>
                </a:lnTo>
                <a:lnTo>
                  <a:pt x="666750" y="1133475"/>
                </a:lnTo>
                <a:lnTo>
                  <a:pt x="666750" y="1123950"/>
                </a:lnTo>
                <a:lnTo>
                  <a:pt x="657225" y="1123950"/>
                </a:lnTo>
                <a:lnTo>
                  <a:pt x="657225" y="1133475"/>
                </a:lnTo>
                <a:lnTo>
                  <a:pt x="647700" y="1133475"/>
                </a:lnTo>
                <a:lnTo>
                  <a:pt x="647700" y="1143000"/>
                </a:lnTo>
                <a:lnTo>
                  <a:pt x="638175" y="1143000"/>
                </a:lnTo>
                <a:lnTo>
                  <a:pt x="638175" y="1152525"/>
                </a:lnTo>
                <a:lnTo>
                  <a:pt x="647700" y="1152525"/>
                </a:lnTo>
                <a:lnTo>
                  <a:pt x="647700" y="1162050"/>
                </a:lnTo>
                <a:lnTo>
                  <a:pt x="609600" y="1162050"/>
                </a:lnTo>
                <a:lnTo>
                  <a:pt x="609600" y="1171575"/>
                </a:lnTo>
                <a:lnTo>
                  <a:pt x="600075" y="1171575"/>
                </a:lnTo>
                <a:lnTo>
                  <a:pt x="600075" y="1152525"/>
                </a:lnTo>
                <a:lnTo>
                  <a:pt x="590550" y="1152525"/>
                </a:lnTo>
                <a:lnTo>
                  <a:pt x="590550" y="1181100"/>
                </a:lnTo>
                <a:lnTo>
                  <a:pt x="552450" y="1181100"/>
                </a:lnTo>
                <a:lnTo>
                  <a:pt x="552450" y="1152525"/>
                </a:lnTo>
                <a:lnTo>
                  <a:pt x="542925" y="1152525"/>
                </a:lnTo>
                <a:lnTo>
                  <a:pt x="542925" y="1123950"/>
                </a:lnTo>
                <a:lnTo>
                  <a:pt x="561975" y="1123950"/>
                </a:lnTo>
                <a:close/>
                <a:moveTo>
                  <a:pt x="1314450" y="1076325"/>
                </a:moveTo>
                <a:lnTo>
                  <a:pt x="1333500" y="1076325"/>
                </a:lnTo>
                <a:lnTo>
                  <a:pt x="1333500" y="1085850"/>
                </a:lnTo>
                <a:lnTo>
                  <a:pt x="1323975" y="1085850"/>
                </a:lnTo>
                <a:lnTo>
                  <a:pt x="1323975" y="1095375"/>
                </a:lnTo>
                <a:lnTo>
                  <a:pt x="1314450" y="1095375"/>
                </a:lnTo>
                <a:lnTo>
                  <a:pt x="1314450" y="1104900"/>
                </a:lnTo>
                <a:lnTo>
                  <a:pt x="1304925" y="1104900"/>
                </a:lnTo>
                <a:lnTo>
                  <a:pt x="1304925" y="1085850"/>
                </a:lnTo>
                <a:lnTo>
                  <a:pt x="1314450" y="1085850"/>
                </a:lnTo>
                <a:close/>
                <a:moveTo>
                  <a:pt x="495300" y="1085850"/>
                </a:moveTo>
                <a:lnTo>
                  <a:pt x="504825" y="1085850"/>
                </a:lnTo>
                <a:lnTo>
                  <a:pt x="504825" y="1095375"/>
                </a:lnTo>
                <a:lnTo>
                  <a:pt x="523875" y="1095375"/>
                </a:lnTo>
                <a:lnTo>
                  <a:pt x="523875" y="1114425"/>
                </a:lnTo>
                <a:lnTo>
                  <a:pt x="504825" y="1114425"/>
                </a:lnTo>
                <a:lnTo>
                  <a:pt x="504825" y="1123950"/>
                </a:lnTo>
                <a:lnTo>
                  <a:pt x="495300" y="1123950"/>
                </a:lnTo>
                <a:lnTo>
                  <a:pt x="495300" y="1114425"/>
                </a:lnTo>
                <a:lnTo>
                  <a:pt x="485775" y="1114425"/>
                </a:lnTo>
                <a:lnTo>
                  <a:pt x="485775" y="1104900"/>
                </a:lnTo>
                <a:lnTo>
                  <a:pt x="495300" y="1104900"/>
                </a:lnTo>
                <a:close/>
                <a:moveTo>
                  <a:pt x="1257300" y="1085850"/>
                </a:moveTo>
                <a:lnTo>
                  <a:pt x="1266825" y="1085850"/>
                </a:lnTo>
                <a:lnTo>
                  <a:pt x="1266825" y="1095375"/>
                </a:lnTo>
                <a:lnTo>
                  <a:pt x="1257300" y="1095375"/>
                </a:lnTo>
                <a:close/>
                <a:moveTo>
                  <a:pt x="1200150" y="1123950"/>
                </a:moveTo>
                <a:lnTo>
                  <a:pt x="1209675" y="1123950"/>
                </a:lnTo>
                <a:lnTo>
                  <a:pt x="1209675" y="1143000"/>
                </a:lnTo>
                <a:lnTo>
                  <a:pt x="1200150" y="1143000"/>
                </a:lnTo>
                <a:close/>
                <a:moveTo>
                  <a:pt x="495300" y="1133475"/>
                </a:moveTo>
                <a:lnTo>
                  <a:pt x="504825" y="1133475"/>
                </a:lnTo>
                <a:lnTo>
                  <a:pt x="504825" y="1143000"/>
                </a:lnTo>
                <a:lnTo>
                  <a:pt x="495300" y="1143000"/>
                </a:lnTo>
                <a:close/>
                <a:moveTo>
                  <a:pt x="666750" y="1143000"/>
                </a:moveTo>
                <a:lnTo>
                  <a:pt x="676275" y="1143000"/>
                </a:lnTo>
                <a:lnTo>
                  <a:pt x="676275" y="1152525"/>
                </a:lnTo>
                <a:lnTo>
                  <a:pt x="666750" y="1152525"/>
                </a:lnTo>
                <a:close/>
                <a:moveTo>
                  <a:pt x="657225" y="1152525"/>
                </a:moveTo>
                <a:lnTo>
                  <a:pt x="666750" y="1152525"/>
                </a:lnTo>
                <a:lnTo>
                  <a:pt x="666750" y="1162050"/>
                </a:lnTo>
                <a:lnTo>
                  <a:pt x="657225" y="1162050"/>
                </a:lnTo>
                <a:close/>
                <a:moveTo>
                  <a:pt x="1276350" y="1152525"/>
                </a:moveTo>
                <a:lnTo>
                  <a:pt x="1295400" y="1152525"/>
                </a:lnTo>
                <a:lnTo>
                  <a:pt x="1295400" y="1171575"/>
                </a:lnTo>
                <a:lnTo>
                  <a:pt x="1285875" y="1171575"/>
                </a:lnTo>
                <a:lnTo>
                  <a:pt x="1285875" y="1190625"/>
                </a:lnTo>
                <a:lnTo>
                  <a:pt x="1276350" y="1190625"/>
                </a:lnTo>
                <a:close/>
                <a:moveTo>
                  <a:pt x="1333500" y="1162050"/>
                </a:moveTo>
                <a:lnTo>
                  <a:pt x="1343025" y="1162050"/>
                </a:lnTo>
                <a:lnTo>
                  <a:pt x="1343025" y="1171575"/>
                </a:lnTo>
                <a:lnTo>
                  <a:pt x="1362075" y="1171575"/>
                </a:lnTo>
                <a:lnTo>
                  <a:pt x="1362075" y="1181100"/>
                </a:lnTo>
                <a:lnTo>
                  <a:pt x="1381125" y="1181100"/>
                </a:lnTo>
                <a:lnTo>
                  <a:pt x="1381125" y="1200150"/>
                </a:lnTo>
                <a:lnTo>
                  <a:pt x="1314450" y="1200150"/>
                </a:lnTo>
                <a:lnTo>
                  <a:pt x="1314450" y="1219200"/>
                </a:lnTo>
                <a:lnTo>
                  <a:pt x="1304925" y="1219200"/>
                </a:lnTo>
                <a:lnTo>
                  <a:pt x="1304925" y="1200150"/>
                </a:lnTo>
                <a:lnTo>
                  <a:pt x="1295400" y="1200150"/>
                </a:lnTo>
                <a:lnTo>
                  <a:pt x="1295400" y="1190625"/>
                </a:lnTo>
                <a:lnTo>
                  <a:pt x="1304925" y="1190625"/>
                </a:lnTo>
                <a:lnTo>
                  <a:pt x="1304925" y="1181100"/>
                </a:lnTo>
                <a:lnTo>
                  <a:pt x="1323975" y="1181100"/>
                </a:lnTo>
                <a:lnTo>
                  <a:pt x="1323975" y="1171575"/>
                </a:lnTo>
                <a:lnTo>
                  <a:pt x="1333500" y="1171575"/>
                </a:lnTo>
                <a:close/>
                <a:moveTo>
                  <a:pt x="1390650" y="1171575"/>
                </a:moveTo>
                <a:lnTo>
                  <a:pt x="1400175" y="1171575"/>
                </a:lnTo>
                <a:lnTo>
                  <a:pt x="1400175" y="1190625"/>
                </a:lnTo>
                <a:lnTo>
                  <a:pt x="1390650" y="1190625"/>
                </a:lnTo>
                <a:close/>
                <a:moveTo>
                  <a:pt x="866775" y="1181100"/>
                </a:moveTo>
                <a:lnTo>
                  <a:pt x="876300" y="1181100"/>
                </a:lnTo>
                <a:lnTo>
                  <a:pt x="876300" y="1219200"/>
                </a:lnTo>
                <a:lnTo>
                  <a:pt x="866775" y="1219200"/>
                </a:lnTo>
                <a:close/>
                <a:moveTo>
                  <a:pt x="1181100" y="1200150"/>
                </a:moveTo>
                <a:lnTo>
                  <a:pt x="1190625" y="1200150"/>
                </a:lnTo>
                <a:lnTo>
                  <a:pt x="1190625" y="1209675"/>
                </a:lnTo>
                <a:lnTo>
                  <a:pt x="1181100" y="1209675"/>
                </a:lnTo>
                <a:close/>
                <a:moveTo>
                  <a:pt x="828675" y="1219200"/>
                </a:moveTo>
                <a:lnTo>
                  <a:pt x="866775" y="1219200"/>
                </a:lnTo>
                <a:lnTo>
                  <a:pt x="866775" y="1228725"/>
                </a:lnTo>
                <a:lnTo>
                  <a:pt x="857250" y="1228725"/>
                </a:lnTo>
                <a:lnTo>
                  <a:pt x="857250" y="1266825"/>
                </a:lnTo>
                <a:lnTo>
                  <a:pt x="866775" y="1266825"/>
                </a:lnTo>
                <a:lnTo>
                  <a:pt x="866775" y="1276350"/>
                </a:lnTo>
                <a:lnTo>
                  <a:pt x="857250" y="1276350"/>
                </a:lnTo>
                <a:lnTo>
                  <a:pt x="857250" y="1285875"/>
                </a:lnTo>
                <a:lnTo>
                  <a:pt x="838200" y="1285875"/>
                </a:lnTo>
                <a:lnTo>
                  <a:pt x="838200" y="1276350"/>
                </a:lnTo>
                <a:lnTo>
                  <a:pt x="828675" y="1276350"/>
                </a:lnTo>
                <a:lnTo>
                  <a:pt x="828675" y="1266825"/>
                </a:lnTo>
                <a:lnTo>
                  <a:pt x="809625" y="1266825"/>
                </a:lnTo>
                <a:lnTo>
                  <a:pt x="809625" y="1276350"/>
                </a:lnTo>
                <a:lnTo>
                  <a:pt x="800100" y="1276350"/>
                </a:lnTo>
                <a:lnTo>
                  <a:pt x="800100" y="1285875"/>
                </a:lnTo>
                <a:lnTo>
                  <a:pt x="790575" y="1285875"/>
                </a:lnTo>
                <a:lnTo>
                  <a:pt x="790575" y="1314450"/>
                </a:lnTo>
                <a:lnTo>
                  <a:pt x="819150" y="1314450"/>
                </a:lnTo>
                <a:lnTo>
                  <a:pt x="819150" y="1323975"/>
                </a:lnTo>
                <a:lnTo>
                  <a:pt x="809625" y="1323975"/>
                </a:lnTo>
                <a:lnTo>
                  <a:pt x="809625" y="1333500"/>
                </a:lnTo>
                <a:lnTo>
                  <a:pt x="819150" y="1333500"/>
                </a:lnTo>
                <a:lnTo>
                  <a:pt x="819150" y="1362075"/>
                </a:lnTo>
                <a:lnTo>
                  <a:pt x="800100" y="1362075"/>
                </a:lnTo>
                <a:lnTo>
                  <a:pt x="800100" y="1343025"/>
                </a:lnTo>
                <a:lnTo>
                  <a:pt x="762000" y="1343025"/>
                </a:lnTo>
                <a:lnTo>
                  <a:pt x="762000" y="1352550"/>
                </a:lnTo>
                <a:lnTo>
                  <a:pt x="752475" y="1352550"/>
                </a:lnTo>
                <a:lnTo>
                  <a:pt x="752475" y="1362075"/>
                </a:lnTo>
                <a:lnTo>
                  <a:pt x="733425" y="1362075"/>
                </a:lnTo>
                <a:lnTo>
                  <a:pt x="733425" y="1371600"/>
                </a:lnTo>
                <a:lnTo>
                  <a:pt x="723900" y="1371600"/>
                </a:lnTo>
                <a:lnTo>
                  <a:pt x="723900" y="1381125"/>
                </a:lnTo>
                <a:lnTo>
                  <a:pt x="714375" y="1381125"/>
                </a:lnTo>
                <a:lnTo>
                  <a:pt x="714375" y="1390650"/>
                </a:lnTo>
                <a:lnTo>
                  <a:pt x="704850" y="1390650"/>
                </a:lnTo>
                <a:lnTo>
                  <a:pt x="704850" y="1352550"/>
                </a:lnTo>
                <a:lnTo>
                  <a:pt x="714375" y="1352550"/>
                </a:lnTo>
                <a:lnTo>
                  <a:pt x="714375" y="1333500"/>
                </a:lnTo>
                <a:lnTo>
                  <a:pt x="733425" y="1333500"/>
                </a:lnTo>
                <a:lnTo>
                  <a:pt x="733425" y="1295400"/>
                </a:lnTo>
                <a:lnTo>
                  <a:pt x="742950" y="1295400"/>
                </a:lnTo>
                <a:lnTo>
                  <a:pt x="742950" y="1257300"/>
                </a:lnTo>
                <a:lnTo>
                  <a:pt x="781050" y="1257300"/>
                </a:lnTo>
                <a:lnTo>
                  <a:pt x="781050" y="1228725"/>
                </a:lnTo>
                <a:lnTo>
                  <a:pt x="828675" y="1228725"/>
                </a:lnTo>
                <a:close/>
                <a:moveTo>
                  <a:pt x="1200150" y="1219200"/>
                </a:moveTo>
                <a:lnTo>
                  <a:pt x="1219200" y="1219200"/>
                </a:lnTo>
                <a:lnTo>
                  <a:pt x="1219200" y="1228725"/>
                </a:lnTo>
                <a:lnTo>
                  <a:pt x="1200150" y="1228725"/>
                </a:lnTo>
                <a:close/>
                <a:moveTo>
                  <a:pt x="428625" y="1228725"/>
                </a:moveTo>
                <a:lnTo>
                  <a:pt x="438150" y="1228725"/>
                </a:lnTo>
                <a:lnTo>
                  <a:pt x="438150" y="1238250"/>
                </a:lnTo>
                <a:lnTo>
                  <a:pt x="428625" y="1238250"/>
                </a:lnTo>
                <a:close/>
                <a:moveTo>
                  <a:pt x="952500" y="1228725"/>
                </a:moveTo>
                <a:lnTo>
                  <a:pt x="962025" y="1228725"/>
                </a:lnTo>
                <a:lnTo>
                  <a:pt x="962025" y="1266825"/>
                </a:lnTo>
                <a:lnTo>
                  <a:pt x="952500" y="1266825"/>
                </a:lnTo>
                <a:close/>
                <a:moveTo>
                  <a:pt x="1219200" y="1228725"/>
                </a:moveTo>
                <a:lnTo>
                  <a:pt x="1228725" y="1228725"/>
                </a:lnTo>
                <a:lnTo>
                  <a:pt x="1228725" y="1238250"/>
                </a:lnTo>
                <a:lnTo>
                  <a:pt x="1219200" y="1238250"/>
                </a:lnTo>
                <a:close/>
                <a:moveTo>
                  <a:pt x="428625" y="1247775"/>
                </a:moveTo>
                <a:lnTo>
                  <a:pt x="438150" y="1247775"/>
                </a:lnTo>
                <a:lnTo>
                  <a:pt x="438150" y="1257300"/>
                </a:lnTo>
                <a:lnTo>
                  <a:pt x="428625" y="1257300"/>
                </a:lnTo>
                <a:close/>
                <a:moveTo>
                  <a:pt x="800100" y="1247775"/>
                </a:moveTo>
                <a:lnTo>
                  <a:pt x="809625" y="1247775"/>
                </a:lnTo>
                <a:lnTo>
                  <a:pt x="809625" y="1238250"/>
                </a:lnTo>
                <a:lnTo>
                  <a:pt x="800100" y="1238250"/>
                </a:lnTo>
                <a:close/>
                <a:moveTo>
                  <a:pt x="419100" y="1257300"/>
                </a:moveTo>
                <a:lnTo>
                  <a:pt x="428625" y="1257300"/>
                </a:lnTo>
                <a:lnTo>
                  <a:pt x="428625" y="1266825"/>
                </a:lnTo>
                <a:lnTo>
                  <a:pt x="419100" y="1266825"/>
                </a:lnTo>
                <a:close/>
                <a:moveTo>
                  <a:pt x="1238250" y="1257300"/>
                </a:moveTo>
                <a:lnTo>
                  <a:pt x="1247775" y="1257300"/>
                </a:lnTo>
                <a:lnTo>
                  <a:pt x="1247775" y="1266825"/>
                </a:lnTo>
                <a:lnTo>
                  <a:pt x="1238250" y="1266825"/>
                </a:lnTo>
                <a:close/>
                <a:moveTo>
                  <a:pt x="1285875" y="1285875"/>
                </a:moveTo>
                <a:lnTo>
                  <a:pt x="1295400" y="1285875"/>
                </a:lnTo>
                <a:lnTo>
                  <a:pt x="1295400" y="1343025"/>
                </a:lnTo>
                <a:lnTo>
                  <a:pt x="1285875" y="1343025"/>
                </a:lnTo>
                <a:close/>
                <a:moveTo>
                  <a:pt x="438150" y="1295400"/>
                </a:moveTo>
                <a:lnTo>
                  <a:pt x="447675" y="1295400"/>
                </a:lnTo>
                <a:lnTo>
                  <a:pt x="447675" y="1314450"/>
                </a:lnTo>
                <a:lnTo>
                  <a:pt x="438150" y="1314450"/>
                </a:lnTo>
                <a:close/>
                <a:moveTo>
                  <a:pt x="847725" y="1314450"/>
                </a:moveTo>
                <a:lnTo>
                  <a:pt x="857250" y="1314450"/>
                </a:lnTo>
                <a:lnTo>
                  <a:pt x="857250" y="1323975"/>
                </a:lnTo>
                <a:lnTo>
                  <a:pt x="847725" y="1323975"/>
                </a:lnTo>
                <a:close/>
                <a:moveTo>
                  <a:pt x="419100" y="1323975"/>
                </a:moveTo>
                <a:lnTo>
                  <a:pt x="428625" y="1323975"/>
                </a:lnTo>
                <a:lnTo>
                  <a:pt x="428625" y="1333500"/>
                </a:lnTo>
                <a:lnTo>
                  <a:pt x="419100" y="1333500"/>
                </a:lnTo>
                <a:close/>
                <a:moveTo>
                  <a:pt x="533400" y="1323975"/>
                </a:moveTo>
                <a:lnTo>
                  <a:pt x="542925" y="1323975"/>
                </a:lnTo>
                <a:lnTo>
                  <a:pt x="542925" y="1333500"/>
                </a:lnTo>
                <a:lnTo>
                  <a:pt x="552450" y="1333500"/>
                </a:lnTo>
                <a:lnTo>
                  <a:pt x="552450" y="1352550"/>
                </a:lnTo>
                <a:lnTo>
                  <a:pt x="542925" y="1352550"/>
                </a:lnTo>
                <a:lnTo>
                  <a:pt x="542925" y="1362075"/>
                </a:lnTo>
                <a:lnTo>
                  <a:pt x="523875" y="1362075"/>
                </a:lnTo>
                <a:lnTo>
                  <a:pt x="523875" y="1352550"/>
                </a:lnTo>
                <a:lnTo>
                  <a:pt x="533400" y="1352550"/>
                </a:lnTo>
                <a:lnTo>
                  <a:pt x="533400" y="1343025"/>
                </a:lnTo>
                <a:lnTo>
                  <a:pt x="523875" y="1343025"/>
                </a:lnTo>
                <a:lnTo>
                  <a:pt x="523875" y="1333500"/>
                </a:lnTo>
                <a:lnTo>
                  <a:pt x="533400" y="1333500"/>
                </a:lnTo>
                <a:close/>
                <a:moveTo>
                  <a:pt x="571500" y="1323975"/>
                </a:moveTo>
                <a:lnTo>
                  <a:pt x="590550" y="1323975"/>
                </a:lnTo>
                <a:lnTo>
                  <a:pt x="590550" y="1333500"/>
                </a:lnTo>
                <a:lnTo>
                  <a:pt x="571500" y="1333500"/>
                </a:lnTo>
                <a:close/>
                <a:moveTo>
                  <a:pt x="857250" y="1323975"/>
                </a:moveTo>
                <a:lnTo>
                  <a:pt x="876300" y="1323975"/>
                </a:lnTo>
                <a:lnTo>
                  <a:pt x="876300" y="1333500"/>
                </a:lnTo>
                <a:lnTo>
                  <a:pt x="857250" y="1333500"/>
                </a:lnTo>
                <a:close/>
                <a:moveTo>
                  <a:pt x="590550" y="1333500"/>
                </a:moveTo>
                <a:lnTo>
                  <a:pt x="600075" y="1333500"/>
                </a:lnTo>
                <a:lnTo>
                  <a:pt x="600075" y="1343025"/>
                </a:lnTo>
                <a:lnTo>
                  <a:pt x="590550" y="1343025"/>
                </a:lnTo>
                <a:close/>
                <a:moveTo>
                  <a:pt x="1133475" y="1343025"/>
                </a:moveTo>
                <a:lnTo>
                  <a:pt x="1171575" y="1343025"/>
                </a:lnTo>
                <a:lnTo>
                  <a:pt x="1171575" y="1362075"/>
                </a:lnTo>
                <a:lnTo>
                  <a:pt x="1181100" y="1362075"/>
                </a:lnTo>
                <a:lnTo>
                  <a:pt x="1181100" y="1371600"/>
                </a:lnTo>
                <a:lnTo>
                  <a:pt x="1162050" y="1371600"/>
                </a:lnTo>
                <a:lnTo>
                  <a:pt x="1162050" y="1362075"/>
                </a:lnTo>
                <a:lnTo>
                  <a:pt x="1133475" y="1362075"/>
                </a:lnTo>
                <a:lnTo>
                  <a:pt x="1133475" y="1409700"/>
                </a:lnTo>
                <a:lnTo>
                  <a:pt x="1143000" y="1409700"/>
                </a:lnTo>
                <a:lnTo>
                  <a:pt x="1143000" y="1400175"/>
                </a:lnTo>
                <a:lnTo>
                  <a:pt x="1152525" y="1400175"/>
                </a:lnTo>
                <a:lnTo>
                  <a:pt x="1152525" y="1419225"/>
                </a:lnTo>
                <a:lnTo>
                  <a:pt x="1162050" y="1419225"/>
                </a:lnTo>
                <a:lnTo>
                  <a:pt x="1162050" y="1438275"/>
                </a:lnTo>
                <a:lnTo>
                  <a:pt x="1171575" y="1438275"/>
                </a:lnTo>
                <a:lnTo>
                  <a:pt x="1171575" y="1447800"/>
                </a:lnTo>
                <a:lnTo>
                  <a:pt x="1162050" y="1447800"/>
                </a:lnTo>
                <a:lnTo>
                  <a:pt x="1162050" y="1466850"/>
                </a:lnTo>
                <a:lnTo>
                  <a:pt x="1152525" y="1466850"/>
                </a:lnTo>
                <a:lnTo>
                  <a:pt x="1152525" y="1457325"/>
                </a:lnTo>
                <a:lnTo>
                  <a:pt x="1133475" y="1457325"/>
                </a:lnTo>
                <a:lnTo>
                  <a:pt x="1133475" y="1466850"/>
                </a:lnTo>
                <a:lnTo>
                  <a:pt x="1123950" y="1466850"/>
                </a:lnTo>
                <a:lnTo>
                  <a:pt x="1123950" y="1476375"/>
                </a:lnTo>
                <a:lnTo>
                  <a:pt x="1133475" y="1476375"/>
                </a:lnTo>
                <a:lnTo>
                  <a:pt x="1133475" y="1485900"/>
                </a:lnTo>
                <a:lnTo>
                  <a:pt x="1162050" y="1485900"/>
                </a:lnTo>
                <a:lnTo>
                  <a:pt x="1162050" y="1495425"/>
                </a:lnTo>
                <a:lnTo>
                  <a:pt x="1190625" y="1495425"/>
                </a:lnTo>
                <a:lnTo>
                  <a:pt x="1190625" y="1476375"/>
                </a:lnTo>
                <a:lnTo>
                  <a:pt x="1200150" y="1476375"/>
                </a:lnTo>
                <a:lnTo>
                  <a:pt x="1200150" y="1495425"/>
                </a:lnTo>
                <a:lnTo>
                  <a:pt x="1190625" y="1495425"/>
                </a:lnTo>
                <a:lnTo>
                  <a:pt x="1190625" y="1504950"/>
                </a:lnTo>
                <a:lnTo>
                  <a:pt x="1181100" y="1504950"/>
                </a:lnTo>
                <a:lnTo>
                  <a:pt x="1181100" y="1514475"/>
                </a:lnTo>
                <a:lnTo>
                  <a:pt x="1162050" y="1514475"/>
                </a:lnTo>
                <a:lnTo>
                  <a:pt x="1162050" y="1524000"/>
                </a:lnTo>
                <a:lnTo>
                  <a:pt x="1133475" y="1524000"/>
                </a:lnTo>
                <a:lnTo>
                  <a:pt x="1133475" y="1514475"/>
                </a:lnTo>
                <a:lnTo>
                  <a:pt x="1123950" y="1514475"/>
                </a:lnTo>
                <a:lnTo>
                  <a:pt x="1123950" y="1495425"/>
                </a:lnTo>
                <a:lnTo>
                  <a:pt x="1095375" y="1495425"/>
                </a:lnTo>
                <a:lnTo>
                  <a:pt x="1095375" y="1485900"/>
                </a:lnTo>
                <a:lnTo>
                  <a:pt x="1085850" y="1485900"/>
                </a:lnTo>
                <a:lnTo>
                  <a:pt x="1085850" y="1476375"/>
                </a:lnTo>
                <a:lnTo>
                  <a:pt x="1076325" y="1476375"/>
                </a:lnTo>
                <a:lnTo>
                  <a:pt x="1076325" y="1485900"/>
                </a:lnTo>
                <a:lnTo>
                  <a:pt x="1066800" y="1485900"/>
                </a:lnTo>
                <a:lnTo>
                  <a:pt x="1066800" y="1495425"/>
                </a:lnTo>
                <a:lnTo>
                  <a:pt x="1047750" y="1495425"/>
                </a:lnTo>
                <a:lnTo>
                  <a:pt x="1047750" y="1485900"/>
                </a:lnTo>
                <a:lnTo>
                  <a:pt x="1038225" y="1485900"/>
                </a:lnTo>
                <a:lnTo>
                  <a:pt x="1038225" y="1476375"/>
                </a:lnTo>
                <a:lnTo>
                  <a:pt x="1028700" y="1476375"/>
                </a:lnTo>
                <a:lnTo>
                  <a:pt x="1028700" y="1485900"/>
                </a:lnTo>
                <a:lnTo>
                  <a:pt x="1019175" y="1485900"/>
                </a:lnTo>
                <a:lnTo>
                  <a:pt x="1019175" y="1476375"/>
                </a:lnTo>
                <a:lnTo>
                  <a:pt x="1009650" y="1476375"/>
                </a:lnTo>
                <a:lnTo>
                  <a:pt x="1009650" y="1457325"/>
                </a:lnTo>
                <a:lnTo>
                  <a:pt x="1028700" y="1457325"/>
                </a:lnTo>
                <a:lnTo>
                  <a:pt x="1028700" y="1466850"/>
                </a:lnTo>
                <a:lnTo>
                  <a:pt x="1038225" y="1466850"/>
                </a:lnTo>
                <a:lnTo>
                  <a:pt x="1038225" y="1476375"/>
                </a:lnTo>
                <a:lnTo>
                  <a:pt x="1047750" y="1476375"/>
                </a:lnTo>
                <a:lnTo>
                  <a:pt x="1047750" y="1466850"/>
                </a:lnTo>
                <a:lnTo>
                  <a:pt x="1066800" y="1466850"/>
                </a:lnTo>
                <a:lnTo>
                  <a:pt x="1066800" y="1438275"/>
                </a:lnTo>
                <a:lnTo>
                  <a:pt x="1095375" y="1438275"/>
                </a:lnTo>
                <a:lnTo>
                  <a:pt x="1095375" y="1428750"/>
                </a:lnTo>
                <a:lnTo>
                  <a:pt x="1104900" y="1428750"/>
                </a:lnTo>
                <a:lnTo>
                  <a:pt x="1104900" y="1447800"/>
                </a:lnTo>
                <a:lnTo>
                  <a:pt x="1123950" y="1447800"/>
                </a:lnTo>
                <a:lnTo>
                  <a:pt x="1123950" y="1419225"/>
                </a:lnTo>
                <a:lnTo>
                  <a:pt x="1104900" y="1419225"/>
                </a:lnTo>
                <a:lnTo>
                  <a:pt x="1104900" y="1390650"/>
                </a:lnTo>
                <a:lnTo>
                  <a:pt x="1114425" y="1390650"/>
                </a:lnTo>
                <a:lnTo>
                  <a:pt x="1114425" y="1371600"/>
                </a:lnTo>
                <a:lnTo>
                  <a:pt x="1123950" y="1371600"/>
                </a:lnTo>
                <a:lnTo>
                  <a:pt x="1123950" y="1352550"/>
                </a:lnTo>
                <a:lnTo>
                  <a:pt x="1133475" y="1352550"/>
                </a:lnTo>
                <a:close/>
                <a:moveTo>
                  <a:pt x="1276350" y="1343025"/>
                </a:moveTo>
                <a:lnTo>
                  <a:pt x="1285875" y="1343025"/>
                </a:lnTo>
                <a:lnTo>
                  <a:pt x="1285875" y="1352550"/>
                </a:lnTo>
                <a:lnTo>
                  <a:pt x="1276350" y="1352550"/>
                </a:lnTo>
                <a:close/>
                <a:moveTo>
                  <a:pt x="657225" y="1352550"/>
                </a:moveTo>
                <a:lnTo>
                  <a:pt x="666750" y="1352550"/>
                </a:lnTo>
                <a:lnTo>
                  <a:pt x="666750" y="1362075"/>
                </a:lnTo>
                <a:lnTo>
                  <a:pt x="657225" y="1362075"/>
                </a:lnTo>
                <a:close/>
                <a:moveTo>
                  <a:pt x="1247775" y="1352550"/>
                </a:moveTo>
                <a:lnTo>
                  <a:pt x="1257300" y="1352550"/>
                </a:lnTo>
                <a:lnTo>
                  <a:pt x="1257300" y="1362075"/>
                </a:lnTo>
                <a:lnTo>
                  <a:pt x="1247775" y="1362075"/>
                </a:lnTo>
                <a:close/>
                <a:moveTo>
                  <a:pt x="590550" y="1362075"/>
                </a:moveTo>
                <a:lnTo>
                  <a:pt x="600075" y="1362075"/>
                </a:lnTo>
                <a:lnTo>
                  <a:pt x="600075" y="1371600"/>
                </a:lnTo>
                <a:lnTo>
                  <a:pt x="590550" y="1371600"/>
                </a:lnTo>
                <a:close/>
                <a:moveTo>
                  <a:pt x="1266825" y="1362075"/>
                </a:moveTo>
                <a:lnTo>
                  <a:pt x="1285875" y="1362075"/>
                </a:lnTo>
                <a:lnTo>
                  <a:pt x="1285875" y="1371600"/>
                </a:lnTo>
                <a:lnTo>
                  <a:pt x="1266825" y="1371600"/>
                </a:lnTo>
                <a:close/>
                <a:moveTo>
                  <a:pt x="1181100" y="1371600"/>
                </a:moveTo>
                <a:lnTo>
                  <a:pt x="1190625" y="1371600"/>
                </a:lnTo>
                <a:lnTo>
                  <a:pt x="1190625" y="1381125"/>
                </a:lnTo>
                <a:lnTo>
                  <a:pt x="1181100" y="1381125"/>
                </a:lnTo>
                <a:close/>
                <a:moveTo>
                  <a:pt x="1247775" y="1371600"/>
                </a:moveTo>
                <a:lnTo>
                  <a:pt x="1257300" y="1371600"/>
                </a:lnTo>
                <a:lnTo>
                  <a:pt x="1257300" y="1381125"/>
                </a:lnTo>
                <a:lnTo>
                  <a:pt x="1247775" y="1381125"/>
                </a:lnTo>
                <a:close/>
                <a:moveTo>
                  <a:pt x="657225" y="1438275"/>
                </a:moveTo>
                <a:lnTo>
                  <a:pt x="666750" y="1438275"/>
                </a:lnTo>
                <a:lnTo>
                  <a:pt x="666750" y="1447800"/>
                </a:lnTo>
                <a:lnTo>
                  <a:pt x="704850" y="1447800"/>
                </a:lnTo>
                <a:lnTo>
                  <a:pt x="704850" y="1466850"/>
                </a:lnTo>
                <a:lnTo>
                  <a:pt x="723900" y="1466850"/>
                </a:lnTo>
                <a:lnTo>
                  <a:pt x="723900" y="1476375"/>
                </a:lnTo>
                <a:lnTo>
                  <a:pt x="733425" y="1476375"/>
                </a:lnTo>
                <a:lnTo>
                  <a:pt x="733425" y="1485900"/>
                </a:lnTo>
                <a:lnTo>
                  <a:pt x="742950" y="1485900"/>
                </a:lnTo>
                <a:lnTo>
                  <a:pt x="742950" y="1533525"/>
                </a:lnTo>
                <a:lnTo>
                  <a:pt x="762000" y="1533525"/>
                </a:lnTo>
                <a:lnTo>
                  <a:pt x="762000" y="1504950"/>
                </a:lnTo>
                <a:lnTo>
                  <a:pt x="771525" y="1504950"/>
                </a:lnTo>
                <a:lnTo>
                  <a:pt x="771525" y="1514475"/>
                </a:lnTo>
                <a:lnTo>
                  <a:pt x="800100" y="1514475"/>
                </a:lnTo>
                <a:lnTo>
                  <a:pt x="800100" y="1495425"/>
                </a:lnTo>
                <a:lnTo>
                  <a:pt x="809625" y="1495425"/>
                </a:lnTo>
                <a:lnTo>
                  <a:pt x="809625" y="1514475"/>
                </a:lnTo>
                <a:lnTo>
                  <a:pt x="828675" y="1514475"/>
                </a:lnTo>
                <a:lnTo>
                  <a:pt x="828675" y="1524000"/>
                </a:lnTo>
                <a:lnTo>
                  <a:pt x="847725" y="1524000"/>
                </a:lnTo>
                <a:lnTo>
                  <a:pt x="847725" y="1514475"/>
                </a:lnTo>
                <a:lnTo>
                  <a:pt x="857250" y="1514475"/>
                </a:lnTo>
                <a:lnTo>
                  <a:pt x="857250" y="1524000"/>
                </a:lnTo>
                <a:lnTo>
                  <a:pt x="866775" y="1524000"/>
                </a:lnTo>
                <a:lnTo>
                  <a:pt x="866775" y="1533525"/>
                </a:lnTo>
                <a:lnTo>
                  <a:pt x="876300" y="1533525"/>
                </a:lnTo>
                <a:lnTo>
                  <a:pt x="876300" y="1543050"/>
                </a:lnTo>
                <a:lnTo>
                  <a:pt x="857250" y="1543050"/>
                </a:lnTo>
                <a:lnTo>
                  <a:pt x="857250" y="1552575"/>
                </a:lnTo>
                <a:lnTo>
                  <a:pt x="838200" y="1552575"/>
                </a:lnTo>
                <a:lnTo>
                  <a:pt x="838200" y="1562100"/>
                </a:lnTo>
                <a:lnTo>
                  <a:pt x="828675" y="1562100"/>
                </a:lnTo>
                <a:lnTo>
                  <a:pt x="828675" y="1552575"/>
                </a:lnTo>
                <a:lnTo>
                  <a:pt x="809625" y="1552575"/>
                </a:lnTo>
                <a:lnTo>
                  <a:pt x="809625" y="1543050"/>
                </a:lnTo>
                <a:lnTo>
                  <a:pt x="790575" y="1543050"/>
                </a:lnTo>
                <a:lnTo>
                  <a:pt x="790575" y="1552575"/>
                </a:lnTo>
                <a:lnTo>
                  <a:pt x="781050" y="1552575"/>
                </a:lnTo>
                <a:lnTo>
                  <a:pt x="781050" y="1571625"/>
                </a:lnTo>
                <a:lnTo>
                  <a:pt x="771525" y="1571625"/>
                </a:lnTo>
                <a:lnTo>
                  <a:pt x="771525" y="1581150"/>
                </a:lnTo>
                <a:lnTo>
                  <a:pt x="762000" y="1581150"/>
                </a:lnTo>
                <a:lnTo>
                  <a:pt x="762000" y="1590675"/>
                </a:lnTo>
                <a:lnTo>
                  <a:pt x="771525" y="1590675"/>
                </a:lnTo>
                <a:lnTo>
                  <a:pt x="771525" y="1581150"/>
                </a:lnTo>
                <a:lnTo>
                  <a:pt x="781050" y="1581150"/>
                </a:lnTo>
                <a:lnTo>
                  <a:pt x="781050" y="1571625"/>
                </a:lnTo>
                <a:lnTo>
                  <a:pt x="809625" y="1571625"/>
                </a:lnTo>
                <a:lnTo>
                  <a:pt x="809625" y="1581150"/>
                </a:lnTo>
                <a:lnTo>
                  <a:pt x="819150" y="1581150"/>
                </a:lnTo>
                <a:lnTo>
                  <a:pt x="819150" y="1590675"/>
                </a:lnTo>
                <a:lnTo>
                  <a:pt x="828675" y="1590675"/>
                </a:lnTo>
                <a:lnTo>
                  <a:pt x="828675" y="1600200"/>
                </a:lnTo>
                <a:lnTo>
                  <a:pt x="838200" y="1600200"/>
                </a:lnTo>
                <a:lnTo>
                  <a:pt x="838200" y="1609725"/>
                </a:lnTo>
                <a:lnTo>
                  <a:pt x="876300" y="1609725"/>
                </a:lnTo>
                <a:lnTo>
                  <a:pt x="876300" y="1619250"/>
                </a:lnTo>
                <a:lnTo>
                  <a:pt x="819150" y="1619250"/>
                </a:lnTo>
                <a:lnTo>
                  <a:pt x="819150" y="1609725"/>
                </a:lnTo>
                <a:lnTo>
                  <a:pt x="752475" y="1609725"/>
                </a:lnTo>
                <a:lnTo>
                  <a:pt x="752475" y="1571625"/>
                </a:lnTo>
                <a:lnTo>
                  <a:pt x="742950" y="1571625"/>
                </a:lnTo>
                <a:lnTo>
                  <a:pt x="742950" y="1562100"/>
                </a:lnTo>
                <a:lnTo>
                  <a:pt x="723900" y="1562100"/>
                </a:lnTo>
                <a:lnTo>
                  <a:pt x="723900" y="1581150"/>
                </a:lnTo>
                <a:lnTo>
                  <a:pt x="714375" y="1581150"/>
                </a:lnTo>
                <a:lnTo>
                  <a:pt x="714375" y="1571625"/>
                </a:lnTo>
                <a:lnTo>
                  <a:pt x="704850" y="1571625"/>
                </a:lnTo>
                <a:lnTo>
                  <a:pt x="704850" y="1562100"/>
                </a:lnTo>
                <a:lnTo>
                  <a:pt x="695325" y="1562100"/>
                </a:lnTo>
                <a:lnTo>
                  <a:pt x="695325" y="1543050"/>
                </a:lnTo>
                <a:lnTo>
                  <a:pt x="676275" y="1543050"/>
                </a:lnTo>
                <a:lnTo>
                  <a:pt x="676275" y="1533525"/>
                </a:lnTo>
                <a:lnTo>
                  <a:pt x="685800" y="1533525"/>
                </a:lnTo>
                <a:lnTo>
                  <a:pt x="685800" y="1524000"/>
                </a:lnTo>
                <a:lnTo>
                  <a:pt x="695325" y="1524000"/>
                </a:lnTo>
                <a:lnTo>
                  <a:pt x="695325" y="1495425"/>
                </a:lnTo>
                <a:lnTo>
                  <a:pt x="676275" y="1495425"/>
                </a:lnTo>
                <a:lnTo>
                  <a:pt x="676275" y="1485900"/>
                </a:lnTo>
                <a:lnTo>
                  <a:pt x="666750" y="1485900"/>
                </a:lnTo>
                <a:lnTo>
                  <a:pt x="666750" y="1476375"/>
                </a:lnTo>
                <a:lnTo>
                  <a:pt x="657225" y="1476375"/>
                </a:lnTo>
                <a:close/>
                <a:moveTo>
                  <a:pt x="1190625" y="1447800"/>
                </a:moveTo>
                <a:lnTo>
                  <a:pt x="1200150" y="1447800"/>
                </a:lnTo>
                <a:lnTo>
                  <a:pt x="1200150" y="1466850"/>
                </a:lnTo>
                <a:lnTo>
                  <a:pt x="1190625" y="1466850"/>
                </a:lnTo>
                <a:close/>
                <a:moveTo>
                  <a:pt x="638175" y="1504950"/>
                </a:moveTo>
                <a:lnTo>
                  <a:pt x="647700" y="1504950"/>
                </a:lnTo>
                <a:lnTo>
                  <a:pt x="647700" y="1514475"/>
                </a:lnTo>
                <a:lnTo>
                  <a:pt x="638175" y="1514475"/>
                </a:lnTo>
                <a:close/>
                <a:moveTo>
                  <a:pt x="1076325" y="1514475"/>
                </a:moveTo>
                <a:lnTo>
                  <a:pt x="1085850" y="1514475"/>
                </a:lnTo>
                <a:lnTo>
                  <a:pt x="1085850" y="1524000"/>
                </a:lnTo>
                <a:lnTo>
                  <a:pt x="1076325" y="1524000"/>
                </a:lnTo>
                <a:close/>
                <a:moveTo>
                  <a:pt x="704850" y="1533525"/>
                </a:moveTo>
                <a:lnTo>
                  <a:pt x="723900" y="1533525"/>
                </a:lnTo>
                <a:lnTo>
                  <a:pt x="723900" y="1514475"/>
                </a:lnTo>
                <a:lnTo>
                  <a:pt x="714375" y="1514475"/>
                </a:lnTo>
                <a:lnTo>
                  <a:pt x="714375" y="1504950"/>
                </a:lnTo>
                <a:lnTo>
                  <a:pt x="704850" y="1504950"/>
                </a:lnTo>
                <a:close/>
                <a:moveTo>
                  <a:pt x="971550" y="1533525"/>
                </a:moveTo>
                <a:lnTo>
                  <a:pt x="990600" y="1533525"/>
                </a:lnTo>
                <a:lnTo>
                  <a:pt x="990600" y="1543050"/>
                </a:lnTo>
                <a:lnTo>
                  <a:pt x="1000125" y="1543050"/>
                </a:lnTo>
                <a:lnTo>
                  <a:pt x="1000125" y="1552575"/>
                </a:lnTo>
                <a:lnTo>
                  <a:pt x="990600" y="1552575"/>
                </a:lnTo>
                <a:lnTo>
                  <a:pt x="990600" y="1562100"/>
                </a:lnTo>
                <a:lnTo>
                  <a:pt x="981075" y="1562100"/>
                </a:lnTo>
                <a:lnTo>
                  <a:pt x="981075" y="1552575"/>
                </a:lnTo>
                <a:lnTo>
                  <a:pt x="962025" y="1552575"/>
                </a:lnTo>
                <a:lnTo>
                  <a:pt x="962025" y="1543050"/>
                </a:lnTo>
                <a:lnTo>
                  <a:pt x="971550" y="1543050"/>
                </a:lnTo>
                <a:close/>
                <a:moveTo>
                  <a:pt x="876300" y="1543050"/>
                </a:moveTo>
                <a:lnTo>
                  <a:pt x="885825" y="1543050"/>
                </a:lnTo>
                <a:lnTo>
                  <a:pt x="885825" y="1552575"/>
                </a:lnTo>
                <a:lnTo>
                  <a:pt x="876300" y="1552575"/>
                </a:lnTo>
                <a:close/>
                <a:moveTo>
                  <a:pt x="942975" y="1562100"/>
                </a:moveTo>
                <a:lnTo>
                  <a:pt x="952500" y="1562100"/>
                </a:lnTo>
                <a:lnTo>
                  <a:pt x="952500" y="1609725"/>
                </a:lnTo>
                <a:lnTo>
                  <a:pt x="942975" y="1609725"/>
                </a:lnTo>
                <a:close/>
                <a:moveTo>
                  <a:pt x="1009650" y="1590675"/>
                </a:moveTo>
                <a:lnTo>
                  <a:pt x="1028700" y="1590675"/>
                </a:lnTo>
                <a:lnTo>
                  <a:pt x="1028700" y="1600200"/>
                </a:lnTo>
                <a:lnTo>
                  <a:pt x="1009650" y="1600200"/>
                </a:lnTo>
                <a:close/>
                <a:moveTo>
                  <a:pt x="1181100" y="1590675"/>
                </a:moveTo>
                <a:lnTo>
                  <a:pt x="1200150" y="1590675"/>
                </a:lnTo>
                <a:lnTo>
                  <a:pt x="1200150" y="1609725"/>
                </a:lnTo>
                <a:lnTo>
                  <a:pt x="1181100" y="1609725"/>
                </a:lnTo>
                <a:close/>
                <a:moveTo>
                  <a:pt x="952500" y="1609725"/>
                </a:moveTo>
                <a:lnTo>
                  <a:pt x="990600" y="1609725"/>
                </a:lnTo>
                <a:lnTo>
                  <a:pt x="990600" y="1619250"/>
                </a:lnTo>
                <a:lnTo>
                  <a:pt x="952500" y="1619250"/>
                </a:lnTo>
                <a:close/>
              </a:path>
            </a:pathLst>
          </a:custGeom>
          <a:solidFill xmlns:a="http://schemas.openxmlformats.org/drawingml/2006/main">
            <a:srgbClr val="2A5943"/>
          </a:solidFill>
          <a:ln xmlns:a="http://schemas.openxmlformats.org/drawingml/2006/main" w="0">
            <a:noFill/>
          </a:ln>
        </p:spPr>
      </p:sp>
      <p:sp>
        <p:nvSpPr>
          <p:cNvPr id="35" name="employee vector #54523a">
            <a:extLst xmlns:a="http://schemas.openxmlformats.org/drawingml/2006/main">
              <a:ext uri="{FF2B5EF4-FFF2-40B4-BE49-F238E27FC236}">
                <a16:creationId xmlns:a16="http://schemas.microsoft.com/office/drawing/2014/main" id="{9B2A35BE-6102-4671-8F70-18703809D6D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85825" y="2571750"/>
            <a:ext cx="2105025" cy="2066925"/>
          </a:xfrm>
          <a:custGeom xmlns:a="http://schemas.openxmlformats.org/drawingml/2006/main">
            <a:pathLst>
              <a:path w="2105025" h="2066925">
                <a:moveTo>
                  <a:pt x="1019175" y="762000"/>
                </a:moveTo>
                <a:lnTo>
                  <a:pt x="1028700" y="762000"/>
                </a:lnTo>
                <a:lnTo>
                  <a:pt x="1028700" y="771525"/>
                </a:lnTo>
                <a:lnTo>
                  <a:pt x="1019175" y="771525"/>
                </a:lnTo>
                <a:close/>
                <a:moveTo>
                  <a:pt x="723900" y="847725"/>
                </a:moveTo>
                <a:lnTo>
                  <a:pt x="733425" y="847725"/>
                </a:lnTo>
                <a:lnTo>
                  <a:pt x="733425" y="857250"/>
                </a:lnTo>
                <a:lnTo>
                  <a:pt x="723900" y="857250"/>
                </a:lnTo>
                <a:close/>
                <a:moveTo>
                  <a:pt x="1095375" y="847725"/>
                </a:moveTo>
                <a:lnTo>
                  <a:pt x="1114425" y="847725"/>
                </a:lnTo>
                <a:lnTo>
                  <a:pt x="1114425" y="857250"/>
                </a:lnTo>
                <a:lnTo>
                  <a:pt x="1104900" y="857250"/>
                </a:lnTo>
                <a:lnTo>
                  <a:pt x="1104900" y="885825"/>
                </a:lnTo>
                <a:lnTo>
                  <a:pt x="1095375" y="885825"/>
                </a:lnTo>
                <a:lnTo>
                  <a:pt x="1095375" y="914400"/>
                </a:lnTo>
                <a:lnTo>
                  <a:pt x="1085850" y="914400"/>
                </a:lnTo>
                <a:lnTo>
                  <a:pt x="1085850" y="933450"/>
                </a:lnTo>
                <a:lnTo>
                  <a:pt x="1076325" y="933450"/>
                </a:lnTo>
                <a:lnTo>
                  <a:pt x="1076325" y="952500"/>
                </a:lnTo>
                <a:lnTo>
                  <a:pt x="1066800" y="952500"/>
                </a:lnTo>
                <a:lnTo>
                  <a:pt x="1066800" y="971550"/>
                </a:lnTo>
                <a:lnTo>
                  <a:pt x="1057275" y="971550"/>
                </a:lnTo>
                <a:lnTo>
                  <a:pt x="1057275" y="990600"/>
                </a:lnTo>
                <a:lnTo>
                  <a:pt x="1047750" y="990600"/>
                </a:lnTo>
                <a:lnTo>
                  <a:pt x="1047750" y="1009650"/>
                </a:lnTo>
                <a:lnTo>
                  <a:pt x="1038225" y="1009650"/>
                </a:lnTo>
                <a:lnTo>
                  <a:pt x="1038225" y="1019175"/>
                </a:lnTo>
                <a:lnTo>
                  <a:pt x="990600" y="1019175"/>
                </a:lnTo>
                <a:lnTo>
                  <a:pt x="990600" y="1009650"/>
                </a:lnTo>
                <a:lnTo>
                  <a:pt x="981075" y="1009650"/>
                </a:lnTo>
                <a:lnTo>
                  <a:pt x="981075" y="1000125"/>
                </a:lnTo>
                <a:lnTo>
                  <a:pt x="971550" y="1000125"/>
                </a:lnTo>
                <a:lnTo>
                  <a:pt x="971550" y="990600"/>
                </a:lnTo>
                <a:lnTo>
                  <a:pt x="942975" y="990600"/>
                </a:lnTo>
                <a:lnTo>
                  <a:pt x="942975" y="1104900"/>
                </a:lnTo>
                <a:lnTo>
                  <a:pt x="933450" y="1104900"/>
                </a:lnTo>
                <a:lnTo>
                  <a:pt x="933450" y="1181100"/>
                </a:lnTo>
                <a:lnTo>
                  <a:pt x="942975" y="1181100"/>
                </a:lnTo>
                <a:lnTo>
                  <a:pt x="942975" y="1190625"/>
                </a:lnTo>
                <a:lnTo>
                  <a:pt x="933450" y="1190625"/>
                </a:lnTo>
                <a:lnTo>
                  <a:pt x="933450" y="1200150"/>
                </a:lnTo>
                <a:lnTo>
                  <a:pt x="942975" y="1200150"/>
                </a:lnTo>
                <a:lnTo>
                  <a:pt x="942975" y="1285875"/>
                </a:lnTo>
                <a:lnTo>
                  <a:pt x="933450" y="1285875"/>
                </a:lnTo>
                <a:lnTo>
                  <a:pt x="933450" y="1581150"/>
                </a:lnTo>
                <a:lnTo>
                  <a:pt x="942975" y="1581150"/>
                </a:lnTo>
                <a:lnTo>
                  <a:pt x="942975" y="1619250"/>
                </a:lnTo>
                <a:lnTo>
                  <a:pt x="952500" y="1619250"/>
                </a:lnTo>
                <a:lnTo>
                  <a:pt x="952500" y="1628775"/>
                </a:lnTo>
                <a:lnTo>
                  <a:pt x="1219200" y="1628775"/>
                </a:lnTo>
                <a:lnTo>
                  <a:pt x="1219200" y="1619250"/>
                </a:lnTo>
                <a:lnTo>
                  <a:pt x="1228725" y="1619250"/>
                </a:lnTo>
                <a:lnTo>
                  <a:pt x="1228725" y="1543050"/>
                </a:lnTo>
                <a:lnTo>
                  <a:pt x="1219200" y="1543050"/>
                </a:lnTo>
                <a:lnTo>
                  <a:pt x="1219200" y="1495425"/>
                </a:lnTo>
                <a:lnTo>
                  <a:pt x="1209675" y="1495425"/>
                </a:lnTo>
                <a:lnTo>
                  <a:pt x="1209675" y="1428750"/>
                </a:lnTo>
                <a:lnTo>
                  <a:pt x="1200150" y="1428750"/>
                </a:lnTo>
                <a:lnTo>
                  <a:pt x="1200150" y="1371600"/>
                </a:lnTo>
                <a:lnTo>
                  <a:pt x="1190625" y="1371600"/>
                </a:lnTo>
                <a:lnTo>
                  <a:pt x="1190625" y="1285875"/>
                </a:lnTo>
                <a:lnTo>
                  <a:pt x="1181100" y="1285875"/>
                </a:lnTo>
                <a:lnTo>
                  <a:pt x="1181100" y="1238250"/>
                </a:lnTo>
                <a:lnTo>
                  <a:pt x="1209675" y="1238250"/>
                </a:lnTo>
                <a:lnTo>
                  <a:pt x="1209675" y="1247775"/>
                </a:lnTo>
                <a:lnTo>
                  <a:pt x="1219200" y="1247775"/>
                </a:lnTo>
                <a:lnTo>
                  <a:pt x="1219200" y="1323975"/>
                </a:lnTo>
                <a:lnTo>
                  <a:pt x="1228725" y="1323975"/>
                </a:lnTo>
                <a:lnTo>
                  <a:pt x="1228725" y="1371600"/>
                </a:lnTo>
                <a:lnTo>
                  <a:pt x="1238250" y="1371600"/>
                </a:lnTo>
                <a:lnTo>
                  <a:pt x="1238250" y="1390650"/>
                </a:lnTo>
                <a:lnTo>
                  <a:pt x="1228725" y="1390650"/>
                </a:lnTo>
                <a:lnTo>
                  <a:pt x="1228725" y="1381125"/>
                </a:lnTo>
                <a:lnTo>
                  <a:pt x="1219200" y="1381125"/>
                </a:lnTo>
                <a:lnTo>
                  <a:pt x="1219200" y="1457325"/>
                </a:lnTo>
                <a:lnTo>
                  <a:pt x="1228725" y="1457325"/>
                </a:lnTo>
                <a:lnTo>
                  <a:pt x="1228725" y="1485900"/>
                </a:lnTo>
                <a:lnTo>
                  <a:pt x="1238250" y="1485900"/>
                </a:lnTo>
                <a:lnTo>
                  <a:pt x="1238250" y="1524000"/>
                </a:lnTo>
                <a:lnTo>
                  <a:pt x="1247775" y="1524000"/>
                </a:lnTo>
                <a:lnTo>
                  <a:pt x="1247775" y="1562100"/>
                </a:lnTo>
                <a:lnTo>
                  <a:pt x="1238250" y="1562100"/>
                </a:lnTo>
                <a:lnTo>
                  <a:pt x="1238250" y="1590675"/>
                </a:lnTo>
                <a:lnTo>
                  <a:pt x="1247775" y="1590675"/>
                </a:lnTo>
                <a:lnTo>
                  <a:pt x="1247775" y="1628775"/>
                </a:lnTo>
                <a:lnTo>
                  <a:pt x="1238250" y="1628775"/>
                </a:lnTo>
                <a:lnTo>
                  <a:pt x="1238250" y="1638300"/>
                </a:lnTo>
                <a:lnTo>
                  <a:pt x="1190625" y="1638300"/>
                </a:lnTo>
                <a:lnTo>
                  <a:pt x="1190625" y="1647825"/>
                </a:lnTo>
                <a:lnTo>
                  <a:pt x="1143000" y="1647825"/>
                </a:lnTo>
                <a:lnTo>
                  <a:pt x="1143000" y="1638300"/>
                </a:lnTo>
                <a:lnTo>
                  <a:pt x="1114425" y="1638300"/>
                </a:lnTo>
                <a:lnTo>
                  <a:pt x="1114425" y="1647825"/>
                </a:lnTo>
                <a:lnTo>
                  <a:pt x="1085850" y="1647825"/>
                </a:lnTo>
                <a:lnTo>
                  <a:pt x="1085850" y="1638300"/>
                </a:lnTo>
                <a:lnTo>
                  <a:pt x="1066800" y="1638300"/>
                </a:lnTo>
                <a:lnTo>
                  <a:pt x="1066800" y="1647825"/>
                </a:lnTo>
                <a:lnTo>
                  <a:pt x="1028700" y="1647825"/>
                </a:lnTo>
                <a:lnTo>
                  <a:pt x="1028700" y="1638300"/>
                </a:lnTo>
                <a:lnTo>
                  <a:pt x="933450" y="1638300"/>
                </a:lnTo>
                <a:lnTo>
                  <a:pt x="933450" y="1628775"/>
                </a:lnTo>
                <a:lnTo>
                  <a:pt x="904875" y="1628775"/>
                </a:lnTo>
                <a:lnTo>
                  <a:pt x="904875" y="1638300"/>
                </a:lnTo>
                <a:lnTo>
                  <a:pt x="762000" y="1638300"/>
                </a:lnTo>
                <a:lnTo>
                  <a:pt x="762000" y="1647825"/>
                </a:lnTo>
                <a:lnTo>
                  <a:pt x="638175" y="1647825"/>
                </a:lnTo>
                <a:lnTo>
                  <a:pt x="638175" y="1638300"/>
                </a:lnTo>
                <a:lnTo>
                  <a:pt x="600075" y="1638300"/>
                </a:lnTo>
                <a:lnTo>
                  <a:pt x="600075" y="1628775"/>
                </a:lnTo>
                <a:lnTo>
                  <a:pt x="590550" y="1628775"/>
                </a:lnTo>
                <a:lnTo>
                  <a:pt x="590550" y="1590675"/>
                </a:lnTo>
                <a:lnTo>
                  <a:pt x="600075" y="1590675"/>
                </a:lnTo>
                <a:lnTo>
                  <a:pt x="600075" y="1533525"/>
                </a:lnTo>
                <a:lnTo>
                  <a:pt x="609600" y="1533525"/>
                </a:lnTo>
                <a:lnTo>
                  <a:pt x="609600" y="1514475"/>
                </a:lnTo>
                <a:lnTo>
                  <a:pt x="619125" y="1514475"/>
                </a:lnTo>
                <a:lnTo>
                  <a:pt x="619125" y="1457325"/>
                </a:lnTo>
                <a:lnTo>
                  <a:pt x="628650" y="1457325"/>
                </a:lnTo>
                <a:lnTo>
                  <a:pt x="628650" y="1409700"/>
                </a:lnTo>
                <a:lnTo>
                  <a:pt x="619125" y="1409700"/>
                </a:lnTo>
                <a:lnTo>
                  <a:pt x="619125" y="1390650"/>
                </a:lnTo>
                <a:lnTo>
                  <a:pt x="609600" y="1390650"/>
                </a:lnTo>
                <a:lnTo>
                  <a:pt x="609600" y="1381125"/>
                </a:lnTo>
                <a:lnTo>
                  <a:pt x="600075" y="1381125"/>
                </a:lnTo>
                <a:lnTo>
                  <a:pt x="600075" y="1371600"/>
                </a:lnTo>
                <a:lnTo>
                  <a:pt x="609600" y="1371600"/>
                </a:lnTo>
                <a:lnTo>
                  <a:pt x="609600" y="1343025"/>
                </a:lnTo>
                <a:lnTo>
                  <a:pt x="619125" y="1343025"/>
                </a:lnTo>
                <a:lnTo>
                  <a:pt x="619125" y="1295400"/>
                </a:lnTo>
                <a:lnTo>
                  <a:pt x="628650" y="1295400"/>
                </a:lnTo>
                <a:lnTo>
                  <a:pt x="628650" y="1238250"/>
                </a:lnTo>
                <a:lnTo>
                  <a:pt x="638175" y="1238250"/>
                </a:lnTo>
                <a:lnTo>
                  <a:pt x="638175" y="1228725"/>
                </a:lnTo>
                <a:lnTo>
                  <a:pt x="657225" y="1228725"/>
                </a:lnTo>
                <a:lnTo>
                  <a:pt x="657225" y="1238250"/>
                </a:lnTo>
                <a:lnTo>
                  <a:pt x="666750" y="1238250"/>
                </a:lnTo>
                <a:lnTo>
                  <a:pt x="666750" y="1257300"/>
                </a:lnTo>
                <a:lnTo>
                  <a:pt x="657225" y="1257300"/>
                </a:lnTo>
                <a:lnTo>
                  <a:pt x="657225" y="1352550"/>
                </a:lnTo>
                <a:lnTo>
                  <a:pt x="647700" y="1352550"/>
                </a:lnTo>
                <a:lnTo>
                  <a:pt x="647700" y="1409700"/>
                </a:lnTo>
                <a:lnTo>
                  <a:pt x="638175" y="1409700"/>
                </a:lnTo>
                <a:lnTo>
                  <a:pt x="638175" y="1466850"/>
                </a:lnTo>
                <a:lnTo>
                  <a:pt x="628650" y="1466850"/>
                </a:lnTo>
                <a:lnTo>
                  <a:pt x="628650" y="1543050"/>
                </a:lnTo>
                <a:lnTo>
                  <a:pt x="619125" y="1543050"/>
                </a:lnTo>
                <a:lnTo>
                  <a:pt x="619125" y="1590675"/>
                </a:lnTo>
                <a:lnTo>
                  <a:pt x="609600" y="1590675"/>
                </a:lnTo>
                <a:lnTo>
                  <a:pt x="609600" y="1619250"/>
                </a:lnTo>
                <a:lnTo>
                  <a:pt x="619125" y="1619250"/>
                </a:lnTo>
                <a:lnTo>
                  <a:pt x="619125" y="1628775"/>
                </a:lnTo>
                <a:lnTo>
                  <a:pt x="876300" y="1628775"/>
                </a:lnTo>
                <a:lnTo>
                  <a:pt x="876300" y="1619250"/>
                </a:lnTo>
                <a:lnTo>
                  <a:pt x="885825" y="1619250"/>
                </a:lnTo>
                <a:lnTo>
                  <a:pt x="885825" y="1609725"/>
                </a:lnTo>
                <a:lnTo>
                  <a:pt x="895350" y="1609725"/>
                </a:lnTo>
                <a:lnTo>
                  <a:pt x="895350" y="1524000"/>
                </a:lnTo>
                <a:lnTo>
                  <a:pt x="904875" y="1524000"/>
                </a:lnTo>
                <a:lnTo>
                  <a:pt x="904875" y="1323975"/>
                </a:lnTo>
                <a:lnTo>
                  <a:pt x="895350" y="1323975"/>
                </a:lnTo>
                <a:lnTo>
                  <a:pt x="895350" y="1190625"/>
                </a:lnTo>
                <a:lnTo>
                  <a:pt x="904875" y="1190625"/>
                </a:lnTo>
                <a:lnTo>
                  <a:pt x="904875" y="1066800"/>
                </a:lnTo>
                <a:lnTo>
                  <a:pt x="895350" y="1066800"/>
                </a:lnTo>
                <a:lnTo>
                  <a:pt x="895350" y="1057275"/>
                </a:lnTo>
                <a:lnTo>
                  <a:pt x="904875" y="1057275"/>
                </a:lnTo>
                <a:lnTo>
                  <a:pt x="904875" y="1038225"/>
                </a:lnTo>
                <a:lnTo>
                  <a:pt x="895350" y="1038225"/>
                </a:lnTo>
                <a:lnTo>
                  <a:pt x="895350" y="1019175"/>
                </a:lnTo>
                <a:lnTo>
                  <a:pt x="904875" y="1019175"/>
                </a:lnTo>
                <a:lnTo>
                  <a:pt x="904875" y="1000125"/>
                </a:lnTo>
                <a:lnTo>
                  <a:pt x="885825" y="1000125"/>
                </a:lnTo>
                <a:lnTo>
                  <a:pt x="885825" y="990600"/>
                </a:lnTo>
                <a:lnTo>
                  <a:pt x="876300" y="990600"/>
                </a:lnTo>
                <a:lnTo>
                  <a:pt x="876300" y="1000125"/>
                </a:lnTo>
                <a:lnTo>
                  <a:pt x="866775" y="1000125"/>
                </a:lnTo>
                <a:lnTo>
                  <a:pt x="866775" y="1009650"/>
                </a:lnTo>
                <a:lnTo>
                  <a:pt x="847725" y="1009650"/>
                </a:lnTo>
                <a:lnTo>
                  <a:pt x="847725" y="1019175"/>
                </a:lnTo>
                <a:lnTo>
                  <a:pt x="809625" y="1019175"/>
                </a:lnTo>
                <a:lnTo>
                  <a:pt x="809625" y="1009650"/>
                </a:lnTo>
                <a:lnTo>
                  <a:pt x="800100" y="1009650"/>
                </a:lnTo>
                <a:lnTo>
                  <a:pt x="800100" y="1000125"/>
                </a:lnTo>
                <a:lnTo>
                  <a:pt x="790575" y="1000125"/>
                </a:lnTo>
                <a:lnTo>
                  <a:pt x="790575" y="981075"/>
                </a:lnTo>
                <a:lnTo>
                  <a:pt x="781050" y="981075"/>
                </a:lnTo>
                <a:lnTo>
                  <a:pt x="781050" y="962025"/>
                </a:lnTo>
                <a:lnTo>
                  <a:pt x="771525" y="962025"/>
                </a:lnTo>
                <a:lnTo>
                  <a:pt x="771525" y="942975"/>
                </a:lnTo>
                <a:lnTo>
                  <a:pt x="762000" y="942975"/>
                </a:lnTo>
                <a:lnTo>
                  <a:pt x="762000" y="923925"/>
                </a:lnTo>
                <a:lnTo>
                  <a:pt x="752475" y="923925"/>
                </a:lnTo>
                <a:lnTo>
                  <a:pt x="752475" y="904875"/>
                </a:lnTo>
                <a:lnTo>
                  <a:pt x="742950" y="904875"/>
                </a:lnTo>
                <a:lnTo>
                  <a:pt x="742950" y="876300"/>
                </a:lnTo>
                <a:lnTo>
                  <a:pt x="733425" y="876300"/>
                </a:lnTo>
                <a:lnTo>
                  <a:pt x="733425" y="857250"/>
                </a:lnTo>
                <a:lnTo>
                  <a:pt x="742950" y="857250"/>
                </a:lnTo>
                <a:lnTo>
                  <a:pt x="742950" y="876300"/>
                </a:lnTo>
                <a:lnTo>
                  <a:pt x="752475" y="876300"/>
                </a:lnTo>
                <a:lnTo>
                  <a:pt x="752475" y="895350"/>
                </a:lnTo>
                <a:lnTo>
                  <a:pt x="762000" y="895350"/>
                </a:lnTo>
                <a:lnTo>
                  <a:pt x="762000" y="914400"/>
                </a:lnTo>
                <a:lnTo>
                  <a:pt x="771525" y="914400"/>
                </a:lnTo>
                <a:lnTo>
                  <a:pt x="771525" y="933450"/>
                </a:lnTo>
                <a:lnTo>
                  <a:pt x="781050" y="933450"/>
                </a:lnTo>
                <a:lnTo>
                  <a:pt x="781050" y="962025"/>
                </a:lnTo>
                <a:lnTo>
                  <a:pt x="790575" y="962025"/>
                </a:lnTo>
                <a:lnTo>
                  <a:pt x="790575" y="971550"/>
                </a:lnTo>
                <a:lnTo>
                  <a:pt x="800100" y="971550"/>
                </a:lnTo>
                <a:lnTo>
                  <a:pt x="800100" y="990600"/>
                </a:lnTo>
                <a:lnTo>
                  <a:pt x="809625" y="990600"/>
                </a:lnTo>
                <a:lnTo>
                  <a:pt x="809625" y="1009650"/>
                </a:lnTo>
                <a:lnTo>
                  <a:pt x="838200" y="1009650"/>
                </a:lnTo>
                <a:lnTo>
                  <a:pt x="838200" y="1000125"/>
                </a:lnTo>
                <a:lnTo>
                  <a:pt x="857250" y="1000125"/>
                </a:lnTo>
                <a:lnTo>
                  <a:pt x="857250" y="990600"/>
                </a:lnTo>
                <a:lnTo>
                  <a:pt x="866775" y="990600"/>
                </a:lnTo>
                <a:lnTo>
                  <a:pt x="866775" y="981075"/>
                </a:lnTo>
                <a:lnTo>
                  <a:pt x="876300" y="981075"/>
                </a:lnTo>
                <a:lnTo>
                  <a:pt x="876300" y="971550"/>
                </a:lnTo>
                <a:lnTo>
                  <a:pt x="895350" y="971550"/>
                </a:lnTo>
                <a:lnTo>
                  <a:pt x="895350" y="962025"/>
                </a:lnTo>
                <a:lnTo>
                  <a:pt x="904875" y="962025"/>
                </a:lnTo>
                <a:lnTo>
                  <a:pt x="904875" y="971550"/>
                </a:lnTo>
                <a:lnTo>
                  <a:pt x="933450" y="971550"/>
                </a:lnTo>
                <a:lnTo>
                  <a:pt x="933450" y="962025"/>
                </a:lnTo>
                <a:lnTo>
                  <a:pt x="942975" y="962025"/>
                </a:lnTo>
                <a:lnTo>
                  <a:pt x="942975" y="971550"/>
                </a:lnTo>
                <a:lnTo>
                  <a:pt x="962025" y="971550"/>
                </a:lnTo>
                <a:lnTo>
                  <a:pt x="962025" y="981075"/>
                </a:lnTo>
                <a:lnTo>
                  <a:pt x="971550" y="981075"/>
                </a:lnTo>
                <a:lnTo>
                  <a:pt x="971550" y="990600"/>
                </a:lnTo>
                <a:lnTo>
                  <a:pt x="990600" y="990600"/>
                </a:lnTo>
                <a:lnTo>
                  <a:pt x="990600" y="1000125"/>
                </a:lnTo>
                <a:lnTo>
                  <a:pt x="1000125" y="1000125"/>
                </a:lnTo>
                <a:lnTo>
                  <a:pt x="1000125" y="1009650"/>
                </a:lnTo>
                <a:lnTo>
                  <a:pt x="1028700" y="1009650"/>
                </a:lnTo>
                <a:lnTo>
                  <a:pt x="1028700" y="1000125"/>
                </a:lnTo>
                <a:lnTo>
                  <a:pt x="1038225" y="1000125"/>
                </a:lnTo>
                <a:lnTo>
                  <a:pt x="1038225" y="981075"/>
                </a:lnTo>
                <a:lnTo>
                  <a:pt x="1047750" y="981075"/>
                </a:lnTo>
                <a:lnTo>
                  <a:pt x="1047750" y="962025"/>
                </a:lnTo>
                <a:lnTo>
                  <a:pt x="1057275" y="962025"/>
                </a:lnTo>
                <a:lnTo>
                  <a:pt x="1057275" y="942975"/>
                </a:lnTo>
                <a:lnTo>
                  <a:pt x="1066800" y="942975"/>
                </a:lnTo>
                <a:lnTo>
                  <a:pt x="1066800" y="923925"/>
                </a:lnTo>
                <a:lnTo>
                  <a:pt x="1076325" y="923925"/>
                </a:lnTo>
                <a:lnTo>
                  <a:pt x="1076325" y="895350"/>
                </a:lnTo>
                <a:lnTo>
                  <a:pt x="1085850" y="895350"/>
                </a:lnTo>
                <a:lnTo>
                  <a:pt x="1085850" y="866775"/>
                </a:lnTo>
                <a:lnTo>
                  <a:pt x="1095375" y="866775"/>
                </a:lnTo>
                <a:close/>
                <a:moveTo>
                  <a:pt x="1038225" y="1076325"/>
                </a:moveTo>
                <a:lnTo>
                  <a:pt x="1076325" y="1076325"/>
                </a:lnTo>
                <a:lnTo>
                  <a:pt x="1076325" y="1085850"/>
                </a:lnTo>
                <a:lnTo>
                  <a:pt x="1095375" y="1085850"/>
                </a:lnTo>
                <a:lnTo>
                  <a:pt x="1095375" y="1076325"/>
                </a:lnTo>
                <a:lnTo>
                  <a:pt x="1104900" y="1076325"/>
                </a:lnTo>
                <a:lnTo>
                  <a:pt x="1104900" y="1085850"/>
                </a:lnTo>
                <a:lnTo>
                  <a:pt x="1143000" y="1085850"/>
                </a:lnTo>
                <a:lnTo>
                  <a:pt x="1143000" y="1076325"/>
                </a:lnTo>
                <a:lnTo>
                  <a:pt x="1162050" y="1076325"/>
                </a:lnTo>
                <a:lnTo>
                  <a:pt x="1162050" y="1085850"/>
                </a:lnTo>
                <a:lnTo>
                  <a:pt x="1181100" y="1085850"/>
                </a:lnTo>
                <a:lnTo>
                  <a:pt x="1181100" y="1095375"/>
                </a:lnTo>
                <a:lnTo>
                  <a:pt x="1190625" y="1095375"/>
                </a:lnTo>
                <a:lnTo>
                  <a:pt x="1190625" y="1181100"/>
                </a:lnTo>
                <a:lnTo>
                  <a:pt x="1181100" y="1181100"/>
                </a:lnTo>
                <a:lnTo>
                  <a:pt x="1181100" y="1190625"/>
                </a:lnTo>
                <a:lnTo>
                  <a:pt x="1009650" y="1190625"/>
                </a:lnTo>
                <a:lnTo>
                  <a:pt x="1009650" y="1181100"/>
                </a:lnTo>
                <a:lnTo>
                  <a:pt x="1000125" y="1181100"/>
                </a:lnTo>
                <a:lnTo>
                  <a:pt x="1000125" y="1162050"/>
                </a:lnTo>
                <a:lnTo>
                  <a:pt x="990600" y="1162050"/>
                </a:lnTo>
                <a:lnTo>
                  <a:pt x="990600" y="1104900"/>
                </a:lnTo>
                <a:lnTo>
                  <a:pt x="1000125" y="1104900"/>
                </a:lnTo>
                <a:lnTo>
                  <a:pt x="1000125" y="1095375"/>
                </a:lnTo>
                <a:lnTo>
                  <a:pt x="1009650" y="1095375"/>
                </a:lnTo>
                <a:lnTo>
                  <a:pt x="1009650" y="1085850"/>
                </a:lnTo>
                <a:lnTo>
                  <a:pt x="1038225" y="1085850"/>
                </a:lnTo>
                <a:close/>
                <a:moveTo>
                  <a:pt x="1009650" y="1171575"/>
                </a:moveTo>
                <a:lnTo>
                  <a:pt x="1019175" y="1171575"/>
                </a:lnTo>
                <a:lnTo>
                  <a:pt x="1019175" y="1181100"/>
                </a:lnTo>
                <a:lnTo>
                  <a:pt x="1171575" y="1181100"/>
                </a:lnTo>
                <a:lnTo>
                  <a:pt x="1171575" y="1171575"/>
                </a:lnTo>
                <a:lnTo>
                  <a:pt x="1181100" y="1171575"/>
                </a:lnTo>
                <a:lnTo>
                  <a:pt x="1181100" y="1104900"/>
                </a:lnTo>
                <a:lnTo>
                  <a:pt x="1171575" y="1104900"/>
                </a:lnTo>
                <a:lnTo>
                  <a:pt x="1171575" y="1095375"/>
                </a:lnTo>
                <a:lnTo>
                  <a:pt x="1114425" y="1095375"/>
                </a:lnTo>
                <a:lnTo>
                  <a:pt x="1114425" y="1104900"/>
                </a:lnTo>
                <a:lnTo>
                  <a:pt x="1104900" y="1104900"/>
                </a:lnTo>
                <a:lnTo>
                  <a:pt x="1104900" y="1095375"/>
                </a:lnTo>
                <a:lnTo>
                  <a:pt x="1019175" y="1095375"/>
                </a:lnTo>
                <a:lnTo>
                  <a:pt x="1019175" y="1104900"/>
                </a:lnTo>
                <a:lnTo>
                  <a:pt x="1009650" y="1104900"/>
                </a:lnTo>
                <a:close/>
                <a:moveTo>
                  <a:pt x="1381125" y="1200150"/>
                </a:moveTo>
                <a:lnTo>
                  <a:pt x="1409700" y="1200150"/>
                </a:lnTo>
                <a:lnTo>
                  <a:pt x="1409700" y="1219200"/>
                </a:lnTo>
                <a:lnTo>
                  <a:pt x="1323975" y="1219200"/>
                </a:lnTo>
                <a:lnTo>
                  <a:pt x="1323975" y="1228725"/>
                </a:lnTo>
                <a:lnTo>
                  <a:pt x="1314450" y="1228725"/>
                </a:lnTo>
                <a:lnTo>
                  <a:pt x="1314450" y="1362075"/>
                </a:lnTo>
                <a:lnTo>
                  <a:pt x="1304925" y="1362075"/>
                </a:lnTo>
                <a:lnTo>
                  <a:pt x="1304925" y="1219200"/>
                </a:lnTo>
                <a:lnTo>
                  <a:pt x="1314450" y="1219200"/>
                </a:lnTo>
                <a:lnTo>
                  <a:pt x="1314450" y="1209675"/>
                </a:lnTo>
                <a:lnTo>
                  <a:pt x="1381125" y="1209675"/>
                </a:lnTo>
                <a:close/>
                <a:moveTo>
                  <a:pt x="1524000" y="1219200"/>
                </a:moveTo>
                <a:lnTo>
                  <a:pt x="1533525" y="1219200"/>
                </a:lnTo>
                <a:lnTo>
                  <a:pt x="1533525" y="1238250"/>
                </a:lnTo>
                <a:lnTo>
                  <a:pt x="1524000" y="1238250"/>
                </a:lnTo>
                <a:close/>
                <a:moveTo>
                  <a:pt x="1552575" y="1219200"/>
                </a:moveTo>
                <a:lnTo>
                  <a:pt x="1571625" y="1219200"/>
                </a:lnTo>
                <a:lnTo>
                  <a:pt x="1571625" y="1238250"/>
                </a:lnTo>
                <a:lnTo>
                  <a:pt x="1552575" y="1238250"/>
                </a:lnTo>
                <a:close/>
                <a:moveTo>
                  <a:pt x="1476375" y="1228725"/>
                </a:moveTo>
                <a:lnTo>
                  <a:pt x="1514475" y="1228725"/>
                </a:lnTo>
                <a:lnTo>
                  <a:pt x="1514475" y="1238250"/>
                </a:lnTo>
                <a:lnTo>
                  <a:pt x="1476375" y="1238250"/>
                </a:lnTo>
                <a:close/>
                <a:moveTo>
                  <a:pt x="628650" y="1323975"/>
                </a:moveTo>
                <a:lnTo>
                  <a:pt x="647700" y="1323975"/>
                </a:lnTo>
                <a:lnTo>
                  <a:pt x="647700" y="1304925"/>
                </a:lnTo>
                <a:lnTo>
                  <a:pt x="628650" y="1304925"/>
                </a:lnTo>
                <a:close/>
                <a:moveTo>
                  <a:pt x="1295400" y="1362075"/>
                </a:moveTo>
                <a:lnTo>
                  <a:pt x="1304925" y="1362075"/>
                </a:lnTo>
                <a:lnTo>
                  <a:pt x="1304925" y="1371600"/>
                </a:lnTo>
                <a:lnTo>
                  <a:pt x="1295400" y="1371600"/>
                </a:lnTo>
                <a:close/>
              </a:path>
            </a:pathLst>
          </a:custGeom>
          <a:solidFill xmlns:a="http://schemas.openxmlformats.org/drawingml/2006/main">
            <a:srgbClr val="54523A"/>
          </a:solidFill>
          <a:ln xmlns:a="http://schemas.openxmlformats.org/drawingml/2006/main" w="0">
            <a:noFill/>
          </a:ln>
        </p:spPr>
      </p:sp>
      <p:sp>
        <p:nvSpPr>
          <p:cNvPr id="36" name="employee vector #2a5641">
            <a:extLst xmlns:a="http://schemas.openxmlformats.org/drawingml/2006/main">
              <a:ext uri="{FF2B5EF4-FFF2-40B4-BE49-F238E27FC236}">
                <a16:creationId xmlns:a16="http://schemas.microsoft.com/office/drawing/2014/main" id="{E900F8A9-C832-4A98-AACB-6192B775062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85825" y="2571750"/>
            <a:ext cx="2105025" cy="2066925"/>
          </a:xfrm>
          <a:custGeom xmlns:a="http://schemas.openxmlformats.org/drawingml/2006/main">
            <a:pathLst>
              <a:path w="2105025" h="2066925">
                <a:moveTo>
                  <a:pt x="838200" y="190500"/>
                </a:moveTo>
                <a:lnTo>
                  <a:pt x="857250" y="190500"/>
                </a:lnTo>
                <a:lnTo>
                  <a:pt x="857250" y="209550"/>
                </a:lnTo>
                <a:lnTo>
                  <a:pt x="866775" y="209550"/>
                </a:lnTo>
                <a:lnTo>
                  <a:pt x="866775" y="238125"/>
                </a:lnTo>
                <a:lnTo>
                  <a:pt x="819150" y="238125"/>
                </a:lnTo>
                <a:lnTo>
                  <a:pt x="819150" y="247650"/>
                </a:lnTo>
                <a:lnTo>
                  <a:pt x="800100" y="247650"/>
                </a:lnTo>
                <a:lnTo>
                  <a:pt x="800100" y="238125"/>
                </a:lnTo>
                <a:lnTo>
                  <a:pt x="790575" y="238125"/>
                </a:lnTo>
                <a:lnTo>
                  <a:pt x="790575" y="219075"/>
                </a:lnTo>
                <a:lnTo>
                  <a:pt x="800100" y="219075"/>
                </a:lnTo>
                <a:lnTo>
                  <a:pt x="800100" y="209550"/>
                </a:lnTo>
                <a:lnTo>
                  <a:pt x="819150" y="209550"/>
                </a:lnTo>
                <a:lnTo>
                  <a:pt x="819150" y="200025"/>
                </a:lnTo>
                <a:lnTo>
                  <a:pt x="838200" y="200025"/>
                </a:lnTo>
                <a:close/>
                <a:moveTo>
                  <a:pt x="714375" y="247650"/>
                </a:moveTo>
                <a:lnTo>
                  <a:pt x="733425" y="247650"/>
                </a:lnTo>
                <a:lnTo>
                  <a:pt x="733425" y="257175"/>
                </a:lnTo>
                <a:lnTo>
                  <a:pt x="723900" y="257175"/>
                </a:lnTo>
                <a:lnTo>
                  <a:pt x="723900" y="266700"/>
                </a:lnTo>
                <a:lnTo>
                  <a:pt x="714375" y="266700"/>
                </a:lnTo>
                <a:close/>
                <a:moveTo>
                  <a:pt x="685800" y="304800"/>
                </a:moveTo>
                <a:lnTo>
                  <a:pt x="695325" y="304800"/>
                </a:lnTo>
                <a:lnTo>
                  <a:pt x="695325" y="323850"/>
                </a:lnTo>
                <a:lnTo>
                  <a:pt x="704850" y="323850"/>
                </a:lnTo>
                <a:lnTo>
                  <a:pt x="704850" y="342900"/>
                </a:lnTo>
                <a:lnTo>
                  <a:pt x="742950" y="342900"/>
                </a:lnTo>
                <a:lnTo>
                  <a:pt x="742950" y="371475"/>
                </a:lnTo>
                <a:lnTo>
                  <a:pt x="733425" y="371475"/>
                </a:lnTo>
                <a:lnTo>
                  <a:pt x="733425" y="381000"/>
                </a:lnTo>
                <a:lnTo>
                  <a:pt x="704850" y="381000"/>
                </a:lnTo>
                <a:lnTo>
                  <a:pt x="704850" y="390525"/>
                </a:lnTo>
                <a:lnTo>
                  <a:pt x="695325" y="390525"/>
                </a:lnTo>
                <a:lnTo>
                  <a:pt x="695325" y="381000"/>
                </a:lnTo>
                <a:lnTo>
                  <a:pt x="685800" y="381000"/>
                </a:lnTo>
                <a:lnTo>
                  <a:pt x="685800" y="390525"/>
                </a:lnTo>
                <a:lnTo>
                  <a:pt x="676275" y="390525"/>
                </a:lnTo>
                <a:lnTo>
                  <a:pt x="676275" y="371475"/>
                </a:lnTo>
                <a:lnTo>
                  <a:pt x="666750" y="371475"/>
                </a:lnTo>
                <a:lnTo>
                  <a:pt x="666750" y="342900"/>
                </a:lnTo>
                <a:lnTo>
                  <a:pt x="676275" y="342900"/>
                </a:lnTo>
                <a:lnTo>
                  <a:pt x="676275" y="314325"/>
                </a:lnTo>
                <a:lnTo>
                  <a:pt x="685800" y="314325"/>
                </a:lnTo>
                <a:close/>
                <a:moveTo>
                  <a:pt x="981075" y="390525"/>
                </a:moveTo>
                <a:lnTo>
                  <a:pt x="1028700" y="390525"/>
                </a:lnTo>
                <a:lnTo>
                  <a:pt x="1028700" y="400050"/>
                </a:lnTo>
                <a:lnTo>
                  <a:pt x="1047750" y="400050"/>
                </a:lnTo>
                <a:lnTo>
                  <a:pt x="1047750" y="409575"/>
                </a:lnTo>
                <a:lnTo>
                  <a:pt x="1066800" y="409575"/>
                </a:lnTo>
                <a:lnTo>
                  <a:pt x="1066800" y="428625"/>
                </a:lnTo>
                <a:lnTo>
                  <a:pt x="1085850" y="428625"/>
                </a:lnTo>
                <a:lnTo>
                  <a:pt x="1085850" y="438150"/>
                </a:lnTo>
                <a:lnTo>
                  <a:pt x="1028700" y="438150"/>
                </a:lnTo>
                <a:lnTo>
                  <a:pt x="1028700" y="428625"/>
                </a:lnTo>
                <a:lnTo>
                  <a:pt x="1009650" y="428625"/>
                </a:lnTo>
                <a:lnTo>
                  <a:pt x="1009650" y="419100"/>
                </a:lnTo>
                <a:lnTo>
                  <a:pt x="981075" y="419100"/>
                </a:lnTo>
                <a:close/>
                <a:moveTo>
                  <a:pt x="657225" y="542925"/>
                </a:moveTo>
                <a:lnTo>
                  <a:pt x="676275" y="542925"/>
                </a:lnTo>
                <a:lnTo>
                  <a:pt x="676275" y="552450"/>
                </a:lnTo>
                <a:lnTo>
                  <a:pt x="685800" y="552450"/>
                </a:lnTo>
                <a:lnTo>
                  <a:pt x="685800" y="561975"/>
                </a:lnTo>
                <a:lnTo>
                  <a:pt x="695325" y="561975"/>
                </a:lnTo>
                <a:lnTo>
                  <a:pt x="695325" y="581025"/>
                </a:lnTo>
                <a:lnTo>
                  <a:pt x="685800" y="581025"/>
                </a:lnTo>
                <a:lnTo>
                  <a:pt x="685800" y="590550"/>
                </a:lnTo>
                <a:lnTo>
                  <a:pt x="676275" y="590550"/>
                </a:lnTo>
                <a:lnTo>
                  <a:pt x="676275" y="609600"/>
                </a:lnTo>
                <a:lnTo>
                  <a:pt x="666750" y="609600"/>
                </a:lnTo>
                <a:lnTo>
                  <a:pt x="666750" y="561975"/>
                </a:lnTo>
                <a:lnTo>
                  <a:pt x="657225" y="561975"/>
                </a:lnTo>
                <a:close/>
                <a:moveTo>
                  <a:pt x="1171575" y="542925"/>
                </a:moveTo>
                <a:lnTo>
                  <a:pt x="1181100" y="542925"/>
                </a:lnTo>
                <a:lnTo>
                  <a:pt x="1181100" y="552450"/>
                </a:lnTo>
                <a:lnTo>
                  <a:pt x="1171575" y="552450"/>
                </a:lnTo>
                <a:close/>
                <a:moveTo>
                  <a:pt x="1152525" y="561975"/>
                </a:moveTo>
                <a:lnTo>
                  <a:pt x="1162050" y="561975"/>
                </a:lnTo>
                <a:lnTo>
                  <a:pt x="1162050" y="571500"/>
                </a:lnTo>
                <a:lnTo>
                  <a:pt x="1152525" y="571500"/>
                </a:lnTo>
                <a:close/>
                <a:moveTo>
                  <a:pt x="1123950" y="571500"/>
                </a:moveTo>
                <a:lnTo>
                  <a:pt x="1133475" y="571500"/>
                </a:lnTo>
                <a:lnTo>
                  <a:pt x="1133475" y="581025"/>
                </a:lnTo>
                <a:lnTo>
                  <a:pt x="1123950" y="581025"/>
                </a:lnTo>
                <a:close/>
                <a:moveTo>
                  <a:pt x="695325" y="590550"/>
                </a:moveTo>
                <a:lnTo>
                  <a:pt x="704850" y="590550"/>
                </a:lnTo>
                <a:lnTo>
                  <a:pt x="704850" y="600075"/>
                </a:lnTo>
                <a:lnTo>
                  <a:pt x="695325" y="600075"/>
                </a:lnTo>
                <a:close/>
                <a:moveTo>
                  <a:pt x="733425" y="590550"/>
                </a:moveTo>
                <a:lnTo>
                  <a:pt x="742950" y="590550"/>
                </a:lnTo>
                <a:lnTo>
                  <a:pt x="742950" y="600075"/>
                </a:lnTo>
                <a:lnTo>
                  <a:pt x="733425" y="600075"/>
                </a:lnTo>
                <a:close/>
                <a:moveTo>
                  <a:pt x="1095375" y="590550"/>
                </a:moveTo>
                <a:lnTo>
                  <a:pt x="1104900" y="590550"/>
                </a:lnTo>
                <a:lnTo>
                  <a:pt x="1104900" y="600075"/>
                </a:lnTo>
                <a:lnTo>
                  <a:pt x="1095375" y="600075"/>
                </a:lnTo>
                <a:close/>
                <a:moveTo>
                  <a:pt x="1143000" y="590550"/>
                </a:moveTo>
                <a:lnTo>
                  <a:pt x="1171575" y="590550"/>
                </a:lnTo>
                <a:lnTo>
                  <a:pt x="1171575" y="619125"/>
                </a:lnTo>
                <a:lnTo>
                  <a:pt x="1162050" y="619125"/>
                </a:lnTo>
                <a:lnTo>
                  <a:pt x="1162050" y="600075"/>
                </a:lnTo>
                <a:lnTo>
                  <a:pt x="1143000" y="600075"/>
                </a:lnTo>
                <a:close/>
                <a:moveTo>
                  <a:pt x="695325" y="609600"/>
                </a:moveTo>
                <a:lnTo>
                  <a:pt x="704850" y="609600"/>
                </a:lnTo>
                <a:lnTo>
                  <a:pt x="704850" y="628650"/>
                </a:lnTo>
                <a:lnTo>
                  <a:pt x="714375" y="628650"/>
                </a:lnTo>
                <a:lnTo>
                  <a:pt x="714375" y="638175"/>
                </a:lnTo>
                <a:lnTo>
                  <a:pt x="723900" y="638175"/>
                </a:lnTo>
                <a:lnTo>
                  <a:pt x="723900" y="628650"/>
                </a:lnTo>
                <a:lnTo>
                  <a:pt x="733425" y="628650"/>
                </a:lnTo>
                <a:lnTo>
                  <a:pt x="733425" y="619125"/>
                </a:lnTo>
                <a:lnTo>
                  <a:pt x="742950" y="619125"/>
                </a:lnTo>
                <a:lnTo>
                  <a:pt x="742950" y="609600"/>
                </a:lnTo>
                <a:lnTo>
                  <a:pt x="752475" y="609600"/>
                </a:lnTo>
                <a:lnTo>
                  <a:pt x="752475" y="638175"/>
                </a:lnTo>
                <a:lnTo>
                  <a:pt x="723900" y="638175"/>
                </a:lnTo>
                <a:lnTo>
                  <a:pt x="723900" y="647700"/>
                </a:lnTo>
                <a:lnTo>
                  <a:pt x="704850" y="647700"/>
                </a:lnTo>
                <a:lnTo>
                  <a:pt x="704850" y="657225"/>
                </a:lnTo>
                <a:lnTo>
                  <a:pt x="676275" y="657225"/>
                </a:lnTo>
                <a:lnTo>
                  <a:pt x="676275" y="666750"/>
                </a:lnTo>
                <a:lnTo>
                  <a:pt x="666750" y="666750"/>
                </a:lnTo>
                <a:lnTo>
                  <a:pt x="666750" y="695325"/>
                </a:lnTo>
                <a:lnTo>
                  <a:pt x="647700" y="695325"/>
                </a:lnTo>
                <a:lnTo>
                  <a:pt x="647700" y="714375"/>
                </a:lnTo>
                <a:lnTo>
                  <a:pt x="638175" y="714375"/>
                </a:lnTo>
                <a:lnTo>
                  <a:pt x="638175" y="676275"/>
                </a:lnTo>
                <a:lnTo>
                  <a:pt x="647700" y="676275"/>
                </a:lnTo>
                <a:lnTo>
                  <a:pt x="647700" y="666750"/>
                </a:lnTo>
                <a:lnTo>
                  <a:pt x="657225" y="666750"/>
                </a:lnTo>
                <a:lnTo>
                  <a:pt x="657225" y="628650"/>
                </a:lnTo>
                <a:lnTo>
                  <a:pt x="676275" y="628650"/>
                </a:lnTo>
                <a:lnTo>
                  <a:pt x="676275" y="619125"/>
                </a:lnTo>
                <a:lnTo>
                  <a:pt x="695325" y="619125"/>
                </a:lnTo>
                <a:close/>
                <a:moveTo>
                  <a:pt x="1076325" y="638175"/>
                </a:moveTo>
                <a:lnTo>
                  <a:pt x="1085850" y="638175"/>
                </a:lnTo>
                <a:lnTo>
                  <a:pt x="1085850" y="647700"/>
                </a:lnTo>
                <a:lnTo>
                  <a:pt x="1104900" y="647700"/>
                </a:lnTo>
                <a:lnTo>
                  <a:pt x="1104900" y="638175"/>
                </a:lnTo>
                <a:lnTo>
                  <a:pt x="1133475" y="638175"/>
                </a:lnTo>
                <a:lnTo>
                  <a:pt x="1133475" y="647700"/>
                </a:lnTo>
                <a:lnTo>
                  <a:pt x="1143000" y="647700"/>
                </a:lnTo>
                <a:lnTo>
                  <a:pt x="1143000" y="638175"/>
                </a:lnTo>
                <a:lnTo>
                  <a:pt x="1181100" y="638175"/>
                </a:lnTo>
                <a:lnTo>
                  <a:pt x="1181100" y="666750"/>
                </a:lnTo>
                <a:lnTo>
                  <a:pt x="1076325" y="666750"/>
                </a:lnTo>
                <a:close/>
                <a:moveTo>
                  <a:pt x="1000125" y="733425"/>
                </a:moveTo>
                <a:lnTo>
                  <a:pt x="1019175" y="733425"/>
                </a:lnTo>
                <a:lnTo>
                  <a:pt x="1019175" y="742950"/>
                </a:lnTo>
                <a:lnTo>
                  <a:pt x="1028700" y="742950"/>
                </a:lnTo>
                <a:lnTo>
                  <a:pt x="1028700" y="762000"/>
                </a:lnTo>
                <a:lnTo>
                  <a:pt x="1019175" y="762000"/>
                </a:lnTo>
                <a:lnTo>
                  <a:pt x="1019175" y="752475"/>
                </a:lnTo>
                <a:lnTo>
                  <a:pt x="1000125" y="752475"/>
                </a:lnTo>
                <a:close/>
                <a:moveTo>
                  <a:pt x="809625" y="752475"/>
                </a:moveTo>
                <a:lnTo>
                  <a:pt x="819150" y="752475"/>
                </a:lnTo>
                <a:lnTo>
                  <a:pt x="819150" y="762000"/>
                </a:lnTo>
                <a:lnTo>
                  <a:pt x="809625" y="762000"/>
                </a:lnTo>
                <a:close/>
                <a:moveTo>
                  <a:pt x="723900" y="857250"/>
                </a:moveTo>
                <a:lnTo>
                  <a:pt x="733425" y="857250"/>
                </a:lnTo>
                <a:lnTo>
                  <a:pt x="733425" y="876300"/>
                </a:lnTo>
                <a:lnTo>
                  <a:pt x="742950" y="876300"/>
                </a:lnTo>
                <a:lnTo>
                  <a:pt x="742950" y="904875"/>
                </a:lnTo>
                <a:lnTo>
                  <a:pt x="752475" y="904875"/>
                </a:lnTo>
                <a:lnTo>
                  <a:pt x="752475" y="923925"/>
                </a:lnTo>
                <a:lnTo>
                  <a:pt x="762000" y="923925"/>
                </a:lnTo>
                <a:lnTo>
                  <a:pt x="762000" y="942975"/>
                </a:lnTo>
                <a:lnTo>
                  <a:pt x="771525" y="942975"/>
                </a:lnTo>
                <a:lnTo>
                  <a:pt x="771525" y="962025"/>
                </a:lnTo>
                <a:lnTo>
                  <a:pt x="781050" y="962025"/>
                </a:lnTo>
                <a:lnTo>
                  <a:pt x="781050" y="981075"/>
                </a:lnTo>
                <a:lnTo>
                  <a:pt x="790575" y="981075"/>
                </a:lnTo>
                <a:lnTo>
                  <a:pt x="790575" y="1000125"/>
                </a:lnTo>
                <a:lnTo>
                  <a:pt x="800100" y="1000125"/>
                </a:lnTo>
                <a:lnTo>
                  <a:pt x="800100" y="1009650"/>
                </a:lnTo>
                <a:lnTo>
                  <a:pt x="809625" y="1009650"/>
                </a:lnTo>
                <a:lnTo>
                  <a:pt x="809625" y="1019175"/>
                </a:lnTo>
                <a:lnTo>
                  <a:pt x="847725" y="1019175"/>
                </a:lnTo>
                <a:lnTo>
                  <a:pt x="847725" y="1009650"/>
                </a:lnTo>
                <a:lnTo>
                  <a:pt x="866775" y="1009650"/>
                </a:lnTo>
                <a:lnTo>
                  <a:pt x="866775" y="1000125"/>
                </a:lnTo>
                <a:lnTo>
                  <a:pt x="876300" y="1000125"/>
                </a:lnTo>
                <a:lnTo>
                  <a:pt x="876300" y="990600"/>
                </a:lnTo>
                <a:lnTo>
                  <a:pt x="885825" y="990600"/>
                </a:lnTo>
                <a:lnTo>
                  <a:pt x="885825" y="1000125"/>
                </a:lnTo>
                <a:lnTo>
                  <a:pt x="904875" y="1000125"/>
                </a:lnTo>
                <a:lnTo>
                  <a:pt x="904875" y="1019175"/>
                </a:lnTo>
                <a:lnTo>
                  <a:pt x="895350" y="1019175"/>
                </a:lnTo>
                <a:lnTo>
                  <a:pt x="895350" y="1038225"/>
                </a:lnTo>
                <a:lnTo>
                  <a:pt x="904875" y="1038225"/>
                </a:lnTo>
                <a:lnTo>
                  <a:pt x="904875" y="1057275"/>
                </a:lnTo>
                <a:lnTo>
                  <a:pt x="895350" y="1057275"/>
                </a:lnTo>
                <a:lnTo>
                  <a:pt x="895350" y="1066800"/>
                </a:lnTo>
                <a:lnTo>
                  <a:pt x="904875" y="1066800"/>
                </a:lnTo>
                <a:lnTo>
                  <a:pt x="904875" y="1190625"/>
                </a:lnTo>
                <a:lnTo>
                  <a:pt x="895350" y="1190625"/>
                </a:lnTo>
                <a:lnTo>
                  <a:pt x="895350" y="1323975"/>
                </a:lnTo>
                <a:lnTo>
                  <a:pt x="904875" y="1323975"/>
                </a:lnTo>
                <a:lnTo>
                  <a:pt x="904875" y="1524000"/>
                </a:lnTo>
                <a:lnTo>
                  <a:pt x="895350" y="1524000"/>
                </a:lnTo>
                <a:lnTo>
                  <a:pt x="895350" y="1590675"/>
                </a:lnTo>
                <a:lnTo>
                  <a:pt x="885825" y="1590675"/>
                </a:lnTo>
                <a:lnTo>
                  <a:pt x="885825" y="1543050"/>
                </a:lnTo>
                <a:lnTo>
                  <a:pt x="876300" y="1543050"/>
                </a:lnTo>
                <a:lnTo>
                  <a:pt x="876300" y="1457325"/>
                </a:lnTo>
                <a:lnTo>
                  <a:pt x="885825" y="1457325"/>
                </a:lnTo>
                <a:lnTo>
                  <a:pt x="885825" y="1438275"/>
                </a:lnTo>
                <a:lnTo>
                  <a:pt x="876300" y="1438275"/>
                </a:lnTo>
                <a:lnTo>
                  <a:pt x="876300" y="1304925"/>
                </a:lnTo>
                <a:lnTo>
                  <a:pt x="885825" y="1304925"/>
                </a:lnTo>
                <a:lnTo>
                  <a:pt x="885825" y="1219200"/>
                </a:lnTo>
                <a:lnTo>
                  <a:pt x="876300" y="1219200"/>
                </a:lnTo>
                <a:lnTo>
                  <a:pt x="876300" y="1190625"/>
                </a:lnTo>
                <a:lnTo>
                  <a:pt x="885825" y="1190625"/>
                </a:lnTo>
                <a:lnTo>
                  <a:pt x="885825" y="1171575"/>
                </a:lnTo>
                <a:lnTo>
                  <a:pt x="876300" y="1171575"/>
                </a:lnTo>
                <a:lnTo>
                  <a:pt x="876300" y="1162050"/>
                </a:lnTo>
                <a:lnTo>
                  <a:pt x="866775" y="1162050"/>
                </a:lnTo>
                <a:lnTo>
                  <a:pt x="866775" y="1143000"/>
                </a:lnTo>
                <a:lnTo>
                  <a:pt x="885825" y="1143000"/>
                </a:lnTo>
                <a:lnTo>
                  <a:pt x="885825" y="1114425"/>
                </a:lnTo>
                <a:lnTo>
                  <a:pt x="876300" y="1114425"/>
                </a:lnTo>
                <a:lnTo>
                  <a:pt x="876300" y="1066800"/>
                </a:lnTo>
                <a:lnTo>
                  <a:pt x="866775" y="1066800"/>
                </a:lnTo>
                <a:lnTo>
                  <a:pt x="866775" y="1057275"/>
                </a:lnTo>
                <a:lnTo>
                  <a:pt x="876300" y="1057275"/>
                </a:lnTo>
                <a:lnTo>
                  <a:pt x="876300" y="1038225"/>
                </a:lnTo>
                <a:lnTo>
                  <a:pt x="885825" y="1038225"/>
                </a:lnTo>
                <a:lnTo>
                  <a:pt x="885825" y="1019175"/>
                </a:lnTo>
                <a:lnTo>
                  <a:pt x="876300" y="1019175"/>
                </a:lnTo>
                <a:lnTo>
                  <a:pt x="876300" y="1009650"/>
                </a:lnTo>
                <a:lnTo>
                  <a:pt x="866775" y="1009650"/>
                </a:lnTo>
                <a:lnTo>
                  <a:pt x="866775" y="1019175"/>
                </a:lnTo>
                <a:lnTo>
                  <a:pt x="847725" y="1019175"/>
                </a:lnTo>
                <a:lnTo>
                  <a:pt x="847725" y="1028700"/>
                </a:lnTo>
                <a:lnTo>
                  <a:pt x="838200" y="1028700"/>
                </a:lnTo>
                <a:lnTo>
                  <a:pt x="838200" y="1038225"/>
                </a:lnTo>
                <a:lnTo>
                  <a:pt x="800100" y="1038225"/>
                </a:lnTo>
                <a:lnTo>
                  <a:pt x="800100" y="1019175"/>
                </a:lnTo>
                <a:lnTo>
                  <a:pt x="790575" y="1019175"/>
                </a:lnTo>
                <a:lnTo>
                  <a:pt x="790575" y="1009650"/>
                </a:lnTo>
                <a:lnTo>
                  <a:pt x="781050" y="1009650"/>
                </a:lnTo>
                <a:lnTo>
                  <a:pt x="781050" y="1000125"/>
                </a:lnTo>
                <a:lnTo>
                  <a:pt x="771525" y="1000125"/>
                </a:lnTo>
                <a:lnTo>
                  <a:pt x="771525" y="990600"/>
                </a:lnTo>
                <a:lnTo>
                  <a:pt x="762000" y="990600"/>
                </a:lnTo>
                <a:lnTo>
                  <a:pt x="762000" y="971550"/>
                </a:lnTo>
                <a:lnTo>
                  <a:pt x="752475" y="971550"/>
                </a:lnTo>
                <a:lnTo>
                  <a:pt x="752475" y="933450"/>
                </a:lnTo>
                <a:lnTo>
                  <a:pt x="742950" y="933450"/>
                </a:lnTo>
                <a:lnTo>
                  <a:pt x="742950" y="914400"/>
                </a:lnTo>
                <a:lnTo>
                  <a:pt x="733425" y="914400"/>
                </a:lnTo>
                <a:lnTo>
                  <a:pt x="733425" y="885825"/>
                </a:lnTo>
                <a:lnTo>
                  <a:pt x="723900" y="885825"/>
                </a:lnTo>
                <a:close/>
                <a:moveTo>
                  <a:pt x="1104900" y="857250"/>
                </a:moveTo>
                <a:lnTo>
                  <a:pt x="1123950" y="857250"/>
                </a:lnTo>
                <a:lnTo>
                  <a:pt x="1123950" y="866775"/>
                </a:lnTo>
                <a:lnTo>
                  <a:pt x="1114425" y="866775"/>
                </a:lnTo>
                <a:lnTo>
                  <a:pt x="1114425" y="895350"/>
                </a:lnTo>
                <a:lnTo>
                  <a:pt x="1104900" y="895350"/>
                </a:lnTo>
                <a:lnTo>
                  <a:pt x="1104900" y="923925"/>
                </a:lnTo>
                <a:lnTo>
                  <a:pt x="1095375" y="923925"/>
                </a:lnTo>
                <a:lnTo>
                  <a:pt x="1095375" y="952500"/>
                </a:lnTo>
                <a:lnTo>
                  <a:pt x="1085850" y="952500"/>
                </a:lnTo>
                <a:lnTo>
                  <a:pt x="1085850" y="971550"/>
                </a:lnTo>
                <a:lnTo>
                  <a:pt x="1076325" y="971550"/>
                </a:lnTo>
                <a:lnTo>
                  <a:pt x="1076325" y="1000125"/>
                </a:lnTo>
                <a:lnTo>
                  <a:pt x="1066800" y="1000125"/>
                </a:lnTo>
                <a:lnTo>
                  <a:pt x="1066800" y="1009650"/>
                </a:lnTo>
                <a:lnTo>
                  <a:pt x="1057275" y="1009650"/>
                </a:lnTo>
                <a:lnTo>
                  <a:pt x="1057275" y="1028700"/>
                </a:lnTo>
                <a:lnTo>
                  <a:pt x="1038225" y="1028700"/>
                </a:lnTo>
                <a:lnTo>
                  <a:pt x="1038225" y="1038225"/>
                </a:lnTo>
                <a:lnTo>
                  <a:pt x="1028700" y="1038225"/>
                </a:lnTo>
                <a:lnTo>
                  <a:pt x="1028700" y="1047750"/>
                </a:lnTo>
                <a:lnTo>
                  <a:pt x="1019175" y="1047750"/>
                </a:lnTo>
                <a:lnTo>
                  <a:pt x="1019175" y="1038225"/>
                </a:lnTo>
                <a:lnTo>
                  <a:pt x="1000125" y="1038225"/>
                </a:lnTo>
                <a:lnTo>
                  <a:pt x="1000125" y="1028700"/>
                </a:lnTo>
                <a:lnTo>
                  <a:pt x="990600" y="1028700"/>
                </a:lnTo>
                <a:lnTo>
                  <a:pt x="990600" y="1019175"/>
                </a:lnTo>
                <a:lnTo>
                  <a:pt x="981075" y="1019175"/>
                </a:lnTo>
                <a:lnTo>
                  <a:pt x="981075" y="1009650"/>
                </a:lnTo>
                <a:lnTo>
                  <a:pt x="971550" y="1009650"/>
                </a:lnTo>
                <a:lnTo>
                  <a:pt x="971550" y="1000125"/>
                </a:lnTo>
                <a:lnTo>
                  <a:pt x="942975" y="1000125"/>
                </a:lnTo>
                <a:lnTo>
                  <a:pt x="942975" y="990600"/>
                </a:lnTo>
                <a:lnTo>
                  <a:pt x="971550" y="990600"/>
                </a:lnTo>
                <a:lnTo>
                  <a:pt x="971550" y="1000125"/>
                </a:lnTo>
                <a:lnTo>
                  <a:pt x="981075" y="1000125"/>
                </a:lnTo>
                <a:lnTo>
                  <a:pt x="981075" y="1009650"/>
                </a:lnTo>
                <a:lnTo>
                  <a:pt x="990600" y="1009650"/>
                </a:lnTo>
                <a:lnTo>
                  <a:pt x="990600" y="1019175"/>
                </a:lnTo>
                <a:lnTo>
                  <a:pt x="1038225" y="1019175"/>
                </a:lnTo>
                <a:lnTo>
                  <a:pt x="1038225" y="1009650"/>
                </a:lnTo>
                <a:lnTo>
                  <a:pt x="1047750" y="1009650"/>
                </a:lnTo>
                <a:lnTo>
                  <a:pt x="1047750" y="990600"/>
                </a:lnTo>
                <a:lnTo>
                  <a:pt x="1057275" y="990600"/>
                </a:lnTo>
                <a:lnTo>
                  <a:pt x="1057275" y="971550"/>
                </a:lnTo>
                <a:lnTo>
                  <a:pt x="1066800" y="971550"/>
                </a:lnTo>
                <a:lnTo>
                  <a:pt x="1066800" y="952500"/>
                </a:lnTo>
                <a:lnTo>
                  <a:pt x="1076325" y="952500"/>
                </a:lnTo>
                <a:lnTo>
                  <a:pt x="1076325" y="933450"/>
                </a:lnTo>
                <a:lnTo>
                  <a:pt x="1085850" y="933450"/>
                </a:lnTo>
                <a:lnTo>
                  <a:pt x="1085850" y="914400"/>
                </a:lnTo>
                <a:lnTo>
                  <a:pt x="1095375" y="914400"/>
                </a:lnTo>
                <a:lnTo>
                  <a:pt x="1095375" y="885825"/>
                </a:lnTo>
                <a:lnTo>
                  <a:pt x="1104900" y="885825"/>
                </a:lnTo>
                <a:close/>
                <a:moveTo>
                  <a:pt x="1190625" y="885825"/>
                </a:moveTo>
                <a:lnTo>
                  <a:pt x="1209675" y="885825"/>
                </a:lnTo>
                <a:lnTo>
                  <a:pt x="1209675" y="914400"/>
                </a:lnTo>
                <a:lnTo>
                  <a:pt x="1190625" y="914400"/>
                </a:lnTo>
                <a:lnTo>
                  <a:pt x="1190625" y="904875"/>
                </a:lnTo>
                <a:lnTo>
                  <a:pt x="1181100" y="904875"/>
                </a:lnTo>
                <a:lnTo>
                  <a:pt x="1181100" y="895350"/>
                </a:lnTo>
                <a:lnTo>
                  <a:pt x="1190625" y="895350"/>
                </a:lnTo>
                <a:close/>
                <a:moveTo>
                  <a:pt x="628650" y="895350"/>
                </a:moveTo>
                <a:lnTo>
                  <a:pt x="638175" y="895350"/>
                </a:lnTo>
                <a:lnTo>
                  <a:pt x="638175" y="904875"/>
                </a:lnTo>
                <a:lnTo>
                  <a:pt x="628650" y="904875"/>
                </a:lnTo>
                <a:close/>
                <a:moveTo>
                  <a:pt x="1228725" y="895350"/>
                </a:moveTo>
                <a:lnTo>
                  <a:pt x="1238250" y="895350"/>
                </a:lnTo>
                <a:lnTo>
                  <a:pt x="1238250" y="904875"/>
                </a:lnTo>
                <a:lnTo>
                  <a:pt x="1228725" y="904875"/>
                </a:lnTo>
                <a:close/>
                <a:moveTo>
                  <a:pt x="600075" y="904875"/>
                </a:moveTo>
                <a:lnTo>
                  <a:pt x="619125" y="904875"/>
                </a:lnTo>
                <a:lnTo>
                  <a:pt x="619125" y="914400"/>
                </a:lnTo>
                <a:lnTo>
                  <a:pt x="600075" y="914400"/>
                </a:lnTo>
                <a:close/>
                <a:moveTo>
                  <a:pt x="1238250" y="904875"/>
                </a:moveTo>
                <a:lnTo>
                  <a:pt x="1257300" y="904875"/>
                </a:lnTo>
                <a:lnTo>
                  <a:pt x="1257300" y="914400"/>
                </a:lnTo>
                <a:lnTo>
                  <a:pt x="1238250" y="914400"/>
                </a:lnTo>
                <a:close/>
                <a:moveTo>
                  <a:pt x="1257300" y="914400"/>
                </a:moveTo>
                <a:lnTo>
                  <a:pt x="1266825" y="914400"/>
                </a:lnTo>
                <a:lnTo>
                  <a:pt x="1266825" y="923925"/>
                </a:lnTo>
                <a:lnTo>
                  <a:pt x="1285875" y="923925"/>
                </a:lnTo>
                <a:lnTo>
                  <a:pt x="1285875" y="933450"/>
                </a:lnTo>
                <a:lnTo>
                  <a:pt x="1295400" y="933450"/>
                </a:lnTo>
                <a:lnTo>
                  <a:pt x="1295400" y="942975"/>
                </a:lnTo>
                <a:lnTo>
                  <a:pt x="1304925" y="942975"/>
                </a:lnTo>
                <a:lnTo>
                  <a:pt x="1304925" y="952500"/>
                </a:lnTo>
                <a:lnTo>
                  <a:pt x="1314450" y="952500"/>
                </a:lnTo>
                <a:lnTo>
                  <a:pt x="1314450" y="971550"/>
                </a:lnTo>
                <a:lnTo>
                  <a:pt x="1295400" y="971550"/>
                </a:lnTo>
                <a:lnTo>
                  <a:pt x="1295400" y="952500"/>
                </a:lnTo>
                <a:lnTo>
                  <a:pt x="1285875" y="952500"/>
                </a:lnTo>
                <a:lnTo>
                  <a:pt x="1285875" y="942975"/>
                </a:lnTo>
                <a:lnTo>
                  <a:pt x="1266825" y="942975"/>
                </a:lnTo>
                <a:lnTo>
                  <a:pt x="1266825" y="933450"/>
                </a:lnTo>
                <a:lnTo>
                  <a:pt x="1257300" y="933450"/>
                </a:lnTo>
                <a:close/>
                <a:moveTo>
                  <a:pt x="542925" y="942975"/>
                </a:moveTo>
                <a:lnTo>
                  <a:pt x="552450" y="942975"/>
                </a:lnTo>
                <a:lnTo>
                  <a:pt x="552450" y="952500"/>
                </a:lnTo>
                <a:lnTo>
                  <a:pt x="542925" y="952500"/>
                </a:lnTo>
                <a:close/>
                <a:moveTo>
                  <a:pt x="514350" y="971550"/>
                </a:moveTo>
                <a:lnTo>
                  <a:pt x="523875" y="971550"/>
                </a:lnTo>
                <a:lnTo>
                  <a:pt x="523875" y="981075"/>
                </a:lnTo>
                <a:lnTo>
                  <a:pt x="514350" y="981075"/>
                </a:lnTo>
                <a:close/>
                <a:moveTo>
                  <a:pt x="504825" y="1000125"/>
                </a:moveTo>
                <a:lnTo>
                  <a:pt x="514350" y="1000125"/>
                </a:lnTo>
                <a:lnTo>
                  <a:pt x="514350" y="1038225"/>
                </a:lnTo>
                <a:lnTo>
                  <a:pt x="504825" y="1038225"/>
                </a:lnTo>
                <a:lnTo>
                  <a:pt x="504825" y="1057275"/>
                </a:lnTo>
                <a:lnTo>
                  <a:pt x="495300" y="1057275"/>
                </a:lnTo>
                <a:lnTo>
                  <a:pt x="495300" y="1019175"/>
                </a:lnTo>
                <a:lnTo>
                  <a:pt x="504825" y="1019175"/>
                </a:lnTo>
                <a:close/>
                <a:moveTo>
                  <a:pt x="666750" y="1009650"/>
                </a:moveTo>
                <a:lnTo>
                  <a:pt x="685800" y="1009650"/>
                </a:lnTo>
                <a:lnTo>
                  <a:pt x="685800" y="1019175"/>
                </a:lnTo>
                <a:lnTo>
                  <a:pt x="666750" y="1019175"/>
                </a:lnTo>
                <a:close/>
                <a:moveTo>
                  <a:pt x="942975" y="1038225"/>
                </a:moveTo>
                <a:lnTo>
                  <a:pt x="952500" y="1038225"/>
                </a:lnTo>
                <a:lnTo>
                  <a:pt x="952500" y="1066800"/>
                </a:lnTo>
                <a:lnTo>
                  <a:pt x="962025" y="1066800"/>
                </a:lnTo>
                <a:lnTo>
                  <a:pt x="962025" y="1095375"/>
                </a:lnTo>
                <a:lnTo>
                  <a:pt x="981075" y="1095375"/>
                </a:lnTo>
                <a:lnTo>
                  <a:pt x="981075" y="1085850"/>
                </a:lnTo>
                <a:lnTo>
                  <a:pt x="990600" y="1085850"/>
                </a:lnTo>
                <a:lnTo>
                  <a:pt x="990600" y="1066800"/>
                </a:lnTo>
                <a:lnTo>
                  <a:pt x="1019175" y="1066800"/>
                </a:lnTo>
                <a:lnTo>
                  <a:pt x="1019175" y="1057275"/>
                </a:lnTo>
                <a:lnTo>
                  <a:pt x="1038225" y="1057275"/>
                </a:lnTo>
                <a:lnTo>
                  <a:pt x="1038225" y="1066800"/>
                </a:lnTo>
                <a:lnTo>
                  <a:pt x="1057275" y="1066800"/>
                </a:lnTo>
                <a:lnTo>
                  <a:pt x="1057275" y="1057275"/>
                </a:lnTo>
                <a:lnTo>
                  <a:pt x="1066800" y="1057275"/>
                </a:lnTo>
                <a:lnTo>
                  <a:pt x="1066800" y="1066800"/>
                </a:lnTo>
                <a:lnTo>
                  <a:pt x="1085850" y="1066800"/>
                </a:lnTo>
                <a:lnTo>
                  <a:pt x="1085850" y="1057275"/>
                </a:lnTo>
                <a:lnTo>
                  <a:pt x="1095375" y="1057275"/>
                </a:lnTo>
                <a:lnTo>
                  <a:pt x="1095375" y="1066800"/>
                </a:lnTo>
                <a:lnTo>
                  <a:pt x="1104900" y="1066800"/>
                </a:lnTo>
                <a:lnTo>
                  <a:pt x="1104900" y="1057275"/>
                </a:lnTo>
                <a:lnTo>
                  <a:pt x="1133475" y="1057275"/>
                </a:lnTo>
                <a:lnTo>
                  <a:pt x="1133475" y="1047750"/>
                </a:lnTo>
                <a:lnTo>
                  <a:pt x="1143000" y="1047750"/>
                </a:lnTo>
                <a:lnTo>
                  <a:pt x="1143000" y="1057275"/>
                </a:lnTo>
                <a:lnTo>
                  <a:pt x="1171575" y="1057275"/>
                </a:lnTo>
                <a:lnTo>
                  <a:pt x="1171575" y="1066800"/>
                </a:lnTo>
                <a:lnTo>
                  <a:pt x="1181100" y="1066800"/>
                </a:lnTo>
                <a:lnTo>
                  <a:pt x="1181100" y="1076325"/>
                </a:lnTo>
                <a:lnTo>
                  <a:pt x="1190625" y="1076325"/>
                </a:lnTo>
                <a:lnTo>
                  <a:pt x="1190625" y="1085850"/>
                </a:lnTo>
                <a:lnTo>
                  <a:pt x="1200150" y="1085850"/>
                </a:lnTo>
                <a:lnTo>
                  <a:pt x="1200150" y="1181100"/>
                </a:lnTo>
                <a:lnTo>
                  <a:pt x="1190625" y="1181100"/>
                </a:lnTo>
                <a:lnTo>
                  <a:pt x="1190625" y="1095375"/>
                </a:lnTo>
                <a:lnTo>
                  <a:pt x="1181100" y="1095375"/>
                </a:lnTo>
                <a:lnTo>
                  <a:pt x="1181100" y="1085850"/>
                </a:lnTo>
                <a:lnTo>
                  <a:pt x="1162050" y="1085850"/>
                </a:lnTo>
                <a:lnTo>
                  <a:pt x="1162050" y="1076325"/>
                </a:lnTo>
                <a:lnTo>
                  <a:pt x="1143000" y="1076325"/>
                </a:lnTo>
                <a:lnTo>
                  <a:pt x="1143000" y="1085850"/>
                </a:lnTo>
                <a:lnTo>
                  <a:pt x="1104900" y="1085850"/>
                </a:lnTo>
                <a:lnTo>
                  <a:pt x="1104900" y="1076325"/>
                </a:lnTo>
                <a:lnTo>
                  <a:pt x="1095375" y="1076325"/>
                </a:lnTo>
                <a:lnTo>
                  <a:pt x="1095375" y="1085850"/>
                </a:lnTo>
                <a:lnTo>
                  <a:pt x="1076325" y="1085850"/>
                </a:lnTo>
                <a:lnTo>
                  <a:pt x="1076325" y="1076325"/>
                </a:lnTo>
                <a:lnTo>
                  <a:pt x="1038225" y="1076325"/>
                </a:lnTo>
                <a:lnTo>
                  <a:pt x="1038225" y="1085850"/>
                </a:lnTo>
                <a:lnTo>
                  <a:pt x="1009650" y="1085850"/>
                </a:lnTo>
                <a:lnTo>
                  <a:pt x="1009650" y="1095375"/>
                </a:lnTo>
                <a:lnTo>
                  <a:pt x="1000125" y="1095375"/>
                </a:lnTo>
                <a:lnTo>
                  <a:pt x="1000125" y="1104900"/>
                </a:lnTo>
                <a:lnTo>
                  <a:pt x="990600" y="1104900"/>
                </a:lnTo>
                <a:lnTo>
                  <a:pt x="990600" y="1162050"/>
                </a:lnTo>
                <a:lnTo>
                  <a:pt x="1000125" y="1162050"/>
                </a:lnTo>
                <a:lnTo>
                  <a:pt x="1000125" y="1181100"/>
                </a:lnTo>
                <a:lnTo>
                  <a:pt x="1009650" y="1181100"/>
                </a:lnTo>
                <a:lnTo>
                  <a:pt x="1009650" y="1190625"/>
                </a:lnTo>
                <a:lnTo>
                  <a:pt x="1181100" y="1190625"/>
                </a:lnTo>
                <a:lnTo>
                  <a:pt x="1181100" y="1181100"/>
                </a:lnTo>
                <a:lnTo>
                  <a:pt x="1190625" y="1181100"/>
                </a:lnTo>
                <a:lnTo>
                  <a:pt x="1190625" y="1200150"/>
                </a:lnTo>
                <a:lnTo>
                  <a:pt x="1181100" y="1200150"/>
                </a:lnTo>
                <a:lnTo>
                  <a:pt x="1181100" y="1209675"/>
                </a:lnTo>
                <a:lnTo>
                  <a:pt x="1190625" y="1209675"/>
                </a:lnTo>
                <a:lnTo>
                  <a:pt x="1190625" y="1219200"/>
                </a:lnTo>
                <a:lnTo>
                  <a:pt x="1200150" y="1219200"/>
                </a:lnTo>
                <a:lnTo>
                  <a:pt x="1200150" y="1228725"/>
                </a:lnTo>
                <a:lnTo>
                  <a:pt x="1219200" y="1228725"/>
                </a:lnTo>
                <a:lnTo>
                  <a:pt x="1219200" y="1238250"/>
                </a:lnTo>
                <a:lnTo>
                  <a:pt x="1228725" y="1238250"/>
                </a:lnTo>
                <a:lnTo>
                  <a:pt x="1228725" y="1257300"/>
                </a:lnTo>
                <a:lnTo>
                  <a:pt x="1238250" y="1257300"/>
                </a:lnTo>
                <a:lnTo>
                  <a:pt x="1238250" y="1333500"/>
                </a:lnTo>
                <a:lnTo>
                  <a:pt x="1247775" y="1333500"/>
                </a:lnTo>
                <a:lnTo>
                  <a:pt x="1247775" y="1381125"/>
                </a:lnTo>
                <a:lnTo>
                  <a:pt x="1238250" y="1381125"/>
                </a:lnTo>
                <a:lnTo>
                  <a:pt x="1238250" y="1371600"/>
                </a:lnTo>
                <a:lnTo>
                  <a:pt x="1228725" y="1371600"/>
                </a:lnTo>
                <a:lnTo>
                  <a:pt x="1228725" y="1323975"/>
                </a:lnTo>
                <a:lnTo>
                  <a:pt x="1219200" y="1323975"/>
                </a:lnTo>
                <a:lnTo>
                  <a:pt x="1219200" y="1247775"/>
                </a:lnTo>
                <a:lnTo>
                  <a:pt x="1209675" y="1247775"/>
                </a:lnTo>
                <a:lnTo>
                  <a:pt x="1209675" y="1238250"/>
                </a:lnTo>
                <a:lnTo>
                  <a:pt x="1181100" y="1238250"/>
                </a:lnTo>
                <a:lnTo>
                  <a:pt x="1181100" y="1285875"/>
                </a:lnTo>
                <a:lnTo>
                  <a:pt x="1190625" y="1285875"/>
                </a:lnTo>
                <a:lnTo>
                  <a:pt x="1190625" y="1371600"/>
                </a:lnTo>
                <a:lnTo>
                  <a:pt x="1181100" y="1371600"/>
                </a:lnTo>
                <a:lnTo>
                  <a:pt x="1181100" y="1362075"/>
                </a:lnTo>
                <a:lnTo>
                  <a:pt x="1171575" y="1362075"/>
                </a:lnTo>
                <a:lnTo>
                  <a:pt x="1171575" y="1295400"/>
                </a:lnTo>
                <a:lnTo>
                  <a:pt x="1162050" y="1295400"/>
                </a:lnTo>
                <a:lnTo>
                  <a:pt x="1162050" y="1285875"/>
                </a:lnTo>
                <a:lnTo>
                  <a:pt x="1152525" y="1285875"/>
                </a:lnTo>
                <a:lnTo>
                  <a:pt x="1152525" y="1228725"/>
                </a:lnTo>
                <a:lnTo>
                  <a:pt x="1162050" y="1228725"/>
                </a:lnTo>
                <a:lnTo>
                  <a:pt x="1162050" y="1219200"/>
                </a:lnTo>
                <a:lnTo>
                  <a:pt x="1152525" y="1219200"/>
                </a:lnTo>
                <a:lnTo>
                  <a:pt x="1152525" y="1209675"/>
                </a:lnTo>
                <a:lnTo>
                  <a:pt x="1085850" y="1209675"/>
                </a:lnTo>
                <a:lnTo>
                  <a:pt x="1085850" y="1200150"/>
                </a:lnTo>
                <a:lnTo>
                  <a:pt x="1057275" y="1200150"/>
                </a:lnTo>
                <a:lnTo>
                  <a:pt x="1057275" y="1209675"/>
                </a:lnTo>
                <a:lnTo>
                  <a:pt x="1009650" y="1209675"/>
                </a:lnTo>
                <a:lnTo>
                  <a:pt x="1009650" y="1200150"/>
                </a:lnTo>
                <a:lnTo>
                  <a:pt x="1000125" y="1200150"/>
                </a:lnTo>
                <a:lnTo>
                  <a:pt x="1000125" y="1190625"/>
                </a:lnTo>
                <a:lnTo>
                  <a:pt x="990600" y="1190625"/>
                </a:lnTo>
                <a:lnTo>
                  <a:pt x="990600" y="1181100"/>
                </a:lnTo>
                <a:lnTo>
                  <a:pt x="981075" y="1181100"/>
                </a:lnTo>
                <a:lnTo>
                  <a:pt x="981075" y="1123950"/>
                </a:lnTo>
                <a:lnTo>
                  <a:pt x="971550" y="1123950"/>
                </a:lnTo>
                <a:lnTo>
                  <a:pt x="971550" y="1104900"/>
                </a:lnTo>
                <a:lnTo>
                  <a:pt x="952500" y="1104900"/>
                </a:lnTo>
                <a:lnTo>
                  <a:pt x="952500" y="1190625"/>
                </a:lnTo>
                <a:lnTo>
                  <a:pt x="962025" y="1190625"/>
                </a:lnTo>
                <a:lnTo>
                  <a:pt x="962025" y="1228725"/>
                </a:lnTo>
                <a:lnTo>
                  <a:pt x="952500" y="1228725"/>
                </a:lnTo>
                <a:lnTo>
                  <a:pt x="952500" y="1371600"/>
                </a:lnTo>
                <a:lnTo>
                  <a:pt x="962025" y="1371600"/>
                </a:lnTo>
                <a:lnTo>
                  <a:pt x="962025" y="1381125"/>
                </a:lnTo>
                <a:lnTo>
                  <a:pt x="952500" y="1381125"/>
                </a:lnTo>
                <a:lnTo>
                  <a:pt x="952500" y="1438275"/>
                </a:lnTo>
                <a:lnTo>
                  <a:pt x="942975" y="1438275"/>
                </a:lnTo>
                <a:lnTo>
                  <a:pt x="942975" y="1457325"/>
                </a:lnTo>
                <a:lnTo>
                  <a:pt x="952500" y="1457325"/>
                </a:lnTo>
                <a:lnTo>
                  <a:pt x="952500" y="1485900"/>
                </a:lnTo>
                <a:lnTo>
                  <a:pt x="962025" y="1485900"/>
                </a:lnTo>
                <a:lnTo>
                  <a:pt x="962025" y="1552575"/>
                </a:lnTo>
                <a:lnTo>
                  <a:pt x="952500" y="1552575"/>
                </a:lnTo>
                <a:lnTo>
                  <a:pt x="952500" y="1562100"/>
                </a:lnTo>
                <a:lnTo>
                  <a:pt x="942975" y="1562100"/>
                </a:lnTo>
                <a:lnTo>
                  <a:pt x="942975" y="1581150"/>
                </a:lnTo>
                <a:lnTo>
                  <a:pt x="933450" y="1581150"/>
                </a:lnTo>
                <a:lnTo>
                  <a:pt x="933450" y="1285875"/>
                </a:lnTo>
                <a:lnTo>
                  <a:pt x="942975" y="1285875"/>
                </a:lnTo>
                <a:lnTo>
                  <a:pt x="942975" y="1200150"/>
                </a:lnTo>
                <a:lnTo>
                  <a:pt x="933450" y="1200150"/>
                </a:lnTo>
                <a:lnTo>
                  <a:pt x="933450" y="1190625"/>
                </a:lnTo>
                <a:lnTo>
                  <a:pt x="942975" y="1190625"/>
                </a:lnTo>
                <a:lnTo>
                  <a:pt x="942975" y="1181100"/>
                </a:lnTo>
                <a:lnTo>
                  <a:pt x="933450" y="1181100"/>
                </a:lnTo>
                <a:lnTo>
                  <a:pt x="933450" y="1104900"/>
                </a:lnTo>
                <a:lnTo>
                  <a:pt x="942975" y="1104900"/>
                </a:lnTo>
                <a:close/>
                <a:moveTo>
                  <a:pt x="1352550" y="1057275"/>
                </a:moveTo>
                <a:lnTo>
                  <a:pt x="1362075" y="1057275"/>
                </a:lnTo>
                <a:lnTo>
                  <a:pt x="1362075" y="1066800"/>
                </a:lnTo>
                <a:lnTo>
                  <a:pt x="1371600" y="1066800"/>
                </a:lnTo>
                <a:lnTo>
                  <a:pt x="1371600" y="1085850"/>
                </a:lnTo>
                <a:lnTo>
                  <a:pt x="1362075" y="1085850"/>
                </a:lnTo>
                <a:lnTo>
                  <a:pt x="1362075" y="1076325"/>
                </a:lnTo>
                <a:lnTo>
                  <a:pt x="1352550" y="1076325"/>
                </a:lnTo>
                <a:close/>
                <a:moveTo>
                  <a:pt x="476250" y="1066800"/>
                </a:moveTo>
                <a:lnTo>
                  <a:pt x="495300" y="1066800"/>
                </a:lnTo>
                <a:lnTo>
                  <a:pt x="495300" y="1085850"/>
                </a:lnTo>
                <a:lnTo>
                  <a:pt x="476250" y="1085850"/>
                </a:lnTo>
                <a:close/>
                <a:moveTo>
                  <a:pt x="466725" y="1095375"/>
                </a:moveTo>
                <a:lnTo>
                  <a:pt x="476250" y="1095375"/>
                </a:lnTo>
                <a:lnTo>
                  <a:pt x="476250" y="1123950"/>
                </a:lnTo>
                <a:lnTo>
                  <a:pt x="466725" y="1123950"/>
                </a:lnTo>
                <a:close/>
                <a:moveTo>
                  <a:pt x="1371600" y="1104900"/>
                </a:moveTo>
                <a:lnTo>
                  <a:pt x="1381125" y="1104900"/>
                </a:lnTo>
                <a:lnTo>
                  <a:pt x="1381125" y="1114425"/>
                </a:lnTo>
                <a:lnTo>
                  <a:pt x="1371600" y="1114425"/>
                </a:lnTo>
                <a:close/>
                <a:moveTo>
                  <a:pt x="1352550" y="1114425"/>
                </a:moveTo>
                <a:lnTo>
                  <a:pt x="1362075" y="1114425"/>
                </a:lnTo>
                <a:lnTo>
                  <a:pt x="1362075" y="1133475"/>
                </a:lnTo>
                <a:lnTo>
                  <a:pt x="1371600" y="1133475"/>
                </a:lnTo>
                <a:lnTo>
                  <a:pt x="1371600" y="1152525"/>
                </a:lnTo>
                <a:lnTo>
                  <a:pt x="1362075" y="1152525"/>
                </a:lnTo>
                <a:lnTo>
                  <a:pt x="1362075" y="1143000"/>
                </a:lnTo>
                <a:lnTo>
                  <a:pt x="1352550" y="1143000"/>
                </a:lnTo>
                <a:close/>
                <a:moveTo>
                  <a:pt x="1381125" y="1133475"/>
                </a:moveTo>
                <a:lnTo>
                  <a:pt x="1390650" y="1133475"/>
                </a:lnTo>
                <a:lnTo>
                  <a:pt x="1390650" y="1152525"/>
                </a:lnTo>
                <a:lnTo>
                  <a:pt x="1381125" y="1152525"/>
                </a:lnTo>
                <a:close/>
                <a:moveTo>
                  <a:pt x="438150" y="1190625"/>
                </a:moveTo>
                <a:lnTo>
                  <a:pt x="447675" y="1190625"/>
                </a:lnTo>
                <a:lnTo>
                  <a:pt x="447675" y="1200150"/>
                </a:lnTo>
                <a:lnTo>
                  <a:pt x="438150" y="1200150"/>
                </a:lnTo>
                <a:close/>
                <a:moveTo>
                  <a:pt x="1381125" y="1190625"/>
                </a:moveTo>
                <a:lnTo>
                  <a:pt x="1400175" y="1190625"/>
                </a:lnTo>
                <a:lnTo>
                  <a:pt x="1400175" y="1200150"/>
                </a:lnTo>
                <a:lnTo>
                  <a:pt x="1381125" y="1200150"/>
                </a:lnTo>
                <a:close/>
                <a:moveTo>
                  <a:pt x="647700" y="1200150"/>
                </a:moveTo>
                <a:lnTo>
                  <a:pt x="666750" y="1200150"/>
                </a:lnTo>
                <a:lnTo>
                  <a:pt x="666750" y="1209675"/>
                </a:lnTo>
                <a:lnTo>
                  <a:pt x="676275" y="1209675"/>
                </a:lnTo>
                <a:lnTo>
                  <a:pt x="676275" y="1219200"/>
                </a:lnTo>
                <a:lnTo>
                  <a:pt x="685800" y="1219200"/>
                </a:lnTo>
                <a:lnTo>
                  <a:pt x="685800" y="1228725"/>
                </a:lnTo>
                <a:lnTo>
                  <a:pt x="695325" y="1228725"/>
                </a:lnTo>
                <a:lnTo>
                  <a:pt x="695325" y="1257300"/>
                </a:lnTo>
                <a:lnTo>
                  <a:pt x="685800" y="1257300"/>
                </a:lnTo>
                <a:lnTo>
                  <a:pt x="685800" y="1266825"/>
                </a:lnTo>
                <a:lnTo>
                  <a:pt x="676275" y="1266825"/>
                </a:lnTo>
                <a:lnTo>
                  <a:pt x="676275" y="1333500"/>
                </a:lnTo>
                <a:lnTo>
                  <a:pt x="666750" y="1333500"/>
                </a:lnTo>
                <a:lnTo>
                  <a:pt x="666750" y="1352550"/>
                </a:lnTo>
                <a:lnTo>
                  <a:pt x="657225" y="1352550"/>
                </a:lnTo>
                <a:lnTo>
                  <a:pt x="657225" y="1257300"/>
                </a:lnTo>
                <a:lnTo>
                  <a:pt x="666750" y="1257300"/>
                </a:lnTo>
                <a:lnTo>
                  <a:pt x="666750" y="1238250"/>
                </a:lnTo>
                <a:lnTo>
                  <a:pt x="657225" y="1238250"/>
                </a:lnTo>
                <a:lnTo>
                  <a:pt x="657225" y="1228725"/>
                </a:lnTo>
                <a:lnTo>
                  <a:pt x="638175" y="1228725"/>
                </a:lnTo>
                <a:lnTo>
                  <a:pt x="638175" y="1238250"/>
                </a:lnTo>
                <a:lnTo>
                  <a:pt x="628650" y="1238250"/>
                </a:lnTo>
                <a:lnTo>
                  <a:pt x="628650" y="1295400"/>
                </a:lnTo>
                <a:lnTo>
                  <a:pt x="619125" y="1295400"/>
                </a:lnTo>
                <a:lnTo>
                  <a:pt x="619125" y="1343025"/>
                </a:lnTo>
                <a:lnTo>
                  <a:pt x="609600" y="1343025"/>
                </a:lnTo>
                <a:lnTo>
                  <a:pt x="609600" y="1371600"/>
                </a:lnTo>
                <a:lnTo>
                  <a:pt x="600075" y="1371600"/>
                </a:lnTo>
                <a:lnTo>
                  <a:pt x="600075" y="1333500"/>
                </a:lnTo>
                <a:lnTo>
                  <a:pt x="590550" y="1333500"/>
                </a:lnTo>
                <a:lnTo>
                  <a:pt x="590550" y="1304925"/>
                </a:lnTo>
                <a:lnTo>
                  <a:pt x="600075" y="1304925"/>
                </a:lnTo>
                <a:lnTo>
                  <a:pt x="600075" y="1285875"/>
                </a:lnTo>
                <a:lnTo>
                  <a:pt x="609600" y="1285875"/>
                </a:lnTo>
                <a:lnTo>
                  <a:pt x="609600" y="1257300"/>
                </a:lnTo>
                <a:lnTo>
                  <a:pt x="600075" y="1257300"/>
                </a:lnTo>
                <a:lnTo>
                  <a:pt x="600075" y="1238250"/>
                </a:lnTo>
                <a:lnTo>
                  <a:pt x="609600" y="1238250"/>
                </a:lnTo>
                <a:lnTo>
                  <a:pt x="609600" y="1228725"/>
                </a:lnTo>
                <a:lnTo>
                  <a:pt x="619125" y="1228725"/>
                </a:lnTo>
                <a:lnTo>
                  <a:pt x="619125" y="1219200"/>
                </a:lnTo>
                <a:lnTo>
                  <a:pt x="628650" y="1219200"/>
                </a:lnTo>
                <a:lnTo>
                  <a:pt x="628650" y="1209675"/>
                </a:lnTo>
                <a:lnTo>
                  <a:pt x="647700" y="1209675"/>
                </a:lnTo>
                <a:close/>
                <a:moveTo>
                  <a:pt x="1314450" y="1200150"/>
                </a:moveTo>
                <a:lnTo>
                  <a:pt x="1381125" y="1200150"/>
                </a:lnTo>
                <a:lnTo>
                  <a:pt x="1381125" y="1209675"/>
                </a:lnTo>
                <a:lnTo>
                  <a:pt x="1314450" y="1209675"/>
                </a:lnTo>
                <a:close/>
                <a:moveTo>
                  <a:pt x="428625" y="1238250"/>
                </a:moveTo>
                <a:lnTo>
                  <a:pt x="438150" y="1238250"/>
                </a:lnTo>
                <a:lnTo>
                  <a:pt x="438150" y="1247775"/>
                </a:lnTo>
                <a:lnTo>
                  <a:pt x="428625" y="1247775"/>
                </a:lnTo>
                <a:close/>
                <a:moveTo>
                  <a:pt x="428625" y="1257300"/>
                </a:moveTo>
                <a:lnTo>
                  <a:pt x="438150" y="1257300"/>
                </a:lnTo>
                <a:lnTo>
                  <a:pt x="438150" y="1276350"/>
                </a:lnTo>
                <a:lnTo>
                  <a:pt x="428625" y="1276350"/>
                </a:lnTo>
                <a:lnTo>
                  <a:pt x="428625" y="1295400"/>
                </a:lnTo>
                <a:lnTo>
                  <a:pt x="419100" y="1295400"/>
                </a:lnTo>
                <a:lnTo>
                  <a:pt x="419100" y="1266825"/>
                </a:lnTo>
                <a:lnTo>
                  <a:pt x="428625" y="1266825"/>
                </a:lnTo>
                <a:close/>
                <a:moveTo>
                  <a:pt x="685800" y="1266825"/>
                </a:moveTo>
                <a:lnTo>
                  <a:pt x="695325" y="1266825"/>
                </a:lnTo>
                <a:lnTo>
                  <a:pt x="695325" y="1276350"/>
                </a:lnTo>
                <a:lnTo>
                  <a:pt x="685800" y="1276350"/>
                </a:lnTo>
                <a:close/>
                <a:moveTo>
                  <a:pt x="1143000" y="1285875"/>
                </a:moveTo>
                <a:lnTo>
                  <a:pt x="1152525" y="1285875"/>
                </a:lnTo>
                <a:lnTo>
                  <a:pt x="1152525" y="1295400"/>
                </a:lnTo>
                <a:lnTo>
                  <a:pt x="1162050" y="1295400"/>
                </a:lnTo>
                <a:lnTo>
                  <a:pt x="1162050" y="1304925"/>
                </a:lnTo>
                <a:lnTo>
                  <a:pt x="1143000" y="1304925"/>
                </a:lnTo>
                <a:close/>
                <a:moveTo>
                  <a:pt x="409575" y="1295400"/>
                </a:moveTo>
                <a:lnTo>
                  <a:pt x="419100" y="1295400"/>
                </a:lnTo>
                <a:lnTo>
                  <a:pt x="419100" y="1304925"/>
                </a:lnTo>
                <a:lnTo>
                  <a:pt x="438150" y="1304925"/>
                </a:lnTo>
                <a:lnTo>
                  <a:pt x="438150" y="1314450"/>
                </a:lnTo>
                <a:lnTo>
                  <a:pt x="457200" y="1314450"/>
                </a:lnTo>
                <a:lnTo>
                  <a:pt x="457200" y="1323975"/>
                </a:lnTo>
                <a:lnTo>
                  <a:pt x="447675" y="1323975"/>
                </a:lnTo>
                <a:lnTo>
                  <a:pt x="447675" y="1333500"/>
                </a:lnTo>
                <a:lnTo>
                  <a:pt x="428625" y="1333500"/>
                </a:lnTo>
                <a:lnTo>
                  <a:pt x="428625" y="1323975"/>
                </a:lnTo>
                <a:lnTo>
                  <a:pt x="409575" y="1323975"/>
                </a:lnTo>
                <a:close/>
                <a:moveTo>
                  <a:pt x="1295400" y="1295400"/>
                </a:moveTo>
                <a:lnTo>
                  <a:pt x="1304925" y="1295400"/>
                </a:lnTo>
                <a:lnTo>
                  <a:pt x="1304925" y="1362075"/>
                </a:lnTo>
                <a:lnTo>
                  <a:pt x="1295400" y="1362075"/>
                </a:lnTo>
                <a:lnTo>
                  <a:pt x="1295400" y="1371600"/>
                </a:lnTo>
                <a:lnTo>
                  <a:pt x="1285875" y="1371600"/>
                </a:lnTo>
                <a:lnTo>
                  <a:pt x="1285875" y="1362075"/>
                </a:lnTo>
                <a:lnTo>
                  <a:pt x="1276350" y="1362075"/>
                </a:lnTo>
                <a:lnTo>
                  <a:pt x="1276350" y="1352550"/>
                </a:lnTo>
                <a:lnTo>
                  <a:pt x="1285875" y="1352550"/>
                </a:lnTo>
                <a:lnTo>
                  <a:pt x="1285875" y="1343025"/>
                </a:lnTo>
                <a:lnTo>
                  <a:pt x="1295400" y="1343025"/>
                </a:lnTo>
                <a:close/>
                <a:moveTo>
                  <a:pt x="495300" y="1323975"/>
                </a:moveTo>
                <a:lnTo>
                  <a:pt x="523875" y="1323975"/>
                </a:lnTo>
                <a:lnTo>
                  <a:pt x="523875" y="1343025"/>
                </a:lnTo>
                <a:lnTo>
                  <a:pt x="533400" y="1343025"/>
                </a:lnTo>
                <a:lnTo>
                  <a:pt x="533400" y="1352550"/>
                </a:lnTo>
                <a:lnTo>
                  <a:pt x="476250" y="1352550"/>
                </a:lnTo>
                <a:lnTo>
                  <a:pt x="476250" y="1333500"/>
                </a:lnTo>
                <a:lnTo>
                  <a:pt x="495300" y="1333500"/>
                </a:lnTo>
                <a:close/>
                <a:moveTo>
                  <a:pt x="447675" y="1333500"/>
                </a:moveTo>
                <a:lnTo>
                  <a:pt x="457200" y="1333500"/>
                </a:lnTo>
                <a:lnTo>
                  <a:pt x="457200" y="1343025"/>
                </a:lnTo>
                <a:lnTo>
                  <a:pt x="447675" y="1343025"/>
                </a:lnTo>
                <a:close/>
                <a:moveTo>
                  <a:pt x="647700" y="1352550"/>
                </a:moveTo>
                <a:lnTo>
                  <a:pt x="657225" y="1352550"/>
                </a:lnTo>
                <a:lnTo>
                  <a:pt x="657225" y="1390650"/>
                </a:lnTo>
                <a:lnTo>
                  <a:pt x="666750" y="1390650"/>
                </a:lnTo>
                <a:lnTo>
                  <a:pt x="666750" y="1419225"/>
                </a:lnTo>
                <a:lnTo>
                  <a:pt x="657225" y="1419225"/>
                </a:lnTo>
                <a:lnTo>
                  <a:pt x="657225" y="1485900"/>
                </a:lnTo>
                <a:lnTo>
                  <a:pt x="647700" y="1485900"/>
                </a:lnTo>
                <a:lnTo>
                  <a:pt x="647700" y="1504950"/>
                </a:lnTo>
                <a:lnTo>
                  <a:pt x="638175" y="1504950"/>
                </a:lnTo>
                <a:lnTo>
                  <a:pt x="638175" y="1514475"/>
                </a:lnTo>
                <a:lnTo>
                  <a:pt x="647700" y="1514475"/>
                </a:lnTo>
                <a:lnTo>
                  <a:pt x="647700" y="1552575"/>
                </a:lnTo>
                <a:lnTo>
                  <a:pt x="638175" y="1552575"/>
                </a:lnTo>
                <a:lnTo>
                  <a:pt x="638175" y="1581150"/>
                </a:lnTo>
                <a:lnTo>
                  <a:pt x="628650" y="1581150"/>
                </a:lnTo>
                <a:lnTo>
                  <a:pt x="628650" y="1609725"/>
                </a:lnTo>
                <a:lnTo>
                  <a:pt x="638175" y="1609725"/>
                </a:lnTo>
                <a:lnTo>
                  <a:pt x="638175" y="1619250"/>
                </a:lnTo>
                <a:lnTo>
                  <a:pt x="666750" y="1619250"/>
                </a:lnTo>
                <a:lnTo>
                  <a:pt x="666750" y="1609725"/>
                </a:lnTo>
                <a:lnTo>
                  <a:pt x="657225" y="1609725"/>
                </a:lnTo>
                <a:lnTo>
                  <a:pt x="657225" y="1600200"/>
                </a:lnTo>
                <a:lnTo>
                  <a:pt x="666750" y="1600200"/>
                </a:lnTo>
                <a:lnTo>
                  <a:pt x="666750" y="1590675"/>
                </a:lnTo>
                <a:lnTo>
                  <a:pt x="685800" y="1590675"/>
                </a:lnTo>
                <a:lnTo>
                  <a:pt x="685800" y="1600200"/>
                </a:lnTo>
                <a:lnTo>
                  <a:pt x="714375" y="1600200"/>
                </a:lnTo>
                <a:lnTo>
                  <a:pt x="714375" y="1590675"/>
                </a:lnTo>
                <a:lnTo>
                  <a:pt x="723900" y="1590675"/>
                </a:lnTo>
                <a:lnTo>
                  <a:pt x="723900" y="1600200"/>
                </a:lnTo>
                <a:lnTo>
                  <a:pt x="752475" y="1600200"/>
                </a:lnTo>
                <a:lnTo>
                  <a:pt x="752475" y="1609725"/>
                </a:lnTo>
                <a:lnTo>
                  <a:pt x="819150" y="1609725"/>
                </a:lnTo>
                <a:lnTo>
                  <a:pt x="819150" y="1619250"/>
                </a:lnTo>
                <a:lnTo>
                  <a:pt x="876300" y="1619250"/>
                </a:lnTo>
                <a:lnTo>
                  <a:pt x="876300" y="1609725"/>
                </a:lnTo>
                <a:lnTo>
                  <a:pt x="885825" y="1609725"/>
                </a:lnTo>
                <a:lnTo>
                  <a:pt x="885825" y="1619250"/>
                </a:lnTo>
                <a:lnTo>
                  <a:pt x="876300" y="1619250"/>
                </a:lnTo>
                <a:lnTo>
                  <a:pt x="876300" y="1628775"/>
                </a:lnTo>
                <a:lnTo>
                  <a:pt x="619125" y="1628775"/>
                </a:lnTo>
                <a:lnTo>
                  <a:pt x="619125" y="1619250"/>
                </a:lnTo>
                <a:lnTo>
                  <a:pt x="609600" y="1619250"/>
                </a:lnTo>
                <a:lnTo>
                  <a:pt x="609600" y="1590675"/>
                </a:lnTo>
                <a:lnTo>
                  <a:pt x="619125" y="1590675"/>
                </a:lnTo>
                <a:lnTo>
                  <a:pt x="619125" y="1543050"/>
                </a:lnTo>
                <a:lnTo>
                  <a:pt x="628650" y="1543050"/>
                </a:lnTo>
                <a:lnTo>
                  <a:pt x="628650" y="1466850"/>
                </a:lnTo>
                <a:lnTo>
                  <a:pt x="638175" y="1466850"/>
                </a:lnTo>
                <a:lnTo>
                  <a:pt x="638175" y="1409700"/>
                </a:lnTo>
                <a:lnTo>
                  <a:pt x="647700" y="1409700"/>
                </a:lnTo>
                <a:close/>
                <a:moveTo>
                  <a:pt x="1190625" y="1371600"/>
                </a:moveTo>
                <a:lnTo>
                  <a:pt x="1200150" y="1371600"/>
                </a:lnTo>
                <a:lnTo>
                  <a:pt x="1200150" y="1428750"/>
                </a:lnTo>
                <a:lnTo>
                  <a:pt x="1209675" y="1428750"/>
                </a:lnTo>
                <a:lnTo>
                  <a:pt x="1209675" y="1495425"/>
                </a:lnTo>
                <a:lnTo>
                  <a:pt x="1219200" y="1495425"/>
                </a:lnTo>
                <a:lnTo>
                  <a:pt x="1219200" y="1543050"/>
                </a:lnTo>
                <a:lnTo>
                  <a:pt x="1228725" y="1543050"/>
                </a:lnTo>
                <a:lnTo>
                  <a:pt x="1228725" y="1619250"/>
                </a:lnTo>
                <a:lnTo>
                  <a:pt x="1219200" y="1619250"/>
                </a:lnTo>
                <a:lnTo>
                  <a:pt x="1219200" y="1628775"/>
                </a:lnTo>
                <a:lnTo>
                  <a:pt x="952500" y="1628775"/>
                </a:lnTo>
                <a:lnTo>
                  <a:pt x="952500" y="1619250"/>
                </a:lnTo>
                <a:lnTo>
                  <a:pt x="942975" y="1619250"/>
                </a:lnTo>
                <a:lnTo>
                  <a:pt x="942975" y="1609725"/>
                </a:lnTo>
                <a:lnTo>
                  <a:pt x="952500" y="1609725"/>
                </a:lnTo>
                <a:lnTo>
                  <a:pt x="952500" y="1619250"/>
                </a:lnTo>
                <a:lnTo>
                  <a:pt x="990600" y="1619250"/>
                </a:lnTo>
                <a:lnTo>
                  <a:pt x="990600" y="1609725"/>
                </a:lnTo>
                <a:lnTo>
                  <a:pt x="1019175" y="1609725"/>
                </a:lnTo>
                <a:lnTo>
                  <a:pt x="1019175" y="1600200"/>
                </a:lnTo>
                <a:lnTo>
                  <a:pt x="1066800" y="1600200"/>
                </a:lnTo>
                <a:lnTo>
                  <a:pt x="1066800" y="1609725"/>
                </a:lnTo>
                <a:lnTo>
                  <a:pt x="1123950" y="1609725"/>
                </a:lnTo>
                <a:lnTo>
                  <a:pt x="1123950" y="1571625"/>
                </a:lnTo>
                <a:lnTo>
                  <a:pt x="1143000" y="1571625"/>
                </a:lnTo>
                <a:lnTo>
                  <a:pt x="1143000" y="1562100"/>
                </a:lnTo>
                <a:lnTo>
                  <a:pt x="1152525" y="1562100"/>
                </a:lnTo>
                <a:lnTo>
                  <a:pt x="1152525" y="1543050"/>
                </a:lnTo>
                <a:lnTo>
                  <a:pt x="1171575" y="1543050"/>
                </a:lnTo>
                <a:lnTo>
                  <a:pt x="1171575" y="1552575"/>
                </a:lnTo>
                <a:lnTo>
                  <a:pt x="1200150" y="1552575"/>
                </a:lnTo>
                <a:lnTo>
                  <a:pt x="1200150" y="1543050"/>
                </a:lnTo>
                <a:lnTo>
                  <a:pt x="1209675" y="1543050"/>
                </a:lnTo>
                <a:lnTo>
                  <a:pt x="1209675" y="1533525"/>
                </a:lnTo>
                <a:lnTo>
                  <a:pt x="1190625" y="1533525"/>
                </a:lnTo>
                <a:lnTo>
                  <a:pt x="1190625" y="1514475"/>
                </a:lnTo>
                <a:lnTo>
                  <a:pt x="1181100" y="1514475"/>
                </a:lnTo>
                <a:lnTo>
                  <a:pt x="1181100" y="1504950"/>
                </a:lnTo>
                <a:lnTo>
                  <a:pt x="1190625" y="1504950"/>
                </a:lnTo>
                <a:lnTo>
                  <a:pt x="1190625" y="1495425"/>
                </a:lnTo>
                <a:lnTo>
                  <a:pt x="1200150" y="1495425"/>
                </a:lnTo>
                <a:lnTo>
                  <a:pt x="1200150" y="1447800"/>
                </a:lnTo>
                <a:lnTo>
                  <a:pt x="1190625" y="1447800"/>
                </a:lnTo>
                <a:close/>
                <a:moveTo>
                  <a:pt x="1171575" y="1524000"/>
                </a:moveTo>
                <a:lnTo>
                  <a:pt x="1181100" y="1524000"/>
                </a:lnTo>
                <a:lnTo>
                  <a:pt x="1181100" y="1533525"/>
                </a:lnTo>
                <a:lnTo>
                  <a:pt x="1171575" y="1533525"/>
                </a:lnTo>
                <a:close/>
                <a:moveTo>
                  <a:pt x="1095375" y="1562100"/>
                </a:moveTo>
                <a:lnTo>
                  <a:pt x="1104900" y="1562100"/>
                </a:lnTo>
                <a:lnTo>
                  <a:pt x="1104900" y="1571625"/>
                </a:lnTo>
                <a:lnTo>
                  <a:pt x="1095375" y="1571625"/>
                </a:lnTo>
                <a:close/>
                <a:moveTo>
                  <a:pt x="1133475" y="1590675"/>
                </a:moveTo>
                <a:lnTo>
                  <a:pt x="1143000" y="1590675"/>
                </a:lnTo>
                <a:lnTo>
                  <a:pt x="1143000" y="1600200"/>
                </a:lnTo>
                <a:lnTo>
                  <a:pt x="1181100" y="1600200"/>
                </a:lnTo>
                <a:lnTo>
                  <a:pt x="1181100" y="1609725"/>
                </a:lnTo>
                <a:lnTo>
                  <a:pt x="1200150" y="1609725"/>
                </a:lnTo>
                <a:lnTo>
                  <a:pt x="1200150" y="1581150"/>
                </a:lnTo>
                <a:lnTo>
                  <a:pt x="1190625" y="1581150"/>
                </a:lnTo>
                <a:lnTo>
                  <a:pt x="1190625" y="1571625"/>
                </a:lnTo>
                <a:lnTo>
                  <a:pt x="1181100" y="1571625"/>
                </a:lnTo>
                <a:lnTo>
                  <a:pt x="1181100" y="1581150"/>
                </a:lnTo>
                <a:lnTo>
                  <a:pt x="1133475" y="1581150"/>
                </a:lnTo>
                <a:close/>
              </a:path>
            </a:pathLst>
          </a:custGeom>
          <a:solidFill xmlns:a="http://schemas.openxmlformats.org/drawingml/2006/main">
            <a:srgbClr val="2A5641"/>
          </a:solidFill>
          <a:ln xmlns:a="http://schemas.openxmlformats.org/drawingml/2006/main" w="0">
            <a:noFill/>
          </a:ln>
        </p:spPr>
      </p:sp>
      <p:sp>
        <p:nvSpPr>
          <p:cNvPr id="37" name="employee vector #265741">
            <a:extLst xmlns:a="http://schemas.openxmlformats.org/drawingml/2006/main">
              <a:ext uri="{FF2B5EF4-FFF2-40B4-BE49-F238E27FC236}">
                <a16:creationId xmlns:a16="http://schemas.microsoft.com/office/drawing/2014/main" id="{F28785C0-F54D-4E21-8AB9-91F03F075DB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85825" y="2571750"/>
            <a:ext cx="2105025" cy="2066925"/>
          </a:xfrm>
          <a:custGeom xmlns:a="http://schemas.openxmlformats.org/drawingml/2006/main">
            <a:pathLst>
              <a:path w="2105025" h="2066925">
                <a:moveTo>
                  <a:pt x="714375" y="619125"/>
                </a:moveTo>
                <a:lnTo>
                  <a:pt x="733425" y="619125"/>
                </a:lnTo>
                <a:lnTo>
                  <a:pt x="733425" y="628650"/>
                </a:lnTo>
                <a:lnTo>
                  <a:pt x="723900" y="628650"/>
                </a:lnTo>
                <a:lnTo>
                  <a:pt x="723900" y="638175"/>
                </a:lnTo>
                <a:lnTo>
                  <a:pt x="714375" y="638175"/>
                </a:lnTo>
                <a:close/>
                <a:moveTo>
                  <a:pt x="619125" y="904875"/>
                </a:moveTo>
                <a:lnTo>
                  <a:pt x="638175" y="904875"/>
                </a:lnTo>
                <a:lnTo>
                  <a:pt x="638175" y="914400"/>
                </a:lnTo>
                <a:lnTo>
                  <a:pt x="647700" y="914400"/>
                </a:lnTo>
                <a:lnTo>
                  <a:pt x="647700" y="904875"/>
                </a:lnTo>
                <a:lnTo>
                  <a:pt x="657225" y="904875"/>
                </a:lnTo>
                <a:lnTo>
                  <a:pt x="657225" y="914400"/>
                </a:lnTo>
                <a:lnTo>
                  <a:pt x="666750" y="914400"/>
                </a:lnTo>
                <a:lnTo>
                  <a:pt x="666750" y="904875"/>
                </a:lnTo>
                <a:lnTo>
                  <a:pt x="685800" y="904875"/>
                </a:lnTo>
                <a:lnTo>
                  <a:pt x="685800" y="914400"/>
                </a:lnTo>
                <a:lnTo>
                  <a:pt x="695325" y="914400"/>
                </a:lnTo>
                <a:lnTo>
                  <a:pt x="695325" y="923925"/>
                </a:lnTo>
                <a:lnTo>
                  <a:pt x="704850" y="923925"/>
                </a:lnTo>
                <a:lnTo>
                  <a:pt x="704850" y="933450"/>
                </a:lnTo>
                <a:lnTo>
                  <a:pt x="714375" y="933450"/>
                </a:lnTo>
                <a:lnTo>
                  <a:pt x="714375" y="923925"/>
                </a:lnTo>
                <a:lnTo>
                  <a:pt x="723900" y="923925"/>
                </a:lnTo>
                <a:lnTo>
                  <a:pt x="723900" y="914400"/>
                </a:lnTo>
                <a:lnTo>
                  <a:pt x="733425" y="914400"/>
                </a:lnTo>
                <a:lnTo>
                  <a:pt x="733425" y="942975"/>
                </a:lnTo>
                <a:lnTo>
                  <a:pt x="742950" y="942975"/>
                </a:lnTo>
                <a:lnTo>
                  <a:pt x="742950" y="933450"/>
                </a:lnTo>
                <a:lnTo>
                  <a:pt x="752475" y="933450"/>
                </a:lnTo>
                <a:lnTo>
                  <a:pt x="752475" y="942975"/>
                </a:lnTo>
                <a:lnTo>
                  <a:pt x="742950" y="942975"/>
                </a:lnTo>
                <a:lnTo>
                  <a:pt x="742950" y="952500"/>
                </a:lnTo>
                <a:lnTo>
                  <a:pt x="733425" y="952500"/>
                </a:lnTo>
                <a:lnTo>
                  <a:pt x="733425" y="962025"/>
                </a:lnTo>
                <a:lnTo>
                  <a:pt x="742950" y="962025"/>
                </a:lnTo>
                <a:lnTo>
                  <a:pt x="742950" y="981075"/>
                </a:lnTo>
                <a:lnTo>
                  <a:pt x="752475" y="981075"/>
                </a:lnTo>
                <a:lnTo>
                  <a:pt x="752475" y="971550"/>
                </a:lnTo>
                <a:lnTo>
                  <a:pt x="762000" y="971550"/>
                </a:lnTo>
                <a:lnTo>
                  <a:pt x="762000" y="990600"/>
                </a:lnTo>
                <a:lnTo>
                  <a:pt x="752475" y="990600"/>
                </a:lnTo>
                <a:lnTo>
                  <a:pt x="752475" y="1047750"/>
                </a:lnTo>
                <a:lnTo>
                  <a:pt x="762000" y="1047750"/>
                </a:lnTo>
                <a:lnTo>
                  <a:pt x="762000" y="1057275"/>
                </a:lnTo>
                <a:lnTo>
                  <a:pt x="771525" y="1057275"/>
                </a:lnTo>
                <a:lnTo>
                  <a:pt x="771525" y="1066800"/>
                </a:lnTo>
                <a:lnTo>
                  <a:pt x="800100" y="1066800"/>
                </a:lnTo>
                <a:lnTo>
                  <a:pt x="800100" y="1057275"/>
                </a:lnTo>
                <a:lnTo>
                  <a:pt x="838200" y="1057275"/>
                </a:lnTo>
                <a:lnTo>
                  <a:pt x="838200" y="1066800"/>
                </a:lnTo>
                <a:lnTo>
                  <a:pt x="857250" y="1066800"/>
                </a:lnTo>
                <a:lnTo>
                  <a:pt x="857250" y="1057275"/>
                </a:lnTo>
                <a:lnTo>
                  <a:pt x="866775" y="1057275"/>
                </a:lnTo>
                <a:lnTo>
                  <a:pt x="866775" y="1066800"/>
                </a:lnTo>
                <a:lnTo>
                  <a:pt x="876300" y="1066800"/>
                </a:lnTo>
                <a:lnTo>
                  <a:pt x="876300" y="1085850"/>
                </a:lnTo>
                <a:lnTo>
                  <a:pt x="866775" y="1085850"/>
                </a:lnTo>
                <a:lnTo>
                  <a:pt x="866775" y="1162050"/>
                </a:lnTo>
                <a:lnTo>
                  <a:pt x="876300" y="1162050"/>
                </a:lnTo>
                <a:lnTo>
                  <a:pt x="876300" y="1181100"/>
                </a:lnTo>
                <a:lnTo>
                  <a:pt x="866775" y="1181100"/>
                </a:lnTo>
                <a:lnTo>
                  <a:pt x="866775" y="1219200"/>
                </a:lnTo>
                <a:lnTo>
                  <a:pt x="828675" y="1219200"/>
                </a:lnTo>
                <a:lnTo>
                  <a:pt x="828675" y="1228725"/>
                </a:lnTo>
                <a:lnTo>
                  <a:pt x="781050" y="1228725"/>
                </a:lnTo>
                <a:lnTo>
                  <a:pt x="781050" y="1257300"/>
                </a:lnTo>
                <a:lnTo>
                  <a:pt x="742950" y="1257300"/>
                </a:lnTo>
                <a:lnTo>
                  <a:pt x="742950" y="1295400"/>
                </a:lnTo>
                <a:lnTo>
                  <a:pt x="733425" y="1295400"/>
                </a:lnTo>
                <a:lnTo>
                  <a:pt x="733425" y="1333500"/>
                </a:lnTo>
                <a:lnTo>
                  <a:pt x="704850" y="1333500"/>
                </a:lnTo>
                <a:lnTo>
                  <a:pt x="704850" y="1352550"/>
                </a:lnTo>
                <a:lnTo>
                  <a:pt x="695325" y="1352550"/>
                </a:lnTo>
                <a:lnTo>
                  <a:pt x="695325" y="1362075"/>
                </a:lnTo>
                <a:lnTo>
                  <a:pt x="676275" y="1362075"/>
                </a:lnTo>
                <a:lnTo>
                  <a:pt x="676275" y="1295400"/>
                </a:lnTo>
                <a:lnTo>
                  <a:pt x="685800" y="1295400"/>
                </a:lnTo>
                <a:lnTo>
                  <a:pt x="685800" y="1285875"/>
                </a:lnTo>
                <a:lnTo>
                  <a:pt x="695325" y="1285875"/>
                </a:lnTo>
                <a:lnTo>
                  <a:pt x="695325" y="1228725"/>
                </a:lnTo>
                <a:lnTo>
                  <a:pt x="685800" y="1228725"/>
                </a:lnTo>
                <a:lnTo>
                  <a:pt x="685800" y="1219200"/>
                </a:lnTo>
                <a:lnTo>
                  <a:pt x="676275" y="1219200"/>
                </a:lnTo>
                <a:lnTo>
                  <a:pt x="676275" y="1209675"/>
                </a:lnTo>
                <a:lnTo>
                  <a:pt x="666750" y="1209675"/>
                </a:lnTo>
                <a:lnTo>
                  <a:pt x="666750" y="1200150"/>
                </a:lnTo>
                <a:lnTo>
                  <a:pt x="638175" y="1200150"/>
                </a:lnTo>
                <a:lnTo>
                  <a:pt x="638175" y="1209675"/>
                </a:lnTo>
                <a:lnTo>
                  <a:pt x="619125" y="1209675"/>
                </a:lnTo>
                <a:lnTo>
                  <a:pt x="619125" y="1219200"/>
                </a:lnTo>
                <a:lnTo>
                  <a:pt x="609600" y="1219200"/>
                </a:lnTo>
                <a:lnTo>
                  <a:pt x="609600" y="1238250"/>
                </a:lnTo>
                <a:lnTo>
                  <a:pt x="600075" y="1238250"/>
                </a:lnTo>
                <a:lnTo>
                  <a:pt x="600075" y="1257300"/>
                </a:lnTo>
                <a:lnTo>
                  <a:pt x="581025" y="1257300"/>
                </a:lnTo>
                <a:lnTo>
                  <a:pt x="581025" y="1266825"/>
                </a:lnTo>
                <a:lnTo>
                  <a:pt x="571500" y="1266825"/>
                </a:lnTo>
                <a:lnTo>
                  <a:pt x="571500" y="1285875"/>
                </a:lnTo>
                <a:lnTo>
                  <a:pt x="533400" y="1285875"/>
                </a:lnTo>
                <a:lnTo>
                  <a:pt x="533400" y="1295400"/>
                </a:lnTo>
                <a:lnTo>
                  <a:pt x="523875" y="1295400"/>
                </a:lnTo>
                <a:lnTo>
                  <a:pt x="523875" y="1285875"/>
                </a:lnTo>
                <a:lnTo>
                  <a:pt x="514350" y="1285875"/>
                </a:lnTo>
                <a:lnTo>
                  <a:pt x="514350" y="1276350"/>
                </a:lnTo>
                <a:lnTo>
                  <a:pt x="523875" y="1276350"/>
                </a:lnTo>
                <a:lnTo>
                  <a:pt x="523875" y="1238250"/>
                </a:lnTo>
                <a:lnTo>
                  <a:pt x="533400" y="1238250"/>
                </a:lnTo>
                <a:lnTo>
                  <a:pt x="533400" y="1219200"/>
                </a:lnTo>
                <a:lnTo>
                  <a:pt x="523875" y="1219200"/>
                </a:lnTo>
                <a:lnTo>
                  <a:pt x="523875" y="1209675"/>
                </a:lnTo>
                <a:lnTo>
                  <a:pt x="514350" y="1209675"/>
                </a:lnTo>
                <a:lnTo>
                  <a:pt x="514350" y="1190625"/>
                </a:lnTo>
                <a:lnTo>
                  <a:pt x="504825" y="1190625"/>
                </a:lnTo>
                <a:lnTo>
                  <a:pt x="504825" y="1181100"/>
                </a:lnTo>
                <a:lnTo>
                  <a:pt x="495300" y="1181100"/>
                </a:lnTo>
                <a:lnTo>
                  <a:pt x="495300" y="1162050"/>
                </a:lnTo>
                <a:lnTo>
                  <a:pt x="485775" y="1162050"/>
                </a:lnTo>
                <a:lnTo>
                  <a:pt x="485775" y="1152525"/>
                </a:lnTo>
                <a:lnTo>
                  <a:pt x="495300" y="1152525"/>
                </a:lnTo>
                <a:lnTo>
                  <a:pt x="495300" y="1143000"/>
                </a:lnTo>
                <a:lnTo>
                  <a:pt x="485775" y="1143000"/>
                </a:lnTo>
                <a:lnTo>
                  <a:pt x="485775" y="1114425"/>
                </a:lnTo>
                <a:lnTo>
                  <a:pt x="495300" y="1114425"/>
                </a:lnTo>
                <a:lnTo>
                  <a:pt x="495300" y="1143000"/>
                </a:lnTo>
                <a:lnTo>
                  <a:pt x="514350" y="1143000"/>
                </a:lnTo>
                <a:lnTo>
                  <a:pt x="514350" y="1133475"/>
                </a:lnTo>
                <a:lnTo>
                  <a:pt x="533400" y="1133475"/>
                </a:lnTo>
                <a:lnTo>
                  <a:pt x="533400" y="1143000"/>
                </a:lnTo>
                <a:lnTo>
                  <a:pt x="542925" y="1143000"/>
                </a:lnTo>
                <a:lnTo>
                  <a:pt x="542925" y="1152525"/>
                </a:lnTo>
                <a:lnTo>
                  <a:pt x="552450" y="1152525"/>
                </a:lnTo>
                <a:lnTo>
                  <a:pt x="552450" y="1181100"/>
                </a:lnTo>
                <a:lnTo>
                  <a:pt x="590550" y="1181100"/>
                </a:lnTo>
                <a:lnTo>
                  <a:pt x="590550" y="1152525"/>
                </a:lnTo>
                <a:lnTo>
                  <a:pt x="600075" y="1152525"/>
                </a:lnTo>
                <a:lnTo>
                  <a:pt x="600075" y="1171575"/>
                </a:lnTo>
                <a:lnTo>
                  <a:pt x="609600" y="1171575"/>
                </a:lnTo>
                <a:lnTo>
                  <a:pt x="609600" y="1162050"/>
                </a:lnTo>
                <a:lnTo>
                  <a:pt x="666750" y="1162050"/>
                </a:lnTo>
                <a:lnTo>
                  <a:pt x="666750" y="1152525"/>
                </a:lnTo>
                <a:lnTo>
                  <a:pt x="676275" y="1152525"/>
                </a:lnTo>
                <a:lnTo>
                  <a:pt x="676275" y="1143000"/>
                </a:lnTo>
                <a:lnTo>
                  <a:pt x="657225" y="1143000"/>
                </a:lnTo>
                <a:lnTo>
                  <a:pt x="657225" y="1123950"/>
                </a:lnTo>
                <a:lnTo>
                  <a:pt x="638175" y="1123950"/>
                </a:lnTo>
                <a:lnTo>
                  <a:pt x="638175" y="1114425"/>
                </a:lnTo>
                <a:lnTo>
                  <a:pt x="619125" y="1114425"/>
                </a:lnTo>
                <a:lnTo>
                  <a:pt x="619125" y="1104900"/>
                </a:lnTo>
                <a:lnTo>
                  <a:pt x="609600" y="1104900"/>
                </a:lnTo>
                <a:lnTo>
                  <a:pt x="609600" y="1123950"/>
                </a:lnTo>
                <a:lnTo>
                  <a:pt x="600075" y="1123950"/>
                </a:lnTo>
                <a:lnTo>
                  <a:pt x="600075" y="1143000"/>
                </a:lnTo>
                <a:lnTo>
                  <a:pt x="590550" y="1143000"/>
                </a:lnTo>
                <a:lnTo>
                  <a:pt x="590550" y="1133475"/>
                </a:lnTo>
                <a:lnTo>
                  <a:pt x="581025" y="1133475"/>
                </a:lnTo>
                <a:lnTo>
                  <a:pt x="581025" y="1123950"/>
                </a:lnTo>
                <a:lnTo>
                  <a:pt x="571500" y="1123950"/>
                </a:lnTo>
                <a:lnTo>
                  <a:pt x="571500" y="1104900"/>
                </a:lnTo>
                <a:lnTo>
                  <a:pt x="581025" y="1104900"/>
                </a:lnTo>
                <a:lnTo>
                  <a:pt x="581025" y="1114425"/>
                </a:lnTo>
                <a:lnTo>
                  <a:pt x="590550" y="1114425"/>
                </a:lnTo>
                <a:lnTo>
                  <a:pt x="590550" y="1095375"/>
                </a:lnTo>
                <a:lnTo>
                  <a:pt x="581025" y="1095375"/>
                </a:lnTo>
                <a:lnTo>
                  <a:pt x="581025" y="1076325"/>
                </a:lnTo>
                <a:lnTo>
                  <a:pt x="561975" y="1076325"/>
                </a:lnTo>
                <a:lnTo>
                  <a:pt x="561975" y="1123950"/>
                </a:lnTo>
                <a:lnTo>
                  <a:pt x="533400" y="1123950"/>
                </a:lnTo>
                <a:lnTo>
                  <a:pt x="533400" y="1095375"/>
                </a:lnTo>
                <a:lnTo>
                  <a:pt x="514350" y="1095375"/>
                </a:lnTo>
                <a:lnTo>
                  <a:pt x="514350" y="1076325"/>
                </a:lnTo>
                <a:lnTo>
                  <a:pt x="533400" y="1076325"/>
                </a:lnTo>
                <a:lnTo>
                  <a:pt x="533400" y="1047750"/>
                </a:lnTo>
                <a:lnTo>
                  <a:pt x="523875" y="1047750"/>
                </a:lnTo>
                <a:lnTo>
                  <a:pt x="523875" y="1038225"/>
                </a:lnTo>
                <a:lnTo>
                  <a:pt x="514350" y="1038225"/>
                </a:lnTo>
                <a:lnTo>
                  <a:pt x="514350" y="1019175"/>
                </a:lnTo>
                <a:lnTo>
                  <a:pt x="542925" y="1019175"/>
                </a:lnTo>
                <a:lnTo>
                  <a:pt x="542925" y="1028700"/>
                </a:lnTo>
                <a:lnTo>
                  <a:pt x="552450" y="1028700"/>
                </a:lnTo>
                <a:lnTo>
                  <a:pt x="552450" y="1038225"/>
                </a:lnTo>
                <a:lnTo>
                  <a:pt x="581025" y="1038225"/>
                </a:lnTo>
                <a:lnTo>
                  <a:pt x="581025" y="1028700"/>
                </a:lnTo>
                <a:lnTo>
                  <a:pt x="590550" y="1028700"/>
                </a:lnTo>
                <a:lnTo>
                  <a:pt x="590550" y="1019175"/>
                </a:lnTo>
                <a:lnTo>
                  <a:pt x="619125" y="1019175"/>
                </a:lnTo>
                <a:lnTo>
                  <a:pt x="619125" y="971550"/>
                </a:lnTo>
                <a:lnTo>
                  <a:pt x="628650" y="971550"/>
                </a:lnTo>
                <a:lnTo>
                  <a:pt x="628650" y="942975"/>
                </a:lnTo>
                <a:lnTo>
                  <a:pt x="619125" y="942975"/>
                </a:lnTo>
                <a:close/>
                <a:moveTo>
                  <a:pt x="1162050" y="904875"/>
                </a:moveTo>
                <a:lnTo>
                  <a:pt x="1190625" y="904875"/>
                </a:lnTo>
                <a:lnTo>
                  <a:pt x="1190625" y="914400"/>
                </a:lnTo>
                <a:lnTo>
                  <a:pt x="1181100" y="914400"/>
                </a:lnTo>
                <a:lnTo>
                  <a:pt x="1181100" y="933450"/>
                </a:lnTo>
                <a:lnTo>
                  <a:pt x="1190625" y="933450"/>
                </a:lnTo>
                <a:lnTo>
                  <a:pt x="1190625" y="952500"/>
                </a:lnTo>
                <a:lnTo>
                  <a:pt x="1200150" y="952500"/>
                </a:lnTo>
                <a:lnTo>
                  <a:pt x="1200150" y="962025"/>
                </a:lnTo>
                <a:lnTo>
                  <a:pt x="1190625" y="962025"/>
                </a:lnTo>
                <a:lnTo>
                  <a:pt x="1190625" y="981075"/>
                </a:lnTo>
                <a:lnTo>
                  <a:pt x="1219200" y="981075"/>
                </a:lnTo>
                <a:lnTo>
                  <a:pt x="1219200" y="971550"/>
                </a:lnTo>
                <a:lnTo>
                  <a:pt x="1228725" y="971550"/>
                </a:lnTo>
                <a:lnTo>
                  <a:pt x="1228725" y="962025"/>
                </a:lnTo>
                <a:lnTo>
                  <a:pt x="1295400" y="962025"/>
                </a:lnTo>
                <a:lnTo>
                  <a:pt x="1295400" y="971550"/>
                </a:lnTo>
                <a:lnTo>
                  <a:pt x="1285875" y="971550"/>
                </a:lnTo>
                <a:lnTo>
                  <a:pt x="1285875" y="981075"/>
                </a:lnTo>
                <a:lnTo>
                  <a:pt x="1276350" y="981075"/>
                </a:lnTo>
                <a:lnTo>
                  <a:pt x="1276350" y="990600"/>
                </a:lnTo>
                <a:lnTo>
                  <a:pt x="1257300" y="990600"/>
                </a:lnTo>
                <a:lnTo>
                  <a:pt x="1257300" y="1000125"/>
                </a:lnTo>
                <a:lnTo>
                  <a:pt x="1238250" y="1000125"/>
                </a:lnTo>
                <a:lnTo>
                  <a:pt x="1238250" y="1009650"/>
                </a:lnTo>
                <a:lnTo>
                  <a:pt x="1209675" y="1009650"/>
                </a:lnTo>
                <a:lnTo>
                  <a:pt x="1209675" y="1019175"/>
                </a:lnTo>
                <a:lnTo>
                  <a:pt x="1200150" y="1019175"/>
                </a:lnTo>
                <a:lnTo>
                  <a:pt x="1200150" y="1028700"/>
                </a:lnTo>
                <a:lnTo>
                  <a:pt x="1190625" y="1028700"/>
                </a:lnTo>
                <a:lnTo>
                  <a:pt x="1190625" y="1009650"/>
                </a:lnTo>
                <a:lnTo>
                  <a:pt x="1171575" y="1009650"/>
                </a:lnTo>
                <a:lnTo>
                  <a:pt x="1171575" y="1028700"/>
                </a:lnTo>
                <a:lnTo>
                  <a:pt x="1162050" y="1028700"/>
                </a:lnTo>
                <a:lnTo>
                  <a:pt x="1162050" y="1038225"/>
                </a:lnTo>
                <a:lnTo>
                  <a:pt x="1152525" y="1038225"/>
                </a:lnTo>
                <a:lnTo>
                  <a:pt x="1152525" y="1047750"/>
                </a:lnTo>
                <a:lnTo>
                  <a:pt x="1133475" y="1047750"/>
                </a:lnTo>
                <a:lnTo>
                  <a:pt x="1133475" y="1057275"/>
                </a:lnTo>
                <a:lnTo>
                  <a:pt x="1104900" y="1057275"/>
                </a:lnTo>
                <a:lnTo>
                  <a:pt x="1104900" y="1066800"/>
                </a:lnTo>
                <a:lnTo>
                  <a:pt x="1095375" y="1066800"/>
                </a:lnTo>
                <a:lnTo>
                  <a:pt x="1095375" y="1047750"/>
                </a:lnTo>
                <a:lnTo>
                  <a:pt x="1066800" y="1047750"/>
                </a:lnTo>
                <a:lnTo>
                  <a:pt x="1066800" y="1038225"/>
                </a:lnTo>
                <a:lnTo>
                  <a:pt x="1057275" y="1038225"/>
                </a:lnTo>
                <a:lnTo>
                  <a:pt x="1057275" y="1009650"/>
                </a:lnTo>
                <a:lnTo>
                  <a:pt x="1066800" y="1009650"/>
                </a:lnTo>
                <a:lnTo>
                  <a:pt x="1066800" y="1000125"/>
                </a:lnTo>
                <a:lnTo>
                  <a:pt x="1076325" y="1000125"/>
                </a:lnTo>
                <a:lnTo>
                  <a:pt x="1076325" y="971550"/>
                </a:lnTo>
                <a:lnTo>
                  <a:pt x="1085850" y="971550"/>
                </a:lnTo>
                <a:lnTo>
                  <a:pt x="1085850" y="952500"/>
                </a:lnTo>
                <a:lnTo>
                  <a:pt x="1095375" y="952500"/>
                </a:lnTo>
                <a:lnTo>
                  <a:pt x="1095375" y="942975"/>
                </a:lnTo>
                <a:lnTo>
                  <a:pt x="1104900" y="942975"/>
                </a:lnTo>
                <a:lnTo>
                  <a:pt x="1104900" y="952500"/>
                </a:lnTo>
                <a:lnTo>
                  <a:pt x="1114425" y="952500"/>
                </a:lnTo>
                <a:lnTo>
                  <a:pt x="1114425" y="933450"/>
                </a:lnTo>
                <a:lnTo>
                  <a:pt x="1123950" y="933450"/>
                </a:lnTo>
                <a:lnTo>
                  <a:pt x="1123950" y="923925"/>
                </a:lnTo>
                <a:lnTo>
                  <a:pt x="1133475" y="923925"/>
                </a:lnTo>
                <a:lnTo>
                  <a:pt x="1133475" y="933450"/>
                </a:lnTo>
                <a:lnTo>
                  <a:pt x="1152525" y="933450"/>
                </a:lnTo>
                <a:lnTo>
                  <a:pt x="1152525" y="914400"/>
                </a:lnTo>
                <a:lnTo>
                  <a:pt x="1162050" y="914400"/>
                </a:lnTo>
                <a:close/>
                <a:moveTo>
                  <a:pt x="666750" y="942975"/>
                </a:moveTo>
                <a:lnTo>
                  <a:pt x="676275" y="942975"/>
                </a:lnTo>
                <a:lnTo>
                  <a:pt x="676275" y="933450"/>
                </a:lnTo>
                <a:lnTo>
                  <a:pt x="666750" y="933450"/>
                </a:lnTo>
                <a:close/>
                <a:moveTo>
                  <a:pt x="704850" y="952500"/>
                </a:moveTo>
                <a:lnTo>
                  <a:pt x="714375" y="952500"/>
                </a:lnTo>
                <a:lnTo>
                  <a:pt x="714375" y="942975"/>
                </a:lnTo>
                <a:lnTo>
                  <a:pt x="704850" y="942975"/>
                </a:lnTo>
                <a:close/>
                <a:moveTo>
                  <a:pt x="685800" y="962025"/>
                </a:moveTo>
                <a:lnTo>
                  <a:pt x="695325" y="962025"/>
                </a:lnTo>
                <a:lnTo>
                  <a:pt x="695325" y="942975"/>
                </a:lnTo>
                <a:lnTo>
                  <a:pt x="685800" y="942975"/>
                </a:lnTo>
                <a:close/>
                <a:moveTo>
                  <a:pt x="1152525" y="990600"/>
                </a:moveTo>
                <a:lnTo>
                  <a:pt x="1162050" y="990600"/>
                </a:lnTo>
                <a:lnTo>
                  <a:pt x="1162050" y="1000125"/>
                </a:lnTo>
                <a:lnTo>
                  <a:pt x="1171575" y="1000125"/>
                </a:lnTo>
                <a:lnTo>
                  <a:pt x="1171575" y="981075"/>
                </a:lnTo>
                <a:lnTo>
                  <a:pt x="1152525" y="981075"/>
                </a:lnTo>
                <a:close/>
                <a:moveTo>
                  <a:pt x="666750" y="1019175"/>
                </a:moveTo>
                <a:lnTo>
                  <a:pt x="685800" y="1019175"/>
                </a:lnTo>
                <a:lnTo>
                  <a:pt x="685800" y="1009650"/>
                </a:lnTo>
                <a:lnTo>
                  <a:pt x="666750" y="1009650"/>
                </a:lnTo>
                <a:close/>
                <a:moveTo>
                  <a:pt x="1257300" y="1019175"/>
                </a:moveTo>
                <a:lnTo>
                  <a:pt x="1266825" y="1019175"/>
                </a:lnTo>
                <a:lnTo>
                  <a:pt x="1266825" y="1028700"/>
                </a:lnTo>
                <a:lnTo>
                  <a:pt x="1276350" y="1028700"/>
                </a:lnTo>
                <a:lnTo>
                  <a:pt x="1276350" y="1057275"/>
                </a:lnTo>
                <a:lnTo>
                  <a:pt x="1285875" y="1057275"/>
                </a:lnTo>
                <a:lnTo>
                  <a:pt x="1285875" y="1066800"/>
                </a:lnTo>
                <a:lnTo>
                  <a:pt x="1304925" y="1066800"/>
                </a:lnTo>
                <a:lnTo>
                  <a:pt x="1304925" y="1104900"/>
                </a:lnTo>
                <a:lnTo>
                  <a:pt x="1314450" y="1104900"/>
                </a:lnTo>
                <a:lnTo>
                  <a:pt x="1314450" y="1095375"/>
                </a:lnTo>
                <a:lnTo>
                  <a:pt x="1323975" y="1095375"/>
                </a:lnTo>
                <a:lnTo>
                  <a:pt x="1323975" y="1085850"/>
                </a:lnTo>
                <a:lnTo>
                  <a:pt x="1333500" y="1085850"/>
                </a:lnTo>
                <a:lnTo>
                  <a:pt x="1333500" y="1066800"/>
                </a:lnTo>
                <a:lnTo>
                  <a:pt x="1352550" y="1066800"/>
                </a:lnTo>
                <a:lnTo>
                  <a:pt x="1352550" y="1152525"/>
                </a:lnTo>
                <a:lnTo>
                  <a:pt x="1362075" y="1152525"/>
                </a:lnTo>
                <a:lnTo>
                  <a:pt x="1362075" y="1162050"/>
                </a:lnTo>
                <a:lnTo>
                  <a:pt x="1371600" y="1162050"/>
                </a:lnTo>
                <a:lnTo>
                  <a:pt x="1371600" y="1171575"/>
                </a:lnTo>
                <a:lnTo>
                  <a:pt x="1381125" y="1171575"/>
                </a:lnTo>
                <a:lnTo>
                  <a:pt x="1381125" y="1181100"/>
                </a:lnTo>
                <a:lnTo>
                  <a:pt x="1362075" y="1181100"/>
                </a:lnTo>
                <a:lnTo>
                  <a:pt x="1362075" y="1171575"/>
                </a:lnTo>
                <a:lnTo>
                  <a:pt x="1343025" y="1171575"/>
                </a:lnTo>
                <a:lnTo>
                  <a:pt x="1343025" y="1162050"/>
                </a:lnTo>
                <a:lnTo>
                  <a:pt x="1333500" y="1162050"/>
                </a:lnTo>
                <a:lnTo>
                  <a:pt x="1333500" y="1171575"/>
                </a:lnTo>
                <a:lnTo>
                  <a:pt x="1323975" y="1171575"/>
                </a:lnTo>
                <a:lnTo>
                  <a:pt x="1323975" y="1181100"/>
                </a:lnTo>
                <a:lnTo>
                  <a:pt x="1304925" y="1181100"/>
                </a:lnTo>
                <a:lnTo>
                  <a:pt x="1304925" y="1190625"/>
                </a:lnTo>
                <a:lnTo>
                  <a:pt x="1285875" y="1190625"/>
                </a:lnTo>
                <a:lnTo>
                  <a:pt x="1285875" y="1171575"/>
                </a:lnTo>
                <a:lnTo>
                  <a:pt x="1295400" y="1171575"/>
                </a:lnTo>
                <a:lnTo>
                  <a:pt x="1295400" y="1152525"/>
                </a:lnTo>
                <a:lnTo>
                  <a:pt x="1276350" y="1152525"/>
                </a:lnTo>
                <a:lnTo>
                  <a:pt x="1276350" y="1181100"/>
                </a:lnTo>
                <a:lnTo>
                  <a:pt x="1266825" y="1181100"/>
                </a:lnTo>
                <a:lnTo>
                  <a:pt x="1266825" y="1200150"/>
                </a:lnTo>
                <a:lnTo>
                  <a:pt x="1257300" y="1200150"/>
                </a:lnTo>
                <a:lnTo>
                  <a:pt x="1257300" y="1190625"/>
                </a:lnTo>
                <a:lnTo>
                  <a:pt x="1247775" y="1190625"/>
                </a:lnTo>
                <a:lnTo>
                  <a:pt x="1247775" y="1162050"/>
                </a:lnTo>
                <a:lnTo>
                  <a:pt x="1257300" y="1162050"/>
                </a:lnTo>
                <a:lnTo>
                  <a:pt x="1257300" y="1152525"/>
                </a:lnTo>
                <a:lnTo>
                  <a:pt x="1238250" y="1152525"/>
                </a:lnTo>
                <a:lnTo>
                  <a:pt x="1238250" y="1133475"/>
                </a:lnTo>
                <a:lnTo>
                  <a:pt x="1228725" y="1133475"/>
                </a:lnTo>
                <a:lnTo>
                  <a:pt x="1228725" y="1123950"/>
                </a:lnTo>
                <a:lnTo>
                  <a:pt x="1238250" y="1123950"/>
                </a:lnTo>
                <a:lnTo>
                  <a:pt x="1238250" y="1095375"/>
                </a:lnTo>
                <a:lnTo>
                  <a:pt x="1247775" y="1095375"/>
                </a:lnTo>
                <a:lnTo>
                  <a:pt x="1247775" y="1114425"/>
                </a:lnTo>
                <a:lnTo>
                  <a:pt x="1257300" y="1114425"/>
                </a:lnTo>
                <a:lnTo>
                  <a:pt x="1257300" y="1095375"/>
                </a:lnTo>
                <a:lnTo>
                  <a:pt x="1266825" y="1095375"/>
                </a:lnTo>
                <a:lnTo>
                  <a:pt x="1266825" y="1085850"/>
                </a:lnTo>
                <a:lnTo>
                  <a:pt x="1257300" y="1085850"/>
                </a:lnTo>
                <a:lnTo>
                  <a:pt x="1257300" y="1076325"/>
                </a:lnTo>
                <a:lnTo>
                  <a:pt x="1247775" y="1076325"/>
                </a:lnTo>
                <a:lnTo>
                  <a:pt x="1247775" y="1057275"/>
                </a:lnTo>
                <a:lnTo>
                  <a:pt x="1257300" y="1057275"/>
                </a:lnTo>
                <a:close/>
                <a:moveTo>
                  <a:pt x="1114425" y="1038225"/>
                </a:moveTo>
                <a:lnTo>
                  <a:pt x="1123950" y="1038225"/>
                </a:lnTo>
                <a:lnTo>
                  <a:pt x="1123950" y="1028700"/>
                </a:lnTo>
                <a:lnTo>
                  <a:pt x="1114425" y="1028700"/>
                </a:lnTo>
                <a:close/>
                <a:moveTo>
                  <a:pt x="1200150" y="1038225"/>
                </a:moveTo>
                <a:lnTo>
                  <a:pt x="1219200" y="1038225"/>
                </a:lnTo>
                <a:lnTo>
                  <a:pt x="1219200" y="1057275"/>
                </a:lnTo>
                <a:lnTo>
                  <a:pt x="1238250" y="1057275"/>
                </a:lnTo>
                <a:lnTo>
                  <a:pt x="1238250" y="1066800"/>
                </a:lnTo>
                <a:lnTo>
                  <a:pt x="1200150" y="1066800"/>
                </a:lnTo>
                <a:lnTo>
                  <a:pt x="1200150" y="1057275"/>
                </a:lnTo>
                <a:lnTo>
                  <a:pt x="1209675" y="1057275"/>
                </a:lnTo>
                <a:lnTo>
                  <a:pt x="1209675" y="1047750"/>
                </a:lnTo>
                <a:lnTo>
                  <a:pt x="1200150" y="1047750"/>
                </a:lnTo>
                <a:close/>
                <a:moveTo>
                  <a:pt x="1028700" y="1047750"/>
                </a:moveTo>
                <a:lnTo>
                  <a:pt x="1038225" y="1047750"/>
                </a:lnTo>
                <a:lnTo>
                  <a:pt x="1038225" y="1057275"/>
                </a:lnTo>
                <a:lnTo>
                  <a:pt x="1028700" y="1057275"/>
                </a:lnTo>
                <a:close/>
                <a:moveTo>
                  <a:pt x="1038225" y="1057275"/>
                </a:moveTo>
                <a:lnTo>
                  <a:pt x="1057275" y="1057275"/>
                </a:lnTo>
                <a:lnTo>
                  <a:pt x="1057275" y="1066800"/>
                </a:lnTo>
                <a:lnTo>
                  <a:pt x="1038225" y="1066800"/>
                </a:lnTo>
                <a:close/>
                <a:moveTo>
                  <a:pt x="485775" y="1085850"/>
                </a:moveTo>
                <a:lnTo>
                  <a:pt x="495300" y="1085850"/>
                </a:lnTo>
                <a:lnTo>
                  <a:pt x="495300" y="1104900"/>
                </a:lnTo>
                <a:lnTo>
                  <a:pt x="485775" y="1104900"/>
                </a:lnTo>
                <a:close/>
                <a:moveTo>
                  <a:pt x="962025" y="1104900"/>
                </a:moveTo>
                <a:lnTo>
                  <a:pt x="971550" y="1104900"/>
                </a:lnTo>
                <a:lnTo>
                  <a:pt x="971550" y="1114425"/>
                </a:lnTo>
                <a:lnTo>
                  <a:pt x="962025" y="1114425"/>
                </a:lnTo>
                <a:close/>
                <a:moveTo>
                  <a:pt x="657225" y="1123950"/>
                </a:moveTo>
                <a:lnTo>
                  <a:pt x="666750" y="1123950"/>
                </a:lnTo>
                <a:lnTo>
                  <a:pt x="666750" y="1133475"/>
                </a:lnTo>
                <a:lnTo>
                  <a:pt x="685800" y="1133475"/>
                </a:lnTo>
                <a:lnTo>
                  <a:pt x="685800" y="1095375"/>
                </a:lnTo>
                <a:lnTo>
                  <a:pt x="666750" y="1095375"/>
                </a:lnTo>
                <a:lnTo>
                  <a:pt x="666750" y="1104900"/>
                </a:lnTo>
                <a:lnTo>
                  <a:pt x="657225" y="1104900"/>
                </a:lnTo>
                <a:close/>
                <a:moveTo>
                  <a:pt x="962025" y="1171575"/>
                </a:moveTo>
                <a:lnTo>
                  <a:pt x="981075" y="1171575"/>
                </a:lnTo>
                <a:lnTo>
                  <a:pt x="981075" y="1190625"/>
                </a:lnTo>
                <a:lnTo>
                  <a:pt x="990600" y="1190625"/>
                </a:lnTo>
                <a:lnTo>
                  <a:pt x="990600" y="1200150"/>
                </a:lnTo>
                <a:lnTo>
                  <a:pt x="1009650" y="1200150"/>
                </a:lnTo>
                <a:lnTo>
                  <a:pt x="1009650" y="1209675"/>
                </a:lnTo>
                <a:lnTo>
                  <a:pt x="1019175" y="1209675"/>
                </a:lnTo>
                <a:lnTo>
                  <a:pt x="1019175" y="1219200"/>
                </a:lnTo>
                <a:lnTo>
                  <a:pt x="1104900" y="1219200"/>
                </a:lnTo>
                <a:lnTo>
                  <a:pt x="1104900" y="1228725"/>
                </a:lnTo>
                <a:lnTo>
                  <a:pt x="1123950" y="1228725"/>
                </a:lnTo>
                <a:lnTo>
                  <a:pt x="1123950" y="1219200"/>
                </a:lnTo>
                <a:lnTo>
                  <a:pt x="1133475" y="1219200"/>
                </a:lnTo>
                <a:lnTo>
                  <a:pt x="1133475" y="1209675"/>
                </a:lnTo>
                <a:lnTo>
                  <a:pt x="1152525" y="1209675"/>
                </a:lnTo>
                <a:lnTo>
                  <a:pt x="1152525" y="1219200"/>
                </a:lnTo>
                <a:lnTo>
                  <a:pt x="1162050" y="1219200"/>
                </a:lnTo>
                <a:lnTo>
                  <a:pt x="1162050" y="1228725"/>
                </a:lnTo>
                <a:lnTo>
                  <a:pt x="1152525" y="1228725"/>
                </a:lnTo>
                <a:lnTo>
                  <a:pt x="1152525" y="1285875"/>
                </a:lnTo>
                <a:lnTo>
                  <a:pt x="1143000" y="1285875"/>
                </a:lnTo>
                <a:lnTo>
                  <a:pt x="1143000" y="1295400"/>
                </a:lnTo>
                <a:lnTo>
                  <a:pt x="1133475" y="1295400"/>
                </a:lnTo>
                <a:lnTo>
                  <a:pt x="1133475" y="1285875"/>
                </a:lnTo>
                <a:lnTo>
                  <a:pt x="1123950" y="1285875"/>
                </a:lnTo>
                <a:lnTo>
                  <a:pt x="1123950" y="1266825"/>
                </a:lnTo>
                <a:lnTo>
                  <a:pt x="1104900" y="1266825"/>
                </a:lnTo>
                <a:lnTo>
                  <a:pt x="1104900" y="1247775"/>
                </a:lnTo>
                <a:lnTo>
                  <a:pt x="1076325" y="1247775"/>
                </a:lnTo>
                <a:lnTo>
                  <a:pt x="1076325" y="1257300"/>
                </a:lnTo>
                <a:lnTo>
                  <a:pt x="1066800" y="1257300"/>
                </a:lnTo>
                <a:lnTo>
                  <a:pt x="1066800" y="1266825"/>
                </a:lnTo>
                <a:lnTo>
                  <a:pt x="1047750" y="1266825"/>
                </a:lnTo>
                <a:lnTo>
                  <a:pt x="1047750" y="1304925"/>
                </a:lnTo>
                <a:lnTo>
                  <a:pt x="1066800" y="1304925"/>
                </a:lnTo>
                <a:lnTo>
                  <a:pt x="1066800" y="1314450"/>
                </a:lnTo>
                <a:lnTo>
                  <a:pt x="1057275" y="1314450"/>
                </a:lnTo>
                <a:lnTo>
                  <a:pt x="1057275" y="1323975"/>
                </a:lnTo>
                <a:lnTo>
                  <a:pt x="1076325" y="1323975"/>
                </a:lnTo>
                <a:lnTo>
                  <a:pt x="1076325" y="1314450"/>
                </a:lnTo>
                <a:lnTo>
                  <a:pt x="1085850" y="1314450"/>
                </a:lnTo>
                <a:lnTo>
                  <a:pt x="1085850" y="1295400"/>
                </a:lnTo>
                <a:lnTo>
                  <a:pt x="1114425" y="1295400"/>
                </a:lnTo>
                <a:lnTo>
                  <a:pt x="1114425" y="1314450"/>
                </a:lnTo>
                <a:lnTo>
                  <a:pt x="1123950" y="1314450"/>
                </a:lnTo>
                <a:lnTo>
                  <a:pt x="1123950" y="1323975"/>
                </a:lnTo>
                <a:lnTo>
                  <a:pt x="1143000" y="1323975"/>
                </a:lnTo>
                <a:lnTo>
                  <a:pt x="1143000" y="1314450"/>
                </a:lnTo>
                <a:lnTo>
                  <a:pt x="1152525" y="1314450"/>
                </a:lnTo>
                <a:lnTo>
                  <a:pt x="1152525" y="1323975"/>
                </a:lnTo>
                <a:lnTo>
                  <a:pt x="1162050" y="1323975"/>
                </a:lnTo>
                <a:lnTo>
                  <a:pt x="1162050" y="1333500"/>
                </a:lnTo>
                <a:lnTo>
                  <a:pt x="1171575" y="1333500"/>
                </a:lnTo>
                <a:lnTo>
                  <a:pt x="1171575" y="1343025"/>
                </a:lnTo>
                <a:lnTo>
                  <a:pt x="1133475" y="1343025"/>
                </a:lnTo>
                <a:lnTo>
                  <a:pt x="1133475" y="1352550"/>
                </a:lnTo>
                <a:lnTo>
                  <a:pt x="1123950" y="1352550"/>
                </a:lnTo>
                <a:lnTo>
                  <a:pt x="1123950" y="1371600"/>
                </a:lnTo>
                <a:lnTo>
                  <a:pt x="1114425" y="1371600"/>
                </a:lnTo>
                <a:lnTo>
                  <a:pt x="1114425" y="1390650"/>
                </a:lnTo>
                <a:lnTo>
                  <a:pt x="1104900" y="1390650"/>
                </a:lnTo>
                <a:lnTo>
                  <a:pt x="1104900" y="1428750"/>
                </a:lnTo>
                <a:lnTo>
                  <a:pt x="1095375" y="1428750"/>
                </a:lnTo>
                <a:lnTo>
                  <a:pt x="1095375" y="1438275"/>
                </a:lnTo>
                <a:lnTo>
                  <a:pt x="1066800" y="1438275"/>
                </a:lnTo>
                <a:lnTo>
                  <a:pt x="1066800" y="1466850"/>
                </a:lnTo>
                <a:lnTo>
                  <a:pt x="1047750" y="1466850"/>
                </a:lnTo>
                <a:lnTo>
                  <a:pt x="1047750" y="1476375"/>
                </a:lnTo>
                <a:lnTo>
                  <a:pt x="1038225" y="1476375"/>
                </a:lnTo>
                <a:lnTo>
                  <a:pt x="1038225" y="1466850"/>
                </a:lnTo>
                <a:lnTo>
                  <a:pt x="1028700" y="1466850"/>
                </a:lnTo>
                <a:lnTo>
                  <a:pt x="1028700" y="1457325"/>
                </a:lnTo>
                <a:lnTo>
                  <a:pt x="1009650" y="1457325"/>
                </a:lnTo>
                <a:lnTo>
                  <a:pt x="1009650" y="1476375"/>
                </a:lnTo>
                <a:lnTo>
                  <a:pt x="1019175" y="1476375"/>
                </a:lnTo>
                <a:lnTo>
                  <a:pt x="1019175" y="1485900"/>
                </a:lnTo>
                <a:lnTo>
                  <a:pt x="1028700" y="1485900"/>
                </a:lnTo>
                <a:lnTo>
                  <a:pt x="1028700" y="1476375"/>
                </a:lnTo>
                <a:lnTo>
                  <a:pt x="1038225" y="1476375"/>
                </a:lnTo>
                <a:lnTo>
                  <a:pt x="1038225" y="1485900"/>
                </a:lnTo>
                <a:lnTo>
                  <a:pt x="1047750" y="1485900"/>
                </a:lnTo>
                <a:lnTo>
                  <a:pt x="1047750" y="1495425"/>
                </a:lnTo>
                <a:lnTo>
                  <a:pt x="1066800" y="1495425"/>
                </a:lnTo>
                <a:lnTo>
                  <a:pt x="1066800" y="1485900"/>
                </a:lnTo>
                <a:lnTo>
                  <a:pt x="1076325" y="1485900"/>
                </a:lnTo>
                <a:lnTo>
                  <a:pt x="1076325" y="1476375"/>
                </a:lnTo>
                <a:lnTo>
                  <a:pt x="1085850" y="1476375"/>
                </a:lnTo>
                <a:lnTo>
                  <a:pt x="1085850" y="1485900"/>
                </a:lnTo>
                <a:lnTo>
                  <a:pt x="1095375" y="1485900"/>
                </a:lnTo>
                <a:lnTo>
                  <a:pt x="1095375" y="1495425"/>
                </a:lnTo>
                <a:lnTo>
                  <a:pt x="1123950" y="1495425"/>
                </a:lnTo>
                <a:lnTo>
                  <a:pt x="1123950" y="1514475"/>
                </a:lnTo>
                <a:lnTo>
                  <a:pt x="1133475" y="1514475"/>
                </a:lnTo>
                <a:lnTo>
                  <a:pt x="1133475" y="1524000"/>
                </a:lnTo>
                <a:lnTo>
                  <a:pt x="1162050" y="1524000"/>
                </a:lnTo>
                <a:lnTo>
                  <a:pt x="1162050" y="1514475"/>
                </a:lnTo>
                <a:lnTo>
                  <a:pt x="1190625" y="1514475"/>
                </a:lnTo>
                <a:lnTo>
                  <a:pt x="1190625" y="1524000"/>
                </a:lnTo>
                <a:lnTo>
                  <a:pt x="1171575" y="1524000"/>
                </a:lnTo>
                <a:lnTo>
                  <a:pt x="1171575" y="1533525"/>
                </a:lnTo>
                <a:lnTo>
                  <a:pt x="1162050" y="1533525"/>
                </a:lnTo>
                <a:lnTo>
                  <a:pt x="1162050" y="1543050"/>
                </a:lnTo>
                <a:lnTo>
                  <a:pt x="1152525" y="1543050"/>
                </a:lnTo>
                <a:lnTo>
                  <a:pt x="1152525" y="1562100"/>
                </a:lnTo>
                <a:lnTo>
                  <a:pt x="1143000" y="1562100"/>
                </a:lnTo>
                <a:lnTo>
                  <a:pt x="1143000" y="1571625"/>
                </a:lnTo>
                <a:lnTo>
                  <a:pt x="1123950" y="1571625"/>
                </a:lnTo>
                <a:lnTo>
                  <a:pt x="1123950" y="1600200"/>
                </a:lnTo>
                <a:lnTo>
                  <a:pt x="1114425" y="1600200"/>
                </a:lnTo>
                <a:lnTo>
                  <a:pt x="1114425" y="1590675"/>
                </a:lnTo>
                <a:lnTo>
                  <a:pt x="1095375" y="1590675"/>
                </a:lnTo>
                <a:lnTo>
                  <a:pt x="1095375" y="1600200"/>
                </a:lnTo>
                <a:lnTo>
                  <a:pt x="1047750" y="1600200"/>
                </a:lnTo>
                <a:lnTo>
                  <a:pt x="1047750" y="1590675"/>
                </a:lnTo>
                <a:lnTo>
                  <a:pt x="1038225" y="1590675"/>
                </a:lnTo>
                <a:lnTo>
                  <a:pt x="1038225" y="1600200"/>
                </a:lnTo>
                <a:lnTo>
                  <a:pt x="1028700" y="1600200"/>
                </a:lnTo>
                <a:lnTo>
                  <a:pt x="1028700" y="1590675"/>
                </a:lnTo>
                <a:lnTo>
                  <a:pt x="1009650" y="1590675"/>
                </a:lnTo>
                <a:lnTo>
                  <a:pt x="1009650" y="1600200"/>
                </a:lnTo>
                <a:lnTo>
                  <a:pt x="1019175" y="1600200"/>
                </a:lnTo>
                <a:lnTo>
                  <a:pt x="1019175" y="1609725"/>
                </a:lnTo>
                <a:lnTo>
                  <a:pt x="990600" y="1609725"/>
                </a:lnTo>
                <a:lnTo>
                  <a:pt x="990600" y="1600200"/>
                </a:lnTo>
                <a:lnTo>
                  <a:pt x="981075" y="1600200"/>
                </a:lnTo>
                <a:lnTo>
                  <a:pt x="981075" y="1590675"/>
                </a:lnTo>
                <a:lnTo>
                  <a:pt x="990600" y="1590675"/>
                </a:lnTo>
                <a:lnTo>
                  <a:pt x="990600" y="1581150"/>
                </a:lnTo>
                <a:lnTo>
                  <a:pt x="981075" y="1581150"/>
                </a:lnTo>
                <a:lnTo>
                  <a:pt x="981075" y="1571625"/>
                </a:lnTo>
                <a:lnTo>
                  <a:pt x="990600" y="1571625"/>
                </a:lnTo>
                <a:lnTo>
                  <a:pt x="990600" y="1552575"/>
                </a:lnTo>
                <a:lnTo>
                  <a:pt x="1000125" y="1552575"/>
                </a:lnTo>
                <a:lnTo>
                  <a:pt x="1000125" y="1543050"/>
                </a:lnTo>
                <a:lnTo>
                  <a:pt x="990600" y="1543050"/>
                </a:lnTo>
                <a:lnTo>
                  <a:pt x="990600" y="1533525"/>
                </a:lnTo>
                <a:lnTo>
                  <a:pt x="971550" y="1533525"/>
                </a:lnTo>
                <a:lnTo>
                  <a:pt x="971550" y="1543050"/>
                </a:lnTo>
                <a:lnTo>
                  <a:pt x="962025" y="1543050"/>
                </a:lnTo>
                <a:lnTo>
                  <a:pt x="962025" y="1343025"/>
                </a:lnTo>
                <a:lnTo>
                  <a:pt x="952500" y="1343025"/>
                </a:lnTo>
                <a:lnTo>
                  <a:pt x="952500" y="1266825"/>
                </a:lnTo>
                <a:lnTo>
                  <a:pt x="962025" y="1266825"/>
                </a:lnTo>
                <a:close/>
                <a:moveTo>
                  <a:pt x="1381125" y="1181100"/>
                </a:moveTo>
                <a:lnTo>
                  <a:pt x="1390650" y="1181100"/>
                </a:lnTo>
                <a:lnTo>
                  <a:pt x="1390650" y="1190625"/>
                </a:lnTo>
                <a:lnTo>
                  <a:pt x="1381125" y="1190625"/>
                </a:lnTo>
                <a:close/>
                <a:moveTo>
                  <a:pt x="447675" y="1238250"/>
                </a:moveTo>
                <a:lnTo>
                  <a:pt x="457200" y="1238250"/>
                </a:lnTo>
                <a:lnTo>
                  <a:pt x="457200" y="1247775"/>
                </a:lnTo>
                <a:lnTo>
                  <a:pt x="466725" y="1247775"/>
                </a:lnTo>
                <a:lnTo>
                  <a:pt x="466725" y="1257300"/>
                </a:lnTo>
                <a:lnTo>
                  <a:pt x="457200" y="1257300"/>
                </a:lnTo>
                <a:lnTo>
                  <a:pt x="457200" y="1285875"/>
                </a:lnTo>
                <a:lnTo>
                  <a:pt x="466725" y="1285875"/>
                </a:lnTo>
                <a:lnTo>
                  <a:pt x="466725" y="1295400"/>
                </a:lnTo>
                <a:lnTo>
                  <a:pt x="476250" y="1295400"/>
                </a:lnTo>
                <a:lnTo>
                  <a:pt x="476250" y="1304925"/>
                </a:lnTo>
                <a:lnTo>
                  <a:pt x="466725" y="1304925"/>
                </a:lnTo>
                <a:lnTo>
                  <a:pt x="466725" y="1314450"/>
                </a:lnTo>
                <a:lnTo>
                  <a:pt x="447675" y="1314450"/>
                </a:lnTo>
                <a:lnTo>
                  <a:pt x="447675" y="1295400"/>
                </a:lnTo>
                <a:lnTo>
                  <a:pt x="438150" y="1295400"/>
                </a:lnTo>
                <a:lnTo>
                  <a:pt x="438150" y="1304925"/>
                </a:lnTo>
                <a:lnTo>
                  <a:pt x="428625" y="1304925"/>
                </a:lnTo>
                <a:lnTo>
                  <a:pt x="428625" y="1276350"/>
                </a:lnTo>
                <a:lnTo>
                  <a:pt x="438150" y="1276350"/>
                </a:lnTo>
                <a:lnTo>
                  <a:pt x="438150" y="1247775"/>
                </a:lnTo>
                <a:lnTo>
                  <a:pt x="447675" y="1247775"/>
                </a:lnTo>
                <a:close/>
                <a:moveTo>
                  <a:pt x="1228725" y="1238250"/>
                </a:moveTo>
                <a:lnTo>
                  <a:pt x="1238250" y="1238250"/>
                </a:lnTo>
                <a:lnTo>
                  <a:pt x="1238250" y="1257300"/>
                </a:lnTo>
                <a:lnTo>
                  <a:pt x="1228725" y="1257300"/>
                </a:lnTo>
                <a:close/>
                <a:moveTo>
                  <a:pt x="581025" y="1247775"/>
                </a:moveTo>
                <a:lnTo>
                  <a:pt x="590550" y="1247775"/>
                </a:lnTo>
                <a:lnTo>
                  <a:pt x="590550" y="1238250"/>
                </a:lnTo>
                <a:lnTo>
                  <a:pt x="581025" y="1238250"/>
                </a:lnTo>
                <a:close/>
                <a:moveTo>
                  <a:pt x="1238250" y="1266825"/>
                </a:moveTo>
                <a:lnTo>
                  <a:pt x="1247775" y="1266825"/>
                </a:lnTo>
                <a:lnTo>
                  <a:pt x="1247775" y="1285875"/>
                </a:lnTo>
                <a:lnTo>
                  <a:pt x="1257300" y="1285875"/>
                </a:lnTo>
                <a:lnTo>
                  <a:pt x="1257300" y="1304925"/>
                </a:lnTo>
                <a:lnTo>
                  <a:pt x="1266825" y="1304925"/>
                </a:lnTo>
                <a:lnTo>
                  <a:pt x="1266825" y="1314450"/>
                </a:lnTo>
                <a:lnTo>
                  <a:pt x="1257300" y="1314450"/>
                </a:lnTo>
                <a:lnTo>
                  <a:pt x="1257300" y="1323975"/>
                </a:lnTo>
                <a:lnTo>
                  <a:pt x="1266825" y="1323975"/>
                </a:lnTo>
                <a:lnTo>
                  <a:pt x="1266825" y="1352550"/>
                </a:lnTo>
                <a:lnTo>
                  <a:pt x="1276350" y="1352550"/>
                </a:lnTo>
                <a:lnTo>
                  <a:pt x="1276350" y="1362075"/>
                </a:lnTo>
                <a:lnTo>
                  <a:pt x="1266825" y="1362075"/>
                </a:lnTo>
                <a:lnTo>
                  <a:pt x="1266825" y="1371600"/>
                </a:lnTo>
                <a:lnTo>
                  <a:pt x="1247775" y="1371600"/>
                </a:lnTo>
                <a:lnTo>
                  <a:pt x="1247775" y="1362075"/>
                </a:lnTo>
                <a:lnTo>
                  <a:pt x="1257300" y="1362075"/>
                </a:lnTo>
                <a:lnTo>
                  <a:pt x="1257300" y="1352550"/>
                </a:lnTo>
                <a:lnTo>
                  <a:pt x="1247775" y="1352550"/>
                </a:lnTo>
                <a:lnTo>
                  <a:pt x="1247775" y="1295400"/>
                </a:lnTo>
                <a:lnTo>
                  <a:pt x="1238250" y="1295400"/>
                </a:lnTo>
                <a:close/>
                <a:moveTo>
                  <a:pt x="523875" y="1304925"/>
                </a:moveTo>
                <a:lnTo>
                  <a:pt x="561975" y="1304925"/>
                </a:lnTo>
                <a:lnTo>
                  <a:pt x="561975" y="1314450"/>
                </a:lnTo>
                <a:lnTo>
                  <a:pt x="590550" y="1314450"/>
                </a:lnTo>
                <a:lnTo>
                  <a:pt x="590550" y="1323975"/>
                </a:lnTo>
                <a:lnTo>
                  <a:pt x="571500" y="1323975"/>
                </a:lnTo>
                <a:lnTo>
                  <a:pt x="571500" y="1333500"/>
                </a:lnTo>
                <a:lnTo>
                  <a:pt x="542925" y="1333500"/>
                </a:lnTo>
                <a:lnTo>
                  <a:pt x="542925" y="1323975"/>
                </a:lnTo>
                <a:lnTo>
                  <a:pt x="533400" y="1323975"/>
                </a:lnTo>
                <a:lnTo>
                  <a:pt x="533400" y="1333500"/>
                </a:lnTo>
                <a:lnTo>
                  <a:pt x="523875" y="1333500"/>
                </a:lnTo>
                <a:lnTo>
                  <a:pt x="523875" y="1323975"/>
                </a:lnTo>
                <a:lnTo>
                  <a:pt x="504825" y="1323975"/>
                </a:lnTo>
                <a:lnTo>
                  <a:pt x="504825" y="1314450"/>
                </a:lnTo>
                <a:lnTo>
                  <a:pt x="523875" y="1314450"/>
                </a:lnTo>
                <a:close/>
                <a:moveTo>
                  <a:pt x="819150" y="1314450"/>
                </a:moveTo>
                <a:lnTo>
                  <a:pt x="847725" y="1314450"/>
                </a:lnTo>
                <a:lnTo>
                  <a:pt x="847725" y="1323975"/>
                </a:lnTo>
                <a:lnTo>
                  <a:pt x="857250" y="1323975"/>
                </a:lnTo>
                <a:lnTo>
                  <a:pt x="857250" y="1333500"/>
                </a:lnTo>
                <a:lnTo>
                  <a:pt x="876300" y="1333500"/>
                </a:lnTo>
                <a:lnTo>
                  <a:pt x="876300" y="1409700"/>
                </a:lnTo>
                <a:lnTo>
                  <a:pt x="847725" y="1409700"/>
                </a:lnTo>
                <a:lnTo>
                  <a:pt x="847725" y="1400175"/>
                </a:lnTo>
                <a:lnTo>
                  <a:pt x="838200" y="1400175"/>
                </a:lnTo>
                <a:lnTo>
                  <a:pt x="838200" y="1390650"/>
                </a:lnTo>
                <a:lnTo>
                  <a:pt x="809625" y="1390650"/>
                </a:lnTo>
                <a:lnTo>
                  <a:pt x="809625" y="1419225"/>
                </a:lnTo>
                <a:lnTo>
                  <a:pt x="847725" y="1419225"/>
                </a:lnTo>
                <a:lnTo>
                  <a:pt x="847725" y="1428750"/>
                </a:lnTo>
                <a:lnTo>
                  <a:pt x="857250" y="1428750"/>
                </a:lnTo>
                <a:lnTo>
                  <a:pt x="857250" y="1457325"/>
                </a:lnTo>
                <a:lnTo>
                  <a:pt x="866775" y="1457325"/>
                </a:lnTo>
                <a:lnTo>
                  <a:pt x="866775" y="1485900"/>
                </a:lnTo>
                <a:lnTo>
                  <a:pt x="857250" y="1485900"/>
                </a:lnTo>
                <a:lnTo>
                  <a:pt x="857250" y="1495425"/>
                </a:lnTo>
                <a:lnTo>
                  <a:pt x="866775" y="1495425"/>
                </a:lnTo>
                <a:lnTo>
                  <a:pt x="866775" y="1504950"/>
                </a:lnTo>
                <a:lnTo>
                  <a:pt x="876300" y="1504950"/>
                </a:lnTo>
                <a:lnTo>
                  <a:pt x="876300" y="1533525"/>
                </a:lnTo>
                <a:lnTo>
                  <a:pt x="866775" y="1533525"/>
                </a:lnTo>
                <a:lnTo>
                  <a:pt x="866775" y="1524000"/>
                </a:lnTo>
                <a:lnTo>
                  <a:pt x="857250" y="1524000"/>
                </a:lnTo>
                <a:lnTo>
                  <a:pt x="857250" y="1514475"/>
                </a:lnTo>
                <a:lnTo>
                  <a:pt x="847725" y="1514475"/>
                </a:lnTo>
                <a:lnTo>
                  <a:pt x="847725" y="1524000"/>
                </a:lnTo>
                <a:lnTo>
                  <a:pt x="828675" y="1524000"/>
                </a:lnTo>
                <a:lnTo>
                  <a:pt x="828675" y="1514475"/>
                </a:lnTo>
                <a:lnTo>
                  <a:pt x="809625" y="1514475"/>
                </a:lnTo>
                <a:lnTo>
                  <a:pt x="809625" y="1495425"/>
                </a:lnTo>
                <a:lnTo>
                  <a:pt x="800100" y="1495425"/>
                </a:lnTo>
                <a:lnTo>
                  <a:pt x="800100" y="1514475"/>
                </a:lnTo>
                <a:lnTo>
                  <a:pt x="771525" y="1514475"/>
                </a:lnTo>
                <a:lnTo>
                  <a:pt x="771525" y="1504950"/>
                </a:lnTo>
                <a:lnTo>
                  <a:pt x="762000" y="1504950"/>
                </a:lnTo>
                <a:lnTo>
                  <a:pt x="762000" y="1533525"/>
                </a:lnTo>
                <a:lnTo>
                  <a:pt x="742950" y="1533525"/>
                </a:lnTo>
                <a:lnTo>
                  <a:pt x="742950" y="1485900"/>
                </a:lnTo>
                <a:lnTo>
                  <a:pt x="733425" y="1485900"/>
                </a:lnTo>
                <a:lnTo>
                  <a:pt x="733425" y="1476375"/>
                </a:lnTo>
                <a:lnTo>
                  <a:pt x="723900" y="1476375"/>
                </a:lnTo>
                <a:lnTo>
                  <a:pt x="723900" y="1466850"/>
                </a:lnTo>
                <a:lnTo>
                  <a:pt x="704850" y="1466850"/>
                </a:lnTo>
                <a:lnTo>
                  <a:pt x="704850" y="1447800"/>
                </a:lnTo>
                <a:lnTo>
                  <a:pt x="666750" y="1447800"/>
                </a:lnTo>
                <a:lnTo>
                  <a:pt x="666750" y="1438275"/>
                </a:lnTo>
                <a:lnTo>
                  <a:pt x="657225" y="1438275"/>
                </a:lnTo>
                <a:lnTo>
                  <a:pt x="657225" y="1428750"/>
                </a:lnTo>
                <a:lnTo>
                  <a:pt x="666750" y="1428750"/>
                </a:lnTo>
                <a:lnTo>
                  <a:pt x="666750" y="1400175"/>
                </a:lnTo>
                <a:lnTo>
                  <a:pt x="676275" y="1400175"/>
                </a:lnTo>
                <a:lnTo>
                  <a:pt x="676275" y="1390650"/>
                </a:lnTo>
                <a:lnTo>
                  <a:pt x="666750" y="1390650"/>
                </a:lnTo>
                <a:lnTo>
                  <a:pt x="666750" y="1381125"/>
                </a:lnTo>
                <a:lnTo>
                  <a:pt x="676275" y="1381125"/>
                </a:lnTo>
                <a:lnTo>
                  <a:pt x="676275" y="1390650"/>
                </a:lnTo>
                <a:lnTo>
                  <a:pt x="714375" y="1390650"/>
                </a:lnTo>
                <a:lnTo>
                  <a:pt x="714375" y="1381125"/>
                </a:lnTo>
                <a:lnTo>
                  <a:pt x="723900" y="1381125"/>
                </a:lnTo>
                <a:lnTo>
                  <a:pt x="723900" y="1371600"/>
                </a:lnTo>
                <a:lnTo>
                  <a:pt x="733425" y="1371600"/>
                </a:lnTo>
                <a:lnTo>
                  <a:pt x="733425" y="1362075"/>
                </a:lnTo>
                <a:lnTo>
                  <a:pt x="752475" y="1362075"/>
                </a:lnTo>
                <a:lnTo>
                  <a:pt x="752475" y="1352550"/>
                </a:lnTo>
                <a:lnTo>
                  <a:pt x="762000" y="1352550"/>
                </a:lnTo>
                <a:lnTo>
                  <a:pt x="762000" y="1343025"/>
                </a:lnTo>
                <a:lnTo>
                  <a:pt x="800100" y="1343025"/>
                </a:lnTo>
                <a:lnTo>
                  <a:pt x="800100" y="1362075"/>
                </a:lnTo>
                <a:lnTo>
                  <a:pt x="819150" y="1362075"/>
                </a:lnTo>
                <a:lnTo>
                  <a:pt x="819150" y="1333500"/>
                </a:lnTo>
                <a:lnTo>
                  <a:pt x="809625" y="1333500"/>
                </a:lnTo>
                <a:lnTo>
                  <a:pt x="809625" y="1323975"/>
                </a:lnTo>
                <a:lnTo>
                  <a:pt x="819150" y="1323975"/>
                </a:lnTo>
                <a:close/>
                <a:moveTo>
                  <a:pt x="1143000" y="1362075"/>
                </a:moveTo>
                <a:lnTo>
                  <a:pt x="1162050" y="1362075"/>
                </a:lnTo>
                <a:lnTo>
                  <a:pt x="1162050" y="1381125"/>
                </a:lnTo>
                <a:lnTo>
                  <a:pt x="1152525" y="1381125"/>
                </a:lnTo>
                <a:lnTo>
                  <a:pt x="1152525" y="1371600"/>
                </a:lnTo>
                <a:lnTo>
                  <a:pt x="1143000" y="1371600"/>
                </a:lnTo>
                <a:close/>
                <a:moveTo>
                  <a:pt x="1133475" y="1371600"/>
                </a:moveTo>
                <a:lnTo>
                  <a:pt x="1143000" y="1371600"/>
                </a:lnTo>
                <a:lnTo>
                  <a:pt x="1143000" y="1381125"/>
                </a:lnTo>
                <a:lnTo>
                  <a:pt x="1152525" y="1381125"/>
                </a:lnTo>
                <a:lnTo>
                  <a:pt x="1152525" y="1400175"/>
                </a:lnTo>
                <a:lnTo>
                  <a:pt x="1133475" y="1400175"/>
                </a:lnTo>
                <a:close/>
                <a:moveTo>
                  <a:pt x="1133475" y="1457325"/>
                </a:moveTo>
                <a:lnTo>
                  <a:pt x="1152525" y="1457325"/>
                </a:lnTo>
                <a:lnTo>
                  <a:pt x="1152525" y="1476375"/>
                </a:lnTo>
                <a:lnTo>
                  <a:pt x="1133475" y="1476375"/>
                </a:lnTo>
                <a:close/>
                <a:moveTo>
                  <a:pt x="666750" y="1485900"/>
                </a:moveTo>
                <a:lnTo>
                  <a:pt x="676275" y="1485900"/>
                </a:lnTo>
                <a:lnTo>
                  <a:pt x="676275" y="1495425"/>
                </a:lnTo>
                <a:lnTo>
                  <a:pt x="695325" y="1495425"/>
                </a:lnTo>
                <a:lnTo>
                  <a:pt x="695325" y="1514475"/>
                </a:lnTo>
                <a:lnTo>
                  <a:pt x="685800" y="1514475"/>
                </a:lnTo>
                <a:lnTo>
                  <a:pt x="685800" y="1524000"/>
                </a:lnTo>
                <a:lnTo>
                  <a:pt x="676275" y="1524000"/>
                </a:lnTo>
                <a:lnTo>
                  <a:pt x="676275" y="1543050"/>
                </a:lnTo>
                <a:lnTo>
                  <a:pt x="695325" y="1543050"/>
                </a:lnTo>
                <a:lnTo>
                  <a:pt x="695325" y="1562100"/>
                </a:lnTo>
                <a:lnTo>
                  <a:pt x="704850" y="1562100"/>
                </a:lnTo>
                <a:lnTo>
                  <a:pt x="704850" y="1571625"/>
                </a:lnTo>
                <a:lnTo>
                  <a:pt x="714375" y="1571625"/>
                </a:lnTo>
                <a:lnTo>
                  <a:pt x="714375" y="1581150"/>
                </a:lnTo>
                <a:lnTo>
                  <a:pt x="723900" y="1581150"/>
                </a:lnTo>
                <a:lnTo>
                  <a:pt x="723900" y="1562100"/>
                </a:lnTo>
                <a:lnTo>
                  <a:pt x="742950" y="1562100"/>
                </a:lnTo>
                <a:lnTo>
                  <a:pt x="742950" y="1571625"/>
                </a:lnTo>
                <a:lnTo>
                  <a:pt x="752475" y="1571625"/>
                </a:lnTo>
                <a:lnTo>
                  <a:pt x="752475" y="1600200"/>
                </a:lnTo>
                <a:lnTo>
                  <a:pt x="723900" y="1600200"/>
                </a:lnTo>
                <a:lnTo>
                  <a:pt x="723900" y="1590675"/>
                </a:lnTo>
                <a:lnTo>
                  <a:pt x="714375" y="1590675"/>
                </a:lnTo>
                <a:lnTo>
                  <a:pt x="714375" y="1600200"/>
                </a:lnTo>
                <a:lnTo>
                  <a:pt x="685800" y="1600200"/>
                </a:lnTo>
                <a:lnTo>
                  <a:pt x="685800" y="1590675"/>
                </a:lnTo>
                <a:lnTo>
                  <a:pt x="676275" y="1590675"/>
                </a:lnTo>
                <a:lnTo>
                  <a:pt x="676275" y="1581150"/>
                </a:lnTo>
                <a:lnTo>
                  <a:pt x="666750" y="1581150"/>
                </a:lnTo>
                <a:lnTo>
                  <a:pt x="666750" y="1552575"/>
                </a:lnTo>
                <a:lnTo>
                  <a:pt x="657225" y="1552575"/>
                </a:lnTo>
                <a:lnTo>
                  <a:pt x="657225" y="1543050"/>
                </a:lnTo>
                <a:lnTo>
                  <a:pt x="647700" y="1543050"/>
                </a:lnTo>
                <a:lnTo>
                  <a:pt x="647700" y="1514475"/>
                </a:lnTo>
                <a:lnTo>
                  <a:pt x="657225" y="1514475"/>
                </a:lnTo>
                <a:lnTo>
                  <a:pt x="657225" y="1495425"/>
                </a:lnTo>
                <a:lnTo>
                  <a:pt x="666750" y="1495425"/>
                </a:lnTo>
                <a:close/>
                <a:moveTo>
                  <a:pt x="1076325" y="1524000"/>
                </a:moveTo>
                <a:lnTo>
                  <a:pt x="1085850" y="1524000"/>
                </a:lnTo>
                <a:lnTo>
                  <a:pt x="1085850" y="1514475"/>
                </a:lnTo>
                <a:lnTo>
                  <a:pt x="1076325" y="1514475"/>
                </a:lnTo>
                <a:close/>
                <a:moveTo>
                  <a:pt x="1095375" y="1571625"/>
                </a:moveTo>
                <a:lnTo>
                  <a:pt x="1104900" y="1571625"/>
                </a:lnTo>
                <a:lnTo>
                  <a:pt x="1104900" y="1562100"/>
                </a:lnTo>
                <a:lnTo>
                  <a:pt x="1095375" y="1562100"/>
                </a:lnTo>
                <a:close/>
                <a:moveTo>
                  <a:pt x="1181100" y="1571625"/>
                </a:moveTo>
                <a:lnTo>
                  <a:pt x="1190625" y="1571625"/>
                </a:lnTo>
                <a:lnTo>
                  <a:pt x="1190625" y="1581150"/>
                </a:lnTo>
                <a:lnTo>
                  <a:pt x="1200150" y="1581150"/>
                </a:lnTo>
                <a:lnTo>
                  <a:pt x="1200150" y="1590675"/>
                </a:lnTo>
                <a:lnTo>
                  <a:pt x="1181100" y="1590675"/>
                </a:lnTo>
                <a:lnTo>
                  <a:pt x="1181100" y="1600200"/>
                </a:lnTo>
                <a:lnTo>
                  <a:pt x="1143000" y="1600200"/>
                </a:lnTo>
                <a:lnTo>
                  <a:pt x="1143000" y="1590675"/>
                </a:lnTo>
                <a:lnTo>
                  <a:pt x="1133475" y="1590675"/>
                </a:lnTo>
                <a:lnTo>
                  <a:pt x="1133475" y="1581150"/>
                </a:lnTo>
                <a:lnTo>
                  <a:pt x="1181100" y="1581150"/>
                </a:lnTo>
                <a:close/>
                <a:moveTo>
                  <a:pt x="762000" y="1581150"/>
                </a:moveTo>
                <a:lnTo>
                  <a:pt x="771525" y="1581150"/>
                </a:lnTo>
                <a:lnTo>
                  <a:pt x="771525" y="1590675"/>
                </a:lnTo>
                <a:lnTo>
                  <a:pt x="762000" y="1590675"/>
                </a:lnTo>
                <a:close/>
              </a:path>
            </a:pathLst>
          </a:custGeom>
          <a:solidFill xmlns:a="http://schemas.openxmlformats.org/drawingml/2006/main">
            <a:srgbClr val="265741"/>
          </a:solidFill>
          <a:ln xmlns:a="http://schemas.openxmlformats.org/drawingml/2006/main" w="0">
            <a:noFill/>
          </a:ln>
        </p:spPr>
      </p:sp>
      <p:sp>
        <p:nvSpPr>
          <p:cNvPr id="38" name="employee vector #265540">
            <a:extLst xmlns:a="http://schemas.openxmlformats.org/drawingml/2006/main">
              <a:ext uri="{FF2B5EF4-FFF2-40B4-BE49-F238E27FC236}">
                <a16:creationId xmlns:a16="http://schemas.microsoft.com/office/drawing/2014/main" id="{A21822BF-2A55-45F0-BD40-286F03D78EA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85825" y="2571750"/>
            <a:ext cx="2105025" cy="2066925"/>
          </a:xfrm>
          <a:custGeom xmlns:a="http://schemas.openxmlformats.org/drawingml/2006/main">
            <a:pathLst>
              <a:path w="2105025" h="2066925">
                <a:moveTo>
                  <a:pt x="1143000" y="561975"/>
                </a:moveTo>
                <a:lnTo>
                  <a:pt x="1152525" y="561975"/>
                </a:lnTo>
                <a:lnTo>
                  <a:pt x="1152525" y="571500"/>
                </a:lnTo>
                <a:lnTo>
                  <a:pt x="1162050" y="571500"/>
                </a:lnTo>
                <a:lnTo>
                  <a:pt x="1162050" y="590550"/>
                </a:lnTo>
                <a:lnTo>
                  <a:pt x="1143000" y="590550"/>
                </a:lnTo>
                <a:lnTo>
                  <a:pt x="1143000" y="600075"/>
                </a:lnTo>
                <a:lnTo>
                  <a:pt x="1162050" y="600075"/>
                </a:lnTo>
                <a:lnTo>
                  <a:pt x="1162050" y="619125"/>
                </a:lnTo>
                <a:lnTo>
                  <a:pt x="1171575" y="619125"/>
                </a:lnTo>
                <a:lnTo>
                  <a:pt x="1171575" y="638175"/>
                </a:lnTo>
                <a:lnTo>
                  <a:pt x="1143000" y="638175"/>
                </a:lnTo>
                <a:lnTo>
                  <a:pt x="1143000" y="647700"/>
                </a:lnTo>
                <a:lnTo>
                  <a:pt x="1133475" y="647700"/>
                </a:lnTo>
                <a:lnTo>
                  <a:pt x="1133475" y="638175"/>
                </a:lnTo>
                <a:lnTo>
                  <a:pt x="1104900" y="638175"/>
                </a:lnTo>
                <a:lnTo>
                  <a:pt x="1104900" y="647700"/>
                </a:lnTo>
                <a:lnTo>
                  <a:pt x="1085850" y="647700"/>
                </a:lnTo>
                <a:lnTo>
                  <a:pt x="1085850" y="619125"/>
                </a:lnTo>
                <a:lnTo>
                  <a:pt x="1095375" y="619125"/>
                </a:lnTo>
                <a:lnTo>
                  <a:pt x="1095375" y="600075"/>
                </a:lnTo>
                <a:lnTo>
                  <a:pt x="1104900" y="600075"/>
                </a:lnTo>
                <a:lnTo>
                  <a:pt x="1104900" y="581025"/>
                </a:lnTo>
                <a:lnTo>
                  <a:pt x="1114425" y="581025"/>
                </a:lnTo>
                <a:lnTo>
                  <a:pt x="1114425" y="571500"/>
                </a:lnTo>
                <a:lnTo>
                  <a:pt x="1123950" y="571500"/>
                </a:lnTo>
                <a:lnTo>
                  <a:pt x="1123950" y="581025"/>
                </a:lnTo>
                <a:lnTo>
                  <a:pt x="1133475" y="581025"/>
                </a:lnTo>
                <a:lnTo>
                  <a:pt x="1133475" y="571500"/>
                </a:lnTo>
                <a:lnTo>
                  <a:pt x="1143000" y="571500"/>
                </a:lnTo>
                <a:close/>
                <a:moveTo>
                  <a:pt x="695325" y="571500"/>
                </a:moveTo>
                <a:lnTo>
                  <a:pt x="723900" y="571500"/>
                </a:lnTo>
                <a:lnTo>
                  <a:pt x="723900" y="581025"/>
                </a:lnTo>
                <a:lnTo>
                  <a:pt x="733425" y="581025"/>
                </a:lnTo>
                <a:lnTo>
                  <a:pt x="733425" y="600075"/>
                </a:lnTo>
                <a:lnTo>
                  <a:pt x="742950" y="600075"/>
                </a:lnTo>
                <a:lnTo>
                  <a:pt x="742950" y="619125"/>
                </a:lnTo>
                <a:lnTo>
                  <a:pt x="714375" y="619125"/>
                </a:lnTo>
                <a:lnTo>
                  <a:pt x="714375" y="628650"/>
                </a:lnTo>
                <a:lnTo>
                  <a:pt x="704850" y="628650"/>
                </a:lnTo>
                <a:lnTo>
                  <a:pt x="704850" y="609600"/>
                </a:lnTo>
                <a:lnTo>
                  <a:pt x="695325" y="609600"/>
                </a:lnTo>
                <a:lnTo>
                  <a:pt x="695325" y="619125"/>
                </a:lnTo>
                <a:lnTo>
                  <a:pt x="676275" y="619125"/>
                </a:lnTo>
                <a:lnTo>
                  <a:pt x="676275" y="590550"/>
                </a:lnTo>
                <a:lnTo>
                  <a:pt x="685800" y="590550"/>
                </a:lnTo>
                <a:lnTo>
                  <a:pt x="685800" y="581025"/>
                </a:lnTo>
                <a:lnTo>
                  <a:pt x="695325" y="581025"/>
                </a:lnTo>
                <a:close/>
                <a:moveTo>
                  <a:pt x="695325" y="600075"/>
                </a:moveTo>
                <a:lnTo>
                  <a:pt x="704850" y="600075"/>
                </a:lnTo>
                <a:lnTo>
                  <a:pt x="704850" y="590550"/>
                </a:lnTo>
                <a:lnTo>
                  <a:pt x="695325" y="590550"/>
                </a:lnTo>
                <a:close/>
                <a:moveTo>
                  <a:pt x="1209675" y="895350"/>
                </a:moveTo>
                <a:lnTo>
                  <a:pt x="1228725" y="895350"/>
                </a:lnTo>
                <a:lnTo>
                  <a:pt x="1228725" y="904875"/>
                </a:lnTo>
                <a:lnTo>
                  <a:pt x="1238250" y="904875"/>
                </a:lnTo>
                <a:lnTo>
                  <a:pt x="1238250" y="914400"/>
                </a:lnTo>
                <a:lnTo>
                  <a:pt x="1257300" y="914400"/>
                </a:lnTo>
                <a:lnTo>
                  <a:pt x="1257300" y="933450"/>
                </a:lnTo>
                <a:lnTo>
                  <a:pt x="1266825" y="933450"/>
                </a:lnTo>
                <a:lnTo>
                  <a:pt x="1266825" y="942975"/>
                </a:lnTo>
                <a:lnTo>
                  <a:pt x="1285875" y="942975"/>
                </a:lnTo>
                <a:lnTo>
                  <a:pt x="1285875" y="952500"/>
                </a:lnTo>
                <a:lnTo>
                  <a:pt x="1295400" y="952500"/>
                </a:lnTo>
                <a:lnTo>
                  <a:pt x="1295400" y="962025"/>
                </a:lnTo>
                <a:lnTo>
                  <a:pt x="1228725" y="962025"/>
                </a:lnTo>
                <a:lnTo>
                  <a:pt x="1228725" y="971550"/>
                </a:lnTo>
                <a:lnTo>
                  <a:pt x="1219200" y="971550"/>
                </a:lnTo>
                <a:lnTo>
                  <a:pt x="1219200" y="981075"/>
                </a:lnTo>
                <a:lnTo>
                  <a:pt x="1190625" y="981075"/>
                </a:lnTo>
                <a:lnTo>
                  <a:pt x="1190625" y="962025"/>
                </a:lnTo>
                <a:lnTo>
                  <a:pt x="1200150" y="962025"/>
                </a:lnTo>
                <a:lnTo>
                  <a:pt x="1200150" y="952500"/>
                </a:lnTo>
                <a:lnTo>
                  <a:pt x="1190625" y="952500"/>
                </a:lnTo>
                <a:lnTo>
                  <a:pt x="1190625" y="933450"/>
                </a:lnTo>
                <a:lnTo>
                  <a:pt x="1181100" y="933450"/>
                </a:lnTo>
                <a:lnTo>
                  <a:pt x="1181100" y="914400"/>
                </a:lnTo>
                <a:lnTo>
                  <a:pt x="1209675" y="914400"/>
                </a:lnTo>
                <a:close/>
                <a:moveTo>
                  <a:pt x="581025" y="914400"/>
                </a:moveTo>
                <a:lnTo>
                  <a:pt x="619125" y="914400"/>
                </a:lnTo>
                <a:lnTo>
                  <a:pt x="619125" y="942975"/>
                </a:lnTo>
                <a:lnTo>
                  <a:pt x="628650" y="942975"/>
                </a:lnTo>
                <a:lnTo>
                  <a:pt x="628650" y="971550"/>
                </a:lnTo>
                <a:lnTo>
                  <a:pt x="619125" y="971550"/>
                </a:lnTo>
                <a:lnTo>
                  <a:pt x="619125" y="1019175"/>
                </a:lnTo>
                <a:lnTo>
                  <a:pt x="590550" y="1019175"/>
                </a:lnTo>
                <a:lnTo>
                  <a:pt x="590550" y="1028700"/>
                </a:lnTo>
                <a:lnTo>
                  <a:pt x="581025" y="1028700"/>
                </a:lnTo>
                <a:lnTo>
                  <a:pt x="581025" y="1038225"/>
                </a:lnTo>
                <a:lnTo>
                  <a:pt x="552450" y="1038225"/>
                </a:lnTo>
                <a:lnTo>
                  <a:pt x="552450" y="1028700"/>
                </a:lnTo>
                <a:lnTo>
                  <a:pt x="542925" y="1028700"/>
                </a:lnTo>
                <a:lnTo>
                  <a:pt x="542925" y="1019175"/>
                </a:lnTo>
                <a:lnTo>
                  <a:pt x="514350" y="1019175"/>
                </a:lnTo>
                <a:lnTo>
                  <a:pt x="514350" y="1000125"/>
                </a:lnTo>
                <a:lnTo>
                  <a:pt x="504825" y="1000125"/>
                </a:lnTo>
                <a:lnTo>
                  <a:pt x="504825" y="990600"/>
                </a:lnTo>
                <a:lnTo>
                  <a:pt x="514350" y="990600"/>
                </a:lnTo>
                <a:lnTo>
                  <a:pt x="514350" y="981075"/>
                </a:lnTo>
                <a:lnTo>
                  <a:pt x="523875" y="981075"/>
                </a:lnTo>
                <a:lnTo>
                  <a:pt x="523875" y="962025"/>
                </a:lnTo>
                <a:lnTo>
                  <a:pt x="533400" y="962025"/>
                </a:lnTo>
                <a:lnTo>
                  <a:pt x="533400" y="952500"/>
                </a:lnTo>
                <a:lnTo>
                  <a:pt x="552450" y="952500"/>
                </a:lnTo>
                <a:lnTo>
                  <a:pt x="552450" y="933450"/>
                </a:lnTo>
                <a:lnTo>
                  <a:pt x="561975" y="933450"/>
                </a:lnTo>
                <a:lnTo>
                  <a:pt x="561975" y="923925"/>
                </a:lnTo>
                <a:lnTo>
                  <a:pt x="581025" y="923925"/>
                </a:lnTo>
                <a:close/>
                <a:moveTo>
                  <a:pt x="1152525" y="981075"/>
                </a:moveTo>
                <a:lnTo>
                  <a:pt x="1171575" y="981075"/>
                </a:lnTo>
                <a:lnTo>
                  <a:pt x="1171575" y="1000125"/>
                </a:lnTo>
                <a:lnTo>
                  <a:pt x="1162050" y="1000125"/>
                </a:lnTo>
                <a:lnTo>
                  <a:pt x="1162050" y="990600"/>
                </a:lnTo>
                <a:lnTo>
                  <a:pt x="1152525" y="990600"/>
                </a:lnTo>
                <a:close/>
                <a:moveTo>
                  <a:pt x="1352550" y="1076325"/>
                </a:moveTo>
                <a:lnTo>
                  <a:pt x="1362075" y="1076325"/>
                </a:lnTo>
                <a:lnTo>
                  <a:pt x="1362075" y="1085850"/>
                </a:lnTo>
                <a:lnTo>
                  <a:pt x="1371600" y="1085850"/>
                </a:lnTo>
                <a:lnTo>
                  <a:pt x="1371600" y="1114425"/>
                </a:lnTo>
                <a:lnTo>
                  <a:pt x="1381125" y="1114425"/>
                </a:lnTo>
                <a:lnTo>
                  <a:pt x="1381125" y="1152525"/>
                </a:lnTo>
                <a:lnTo>
                  <a:pt x="1390650" y="1152525"/>
                </a:lnTo>
                <a:lnTo>
                  <a:pt x="1390650" y="1181100"/>
                </a:lnTo>
                <a:lnTo>
                  <a:pt x="1381125" y="1181100"/>
                </a:lnTo>
                <a:lnTo>
                  <a:pt x="1381125" y="1171575"/>
                </a:lnTo>
                <a:lnTo>
                  <a:pt x="1371600" y="1171575"/>
                </a:lnTo>
                <a:lnTo>
                  <a:pt x="1371600" y="1162050"/>
                </a:lnTo>
                <a:lnTo>
                  <a:pt x="1362075" y="1162050"/>
                </a:lnTo>
                <a:lnTo>
                  <a:pt x="1362075" y="1152525"/>
                </a:lnTo>
                <a:lnTo>
                  <a:pt x="1352550" y="1152525"/>
                </a:lnTo>
                <a:lnTo>
                  <a:pt x="1352550" y="1143000"/>
                </a:lnTo>
                <a:lnTo>
                  <a:pt x="1362075" y="1143000"/>
                </a:lnTo>
                <a:lnTo>
                  <a:pt x="1362075" y="1152525"/>
                </a:lnTo>
                <a:lnTo>
                  <a:pt x="1371600" y="1152525"/>
                </a:lnTo>
                <a:lnTo>
                  <a:pt x="1371600" y="1133475"/>
                </a:lnTo>
                <a:lnTo>
                  <a:pt x="1362075" y="1133475"/>
                </a:lnTo>
                <a:lnTo>
                  <a:pt x="1362075" y="1114425"/>
                </a:lnTo>
                <a:lnTo>
                  <a:pt x="1352550" y="1114425"/>
                </a:lnTo>
                <a:close/>
                <a:moveTo>
                  <a:pt x="476250" y="1085850"/>
                </a:moveTo>
                <a:lnTo>
                  <a:pt x="485775" y="1085850"/>
                </a:lnTo>
                <a:lnTo>
                  <a:pt x="485775" y="1143000"/>
                </a:lnTo>
                <a:lnTo>
                  <a:pt x="495300" y="1143000"/>
                </a:lnTo>
                <a:lnTo>
                  <a:pt x="495300" y="1152525"/>
                </a:lnTo>
                <a:lnTo>
                  <a:pt x="485775" y="1152525"/>
                </a:lnTo>
                <a:lnTo>
                  <a:pt x="485775" y="1162050"/>
                </a:lnTo>
                <a:lnTo>
                  <a:pt x="495300" y="1162050"/>
                </a:lnTo>
                <a:lnTo>
                  <a:pt x="495300" y="1181100"/>
                </a:lnTo>
                <a:lnTo>
                  <a:pt x="504825" y="1181100"/>
                </a:lnTo>
                <a:lnTo>
                  <a:pt x="504825" y="1190625"/>
                </a:lnTo>
                <a:lnTo>
                  <a:pt x="514350" y="1190625"/>
                </a:lnTo>
                <a:lnTo>
                  <a:pt x="514350" y="1209675"/>
                </a:lnTo>
                <a:lnTo>
                  <a:pt x="523875" y="1209675"/>
                </a:lnTo>
                <a:lnTo>
                  <a:pt x="523875" y="1219200"/>
                </a:lnTo>
                <a:lnTo>
                  <a:pt x="533400" y="1219200"/>
                </a:lnTo>
                <a:lnTo>
                  <a:pt x="533400" y="1238250"/>
                </a:lnTo>
                <a:lnTo>
                  <a:pt x="523875" y="1238250"/>
                </a:lnTo>
                <a:lnTo>
                  <a:pt x="523875" y="1276350"/>
                </a:lnTo>
                <a:lnTo>
                  <a:pt x="514350" y="1276350"/>
                </a:lnTo>
                <a:lnTo>
                  <a:pt x="514350" y="1285875"/>
                </a:lnTo>
                <a:lnTo>
                  <a:pt x="523875" y="1285875"/>
                </a:lnTo>
                <a:lnTo>
                  <a:pt x="523875" y="1295400"/>
                </a:lnTo>
                <a:lnTo>
                  <a:pt x="533400" y="1295400"/>
                </a:lnTo>
                <a:lnTo>
                  <a:pt x="533400" y="1285875"/>
                </a:lnTo>
                <a:lnTo>
                  <a:pt x="571500" y="1285875"/>
                </a:lnTo>
                <a:lnTo>
                  <a:pt x="571500" y="1266825"/>
                </a:lnTo>
                <a:lnTo>
                  <a:pt x="581025" y="1266825"/>
                </a:lnTo>
                <a:lnTo>
                  <a:pt x="581025" y="1257300"/>
                </a:lnTo>
                <a:lnTo>
                  <a:pt x="609600" y="1257300"/>
                </a:lnTo>
                <a:lnTo>
                  <a:pt x="609600" y="1285875"/>
                </a:lnTo>
                <a:lnTo>
                  <a:pt x="600075" y="1285875"/>
                </a:lnTo>
                <a:lnTo>
                  <a:pt x="600075" y="1304925"/>
                </a:lnTo>
                <a:lnTo>
                  <a:pt x="590550" y="1304925"/>
                </a:lnTo>
                <a:lnTo>
                  <a:pt x="590550" y="1314450"/>
                </a:lnTo>
                <a:lnTo>
                  <a:pt x="561975" y="1314450"/>
                </a:lnTo>
                <a:lnTo>
                  <a:pt x="561975" y="1304925"/>
                </a:lnTo>
                <a:lnTo>
                  <a:pt x="523875" y="1304925"/>
                </a:lnTo>
                <a:lnTo>
                  <a:pt x="523875" y="1314450"/>
                </a:lnTo>
                <a:lnTo>
                  <a:pt x="504825" y="1314450"/>
                </a:lnTo>
                <a:lnTo>
                  <a:pt x="504825" y="1323975"/>
                </a:lnTo>
                <a:lnTo>
                  <a:pt x="495300" y="1323975"/>
                </a:lnTo>
                <a:lnTo>
                  <a:pt x="495300" y="1333500"/>
                </a:lnTo>
                <a:lnTo>
                  <a:pt x="476250" y="1333500"/>
                </a:lnTo>
                <a:lnTo>
                  <a:pt x="476250" y="1343025"/>
                </a:lnTo>
                <a:lnTo>
                  <a:pt x="457200" y="1343025"/>
                </a:lnTo>
                <a:lnTo>
                  <a:pt x="457200" y="1333500"/>
                </a:lnTo>
                <a:lnTo>
                  <a:pt x="447675" y="1333500"/>
                </a:lnTo>
                <a:lnTo>
                  <a:pt x="447675" y="1323975"/>
                </a:lnTo>
                <a:lnTo>
                  <a:pt x="457200" y="1323975"/>
                </a:lnTo>
                <a:lnTo>
                  <a:pt x="457200" y="1314450"/>
                </a:lnTo>
                <a:lnTo>
                  <a:pt x="466725" y="1314450"/>
                </a:lnTo>
                <a:lnTo>
                  <a:pt x="466725" y="1304925"/>
                </a:lnTo>
                <a:lnTo>
                  <a:pt x="476250" y="1304925"/>
                </a:lnTo>
                <a:lnTo>
                  <a:pt x="476250" y="1295400"/>
                </a:lnTo>
                <a:lnTo>
                  <a:pt x="466725" y="1295400"/>
                </a:lnTo>
                <a:lnTo>
                  <a:pt x="466725" y="1285875"/>
                </a:lnTo>
                <a:lnTo>
                  <a:pt x="457200" y="1285875"/>
                </a:lnTo>
                <a:lnTo>
                  <a:pt x="457200" y="1257300"/>
                </a:lnTo>
                <a:lnTo>
                  <a:pt x="466725" y="1257300"/>
                </a:lnTo>
                <a:lnTo>
                  <a:pt x="466725" y="1247775"/>
                </a:lnTo>
                <a:lnTo>
                  <a:pt x="457200" y="1247775"/>
                </a:lnTo>
                <a:lnTo>
                  <a:pt x="457200" y="1238250"/>
                </a:lnTo>
                <a:lnTo>
                  <a:pt x="447675" y="1238250"/>
                </a:lnTo>
                <a:lnTo>
                  <a:pt x="447675" y="1247775"/>
                </a:lnTo>
                <a:lnTo>
                  <a:pt x="438150" y="1247775"/>
                </a:lnTo>
                <a:lnTo>
                  <a:pt x="438150" y="1200150"/>
                </a:lnTo>
                <a:lnTo>
                  <a:pt x="447675" y="1200150"/>
                </a:lnTo>
                <a:lnTo>
                  <a:pt x="447675" y="1162050"/>
                </a:lnTo>
                <a:lnTo>
                  <a:pt x="457200" y="1162050"/>
                </a:lnTo>
                <a:lnTo>
                  <a:pt x="457200" y="1133475"/>
                </a:lnTo>
                <a:lnTo>
                  <a:pt x="466725" y="1133475"/>
                </a:lnTo>
                <a:lnTo>
                  <a:pt x="466725" y="1123950"/>
                </a:lnTo>
                <a:lnTo>
                  <a:pt x="476250" y="1123950"/>
                </a:lnTo>
                <a:close/>
                <a:moveTo>
                  <a:pt x="866775" y="1085850"/>
                </a:moveTo>
                <a:lnTo>
                  <a:pt x="876300" y="1085850"/>
                </a:lnTo>
                <a:lnTo>
                  <a:pt x="876300" y="1114425"/>
                </a:lnTo>
                <a:lnTo>
                  <a:pt x="885825" y="1114425"/>
                </a:lnTo>
                <a:lnTo>
                  <a:pt x="885825" y="1143000"/>
                </a:lnTo>
                <a:lnTo>
                  <a:pt x="866775" y="1143000"/>
                </a:lnTo>
                <a:close/>
                <a:moveTo>
                  <a:pt x="952500" y="1104900"/>
                </a:moveTo>
                <a:lnTo>
                  <a:pt x="962025" y="1104900"/>
                </a:lnTo>
                <a:lnTo>
                  <a:pt x="962025" y="1114425"/>
                </a:lnTo>
                <a:lnTo>
                  <a:pt x="971550" y="1114425"/>
                </a:lnTo>
                <a:lnTo>
                  <a:pt x="971550" y="1123950"/>
                </a:lnTo>
                <a:lnTo>
                  <a:pt x="981075" y="1123950"/>
                </a:lnTo>
                <a:lnTo>
                  <a:pt x="981075" y="1171575"/>
                </a:lnTo>
                <a:lnTo>
                  <a:pt x="962025" y="1171575"/>
                </a:lnTo>
                <a:lnTo>
                  <a:pt x="962025" y="1190625"/>
                </a:lnTo>
                <a:lnTo>
                  <a:pt x="952500" y="1190625"/>
                </a:lnTo>
                <a:close/>
                <a:moveTo>
                  <a:pt x="876300" y="1171575"/>
                </a:moveTo>
                <a:lnTo>
                  <a:pt x="885825" y="1171575"/>
                </a:lnTo>
                <a:lnTo>
                  <a:pt x="885825" y="1190625"/>
                </a:lnTo>
                <a:lnTo>
                  <a:pt x="876300" y="1190625"/>
                </a:lnTo>
                <a:close/>
                <a:moveTo>
                  <a:pt x="981075" y="1181100"/>
                </a:moveTo>
                <a:lnTo>
                  <a:pt x="990600" y="1181100"/>
                </a:lnTo>
                <a:lnTo>
                  <a:pt x="990600" y="1190625"/>
                </a:lnTo>
                <a:lnTo>
                  <a:pt x="981075" y="1190625"/>
                </a:lnTo>
                <a:close/>
                <a:moveTo>
                  <a:pt x="990600" y="1190625"/>
                </a:moveTo>
                <a:lnTo>
                  <a:pt x="1000125" y="1190625"/>
                </a:lnTo>
                <a:lnTo>
                  <a:pt x="1000125" y="1200150"/>
                </a:lnTo>
                <a:lnTo>
                  <a:pt x="990600" y="1200150"/>
                </a:lnTo>
                <a:close/>
                <a:moveTo>
                  <a:pt x="638175" y="1200150"/>
                </a:moveTo>
                <a:lnTo>
                  <a:pt x="647700" y="1200150"/>
                </a:lnTo>
                <a:lnTo>
                  <a:pt x="647700" y="1209675"/>
                </a:lnTo>
                <a:lnTo>
                  <a:pt x="638175" y="1209675"/>
                </a:lnTo>
                <a:close/>
                <a:moveTo>
                  <a:pt x="1057275" y="1200150"/>
                </a:moveTo>
                <a:lnTo>
                  <a:pt x="1085850" y="1200150"/>
                </a:lnTo>
                <a:lnTo>
                  <a:pt x="1085850" y="1209675"/>
                </a:lnTo>
                <a:lnTo>
                  <a:pt x="1133475" y="1209675"/>
                </a:lnTo>
                <a:lnTo>
                  <a:pt x="1133475" y="1219200"/>
                </a:lnTo>
                <a:lnTo>
                  <a:pt x="1123950" y="1219200"/>
                </a:lnTo>
                <a:lnTo>
                  <a:pt x="1123950" y="1228725"/>
                </a:lnTo>
                <a:lnTo>
                  <a:pt x="1104900" y="1228725"/>
                </a:lnTo>
                <a:lnTo>
                  <a:pt x="1104900" y="1219200"/>
                </a:lnTo>
                <a:lnTo>
                  <a:pt x="1019175" y="1219200"/>
                </a:lnTo>
                <a:lnTo>
                  <a:pt x="1019175" y="1209675"/>
                </a:lnTo>
                <a:lnTo>
                  <a:pt x="1057275" y="1209675"/>
                </a:lnTo>
                <a:close/>
                <a:moveTo>
                  <a:pt x="619125" y="1209675"/>
                </a:moveTo>
                <a:lnTo>
                  <a:pt x="628650" y="1209675"/>
                </a:lnTo>
                <a:lnTo>
                  <a:pt x="628650" y="1219200"/>
                </a:lnTo>
                <a:lnTo>
                  <a:pt x="619125" y="1219200"/>
                </a:lnTo>
                <a:close/>
                <a:moveTo>
                  <a:pt x="609600" y="1219200"/>
                </a:moveTo>
                <a:lnTo>
                  <a:pt x="619125" y="1219200"/>
                </a:lnTo>
                <a:lnTo>
                  <a:pt x="619125" y="1228725"/>
                </a:lnTo>
                <a:lnTo>
                  <a:pt x="609600" y="1228725"/>
                </a:lnTo>
                <a:close/>
                <a:moveTo>
                  <a:pt x="581025" y="1238250"/>
                </a:moveTo>
                <a:lnTo>
                  <a:pt x="590550" y="1238250"/>
                </a:lnTo>
                <a:lnTo>
                  <a:pt x="590550" y="1247775"/>
                </a:lnTo>
                <a:lnTo>
                  <a:pt x="581025" y="1247775"/>
                </a:lnTo>
                <a:close/>
                <a:moveTo>
                  <a:pt x="1076325" y="1247775"/>
                </a:moveTo>
                <a:lnTo>
                  <a:pt x="1104900" y="1247775"/>
                </a:lnTo>
                <a:lnTo>
                  <a:pt x="1104900" y="1266825"/>
                </a:lnTo>
                <a:lnTo>
                  <a:pt x="1123950" y="1266825"/>
                </a:lnTo>
                <a:lnTo>
                  <a:pt x="1123950" y="1285875"/>
                </a:lnTo>
                <a:lnTo>
                  <a:pt x="1133475" y="1285875"/>
                </a:lnTo>
                <a:lnTo>
                  <a:pt x="1133475" y="1295400"/>
                </a:lnTo>
                <a:lnTo>
                  <a:pt x="1143000" y="1295400"/>
                </a:lnTo>
                <a:lnTo>
                  <a:pt x="1143000" y="1304925"/>
                </a:lnTo>
                <a:lnTo>
                  <a:pt x="1162050" y="1304925"/>
                </a:lnTo>
                <a:lnTo>
                  <a:pt x="1162050" y="1295400"/>
                </a:lnTo>
                <a:lnTo>
                  <a:pt x="1152525" y="1295400"/>
                </a:lnTo>
                <a:lnTo>
                  <a:pt x="1152525" y="1285875"/>
                </a:lnTo>
                <a:lnTo>
                  <a:pt x="1162050" y="1285875"/>
                </a:lnTo>
                <a:lnTo>
                  <a:pt x="1162050" y="1295400"/>
                </a:lnTo>
                <a:lnTo>
                  <a:pt x="1171575" y="1295400"/>
                </a:lnTo>
                <a:lnTo>
                  <a:pt x="1171575" y="1333500"/>
                </a:lnTo>
                <a:lnTo>
                  <a:pt x="1162050" y="1333500"/>
                </a:lnTo>
                <a:lnTo>
                  <a:pt x="1162050" y="1323975"/>
                </a:lnTo>
                <a:lnTo>
                  <a:pt x="1152525" y="1323975"/>
                </a:lnTo>
                <a:lnTo>
                  <a:pt x="1152525" y="1314450"/>
                </a:lnTo>
                <a:lnTo>
                  <a:pt x="1143000" y="1314450"/>
                </a:lnTo>
                <a:lnTo>
                  <a:pt x="1143000" y="1323975"/>
                </a:lnTo>
                <a:lnTo>
                  <a:pt x="1123950" y="1323975"/>
                </a:lnTo>
                <a:lnTo>
                  <a:pt x="1123950" y="1314450"/>
                </a:lnTo>
                <a:lnTo>
                  <a:pt x="1114425" y="1314450"/>
                </a:lnTo>
                <a:lnTo>
                  <a:pt x="1114425" y="1295400"/>
                </a:lnTo>
                <a:lnTo>
                  <a:pt x="1085850" y="1295400"/>
                </a:lnTo>
                <a:lnTo>
                  <a:pt x="1085850" y="1314450"/>
                </a:lnTo>
                <a:lnTo>
                  <a:pt x="1076325" y="1314450"/>
                </a:lnTo>
                <a:lnTo>
                  <a:pt x="1076325" y="1323975"/>
                </a:lnTo>
                <a:lnTo>
                  <a:pt x="1057275" y="1323975"/>
                </a:lnTo>
                <a:lnTo>
                  <a:pt x="1057275" y="1314450"/>
                </a:lnTo>
                <a:lnTo>
                  <a:pt x="1066800" y="1314450"/>
                </a:lnTo>
                <a:lnTo>
                  <a:pt x="1066800" y="1304925"/>
                </a:lnTo>
                <a:lnTo>
                  <a:pt x="1047750" y="1304925"/>
                </a:lnTo>
                <a:lnTo>
                  <a:pt x="1047750" y="1266825"/>
                </a:lnTo>
                <a:lnTo>
                  <a:pt x="1066800" y="1266825"/>
                </a:lnTo>
                <a:lnTo>
                  <a:pt x="1066800" y="1257300"/>
                </a:lnTo>
                <a:lnTo>
                  <a:pt x="1076325" y="1257300"/>
                </a:lnTo>
                <a:close/>
                <a:moveTo>
                  <a:pt x="685800" y="1257300"/>
                </a:moveTo>
                <a:lnTo>
                  <a:pt x="695325" y="1257300"/>
                </a:lnTo>
                <a:lnTo>
                  <a:pt x="695325" y="1266825"/>
                </a:lnTo>
                <a:lnTo>
                  <a:pt x="685800" y="1266825"/>
                </a:lnTo>
                <a:close/>
                <a:moveTo>
                  <a:pt x="676275" y="1266825"/>
                </a:moveTo>
                <a:lnTo>
                  <a:pt x="685800" y="1266825"/>
                </a:lnTo>
                <a:lnTo>
                  <a:pt x="685800" y="1276350"/>
                </a:lnTo>
                <a:lnTo>
                  <a:pt x="695325" y="1276350"/>
                </a:lnTo>
                <a:lnTo>
                  <a:pt x="695325" y="1285875"/>
                </a:lnTo>
                <a:lnTo>
                  <a:pt x="685800" y="1285875"/>
                </a:lnTo>
                <a:lnTo>
                  <a:pt x="685800" y="1295400"/>
                </a:lnTo>
                <a:lnTo>
                  <a:pt x="676275" y="1295400"/>
                </a:lnTo>
                <a:close/>
                <a:moveTo>
                  <a:pt x="419100" y="1295400"/>
                </a:moveTo>
                <a:lnTo>
                  <a:pt x="428625" y="1295400"/>
                </a:lnTo>
                <a:lnTo>
                  <a:pt x="428625" y="1304925"/>
                </a:lnTo>
                <a:lnTo>
                  <a:pt x="419100" y="1304925"/>
                </a:lnTo>
                <a:close/>
                <a:moveTo>
                  <a:pt x="1238250" y="1295400"/>
                </a:moveTo>
                <a:lnTo>
                  <a:pt x="1247775" y="1295400"/>
                </a:lnTo>
                <a:lnTo>
                  <a:pt x="1247775" y="1333500"/>
                </a:lnTo>
                <a:lnTo>
                  <a:pt x="1238250" y="1333500"/>
                </a:lnTo>
                <a:close/>
                <a:moveTo>
                  <a:pt x="952500" y="1343025"/>
                </a:moveTo>
                <a:lnTo>
                  <a:pt x="962025" y="1343025"/>
                </a:lnTo>
                <a:lnTo>
                  <a:pt x="962025" y="1371600"/>
                </a:lnTo>
                <a:lnTo>
                  <a:pt x="952500" y="1371600"/>
                </a:lnTo>
                <a:close/>
                <a:moveTo>
                  <a:pt x="952500" y="1381125"/>
                </a:moveTo>
                <a:lnTo>
                  <a:pt x="962025" y="1381125"/>
                </a:lnTo>
                <a:lnTo>
                  <a:pt x="962025" y="1485900"/>
                </a:lnTo>
                <a:lnTo>
                  <a:pt x="952500" y="1485900"/>
                </a:lnTo>
                <a:lnTo>
                  <a:pt x="952500" y="1457325"/>
                </a:lnTo>
                <a:lnTo>
                  <a:pt x="942975" y="1457325"/>
                </a:lnTo>
                <a:lnTo>
                  <a:pt x="942975" y="1438275"/>
                </a:lnTo>
                <a:lnTo>
                  <a:pt x="952500" y="1438275"/>
                </a:lnTo>
                <a:close/>
                <a:moveTo>
                  <a:pt x="809625" y="1390650"/>
                </a:moveTo>
                <a:lnTo>
                  <a:pt x="838200" y="1390650"/>
                </a:lnTo>
                <a:lnTo>
                  <a:pt x="838200" y="1400175"/>
                </a:lnTo>
                <a:lnTo>
                  <a:pt x="847725" y="1400175"/>
                </a:lnTo>
                <a:lnTo>
                  <a:pt x="847725" y="1409700"/>
                </a:lnTo>
                <a:lnTo>
                  <a:pt x="876300" y="1409700"/>
                </a:lnTo>
                <a:lnTo>
                  <a:pt x="876300" y="1438275"/>
                </a:lnTo>
                <a:lnTo>
                  <a:pt x="885825" y="1438275"/>
                </a:lnTo>
                <a:lnTo>
                  <a:pt x="885825" y="1457325"/>
                </a:lnTo>
                <a:lnTo>
                  <a:pt x="876300" y="1457325"/>
                </a:lnTo>
                <a:lnTo>
                  <a:pt x="876300" y="1504950"/>
                </a:lnTo>
                <a:lnTo>
                  <a:pt x="866775" y="1504950"/>
                </a:lnTo>
                <a:lnTo>
                  <a:pt x="866775" y="1495425"/>
                </a:lnTo>
                <a:lnTo>
                  <a:pt x="857250" y="1495425"/>
                </a:lnTo>
                <a:lnTo>
                  <a:pt x="857250" y="1485900"/>
                </a:lnTo>
                <a:lnTo>
                  <a:pt x="866775" y="1485900"/>
                </a:lnTo>
                <a:lnTo>
                  <a:pt x="866775" y="1457325"/>
                </a:lnTo>
                <a:lnTo>
                  <a:pt x="857250" y="1457325"/>
                </a:lnTo>
                <a:lnTo>
                  <a:pt x="857250" y="1428750"/>
                </a:lnTo>
                <a:lnTo>
                  <a:pt x="847725" y="1428750"/>
                </a:lnTo>
                <a:lnTo>
                  <a:pt x="847725" y="1419225"/>
                </a:lnTo>
                <a:lnTo>
                  <a:pt x="809625" y="1419225"/>
                </a:lnTo>
                <a:close/>
                <a:moveTo>
                  <a:pt x="657225" y="1419225"/>
                </a:moveTo>
                <a:lnTo>
                  <a:pt x="666750" y="1419225"/>
                </a:lnTo>
                <a:lnTo>
                  <a:pt x="666750" y="1428750"/>
                </a:lnTo>
                <a:lnTo>
                  <a:pt x="657225" y="1428750"/>
                </a:lnTo>
                <a:close/>
                <a:moveTo>
                  <a:pt x="1181100" y="1524000"/>
                </a:moveTo>
                <a:lnTo>
                  <a:pt x="1190625" y="1524000"/>
                </a:lnTo>
                <a:lnTo>
                  <a:pt x="1190625" y="1533525"/>
                </a:lnTo>
                <a:lnTo>
                  <a:pt x="1209675" y="1533525"/>
                </a:lnTo>
                <a:lnTo>
                  <a:pt x="1209675" y="1543050"/>
                </a:lnTo>
                <a:lnTo>
                  <a:pt x="1200150" y="1543050"/>
                </a:lnTo>
                <a:lnTo>
                  <a:pt x="1200150" y="1552575"/>
                </a:lnTo>
                <a:lnTo>
                  <a:pt x="1171575" y="1552575"/>
                </a:lnTo>
                <a:lnTo>
                  <a:pt x="1171575" y="1543050"/>
                </a:lnTo>
                <a:lnTo>
                  <a:pt x="1162050" y="1543050"/>
                </a:lnTo>
                <a:lnTo>
                  <a:pt x="1162050" y="1533525"/>
                </a:lnTo>
                <a:lnTo>
                  <a:pt x="1181100" y="1533525"/>
                </a:lnTo>
                <a:close/>
                <a:moveTo>
                  <a:pt x="647700" y="1543050"/>
                </a:moveTo>
                <a:lnTo>
                  <a:pt x="657225" y="1543050"/>
                </a:lnTo>
                <a:lnTo>
                  <a:pt x="657225" y="1552575"/>
                </a:lnTo>
                <a:lnTo>
                  <a:pt x="666750" y="1552575"/>
                </a:lnTo>
                <a:lnTo>
                  <a:pt x="666750" y="1581150"/>
                </a:lnTo>
                <a:lnTo>
                  <a:pt x="676275" y="1581150"/>
                </a:lnTo>
                <a:lnTo>
                  <a:pt x="676275" y="1590675"/>
                </a:lnTo>
                <a:lnTo>
                  <a:pt x="666750" y="1590675"/>
                </a:lnTo>
                <a:lnTo>
                  <a:pt x="666750" y="1600200"/>
                </a:lnTo>
                <a:lnTo>
                  <a:pt x="657225" y="1600200"/>
                </a:lnTo>
                <a:lnTo>
                  <a:pt x="657225" y="1609725"/>
                </a:lnTo>
                <a:lnTo>
                  <a:pt x="666750" y="1609725"/>
                </a:lnTo>
                <a:lnTo>
                  <a:pt x="666750" y="1619250"/>
                </a:lnTo>
                <a:lnTo>
                  <a:pt x="638175" y="1619250"/>
                </a:lnTo>
                <a:lnTo>
                  <a:pt x="638175" y="1609725"/>
                </a:lnTo>
                <a:lnTo>
                  <a:pt x="628650" y="1609725"/>
                </a:lnTo>
                <a:lnTo>
                  <a:pt x="628650" y="1581150"/>
                </a:lnTo>
                <a:lnTo>
                  <a:pt x="638175" y="1581150"/>
                </a:lnTo>
                <a:lnTo>
                  <a:pt x="638175" y="1552575"/>
                </a:lnTo>
                <a:lnTo>
                  <a:pt x="647700" y="1552575"/>
                </a:lnTo>
                <a:close/>
                <a:moveTo>
                  <a:pt x="1038225" y="1590675"/>
                </a:moveTo>
                <a:lnTo>
                  <a:pt x="1047750" y="1590675"/>
                </a:lnTo>
                <a:lnTo>
                  <a:pt x="1047750" y="1600200"/>
                </a:lnTo>
                <a:lnTo>
                  <a:pt x="1038225" y="1600200"/>
                </a:lnTo>
                <a:close/>
                <a:moveTo>
                  <a:pt x="1095375" y="1590675"/>
                </a:moveTo>
                <a:lnTo>
                  <a:pt x="1114425" y="1590675"/>
                </a:lnTo>
                <a:lnTo>
                  <a:pt x="1114425" y="1600200"/>
                </a:lnTo>
                <a:lnTo>
                  <a:pt x="1123950" y="1600200"/>
                </a:lnTo>
                <a:lnTo>
                  <a:pt x="1123950" y="1609725"/>
                </a:lnTo>
                <a:lnTo>
                  <a:pt x="1066800" y="1609725"/>
                </a:lnTo>
                <a:lnTo>
                  <a:pt x="1066800" y="1600200"/>
                </a:lnTo>
                <a:lnTo>
                  <a:pt x="1095375" y="1600200"/>
                </a:lnTo>
                <a:close/>
              </a:path>
            </a:pathLst>
          </a:custGeom>
          <a:solidFill xmlns:a="http://schemas.openxmlformats.org/drawingml/2006/main">
            <a:srgbClr val="265540"/>
          </a:solidFill>
          <a:ln xmlns:a="http://schemas.openxmlformats.org/drawingml/2006/main" w="0">
            <a:noFill/>
          </a:ln>
        </p:spPr>
      </p:sp>
      <p:sp>
        <p:nvSpPr>
          <p:cNvPr id="39" name="">
            <a:extLst xmlns:a="http://schemas.openxmlformats.org/drawingml/2006/main">
              <a:ext uri="{FF2B5EF4-FFF2-40B4-BE49-F238E27FC236}">
                <a16:creationId xmlns:a16="http://schemas.microsoft.com/office/drawing/2014/main" id="{0D84DADB-7A09-4AC0-AF23-6D786BD1CF5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857250" y="4848225"/>
            <a:ext cx="2152650" cy="35242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/>
          <a:lstStyle xmlns:a="http://schemas.openxmlformats.org/drawingml/2006/main">
            <a:defPPr algn="ctr">
              <a:defRPr sz="1800" b="0">
                <a:solidFill>
                  <a:srgbClr val="365F4D"/>
                </a:solidFill>
                <a:latin typeface="Arial"/>
                <a:ea typeface="Arial"/>
                <a:cs typeface="Arial"/>
              </a:defRPr>
            </a:defPPr>
            <a:lvl1pPr algn="ctr">
              <a:defRPr sz="1800" b="0">
                <a:solidFill>
                  <a:srgbClr val="365F4D"/>
                </a:solidFill>
                <a:latin typeface="Arial"/>
                <a:ea typeface="Arial"/>
                <a:cs typeface="Arial"/>
              </a:defRPr>
            </a:lvl1pPr>
            <a:lvl2pPr algn="ctr">
              <a:defRPr sz="1800" b="0">
                <a:solidFill>
                  <a:srgbClr val="365F4D"/>
                </a:solidFill>
                <a:latin typeface="Arial"/>
                <a:ea typeface="Arial"/>
                <a:cs typeface="Arial"/>
              </a:defRPr>
            </a:lvl2pPr>
            <a:lvl3pPr algn="ctr">
              <a:defRPr sz="1800" b="0">
                <a:solidFill>
                  <a:srgbClr val="365F4D"/>
                </a:solidFill>
                <a:latin typeface="Arial"/>
                <a:ea typeface="Arial"/>
                <a:cs typeface="Arial"/>
              </a:defRPr>
            </a:lvl3pPr>
            <a:lvl4pPr algn="ctr">
              <a:defRPr sz="1800" b="0">
                <a:solidFill>
                  <a:srgbClr val="365F4D"/>
                </a:solidFill>
                <a:latin typeface="Arial"/>
                <a:ea typeface="Arial"/>
                <a:cs typeface="Arial"/>
              </a:defRPr>
            </a:lvl4pPr>
            <a:lvl5pPr algn="ctr">
              <a:defRPr sz="1800" b="0">
                <a:solidFill>
                  <a:srgbClr val="365F4D"/>
                </a:solidFill>
                <a:latin typeface="Arial"/>
                <a:ea typeface="Arial"/>
                <a:cs typeface="Arial"/>
              </a:defRPr>
            </a:lvl5pPr>
            <a:lvl6pPr algn="ctr">
              <a:defRPr sz="1800" b="0">
                <a:solidFill>
                  <a:srgbClr val="365F4D"/>
                </a:solidFill>
                <a:latin typeface="Arial"/>
                <a:ea typeface="Arial"/>
                <a:cs typeface="Arial"/>
              </a:defRPr>
            </a:lvl6pPr>
            <a:lvl7pPr algn="ctr">
              <a:defRPr sz="1800" b="0">
                <a:solidFill>
                  <a:srgbClr val="365F4D"/>
                </a:solidFill>
                <a:latin typeface="Arial"/>
                <a:ea typeface="Arial"/>
                <a:cs typeface="Arial"/>
              </a:defRPr>
            </a:lvl7pPr>
            <a:lvl8pPr algn="ctr">
              <a:defRPr sz="1800" b="0">
                <a:solidFill>
                  <a:srgbClr val="365F4D"/>
                </a:solidFill>
                <a:latin typeface="Arial"/>
                <a:ea typeface="Arial"/>
                <a:cs typeface="Arial"/>
              </a:defRPr>
            </a:lvl8pPr>
            <a:lvl9pPr algn="ctr">
              <a:defRPr sz="1800" b="0">
                <a:solidFill>
                  <a:srgbClr val="365F4D"/>
                </a:solidFill>
                <a:latin typeface="Arial"/>
                <a:ea typeface="Arial"/>
                <a:cs typeface="Arial"/>
              </a:defRPr>
            </a:lvl9pPr>
          </a:lstStyle>
          <a:p xmlns:a="http://schemas.openxmlformats.org/drawingml/2006/main">
            <a:pPr algn="ctr">
              <a:lnSpc>
                <a:spcPct val="105000"/>
              </a:lnSpc>
              <a:buNone/>
              <a:defRPr sz="1800" b="0">
                <a:solidFill>
                  <a:srgbClr val="365F4D"/>
                </a:solidFill>
                <a:latin typeface="Arial"/>
                <a:ea typeface="Arial"/>
                <a:cs typeface="Arial"/>
              </a:defRPr>
            </a:pPr>
            <a:r>
              <a:rPr sz="1800" b="0">
                <a:solidFill>
                  <a:srgbClr val="365F4D"/>
                </a:solidFill>
                <a:latin typeface="Arial"/>
                <a:ea typeface="Arial"/>
                <a:cs typeface="Arial"/>
              </a:rPr>
              <a:t>Turno del Empleado</a:t>
            </a:r>
          </a:p>
        </p:txBody>
      </p:sp>
      <p:sp>
        <p:nvSpPr>
          <p:cNvPr id="40" name="">
            <a:extLst xmlns:a="http://schemas.openxmlformats.org/drawingml/2006/main">
              <a:ext uri="{FF2B5EF4-FFF2-40B4-BE49-F238E27FC236}">
                <a16:creationId xmlns:a16="http://schemas.microsoft.com/office/drawing/2014/main" id="{05FF2FC3-45EA-49BB-AFC7-BD1B8DA0CE6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925050" y="2257425"/>
            <a:ext cx="2543175" cy="3124200"/>
          </a:xfrm>
          <a:prstGeom xmlns:a="http://schemas.openxmlformats.org/drawingml/2006/main" prst="roundRect">
            <a:avLst>
              <a:gd name="adj" fmla="val 8240"/>
            </a:avLst>
          </a:prstGeom>
          <a:solidFill xmlns:a="http://schemas.openxmlformats.org/drawingml/2006/main">
            <a:srgbClr val="FFFFFF"/>
          </a:solidFill>
          <a:ln xmlns:a="http://schemas.openxmlformats.org/drawingml/2006/main" w="23813">
            <a:solidFill>
              <a:srgbClr val="2C5E9B"/>
            </a:solidFill>
          </a:ln>
        </p:spPr>
        <p:style>
          <a:lnRef xmlns:a="http://schemas.openxmlformats.org/drawingml/2006/main" idx="0"/>
          <a:fillRef xmlns:a="http://schemas.openxmlformats.org/drawingml/2006/main" idx="0"/>
          <a:effectRef xmlns:a="http://schemas.openxmlformats.org/drawingml/2006/main" idx="7"/>
          <a:fontRef xmlns:a="http://schemas.openxmlformats.org/drawingml/2006/main" idx="major"/>
        </p:style>
      </p:sp>
      <p:sp>
        <p:nvSpPr>
          <p:cNvPr id="41" name="juan vector #ffffff">
            <a:extLst xmlns:a="http://schemas.openxmlformats.org/drawingml/2006/main">
              <a:ext uri="{FF2B5EF4-FFF2-40B4-BE49-F238E27FC236}">
                <a16:creationId xmlns:a16="http://schemas.microsoft.com/office/drawing/2014/main" id="{4734FDBA-1844-4CAC-B275-88DC369CBC0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48900" y="2552700"/>
            <a:ext cx="2085975" cy="2085975"/>
          </a:xfrm>
          <a:custGeom xmlns:a="http://schemas.openxmlformats.org/drawingml/2006/main">
            <a:pathLst>
              <a:path w="2085975" h="2085975">
                <a:moveTo>
                  <a:pt x="542925" y="0"/>
                </a:moveTo>
                <a:lnTo>
                  <a:pt x="561975" y="0"/>
                </a:lnTo>
                <a:lnTo>
                  <a:pt x="561975" y="9525"/>
                </a:lnTo>
                <a:lnTo>
                  <a:pt x="542925" y="9525"/>
                </a:lnTo>
                <a:close/>
                <a:moveTo>
                  <a:pt x="800100" y="0"/>
                </a:moveTo>
                <a:lnTo>
                  <a:pt x="819150" y="0"/>
                </a:lnTo>
                <a:lnTo>
                  <a:pt x="819150" y="9525"/>
                </a:lnTo>
                <a:lnTo>
                  <a:pt x="800100" y="9525"/>
                </a:lnTo>
                <a:close/>
                <a:moveTo>
                  <a:pt x="1143000" y="0"/>
                </a:moveTo>
                <a:lnTo>
                  <a:pt x="1152525" y="0"/>
                </a:lnTo>
                <a:lnTo>
                  <a:pt x="1152525" y="9525"/>
                </a:lnTo>
                <a:lnTo>
                  <a:pt x="1143000" y="9525"/>
                </a:lnTo>
                <a:close/>
                <a:moveTo>
                  <a:pt x="1247775" y="0"/>
                </a:moveTo>
                <a:lnTo>
                  <a:pt x="1257300" y="0"/>
                </a:lnTo>
                <a:lnTo>
                  <a:pt x="1257300" y="9525"/>
                </a:lnTo>
                <a:lnTo>
                  <a:pt x="1247775" y="9525"/>
                </a:lnTo>
                <a:close/>
                <a:moveTo>
                  <a:pt x="1304925" y="0"/>
                </a:moveTo>
                <a:lnTo>
                  <a:pt x="1333500" y="0"/>
                </a:lnTo>
                <a:lnTo>
                  <a:pt x="1333500" y="19050"/>
                </a:lnTo>
                <a:lnTo>
                  <a:pt x="1323975" y="19050"/>
                </a:lnTo>
                <a:lnTo>
                  <a:pt x="1323975" y="9525"/>
                </a:lnTo>
                <a:lnTo>
                  <a:pt x="1314450" y="9525"/>
                </a:lnTo>
                <a:lnTo>
                  <a:pt x="1314450" y="19050"/>
                </a:lnTo>
                <a:lnTo>
                  <a:pt x="1304925" y="19050"/>
                </a:lnTo>
                <a:close/>
                <a:moveTo>
                  <a:pt x="590550" y="47625"/>
                </a:moveTo>
                <a:lnTo>
                  <a:pt x="619125" y="47625"/>
                </a:lnTo>
                <a:lnTo>
                  <a:pt x="619125" y="57150"/>
                </a:lnTo>
                <a:lnTo>
                  <a:pt x="609600" y="57150"/>
                </a:lnTo>
                <a:lnTo>
                  <a:pt x="609600" y="66675"/>
                </a:lnTo>
                <a:lnTo>
                  <a:pt x="581025" y="66675"/>
                </a:lnTo>
                <a:lnTo>
                  <a:pt x="581025" y="57150"/>
                </a:lnTo>
                <a:lnTo>
                  <a:pt x="590550" y="57150"/>
                </a:lnTo>
                <a:close/>
                <a:moveTo>
                  <a:pt x="485775" y="57150"/>
                </a:moveTo>
                <a:lnTo>
                  <a:pt x="495300" y="57150"/>
                </a:lnTo>
                <a:lnTo>
                  <a:pt x="495300" y="66675"/>
                </a:lnTo>
                <a:lnTo>
                  <a:pt x="514350" y="66675"/>
                </a:lnTo>
                <a:lnTo>
                  <a:pt x="514350" y="76200"/>
                </a:lnTo>
                <a:lnTo>
                  <a:pt x="523875" y="76200"/>
                </a:lnTo>
                <a:lnTo>
                  <a:pt x="523875" y="104775"/>
                </a:lnTo>
                <a:lnTo>
                  <a:pt x="514350" y="104775"/>
                </a:lnTo>
                <a:lnTo>
                  <a:pt x="514350" y="95250"/>
                </a:lnTo>
                <a:lnTo>
                  <a:pt x="504825" y="95250"/>
                </a:lnTo>
                <a:lnTo>
                  <a:pt x="504825" y="85725"/>
                </a:lnTo>
                <a:lnTo>
                  <a:pt x="495300" y="85725"/>
                </a:lnTo>
                <a:lnTo>
                  <a:pt x="495300" y="76200"/>
                </a:lnTo>
                <a:lnTo>
                  <a:pt x="485775" y="76200"/>
                </a:lnTo>
                <a:close/>
                <a:moveTo>
                  <a:pt x="552450" y="76200"/>
                </a:moveTo>
                <a:lnTo>
                  <a:pt x="561975" y="76200"/>
                </a:lnTo>
                <a:lnTo>
                  <a:pt x="561975" y="85725"/>
                </a:lnTo>
                <a:lnTo>
                  <a:pt x="552450" y="85725"/>
                </a:lnTo>
                <a:close/>
                <a:moveTo>
                  <a:pt x="1933575" y="838200"/>
                </a:moveTo>
                <a:lnTo>
                  <a:pt x="1962150" y="838200"/>
                </a:lnTo>
                <a:lnTo>
                  <a:pt x="1962150" y="847725"/>
                </a:lnTo>
                <a:lnTo>
                  <a:pt x="1971675" y="847725"/>
                </a:lnTo>
                <a:lnTo>
                  <a:pt x="1971675" y="838200"/>
                </a:lnTo>
                <a:lnTo>
                  <a:pt x="1981200" y="838200"/>
                </a:lnTo>
                <a:lnTo>
                  <a:pt x="1981200" y="847725"/>
                </a:lnTo>
                <a:lnTo>
                  <a:pt x="1990725" y="847725"/>
                </a:lnTo>
                <a:lnTo>
                  <a:pt x="1990725" y="838200"/>
                </a:lnTo>
                <a:lnTo>
                  <a:pt x="2000250" y="838200"/>
                </a:lnTo>
                <a:lnTo>
                  <a:pt x="2000250" y="847725"/>
                </a:lnTo>
                <a:lnTo>
                  <a:pt x="2009775" y="847725"/>
                </a:lnTo>
                <a:lnTo>
                  <a:pt x="2009775" y="838200"/>
                </a:lnTo>
                <a:lnTo>
                  <a:pt x="2057400" y="838200"/>
                </a:lnTo>
                <a:lnTo>
                  <a:pt x="2057400" y="847725"/>
                </a:lnTo>
                <a:lnTo>
                  <a:pt x="2066925" y="847725"/>
                </a:lnTo>
                <a:lnTo>
                  <a:pt x="2066925" y="838200"/>
                </a:lnTo>
                <a:lnTo>
                  <a:pt x="2085975" y="838200"/>
                </a:lnTo>
                <a:lnTo>
                  <a:pt x="2085975" y="857250"/>
                </a:lnTo>
                <a:lnTo>
                  <a:pt x="2057400" y="857250"/>
                </a:lnTo>
                <a:lnTo>
                  <a:pt x="2057400" y="866775"/>
                </a:lnTo>
                <a:lnTo>
                  <a:pt x="2066925" y="866775"/>
                </a:lnTo>
                <a:lnTo>
                  <a:pt x="2066925" y="876300"/>
                </a:lnTo>
                <a:lnTo>
                  <a:pt x="2085975" y="876300"/>
                </a:lnTo>
                <a:lnTo>
                  <a:pt x="2085975" y="914400"/>
                </a:lnTo>
                <a:lnTo>
                  <a:pt x="2076450" y="914400"/>
                </a:lnTo>
                <a:lnTo>
                  <a:pt x="2076450" y="923925"/>
                </a:lnTo>
                <a:lnTo>
                  <a:pt x="2047875" y="923925"/>
                </a:lnTo>
                <a:lnTo>
                  <a:pt x="2047875" y="914400"/>
                </a:lnTo>
                <a:lnTo>
                  <a:pt x="2038350" y="914400"/>
                </a:lnTo>
                <a:lnTo>
                  <a:pt x="2038350" y="933450"/>
                </a:lnTo>
                <a:lnTo>
                  <a:pt x="2028825" y="933450"/>
                </a:lnTo>
                <a:lnTo>
                  <a:pt x="2028825" y="914400"/>
                </a:lnTo>
                <a:lnTo>
                  <a:pt x="1981200" y="914400"/>
                </a:lnTo>
                <a:lnTo>
                  <a:pt x="1981200" y="923925"/>
                </a:lnTo>
                <a:lnTo>
                  <a:pt x="1971675" y="923925"/>
                </a:lnTo>
                <a:lnTo>
                  <a:pt x="1971675" y="914400"/>
                </a:lnTo>
                <a:lnTo>
                  <a:pt x="1952625" y="914400"/>
                </a:lnTo>
                <a:lnTo>
                  <a:pt x="1952625" y="923925"/>
                </a:lnTo>
                <a:lnTo>
                  <a:pt x="1943100" y="923925"/>
                </a:lnTo>
                <a:lnTo>
                  <a:pt x="1943100" y="895350"/>
                </a:lnTo>
                <a:lnTo>
                  <a:pt x="1933575" y="895350"/>
                </a:lnTo>
                <a:lnTo>
                  <a:pt x="1933575" y="866775"/>
                </a:lnTo>
                <a:lnTo>
                  <a:pt x="1924050" y="866775"/>
                </a:lnTo>
                <a:lnTo>
                  <a:pt x="1924050" y="857250"/>
                </a:lnTo>
                <a:lnTo>
                  <a:pt x="1952625" y="857250"/>
                </a:lnTo>
                <a:lnTo>
                  <a:pt x="1952625" y="847725"/>
                </a:lnTo>
                <a:lnTo>
                  <a:pt x="1933575" y="847725"/>
                </a:lnTo>
                <a:close/>
                <a:moveTo>
                  <a:pt x="2076450" y="933450"/>
                </a:moveTo>
                <a:lnTo>
                  <a:pt x="2085975" y="933450"/>
                </a:lnTo>
                <a:lnTo>
                  <a:pt x="2085975" y="1438275"/>
                </a:lnTo>
                <a:lnTo>
                  <a:pt x="2076450" y="1438275"/>
                </a:lnTo>
                <a:lnTo>
                  <a:pt x="2076450" y="1466850"/>
                </a:lnTo>
                <a:lnTo>
                  <a:pt x="2085975" y="1466850"/>
                </a:lnTo>
                <a:lnTo>
                  <a:pt x="2085975" y="1962150"/>
                </a:lnTo>
                <a:lnTo>
                  <a:pt x="2038350" y="1962150"/>
                </a:lnTo>
                <a:lnTo>
                  <a:pt x="2038350" y="1952625"/>
                </a:lnTo>
                <a:lnTo>
                  <a:pt x="2009775" y="1952625"/>
                </a:lnTo>
                <a:lnTo>
                  <a:pt x="2009775" y="1962150"/>
                </a:lnTo>
                <a:lnTo>
                  <a:pt x="2000250" y="1962150"/>
                </a:lnTo>
                <a:lnTo>
                  <a:pt x="2000250" y="2000250"/>
                </a:lnTo>
                <a:lnTo>
                  <a:pt x="2009775" y="2000250"/>
                </a:lnTo>
                <a:lnTo>
                  <a:pt x="2009775" y="1981200"/>
                </a:lnTo>
                <a:lnTo>
                  <a:pt x="2019300" y="1981200"/>
                </a:lnTo>
                <a:lnTo>
                  <a:pt x="2019300" y="1990725"/>
                </a:lnTo>
                <a:lnTo>
                  <a:pt x="2028825" y="1990725"/>
                </a:lnTo>
                <a:lnTo>
                  <a:pt x="2028825" y="1981200"/>
                </a:lnTo>
                <a:lnTo>
                  <a:pt x="2038350" y="1981200"/>
                </a:lnTo>
                <a:lnTo>
                  <a:pt x="2038350" y="2000250"/>
                </a:lnTo>
                <a:lnTo>
                  <a:pt x="2066925" y="2000250"/>
                </a:lnTo>
                <a:lnTo>
                  <a:pt x="2066925" y="1990725"/>
                </a:lnTo>
                <a:lnTo>
                  <a:pt x="2076450" y="1990725"/>
                </a:lnTo>
                <a:lnTo>
                  <a:pt x="2076450" y="1981200"/>
                </a:lnTo>
                <a:lnTo>
                  <a:pt x="2066925" y="1981200"/>
                </a:lnTo>
                <a:lnTo>
                  <a:pt x="2066925" y="1971675"/>
                </a:lnTo>
                <a:lnTo>
                  <a:pt x="2085975" y="1971675"/>
                </a:lnTo>
                <a:lnTo>
                  <a:pt x="2085975" y="2038350"/>
                </a:lnTo>
                <a:lnTo>
                  <a:pt x="2076450" y="2038350"/>
                </a:lnTo>
                <a:lnTo>
                  <a:pt x="2076450" y="2047875"/>
                </a:lnTo>
                <a:lnTo>
                  <a:pt x="2085975" y="2047875"/>
                </a:lnTo>
                <a:lnTo>
                  <a:pt x="2085975" y="2057400"/>
                </a:lnTo>
                <a:lnTo>
                  <a:pt x="2076450" y="2057400"/>
                </a:lnTo>
                <a:lnTo>
                  <a:pt x="2076450" y="2085975"/>
                </a:lnTo>
                <a:lnTo>
                  <a:pt x="1314450" y="2085975"/>
                </a:lnTo>
                <a:lnTo>
                  <a:pt x="1314450" y="2076450"/>
                </a:lnTo>
                <a:lnTo>
                  <a:pt x="1295400" y="2076450"/>
                </a:lnTo>
                <a:lnTo>
                  <a:pt x="1295400" y="2066925"/>
                </a:lnTo>
                <a:lnTo>
                  <a:pt x="1285875" y="2066925"/>
                </a:lnTo>
                <a:lnTo>
                  <a:pt x="1285875" y="2057400"/>
                </a:lnTo>
                <a:lnTo>
                  <a:pt x="1276350" y="2057400"/>
                </a:lnTo>
                <a:lnTo>
                  <a:pt x="1276350" y="2047875"/>
                </a:lnTo>
                <a:lnTo>
                  <a:pt x="1266825" y="2047875"/>
                </a:lnTo>
                <a:lnTo>
                  <a:pt x="1266825" y="2057400"/>
                </a:lnTo>
                <a:lnTo>
                  <a:pt x="1276350" y="2057400"/>
                </a:lnTo>
                <a:lnTo>
                  <a:pt x="1276350" y="2076450"/>
                </a:lnTo>
                <a:lnTo>
                  <a:pt x="1266825" y="2076450"/>
                </a:lnTo>
                <a:lnTo>
                  <a:pt x="1266825" y="2085975"/>
                </a:lnTo>
                <a:lnTo>
                  <a:pt x="19050" y="2085975"/>
                </a:lnTo>
                <a:lnTo>
                  <a:pt x="19050" y="2066925"/>
                </a:lnTo>
                <a:lnTo>
                  <a:pt x="0" y="2066925"/>
                </a:lnTo>
                <a:lnTo>
                  <a:pt x="0" y="2047875"/>
                </a:lnTo>
                <a:lnTo>
                  <a:pt x="19050" y="2047875"/>
                </a:lnTo>
                <a:lnTo>
                  <a:pt x="19050" y="2038350"/>
                </a:lnTo>
                <a:lnTo>
                  <a:pt x="28575" y="2038350"/>
                </a:lnTo>
                <a:lnTo>
                  <a:pt x="28575" y="2019300"/>
                </a:lnTo>
                <a:lnTo>
                  <a:pt x="0" y="2019300"/>
                </a:lnTo>
                <a:lnTo>
                  <a:pt x="0" y="1981200"/>
                </a:lnTo>
                <a:lnTo>
                  <a:pt x="9525" y="1981200"/>
                </a:lnTo>
                <a:lnTo>
                  <a:pt x="9525" y="1971675"/>
                </a:lnTo>
                <a:lnTo>
                  <a:pt x="19050" y="1971675"/>
                </a:lnTo>
                <a:lnTo>
                  <a:pt x="19050" y="1952625"/>
                </a:lnTo>
                <a:lnTo>
                  <a:pt x="0" y="1952625"/>
                </a:lnTo>
                <a:lnTo>
                  <a:pt x="0" y="1771650"/>
                </a:lnTo>
                <a:lnTo>
                  <a:pt x="9525" y="1771650"/>
                </a:lnTo>
                <a:lnTo>
                  <a:pt x="9525" y="1762125"/>
                </a:lnTo>
                <a:lnTo>
                  <a:pt x="19050" y="1762125"/>
                </a:lnTo>
                <a:lnTo>
                  <a:pt x="19050" y="1743075"/>
                </a:lnTo>
                <a:lnTo>
                  <a:pt x="9525" y="1743075"/>
                </a:lnTo>
                <a:lnTo>
                  <a:pt x="9525" y="1733550"/>
                </a:lnTo>
                <a:lnTo>
                  <a:pt x="0" y="1733550"/>
                </a:lnTo>
                <a:lnTo>
                  <a:pt x="0" y="1562100"/>
                </a:lnTo>
                <a:lnTo>
                  <a:pt x="28575" y="1562100"/>
                </a:lnTo>
                <a:lnTo>
                  <a:pt x="28575" y="1552575"/>
                </a:lnTo>
                <a:lnTo>
                  <a:pt x="19050" y="1552575"/>
                </a:lnTo>
                <a:lnTo>
                  <a:pt x="19050" y="1524000"/>
                </a:lnTo>
                <a:lnTo>
                  <a:pt x="28575" y="1524000"/>
                </a:lnTo>
                <a:lnTo>
                  <a:pt x="28575" y="1514475"/>
                </a:lnTo>
                <a:lnTo>
                  <a:pt x="57150" y="1514475"/>
                </a:lnTo>
                <a:lnTo>
                  <a:pt x="57150" y="1504950"/>
                </a:lnTo>
                <a:lnTo>
                  <a:pt x="66675" y="1504950"/>
                </a:lnTo>
                <a:lnTo>
                  <a:pt x="66675" y="1533525"/>
                </a:lnTo>
                <a:lnTo>
                  <a:pt x="57150" y="1533525"/>
                </a:lnTo>
                <a:lnTo>
                  <a:pt x="57150" y="1562100"/>
                </a:lnTo>
                <a:lnTo>
                  <a:pt x="76200" y="1562100"/>
                </a:lnTo>
                <a:lnTo>
                  <a:pt x="76200" y="1552575"/>
                </a:lnTo>
                <a:lnTo>
                  <a:pt x="85725" y="1552575"/>
                </a:lnTo>
                <a:lnTo>
                  <a:pt x="85725" y="1562100"/>
                </a:lnTo>
                <a:lnTo>
                  <a:pt x="95250" y="1562100"/>
                </a:lnTo>
                <a:lnTo>
                  <a:pt x="95250" y="1581150"/>
                </a:lnTo>
                <a:lnTo>
                  <a:pt x="85725" y="1581150"/>
                </a:lnTo>
                <a:lnTo>
                  <a:pt x="85725" y="1600200"/>
                </a:lnTo>
                <a:lnTo>
                  <a:pt x="104775" y="1600200"/>
                </a:lnTo>
                <a:lnTo>
                  <a:pt x="104775" y="1609725"/>
                </a:lnTo>
                <a:lnTo>
                  <a:pt x="114300" y="1609725"/>
                </a:lnTo>
                <a:lnTo>
                  <a:pt x="114300" y="1628775"/>
                </a:lnTo>
                <a:lnTo>
                  <a:pt x="123825" y="1628775"/>
                </a:lnTo>
                <a:lnTo>
                  <a:pt x="123825" y="1647825"/>
                </a:lnTo>
                <a:lnTo>
                  <a:pt x="133350" y="1647825"/>
                </a:lnTo>
                <a:lnTo>
                  <a:pt x="133350" y="1666875"/>
                </a:lnTo>
                <a:lnTo>
                  <a:pt x="142875" y="1666875"/>
                </a:lnTo>
                <a:lnTo>
                  <a:pt x="142875" y="1676400"/>
                </a:lnTo>
                <a:lnTo>
                  <a:pt x="152400" y="1676400"/>
                </a:lnTo>
                <a:lnTo>
                  <a:pt x="152400" y="1685925"/>
                </a:lnTo>
                <a:lnTo>
                  <a:pt x="161925" y="1685925"/>
                </a:lnTo>
                <a:lnTo>
                  <a:pt x="161925" y="1676400"/>
                </a:lnTo>
                <a:lnTo>
                  <a:pt x="171450" y="1676400"/>
                </a:lnTo>
                <a:lnTo>
                  <a:pt x="171450" y="1685925"/>
                </a:lnTo>
                <a:lnTo>
                  <a:pt x="190500" y="1685925"/>
                </a:lnTo>
                <a:lnTo>
                  <a:pt x="190500" y="1695450"/>
                </a:lnTo>
                <a:lnTo>
                  <a:pt x="209550" y="1695450"/>
                </a:lnTo>
                <a:lnTo>
                  <a:pt x="209550" y="1714500"/>
                </a:lnTo>
                <a:lnTo>
                  <a:pt x="200025" y="1714500"/>
                </a:lnTo>
                <a:lnTo>
                  <a:pt x="200025" y="1733550"/>
                </a:lnTo>
                <a:lnTo>
                  <a:pt x="180975" y="1733550"/>
                </a:lnTo>
                <a:lnTo>
                  <a:pt x="180975" y="1743075"/>
                </a:lnTo>
                <a:lnTo>
                  <a:pt x="219075" y="1743075"/>
                </a:lnTo>
                <a:lnTo>
                  <a:pt x="219075" y="1752600"/>
                </a:lnTo>
                <a:lnTo>
                  <a:pt x="228600" y="1752600"/>
                </a:lnTo>
                <a:lnTo>
                  <a:pt x="228600" y="1743075"/>
                </a:lnTo>
                <a:lnTo>
                  <a:pt x="238125" y="1743075"/>
                </a:lnTo>
                <a:lnTo>
                  <a:pt x="238125" y="1752600"/>
                </a:lnTo>
                <a:lnTo>
                  <a:pt x="266700" y="1752600"/>
                </a:lnTo>
                <a:lnTo>
                  <a:pt x="266700" y="1762125"/>
                </a:lnTo>
                <a:lnTo>
                  <a:pt x="285750" y="1762125"/>
                </a:lnTo>
                <a:lnTo>
                  <a:pt x="285750" y="1771650"/>
                </a:lnTo>
                <a:lnTo>
                  <a:pt x="295275" y="1771650"/>
                </a:lnTo>
                <a:lnTo>
                  <a:pt x="295275" y="1781175"/>
                </a:lnTo>
                <a:lnTo>
                  <a:pt x="285750" y="1781175"/>
                </a:lnTo>
                <a:lnTo>
                  <a:pt x="285750" y="1790700"/>
                </a:lnTo>
                <a:lnTo>
                  <a:pt x="295275" y="1790700"/>
                </a:lnTo>
                <a:lnTo>
                  <a:pt x="295275" y="1781175"/>
                </a:lnTo>
                <a:lnTo>
                  <a:pt x="304800" y="1781175"/>
                </a:lnTo>
                <a:lnTo>
                  <a:pt x="304800" y="1790700"/>
                </a:lnTo>
                <a:lnTo>
                  <a:pt x="314325" y="1790700"/>
                </a:lnTo>
                <a:lnTo>
                  <a:pt x="314325" y="1800225"/>
                </a:lnTo>
                <a:lnTo>
                  <a:pt x="323850" y="1800225"/>
                </a:lnTo>
                <a:lnTo>
                  <a:pt x="323850" y="1819275"/>
                </a:lnTo>
                <a:lnTo>
                  <a:pt x="314325" y="1819275"/>
                </a:lnTo>
                <a:lnTo>
                  <a:pt x="314325" y="1828800"/>
                </a:lnTo>
                <a:lnTo>
                  <a:pt x="304800" y="1828800"/>
                </a:lnTo>
                <a:lnTo>
                  <a:pt x="304800" y="1857375"/>
                </a:lnTo>
                <a:lnTo>
                  <a:pt x="314325" y="1857375"/>
                </a:lnTo>
                <a:lnTo>
                  <a:pt x="314325" y="1876425"/>
                </a:lnTo>
                <a:lnTo>
                  <a:pt x="323850" y="1876425"/>
                </a:lnTo>
                <a:lnTo>
                  <a:pt x="323850" y="1866900"/>
                </a:lnTo>
                <a:lnTo>
                  <a:pt x="342900" y="1866900"/>
                </a:lnTo>
                <a:lnTo>
                  <a:pt x="342900" y="1857375"/>
                </a:lnTo>
                <a:lnTo>
                  <a:pt x="352425" y="1857375"/>
                </a:lnTo>
                <a:lnTo>
                  <a:pt x="352425" y="1838325"/>
                </a:lnTo>
                <a:lnTo>
                  <a:pt x="342900" y="1838325"/>
                </a:lnTo>
                <a:lnTo>
                  <a:pt x="342900" y="1828800"/>
                </a:lnTo>
                <a:lnTo>
                  <a:pt x="361950" y="1828800"/>
                </a:lnTo>
                <a:lnTo>
                  <a:pt x="361950" y="1866900"/>
                </a:lnTo>
                <a:lnTo>
                  <a:pt x="371475" y="1866900"/>
                </a:lnTo>
                <a:lnTo>
                  <a:pt x="371475" y="1857375"/>
                </a:lnTo>
                <a:lnTo>
                  <a:pt x="400050" y="1857375"/>
                </a:lnTo>
                <a:lnTo>
                  <a:pt x="400050" y="1866900"/>
                </a:lnTo>
                <a:lnTo>
                  <a:pt x="419100" y="1866900"/>
                </a:lnTo>
                <a:lnTo>
                  <a:pt x="419100" y="1876425"/>
                </a:lnTo>
                <a:lnTo>
                  <a:pt x="428625" y="1876425"/>
                </a:lnTo>
                <a:lnTo>
                  <a:pt x="428625" y="1885950"/>
                </a:lnTo>
                <a:lnTo>
                  <a:pt x="438150" y="1885950"/>
                </a:lnTo>
                <a:lnTo>
                  <a:pt x="438150" y="1895475"/>
                </a:lnTo>
                <a:lnTo>
                  <a:pt x="447675" y="1895475"/>
                </a:lnTo>
                <a:lnTo>
                  <a:pt x="447675" y="1914525"/>
                </a:lnTo>
                <a:lnTo>
                  <a:pt x="485775" y="1914525"/>
                </a:lnTo>
                <a:lnTo>
                  <a:pt x="485775" y="1905000"/>
                </a:lnTo>
                <a:lnTo>
                  <a:pt x="495300" y="1905000"/>
                </a:lnTo>
                <a:lnTo>
                  <a:pt x="495300" y="1914525"/>
                </a:lnTo>
                <a:lnTo>
                  <a:pt x="514350" y="1914525"/>
                </a:lnTo>
                <a:lnTo>
                  <a:pt x="514350" y="1924050"/>
                </a:lnTo>
                <a:lnTo>
                  <a:pt x="523875" y="1924050"/>
                </a:lnTo>
                <a:lnTo>
                  <a:pt x="523875" y="1933575"/>
                </a:lnTo>
                <a:lnTo>
                  <a:pt x="542925" y="1933575"/>
                </a:lnTo>
                <a:lnTo>
                  <a:pt x="542925" y="1943100"/>
                </a:lnTo>
                <a:lnTo>
                  <a:pt x="571500" y="1943100"/>
                </a:lnTo>
                <a:lnTo>
                  <a:pt x="571500" y="1952625"/>
                </a:lnTo>
                <a:lnTo>
                  <a:pt x="600075" y="1952625"/>
                </a:lnTo>
                <a:lnTo>
                  <a:pt x="600075" y="1962150"/>
                </a:lnTo>
                <a:lnTo>
                  <a:pt x="609600" y="1962150"/>
                </a:lnTo>
                <a:lnTo>
                  <a:pt x="609600" y="1971675"/>
                </a:lnTo>
                <a:lnTo>
                  <a:pt x="647700" y="1971675"/>
                </a:lnTo>
                <a:lnTo>
                  <a:pt x="647700" y="1981200"/>
                </a:lnTo>
                <a:lnTo>
                  <a:pt x="676275" y="1981200"/>
                </a:lnTo>
                <a:lnTo>
                  <a:pt x="676275" y="1990725"/>
                </a:lnTo>
                <a:lnTo>
                  <a:pt x="704850" y="1990725"/>
                </a:lnTo>
                <a:lnTo>
                  <a:pt x="704850" y="2000250"/>
                </a:lnTo>
                <a:lnTo>
                  <a:pt x="723900" y="2000250"/>
                </a:lnTo>
                <a:lnTo>
                  <a:pt x="723900" y="2009775"/>
                </a:lnTo>
                <a:lnTo>
                  <a:pt x="733425" y="2009775"/>
                </a:lnTo>
                <a:lnTo>
                  <a:pt x="733425" y="2000250"/>
                </a:lnTo>
                <a:lnTo>
                  <a:pt x="771525" y="2000250"/>
                </a:lnTo>
                <a:lnTo>
                  <a:pt x="771525" y="2009775"/>
                </a:lnTo>
                <a:lnTo>
                  <a:pt x="800100" y="2009775"/>
                </a:lnTo>
                <a:lnTo>
                  <a:pt x="800100" y="2028825"/>
                </a:lnTo>
                <a:lnTo>
                  <a:pt x="809625" y="2028825"/>
                </a:lnTo>
                <a:lnTo>
                  <a:pt x="809625" y="2038350"/>
                </a:lnTo>
                <a:lnTo>
                  <a:pt x="819150" y="2038350"/>
                </a:lnTo>
                <a:lnTo>
                  <a:pt x="819150" y="2057400"/>
                </a:lnTo>
                <a:lnTo>
                  <a:pt x="828675" y="2057400"/>
                </a:lnTo>
                <a:lnTo>
                  <a:pt x="828675" y="2076450"/>
                </a:lnTo>
                <a:lnTo>
                  <a:pt x="847725" y="2076450"/>
                </a:lnTo>
                <a:lnTo>
                  <a:pt x="847725" y="2066925"/>
                </a:lnTo>
                <a:lnTo>
                  <a:pt x="857250" y="2066925"/>
                </a:lnTo>
                <a:lnTo>
                  <a:pt x="857250" y="2057400"/>
                </a:lnTo>
                <a:lnTo>
                  <a:pt x="847725" y="2057400"/>
                </a:lnTo>
                <a:lnTo>
                  <a:pt x="847725" y="2028825"/>
                </a:lnTo>
                <a:lnTo>
                  <a:pt x="838200" y="2028825"/>
                </a:lnTo>
                <a:lnTo>
                  <a:pt x="838200" y="2019300"/>
                </a:lnTo>
                <a:lnTo>
                  <a:pt x="847725" y="2019300"/>
                </a:lnTo>
                <a:lnTo>
                  <a:pt x="847725" y="2009775"/>
                </a:lnTo>
                <a:lnTo>
                  <a:pt x="857250" y="2009775"/>
                </a:lnTo>
                <a:lnTo>
                  <a:pt x="857250" y="2019300"/>
                </a:lnTo>
                <a:lnTo>
                  <a:pt x="933450" y="2019300"/>
                </a:lnTo>
                <a:lnTo>
                  <a:pt x="933450" y="2028825"/>
                </a:lnTo>
                <a:lnTo>
                  <a:pt x="914400" y="2028825"/>
                </a:lnTo>
                <a:lnTo>
                  <a:pt x="914400" y="2038350"/>
                </a:lnTo>
                <a:lnTo>
                  <a:pt x="933450" y="2038350"/>
                </a:lnTo>
                <a:lnTo>
                  <a:pt x="933450" y="2047875"/>
                </a:lnTo>
                <a:lnTo>
                  <a:pt x="962025" y="2047875"/>
                </a:lnTo>
                <a:lnTo>
                  <a:pt x="962025" y="2038350"/>
                </a:lnTo>
                <a:lnTo>
                  <a:pt x="971550" y="2038350"/>
                </a:lnTo>
                <a:lnTo>
                  <a:pt x="971550" y="2028825"/>
                </a:lnTo>
                <a:lnTo>
                  <a:pt x="952500" y="2028825"/>
                </a:lnTo>
                <a:lnTo>
                  <a:pt x="952500" y="2019300"/>
                </a:lnTo>
                <a:lnTo>
                  <a:pt x="962025" y="2019300"/>
                </a:lnTo>
                <a:lnTo>
                  <a:pt x="962025" y="2009775"/>
                </a:lnTo>
                <a:lnTo>
                  <a:pt x="971550" y="2009775"/>
                </a:lnTo>
                <a:lnTo>
                  <a:pt x="971550" y="2019300"/>
                </a:lnTo>
                <a:lnTo>
                  <a:pt x="981075" y="2019300"/>
                </a:lnTo>
                <a:lnTo>
                  <a:pt x="981075" y="2038350"/>
                </a:lnTo>
                <a:lnTo>
                  <a:pt x="1028700" y="2038350"/>
                </a:lnTo>
                <a:lnTo>
                  <a:pt x="1028700" y="2019300"/>
                </a:lnTo>
                <a:lnTo>
                  <a:pt x="1038225" y="2019300"/>
                </a:lnTo>
                <a:lnTo>
                  <a:pt x="1038225" y="2009775"/>
                </a:lnTo>
                <a:lnTo>
                  <a:pt x="1114425" y="2009775"/>
                </a:lnTo>
                <a:lnTo>
                  <a:pt x="1114425" y="2000250"/>
                </a:lnTo>
                <a:lnTo>
                  <a:pt x="1200150" y="2000250"/>
                </a:lnTo>
                <a:lnTo>
                  <a:pt x="1200150" y="1990725"/>
                </a:lnTo>
                <a:lnTo>
                  <a:pt x="1209675" y="1990725"/>
                </a:lnTo>
                <a:lnTo>
                  <a:pt x="1209675" y="1981200"/>
                </a:lnTo>
                <a:lnTo>
                  <a:pt x="1247775" y="1981200"/>
                </a:lnTo>
                <a:lnTo>
                  <a:pt x="1247775" y="1971675"/>
                </a:lnTo>
                <a:lnTo>
                  <a:pt x="1266825" y="1971675"/>
                </a:lnTo>
                <a:lnTo>
                  <a:pt x="1266825" y="1962150"/>
                </a:lnTo>
                <a:lnTo>
                  <a:pt x="1285875" y="1962150"/>
                </a:lnTo>
                <a:lnTo>
                  <a:pt x="1285875" y="1952625"/>
                </a:lnTo>
                <a:lnTo>
                  <a:pt x="1314450" y="1952625"/>
                </a:lnTo>
                <a:lnTo>
                  <a:pt x="1314450" y="1943100"/>
                </a:lnTo>
                <a:lnTo>
                  <a:pt x="1333500" y="1943100"/>
                </a:lnTo>
                <a:lnTo>
                  <a:pt x="1333500" y="1933575"/>
                </a:lnTo>
                <a:lnTo>
                  <a:pt x="1352550" y="1933575"/>
                </a:lnTo>
                <a:lnTo>
                  <a:pt x="1352550" y="1924050"/>
                </a:lnTo>
                <a:lnTo>
                  <a:pt x="1362075" y="1924050"/>
                </a:lnTo>
                <a:lnTo>
                  <a:pt x="1362075" y="1914525"/>
                </a:lnTo>
                <a:lnTo>
                  <a:pt x="1381125" y="1914525"/>
                </a:lnTo>
                <a:lnTo>
                  <a:pt x="1381125" y="1905000"/>
                </a:lnTo>
                <a:lnTo>
                  <a:pt x="1419225" y="1905000"/>
                </a:lnTo>
                <a:lnTo>
                  <a:pt x="1419225" y="1914525"/>
                </a:lnTo>
                <a:lnTo>
                  <a:pt x="1428750" y="1914525"/>
                </a:lnTo>
                <a:lnTo>
                  <a:pt x="1428750" y="1933575"/>
                </a:lnTo>
                <a:lnTo>
                  <a:pt x="1466850" y="1933575"/>
                </a:lnTo>
                <a:lnTo>
                  <a:pt x="1466850" y="1962150"/>
                </a:lnTo>
                <a:lnTo>
                  <a:pt x="1457325" y="1962150"/>
                </a:lnTo>
                <a:lnTo>
                  <a:pt x="1457325" y="1971675"/>
                </a:lnTo>
                <a:lnTo>
                  <a:pt x="1447800" y="1971675"/>
                </a:lnTo>
                <a:lnTo>
                  <a:pt x="1447800" y="1990725"/>
                </a:lnTo>
                <a:lnTo>
                  <a:pt x="1457325" y="1990725"/>
                </a:lnTo>
                <a:lnTo>
                  <a:pt x="1457325" y="2000250"/>
                </a:lnTo>
                <a:lnTo>
                  <a:pt x="1476375" y="2000250"/>
                </a:lnTo>
                <a:lnTo>
                  <a:pt x="1476375" y="1971675"/>
                </a:lnTo>
                <a:lnTo>
                  <a:pt x="1466850" y="1971675"/>
                </a:lnTo>
                <a:lnTo>
                  <a:pt x="1466850" y="1962150"/>
                </a:lnTo>
                <a:lnTo>
                  <a:pt x="1476375" y="1962150"/>
                </a:lnTo>
                <a:lnTo>
                  <a:pt x="1476375" y="1952625"/>
                </a:lnTo>
                <a:lnTo>
                  <a:pt x="1485900" y="1952625"/>
                </a:lnTo>
                <a:lnTo>
                  <a:pt x="1485900" y="1933575"/>
                </a:lnTo>
                <a:lnTo>
                  <a:pt x="1476375" y="1933575"/>
                </a:lnTo>
                <a:lnTo>
                  <a:pt x="1476375" y="1914525"/>
                </a:lnTo>
                <a:lnTo>
                  <a:pt x="1485900" y="1914525"/>
                </a:lnTo>
                <a:lnTo>
                  <a:pt x="1485900" y="1895475"/>
                </a:lnTo>
                <a:lnTo>
                  <a:pt x="1466850" y="1895475"/>
                </a:lnTo>
                <a:lnTo>
                  <a:pt x="1466850" y="1905000"/>
                </a:lnTo>
                <a:lnTo>
                  <a:pt x="1447800" y="1905000"/>
                </a:lnTo>
                <a:lnTo>
                  <a:pt x="1447800" y="1885950"/>
                </a:lnTo>
                <a:lnTo>
                  <a:pt x="1457325" y="1885950"/>
                </a:lnTo>
                <a:lnTo>
                  <a:pt x="1457325" y="1876425"/>
                </a:lnTo>
                <a:lnTo>
                  <a:pt x="1466850" y="1876425"/>
                </a:lnTo>
                <a:lnTo>
                  <a:pt x="1466850" y="1866900"/>
                </a:lnTo>
                <a:lnTo>
                  <a:pt x="1476375" y="1866900"/>
                </a:lnTo>
                <a:lnTo>
                  <a:pt x="1476375" y="1857375"/>
                </a:lnTo>
                <a:lnTo>
                  <a:pt x="1495425" y="1857375"/>
                </a:lnTo>
                <a:lnTo>
                  <a:pt x="1495425" y="1847850"/>
                </a:lnTo>
                <a:lnTo>
                  <a:pt x="1514475" y="1847850"/>
                </a:lnTo>
                <a:lnTo>
                  <a:pt x="1514475" y="1838325"/>
                </a:lnTo>
                <a:lnTo>
                  <a:pt x="1524000" y="1838325"/>
                </a:lnTo>
                <a:lnTo>
                  <a:pt x="1524000" y="1828800"/>
                </a:lnTo>
                <a:lnTo>
                  <a:pt x="1533525" y="1828800"/>
                </a:lnTo>
                <a:lnTo>
                  <a:pt x="1533525" y="1819275"/>
                </a:lnTo>
                <a:lnTo>
                  <a:pt x="1543050" y="1819275"/>
                </a:lnTo>
                <a:lnTo>
                  <a:pt x="1543050" y="1809750"/>
                </a:lnTo>
                <a:lnTo>
                  <a:pt x="1552575" y="1809750"/>
                </a:lnTo>
                <a:lnTo>
                  <a:pt x="1552575" y="1800225"/>
                </a:lnTo>
                <a:lnTo>
                  <a:pt x="1562100" y="1800225"/>
                </a:lnTo>
                <a:lnTo>
                  <a:pt x="1562100" y="1790700"/>
                </a:lnTo>
                <a:lnTo>
                  <a:pt x="1571625" y="1790700"/>
                </a:lnTo>
                <a:lnTo>
                  <a:pt x="1571625" y="1781175"/>
                </a:lnTo>
                <a:lnTo>
                  <a:pt x="1590675" y="1781175"/>
                </a:lnTo>
                <a:lnTo>
                  <a:pt x="1590675" y="1771650"/>
                </a:lnTo>
                <a:lnTo>
                  <a:pt x="1600200" y="1771650"/>
                </a:lnTo>
                <a:lnTo>
                  <a:pt x="1600200" y="1762125"/>
                </a:lnTo>
                <a:lnTo>
                  <a:pt x="1619250" y="1762125"/>
                </a:lnTo>
                <a:lnTo>
                  <a:pt x="1619250" y="1752600"/>
                </a:lnTo>
                <a:lnTo>
                  <a:pt x="1628775" y="1752600"/>
                </a:lnTo>
                <a:lnTo>
                  <a:pt x="1628775" y="1743075"/>
                </a:lnTo>
                <a:lnTo>
                  <a:pt x="1638300" y="1743075"/>
                </a:lnTo>
                <a:lnTo>
                  <a:pt x="1638300" y="1733550"/>
                </a:lnTo>
                <a:lnTo>
                  <a:pt x="1666875" y="1733550"/>
                </a:lnTo>
                <a:lnTo>
                  <a:pt x="1666875" y="1704975"/>
                </a:lnTo>
                <a:lnTo>
                  <a:pt x="1676400" y="1704975"/>
                </a:lnTo>
                <a:lnTo>
                  <a:pt x="1676400" y="1695450"/>
                </a:lnTo>
                <a:lnTo>
                  <a:pt x="1685925" y="1695450"/>
                </a:lnTo>
                <a:lnTo>
                  <a:pt x="1685925" y="1676400"/>
                </a:lnTo>
                <a:lnTo>
                  <a:pt x="1695450" y="1676400"/>
                </a:lnTo>
                <a:lnTo>
                  <a:pt x="1695450" y="1666875"/>
                </a:lnTo>
                <a:lnTo>
                  <a:pt x="1704975" y="1666875"/>
                </a:lnTo>
                <a:lnTo>
                  <a:pt x="1704975" y="1657350"/>
                </a:lnTo>
                <a:lnTo>
                  <a:pt x="1714500" y="1657350"/>
                </a:lnTo>
                <a:lnTo>
                  <a:pt x="1714500" y="1647825"/>
                </a:lnTo>
                <a:lnTo>
                  <a:pt x="1724025" y="1647825"/>
                </a:lnTo>
                <a:lnTo>
                  <a:pt x="1724025" y="1628775"/>
                </a:lnTo>
                <a:lnTo>
                  <a:pt x="1733550" y="1628775"/>
                </a:lnTo>
                <a:lnTo>
                  <a:pt x="1733550" y="1619250"/>
                </a:lnTo>
                <a:lnTo>
                  <a:pt x="1752600" y="1619250"/>
                </a:lnTo>
                <a:lnTo>
                  <a:pt x="1752600" y="1600200"/>
                </a:lnTo>
                <a:lnTo>
                  <a:pt x="1762125" y="1600200"/>
                </a:lnTo>
                <a:lnTo>
                  <a:pt x="1762125" y="1590675"/>
                </a:lnTo>
                <a:lnTo>
                  <a:pt x="1771650" y="1590675"/>
                </a:lnTo>
                <a:lnTo>
                  <a:pt x="1771650" y="1581150"/>
                </a:lnTo>
                <a:lnTo>
                  <a:pt x="1781175" y="1581150"/>
                </a:lnTo>
                <a:lnTo>
                  <a:pt x="1781175" y="1571625"/>
                </a:lnTo>
                <a:lnTo>
                  <a:pt x="1790700" y="1571625"/>
                </a:lnTo>
                <a:lnTo>
                  <a:pt x="1790700" y="1562100"/>
                </a:lnTo>
                <a:lnTo>
                  <a:pt x="1781175" y="1562100"/>
                </a:lnTo>
                <a:lnTo>
                  <a:pt x="1781175" y="1543050"/>
                </a:lnTo>
                <a:lnTo>
                  <a:pt x="1800225" y="1543050"/>
                </a:lnTo>
                <a:lnTo>
                  <a:pt x="1800225" y="1533525"/>
                </a:lnTo>
                <a:lnTo>
                  <a:pt x="1819275" y="1533525"/>
                </a:lnTo>
                <a:lnTo>
                  <a:pt x="1819275" y="1524000"/>
                </a:lnTo>
                <a:lnTo>
                  <a:pt x="1828800" y="1524000"/>
                </a:lnTo>
                <a:lnTo>
                  <a:pt x="1828800" y="1476375"/>
                </a:lnTo>
                <a:lnTo>
                  <a:pt x="1838325" y="1476375"/>
                </a:lnTo>
                <a:lnTo>
                  <a:pt x="1838325" y="1457325"/>
                </a:lnTo>
                <a:lnTo>
                  <a:pt x="1857375" y="1457325"/>
                </a:lnTo>
                <a:lnTo>
                  <a:pt x="1857375" y="1438275"/>
                </a:lnTo>
                <a:lnTo>
                  <a:pt x="1866900" y="1438275"/>
                </a:lnTo>
                <a:lnTo>
                  <a:pt x="1866900" y="1419225"/>
                </a:lnTo>
                <a:lnTo>
                  <a:pt x="1876425" y="1419225"/>
                </a:lnTo>
                <a:lnTo>
                  <a:pt x="1876425" y="1428750"/>
                </a:lnTo>
                <a:lnTo>
                  <a:pt x="1885950" y="1428750"/>
                </a:lnTo>
                <a:lnTo>
                  <a:pt x="1885950" y="1447800"/>
                </a:lnTo>
                <a:lnTo>
                  <a:pt x="1895475" y="1447800"/>
                </a:lnTo>
                <a:lnTo>
                  <a:pt x="1895475" y="1476375"/>
                </a:lnTo>
                <a:lnTo>
                  <a:pt x="1924050" y="1476375"/>
                </a:lnTo>
                <a:lnTo>
                  <a:pt x="1924050" y="1457325"/>
                </a:lnTo>
                <a:lnTo>
                  <a:pt x="1943100" y="1457325"/>
                </a:lnTo>
                <a:lnTo>
                  <a:pt x="1943100" y="1447800"/>
                </a:lnTo>
                <a:lnTo>
                  <a:pt x="1952625" y="1447800"/>
                </a:lnTo>
                <a:lnTo>
                  <a:pt x="1952625" y="1457325"/>
                </a:lnTo>
                <a:lnTo>
                  <a:pt x="1971675" y="1457325"/>
                </a:lnTo>
                <a:lnTo>
                  <a:pt x="1971675" y="1466850"/>
                </a:lnTo>
                <a:lnTo>
                  <a:pt x="1981200" y="1466850"/>
                </a:lnTo>
                <a:lnTo>
                  <a:pt x="1981200" y="1476375"/>
                </a:lnTo>
                <a:lnTo>
                  <a:pt x="2009775" y="1476375"/>
                </a:lnTo>
                <a:lnTo>
                  <a:pt x="2009775" y="1466850"/>
                </a:lnTo>
                <a:lnTo>
                  <a:pt x="2019300" y="1466850"/>
                </a:lnTo>
                <a:lnTo>
                  <a:pt x="2019300" y="1457325"/>
                </a:lnTo>
                <a:lnTo>
                  <a:pt x="2028825" y="1457325"/>
                </a:lnTo>
                <a:lnTo>
                  <a:pt x="2028825" y="1438275"/>
                </a:lnTo>
                <a:lnTo>
                  <a:pt x="2019300" y="1438275"/>
                </a:lnTo>
                <a:lnTo>
                  <a:pt x="2019300" y="1428750"/>
                </a:lnTo>
                <a:lnTo>
                  <a:pt x="2009775" y="1428750"/>
                </a:lnTo>
                <a:lnTo>
                  <a:pt x="2009775" y="1447800"/>
                </a:lnTo>
                <a:lnTo>
                  <a:pt x="1981200" y="1447800"/>
                </a:lnTo>
                <a:lnTo>
                  <a:pt x="1981200" y="1438275"/>
                </a:lnTo>
                <a:lnTo>
                  <a:pt x="1952625" y="1438275"/>
                </a:lnTo>
                <a:lnTo>
                  <a:pt x="1952625" y="1428750"/>
                </a:lnTo>
                <a:lnTo>
                  <a:pt x="1924050" y="1428750"/>
                </a:lnTo>
                <a:lnTo>
                  <a:pt x="1924050" y="1419225"/>
                </a:lnTo>
                <a:lnTo>
                  <a:pt x="1905000" y="1419225"/>
                </a:lnTo>
                <a:lnTo>
                  <a:pt x="1905000" y="1409700"/>
                </a:lnTo>
                <a:lnTo>
                  <a:pt x="1866900" y="1409700"/>
                </a:lnTo>
                <a:lnTo>
                  <a:pt x="1866900" y="1390650"/>
                </a:lnTo>
                <a:lnTo>
                  <a:pt x="1876425" y="1390650"/>
                </a:lnTo>
                <a:lnTo>
                  <a:pt x="1876425" y="1381125"/>
                </a:lnTo>
                <a:lnTo>
                  <a:pt x="1885950" y="1381125"/>
                </a:lnTo>
                <a:lnTo>
                  <a:pt x="1885950" y="1352550"/>
                </a:lnTo>
                <a:lnTo>
                  <a:pt x="1895475" y="1352550"/>
                </a:lnTo>
                <a:lnTo>
                  <a:pt x="1895475" y="1333500"/>
                </a:lnTo>
                <a:lnTo>
                  <a:pt x="1905000" y="1333500"/>
                </a:lnTo>
                <a:lnTo>
                  <a:pt x="1905000" y="1285875"/>
                </a:lnTo>
                <a:lnTo>
                  <a:pt x="1914525" y="1285875"/>
                </a:lnTo>
                <a:lnTo>
                  <a:pt x="1914525" y="1276350"/>
                </a:lnTo>
                <a:lnTo>
                  <a:pt x="1924050" y="1276350"/>
                </a:lnTo>
                <a:lnTo>
                  <a:pt x="1924050" y="1200150"/>
                </a:lnTo>
                <a:lnTo>
                  <a:pt x="1933575" y="1200150"/>
                </a:lnTo>
                <a:lnTo>
                  <a:pt x="1933575" y="1190625"/>
                </a:lnTo>
                <a:lnTo>
                  <a:pt x="1943100" y="1190625"/>
                </a:lnTo>
                <a:lnTo>
                  <a:pt x="1943100" y="1162050"/>
                </a:lnTo>
                <a:lnTo>
                  <a:pt x="1933575" y="1162050"/>
                </a:lnTo>
                <a:lnTo>
                  <a:pt x="1933575" y="1143000"/>
                </a:lnTo>
                <a:lnTo>
                  <a:pt x="1943100" y="1143000"/>
                </a:lnTo>
                <a:lnTo>
                  <a:pt x="1943100" y="1066800"/>
                </a:lnTo>
                <a:lnTo>
                  <a:pt x="1952625" y="1066800"/>
                </a:lnTo>
                <a:lnTo>
                  <a:pt x="1952625" y="1047750"/>
                </a:lnTo>
                <a:lnTo>
                  <a:pt x="1962150" y="1047750"/>
                </a:lnTo>
                <a:lnTo>
                  <a:pt x="1962150" y="1038225"/>
                </a:lnTo>
                <a:lnTo>
                  <a:pt x="1952625" y="1038225"/>
                </a:lnTo>
                <a:lnTo>
                  <a:pt x="1952625" y="1019175"/>
                </a:lnTo>
                <a:lnTo>
                  <a:pt x="1943100" y="1019175"/>
                </a:lnTo>
                <a:lnTo>
                  <a:pt x="1943100" y="981075"/>
                </a:lnTo>
                <a:lnTo>
                  <a:pt x="1981200" y="981075"/>
                </a:lnTo>
                <a:lnTo>
                  <a:pt x="1981200" y="971550"/>
                </a:lnTo>
                <a:lnTo>
                  <a:pt x="1971675" y="971550"/>
                </a:lnTo>
                <a:lnTo>
                  <a:pt x="1971675" y="942975"/>
                </a:lnTo>
                <a:lnTo>
                  <a:pt x="1990725" y="942975"/>
                </a:lnTo>
                <a:lnTo>
                  <a:pt x="1990725" y="952500"/>
                </a:lnTo>
                <a:lnTo>
                  <a:pt x="2019300" y="952500"/>
                </a:lnTo>
                <a:lnTo>
                  <a:pt x="2019300" y="942975"/>
                </a:lnTo>
                <a:lnTo>
                  <a:pt x="2028825" y="942975"/>
                </a:lnTo>
                <a:lnTo>
                  <a:pt x="2028825" y="952500"/>
                </a:lnTo>
                <a:lnTo>
                  <a:pt x="2038350" y="952500"/>
                </a:lnTo>
                <a:lnTo>
                  <a:pt x="2038350" y="962025"/>
                </a:lnTo>
                <a:lnTo>
                  <a:pt x="2057400" y="962025"/>
                </a:lnTo>
                <a:lnTo>
                  <a:pt x="2057400" y="952500"/>
                </a:lnTo>
                <a:lnTo>
                  <a:pt x="2066925" y="952500"/>
                </a:lnTo>
                <a:lnTo>
                  <a:pt x="2066925" y="942975"/>
                </a:lnTo>
                <a:lnTo>
                  <a:pt x="2076450" y="942975"/>
                </a:lnTo>
                <a:close/>
                <a:moveTo>
                  <a:pt x="1990725" y="1000125"/>
                </a:moveTo>
                <a:lnTo>
                  <a:pt x="2000250" y="1000125"/>
                </a:lnTo>
                <a:lnTo>
                  <a:pt x="2000250" y="1009650"/>
                </a:lnTo>
                <a:lnTo>
                  <a:pt x="2028825" y="1009650"/>
                </a:lnTo>
                <a:lnTo>
                  <a:pt x="2028825" y="1000125"/>
                </a:lnTo>
                <a:lnTo>
                  <a:pt x="2038350" y="1000125"/>
                </a:lnTo>
                <a:lnTo>
                  <a:pt x="2038350" y="971550"/>
                </a:lnTo>
                <a:lnTo>
                  <a:pt x="2019300" y="971550"/>
                </a:lnTo>
                <a:lnTo>
                  <a:pt x="2019300" y="981075"/>
                </a:lnTo>
                <a:lnTo>
                  <a:pt x="1990725" y="981075"/>
                </a:lnTo>
                <a:close/>
                <a:moveTo>
                  <a:pt x="1990725" y="1095375"/>
                </a:moveTo>
                <a:lnTo>
                  <a:pt x="2009775" y="1095375"/>
                </a:lnTo>
                <a:lnTo>
                  <a:pt x="2009775" y="1085850"/>
                </a:lnTo>
                <a:lnTo>
                  <a:pt x="2000250" y="1085850"/>
                </a:lnTo>
                <a:lnTo>
                  <a:pt x="2000250" y="1076325"/>
                </a:lnTo>
                <a:lnTo>
                  <a:pt x="1990725" y="1076325"/>
                </a:lnTo>
                <a:close/>
                <a:moveTo>
                  <a:pt x="1943100" y="1162050"/>
                </a:moveTo>
                <a:lnTo>
                  <a:pt x="1952625" y="1162050"/>
                </a:lnTo>
                <a:lnTo>
                  <a:pt x="1952625" y="1143000"/>
                </a:lnTo>
                <a:lnTo>
                  <a:pt x="1943100" y="1143000"/>
                </a:lnTo>
                <a:close/>
                <a:moveTo>
                  <a:pt x="1971675" y="1343025"/>
                </a:moveTo>
                <a:lnTo>
                  <a:pt x="1981200" y="1343025"/>
                </a:lnTo>
                <a:lnTo>
                  <a:pt x="1981200" y="1352550"/>
                </a:lnTo>
                <a:lnTo>
                  <a:pt x="2009775" y="1352550"/>
                </a:lnTo>
                <a:lnTo>
                  <a:pt x="2009775" y="1333500"/>
                </a:lnTo>
                <a:lnTo>
                  <a:pt x="2000250" y="1333500"/>
                </a:lnTo>
                <a:lnTo>
                  <a:pt x="2000250" y="1323975"/>
                </a:lnTo>
                <a:lnTo>
                  <a:pt x="1990725" y="1323975"/>
                </a:lnTo>
                <a:lnTo>
                  <a:pt x="1990725" y="1333500"/>
                </a:lnTo>
                <a:lnTo>
                  <a:pt x="1971675" y="1333500"/>
                </a:lnTo>
                <a:close/>
                <a:moveTo>
                  <a:pt x="2019300" y="1390650"/>
                </a:moveTo>
                <a:lnTo>
                  <a:pt x="2066925" y="1390650"/>
                </a:lnTo>
                <a:lnTo>
                  <a:pt x="2066925" y="1362075"/>
                </a:lnTo>
                <a:lnTo>
                  <a:pt x="2057400" y="1362075"/>
                </a:lnTo>
                <a:lnTo>
                  <a:pt x="2057400" y="1371600"/>
                </a:lnTo>
                <a:lnTo>
                  <a:pt x="2038350" y="1371600"/>
                </a:lnTo>
                <a:lnTo>
                  <a:pt x="2038350" y="1381125"/>
                </a:lnTo>
                <a:lnTo>
                  <a:pt x="2028825" y="1381125"/>
                </a:lnTo>
                <a:lnTo>
                  <a:pt x="2028825" y="1371600"/>
                </a:lnTo>
                <a:lnTo>
                  <a:pt x="2019300" y="1371600"/>
                </a:lnTo>
                <a:lnTo>
                  <a:pt x="2019300" y="1381125"/>
                </a:lnTo>
                <a:lnTo>
                  <a:pt x="2009775" y="1381125"/>
                </a:lnTo>
                <a:lnTo>
                  <a:pt x="2009775" y="1371600"/>
                </a:lnTo>
                <a:lnTo>
                  <a:pt x="2000250" y="1371600"/>
                </a:lnTo>
                <a:lnTo>
                  <a:pt x="2000250" y="1381125"/>
                </a:lnTo>
                <a:lnTo>
                  <a:pt x="1981200" y="1381125"/>
                </a:lnTo>
                <a:lnTo>
                  <a:pt x="1981200" y="1400175"/>
                </a:lnTo>
                <a:lnTo>
                  <a:pt x="1990725" y="1400175"/>
                </a:lnTo>
                <a:lnTo>
                  <a:pt x="1990725" y="1409700"/>
                </a:lnTo>
                <a:lnTo>
                  <a:pt x="2000250" y="1409700"/>
                </a:lnTo>
                <a:lnTo>
                  <a:pt x="2000250" y="1400175"/>
                </a:lnTo>
                <a:lnTo>
                  <a:pt x="2019300" y="1400175"/>
                </a:lnTo>
                <a:close/>
                <a:moveTo>
                  <a:pt x="9525" y="1419225"/>
                </a:moveTo>
                <a:lnTo>
                  <a:pt x="19050" y="1419225"/>
                </a:lnTo>
                <a:lnTo>
                  <a:pt x="19050" y="1476375"/>
                </a:lnTo>
                <a:lnTo>
                  <a:pt x="28575" y="1476375"/>
                </a:lnTo>
                <a:lnTo>
                  <a:pt x="28575" y="1495425"/>
                </a:lnTo>
                <a:lnTo>
                  <a:pt x="19050" y="1495425"/>
                </a:lnTo>
                <a:lnTo>
                  <a:pt x="19050" y="1504950"/>
                </a:lnTo>
                <a:lnTo>
                  <a:pt x="0" y="1504950"/>
                </a:lnTo>
                <a:lnTo>
                  <a:pt x="0" y="1428750"/>
                </a:lnTo>
                <a:lnTo>
                  <a:pt x="9525" y="1428750"/>
                </a:lnTo>
                <a:close/>
                <a:moveTo>
                  <a:pt x="2047875" y="1466850"/>
                </a:moveTo>
                <a:lnTo>
                  <a:pt x="2057400" y="1466850"/>
                </a:lnTo>
                <a:lnTo>
                  <a:pt x="2057400" y="1457325"/>
                </a:lnTo>
                <a:lnTo>
                  <a:pt x="2047875" y="1457325"/>
                </a:lnTo>
                <a:close/>
                <a:moveTo>
                  <a:pt x="1809750" y="1504950"/>
                </a:moveTo>
                <a:lnTo>
                  <a:pt x="1819275" y="1504950"/>
                </a:lnTo>
                <a:lnTo>
                  <a:pt x="1819275" y="1514475"/>
                </a:lnTo>
                <a:lnTo>
                  <a:pt x="1809750" y="1514475"/>
                </a:lnTo>
                <a:close/>
                <a:moveTo>
                  <a:pt x="1971675" y="1514475"/>
                </a:moveTo>
                <a:lnTo>
                  <a:pt x="2028825" y="1514475"/>
                </a:lnTo>
                <a:lnTo>
                  <a:pt x="2028825" y="1504950"/>
                </a:lnTo>
                <a:lnTo>
                  <a:pt x="2019300" y="1504950"/>
                </a:lnTo>
                <a:lnTo>
                  <a:pt x="2019300" y="1495425"/>
                </a:lnTo>
                <a:lnTo>
                  <a:pt x="1981200" y="1495425"/>
                </a:lnTo>
                <a:lnTo>
                  <a:pt x="1981200" y="1504950"/>
                </a:lnTo>
                <a:lnTo>
                  <a:pt x="1971675" y="1504950"/>
                </a:lnTo>
                <a:close/>
                <a:moveTo>
                  <a:pt x="2038350" y="1514475"/>
                </a:moveTo>
                <a:lnTo>
                  <a:pt x="2047875" y="1514475"/>
                </a:lnTo>
                <a:lnTo>
                  <a:pt x="2047875" y="1495425"/>
                </a:lnTo>
                <a:lnTo>
                  <a:pt x="2038350" y="1495425"/>
                </a:lnTo>
                <a:close/>
                <a:moveTo>
                  <a:pt x="1866900" y="1524000"/>
                </a:moveTo>
                <a:lnTo>
                  <a:pt x="1895475" y="1524000"/>
                </a:lnTo>
                <a:lnTo>
                  <a:pt x="1895475" y="1533525"/>
                </a:lnTo>
                <a:lnTo>
                  <a:pt x="1914525" y="1533525"/>
                </a:lnTo>
                <a:lnTo>
                  <a:pt x="1914525" y="1504950"/>
                </a:lnTo>
                <a:lnTo>
                  <a:pt x="1895475" y="1504950"/>
                </a:lnTo>
                <a:lnTo>
                  <a:pt x="1895475" y="1495425"/>
                </a:lnTo>
                <a:lnTo>
                  <a:pt x="1857375" y="1495425"/>
                </a:lnTo>
                <a:lnTo>
                  <a:pt x="1857375" y="1504950"/>
                </a:lnTo>
                <a:lnTo>
                  <a:pt x="1838325" y="1504950"/>
                </a:lnTo>
                <a:lnTo>
                  <a:pt x="1838325" y="1533525"/>
                </a:lnTo>
                <a:lnTo>
                  <a:pt x="1828800" y="1533525"/>
                </a:lnTo>
                <a:lnTo>
                  <a:pt x="1828800" y="1552575"/>
                </a:lnTo>
                <a:lnTo>
                  <a:pt x="1857375" y="1552575"/>
                </a:lnTo>
                <a:lnTo>
                  <a:pt x="1857375" y="1533525"/>
                </a:lnTo>
                <a:lnTo>
                  <a:pt x="1866900" y="1533525"/>
                </a:lnTo>
                <a:close/>
                <a:moveTo>
                  <a:pt x="1781175" y="1685925"/>
                </a:moveTo>
                <a:lnTo>
                  <a:pt x="1790700" y="1685925"/>
                </a:lnTo>
                <a:lnTo>
                  <a:pt x="1790700" y="1666875"/>
                </a:lnTo>
                <a:lnTo>
                  <a:pt x="1771650" y="1666875"/>
                </a:lnTo>
                <a:lnTo>
                  <a:pt x="1771650" y="1695450"/>
                </a:lnTo>
                <a:lnTo>
                  <a:pt x="1743075" y="1695450"/>
                </a:lnTo>
                <a:lnTo>
                  <a:pt x="1743075" y="1714500"/>
                </a:lnTo>
                <a:lnTo>
                  <a:pt x="1762125" y="1714500"/>
                </a:lnTo>
                <a:lnTo>
                  <a:pt x="1762125" y="1704975"/>
                </a:lnTo>
                <a:lnTo>
                  <a:pt x="1771650" y="1704975"/>
                </a:lnTo>
                <a:lnTo>
                  <a:pt x="1771650" y="1695450"/>
                </a:lnTo>
                <a:lnTo>
                  <a:pt x="1781175" y="1695450"/>
                </a:lnTo>
                <a:close/>
                <a:moveTo>
                  <a:pt x="209550" y="1724025"/>
                </a:moveTo>
                <a:lnTo>
                  <a:pt x="219075" y="1724025"/>
                </a:lnTo>
                <a:lnTo>
                  <a:pt x="219075" y="1733550"/>
                </a:lnTo>
                <a:lnTo>
                  <a:pt x="209550" y="1733550"/>
                </a:lnTo>
                <a:close/>
                <a:moveTo>
                  <a:pt x="1619250" y="1790700"/>
                </a:moveTo>
                <a:lnTo>
                  <a:pt x="1638300" y="1790700"/>
                </a:lnTo>
                <a:lnTo>
                  <a:pt x="1638300" y="1781175"/>
                </a:lnTo>
                <a:lnTo>
                  <a:pt x="1619250" y="1781175"/>
                </a:lnTo>
                <a:close/>
                <a:moveTo>
                  <a:pt x="200025" y="1838325"/>
                </a:moveTo>
                <a:lnTo>
                  <a:pt x="209550" y="1838325"/>
                </a:lnTo>
                <a:lnTo>
                  <a:pt x="209550" y="1857375"/>
                </a:lnTo>
                <a:lnTo>
                  <a:pt x="190500" y="1857375"/>
                </a:lnTo>
                <a:lnTo>
                  <a:pt x="190500" y="1876425"/>
                </a:lnTo>
                <a:lnTo>
                  <a:pt x="200025" y="1876425"/>
                </a:lnTo>
                <a:lnTo>
                  <a:pt x="200025" y="1866900"/>
                </a:lnTo>
                <a:lnTo>
                  <a:pt x="219075" y="1866900"/>
                </a:lnTo>
                <a:lnTo>
                  <a:pt x="219075" y="1857375"/>
                </a:lnTo>
                <a:lnTo>
                  <a:pt x="238125" y="1857375"/>
                </a:lnTo>
                <a:lnTo>
                  <a:pt x="238125" y="1847850"/>
                </a:lnTo>
                <a:lnTo>
                  <a:pt x="228600" y="1847850"/>
                </a:lnTo>
                <a:lnTo>
                  <a:pt x="228600" y="1838325"/>
                </a:lnTo>
                <a:lnTo>
                  <a:pt x="238125" y="1838325"/>
                </a:lnTo>
                <a:lnTo>
                  <a:pt x="238125" y="1819275"/>
                </a:lnTo>
                <a:lnTo>
                  <a:pt x="209550" y="1819275"/>
                </a:lnTo>
                <a:lnTo>
                  <a:pt x="209550" y="1828800"/>
                </a:lnTo>
                <a:lnTo>
                  <a:pt x="200025" y="1828800"/>
                </a:lnTo>
                <a:close/>
                <a:moveTo>
                  <a:pt x="266700" y="1838325"/>
                </a:moveTo>
                <a:lnTo>
                  <a:pt x="276225" y="1838325"/>
                </a:lnTo>
                <a:lnTo>
                  <a:pt x="276225" y="1847850"/>
                </a:lnTo>
                <a:lnTo>
                  <a:pt x="295275" y="1847850"/>
                </a:lnTo>
                <a:lnTo>
                  <a:pt x="295275" y="1828800"/>
                </a:lnTo>
                <a:lnTo>
                  <a:pt x="266700" y="1828800"/>
                </a:lnTo>
                <a:close/>
                <a:moveTo>
                  <a:pt x="152400" y="1847850"/>
                </a:moveTo>
                <a:lnTo>
                  <a:pt x="171450" y="1847850"/>
                </a:lnTo>
                <a:lnTo>
                  <a:pt x="171450" y="1828800"/>
                </a:lnTo>
                <a:lnTo>
                  <a:pt x="152400" y="1828800"/>
                </a:lnTo>
                <a:close/>
                <a:moveTo>
                  <a:pt x="104775" y="1857375"/>
                </a:moveTo>
                <a:lnTo>
                  <a:pt x="133350" y="1857375"/>
                </a:lnTo>
                <a:lnTo>
                  <a:pt x="133350" y="1847850"/>
                </a:lnTo>
                <a:lnTo>
                  <a:pt x="104775" y="1847850"/>
                </a:lnTo>
                <a:close/>
                <a:moveTo>
                  <a:pt x="1543050" y="1866900"/>
                </a:moveTo>
                <a:lnTo>
                  <a:pt x="1552575" y="1866900"/>
                </a:lnTo>
                <a:lnTo>
                  <a:pt x="1552575" y="1876425"/>
                </a:lnTo>
                <a:lnTo>
                  <a:pt x="1581150" y="1876425"/>
                </a:lnTo>
                <a:lnTo>
                  <a:pt x="1581150" y="1857375"/>
                </a:lnTo>
                <a:lnTo>
                  <a:pt x="1571625" y="1857375"/>
                </a:lnTo>
                <a:lnTo>
                  <a:pt x="1571625" y="1847850"/>
                </a:lnTo>
                <a:lnTo>
                  <a:pt x="1562100" y="1847850"/>
                </a:lnTo>
                <a:lnTo>
                  <a:pt x="1562100" y="1857375"/>
                </a:lnTo>
                <a:lnTo>
                  <a:pt x="1543050" y="1857375"/>
                </a:lnTo>
                <a:close/>
                <a:moveTo>
                  <a:pt x="1495425" y="1895475"/>
                </a:moveTo>
                <a:lnTo>
                  <a:pt x="1504950" y="1895475"/>
                </a:lnTo>
                <a:lnTo>
                  <a:pt x="1504950" y="1885950"/>
                </a:lnTo>
                <a:lnTo>
                  <a:pt x="1495425" y="1885950"/>
                </a:lnTo>
                <a:close/>
                <a:moveTo>
                  <a:pt x="123825" y="1905000"/>
                </a:moveTo>
                <a:lnTo>
                  <a:pt x="142875" y="1905000"/>
                </a:lnTo>
                <a:lnTo>
                  <a:pt x="142875" y="1914525"/>
                </a:lnTo>
                <a:lnTo>
                  <a:pt x="152400" y="1914525"/>
                </a:lnTo>
                <a:lnTo>
                  <a:pt x="152400" y="1924050"/>
                </a:lnTo>
                <a:lnTo>
                  <a:pt x="171450" y="1924050"/>
                </a:lnTo>
                <a:lnTo>
                  <a:pt x="171450" y="1914525"/>
                </a:lnTo>
                <a:lnTo>
                  <a:pt x="219075" y="1914525"/>
                </a:lnTo>
                <a:lnTo>
                  <a:pt x="219075" y="1905000"/>
                </a:lnTo>
                <a:lnTo>
                  <a:pt x="209550" y="1905000"/>
                </a:lnTo>
                <a:lnTo>
                  <a:pt x="209550" y="1895475"/>
                </a:lnTo>
                <a:lnTo>
                  <a:pt x="133350" y="1895475"/>
                </a:lnTo>
                <a:lnTo>
                  <a:pt x="133350" y="1885950"/>
                </a:lnTo>
                <a:lnTo>
                  <a:pt x="95250" y="1885950"/>
                </a:lnTo>
                <a:lnTo>
                  <a:pt x="95250" y="1895475"/>
                </a:lnTo>
                <a:lnTo>
                  <a:pt x="85725" y="1895475"/>
                </a:lnTo>
                <a:lnTo>
                  <a:pt x="85725" y="1905000"/>
                </a:lnTo>
                <a:lnTo>
                  <a:pt x="66675" y="1905000"/>
                </a:lnTo>
                <a:lnTo>
                  <a:pt x="66675" y="1914525"/>
                </a:lnTo>
                <a:lnTo>
                  <a:pt x="57150" y="1914525"/>
                </a:lnTo>
                <a:lnTo>
                  <a:pt x="57150" y="1924050"/>
                </a:lnTo>
                <a:lnTo>
                  <a:pt x="47625" y="1924050"/>
                </a:lnTo>
                <a:lnTo>
                  <a:pt x="47625" y="1933575"/>
                </a:lnTo>
                <a:lnTo>
                  <a:pt x="57150" y="1933575"/>
                </a:lnTo>
                <a:lnTo>
                  <a:pt x="57150" y="1943100"/>
                </a:lnTo>
                <a:lnTo>
                  <a:pt x="66675" y="1943100"/>
                </a:lnTo>
                <a:lnTo>
                  <a:pt x="66675" y="1952625"/>
                </a:lnTo>
                <a:lnTo>
                  <a:pt x="57150" y="1952625"/>
                </a:lnTo>
                <a:lnTo>
                  <a:pt x="57150" y="1962150"/>
                </a:lnTo>
                <a:lnTo>
                  <a:pt x="47625" y="1962150"/>
                </a:lnTo>
                <a:lnTo>
                  <a:pt x="47625" y="1971675"/>
                </a:lnTo>
                <a:lnTo>
                  <a:pt x="28575" y="1971675"/>
                </a:lnTo>
                <a:lnTo>
                  <a:pt x="28575" y="1990725"/>
                </a:lnTo>
                <a:lnTo>
                  <a:pt x="76200" y="1990725"/>
                </a:lnTo>
                <a:lnTo>
                  <a:pt x="76200" y="1981200"/>
                </a:lnTo>
                <a:lnTo>
                  <a:pt x="85725" y="1981200"/>
                </a:lnTo>
                <a:lnTo>
                  <a:pt x="85725" y="1952625"/>
                </a:lnTo>
                <a:lnTo>
                  <a:pt x="76200" y="1952625"/>
                </a:lnTo>
                <a:lnTo>
                  <a:pt x="76200" y="1933575"/>
                </a:lnTo>
                <a:lnTo>
                  <a:pt x="85725" y="1933575"/>
                </a:lnTo>
                <a:lnTo>
                  <a:pt x="85725" y="1914525"/>
                </a:lnTo>
                <a:lnTo>
                  <a:pt x="104775" y="1914525"/>
                </a:lnTo>
                <a:lnTo>
                  <a:pt x="104775" y="1924050"/>
                </a:lnTo>
                <a:lnTo>
                  <a:pt x="114300" y="1924050"/>
                </a:lnTo>
                <a:lnTo>
                  <a:pt x="114300" y="1914525"/>
                </a:lnTo>
                <a:lnTo>
                  <a:pt x="123825" y="1914525"/>
                </a:lnTo>
                <a:close/>
                <a:moveTo>
                  <a:pt x="238125" y="1905000"/>
                </a:moveTo>
                <a:lnTo>
                  <a:pt x="247650" y="1905000"/>
                </a:lnTo>
                <a:lnTo>
                  <a:pt x="247650" y="1914525"/>
                </a:lnTo>
                <a:lnTo>
                  <a:pt x="257175" y="1914525"/>
                </a:lnTo>
                <a:lnTo>
                  <a:pt x="257175" y="1971675"/>
                </a:lnTo>
                <a:lnTo>
                  <a:pt x="247650" y="1971675"/>
                </a:lnTo>
                <a:lnTo>
                  <a:pt x="247650" y="1990725"/>
                </a:lnTo>
                <a:lnTo>
                  <a:pt x="266700" y="1990725"/>
                </a:lnTo>
                <a:lnTo>
                  <a:pt x="266700" y="2000250"/>
                </a:lnTo>
                <a:lnTo>
                  <a:pt x="276225" y="2000250"/>
                </a:lnTo>
                <a:lnTo>
                  <a:pt x="276225" y="1990725"/>
                </a:lnTo>
                <a:lnTo>
                  <a:pt x="295275" y="1990725"/>
                </a:lnTo>
                <a:lnTo>
                  <a:pt x="295275" y="1971675"/>
                </a:lnTo>
                <a:lnTo>
                  <a:pt x="285750" y="1971675"/>
                </a:lnTo>
                <a:lnTo>
                  <a:pt x="285750" y="1962150"/>
                </a:lnTo>
                <a:lnTo>
                  <a:pt x="276225" y="1962150"/>
                </a:lnTo>
                <a:lnTo>
                  <a:pt x="276225" y="1952625"/>
                </a:lnTo>
                <a:lnTo>
                  <a:pt x="285750" y="1952625"/>
                </a:lnTo>
                <a:lnTo>
                  <a:pt x="285750" y="1933575"/>
                </a:lnTo>
                <a:lnTo>
                  <a:pt x="276225" y="1933575"/>
                </a:lnTo>
                <a:lnTo>
                  <a:pt x="276225" y="1924050"/>
                </a:lnTo>
                <a:lnTo>
                  <a:pt x="266700" y="1924050"/>
                </a:lnTo>
                <a:lnTo>
                  <a:pt x="266700" y="1905000"/>
                </a:lnTo>
                <a:lnTo>
                  <a:pt x="295275" y="1905000"/>
                </a:lnTo>
                <a:lnTo>
                  <a:pt x="295275" y="1914525"/>
                </a:lnTo>
                <a:lnTo>
                  <a:pt x="323850" y="1914525"/>
                </a:lnTo>
                <a:lnTo>
                  <a:pt x="323850" y="1885950"/>
                </a:lnTo>
                <a:lnTo>
                  <a:pt x="276225" y="1885950"/>
                </a:lnTo>
                <a:lnTo>
                  <a:pt x="276225" y="1895475"/>
                </a:lnTo>
                <a:lnTo>
                  <a:pt x="238125" y="1895475"/>
                </a:lnTo>
                <a:close/>
                <a:moveTo>
                  <a:pt x="352425" y="1905000"/>
                </a:moveTo>
                <a:lnTo>
                  <a:pt x="361950" y="1905000"/>
                </a:lnTo>
                <a:lnTo>
                  <a:pt x="361950" y="1914525"/>
                </a:lnTo>
                <a:lnTo>
                  <a:pt x="381000" y="1914525"/>
                </a:lnTo>
                <a:lnTo>
                  <a:pt x="381000" y="1933575"/>
                </a:lnTo>
                <a:lnTo>
                  <a:pt x="390525" y="1933575"/>
                </a:lnTo>
                <a:lnTo>
                  <a:pt x="390525" y="1952625"/>
                </a:lnTo>
                <a:lnTo>
                  <a:pt x="409575" y="1952625"/>
                </a:lnTo>
                <a:lnTo>
                  <a:pt x="409575" y="1962150"/>
                </a:lnTo>
                <a:lnTo>
                  <a:pt x="438150" y="1962150"/>
                </a:lnTo>
                <a:lnTo>
                  <a:pt x="438150" y="1943100"/>
                </a:lnTo>
                <a:lnTo>
                  <a:pt x="428625" y="1943100"/>
                </a:lnTo>
                <a:lnTo>
                  <a:pt x="428625" y="1933575"/>
                </a:lnTo>
                <a:lnTo>
                  <a:pt x="400050" y="1933575"/>
                </a:lnTo>
                <a:lnTo>
                  <a:pt x="400050" y="1924050"/>
                </a:lnTo>
                <a:lnTo>
                  <a:pt x="390525" y="1924050"/>
                </a:lnTo>
                <a:lnTo>
                  <a:pt x="390525" y="1914525"/>
                </a:lnTo>
                <a:lnTo>
                  <a:pt x="409575" y="1914525"/>
                </a:lnTo>
                <a:lnTo>
                  <a:pt x="409575" y="1905000"/>
                </a:lnTo>
                <a:lnTo>
                  <a:pt x="390525" y="1905000"/>
                </a:lnTo>
                <a:lnTo>
                  <a:pt x="390525" y="1895475"/>
                </a:lnTo>
                <a:lnTo>
                  <a:pt x="381000" y="1895475"/>
                </a:lnTo>
                <a:lnTo>
                  <a:pt x="381000" y="1885950"/>
                </a:lnTo>
                <a:lnTo>
                  <a:pt x="352425" y="1885950"/>
                </a:lnTo>
                <a:close/>
                <a:moveTo>
                  <a:pt x="1981200" y="1905000"/>
                </a:moveTo>
                <a:lnTo>
                  <a:pt x="1990725" y="1905000"/>
                </a:lnTo>
                <a:lnTo>
                  <a:pt x="1990725" y="1895475"/>
                </a:lnTo>
                <a:lnTo>
                  <a:pt x="1981200" y="1895475"/>
                </a:lnTo>
                <a:lnTo>
                  <a:pt x="1981200" y="1885950"/>
                </a:lnTo>
                <a:lnTo>
                  <a:pt x="1962150" y="1885950"/>
                </a:lnTo>
                <a:lnTo>
                  <a:pt x="1962150" y="1895475"/>
                </a:lnTo>
                <a:lnTo>
                  <a:pt x="1943100" y="1895475"/>
                </a:lnTo>
                <a:lnTo>
                  <a:pt x="1943100" y="1914525"/>
                </a:lnTo>
                <a:lnTo>
                  <a:pt x="1933575" y="1914525"/>
                </a:lnTo>
                <a:lnTo>
                  <a:pt x="1933575" y="1924050"/>
                </a:lnTo>
                <a:lnTo>
                  <a:pt x="1943100" y="1924050"/>
                </a:lnTo>
                <a:lnTo>
                  <a:pt x="1943100" y="1933575"/>
                </a:lnTo>
                <a:lnTo>
                  <a:pt x="1952625" y="1933575"/>
                </a:lnTo>
                <a:lnTo>
                  <a:pt x="1952625" y="1924050"/>
                </a:lnTo>
                <a:lnTo>
                  <a:pt x="1981200" y="1924050"/>
                </a:lnTo>
                <a:close/>
                <a:moveTo>
                  <a:pt x="28575" y="1914525"/>
                </a:moveTo>
                <a:lnTo>
                  <a:pt x="47625" y="1914525"/>
                </a:lnTo>
                <a:lnTo>
                  <a:pt x="47625" y="1885950"/>
                </a:lnTo>
                <a:lnTo>
                  <a:pt x="38100" y="1885950"/>
                </a:lnTo>
                <a:lnTo>
                  <a:pt x="38100" y="1905000"/>
                </a:lnTo>
                <a:lnTo>
                  <a:pt x="28575" y="1905000"/>
                </a:lnTo>
                <a:close/>
                <a:moveTo>
                  <a:pt x="1895475" y="1914525"/>
                </a:moveTo>
                <a:lnTo>
                  <a:pt x="1905000" y="1914525"/>
                </a:lnTo>
                <a:lnTo>
                  <a:pt x="1905000" y="1905000"/>
                </a:lnTo>
                <a:lnTo>
                  <a:pt x="1895475" y="1905000"/>
                </a:lnTo>
                <a:close/>
                <a:moveTo>
                  <a:pt x="2000250" y="1924050"/>
                </a:moveTo>
                <a:lnTo>
                  <a:pt x="2009775" y="1924050"/>
                </a:lnTo>
                <a:lnTo>
                  <a:pt x="2009775" y="1933575"/>
                </a:lnTo>
                <a:lnTo>
                  <a:pt x="2057400" y="1933575"/>
                </a:lnTo>
                <a:lnTo>
                  <a:pt x="2057400" y="1924050"/>
                </a:lnTo>
                <a:lnTo>
                  <a:pt x="2047875" y="1924050"/>
                </a:lnTo>
                <a:lnTo>
                  <a:pt x="2047875" y="1885950"/>
                </a:lnTo>
                <a:lnTo>
                  <a:pt x="2019300" y="1885950"/>
                </a:lnTo>
                <a:lnTo>
                  <a:pt x="2019300" y="1895475"/>
                </a:lnTo>
                <a:lnTo>
                  <a:pt x="2009775" y="1895475"/>
                </a:lnTo>
                <a:lnTo>
                  <a:pt x="2009775" y="1905000"/>
                </a:lnTo>
                <a:lnTo>
                  <a:pt x="2000250" y="1905000"/>
                </a:lnTo>
                <a:close/>
                <a:moveTo>
                  <a:pt x="1771650" y="1962150"/>
                </a:moveTo>
                <a:lnTo>
                  <a:pt x="1800225" y="1962150"/>
                </a:lnTo>
                <a:lnTo>
                  <a:pt x="1800225" y="1952625"/>
                </a:lnTo>
                <a:lnTo>
                  <a:pt x="1771650" y="1952625"/>
                </a:lnTo>
                <a:close/>
                <a:moveTo>
                  <a:pt x="104775" y="1971675"/>
                </a:moveTo>
                <a:lnTo>
                  <a:pt x="133350" y="1971675"/>
                </a:lnTo>
                <a:lnTo>
                  <a:pt x="133350" y="1981200"/>
                </a:lnTo>
                <a:lnTo>
                  <a:pt x="123825" y="1981200"/>
                </a:lnTo>
                <a:lnTo>
                  <a:pt x="123825" y="1990725"/>
                </a:lnTo>
                <a:lnTo>
                  <a:pt x="133350" y="1990725"/>
                </a:lnTo>
                <a:lnTo>
                  <a:pt x="133350" y="2000250"/>
                </a:lnTo>
                <a:lnTo>
                  <a:pt x="161925" y="2000250"/>
                </a:lnTo>
                <a:lnTo>
                  <a:pt x="161925" y="1981200"/>
                </a:lnTo>
                <a:lnTo>
                  <a:pt x="180975" y="1981200"/>
                </a:lnTo>
                <a:lnTo>
                  <a:pt x="180975" y="1971675"/>
                </a:lnTo>
                <a:lnTo>
                  <a:pt x="190500" y="1971675"/>
                </a:lnTo>
                <a:lnTo>
                  <a:pt x="190500" y="1962150"/>
                </a:lnTo>
                <a:lnTo>
                  <a:pt x="180975" y="1962150"/>
                </a:lnTo>
                <a:lnTo>
                  <a:pt x="180975" y="1952625"/>
                </a:lnTo>
                <a:lnTo>
                  <a:pt x="152400" y="1952625"/>
                </a:lnTo>
                <a:lnTo>
                  <a:pt x="152400" y="1962150"/>
                </a:lnTo>
                <a:lnTo>
                  <a:pt x="133350" y="1962150"/>
                </a:lnTo>
                <a:lnTo>
                  <a:pt x="133350" y="1952625"/>
                </a:lnTo>
                <a:lnTo>
                  <a:pt x="114300" y="1952625"/>
                </a:lnTo>
                <a:lnTo>
                  <a:pt x="114300" y="1962150"/>
                </a:lnTo>
                <a:lnTo>
                  <a:pt x="104775" y="1962150"/>
                </a:lnTo>
                <a:close/>
                <a:moveTo>
                  <a:pt x="361950" y="1971675"/>
                </a:moveTo>
                <a:lnTo>
                  <a:pt x="390525" y="1971675"/>
                </a:lnTo>
                <a:lnTo>
                  <a:pt x="390525" y="1962150"/>
                </a:lnTo>
                <a:lnTo>
                  <a:pt x="371475" y="1962150"/>
                </a:lnTo>
                <a:lnTo>
                  <a:pt x="371475" y="1952625"/>
                </a:lnTo>
                <a:lnTo>
                  <a:pt x="361950" y="1952625"/>
                </a:lnTo>
                <a:close/>
                <a:moveTo>
                  <a:pt x="1828800" y="1971675"/>
                </a:moveTo>
                <a:lnTo>
                  <a:pt x="1857375" y="1971675"/>
                </a:lnTo>
                <a:lnTo>
                  <a:pt x="1857375" y="1952625"/>
                </a:lnTo>
                <a:lnTo>
                  <a:pt x="1828800" y="1952625"/>
                </a:lnTo>
                <a:close/>
                <a:moveTo>
                  <a:pt x="542925" y="1981200"/>
                </a:moveTo>
                <a:lnTo>
                  <a:pt x="552450" y="1981200"/>
                </a:lnTo>
                <a:lnTo>
                  <a:pt x="552450" y="1971675"/>
                </a:lnTo>
                <a:lnTo>
                  <a:pt x="542925" y="1971675"/>
                </a:lnTo>
                <a:lnTo>
                  <a:pt x="542925" y="1962150"/>
                </a:lnTo>
                <a:lnTo>
                  <a:pt x="533400" y="1962150"/>
                </a:lnTo>
                <a:lnTo>
                  <a:pt x="533400" y="1971675"/>
                </a:lnTo>
                <a:lnTo>
                  <a:pt x="523875" y="1971675"/>
                </a:lnTo>
                <a:lnTo>
                  <a:pt x="523875" y="1981200"/>
                </a:lnTo>
                <a:lnTo>
                  <a:pt x="514350" y="1981200"/>
                </a:lnTo>
                <a:lnTo>
                  <a:pt x="514350" y="1990725"/>
                </a:lnTo>
                <a:lnTo>
                  <a:pt x="523875" y="1990725"/>
                </a:lnTo>
                <a:lnTo>
                  <a:pt x="523875" y="2000250"/>
                </a:lnTo>
                <a:lnTo>
                  <a:pt x="533400" y="2000250"/>
                </a:lnTo>
                <a:lnTo>
                  <a:pt x="533400" y="1990725"/>
                </a:lnTo>
                <a:lnTo>
                  <a:pt x="542925" y="1990725"/>
                </a:lnTo>
                <a:close/>
                <a:moveTo>
                  <a:pt x="1295400" y="1981200"/>
                </a:moveTo>
                <a:lnTo>
                  <a:pt x="1314450" y="1981200"/>
                </a:lnTo>
                <a:lnTo>
                  <a:pt x="1314450" y="1962150"/>
                </a:lnTo>
                <a:lnTo>
                  <a:pt x="1304925" y="1962150"/>
                </a:lnTo>
                <a:lnTo>
                  <a:pt x="1304925" y="1971675"/>
                </a:lnTo>
                <a:lnTo>
                  <a:pt x="1295400" y="1971675"/>
                </a:lnTo>
                <a:close/>
                <a:moveTo>
                  <a:pt x="1343025" y="1981200"/>
                </a:moveTo>
                <a:lnTo>
                  <a:pt x="1371600" y="1981200"/>
                </a:lnTo>
                <a:lnTo>
                  <a:pt x="1371600" y="1952625"/>
                </a:lnTo>
                <a:lnTo>
                  <a:pt x="1352550" y="1952625"/>
                </a:lnTo>
                <a:lnTo>
                  <a:pt x="1352550" y="1962150"/>
                </a:lnTo>
                <a:lnTo>
                  <a:pt x="1343025" y="1962150"/>
                </a:lnTo>
                <a:close/>
                <a:moveTo>
                  <a:pt x="1971675" y="1981200"/>
                </a:moveTo>
                <a:lnTo>
                  <a:pt x="1981200" y="1981200"/>
                </a:lnTo>
                <a:lnTo>
                  <a:pt x="1981200" y="1962150"/>
                </a:lnTo>
                <a:lnTo>
                  <a:pt x="1962150" y="1962150"/>
                </a:lnTo>
                <a:lnTo>
                  <a:pt x="1962150" y="1981200"/>
                </a:lnTo>
                <a:lnTo>
                  <a:pt x="1952625" y="1981200"/>
                </a:lnTo>
                <a:lnTo>
                  <a:pt x="1952625" y="1990725"/>
                </a:lnTo>
                <a:lnTo>
                  <a:pt x="1971675" y="1990725"/>
                </a:lnTo>
                <a:close/>
                <a:moveTo>
                  <a:pt x="209550" y="1990725"/>
                </a:moveTo>
                <a:lnTo>
                  <a:pt x="219075" y="1990725"/>
                </a:lnTo>
                <a:lnTo>
                  <a:pt x="219075" y="1981200"/>
                </a:lnTo>
                <a:lnTo>
                  <a:pt x="209550" y="1981200"/>
                </a:lnTo>
                <a:close/>
                <a:moveTo>
                  <a:pt x="228600" y="1990725"/>
                </a:moveTo>
                <a:lnTo>
                  <a:pt x="238125" y="1990725"/>
                </a:lnTo>
                <a:lnTo>
                  <a:pt x="238125" y="1971675"/>
                </a:lnTo>
                <a:lnTo>
                  <a:pt x="228600" y="1971675"/>
                </a:lnTo>
                <a:close/>
                <a:moveTo>
                  <a:pt x="1905000" y="1990725"/>
                </a:moveTo>
                <a:lnTo>
                  <a:pt x="1943100" y="1990725"/>
                </a:lnTo>
                <a:lnTo>
                  <a:pt x="1943100" y="1971675"/>
                </a:lnTo>
                <a:lnTo>
                  <a:pt x="1924050" y="1971675"/>
                </a:lnTo>
                <a:lnTo>
                  <a:pt x="1924050" y="1962150"/>
                </a:lnTo>
                <a:lnTo>
                  <a:pt x="1895475" y="1962150"/>
                </a:lnTo>
                <a:lnTo>
                  <a:pt x="1895475" y="1981200"/>
                </a:lnTo>
                <a:lnTo>
                  <a:pt x="1885950" y="1981200"/>
                </a:lnTo>
                <a:lnTo>
                  <a:pt x="1885950" y="2000250"/>
                </a:lnTo>
                <a:lnTo>
                  <a:pt x="1905000" y="2000250"/>
                </a:lnTo>
                <a:close/>
                <a:moveTo>
                  <a:pt x="1371600" y="2000250"/>
                </a:moveTo>
                <a:lnTo>
                  <a:pt x="1362075" y="2000250"/>
                </a:lnTo>
                <a:lnTo>
                  <a:pt x="1362075" y="2009775"/>
                </a:lnTo>
                <a:lnTo>
                  <a:pt x="1371600" y="2009775"/>
                </a:lnTo>
                <a:close/>
                <a:moveTo>
                  <a:pt x="1371600" y="2000250"/>
                </a:moveTo>
                <a:lnTo>
                  <a:pt x="1390650" y="2000250"/>
                </a:lnTo>
                <a:lnTo>
                  <a:pt x="1390650" y="1990725"/>
                </a:lnTo>
                <a:lnTo>
                  <a:pt x="1371600" y="1990725"/>
                </a:lnTo>
                <a:close/>
                <a:moveTo>
                  <a:pt x="1238250" y="2009775"/>
                </a:moveTo>
                <a:lnTo>
                  <a:pt x="1247775" y="2009775"/>
                </a:lnTo>
                <a:lnTo>
                  <a:pt x="1247775" y="2019300"/>
                </a:lnTo>
                <a:lnTo>
                  <a:pt x="1257300" y="2019300"/>
                </a:lnTo>
                <a:lnTo>
                  <a:pt x="1257300" y="2000250"/>
                </a:lnTo>
                <a:lnTo>
                  <a:pt x="1238250" y="2000250"/>
                </a:lnTo>
                <a:close/>
                <a:moveTo>
                  <a:pt x="1390650" y="2009775"/>
                </a:moveTo>
                <a:lnTo>
                  <a:pt x="1400175" y="2009775"/>
                </a:lnTo>
                <a:lnTo>
                  <a:pt x="1400175" y="2000250"/>
                </a:lnTo>
                <a:lnTo>
                  <a:pt x="1390650" y="2000250"/>
                </a:lnTo>
                <a:close/>
                <a:moveTo>
                  <a:pt x="1485900" y="2009775"/>
                </a:moveTo>
                <a:lnTo>
                  <a:pt x="1495425" y="2009775"/>
                </a:lnTo>
                <a:lnTo>
                  <a:pt x="1495425" y="2000250"/>
                </a:lnTo>
                <a:lnTo>
                  <a:pt x="1485900" y="2000250"/>
                </a:lnTo>
                <a:close/>
                <a:moveTo>
                  <a:pt x="1419225" y="2019300"/>
                </a:moveTo>
                <a:lnTo>
                  <a:pt x="1438275" y="2019300"/>
                </a:lnTo>
                <a:lnTo>
                  <a:pt x="1438275" y="2000250"/>
                </a:lnTo>
                <a:lnTo>
                  <a:pt x="1419225" y="2000250"/>
                </a:lnTo>
                <a:close/>
                <a:moveTo>
                  <a:pt x="85725" y="2038350"/>
                </a:moveTo>
                <a:lnTo>
                  <a:pt x="114300" y="2038350"/>
                </a:lnTo>
                <a:lnTo>
                  <a:pt x="114300" y="2019300"/>
                </a:lnTo>
                <a:lnTo>
                  <a:pt x="85725" y="2019300"/>
                </a:lnTo>
                <a:close/>
                <a:moveTo>
                  <a:pt x="142875" y="2038350"/>
                </a:moveTo>
                <a:lnTo>
                  <a:pt x="152400" y="2038350"/>
                </a:lnTo>
                <a:lnTo>
                  <a:pt x="152400" y="2019300"/>
                </a:lnTo>
                <a:lnTo>
                  <a:pt x="142875" y="2019300"/>
                </a:lnTo>
                <a:close/>
                <a:moveTo>
                  <a:pt x="180975" y="2038350"/>
                </a:moveTo>
                <a:lnTo>
                  <a:pt x="190500" y="2038350"/>
                </a:lnTo>
                <a:lnTo>
                  <a:pt x="190500" y="2028825"/>
                </a:lnTo>
                <a:lnTo>
                  <a:pt x="180975" y="2028825"/>
                </a:lnTo>
                <a:close/>
                <a:moveTo>
                  <a:pt x="200025" y="2038350"/>
                </a:moveTo>
                <a:lnTo>
                  <a:pt x="209550" y="2038350"/>
                </a:lnTo>
                <a:lnTo>
                  <a:pt x="209550" y="2028825"/>
                </a:lnTo>
                <a:lnTo>
                  <a:pt x="200025" y="2028825"/>
                </a:lnTo>
                <a:close/>
                <a:moveTo>
                  <a:pt x="285750" y="2038350"/>
                </a:moveTo>
                <a:lnTo>
                  <a:pt x="295275" y="2038350"/>
                </a:lnTo>
                <a:lnTo>
                  <a:pt x="295275" y="2028825"/>
                </a:lnTo>
                <a:lnTo>
                  <a:pt x="276225" y="2028825"/>
                </a:lnTo>
                <a:lnTo>
                  <a:pt x="276225" y="2047875"/>
                </a:lnTo>
                <a:lnTo>
                  <a:pt x="285750" y="2047875"/>
                </a:lnTo>
                <a:close/>
                <a:moveTo>
                  <a:pt x="1143000" y="2038350"/>
                </a:moveTo>
                <a:lnTo>
                  <a:pt x="1152525" y="2038350"/>
                </a:lnTo>
                <a:lnTo>
                  <a:pt x="1152525" y="2019300"/>
                </a:lnTo>
                <a:lnTo>
                  <a:pt x="1143000" y="2019300"/>
                </a:lnTo>
                <a:close/>
                <a:moveTo>
                  <a:pt x="1819275" y="2038350"/>
                </a:moveTo>
                <a:lnTo>
                  <a:pt x="1838325" y="2038350"/>
                </a:lnTo>
                <a:lnTo>
                  <a:pt x="1838325" y="2028825"/>
                </a:lnTo>
                <a:lnTo>
                  <a:pt x="1819275" y="2028825"/>
                </a:lnTo>
                <a:close/>
                <a:moveTo>
                  <a:pt x="1866900" y="2038350"/>
                </a:moveTo>
                <a:lnTo>
                  <a:pt x="1885950" y="2038350"/>
                </a:lnTo>
                <a:lnTo>
                  <a:pt x="1885950" y="2028825"/>
                </a:lnTo>
                <a:lnTo>
                  <a:pt x="1866900" y="2028825"/>
                </a:lnTo>
                <a:close/>
                <a:moveTo>
                  <a:pt x="1895475" y="2038350"/>
                </a:moveTo>
                <a:lnTo>
                  <a:pt x="1924050" y="2038350"/>
                </a:lnTo>
                <a:lnTo>
                  <a:pt x="1924050" y="2047875"/>
                </a:lnTo>
                <a:lnTo>
                  <a:pt x="1943100" y="2047875"/>
                </a:lnTo>
                <a:lnTo>
                  <a:pt x="1943100" y="2038350"/>
                </a:lnTo>
                <a:lnTo>
                  <a:pt x="1933575" y="2038350"/>
                </a:lnTo>
                <a:lnTo>
                  <a:pt x="1933575" y="2028825"/>
                </a:lnTo>
                <a:lnTo>
                  <a:pt x="1895475" y="2028825"/>
                </a:lnTo>
                <a:close/>
                <a:moveTo>
                  <a:pt x="2009775" y="2038350"/>
                </a:moveTo>
                <a:lnTo>
                  <a:pt x="2038350" y="2038350"/>
                </a:lnTo>
                <a:lnTo>
                  <a:pt x="2038350" y="2019300"/>
                </a:lnTo>
                <a:lnTo>
                  <a:pt x="2019300" y="2019300"/>
                </a:lnTo>
                <a:lnTo>
                  <a:pt x="2019300" y="2009775"/>
                </a:lnTo>
                <a:lnTo>
                  <a:pt x="2009775" y="2009775"/>
                </a:lnTo>
                <a:close/>
                <a:moveTo>
                  <a:pt x="876300" y="2047875"/>
                </a:moveTo>
                <a:lnTo>
                  <a:pt x="904875" y="2047875"/>
                </a:lnTo>
                <a:lnTo>
                  <a:pt x="904875" y="2028825"/>
                </a:lnTo>
                <a:lnTo>
                  <a:pt x="876300" y="2028825"/>
                </a:lnTo>
                <a:close/>
                <a:moveTo>
                  <a:pt x="857250" y="2057400"/>
                </a:moveTo>
                <a:lnTo>
                  <a:pt x="866775" y="2057400"/>
                </a:lnTo>
                <a:lnTo>
                  <a:pt x="866775" y="2047875"/>
                </a:lnTo>
                <a:lnTo>
                  <a:pt x="857250" y="2047875"/>
                </a:lnTo>
                <a:close/>
                <a:moveTo>
                  <a:pt x="1190625" y="2057400"/>
                </a:moveTo>
                <a:lnTo>
                  <a:pt x="1228725" y="2057400"/>
                </a:lnTo>
                <a:lnTo>
                  <a:pt x="1228725" y="2038350"/>
                </a:lnTo>
                <a:lnTo>
                  <a:pt x="1190625" y="2038350"/>
                </a:lnTo>
                <a:close/>
                <a:moveTo>
                  <a:pt x="1990725" y="2057400"/>
                </a:moveTo>
                <a:lnTo>
                  <a:pt x="2000250" y="2057400"/>
                </a:lnTo>
                <a:lnTo>
                  <a:pt x="2000250" y="2047875"/>
                </a:lnTo>
                <a:lnTo>
                  <a:pt x="1990725" y="2047875"/>
                </a:lnTo>
                <a:close/>
                <a:moveTo>
                  <a:pt x="0" y="2076450"/>
                </a:moveTo>
                <a:lnTo>
                  <a:pt x="9525" y="2076450"/>
                </a:lnTo>
                <a:lnTo>
                  <a:pt x="9525" y="2085975"/>
                </a:lnTo>
                <a:lnTo>
                  <a:pt x="0" y="2085975"/>
                </a:lnTo>
                <a:close/>
                <a:moveTo>
                  <a:pt x="1276350" y="2076450"/>
                </a:moveTo>
                <a:lnTo>
                  <a:pt x="1295400" y="2076450"/>
                </a:lnTo>
                <a:lnTo>
                  <a:pt x="1295400" y="2085975"/>
                </a:lnTo>
                <a:lnTo>
                  <a:pt x="1276350" y="2085975"/>
                </a:lnTo>
                <a:close/>
                <a:moveTo>
                  <a:pt x="1314450" y="2076450"/>
                </a:moveTo>
                <a:lnTo>
                  <a:pt x="1323975" y="2076450"/>
                </a:lnTo>
                <a:lnTo>
                  <a:pt x="1323975" y="2066925"/>
                </a:lnTo>
                <a:lnTo>
                  <a:pt x="1314450" y="2066925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</a:ln>
        </p:spPr>
      </p:sp>
      <p:sp>
        <p:nvSpPr>
          <p:cNvPr id="42" name="juan vector #fffeff">
            <a:extLst xmlns:a="http://schemas.openxmlformats.org/drawingml/2006/main">
              <a:ext uri="{FF2B5EF4-FFF2-40B4-BE49-F238E27FC236}">
                <a16:creationId xmlns:a16="http://schemas.microsoft.com/office/drawing/2014/main" id="{1D0CD38A-B025-475E-B44D-867247B0AAA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48900" y="2552700"/>
            <a:ext cx="2085975" cy="2085975"/>
          </a:xfrm>
          <a:custGeom xmlns:a="http://schemas.openxmlformats.org/drawingml/2006/main">
            <a:pathLst>
              <a:path w="2085975" h="2085975">
                <a:moveTo>
                  <a:pt x="533400" y="0"/>
                </a:moveTo>
                <a:lnTo>
                  <a:pt x="542925" y="0"/>
                </a:lnTo>
                <a:lnTo>
                  <a:pt x="542925" y="9525"/>
                </a:lnTo>
                <a:lnTo>
                  <a:pt x="533400" y="9525"/>
                </a:lnTo>
                <a:close/>
                <a:moveTo>
                  <a:pt x="476250" y="28575"/>
                </a:moveTo>
                <a:lnTo>
                  <a:pt x="495300" y="28575"/>
                </a:lnTo>
                <a:lnTo>
                  <a:pt x="495300" y="57150"/>
                </a:lnTo>
                <a:lnTo>
                  <a:pt x="476250" y="57150"/>
                </a:lnTo>
                <a:close/>
                <a:moveTo>
                  <a:pt x="495300" y="57150"/>
                </a:moveTo>
                <a:lnTo>
                  <a:pt x="504825" y="57150"/>
                </a:lnTo>
                <a:lnTo>
                  <a:pt x="504825" y="66675"/>
                </a:lnTo>
                <a:lnTo>
                  <a:pt x="495300" y="66675"/>
                </a:lnTo>
                <a:close/>
                <a:moveTo>
                  <a:pt x="1314450" y="57150"/>
                </a:moveTo>
                <a:lnTo>
                  <a:pt x="1333500" y="57150"/>
                </a:lnTo>
                <a:lnTo>
                  <a:pt x="1333500" y="76200"/>
                </a:lnTo>
                <a:lnTo>
                  <a:pt x="1314450" y="76200"/>
                </a:lnTo>
                <a:close/>
                <a:moveTo>
                  <a:pt x="2019300" y="923925"/>
                </a:moveTo>
                <a:lnTo>
                  <a:pt x="2028825" y="923925"/>
                </a:lnTo>
                <a:lnTo>
                  <a:pt x="2028825" y="933450"/>
                </a:lnTo>
                <a:lnTo>
                  <a:pt x="2019300" y="933450"/>
                </a:lnTo>
                <a:close/>
                <a:moveTo>
                  <a:pt x="2009775" y="942975"/>
                </a:moveTo>
                <a:lnTo>
                  <a:pt x="2019300" y="942975"/>
                </a:lnTo>
                <a:lnTo>
                  <a:pt x="2019300" y="952500"/>
                </a:lnTo>
                <a:lnTo>
                  <a:pt x="2009775" y="952500"/>
                </a:lnTo>
                <a:close/>
                <a:moveTo>
                  <a:pt x="1943100" y="1143000"/>
                </a:moveTo>
                <a:lnTo>
                  <a:pt x="1952625" y="1143000"/>
                </a:lnTo>
                <a:lnTo>
                  <a:pt x="1952625" y="1162050"/>
                </a:lnTo>
                <a:lnTo>
                  <a:pt x="1943100" y="1162050"/>
                </a:lnTo>
                <a:close/>
                <a:moveTo>
                  <a:pt x="1866900" y="1409700"/>
                </a:moveTo>
                <a:lnTo>
                  <a:pt x="1876425" y="1409700"/>
                </a:lnTo>
                <a:lnTo>
                  <a:pt x="1876425" y="1419225"/>
                </a:lnTo>
                <a:lnTo>
                  <a:pt x="1866900" y="1419225"/>
                </a:lnTo>
                <a:close/>
                <a:moveTo>
                  <a:pt x="1876425" y="1419225"/>
                </a:moveTo>
                <a:lnTo>
                  <a:pt x="1885950" y="1419225"/>
                </a:lnTo>
                <a:lnTo>
                  <a:pt x="1885950" y="1428750"/>
                </a:lnTo>
                <a:lnTo>
                  <a:pt x="1876425" y="1428750"/>
                </a:lnTo>
                <a:close/>
                <a:moveTo>
                  <a:pt x="1914525" y="1419225"/>
                </a:moveTo>
                <a:lnTo>
                  <a:pt x="1924050" y="1419225"/>
                </a:lnTo>
                <a:lnTo>
                  <a:pt x="1924050" y="1428750"/>
                </a:lnTo>
                <a:lnTo>
                  <a:pt x="1914525" y="1428750"/>
                </a:lnTo>
                <a:close/>
                <a:moveTo>
                  <a:pt x="1885950" y="1428750"/>
                </a:moveTo>
                <a:lnTo>
                  <a:pt x="1895475" y="1428750"/>
                </a:lnTo>
                <a:lnTo>
                  <a:pt x="1895475" y="1438275"/>
                </a:lnTo>
                <a:lnTo>
                  <a:pt x="1905000" y="1438275"/>
                </a:lnTo>
                <a:lnTo>
                  <a:pt x="1905000" y="1457325"/>
                </a:lnTo>
                <a:lnTo>
                  <a:pt x="1895475" y="1457325"/>
                </a:lnTo>
                <a:lnTo>
                  <a:pt x="1895475" y="1447800"/>
                </a:lnTo>
                <a:lnTo>
                  <a:pt x="1885950" y="1447800"/>
                </a:lnTo>
                <a:close/>
                <a:moveTo>
                  <a:pt x="1924050" y="1428750"/>
                </a:moveTo>
                <a:lnTo>
                  <a:pt x="1952625" y="1428750"/>
                </a:lnTo>
                <a:lnTo>
                  <a:pt x="1952625" y="1438275"/>
                </a:lnTo>
                <a:lnTo>
                  <a:pt x="1943100" y="1438275"/>
                </a:lnTo>
                <a:lnTo>
                  <a:pt x="1943100" y="1457325"/>
                </a:lnTo>
                <a:lnTo>
                  <a:pt x="1924050" y="1457325"/>
                </a:lnTo>
                <a:close/>
                <a:moveTo>
                  <a:pt x="1819275" y="1485900"/>
                </a:moveTo>
                <a:lnTo>
                  <a:pt x="1828800" y="1485900"/>
                </a:lnTo>
                <a:lnTo>
                  <a:pt x="1828800" y="1495425"/>
                </a:lnTo>
                <a:lnTo>
                  <a:pt x="1819275" y="1495425"/>
                </a:lnTo>
                <a:close/>
                <a:moveTo>
                  <a:pt x="0" y="1514475"/>
                </a:moveTo>
                <a:lnTo>
                  <a:pt x="28575" y="1514475"/>
                </a:lnTo>
                <a:lnTo>
                  <a:pt x="28575" y="1524000"/>
                </a:lnTo>
                <a:lnTo>
                  <a:pt x="19050" y="1524000"/>
                </a:lnTo>
                <a:lnTo>
                  <a:pt x="19050" y="1543050"/>
                </a:lnTo>
                <a:lnTo>
                  <a:pt x="0" y="1543050"/>
                </a:lnTo>
                <a:close/>
                <a:moveTo>
                  <a:pt x="1866900" y="1514475"/>
                </a:moveTo>
                <a:lnTo>
                  <a:pt x="1885950" y="1514475"/>
                </a:lnTo>
                <a:lnTo>
                  <a:pt x="1885950" y="1524000"/>
                </a:lnTo>
                <a:lnTo>
                  <a:pt x="1866900" y="1524000"/>
                </a:lnTo>
                <a:close/>
                <a:moveTo>
                  <a:pt x="57150" y="1533525"/>
                </a:moveTo>
                <a:lnTo>
                  <a:pt x="66675" y="1533525"/>
                </a:lnTo>
                <a:lnTo>
                  <a:pt x="66675" y="1552575"/>
                </a:lnTo>
                <a:lnTo>
                  <a:pt x="76200" y="1552575"/>
                </a:lnTo>
                <a:lnTo>
                  <a:pt x="76200" y="1562100"/>
                </a:lnTo>
                <a:lnTo>
                  <a:pt x="57150" y="1562100"/>
                </a:lnTo>
                <a:close/>
                <a:moveTo>
                  <a:pt x="219075" y="1714500"/>
                </a:moveTo>
                <a:lnTo>
                  <a:pt x="228600" y="1714500"/>
                </a:lnTo>
                <a:lnTo>
                  <a:pt x="228600" y="1724025"/>
                </a:lnTo>
                <a:lnTo>
                  <a:pt x="219075" y="1724025"/>
                </a:lnTo>
                <a:close/>
                <a:moveTo>
                  <a:pt x="1638300" y="1724025"/>
                </a:moveTo>
                <a:lnTo>
                  <a:pt x="1657350" y="1724025"/>
                </a:lnTo>
                <a:lnTo>
                  <a:pt x="1657350" y="1733550"/>
                </a:lnTo>
                <a:lnTo>
                  <a:pt x="1638300" y="1733550"/>
                </a:lnTo>
                <a:close/>
                <a:moveTo>
                  <a:pt x="180975" y="1733550"/>
                </a:moveTo>
                <a:lnTo>
                  <a:pt x="200025" y="1733550"/>
                </a:lnTo>
                <a:lnTo>
                  <a:pt x="200025" y="1743075"/>
                </a:lnTo>
                <a:lnTo>
                  <a:pt x="180975" y="1743075"/>
                </a:lnTo>
                <a:close/>
                <a:moveTo>
                  <a:pt x="285750" y="1781175"/>
                </a:moveTo>
                <a:lnTo>
                  <a:pt x="295275" y="1781175"/>
                </a:lnTo>
                <a:lnTo>
                  <a:pt x="295275" y="1790700"/>
                </a:lnTo>
                <a:lnTo>
                  <a:pt x="285750" y="1790700"/>
                </a:lnTo>
                <a:close/>
                <a:moveTo>
                  <a:pt x="323850" y="1809750"/>
                </a:moveTo>
                <a:lnTo>
                  <a:pt x="333375" y="1809750"/>
                </a:lnTo>
                <a:lnTo>
                  <a:pt x="333375" y="1819275"/>
                </a:lnTo>
                <a:lnTo>
                  <a:pt x="342900" y="1819275"/>
                </a:lnTo>
                <a:lnTo>
                  <a:pt x="342900" y="1838325"/>
                </a:lnTo>
                <a:lnTo>
                  <a:pt x="314325" y="1838325"/>
                </a:lnTo>
                <a:lnTo>
                  <a:pt x="314325" y="1819275"/>
                </a:lnTo>
                <a:lnTo>
                  <a:pt x="323850" y="1819275"/>
                </a:lnTo>
                <a:close/>
                <a:moveTo>
                  <a:pt x="209550" y="1819275"/>
                </a:moveTo>
                <a:lnTo>
                  <a:pt x="238125" y="1819275"/>
                </a:lnTo>
                <a:lnTo>
                  <a:pt x="238125" y="1838325"/>
                </a:lnTo>
                <a:lnTo>
                  <a:pt x="228600" y="1838325"/>
                </a:lnTo>
                <a:lnTo>
                  <a:pt x="228600" y="1847850"/>
                </a:lnTo>
                <a:lnTo>
                  <a:pt x="238125" y="1847850"/>
                </a:lnTo>
                <a:lnTo>
                  <a:pt x="238125" y="1857375"/>
                </a:lnTo>
                <a:lnTo>
                  <a:pt x="209550" y="1857375"/>
                </a:lnTo>
                <a:lnTo>
                  <a:pt x="209550" y="1838325"/>
                </a:lnTo>
                <a:lnTo>
                  <a:pt x="200025" y="1838325"/>
                </a:lnTo>
                <a:lnTo>
                  <a:pt x="200025" y="1828800"/>
                </a:lnTo>
                <a:lnTo>
                  <a:pt x="209550" y="1828800"/>
                </a:lnTo>
                <a:close/>
                <a:moveTo>
                  <a:pt x="152400" y="1828800"/>
                </a:moveTo>
                <a:lnTo>
                  <a:pt x="171450" y="1828800"/>
                </a:lnTo>
                <a:lnTo>
                  <a:pt x="171450" y="1847850"/>
                </a:lnTo>
                <a:lnTo>
                  <a:pt x="152400" y="1847850"/>
                </a:lnTo>
                <a:close/>
                <a:moveTo>
                  <a:pt x="361950" y="1838325"/>
                </a:moveTo>
                <a:lnTo>
                  <a:pt x="381000" y="1838325"/>
                </a:lnTo>
                <a:lnTo>
                  <a:pt x="381000" y="1847850"/>
                </a:lnTo>
                <a:lnTo>
                  <a:pt x="390525" y="1847850"/>
                </a:lnTo>
                <a:lnTo>
                  <a:pt x="390525" y="1857375"/>
                </a:lnTo>
                <a:lnTo>
                  <a:pt x="371475" y="1857375"/>
                </a:lnTo>
                <a:lnTo>
                  <a:pt x="371475" y="1866900"/>
                </a:lnTo>
                <a:lnTo>
                  <a:pt x="361950" y="1866900"/>
                </a:lnTo>
                <a:close/>
                <a:moveTo>
                  <a:pt x="304800" y="1847850"/>
                </a:moveTo>
                <a:lnTo>
                  <a:pt x="314325" y="1847850"/>
                </a:lnTo>
                <a:lnTo>
                  <a:pt x="314325" y="1857375"/>
                </a:lnTo>
                <a:lnTo>
                  <a:pt x="304800" y="1857375"/>
                </a:lnTo>
                <a:close/>
                <a:moveTo>
                  <a:pt x="1543050" y="1857375"/>
                </a:moveTo>
                <a:lnTo>
                  <a:pt x="1552575" y="1857375"/>
                </a:lnTo>
                <a:lnTo>
                  <a:pt x="1552575" y="1866900"/>
                </a:lnTo>
                <a:lnTo>
                  <a:pt x="1543050" y="1866900"/>
                </a:lnTo>
                <a:close/>
                <a:moveTo>
                  <a:pt x="314325" y="1866900"/>
                </a:moveTo>
                <a:lnTo>
                  <a:pt x="323850" y="1866900"/>
                </a:lnTo>
                <a:lnTo>
                  <a:pt x="323850" y="1876425"/>
                </a:lnTo>
                <a:lnTo>
                  <a:pt x="314325" y="1876425"/>
                </a:lnTo>
                <a:close/>
                <a:moveTo>
                  <a:pt x="1438275" y="1885950"/>
                </a:moveTo>
                <a:lnTo>
                  <a:pt x="1447800" y="1885950"/>
                </a:lnTo>
                <a:lnTo>
                  <a:pt x="1447800" y="1895475"/>
                </a:lnTo>
                <a:lnTo>
                  <a:pt x="1438275" y="1895475"/>
                </a:lnTo>
                <a:close/>
                <a:moveTo>
                  <a:pt x="447675" y="1895475"/>
                </a:moveTo>
                <a:lnTo>
                  <a:pt x="457200" y="1895475"/>
                </a:lnTo>
                <a:lnTo>
                  <a:pt x="457200" y="1914525"/>
                </a:lnTo>
                <a:lnTo>
                  <a:pt x="447675" y="1914525"/>
                </a:lnTo>
                <a:close/>
                <a:moveTo>
                  <a:pt x="466725" y="1895475"/>
                </a:moveTo>
                <a:lnTo>
                  <a:pt x="495300" y="1895475"/>
                </a:lnTo>
                <a:lnTo>
                  <a:pt x="495300" y="1905000"/>
                </a:lnTo>
                <a:lnTo>
                  <a:pt x="485775" y="1905000"/>
                </a:lnTo>
                <a:lnTo>
                  <a:pt x="485775" y="1914525"/>
                </a:lnTo>
                <a:lnTo>
                  <a:pt x="476250" y="1914525"/>
                </a:lnTo>
                <a:lnTo>
                  <a:pt x="476250" y="1905000"/>
                </a:lnTo>
                <a:lnTo>
                  <a:pt x="466725" y="1905000"/>
                </a:lnTo>
                <a:close/>
                <a:moveTo>
                  <a:pt x="1381125" y="1895475"/>
                </a:moveTo>
                <a:lnTo>
                  <a:pt x="1400175" y="1895475"/>
                </a:lnTo>
                <a:lnTo>
                  <a:pt x="1400175" y="1905000"/>
                </a:lnTo>
                <a:lnTo>
                  <a:pt x="1381125" y="1905000"/>
                </a:lnTo>
                <a:close/>
                <a:moveTo>
                  <a:pt x="1371600" y="1905000"/>
                </a:moveTo>
                <a:lnTo>
                  <a:pt x="1381125" y="1905000"/>
                </a:lnTo>
                <a:lnTo>
                  <a:pt x="1381125" y="1914525"/>
                </a:lnTo>
                <a:lnTo>
                  <a:pt x="1371600" y="1914525"/>
                </a:lnTo>
                <a:close/>
                <a:moveTo>
                  <a:pt x="1352550" y="1952625"/>
                </a:moveTo>
                <a:lnTo>
                  <a:pt x="1371600" y="1952625"/>
                </a:lnTo>
                <a:lnTo>
                  <a:pt x="1371600" y="1981200"/>
                </a:lnTo>
                <a:lnTo>
                  <a:pt x="1343025" y="1981200"/>
                </a:lnTo>
                <a:lnTo>
                  <a:pt x="1343025" y="1962150"/>
                </a:lnTo>
                <a:lnTo>
                  <a:pt x="1352550" y="1962150"/>
                </a:lnTo>
                <a:close/>
                <a:moveTo>
                  <a:pt x="1295400" y="1971675"/>
                </a:moveTo>
                <a:lnTo>
                  <a:pt x="1304925" y="1971675"/>
                </a:lnTo>
                <a:lnTo>
                  <a:pt x="1304925" y="1981200"/>
                </a:lnTo>
                <a:lnTo>
                  <a:pt x="1295400" y="1981200"/>
                </a:lnTo>
                <a:close/>
                <a:moveTo>
                  <a:pt x="1162050" y="1990725"/>
                </a:moveTo>
                <a:lnTo>
                  <a:pt x="1181100" y="1990725"/>
                </a:lnTo>
                <a:lnTo>
                  <a:pt x="1181100" y="2000250"/>
                </a:lnTo>
                <a:lnTo>
                  <a:pt x="1162050" y="2000250"/>
                </a:lnTo>
                <a:close/>
                <a:moveTo>
                  <a:pt x="1238250" y="2000250"/>
                </a:moveTo>
                <a:lnTo>
                  <a:pt x="1257300" y="2000250"/>
                </a:lnTo>
                <a:lnTo>
                  <a:pt x="1257300" y="2019300"/>
                </a:lnTo>
                <a:lnTo>
                  <a:pt x="1247775" y="2019300"/>
                </a:lnTo>
                <a:lnTo>
                  <a:pt x="1247775" y="2009775"/>
                </a:lnTo>
                <a:lnTo>
                  <a:pt x="1238250" y="2009775"/>
                </a:lnTo>
                <a:close/>
                <a:moveTo>
                  <a:pt x="1419225" y="2000250"/>
                </a:moveTo>
                <a:lnTo>
                  <a:pt x="1438275" y="2000250"/>
                </a:lnTo>
                <a:lnTo>
                  <a:pt x="1438275" y="2019300"/>
                </a:lnTo>
                <a:lnTo>
                  <a:pt x="1419225" y="2019300"/>
                </a:lnTo>
                <a:close/>
              </a:path>
            </a:pathLst>
          </a:custGeom>
          <a:solidFill xmlns:a="http://schemas.openxmlformats.org/drawingml/2006/main">
            <a:srgbClr val="FFFEFF"/>
          </a:solidFill>
          <a:ln xmlns:a="http://schemas.openxmlformats.org/drawingml/2006/main" w="0">
            <a:noFill/>
          </a:ln>
        </p:spPr>
      </p:sp>
      <p:sp>
        <p:nvSpPr>
          <p:cNvPr id="43" name="juan vector #fffefd">
            <a:extLst xmlns:a="http://schemas.openxmlformats.org/drawingml/2006/main">
              <a:ext uri="{FF2B5EF4-FFF2-40B4-BE49-F238E27FC236}">
                <a16:creationId xmlns:a16="http://schemas.microsoft.com/office/drawing/2014/main" id="{F4B65672-052E-47C0-A390-85D47C10F44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48900" y="2552700"/>
            <a:ext cx="2085975" cy="2085975"/>
          </a:xfrm>
          <a:custGeom xmlns:a="http://schemas.openxmlformats.org/drawingml/2006/main">
            <a:pathLst>
              <a:path w="2085975" h="2085975">
                <a:moveTo>
                  <a:pt x="409575" y="0"/>
                </a:moveTo>
                <a:lnTo>
                  <a:pt x="476250" y="0"/>
                </a:lnTo>
                <a:lnTo>
                  <a:pt x="476250" y="57150"/>
                </a:lnTo>
                <a:lnTo>
                  <a:pt x="485775" y="57150"/>
                </a:lnTo>
                <a:lnTo>
                  <a:pt x="485775" y="76200"/>
                </a:lnTo>
                <a:lnTo>
                  <a:pt x="495300" y="76200"/>
                </a:lnTo>
                <a:lnTo>
                  <a:pt x="495300" y="85725"/>
                </a:lnTo>
                <a:lnTo>
                  <a:pt x="504825" y="85725"/>
                </a:lnTo>
                <a:lnTo>
                  <a:pt x="504825" y="95250"/>
                </a:lnTo>
                <a:lnTo>
                  <a:pt x="514350" y="95250"/>
                </a:lnTo>
                <a:lnTo>
                  <a:pt x="514350" y="104775"/>
                </a:lnTo>
                <a:lnTo>
                  <a:pt x="523875" y="104775"/>
                </a:lnTo>
                <a:lnTo>
                  <a:pt x="523875" y="95250"/>
                </a:lnTo>
                <a:lnTo>
                  <a:pt x="552450" y="95250"/>
                </a:lnTo>
                <a:lnTo>
                  <a:pt x="552450" y="85725"/>
                </a:lnTo>
                <a:lnTo>
                  <a:pt x="561975" y="85725"/>
                </a:lnTo>
                <a:lnTo>
                  <a:pt x="561975" y="76200"/>
                </a:lnTo>
                <a:lnTo>
                  <a:pt x="590550" y="76200"/>
                </a:lnTo>
                <a:lnTo>
                  <a:pt x="590550" y="66675"/>
                </a:lnTo>
                <a:lnTo>
                  <a:pt x="609600" y="66675"/>
                </a:lnTo>
                <a:lnTo>
                  <a:pt x="609600" y="57150"/>
                </a:lnTo>
                <a:lnTo>
                  <a:pt x="619125" y="57150"/>
                </a:lnTo>
                <a:lnTo>
                  <a:pt x="619125" y="47625"/>
                </a:lnTo>
                <a:lnTo>
                  <a:pt x="628650" y="47625"/>
                </a:lnTo>
                <a:lnTo>
                  <a:pt x="628650" y="57150"/>
                </a:lnTo>
                <a:lnTo>
                  <a:pt x="638175" y="57150"/>
                </a:lnTo>
                <a:lnTo>
                  <a:pt x="638175" y="47625"/>
                </a:lnTo>
                <a:lnTo>
                  <a:pt x="647700" y="47625"/>
                </a:lnTo>
                <a:lnTo>
                  <a:pt x="647700" y="38100"/>
                </a:lnTo>
                <a:lnTo>
                  <a:pt x="657225" y="38100"/>
                </a:lnTo>
                <a:lnTo>
                  <a:pt x="657225" y="28575"/>
                </a:lnTo>
                <a:lnTo>
                  <a:pt x="666750" y="28575"/>
                </a:lnTo>
                <a:lnTo>
                  <a:pt x="666750" y="38100"/>
                </a:lnTo>
                <a:lnTo>
                  <a:pt x="733425" y="38100"/>
                </a:lnTo>
                <a:lnTo>
                  <a:pt x="733425" y="28575"/>
                </a:lnTo>
                <a:lnTo>
                  <a:pt x="742950" y="28575"/>
                </a:lnTo>
                <a:lnTo>
                  <a:pt x="742950" y="19050"/>
                </a:lnTo>
                <a:lnTo>
                  <a:pt x="752475" y="19050"/>
                </a:lnTo>
                <a:lnTo>
                  <a:pt x="752475" y="9525"/>
                </a:lnTo>
                <a:lnTo>
                  <a:pt x="762000" y="9525"/>
                </a:lnTo>
                <a:lnTo>
                  <a:pt x="762000" y="19050"/>
                </a:lnTo>
                <a:lnTo>
                  <a:pt x="771525" y="19050"/>
                </a:lnTo>
                <a:lnTo>
                  <a:pt x="771525" y="9525"/>
                </a:lnTo>
                <a:lnTo>
                  <a:pt x="876300" y="9525"/>
                </a:lnTo>
                <a:lnTo>
                  <a:pt x="876300" y="0"/>
                </a:lnTo>
                <a:lnTo>
                  <a:pt x="885825" y="0"/>
                </a:lnTo>
                <a:lnTo>
                  <a:pt x="885825" y="9525"/>
                </a:lnTo>
                <a:lnTo>
                  <a:pt x="914400" y="9525"/>
                </a:lnTo>
                <a:lnTo>
                  <a:pt x="914400" y="0"/>
                </a:lnTo>
                <a:lnTo>
                  <a:pt x="1038225" y="0"/>
                </a:lnTo>
                <a:lnTo>
                  <a:pt x="1038225" y="9525"/>
                </a:lnTo>
                <a:lnTo>
                  <a:pt x="1047750" y="9525"/>
                </a:lnTo>
                <a:lnTo>
                  <a:pt x="1047750" y="0"/>
                </a:lnTo>
                <a:lnTo>
                  <a:pt x="1066800" y="0"/>
                </a:lnTo>
                <a:lnTo>
                  <a:pt x="1066800" y="9525"/>
                </a:lnTo>
                <a:lnTo>
                  <a:pt x="1076325" y="9525"/>
                </a:lnTo>
                <a:lnTo>
                  <a:pt x="1076325" y="19050"/>
                </a:lnTo>
                <a:lnTo>
                  <a:pt x="1162050" y="19050"/>
                </a:lnTo>
                <a:lnTo>
                  <a:pt x="1162050" y="28575"/>
                </a:lnTo>
                <a:lnTo>
                  <a:pt x="1181100" y="28575"/>
                </a:lnTo>
                <a:lnTo>
                  <a:pt x="1181100" y="38100"/>
                </a:lnTo>
                <a:lnTo>
                  <a:pt x="1190625" y="38100"/>
                </a:lnTo>
                <a:lnTo>
                  <a:pt x="1190625" y="28575"/>
                </a:lnTo>
                <a:lnTo>
                  <a:pt x="1200150" y="28575"/>
                </a:lnTo>
                <a:lnTo>
                  <a:pt x="1200150" y="19050"/>
                </a:lnTo>
                <a:lnTo>
                  <a:pt x="1238250" y="19050"/>
                </a:lnTo>
                <a:lnTo>
                  <a:pt x="1238250" y="28575"/>
                </a:lnTo>
                <a:lnTo>
                  <a:pt x="1247775" y="28575"/>
                </a:lnTo>
                <a:lnTo>
                  <a:pt x="1247775" y="38100"/>
                </a:lnTo>
                <a:lnTo>
                  <a:pt x="1238250" y="38100"/>
                </a:lnTo>
                <a:lnTo>
                  <a:pt x="1238250" y="47625"/>
                </a:lnTo>
                <a:lnTo>
                  <a:pt x="1257300" y="47625"/>
                </a:lnTo>
                <a:lnTo>
                  <a:pt x="1257300" y="57150"/>
                </a:lnTo>
                <a:lnTo>
                  <a:pt x="1276350" y="57150"/>
                </a:lnTo>
                <a:lnTo>
                  <a:pt x="1276350" y="66675"/>
                </a:lnTo>
                <a:lnTo>
                  <a:pt x="1295400" y="66675"/>
                </a:lnTo>
                <a:lnTo>
                  <a:pt x="1295400" y="76200"/>
                </a:lnTo>
                <a:lnTo>
                  <a:pt x="1333500" y="76200"/>
                </a:lnTo>
                <a:lnTo>
                  <a:pt x="1333500" y="57150"/>
                </a:lnTo>
                <a:lnTo>
                  <a:pt x="1362075" y="57150"/>
                </a:lnTo>
                <a:lnTo>
                  <a:pt x="1362075" y="66675"/>
                </a:lnTo>
                <a:lnTo>
                  <a:pt x="1343025" y="66675"/>
                </a:lnTo>
                <a:lnTo>
                  <a:pt x="1343025" y="95250"/>
                </a:lnTo>
                <a:lnTo>
                  <a:pt x="1362075" y="95250"/>
                </a:lnTo>
                <a:lnTo>
                  <a:pt x="1362075" y="85725"/>
                </a:lnTo>
                <a:lnTo>
                  <a:pt x="1371600" y="85725"/>
                </a:lnTo>
                <a:lnTo>
                  <a:pt x="1371600" y="57150"/>
                </a:lnTo>
                <a:lnTo>
                  <a:pt x="1381125" y="57150"/>
                </a:lnTo>
                <a:lnTo>
                  <a:pt x="1381125" y="28575"/>
                </a:lnTo>
                <a:lnTo>
                  <a:pt x="1390650" y="28575"/>
                </a:lnTo>
                <a:lnTo>
                  <a:pt x="1390650" y="19050"/>
                </a:lnTo>
                <a:lnTo>
                  <a:pt x="1381125" y="19050"/>
                </a:lnTo>
                <a:lnTo>
                  <a:pt x="1381125" y="0"/>
                </a:lnTo>
                <a:lnTo>
                  <a:pt x="1390650" y="0"/>
                </a:lnTo>
                <a:lnTo>
                  <a:pt x="1390650" y="9525"/>
                </a:lnTo>
                <a:lnTo>
                  <a:pt x="1419225" y="9525"/>
                </a:lnTo>
                <a:lnTo>
                  <a:pt x="1419225" y="0"/>
                </a:lnTo>
                <a:lnTo>
                  <a:pt x="1466850" y="0"/>
                </a:lnTo>
                <a:lnTo>
                  <a:pt x="1466850" y="9525"/>
                </a:lnTo>
                <a:lnTo>
                  <a:pt x="1457325" y="9525"/>
                </a:lnTo>
                <a:lnTo>
                  <a:pt x="1457325" y="19050"/>
                </a:lnTo>
                <a:lnTo>
                  <a:pt x="1447800" y="19050"/>
                </a:lnTo>
                <a:lnTo>
                  <a:pt x="1447800" y="28575"/>
                </a:lnTo>
                <a:lnTo>
                  <a:pt x="1438275" y="28575"/>
                </a:lnTo>
                <a:lnTo>
                  <a:pt x="1438275" y="38100"/>
                </a:lnTo>
                <a:lnTo>
                  <a:pt x="1428750" y="38100"/>
                </a:lnTo>
                <a:lnTo>
                  <a:pt x="1428750" y="57150"/>
                </a:lnTo>
                <a:lnTo>
                  <a:pt x="1419225" y="57150"/>
                </a:lnTo>
                <a:lnTo>
                  <a:pt x="1419225" y="66675"/>
                </a:lnTo>
                <a:lnTo>
                  <a:pt x="1409700" y="66675"/>
                </a:lnTo>
                <a:lnTo>
                  <a:pt x="1409700" y="76200"/>
                </a:lnTo>
                <a:lnTo>
                  <a:pt x="1400175" y="76200"/>
                </a:lnTo>
                <a:lnTo>
                  <a:pt x="1400175" y="95250"/>
                </a:lnTo>
                <a:lnTo>
                  <a:pt x="1390650" y="95250"/>
                </a:lnTo>
                <a:lnTo>
                  <a:pt x="1390650" y="104775"/>
                </a:lnTo>
                <a:lnTo>
                  <a:pt x="1381125" y="104775"/>
                </a:lnTo>
                <a:lnTo>
                  <a:pt x="1381125" y="114300"/>
                </a:lnTo>
                <a:lnTo>
                  <a:pt x="1371600" y="114300"/>
                </a:lnTo>
                <a:lnTo>
                  <a:pt x="1371600" y="123825"/>
                </a:lnTo>
                <a:lnTo>
                  <a:pt x="1352550" y="123825"/>
                </a:lnTo>
                <a:lnTo>
                  <a:pt x="1352550" y="114300"/>
                </a:lnTo>
                <a:lnTo>
                  <a:pt x="1323975" y="114300"/>
                </a:lnTo>
                <a:lnTo>
                  <a:pt x="1323975" y="104775"/>
                </a:lnTo>
                <a:lnTo>
                  <a:pt x="1304925" y="104775"/>
                </a:lnTo>
                <a:lnTo>
                  <a:pt x="1304925" y="95250"/>
                </a:lnTo>
                <a:lnTo>
                  <a:pt x="1276350" y="95250"/>
                </a:lnTo>
                <a:lnTo>
                  <a:pt x="1276350" y="85725"/>
                </a:lnTo>
                <a:lnTo>
                  <a:pt x="1247775" y="85725"/>
                </a:lnTo>
                <a:lnTo>
                  <a:pt x="1247775" y="76200"/>
                </a:lnTo>
                <a:lnTo>
                  <a:pt x="1219200" y="76200"/>
                </a:lnTo>
                <a:lnTo>
                  <a:pt x="1219200" y="66675"/>
                </a:lnTo>
                <a:lnTo>
                  <a:pt x="1190625" y="66675"/>
                </a:lnTo>
                <a:lnTo>
                  <a:pt x="1190625" y="57150"/>
                </a:lnTo>
                <a:lnTo>
                  <a:pt x="1143000" y="57150"/>
                </a:lnTo>
                <a:lnTo>
                  <a:pt x="1143000" y="47625"/>
                </a:lnTo>
                <a:lnTo>
                  <a:pt x="1095375" y="47625"/>
                </a:lnTo>
                <a:lnTo>
                  <a:pt x="1095375" y="38100"/>
                </a:lnTo>
                <a:lnTo>
                  <a:pt x="1009650" y="38100"/>
                </a:lnTo>
                <a:lnTo>
                  <a:pt x="1009650" y="28575"/>
                </a:lnTo>
                <a:lnTo>
                  <a:pt x="895350" y="28575"/>
                </a:lnTo>
                <a:lnTo>
                  <a:pt x="895350" y="38100"/>
                </a:lnTo>
                <a:lnTo>
                  <a:pt x="800100" y="38100"/>
                </a:lnTo>
                <a:lnTo>
                  <a:pt x="800100" y="47625"/>
                </a:lnTo>
                <a:lnTo>
                  <a:pt x="742950" y="47625"/>
                </a:lnTo>
                <a:lnTo>
                  <a:pt x="742950" y="57150"/>
                </a:lnTo>
                <a:lnTo>
                  <a:pt x="695325" y="57150"/>
                </a:lnTo>
                <a:lnTo>
                  <a:pt x="695325" y="66675"/>
                </a:lnTo>
                <a:lnTo>
                  <a:pt x="666750" y="66675"/>
                </a:lnTo>
                <a:lnTo>
                  <a:pt x="666750" y="76200"/>
                </a:lnTo>
                <a:lnTo>
                  <a:pt x="628650" y="76200"/>
                </a:lnTo>
                <a:lnTo>
                  <a:pt x="628650" y="85725"/>
                </a:lnTo>
                <a:lnTo>
                  <a:pt x="609600" y="85725"/>
                </a:lnTo>
                <a:lnTo>
                  <a:pt x="609600" y="95250"/>
                </a:lnTo>
                <a:lnTo>
                  <a:pt x="581025" y="95250"/>
                </a:lnTo>
                <a:lnTo>
                  <a:pt x="581025" y="104775"/>
                </a:lnTo>
                <a:lnTo>
                  <a:pt x="561975" y="104775"/>
                </a:lnTo>
                <a:lnTo>
                  <a:pt x="561975" y="114300"/>
                </a:lnTo>
                <a:lnTo>
                  <a:pt x="533400" y="114300"/>
                </a:lnTo>
                <a:lnTo>
                  <a:pt x="533400" y="123825"/>
                </a:lnTo>
                <a:lnTo>
                  <a:pt x="495300" y="123825"/>
                </a:lnTo>
                <a:lnTo>
                  <a:pt x="495300" y="104775"/>
                </a:lnTo>
                <a:lnTo>
                  <a:pt x="485775" y="104775"/>
                </a:lnTo>
                <a:lnTo>
                  <a:pt x="485775" y="95250"/>
                </a:lnTo>
                <a:lnTo>
                  <a:pt x="476250" y="95250"/>
                </a:lnTo>
                <a:lnTo>
                  <a:pt x="476250" y="76200"/>
                </a:lnTo>
                <a:lnTo>
                  <a:pt x="466725" y="76200"/>
                </a:lnTo>
                <a:lnTo>
                  <a:pt x="466725" y="66675"/>
                </a:lnTo>
                <a:lnTo>
                  <a:pt x="457200" y="66675"/>
                </a:lnTo>
                <a:lnTo>
                  <a:pt x="457200" y="57150"/>
                </a:lnTo>
                <a:lnTo>
                  <a:pt x="447675" y="57150"/>
                </a:lnTo>
                <a:lnTo>
                  <a:pt x="447675" y="47625"/>
                </a:lnTo>
                <a:lnTo>
                  <a:pt x="438150" y="47625"/>
                </a:lnTo>
                <a:lnTo>
                  <a:pt x="438150" y="28575"/>
                </a:lnTo>
                <a:lnTo>
                  <a:pt x="428625" y="28575"/>
                </a:lnTo>
                <a:lnTo>
                  <a:pt x="428625" y="19050"/>
                </a:lnTo>
                <a:lnTo>
                  <a:pt x="419100" y="19050"/>
                </a:lnTo>
                <a:lnTo>
                  <a:pt x="419100" y="9525"/>
                </a:lnTo>
                <a:lnTo>
                  <a:pt x="409575" y="9525"/>
                </a:lnTo>
                <a:close/>
                <a:moveTo>
                  <a:pt x="1257300" y="0"/>
                </a:moveTo>
                <a:lnTo>
                  <a:pt x="1285875" y="0"/>
                </a:lnTo>
                <a:lnTo>
                  <a:pt x="1285875" y="9525"/>
                </a:lnTo>
                <a:lnTo>
                  <a:pt x="1276350" y="9525"/>
                </a:lnTo>
                <a:lnTo>
                  <a:pt x="1276350" y="19050"/>
                </a:lnTo>
                <a:lnTo>
                  <a:pt x="1257300" y="19050"/>
                </a:lnTo>
                <a:close/>
                <a:moveTo>
                  <a:pt x="1333500" y="0"/>
                </a:moveTo>
                <a:lnTo>
                  <a:pt x="1352550" y="0"/>
                </a:lnTo>
                <a:lnTo>
                  <a:pt x="1352550" y="19050"/>
                </a:lnTo>
                <a:lnTo>
                  <a:pt x="1333500" y="19050"/>
                </a:lnTo>
                <a:close/>
                <a:moveTo>
                  <a:pt x="857250" y="28575"/>
                </a:moveTo>
                <a:lnTo>
                  <a:pt x="866775" y="28575"/>
                </a:lnTo>
                <a:lnTo>
                  <a:pt x="866775" y="19050"/>
                </a:lnTo>
                <a:lnTo>
                  <a:pt x="857250" y="19050"/>
                </a:lnTo>
                <a:close/>
                <a:moveTo>
                  <a:pt x="1304925" y="38100"/>
                </a:moveTo>
                <a:lnTo>
                  <a:pt x="1323975" y="38100"/>
                </a:lnTo>
                <a:lnTo>
                  <a:pt x="1323975" y="47625"/>
                </a:lnTo>
                <a:lnTo>
                  <a:pt x="1314450" y="47625"/>
                </a:lnTo>
                <a:lnTo>
                  <a:pt x="1314450" y="57150"/>
                </a:lnTo>
                <a:lnTo>
                  <a:pt x="1295400" y="57150"/>
                </a:lnTo>
                <a:lnTo>
                  <a:pt x="1295400" y="47625"/>
                </a:lnTo>
                <a:lnTo>
                  <a:pt x="1304925" y="47625"/>
                </a:lnTo>
                <a:close/>
                <a:moveTo>
                  <a:pt x="581025" y="47625"/>
                </a:moveTo>
                <a:lnTo>
                  <a:pt x="590550" y="47625"/>
                </a:lnTo>
                <a:lnTo>
                  <a:pt x="590550" y="57150"/>
                </a:lnTo>
                <a:lnTo>
                  <a:pt x="581025" y="57150"/>
                </a:lnTo>
                <a:close/>
                <a:moveTo>
                  <a:pt x="2066925" y="809625"/>
                </a:moveTo>
                <a:lnTo>
                  <a:pt x="2085975" y="809625"/>
                </a:lnTo>
                <a:lnTo>
                  <a:pt x="2085975" y="838200"/>
                </a:lnTo>
                <a:lnTo>
                  <a:pt x="2066925" y="838200"/>
                </a:lnTo>
                <a:lnTo>
                  <a:pt x="2066925" y="847725"/>
                </a:lnTo>
                <a:lnTo>
                  <a:pt x="2057400" y="847725"/>
                </a:lnTo>
                <a:lnTo>
                  <a:pt x="2057400" y="838200"/>
                </a:lnTo>
                <a:lnTo>
                  <a:pt x="2009775" y="838200"/>
                </a:lnTo>
                <a:lnTo>
                  <a:pt x="2009775" y="847725"/>
                </a:lnTo>
                <a:lnTo>
                  <a:pt x="2000250" y="847725"/>
                </a:lnTo>
                <a:lnTo>
                  <a:pt x="2000250" y="838200"/>
                </a:lnTo>
                <a:lnTo>
                  <a:pt x="1990725" y="838200"/>
                </a:lnTo>
                <a:lnTo>
                  <a:pt x="1990725" y="847725"/>
                </a:lnTo>
                <a:lnTo>
                  <a:pt x="1981200" y="847725"/>
                </a:lnTo>
                <a:lnTo>
                  <a:pt x="1981200" y="838200"/>
                </a:lnTo>
                <a:lnTo>
                  <a:pt x="1971675" y="838200"/>
                </a:lnTo>
                <a:lnTo>
                  <a:pt x="1971675" y="847725"/>
                </a:lnTo>
                <a:lnTo>
                  <a:pt x="1962150" y="847725"/>
                </a:lnTo>
                <a:lnTo>
                  <a:pt x="1962150" y="838200"/>
                </a:lnTo>
                <a:lnTo>
                  <a:pt x="1933575" y="838200"/>
                </a:lnTo>
                <a:lnTo>
                  <a:pt x="1933575" y="847725"/>
                </a:lnTo>
                <a:lnTo>
                  <a:pt x="1943100" y="847725"/>
                </a:lnTo>
                <a:lnTo>
                  <a:pt x="1943100" y="857250"/>
                </a:lnTo>
                <a:lnTo>
                  <a:pt x="1924050" y="857250"/>
                </a:lnTo>
                <a:lnTo>
                  <a:pt x="1924050" y="866775"/>
                </a:lnTo>
                <a:lnTo>
                  <a:pt x="1933575" y="866775"/>
                </a:lnTo>
                <a:lnTo>
                  <a:pt x="1933575" y="895350"/>
                </a:lnTo>
                <a:lnTo>
                  <a:pt x="1943100" y="895350"/>
                </a:lnTo>
                <a:lnTo>
                  <a:pt x="1943100" y="923925"/>
                </a:lnTo>
                <a:lnTo>
                  <a:pt x="1952625" y="923925"/>
                </a:lnTo>
                <a:lnTo>
                  <a:pt x="1952625" y="933450"/>
                </a:lnTo>
                <a:lnTo>
                  <a:pt x="1943100" y="933450"/>
                </a:lnTo>
                <a:lnTo>
                  <a:pt x="1943100" y="971550"/>
                </a:lnTo>
                <a:lnTo>
                  <a:pt x="1952625" y="971550"/>
                </a:lnTo>
                <a:lnTo>
                  <a:pt x="1952625" y="981075"/>
                </a:lnTo>
                <a:lnTo>
                  <a:pt x="1943100" y="981075"/>
                </a:lnTo>
                <a:lnTo>
                  <a:pt x="1943100" y="1019175"/>
                </a:lnTo>
                <a:lnTo>
                  <a:pt x="1952625" y="1019175"/>
                </a:lnTo>
                <a:lnTo>
                  <a:pt x="1952625" y="1066800"/>
                </a:lnTo>
                <a:lnTo>
                  <a:pt x="1943100" y="1066800"/>
                </a:lnTo>
                <a:lnTo>
                  <a:pt x="1943100" y="1143000"/>
                </a:lnTo>
                <a:lnTo>
                  <a:pt x="1933575" y="1143000"/>
                </a:lnTo>
                <a:lnTo>
                  <a:pt x="1933575" y="1162050"/>
                </a:lnTo>
                <a:lnTo>
                  <a:pt x="1943100" y="1162050"/>
                </a:lnTo>
                <a:lnTo>
                  <a:pt x="1943100" y="1181100"/>
                </a:lnTo>
                <a:lnTo>
                  <a:pt x="1933575" y="1181100"/>
                </a:lnTo>
                <a:lnTo>
                  <a:pt x="1933575" y="1200150"/>
                </a:lnTo>
                <a:lnTo>
                  <a:pt x="1924050" y="1200150"/>
                </a:lnTo>
                <a:lnTo>
                  <a:pt x="1924050" y="1276350"/>
                </a:lnTo>
                <a:lnTo>
                  <a:pt x="1914525" y="1276350"/>
                </a:lnTo>
                <a:lnTo>
                  <a:pt x="1914525" y="1285875"/>
                </a:lnTo>
                <a:lnTo>
                  <a:pt x="1905000" y="1285875"/>
                </a:lnTo>
                <a:lnTo>
                  <a:pt x="1905000" y="1333500"/>
                </a:lnTo>
                <a:lnTo>
                  <a:pt x="1895475" y="1333500"/>
                </a:lnTo>
                <a:lnTo>
                  <a:pt x="1895475" y="1352550"/>
                </a:lnTo>
                <a:lnTo>
                  <a:pt x="1885950" y="1352550"/>
                </a:lnTo>
                <a:lnTo>
                  <a:pt x="1885950" y="1381125"/>
                </a:lnTo>
                <a:lnTo>
                  <a:pt x="1876425" y="1381125"/>
                </a:lnTo>
                <a:lnTo>
                  <a:pt x="1876425" y="1390650"/>
                </a:lnTo>
                <a:lnTo>
                  <a:pt x="1866900" y="1390650"/>
                </a:lnTo>
                <a:lnTo>
                  <a:pt x="1866900" y="1438275"/>
                </a:lnTo>
                <a:lnTo>
                  <a:pt x="1857375" y="1438275"/>
                </a:lnTo>
                <a:lnTo>
                  <a:pt x="1857375" y="1457325"/>
                </a:lnTo>
                <a:lnTo>
                  <a:pt x="1838325" y="1457325"/>
                </a:lnTo>
                <a:lnTo>
                  <a:pt x="1838325" y="1476375"/>
                </a:lnTo>
                <a:lnTo>
                  <a:pt x="1828800" y="1476375"/>
                </a:lnTo>
                <a:lnTo>
                  <a:pt x="1828800" y="1485900"/>
                </a:lnTo>
                <a:lnTo>
                  <a:pt x="1819275" y="1485900"/>
                </a:lnTo>
                <a:lnTo>
                  <a:pt x="1819275" y="1495425"/>
                </a:lnTo>
                <a:lnTo>
                  <a:pt x="1828800" y="1495425"/>
                </a:lnTo>
                <a:lnTo>
                  <a:pt x="1828800" y="1504950"/>
                </a:lnTo>
                <a:lnTo>
                  <a:pt x="1809750" y="1504950"/>
                </a:lnTo>
                <a:lnTo>
                  <a:pt x="1809750" y="1524000"/>
                </a:lnTo>
                <a:lnTo>
                  <a:pt x="1800225" y="1524000"/>
                </a:lnTo>
                <a:lnTo>
                  <a:pt x="1800225" y="1543050"/>
                </a:lnTo>
                <a:lnTo>
                  <a:pt x="1781175" y="1543050"/>
                </a:lnTo>
                <a:lnTo>
                  <a:pt x="1781175" y="1562100"/>
                </a:lnTo>
                <a:lnTo>
                  <a:pt x="1771650" y="1562100"/>
                </a:lnTo>
                <a:lnTo>
                  <a:pt x="1771650" y="1581150"/>
                </a:lnTo>
                <a:lnTo>
                  <a:pt x="1762125" y="1581150"/>
                </a:lnTo>
                <a:lnTo>
                  <a:pt x="1762125" y="1590675"/>
                </a:lnTo>
                <a:lnTo>
                  <a:pt x="1752600" y="1590675"/>
                </a:lnTo>
                <a:lnTo>
                  <a:pt x="1752600" y="1600200"/>
                </a:lnTo>
                <a:lnTo>
                  <a:pt x="1743075" y="1600200"/>
                </a:lnTo>
                <a:lnTo>
                  <a:pt x="1743075" y="1619250"/>
                </a:lnTo>
                <a:lnTo>
                  <a:pt x="1733550" y="1619250"/>
                </a:lnTo>
                <a:lnTo>
                  <a:pt x="1733550" y="1628775"/>
                </a:lnTo>
                <a:lnTo>
                  <a:pt x="1724025" y="1628775"/>
                </a:lnTo>
                <a:lnTo>
                  <a:pt x="1724025" y="1647825"/>
                </a:lnTo>
                <a:lnTo>
                  <a:pt x="1714500" y="1647825"/>
                </a:lnTo>
                <a:lnTo>
                  <a:pt x="1714500" y="1657350"/>
                </a:lnTo>
                <a:lnTo>
                  <a:pt x="1704975" y="1657350"/>
                </a:lnTo>
                <a:lnTo>
                  <a:pt x="1704975" y="1666875"/>
                </a:lnTo>
                <a:lnTo>
                  <a:pt x="1695450" y="1666875"/>
                </a:lnTo>
                <a:lnTo>
                  <a:pt x="1695450" y="1676400"/>
                </a:lnTo>
                <a:lnTo>
                  <a:pt x="1685925" y="1676400"/>
                </a:lnTo>
                <a:lnTo>
                  <a:pt x="1685925" y="1695450"/>
                </a:lnTo>
                <a:lnTo>
                  <a:pt x="1676400" y="1695450"/>
                </a:lnTo>
                <a:lnTo>
                  <a:pt x="1676400" y="1704975"/>
                </a:lnTo>
                <a:lnTo>
                  <a:pt x="1666875" y="1704975"/>
                </a:lnTo>
                <a:lnTo>
                  <a:pt x="1666875" y="1714500"/>
                </a:lnTo>
                <a:lnTo>
                  <a:pt x="1647825" y="1714500"/>
                </a:lnTo>
                <a:lnTo>
                  <a:pt x="1647825" y="1695450"/>
                </a:lnTo>
                <a:lnTo>
                  <a:pt x="1657350" y="1695450"/>
                </a:lnTo>
                <a:lnTo>
                  <a:pt x="1657350" y="1685925"/>
                </a:lnTo>
                <a:lnTo>
                  <a:pt x="1666875" y="1685925"/>
                </a:lnTo>
                <a:lnTo>
                  <a:pt x="1666875" y="1666875"/>
                </a:lnTo>
                <a:lnTo>
                  <a:pt x="1676400" y="1666875"/>
                </a:lnTo>
                <a:lnTo>
                  <a:pt x="1676400" y="1657350"/>
                </a:lnTo>
                <a:lnTo>
                  <a:pt x="1685925" y="1657350"/>
                </a:lnTo>
                <a:lnTo>
                  <a:pt x="1685925" y="1638300"/>
                </a:lnTo>
                <a:lnTo>
                  <a:pt x="1695450" y="1638300"/>
                </a:lnTo>
                <a:lnTo>
                  <a:pt x="1695450" y="1628775"/>
                </a:lnTo>
                <a:lnTo>
                  <a:pt x="1704975" y="1628775"/>
                </a:lnTo>
                <a:lnTo>
                  <a:pt x="1704975" y="1619250"/>
                </a:lnTo>
                <a:lnTo>
                  <a:pt x="1714500" y="1619250"/>
                </a:lnTo>
                <a:lnTo>
                  <a:pt x="1714500" y="1609725"/>
                </a:lnTo>
                <a:lnTo>
                  <a:pt x="1724025" y="1609725"/>
                </a:lnTo>
                <a:lnTo>
                  <a:pt x="1724025" y="1600200"/>
                </a:lnTo>
                <a:lnTo>
                  <a:pt x="1733550" y="1600200"/>
                </a:lnTo>
                <a:lnTo>
                  <a:pt x="1733550" y="1581150"/>
                </a:lnTo>
                <a:lnTo>
                  <a:pt x="1743075" y="1581150"/>
                </a:lnTo>
                <a:lnTo>
                  <a:pt x="1743075" y="1571625"/>
                </a:lnTo>
                <a:lnTo>
                  <a:pt x="1752600" y="1571625"/>
                </a:lnTo>
                <a:lnTo>
                  <a:pt x="1752600" y="1552575"/>
                </a:lnTo>
                <a:lnTo>
                  <a:pt x="1762125" y="1552575"/>
                </a:lnTo>
                <a:lnTo>
                  <a:pt x="1762125" y="1543050"/>
                </a:lnTo>
                <a:lnTo>
                  <a:pt x="1771650" y="1543050"/>
                </a:lnTo>
                <a:lnTo>
                  <a:pt x="1771650" y="1524000"/>
                </a:lnTo>
                <a:lnTo>
                  <a:pt x="1781175" y="1524000"/>
                </a:lnTo>
                <a:lnTo>
                  <a:pt x="1781175" y="1514475"/>
                </a:lnTo>
                <a:lnTo>
                  <a:pt x="1790700" y="1514475"/>
                </a:lnTo>
                <a:lnTo>
                  <a:pt x="1790700" y="1495425"/>
                </a:lnTo>
                <a:lnTo>
                  <a:pt x="1800225" y="1495425"/>
                </a:lnTo>
                <a:lnTo>
                  <a:pt x="1800225" y="1476375"/>
                </a:lnTo>
                <a:lnTo>
                  <a:pt x="1809750" y="1476375"/>
                </a:lnTo>
                <a:lnTo>
                  <a:pt x="1809750" y="1457325"/>
                </a:lnTo>
                <a:lnTo>
                  <a:pt x="1819275" y="1457325"/>
                </a:lnTo>
                <a:lnTo>
                  <a:pt x="1819275" y="1447800"/>
                </a:lnTo>
                <a:lnTo>
                  <a:pt x="1828800" y="1447800"/>
                </a:lnTo>
                <a:lnTo>
                  <a:pt x="1828800" y="1419225"/>
                </a:lnTo>
                <a:lnTo>
                  <a:pt x="1838325" y="1419225"/>
                </a:lnTo>
                <a:lnTo>
                  <a:pt x="1838325" y="1400175"/>
                </a:lnTo>
                <a:lnTo>
                  <a:pt x="1847850" y="1400175"/>
                </a:lnTo>
                <a:lnTo>
                  <a:pt x="1847850" y="1381125"/>
                </a:lnTo>
                <a:lnTo>
                  <a:pt x="1857375" y="1381125"/>
                </a:lnTo>
                <a:lnTo>
                  <a:pt x="1857375" y="1362075"/>
                </a:lnTo>
                <a:lnTo>
                  <a:pt x="1866900" y="1362075"/>
                </a:lnTo>
                <a:lnTo>
                  <a:pt x="1866900" y="1333500"/>
                </a:lnTo>
                <a:lnTo>
                  <a:pt x="1876425" y="1333500"/>
                </a:lnTo>
                <a:lnTo>
                  <a:pt x="1876425" y="1304925"/>
                </a:lnTo>
                <a:lnTo>
                  <a:pt x="1885950" y="1304925"/>
                </a:lnTo>
                <a:lnTo>
                  <a:pt x="1885950" y="1266825"/>
                </a:lnTo>
                <a:lnTo>
                  <a:pt x="1895475" y="1266825"/>
                </a:lnTo>
                <a:lnTo>
                  <a:pt x="1895475" y="1238250"/>
                </a:lnTo>
                <a:lnTo>
                  <a:pt x="1905000" y="1238250"/>
                </a:lnTo>
                <a:lnTo>
                  <a:pt x="1905000" y="1190625"/>
                </a:lnTo>
                <a:lnTo>
                  <a:pt x="1914525" y="1190625"/>
                </a:lnTo>
                <a:lnTo>
                  <a:pt x="1914525" y="1114425"/>
                </a:lnTo>
                <a:lnTo>
                  <a:pt x="1924050" y="1114425"/>
                </a:lnTo>
                <a:lnTo>
                  <a:pt x="1924050" y="933450"/>
                </a:lnTo>
                <a:lnTo>
                  <a:pt x="1914525" y="933450"/>
                </a:lnTo>
                <a:lnTo>
                  <a:pt x="1914525" y="866775"/>
                </a:lnTo>
                <a:lnTo>
                  <a:pt x="1905000" y="866775"/>
                </a:lnTo>
                <a:lnTo>
                  <a:pt x="1905000" y="828675"/>
                </a:lnTo>
                <a:lnTo>
                  <a:pt x="1914525" y="828675"/>
                </a:lnTo>
                <a:lnTo>
                  <a:pt x="1914525" y="819150"/>
                </a:lnTo>
                <a:lnTo>
                  <a:pt x="2066925" y="819150"/>
                </a:lnTo>
                <a:close/>
                <a:moveTo>
                  <a:pt x="2009775" y="933450"/>
                </a:moveTo>
                <a:lnTo>
                  <a:pt x="2028825" y="933450"/>
                </a:lnTo>
                <a:lnTo>
                  <a:pt x="2028825" y="942975"/>
                </a:lnTo>
                <a:lnTo>
                  <a:pt x="2009775" y="942975"/>
                </a:lnTo>
                <a:close/>
                <a:moveTo>
                  <a:pt x="1990725" y="942975"/>
                </a:moveTo>
                <a:lnTo>
                  <a:pt x="2009775" y="942975"/>
                </a:lnTo>
                <a:lnTo>
                  <a:pt x="2009775" y="952500"/>
                </a:lnTo>
                <a:lnTo>
                  <a:pt x="1990725" y="952500"/>
                </a:lnTo>
                <a:close/>
                <a:moveTo>
                  <a:pt x="0" y="1323975"/>
                </a:moveTo>
                <a:lnTo>
                  <a:pt x="9525" y="1323975"/>
                </a:lnTo>
                <a:lnTo>
                  <a:pt x="9525" y="1343025"/>
                </a:lnTo>
                <a:lnTo>
                  <a:pt x="19050" y="1343025"/>
                </a:lnTo>
                <a:lnTo>
                  <a:pt x="19050" y="1371600"/>
                </a:lnTo>
                <a:lnTo>
                  <a:pt x="28575" y="1371600"/>
                </a:lnTo>
                <a:lnTo>
                  <a:pt x="28575" y="1390650"/>
                </a:lnTo>
                <a:lnTo>
                  <a:pt x="38100" y="1390650"/>
                </a:lnTo>
                <a:lnTo>
                  <a:pt x="38100" y="1409700"/>
                </a:lnTo>
                <a:lnTo>
                  <a:pt x="47625" y="1409700"/>
                </a:lnTo>
                <a:lnTo>
                  <a:pt x="47625" y="1428750"/>
                </a:lnTo>
                <a:lnTo>
                  <a:pt x="57150" y="1428750"/>
                </a:lnTo>
                <a:lnTo>
                  <a:pt x="57150" y="1447800"/>
                </a:lnTo>
                <a:lnTo>
                  <a:pt x="66675" y="1447800"/>
                </a:lnTo>
                <a:lnTo>
                  <a:pt x="66675" y="1466850"/>
                </a:lnTo>
                <a:lnTo>
                  <a:pt x="76200" y="1466850"/>
                </a:lnTo>
                <a:lnTo>
                  <a:pt x="76200" y="1485900"/>
                </a:lnTo>
                <a:lnTo>
                  <a:pt x="85725" y="1485900"/>
                </a:lnTo>
                <a:lnTo>
                  <a:pt x="85725" y="1504950"/>
                </a:lnTo>
                <a:lnTo>
                  <a:pt x="95250" y="1504950"/>
                </a:lnTo>
                <a:lnTo>
                  <a:pt x="95250" y="1514475"/>
                </a:lnTo>
                <a:lnTo>
                  <a:pt x="104775" y="1514475"/>
                </a:lnTo>
                <a:lnTo>
                  <a:pt x="104775" y="1533525"/>
                </a:lnTo>
                <a:lnTo>
                  <a:pt x="114300" y="1533525"/>
                </a:lnTo>
                <a:lnTo>
                  <a:pt x="114300" y="1552575"/>
                </a:lnTo>
                <a:lnTo>
                  <a:pt x="123825" y="1552575"/>
                </a:lnTo>
                <a:lnTo>
                  <a:pt x="123825" y="1562100"/>
                </a:lnTo>
                <a:lnTo>
                  <a:pt x="133350" y="1562100"/>
                </a:lnTo>
                <a:lnTo>
                  <a:pt x="133350" y="1571625"/>
                </a:lnTo>
                <a:lnTo>
                  <a:pt x="142875" y="1571625"/>
                </a:lnTo>
                <a:lnTo>
                  <a:pt x="142875" y="1590675"/>
                </a:lnTo>
                <a:lnTo>
                  <a:pt x="152400" y="1590675"/>
                </a:lnTo>
                <a:lnTo>
                  <a:pt x="152400" y="1600200"/>
                </a:lnTo>
                <a:lnTo>
                  <a:pt x="161925" y="1600200"/>
                </a:lnTo>
                <a:lnTo>
                  <a:pt x="161925" y="1609725"/>
                </a:lnTo>
                <a:lnTo>
                  <a:pt x="171450" y="1609725"/>
                </a:lnTo>
                <a:lnTo>
                  <a:pt x="171450" y="1628775"/>
                </a:lnTo>
                <a:lnTo>
                  <a:pt x="180975" y="1628775"/>
                </a:lnTo>
                <a:lnTo>
                  <a:pt x="180975" y="1638300"/>
                </a:lnTo>
                <a:lnTo>
                  <a:pt x="190500" y="1638300"/>
                </a:lnTo>
                <a:lnTo>
                  <a:pt x="190500" y="1647825"/>
                </a:lnTo>
                <a:lnTo>
                  <a:pt x="200025" y="1647825"/>
                </a:lnTo>
                <a:lnTo>
                  <a:pt x="200025" y="1657350"/>
                </a:lnTo>
                <a:lnTo>
                  <a:pt x="209550" y="1657350"/>
                </a:lnTo>
                <a:lnTo>
                  <a:pt x="209550" y="1666875"/>
                </a:lnTo>
                <a:lnTo>
                  <a:pt x="219075" y="1666875"/>
                </a:lnTo>
                <a:lnTo>
                  <a:pt x="219075" y="1685925"/>
                </a:lnTo>
                <a:lnTo>
                  <a:pt x="228600" y="1685925"/>
                </a:lnTo>
                <a:lnTo>
                  <a:pt x="228600" y="1695450"/>
                </a:lnTo>
                <a:lnTo>
                  <a:pt x="238125" y="1695450"/>
                </a:lnTo>
                <a:lnTo>
                  <a:pt x="238125" y="1704975"/>
                </a:lnTo>
                <a:lnTo>
                  <a:pt x="228600" y="1704975"/>
                </a:lnTo>
                <a:lnTo>
                  <a:pt x="228600" y="1714500"/>
                </a:lnTo>
                <a:lnTo>
                  <a:pt x="219075" y="1714500"/>
                </a:lnTo>
                <a:lnTo>
                  <a:pt x="219075" y="1724025"/>
                </a:lnTo>
                <a:lnTo>
                  <a:pt x="209550" y="1724025"/>
                </a:lnTo>
                <a:lnTo>
                  <a:pt x="209550" y="1733550"/>
                </a:lnTo>
                <a:lnTo>
                  <a:pt x="200025" y="1733550"/>
                </a:lnTo>
                <a:lnTo>
                  <a:pt x="200025" y="1714500"/>
                </a:lnTo>
                <a:lnTo>
                  <a:pt x="209550" y="1714500"/>
                </a:lnTo>
                <a:lnTo>
                  <a:pt x="209550" y="1695450"/>
                </a:lnTo>
                <a:lnTo>
                  <a:pt x="190500" y="1695450"/>
                </a:lnTo>
                <a:lnTo>
                  <a:pt x="190500" y="1685925"/>
                </a:lnTo>
                <a:lnTo>
                  <a:pt x="180975" y="1685925"/>
                </a:lnTo>
                <a:lnTo>
                  <a:pt x="180975" y="1676400"/>
                </a:lnTo>
                <a:lnTo>
                  <a:pt x="142875" y="1676400"/>
                </a:lnTo>
                <a:lnTo>
                  <a:pt x="142875" y="1666875"/>
                </a:lnTo>
                <a:lnTo>
                  <a:pt x="133350" y="1666875"/>
                </a:lnTo>
                <a:lnTo>
                  <a:pt x="133350" y="1647825"/>
                </a:lnTo>
                <a:lnTo>
                  <a:pt x="123825" y="1647825"/>
                </a:lnTo>
                <a:lnTo>
                  <a:pt x="123825" y="1628775"/>
                </a:lnTo>
                <a:lnTo>
                  <a:pt x="114300" y="1628775"/>
                </a:lnTo>
                <a:lnTo>
                  <a:pt x="114300" y="1609725"/>
                </a:lnTo>
                <a:lnTo>
                  <a:pt x="104775" y="1609725"/>
                </a:lnTo>
                <a:lnTo>
                  <a:pt x="104775" y="1600200"/>
                </a:lnTo>
                <a:lnTo>
                  <a:pt x="85725" y="1600200"/>
                </a:lnTo>
                <a:lnTo>
                  <a:pt x="85725" y="1581150"/>
                </a:lnTo>
                <a:lnTo>
                  <a:pt x="95250" y="1581150"/>
                </a:lnTo>
                <a:lnTo>
                  <a:pt x="95250" y="1562100"/>
                </a:lnTo>
                <a:lnTo>
                  <a:pt x="85725" y="1562100"/>
                </a:lnTo>
                <a:lnTo>
                  <a:pt x="85725" y="1552575"/>
                </a:lnTo>
                <a:lnTo>
                  <a:pt x="66675" y="1552575"/>
                </a:lnTo>
                <a:lnTo>
                  <a:pt x="66675" y="1543050"/>
                </a:lnTo>
                <a:lnTo>
                  <a:pt x="76200" y="1543050"/>
                </a:lnTo>
                <a:lnTo>
                  <a:pt x="76200" y="1533525"/>
                </a:lnTo>
                <a:lnTo>
                  <a:pt x="66675" y="1533525"/>
                </a:lnTo>
                <a:lnTo>
                  <a:pt x="66675" y="1504950"/>
                </a:lnTo>
                <a:lnTo>
                  <a:pt x="57150" y="1504950"/>
                </a:lnTo>
                <a:lnTo>
                  <a:pt x="57150" y="1514475"/>
                </a:lnTo>
                <a:lnTo>
                  <a:pt x="47625" y="1514475"/>
                </a:lnTo>
                <a:lnTo>
                  <a:pt x="47625" y="1495425"/>
                </a:lnTo>
                <a:lnTo>
                  <a:pt x="38100" y="1495425"/>
                </a:lnTo>
                <a:lnTo>
                  <a:pt x="38100" y="1438275"/>
                </a:lnTo>
                <a:lnTo>
                  <a:pt x="19050" y="1438275"/>
                </a:lnTo>
                <a:lnTo>
                  <a:pt x="19050" y="1419225"/>
                </a:lnTo>
                <a:lnTo>
                  <a:pt x="9525" y="1419225"/>
                </a:lnTo>
                <a:lnTo>
                  <a:pt x="9525" y="1428750"/>
                </a:lnTo>
                <a:lnTo>
                  <a:pt x="0" y="1428750"/>
                </a:lnTo>
                <a:close/>
                <a:moveTo>
                  <a:pt x="1876425" y="1409700"/>
                </a:moveTo>
                <a:lnTo>
                  <a:pt x="1885950" y="1409700"/>
                </a:lnTo>
                <a:lnTo>
                  <a:pt x="1885950" y="1419225"/>
                </a:lnTo>
                <a:lnTo>
                  <a:pt x="1876425" y="1419225"/>
                </a:lnTo>
                <a:close/>
                <a:moveTo>
                  <a:pt x="1857375" y="1495425"/>
                </a:moveTo>
                <a:lnTo>
                  <a:pt x="1895475" y="1495425"/>
                </a:lnTo>
                <a:lnTo>
                  <a:pt x="1895475" y="1504950"/>
                </a:lnTo>
                <a:lnTo>
                  <a:pt x="1857375" y="1504950"/>
                </a:lnTo>
                <a:close/>
                <a:moveTo>
                  <a:pt x="1857375" y="1514475"/>
                </a:moveTo>
                <a:lnTo>
                  <a:pt x="1866900" y="1514475"/>
                </a:lnTo>
                <a:lnTo>
                  <a:pt x="1866900" y="1533525"/>
                </a:lnTo>
                <a:lnTo>
                  <a:pt x="1857375" y="1533525"/>
                </a:lnTo>
                <a:lnTo>
                  <a:pt x="1857375" y="1552575"/>
                </a:lnTo>
                <a:lnTo>
                  <a:pt x="1828800" y="1552575"/>
                </a:lnTo>
                <a:lnTo>
                  <a:pt x="1828800" y="1533525"/>
                </a:lnTo>
                <a:lnTo>
                  <a:pt x="1838325" y="1533525"/>
                </a:lnTo>
                <a:lnTo>
                  <a:pt x="1838325" y="1524000"/>
                </a:lnTo>
                <a:lnTo>
                  <a:pt x="1857375" y="1524000"/>
                </a:lnTo>
                <a:close/>
                <a:moveTo>
                  <a:pt x="0" y="1543050"/>
                </a:moveTo>
                <a:lnTo>
                  <a:pt x="19050" y="1543050"/>
                </a:lnTo>
                <a:lnTo>
                  <a:pt x="19050" y="1552575"/>
                </a:lnTo>
                <a:lnTo>
                  <a:pt x="0" y="1552575"/>
                </a:lnTo>
                <a:close/>
                <a:moveTo>
                  <a:pt x="1781175" y="1562100"/>
                </a:moveTo>
                <a:lnTo>
                  <a:pt x="1790700" y="1562100"/>
                </a:lnTo>
                <a:lnTo>
                  <a:pt x="1790700" y="1571625"/>
                </a:lnTo>
                <a:lnTo>
                  <a:pt x="1781175" y="1571625"/>
                </a:lnTo>
                <a:close/>
                <a:moveTo>
                  <a:pt x="1771650" y="1666875"/>
                </a:moveTo>
                <a:lnTo>
                  <a:pt x="1790700" y="1666875"/>
                </a:lnTo>
                <a:lnTo>
                  <a:pt x="1790700" y="1685925"/>
                </a:lnTo>
                <a:lnTo>
                  <a:pt x="1771650" y="1685925"/>
                </a:lnTo>
                <a:close/>
                <a:moveTo>
                  <a:pt x="1743075" y="1695450"/>
                </a:moveTo>
                <a:lnTo>
                  <a:pt x="1762125" y="1695450"/>
                </a:lnTo>
                <a:lnTo>
                  <a:pt x="1762125" y="1714500"/>
                </a:lnTo>
                <a:lnTo>
                  <a:pt x="1743075" y="1714500"/>
                </a:lnTo>
                <a:close/>
                <a:moveTo>
                  <a:pt x="0" y="1733550"/>
                </a:moveTo>
                <a:lnTo>
                  <a:pt x="9525" y="1733550"/>
                </a:lnTo>
                <a:lnTo>
                  <a:pt x="9525" y="1743075"/>
                </a:lnTo>
                <a:lnTo>
                  <a:pt x="19050" y="1743075"/>
                </a:lnTo>
                <a:lnTo>
                  <a:pt x="19050" y="1762125"/>
                </a:lnTo>
                <a:lnTo>
                  <a:pt x="9525" y="1762125"/>
                </a:lnTo>
                <a:lnTo>
                  <a:pt x="9525" y="1771650"/>
                </a:lnTo>
                <a:lnTo>
                  <a:pt x="0" y="1771650"/>
                </a:lnTo>
                <a:close/>
                <a:moveTo>
                  <a:pt x="276225" y="1828800"/>
                </a:moveTo>
                <a:lnTo>
                  <a:pt x="295275" y="1828800"/>
                </a:lnTo>
                <a:lnTo>
                  <a:pt x="295275" y="1847850"/>
                </a:lnTo>
                <a:lnTo>
                  <a:pt x="276225" y="1847850"/>
                </a:lnTo>
                <a:close/>
                <a:moveTo>
                  <a:pt x="304800" y="1838325"/>
                </a:moveTo>
                <a:lnTo>
                  <a:pt x="323850" y="1838325"/>
                </a:lnTo>
                <a:lnTo>
                  <a:pt x="323850" y="1847850"/>
                </a:lnTo>
                <a:lnTo>
                  <a:pt x="333375" y="1847850"/>
                </a:lnTo>
                <a:lnTo>
                  <a:pt x="333375" y="1866900"/>
                </a:lnTo>
                <a:lnTo>
                  <a:pt x="314325" y="1866900"/>
                </a:lnTo>
                <a:lnTo>
                  <a:pt x="314325" y="1847850"/>
                </a:lnTo>
                <a:lnTo>
                  <a:pt x="304800" y="1847850"/>
                </a:lnTo>
                <a:close/>
                <a:moveTo>
                  <a:pt x="1466850" y="1924050"/>
                </a:moveTo>
                <a:lnTo>
                  <a:pt x="1476375" y="1924050"/>
                </a:lnTo>
                <a:lnTo>
                  <a:pt x="1476375" y="1933575"/>
                </a:lnTo>
                <a:lnTo>
                  <a:pt x="1485900" y="1933575"/>
                </a:lnTo>
                <a:lnTo>
                  <a:pt x="1485900" y="1952625"/>
                </a:lnTo>
                <a:lnTo>
                  <a:pt x="1476375" y="1952625"/>
                </a:lnTo>
                <a:lnTo>
                  <a:pt x="1476375" y="1962150"/>
                </a:lnTo>
                <a:lnTo>
                  <a:pt x="1466850" y="1962150"/>
                </a:lnTo>
                <a:close/>
                <a:moveTo>
                  <a:pt x="409575" y="1933575"/>
                </a:moveTo>
                <a:lnTo>
                  <a:pt x="428625" y="1933575"/>
                </a:lnTo>
                <a:lnTo>
                  <a:pt x="428625" y="1943100"/>
                </a:lnTo>
                <a:lnTo>
                  <a:pt x="438150" y="1943100"/>
                </a:lnTo>
                <a:lnTo>
                  <a:pt x="438150" y="1962150"/>
                </a:lnTo>
                <a:lnTo>
                  <a:pt x="409575" y="1962150"/>
                </a:lnTo>
                <a:close/>
                <a:moveTo>
                  <a:pt x="533400" y="1962150"/>
                </a:moveTo>
                <a:lnTo>
                  <a:pt x="542925" y="1962150"/>
                </a:lnTo>
                <a:lnTo>
                  <a:pt x="542925" y="1971675"/>
                </a:lnTo>
                <a:lnTo>
                  <a:pt x="552450" y="1971675"/>
                </a:lnTo>
                <a:lnTo>
                  <a:pt x="552450" y="1981200"/>
                </a:lnTo>
                <a:lnTo>
                  <a:pt x="542925" y="1981200"/>
                </a:lnTo>
                <a:lnTo>
                  <a:pt x="542925" y="1990725"/>
                </a:lnTo>
                <a:lnTo>
                  <a:pt x="533400" y="1990725"/>
                </a:lnTo>
                <a:lnTo>
                  <a:pt x="533400" y="2000250"/>
                </a:lnTo>
                <a:lnTo>
                  <a:pt x="523875" y="2000250"/>
                </a:lnTo>
                <a:lnTo>
                  <a:pt x="523875" y="1990725"/>
                </a:lnTo>
                <a:lnTo>
                  <a:pt x="514350" y="1990725"/>
                </a:lnTo>
                <a:lnTo>
                  <a:pt x="514350" y="1981200"/>
                </a:lnTo>
                <a:lnTo>
                  <a:pt x="523875" y="1981200"/>
                </a:lnTo>
                <a:lnTo>
                  <a:pt x="523875" y="1971675"/>
                </a:lnTo>
                <a:lnTo>
                  <a:pt x="533400" y="1971675"/>
                </a:lnTo>
                <a:close/>
                <a:moveTo>
                  <a:pt x="1457325" y="1962150"/>
                </a:moveTo>
                <a:lnTo>
                  <a:pt x="1466850" y="1962150"/>
                </a:lnTo>
                <a:lnTo>
                  <a:pt x="1466850" y="1971675"/>
                </a:lnTo>
                <a:lnTo>
                  <a:pt x="1476375" y="1971675"/>
                </a:lnTo>
                <a:lnTo>
                  <a:pt x="1476375" y="2000250"/>
                </a:lnTo>
                <a:lnTo>
                  <a:pt x="1457325" y="2000250"/>
                </a:lnTo>
                <a:lnTo>
                  <a:pt x="1457325" y="1990725"/>
                </a:lnTo>
                <a:lnTo>
                  <a:pt x="1447800" y="1990725"/>
                </a:lnTo>
                <a:lnTo>
                  <a:pt x="1447800" y="1971675"/>
                </a:lnTo>
                <a:lnTo>
                  <a:pt x="1457325" y="1971675"/>
                </a:lnTo>
                <a:close/>
                <a:moveTo>
                  <a:pt x="1371600" y="1990725"/>
                </a:moveTo>
                <a:lnTo>
                  <a:pt x="1390650" y="1990725"/>
                </a:lnTo>
                <a:lnTo>
                  <a:pt x="1390650" y="2000250"/>
                </a:lnTo>
                <a:lnTo>
                  <a:pt x="1371600" y="2000250"/>
                </a:lnTo>
                <a:close/>
                <a:moveTo>
                  <a:pt x="1362075" y="2000250"/>
                </a:moveTo>
                <a:lnTo>
                  <a:pt x="1371600" y="2000250"/>
                </a:lnTo>
                <a:lnTo>
                  <a:pt x="1371600" y="2009775"/>
                </a:lnTo>
                <a:lnTo>
                  <a:pt x="1362075" y="2009775"/>
                </a:lnTo>
                <a:close/>
                <a:moveTo>
                  <a:pt x="1390650" y="2000250"/>
                </a:moveTo>
                <a:lnTo>
                  <a:pt x="1400175" y="2000250"/>
                </a:lnTo>
                <a:lnTo>
                  <a:pt x="1400175" y="2009775"/>
                </a:lnTo>
                <a:lnTo>
                  <a:pt x="1390650" y="2009775"/>
                </a:lnTo>
                <a:close/>
                <a:moveTo>
                  <a:pt x="1190625" y="2038350"/>
                </a:moveTo>
                <a:lnTo>
                  <a:pt x="1228725" y="2038350"/>
                </a:lnTo>
                <a:lnTo>
                  <a:pt x="1228725" y="2057400"/>
                </a:lnTo>
                <a:lnTo>
                  <a:pt x="1190625" y="2057400"/>
                </a:lnTo>
                <a:close/>
                <a:moveTo>
                  <a:pt x="1266825" y="2047875"/>
                </a:moveTo>
                <a:lnTo>
                  <a:pt x="1276350" y="2047875"/>
                </a:lnTo>
                <a:lnTo>
                  <a:pt x="1276350" y="2057400"/>
                </a:lnTo>
                <a:lnTo>
                  <a:pt x="1266825" y="2057400"/>
                </a:lnTo>
                <a:close/>
                <a:moveTo>
                  <a:pt x="1276350" y="2057400"/>
                </a:moveTo>
                <a:lnTo>
                  <a:pt x="1285875" y="2057400"/>
                </a:lnTo>
                <a:lnTo>
                  <a:pt x="1285875" y="2066925"/>
                </a:lnTo>
                <a:lnTo>
                  <a:pt x="1295400" y="2066925"/>
                </a:lnTo>
                <a:lnTo>
                  <a:pt x="1295400" y="2076450"/>
                </a:lnTo>
                <a:lnTo>
                  <a:pt x="1276350" y="2076450"/>
                </a:lnTo>
                <a:close/>
                <a:moveTo>
                  <a:pt x="1314450" y="2066925"/>
                </a:moveTo>
                <a:lnTo>
                  <a:pt x="1323975" y="2066925"/>
                </a:lnTo>
                <a:lnTo>
                  <a:pt x="1323975" y="2076450"/>
                </a:lnTo>
                <a:lnTo>
                  <a:pt x="1314450" y="2076450"/>
                </a:lnTo>
                <a:close/>
                <a:moveTo>
                  <a:pt x="1266825" y="2076450"/>
                </a:moveTo>
                <a:lnTo>
                  <a:pt x="1276350" y="2076450"/>
                </a:lnTo>
                <a:lnTo>
                  <a:pt x="1276350" y="2085975"/>
                </a:lnTo>
                <a:lnTo>
                  <a:pt x="1266825" y="2085975"/>
                </a:lnTo>
                <a:close/>
                <a:moveTo>
                  <a:pt x="1295400" y="2076450"/>
                </a:moveTo>
                <a:lnTo>
                  <a:pt x="1314450" y="2076450"/>
                </a:lnTo>
                <a:lnTo>
                  <a:pt x="1314450" y="2085975"/>
                </a:lnTo>
                <a:lnTo>
                  <a:pt x="1295400" y="2085975"/>
                </a:lnTo>
                <a:close/>
              </a:path>
            </a:pathLst>
          </a:custGeom>
          <a:solidFill xmlns:a="http://schemas.openxmlformats.org/drawingml/2006/main">
            <a:srgbClr val="FFFEFD"/>
          </a:solidFill>
          <a:ln xmlns:a="http://schemas.openxmlformats.org/drawingml/2006/main" w="0">
            <a:noFill/>
          </a:ln>
        </p:spPr>
      </p:sp>
      <p:sp>
        <p:nvSpPr>
          <p:cNvPr id="44" name="juan vector #fdfefe">
            <a:extLst xmlns:a="http://schemas.openxmlformats.org/drawingml/2006/main">
              <a:ext uri="{FF2B5EF4-FFF2-40B4-BE49-F238E27FC236}">
                <a16:creationId xmlns:a16="http://schemas.microsoft.com/office/drawing/2014/main" id="{C27325A2-1CFE-4E42-BA39-4CAA3F94172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48900" y="2552700"/>
            <a:ext cx="2085975" cy="2085975"/>
          </a:xfrm>
          <a:custGeom xmlns:a="http://schemas.openxmlformats.org/drawingml/2006/main">
            <a:pathLst>
              <a:path w="2085975" h="2085975">
                <a:moveTo>
                  <a:pt x="476250" y="0"/>
                </a:moveTo>
                <a:lnTo>
                  <a:pt x="533400" y="0"/>
                </a:lnTo>
                <a:lnTo>
                  <a:pt x="533400" y="9525"/>
                </a:lnTo>
                <a:lnTo>
                  <a:pt x="561975" y="9525"/>
                </a:lnTo>
                <a:lnTo>
                  <a:pt x="561975" y="0"/>
                </a:lnTo>
                <a:lnTo>
                  <a:pt x="800100" y="0"/>
                </a:lnTo>
                <a:lnTo>
                  <a:pt x="800100" y="9525"/>
                </a:lnTo>
                <a:lnTo>
                  <a:pt x="771525" y="9525"/>
                </a:lnTo>
                <a:lnTo>
                  <a:pt x="771525" y="19050"/>
                </a:lnTo>
                <a:lnTo>
                  <a:pt x="762000" y="19050"/>
                </a:lnTo>
                <a:lnTo>
                  <a:pt x="762000" y="9525"/>
                </a:lnTo>
                <a:lnTo>
                  <a:pt x="752475" y="9525"/>
                </a:lnTo>
                <a:lnTo>
                  <a:pt x="752475" y="19050"/>
                </a:lnTo>
                <a:lnTo>
                  <a:pt x="742950" y="19050"/>
                </a:lnTo>
                <a:lnTo>
                  <a:pt x="742950" y="28575"/>
                </a:lnTo>
                <a:lnTo>
                  <a:pt x="733425" y="28575"/>
                </a:lnTo>
                <a:lnTo>
                  <a:pt x="733425" y="38100"/>
                </a:lnTo>
                <a:lnTo>
                  <a:pt x="666750" y="38100"/>
                </a:lnTo>
                <a:lnTo>
                  <a:pt x="666750" y="28575"/>
                </a:lnTo>
                <a:lnTo>
                  <a:pt x="657225" y="28575"/>
                </a:lnTo>
                <a:lnTo>
                  <a:pt x="657225" y="38100"/>
                </a:lnTo>
                <a:lnTo>
                  <a:pt x="647700" y="38100"/>
                </a:lnTo>
                <a:lnTo>
                  <a:pt x="647700" y="47625"/>
                </a:lnTo>
                <a:lnTo>
                  <a:pt x="638175" y="47625"/>
                </a:lnTo>
                <a:lnTo>
                  <a:pt x="638175" y="57150"/>
                </a:lnTo>
                <a:lnTo>
                  <a:pt x="628650" y="57150"/>
                </a:lnTo>
                <a:lnTo>
                  <a:pt x="628650" y="47625"/>
                </a:lnTo>
                <a:lnTo>
                  <a:pt x="581025" y="47625"/>
                </a:lnTo>
                <a:lnTo>
                  <a:pt x="581025" y="66675"/>
                </a:lnTo>
                <a:lnTo>
                  <a:pt x="590550" y="66675"/>
                </a:lnTo>
                <a:lnTo>
                  <a:pt x="590550" y="76200"/>
                </a:lnTo>
                <a:lnTo>
                  <a:pt x="552450" y="76200"/>
                </a:lnTo>
                <a:lnTo>
                  <a:pt x="552450" y="95250"/>
                </a:lnTo>
                <a:lnTo>
                  <a:pt x="523875" y="95250"/>
                </a:lnTo>
                <a:lnTo>
                  <a:pt x="523875" y="76200"/>
                </a:lnTo>
                <a:lnTo>
                  <a:pt x="514350" y="76200"/>
                </a:lnTo>
                <a:lnTo>
                  <a:pt x="514350" y="66675"/>
                </a:lnTo>
                <a:lnTo>
                  <a:pt x="504825" y="66675"/>
                </a:lnTo>
                <a:lnTo>
                  <a:pt x="504825" y="57150"/>
                </a:lnTo>
                <a:lnTo>
                  <a:pt x="495300" y="57150"/>
                </a:lnTo>
                <a:lnTo>
                  <a:pt x="495300" y="28575"/>
                </a:lnTo>
                <a:lnTo>
                  <a:pt x="476250" y="28575"/>
                </a:lnTo>
                <a:close/>
                <a:moveTo>
                  <a:pt x="819150" y="0"/>
                </a:moveTo>
                <a:lnTo>
                  <a:pt x="876300" y="0"/>
                </a:lnTo>
                <a:lnTo>
                  <a:pt x="876300" y="9525"/>
                </a:lnTo>
                <a:lnTo>
                  <a:pt x="819150" y="9525"/>
                </a:lnTo>
                <a:close/>
                <a:moveTo>
                  <a:pt x="885825" y="0"/>
                </a:moveTo>
                <a:lnTo>
                  <a:pt x="914400" y="0"/>
                </a:lnTo>
                <a:lnTo>
                  <a:pt x="914400" y="9525"/>
                </a:lnTo>
                <a:lnTo>
                  <a:pt x="885825" y="9525"/>
                </a:lnTo>
                <a:close/>
                <a:moveTo>
                  <a:pt x="1038225" y="0"/>
                </a:moveTo>
                <a:lnTo>
                  <a:pt x="1047750" y="0"/>
                </a:lnTo>
                <a:lnTo>
                  <a:pt x="1047750" y="9525"/>
                </a:lnTo>
                <a:lnTo>
                  <a:pt x="1038225" y="9525"/>
                </a:lnTo>
                <a:close/>
                <a:moveTo>
                  <a:pt x="1066800" y="0"/>
                </a:moveTo>
                <a:lnTo>
                  <a:pt x="1143000" y="0"/>
                </a:lnTo>
                <a:lnTo>
                  <a:pt x="1143000" y="9525"/>
                </a:lnTo>
                <a:lnTo>
                  <a:pt x="1152525" y="9525"/>
                </a:lnTo>
                <a:lnTo>
                  <a:pt x="1152525" y="0"/>
                </a:lnTo>
                <a:lnTo>
                  <a:pt x="1247775" y="0"/>
                </a:lnTo>
                <a:lnTo>
                  <a:pt x="1247775" y="9525"/>
                </a:lnTo>
                <a:lnTo>
                  <a:pt x="1257300" y="9525"/>
                </a:lnTo>
                <a:lnTo>
                  <a:pt x="1257300" y="19050"/>
                </a:lnTo>
                <a:lnTo>
                  <a:pt x="1276350" y="19050"/>
                </a:lnTo>
                <a:lnTo>
                  <a:pt x="1276350" y="9525"/>
                </a:lnTo>
                <a:lnTo>
                  <a:pt x="1285875" y="9525"/>
                </a:lnTo>
                <a:lnTo>
                  <a:pt x="1285875" y="0"/>
                </a:lnTo>
                <a:lnTo>
                  <a:pt x="1304925" y="0"/>
                </a:lnTo>
                <a:lnTo>
                  <a:pt x="1304925" y="19050"/>
                </a:lnTo>
                <a:lnTo>
                  <a:pt x="1314450" y="19050"/>
                </a:lnTo>
                <a:lnTo>
                  <a:pt x="1314450" y="9525"/>
                </a:lnTo>
                <a:lnTo>
                  <a:pt x="1323975" y="9525"/>
                </a:lnTo>
                <a:lnTo>
                  <a:pt x="1323975" y="19050"/>
                </a:lnTo>
                <a:lnTo>
                  <a:pt x="1352550" y="19050"/>
                </a:lnTo>
                <a:lnTo>
                  <a:pt x="1352550" y="0"/>
                </a:lnTo>
                <a:lnTo>
                  <a:pt x="1381125" y="0"/>
                </a:lnTo>
                <a:lnTo>
                  <a:pt x="1381125" y="19050"/>
                </a:lnTo>
                <a:lnTo>
                  <a:pt x="1390650" y="19050"/>
                </a:lnTo>
                <a:lnTo>
                  <a:pt x="1390650" y="28575"/>
                </a:lnTo>
                <a:lnTo>
                  <a:pt x="1381125" y="28575"/>
                </a:lnTo>
                <a:lnTo>
                  <a:pt x="1381125" y="57150"/>
                </a:lnTo>
                <a:lnTo>
                  <a:pt x="1371600" y="57150"/>
                </a:lnTo>
                <a:lnTo>
                  <a:pt x="1371600" y="85725"/>
                </a:lnTo>
                <a:lnTo>
                  <a:pt x="1362075" y="85725"/>
                </a:lnTo>
                <a:lnTo>
                  <a:pt x="1362075" y="95250"/>
                </a:lnTo>
                <a:lnTo>
                  <a:pt x="1343025" y="95250"/>
                </a:lnTo>
                <a:lnTo>
                  <a:pt x="1343025" y="66675"/>
                </a:lnTo>
                <a:lnTo>
                  <a:pt x="1362075" y="66675"/>
                </a:lnTo>
                <a:lnTo>
                  <a:pt x="1362075" y="57150"/>
                </a:lnTo>
                <a:lnTo>
                  <a:pt x="1314450" y="57150"/>
                </a:lnTo>
                <a:lnTo>
                  <a:pt x="1314450" y="47625"/>
                </a:lnTo>
                <a:lnTo>
                  <a:pt x="1323975" y="47625"/>
                </a:lnTo>
                <a:lnTo>
                  <a:pt x="1323975" y="38100"/>
                </a:lnTo>
                <a:lnTo>
                  <a:pt x="1304925" y="38100"/>
                </a:lnTo>
                <a:lnTo>
                  <a:pt x="1304925" y="47625"/>
                </a:lnTo>
                <a:lnTo>
                  <a:pt x="1295400" y="47625"/>
                </a:lnTo>
                <a:lnTo>
                  <a:pt x="1295400" y="57150"/>
                </a:lnTo>
                <a:lnTo>
                  <a:pt x="1314450" y="57150"/>
                </a:lnTo>
                <a:lnTo>
                  <a:pt x="1314450" y="76200"/>
                </a:lnTo>
                <a:lnTo>
                  <a:pt x="1295400" y="76200"/>
                </a:lnTo>
                <a:lnTo>
                  <a:pt x="1295400" y="66675"/>
                </a:lnTo>
                <a:lnTo>
                  <a:pt x="1276350" y="66675"/>
                </a:lnTo>
                <a:lnTo>
                  <a:pt x="1276350" y="57150"/>
                </a:lnTo>
                <a:lnTo>
                  <a:pt x="1257300" y="57150"/>
                </a:lnTo>
                <a:lnTo>
                  <a:pt x="1257300" y="47625"/>
                </a:lnTo>
                <a:lnTo>
                  <a:pt x="1238250" y="47625"/>
                </a:lnTo>
                <a:lnTo>
                  <a:pt x="1238250" y="38100"/>
                </a:lnTo>
                <a:lnTo>
                  <a:pt x="1247775" y="38100"/>
                </a:lnTo>
                <a:lnTo>
                  <a:pt x="1247775" y="28575"/>
                </a:lnTo>
                <a:lnTo>
                  <a:pt x="1238250" y="28575"/>
                </a:lnTo>
                <a:lnTo>
                  <a:pt x="1238250" y="19050"/>
                </a:lnTo>
                <a:lnTo>
                  <a:pt x="1200150" y="19050"/>
                </a:lnTo>
                <a:lnTo>
                  <a:pt x="1200150" y="28575"/>
                </a:lnTo>
                <a:lnTo>
                  <a:pt x="1190625" y="28575"/>
                </a:lnTo>
                <a:lnTo>
                  <a:pt x="1190625" y="38100"/>
                </a:lnTo>
                <a:lnTo>
                  <a:pt x="1181100" y="38100"/>
                </a:lnTo>
                <a:lnTo>
                  <a:pt x="1181100" y="28575"/>
                </a:lnTo>
                <a:lnTo>
                  <a:pt x="1162050" y="28575"/>
                </a:lnTo>
                <a:lnTo>
                  <a:pt x="1162050" y="19050"/>
                </a:lnTo>
                <a:lnTo>
                  <a:pt x="1076325" y="19050"/>
                </a:lnTo>
                <a:lnTo>
                  <a:pt x="1076325" y="9525"/>
                </a:lnTo>
                <a:lnTo>
                  <a:pt x="1066800" y="9525"/>
                </a:lnTo>
                <a:close/>
                <a:moveTo>
                  <a:pt x="1390650" y="0"/>
                </a:moveTo>
                <a:lnTo>
                  <a:pt x="1419225" y="0"/>
                </a:lnTo>
                <a:lnTo>
                  <a:pt x="1419225" y="9525"/>
                </a:lnTo>
                <a:lnTo>
                  <a:pt x="1390650" y="9525"/>
                </a:lnTo>
                <a:close/>
                <a:moveTo>
                  <a:pt x="857250" y="19050"/>
                </a:moveTo>
                <a:lnTo>
                  <a:pt x="866775" y="19050"/>
                </a:lnTo>
                <a:lnTo>
                  <a:pt x="866775" y="28575"/>
                </a:lnTo>
                <a:lnTo>
                  <a:pt x="857250" y="28575"/>
                </a:lnTo>
                <a:close/>
                <a:moveTo>
                  <a:pt x="1943100" y="847725"/>
                </a:moveTo>
                <a:lnTo>
                  <a:pt x="1952625" y="847725"/>
                </a:lnTo>
                <a:lnTo>
                  <a:pt x="1952625" y="857250"/>
                </a:lnTo>
                <a:lnTo>
                  <a:pt x="1943100" y="857250"/>
                </a:lnTo>
                <a:close/>
                <a:moveTo>
                  <a:pt x="2057400" y="857250"/>
                </a:moveTo>
                <a:lnTo>
                  <a:pt x="2085975" y="857250"/>
                </a:lnTo>
                <a:lnTo>
                  <a:pt x="2085975" y="876300"/>
                </a:lnTo>
                <a:lnTo>
                  <a:pt x="2066925" y="876300"/>
                </a:lnTo>
                <a:lnTo>
                  <a:pt x="2066925" y="866775"/>
                </a:lnTo>
                <a:lnTo>
                  <a:pt x="2057400" y="866775"/>
                </a:lnTo>
                <a:close/>
                <a:moveTo>
                  <a:pt x="1952625" y="914400"/>
                </a:moveTo>
                <a:lnTo>
                  <a:pt x="1971675" y="914400"/>
                </a:lnTo>
                <a:lnTo>
                  <a:pt x="1971675" y="923925"/>
                </a:lnTo>
                <a:lnTo>
                  <a:pt x="1981200" y="923925"/>
                </a:lnTo>
                <a:lnTo>
                  <a:pt x="1981200" y="914400"/>
                </a:lnTo>
                <a:lnTo>
                  <a:pt x="2028825" y="914400"/>
                </a:lnTo>
                <a:lnTo>
                  <a:pt x="2028825" y="923925"/>
                </a:lnTo>
                <a:lnTo>
                  <a:pt x="2019300" y="923925"/>
                </a:lnTo>
                <a:lnTo>
                  <a:pt x="2019300" y="933450"/>
                </a:lnTo>
                <a:lnTo>
                  <a:pt x="2009775" y="933450"/>
                </a:lnTo>
                <a:lnTo>
                  <a:pt x="2009775" y="942975"/>
                </a:lnTo>
                <a:lnTo>
                  <a:pt x="1971675" y="942975"/>
                </a:lnTo>
                <a:lnTo>
                  <a:pt x="1971675" y="971550"/>
                </a:lnTo>
                <a:lnTo>
                  <a:pt x="1981200" y="971550"/>
                </a:lnTo>
                <a:lnTo>
                  <a:pt x="1981200" y="981075"/>
                </a:lnTo>
                <a:lnTo>
                  <a:pt x="1952625" y="981075"/>
                </a:lnTo>
                <a:lnTo>
                  <a:pt x="1952625" y="971550"/>
                </a:lnTo>
                <a:lnTo>
                  <a:pt x="1943100" y="971550"/>
                </a:lnTo>
                <a:lnTo>
                  <a:pt x="1943100" y="933450"/>
                </a:lnTo>
                <a:lnTo>
                  <a:pt x="1952625" y="933450"/>
                </a:lnTo>
                <a:close/>
                <a:moveTo>
                  <a:pt x="2038350" y="914400"/>
                </a:moveTo>
                <a:lnTo>
                  <a:pt x="2047875" y="914400"/>
                </a:lnTo>
                <a:lnTo>
                  <a:pt x="2047875" y="923925"/>
                </a:lnTo>
                <a:lnTo>
                  <a:pt x="2076450" y="923925"/>
                </a:lnTo>
                <a:lnTo>
                  <a:pt x="2076450" y="914400"/>
                </a:lnTo>
                <a:lnTo>
                  <a:pt x="2085975" y="914400"/>
                </a:lnTo>
                <a:lnTo>
                  <a:pt x="2085975" y="933450"/>
                </a:lnTo>
                <a:lnTo>
                  <a:pt x="2076450" y="933450"/>
                </a:lnTo>
                <a:lnTo>
                  <a:pt x="2076450" y="942975"/>
                </a:lnTo>
                <a:lnTo>
                  <a:pt x="2066925" y="942975"/>
                </a:lnTo>
                <a:lnTo>
                  <a:pt x="2066925" y="952500"/>
                </a:lnTo>
                <a:lnTo>
                  <a:pt x="2057400" y="952500"/>
                </a:lnTo>
                <a:lnTo>
                  <a:pt x="2057400" y="962025"/>
                </a:lnTo>
                <a:lnTo>
                  <a:pt x="2038350" y="962025"/>
                </a:lnTo>
                <a:lnTo>
                  <a:pt x="2038350" y="952500"/>
                </a:lnTo>
                <a:lnTo>
                  <a:pt x="2028825" y="952500"/>
                </a:lnTo>
                <a:lnTo>
                  <a:pt x="2028825" y="933450"/>
                </a:lnTo>
                <a:lnTo>
                  <a:pt x="2038350" y="933450"/>
                </a:lnTo>
                <a:close/>
                <a:moveTo>
                  <a:pt x="2019300" y="971550"/>
                </a:moveTo>
                <a:lnTo>
                  <a:pt x="2038350" y="971550"/>
                </a:lnTo>
                <a:lnTo>
                  <a:pt x="2038350" y="1000125"/>
                </a:lnTo>
                <a:lnTo>
                  <a:pt x="2028825" y="1000125"/>
                </a:lnTo>
                <a:lnTo>
                  <a:pt x="2028825" y="1009650"/>
                </a:lnTo>
                <a:lnTo>
                  <a:pt x="2000250" y="1009650"/>
                </a:lnTo>
                <a:lnTo>
                  <a:pt x="2000250" y="1000125"/>
                </a:lnTo>
                <a:lnTo>
                  <a:pt x="1990725" y="1000125"/>
                </a:lnTo>
                <a:lnTo>
                  <a:pt x="1990725" y="981075"/>
                </a:lnTo>
                <a:lnTo>
                  <a:pt x="2019300" y="981075"/>
                </a:lnTo>
                <a:close/>
                <a:moveTo>
                  <a:pt x="1952625" y="1038225"/>
                </a:moveTo>
                <a:lnTo>
                  <a:pt x="1962150" y="1038225"/>
                </a:lnTo>
                <a:lnTo>
                  <a:pt x="1962150" y="1047750"/>
                </a:lnTo>
                <a:lnTo>
                  <a:pt x="1952625" y="1047750"/>
                </a:lnTo>
                <a:close/>
                <a:moveTo>
                  <a:pt x="1990725" y="1076325"/>
                </a:moveTo>
                <a:lnTo>
                  <a:pt x="2000250" y="1076325"/>
                </a:lnTo>
                <a:lnTo>
                  <a:pt x="2000250" y="1085850"/>
                </a:lnTo>
                <a:lnTo>
                  <a:pt x="2009775" y="1085850"/>
                </a:lnTo>
                <a:lnTo>
                  <a:pt x="2009775" y="1095375"/>
                </a:lnTo>
                <a:lnTo>
                  <a:pt x="1990725" y="1095375"/>
                </a:lnTo>
                <a:close/>
                <a:moveTo>
                  <a:pt x="1933575" y="1181100"/>
                </a:moveTo>
                <a:lnTo>
                  <a:pt x="1943100" y="1181100"/>
                </a:lnTo>
                <a:lnTo>
                  <a:pt x="1943100" y="1190625"/>
                </a:lnTo>
                <a:lnTo>
                  <a:pt x="1933575" y="1190625"/>
                </a:lnTo>
                <a:close/>
                <a:moveTo>
                  <a:pt x="1990725" y="1323975"/>
                </a:moveTo>
                <a:lnTo>
                  <a:pt x="2000250" y="1323975"/>
                </a:lnTo>
                <a:lnTo>
                  <a:pt x="2000250" y="1333500"/>
                </a:lnTo>
                <a:lnTo>
                  <a:pt x="2009775" y="1333500"/>
                </a:lnTo>
                <a:lnTo>
                  <a:pt x="2009775" y="1352550"/>
                </a:lnTo>
                <a:lnTo>
                  <a:pt x="1981200" y="1352550"/>
                </a:lnTo>
                <a:lnTo>
                  <a:pt x="1981200" y="1343025"/>
                </a:lnTo>
                <a:lnTo>
                  <a:pt x="1971675" y="1343025"/>
                </a:lnTo>
                <a:lnTo>
                  <a:pt x="1971675" y="1333500"/>
                </a:lnTo>
                <a:lnTo>
                  <a:pt x="1990725" y="1333500"/>
                </a:lnTo>
                <a:close/>
                <a:moveTo>
                  <a:pt x="2057400" y="1362075"/>
                </a:moveTo>
                <a:lnTo>
                  <a:pt x="2066925" y="1362075"/>
                </a:lnTo>
                <a:lnTo>
                  <a:pt x="2066925" y="1390650"/>
                </a:lnTo>
                <a:lnTo>
                  <a:pt x="2019300" y="1390650"/>
                </a:lnTo>
                <a:lnTo>
                  <a:pt x="2019300" y="1400175"/>
                </a:lnTo>
                <a:lnTo>
                  <a:pt x="2000250" y="1400175"/>
                </a:lnTo>
                <a:lnTo>
                  <a:pt x="2000250" y="1409700"/>
                </a:lnTo>
                <a:lnTo>
                  <a:pt x="1990725" y="1409700"/>
                </a:lnTo>
                <a:lnTo>
                  <a:pt x="1990725" y="1400175"/>
                </a:lnTo>
                <a:lnTo>
                  <a:pt x="1981200" y="1400175"/>
                </a:lnTo>
                <a:lnTo>
                  <a:pt x="1981200" y="1381125"/>
                </a:lnTo>
                <a:lnTo>
                  <a:pt x="2000250" y="1381125"/>
                </a:lnTo>
                <a:lnTo>
                  <a:pt x="2000250" y="1371600"/>
                </a:lnTo>
                <a:lnTo>
                  <a:pt x="2009775" y="1371600"/>
                </a:lnTo>
                <a:lnTo>
                  <a:pt x="2009775" y="1381125"/>
                </a:lnTo>
                <a:lnTo>
                  <a:pt x="2019300" y="1381125"/>
                </a:lnTo>
                <a:lnTo>
                  <a:pt x="2019300" y="1371600"/>
                </a:lnTo>
                <a:lnTo>
                  <a:pt x="2028825" y="1371600"/>
                </a:lnTo>
                <a:lnTo>
                  <a:pt x="2028825" y="1381125"/>
                </a:lnTo>
                <a:lnTo>
                  <a:pt x="2038350" y="1381125"/>
                </a:lnTo>
                <a:lnTo>
                  <a:pt x="2038350" y="1371600"/>
                </a:lnTo>
                <a:lnTo>
                  <a:pt x="2057400" y="1371600"/>
                </a:lnTo>
                <a:close/>
                <a:moveTo>
                  <a:pt x="1885950" y="1409700"/>
                </a:moveTo>
                <a:lnTo>
                  <a:pt x="1905000" y="1409700"/>
                </a:lnTo>
                <a:lnTo>
                  <a:pt x="1905000" y="1419225"/>
                </a:lnTo>
                <a:lnTo>
                  <a:pt x="1914525" y="1419225"/>
                </a:lnTo>
                <a:lnTo>
                  <a:pt x="1914525" y="1428750"/>
                </a:lnTo>
                <a:lnTo>
                  <a:pt x="1924050" y="1428750"/>
                </a:lnTo>
                <a:lnTo>
                  <a:pt x="1924050" y="1476375"/>
                </a:lnTo>
                <a:lnTo>
                  <a:pt x="1895475" y="1476375"/>
                </a:lnTo>
                <a:lnTo>
                  <a:pt x="1895475" y="1457325"/>
                </a:lnTo>
                <a:lnTo>
                  <a:pt x="1905000" y="1457325"/>
                </a:lnTo>
                <a:lnTo>
                  <a:pt x="1905000" y="1438275"/>
                </a:lnTo>
                <a:lnTo>
                  <a:pt x="1895475" y="1438275"/>
                </a:lnTo>
                <a:lnTo>
                  <a:pt x="1895475" y="1428750"/>
                </a:lnTo>
                <a:lnTo>
                  <a:pt x="1885950" y="1428750"/>
                </a:lnTo>
                <a:close/>
                <a:moveTo>
                  <a:pt x="2009775" y="1428750"/>
                </a:moveTo>
                <a:lnTo>
                  <a:pt x="2019300" y="1428750"/>
                </a:lnTo>
                <a:lnTo>
                  <a:pt x="2019300" y="1438275"/>
                </a:lnTo>
                <a:lnTo>
                  <a:pt x="2028825" y="1438275"/>
                </a:lnTo>
                <a:lnTo>
                  <a:pt x="2028825" y="1457325"/>
                </a:lnTo>
                <a:lnTo>
                  <a:pt x="2019300" y="1457325"/>
                </a:lnTo>
                <a:lnTo>
                  <a:pt x="2019300" y="1466850"/>
                </a:lnTo>
                <a:lnTo>
                  <a:pt x="2009775" y="1466850"/>
                </a:lnTo>
                <a:lnTo>
                  <a:pt x="2009775" y="1476375"/>
                </a:lnTo>
                <a:lnTo>
                  <a:pt x="1981200" y="1476375"/>
                </a:lnTo>
                <a:lnTo>
                  <a:pt x="1981200" y="1466850"/>
                </a:lnTo>
                <a:lnTo>
                  <a:pt x="1971675" y="1466850"/>
                </a:lnTo>
                <a:lnTo>
                  <a:pt x="1971675" y="1457325"/>
                </a:lnTo>
                <a:lnTo>
                  <a:pt x="1952625" y="1457325"/>
                </a:lnTo>
                <a:lnTo>
                  <a:pt x="1952625" y="1447800"/>
                </a:lnTo>
                <a:lnTo>
                  <a:pt x="1943100" y="1447800"/>
                </a:lnTo>
                <a:lnTo>
                  <a:pt x="1943100" y="1438275"/>
                </a:lnTo>
                <a:lnTo>
                  <a:pt x="1981200" y="1438275"/>
                </a:lnTo>
                <a:lnTo>
                  <a:pt x="1981200" y="1447800"/>
                </a:lnTo>
                <a:lnTo>
                  <a:pt x="2009775" y="1447800"/>
                </a:lnTo>
                <a:close/>
                <a:moveTo>
                  <a:pt x="19050" y="1438275"/>
                </a:moveTo>
                <a:lnTo>
                  <a:pt x="38100" y="1438275"/>
                </a:lnTo>
                <a:lnTo>
                  <a:pt x="38100" y="1495425"/>
                </a:lnTo>
                <a:lnTo>
                  <a:pt x="47625" y="1495425"/>
                </a:lnTo>
                <a:lnTo>
                  <a:pt x="47625" y="1514475"/>
                </a:lnTo>
                <a:lnTo>
                  <a:pt x="0" y="1514475"/>
                </a:lnTo>
                <a:lnTo>
                  <a:pt x="0" y="1504950"/>
                </a:lnTo>
                <a:lnTo>
                  <a:pt x="19050" y="1504950"/>
                </a:lnTo>
                <a:lnTo>
                  <a:pt x="19050" y="1495425"/>
                </a:lnTo>
                <a:lnTo>
                  <a:pt x="28575" y="1495425"/>
                </a:lnTo>
                <a:lnTo>
                  <a:pt x="28575" y="1476375"/>
                </a:lnTo>
                <a:lnTo>
                  <a:pt x="19050" y="1476375"/>
                </a:lnTo>
                <a:close/>
                <a:moveTo>
                  <a:pt x="2076450" y="1438275"/>
                </a:moveTo>
                <a:lnTo>
                  <a:pt x="2085975" y="1438275"/>
                </a:lnTo>
                <a:lnTo>
                  <a:pt x="2085975" y="1466850"/>
                </a:lnTo>
                <a:lnTo>
                  <a:pt x="2076450" y="1466850"/>
                </a:lnTo>
                <a:close/>
                <a:moveTo>
                  <a:pt x="2047875" y="1457325"/>
                </a:moveTo>
                <a:lnTo>
                  <a:pt x="2057400" y="1457325"/>
                </a:lnTo>
                <a:lnTo>
                  <a:pt x="2057400" y="1466850"/>
                </a:lnTo>
                <a:lnTo>
                  <a:pt x="2047875" y="1466850"/>
                </a:lnTo>
                <a:close/>
                <a:moveTo>
                  <a:pt x="1981200" y="1495425"/>
                </a:moveTo>
                <a:lnTo>
                  <a:pt x="2019300" y="1495425"/>
                </a:lnTo>
                <a:lnTo>
                  <a:pt x="2019300" y="1504950"/>
                </a:lnTo>
                <a:lnTo>
                  <a:pt x="2028825" y="1504950"/>
                </a:lnTo>
                <a:lnTo>
                  <a:pt x="2028825" y="1514475"/>
                </a:lnTo>
                <a:lnTo>
                  <a:pt x="1971675" y="1514475"/>
                </a:lnTo>
                <a:lnTo>
                  <a:pt x="1971675" y="1504950"/>
                </a:lnTo>
                <a:lnTo>
                  <a:pt x="1981200" y="1504950"/>
                </a:lnTo>
                <a:close/>
                <a:moveTo>
                  <a:pt x="2038350" y="1495425"/>
                </a:moveTo>
                <a:lnTo>
                  <a:pt x="2047875" y="1495425"/>
                </a:lnTo>
                <a:lnTo>
                  <a:pt x="2047875" y="1514475"/>
                </a:lnTo>
                <a:lnTo>
                  <a:pt x="2038350" y="1514475"/>
                </a:lnTo>
                <a:close/>
                <a:moveTo>
                  <a:pt x="1819275" y="1504950"/>
                </a:moveTo>
                <a:lnTo>
                  <a:pt x="1828800" y="1504950"/>
                </a:lnTo>
                <a:lnTo>
                  <a:pt x="1828800" y="1524000"/>
                </a:lnTo>
                <a:lnTo>
                  <a:pt x="1819275" y="1524000"/>
                </a:lnTo>
                <a:lnTo>
                  <a:pt x="1819275" y="1533525"/>
                </a:lnTo>
                <a:lnTo>
                  <a:pt x="1800225" y="1533525"/>
                </a:lnTo>
                <a:lnTo>
                  <a:pt x="1800225" y="1524000"/>
                </a:lnTo>
                <a:lnTo>
                  <a:pt x="1809750" y="1524000"/>
                </a:lnTo>
                <a:lnTo>
                  <a:pt x="1809750" y="1514475"/>
                </a:lnTo>
                <a:lnTo>
                  <a:pt x="1819275" y="1514475"/>
                </a:lnTo>
                <a:close/>
                <a:moveTo>
                  <a:pt x="1838325" y="1504950"/>
                </a:moveTo>
                <a:lnTo>
                  <a:pt x="1914525" y="1504950"/>
                </a:lnTo>
                <a:lnTo>
                  <a:pt x="1914525" y="1533525"/>
                </a:lnTo>
                <a:lnTo>
                  <a:pt x="1895475" y="1533525"/>
                </a:lnTo>
                <a:lnTo>
                  <a:pt x="1895475" y="1524000"/>
                </a:lnTo>
                <a:lnTo>
                  <a:pt x="1885950" y="1524000"/>
                </a:lnTo>
                <a:lnTo>
                  <a:pt x="1885950" y="1514475"/>
                </a:lnTo>
                <a:lnTo>
                  <a:pt x="1857375" y="1514475"/>
                </a:lnTo>
                <a:lnTo>
                  <a:pt x="1857375" y="1524000"/>
                </a:lnTo>
                <a:lnTo>
                  <a:pt x="1838325" y="1524000"/>
                </a:lnTo>
                <a:close/>
                <a:moveTo>
                  <a:pt x="66675" y="1533525"/>
                </a:moveTo>
                <a:lnTo>
                  <a:pt x="76200" y="1533525"/>
                </a:lnTo>
                <a:lnTo>
                  <a:pt x="76200" y="1543050"/>
                </a:lnTo>
                <a:lnTo>
                  <a:pt x="66675" y="1543050"/>
                </a:lnTo>
                <a:close/>
                <a:moveTo>
                  <a:pt x="0" y="1552575"/>
                </a:moveTo>
                <a:lnTo>
                  <a:pt x="28575" y="1552575"/>
                </a:lnTo>
                <a:lnTo>
                  <a:pt x="28575" y="1562100"/>
                </a:lnTo>
                <a:lnTo>
                  <a:pt x="0" y="1562100"/>
                </a:lnTo>
                <a:close/>
                <a:moveTo>
                  <a:pt x="1771650" y="1562100"/>
                </a:moveTo>
                <a:lnTo>
                  <a:pt x="1781175" y="1562100"/>
                </a:lnTo>
                <a:lnTo>
                  <a:pt x="1781175" y="1581150"/>
                </a:lnTo>
                <a:lnTo>
                  <a:pt x="1771650" y="1581150"/>
                </a:lnTo>
                <a:close/>
                <a:moveTo>
                  <a:pt x="1762125" y="1581150"/>
                </a:moveTo>
                <a:lnTo>
                  <a:pt x="1771650" y="1581150"/>
                </a:lnTo>
                <a:lnTo>
                  <a:pt x="1771650" y="1590675"/>
                </a:lnTo>
                <a:lnTo>
                  <a:pt x="1762125" y="1590675"/>
                </a:lnTo>
                <a:close/>
                <a:moveTo>
                  <a:pt x="1752600" y="1590675"/>
                </a:moveTo>
                <a:lnTo>
                  <a:pt x="1762125" y="1590675"/>
                </a:lnTo>
                <a:lnTo>
                  <a:pt x="1762125" y="1600200"/>
                </a:lnTo>
                <a:lnTo>
                  <a:pt x="1752600" y="1600200"/>
                </a:lnTo>
                <a:close/>
                <a:moveTo>
                  <a:pt x="1743075" y="1600200"/>
                </a:moveTo>
                <a:lnTo>
                  <a:pt x="1752600" y="1600200"/>
                </a:lnTo>
                <a:lnTo>
                  <a:pt x="1752600" y="1619250"/>
                </a:lnTo>
                <a:lnTo>
                  <a:pt x="1743075" y="1619250"/>
                </a:lnTo>
                <a:close/>
                <a:moveTo>
                  <a:pt x="152400" y="1676400"/>
                </a:moveTo>
                <a:lnTo>
                  <a:pt x="161925" y="1676400"/>
                </a:lnTo>
                <a:lnTo>
                  <a:pt x="161925" y="1685925"/>
                </a:lnTo>
                <a:lnTo>
                  <a:pt x="152400" y="1685925"/>
                </a:lnTo>
                <a:close/>
                <a:moveTo>
                  <a:pt x="171450" y="1676400"/>
                </a:moveTo>
                <a:lnTo>
                  <a:pt x="180975" y="1676400"/>
                </a:lnTo>
                <a:lnTo>
                  <a:pt x="180975" y="1685925"/>
                </a:lnTo>
                <a:lnTo>
                  <a:pt x="171450" y="1685925"/>
                </a:lnTo>
                <a:close/>
                <a:moveTo>
                  <a:pt x="1771650" y="1685925"/>
                </a:moveTo>
                <a:lnTo>
                  <a:pt x="1781175" y="1685925"/>
                </a:lnTo>
                <a:lnTo>
                  <a:pt x="1781175" y="1695450"/>
                </a:lnTo>
                <a:lnTo>
                  <a:pt x="1771650" y="1695450"/>
                </a:lnTo>
                <a:close/>
                <a:moveTo>
                  <a:pt x="1762125" y="1695450"/>
                </a:moveTo>
                <a:lnTo>
                  <a:pt x="1771650" y="1695450"/>
                </a:lnTo>
                <a:lnTo>
                  <a:pt x="1771650" y="1704975"/>
                </a:lnTo>
                <a:lnTo>
                  <a:pt x="1762125" y="1704975"/>
                </a:lnTo>
                <a:close/>
                <a:moveTo>
                  <a:pt x="228600" y="1704975"/>
                </a:moveTo>
                <a:lnTo>
                  <a:pt x="247650" y="1704975"/>
                </a:lnTo>
                <a:lnTo>
                  <a:pt x="247650" y="1714500"/>
                </a:lnTo>
                <a:lnTo>
                  <a:pt x="257175" y="1714500"/>
                </a:lnTo>
                <a:lnTo>
                  <a:pt x="257175" y="1724025"/>
                </a:lnTo>
                <a:lnTo>
                  <a:pt x="266700" y="1724025"/>
                </a:lnTo>
                <a:lnTo>
                  <a:pt x="266700" y="1733550"/>
                </a:lnTo>
                <a:lnTo>
                  <a:pt x="276225" y="1733550"/>
                </a:lnTo>
                <a:lnTo>
                  <a:pt x="276225" y="1743075"/>
                </a:lnTo>
                <a:lnTo>
                  <a:pt x="285750" y="1743075"/>
                </a:lnTo>
                <a:lnTo>
                  <a:pt x="285750" y="1752600"/>
                </a:lnTo>
                <a:lnTo>
                  <a:pt x="295275" y="1752600"/>
                </a:lnTo>
                <a:lnTo>
                  <a:pt x="295275" y="1762125"/>
                </a:lnTo>
                <a:lnTo>
                  <a:pt x="304800" y="1762125"/>
                </a:lnTo>
                <a:lnTo>
                  <a:pt x="304800" y="1771650"/>
                </a:lnTo>
                <a:lnTo>
                  <a:pt x="314325" y="1771650"/>
                </a:lnTo>
                <a:lnTo>
                  <a:pt x="314325" y="1781175"/>
                </a:lnTo>
                <a:lnTo>
                  <a:pt x="333375" y="1781175"/>
                </a:lnTo>
                <a:lnTo>
                  <a:pt x="333375" y="1790700"/>
                </a:lnTo>
                <a:lnTo>
                  <a:pt x="342900" y="1790700"/>
                </a:lnTo>
                <a:lnTo>
                  <a:pt x="342900" y="1800225"/>
                </a:lnTo>
                <a:lnTo>
                  <a:pt x="352425" y="1800225"/>
                </a:lnTo>
                <a:lnTo>
                  <a:pt x="352425" y="1809750"/>
                </a:lnTo>
                <a:lnTo>
                  <a:pt x="361950" y="1809750"/>
                </a:lnTo>
                <a:lnTo>
                  <a:pt x="361950" y="1819275"/>
                </a:lnTo>
                <a:lnTo>
                  <a:pt x="381000" y="1819275"/>
                </a:lnTo>
                <a:lnTo>
                  <a:pt x="381000" y="1828800"/>
                </a:lnTo>
                <a:lnTo>
                  <a:pt x="390525" y="1828800"/>
                </a:lnTo>
                <a:lnTo>
                  <a:pt x="390525" y="1838325"/>
                </a:lnTo>
                <a:lnTo>
                  <a:pt x="409575" y="1838325"/>
                </a:lnTo>
                <a:lnTo>
                  <a:pt x="409575" y="1847850"/>
                </a:lnTo>
                <a:lnTo>
                  <a:pt x="419100" y="1847850"/>
                </a:lnTo>
                <a:lnTo>
                  <a:pt x="419100" y="1857375"/>
                </a:lnTo>
                <a:lnTo>
                  <a:pt x="438150" y="1857375"/>
                </a:lnTo>
                <a:lnTo>
                  <a:pt x="438150" y="1866900"/>
                </a:lnTo>
                <a:lnTo>
                  <a:pt x="457200" y="1866900"/>
                </a:lnTo>
                <a:lnTo>
                  <a:pt x="457200" y="1876425"/>
                </a:lnTo>
                <a:lnTo>
                  <a:pt x="476250" y="1876425"/>
                </a:lnTo>
                <a:lnTo>
                  <a:pt x="476250" y="1885950"/>
                </a:lnTo>
                <a:lnTo>
                  <a:pt x="485775" y="1885950"/>
                </a:lnTo>
                <a:lnTo>
                  <a:pt x="485775" y="1895475"/>
                </a:lnTo>
                <a:lnTo>
                  <a:pt x="466725" y="1895475"/>
                </a:lnTo>
                <a:lnTo>
                  <a:pt x="466725" y="1905000"/>
                </a:lnTo>
                <a:lnTo>
                  <a:pt x="476250" y="1905000"/>
                </a:lnTo>
                <a:lnTo>
                  <a:pt x="476250" y="1914525"/>
                </a:lnTo>
                <a:lnTo>
                  <a:pt x="457200" y="1914525"/>
                </a:lnTo>
                <a:lnTo>
                  <a:pt x="457200" y="1895475"/>
                </a:lnTo>
                <a:lnTo>
                  <a:pt x="438150" y="1895475"/>
                </a:lnTo>
                <a:lnTo>
                  <a:pt x="438150" y="1885950"/>
                </a:lnTo>
                <a:lnTo>
                  <a:pt x="428625" y="1885950"/>
                </a:lnTo>
                <a:lnTo>
                  <a:pt x="428625" y="1876425"/>
                </a:lnTo>
                <a:lnTo>
                  <a:pt x="419100" y="1876425"/>
                </a:lnTo>
                <a:lnTo>
                  <a:pt x="419100" y="1866900"/>
                </a:lnTo>
                <a:lnTo>
                  <a:pt x="400050" y="1866900"/>
                </a:lnTo>
                <a:lnTo>
                  <a:pt x="400050" y="1857375"/>
                </a:lnTo>
                <a:lnTo>
                  <a:pt x="390525" y="1857375"/>
                </a:lnTo>
                <a:lnTo>
                  <a:pt x="390525" y="1847850"/>
                </a:lnTo>
                <a:lnTo>
                  <a:pt x="381000" y="1847850"/>
                </a:lnTo>
                <a:lnTo>
                  <a:pt x="381000" y="1838325"/>
                </a:lnTo>
                <a:lnTo>
                  <a:pt x="361950" y="1838325"/>
                </a:lnTo>
                <a:lnTo>
                  <a:pt x="361950" y="1828800"/>
                </a:lnTo>
                <a:lnTo>
                  <a:pt x="342900" y="1828800"/>
                </a:lnTo>
                <a:lnTo>
                  <a:pt x="342900" y="1819275"/>
                </a:lnTo>
                <a:lnTo>
                  <a:pt x="333375" y="1819275"/>
                </a:lnTo>
                <a:lnTo>
                  <a:pt x="333375" y="1809750"/>
                </a:lnTo>
                <a:lnTo>
                  <a:pt x="323850" y="1809750"/>
                </a:lnTo>
                <a:lnTo>
                  <a:pt x="323850" y="1800225"/>
                </a:lnTo>
                <a:lnTo>
                  <a:pt x="314325" y="1800225"/>
                </a:lnTo>
                <a:lnTo>
                  <a:pt x="314325" y="1790700"/>
                </a:lnTo>
                <a:lnTo>
                  <a:pt x="304800" y="1790700"/>
                </a:lnTo>
                <a:lnTo>
                  <a:pt x="304800" y="1781175"/>
                </a:lnTo>
                <a:lnTo>
                  <a:pt x="295275" y="1781175"/>
                </a:lnTo>
                <a:lnTo>
                  <a:pt x="295275" y="1771650"/>
                </a:lnTo>
                <a:lnTo>
                  <a:pt x="285750" y="1771650"/>
                </a:lnTo>
                <a:lnTo>
                  <a:pt x="285750" y="1762125"/>
                </a:lnTo>
                <a:lnTo>
                  <a:pt x="266700" y="1762125"/>
                </a:lnTo>
                <a:lnTo>
                  <a:pt x="266700" y="1752600"/>
                </a:lnTo>
                <a:lnTo>
                  <a:pt x="238125" y="1752600"/>
                </a:lnTo>
                <a:lnTo>
                  <a:pt x="238125" y="1743075"/>
                </a:lnTo>
                <a:lnTo>
                  <a:pt x="228600" y="1743075"/>
                </a:lnTo>
                <a:lnTo>
                  <a:pt x="228600" y="1752600"/>
                </a:lnTo>
                <a:lnTo>
                  <a:pt x="219075" y="1752600"/>
                </a:lnTo>
                <a:lnTo>
                  <a:pt x="219075" y="1743075"/>
                </a:lnTo>
                <a:lnTo>
                  <a:pt x="200025" y="1743075"/>
                </a:lnTo>
                <a:lnTo>
                  <a:pt x="200025" y="1733550"/>
                </a:lnTo>
                <a:lnTo>
                  <a:pt x="219075" y="1733550"/>
                </a:lnTo>
                <a:lnTo>
                  <a:pt x="219075" y="1724025"/>
                </a:lnTo>
                <a:lnTo>
                  <a:pt x="228600" y="1724025"/>
                </a:lnTo>
                <a:close/>
                <a:moveTo>
                  <a:pt x="1638300" y="1704975"/>
                </a:moveTo>
                <a:lnTo>
                  <a:pt x="1647825" y="1704975"/>
                </a:lnTo>
                <a:lnTo>
                  <a:pt x="1647825" y="1714500"/>
                </a:lnTo>
                <a:lnTo>
                  <a:pt x="1666875" y="1714500"/>
                </a:lnTo>
                <a:lnTo>
                  <a:pt x="1666875" y="1733550"/>
                </a:lnTo>
                <a:lnTo>
                  <a:pt x="1657350" y="1733550"/>
                </a:lnTo>
                <a:lnTo>
                  <a:pt x="1657350" y="1724025"/>
                </a:lnTo>
                <a:lnTo>
                  <a:pt x="1638300" y="1724025"/>
                </a:lnTo>
                <a:lnTo>
                  <a:pt x="1638300" y="1743075"/>
                </a:lnTo>
                <a:lnTo>
                  <a:pt x="1628775" y="1743075"/>
                </a:lnTo>
                <a:lnTo>
                  <a:pt x="1628775" y="1752600"/>
                </a:lnTo>
                <a:lnTo>
                  <a:pt x="1619250" y="1752600"/>
                </a:lnTo>
                <a:lnTo>
                  <a:pt x="1619250" y="1762125"/>
                </a:lnTo>
                <a:lnTo>
                  <a:pt x="1600200" y="1762125"/>
                </a:lnTo>
                <a:lnTo>
                  <a:pt x="1600200" y="1771650"/>
                </a:lnTo>
                <a:lnTo>
                  <a:pt x="1590675" y="1771650"/>
                </a:lnTo>
                <a:lnTo>
                  <a:pt x="1590675" y="1781175"/>
                </a:lnTo>
                <a:lnTo>
                  <a:pt x="1571625" y="1781175"/>
                </a:lnTo>
                <a:lnTo>
                  <a:pt x="1571625" y="1790700"/>
                </a:lnTo>
                <a:lnTo>
                  <a:pt x="1562100" y="1790700"/>
                </a:lnTo>
                <a:lnTo>
                  <a:pt x="1562100" y="1800225"/>
                </a:lnTo>
                <a:lnTo>
                  <a:pt x="1552575" y="1800225"/>
                </a:lnTo>
                <a:lnTo>
                  <a:pt x="1552575" y="1809750"/>
                </a:lnTo>
                <a:lnTo>
                  <a:pt x="1543050" y="1809750"/>
                </a:lnTo>
                <a:lnTo>
                  <a:pt x="1543050" y="1819275"/>
                </a:lnTo>
                <a:lnTo>
                  <a:pt x="1533525" y="1819275"/>
                </a:lnTo>
                <a:lnTo>
                  <a:pt x="1533525" y="1828800"/>
                </a:lnTo>
                <a:lnTo>
                  <a:pt x="1524000" y="1828800"/>
                </a:lnTo>
                <a:lnTo>
                  <a:pt x="1524000" y="1838325"/>
                </a:lnTo>
                <a:lnTo>
                  <a:pt x="1514475" y="1838325"/>
                </a:lnTo>
                <a:lnTo>
                  <a:pt x="1514475" y="1847850"/>
                </a:lnTo>
                <a:lnTo>
                  <a:pt x="1495425" y="1847850"/>
                </a:lnTo>
                <a:lnTo>
                  <a:pt x="1495425" y="1857375"/>
                </a:lnTo>
                <a:lnTo>
                  <a:pt x="1476375" y="1857375"/>
                </a:lnTo>
                <a:lnTo>
                  <a:pt x="1476375" y="1866900"/>
                </a:lnTo>
                <a:lnTo>
                  <a:pt x="1466850" y="1866900"/>
                </a:lnTo>
                <a:lnTo>
                  <a:pt x="1466850" y="1876425"/>
                </a:lnTo>
                <a:lnTo>
                  <a:pt x="1457325" y="1876425"/>
                </a:lnTo>
                <a:lnTo>
                  <a:pt x="1457325" y="1885950"/>
                </a:lnTo>
                <a:lnTo>
                  <a:pt x="1438275" y="1885950"/>
                </a:lnTo>
                <a:lnTo>
                  <a:pt x="1438275" y="1895475"/>
                </a:lnTo>
                <a:lnTo>
                  <a:pt x="1447800" y="1895475"/>
                </a:lnTo>
                <a:lnTo>
                  <a:pt x="1447800" y="1905000"/>
                </a:lnTo>
                <a:lnTo>
                  <a:pt x="1466850" y="1905000"/>
                </a:lnTo>
                <a:lnTo>
                  <a:pt x="1466850" y="1895475"/>
                </a:lnTo>
                <a:lnTo>
                  <a:pt x="1485900" y="1895475"/>
                </a:lnTo>
                <a:lnTo>
                  <a:pt x="1485900" y="1914525"/>
                </a:lnTo>
                <a:lnTo>
                  <a:pt x="1476375" y="1914525"/>
                </a:lnTo>
                <a:lnTo>
                  <a:pt x="1476375" y="1924050"/>
                </a:lnTo>
                <a:lnTo>
                  <a:pt x="1466850" y="1924050"/>
                </a:lnTo>
                <a:lnTo>
                  <a:pt x="1466850" y="1933575"/>
                </a:lnTo>
                <a:lnTo>
                  <a:pt x="1428750" y="1933575"/>
                </a:lnTo>
                <a:lnTo>
                  <a:pt x="1428750" y="1914525"/>
                </a:lnTo>
                <a:lnTo>
                  <a:pt x="1419225" y="1914525"/>
                </a:lnTo>
                <a:lnTo>
                  <a:pt x="1419225" y="1905000"/>
                </a:lnTo>
                <a:lnTo>
                  <a:pt x="1400175" y="1905000"/>
                </a:lnTo>
                <a:lnTo>
                  <a:pt x="1400175" y="1885950"/>
                </a:lnTo>
                <a:lnTo>
                  <a:pt x="1419225" y="1885950"/>
                </a:lnTo>
                <a:lnTo>
                  <a:pt x="1419225" y="1876425"/>
                </a:lnTo>
                <a:lnTo>
                  <a:pt x="1428750" y="1876425"/>
                </a:lnTo>
                <a:lnTo>
                  <a:pt x="1428750" y="1866900"/>
                </a:lnTo>
                <a:lnTo>
                  <a:pt x="1447800" y="1866900"/>
                </a:lnTo>
                <a:lnTo>
                  <a:pt x="1447800" y="1857375"/>
                </a:lnTo>
                <a:lnTo>
                  <a:pt x="1466850" y="1857375"/>
                </a:lnTo>
                <a:lnTo>
                  <a:pt x="1466850" y="1847850"/>
                </a:lnTo>
                <a:lnTo>
                  <a:pt x="1476375" y="1847850"/>
                </a:lnTo>
                <a:lnTo>
                  <a:pt x="1476375" y="1838325"/>
                </a:lnTo>
                <a:lnTo>
                  <a:pt x="1495425" y="1838325"/>
                </a:lnTo>
                <a:lnTo>
                  <a:pt x="1495425" y="1828800"/>
                </a:lnTo>
                <a:lnTo>
                  <a:pt x="1504950" y="1828800"/>
                </a:lnTo>
                <a:lnTo>
                  <a:pt x="1504950" y="1819275"/>
                </a:lnTo>
                <a:lnTo>
                  <a:pt x="1514475" y="1819275"/>
                </a:lnTo>
                <a:lnTo>
                  <a:pt x="1514475" y="1809750"/>
                </a:lnTo>
                <a:lnTo>
                  <a:pt x="1533525" y="1809750"/>
                </a:lnTo>
                <a:lnTo>
                  <a:pt x="1533525" y="1800225"/>
                </a:lnTo>
                <a:lnTo>
                  <a:pt x="1543050" y="1800225"/>
                </a:lnTo>
                <a:lnTo>
                  <a:pt x="1543050" y="1790700"/>
                </a:lnTo>
                <a:lnTo>
                  <a:pt x="1552575" y="1790700"/>
                </a:lnTo>
                <a:lnTo>
                  <a:pt x="1552575" y="1781175"/>
                </a:lnTo>
                <a:lnTo>
                  <a:pt x="1562100" y="1781175"/>
                </a:lnTo>
                <a:lnTo>
                  <a:pt x="1562100" y="1771650"/>
                </a:lnTo>
                <a:lnTo>
                  <a:pt x="1581150" y="1771650"/>
                </a:lnTo>
                <a:lnTo>
                  <a:pt x="1581150" y="1762125"/>
                </a:lnTo>
                <a:lnTo>
                  <a:pt x="1590675" y="1762125"/>
                </a:lnTo>
                <a:lnTo>
                  <a:pt x="1590675" y="1752600"/>
                </a:lnTo>
                <a:lnTo>
                  <a:pt x="1600200" y="1752600"/>
                </a:lnTo>
                <a:lnTo>
                  <a:pt x="1600200" y="1743075"/>
                </a:lnTo>
                <a:lnTo>
                  <a:pt x="1609725" y="1743075"/>
                </a:lnTo>
                <a:lnTo>
                  <a:pt x="1609725" y="1733550"/>
                </a:lnTo>
                <a:lnTo>
                  <a:pt x="1619250" y="1733550"/>
                </a:lnTo>
                <a:lnTo>
                  <a:pt x="1619250" y="1724025"/>
                </a:lnTo>
                <a:lnTo>
                  <a:pt x="1628775" y="1724025"/>
                </a:lnTo>
                <a:lnTo>
                  <a:pt x="1628775" y="1714500"/>
                </a:lnTo>
                <a:lnTo>
                  <a:pt x="1638300" y="1714500"/>
                </a:lnTo>
                <a:close/>
                <a:moveTo>
                  <a:pt x="1619250" y="1781175"/>
                </a:moveTo>
                <a:lnTo>
                  <a:pt x="1638300" y="1781175"/>
                </a:lnTo>
                <a:lnTo>
                  <a:pt x="1638300" y="1790700"/>
                </a:lnTo>
                <a:lnTo>
                  <a:pt x="1619250" y="1790700"/>
                </a:lnTo>
                <a:close/>
                <a:moveTo>
                  <a:pt x="266700" y="1828800"/>
                </a:moveTo>
                <a:lnTo>
                  <a:pt x="276225" y="1828800"/>
                </a:lnTo>
                <a:lnTo>
                  <a:pt x="276225" y="1838325"/>
                </a:lnTo>
                <a:lnTo>
                  <a:pt x="266700" y="1838325"/>
                </a:lnTo>
                <a:close/>
                <a:moveTo>
                  <a:pt x="304800" y="1828800"/>
                </a:moveTo>
                <a:lnTo>
                  <a:pt x="314325" y="1828800"/>
                </a:lnTo>
                <a:lnTo>
                  <a:pt x="314325" y="1838325"/>
                </a:lnTo>
                <a:lnTo>
                  <a:pt x="304800" y="1838325"/>
                </a:lnTo>
                <a:close/>
                <a:moveTo>
                  <a:pt x="323850" y="1838325"/>
                </a:moveTo>
                <a:lnTo>
                  <a:pt x="352425" y="1838325"/>
                </a:lnTo>
                <a:lnTo>
                  <a:pt x="352425" y="1857375"/>
                </a:lnTo>
                <a:lnTo>
                  <a:pt x="342900" y="1857375"/>
                </a:lnTo>
                <a:lnTo>
                  <a:pt x="342900" y="1866900"/>
                </a:lnTo>
                <a:lnTo>
                  <a:pt x="333375" y="1866900"/>
                </a:lnTo>
                <a:lnTo>
                  <a:pt x="333375" y="1847850"/>
                </a:lnTo>
                <a:lnTo>
                  <a:pt x="323850" y="1847850"/>
                </a:lnTo>
                <a:close/>
                <a:moveTo>
                  <a:pt x="104775" y="1847850"/>
                </a:moveTo>
                <a:lnTo>
                  <a:pt x="133350" y="1847850"/>
                </a:lnTo>
                <a:lnTo>
                  <a:pt x="133350" y="1857375"/>
                </a:lnTo>
                <a:lnTo>
                  <a:pt x="104775" y="1857375"/>
                </a:lnTo>
                <a:close/>
                <a:moveTo>
                  <a:pt x="1562100" y="1847850"/>
                </a:moveTo>
                <a:lnTo>
                  <a:pt x="1571625" y="1847850"/>
                </a:lnTo>
                <a:lnTo>
                  <a:pt x="1571625" y="1857375"/>
                </a:lnTo>
                <a:lnTo>
                  <a:pt x="1581150" y="1857375"/>
                </a:lnTo>
                <a:lnTo>
                  <a:pt x="1581150" y="1876425"/>
                </a:lnTo>
                <a:lnTo>
                  <a:pt x="1552575" y="1876425"/>
                </a:lnTo>
                <a:lnTo>
                  <a:pt x="1552575" y="1857375"/>
                </a:lnTo>
                <a:lnTo>
                  <a:pt x="1562100" y="1857375"/>
                </a:lnTo>
                <a:close/>
                <a:moveTo>
                  <a:pt x="190500" y="1857375"/>
                </a:moveTo>
                <a:lnTo>
                  <a:pt x="219075" y="1857375"/>
                </a:lnTo>
                <a:lnTo>
                  <a:pt x="219075" y="1866900"/>
                </a:lnTo>
                <a:lnTo>
                  <a:pt x="200025" y="1866900"/>
                </a:lnTo>
                <a:lnTo>
                  <a:pt x="200025" y="1876425"/>
                </a:lnTo>
                <a:lnTo>
                  <a:pt x="190500" y="1876425"/>
                </a:lnTo>
                <a:close/>
                <a:moveTo>
                  <a:pt x="38100" y="1885950"/>
                </a:moveTo>
                <a:lnTo>
                  <a:pt x="47625" y="1885950"/>
                </a:lnTo>
                <a:lnTo>
                  <a:pt x="47625" y="1914525"/>
                </a:lnTo>
                <a:lnTo>
                  <a:pt x="28575" y="1914525"/>
                </a:lnTo>
                <a:lnTo>
                  <a:pt x="28575" y="1905000"/>
                </a:lnTo>
                <a:lnTo>
                  <a:pt x="38100" y="1905000"/>
                </a:lnTo>
                <a:close/>
                <a:moveTo>
                  <a:pt x="95250" y="1885950"/>
                </a:moveTo>
                <a:lnTo>
                  <a:pt x="133350" y="1885950"/>
                </a:lnTo>
                <a:lnTo>
                  <a:pt x="133350" y="1895475"/>
                </a:lnTo>
                <a:lnTo>
                  <a:pt x="209550" y="1895475"/>
                </a:lnTo>
                <a:lnTo>
                  <a:pt x="209550" y="1905000"/>
                </a:lnTo>
                <a:lnTo>
                  <a:pt x="219075" y="1905000"/>
                </a:lnTo>
                <a:lnTo>
                  <a:pt x="219075" y="1914525"/>
                </a:lnTo>
                <a:lnTo>
                  <a:pt x="171450" y="1914525"/>
                </a:lnTo>
                <a:lnTo>
                  <a:pt x="171450" y="1924050"/>
                </a:lnTo>
                <a:lnTo>
                  <a:pt x="152400" y="1924050"/>
                </a:lnTo>
                <a:lnTo>
                  <a:pt x="152400" y="1914525"/>
                </a:lnTo>
                <a:lnTo>
                  <a:pt x="142875" y="1914525"/>
                </a:lnTo>
                <a:lnTo>
                  <a:pt x="142875" y="1905000"/>
                </a:lnTo>
                <a:lnTo>
                  <a:pt x="123825" y="1905000"/>
                </a:lnTo>
                <a:lnTo>
                  <a:pt x="123825" y="1914525"/>
                </a:lnTo>
                <a:lnTo>
                  <a:pt x="114300" y="1914525"/>
                </a:lnTo>
                <a:lnTo>
                  <a:pt x="114300" y="1924050"/>
                </a:lnTo>
                <a:lnTo>
                  <a:pt x="104775" y="1924050"/>
                </a:lnTo>
                <a:lnTo>
                  <a:pt x="104775" y="1914525"/>
                </a:lnTo>
                <a:lnTo>
                  <a:pt x="85725" y="1914525"/>
                </a:lnTo>
                <a:lnTo>
                  <a:pt x="85725" y="1933575"/>
                </a:lnTo>
                <a:lnTo>
                  <a:pt x="76200" y="1933575"/>
                </a:lnTo>
                <a:lnTo>
                  <a:pt x="76200" y="1952625"/>
                </a:lnTo>
                <a:lnTo>
                  <a:pt x="85725" y="1952625"/>
                </a:lnTo>
                <a:lnTo>
                  <a:pt x="85725" y="1981200"/>
                </a:lnTo>
                <a:lnTo>
                  <a:pt x="76200" y="1981200"/>
                </a:lnTo>
                <a:lnTo>
                  <a:pt x="76200" y="1990725"/>
                </a:lnTo>
                <a:lnTo>
                  <a:pt x="28575" y="1990725"/>
                </a:lnTo>
                <a:lnTo>
                  <a:pt x="28575" y="1971675"/>
                </a:lnTo>
                <a:lnTo>
                  <a:pt x="47625" y="1971675"/>
                </a:lnTo>
                <a:lnTo>
                  <a:pt x="47625" y="1962150"/>
                </a:lnTo>
                <a:lnTo>
                  <a:pt x="57150" y="1962150"/>
                </a:lnTo>
                <a:lnTo>
                  <a:pt x="57150" y="1952625"/>
                </a:lnTo>
                <a:lnTo>
                  <a:pt x="66675" y="1952625"/>
                </a:lnTo>
                <a:lnTo>
                  <a:pt x="66675" y="1943100"/>
                </a:lnTo>
                <a:lnTo>
                  <a:pt x="57150" y="1943100"/>
                </a:lnTo>
                <a:lnTo>
                  <a:pt x="57150" y="1933575"/>
                </a:lnTo>
                <a:lnTo>
                  <a:pt x="47625" y="1933575"/>
                </a:lnTo>
                <a:lnTo>
                  <a:pt x="47625" y="1924050"/>
                </a:lnTo>
                <a:lnTo>
                  <a:pt x="57150" y="1924050"/>
                </a:lnTo>
                <a:lnTo>
                  <a:pt x="57150" y="1914525"/>
                </a:lnTo>
                <a:lnTo>
                  <a:pt x="66675" y="1914525"/>
                </a:lnTo>
                <a:lnTo>
                  <a:pt x="66675" y="1905000"/>
                </a:lnTo>
                <a:lnTo>
                  <a:pt x="85725" y="1905000"/>
                </a:lnTo>
                <a:lnTo>
                  <a:pt x="85725" y="1895475"/>
                </a:lnTo>
                <a:lnTo>
                  <a:pt x="95250" y="1895475"/>
                </a:lnTo>
                <a:close/>
                <a:moveTo>
                  <a:pt x="276225" y="1885950"/>
                </a:moveTo>
                <a:lnTo>
                  <a:pt x="323850" y="1885950"/>
                </a:lnTo>
                <a:lnTo>
                  <a:pt x="323850" y="1914525"/>
                </a:lnTo>
                <a:lnTo>
                  <a:pt x="295275" y="1914525"/>
                </a:lnTo>
                <a:lnTo>
                  <a:pt x="295275" y="1905000"/>
                </a:lnTo>
                <a:lnTo>
                  <a:pt x="266700" y="1905000"/>
                </a:lnTo>
                <a:lnTo>
                  <a:pt x="266700" y="1924050"/>
                </a:lnTo>
                <a:lnTo>
                  <a:pt x="276225" y="1924050"/>
                </a:lnTo>
                <a:lnTo>
                  <a:pt x="276225" y="1933575"/>
                </a:lnTo>
                <a:lnTo>
                  <a:pt x="285750" y="1933575"/>
                </a:lnTo>
                <a:lnTo>
                  <a:pt x="285750" y="1952625"/>
                </a:lnTo>
                <a:lnTo>
                  <a:pt x="276225" y="1952625"/>
                </a:lnTo>
                <a:lnTo>
                  <a:pt x="276225" y="1962150"/>
                </a:lnTo>
                <a:lnTo>
                  <a:pt x="285750" y="1962150"/>
                </a:lnTo>
                <a:lnTo>
                  <a:pt x="285750" y="1971675"/>
                </a:lnTo>
                <a:lnTo>
                  <a:pt x="295275" y="1971675"/>
                </a:lnTo>
                <a:lnTo>
                  <a:pt x="295275" y="1990725"/>
                </a:lnTo>
                <a:lnTo>
                  <a:pt x="276225" y="1990725"/>
                </a:lnTo>
                <a:lnTo>
                  <a:pt x="276225" y="2000250"/>
                </a:lnTo>
                <a:lnTo>
                  <a:pt x="266700" y="2000250"/>
                </a:lnTo>
                <a:lnTo>
                  <a:pt x="266700" y="1990725"/>
                </a:lnTo>
                <a:lnTo>
                  <a:pt x="247650" y="1990725"/>
                </a:lnTo>
                <a:lnTo>
                  <a:pt x="247650" y="1971675"/>
                </a:lnTo>
                <a:lnTo>
                  <a:pt x="257175" y="1971675"/>
                </a:lnTo>
                <a:lnTo>
                  <a:pt x="257175" y="1914525"/>
                </a:lnTo>
                <a:lnTo>
                  <a:pt x="247650" y="1914525"/>
                </a:lnTo>
                <a:lnTo>
                  <a:pt x="247650" y="1905000"/>
                </a:lnTo>
                <a:lnTo>
                  <a:pt x="238125" y="1905000"/>
                </a:lnTo>
                <a:lnTo>
                  <a:pt x="238125" y="1895475"/>
                </a:lnTo>
                <a:lnTo>
                  <a:pt x="276225" y="1895475"/>
                </a:lnTo>
                <a:close/>
                <a:moveTo>
                  <a:pt x="352425" y="1885950"/>
                </a:moveTo>
                <a:lnTo>
                  <a:pt x="381000" y="1885950"/>
                </a:lnTo>
                <a:lnTo>
                  <a:pt x="381000" y="1895475"/>
                </a:lnTo>
                <a:lnTo>
                  <a:pt x="390525" y="1895475"/>
                </a:lnTo>
                <a:lnTo>
                  <a:pt x="390525" y="1905000"/>
                </a:lnTo>
                <a:lnTo>
                  <a:pt x="409575" y="1905000"/>
                </a:lnTo>
                <a:lnTo>
                  <a:pt x="409575" y="1914525"/>
                </a:lnTo>
                <a:lnTo>
                  <a:pt x="390525" y="1914525"/>
                </a:lnTo>
                <a:lnTo>
                  <a:pt x="390525" y="1924050"/>
                </a:lnTo>
                <a:lnTo>
                  <a:pt x="400050" y="1924050"/>
                </a:lnTo>
                <a:lnTo>
                  <a:pt x="400050" y="1933575"/>
                </a:lnTo>
                <a:lnTo>
                  <a:pt x="409575" y="1933575"/>
                </a:lnTo>
                <a:lnTo>
                  <a:pt x="409575" y="1952625"/>
                </a:lnTo>
                <a:lnTo>
                  <a:pt x="390525" y="1952625"/>
                </a:lnTo>
                <a:lnTo>
                  <a:pt x="390525" y="1933575"/>
                </a:lnTo>
                <a:lnTo>
                  <a:pt x="381000" y="1933575"/>
                </a:lnTo>
                <a:lnTo>
                  <a:pt x="381000" y="1914525"/>
                </a:lnTo>
                <a:lnTo>
                  <a:pt x="361950" y="1914525"/>
                </a:lnTo>
                <a:lnTo>
                  <a:pt x="361950" y="1905000"/>
                </a:lnTo>
                <a:lnTo>
                  <a:pt x="352425" y="1905000"/>
                </a:lnTo>
                <a:close/>
                <a:moveTo>
                  <a:pt x="1495425" y="1885950"/>
                </a:moveTo>
                <a:lnTo>
                  <a:pt x="1504950" y="1885950"/>
                </a:lnTo>
                <a:lnTo>
                  <a:pt x="1504950" y="1895475"/>
                </a:lnTo>
                <a:lnTo>
                  <a:pt x="1495425" y="1895475"/>
                </a:lnTo>
                <a:close/>
                <a:moveTo>
                  <a:pt x="1962150" y="1885950"/>
                </a:moveTo>
                <a:lnTo>
                  <a:pt x="1981200" y="1885950"/>
                </a:lnTo>
                <a:lnTo>
                  <a:pt x="1981200" y="1895475"/>
                </a:lnTo>
                <a:lnTo>
                  <a:pt x="1990725" y="1895475"/>
                </a:lnTo>
                <a:lnTo>
                  <a:pt x="1990725" y="1905000"/>
                </a:lnTo>
                <a:lnTo>
                  <a:pt x="1981200" y="1905000"/>
                </a:lnTo>
                <a:lnTo>
                  <a:pt x="1981200" y="1924050"/>
                </a:lnTo>
                <a:lnTo>
                  <a:pt x="1952625" y="1924050"/>
                </a:lnTo>
                <a:lnTo>
                  <a:pt x="1952625" y="1933575"/>
                </a:lnTo>
                <a:lnTo>
                  <a:pt x="1943100" y="1933575"/>
                </a:lnTo>
                <a:lnTo>
                  <a:pt x="1943100" y="1924050"/>
                </a:lnTo>
                <a:lnTo>
                  <a:pt x="1933575" y="1924050"/>
                </a:lnTo>
                <a:lnTo>
                  <a:pt x="1933575" y="1914525"/>
                </a:lnTo>
                <a:lnTo>
                  <a:pt x="1943100" y="1914525"/>
                </a:lnTo>
                <a:lnTo>
                  <a:pt x="1943100" y="1895475"/>
                </a:lnTo>
                <a:lnTo>
                  <a:pt x="1962150" y="1895475"/>
                </a:lnTo>
                <a:close/>
                <a:moveTo>
                  <a:pt x="2019300" y="1885950"/>
                </a:moveTo>
                <a:lnTo>
                  <a:pt x="2047875" y="1885950"/>
                </a:lnTo>
                <a:lnTo>
                  <a:pt x="2047875" y="1924050"/>
                </a:lnTo>
                <a:lnTo>
                  <a:pt x="2057400" y="1924050"/>
                </a:lnTo>
                <a:lnTo>
                  <a:pt x="2057400" y="1933575"/>
                </a:lnTo>
                <a:lnTo>
                  <a:pt x="2009775" y="1933575"/>
                </a:lnTo>
                <a:lnTo>
                  <a:pt x="2009775" y="1924050"/>
                </a:lnTo>
                <a:lnTo>
                  <a:pt x="2000250" y="1924050"/>
                </a:lnTo>
                <a:lnTo>
                  <a:pt x="2000250" y="1905000"/>
                </a:lnTo>
                <a:lnTo>
                  <a:pt x="2009775" y="1905000"/>
                </a:lnTo>
                <a:lnTo>
                  <a:pt x="2009775" y="1895475"/>
                </a:lnTo>
                <a:lnTo>
                  <a:pt x="2019300" y="1895475"/>
                </a:lnTo>
                <a:close/>
                <a:moveTo>
                  <a:pt x="495300" y="1895475"/>
                </a:moveTo>
                <a:lnTo>
                  <a:pt x="504825" y="1895475"/>
                </a:lnTo>
                <a:lnTo>
                  <a:pt x="504825" y="1905000"/>
                </a:lnTo>
                <a:lnTo>
                  <a:pt x="523875" y="1905000"/>
                </a:lnTo>
                <a:lnTo>
                  <a:pt x="523875" y="1914525"/>
                </a:lnTo>
                <a:lnTo>
                  <a:pt x="542925" y="1914525"/>
                </a:lnTo>
                <a:lnTo>
                  <a:pt x="542925" y="1924050"/>
                </a:lnTo>
                <a:lnTo>
                  <a:pt x="571500" y="1924050"/>
                </a:lnTo>
                <a:lnTo>
                  <a:pt x="571500" y="1933575"/>
                </a:lnTo>
                <a:lnTo>
                  <a:pt x="590550" y="1933575"/>
                </a:lnTo>
                <a:lnTo>
                  <a:pt x="590550" y="1943100"/>
                </a:lnTo>
                <a:lnTo>
                  <a:pt x="619125" y="1943100"/>
                </a:lnTo>
                <a:lnTo>
                  <a:pt x="619125" y="1952625"/>
                </a:lnTo>
                <a:lnTo>
                  <a:pt x="647700" y="1952625"/>
                </a:lnTo>
                <a:lnTo>
                  <a:pt x="647700" y="1962150"/>
                </a:lnTo>
                <a:lnTo>
                  <a:pt x="676275" y="1962150"/>
                </a:lnTo>
                <a:lnTo>
                  <a:pt x="676275" y="1971675"/>
                </a:lnTo>
                <a:lnTo>
                  <a:pt x="714375" y="1971675"/>
                </a:lnTo>
                <a:lnTo>
                  <a:pt x="714375" y="1981200"/>
                </a:lnTo>
                <a:lnTo>
                  <a:pt x="752475" y="1981200"/>
                </a:lnTo>
                <a:lnTo>
                  <a:pt x="752475" y="1990725"/>
                </a:lnTo>
                <a:lnTo>
                  <a:pt x="809625" y="1990725"/>
                </a:lnTo>
                <a:lnTo>
                  <a:pt x="809625" y="2000250"/>
                </a:lnTo>
                <a:lnTo>
                  <a:pt x="1076325" y="2000250"/>
                </a:lnTo>
                <a:lnTo>
                  <a:pt x="1076325" y="1990725"/>
                </a:lnTo>
                <a:lnTo>
                  <a:pt x="1133475" y="1990725"/>
                </a:lnTo>
                <a:lnTo>
                  <a:pt x="1133475" y="1981200"/>
                </a:lnTo>
                <a:lnTo>
                  <a:pt x="1171575" y="1981200"/>
                </a:lnTo>
                <a:lnTo>
                  <a:pt x="1171575" y="1971675"/>
                </a:lnTo>
                <a:lnTo>
                  <a:pt x="1209675" y="1971675"/>
                </a:lnTo>
                <a:lnTo>
                  <a:pt x="1209675" y="1962150"/>
                </a:lnTo>
                <a:lnTo>
                  <a:pt x="1238250" y="1962150"/>
                </a:lnTo>
                <a:lnTo>
                  <a:pt x="1238250" y="1952625"/>
                </a:lnTo>
                <a:lnTo>
                  <a:pt x="1266825" y="1952625"/>
                </a:lnTo>
                <a:lnTo>
                  <a:pt x="1266825" y="1943100"/>
                </a:lnTo>
                <a:lnTo>
                  <a:pt x="1295400" y="1943100"/>
                </a:lnTo>
                <a:lnTo>
                  <a:pt x="1295400" y="1933575"/>
                </a:lnTo>
                <a:lnTo>
                  <a:pt x="1314450" y="1933575"/>
                </a:lnTo>
                <a:lnTo>
                  <a:pt x="1314450" y="1924050"/>
                </a:lnTo>
                <a:lnTo>
                  <a:pt x="1333500" y="1924050"/>
                </a:lnTo>
                <a:lnTo>
                  <a:pt x="1333500" y="1914525"/>
                </a:lnTo>
                <a:lnTo>
                  <a:pt x="1362075" y="1914525"/>
                </a:lnTo>
                <a:lnTo>
                  <a:pt x="1362075" y="1905000"/>
                </a:lnTo>
                <a:lnTo>
                  <a:pt x="1371600" y="1905000"/>
                </a:lnTo>
                <a:lnTo>
                  <a:pt x="1371600" y="1895475"/>
                </a:lnTo>
                <a:lnTo>
                  <a:pt x="1381125" y="1895475"/>
                </a:lnTo>
                <a:lnTo>
                  <a:pt x="1381125" y="1905000"/>
                </a:lnTo>
                <a:lnTo>
                  <a:pt x="1371600" y="1905000"/>
                </a:lnTo>
                <a:lnTo>
                  <a:pt x="1371600" y="1914525"/>
                </a:lnTo>
                <a:lnTo>
                  <a:pt x="1362075" y="1914525"/>
                </a:lnTo>
                <a:lnTo>
                  <a:pt x="1362075" y="1924050"/>
                </a:lnTo>
                <a:lnTo>
                  <a:pt x="1352550" y="1924050"/>
                </a:lnTo>
                <a:lnTo>
                  <a:pt x="1352550" y="1933575"/>
                </a:lnTo>
                <a:lnTo>
                  <a:pt x="1333500" y="1933575"/>
                </a:lnTo>
                <a:lnTo>
                  <a:pt x="1333500" y="1943100"/>
                </a:lnTo>
                <a:lnTo>
                  <a:pt x="1314450" y="1943100"/>
                </a:lnTo>
                <a:lnTo>
                  <a:pt x="1314450" y="1952625"/>
                </a:lnTo>
                <a:lnTo>
                  <a:pt x="1285875" y="1952625"/>
                </a:lnTo>
                <a:lnTo>
                  <a:pt x="1285875" y="1962150"/>
                </a:lnTo>
                <a:lnTo>
                  <a:pt x="1266825" y="1962150"/>
                </a:lnTo>
                <a:lnTo>
                  <a:pt x="1266825" y="1971675"/>
                </a:lnTo>
                <a:lnTo>
                  <a:pt x="1247775" y="1971675"/>
                </a:lnTo>
                <a:lnTo>
                  <a:pt x="1247775" y="1981200"/>
                </a:lnTo>
                <a:lnTo>
                  <a:pt x="1209675" y="1981200"/>
                </a:lnTo>
                <a:lnTo>
                  <a:pt x="1209675" y="1990725"/>
                </a:lnTo>
                <a:lnTo>
                  <a:pt x="1200150" y="1990725"/>
                </a:lnTo>
                <a:lnTo>
                  <a:pt x="1200150" y="2000250"/>
                </a:lnTo>
                <a:lnTo>
                  <a:pt x="1181100" y="2000250"/>
                </a:lnTo>
                <a:lnTo>
                  <a:pt x="1181100" y="1990725"/>
                </a:lnTo>
                <a:lnTo>
                  <a:pt x="1162050" y="1990725"/>
                </a:lnTo>
                <a:lnTo>
                  <a:pt x="1162050" y="2000250"/>
                </a:lnTo>
                <a:lnTo>
                  <a:pt x="1114425" y="2000250"/>
                </a:lnTo>
                <a:lnTo>
                  <a:pt x="1114425" y="2009775"/>
                </a:lnTo>
                <a:lnTo>
                  <a:pt x="1038225" y="2009775"/>
                </a:lnTo>
                <a:lnTo>
                  <a:pt x="1038225" y="2019300"/>
                </a:lnTo>
                <a:lnTo>
                  <a:pt x="1028700" y="2019300"/>
                </a:lnTo>
                <a:lnTo>
                  <a:pt x="1028700" y="2038350"/>
                </a:lnTo>
                <a:lnTo>
                  <a:pt x="981075" y="2038350"/>
                </a:lnTo>
                <a:lnTo>
                  <a:pt x="981075" y="2019300"/>
                </a:lnTo>
                <a:lnTo>
                  <a:pt x="971550" y="2019300"/>
                </a:lnTo>
                <a:lnTo>
                  <a:pt x="971550" y="2009775"/>
                </a:lnTo>
                <a:lnTo>
                  <a:pt x="962025" y="2009775"/>
                </a:lnTo>
                <a:lnTo>
                  <a:pt x="962025" y="2019300"/>
                </a:lnTo>
                <a:lnTo>
                  <a:pt x="952500" y="2019300"/>
                </a:lnTo>
                <a:lnTo>
                  <a:pt x="952500" y="2028825"/>
                </a:lnTo>
                <a:lnTo>
                  <a:pt x="971550" y="2028825"/>
                </a:lnTo>
                <a:lnTo>
                  <a:pt x="971550" y="2038350"/>
                </a:lnTo>
                <a:lnTo>
                  <a:pt x="962025" y="2038350"/>
                </a:lnTo>
                <a:lnTo>
                  <a:pt x="962025" y="2047875"/>
                </a:lnTo>
                <a:lnTo>
                  <a:pt x="933450" y="2047875"/>
                </a:lnTo>
                <a:lnTo>
                  <a:pt x="933450" y="2038350"/>
                </a:lnTo>
                <a:lnTo>
                  <a:pt x="914400" y="2038350"/>
                </a:lnTo>
                <a:lnTo>
                  <a:pt x="914400" y="2028825"/>
                </a:lnTo>
                <a:lnTo>
                  <a:pt x="933450" y="2028825"/>
                </a:lnTo>
                <a:lnTo>
                  <a:pt x="933450" y="2019300"/>
                </a:lnTo>
                <a:lnTo>
                  <a:pt x="857250" y="2019300"/>
                </a:lnTo>
                <a:lnTo>
                  <a:pt x="857250" y="2009775"/>
                </a:lnTo>
                <a:lnTo>
                  <a:pt x="847725" y="2009775"/>
                </a:lnTo>
                <a:lnTo>
                  <a:pt x="847725" y="2019300"/>
                </a:lnTo>
                <a:lnTo>
                  <a:pt x="838200" y="2019300"/>
                </a:lnTo>
                <a:lnTo>
                  <a:pt x="838200" y="2028825"/>
                </a:lnTo>
                <a:lnTo>
                  <a:pt x="847725" y="2028825"/>
                </a:lnTo>
                <a:lnTo>
                  <a:pt x="847725" y="2057400"/>
                </a:lnTo>
                <a:lnTo>
                  <a:pt x="857250" y="2057400"/>
                </a:lnTo>
                <a:lnTo>
                  <a:pt x="857250" y="2047875"/>
                </a:lnTo>
                <a:lnTo>
                  <a:pt x="866775" y="2047875"/>
                </a:lnTo>
                <a:lnTo>
                  <a:pt x="866775" y="2057400"/>
                </a:lnTo>
                <a:lnTo>
                  <a:pt x="857250" y="2057400"/>
                </a:lnTo>
                <a:lnTo>
                  <a:pt x="857250" y="2066925"/>
                </a:lnTo>
                <a:lnTo>
                  <a:pt x="847725" y="2066925"/>
                </a:lnTo>
                <a:lnTo>
                  <a:pt x="847725" y="2076450"/>
                </a:lnTo>
                <a:lnTo>
                  <a:pt x="828675" y="2076450"/>
                </a:lnTo>
                <a:lnTo>
                  <a:pt x="828675" y="2057400"/>
                </a:lnTo>
                <a:lnTo>
                  <a:pt x="819150" y="2057400"/>
                </a:lnTo>
                <a:lnTo>
                  <a:pt x="819150" y="2038350"/>
                </a:lnTo>
                <a:lnTo>
                  <a:pt x="809625" y="2038350"/>
                </a:lnTo>
                <a:lnTo>
                  <a:pt x="809625" y="2028825"/>
                </a:lnTo>
                <a:lnTo>
                  <a:pt x="800100" y="2028825"/>
                </a:lnTo>
                <a:lnTo>
                  <a:pt x="800100" y="2009775"/>
                </a:lnTo>
                <a:lnTo>
                  <a:pt x="771525" y="2009775"/>
                </a:lnTo>
                <a:lnTo>
                  <a:pt x="771525" y="2000250"/>
                </a:lnTo>
                <a:lnTo>
                  <a:pt x="733425" y="2000250"/>
                </a:lnTo>
                <a:lnTo>
                  <a:pt x="733425" y="2009775"/>
                </a:lnTo>
                <a:lnTo>
                  <a:pt x="723900" y="2009775"/>
                </a:lnTo>
                <a:lnTo>
                  <a:pt x="723900" y="2000250"/>
                </a:lnTo>
                <a:lnTo>
                  <a:pt x="704850" y="2000250"/>
                </a:lnTo>
                <a:lnTo>
                  <a:pt x="704850" y="1990725"/>
                </a:lnTo>
                <a:lnTo>
                  <a:pt x="676275" y="1990725"/>
                </a:lnTo>
                <a:lnTo>
                  <a:pt x="676275" y="1981200"/>
                </a:lnTo>
                <a:lnTo>
                  <a:pt x="647700" y="1981200"/>
                </a:lnTo>
                <a:lnTo>
                  <a:pt x="647700" y="1971675"/>
                </a:lnTo>
                <a:lnTo>
                  <a:pt x="609600" y="1971675"/>
                </a:lnTo>
                <a:lnTo>
                  <a:pt x="609600" y="1962150"/>
                </a:lnTo>
                <a:lnTo>
                  <a:pt x="600075" y="1962150"/>
                </a:lnTo>
                <a:lnTo>
                  <a:pt x="600075" y="1952625"/>
                </a:lnTo>
                <a:lnTo>
                  <a:pt x="571500" y="1952625"/>
                </a:lnTo>
                <a:lnTo>
                  <a:pt x="571500" y="1943100"/>
                </a:lnTo>
                <a:lnTo>
                  <a:pt x="542925" y="1943100"/>
                </a:lnTo>
                <a:lnTo>
                  <a:pt x="542925" y="1933575"/>
                </a:lnTo>
                <a:lnTo>
                  <a:pt x="523875" y="1933575"/>
                </a:lnTo>
                <a:lnTo>
                  <a:pt x="523875" y="1924050"/>
                </a:lnTo>
                <a:lnTo>
                  <a:pt x="514350" y="1924050"/>
                </a:lnTo>
                <a:lnTo>
                  <a:pt x="514350" y="1914525"/>
                </a:lnTo>
                <a:lnTo>
                  <a:pt x="495300" y="1914525"/>
                </a:lnTo>
                <a:close/>
                <a:moveTo>
                  <a:pt x="1895475" y="1905000"/>
                </a:moveTo>
                <a:lnTo>
                  <a:pt x="1905000" y="1905000"/>
                </a:lnTo>
                <a:lnTo>
                  <a:pt x="1905000" y="1914525"/>
                </a:lnTo>
                <a:lnTo>
                  <a:pt x="1895475" y="1914525"/>
                </a:lnTo>
                <a:close/>
                <a:moveTo>
                  <a:pt x="0" y="1952625"/>
                </a:moveTo>
                <a:lnTo>
                  <a:pt x="19050" y="1952625"/>
                </a:lnTo>
                <a:lnTo>
                  <a:pt x="19050" y="1971675"/>
                </a:lnTo>
                <a:lnTo>
                  <a:pt x="9525" y="1971675"/>
                </a:lnTo>
                <a:lnTo>
                  <a:pt x="9525" y="1981200"/>
                </a:lnTo>
                <a:lnTo>
                  <a:pt x="0" y="1981200"/>
                </a:lnTo>
                <a:close/>
                <a:moveTo>
                  <a:pt x="114300" y="1952625"/>
                </a:moveTo>
                <a:lnTo>
                  <a:pt x="133350" y="1952625"/>
                </a:lnTo>
                <a:lnTo>
                  <a:pt x="133350" y="1962150"/>
                </a:lnTo>
                <a:lnTo>
                  <a:pt x="152400" y="1962150"/>
                </a:lnTo>
                <a:lnTo>
                  <a:pt x="152400" y="1952625"/>
                </a:lnTo>
                <a:lnTo>
                  <a:pt x="180975" y="1952625"/>
                </a:lnTo>
                <a:lnTo>
                  <a:pt x="180975" y="1962150"/>
                </a:lnTo>
                <a:lnTo>
                  <a:pt x="190500" y="1962150"/>
                </a:lnTo>
                <a:lnTo>
                  <a:pt x="190500" y="1971675"/>
                </a:lnTo>
                <a:lnTo>
                  <a:pt x="180975" y="1971675"/>
                </a:lnTo>
                <a:lnTo>
                  <a:pt x="180975" y="1981200"/>
                </a:lnTo>
                <a:lnTo>
                  <a:pt x="161925" y="1981200"/>
                </a:lnTo>
                <a:lnTo>
                  <a:pt x="161925" y="2000250"/>
                </a:lnTo>
                <a:lnTo>
                  <a:pt x="133350" y="2000250"/>
                </a:lnTo>
                <a:lnTo>
                  <a:pt x="133350" y="1990725"/>
                </a:lnTo>
                <a:lnTo>
                  <a:pt x="123825" y="1990725"/>
                </a:lnTo>
                <a:lnTo>
                  <a:pt x="123825" y="1981200"/>
                </a:lnTo>
                <a:lnTo>
                  <a:pt x="133350" y="1981200"/>
                </a:lnTo>
                <a:lnTo>
                  <a:pt x="133350" y="1971675"/>
                </a:lnTo>
                <a:lnTo>
                  <a:pt x="104775" y="1971675"/>
                </a:lnTo>
                <a:lnTo>
                  <a:pt x="104775" y="1962150"/>
                </a:lnTo>
                <a:lnTo>
                  <a:pt x="114300" y="1962150"/>
                </a:lnTo>
                <a:close/>
                <a:moveTo>
                  <a:pt x="361950" y="1952625"/>
                </a:moveTo>
                <a:lnTo>
                  <a:pt x="371475" y="1952625"/>
                </a:lnTo>
                <a:lnTo>
                  <a:pt x="371475" y="1962150"/>
                </a:lnTo>
                <a:lnTo>
                  <a:pt x="390525" y="1962150"/>
                </a:lnTo>
                <a:lnTo>
                  <a:pt x="390525" y="1971675"/>
                </a:lnTo>
                <a:lnTo>
                  <a:pt x="361950" y="1971675"/>
                </a:lnTo>
                <a:close/>
                <a:moveTo>
                  <a:pt x="1771650" y="1952625"/>
                </a:moveTo>
                <a:lnTo>
                  <a:pt x="1800225" y="1952625"/>
                </a:lnTo>
                <a:lnTo>
                  <a:pt x="1800225" y="1962150"/>
                </a:lnTo>
                <a:lnTo>
                  <a:pt x="1771650" y="1962150"/>
                </a:lnTo>
                <a:close/>
                <a:moveTo>
                  <a:pt x="1828800" y="1952625"/>
                </a:moveTo>
                <a:lnTo>
                  <a:pt x="1857375" y="1952625"/>
                </a:lnTo>
                <a:lnTo>
                  <a:pt x="1857375" y="1971675"/>
                </a:lnTo>
                <a:lnTo>
                  <a:pt x="1828800" y="1971675"/>
                </a:lnTo>
                <a:close/>
                <a:moveTo>
                  <a:pt x="2009775" y="1952625"/>
                </a:moveTo>
                <a:lnTo>
                  <a:pt x="2038350" y="1952625"/>
                </a:lnTo>
                <a:lnTo>
                  <a:pt x="2038350" y="1962150"/>
                </a:lnTo>
                <a:lnTo>
                  <a:pt x="2085975" y="1962150"/>
                </a:lnTo>
                <a:lnTo>
                  <a:pt x="2085975" y="1971675"/>
                </a:lnTo>
                <a:lnTo>
                  <a:pt x="2066925" y="1971675"/>
                </a:lnTo>
                <a:lnTo>
                  <a:pt x="2066925" y="1981200"/>
                </a:lnTo>
                <a:lnTo>
                  <a:pt x="2076450" y="1981200"/>
                </a:lnTo>
                <a:lnTo>
                  <a:pt x="2076450" y="1990725"/>
                </a:lnTo>
                <a:lnTo>
                  <a:pt x="2066925" y="1990725"/>
                </a:lnTo>
                <a:lnTo>
                  <a:pt x="2066925" y="2000250"/>
                </a:lnTo>
                <a:lnTo>
                  <a:pt x="2038350" y="2000250"/>
                </a:lnTo>
                <a:lnTo>
                  <a:pt x="2038350" y="1981200"/>
                </a:lnTo>
                <a:lnTo>
                  <a:pt x="2028825" y="1981200"/>
                </a:lnTo>
                <a:lnTo>
                  <a:pt x="2028825" y="1990725"/>
                </a:lnTo>
                <a:lnTo>
                  <a:pt x="2019300" y="1990725"/>
                </a:lnTo>
                <a:lnTo>
                  <a:pt x="2019300" y="1981200"/>
                </a:lnTo>
                <a:lnTo>
                  <a:pt x="2009775" y="1981200"/>
                </a:lnTo>
                <a:lnTo>
                  <a:pt x="2009775" y="2000250"/>
                </a:lnTo>
                <a:lnTo>
                  <a:pt x="2000250" y="2000250"/>
                </a:lnTo>
                <a:lnTo>
                  <a:pt x="2000250" y="1962150"/>
                </a:lnTo>
                <a:lnTo>
                  <a:pt x="2009775" y="1962150"/>
                </a:lnTo>
                <a:close/>
                <a:moveTo>
                  <a:pt x="1304925" y="1962150"/>
                </a:moveTo>
                <a:lnTo>
                  <a:pt x="1314450" y="1962150"/>
                </a:lnTo>
                <a:lnTo>
                  <a:pt x="1314450" y="1981200"/>
                </a:lnTo>
                <a:lnTo>
                  <a:pt x="1304925" y="1981200"/>
                </a:lnTo>
                <a:close/>
                <a:moveTo>
                  <a:pt x="1895475" y="1962150"/>
                </a:moveTo>
                <a:lnTo>
                  <a:pt x="1924050" y="1962150"/>
                </a:lnTo>
                <a:lnTo>
                  <a:pt x="1924050" y="1971675"/>
                </a:lnTo>
                <a:lnTo>
                  <a:pt x="1943100" y="1971675"/>
                </a:lnTo>
                <a:lnTo>
                  <a:pt x="1943100" y="1990725"/>
                </a:lnTo>
                <a:lnTo>
                  <a:pt x="1905000" y="1990725"/>
                </a:lnTo>
                <a:lnTo>
                  <a:pt x="1905000" y="2000250"/>
                </a:lnTo>
                <a:lnTo>
                  <a:pt x="1885950" y="2000250"/>
                </a:lnTo>
                <a:lnTo>
                  <a:pt x="1885950" y="1981200"/>
                </a:lnTo>
                <a:lnTo>
                  <a:pt x="1895475" y="1981200"/>
                </a:lnTo>
                <a:close/>
                <a:moveTo>
                  <a:pt x="1962150" y="1962150"/>
                </a:moveTo>
                <a:lnTo>
                  <a:pt x="1981200" y="1962150"/>
                </a:lnTo>
                <a:lnTo>
                  <a:pt x="1981200" y="1981200"/>
                </a:lnTo>
                <a:lnTo>
                  <a:pt x="1971675" y="1981200"/>
                </a:lnTo>
                <a:lnTo>
                  <a:pt x="1971675" y="1990725"/>
                </a:lnTo>
                <a:lnTo>
                  <a:pt x="1952625" y="1990725"/>
                </a:lnTo>
                <a:lnTo>
                  <a:pt x="1952625" y="1981200"/>
                </a:lnTo>
                <a:lnTo>
                  <a:pt x="1962150" y="1981200"/>
                </a:lnTo>
                <a:close/>
                <a:moveTo>
                  <a:pt x="228600" y="1971675"/>
                </a:moveTo>
                <a:lnTo>
                  <a:pt x="238125" y="1971675"/>
                </a:lnTo>
                <a:lnTo>
                  <a:pt x="238125" y="1990725"/>
                </a:lnTo>
                <a:lnTo>
                  <a:pt x="228600" y="1990725"/>
                </a:lnTo>
                <a:close/>
                <a:moveTo>
                  <a:pt x="209550" y="1981200"/>
                </a:moveTo>
                <a:lnTo>
                  <a:pt x="219075" y="1981200"/>
                </a:lnTo>
                <a:lnTo>
                  <a:pt x="219075" y="1990725"/>
                </a:lnTo>
                <a:lnTo>
                  <a:pt x="209550" y="1990725"/>
                </a:lnTo>
                <a:close/>
                <a:moveTo>
                  <a:pt x="1485900" y="2000250"/>
                </a:moveTo>
                <a:lnTo>
                  <a:pt x="1495425" y="2000250"/>
                </a:lnTo>
                <a:lnTo>
                  <a:pt x="1495425" y="2009775"/>
                </a:lnTo>
                <a:lnTo>
                  <a:pt x="1485900" y="2009775"/>
                </a:lnTo>
                <a:close/>
                <a:moveTo>
                  <a:pt x="2009775" y="2009775"/>
                </a:moveTo>
                <a:lnTo>
                  <a:pt x="2019300" y="2009775"/>
                </a:lnTo>
                <a:lnTo>
                  <a:pt x="2019300" y="2019300"/>
                </a:lnTo>
                <a:lnTo>
                  <a:pt x="2038350" y="2019300"/>
                </a:lnTo>
                <a:lnTo>
                  <a:pt x="2038350" y="2038350"/>
                </a:lnTo>
                <a:lnTo>
                  <a:pt x="2009775" y="2038350"/>
                </a:lnTo>
                <a:close/>
                <a:moveTo>
                  <a:pt x="0" y="2019300"/>
                </a:moveTo>
                <a:lnTo>
                  <a:pt x="28575" y="2019300"/>
                </a:lnTo>
                <a:lnTo>
                  <a:pt x="28575" y="2038350"/>
                </a:lnTo>
                <a:lnTo>
                  <a:pt x="19050" y="2038350"/>
                </a:lnTo>
                <a:lnTo>
                  <a:pt x="19050" y="2047875"/>
                </a:lnTo>
                <a:lnTo>
                  <a:pt x="0" y="2047875"/>
                </a:lnTo>
                <a:close/>
                <a:moveTo>
                  <a:pt x="85725" y="2019300"/>
                </a:moveTo>
                <a:lnTo>
                  <a:pt x="114300" y="2019300"/>
                </a:lnTo>
                <a:lnTo>
                  <a:pt x="114300" y="2038350"/>
                </a:lnTo>
                <a:lnTo>
                  <a:pt x="85725" y="2038350"/>
                </a:lnTo>
                <a:close/>
                <a:moveTo>
                  <a:pt x="142875" y="2019300"/>
                </a:moveTo>
                <a:lnTo>
                  <a:pt x="152400" y="2019300"/>
                </a:lnTo>
                <a:lnTo>
                  <a:pt x="152400" y="2038350"/>
                </a:lnTo>
                <a:lnTo>
                  <a:pt x="142875" y="2038350"/>
                </a:lnTo>
                <a:close/>
                <a:moveTo>
                  <a:pt x="1143000" y="2019300"/>
                </a:moveTo>
                <a:lnTo>
                  <a:pt x="1152525" y="2019300"/>
                </a:lnTo>
                <a:lnTo>
                  <a:pt x="1152525" y="2038350"/>
                </a:lnTo>
                <a:lnTo>
                  <a:pt x="1143000" y="2038350"/>
                </a:lnTo>
                <a:close/>
                <a:moveTo>
                  <a:pt x="180975" y="2028825"/>
                </a:moveTo>
                <a:lnTo>
                  <a:pt x="190500" y="2028825"/>
                </a:lnTo>
                <a:lnTo>
                  <a:pt x="190500" y="2038350"/>
                </a:lnTo>
                <a:lnTo>
                  <a:pt x="180975" y="2038350"/>
                </a:lnTo>
                <a:close/>
                <a:moveTo>
                  <a:pt x="200025" y="2028825"/>
                </a:moveTo>
                <a:lnTo>
                  <a:pt x="209550" y="2028825"/>
                </a:lnTo>
                <a:lnTo>
                  <a:pt x="209550" y="2038350"/>
                </a:lnTo>
                <a:lnTo>
                  <a:pt x="200025" y="2038350"/>
                </a:lnTo>
                <a:close/>
                <a:moveTo>
                  <a:pt x="276225" y="2028825"/>
                </a:moveTo>
                <a:lnTo>
                  <a:pt x="295275" y="2028825"/>
                </a:lnTo>
                <a:lnTo>
                  <a:pt x="295275" y="2038350"/>
                </a:lnTo>
                <a:lnTo>
                  <a:pt x="285750" y="2038350"/>
                </a:lnTo>
                <a:lnTo>
                  <a:pt x="285750" y="2047875"/>
                </a:lnTo>
                <a:lnTo>
                  <a:pt x="276225" y="2047875"/>
                </a:lnTo>
                <a:close/>
                <a:moveTo>
                  <a:pt x="876300" y="2028825"/>
                </a:moveTo>
                <a:lnTo>
                  <a:pt x="904875" y="2028825"/>
                </a:lnTo>
                <a:lnTo>
                  <a:pt x="904875" y="2047875"/>
                </a:lnTo>
                <a:lnTo>
                  <a:pt x="876300" y="2047875"/>
                </a:lnTo>
                <a:close/>
                <a:moveTo>
                  <a:pt x="1819275" y="2028825"/>
                </a:moveTo>
                <a:lnTo>
                  <a:pt x="1838325" y="2028825"/>
                </a:lnTo>
                <a:lnTo>
                  <a:pt x="1838325" y="2038350"/>
                </a:lnTo>
                <a:lnTo>
                  <a:pt x="1819275" y="2038350"/>
                </a:lnTo>
                <a:close/>
                <a:moveTo>
                  <a:pt x="1866900" y="2028825"/>
                </a:moveTo>
                <a:lnTo>
                  <a:pt x="1885950" y="2028825"/>
                </a:lnTo>
                <a:lnTo>
                  <a:pt x="1885950" y="2038350"/>
                </a:lnTo>
                <a:lnTo>
                  <a:pt x="1866900" y="2038350"/>
                </a:lnTo>
                <a:close/>
                <a:moveTo>
                  <a:pt x="1895475" y="2028825"/>
                </a:moveTo>
                <a:lnTo>
                  <a:pt x="1933575" y="2028825"/>
                </a:lnTo>
                <a:lnTo>
                  <a:pt x="1933575" y="2038350"/>
                </a:lnTo>
                <a:lnTo>
                  <a:pt x="1943100" y="2038350"/>
                </a:lnTo>
                <a:lnTo>
                  <a:pt x="1943100" y="2047875"/>
                </a:lnTo>
                <a:lnTo>
                  <a:pt x="1924050" y="2047875"/>
                </a:lnTo>
                <a:lnTo>
                  <a:pt x="1924050" y="2038350"/>
                </a:lnTo>
                <a:lnTo>
                  <a:pt x="1895475" y="2038350"/>
                </a:lnTo>
                <a:close/>
                <a:moveTo>
                  <a:pt x="2076450" y="2038350"/>
                </a:moveTo>
                <a:lnTo>
                  <a:pt x="2085975" y="2038350"/>
                </a:lnTo>
                <a:lnTo>
                  <a:pt x="2085975" y="2047875"/>
                </a:lnTo>
                <a:lnTo>
                  <a:pt x="2076450" y="2047875"/>
                </a:lnTo>
                <a:close/>
                <a:moveTo>
                  <a:pt x="1990725" y="2047875"/>
                </a:moveTo>
                <a:lnTo>
                  <a:pt x="2000250" y="2047875"/>
                </a:lnTo>
                <a:lnTo>
                  <a:pt x="2000250" y="2057400"/>
                </a:lnTo>
                <a:lnTo>
                  <a:pt x="1990725" y="2057400"/>
                </a:lnTo>
                <a:close/>
                <a:moveTo>
                  <a:pt x="2076450" y="2057400"/>
                </a:moveTo>
                <a:lnTo>
                  <a:pt x="2085975" y="2057400"/>
                </a:lnTo>
                <a:lnTo>
                  <a:pt x="2085975" y="2085975"/>
                </a:lnTo>
                <a:lnTo>
                  <a:pt x="2076450" y="2085975"/>
                </a:lnTo>
                <a:close/>
                <a:moveTo>
                  <a:pt x="0" y="2066925"/>
                </a:moveTo>
                <a:lnTo>
                  <a:pt x="19050" y="2066925"/>
                </a:lnTo>
                <a:lnTo>
                  <a:pt x="19050" y="2085975"/>
                </a:lnTo>
                <a:lnTo>
                  <a:pt x="9525" y="2085975"/>
                </a:lnTo>
                <a:lnTo>
                  <a:pt x="9525" y="2076450"/>
                </a:lnTo>
                <a:lnTo>
                  <a:pt x="0" y="2076450"/>
                </a:lnTo>
                <a:close/>
              </a:path>
            </a:pathLst>
          </a:custGeom>
          <a:solidFill xmlns:a="http://schemas.openxmlformats.org/drawingml/2006/main">
            <a:srgbClr val="FDFEFE"/>
          </a:solidFill>
          <a:ln xmlns:a="http://schemas.openxmlformats.org/drawingml/2006/main" w="0">
            <a:noFill/>
          </a:ln>
        </p:spPr>
      </p:sp>
      <p:sp>
        <p:nvSpPr>
          <p:cNvPr id="45" name="juan vector #e2ecfa">
            <a:extLst xmlns:a="http://schemas.openxmlformats.org/drawingml/2006/main">
              <a:ext uri="{FF2B5EF4-FFF2-40B4-BE49-F238E27FC236}">
                <a16:creationId xmlns:a16="http://schemas.microsoft.com/office/drawing/2014/main" id="{669AE6AB-B99B-4C27-A29E-1B12F40CF22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48900" y="2552700"/>
            <a:ext cx="2085975" cy="2085975"/>
          </a:xfrm>
          <a:custGeom xmlns:a="http://schemas.openxmlformats.org/drawingml/2006/main">
            <a:pathLst>
              <a:path w="2085975" h="2085975">
                <a:moveTo>
                  <a:pt x="342900" y="0"/>
                </a:moveTo>
                <a:lnTo>
                  <a:pt x="352425" y="0"/>
                </a:lnTo>
                <a:lnTo>
                  <a:pt x="352425" y="9525"/>
                </a:lnTo>
                <a:lnTo>
                  <a:pt x="342900" y="9525"/>
                </a:lnTo>
                <a:close/>
                <a:moveTo>
                  <a:pt x="352425" y="9525"/>
                </a:moveTo>
                <a:lnTo>
                  <a:pt x="361950" y="9525"/>
                </a:lnTo>
                <a:lnTo>
                  <a:pt x="361950" y="19050"/>
                </a:lnTo>
                <a:lnTo>
                  <a:pt x="352425" y="19050"/>
                </a:lnTo>
                <a:close/>
                <a:moveTo>
                  <a:pt x="1504950" y="19050"/>
                </a:moveTo>
                <a:lnTo>
                  <a:pt x="1514475" y="19050"/>
                </a:lnTo>
                <a:lnTo>
                  <a:pt x="1514475" y="28575"/>
                </a:lnTo>
                <a:lnTo>
                  <a:pt x="1504950" y="28575"/>
                </a:lnTo>
                <a:close/>
                <a:moveTo>
                  <a:pt x="1495425" y="28575"/>
                </a:moveTo>
                <a:lnTo>
                  <a:pt x="1504950" y="28575"/>
                </a:lnTo>
                <a:lnTo>
                  <a:pt x="1504950" y="38100"/>
                </a:lnTo>
                <a:lnTo>
                  <a:pt x="1495425" y="38100"/>
                </a:lnTo>
                <a:close/>
                <a:moveTo>
                  <a:pt x="1485900" y="38100"/>
                </a:moveTo>
                <a:lnTo>
                  <a:pt x="1495425" y="38100"/>
                </a:lnTo>
                <a:lnTo>
                  <a:pt x="1495425" y="47625"/>
                </a:lnTo>
                <a:lnTo>
                  <a:pt x="1485900" y="47625"/>
                </a:lnTo>
                <a:close/>
                <a:moveTo>
                  <a:pt x="1476375" y="47625"/>
                </a:moveTo>
                <a:lnTo>
                  <a:pt x="1485900" y="47625"/>
                </a:lnTo>
                <a:lnTo>
                  <a:pt x="1485900" y="57150"/>
                </a:lnTo>
                <a:lnTo>
                  <a:pt x="1476375" y="57150"/>
                </a:lnTo>
                <a:close/>
                <a:moveTo>
                  <a:pt x="1466850" y="57150"/>
                </a:moveTo>
                <a:lnTo>
                  <a:pt x="1476375" y="57150"/>
                </a:lnTo>
                <a:lnTo>
                  <a:pt x="1476375" y="66675"/>
                </a:lnTo>
                <a:lnTo>
                  <a:pt x="1466850" y="66675"/>
                </a:lnTo>
                <a:close/>
                <a:moveTo>
                  <a:pt x="1457325" y="66675"/>
                </a:moveTo>
                <a:lnTo>
                  <a:pt x="1466850" y="66675"/>
                </a:lnTo>
                <a:lnTo>
                  <a:pt x="1466850" y="76200"/>
                </a:lnTo>
                <a:lnTo>
                  <a:pt x="1457325" y="76200"/>
                </a:lnTo>
                <a:close/>
                <a:moveTo>
                  <a:pt x="1428750" y="104775"/>
                </a:moveTo>
                <a:lnTo>
                  <a:pt x="1438275" y="104775"/>
                </a:lnTo>
                <a:lnTo>
                  <a:pt x="1438275" y="114300"/>
                </a:lnTo>
                <a:lnTo>
                  <a:pt x="1428750" y="114300"/>
                </a:lnTo>
                <a:close/>
                <a:moveTo>
                  <a:pt x="1419225" y="114300"/>
                </a:moveTo>
                <a:lnTo>
                  <a:pt x="1428750" y="114300"/>
                </a:lnTo>
                <a:lnTo>
                  <a:pt x="1428750" y="123825"/>
                </a:lnTo>
                <a:lnTo>
                  <a:pt x="1419225" y="123825"/>
                </a:lnTo>
                <a:close/>
                <a:moveTo>
                  <a:pt x="1409700" y="133350"/>
                </a:moveTo>
                <a:lnTo>
                  <a:pt x="1419225" y="133350"/>
                </a:lnTo>
                <a:lnTo>
                  <a:pt x="1419225" y="152400"/>
                </a:lnTo>
                <a:lnTo>
                  <a:pt x="1409700" y="152400"/>
                </a:lnTo>
                <a:lnTo>
                  <a:pt x="1409700" y="161925"/>
                </a:lnTo>
                <a:lnTo>
                  <a:pt x="1400175" y="161925"/>
                </a:lnTo>
                <a:lnTo>
                  <a:pt x="1400175" y="142875"/>
                </a:lnTo>
                <a:lnTo>
                  <a:pt x="1409700" y="142875"/>
                </a:lnTo>
                <a:close/>
                <a:moveTo>
                  <a:pt x="1981200" y="152400"/>
                </a:moveTo>
                <a:lnTo>
                  <a:pt x="1990725" y="152400"/>
                </a:lnTo>
                <a:lnTo>
                  <a:pt x="1990725" y="171450"/>
                </a:lnTo>
                <a:lnTo>
                  <a:pt x="1981200" y="171450"/>
                </a:lnTo>
                <a:close/>
                <a:moveTo>
                  <a:pt x="1390650" y="161925"/>
                </a:moveTo>
                <a:lnTo>
                  <a:pt x="1400175" y="161925"/>
                </a:lnTo>
                <a:lnTo>
                  <a:pt x="1400175" y="190500"/>
                </a:lnTo>
                <a:lnTo>
                  <a:pt x="1390650" y="190500"/>
                </a:lnTo>
                <a:close/>
                <a:moveTo>
                  <a:pt x="19050" y="190500"/>
                </a:moveTo>
                <a:lnTo>
                  <a:pt x="28575" y="190500"/>
                </a:lnTo>
                <a:lnTo>
                  <a:pt x="28575" y="200025"/>
                </a:lnTo>
                <a:lnTo>
                  <a:pt x="38100" y="200025"/>
                </a:lnTo>
                <a:lnTo>
                  <a:pt x="38100" y="209550"/>
                </a:lnTo>
                <a:lnTo>
                  <a:pt x="57150" y="209550"/>
                </a:lnTo>
                <a:lnTo>
                  <a:pt x="57150" y="200025"/>
                </a:lnTo>
                <a:lnTo>
                  <a:pt x="66675" y="200025"/>
                </a:lnTo>
                <a:lnTo>
                  <a:pt x="66675" y="209550"/>
                </a:lnTo>
                <a:lnTo>
                  <a:pt x="76200" y="209550"/>
                </a:lnTo>
                <a:lnTo>
                  <a:pt x="76200" y="228600"/>
                </a:lnTo>
                <a:lnTo>
                  <a:pt x="85725" y="228600"/>
                </a:lnTo>
                <a:lnTo>
                  <a:pt x="85725" y="238125"/>
                </a:lnTo>
                <a:lnTo>
                  <a:pt x="114300" y="238125"/>
                </a:lnTo>
                <a:lnTo>
                  <a:pt x="114300" y="247650"/>
                </a:lnTo>
                <a:lnTo>
                  <a:pt x="123825" y="247650"/>
                </a:lnTo>
                <a:lnTo>
                  <a:pt x="123825" y="266700"/>
                </a:lnTo>
                <a:lnTo>
                  <a:pt x="104775" y="266700"/>
                </a:lnTo>
                <a:lnTo>
                  <a:pt x="104775" y="257175"/>
                </a:lnTo>
                <a:lnTo>
                  <a:pt x="95250" y="257175"/>
                </a:lnTo>
                <a:lnTo>
                  <a:pt x="95250" y="247650"/>
                </a:lnTo>
                <a:lnTo>
                  <a:pt x="76200" y="247650"/>
                </a:lnTo>
                <a:lnTo>
                  <a:pt x="76200" y="238125"/>
                </a:lnTo>
                <a:lnTo>
                  <a:pt x="66675" y="238125"/>
                </a:lnTo>
                <a:lnTo>
                  <a:pt x="66675" y="228600"/>
                </a:lnTo>
                <a:lnTo>
                  <a:pt x="57150" y="228600"/>
                </a:lnTo>
                <a:lnTo>
                  <a:pt x="57150" y="219075"/>
                </a:lnTo>
                <a:lnTo>
                  <a:pt x="47625" y="219075"/>
                </a:lnTo>
                <a:lnTo>
                  <a:pt x="47625" y="228600"/>
                </a:lnTo>
                <a:lnTo>
                  <a:pt x="28575" y="228600"/>
                </a:lnTo>
                <a:lnTo>
                  <a:pt x="28575" y="219075"/>
                </a:lnTo>
                <a:lnTo>
                  <a:pt x="19050" y="219075"/>
                </a:lnTo>
                <a:close/>
                <a:moveTo>
                  <a:pt x="1381125" y="190500"/>
                </a:moveTo>
                <a:lnTo>
                  <a:pt x="1390650" y="190500"/>
                </a:lnTo>
                <a:lnTo>
                  <a:pt x="1390650" y="200025"/>
                </a:lnTo>
                <a:lnTo>
                  <a:pt x="1381125" y="200025"/>
                </a:lnTo>
                <a:close/>
                <a:moveTo>
                  <a:pt x="1895475" y="190500"/>
                </a:moveTo>
                <a:lnTo>
                  <a:pt x="1914525" y="190500"/>
                </a:lnTo>
                <a:lnTo>
                  <a:pt x="1914525" y="219075"/>
                </a:lnTo>
                <a:lnTo>
                  <a:pt x="1895475" y="219075"/>
                </a:lnTo>
                <a:close/>
                <a:moveTo>
                  <a:pt x="2000250" y="190500"/>
                </a:moveTo>
                <a:lnTo>
                  <a:pt x="2019300" y="190500"/>
                </a:lnTo>
                <a:lnTo>
                  <a:pt x="2019300" y="257175"/>
                </a:lnTo>
                <a:lnTo>
                  <a:pt x="2000250" y="257175"/>
                </a:lnTo>
                <a:close/>
                <a:moveTo>
                  <a:pt x="114300" y="200025"/>
                </a:moveTo>
                <a:lnTo>
                  <a:pt x="133350" y="200025"/>
                </a:lnTo>
                <a:lnTo>
                  <a:pt x="133350" y="209550"/>
                </a:lnTo>
                <a:lnTo>
                  <a:pt x="142875" y="209550"/>
                </a:lnTo>
                <a:lnTo>
                  <a:pt x="142875" y="219075"/>
                </a:lnTo>
                <a:lnTo>
                  <a:pt x="114300" y="219075"/>
                </a:lnTo>
                <a:close/>
                <a:moveTo>
                  <a:pt x="209550" y="200025"/>
                </a:moveTo>
                <a:lnTo>
                  <a:pt x="238125" y="200025"/>
                </a:lnTo>
                <a:lnTo>
                  <a:pt x="238125" y="219075"/>
                </a:lnTo>
                <a:lnTo>
                  <a:pt x="209550" y="219075"/>
                </a:lnTo>
                <a:close/>
                <a:moveTo>
                  <a:pt x="1952625" y="200025"/>
                </a:moveTo>
                <a:lnTo>
                  <a:pt x="1962150" y="200025"/>
                </a:lnTo>
                <a:lnTo>
                  <a:pt x="1962150" y="219075"/>
                </a:lnTo>
                <a:lnTo>
                  <a:pt x="1952625" y="219075"/>
                </a:lnTo>
                <a:close/>
                <a:moveTo>
                  <a:pt x="2076450" y="200025"/>
                </a:moveTo>
                <a:lnTo>
                  <a:pt x="2085975" y="200025"/>
                </a:lnTo>
                <a:lnTo>
                  <a:pt x="2085975" y="276225"/>
                </a:lnTo>
                <a:lnTo>
                  <a:pt x="2076450" y="276225"/>
                </a:lnTo>
                <a:lnTo>
                  <a:pt x="2076450" y="219075"/>
                </a:lnTo>
                <a:lnTo>
                  <a:pt x="2066925" y="219075"/>
                </a:lnTo>
                <a:lnTo>
                  <a:pt x="2066925" y="209550"/>
                </a:lnTo>
                <a:lnTo>
                  <a:pt x="2076450" y="209550"/>
                </a:lnTo>
                <a:close/>
                <a:moveTo>
                  <a:pt x="152400" y="209550"/>
                </a:moveTo>
                <a:lnTo>
                  <a:pt x="161925" y="209550"/>
                </a:lnTo>
                <a:lnTo>
                  <a:pt x="161925" y="219075"/>
                </a:lnTo>
                <a:lnTo>
                  <a:pt x="171450" y="219075"/>
                </a:lnTo>
                <a:lnTo>
                  <a:pt x="171450" y="228600"/>
                </a:lnTo>
                <a:lnTo>
                  <a:pt x="161925" y="228600"/>
                </a:lnTo>
                <a:lnTo>
                  <a:pt x="161925" y="238125"/>
                </a:lnTo>
                <a:lnTo>
                  <a:pt x="152400" y="238125"/>
                </a:lnTo>
                <a:lnTo>
                  <a:pt x="152400" y="228600"/>
                </a:lnTo>
                <a:lnTo>
                  <a:pt x="142875" y="228600"/>
                </a:lnTo>
                <a:lnTo>
                  <a:pt x="142875" y="219075"/>
                </a:lnTo>
                <a:lnTo>
                  <a:pt x="152400" y="219075"/>
                </a:lnTo>
                <a:close/>
                <a:moveTo>
                  <a:pt x="1933575" y="209550"/>
                </a:moveTo>
                <a:lnTo>
                  <a:pt x="1943100" y="209550"/>
                </a:lnTo>
                <a:lnTo>
                  <a:pt x="1943100" y="219075"/>
                </a:lnTo>
                <a:lnTo>
                  <a:pt x="1933575" y="219075"/>
                </a:lnTo>
                <a:close/>
                <a:moveTo>
                  <a:pt x="1371600" y="228600"/>
                </a:moveTo>
                <a:lnTo>
                  <a:pt x="1381125" y="228600"/>
                </a:lnTo>
                <a:lnTo>
                  <a:pt x="1381125" y="247650"/>
                </a:lnTo>
                <a:lnTo>
                  <a:pt x="1371600" y="247650"/>
                </a:lnTo>
                <a:close/>
                <a:moveTo>
                  <a:pt x="209550" y="238125"/>
                </a:moveTo>
                <a:lnTo>
                  <a:pt x="247650" y="238125"/>
                </a:lnTo>
                <a:lnTo>
                  <a:pt x="247650" y="257175"/>
                </a:lnTo>
                <a:lnTo>
                  <a:pt x="238125" y="257175"/>
                </a:lnTo>
                <a:lnTo>
                  <a:pt x="238125" y="266700"/>
                </a:lnTo>
                <a:lnTo>
                  <a:pt x="209550" y="266700"/>
                </a:lnTo>
                <a:lnTo>
                  <a:pt x="209550" y="257175"/>
                </a:lnTo>
                <a:lnTo>
                  <a:pt x="200025" y="257175"/>
                </a:lnTo>
                <a:lnTo>
                  <a:pt x="200025" y="247650"/>
                </a:lnTo>
                <a:lnTo>
                  <a:pt x="209550" y="247650"/>
                </a:lnTo>
                <a:close/>
                <a:moveTo>
                  <a:pt x="1943100" y="247650"/>
                </a:moveTo>
                <a:lnTo>
                  <a:pt x="1971675" y="247650"/>
                </a:lnTo>
                <a:lnTo>
                  <a:pt x="1971675" y="257175"/>
                </a:lnTo>
                <a:lnTo>
                  <a:pt x="1943100" y="257175"/>
                </a:lnTo>
                <a:close/>
                <a:moveTo>
                  <a:pt x="161925" y="257175"/>
                </a:moveTo>
                <a:lnTo>
                  <a:pt x="180975" y="257175"/>
                </a:lnTo>
                <a:lnTo>
                  <a:pt x="180975" y="276225"/>
                </a:lnTo>
                <a:lnTo>
                  <a:pt x="161925" y="276225"/>
                </a:lnTo>
                <a:close/>
                <a:moveTo>
                  <a:pt x="1619250" y="266700"/>
                </a:moveTo>
                <a:lnTo>
                  <a:pt x="1647825" y="266700"/>
                </a:lnTo>
                <a:lnTo>
                  <a:pt x="1647825" y="295275"/>
                </a:lnTo>
                <a:lnTo>
                  <a:pt x="1638300" y="295275"/>
                </a:lnTo>
                <a:lnTo>
                  <a:pt x="1638300" y="304800"/>
                </a:lnTo>
                <a:lnTo>
                  <a:pt x="1628775" y="304800"/>
                </a:lnTo>
                <a:lnTo>
                  <a:pt x="1628775" y="295275"/>
                </a:lnTo>
                <a:lnTo>
                  <a:pt x="1619250" y="295275"/>
                </a:lnTo>
                <a:close/>
                <a:moveTo>
                  <a:pt x="123825" y="285750"/>
                </a:moveTo>
                <a:lnTo>
                  <a:pt x="133350" y="285750"/>
                </a:lnTo>
                <a:lnTo>
                  <a:pt x="133350" y="304800"/>
                </a:lnTo>
                <a:lnTo>
                  <a:pt x="123825" y="304800"/>
                </a:lnTo>
                <a:close/>
                <a:moveTo>
                  <a:pt x="228600" y="285750"/>
                </a:moveTo>
                <a:lnTo>
                  <a:pt x="247650" y="285750"/>
                </a:lnTo>
                <a:lnTo>
                  <a:pt x="247650" y="295275"/>
                </a:lnTo>
                <a:lnTo>
                  <a:pt x="238125" y="295275"/>
                </a:lnTo>
                <a:lnTo>
                  <a:pt x="238125" y="304800"/>
                </a:lnTo>
                <a:lnTo>
                  <a:pt x="219075" y="304800"/>
                </a:lnTo>
                <a:lnTo>
                  <a:pt x="219075" y="295275"/>
                </a:lnTo>
                <a:lnTo>
                  <a:pt x="228600" y="295275"/>
                </a:lnTo>
                <a:close/>
                <a:moveTo>
                  <a:pt x="1647825" y="323850"/>
                </a:moveTo>
                <a:lnTo>
                  <a:pt x="1657350" y="323850"/>
                </a:lnTo>
                <a:lnTo>
                  <a:pt x="1657350" y="333375"/>
                </a:lnTo>
                <a:lnTo>
                  <a:pt x="1647825" y="333375"/>
                </a:lnTo>
                <a:close/>
                <a:moveTo>
                  <a:pt x="504825" y="342900"/>
                </a:moveTo>
                <a:lnTo>
                  <a:pt x="514350" y="342900"/>
                </a:lnTo>
                <a:lnTo>
                  <a:pt x="514350" y="381000"/>
                </a:lnTo>
                <a:lnTo>
                  <a:pt x="504825" y="381000"/>
                </a:lnTo>
                <a:close/>
                <a:moveTo>
                  <a:pt x="495300" y="390525"/>
                </a:moveTo>
                <a:lnTo>
                  <a:pt x="504825" y="390525"/>
                </a:lnTo>
                <a:lnTo>
                  <a:pt x="504825" y="428625"/>
                </a:lnTo>
                <a:lnTo>
                  <a:pt x="495300" y="428625"/>
                </a:lnTo>
                <a:close/>
                <a:moveTo>
                  <a:pt x="0" y="409575"/>
                </a:moveTo>
                <a:lnTo>
                  <a:pt x="9525" y="409575"/>
                </a:lnTo>
                <a:lnTo>
                  <a:pt x="9525" y="476250"/>
                </a:lnTo>
                <a:lnTo>
                  <a:pt x="19050" y="476250"/>
                </a:lnTo>
                <a:lnTo>
                  <a:pt x="19050" y="504825"/>
                </a:lnTo>
                <a:lnTo>
                  <a:pt x="9525" y="504825"/>
                </a:lnTo>
                <a:lnTo>
                  <a:pt x="9525" y="514350"/>
                </a:lnTo>
                <a:lnTo>
                  <a:pt x="0" y="514350"/>
                </a:lnTo>
                <a:close/>
                <a:moveTo>
                  <a:pt x="1724025" y="419100"/>
                </a:moveTo>
                <a:lnTo>
                  <a:pt x="1743075" y="419100"/>
                </a:lnTo>
                <a:lnTo>
                  <a:pt x="1743075" y="447675"/>
                </a:lnTo>
                <a:lnTo>
                  <a:pt x="1724025" y="447675"/>
                </a:lnTo>
                <a:close/>
                <a:moveTo>
                  <a:pt x="1838325" y="419100"/>
                </a:moveTo>
                <a:lnTo>
                  <a:pt x="1847850" y="419100"/>
                </a:lnTo>
                <a:lnTo>
                  <a:pt x="1847850" y="485775"/>
                </a:lnTo>
                <a:lnTo>
                  <a:pt x="1838325" y="485775"/>
                </a:lnTo>
                <a:lnTo>
                  <a:pt x="1838325" y="476250"/>
                </a:lnTo>
                <a:lnTo>
                  <a:pt x="1828800" y="476250"/>
                </a:lnTo>
                <a:lnTo>
                  <a:pt x="1828800" y="428625"/>
                </a:lnTo>
                <a:lnTo>
                  <a:pt x="1838325" y="428625"/>
                </a:lnTo>
                <a:close/>
                <a:moveTo>
                  <a:pt x="1885950" y="428625"/>
                </a:moveTo>
                <a:lnTo>
                  <a:pt x="1905000" y="428625"/>
                </a:lnTo>
                <a:lnTo>
                  <a:pt x="1905000" y="447675"/>
                </a:lnTo>
                <a:lnTo>
                  <a:pt x="1885950" y="447675"/>
                </a:lnTo>
                <a:close/>
                <a:moveTo>
                  <a:pt x="485775" y="438150"/>
                </a:moveTo>
                <a:lnTo>
                  <a:pt x="504825" y="438150"/>
                </a:lnTo>
                <a:lnTo>
                  <a:pt x="504825" y="447675"/>
                </a:lnTo>
                <a:lnTo>
                  <a:pt x="495300" y="447675"/>
                </a:lnTo>
                <a:lnTo>
                  <a:pt x="495300" y="457200"/>
                </a:lnTo>
                <a:lnTo>
                  <a:pt x="485775" y="457200"/>
                </a:lnTo>
                <a:close/>
                <a:moveTo>
                  <a:pt x="1381125" y="457200"/>
                </a:moveTo>
                <a:lnTo>
                  <a:pt x="1390650" y="457200"/>
                </a:lnTo>
                <a:lnTo>
                  <a:pt x="1390650" y="466725"/>
                </a:lnTo>
                <a:lnTo>
                  <a:pt x="1381125" y="466725"/>
                </a:lnTo>
                <a:close/>
                <a:moveTo>
                  <a:pt x="1933575" y="457200"/>
                </a:moveTo>
                <a:lnTo>
                  <a:pt x="1943100" y="457200"/>
                </a:lnTo>
                <a:lnTo>
                  <a:pt x="1943100" y="476250"/>
                </a:lnTo>
                <a:lnTo>
                  <a:pt x="1952625" y="476250"/>
                </a:lnTo>
                <a:lnTo>
                  <a:pt x="1952625" y="495300"/>
                </a:lnTo>
                <a:lnTo>
                  <a:pt x="1943100" y="495300"/>
                </a:lnTo>
                <a:lnTo>
                  <a:pt x="1943100" y="485775"/>
                </a:lnTo>
                <a:lnTo>
                  <a:pt x="1933575" y="485775"/>
                </a:lnTo>
                <a:close/>
                <a:moveTo>
                  <a:pt x="47625" y="466725"/>
                </a:moveTo>
                <a:lnTo>
                  <a:pt x="66675" y="466725"/>
                </a:lnTo>
                <a:lnTo>
                  <a:pt x="66675" y="495300"/>
                </a:lnTo>
                <a:lnTo>
                  <a:pt x="57150" y="495300"/>
                </a:lnTo>
                <a:lnTo>
                  <a:pt x="57150" y="485775"/>
                </a:lnTo>
                <a:lnTo>
                  <a:pt x="47625" y="485775"/>
                </a:lnTo>
                <a:close/>
                <a:moveTo>
                  <a:pt x="1981200" y="466725"/>
                </a:moveTo>
                <a:lnTo>
                  <a:pt x="2000250" y="466725"/>
                </a:lnTo>
                <a:lnTo>
                  <a:pt x="2000250" y="476250"/>
                </a:lnTo>
                <a:lnTo>
                  <a:pt x="2019300" y="476250"/>
                </a:lnTo>
                <a:lnTo>
                  <a:pt x="2019300" y="485775"/>
                </a:lnTo>
                <a:lnTo>
                  <a:pt x="2009775" y="485775"/>
                </a:lnTo>
                <a:lnTo>
                  <a:pt x="2009775" y="495300"/>
                </a:lnTo>
                <a:lnTo>
                  <a:pt x="2000250" y="495300"/>
                </a:lnTo>
                <a:lnTo>
                  <a:pt x="2000250" y="485775"/>
                </a:lnTo>
                <a:lnTo>
                  <a:pt x="1990725" y="485775"/>
                </a:lnTo>
                <a:lnTo>
                  <a:pt x="1990725" y="476250"/>
                </a:lnTo>
                <a:lnTo>
                  <a:pt x="1981200" y="476250"/>
                </a:lnTo>
                <a:close/>
                <a:moveTo>
                  <a:pt x="1885950" y="476250"/>
                </a:moveTo>
                <a:lnTo>
                  <a:pt x="1924050" y="476250"/>
                </a:lnTo>
                <a:lnTo>
                  <a:pt x="1924050" y="485775"/>
                </a:lnTo>
                <a:lnTo>
                  <a:pt x="1885950" y="485775"/>
                </a:lnTo>
                <a:close/>
                <a:moveTo>
                  <a:pt x="2047875" y="476250"/>
                </a:moveTo>
                <a:lnTo>
                  <a:pt x="2066925" y="476250"/>
                </a:lnTo>
                <a:lnTo>
                  <a:pt x="2066925" y="485775"/>
                </a:lnTo>
                <a:lnTo>
                  <a:pt x="2047875" y="485775"/>
                </a:lnTo>
                <a:close/>
                <a:moveTo>
                  <a:pt x="1400175" y="495300"/>
                </a:moveTo>
                <a:lnTo>
                  <a:pt x="1409700" y="495300"/>
                </a:lnTo>
                <a:lnTo>
                  <a:pt x="1409700" y="504825"/>
                </a:lnTo>
                <a:lnTo>
                  <a:pt x="1400175" y="504825"/>
                </a:lnTo>
                <a:close/>
                <a:moveTo>
                  <a:pt x="2057400" y="495300"/>
                </a:moveTo>
                <a:lnTo>
                  <a:pt x="2066925" y="495300"/>
                </a:lnTo>
                <a:lnTo>
                  <a:pt x="2066925" y="504825"/>
                </a:lnTo>
                <a:lnTo>
                  <a:pt x="2057400" y="504825"/>
                </a:lnTo>
                <a:close/>
                <a:moveTo>
                  <a:pt x="1409700" y="514350"/>
                </a:moveTo>
                <a:lnTo>
                  <a:pt x="1419225" y="514350"/>
                </a:lnTo>
                <a:lnTo>
                  <a:pt x="1419225" y="523875"/>
                </a:lnTo>
                <a:lnTo>
                  <a:pt x="1409700" y="523875"/>
                </a:lnTo>
                <a:close/>
                <a:moveTo>
                  <a:pt x="1419225" y="523875"/>
                </a:moveTo>
                <a:lnTo>
                  <a:pt x="1438275" y="523875"/>
                </a:lnTo>
                <a:lnTo>
                  <a:pt x="1438275" y="542925"/>
                </a:lnTo>
                <a:lnTo>
                  <a:pt x="1447800" y="542925"/>
                </a:lnTo>
                <a:lnTo>
                  <a:pt x="1447800" y="561975"/>
                </a:lnTo>
                <a:lnTo>
                  <a:pt x="1438275" y="561975"/>
                </a:lnTo>
                <a:lnTo>
                  <a:pt x="1438275" y="552450"/>
                </a:lnTo>
                <a:lnTo>
                  <a:pt x="1428750" y="552450"/>
                </a:lnTo>
                <a:lnTo>
                  <a:pt x="1428750" y="533400"/>
                </a:lnTo>
                <a:lnTo>
                  <a:pt x="1419225" y="533400"/>
                </a:lnTo>
                <a:close/>
                <a:moveTo>
                  <a:pt x="381000" y="600075"/>
                </a:moveTo>
                <a:lnTo>
                  <a:pt x="400050" y="600075"/>
                </a:lnTo>
                <a:lnTo>
                  <a:pt x="400050" y="609600"/>
                </a:lnTo>
                <a:lnTo>
                  <a:pt x="390525" y="609600"/>
                </a:lnTo>
                <a:lnTo>
                  <a:pt x="390525" y="619125"/>
                </a:lnTo>
                <a:lnTo>
                  <a:pt x="381000" y="619125"/>
                </a:lnTo>
                <a:lnTo>
                  <a:pt x="381000" y="628650"/>
                </a:lnTo>
                <a:lnTo>
                  <a:pt x="371475" y="628650"/>
                </a:lnTo>
                <a:lnTo>
                  <a:pt x="371475" y="638175"/>
                </a:lnTo>
                <a:lnTo>
                  <a:pt x="361950" y="638175"/>
                </a:lnTo>
                <a:lnTo>
                  <a:pt x="361950" y="647700"/>
                </a:lnTo>
                <a:lnTo>
                  <a:pt x="342900" y="647700"/>
                </a:lnTo>
                <a:lnTo>
                  <a:pt x="342900" y="638175"/>
                </a:lnTo>
                <a:lnTo>
                  <a:pt x="352425" y="638175"/>
                </a:lnTo>
                <a:lnTo>
                  <a:pt x="352425" y="628650"/>
                </a:lnTo>
                <a:lnTo>
                  <a:pt x="361950" y="628650"/>
                </a:lnTo>
                <a:lnTo>
                  <a:pt x="361950" y="619125"/>
                </a:lnTo>
                <a:lnTo>
                  <a:pt x="371475" y="619125"/>
                </a:lnTo>
                <a:lnTo>
                  <a:pt x="371475" y="609600"/>
                </a:lnTo>
                <a:lnTo>
                  <a:pt x="381000" y="609600"/>
                </a:lnTo>
                <a:close/>
                <a:moveTo>
                  <a:pt x="333375" y="647700"/>
                </a:moveTo>
                <a:lnTo>
                  <a:pt x="342900" y="647700"/>
                </a:lnTo>
                <a:lnTo>
                  <a:pt x="342900" y="657225"/>
                </a:lnTo>
                <a:lnTo>
                  <a:pt x="333375" y="657225"/>
                </a:lnTo>
                <a:close/>
                <a:moveTo>
                  <a:pt x="323850" y="657225"/>
                </a:moveTo>
                <a:lnTo>
                  <a:pt x="333375" y="657225"/>
                </a:lnTo>
                <a:lnTo>
                  <a:pt x="333375" y="666750"/>
                </a:lnTo>
                <a:lnTo>
                  <a:pt x="323850" y="666750"/>
                </a:lnTo>
                <a:close/>
                <a:moveTo>
                  <a:pt x="1552575" y="666750"/>
                </a:moveTo>
                <a:lnTo>
                  <a:pt x="1562100" y="666750"/>
                </a:lnTo>
                <a:lnTo>
                  <a:pt x="1562100" y="676275"/>
                </a:lnTo>
                <a:lnTo>
                  <a:pt x="1552575" y="676275"/>
                </a:lnTo>
                <a:close/>
                <a:moveTo>
                  <a:pt x="1571625" y="676275"/>
                </a:moveTo>
                <a:lnTo>
                  <a:pt x="1581150" y="676275"/>
                </a:lnTo>
                <a:lnTo>
                  <a:pt x="1581150" y="685800"/>
                </a:lnTo>
                <a:lnTo>
                  <a:pt x="1571625" y="685800"/>
                </a:lnTo>
                <a:close/>
                <a:moveTo>
                  <a:pt x="1581150" y="685800"/>
                </a:moveTo>
                <a:lnTo>
                  <a:pt x="1600200" y="685800"/>
                </a:lnTo>
                <a:lnTo>
                  <a:pt x="1600200" y="695325"/>
                </a:lnTo>
                <a:lnTo>
                  <a:pt x="1581150" y="695325"/>
                </a:lnTo>
                <a:close/>
                <a:moveTo>
                  <a:pt x="1800225" y="762000"/>
                </a:moveTo>
                <a:lnTo>
                  <a:pt x="1819275" y="762000"/>
                </a:lnTo>
                <a:lnTo>
                  <a:pt x="1819275" y="771525"/>
                </a:lnTo>
                <a:lnTo>
                  <a:pt x="1800225" y="771525"/>
                </a:lnTo>
                <a:close/>
                <a:moveTo>
                  <a:pt x="0" y="771525"/>
                </a:moveTo>
                <a:lnTo>
                  <a:pt x="19050" y="771525"/>
                </a:lnTo>
                <a:lnTo>
                  <a:pt x="19050" y="781050"/>
                </a:lnTo>
                <a:lnTo>
                  <a:pt x="0" y="781050"/>
                </a:lnTo>
                <a:close/>
                <a:moveTo>
                  <a:pt x="1857375" y="771525"/>
                </a:moveTo>
                <a:lnTo>
                  <a:pt x="1895475" y="771525"/>
                </a:lnTo>
                <a:lnTo>
                  <a:pt x="1895475" y="781050"/>
                </a:lnTo>
                <a:lnTo>
                  <a:pt x="1857375" y="781050"/>
                </a:lnTo>
                <a:close/>
                <a:moveTo>
                  <a:pt x="1905000" y="771525"/>
                </a:moveTo>
                <a:lnTo>
                  <a:pt x="1924050" y="771525"/>
                </a:lnTo>
                <a:lnTo>
                  <a:pt x="1924050" y="781050"/>
                </a:lnTo>
                <a:lnTo>
                  <a:pt x="1905000" y="781050"/>
                </a:lnTo>
                <a:close/>
                <a:moveTo>
                  <a:pt x="1971675" y="771525"/>
                </a:moveTo>
                <a:lnTo>
                  <a:pt x="1990725" y="771525"/>
                </a:lnTo>
                <a:lnTo>
                  <a:pt x="1990725" y="781050"/>
                </a:lnTo>
                <a:lnTo>
                  <a:pt x="1971675" y="781050"/>
                </a:lnTo>
                <a:close/>
                <a:moveTo>
                  <a:pt x="2000250" y="771525"/>
                </a:moveTo>
                <a:lnTo>
                  <a:pt x="2038350" y="771525"/>
                </a:lnTo>
                <a:lnTo>
                  <a:pt x="2038350" y="781050"/>
                </a:lnTo>
                <a:lnTo>
                  <a:pt x="2000250" y="781050"/>
                </a:lnTo>
                <a:close/>
                <a:moveTo>
                  <a:pt x="266700" y="800100"/>
                </a:moveTo>
                <a:lnTo>
                  <a:pt x="276225" y="800100"/>
                </a:lnTo>
                <a:lnTo>
                  <a:pt x="276225" y="819150"/>
                </a:lnTo>
                <a:lnTo>
                  <a:pt x="266700" y="819150"/>
                </a:lnTo>
                <a:close/>
                <a:moveTo>
                  <a:pt x="219075" y="819150"/>
                </a:moveTo>
                <a:lnTo>
                  <a:pt x="238125" y="819150"/>
                </a:lnTo>
                <a:lnTo>
                  <a:pt x="238125" y="828675"/>
                </a:lnTo>
                <a:lnTo>
                  <a:pt x="257175" y="828675"/>
                </a:lnTo>
                <a:lnTo>
                  <a:pt x="257175" y="838200"/>
                </a:lnTo>
                <a:lnTo>
                  <a:pt x="266700" y="838200"/>
                </a:lnTo>
                <a:lnTo>
                  <a:pt x="266700" y="828675"/>
                </a:lnTo>
                <a:lnTo>
                  <a:pt x="276225" y="828675"/>
                </a:lnTo>
                <a:lnTo>
                  <a:pt x="276225" y="819150"/>
                </a:lnTo>
                <a:lnTo>
                  <a:pt x="285750" y="819150"/>
                </a:lnTo>
                <a:lnTo>
                  <a:pt x="285750" y="838200"/>
                </a:lnTo>
                <a:lnTo>
                  <a:pt x="276225" y="838200"/>
                </a:lnTo>
                <a:lnTo>
                  <a:pt x="276225" y="847725"/>
                </a:lnTo>
                <a:lnTo>
                  <a:pt x="247650" y="847725"/>
                </a:lnTo>
                <a:lnTo>
                  <a:pt x="247650" y="838200"/>
                </a:lnTo>
                <a:lnTo>
                  <a:pt x="228600" y="838200"/>
                </a:lnTo>
                <a:lnTo>
                  <a:pt x="228600" y="828675"/>
                </a:lnTo>
                <a:lnTo>
                  <a:pt x="219075" y="828675"/>
                </a:lnTo>
                <a:close/>
                <a:moveTo>
                  <a:pt x="1590675" y="1743075"/>
                </a:moveTo>
                <a:lnTo>
                  <a:pt x="1600200" y="1743075"/>
                </a:lnTo>
                <a:lnTo>
                  <a:pt x="1600200" y="1752600"/>
                </a:lnTo>
                <a:lnTo>
                  <a:pt x="1590675" y="1752600"/>
                </a:lnTo>
                <a:close/>
                <a:moveTo>
                  <a:pt x="1581150" y="1752600"/>
                </a:moveTo>
                <a:lnTo>
                  <a:pt x="1590675" y="1752600"/>
                </a:lnTo>
                <a:lnTo>
                  <a:pt x="1590675" y="1762125"/>
                </a:lnTo>
                <a:lnTo>
                  <a:pt x="1581150" y="1762125"/>
                </a:lnTo>
                <a:close/>
                <a:moveTo>
                  <a:pt x="304800" y="1762125"/>
                </a:moveTo>
                <a:lnTo>
                  <a:pt x="314325" y="1762125"/>
                </a:lnTo>
                <a:lnTo>
                  <a:pt x="314325" y="1771650"/>
                </a:lnTo>
                <a:lnTo>
                  <a:pt x="304800" y="1771650"/>
                </a:lnTo>
                <a:close/>
                <a:moveTo>
                  <a:pt x="1571625" y="1762125"/>
                </a:moveTo>
                <a:lnTo>
                  <a:pt x="1581150" y="1762125"/>
                </a:lnTo>
                <a:lnTo>
                  <a:pt x="1581150" y="1771650"/>
                </a:lnTo>
                <a:lnTo>
                  <a:pt x="1571625" y="1771650"/>
                </a:lnTo>
                <a:close/>
                <a:moveTo>
                  <a:pt x="314325" y="1771650"/>
                </a:moveTo>
                <a:lnTo>
                  <a:pt x="323850" y="1771650"/>
                </a:lnTo>
                <a:lnTo>
                  <a:pt x="323850" y="1781175"/>
                </a:lnTo>
                <a:lnTo>
                  <a:pt x="314325" y="1781175"/>
                </a:lnTo>
                <a:close/>
                <a:moveTo>
                  <a:pt x="1524000" y="1800225"/>
                </a:moveTo>
                <a:lnTo>
                  <a:pt x="1533525" y="1800225"/>
                </a:lnTo>
                <a:lnTo>
                  <a:pt x="1533525" y="1809750"/>
                </a:lnTo>
                <a:lnTo>
                  <a:pt x="1524000" y="1809750"/>
                </a:lnTo>
                <a:close/>
                <a:moveTo>
                  <a:pt x="361950" y="1809750"/>
                </a:moveTo>
                <a:lnTo>
                  <a:pt x="371475" y="1809750"/>
                </a:lnTo>
                <a:lnTo>
                  <a:pt x="371475" y="1819275"/>
                </a:lnTo>
                <a:lnTo>
                  <a:pt x="361950" y="1819275"/>
                </a:lnTo>
                <a:close/>
                <a:moveTo>
                  <a:pt x="390525" y="1828800"/>
                </a:moveTo>
                <a:lnTo>
                  <a:pt x="400050" y="1828800"/>
                </a:lnTo>
                <a:lnTo>
                  <a:pt x="400050" y="1838325"/>
                </a:lnTo>
                <a:lnTo>
                  <a:pt x="390525" y="1838325"/>
                </a:lnTo>
                <a:close/>
                <a:moveTo>
                  <a:pt x="1485900" y="1828800"/>
                </a:moveTo>
                <a:lnTo>
                  <a:pt x="1495425" y="1828800"/>
                </a:lnTo>
                <a:lnTo>
                  <a:pt x="1495425" y="1838325"/>
                </a:lnTo>
                <a:lnTo>
                  <a:pt x="1485900" y="1838325"/>
                </a:lnTo>
                <a:close/>
                <a:moveTo>
                  <a:pt x="419100" y="1847850"/>
                </a:moveTo>
                <a:lnTo>
                  <a:pt x="428625" y="1847850"/>
                </a:lnTo>
                <a:lnTo>
                  <a:pt x="428625" y="1857375"/>
                </a:lnTo>
                <a:lnTo>
                  <a:pt x="419100" y="1857375"/>
                </a:lnTo>
                <a:close/>
                <a:moveTo>
                  <a:pt x="1457325" y="1847850"/>
                </a:moveTo>
                <a:lnTo>
                  <a:pt x="1466850" y="1847850"/>
                </a:lnTo>
                <a:lnTo>
                  <a:pt x="1466850" y="1857375"/>
                </a:lnTo>
                <a:lnTo>
                  <a:pt x="1457325" y="1857375"/>
                </a:lnTo>
                <a:close/>
                <a:moveTo>
                  <a:pt x="1409700" y="1876425"/>
                </a:moveTo>
                <a:lnTo>
                  <a:pt x="1419225" y="1876425"/>
                </a:lnTo>
                <a:lnTo>
                  <a:pt x="1419225" y="1885950"/>
                </a:lnTo>
                <a:lnTo>
                  <a:pt x="1409700" y="1885950"/>
                </a:lnTo>
                <a:close/>
                <a:moveTo>
                  <a:pt x="485775" y="1885950"/>
                </a:moveTo>
                <a:lnTo>
                  <a:pt x="495300" y="1885950"/>
                </a:lnTo>
                <a:lnTo>
                  <a:pt x="495300" y="1895475"/>
                </a:lnTo>
                <a:lnTo>
                  <a:pt x="485775" y="1895475"/>
                </a:lnTo>
                <a:close/>
                <a:moveTo>
                  <a:pt x="1390650" y="1885950"/>
                </a:moveTo>
                <a:lnTo>
                  <a:pt x="1400175" y="1885950"/>
                </a:lnTo>
                <a:lnTo>
                  <a:pt x="1400175" y="1895475"/>
                </a:lnTo>
                <a:lnTo>
                  <a:pt x="1390650" y="1895475"/>
                </a:lnTo>
                <a:close/>
                <a:moveTo>
                  <a:pt x="1352550" y="1905000"/>
                </a:moveTo>
                <a:lnTo>
                  <a:pt x="1362075" y="1905000"/>
                </a:lnTo>
                <a:lnTo>
                  <a:pt x="1362075" y="1914525"/>
                </a:lnTo>
                <a:lnTo>
                  <a:pt x="1352550" y="1914525"/>
                </a:lnTo>
                <a:close/>
                <a:moveTo>
                  <a:pt x="542925" y="1914525"/>
                </a:moveTo>
                <a:lnTo>
                  <a:pt x="552450" y="1914525"/>
                </a:lnTo>
                <a:lnTo>
                  <a:pt x="552450" y="1924050"/>
                </a:lnTo>
                <a:lnTo>
                  <a:pt x="542925" y="1924050"/>
                </a:lnTo>
                <a:close/>
                <a:moveTo>
                  <a:pt x="590550" y="1933575"/>
                </a:moveTo>
                <a:lnTo>
                  <a:pt x="600075" y="1933575"/>
                </a:lnTo>
                <a:lnTo>
                  <a:pt x="600075" y="1943100"/>
                </a:lnTo>
                <a:lnTo>
                  <a:pt x="590550" y="1943100"/>
                </a:lnTo>
                <a:close/>
                <a:moveTo>
                  <a:pt x="1285875" y="1933575"/>
                </a:moveTo>
                <a:lnTo>
                  <a:pt x="1295400" y="1933575"/>
                </a:lnTo>
                <a:lnTo>
                  <a:pt x="1295400" y="1943100"/>
                </a:lnTo>
                <a:lnTo>
                  <a:pt x="1285875" y="1943100"/>
                </a:lnTo>
                <a:close/>
                <a:moveTo>
                  <a:pt x="1257300" y="1943100"/>
                </a:moveTo>
                <a:lnTo>
                  <a:pt x="1266825" y="1943100"/>
                </a:lnTo>
                <a:lnTo>
                  <a:pt x="1266825" y="1952625"/>
                </a:lnTo>
                <a:lnTo>
                  <a:pt x="1257300" y="1952625"/>
                </a:lnTo>
                <a:close/>
                <a:moveTo>
                  <a:pt x="676275" y="1962150"/>
                </a:moveTo>
                <a:lnTo>
                  <a:pt x="685800" y="1962150"/>
                </a:lnTo>
                <a:lnTo>
                  <a:pt x="685800" y="1971675"/>
                </a:lnTo>
                <a:lnTo>
                  <a:pt x="676275" y="1971675"/>
                </a:lnTo>
                <a:close/>
                <a:moveTo>
                  <a:pt x="1200150" y="1962150"/>
                </a:moveTo>
                <a:lnTo>
                  <a:pt x="1209675" y="1962150"/>
                </a:lnTo>
                <a:lnTo>
                  <a:pt x="1209675" y="1971675"/>
                </a:lnTo>
                <a:lnTo>
                  <a:pt x="1200150" y="1971675"/>
                </a:lnTo>
                <a:close/>
                <a:moveTo>
                  <a:pt x="1162050" y="1971675"/>
                </a:moveTo>
                <a:lnTo>
                  <a:pt x="1171575" y="1971675"/>
                </a:lnTo>
                <a:lnTo>
                  <a:pt x="1171575" y="1981200"/>
                </a:lnTo>
                <a:lnTo>
                  <a:pt x="1162050" y="1981200"/>
                </a:lnTo>
                <a:close/>
                <a:moveTo>
                  <a:pt x="752475" y="1981200"/>
                </a:moveTo>
                <a:lnTo>
                  <a:pt x="762000" y="1981200"/>
                </a:lnTo>
                <a:lnTo>
                  <a:pt x="762000" y="1990725"/>
                </a:lnTo>
                <a:lnTo>
                  <a:pt x="752475" y="1990725"/>
                </a:lnTo>
                <a:close/>
                <a:moveTo>
                  <a:pt x="1123950" y="1981200"/>
                </a:moveTo>
                <a:lnTo>
                  <a:pt x="1133475" y="1981200"/>
                </a:lnTo>
                <a:lnTo>
                  <a:pt x="1133475" y="1990725"/>
                </a:lnTo>
                <a:lnTo>
                  <a:pt x="1123950" y="1990725"/>
                </a:lnTo>
                <a:close/>
                <a:moveTo>
                  <a:pt x="809625" y="1990725"/>
                </a:moveTo>
                <a:lnTo>
                  <a:pt x="819150" y="1990725"/>
                </a:lnTo>
                <a:lnTo>
                  <a:pt x="819150" y="2000250"/>
                </a:lnTo>
                <a:lnTo>
                  <a:pt x="809625" y="2000250"/>
                </a:lnTo>
                <a:close/>
                <a:moveTo>
                  <a:pt x="1066800" y="1990725"/>
                </a:moveTo>
                <a:lnTo>
                  <a:pt x="1076325" y="1990725"/>
                </a:lnTo>
                <a:lnTo>
                  <a:pt x="1076325" y="2000250"/>
                </a:lnTo>
                <a:lnTo>
                  <a:pt x="1066800" y="2000250"/>
                </a:lnTo>
                <a:close/>
              </a:path>
            </a:pathLst>
          </a:custGeom>
          <a:solidFill xmlns:a="http://schemas.openxmlformats.org/drawingml/2006/main">
            <a:srgbClr val="E2ECFA"/>
          </a:solidFill>
          <a:ln xmlns:a="http://schemas.openxmlformats.org/drawingml/2006/main" w="0">
            <a:noFill/>
          </a:ln>
        </p:spPr>
      </p:sp>
      <p:sp>
        <p:nvSpPr>
          <p:cNvPr id="46" name="juan vector #dae6f9">
            <a:extLst xmlns:a="http://schemas.openxmlformats.org/drawingml/2006/main">
              <a:ext uri="{FF2B5EF4-FFF2-40B4-BE49-F238E27FC236}">
                <a16:creationId xmlns:a16="http://schemas.microsoft.com/office/drawing/2014/main" id="{72894692-4C7A-45BF-8FA4-18DAC45B0EE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48900" y="2552700"/>
            <a:ext cx="2085975" cy="2085975"/>
          </a:xfrm>
          <a:custGeom xmlns:a="http://schemas.openxmlformats.org/drawingml/2006/main">
            <a:pathLst>
              <a:path w="2085975" h="2085975">
                <a:moveTo>
                  <a:pt x="314325" y="0"/>
                </a:moveTo>
                <a:lnTo>
                  <a:pt x="342900" y="0"/>
                </a:lnTo>
                <a:lnTo>
                  <a:pt x="342900" y="9525"/>
                </a:lnTo>
                <a:lnTo>
                  <a:pt x="352425" y="9525"/>
                </a:lnTo>
                <a:lnTo>
                  <a:pt x="352425" y="19050"/>
                </a:lnTo>
                <a:lnTo>
                  <a:pt x="371475" y="19050"/>
                </a:lnTo>
                <a:lnTo>
                  <a:pt x="371475" y="28575"/>
                </a:lnTo>
                <a:lnTo>
                  <a:pt x="381000" y="28575"/>
                </a:lnTo>
                <a:lnTo>
                  <a:pt x="381000" y="38100"/>
                </a:lnTo>
                <a:lnTo>
                  <a:pt x="390525" y="38100"/>
                </a:lnTo>
                <a:lnTo>
                  <a:pt x="390525" y="47625"/>
                </a:lnTo>
                <a:lnTo>
                  <a:pt x="400050" y="47625"/>
                </a:lnTo>
                <a:lnTo>
                  <a:pt x="400050" y="57150"/>
                </a:lnTo>
                <a:lnTo>
                  <a:pt x="409575" y="57150"/>
                </a:lnTo>
                <a:lnTo>
                  <a:pt x="409575" y="66675"/>
                </a:lnTo>
                <a:lnTo>
                  <a:pt x="419100" y="66675"/>
                </a:lnTo>
                <a:lnTo>
                  <a:pt x="419100" y="76200"/>
                </a:lnTo>
                <a:lnTo>
                  <a:pt x="428625" y="76200"/>
                </a:lnTo>
                <a:lnTo>
                  <a:pt x="428625" y="85725"/>
                </a:lnTo>
                <a:lnTo>
                  <a:pt x="438150" y="85725"/>
                </a:lnTo>
                <a:lnTo>
                  <a:pt x="438150" y="95250"/>
                </a:lnTo>
                <a:lnTo>
                  <a:pt x="447675" y="95250"/>
                </a:lnTo>
                <a:lnTo>
                  <a:pt x="447675" y="114300"/>
                </a:lnTo>
                <a:lnTo>
                  <a:pt x="457200" y="114300"/>
                </a:lnTo>
                <a:lnTo>
                  <a:pt x="457200" y="133350"/>
                </a:lnTo>
                <a:lnTo>
                  <a:pt x="466725" y="133350"/>
                </a:lnTo>
                <a:lnTo>
                  <a:pt x="466725" y="142875"/>
                </a:lnTo>
                <a:lnTo>
                  <a:pt x="476250" y="142875"/>
                </a:lnTo>
                <a:lnTo>
                  <a:pt x="476250" y="171450"/>
                </a:lnTo>
                <a:lnTo>
                  <a:pt x="485775" y="171450"/>
                </a:lnTo>
                <a:lnTo>
                  <a:pt x="485775" y="180975"/>
                </a:lnTo>
                <a:lnTo>
                  <a:pt x="495300" y="180975"/>
                </a:lnTo>
                <a:lnTo>
                  <a:pt x="495300" y="209550"/>
                </a:lnTo>
                <a:lnTo>
                  <a:pt x="504825" y="209550"/>
                </a:lnTo>
                <a:lnTo>
                  <a:pt x="504825" y="247650"/>
                </a:lnTo>
                <a:lnTo>
                  <a:pt x="514350" y="247650"/>
                </a:lnTo>
                <a:lnTo>
                  <a:pt x="514350" y="342900"/>
                </a:lnTo>
                <a:lnTo>
                  <a:pt x="504825" y="342900"/>
                </a:lnTo>
                <a:lnTo>
                  <a:pt x="504825" y="381000"/>
                </a:lnTo>
                <a:lnTo>
                  <a:pt x="514350" y="381000"/>
                </a:lnTo>
                <a:lnTo>
                  <a:pt x="514350" y="409575"/>
                </a:lnTo>
                <a:lnTo>
                  <a:pt x="504825" y="409575"/>
                </a:lnTo>
                <a:lnTo>
                  <a:pt x="504825" y="390525"/>
                </a:lnTo>
                <a:lnTo>
                  <a:pt x="495300" y="390525"/>
                </a:lnTo>
                <a:lnTo>
                  <a:pt x="495300" y="428625"/>
                </a:lnTo>
                <a:lnTo>
                  <a:pt x="504825" y="428625"/>
                </a:lnTo>
                <a:lnTo>
                  <a:pt x="504825" y="438150"/>
                </a:lnTo>
                <a:lnTo>
                  <a:pt x="485775" y="438150"/>
                </a:lnTo>
                <a:lnTo>
                  <a:pt x="485775" y="457200"/>
                </a:lnTo>
                <a:lnTo>
                  <a:pt x="495300" y="457200"/>
                </a:lnTo>
                <a:lnTo>
                  <a:pt x="495300" y="466725"/>
                </a:lnTo>
                <a:lnTo>
                  <a:pt x="485775" y="466725"/>
                </a:lnTo>
                <a:lnTo>
                  <a:pt x="485775" y="485775"/>
                </a:lnTo>
                <a:lnTo>
                  <a:pt x="476250" y="485775"/>
                </a:lnTo>
                <a:lnTo>
                  <a:pt x="476250" y="504825"/>
                </a:lnTo>
                <a:lnTo>
                  <a:pt x="466725" y="504825"/>
                </a:lnTo>
                <a:lnTo>
                  <a:pt x="466725" y="523875"/>
                </a:lnTo>
                <a:lnTo>
                  <a:pt x="457200" y="523875"/>
                </a:lnTo>
                <a:lnTo>
                  <a:pt x="457200" y="542925"/>
                </a:lnTo>
                <a:lnTo>
                  <a:pt x="447675" y="542925"/>
                </a:lnTo>
                <a:lnTo>
                  <a:pt x="447675" y="552450"/>
                </a:lnTo>
                <a:lnTo>
                  <a:pt x="438150" y="552450"/>
                </a:lnTo>
                <a:lnTo>
                  <a:pt x="438150" y="561975"/>
                </a:lnTo>
                <a:lnTo>
                  <a:pt x="428625" y="561975"/>
                </a:lnTo>
                <a:lnTo>
                  <a:pt x="428625" y="542925"/>
                </a:lnTo>
                <a:lnTo>
                  <a:pt x="438150" y="542925"/>
                </a:lnTo>
                <a:lnTo>
                  <a:pt x="438150" y="533400"/>
                </a:lnTo>
                <a:lnTo>
                  <a:pt x="447675" y="533400"/>
                </a:lnTo>
                <a:lnTo>
                  <a:pt x="447675" y="514350"/>
                </a:lnTo>
                <a:lnTo>
                  <a:pt x="457200" y="514350"/>
                </a:lnTo>
                <a:lnTo>
                  <a:pt x="457200" y="495300"/>
                </a:lnTo>
                <a:lnTo>
                  <a:pt x="466725" y="495300"/>
                </a:lnTo>
                <a:lnTo>
                  <a:pt x="466725" y="400050"/>
                </a:lnTo>
                <a:lnTo>
                  <a:pt x="457200" y="400050"/>
                </a:lnTo>
                <a:lnTo>
                  <a:pt x="457200" y="390525"/>
                </a:lnTo>
                <a:lnTo>
                  <a:pt x="466725" y="390525"/>
                </a:lnTo>
                <a:lnTo>
                  <a:pt x="466725" y="381000"/>
                </a:lnTo>
                <a:lnTo>
                  <a:pt x="485775" y="381000"/>
                </a:lnTo>
                <a:lnTo>
                  <a:pt x="485775" y="361950"/>
                </a:lnTo>
                <a:lnTo>
                  <a:pt x="495300" y="361950"/>
                </a:lnTo>
                <a:lnTo>
                  <a:pt x="495300" y="323850"/>
                </a:lnTo>
                <a:lnTo>
                  <a:pt x="504825" y="323850"/>
                </a:lnTo>
                <a:lnTo>
                  <a:pt x="504825" y="285750"/>
                </a:lnTo>
                <a:lnTo>
                  <a:pt x="495300" y="285750"/>
                </a:lnTo>
                <a:lnTo>
                  <a:pt x="495300" y="228600"/>
                </a:lnTo>
                <a:lnTo>
                  <a:pt x="485775" y="228600"/>
                </a:lnTo>
                <a:lnTo>
                  <a:pt x="485775" y="200025"/>
                </a:lnTo>
                <a:lnTo>
                  <a:pt x="476250" y="200025"/>
                </a:lnTo>
                <a:lnTo>
                  <a:pt x="476250" y="180975"/>
                </a:lnTo>
                <a:lnTo>
                  <a:pt x="466725" y="180975"/>
                </a:lnTo>
                <a:lnTo>
                  <a:pt x="466725" y="161925"/>
                </a:lnTo>
                <a:lnTo>
                  <a:pt x="457200" y="161925"/>
                </a:lnTo>
                <a:lnTo>
                  <a:pt x="457200" y="142875"/>
                </a:lnTo>
                <a:lnTo>
                  <a:pt x="447675" y="142875"/>
                </a:lnTo>
                <a:lnTo>
                  <a:pt x="447675" y="133350"/>
                </a:lnTo>
                <a:lnTo>
                  <a:pt x="438150" y="133350"/>
                </a:lnTo>
                <a:lnTo>
                  <a:pt x="438150" y="114300"/>
                </a:lnTo>
                <a:lnTo>
                  <a:pt x="428625" y="114300"/>
                </a:lnTo>
                <a:lnTo>
                  <a:pt x="428625" y="104775"/>
                </a:lnTo>
                <a:lnTo>
                  <a:pt x="419100" y="104775"/>
                </a:lnTo>
                <a:lnTo>
                  <a:pt x="419100" y="95250"/>
                </a:lnTo>
                <a:lnTo>
                  <a:pt x="409575" y="95250"/>
                </a:lnTo>
                <a:lnTo>
                  <a:pt x="409575" y="76200"/>
                </a:lnTo>
                <a:lnTo>
                  <a:pt x="400050" y="76200"/>
                </a:lnTo>
                <a:lnTo>
                  <a:pt x="400050" y="66675"/>
                </a:lnTo>
                <a:lnTo>
                  <a:pt x="390525" y="66675"/>
                </a:lnTo>
                <a:lnTo>
                  <a:pt x="390525" y="57150"/>
                </a:lnTo>
                <a:lnTo>
                  <a:pt x="381000" y="57150"/>
                </a:lnTo>
                <a:lnTo>
                  <a:pt x="381000" y="47625"/>
                </a:lnTo>
                <a:lnTo>
                  <a:pt x="371475" y="47625"/>
                </a:lnTo>
                <a:lnTo>
                  <a:pt x="371475" y="38100"/>
                </a:lnTo>
                <a:lnTo>
                  <a:pt x="361950" y="38100"/>
                </a:lnTo>
                <a:lnTo>
                  <a:pt x="361950" y="28575"/>
                </a:lnTo>
                <a:lnTo>
                  <a:pt x="342900" y="28575"/>
                </a:lnTo>
                <a:lnTo>
                  <a:pt x="342900" y="19050"/>
                </a:lnTo>
                <a:lnTo>
                  <a:pt x="323850" y="19050"/>
                </a:lnTo>
                <a:lnTo>
                  <a:pt x="323850" y="9525"/>
                </a:lnTo>
                <a:lnTo>
                  <a:pt x="314325" y="9525"/>
                </a:lnTo>
                <a:close/>
                <a:moveTo>
                  <a:pt x="1524000" y="0"/>
                </a:moveTo>
                <a:lnTo>
                  <a:pt x="1552575" y="0"/>
                </a:lnTo>
                <a:lnTo>
                  <a:pt x="1552575" y="9525"/>
                </a:lnTo>
                <a:lnTo>
                  <a:pt x="1543050" y="9525"/>
                </a:lnTo>
                <a:lnTo>
                  <a:pt x="1543050" y="19050"/>
                </a:lnTo>
                <a:lnTo>
                  <a:pt x="1533525" y="19050"/>
                </a:lnTo>
                <a:lnTo>
                  <a:pt x="1533525" y="28575"/>
                </a:lnTo>
                <a:lnTo>
                  <a:pt x="1524000" y="28575"/>
                </a:lnTo>
                <a:lnTo>
                  <a:pt x="1524000" y="38100"/>
                </a:lnTo>
                <a:lnTo>
                  <a:pt x="1514475" y="38100"/>
                </a:lnTo>
                <a:lnTo>
                  <a:pt x="1514475" y="47625"/>
                </a:lnTo>
                <a:lnTo>
                  <a:pt x="1504950" y="47625"/>
                </a:lnTo>
                <a:lnTo>
                  <a:pt x="1504950" y="57150"/>
                </a:lnTo>
                <a:lnTo>
                  <a:pt x="1495425" y="57150"/>
                </a:lnTo>
                <a:lnTo>
                  <a:pt x="1495425" y="66675"/>
                </a:lnTo>
                <a:lnTo>
                  <a:pt x="1485900" y="66675"/>
                </a:lnTo>
                <a:lnTo>
                  <a:pt x="1485900" y="85725"/>
                </a:lnTo>
                <a:lnTo>
                  <a:pt x="1476375" y="85725"/>
                </a:lnTo>
                <a:lnTo>
                  <a:pt x="1476375" y="95250"/>
                </a:lnTo>
                <a:lnTo>
                  <a:pt x="1466850" y="95250"/>
                </a:lnTo>
                <a:lnTo>
                  <a:pt x="1466850" y="114300"/>
                </a:lnTo>
                <a:lnTo>
                  <a:pt x="1447800" y="114300"/>
                </a:lnTo>
                <a:lnTo>
                  <a:pt x="1447800" y="123825"/>
                </a:lnTo>
                <a:lnTo>
                  <a:pt x="1457325" y="123825"/>
                </a:lnTo>
                <a:lnTo>
                  <a:pt x="1457325" y="133350"/>
                </a:lnTo>
                <a:lnTo>
                  <a:pt x="1466850" y="133350"/>
                </a:lnTo>
                <a:lnTo>
                  <a:pt x="1466850" y="161925"/>
                </a:lnTo>
                <a:lnTo>
                  <a:pt x="1447800" y="161925"/>
                </a:lnTo>
                <a:lnTo>
                  <a:pt x="1447800" y="171450"/>
                </a:lnTo>
                <a:lnTo>
                  <a:pt x="1428750" y="171450"/>
                </a:lnTo>
                <a:lnTo>
                  <a:pt x="1428750" y="180975"/>
                </a:lnTo>
                <a:lnTo>
                  <a:pt x="1419225" y="180975"/>
                </a:lnTo>
                <a:lnTo>
                  <a:pt x="1419225" y="190500"/>
                </a:lnTo>
                <a:lnTo>
                  <a:pt x="1428750" y="190500"/>
                </a:lnTo>
                <a:lnTo>
                  <a:pt x="1428750" y="200025"/>
                </a:lnTo>
                <a:lnTo>
                  <a:pt x="1419225" y="200025"/>
                </a:lnTo>
                <a:lnTo>
                  <a:pt x="1419225" y="209550"/>
                </a:lnTo>
                <a:lnTo>
                  <a:pt x="1400175" y="209550"/>
                </a:lnTo>
                <a:lnTo>
                  <a:pt x="1400175" y="238125"/>
                </a:lnTo>
                <a:lnTo>
                  <a:pt x="1390650" y="238125"/>
                </a:lnTo>
                <a:lnTo>
                  <a:pt x="1390650" y="257175"/>
                </a:lnTo>
                <a:lnTo>
                  <a:pt x="1381125" y="257175"/>
                </a:lnTo>
                <a:lnTo>
                  <a:pt x="1381125" y="295275"/>
                </a:lnTo>
                <a:lnTo>
                  <a:pt x="1371600" y="295275"/>
                </a:lnTo>
                <a:lnTo>
                  <a:pt x="1371600" y="352425"/>
                </a:lnTo>
                <a:lnTo>
                  <a:pt x="1381125" y="352425"/>
                </a:lnTo>
                <a:lnTo>
                  <a:pt x="1381125" y="428625"/>
                </a:lnTo>
                <a:lnTo>
                  <a:pt x="1390650" y="428625"/>
                </a:lnTo>
                <a:lnTo>
                  <a:pt x="1390650" y="447675"/>
                </a:lnTo>
                <a:lnTo>
                  <a:pt x="1409700" y="447675"/>
                </a:lnTo>
                <a:lnTo>
                  <a:pt x="1409700" y="466725"/>
                </a:lnTo>
                <a:lnTo>
                  <a:pt x="1419225" y="466725"/>
                </a:lnTo>
                <a:lnTo>
                  <a:pt x="1419225" y="485775"/>
                </a:lnTo>
                <a:lnTo>
                  <a:pt x="1428750" y="485775"/>
                </a:lnTo>
                <a:lnTo>
                  <a:pt x="1428750" y="495300"/>
                </a:lnTo>
                <a:lnTo>
                  <a:pt x="1438275" y="495300"/>
                </a:lnTo>
                <a:lnTo>
                  <a:pt x="1438275" y="504825"/>
                </a:lnTo>
                <a:lnTo>
                  <a:pt x="1447800" y="504825"/>
                </a:lnTo>
                <a:lnTo>
                  <a:pt x="1447800" y="523875"/>
                </a:lnTo>
                <a:lnTo>
                  <a:pt x="1457325" y="523875"/>
                </a:lnTo>
                <a:lnTo>
                  <a:pt x="1457325" y="552450"/>
                </a:lnTo>
                <a:lnTo>
                  <a:pt x="1466850" y="552450"/>
                </a:lnTo>
                <a:lnTo>
                  <a:pt x="1466850" y="571500"/>
                </a:lnTo>
                <a:lnTo>
                  <a:pt x="1476375" y="571500"/>
                </a:lnTo>
                <a:lnTo>
                  <a:pt x="1476375" y="590550"/>
                </a:lnTo>
                <a:lnTo>
                  <a:pt x="1485900" y="590550"/>
                </a:lnTo>
                <a:lnTo>
                  <a:pt x="1485900" y="600075"/>
                </a:lnTo>
                <a:lnTo>
                  <a:pt x="1495425" y="600075"/>
                </a:lnTo>
                <a:lnTo>
                  <a:pt x="1495425" y="609600"/>
                </a:lnTo>
                <a:lnTo>
                  <a:pt x="1476375" y="609600"/>
                </a:lnTo>
                <a:lnTo>
                  <a:pt x="1476375" y="600075"/>
                </a:lnTo>
                <a:lnTo>
                  <a:pt x="1466850" y="600075"/>
                </a:lnTo>
                <a:lnTo>
                  <a:pt x="1466850" y="590550"/>
                </a:lnTo>
                <a:lnTo>
                  <a:pt x="1457325" y="590550"/>
                </a:lnTo>
                <a:lnTo>
                  <a:pt x="1457325" y="581025"/>
                </a:lnTo>
                <a:lnTo>
                  <a:pt x="1447800" y="581025"/>
                </a:lnTo>
                <a:lnTo>
                  <a:pt x="1447800" y="542925"/>
                </a:lnTo>
                <a:lnTo>
                  <a:pt x="1438275" y="542925"/>
                </a:lnTo>
                <a:lnTo>
                  <a:pt x="1438275" y="523875"/>
                </a:lnTo>
                <a:lnTo>
                  <a:pt x="1419225" y="523875"/>
                </a:lnTo>
                <a:lnTo>
                  <a:pt x="1419225" y="514350"/>
                </a:lnTo>
                <a:lnTo>
                  <a:pt x="1400175" y="514350"/>
                </a:lnTo>
                <a:lnTo>
                  <a:pt x="1400175" y="504825"/>
                </a:lnTo>
                <a:lnTo>
                  <a:pt x="1409700" y="504825"/>
                </a:lnTo>
                <a:lnTo>
                  <a:pt x="1409700" y="495300"/>
                </a:lnTo>
                <a:lnTo>
                  <a:pt x="1390650" y="495300"/>
                </a:lnTo>
                <a:lnTo>
                  <a:pt x="1390650" y="457200"/>
                </a:lnTo>
                <a:lnTo>
                  <a:pt x="1381125" y="457200"/>
                </a:lnTo>
                <a:lnTo>
                  <a:pt x="1381125" y="447675"/>
                </a:lnTo>
                <a:lnTo>
                  <a:pt x="1371600" y="447675"/>
                </a:lnTo>
                <a:lnTo>
                  <a:pt x="1371600" y="400050"/>
                </a:lnTo>
                <a:lnTo>
                  <a:pt x="1362075" y="400050"/>
                </a:lnTo>
                <a:lnTo>
                  <a:pt x="1362075" y="247650"/>
                </a:lnTo>
                <a:lnTo>
                  <a:pt x="1381125" y="247650"/>
                </a:lnTo>
                <a:lnTo>
                  <a:pt x="1381125" y="228600"/>
                </a:lnTo>
                <a:lnTo>
                  <a:pt x="1371600" y="228600"/>
                </a:lnTo>
                <a:lnTo>
                  <a:pt x="1371600" y="209550"/>
                </a:lnTo>
                <a:lnTo>
                  <a:pt x="1381125" y="209550"/>
                </a:lnTo>
                <a:lnTo>
                  <a:pt x="1381125" y="200025"/>
                </a:lnTo>
                <a:lnTo>
                  <a:pt x="1390650" y="200025"/>
                </a:lnTo>
                <a:lnTo>
                  <a:pt x="1390650" y="190500"/>
                </a:lnTo>
                <a:lnTo>
                  <a:pt x="1400175" y="190500"/>
                </a:lnTo>
                <a:lnTo>
                  <a:pt x="1400175" y="161925"/>
                </a:lnTo>
                <a:lnTo>
                  <a:pt x="1409700" y="161925"/>
                </a:lnTo>
                <a:lnTo>
                  <a:pt x="1409700" y="152400"/>
                </a:lnTo>
                <a:lnTo>
                  <a:pt x="1419225" y="152400"/>
                </a:lnTo>
                <a:lnTo>
                  <a:pt x="1419225" y="123825"/>
                </a:lnTo>
                <a:lnTo>
                  <a:pt x="1428750" y="123825"/>
                </a:lnTo>
                <a:lnTo>
                  <a:pt x="1428750" y="114300"/>
                </a:lnTo>
                <a:lnTo>
                  <a:pt x="1438275" y="114300"/>
                </a:lnTo>
                <a:lnTo>
                  <a:pt x="1438275" y="85725"/>
                </a:lnTo>
                <a:lnTo>
                  <a:pt x="1447800" y="85725"/>
                </a:lnTo>
                <a:lnTo>
                  <a:pt x="1447800" y="76200"/>
                </a:lnTo>
                <a:lnTo>
                  <a:pt x="1466850" y="76200"/>
                </a:lnTo>
                <a:lnTo>
                  <a:pt x="1466850" y="66675"/>
                </a:lnTo>
                <a:lnTo>
                  <a:pt x="1476375" y="66675"/>
                </a:lnTo>
                <a:lnTo>
                  <a:pt x="1476375" y="57150"/>
                </a:lnTo>
                <a:lnTo>
                  <a:pt x="1485900" y="57150"/>
                </a:lnTo>
                <a:lnTo>
                  <a:pt x="1485900" y="47625"/>
                </a:lnTo>
                <a:lnTo>
                  <a:pt x="1495425" y="47625"/>
                </a:lnTo>
                <a:lnTo>
                  <a:pt x="1495425" y="38100"/>
                </a:lnTo>
                <a:lnTo>
                  <a:pt x="1504950" y="38100"/>
                </a:lnTo>
                <a:lnTo>
                  <a:pt x="1504950" y="28575"/>
                </a:lnTo>
                <a:lnTo>
                  <a:pt x="1514475" y="28575"/>
                </a:lnTo>
                <a:lnTo>
                  <a:pt x="1514475" y="9525"/>
                </a:lnTo>
                <a:lnTo>
                  <a:pt x="1524000" y="9525"/>
                </a:lnTo>
                <a:close/>
                <a:moveTo>
                  <a:pt x="1733550" y="114300"/>
                </a:moveTo>
                <a:lnTo>
                  <a:pt x="1752600" y="114300"/>
                </a:lnTo>
                <a:lnTo>
                  <a:pt x="1752600" y="123825"/>
                </a:lnTo>
                <a:lnTo>
                  <a:pt x="1733550" y="123825"/>
                </a:lnTo>
                <a:close/>
                <a:moveTo>
                  <a:pt x="0" y="133350"/>
                </a:moveTo>
                <a:lnTo>
                  <a:pt x="9525" y="133350"/>
                </a:lnTo>
                <a:lnTo>
                  <a:pt x="9525" y="142875"/>
                </a:lnTo>
                <a:lnTo>
                  <a:pt x="19050" y="142875"/>
                </a:lnTo>
                <a:lnTo>
                  <a:pt x="19050" y="152400"/>
                </a:lnTo>
                <a:lnTo>
                  <a:pt x="28575" y="152400"/>
                </a:lnTo>
                <a:lnTo>
                  <a:pt x="28575" y="171450"/>
                </a:lnTo>
                <a:lnTo>
                  <a:pt x="38100" y="171450"/>
                </a:lnTo>
                <a:lnTo>
                  <a:pt x="38100" y="180975"/>
                </a:lnTo>
                <a:lnTo>
                  <a:pt x="47625" y="180975"/>
                </a:lnTo>
                <a:lnTo>
                  <a:pt x="47625" y="190500"/>
                </a:lnTo>
                <a:lnTo>
                  <a:pt x="85725" y="190500"/>
                </a:lnTo>
                <a:lnTo>
                  <a:pt x="85725" y="200025"/>
                </a:lnTo>
                <a:lnTo>
                  <a:pt x="76200" y="200025"/>
                </a:lnTo>
                <a:lnTo>
                  <a:pt x="76200" y="209550"/>
                </a:lnTo>
                <a:lnTo>
                  <a:pt x="66675" y="209550"/>
                </a:lnTo>
                <a:lnTo>
                  <a:pt x="66675" y="200025"/>
                </a:lnTo>
                <a:lnTo>
                  <a:pt x="57150" y="200025"/>
                </a:lnTo>
                <a:lnTo>
                  <a:pt x="57150" y="209550"/>
                </a:lnTo>
                <a:lnTo>
                  <a:pt x="38100" y="209550"/>
                </a:lnTo>
                <a:lnTo>
                  <a:pt x="38100" y="200025"/>
                </a:lnTo>
                <a:lnTo>
                  <a:pt x="28575" y="200025"/>
                </a:lnTo>
                <a:lnTo>
                  <a:pt x="28575" y="190500"/>
                </a:lnTo>
                <a:lnTo>
                  <a:pt x="19050" y="190500"/>
                </a:lnTo>
                <a:lnTo>
                  <a:pt x="19050" y="200025"/>
                </a:lnTo>
                <a:lnTo>
                  <a:pt x="9525" y="200025"/>
                </a:lnTo>
                <a:lnTo>
                  <a:pt x="9525" y="190500"/>
                </a:lnTo>
                <a:lnTo>
                  <a:pt x="0" y="190500"/>
                </a:lnTo>
                <a:close/>
                <a:moveTo>
                  <a:pt x="1762125" y="133350"/>
                </a:moveTo>
                <a:lnTo>
                  <a:pt x="1771650" y="133350"/>
                </a:lnTo>
                <a:lnTo>
                  <a:pt x="1771650" y="142875"/>
                </a:lnTo>
                <a:lnTo>
                  <a:pt x="1762125" y="142875"/>
                </a:lnTo>
                <a:close/>
                <a:moveTo>
                  <a:pt x="1866900" y="133350"/>
                </a:moveTo>
                <a:lnTo>
                  <a:pt x="1885950" y="133350"/>
                </a:lnTo>
                <a:lnTo>
                  <a:pt x="1885950" y="142875"/>
                </a:lnTo>
                <a:lnTo>
                  <a:pt x="1895475" y="142875"/>
                </a:lnTo>
                <a:lnTo>
                  <a:pt x="1895475" y="133350"/>
                </a:lnTo>
                <a:lnTo>
                  <a:pt x="1924050" y="133350"/>
                </a:lnTo>
                <a:lnTo>
                  <a:pt x="1924050" y="142875"/>
                </a:lnTo>
                <a:lnTo>
                  <a:pt x="1933575" y="142875"/>
                </a:lnTo>
                <a:lnTo>
                  <a:pt x="1933575" y="133350"/>
                </a:lnTo>
                <a:lnTo>
                  <a:pt x="1952625" y="133350"/>
                </a:lnTo>
                <a:lnTo>
                  <a:pt x="1952625" y="161925"/>
                </a:lnTo>
                <a:lnTo>
                  <a:pt x="1943100" y="161925"/>
                </a:lnTo>
                <a:lnTo>
                  <a:pt x="1943100" y="171450"/>
                </a:lnTo>
                <a:lnTo>
                  <a:pt x="1933575" y="171450"/>
                </a:lnTo>
                <a:lnTo>
                  <a:pt x="1933575" y="180975"/>
                </a:lnTo>
                <a:lnTo>
                  <a:pt x="1924050" y="180975"/>
                </a:lnTo>
                <a:lnTo>
                  <a:pt x="1924050" y="190500"/>
                </a:lnTo>
                <a:lnTo>
                  <a:pt x="1895475" y="190500"/>
                </a:lnTo>
                <a:lnTo>
                  <a:pt x="1895475" y="180975"/>
                </a:lnTo>
                <a:lnTo>
                  <a:pt x="1885950" y="180975"/>
                </a:lnTo>
                <a:lnTo>
                  <a:pt x="1885950" y="171450"/>
                </a:lnTo>
                <a:lnTo>
                  <a:pt x="1876425" y="171450"/>
                </a:lnTo>
                <a:lnTo>
                  <a:pt x="1876425" y="180975"/>
                </a:lnTo>
                <a:lnTo>
                  <a:pt x="1866900" y="180975"/>
                </a:lnTo>
                <a:lnTo>
                  <a:pt x="1866900" y="190500"/>
                </a:lnTo>
                <a:lnTo>
                  <a:pt x="1857375" y="190500"/>
                </a:lnTo>
                <a:lnTo>
                  <a:pt x="1857375" y="219075"/>
                </a:lnTo>
                <a:lnTo>
                  <a:pt x="1847850" y="219075"/>
                </a:lnTo>
                <a:lnTo>
                  <a:pt x="1847850" y="209550"/>
                </a:lnTo>
                <a:lnTo>
                  <a:pt x="1838325" y="209550"/>
                </a:lnTo>
                <a:lnTo>
                  <a:pt x="1838325" y="200025"/>
                </a:lnTo>
                <a:lnTo>
                  <a:pt x="1847850" y="200025"/>
                </a:lnTo>
                <a:lnTo>
                  <a:pt x="1847850" y="171450"/>
                </a:lnTo>
                <a:lnTo>
                  <a:pt x="1857375" y="171450"/>
                </a:lnTo>
                <a:lnTo>
                  <a:pt x="1857375" y="152400"/>
                </a:lnTo>
                <a:lnTo>
                  <a:pt x="1866900" y="152400"/>
                </a:lnTo>
                <a:close/>
                <a:moveTo>
                  <a:pt x="1981200" y="133350"/>
                </a:moveTo>
                <a:lnTo>
                  <a:pt x="2019300" y="133350"/>
                </a:lnTo>
                <a:lnTo>
                  <a:pt x="2019300" y="142875"/>
                </a:lnTo>
                <a:lnTo>
                  <a:pt x="2028825" y="142875"/>
                </a:lnTo>
                <a:lnTo>
                  <a:pt x="2028825" y="152400"/>
                </a:lnTo>
                <a:lnTo>
                  <a:pt x="2047875" y="152400"/>
                </a:lnTo>
                <a:lnTo>
                  <a:pt x="2047875" y="161925"/>
                </a:lnTo>
                <a:lnTo>
                  <a:pt x="2066925" y="161925"/>
                </a:lnTo>
                <a:lnTo>
                  <a:pt x="2066925" y="171450"/>
                </a:lnTo>
                <a:lnTo>
                  <a:pt x="2028825" y="171450"/>
                </a:lnTo>
                <a:lnTo>
                  <a:pt x="2028825" y="180975"/>
                </a:lnTo>
                <a:lnTo>
                  <a:pt x="2019300" y="180975"/>
                </a:lnTo>
                <a:lnTo>
                  <a:pt x="2019300" y="190500"/>
                </a:lnTo>
                <a:lnTo>
                  <a:pt x="1990725" y="190500"/>
                </a:lnTo>
                <a:lnTo>
                  <a:pt x="1990725" y="180975"/>
                </a:lnTo>
                <a:lnTo>
                  <a:pt x="1971675" y="180975"/>
                </a:lnTo>
                <a:lnTo>
                  <a:pt x="1971675" y="152400"/>
                </a:lnTo>
                <a:lnTo>
                  <a:pt x="1981200" y="152400"/>
                </a:lnTo>
                <a:close/>
                <a:moveTo>
                  <a:pt x="1476375" y="152400"/>
                </a:moveTo>
                <a:lnTo>
                  <a:pt x="1495425" y="152400"/>
                </a:lnTo>
                <a:lnTo>
                  <a:pt x="1495425" y="171450"/>
                </a:lnTo>
                <a:lnTo>
                  <a:pt x="1485900" y="171450"/>
                </a:lnTo>
                <a:lnTo>
                  <a:pt x="1485900" y="161925"/>
                </a:lnTo>
                <a:lnTo>
                  <a:pt x="1476375" y="161925"/>
                </a:lnTo>
                <a:close/>
                <a:moveTo>
                  <a:pt x="1981200" y="171450"/>
                </a:moveTo>
                <a:lnTo>
                  <a:pt x="1990725" y="171450"/>
                </a:lnTo>
                <a:lnTo>
                  <a:pt x="1990725" y="152400"/>
                </a:lnTo>
                <a:lnTo>
                  <a:pt x="1981200" y="152400"/>
                </a:lnTo>
                <a:close/>
                <a:moveTo>
                  <a:pt x="171450" y="190500"/>
                </a:moveTo>
                <a:lnTo>
                  <a:pt x="180975" y="190500"/>
                </a:lnTo>
                <a:lnTo>
                  <a:pt x="180975" y="209550"/>
                </a:lnTo>
                <a:lnTo>
                  <a:pt x="171450" y="209550"/>
                </a:lnTo>
                <a:lnTo>
                  <a:pt x="171450" y="219075"/>
                </a:lnTo>
                <a:lnTo>
                  <a:pt x="161925" y="219075"/>
                </a:lnTo>
                <a:lnTo>
                  <a:pt x="161925" y="209550"/>
                </a:lnTo>
                <a:lnTo>
                  <a:pt x="152400" y="209550"/>
                </a:lnTo>
                <a:lnTo>
                  <a:pt x="152400" y="200025"/>
                </a:lnTo>
                <a:lnTo>
                  <a:pt x="171450" y="200025"/>
                </a:lnTo>
                <a:close/>
                <a:moveTo>
                  <a:pt x="1914525" y="200025"/>
                </a:moveTo>
                <a:lnTo>
                  <a:pt x="1924050" y="200025"/>
                </a:lnTo>
                <a:lnTo>
                  <a:pt x="1924050" y="209550"/>
                </a:lnTo>
                <a:lnTo>
                  <a:pt x="1933575" y="209550"/>
                </a:lnTo>
                <a:lnTo>
                  <a:pt x="1933575" y="228600"/>
                </a:lnTo>
                <a:lnTo>
                  <a:pt x="1924050" y="228600"/>
                </a:lnTo>
                <a:lnTo>
                  <a:pt x="1924050" y="238125"/>
                </a:lnTo>
                <a:lnTo>
                  <a:pt x="1914525" y="238125"/>
                </a:lnTo>
                <a:lnTo>
                  <a:pt x="1914525" y="276225"/>
                </a:lnTo>
                <a:lnTo>
                  <a:pt x="1895475" y="276225"/>
                </a:lnTo>
                <a:lnTo>
                  <a:pt x="1895475" y="219075"/>
                </a:lnTo>
                <a:lnTo>
                  <a:pt x="1914525" y="219075"/>
                </a:lnTo>
                <a:close/>
                <a:moveTo>
                  <a:pt x="1943100" y="200025"/>
                </a:moveTo>
                <a:lnTo>
                  <a:pt x="1952625" y="200025"/>
                </a:lnTo>
                <a:lnTo>
                  <a:pt x="1952625" y="219075"/>
                </a:lnTo>
                <a:lnTo>
                  <a:pt x="1943100" y="219075"/>
                </a:lnTo>
                <a:close/>
                <a:moveTo>
                  <a:pt x="1962150" y="200025"/>
                </a:moveTo>
                <a:lnTo>
                  <a:pt x="1971675" y="200025"/>
                </a:lnTo>
                <a:lnTo>
                  <a:pt x="1971675" y="209550"/>
                </a:lnTo>
                <a:lnTo>
                  <a:pt x="1962150" y="209550"/>
                </a:lnTo>
                <a:close/>
                <a:moveTo>
                  <a:pt x="2057400" y="200025"/>
                </a:moveTo>
                <a:lnTo>
                  <a:pt x="2076450" y="200025"/>
                </a:lnTo>
                <a:lnTo>
                  <a:pt x="2076450" y="209550"/>
                </a:lnTo>
                <a:lnTo>
                  <a:pt x="2066925" y="209550"/>
                </a:lnTo>
                <a:lnTo>
                  <a:pt x="2066925" y="219075"/>
                </a:lnTo>
                <a:lnTo>
                  <a:pt x="2076450" y="219075"/>
                </a:lnTo>
                <a:lnTo>
                  <a:pt x="2076450" y="276225"/>
                </a:lnTo>
                <a:lnTo>
                  <a:pt x="2085975" y="276225"/>
                </a:lnTo>
                <a:lnTo>
                  <a:pt x="2085975" y="304800"/>
                </a:lnTo>
                <a:lnTo>
                  <a:pt x="2019300" y="304800"/>
                </a:lnTo>
                <a:lnTo>
                  <a:pt x="2019300" y="295275"/>
                </a:lnTo>
                <a:lnTo>
                  <a:pt x="2000250" y="295275"/>
                </a:lnTo>
                <a:lnTo>
                  <a:pt x="2000250" y="276225"/>
                </a:lnTo>
                <a:lnTo>
                  <a:pt x="2009775" y="276225"/>
                </a:lnTo>
                <a:lnTo>
                  <a:pt x="2009775" y="266700"/>
                </a:lnTo>
                <a:lnTo>
                  <a:pt x="2000250" y="266700"/>
                </a:lnTo>
                <a:lnTo>
                  <a:pt x="2000250" y="257175"/>
                </a:lnTo>
                <a:lnTo>
                  <a:pt x="2019300" y="257175"/>
                </a:lnTo>
                <a:lnTo>
                  <a:pt x="2019300" y="276225"/>
                </a:lnTo>
                <a:lnTo>
                  <a:pt x="2028825" y="276225"/>
                </a:lnTo>
                <a:lnTo>
                  <a:pt x="2028825" y="285750"/>
                </a:lnTo>
                <a:lnTo>
                  <a:pt x="2038350" y="285750"/>
                </a:lnTo>
                <a:lnTo>
                  <a:pt x="2038350" y="276225"/>
                </a:lnTo>
                <a:lnTo>
                  <a:pt x="2047875" y="276225"/>
                </a:lnTo>
                <a:lnTo>
                  <a:pt x="2047875" y="209550"/>
                </a:lnTo>
                <a:lnTo>
                  <a:pt x="2057400" y="209550"/>
                </a:lnTo>
                <a:close/>
                <a:moveTo>
                  <a:pt x="142875" y="209550"/>
                </a:moveTo>
                <a:lnTo>
                  <a:pt x="152400" y="209550"/>
                </a:lnTo>
                <a:lnTo>
                  <a:pt x="152400" y="219075"/>
                </a:lnTo>
                <a:lnTo>
                  <a:pt x="142875" y="219075"/>
                </a:lnTo>
                <a:close/>
                <a:moveTo>
                  <a:pt x="266700" y="209550"/>
                </a:moveTo>
                <a:lnTo>
                  <a:pt x="276225" y="209550"/>
                </a:lnTo>
                <a:lnTo>
                  <a:pt x="276225" y="219075"/>
                </a:lnTo>
                <a:lnTo>
                  <a:pt x="266700" y="219075"/>
                </a:lnTo>
                <a:close/>
                <a:moveTo>
                  <a:pt x="19050" y="219075"/>
                </a:moveTo>
                <a:lnTo>
                  <a:pt x="28575" y="219075"/>
                </a:lnTo>
                <a:lnTo>
                  <a:pt x="28575" y="228600"/>
                </a:lnTo>
                <a:lnTo>
                  <a:pt x="47625" y="228600"/>
                </a:lnTo>
                <a:lnTo>
                  <a:pt x="47625" y="219075"/>
                </a:lnTo>
                <a:lnTo>
                  <a:pt x="57150" y="219075"/>
                </a:lnTo>
                <a:lnTo>
                  <a:pt x="57150" y="228600"/>
                </a:lnTo>
                <a:lnTo>
                  <a:pt x="66675" y="228600"/>
                </a:lnTo>
                <a:lnTo>
                  <a:pt x="66675" y="238125"/>
                </a:lnTo>
                <a:lnTo>
                  <a:pt x="76200" y="238125"/>
                </a:lnTo>
                <a:lnTo>
                  <a:pt x="76200" y="247650"/>
                </a:lnTo>
                <a:lnTo>
                  <a:pt x="95250" y="247650"/>
                </a:lnTo>
                <a:lnTo>
                  <a:pt x="95250" y="257175"/>
                </a:lnTo>
                <a:lnTo>
                  <a:pt x="76200" y="257175"/>
                </a:lnTo>
                <a:lnTo>
                  <a:pt x="76200" y="276225"/>
                </a:lnTo>
                <a:lnTo>
                  <a:pt x="85725" y="276225"/>
                </a:lnTo>
                <a:lnTo>
                  <a:pt x="85725" y="285750"/>
                </a:lnTo>
                <a:lnTo>
                  <a:pt x="123825" y="285750"/>
                </a:lnTo>
                <a:lnTo>
                  <a:pt x="123825" y="304800"/>
                </a:lnTo>
                <a:lnTo>
                  <a:pt x="133350" y="304800"/>
                </a:lnTo>
                <a:lnTo>
                  <a:pt x="133350" y="285750"/>
                </a:lnTo>
                <a:lnTo>
                  <a:pt x="152400" y="285750"/>
                </a:lnTo>
                <a:lnTo>
                  <a:pt x="152400" y="276225"/>
                </a:lnTo>
                <a:lnTo>
                  <a:pt x="180975" y="276225"/>
                </a:lnTo>
                <a:lnTo>
                  <a:pt x="180975" y="266700"/>
                </a:lnTo>
                <a:lnTo>
                  <a:pt x="190500" y="266700"/>
                </a:lnTo>
                <a:lnTo>
                  <a:pt x="190500" y="276225"/>
                </a:lnTo>
                <a:lnTo>
                  <a:pt x="200025" y="276225"/>
                </a:lnTo>
                <a:lnTo>
                  <a:pt x="200025" y="285750"/>
                </a:lnTo>
                <a:lnTo>
                  <a:pt x="228600" y="285750"/>
                </a:lnTo>
                <a:lnTo>
                  <a:pt x="228600" y="295275"/>
                </a:lnTo>
                <a:lnTo>
                  <a:pt x="219075" y="295275"/>
                </a:lnTo>
                <a:lnTo>
                  <a:pt x="219075" y="304800"/>
                </a:lnTo>
                <a:lnTo>
                  <a:pt x="238125" y="304800"/>
                </a:lnTo>
                <a:lnTo>
                  <a:pt x="238125" y="295275"/>
                </a:lnTo>
                <a:lnTo>
                  <a:pt x="247650" y="295275"/>
                </a:lnTo>
                <a:lnTo>
                  <a:pt x="247650" y="276225"/>
                </a:lnTo>
                <a:lnTo>
                  <a:pt x="257175" y="276225"/>
                </a:lnTo>
                <a:lnTo>
                  <a:pt x="257175" y="266700"/>
                </a:lnTo>
                <a:lnTo>
                  <a:pt x="266700" y="266700"/>
                </a:lnTo>
                <a:lnTo>
                  <a:pt x="266700" y="257175"/>
                </a:lnTo>
                <a:lnTo>
                  <a:pt x="257175" y="257175"/>
                </a:lnTo>
                <a:lnTo>
                  <a:pt x="257175" y="247650"/>
                </a:lnTo>
                <a:lnTo>
                  <a:pt x="266700" y="247650"/>
                </a:lnTo>
                <a:lnTo>
                  <a:pt x="266700" y="228600"/>
                </a:lnTo>
                <a:lnTo>
                  <a:pt x="276225" y="228600"/>
                </a:lnTo>
                <a:lnTo>
                  <a:pt x="276225" y="219075"/>
                </a:lnTo>
                <a:lnTo>
                  <a:pt x="295275" y="219075"/>
                </a:lnTo>
                <a:lnTo>
                  <a:pt x="295275" y="228600"/>
                </a:lnTo>
                <a:lnTo>
                  <a:pt x="304800" y="228600"/>
                </a:lnTo>
                <a:lnTo>
                  <a:pt x="304800" y="238125"/>
                </a:lnTo>
                <a:lnTo>
                  <a:pt x="314325" y="238125"/>
                </a:lnTo>
                <a:lnTo>
                  <a:pt x="314325" y="257175"/>
                </a:lnTo>
                <a:lnTo>
                  <a:pt x="304800" y="257175"/>
                </a:lnTo>
                <a:lnTo>
                  <a:pt x="304800" y="266700"/>
                </a:lnTo>
                <a:lnTo>
                  <a:pt x="295275" y="266700"/>
                </a:lnTo>
                <a:lnTo>
                  <a:pt x="295275" y="276225"/>
                </a:lnTo>
                <a:lnTo>
                  <a:pt x="285750" y="276225"/>
                </a:lnTo>
                <a:lnTo>
                  <a:pt x="285750" y="295275"/>
                </a:lnTo>
                <a:lnTo>
                  <a:pt x="276225" y="295275"/>
                </a:lnTo>
                <a:lnTo>
                  <a:pt x="276225" y="304800"/>
                </a:lnTo>
                <a:lnTo>
                  <a:pt x="247650" y="304800"/>
                </a:lnTo>
                <a:lnTo>
                  <a:pt x="247650" y="314325"/>
                </a:lnTo>
                <a:lnTo>
                  <a:pt x="228600" y="314325"/>
                </a:lnTo>
                <a:lnTo>
                  <a:pt x="228600" y="323850"/>
                </a:lnTo>
                <a:lnTo>
                  <a:pt x="209550" y="323850"/>
                </a:lnTo>
                <a:lnTo>
                  <a:pt x="209550" y="314325"/>
                </a:lnTo>
                <a:lnTo>
                  <a:pt x="114300" y="314325"/>
                </a:lnTo>
                <a:lnTo>
                  <a:pt x="114300" y="304800"/>
                </a:lnTo>
                <a:lnTo>
                  <a:pt x="85725" y="304800"/>
                </a:lnTo>
                <a:lnTo>
                  <a:pt x="85725" y="295275"/>
                </a:lnTo>
                <a:lnTo>
                  <a:pt x="76200" y="295275"/>
                </a:lnTo>
                <a:lnTo>
                  <a:pt x="76200" y="285750"/>
                </a:lnTo>
                <a:lnTo>
                  <a:pt x="66675" y="285750"/>
                </a:lnTo>
                <a:lnTo>
                  <a:pt x="66675" y="276225"/>
                </a:lnTo>
                <a:lnTo>
                  <a:pt x="47625" y="276225"/>
                </a:lnTo>
                <a:lnTo>
                  <a:pt x="47625" y="266700"/>
                </a:lnTo>
                <a:lnTo>
                  <a:pt x="38100" y="266700"/>
                </a:lnTo>
                <a:lnTo>
                  <a:pt x="38100" y="276225"/>
                </a:lnTo>
                <a:lnTo>
                  <a:pt x="28575" y="276225"/>
                </a:lnTo>
                <a:lnTo>
                  <a:pt x="28575" y="266700"/>
                </a:lnTo>
                <a:lnTo>
                  <a:pt x="19050" y="266700"/>
                </a:lnTo>
                <a:lnTo>
                  <a:pt x="19050" y="257175"/>
                </a:lnTo>
                <a:lnTo>
                  <a:pt x="9525" y="257175"/>
                </a:lnTo>
                <a:lnTo>
                  <a:pt x="9525" y="228600"/>
                </a:lnTo>
                <a:lnTo>
                  <a:pt x="19050" y="228600"/>
                </a:lnTo>
                <a:close/>
                <a:moveTo>
                  <a:pt x="76200" y="219075"/>
                </a:moveTo>
                <a:lnTo>
                  <a:pt x="85725" y="219075"/>
                </a:lnTo>
                <a:lnTo>
                  <a:pt x="85725" y="228600"/>
                </a:lnTo>
                <a:lnTo>
                  <a:pt x="76200" y="228600"/>
                </a:lnTo>
                <a:close/>
                <a:moveTo>
                  <a:pt x="85725" y="228600"/>
                </a:moveTo>
                <a:lnTo>
                  <a:pt x="95250" y="228600"/>
                </a:lnTo>
                <a:lnTo>
                  <a:pt x="95250" y="238125"/>
                </a:lnTo>
                <a:lnTo>
                  <a:pt x="85725" y="238125"/>
                </a:lnTo>
                <a:close/>
                <a:moveTo>
                  <a:pt x="161925" y="228600"/>
                </a:moveTo>
                <a:lnTo>
                  <a:pt x="171450" y="228600"/>
                </a:lnTo>
                <a:lnTo>
                  <a:pt x="171450" y="247650"/>
                </a:lnTo>
                <a:lnTo>
                  <a:pt x="180975" y="247650"/>
                </a:lnTo>
                <a:lnTo>
                  <a:pt x="180975" y="257175"/>
                </a:lnTo>
                <a:lnTo>
                  <a:pt x="161925" y="257175"/>
                </a:lnTo>
                <a:close/>
                <a:moveTo>
                  <a:pt x="1609725" y="228600"/>
                </a:moveTo>
                <a:lnTo>
                  <a:pt x="1619250" y="228600"/>
                </a:lnTo>
                <a:lnTo>
                  <a:pt x="1619250" y="238125"/>
                </a:lnTo>
                <a:lnTo>
                  <a:pt x="1609725" y="238125"/>
                </a:lnTo>
                <a:close/>
                <a:moveTo>
                  <a:pt x="1581150" y="238125"/>
                </a:moveTo>
                <a:lnTo>
                  <a:pt x="1600200" y="238125"/>
                </a:lnTo>
                <a:lnTo>
                  <a:pt x="1600200" y="257175"/>
                </a:lnTo>
                <a:lnTo>
                  <a:pt x="1590675" y="257175"/>
                </a:lnTo>
                <a:lnTo>
                  <a:pt x="1590675" y="295275"/>
                </a:lnTo>
                <a:lnTo>
                  <a:pt x="1581150" y="295275"/>
                </a:lnTo>
                <a:lnTo>
                  <a:pt x="1581150" y="276225"/>
                </a:lnTo>
                <a:lnTo>
                  <a:pt x="1571625" y="276225"/>
                </a:lnTo>
                <a:lnTo>
                  <a:pt x="1571625" y="266700"/>
                </a:lnTo>
                <a:lnTo>
                  <a:pt x="1581150" y="266700"/>
                </a:lnTo>
                <a:lnTo>
                  <a:pt x="1581150" y="257175"/>
                </a:lnTo>
                <a:lnTo>
                  <a:pt x="1571625" y="257175"/>
                </a:lnTo>
                <a:lnTo>
                  <a:pt x="1571625" y="247650"/>
                </a:lnTo>
                <a:lnTo>
                  <a:pt x="1581150" y="247650"/>
                </a:lnTo>
                <a:close/>
                <a:moveTo>
                  <a:pt x="1790700" y="238125"/>
                </a:moveTo>
                <a:lnTo>
                  <a:pt x="1800225" y="238125"/>
                </a:lnTo>
                <a:lnTo>
                  <a:pt x="1800225" y="247650"/>
                </a:lnTo>
                <a:lnTo>
                  <a:pt x="1809750" y="247650"/>
                </a:lnTo>
                <a:lnTo>
                  <a:pt x="1809750" y="266700"/>
                </a:lnTo>
                <a:lnTo>
                  <a:pt x="1790700" y="266700"/>
                </a:lnTo>
                <a:close/>
                <a:moveTo>
                  <a:pt x="1847850" y="238125"/>
                </a:moveTo>
                <a:lnTo>
                  <a:pt x="1857375" y="238125"/>
                </a:lnTo>
                <a:lnTo>
                  <a:pt x="1857375" y="247650"/>
                </a:lnTo>
                <a:lnTo>
                  <a:pt x="1866900" y="247650"/>
                </a:lnTo>
                <a:lnTo>
                  <a:pt x="1866900" y="257175"/>
                </a:lnTo>
                <a:lnTo>
                  <a:pt x="1857375" y="257175"/>
                </a:lnTo>
                <a:lnTo>
                  <a:pt x="1857375" y="266700"/>
                </a:lnTo>
                <a:lnTo>
                  <a:pt x="1847850" y="266700"/>
                </a:lnTo>
                <a:close/>
                <a:moveTo>
                  <a:pt x="1943100" y="238125"/>
                </a:moveTo>
                <a:lnTo>
                  <a:pt x="1971675" y="238125"/>
                </a:lnTo>
                <a:lnTo>
                  <a:pt x="1971675" y="247650"/>
                </a:lnTo>
                <a:lnTo>
                  <a:pt x="1943100" y="247650"/>
                </a:lnTo>
                <a:close/>
                <a:moveTo>
                  <a:pt x="123825" y="247650"/>
                </a:moveTo>
                <a:lnTo>
                  <a:pt x="133350" y="247650"/>
                </a:lnTo>
                <a:lnTo>
                  <a:pt x="133350" y="266700"/>
                </a:lnTo>
                <a:lnTo>
                  <a:pt x="123825" y="266700"/>
                </a:lnTo>
                <a:close/>
                <a:moveTo>
                  <a:pt x="1638300" y="247650"/>
                </a:moveTo>
                <a:lnTo>
                  <a:pt x="1685925" y="247650"/>
                </a:lnTo>
                <a:lnTo>
                  <a:pt x="1685925" y="257175"/>
                </a:lnTo>
                <a:lnTo>
                  <a:pt x="1695450" y="257175"/>
                </a:lnTo>
                <a:lnTo>
                  <a:pt x="1695450" y="266700"/>
                </a:lnTo>
                <a:lnTo>
                  <a:pt x="1704975" y="266700"/>
                </a:lnTo>
                <a:lnTo>
                  <a:pt x="1704975" y="276225"/>
                </a:lnTo>
                <a:lnTo>
                  <a:pt x="1714500" y="276225"/>
                </a:lnTo>
                <a:lnTo>
                  <a:pt x="1714500" y="285750"/>
                </a:lnTo>
                <a:lnTo>
                  <a:pt x="1762125" y="285750"/>
                </a:lnTo>
                <a:lnTo>
                  <a:pt x="1762125" y="304800"/>
                </a:lnTo>
                <a:lnTo>
                  <a:pt x="1743075" y="304800"/>
                </a:lnTo>
                <a:lnTo>
                  <a:pt x="1743075" y="314325"/>
                </a:lnTo>
                <a:lnTo>
                  <a:pt x="1733550" y="314325"/>
                </a:lnTo>
                <a:lnTo>
                  <a:pt x="1733550" y="323850"/>
                </a:lnTo>
                <a:lnTo>
                  <a:pt x="1704975" y="323850"/>
                </a:lnTo>
                <a:lnTo>
                  <a:pt x="1704975" y="333375"/>
                </a:lnTo>
                <a:lnTo>
                  <a:pt x="1685925" y="333375"/>
                </a:lnTo>
                <a:lnTo>
                  <a:pt x="1685925" y="342900"/>
                </a:lnTo>
                <a:lnTo>
                  <a:pt x="1676400" y="342900"/>
                </a:lnTo>
                <a:lnTo>
                  <a:pt x="1676400" y="352425"/>
                </a:lnTo>
                <a:lnTo>
                  <a:pt x="1609725" y="352425"/>
                </a:lnTo>
                <a:lnTo>
                  <a:pt x="1609725" y="342900"/>
                </a:lnTo>
                <a:lnTo>
                  <a:pt x="1600200" y="342900"/>
                </a:lnTo>
                <a:lnTo>
                  <a:pt x="1600200" y="333375"/>
                </a:lnTo>
                <a:lnTo>
                  <a:pt x="1590675" y="333375"/>
                </a:lnTo>
                <a:lnTo>
                  <a:pt x="1590675" y="314325"/>
                </a:lnTo>
                <a:lnTo>
                  <a:pt x="1581150" y="314325"/>
                </a:lnTo>
                <a:lnTo>
                  <a:pt x="1581150" y="304800"/>
                </a:lnTo>
                <a:lnTo>
                  <a:pt x="1590675" y="304800"/>
                </a:lnTo>
                <a:lnTo>
                  <a:pt x="1590675" y="314325"/>
                </a:lnTo>
                <a:lnTo>
                  <a:pt x="1600200" y="314325"/>
                </a:lnTo>
                <a:lnTo>
                  <a:pt x="1600200" y="323850"/>
                </a:lnTo>
                <a:lnTo>
                  <a:pt x="1647825" y="323850"/>
                </a:lnTo>
                <a:lnTo>
                  <a:pt x="1647825" y="333375"/>
                </a:lnTo>
                <a:lnTo>
                  <a:pt x="1657350" y="333375"/>
                </a:lnTo>
                <a:lnTo>
                  <a:pt x="1657350" y="314325"/>
                </a:lnTo>
                <a:lnTo>
                  <a:pt x="1666875" y="314325"/>
                </a:lnTo>
                <a:lnTo>
                  <a:pt x="1666875" y="304800"/>
                </a:lnTo>
                <a:lnTo>
                  <a:pt x="1676400" y="304800"/>
                </a:lnTo>
                <a:lnTo>
                  <a:pt x="1676400" y="285750"/>
                </a:lnTo>
                <a:lnTo>
                  <a:pt x="1666875" y="285750"/>
                </a:lnTo>
                <a:lnTo>
                  <a:pt x="1666875" y="276225"/>
                </a:lnTo>
                <a:lnTo>
                  <a:pt x="1657350" y="276225"/>
                </a:lnTo>
                <a:lnTo>
                  <a:pt x="1657350" y="285750"/>
                </a:lnTo>
                <a:lnTo>
                  <a:pt x="1647825" y="285750"/>
                </a:lnTo>
                <a:lnTo>
                  <a:pt x="1647825" y="266700"/>
                </a:lnTo>
                <a:lnTo>
                  <a:pt x="1628775" y="266700"/>
                </a:lnTo>
                <a:lnTo>
                  <a:pt x="1628775" y="257175"/>
                </a:lnTo>
                <a:lnTo>
                  <a:pt x="1638300" y="257175"/>
                </a:lnTo>
                <a:close/>
                <a:moveTo>
                  <a:pt x="1724025" y="247650"/>
                </a:moveTo>
                <a:lnTo>
                  <a:pt x="1733550" y="247650"/>
                </a:lnTo>
                <a:lnTo>
                  <a:pt x="1733550" y="266700"/>
                </a:lnTo>
                <a:lnTo>
                  <a:pt x="1724025" y="266700"/>
                </a:lnTo>
                <a:close/>
                <a:moveTo>
                  <a:pt x="1943100" y="257175"/>
                </a:moveTo>
                <a:lnTo>
                  <a:pt x="1962150" y="257175"/>
                </a:lnTo>
                <a:lnTo>
                  <a:pt x="1962150" y="266700"/>
                </a:lnTo>
                <a:lnTo>
                  <a:pt x="1943100" y="266700"/>
                </a:lnTo>
                <a:close/>
                <a:moveTo>
                  <a:pt x="1638300" y="295275"/>
                </a:moveTo>
                <a:lnTo>
                  <a:pt x="1647825" y="295275"/>
                </a:lnTo>
                <a:lnTo>
                  <a:pt x="1647825" y="304800"/>
                </a:lnTo>
                <a:lnTo>
                  <a:pt x="1638300" y="304800"/>
                </a:lnTo>
                <a:close/>
                <a:moveTo>
                  <a:pt x="228600" y="342900"/>
                </a:moveTo>
                <a:lnTo>
                  <a:pt x="238125" y="342900"/>
                </a:lnTo>
                <a:lnTo>
                  <a:pt x="238125" y="352425"/>
                </a:lnTo>
                <a:lnTo>
                  <a:pt x="257175" y="352425"/>
                </a:lnTo>
                <a:lnTo>
                  <a:pt x="257175" y="361950"/>
                </a:lnTo>
                <a:lnTo>
                  <a:pt x="266700" y="361950"/>
                </a:lnTo>
                <a:lnTo>
                  <a:pt x="266700" y="390525"/>
                </a:lnTo>
                <a:lnTo>
                  <a:pt x="257175" y="390525"/>
                </a:lnTo>
                <a:lnTo>
                  <a:pt x="257175" y="381000"/>
                </a:lnTo>
                <a:lnTo>
                  <a:pt x="247650" y="381000"/>
                </a:lnTo>
                <a:lnTo>
                  <a:pt x="247650" y="371475"/>
                </a:lnTo>
                <a:lnTo>
                  <a:pt x="228600" y="371475"/>
                </a:lnTo>
                <a:lnTo>
                  <a:pt x="228600" y="361950"/>
                </a:lnTo>
                <a:lnTo>
                  <a:pt x="200025" y="361950"/>
                </a:lnTo>
                <a:lnTo>
                  <a:pt x="200025" y="371475"/>
                </a:lnTo>
                <a:lnTo>
                  <a:pt x="190500" y="371475"/>
                </a:lnTo>
                <a:lnTo>
                  <a:pt x="190500" y="352425"/>
                </a:lnTo>
                <a:lnTo>
                  <a:pt x="228600" y="352425"/>
                </a:lnTo>
                <a:close/>
                <a:moveTo>
                  <a:pt x="0" y="361950"/>
                </a:moveTo>
                <a:lnTo>
                  <a:pt x="9525" y="361950"/>
                </a:lnTo>
                <a:lnTo>
                  <a:pt x="9525" y="371475"/>
                </a:lnTo>
                <a:lnTo>
                  <a:pt x="19050" y="371475"/>
                </a:lnTo>
                <a:lnTo>
                  <a:pt x="19050" y="400050"/>
                </a:lnTo>
                <a:lnTo>
                  <a:pt x="28575" y="400050"/>
                </a:lnTo>
                <a:lnTo>
                  <a:pt x="28575" y="504825"/>
                </a:lnTo>
                <a:lnTo>
                  <a:pt x="47625" y="504825"/>
                </a:lnTo>
                <a:lnTo>
                  <a:pt x="47625" y="485775"/>
                </a:lnTo>
                <a:lnTo>
                  <a:pt x="57150" y="485775"/>
                </a:lnTo>
                <a:lnTo>
                  <a:pt x="57150" y="495300"/>
                </a:lnTo>
                <a:lnTo>
                  <a:pt x="66675" y="495300"/>
                </a:lnTo>
                <a:lnTo>
                  <a:pt x="66675" y="485775"/>
                </a:lnTo>
                <a:lnTo>
                  <a:pt x="76200" y="485775"/>
                </a:lnTo>
                <a:lnTo>
                  <a:pt x="76200" y="504825"/>
                </a:lnTo>
                <a:lnTo>
                  <a:pt x="85725" y="504825"/>
                </a:lnTo>
                <a:lnTo>
                  <a:pt x="85725" y="514350"/>
                </a:lnTo>
                <a:lnTo>
                  <a:pt x="142875" y="514350"/>
                </a:lnTo>
                <a:lnTo>
                  <a:pt x="142875" y="504825"/>
                </a:lnTo>
                <a:lnTo>
                  <a:pt x="152400" y="504825"/>
                </a:lnTo>
                <a:lnTo>
                  <a:pt x="152400" y="495300"/>
                </a:lnTo>
                <a:lnTo>
                  <a:pt x="161925" y="495300"/>
                </a:lnTo>
                <a:lnTo>
                  <a:pt x="161925" y="514350"/>
                </a:lnTo>
                <a:lnTo>
                  <a:pt x="171450" y="514350"/>
                </a:lnTo>
                <a:lnTo>
                  <a:pt x="171450" y="542925"/>
                </a:lnTo>
                <a:lnTo>
                  <a:pt x="161925" y="542925"/>
                </a:lnTo>
                <a:lnTo>
                  <a:pt x="161925" y="533400"/>
                </a:lnTo>
                <a:lnTo>
                  <a:pt x="142875" y="533400"/>
                </a:lnTo>
                <a:lnTo>
                  <a:pt x="142875" y="542925"/>
                </a:lnTo>
                <a:lnTo>
                  <a:pt x="133350" y="542925"/>
                </a:lnTo>
                <a:lnTo>
                  <a:pt x="133350" y="533400"/>
                </a:lnTo>
                <a:lnTo>
                  <a:pt x="123825" y="533400"/>
                </a:lnTo>
                <a:lnTo>
                  <a:pt x="123825" y="552450"/>
                </a:lnTo>
                <a:lnTo>
                  <a:pt x="114300" y="552450"/>
                </a:lnTo>
                <a:lnTo>
                  <a:pt x="114300" y="533400"/>
                </a:lnTo>
                <a:lnTo>
                  <a:pt x="104775" y="533400"/>
                </a:lnTo>
                <a:lnTo>
                  <a:pt x="104775" y="542925"/>
                </a:lnTo>
                <a:lnTo>
                  <a:pt x="85725" y="542925"/>
                </a:lnTo>
                <a:lnTo>
                  <a:pt x="85725" y="533400"/>
                </a:lnTo>
                <a:lnTo>
                  <a:pt x="47625" y="533400"/>
                </a:lnTo>
                <a:lnTo>
                  <a:pt x="47625" y="542925"/>
                </a:lnTo>
                <a:lnTo>
                  <a:pt x="38100" y="542925"/>
                </a:lnTo>
                <a:lnTo>
                  <a:pt x="38100" y="533400"/>
                </a:lnTo>
                <a:lnTo>
                  <a:pt x="9525" y="533400"/>
                </a:lnTo>
                <a:lnTo>
                  <a:pt x="9525" y="523875"/>
                </a:lnTo>
                <a:lnTo>
                  <a:pt x="0" y="523875"/>
                </a:lnTo>
                <a:lnTo>
                  <a:pt x="0" y="514350"/>
                </a:lnTo>
                <a:lnTo>
                  <a:pt x="9525" y="514350"/>
                </a:lnTo>
                <a:lnTo>
                  <a:pt x="9525" y="504825"/>
                </a:lnTo>
                <a:lnTo>
                  <a:pt x="19050" y="504825"/>
                </a:lnTo>
                <a:lnTo>
                  <a:pt x="19050" y="476250"/>
                </a:lnTo>
                <a:lnTo>
                  <a:pt x="9525" y="476250"/>
                </a:lnTo>
                <a:lnTo>
                  <a:pt x="9525" y="409575"/>
                </a:lnTo>
                <a:lnTo>
                  <a:pt x="0" y="409575"/>
                </a:lnTo>
                <a:close/>
                <a:moveTo>
                  <a:pt x="1676400" y="361950"/>
                </a:moveTo>
                <a:lnTo>
                  <a:pt x="1714500" y="361950"/>
                </a:lnTo>
                <a:lnTo>
                  <a:pt x="1714500" y="371475"/>
                </a:lnTo>
                <a:lnTo>
                  <a:pt x="1733550" y="371475"/>
                </a:lnTo>
                <a:lnTo>
                  <a:pt x="1733550" y="381000"/>
                </a:lnTo>
                <a:lnTo>
                  <a:pt x="1743075" y="381000"/>
                </a:lnTo>
                <a:lnTo>
                  <a:pt x="1743075" y="371475"/>
                </a:lnTo>
                <a:lnTo>
                  <a:pt x="1771650" y="371475"/>
                </a:lnTo>
                <a:lnTo>
                  <a:pt x="1771650" y="361950"/>
                </a:lnTo>
                <a:lnTo>
                  <a:pt x="1838325" y="361950"/>
                </a:lnTo>
                <a:lnTo>
                  <a:pt x="1838325" y="371475"/>
                </a:lnTo>
                <a:lnTo>
                  <a:pt x="1847850" y="371475"/>
                </a:lnTo>
                <a:lnTo>
                  <a:pt x="1847850" y="381000"/>
                </a:lnTo>
                <a:lnTo>
                  <a:pt x="1857375" y="381000"/>
                </a:lnTo>
                <a:lnTo>
                  <a:pt x="1857375" y="390525"/>
                </a:lnTo>
                <a:lnTo>
                  <a:pt x="1876425" y="390525"/>
                </a:lnTo>
                <a:lnTo>
                  <a:pt x="1876425" y="409575"/>
                </a:lnTo>
                <a:lnTo>
                  <a:pt x="1866900" y="409575"/>
                </a:lnTo>
                <a:lnTo>
                  <a:pt x="1866900" y="419100"/>
                </a:lnTo>
                <a:lnTo>
                  <a:pt x="1857375" y="419100"/>
                </a:lnTo>
                <a:lnTo>
                  <a:pt x="1857375" y="428625"/>
                </a:lnTo>
                <a:lnTo>
                  <a:pt x="1847850" y="428625"/>
                </a:lnTo>
                <a:lnTo>
                  <a:pt x="1847850" y="419100"/>
                </a:lnTo>
                <a:lnTo>
                  <a:pt x="1838325" y="419100"/>
                </a:lnTo>
                <a:lnTo>
                  <a:pt x="1838325" y="428625"/>
                </a:lnTo>
                <a:lnTo>
                  <a:pt x="1828800" y="428625"/>
                </a:lnTo>
                <a:lnTo>
                  <a:pt x="1828800" y="409575"/>
                </a:lnTo>
                <a:lnTo>
                  <a:pt x="1809750" y="409575"/>
                </a:lnTo>
                <a:lnTo>
                  <a:pt x="1809750" y="485775"/>
                </a:lnTo>
                <a:lnTo>
                  <a:pt x="1781175" y="485775"/>
                </a:lnTo>
                <a:lnTo>
                  <a:pt x="1781175" y="447675"/>
                </a:lnTo>
                <a:lnTo>
                  <a:pt x="1771650" y="447675"/>
                </a:lnTo>
                <a:lnTo>
                  <a:pt x="1771650" y="409575"/>
                </a:lnTo>
                <a:lnTo>
                  <a:pt x="1762125" y="409575"/>
                </a:lnTo>
                <a:lnTo>
                  <a:pt x="1762125" y="400050"/>
                </a:lnTo>
                <a:lnTo>
                  <a:pt x="1752600" y="400050"/>
                </a:lnTo>
                <a:lnTo>
                  <a:pt x="1752600" y="409575"/>
                </a:lnTo>
                <a:lnTo>
                  <a:pt x="1743075" y="409575"/>
                </a:lnTo>
                <a:lnTo>
                  <a:pt x="1743075" y="419100"/>
                </a:lnTo>
                <a:lnTo>
                  <a:pt x="1724025" y="419100"/>
                </a:lnTo>
                <a:lnTo>
                  <a:pt x="1724025" y="409575"/>
                </a:lnTo>
                <a:lnTo>
                  <a:pt x="1714500" y="409575"/>
                </a:lnTo>
                <a:lnTo>
                  <a:pt x="1714500" y="400050"/>
                </a:lnTo>
                <a:lnTo>
                  <a:pt x="1704975" y="400050"/>
                </a:lnTo>
                <a:lnTo>
                  <a:pt x="1704975" y="409575"/>
                </a:lnTo>
                <a:lnTo>
                  <a:pt x="1685925" y="409575"/>
                </a:lnTo>
                <a:lnTo>
                  <a:pt x="1685925" y="400050"/>
                </a:lnTo>
                <a:lnTo>
                  <a:pt x="1657350" y="400050"/>
                </a:lnTo>
                <a:lnTo>
                  <a:pt x="1657350" y="409575"/>
                </a:lnTo>
                <a:lnTo>
                  <a:pt x="1647825" y="409575"/>
                </a:lnTo>
                <a:lnTo>
                  <a:pt x="1647825" y="400050"/>
                </a:lnTo>
                <a:lnTo>
                  <a:pt x="1638300" y="400050"/>
                </a:lnTo>
                <a:lnTo>
                  <a:pt x="1638300" y="390525"/>
                </a:lnTo>
                <a:lnTo>
                  <a:pt x="1657350" y="390525"/>
                </a:lnTo>
                <a:lnTo>
                  <a:pt x="1657350" y="381000"/>
                </a:lnTo>
                <a:lnTo>
                  <a:pt x="1666875" y="381000"/>
                </a:lnTo>
                <a:lnTo>
                  <a:pt x="1666875" y="371475"/>
                </a:lnTo>
                <a:lnTo>
                  <a:pt x="1676400" y="371475"/>
                </a:lnTo>
                <a:close/>
                <a:moveTo>
                  <a:pt x="1924050" y="409575"/>
                </a:moveTo>
                <a:lnTo>
                  <a:pt x="1952625" y="409575"/>
                </a:lnTo>
                <a:lnTo>
                  <a:pt x="1952625" y="419100"/>
                </a:lnTo>
                <a:lnTo>
                  <a:pt x="1962150" y="419100"/>
                </a:lnTo>
                <a:lnTo>
                  <a:pt x="1962150" y="428625"/>
                </a:lnTo>
                <a:lnTo>
                  <a:pt x="1952625" y="428625"/>
                </a:lnTo>
                <a:lnTo>
                  <a:pt x="1952625" y="438150"/>
                </a:lnTo>
                <a:lnTo>
                  <a:pt x="1943100" y="438150"/>
                </a:lnTo>
                <a:lnTo>
                  <a:pt x="1943100" y="428625"/>
                </a:lnTo>
                <a:lnTo>
                  <a:pt x="1933575" y="428625"/>
                </a:lnTo>
                <a:lnTo>
                  <a:pt x="1933575" y="419100"/>
                </a:lnTo>
                <a:lnTo>
                  <a:pt x="1924050" y="419100"/>
                </a:lnTo>
                <a:close/>
                <a:moveTo>
                  <a:pt x="57150" y="419100"/>
                </a:moveTo>
                <a:lnTo>
                  <a:pt x="66675" y="419100"/>
                </a:lnTo>
                <a:lnTo>
                  <a:pt x="66675" y="466725"/>
                </a:lnTo>
                <a:lnTo>
                  <a:pt x="47625" y="466725"/>
                </a:lnTo>
                <a:lnTo>
                  <a:pt x="47625" y="428625"/>
                </a:lnTo>
                <a:lnTo>
                  <a:pt x="57150" y="428625"/>
                </a:lnTo>
                <a:close/>
                <a:moveTo>
                  <a:pt x="2057400" y="419100"/>
                </a:moveTo>
                <a:lnTo>
                  <a:pt x="2066925" y="419100"/>
                </a:lnTo>
                <a:lnTo>
                  <a:pt x="2066925" y="447675"/>
                </a:lnTo>
                <a:lnTo>
                  <a:pt x="2076450" y="447675"/>
                </a:lnTo>
                <a:lnTo>
                  <a:pt x="2076450" y="466725"/>
                </a:lnTo>
                <a:lnTo>
                  <a:pt x="2066925" y="466725"/>
                </a:lnTo>
                <a:lnTo>
                  <a:pt x="2066925" y="476250"/>
                </a:lnTo>
                <a:lnTo>
                  <a:pt x="2047875" y="476250"/>
                </a:lnTo>
                <a:lnTo>
                  <a:pt x="2047875" y="428625"/>
                </a:lnTo>
                <a:lnTo>
                  <a:pt x="2057400" y="428625"/>
                </a:lnTo>
                <a:close/>
                <a:moveTo>
                  <a:pt x="1990725" y="428625"/>
                </a:moveTo>
                <a:lnTo>
                  <a:pt x="2019300" y="428625"/>
                </a:lnTo>
                <a:lnTo>
                  <a:pt x="2019300" y="438150"/>
                </a:lnTo>
                <a:lnTo>
                  <a:pt x="2028825" y="438150"/>
                </a:lnTo>
                <a:lnTo>
                  <a:pt x="2028825" y="476250"/>
                </a:lnTo>
                <a:lnTo>
                  <a:pt x="2000250" y="476250"/>
                </a:lnTo>
                <a:lnTo>
                  <a:pt x="2000250" y="466725"/>
                </a:lnTo>
                <a:lnTo>
                  <a:pt x="1981200" y="466725"/>
                </a:lnTo>
                <a:lnTo>
                  <a:pt x="1981200" y="438150"/>
                </a:lnTo>
                <a:lnTo>
                  <a:pt x="1990725" y="438150"/>
                </a:lnTo>
                <a:close/>
                <a:moveTo>
                  <a:pt x="1724025" y="447675"/>
                </a:moveTo>
                <a:lnTo>
                  <a:pt x="1743075" y="447675"/>
                </a:lnTo>
                <a:lnTo>
                  <a:pt x="1743075" y="495300"/>
                </a:lnTo>
                <a:lnTo>
                  <a:pt x="1724025" y="495300"/>
                </a:lnTo>
                <a:close/>
                <a:moveTo>
                  <a:pt x="104775" y="457200"/>
                </a:moveTo>
                <a:lnTo>
                  <a:pt x="114300" y="457200"/>
                </a:lnTo>
                <a:lnTo>
                  <a:pt x="114300" y="466725"/>
                </a:lnTo>
                <a:lnTo>
                  <a:pt x="123825" y="466725"/>
                </a:lnTo>
                <a:lnTo>
                  <a:pt x="123825" y="457200"/>
                </a:lnTo>
                <a:lnTo>
                  <a:pt x="133350" y="457200"/>
                </a:lnTo>
                <a:lnTo>
                  <a:pt x="133350" y="485775"/>
                </a:lnTo>
                <a:lnTo>
                  <a:pt x="123825" y="485775"/>
                </a:lnTo>
                <a:lnTo>
                  <a:pt x="123825" y="495300"/>
                </a:lnTo>
                <a:lnTo>
                  <a:pt x="104775" y="495300"/>
                </a:lnTo>
                <a:lnTo>
                  <a:pt x="104775" y="485775"/>
                </a:lnTo>
                <a:lnTo>
                  <a:pt x="95250" y="485775"/>
                </a:lnTo>
                <a:lnTo>
                  <a:pt x="95250" y="466725"/>
                </a:lnTo>
                <a:lnTo>
                  <a:pt x="104775" y="466725"/>
                </a:lnTo>
                <a:close/>
                <a:moveTo>
                  <a:pt x="1885950" y="466725"/>
                </a:moveTo>
                <a:lnTo>
                  <a:pt x="1924050" y="466725"/>
                </a:lnTo>
                <a:lnTo>
                  <a:pt x="1924050" y="476250"/>
                </a:lnTo>
                <a:lnTo>
                  <a:pt x="1885950" y="476250"/>
                </a:lnTo>
                <a:close/>
                <a:moveTo>
                  <a:pt x="1828800" y="476250"/>
                </a:moveTo>
                <a:lnTo>
                  <a:pt x="1838325" y="476250"/>
                </a:lnTo>
                <a:lnTo>
                  <a:pt x="1838325" y="485775"/>
                </a:lnTo>
                <a:lnTo>
                  <a:pt x="1857375" y="485775"/>
                </a:lnTo>
                <a:lnTo>
                  <a:pt x="1857375" y="504825"/>
                </a:lnTo>
                <a:lnTo>
                  <a:pt x="1828800" y="504825"/>
                </a:lnTo>
                <a:close/>
                <a:moveTo>
                  <a:pt x="1876425" y="476250"/>
                </a:moveTo>
                <a:lnTo>
                  <a:pt x="1885950" y="476250"/>
                </a:lnTo>
                <a:lnTo>
                  <a:pt x="1885950" y="485775"/>
                </a:lnTo>
                <a:lnTo>
                  <a:pt x="1876425" y="485775"/>
                </a:lnTo>
                <a:close/>
                <a:moveTo>
                  <a:pt x="1981200" y="476250"/>
                </a:moveTo>
                <a:lnTo>
                  <a:pt x="1990725" y="476250"/>
                </a:lnTo>
                <a:lnTo>
                  <a:pt x="1990725" y="485775"/>
                </a:lnTo>
                <a:lnTo>
                  <a:pt x="1981200" y="485775"/>
                </a:lnTo>
                <a:close/>
                <a:moveTo>
                  <a:pt x="1885950" y="485775"/>
                </a:moveTo>
                <a:lnTo>
                  <a:pt x="1914525" y="485775"/>
                </a:lnTo>
                <a:lnTo>
                  <a:pt x="1914525" y="495300"/>
                </a:lnTo>
                <a:lnTo>
                  <a:pt x="1885950" y="495300"/>
                </a:lnTo>
                <a:close/>
                <a:moveTo>
                  <a:pt x="1952625" y="485775"/>
                </a:moveTo>
                <a:lnTo>
                  <a:pt x="1962150" y="485775"/>
                </a:lnTo>
                <a:lnTo>
                  <a:pt x="1962150" y="504825"/>
                </a:lnTo>
                <a:lnTo>
                  <a:pt x="1971675" y="504825"/>
                </a:lnTo>
                <a:lnTo>
                  <a:pt x="1971675" y="514350"/>
                </a:lnTo>
                <a:lnTo>
                  <a:pt x="2038350" y="514350"/>
                </a:lnTo>
                <a:lnTo>
                  <a:pt x="2038350" y="504825"/>
                </a:lnTo>
                <a:lnTo>
                  <a:pt x="2047875" y="504825"/>
                </a:lnTo>
                <a:lnTo>
                  <a:pt x="2047875" y="485775"/>
                </a:lnTo>
                <a:lnTo>
                  <a:pt x="2066925" y="485775"/>
                </a:lnTo>
                <a:lnTo>
                  <a:pt x="2066925" y="495300"/>
                </a:lnTo>
                <a:lnTo>
                  <a:pt x="2057400" y="495300"/>
                </a:lnTo>
                <a:lnTo>
                  <a:pt x="2057400" y="504825"/>
                </a:lnTo>
                <a:lnTo>
                  <a:pt x="2076450" y="504825"/>
                </a:lnTo>
                <a:lnTo>
                  <a:pt x="2076450" y="514350"/>
                </a:lnTo>
                <a:lnTo>
                  <a:pt x="2085975" y="514350"/>
                </a:lnTo>
                <a:lnTo>
                  <a:pt x="2085975" y="533400"/>
                </a:lnTo>
                <a:lnTo>
                  <a:pt x="2057400" y="533400"/>
                </a:lnTo>
                <a:lnTo>
                  <a:pt x="2057400" y="542925"/>
                </a:lnTo>
                <a:lnTo>
                  <a:pt x="1971675" y="542925"/>
                </a:lnTo>
                <a:lnTo>
                  <a:pt x="1971675" y="533400"/>
                </a:lnTo>
                <a:lnTo>
                  <a:pt x="1952625" y="533400"/>
                </a:lnTo>
                <a:lnTo>
                  <a:pt x="1952625" y="542925"/>
                </a:lnTo>
                <a:lnTo>
                  <a:pt x="1943100" y="542925"/>
                </a:lnTo>
                <a:lnTo>
                  <a:pt x="1943100" y="533400"/>
                </a:lnTo>
                <a:lnTo>
                  <a:pt x="1905000" y="533400"/>
                </a:lnTo>
                <a:lnTo>
                  <a:pt x="1905000" y="523875"/>
                </a:lnTo>
                <a:lnTo>
                  <a:pt x="1895475" y="523875"/>
                </a:lnTo>
                <a:lnTo>
                  <a:pt x="1895475" y="514350"/>
                </a:lnTo>
                <a:lnTo>
                  <a:pt x="1924050" y="514350"/>
                </a:lnTo>
                <a:lnTo>
                  <a:pt x="1924050" y="504825"/>
                </a:lnTo>
                <a:lnTo>
                  <a:pt x="1933575" y="504825"/>
                </a:lnTo>
                <a:lnTo>
                  <a:pt x="1933575" y="495300"/>
                </a:lnTo>
                <a:lnTo>
                  <a:pt x="1952625" y="495300"/>
                </a:lnTo>
                <a:close/>
                <a:moveTo>
                  <a:pt x="1990725" y="485775"/>
                </a:moveTo>
                <a:lnTo>
                  <a:pt x="2000250" y="485775"/>
                </a:lnTo>
                <a:lnTo>
                  <a:pt x="2000250" y="495300"/>
                </a:lnTo>
                <a:lnTo>
                  <a:pt x="1990725" y="495300"/>
                </a:lnTo>
                <a:close/>
                <a:moveTo>
                  <a:pt x="200025" y="504825"/>
                </a:moveTo>
                <a:lnTo>
                  <a:pt x="209550" y="504825"/>
                </a:lnTo>
                <a:lnTo>
                  <a:pt x="209550" y="514350"/>
                </a:lnTo>
                <a:lnTo>
                  <a:pt x="200025" y="514350"/>
                </a:lnTo>
                <a:close/>
                <a:moveTo>
                  <a:pt x="200025" y="523875"/>
                </a:moveTo>
                <a:lnTo>
                  <a:pt x="219075" y="523875"/>
                </a:lnTo>
                <a:lnTo>
                  <a:pt x="219075" y="533400"/>
                </a:lnTo>
                <a:lnTo>
                  <a:pt x="200025" y="533400"/>
                </a:lnTo>
                <a:close/>
                <a:moveTo>
                  <a:pt x="190500" y="561975"/>
                </a:moveTo>
                <a:lnTo>
                  <a:pt x="219075" y="561975"/>
                </a:lnTo>
                <a:lnTo>
                  <a:pt x="219075" y="571500"/>
                </a:lnTo>
                <a:lnTo>
                  <a:pt x="238125" y="571500"/>
                </a:lnTo>
                <a:lnTo>
                  <a:pt x="238125" y="590550"/>
                </a:lnTo>
                <a:lnTo>
                  <a:pt x="219075" y="590550"/>
                </a:lnTo>
                <a:lnTo>
                  <a:pt x="219075" y="581025"/>
                </a:lnTo>
                <a:lnTo>
                  <a:pt x="180975" y="581025"/>
                </a:lnTo>
                <a:lnTo>
                  <a:pt x="180975" y="571500"/>
                </a:lnTo>
                <a:lnTo>
                  <a:pt x="190500" y="571500"/>
                </a:lnTo>
                <a:close/>
                <a:moveTo>
                  <a:pt x="419100" y="561975"/>
                </a:moveTo>
                <a:lnTo>
                  <a:pt x="428625" y="561975"/>
                </a:lnTo>
                <a:lnTo>
                  <a:pt x="428625" y="571500"/>
                </a:lnTo>
                <a:lnTo>
                  <a:pt x="419100" y="571500"/>
                </a:lnTo>
                <a:close/>
                <a:moveTo>
                  <a:pt x="400050" y="571500"/>
                </a:moveTo>
                <a:lnTo>
                  <a:pt x="419100" y="571500"/>
                </a:lnTo>
                <a:lnTo>
                  <a:pt x="419100" y="590550"/>
                </a:lnTo>
                <a:lnTo>
                  <a:pt x="409575" y="590550"/>
                </a:lnTo>
                <a:lnTo>
                  <a:pt x="409575" y="600075"/>
                </a:lnTo>
                <a:lnTo>
                  <a:pt x="381000" y="600075"/>
                </a:lnTo>
                <a:lnTo>
                  <a:pt x="381000" y="609600"/>
                </a:lnTo>
                <a:lnTo>
                  <a:pt x="371475" y="609600"/>
                </a:lnTo>
                <a:lnTo>
                  <a:pt x="371475" y="619125"/>
                </a:lnTo>
                <a:lnTo>
                  <a:pt x="361950" y="619125"/>
                </a:lnTo>
                <a:lnTo>
                  <a:pt x="361950" y="628650"/>
                </a:lnTo>
                <a:lnTo>
                  <a:pt x="352425" y="628650"/>
                </a:lnTo>
                <a:lnTo>
                  <a:pt x="352425" y="638175"/>
                </a:lnTo>
                <a:lnTo>
                  <a:pt x="342900" y="638175"/>
                </a:lnTo>
                <a:lnTo>
                  <a:pt x="342900" y="647700"/>
                </a:lnTo>
                <a:lnTo>
                  <a:pt x="333375" y="647700"/>
                </a:lnTo>
                <a:lnTo>
                  <a:pt x="333375" y="657225"/>
                </a:lnTo>
                <a:lnTo>
                  <a:pt x="323850" y="657225"/>
                </a:lnTo>
                <a:lnTo>
                  <a:pt x="323850" y="676275"/>
                </a:lnTo>
                <a:lnTo>
                  <a:pt x="304800" y="676275"/>
                </a:lnTo>
                <a:lnTo>
                  <a:pt x="304800" y="685800"/>
                </a:lnTo>
                <a:lnTo>
                  <a:pt x="295275" y="685800"/>
                </a:lnTo>
                <a:lnTo>
                  <a:pt x="295275" y="695325"/>
                </a:lnTo>
                <a:lnTo>
                  <a:pt x="285750" y="695325"/>
                </a:lnTo>
                <a:lnTo>
                  <a:pt x="285750" y="704850"/>
                </a:lnTo>
                <a:lnTo>
                  <a:pt x="276225" y="704850"/>
                </a:lnTo>
                <a:lnTo>
                  <a:pt x="276225" y="714375"/>
                </a:lnTo>
                <a:lnTo>
                  <a:pt x="266700" y="714375"/>
                </a:lnTo>
                <a:lnTo>
                  <a:pt x="266700" y="723900"/>
                </a:lnTo>
                <a:lnTo>
                  <a:pt x="257175" y="723900"/>
                </a:lnTo>
                <a:lnTo>
                  <a:pt x="257175" y="704850"/>
                </a:lnTo>
                <a:lnTo>
                  <a:pt x="266700" y="704850"/>
                </a:lnTo>
                <a:lnTo>
                  <a:pt x="266700" y="685800"/>
                </a:lnTo>
                <a:lnTo>
                  <a:pt x="276225" y="685800"/>
                </a:lnTo>
                <a:lnTo>
                  <a:pt x="276225" y="676275"/>
                </a:lnTo>
                <a:lnTo>
                  <a:pt x="285750" y="676275"/>
                </a:lnTo>
                <a:lnTo>
                  <a:pt x="285750" y="666750"/>
                </a:lnTo>
                <a:lnTo>
                  <a:pt x="295275" y="666750"/>
                </a:lnTo>
                <a:lnTo>
                  <a:pt x="295275" y="657225"/>
                </a:lnTo>
                <a:lnTo>
                  <a:pt x="304800" y="657225"/>
                </a:lnTo>
                <a:lnTo>
                  <a:pt x="304800" y="647700"/>
                </a:lnTo>
                <a:lnTo>
                  <a:pt x="314325" y="647700"/>
                </a:lnTo>
                <a:lnTo>
                  <a:pt x="314325" y="638175"/>
                </a:lnTo>
                <a:lnTo>
                  <a:pt x="323850" y="638175"/>
                </a:lnTo>
                <a:lnTo>
                  <a:pt x="323850" y="628650"/>
                </a:lnTo>
                <a:lnTo>
                  <a:pt x="333375" y="628650"/>
                </a:lnTo>
                <a:lnTo>
                  <a:pt x="333375" y="619125"/>
                </a:lnTo>
                <a:lnTo>
                  <a:pt x="342900" y="619125"/>
                </a:lnTo>
                <a:lnTo>
                  <a:pt x="342900" y="609600"/>
                </a:lnTo>
                <a:lnTo>
                  <a:pt x="361950" y="609600"/>
                </a:lnTo>
                <a:lnTo>
                  <a:pt x="361950" y="600075"/>
                </a:lnTo>
                <a:lnTo>
                  <a:pt x="371475" y="600075"/>
                </a:lnTo>
                <a:lnTo>
                  <a:pt x="371475" y="590550"/>
                </a:lnTo>
                <a:lnTo>
                  <a:pt x="390525" y="590550"/>
                </a:lnTo>
                <a:lnTo>
                  <a:pt x="390525" y="581025"/>
                </a:lnTo>
                <a:lnTo>
                  <a:pt x="400050" y="581025"/>
                </a:lnTo>
                <a:close/>
                <a:moveTo>
                  <a:pt x="247650" y="590550"/>
                </a:moveTo>
                <a:lnTo>
                  <a:pt x="257175" y="590550"/>
                </a:lnTo>
                <a:lnTo>
                  <a:pt x="257175" y="600075"/>
                </a:lnTo>
                <a:lnTo>
                  <a:pt x="247650" y="600075"/>
                </a:lnTo>
                <a:close/>
                <a:moveTo>
                  <a:pt x="1495425" y="609600"/>
                </a:moveTo>
                <a:lnTo>
                  <a:pt x="1504950" y="609600"/>
                </a:lnTo>
                <a:lnTo>
                  <a:pt x="1504950" y="619125"/>
                </a:lnTo>
                <a:lnTo>
                  <a:pt x="1514475" y="619125"/>
                </a:lnTo>
                <a:lnTo>
                  <a:pt x="1514475" y="628650"/>
                </a:lnTo>
                <a:lnTo>
                  <a:pt x="1533525" y="628650"/>
                </a:lnTo>
                <a:lnTo>
                  <a:pt x="1533525" y="638175"/>
                </a:lnTo>
                <a:lnTo>
                  <a:pt x="1552575" y="638175"/>
                </a:lnTo>
                <a:lnTo>
                  <a:pt x="1552575" y="647700"/>
                </a:lnTo>
                <a:lnTo>
                  <a:pt x="1571625" y="647700"/>
                </a:lnTo>
                <a:lnTo>
                  <a:pt x="1571625" y="657225"/>
                </a:lnTo>
                <a:lnTo>
                  <a:pt x="1600200" y="657225"/>
                </a:lnTo>
                <a:lnTo>
                  <a:pt x="1600200" y="666750"/>
                </a:lnTo>
                <a:lnTo>
                  <a:pt x="1609725" y="666750"/>
                </a:lnTo>
                <a:lnTo>
                  <a:pt x="1609725" y="685800"/>
                </a:lnTo>
                <a:lnTo>
                  <a:pt x="1619250" y="685800"/>
                </a:lnTo>
                <a:lnTo>
                  <a:pt x="1619250" y="695325"/>
                </a:lnTo>
                <a:lnTo>
                  <a:pt x="1628775" y="695325"/>
                </a:lnTo>
                <a:lnTo>
                  <a:pt x="1628775" y="752475"/>
                </a:lnTo>
                <a:lnTo>
                  <a:pt x="1619250" y="752475"/>
                </a:lnTo>
                <a:lnTo>
                  <a:pt x="1619250" y="781050"/>
                </a:lnTo>
                <a:lnTo>
                  <a:pt x="1609725" y="781050"/>
                </a:lnTo>
                <a:lnTo>
                  <a:pt x="1609725" y="790575"/>
                </a:lnTo>
                <a:lnTo>
                  <a:pt x="1600200" y="790575"/>
                </a:lnTo>
                <a:lnTo>
                  <a:pt x="1600200" y="771525"/>
                </a:lnTo>
                <a:lnTo>
                  <a:pt x="1609725" y="771525"/>
                </a:lnTo>
                <a:lnTo>
                  <a:pt x="1609725" y="714375"/>
                </a:lnTo>
                <a:lnTo>
                  <a:pt x="1600200" y="714375"/>
                </a:lnTo>
                <a:lnTo>
                  <a:pt x="1600200" y="685800"/>
                </a:lnTo>
                <a:lnTo>
                  <a:pt x="1581150" y="685800"/>
                </a:lnTo>
                <a:lnTo>
                  <a:pt x="1581150" y="676275"/>
                </a:lnTo>
                <a:lnTo>
                  <a:pt x="1562100" y="676275"/>
                </a:lnTo>
                <a:lnTo>
                  <a:pt x="1562100" y="666750"/>
                </a:lnTo>
                <a:lnTo>
                  <a:pt x="1543050" y="666750"/>
                </a:lnTo>
                <a:lnTo>
                  <a:pt x="1543050" y="657225"/>
                </a:lnTo>
                <a:lnTo>
                  <a:pt x="1533525" y="657225"/>
                </a:lnTo>
                <a:lnTo>
                  <a:pt x="1533525" y="647700"/>
                </a:lnTo>
                <a:lnTo>
                  <a:pt x="1514475" y="647700"/>
                </a:lnTo>
                <a:lnTo>
                  <a:pt x="1514475" y="638175"/>
                </a:lnTo>
                <a:lnTo>
                  <a:pt x="1504950" y="638175"/>
                </a:lnTo>
                <a:lnTo>
                  <a:pt x="1504950" y="628650"/>
                </a:lnTo>
                <a:lnTo>
                  <a:pt x="1495425" y="628650"/>
                </a:lnTo>
                <a:close/>
                <a:moveTo>
                  <a:pt x="66675" y="742950"/>
                </a:moveTo>
                <a:lnTo>
                  <a:pt x="114300" y="742950"/>
                </a:lnTo>
                <a:lnTo>
                  <a:pt x="114300" y="752475"/>
                </a:lnTo>
                <a:lnTo>
                  <a:pt x="133350" y="752475"/>
                </a:lnTo>
                <a:lnTo>
                  <a:pt x="133350" y="762000"/>
                </a:lnTo>
                <a:lnTo>
                  <a:pt x="152400" y="762000"/>
                </a:lnTo>
                <a:lnTo>
                  <a:pt x="152400" y="771525"/>
                </a:lnTo>
                <a:lnTo>
                  <a:pt x="161925" y="771525"/>
                </a:lnTo>
                <a:lnTo>
                  <a:pt x="161925" y="781050"/>
                </a:lnTo>
                <a:lnTo>
                  <a:pt x="180975" y="781050"/>
                </a:lnTo>
                <a:lnTo>
                  <a:pt x="180975" y="790575"/>
                </a:lnTo>
                <a:lnTo>
                  <a:pt x="209550" y="790575"/>
                </a:lnTo>
                <a:lnTo>
                  <a:pt x="209550" y="800100"/>
                </a:lnTo>
                <a:lnTo>
                  <a:pt x="238125" y="800100"/>
                </a:lnTo>
                <a:lnTo>
                  <a:pt x="238125" y="790575"/>
                </a:lnTo>
                <a:lnTo>
                  <a:pt x="247650" y="790575"/>
                </a:lnTo>
                <a:lnTo>
                  <a:pt x="247650" y="771525"/>
                </a:lnTo>
                <a:lnTo>
                  <a:pt x="257175" y="771525"/>
                </a:lnTo>
                <a:lnTo>
                  <a:pt x="257175" y="762000"/>
                </a:lnTo>
                <a:lnTo>
                  <a:pt x="247650" y="762000"/>
                </a:lnTo>
                <a:lnTo>
                  <a:pt x="247650" y="752475"/>
                </a:lnTo>
                <a:lnTo>
                  <a:pt x="257175" y="752475"/>
                </a:lnTo>
                <a:lnTo>
                  <a:pt x="257175" y="742950"/>
                </a:lnTo>
                <a:lnTo>
                  <a:pt x="266700" y="742950"/>
                </a:lnTo>
                <a:lnTo>
                  <a:pt x="266700" y="781050"/>
                </a:lnTo>
                <a:lnTo>
                  <a:pt x="276225" y="781050"/>
                </a:lnTo>
                <a:lnTo>
                  <a:pt x="276225" y="800100"/>
                </a:lnTo>
                <a:lnTo>
                  <a:pt x="266700" y="800100"/>
                </a:lnTo>
                <a:lnTo>
                  <a:pt x="266700" y="819150"/>
                </a:lnTo>
                <a:lnTo>
                  <a:pt x="276225" y="819150"/>
                </a:lnTo>
                <a:lnTo>
                  <a:pt x="276225" y="828675"/>
                </a:lnTo>
                <a:lnTo>
                  <a:pt x="266700" y="828675"/>
                </a:lnTo>
                <a:lnTo>
                  <a:pt x="266700" y="838200"/>
                </a:lnTo>
                <a:lnTo>
                  <a:pt x="257175" y="838200"/>
                </a:lnTo>
                <a:lnTo>
                  <a:pt x="257175" y="828675"/>
                </a:lnTo>
                <a:lnTo>
                  <a:pt x="238125" y="828675"/>
                </a:lnTo>
                <a:lnTo>
                  <a:pt x="238125" y="819150"/>
                </a:lnTo>
                <a:lnTo>
                  <a:pt x="200025" y="819150"/>
                </a:lnTo>
                <a:lnTo>
                  <a:pt x="200025" y="809625"/>
                </a:lnTo>
                <a:lnTo>
                  <a:pt x="180975" y="809625"/>
                </a:lnTo>
                <a:lnTo>
                  <a:pt x="180975" y="800100"/>
                </a:lnTo>
                <a:lnTo>
                  <a:pt x="171450" y="800100"/>
                </a:lnTo>
                <a:lnTo>
                  <a:pt x="171450" y="790575"/>
                </a:lnTo>
                <a:lnTo>
                  <a:pt x="152400" y="790575"/>
                </a:lnTo>
                <a:lnTo>
                  <a:pt x="152400" y="781050"/>
                </a:lnTo>
                <a:lnTo>
                  <a:pt x="133350" y="781050"/>
                </a:lnTo>
                <a:lnTo>
                  <a:pt x="133350" y="771525"/>
                </a:lnTo>
                <a:lnTo>
                  <a:pt x="114300" y="771525"/>
                </a:lnTo>
                <a:lnTo>
                  <a:pt x="114300" y="762000"/>
                </a:lnTo>
                <a:lnTo>
                  <a:pt x="95250" y="762000"/>
                </a:lnTo>
                <a:lnTo>
                  <a:pt x="95250" y="771525"/>
                </a:lnTo>
                <a:lnTo>
                  <a:pt x="57150" y="771525"/>
                </a:lnTo>
                <a:lnTo>
                  <a:pt x="57150" y="781050"/>
                </a:lnTo>
                <a:lnTo>
                  <a:pt x="19050" y="781050"/>
                </a:lnTo>
                <a:lnTo>
                  <a:pt x="19050" y="771525"/>
                </a:lnTo>
                <a:lnTo>
                  <a:pt x="0" y="771525"/>
                </a:lnTo>
                <a:lnTo>
                  <a:pt x="0" y="752475"/>
                </a:lnTo>
                <a:lnTo>
                  <a:pt x="66675" y="752475"/>
                </a:lnTo>
                <a:close/>
                <a:moveTo>
                  <a:pt x="1762125" y="742950"/>
                </a:moveTo>
                <a:lnTo>
                  <a:pt x="1800225" y="742950"/>
                </a:lnTo>
                <a:lnTo>
                  <a:pt x="1800225" y="752475"/>
                </a:lnTo>
                <a:lnTo>
                  <a:pt x="1905000" y="752475"/>
                </a:lnTo>
                <a:lnTo>
                  <a:pt x="1905000" y="762000"/>
                </a:lnTo>
                <a:lnTo>
                  <a:pt x="2085975" y="762000"/>
                </a:lnTo>
                <a:lnTo>
                  <a:pt x="2085975" y="771525"/>
                </a:lnTo>
                <a:lnTo>
                  <a:pt x="2076450" y="771525"/>
                </a:lnTo>
                <a:lnTo>
                  <a:pt x="2076450" y="781050"/>
                </a:lnTo>
                <a:lnTo>
                  <a:pt x="2038350" y="781050"/>
                </a:lnTo>
                <a:lnTo>
                  <a:pt x="2038350" y="771525"/>
                </a:lnTo>
                <a:lnTo>
                  <a:pt x="2000250" y="771525"/>
                </a:lnTo>
                <a:lnTo>
                  <a:pt x="2000250" y="790575"/>
                </a:lnTo>
                <a:lnTo>
                  <a:pt x="1905000" y="790575"/>
                </a:lnTo>
                <a:lnTo>
                  <a:pt x="1905000" y="781050"/>
                </a:lnTo>
                <a:lnTo>
                  <a:pt x="1895475" y="781050"/>
                </a:lnTo>
                <a:lnTo>
                  <a:pt x="1895475" y="771525"/>
                </a:lnTo>
                <a:lnTo>
                  <a:pt x="1857375" y="771525"/>
                </a:lnTo>
                <a:lnTo>
                  <a:pt x="1857375" y="781050"/>
                </a:lnTo>
                <a:lnTo>
                  <a:pt x="1819275" y="781050"/>
                </a:lnTo>
                <a:lnTo>
                  <a:pt x="1819275" y="762000"/>
                </a:lnTo>
                <a:lnTo>
                  <a:pt x="1800225" y="762000"/>
                </a:lnTo>
                <a:lnTo>
                  <a:pt x="1800225" y="771525"/>
                </a:lnTo>
                <a:lnTo>
                  <a:pt x="1743075" y="771525"/>
                </a:lnTo>
                <a:lnTo>
                  <a:pt x="1743075" y="781050"/>
                </a:lnTo>
                <a:lnTo>
                  <a:pt x="1724025" y="781050"/>
                </a:lnTo>
                <a:lnTo>
                  <a:pt x="1724025" y="790575"/>
                </a:lnTo>
                <a:lnTo>
                  <a:pt x="1714500" y="790575"/>
                </a:lnTo>
                <a:lnTo>
                  <a:pt x="1714500" y="800100"/>
                </a:lnTo>
                <a:lnTo>
                  <a:pt x="1695450" y="800100"/>
                </a:lnTo>
                <a:lnTo>
                  <a:pt x="1695450" y="809625"/>
                </a:lnTo>
                <a:lnTo>
                  <a:pt x="1676400" y="809625"/>
                </a:lnTo>
                <a:lnTo>
                  <a:pt x="1676400" y="819150"/>
                </a:lnTo>
                <a:lnTo>
                  <a:pt x="1657350" y="819150"/>
                </a:lnTo>
                <a:lnTo>
                  <a:pt x="1657350" y="828675"/>
                </a:lnTo>
                <a:lnTo>
                  <a:pt x="1647825" y="828675"/>
                </a:lnTo>
                <a:lnTo>
                  <a:pt x="1647825" y="838200"/>
                </a:lnTo>
                <a:lnTo>
                  <a:pt x="1628775" y="838200"/>
                </a:lnTo>
                <a:lnTo>
                  <a:pt x="1628775" y="847725"/>
                </a:lnTo>
                <a:lnTo>
                  <a:pt x="1600200" y="847725"/>
                </a:lnTo>
                <a:lnTo>
                  <a:pt x="1600200" y="838200"/>
                </a:lnTo>
                <a:lnTo>
                  <a:pt x="1590675" y="838200"/>
                </a:lnTo>
                <a:lnTo>
                  <a:pt x="1590675" y="819150"/>
                </a:lnTo>
                <a:lnTo>
                  <a:pt x="1600200" y="819150"/>
                </a:lnTo>
                <a:lnTo>
                  <a:pt x="1600200" y="800100"/>
                </a:lnTo>
                <a:lnTo>
                  <a:pt x="1609725" y="800100"/>
                </a:lnTo>
                <a:lnTo>
                  <a:pt x="1609725" y="828675"/>
                </a:lnTo>
                <a:lnTo>
                  <a:pt x="1638300" y="828675"/>
                </a:lnTo>
                <a:lnTo>
                  <a:pt x="1638300" y="819150"/>
                </a:lnTo>
                <a:lnTo>
                  <a:pt x="1647825" y="819150"/>
                </a:lnTo>
                <a:lnTo>
                  <a:pt x="1647825" y="809625"/>
                </a:lnTo>
                <a:lnTo>
                  <a:pt x="1666875" y="809625"/>
                </a:lnTo>
                <a:lnTo>
                  <a:pt x="1666875" y="800100"/>
                </a:lnTo>
                <a:lnTo>
                  <a:pt x="1685925" y="800100"/>
                </a:lnTo>
                <a:lnTo>
                  <a:pt x="1685925" y="790575"/>
                </a:lnTo>
                <a:lnTo>
                  <a:pt x="1704975" y="790575"/>
                </a:lnTo>
                <a:lnTo>
                  <a:pt x="1704975" y="781050"/>
                </a:lnTo>
                <a:lnTo>
                  <a:pt x="1714500" y="781050"/>
                </a:lnTo>
                <a:lnTo>
                  <a:pt x="1714500" y="771525"/>
                </a:lnTo>
                <a:lnTo>
                  <a:pt x="1733550" y="771525"/>
                </a:lnTo>
                <a:lnTo>
                  <a:pt x="1733550" y="762000"/>
                </a:lnTo>
                <a:lnTo>
                  <a:pt x="1743075" y="762000"/>
                </a:lnTo>
                <a:lnTo>
                  <a:pt x="1743075" y="752475"/>
                </a:lnTo>
                <a:lnTo>
                  <a:pt x="1762125" y="752475"/>
                </a:lnTo>
                <a:close/>
                <a:moveTo>
                  <a:pt x="1905000" y="781050"/>
                </a:moveTo>
                <a:lnTo>
                  <a:pt x="1924050" y="781050"/>
                </a:lnTo>
                <a:lnTo>
                  <a:pt x="1924050" y="771525"/>
                </a:lnTo>
                <a:lnTo>
                  <a:pt x="1905000" y="771525"/>
                </a:lnTo>
                <a:close/>
                <a:moveTo>
                  <a:pt x="1971675" y="781050"/>
                </a:moveTo>
                <a:lnTo>
                  <a:pt x="1990725" y="781050"/>
                </a:lnTo>
                <a:lnTo>
                  <a:pt x="1990725" y="771525"/>
                </a:lnTo>
                <a:lnTo>
                  <a:pt x="1971675" y="771525"/>
                </a:lnTo>
                <a:close/>
                <a:moveTo>
                  <a:pt x="504825" y="1895475"/>
                </a:moveTo>
                <a:lnTo>
                  <a:pt x="514350" y="1895475"/>
                </a:lnTo>
                <a:lnTo>
                  <a:pt x="514350" y="1905000"/>
                </a:lnTo>
                <a:lnTo>
                  <a:pt x="504825" y="1905000"/>
                </a:lnTo>
                <a:close/>
                <a:moveTo>
                  <a:pt x="523875" y="1905000"/>
                </a:moveTo>
                <a:lnTo>
                  <a:pt x="533400" y="1905000"/>
                </a:lnTo>
                <a:lnTo>
                  <a:pt x="533400" y="1914525"/>
                </a:lnTo>
                <a:lnTo>
                  <a:pt x="523875" y="1914525"/>
                </a:lnTo>
                <a:close/>
              </a:path>
            </a:pathLst>
          </a:custGeom>
          <a:solidFill xmlns:a="http://schemas.openxmlformats.org/drawingml/2006/main">
            <a:srgbClr val="DAE6F9"/>
          </a:solidFill>
          <a:ln xmlns:a="http://schemas.openxmlformats.org/drawingml/2006/main" w="0">
            <a:noFill/>
          </a:ln>
        </p:spPr>
      </p:sp>
      <p:sp>
        <p:nvSpPr>
          <p:cNvPr id="47" name="juan vector #d4e6fd">
            <a:extLst xmlns:a="http://schemas.openxmlformats.org/drawingml/2006/main">
              <a:ext uri="{FF2B5EF4-FFF2-40B4-BE49-F238E27FC236}">
                <a16:creationId xmlns:a16="http://schemas.microsoft.com/office/drawing/2014/main" id="{36878CE7-1F4D-4EE4-906B-A9CEF27928E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48900" y="2552700"/>
            <a:ext cx="2085975" cy="2085975"/>
          </a:xfrm>
          <a:custGeom xmlns:a="http://schemas.openxmlformats.org/drawingml/2006/main">
            <a:pathLst>
              <a:path w="2085975" h="2085975">
                <a:moveTo>
                  <a:pt x="228600" y="0"/>
                </a:moveTo>
                <a:lnTo>
                  <a:pt x="238125" y="0"/>
                </a:lnTo>
                <a:lnTo>
                  <a:pt x="238125" y="19050"/>
                </a:lnTo>
                <a:lnTo>
                  <a:pt x="228600" y="19050"/>
                </a:lnTo>
                <a:lnTo>
                  <a:pt x="228600" y="28575"/>
                </a:lnTo>
                <a:lnTo>
                  <a:pt x="219075" y="28575"/>
                </a:lnTo>
                <a:lnTo>
                  <a:pt x="219075" y="9525"/>
                </a:lnTo>
                <a:lnTo>
                  <a:pt x="228600" y="9525"/>
                </a:lnTo>
                <a:close/>
                <a:moveTo>
                  <a:pt x="266700" y="0"/>
                </a:moveTo>
                <a:lnTo>
                  <a:pt x="314325" y="0"/>
                </a:lnTo>
                <a:lnTo>
                  <a:pt x="314325" y="9525"/>
                </a:lnTo>
                <a:lnTo>
                  <a:pt x="323850" y="9525"/>
                </a:lnTo>
                <a:lnTo>
                  <a:pt x="323850" y="19050"/>
                </a:lnTo>
                <a:lnTo>
                  <a:pt x="342900" y="19050"/>
                </a:lnTo>
                <a:lnTo>
                  <a:pt x="342900" y="28575"/>
                </a:lnTo>
                <a:lnTo>
                  <a:pt x="352425" y="28575"/>
                </a:lnTo>
                <a:lnTo>
                  <a:pt x="352425" y="47625"/>
                </a:lnTo>
                <a:lnTo>
                  <a:pt x="361950" y="47625"/>
                </a:lnTo>
                <a:lnTo>
                  <a:pt x="361950" y="57150"/>
                </a:lnTo>
                <a:lnTo>
                  <a:pt x="371475" y="57150"/>
                </a:lnTo>
                <a:lnTo>
                  <a:pt x="371475" y="66675"/>
                </a:lnTo>
                <a:lnTo>
                  <a:pt x="381000" y="66675"/>
                </a:lnTo>
                <a:lnTo>
                  <a:pt x="381000" y="76200"/>
                </a:lnTo>
                <a:lnTo>
                  <a:pt x="342900" y="76200"/>
                </a:lnTo>
                <a:lnTo>
                  <a:pt x="342900" y="47625"/>
                </a:lnTo>
                <a:lnTo>
                  <a:pt x="333375" y="47625"/>
                </a:lnTo>
                <a:lnTo>
                  <a:pt x="333375" y="38100"/>
                </a:lnTo>
                <a:lnTo>
                  <a:pt x="314325" y="38100"/>
                </a:lnTo>
                <a:lnTo>
                  <a:pt x="314325" y="19050"/>
                </a:lnTo>
                <a:lnTo>
                  <a:pt x="285750" y="19050"/>
                </a:lnTo>
                <a:lnTo>
                  <a:pt x="285750" y="38100"/>
                </a:lnTo>
                <a:lnTo>
                  <a:pt x="266700" y="38100"/>
                </a:lnTo>
                <a:close/>
                <a:moveTo>
                  <a:pt x="1562100" y="0"/>
                </a:moveTo>
                <a:lnTo>
                  <a:pt x="1809750" y="0"/>
                </a:lnTo>
                <a:lnTo>
                  <a:pt x="1809750" y="9525"/>
                </a:lnTo>
                <a:lnTo>
                  <a:pt x="1800225" y="9525"/>
                </a:lnTo>
                <a:lnTo>
                  <a:pt x="1800225" y="19050"/>
                </a:lnTo>
                <a:lnTo>
                  <a:pt x="1809750" y="19050"/>
                </a:lnTo>
                <a:lnTo>
                  <a:pt x="1809750" y="38100"/>
                </a:lnTo>
                <a:lnTo>
                  <a:pt x="1828800" y="38100"/>
                </a:lnTo>
                <a:lnTo>
                  <a:pt x="1828800" y="47625"/>
                </a:lnTo>
                <a:lnTo>
                  <a:pt x="1838325" y="47625"/>
                </a:lnTo>
                <a:lnTo>
                  <a:pt x="1838325" y="38100"/>
                </a:lnTo>
                <a:lnTo>
                  <a:pt x="1876425" y="38100"/>
                </a:lnTo>
                <a:lnTo>
                  <a:pt x="1876425" y="28575"/>
                </a:lnTo>
                <a:lnTo>
                  <a:pt x="1895475" y="28575"/>
                </a:lnTo>
                <a:lnTo>
                  <a:pt x="1895475" y="19050"/>
                </a:lnTo>
                <a:lnTo>
                  <a:pt x="1885950" y="19050"/>
                </a:lnTo>
                <a:lnTo>
                  <a:pt x="1885950" y="0"/>
                </a:lnTo>
                <a:lnTo>
                  <a:pt x="2000250" y="0"/>
                </a:lnTo>
                <a:lnTo>
                  <a:pt x="2000250" y="19050"/>
                </a:lnTo>
                <a:lnTo>
                  <a:pt x="1962150" y="19050"/>
                </a:lnTo>
                <a:lnTo>
                  <a:pt x="1962150" y="28575"/>
                </a:lnTo>
                <a:lnTo>
                  <a:pt x="1943100" y="28575"/>
                </a:lnTo>
                <a:lnTo>
                  <a:pt x="1943100" y="38100"/>
                </a:lnTo>
                <a:lnTo>
                  <a:pt x="1933575" y="38100"/>
                </a:lnTo>
                <a:lnTo>
                  <a:pt x="1933575" y="47625"/>
                </a:lnTo>
                <a:lnTo>
                  <a:pt x="1924050" y="47625"/>
                </a:lnTo>
                <a:lnTo>
                  <a:pt x="1924050" y="57150"/>
                </a:lnTo>
                <a:lnTo>
                  <a:pt x="1952625" y="57150"/>
                </a:lnTo>
                <a:lnTo>
                  <a:pt x="1952625" y="47625"/>
                </a:lnTo>
                <a:lnTo>
                  <a:pt x="1981200" y="47625"/>
                </a:lnTo>
                <a:lnTo>
                  <a:pt x="1981200" y="57150"/>
                </a:lnTo>
                <a:lnTo>
                  <a:pt x="2009775" y="57150"/>
                </a:lnTo>
                <a:lnTo>
                  <a:pt x="2009775" y="28575"/>
                </a:lnTo>
                <a:lnTo>
                  <a:pt x="2019300" y="28575"/>
                </a:lnTo>
                <a:lnTo>
                  <a:pt x="2019300" y="19050"/>
                </a:lnTo>
                <a:lnTo>
                  <a:pt x="2028825" y="19050"/>
                </a:lnTo>
                <a:lnTo>
                  <a:pt x="2028825" y="9525"/>
                </a:lnTo>
                <a:lnTo>
                  <a:pt x="2038350" y="9525"/>
                </a:lnTo>
                <a:lnTo>
                  <a:pt x="2038350" y="0"/>
                </a:lnTo>
                <a:lnTo>
                  <a:pt x="2066925" y="0"/>
                </a:lnTo>
                <a:lnTo>
                  <a:pt x="2066925" y="9525"/>
                </a:lnTo>
                <a:lnTo>
                  <a:pt x="2085975" y="9525"/>
                </a:lnTo>
                <a:lnTo>
                  <a:pt x="2085975" y="76200"/>
                </a:lnTo>
                <a:lnTo>
                  <a:pt x="2076450" y="76200"/>
                </a:lnTo>
                <a:lnTo>
                  <a:pt x="2076450" y="66675"/>
                </a:lnTo>
                <a:lnTo>
                  <a:pt x="2047875" y="66675"/>
                </a:lnTo>
                <a:lnTo>
                  <a:pt x="2047875" y="76200"/>
                </a:lnTo>
                <a:lnTo>
                  <a:pt x="2038350" y="76200"/>
                </a:lnTo>
                <a:lnTo>
                  <a:pt x="2038350" y="95250"/>
                </a:lnTo>
                <a:lnTo>
                  <a:pt x="2047875" y="95250"/>
                </a:lnTo>
                <a:lnTo>
                  <a:pt x="2047875" y="104775"/>
                </a:lnTo>
                <a:lnTo>
                  <a:pt x="2076450" y="104775"/>
                </a:lnTo>
                <a:lnTo>
                  <a:pt x="2076450" y="133350"/>
                </a:lnTo>
                <a:lnTo>
                  <a:pt x="2085975" y="133350"/>
                </a:lnTo>
                <a:lnTo>
                  <a:pt x="2085975" y="171450"/>
                </a:lnTo>
                <a:lnTo>
                  <a:pt x="2066925" y="171450"/>
                </a:lnTo>
                <a:lnTo>
                  <a:pt x="2066925" y="161925"/>
                </a:lnTo>
                <a:lnTo>
                  <a:pt x="2047875" y="161925"/>
                </a:lnTo>
                <a:lnTo>
                  <a:pt x="2047875" y="152400"/>
                </a:lnTo>
                <a:lnTo>
                  <a:pt x="2028825" y="152400"/>
                </a:lnTo>
                <a:lnTo>
                  <a:pt x="2028825" y="142875"/>
                </a:lnTo>
                <a:lnTo>
                  <a:pt x="2019300" y="142875"/>
                </a:lnTo>
                <a:lnTo>
                  <a:pt x="2019300" y="133350"/>
                </a:lnTo>
                <a:lnTo>
                  <a:pt x="1981200" y="133350"/>
                </a:lnTo>
                <a:lnTo>
                  <a:pt x="1981200" y="114300"/>
                </a:lnTo>
                <a:lnTo>
                  <a:pt x="1962150" y="114300"/>
                </a:lnTo>
                <a:lnTo>
                  <a:pt x="1962150" y="133350"/>
                </a:lnTo>
                <a:lnTo>
                  <a:pt x="1933575" y="133350"/>
                </a:lnTo>
                <a:lnTo>
                  <a:pt x="1933575" y="142875"/>
                </a:lnTo>
                <a:lnTo>
                  <a:pt x="1924050" y="142875"/>
                </a:lnTo>
                <a:lnTo>
                  <a:pt x="1924050" y="133350"/>
                </a:lnTo>
                <a:lnTo>
                  <a:pt x="1895475" y="133350"/>
                </a:lnTo>
                <a:lnTo>
                  <a:pt x="1895475" y="142875"/>
                </a:lnTo>
                <a:lnTo>
                  <a:pt x="1885950" y="142875"/>
                </a:lnTo>
                <a:lnTo>
                  <a:pt x="1885950" y="133350"/>
                </a:lnTo>
                <a:lnTo>
                  <a:pt x="1866900" y="133350"/>
                </a:lnTo>
                <a:lnTo>
                  <a:pt x="1866900" y="152400"/>
                </a:lnTo>
                <a:lnTo>
                  <a:pt x="1857375" y="152400"/>
                </a:lnTo>
                <a:lnTo>
                  <a:pt x="1857375" y="171450"/>
                </a:lnTo>
                <a:lnTo>
                  <a:pt x="1847850" y="171450"/>
                </a:lnTo>
                <a:lnTo>
                  <a:pt x="1847850" y="180975"/>
                </a:lnTo>
                <a:lnTo>
                  <a:pt x="1838325" y="180975"/>
                </a:lnTo>
                <a:lnTo>
                  <a:pt x="1838325" y="171450"/>
                </a:lnTo>
                <a:lnTo>
                  <a:pt x="1828800" y="171450"/>
                </a:lnTo>
                <a:lnTo>
                  <a:pt x="1828800" y="161925"/>
                </a:lnTo>
                <a:lnTo>
                  <a:pt x="1819275" y="161925"/>
                </a:lnTo>
                <a:lnTo>
                  <a:pt x="1819275" y="152400"/>
                </a:lnTo>
                <a:lnTo>
                  <a:pt x="1828800" y="152400"/>
                </a:lnTo>
                <a:lnTo>
                  <a:pt x="1828800" y="142875"/>
                </a:lnTo>
                <a:lnTo>
                  <a:pt x="1838325" y="142875"/>
                </a:lnTo>
                <a:lnTo>
                  <a:pt x="1838325" y="133350"/>
                </a:lnTo>
                <a:lnTo>
                  <a:pt x="1857375" y="133350"/>
                </a:lnTo>
                <a:lnTo>
                  <a:pt x="1857375" y="123825"/>
                </a:lnTo>
                <a:lnTo>
                  <a:pt x="1895475" y="123825"/>
                </a:lnTo>
                <a:lnTo>
                  <a:pt x="1895475" y="114300"/>
                </a:lnTo>
                <a:lnTo>
                  <a:pt x="1905000" y="114300"/>
                </a:lnTo>
                <a:lnTo>
                  <a:pt x="1905000" y="104775"/>
                </a:lnTo>
                <a:lnTo>
                  <a:pt x="1924050" y="104775"/>
                </a:lnTo>
                <a:lnTo>
                  <a:pt x="1924050" y="114300"/>
                </a:lnTo>
                <a:lnTo>
                  <a:pt x="1943100" y="114300"/>
                </a:lnTo>
                <a:lnTo>
                  <a:pt x="1943100" y="95250"/>
                </a:lnTo>
                <a:lnTo>
                  <a:pt x="1952625" y="95250"/>
                </a:lnTo>
                <a:lnTo>
                  <a:pt x="1952625" y="85725"/>
                </a:lnTo>
                <a:lnTo>
                  <a:pt x="1943100" y="85725"/>
                </a:lnTo>
                <a:lnTo>
                  <a:pt x="1943100" y="76200"/>
                </a:lnTo>
                <a:lnTo>
                  <a:pt x="1933575" y="76200"/>
                </a:lnTo>
                <a:lnTo>
                  <a:pt x="1933575" y="85725"/>
                </a:lnTo>
                <a:lnTo>
                  <a:pt x="1905000" y="85725"/>
                </a:lnTo>
                <a:lnTo>
                  <a:pt x="1905000" y="76200"/>
                </a:lnTo>
                <a:lnTo>
                  <a:pt x="1895475" y="76200"/>
                </a:lnTo>
                <a:lnTo>
                  <a:pt x="1895475" y="85725"/>
                </a:lnTo>
                <a:lnTo>
                  <a:pt x="1847850" y="85725"/>
                </a:lnTo>
                <a:lnTo>
                  <a:pt x="1847850" y="95250"/>
                </a:lnTo>
                <a:lnTo>
                  <a:pt x="1838325" y="95250"/>
                </a:lnTo>
                <a:lnTo>
                  <a:pt x="1838325" y="104775"/>
                </a:lnTo>
                <a:lnTo>
                  <a:pt x="1828800" y="104775"/>
                </a:lnTo>
                <a:lnTo>
                  <a:pt x="1828800" y="95250"/>
                </a:lnTo>
                <a:lnTo>
                  <a:pt x="1800225" y="95250"/>
                </a:lnTo>
                <a:lnTo>
                  <a:pt x="1800225" y="114300"/>
                </a:lnTo>
                <a:lnTo>
                  <a:pt x="1809750" y="114300"/>
                </a:lnTo>
                <a:lnTo>
                  <a:pt x="1809750" y="142875"/>
                </a:lnTo>
                <a:lnTo>
                  <a:pt x="1771650" y="142875"/>
                </a:lnTo>
                <a:lnTo>
                  <a:pt x="1771650" y="133350"/>
                </a:lnTo>
                <a:lnTo>
                  <a:pt x="1704975" y="133350"/>
                </a:lnTo>
                <a:lnTo>
                  <a:pt x="1704975" y="123825"/>
                </a:lnTo>
                <a:lnTo>
                  <a:pt x="1647825" y="123825"/>
                </a:lnTo>
                <a:lnTo>
                  <a:pt x="1647825" y="133350"/>
                </a:lnTo>
                <a:lnTo>
                  <a:pt x="1619250" y="133350"/>
                </a:lnTo>
                <a:lnTo>
                  <a:pt x="1619250" y="123825"/>
                </a:lnTo>
                <a:lnTo>
                  <a:pt x="1600200" y="123825"/>
                </a:lnTo>
                <a:lnTo>
                  <a:pt x="1600200" y="133350"/>
                </a:lnTo>
                <a:lnTo>
                  <a:pt x="1590675" y="133350"/>
                </a:lnTo>
                <a:lnTo>
                  <a:pt x="1590675" y="142875"/>
                </a:lnTo>
                <a:lnTo>
                  <a:pt x="1581150" y="142875"/>
                </a:lnTo>
                <a:lnTo>
                  <a:pt x="1581150" y="171450"/>
                </a:lnTo>
                <a:lnTo>
                  <a:pt x="1571625" y="171450"/>
                </a:lnTo>
                <a:lnTo>
                  <a:pt x="1571625" y="190500"/>
                </a:lnTo>
                <a:lnTo>
                  <a:pt x="1562100" y="190500"/>
                </a:lnTo>
                <a:lnTo>
                  <a:pt x="1562100" y="209550"/>
                </a:lnTo>
                <a:lnTo>
                  <a:pt x="1590675" y="209550"/>
                </a:lnTo>
                <a:lnTo>
                  <a:pt x="1590675" y="219075"/>
                </a:lnTo>
                <a:lnTo>
                  <a:pt x="1600200" y="219075"/>
                </a:lnTo>
                <a:lnTo>
                  <a:pt x="1600200" y="228600"/>
                </a:lnTo>
                <a:lnTo>
                  <a:pt x="1609725" y="228600"/>
                </a:lnTo>
                <a:lnTo>
                  <a:pt x="1609725" y="247650"/>
                </a:lnTo>
                <a:lnTo>
                  <a:pt x="1600200" y="247650"/>
                </a:lnTo>
                <a:lnTo>
                  <a:pt x="1600200" y="238125"/>
                </a:lnTo>
                <a:lnTo>
                  <a:pt x="1581150" y="238125"/>
                </a:lnTo>
                <a:lnTo>
                  <a:pt x="1581150" y="247650"/>
                </a:lnTo>
                <a:lnTo>
                  <a:pt x="1571625" y="247650"/>
                </a:lnTo>
                <a:lnTo>
                  <a:pt x="1571625" y="257175"/>
                </a:lnTo>
                <a:lnTo>
                  <a:pt x="1581150" y="257175"/>
                </a:lnTo>
                <a:lnTo>
                  <a:pt x="1581150" y="266700"/>
                </a:lnTo>
                <a:lnTo>
                  <a:pt x="1571625" y="266700"/>
                </a:lnTo>
                <a:lnTo>
                  <a:pt x="1571625" y="276225"/>
                </a:lnTo>
                <a:lnTo>
                  <a:pt x="1581150" y="276225"/>
                </a:lnTo>
                <a:lnTo>
                  <a:pt x="1581150" y="295275"/>
                </a:lnTo>
                <a:lnTo>
                  <a:pt x="1590675" y="295275"/>
                </a:lnTo>
                <a:lnTo>
                  <a:pt x="1590675" y="304800"/>
                </a:lnTo>
                <a:lnTo>
                  <a:pt x="1581150" y="304800"/>
                </a:lnTo>
                <a:lnTo>
                  <a:pt x="1581150" y="314325"/>
                </a:lnTo>
                <a:lnTo>
                  <a:pt x="1590675" y="314325"/>
                </a:lnTo>
                <a:lnTo>
                  <a:pt x="1590675" y="333375"/>
                </a:lnTo>
                <a:lnTo>
                  <a:pt x="1600200" y="333375"/>
                </a:lnTo>
                <a:lnTo>
                  <a:pt x="1600200" y="342900"/>
                </a:lnTo>
                <a:lnTo>
                  <a:pt x="1609725" y="342900"/>
                </a:lnTo>
                <a:lnTo>
                  <a:pt x="1609725" y="352425"/>
                </a:lnTo>
                <a:lnTo>
                  <a:pt x="1676400" y="352425"/>
                </a:lnTo>
                <a:lnTo>
                  <a:pt x="1676400" y="342900"/>
                </a:lnTo>
                <a:lnTo>
                  <a:pt x="1685925" y="342900"/>
                </a:lnTo>
                <a:lnTo>
                  <a:pt x="1685925" y="333375"/>
                </a:lnTo>
                <a:lnTo>
                  <a:pt x="1704975" y="333375"/>
                </a:lnTo>
                <a:lnTo>
                  <a:pt x="1704975" y="323850"/>
                </a:lnTo>
                <a:lnTo>
                  <a:pt x="1733550" y="323850"/>
                </a:lnTo>
                <a:lnTo>
                  <a:pt x="1733550" y="314325"/>
                </a:lnTo>
                <a:lnTo>
                  <a:pt x="1743075" y="314325"/>
                </a:lnTo>
                <a:lnTo>
                  <a:pt x="1743075" y="304800"/>
                </a:lnTo>
                <a:lnTo>
                  <a:pt x="1762125" y="304800"/>
                </a:lnTo>
                <a:lnTo>
                  <a:pt x="1762125" y="295275"/>
                </a:lnTo>
                <a:lnTo>
                  <a:pt x="1771650" y="295275"/>
                </a:lnTo>
                <a:lnTo>
                  <a:pt x="1771650" y="314325"/>
                </a:lnTo>
                <a:lnTo>
                  <a:pt x="1790700" y="314325"/>
                </a:lnTo>
                <a:lnTo>
                  <a:pt x="1790700" y="323850"/>
                </a:lnTo>
                <a:lnTo>
                  <a:pt x="1800225" y="323850"/>
                </a:lnTo>
                <a:lnTo>
                  <a:pt x="1800225" y="342900"/>
                </a:lnTo>
                <a:lnTo>
                  <a:pt x="1809750" y="342900"/>
                </a:lnTo>
                <a:lnTo>
                  <a:pt x="1809750" y="352425"/>
                </a:lnTo>
                <a:lnTo>
                  <a:pt x="1828800" y="352425"/>
                </a:lnTo>
                <a:lnTo>
                  <a:pt x="1828800" y="361950"/>
                </a:lnTo>
                <a:lnTo>
                  <a:pt x="1771650" y="361950"/>
                </a:lnTo>
                <a:lnTo>
                  <a:pt x="1771650" y="371475"/>
                </a:lnTo>
                <a:lnTo>
                  <a:pt x="1743075" y="371475"/>
                </a:lnTo>
                <a:lnTo>
                  <a:pt x="1743075" y="381000"/>
                </a:lnTo>
                <a:lnTo>
                  <a:pt x="1733550" y="381000"/>
                </a:lnTo>
                <a:lnTo>
                  <a:pt x="1733550" y="371475"/>
                </a:lnTo>
                <a:lnTo>
                  <a:pt x="1714500" y="371475"/>
                </a:lnTo>
                <a:lnTo>
                  <a:pt x="1714500" y="361950"/>
                </a:lnTo>
                <a:lnTo>
                  <a:pt x="1676400" y="361950"/>
                </a:lnTo>
                <a:lnTo>
                  <a:pt x="1676400" y="371475"/>
                </a:lnTo>
                <a:lnTo>
                  <a:pt x="1666875" y="371475"/>
                </a:lnTo>
                <a:lnTo>
                  <a:pt x="1666875" y="381000"/>
                </a:lnTo>
                <a:lnTo>
                  <a:pt x="1657350" y="381000"/>
                </a:lnTo>
                <a:lnTo>
                  <a:pt x="1657350" y="390525"/>
                </a:lnTo>
                <a:lnTo>
                  <a:pt x="1638300" y="390525"/>
                </a:lnTo>
                <a:lnTo>
                  <a:pt x="1638300" y="400050"/>
                </a:lnTo>
                <a:lnTo>
                  <a:pt x="1647825" y="400050"/>
                </a:lnTo>
                <a:lnTo>
                  <a:pt x="1647825" y="409575"/>
                </a:lnTo>
                <a:lnTo>
                  <a:pt x="1628775" y="409575"/>
                </a:lnTo>
                <a:lnTo>
                  <a:pt x="1628775" y="400050"/>
                </a:lnTo>
                <a:lnTo>
                  <a:pt x="1619250" y="400050"/>
                </a:lnTo>
                <a:lnTo>
                  <a:pt x="1619250" y="390525"/>
                </a:lnTo>
                <a:lnTo>
                  <a:pt x="1609725" y="390525"/>
                </a:lnTo>
                <a:lnTo>
                  <a:pt x="1609725" y="381000"/>
                </a:lnTo>
                <a:lnTo>
                  <a:pt x="1600200" y="381000"/>
                </a:lnTo>
                <a:lnTo>
                  <a:pt x="1600200" y="371475"/>
                </a:lnTo>
                <a:lnTo>
                  <a:pt x="1590675" y="371475"/>
                </a:lnTo>
                <a:lnTo>
                  <a:pt x="1590675" y="361950"/>
                </a:lnTo>
                <a:lnTo>
                  <a:pt x="1581150" y="361950"/>
                </a:lnTo>
                <a:lnTo>
                  <a:pt x="1581150" y="342900"/>
                </a:lnTo>
                <a:lnTo>
                  <a:pt x="1571625" y="342900"/>
                </a:lnTo>
                <a:lnTo>
                  <a:pt x="1571625" y="333375"/>
                </a:lnTo>
                <a:lnTo>
                  <a:pt x="1562100" y="333375"/>
                </a:lnTo>
                <a:lnTo>
                  <a:pt x="1562100" y="323850"/>
                </a:lnTo>
                <a:lnTo>
                  <a:pt x="1571625" y="323850"/>
                </a:lnTo>
                <a:lnTo>
                  <a:pt x="1571625" y="304800"/>
                </a:lnTo>
                <a:lnTo>
                  <a:pt x="1562100" y="304800"/>
                </a:lnTo>
                <a:lnTo>
                  <a:pt x="1562100" y="295275"/>
                </a:lnTo>
                <a:lnTo>
                  <a:pt x="1543050" y="295275"/>
                </a:lnTo>
                <a:lnTo>
                  <a:pt x="1543050" y="285750"/>
                </a:lnTo>
                <a:lnTo>
                  <a:pt x="1514475" y="285750"/>
                </a:lnTo>
                <a:lnTo>
                  <a:pt x="1514475" y="276225"/>
                </a:lnTo>
                <a:lnTo>
                  <a:pt x="1495425" y="276225"/>
                </a:lnTo>
                <a:lnTo>
                  <a:pt x="1495425" y="266700"/>
                </a:lnTo>
                <a:lnTo>
                  <a:pt x="1485900" y="266700"/>
                </a:lnTo>
                <a:lnTo>
                  <a:pt x="1485900" y="257175"/>
                </a:lnTo>
                <a:lnTo>
                  <a:pt x="1476375" y="257175"/>
                </a:lnTo>
                <a:lnTo>
                  <a:pt x="1476375" y="276225"/>
                </a:lnTo>
                <a:lnTo>
                  <a:pt x="1457325" y="276225"/>
                </a:lnTo>
                <a:lnTo>
                  <a:pt x="1457325" y="285750"/>
                </a:lnTo>
                <a:lnTo>
                  <a:pt x="1428750" y="285750"/>
                </a:lnTo>
                <a:lnTo>
                  <a:pt x="1428750" y="295275"/>
                </a:lnTo>
                <a:lnTo>
                  <a:pt x="1419225" y="295275"/>
                </a:lnTo>
                <a:lnTo>
                  <a:pt x="1419225" y="314325"/>
                </a:lnTo>
                <a:lnTo>
                  <a:pt x="1409700" y="314325"/>
                </a:lnTo>
                <a:lnTo>
                  <a:pt x="1409700" y="304800"/>
                </a:lnTo>
                <a:lnTo>
                  <a:pt x="1400175" y="304800"/>
                </a:lnTo>
                <a:lnTo>
                  <a:pt x="1400175" y="295275"/>
                </a:lnTo>
                <a:lnTo>
                  <a:pt x="1381125" y="295275"/>
                </a:lnTo>
                <a:lnTo>
                  <a:pt x="1381125" y="257175"/>
                </a:lnTo>
                <a:lnTo>
                  <a:pt x="1390650" y="257175"/>
                </a:lnTo>
                <a:lnTo>
                  <a:pt x="1390650" y="238125"/>
                </a:lnTo>
                <a:lnTo>
                  <a:pt x="1400175" y="238125"/>
                </a:lnTo>
                <a:lnTo>
                  <a:pt x="1400175" y="209550"/>
                </a:lnTo>
                <a:lnTo>
                  <a:pt x="1419225" y="209550"/>
                </a:lnTo>
                <a:lnTo>
                  <a:pt x="1419225" y="200025"/>
                </a:lnTo>
                <a:lnTo>
                  <a:pt x="1428750" y="200025"/>
                </a:lnTo>
                <a:lnTo>
                  <a:pt x="1428750" y="190500"/>
                </a:lnTo>
                <a:lnTo>
                  <a:pt x="1419225" y="190500"/>
                </a:lnTo>
                <a:lnTo>
                  <a:pt x="1419225" y="180975"/>
                </a:lnTo>
                <a:lnTo>
                  <a:pt x="1428750" y="180975"/>
                </a:lnTo>
                <a:lnTo>
                  <a:pt x="1428750" y="171450"/>
                </a:lnTo>
                <a:lnTo>
                  <a:pt x="1447800" y="171450"/>
                </a:lnTo>
                <a:lnTo>
                  <a:pt x="1447800" y="161925"/>
                </a:lnTo>
                <a:lnTo>
                  <a:pt x="1466850" y="161925"/>
                </a:lnTo>
                <a:lnTo>
                  <a:pt x="1466850" y="133350"/>
                </a:lnTo>
                <a:lnTo>
                  <a:pt x="1457325" y="133350"/>
                </a:lnTo>
                <a:lnTo>
                  <a:pt x="1457325" y="123825"/>
                </a:lnTo>
                <a:lnTo>
                  <a:pt x="1447800" y="123825"/>
                </a:lnTo>
                <a:lnTo>
                  <a:pt x="1447800" y="114300"/>
                </a:lnTo>
                <a:lnTo>
                  <a:pt x="1466850" y="114300"/>
                </a:lnTo>
                <a:lnTo>
                  <a:pt x="1466850" y="95250"/>
                </a:lnTo>
                <a:lnTo>
                  <a:pt x="1476375" y="95250"/>
                </a:lnTo>
                <a:lnTo>
                  <a:pt x="1476375" y="85725"/>
                </a:lnTo>
                <a:lnTo>
                  <a:pt x="1485900" y="85725"/>
                </a:lnTo>
                <a:lnTo>
                  <a:pt x="1485900" y="66675"/>
                </a:lnTo>
                <a:lnTo>
                  <a:pt x="1495425" y="66675"/>
                </a:lnTo>
                <a:lnTo>
                  <a:pt x="1495425" y="57150"/>
                </a:lnTo>
                <a:lnTo>
                  <a:pt x="1504950" y="57150"/>
                </a:lnTo>
                <a:lnTo>
                  <a:pt x="1504950" y="47625"/>
                </a:lnTo>
                <a:lnTo>
                  <a:pt x="1514475" y="47625"/>
                </a:lnTo>
                <a:lnTo>
                  <a:pt x="1514475" y="38100"/>
                </a:lnTo>
                <a:lnTo>
                  <a:pt x="1524000" y="38100"/>
                </a:lnTo>
                <a:lnTo>
                  <a:pt x="1524000" y="28575"/>
                </a:lnTo>
                <a:lnTo>
                  <a:pt x="1543050" y="28575"/>
                </a:lnTo>
                <a:lnTo>
                  <a:pt x="1543050" y="19050"/>
                </a:lnTo>
                <a:lnTo>
                  <a:pt x="1552575" y="19050"/>
                </a:lnTo>
                <a:lnTo>
                  <a:pt x="1552575" y="9525"/>
                </a:lnTo>
                <a:lnTo>
                  <a:pt x="1562100" y="9525"/>
                </a:lnTo>
                <a:close/>
                <a:moveTo>
                  <a:pt x="2009775" y="0"/>
                </a:moveTo>
                <a:lnTo>
                  <a:pt x="2019300" y="0"/>
                </a:lnTo>
                <a:lnTo>
                  <a:pt x="2019300" y="9525"/>
                </a:lnTo>
                <a:lnTo>
                  <a:pt x="2009775" y="9525"/>
                </a:lnTo>
                <a:close/>
                <a:moveTo>
                  <a:pt x="171450" y="28575"/>
                </a:moveTo>
                <a:lnTo>
                  <a:pt x="180975" y="28575"/>
                </a:lnTo>
                <a:lnTo>
                  <a:pt x="180975" y="38100"/>
                </a:lnTo>
                <a:lnTo>
                  <a:pt x="190500" y="38100"/>
                </a:lnTo>
                <a:lnTo>
                  <a:pt x="190500" y="47625"/>
                </a:lnTo>
                <a:lnTo>
                  <a:pt x="180975" y="47625"/>
                </a:lnTo>
                <a:lnTo>
                  <a:pt x="180975" y="57150"/>
                </a:lnTo>
                <a:lnTo>
                  <a:pt x="190500" y="57150"/>
                </a:lnTo>
                <a:lnTo>
                  <a:pt x="190500" y="66675"/>
                </a:lnTo>
                <a:lnTo>
                  <a:pt x="228600" y="66675"/>
                </a:lnTo>
                <a:lnTo>
                  <a:pt x="228600" y="76200"/>
                </a:lnTo>
                <a:lnTo>
                  <a:pt x="219075" y="76200"/>
                </a:lnTo>
                <a:lnTo>
                  <a:pt x="219075" y="85725"/>
                </a:lnTo>
                <a:lnTo>
                  <a:pt x="200025" y="85725"/>
                </a:lnTo>
                <a:lnTo>
                  <a:pt x="200025" y="95250"/>
                </a:lnTo>
                <a:lnTo>
                  <a:pt x="190500" y="95250"/>
                </a:lnTo>
                <a:lnTo>
                  <a:pt x="190500" y="85725"/>
                </a:lnTo>
                <a:lnTo>
                  <a:pt x="180975" y="85725"/>
                </a:lnTo>
                <a:lnTo>
                  <a:pt x="180975" y="66675"/>
                </a:lnTo>
                <a:lnTo>
                  <a:pt x="171450" y="66675"/>
                </a:lnTo>
                <a:lnTo>
                  <a:pt x="171450" y="47625"/>
                </a:lnTo>
                <a:lnTo>
                  <a:pt x="161925" y="47625"/>
                </a:lnTo>
                <a:lnTo>
                  <a:pt x="161925" y="38100"/>
                </a:lnTo>
                <a:lnTo>
                  <a:pt x="171450" y="38100"/>
                </a:lnTo>
                <a:close/>
                <a:moveTo>
                  <a:pt x="2047875" y="28575"/>
                </a:moveTo>
                <a:lnTo>
                  <a:pt x="2057400" y="28575"/>
                </a:lnTo>
                <a:lnTo>
                  <a:pt x="2057400" y="19050"/>
                </a:lnTo>
                <a:lnTo>
                  <a:pt x="2047875" y="19050"/>
                </a:lnTo>
                <a:close/>
                <a:moveTo>
                  <a:pt x="66675" y="57150"/>
                </a:moveTo>
                <a:lnTo>
                  <a:pt x="85725" y="57150"/>
                </a:lnTo>
                <a:lnTo>
                  <a:pt x="85725" y="66675"/>
                </a:lnTo>
                <a:lnTo>
                  <a:pt x="104775" y="66675"/>
                </a:lnTo>
                <a:lnTo>
                  <a:pt x="104775" y="57150"/>
                </a:lnTo>
                <a:lnTo>
                  <a:pt x="123825" y="57150"/>
                </a:lnTo>
                <a:lnTo>
                  <a:pt x="123825" y="66675"/>
                </a:lnTo>
                <a:lnTo>
                  <a:pt x="133350" y="66675"/>
                </a:lnTo>
                <a:lnTo>
                  <a:pt x="133350" y="85725"/>
                </a:lnTo>
                <a:lnTo>
                  <a:pt x="142875" y="85725"/>
                </a:lnTo>
                <a:lnTo>
                  <a:pt x="142875" y="95250"/>
                </a:lnTo>
                <a:lnTo>
                  <a:pt x="123825" y="95250"/>
                </a:lnTo>
                <a:lnTo>
                  <a:pt x="123825" y="85725"/>
                </a:lnTo>
                <a:lnTo>
                  <a:pt x="114300" y="85725"/>
                </a:lnTo>
                <a:lnTo>
                  <a:pt x="114300" y="76200"/>
                </a:lnTo>
                <a:lnTo>
                  <a:pt x="104775" y="76200"/>
                </a:lnTo>
                <a:lnTo>
                  <a:pt x="104775" y="85725"/>
                </a:lnTo>
                <a:lnTo>
                  <a:pt x="76200" y="85725"/>
                </a:lnTo>
                <a:lnTo>
                  <a:pt x="76200" y="76200"/>
                </a:lnTo>
                <a:lnTo>
                  <a:pt x="66675" y="76200"/>
                </a:lnTo>
                <a:close/>
                <a:moveTo>
                  <a:pt x="238125" y="57150"/>
                </a:moveTo>
                <a:lnTo>
                  <a:pt x="304800" y="57150"/>
                </a:lnTo>
                <a:lnTo>
                  <a:pt x="304800" y="66675"/>
                </a:lnTo>
                <a:lnTo>
                  <a:pt x="314325" y="66675"/>
                </a:lnTo>
                <a:lnTo>
                  <a:pt x="314325" y="76200"/>
                </a:lnTo>
                <a:lnTo>
                  <a:pt x="266700" y="76200"/>
                </a:lnTo>
                <a:lnTo>
                  <a:pt x="266700" y="85725"/>
                </a:lnTo>
                <a:lnTo>
                  <a:pt x="247650" y="85725"/>
                </a:lnTo>
                <a:lnTo>
                  <a:pt x="247650" y="76200"/>
                </a:lnTo>
                <a:lnTo>
                  <a:pt x="238125" y="76200"/>
                </a:lnTo>
                <a:close/>
                <a:moveTo>
                  <a:pt x="1905000" y="57150"/>
                </a:moveTo>
                <a:lnTo>
                  <a:pt x="1914525" y="57150"/>
                </a:lnTo>
                <a:lnTo>
                  <a:pt x="1914525" y="47625"/>
                </a:lnTo>
                <a:lnTo>
                  <a:pt x="1905000" y="47625"/>
                </a:lnTo>
                <a:close/>
                <a:moveTo>
                  <a:pt x="1590675" y="66675"/>
                </a:moveTo>
                <a:lnTo>
                  <a:pt x="1600200" y="66675"/>
                </a:lnTo>
                <a:lnTo>
                  <a:pt x="1600200" y="57150"/>
                </a:lnTo>
                <a:lnTo>
                  <a:pt x="1590675" y="57150"/>
                </a:lnTo>
                <a:close/>
                <a:moveTo>
                  <a:pt x="314325" y="76200"/>
                </a:moveTo>
                <a:lnTo>
                  <a:pt x="323850" y="76200"/>
                </a:lnTo>
                <a:lnTo>
                  <a:pt x="323850" y="85725"/>
                </a:lnTo>
                <a:lnTo>
                  <a:pt x="314325" y="85725"/>
                </a:lnTo>
                <a:close/>
                <a:moveTo>
                  <a:pt x="333375" y="76200"/>
                </a:moveTo>
                <a:lnTo>
                  <a:pt x="342900" y="76200"/>
                </a:lnTo>
                <a:lnTo>
                  <a:pt x="342900" y="95250"/>
                </a:lnTo>
                <a:lnTo>
                  <a:pt x="333375" y="95250"/>
                </a:lnTo>
                <a:close/>
                <a:moveTo>
                  <a:pt x="1543050" y="95250"/>
                </a:moveTo>
                <a:lnTo>
                  <a:pt x="1552575" y="95250"/>
                </a:lnTo>
                <a:lnTo>
                  <a:pt x="1552575" y="85725"/>
                </a:lnTo>
                <a:lnTo>
                  <a:pt x="1543050" y="85725"/>
                </a:lnTo>
                <a:close/>
                <a:moveTo>
                  <a:pt x="228600" y="104775"/>
                </a:moveTo>
                <a:lnTo>
                  <a:pt x="257175" y="104775"/>
                </a:lnTo>
                <a:lnTo>
                  <a:pt x="257175" y="114300"/>
                </a:lnTo>
                <a:lnTo>
                  <a:pt x="266700" y="114300"/>
                </a:lnTo>
                <a:lnTo>
                  <a:pt x="266700" y="123825"/>
                </a:lnTo>
                <a:lnTo>
                  <a:pt x="285750" y="123825"/>
                </a:lnTo>
                <a:lnTo>
                  <a:pt x="285750" y="133350"/>
                </a:lnTo>
                <a:lnTo>
                  <a:pt x="304800" y="133350"/>
                </a:lnTo>
                <a:lnTo>
                  <a:pt x="304800" y="142875"/>
                </a:lnTo>
                <a:lnTo>
                  <a:pt x="314325" y="142875"/>
                </a:lnTo>
                <a:lnTo>
                  <a:pt x="314325" y="161925"/>
                </a:lnTo>
                <a:lnTo>
                  <a:pt x="295275" y="161925"/>
                </a:lnTo>
                <a:lnTo>
                  <a:pt x="295275" y="171450"/>
                </a:lnTo>
                <a:lnTo>
                  <a:pt x="285750" y="171450"/>
                </a:lnTo>
                <a:lnTo>
                  <a:pt x="285750" y="161925"/>
                </a:lnTo>
                <a:lnTo>
                  <a:pt x="276225" y="161925"/>
                </a:lnTo>
                <a:lnTo>
                  <a:pt x="276225" y="152400"/>
                </a:lnTo>
                <a:lnTo>
                  <a:pt x="257175" y="152400"/>
                </a:lnTo>
                <a:lnTo>
                  <a:pt x="257175" y="142875"/>
                </a:lnTo>
                <a:lnTo>
                  <a:pt x="238125" y="142875"/>
                </a:lnTo>
                <a:lnTo>
                  <a:pt x="238125" y="152400"/>
                </a:lnTo>
                <a:lnTo>
                  <a:pt x="228600" y="152400"/>
                </a:lnTo>
                <a:lnTo>
                  <a:pt x="228600" y="142875"/>
                </a:lnTo>
                <a:lnTo>
                  <a:pt x="209550" y="142875"/>
                </a:lnTo>
                <a:lnTo>
                  <a:pt x="209550" y="123825"/>
                </a:lnTo>
                <a:lnTo>
                  <a:pt x="219075" y="123825"/>
                </a:lnTo>
                <a:lnTo>
                  <a:pt x="219075" y="114300"/>
                </a:lnTo>
                <a:lnTo>
                  <a:pt x="228600" y="114300"/>
                </a:lnTo>
                <a:close/>
                <a:moveTo>
                  <a:pt x="0" y="123825"/>
                </a:moveTo>
                <a:lnTo>
                  <a:pt x="9525" y="123825"/>
                </a:lnTo>
                <a:lnTo>
                  <a:pt x="9525" y="133350"/>
                </a:lnTo>
                <a:lnTo>
                  <a:pt x="0" y="133350"/>
                </a:lnTo>
                <a:close/>
                <a:moveTo>
                  <a:pt x="1733550" y="123825"/>
                </a:moveTo>
                <a:lnTo>
                  <a:pt x="1752600" y="123825"/>
                </a:lnTo>
                <a:lnTo>
                  <a:pt x="1752600" y="85725"/>
                </a:lnTo>
                <a:lnTo>
                  <a:pt x="1733550" y="85725"/>
                </a:lnTo>
                <a:close/>
                <a:moveTo>
                  <a:pt x="9525" y="133350"/>
                </a:moveTo>
                <a:lnTo>
                  <a:pt x="19050" y="133350"/>
                </a:lnTo>
                <a:lnTo>
                  <a:pt x="19050" y="142875"/>
                </a:lnTo>
                <a:lnTo>
                  <a:pt x="9525" y="142875"/>
                </a:lnTo>
                <a:close/>
                <a:moveTo>
                  <a:pt x="400050" y="133350"/>
                </a:moveTo>
                <a:lnTo>
                  <a:pt x="409575" y="133350"/>
                </a:lnTo>
                <a:lnTo>
                  <a:pt x="409575" y="152400"/>
                </a:lnTo>
                <a:lnTo>
                  <a:pt x="400050" y="152400"/>
                </a:lnTo>
                <a:close/>
                <a:moveTo>
                  <a:pt x="28575" y="152400"/>
                </a:moveTo>
                <a:lnTo>
                  <a:pt x="47625" y="152400"/>
                </a:lnTo>
                <a:lnTo>
                  <a:pt x="47625" y="161925"/>
                </a:lnTo>
                <a:lnTo>
                  <a:pt x="66675" y="161925"/>
                </a:lnTo>
                <a:lnTo>
                  <a:pt x="66675" y="171450"/>
                </a:lnTo>
                <a:lnTo>
                  <a:pt x="76200" y="171450"/>
                </a:lnTo>
                <a:lnTo>
                  <a:pt x="76200" y="180975"/>
                </a:lnTo>
                <a:lnTo>
                  <a:pt x="85725" y="180975"/>
                </a:lnTo>
                <a:lnTo>
                  <a:pt x="85725" y="190500"/>
                </a:lnTo>
                <a:lnTo>
                  <a:pt x="47625" y="190500"/>
                </a:lnTo>
                <a:lnTo>
                  <a:pt x="47625" y="180975"/>
                </a:lnTo>
                <a:lnTo>
                  <a:pt x="38100" y="180975"/>
                </a:lnTo>
                <a:lnTo>
                  <a:pt x="38100" y="171450"/>
                </a:lnTo>
                <a:lnTo>
                  <a:pt x="28575" y="171450"/>
                </a:lnTo>
                <a:close/>
                <a:moveTo>
                  <a:pt x="1476375" y="161925"/>
                </a:moveTo>
                <a:lnTo>
                  <a:pt x="1485900" y="161925"/>
                </a:lnTo>
                <a:lnTo>
                  <a:pt x="1485900" y="171450"/>
                </a:lnTo>
                <a:lnTo>
                  <a:pt x="1495425" y="171450"/>
                </a:lnTo>
                <a:lnTo>
                  <a:pt x="1495425" y="152400"/>
                </a:lnTo>
                <a:lnTo>
                  <a:pt x="1476375" y="152400"/>
                </a:lnTo>
                <a:close/>
                <a:moveTo>
                  <a:pt x="381000" y="180975"/>
                </a:moveTo>
                <a:lnTo>
                  <a:pt x="400050" y="180975"/>
                </a:lnTo>
                <a:lnTo>
                  <a:pt x="400050" y="190500"/>
                </a:lnTo>
                <a:lnTo>
                  <a:pt x="390525" y="190500"/>
                </a:lnTo>
                <a:lnTo>
                  <a:pt x="390525" y="200025"/>
                </a:lnTo>
                <a:lnTo>
                  <a:pt x="371475" y="200025"/>
                </a:lnTo>
                <a:lnTo>
                  <a:pt x="371475" y="209550"/>
                </a:lnTo>
                <a:lnTo>
                  <a:pt x="361950" y="209550"/>
                </a:lnTo>
                <a:lnTo>
                  <a:pt x="361950" y="228600"/>
                </a:lnTo>
                <a:lnTo>
                  <a:pt x="352425" y="228600"/>
                </a:lnTo>
                <a:lnTo>
                  <a:pt x="352425" y="266700"/>
                </a:lnTo>
                <a:lnTo>
                  <a:pt x="361950" y="266700"/>
                </a:lnTo>
                <a:lnTo>
                  <a:pt x="361950" y="276225"/>
                </a:lnTo>
                <a:lnTo>
                  <a:pt x="371475" y="276225"/>
                </a:lnTo>
                <a:lnTo>
                  <a:pt x="371475" y="285750"/>
                </a:lnTo>
                <a:lnTo>
                  <a:pt x="381000" y="285750"/>
                </a:lnTo>
                <a:lnTo>
                  <a:pt x="381000" y="304800"/>
                </a:lnTo>
                <a:lnTo>
                  <a:pt x="361950" y="304800"/>
                </a:lnTo>
                <a:lnTo>
                  <a:pt x="361950" y="314325"/>
                </a:lnTo>
                <a:lnTo>
                  <a:pt x="352425" y="314325"/>
                </a:lnTo>
                <a:lnTo>
                  <a:pt x="352425" y="323850"/>
                </a:lnTo>
                <a:lnTo>
                  <a:pt x="333375" y="323850"/>
                </a:lnTo>
                <a:lnTo>
                  <a:pt x="333375" y="352425"/>
                </a:lnTo>
                <a:lnTo>
                  <a:pt x="342900" y="352425"/>
                </a:lnTo>
                <a:lnTo>
                  <a:pt x="342900" y="342900"/>
                </a:lnTo>
                <a:lnTo>
                  <a:pt x="352425" y="342900"/>
                </a:lnTo>
                <a:lnTo>
                  <a:pt x="352425" y="352425"/>
                </a:lnTo>
                <a:lnTo>
                  <a:pt x="371475" y="352425"/>
                </a:lnTo>
                <a:lnTo>
                  <a:pt x="371475" y="361950"/>
                </a:lnTo>
                <a:lnTo>
                  <a:pt x="361950" y="361950"/>
                </a:lnTo>
                <a:lnTo>
                  <a:pt x="361950" y="371475"/>
                </a:lnTo>
                <a:lnTo>
                  <a:pt x="342900" y="371475"/>
                </a:lnTo>
                <a:lnTo>
                  <a:pt x="342900" y="361950"/>
                </a:lnTo>
                <a:lnTo>
                  <a:pt x="333375" y="361950"/>
                </a:lnTo>
                <a:lnTo>
                  <a:pt x="333375" y="371475"/>
                </a:lnTo>
                <a:lnTo>
                  <a:pt x="323850" y="371475"/>
                </a:lnTo>
                <a:lnTo>
                  <a:pt x="323850" y="381000"/>
                </a:lnTo>
                <a:lnTo>
                  <a:pt x="276225" y="381000"/>
                </a:lnTo>
                <a:lnTo>
                  <a:pt x="276225" y="390525"/>
                </a:lnTo>
                <a:lnTo>
                  <a:pt x="266700" y="390525"/>
                </a:lnTo>
                <a:lnTo>
                  <a:pt x="266700" y="361950"/>
                </a:lnTo>
                <a:lnTo>
                  <a:pt x="257175" y="361950"/>
                </a:lnTo>
                <a:lnTo>
                  <a:pt x="257175" y="352425"/>
                </a:lnTo>
                <a:lnTo>
                  <a:pt x="238125" y="352425"/>
                </a:lnTo>
                <a:lnTo>
                  <a:pt x="238125" y="342900"/>
                </a:lnTo>
                <a:lnTo>
                  <a:pt x="228600" y="342900"/>
                </a:lnTo>
                <a:lnTo>
                  <a:pt x="228600" y="352425"/>
                </a:lnTo>
                <a:lnTo>
                  <a:pt x="190500" y="352425"/>
                </a:lnTo>
                <a:lnTo>
                  <a:pt x="190500" y="361950"/>
                </a:lnTo>
                <a:lnTo>
                  <a:pt x="171450" y="361950"/>
                </a:lnTo>
                <a:lnTo>
                  <a:pt x="171450" y="352425"/>
                </a:lnTo>
                <a:lnTo>
                  <a:pt x="152400" y="352425"/>
                </a:lnTo>
                <a:lnTo>
                  <a:pt x="152400" y="342900"/>
                </a:lnTo>
                <a:lnTo>
                  <a:pt x="142875" y="342900"/>
                </a:lnTo>
                <a:lnTo>
                  <a:pt x="142875" y="352425"/>
                </a:lnTo>
                <a:lnTo>
                  <a:pt x="133350" y="352425"/>
                </a:lnTo>
                <a:lnTo>
                  <a:pt x="133350" y="342900"/>
                </a:lnTo>
                <a:lnTo>
                  <a:pt x="114300" y="342900"/>
                </a:lnTo>
                <a:lnTo>
                  <a:pt x="114300" y="333375"/>
                </a:lnTo>
                <a:lnTo>
                  <a:pt x="95250" y="333375"/>
                </a:lnTo>
                <a:lnTo>
                  <a:pt x="95250" y="323850"/>
                </a:lnTo>
                <a:lnTo>
                  <a:pt x="85725" y="323850"/>
                </a:lnTo>
                <a:lnTo>
                  <a:pt x="85725" y="314325"/>
                </a:lnTo>
                <a:lnTo>
                  <a:pt x="76200" y="314325"/>
                </a:lnTo>
                <a:lnTo>
                  <a:pt x="76200" y="304800"/>
                </a:lnTo>
                <a:lnTo>
                  <a:pt x="57150" y="304800"/>
                </a:lnTo>
                <a:lnTo>
                  <a:pt x="57150" y="285750"/>
                </a:lnTo>
                <a:lnTo>
                  <a:pt x="38100" y="285750"/>
                </a:lnTo>
                <a:lnTo>
                  <a:pt x="38100" y="266700"/>
                </a:lnTo>
                <a:lnTo>
                  <a:pt x="47625" y="266700"/>
                </a:lnTo>
                <a:lnTo>
                  <a:pt x="47625" y="276225"/>
                </a:lnTo>
                <a:lnTo>
                  <a:pt x="66675" y="276225"/>
                </a:lnTo>
                <a:lnTo>
                  <a:pt x="66675" y="285750"/>
                </a:lnTo>
                <a:lnTo>
                  <a:pt x="76200" y="285750"/>
                </a:lnTo>
                <a:lnTo>
                  <a:pt x="76200" y="295275"/>
                </a:lnTo>
                <a:lnTo>
                  <a:pt x="85725" y="295275"/>
                </a:lnTo>
                <a:lnTo>
                  <a:pt x="85725" y="304800"/>
                </a:lnTo>
                <a:lnTo>
                  <a:pt x="114300" y="304800"/>
                </a:lnTo>
                <a:lnTo>
                  <a:pt x="114300" y="314325"/>
                </a:lnTo>
                <a:lnTo>
                  <a:pt x="209550" y="314325"/>
                </a:lnTo>
                <a:lnTo>
                  <a:pt x="209550" y="323850"/>
                </a:lnTo>
                <a:lnTo>
                  <a:pt x="228600" y="323850"/>
                </a:lnTo>
                <a:lnTo>
                  <a:pt x="228600" y="314325"/>
                </a:lnTo>
                <a:lnTo>
                  <a:pt x="247650" y="314325"/>
                </a:lnTo>
                <a:lnTo>
                  <a:pt x="247650" y="304800"/>
                </a:lnTo>
                <a:lnTo>
                  <a:pt x="276225" y="304800"/>
                </a:lnTo>
                <a:lnTo>
                  <a:pt x="276225" y="295275"/>
                </a:lnTo>
                <a:lnTo>
                  <a:pt x="285750" y="295275"/>
                </a:lnTo>
                <a:lnTo>
                  <a:pt x="285750" y="276225"/>
                </a:lnTo>
                <a:lnTo>
                  <a:pt x="295275" y="276225"/>
                </a:lnTo>
                <a:lnTo>
                  <a:pt x="295275" y="266700"/>
                </a:lnTo>
                <a:lnTo>
                  <a:pt x="304800" y="266700"/>
                </a:lnTo>
                <a:lnTo>
                  <a:pt x="304800" y="257175"/>
                </a:lnTo>
                <a:lnTo>
                  <a:pt x="314325" y="257175"/>
                </a:lnTo>
                <a:lnTo>
                  <a:pt x="314325" y="238125"/>
                </a:lnTo>
                <a:lnTo>
                  <a:pt x="304800" y="238125"/>
                </a:lnTo>
                <a:lnTo>
                  <a:pt x="304800" y="228600"/>
                </a:lnTo>
                <a:lnTo>
                  <a:pt x="295275" y="228600"/>
                </a:lnTo>
                <a:lnTo>
                  <a:pt x="295275" y="219075"/>
                </a:lnTo>
                <a:lnTo>
                  <a:pt x="276225" y="219075"/>
                </a:lnTo>
                <a:lnTo>
                  <a:pt x="276225" y="209550"/>
                </a:lnTo>
                <a:lnTo>
                  <a:pt x="266700" y="209550"/>
                </a:lnTo>
                <a:lnTo>
                  <a:pt x="266700" y="200025"/>
                </a:lnTo>
                <a:lnTo>
                  <a:pt x="285750" y="200025"/>
                </a:lnTo>
                <a:lnTo>
                  <a:pt x="285750" y="209550"/>
                </a:lnTo>
                <a:lnTo>
                  <a:pt x="304800" y="209550"/>
                </a:lnTo>
                <a:lnTo>
                  <a:pt x="304800" y="200025"/>
                </a:lnTo>
                <a:lnTo>
                  <a:pt x="333375" y="200025"/>
                </a:lnTo>
                <a:lnTo>
                  <a:pt x="333375" y="190500"/>
                </a:lnTo>
                <a:lnTo>
                  <a:pt x="381000" y="190500"/>
                </a:lnTo>
                <a:close/>
                <a:moveTo>
                  <a:pt x="1657350" y="238125"/>
                </a:moveTo>
                <a:lnTo>
                  <a:pt x="1676400" y="238125"/>
                </a:lnTo>
                <a:lnTo>
                  <a:pt x="1676400" y="247650"/>
                </a:lnTo>
                <a:lnTo>
                  <a:pt x="1657350" y="247650"/>
                </a:lnTo>
                <a:close/>
                <a:moveTo>
                  <a:pt x="1409700" y="276225"/>
                </a:moveTo>
                <a:lnTo>
                  <a:pt x="1419225" y="276225"/>
                </a:lnTo>
                <a:lnTo>
                  <a:pt x="1419225" y="266700"/>
                </a:lnTo>
                <a:lnTo>
                  <a:pt x="1409700" y="266700"/>
                </a:lnTo>
                <a:close/>
                <a:moveTo>
                  <a:pt x="342900" y="304800"/>
                </a:moveTo>
                <a:lnTo>
                  <a:pt x="352425" y="304800"/>
                </a:lnTo>
                <a:lnTo>
                  <a:pt x="352425" y="285750"/>
                </a:lnTo>
                <a:lnTo>
                  <a:pt x="342900" y="285750"/>
                </a:lnTo>
                <a:close/>
                <a:moveTo>
                  <a:pt x="390525" y="304800"/>
                </a:moveTo>
                <a:lnTo>
                  <a:pt x="419100" y="304800"/>
                </a:lnTo>
                <a:lnTo>
                  <a:pt x="419100" y="323850"/>
                </a:lnTo>
                <a:lnTo>
                  <a:pt x="409575" y="323850"/>
                </a:lnTo>
                <a:lnTo>
                  <a:pt x="409575" y="333375"/>
                </a:lnTo>
                <a:lnTo>
                  <a:pt x="390525" y="333375"/>
                </a:lnTo>
                <a:close/>
                <a:moveTo>
                  <a:pt x="466725" y="304800"/>
                </a:moveTo>
                <a:lnTo>
                  <a:pt x="485775" y="304800"/>
                </a:lnTo>
                <a:lnTo>
                  <a:pt x="485775" y="314325"/>
                </a:lnTo>
                <a:lnTo>
                  <a:pt x="495300" y="314325"/>
                </a:lnTo>
                <a:lnTo>
                  <a:pt x="495300" y="361950"/>
                </a:lnTo>
                <a:lnTo>
                  <a:pt x="485775" y="361950"/>
                </a:lnTo>
                <a:lnTo>
                  <a:pt x="485775" y="381000"/>
                </a:lnTo>
                <a:lnTo>
                  <a:pt x="466725" y="381000"/>
                </a:lnTo>
                <a:lnTo>
                  <a:pt x="466725" y="390525"/>
                </a:lnTo>
                <a:lnTo>
                  <a:pt x="457200" y="390525"/>
                </a:lnTo>
                <a:lnTo>
                  <a:pt x="457200" y="400050"/>
                </a:lnTo>
                <a:lnTo>
                  <a:pt x="466725" y="400050"/>
                </a:lnTo>
                <a:lnTo>
                  <a:pt x="466725" y="466725"/>
                </a:lnTo>
                <a:lnTo>
                  <a:pt x="438150" y="466725"/>
                </a:lnTo>
                <a:lnTo>
                  <a:pt x="438150" y="457200"/>
                </a:lnTo>
                <a:lnTo>
                  <a:pt x="428625" y="457200"/>
                </a:lnTo>
                <a:lnTo>
                  <a:pt x="428625" y="447675"/>
                </a:lnTo>
                <a:lnTo>
                  <a:pt x="419100" y="447675"/>
                </a:lnTo>
                <a:lnTo>
                  <a:pt x="419100" y="438150"/>
                </a:lnTo>
                <a:lnTo>
                  <a:pt x="428625" y="438150"/>
                </a:lnTo>
                <a:lnTo>
                  <a:pt x="428625" y="447675"/>
                </a:lnTo>
                <a:lnTo>
                  <a:pt x="438150" y="447675"/>
                </a:lnTo>
                <a:lnTo>
                  <a:pt x="438150" y="419100"/>
                </a:lnTo>
                <a:lnTo>
                  <a:pt x="428625" y="419100"/>
                </a:lnTo>
                <a:lnTo>
                  <a:pt x="428625" y="428625"/>
                </a:lnTo>
                <a:lnTo>
                  <a:pt x="409575" y="428625"/>
                </a:lnTo>
                <a:lnTo>
                  <a:pt x="409575" y="409575"/>
                </a:lnTo>
                <a:lnTo>
                  <a:pt x="419100" y="409575"/>
                </a:lnTo>
                <a:lnTo>
                  <a:pt x="419100" y="390525"/>
                </a:lnTo>
                <a:lnTo>
                  <a:pt x="428625" y="390525"/>
                </a:lnTo>
                <a:lnTo>
                  <a:pt x="428625" y="381000"/>
                </a:lnTo>
                <a:lnTo>
                  <a:pt x="419100" y="381000"/>
                </a:lnTo>
                <a:lnTo>
                  <a:pt x="419100" y="352425"/>
                </a:lnTo>
                <a:lnTo>
                  <a:pt x="438150" y="352425"/>
                </a:lnTo>
                <a:lnTo>
                  <a:pt x="438150" y="342900"/>
                </a:lnTo>
                <a:lnTo>
                  <a:pt x="447675" y="342900"/>
                </a:lnTo>
                <a:lnTo>
                  <a:pt x="447675" y="333375"/>
                </a:lnTo>
                <a:lnTo>
                  <a:pt x="466725" y="333375"/>
                </a:lnTo>
                <a:close/>
                <a:moveTo>
                  <a:pt x="2028825" y="304800"/>
                </a:moveTo>
                <a:lnTo>
                  <a:pt x="2085975" y="304800"/>
                </a:lnTo>
                <a:lnTo>
                  <a:pt x="2085975" y="323850"/>
                </a:lnTo>
                <a:lnTo>
                  <a:pt x="2047875" y="323850"/>
                </a:lnTo>
                <a:lnTo>
                  <a:pt x="2047875" y="314325"/>
                </a:lnTo>
                <a:lnTo>
                  <a:pt x="2028825" y="314325"/>
                </a:lnTo>
                <a:close/>
                <a:moveTo>
                  <a:pt x="1838325" y="361950"/>
                </a:moveTo>
                <a:lnTo>
                  <a:pt x="1857375" y="361950"/>
                </a:lnTo>
                <a:lnTo>
                  <a:pt x="1857375" y="381000"/>
                </a:lnTo>
                <a:lnTo>
                  <a:pt x="1847850" y="381000"/>
                </a:lnTo>
                <a:lnTo>
                  <a:pt x="1847850" y="371475"/>
                </a:lnTo>
                <a:lnTo>
                  <a:pt x="1838325" y="371475"/>
                </a:lnTo>
                <a:close/>
                <a:moveTo>
                  <a:pt x="1428750" y="371475"/>
                </a:moveTo>
                <a:lnTo>
                  <a:pt x="1466850" y="371475"/>
                </a:lnTo>
                <a:lnTo>
                  <a:pt x="1466850" y="381000"/>
                </a:lnTo>
                <a:lnTo>
                  <a:pt x="1476375" y="381000"/>
                </a:lnTo>
                <a:lnTo>
                  <a:pt x="1476375" y="390525"/>
                </a:lnTo>
                <a:lnTo>
                  <a:pt x="1466850" y="390525"/>
                </a:lnTo>
                <a:lnTo>
                  <a:pt x="1466850" y="400050"/>
                </a:lnTo>
                <a:lnTo>
                  <a:pt x="1457325" y="400050"/>
                </a:lnTo>
                <a:lnTo>
                  <a:pt x="1457325" y="419100"/>
                </a:lnTo>
                <a:lnTo>
                  <a:pt x="1495425" y="419100"/>
                </a:lnTo>
                <a:lnTo>
                  <a:pt x="1495425" y="438150"/>
                </a:lnTo>
                <a:lnTo>
                  <a:pt x="1514475" y="438150"/>
                </a:lnTo>
                <a:lnTo>
                  <a:pt x="1514475" y="447675"/>
                </a:lnTo>
                <a:lnTo>
                  <a:pt x="1533525" y="447675"/>
                </a:lnTo>
                <a:lnTo>
                  <a:pt x="1533525" y="457200"/>
                </a:lnTo>
                <a:lnTo>
                  <a:pt x="1543050" y="457200"/>
                </a:lnTo>
                <a:lnTo>
                  <a:pt x="1543050" y="466725"/>
                </a:lnTo>
                <a:lnTo>
                  <a:pt x="1552575" y="466725"/>
                </a:lnTo>
                <a:lnTo>
                  <a:pt x="1552575" y="495300"/>
                </a:lnTo>
                <a:lnTo>
                  <a:pt x="1543050" y="495300"/>
                </a:lnTo>
                <a:lnTo>
                  <a:pt x="1543050" y="514350"/>
                </a:lnTo>
                <a:lnTo>
                  <a:pt x="1533525" y="514350"/>
                </a:lnTo>
                <a:lnTo>
                  <a:pt x="1533525" y="504825"/>
                </a:lnTo>
                <a:lnTo>
                  <a:pt x="1504950" y="504825"/>
                </a:lnTo>
                <a:lnTo>
                  <a:pt x="1504950" y="552450"/>
                </a:lnTo>
                <a:lnTo>
                  <a:pt x="1495425" y="552450"/>
                </a:lnTo>
                <a:lnTo>
                  <a:pt x="1495425" y="561975"/>
                </a:lnTo>
                <a:lnTo>
                  <a:pt x="1466850" y="561975"/>
                </a:lnTo>
                <a:lnTo>
                  <a:pt x="1466850" y="552450"/>
                </a:lnTo>
                <a:lnTo>
                  <a:pt x="1457325" y="552450"/>
                </a:lnTo>
                <a:lnTo>
                  <a:pt x="1457325" y="523875"/>
                </a:lnTo>
                <a:lnTo>
                  <a:pt x="1447800" y="523875"/>
                </a:lnTo>
                <a:lnTo>
                  <a:pt x="1447800" y="504825"/>
                </a:lnTo>
                <a:lnTo>
                  <a:pt x="1438275" y="504825"/>
                </a:lnTo>
                <a:lnTo>
                  <a:pt x="1438275" y="495300"/>
                </a:lnTo>
                <a:lnTo>
                  <a:pt x="1428750" y="495300"/>
                </a:lnTo>
                <a:lnTo>
                  <a:pt x="1428750" y="485775"/>
                </a:lnTo>
                <a:lnTo>
                  <a:pt x="1419225" y="485775"/>
                </a:lnTo>
                <a:lnTo>
                  <a:pt x="1419225" y="466725"/>
                </a:lnTo>
                <a:lnTo>
                  <a:pt x="1409700" y="466725"/>
                </a:lnTo>
                <a:lnTo>
                  <a:pt x="1409700" y="447675"/>
                </a:lnTo>
                <a:lnTo>
                  <a:pt x="1400175" y="447675"/>
                </a:lnTo>
                <a:lnTo>
                  <a:pt x="1400175" y="428625"/>
                </a:lnTo>
                <a:lnTo>
                  <a:pt x="1409700" y="428625"/>
                </a:lnTo>
                <a:lnTo>
                  <a:pt x="1409700" y="419100"/>
                </a:lnTo>
                <a:lnTo>
                  <a:pt x="1419225" y="419100"/>
                </a:lnTo>
                <a:lnTo>
                  <a:pt x="1419225" y="409575"/>
                </a:lnTo>
                <a:lnTo>
                  <a:pt x="1447800" y="409575"/>
                </a:lnTo>
                <a:lnTo>
                  <a:pt x="1447800" y="400050"/>
                </a:lnTo>
                <a:lnTo>
                  <a:pt x="1438275" y="400050"/>
                </a:lnTo>
                <a:lnTo>
                  <a:pt x="1438275" y="390525"/>
                </a:lnTo>
                <a:lnTo>
                  <a:pt x="1428750" y="390525"/>
                </a:lnTo>
                <a:close/>
                <a:moveTo>
                  <a:pt x="1857375" y="381000"/>
                </a:moveTo>
                <a:lnTo>
                  <a:pt x="1866900" y="381000"/>
                </a:lnTo>
                <a:lnTo>
                  <a:pt x="1866900" y="390525"/>
                </a:lnTo>
                <a:lnTo>
                  <a:pt x="1857375" y="390525"/>
                </a:lnTo>
                <a:close/>
                <a:moveTo>
                  <a:pt x="161925" y="504825"/>
                </a:moveTo>
                <a:lnTo>
                  <a:pt x="200025" y="504825"/>
                </a:lnTo>
                <a:lnTo>
                  <a:pt x="200025" y="514350"/>
                </a:lnTo>
                <a:lnTo>
                  <a:pt x="228600" y="514350"/>
                </a:lnTo>
                <a:lnTo>
                  <a:pt x="228600" y="533400"/>
                </a:lnTo>
                <a:lnTo>
                  <a:pt x="238125" y="533400"/>
                </a:lnTo>
                <a:lnTo>
                  <a:pt x="238125" y="542925"/>
                </a:lnTo>
                <a:lnTo>
                  <a:pt x="257175" y="542925"/>
                </a:lnTo>
                <a:lnTo>
                  <a:pt x="257175" y="552450"/>
                </a:lnTo>
                <a:lnTo>
                  <a:pt x="276225" y="552450"/>
                </a:lnTo>
                <a:lnTo>
                  <a:pt x="276225" y="542925"/>
                </a:lnTo>
                <a:lnTo>
                  <a:pt x="295275" y="542925"/>
                </a:lnTo>
                <a:lnTo>
                  <a:pt x="295275" y="571500"/>
                </a:lnTo>
                <a:lnTo>
                  <a:pt x="304800" y="571500"/>
                </a:lnTo>
                <a:lnTo>
                  <a:pt x="304800" y="581025"/>
                </a:lnTo>
                <a:lnTo>
                  <a:pt x="314325" y="581025"/>
                </a:lnTo>
                <a:lnTo>
                  <a:pt x="314325" y="571500"/>
                </a:lnTo>
                <a:lnTo>
                  <a:pt x="323850" y="571500"/>
                </a:lnTo>
                <a:lnTo>
                  <a:pt x="323850" y="552450"/>
                </a:lnTo>
                <a:lnTo>
                  <a:pt x="333375" y="552450"/>
                </a:lnTo>
                <a:lnTo>
                  <a:pt x="333375" y="561975"/>
                </a:lnTo>
                <a:lnTo>
                  <a:pt x="352425" y="561975"/>
                </a:lnTo>
                <a:lnTo>
                  <a:pt x="352425" y="581025"/>
                </a:lnTo>
                <a:lnTo>
                  <a:pt x="361950" y="581025"/>
                </a:lnTo>
                <a:lnTo>
                  <a:pt x="361950" y="571500"/>
                </a:lnTo>
                <a:lnTo>
                  <a:pt x="381000" y="571500"/>
                </a:lnTo>
                <a:lnTo>
                  <a:pt x="381000" y="590550"/>
                </a:lnTo>
                <a:lnTo>
                  <a:pt x="371475" y="590550"/>
                </a:lnTo>
                <a:lnTo>
                  <a:pt x="371475" y="600075"/>
                </a:lnTo>
                <a:lnTo>
                  <a:pt x="361950" y="600075"/>
                </a:lnTo>
                <a:lnTo>
                  <a:pt x="361950" y="609600"/>
                </a:lnTo>
                <a:lnTo>
                  <a:pt x="342900" y="609600"/>
                </a:lnTo>
                <a:lnTo>
                  <a:pt x="342900" y="619125"/>
                </a:lnTo>
                <a:lnTo>
                  <a:pt x="333375" y="619125"/>
                </a:lnTo>
                <a:lnTo>
                  <a:pt x="333375" y="628650"/>
                </a:lnTo>
                <a:lnTo>
                  <a:pt x="323850" y="628650"/>
                </a:lnTo>
                <a:lnTo>
                  <a:pt x="323850" y="638175"/>
                </a:lnTo>
                <a:lnTo>
                  <a:pt x="314325" y="638175"/>
                </a:lnTo>
                <a:lnTo>
                  <a:pt x="314325" y="647700"/>
                </a:lnTo>
                <a:lnTo>
                  <a:pt x="304800" y="647700"/>
                </a:lnTo>
                <a:lnTo>
                  <a:pt x="304800" y="657225"/>
                </a:lnTo>
                <a:lnTo>
                  <a:pt x="276225" y="657225"/>
                </a:lnTo>
                <a:lnTo>
                  <a:pt x="276225" y="647700"/>
                </a:lnTo>
                <a:lnTo>
                  <a:pt x="266700" y="647700"/>
                </a:lnTo>
                <a:lnTo>
                  <a:pt x="266700" y="638175"/>
                </a:lnTo>
                <a:lnTo>
                  <a:pt x="257175" y="638175"/>
                </a:lnTo>
                <a:lnTo>
                  <a:pt x="257175" y="628650"/>
                </a:lnTo>
                <a:lnTo>
                  <a:pt x="247650" y="628650"/>
                </a:lnTo>
                <a:lnTo>
                  <a:pt x="247650" y="619125"/>
                </a:lnTo>
                <a:lnTo>
                  <a:pt x="238125" y="619125"/>
                </a:lnTo>
                <a:lnTo>
                  <a:pt x="238125" y="609600"/>
                </a:lnTo>
                <a:lnTo>
                  <a:pt x="228600" y="609600"/>
                </a:lnTo>
                <a:lnTo>
                  <a:pt x="228600" y="600075"/>
                </a:lnTo>
                <a:lnTo>
                  <a:pt x="219075" y="600075"/>
                </a:lnTo>
                <a:lnTo>
                  <a:pt x="219075" y="590550"/>
                </a:lnTo>
                <a:lnTo>
                  <a:pt x="200025" y="590550"/>
                </a:lnTo>
                <a:lnTo>
                  <a:pt x="200025" y="600075"/>
                </a:lnTo>
                <a:lnTo>
                  <a:pt x="180975" y="600075"/>
                </a:lnTo>
                <a:lnTo>
                  <a:pt x="180975" y="609600"/>
                </a:lnTo>
                <a:lnTo>
                  <a:pt x="152400" y="609600"/>
                </a:lnTo>
                <a:lnTo>
                  <a:pt x="152400" y="600075"/>
                </a:lnTo>
                <a:lnTo>
                  <a:pt x="123825" y="600075"/>
                </a:lnTo>
                <a:lnTo>
                  <a:pt x="123825" y="571500"/>
                </a:lnTo>
                <a:lnTo>
                  <a:pt x="114300" y="571500"/>
                </a:lnTo>
                <a:lnTo>
                  <a:pt x="114300" y="561975"/>
                </a:lnTo>
                <a:lnTo>
                  <a:pt x="104775" y="561975"/>
                </a:lnTo>
                <a:lnTo>
                  <a:pt x="104775" y="552450"/>
                </a:lnTo>
                <a:lnTo>
                  <a:pt x="38100" y="552450"/>
                </a:lnTo>
                <a:lnTo>
                  <a:pt x="38100" y="542925"/>
                </a:lnTo>
                <a:lnTo>
                  <a:pt x="28575" y="542925"/>
                </a:lnTo>
                <a:lnTo>
                  <a:pt x="28575" y="552450"/>
                </a:lnTo>
                <a:lnTo>
                  <a:pt x="0" y="552450"/>
                </a:lnTo>
                <a:lnTo>
                  <a:pt x="0" y="523875"/>
                </a:lnTo>
                <a:lnTo>
                  <a:pt x="9525" y="523875"/>
                </a:lnTo>
                <a:lnTo>
                  <a:pt x="9525" y="533400"/>
                </a:lnTo>
                <a:lnTo>
                  <a:pt x="38100" y="533400"/>
                </a:lnTo>
                <a:lnTo>
                  <a:pt x="38100" y="542925"/>
                </a:lnTo>
                <a:lnTo>
                  <a:pt x="47625" y="542925"/>
                </a:lnTo>
                <a:lnTo>
                  <a:pt x="47625" y="533400"/>
                </a:lnTo>
                <a:lnTo>
                  <a:pt x="85725" y="533400"/>
                </a:lnTo>
                <a:lnTo>
                  <a:pt x="85725" y="542925"/>
                </a:lnTo>
                <a:lnTo>
                  <a:pt x="104775" y="542925"/>
                </a:lnTo>
                <a:lnTo>
                  <a:pt x="104775" y="533400"/>
                </a:lnTo>
                <a:lnTo>
                  <a:pt x="114300" y="533400"/>
                </a:lnTo>
                <a:lnTo>
                  <a:pt x="114300" y="552450"/>
                </a:lnTo>
                <a:lnTo>
                  <a:pt x="123825" y="552450"/>
                </a:lnTo>
                <a:lnTo>
                  <a:pt x="123825" y="533400"/>
                </a:lnTo>
                <a:lnTo>
                  <a:pt x="133350" y="533400"/>
                </a:lnTo>
                <a:lnTo>
                  <a:pt x="133350" y="542925"/>
                </a:lnTo>
                <a:lnTo>
                  <a:pt x="142875" y="542925"/>
                </a:lnTo>
                <a:lnTo>
                  <a:pt x="142875" y="533400"/>
                </a:lnTo>
                <a:lnTo>
                  <a:pt x="161925" y="533400"/>
                </a:lnTo>
                <a:lnTo>
                  <a:pt x="161925" y="542925"/>
                </a:lnTo>
                <a:lnTo>
                  <a:pt x="171450" y="542925"/>
                </a:lnTo>
                <a:lnTo>
                  <a:pt x="171450" y="514350"/>
                </a:lnTo>
                <a:lnTo>
                  <a:pt x="161925" y="514350"/>
                </a:lnTo>
                <a:close/>
                <a:moveTo>
                  <a:pt x="1676400" y="523875"/>
                </a:moveTo>
                <a:lnTo>
                  <a:pt x="1685925" y="523875"/>
                </a:lnTo>
                <a:lnTo>
                  <a:pt x="1685925" y="533400"/>
                </a:lnTo>
                <a:lnTo>
                  <a:pt x="1676400" y="533400"/>
                </a:lnTo>
                <a:close/>
                <a:moveTo>
                  <a:pt x="1885950" y="523875"/>
                </a:moveTo>
                <a:lnTo>
                  <a:pt x="1905000" y="523875"/>
                </a:lnTo>
                <a:lnTo>
                  <a:pt x="1905000" y="533400"/>
                </a:lnTo>
                <a:lnTo>
                  <a:pt x="1943100" y="533400"/>
                </a:lnTo>
                <a:lnTo>
                  <a:pt x="1943100" y="542925"/>
                </a:lnTo>
                <a:lnTo>
                  <a:pt x="1952625" y="542925"/>
                </a:lnTo>
                <a:lnTo>
                  <a:pt x="1952625" y="533400"/>
                </a:lnTo>
                <a:lnTo>
                  <a:pt x="1971675" y="533400"/>
                </a:lnTo>
                <a:lnTo>
                  <a:pt x="1971675" y="542925"/>
                </a:lnTo>
                <a:lnTo>
                  <a:pt x="2057400" y="542925"/>
                </a:lnTo>
                <a:lnTo>
                  <a:pt x="2057400" y="533400"/>
                </a:lnTo>
                <a:lnTo>
                  <a:pt x="2085975" y="533400"/>
                </a:lnTo>
                <a:lnTo>
                  <a:pt x="2085975" y="600075"/>
                </a:lnTo>
                <a:lnTo>
                  <a:pt x="2057400" y="600075"/>
                </a:lnTo>
                <a:lnTo>
                  <a:pt x="2057400" y="590550"/>
                </a:lnTo>
                <a:lnTo>
                  <a:pt x="2047875" y="590550"/>
                </a:lnTo>
                <a:lnTo>
                  <a:pt x="2047875" y="581025"/>
                </a:lnTo>
                <a:lnTo>
                  <a:pt x="2028825" y="581025"/>
                </a:lnTo>
                <a:lnTo>
                  <a:pt x="2028825" y="590550"/>
                </a:lnTo>
                <a:lnTo>
                  <a:pt x="2019300" y="590550"/>
                </a:lnTo>
                <a:lnTo>
                  <a:pt x="2019300" y="581025"/>
                </a:lnTo>
                <a:lnTo>
                  <a:pt x="2009775" y="581025"/>
                </a:lnTo>
                <a:lnTo>
                  <a:pt x="2009775" y="561975"/>
                </a:lnTo>
                <a:lnTo>
                  <a:pt x="1990725" y="561975"/>
                </a:lnTo>
                <a:lnTo>
                  <a:pt x="1990725" y="552450"/>
                </a:lnTo>
                <a:lnTo>
                  <a:pt x="1971675" y="552450"/>
                </a:lnTo>
                <a:lnTo>
                  <a:pt x="1971675" y="561975"/>
                </a:lnTo>
                <a:lnTo>
                  <a:pt x="1943100" y="561975"/>
                </a:lnTo>
                <a:lnTo>
                  <a:pt x="1943100" y="552450"/>
                </a:lnTo>
                <a:lnTo>
                  <a:pt x="1905000" y="552450"/>
                </a:lnTo>
                <a:lnTo>
                  <a:pt x="1905000" y="542925"/>
                </a:lnTo>
                <a:lnTo>
                  <a:pt x="1895475" y="542925"/>
                </a:lnTo>
                <a:lnTo>
                  <a:pt x="1895475" y="533400"/>
                </a:lnTo>
                <a:lnTo>
                  <a:pt x="1885950" y="533400"/>
                </a:lnTo>
                <a:close/>
                <a:moveTo>
                  <a:pt x="200025" y="533400"/>
                </a:moveTo>
                <a:lnTo>
                  <a:pt x="219075" y="533400"/>
                </a:lnTo>
                <a:lnTo>
                  <a:pt x="219075" y="523875"/>
                </a:lnTo>
                <a:lnTo>
                  <a:pt x="200025" y="523875"/>
                </a:lnTo>
                <a:close/>
                <a:moveTo>
                  <a:pt x="1695450" y="561975"/>
                </a:moveTo>
                <a:lnTo>
                  <a:pt x="1704975" y="561975"/>
                </a:lnTo>
                <a:lnTo>
                  <a:pt x="1704975" y="581025"/>
                </a:lnTo>
                <a:lnTo>
                  <a:pt x="1714500" y="581025"/>
                </a:lnTo>
                <a:lnTo>
                  <a:pt x="1714500" y="600075"/>
                </a:lnTo>
                <a:lnTo>
                  <a:pt x="1724025" y="600075"/>
                </a:lnTo>
                <a:lnTo>
                  <a:pt x="1724025" y="609600"/>
                </a:lnTo>
                <a:lnTo>
                  <a:pt x="1733550" y="609600"/>
                </a:lnTo>
                <a:lnTo>
                  <a:pt x="1733550" y="619125"/>
                </a:lnTo>
                <a:lnTo>
                  <a:pt x="1743075" y="619125"/>
                </a:lnTo>
                <a:lnTo>
                  <a:pt x="1743075" y="628650"/>
                </a:lnTo>
                <a:lnTo>
                  <a:pt x="1752600" y="628650"/>
                </a:lnTo>
                <a:lnTo>
                  <a:pt x="1752600" y="657225"/>
                </a:lnTo>
                <a:lnTo>
                  <a:pt x="1762125" y="657225"/>
                </a:lnTo>
                <a:lnTo>
                  <a:pt x="1762125" y="666750"/>
                </a:lnTo>
                <a:lnTo>
                  <a:pt x="1771650" y="666750"/>
                </a:lnTo>
                <a:lnTo>
                  <a:pt x="1771650" y="704850"/>
                </a:lnTo>
                <a:lnTo>
                  <a:pt x="1781175" y="704850"/>
                </a:lnTo>
                <a:lnTo>
                  <a:pt x="1781175" y="676275"/>
                </a:lnTo>
                <a:lnTo>
                  <a:pt x="1809750" y="676275"/>
                </a:lnTo>
                <a:lnTo>
                  <a:pt x="1809750" y="695325"/>
                </a:lnTo>
                <a:lnTo>
                  <a:pt x="1790700" y="695325"/>
                </a:lnTo>
                <a:lnTo>
                  <a:pt x="1790700" y="714375"/>
                </a:lnTo>
                <a:lnTo>
                  <a:pt x="1800225" y="714375"/>
                </a:lnTo>
                <a:lnTo>
                  <a:pt x="1800225" y="723900"/>
                </a:lnTo>
                <a:lnTo>
                  <a:pt x="1828800" y="723900"/>
                </a:lnTo>
                <a:lnTo>
                  <a:pt x="1828800" y="714375"/>
                </a:lnTo>
                <a:lnTo>
                  <a:pt x="1847850" y="714375"/>
                </a:lnTo>
                <a:lnTo>
                  <a:pt x="1847850" y="704850"/>
                </a:lnTo>
                <a:lnTo>
                  <a:pt x="1857375" y="704850"/>
                </a:lnTo>
                <a:lnTo>
                  <a:pt x="1857375" y="714375"/>
                </a:lnTo>
                <a:lnTo>
                  <a:pt x="1876425" y="714375"/>
                </a:lnTo>
                <a:lnTo>
                  <a:pt x="1876425" y="723900"/>
                </a:lnTo>
                <a:lnTo>
                  <a:pt x="1885950" y="723900"/>
                </a:lnTo>
                <a:lnTo>
                  <a:pt x="1885950" y="714375"/>
                </a:lnTo>
                <a:lnTo>
                  <a:pt x="1914525" y="714375"/>
                </a:lnTo>
                <a:lnTo>
                  <a:pt x="1914525" y="723900"/>
                </a:lnTo>
                <a:lnTo>
                  <a:pt x="1924050" y="723900"/>
                </a:lnTo>
                <a:lnTo>
                  <a:pt x="1924050" y="714375"/>
                </a:lnTo>
                <a:lnTo>
                  <a:pt x="1962150" y="714375"/>
                </a:lnTo>
                <a:lnTo>
                  <a:pt x="1962150" y="723900"/>
                </a:lnTo>
                <a:lnTo>
                  <a:pt x="1971675" y="723900"/>
                </a:lnTo>
                <a:lnTo>
                  <a:pt x="1971675" y="714375"/>
                </a:lnTo>
                <a:lnTo>
                  <a:pt x="1981200" y="714375"/>
                </a:lnTo>
                <a:lnTo>
                  <a:pt x="1981200" y="723900"/>
                </a:lnTo>
                <a:lnTo>
                  <a:pt x="2000250" y="723900"/>
                </a:lnTo>
                <a:lnTo>
                  <a:pt x="2000250" y="733425"/>
                </a:lnTo>
                <a:lnTo>
                  <a:pt x="1990725" y="733425"/>
                </a:lnTo>
                <a:lnTo>
                  <a:pt x="1990725" y="742950"/>
                </a:lnTo>
                <a:lnTo>
                  <a:pt x="1981200" y="742950"/>
                </a:lnTo>
                <a:lnTo>
                  <a:pt x="1981200" y="752475"/>
                </a:lnTo>
                <a:lnTo>
                  <a:pt x="2009775" y="752475"/>
                </a:lnTo>
                <a:lnTo>
                  <a:pt x="2009775" y="733425"/>
                </a:lnTo>
                <a:lnTo>
                  <a:pt x="2019300" y="733425"/>
                </a:lnTo>
                <a:lnTo>
                  <a:pt x="2019300" y="742950"/>
                </a:lnTo>
                <a:lnTo>
                  <a:pt x="2028825" y="742950"/>
                </a:lnTo>
                <a:lnTo>
                  <a:pt x="2028825" y="752475"/>
                </a:lnTo>
                <a:lnTo>
                  <a:pt x="2019300" y="752475"/>
                </a:lnTo>
                <a:lnTo>
                  <a:pt x="2019300" y="762000"/>
                </a:lnTo>
                <a:lnTo>
                  <a:pt x="1905000" y="762000"/>
                </a:lnTo>
                <a:lnTo>
                  <a:pt x="1905000" y="752475"/>
                </a:lnTo>
                <a:lnTo>
                  <a:pt x="1800225" y="752475"/>
                </a:lnTo>
                <a:lnTo>
                  <a:pt x="1800225" y="742950"/>
                </a:lnTo>
                <a:lnTo>
                  <a:pt x="1781175" y="742950"/>
                </a:lnTo>
                <a:lnTo>
                  <a:pt x="1781175" y="733425"/>
                </a:lnTo>
                <a:lnTo>
                  <a:pt x="1714500" y="733425"/>
                </a:lnTo>
                <a:lnTo>
                  <a:pt x="1714500" y="723900"/>
                </a:lnTo>
                <a:lnTo>
                  <a:pt x="1695450" y="723900"/>
                </a:lnTo>
                <a:lnTo>
                  <a:pt x="1695450" y="733425"/>
                </a:lnTo>
                <a:lnTo>
                  <a:pt x="1676400" y="733425"/>
                </a:lnTo>
                <a:lnTo>
                  <a:pt x="1676400" y="723900"/>
                </a:lnTo>
                <a:lnTo>
                  <a:pt x="1628775" y="723900"/>
                </a:lnTo>
                <a:lnTo>
                  <a:pt x="1628775" y="695325"/>
                </a:lnTo>
                <a:lnTo>
                  <a:pt x="1619250" y="695325"/>
                </a:lnTo>
                <a:lnTo>
                  <a:pt x="1619250" y="685800"/>
                </a:lnTo>
                <a:lnTo>
                  <a:pt x="1609725" y="685800"/>
                </a:lnTo>
                <a:lnTo>
                  <a:pt x="1609725" y="666750"/>
                </a:lnTo>
                <a:lnTo>
                  <a:pt x="1600200" y="666750"/>
                </a:lnTo>
                <a:lnTo>
                  <a:pt x="1600200" y="657225"/>
                </a:lnTo>
                <a:lnTo>
                  <a:pt x="1571625" y="657225"/>
                </a:lnTo>
                <a:lnTo>
                  <a:pt x="1571625" y="647700"/>
                </a:lnTo>
                <a:lnTo>
                  <a:pt x="1552575" y="647700"/>
                </a:lnTo>
                <a:lnTo>
                  <a:pt x="1552575" y="638175"/>
                </a:lnTo>
                <a:lnTo>
                  <a:pt x="1581150" y="638175"/>
                </a:lnTo>
                <a:lnTo>
                  <a:pt x="1581150" y="628650"/>
                </a:lnTo>
                <a:lnTo>
                  <a:pt x="1590675" y="628650"/>
                </a:lnTo>
                <a:lnTo>
                  <a:pt x="1590675" y="619125"/>
                </a:lnTo>
                <a:lnTo>
                  <a:pt x="1600200" y="619125"/>
                </a:lnTo>
                <a:lnTo>
                  <a:pt x="1600200" y="609600"/>
                </a:lnTo>
                <a:lnTo>
                  <a:pt x="1609725" y="609600"/>
                </a:lnTo>
                <a:lnTo>
                  <a:pt x="1609725" y="600075"/>
                </a:lnTo>
                <a:lnTo>
                  <a:pt x="1619250" y="600075"/>
                </a:lnTo>
                <a:lnTo>
                  <a:pt x="1619250" y="581025"/>
                </a:lnTo>
                <a:lnTo>
                  <a:pt x="1695450" y="581025"/>
                </a:lnTo>
                <a:close/>
                <a:moveTo>
                  <a:pt x="180975" y="581025"/>
                </a:moveTo>
                <a:lnTo>
                  <a:pt x="219075" y="581025"/>
                </a:lnTo>
                <a:lnTo>
                  <a:pt x="219075" y="590550"/>
                </a:lnTo>
                <a:lnTo>
                  <a:pt x="238125" y="590550"/>
                </a:lnTo>
                <a:lnTo>
                  <a:pt x="238125" y="571500"/>
                </a:lnTo>
                <a:lnTo>
                  <a:pt x="219075" y="571500"/>
                </a:lnTo>
                <a:lnTo>
                  <a:pt x="219075" y="561975"/>
                </a:lnTo>
                <a:lnTo>
                  <a:pt x="190500" y="561975"/>
                </a:lnTo>
                <a:lnTo>
                  <a:pt x="190500" y="571500"/>
                </a:lnTo>
                <a:lnTo>
                  <a:pt x="180975" y="571500"/>
                </a:lnTo>
                <a:close/>
                <a:moveTo>
                  <a:pt x="1914525" y="590550"/>
                </a:moveTo>
                <a:lnTo>
                  <a:pt x="1924050" y="590550"/>
                </a:lnTo>
                <a:lnTo>
                  <a:pt x="1924050" y="600075"/>
                </a:lnTo>
                <a:lnTo>
                  <a:pt x="1933575" y="600075"/>
                </a:lnTo>
                <a:lnTo>
                  <a:pt x="1933575" y="619125"/>
                </a:lnTo>
                <a:lnTo>
                  <a:pt x="1905000" y="619125"/>
                </a:lnTo>
                <a:lnTo>
                  <a:pt x="1905000" y="600075"/>
                </a:lnTo>
                <a:lnTo>
                  <a:pt x="1914525" y="600075"/>
                </a:lnTo>
                <a:close/>
                <a:moveTo>
                  <a:pt x="247650" y="600075"/>
                </a:moveTo>
                <a:lnTo>
                  <a:pt x="257175" y="600075"/>
                </a:lnTo>
                <a:lnTo>
                  <a:pt x="257175" y="590550"/>
                </a:lnTo>
                <a:lnTo>
                  <a:pt x="247650" y="590550"/>
                </a:lnTo>
                <a:close/>
                <a:moveTo>
                  <a:pt x="152400" y="638175"/>
                </a:moveTo>
                <a:lnTo>
                  <a:pt x="161925" y="638175"/>
                </a:lnTo>
                <a:lnTo>
                  <a:pt x="161925" y="647700"/>
                </a:lnTo>
                <a:lnTo>
                  <a:pt x="190500" y="647700"/>
                </a:lnTo>
                <a:lnTo>
                  <a:pt x="190500" y="638175"/>
                </a:lnTo>
                <a:lnTo>
                  <a:pt x="228600" y="638175"/>
                </a:lnTo>
                <a:lnTo>
                  <a:pt x="228600" y="647700"/>
                </a:lnTo>
                <a:lnTo>
                  <a:pt x="238125" y="647700"/>
                </a:lnTo>
                <a:lnTo>
                  <a:pt x="238125" y="657225"/>
                </a:lnTo>
                <a:lnTo>
                  <a:pt x="247650" y="657225"/>
                </a:lnTo>
                <a:lnTo>
                  <a:pt x="247650" y="676275"/>
                </a:lnTo>
                <a:lnTo>
                  <a:pt x="228600" y="676275"/>
                </a:lnTo>
                <a:lnTo>
                  <a:pt x="228600" y="666750"/>
                </a:lnTo>
                <a:lnTo>
                  <a:pt x="180975" y="666750"/>
                </a:lnTo>
                <a:lnTo>
                  <a:pt x="180975" y="676275"/>
                </a:lnTo>
                <a:lnTo>
                  <a:pt x="152400" y="676275"/>
                </a:lnTo>
                <a:lnTo>
                  <a:pt x="152400" y="666750"/>
                </a:lnTo>
                <a:lnTo>
                  <a:pt x="142875" y="666750"/>
                </a:lnTo>
                <a:lnTo>
                  <a:pt x="142875" y="647700"/>
                </a:lnTo>
                <a:lnTo>
                  <a:pt x="152400" y="647700"/>
                </a:lnTo>
                <a:close/>
                <a:moveTo>
                  <a:pt x="1790700" y="638175"/>
                </a:moveTo>
                <a:lnTo>
                  <a:pt x="1809750" y="638175"/>
                </a:lnTo>
                <a:lnTo>
                  <a:pt x="1809750" y="647700"/>
                </a:lnTo>
                <a:lnTo>
                  <a:pt x="1790700" y="647700"/>
                </a:lnTo>
                <a:close/>
                <a:moveTo>
                  <a:pt x="38100" y="647700"/>
                </a:moveTo>
                <a:lnTo>
                  <a:pt x="47625" y="647700"/>
                </a:lnTo>
                <a:lnTo>
                  <a:pt x="47625" y="657225"/>
                </a:lnTo>
                <a:lnTo>
                  <a:pt x="38100" y="657225"/>
                </a:lnTo>
                <a:close/>
                <a:moveTo>
                  <a:pt x="9525" y="657225"/>
                </a:moveTo>
                <a:lnTo>
                  <a:pt x="28575" y="657225"/>
                </a:lnTo>
                <a:lnTo>
                  <a:pt x="28575" y="666750"/>
                </a:lnTo>
                <a:lnTo>
                  <a:pt x="19050" y="666750"/>
                </a:lnTo>
                <a:lnTo>
                  <a:pt x="19050" y="676275"/>
                </a:lnTo>
                <a:lnTo>
                  <a:pt x="9525" y="676275"/>
                </a:lnTo>
                <a:lnTo>
                  <a:pt x="9525" y="685800"/>
                </a:lnTo>
                <a:lnTo>
                  <a:pt x="38100" y="685800"/>
                </a:lnTo>
                <a:lnTo>
                  <a:pt x="38100" y="695325"/>
                </a:lnTo>
                <a:lnTo>
                  <a:pt x="47625" y="695325"/>
                </a:lnTo>
                <a:lnTo>
                  <a:pt x="47625" y="714375"/>
                </a:lnTo>
                <a:lnTo>
                  <a:pt x="95250" y="714375"/>
                </a:lnTo>
                <a:lnTo>
                  <a:pt x="95250" y="733425"/>
                </a:lnTo>
                <a:lnTo>
                  <a:pt x="104775" y="733425"/>
                </a:lnTo>
                <a:lnTo>
                  <a:pt x="104775" y="742950"/>
                </a:lnTo>
                <a:lnTo>
                  <a:pt x="66675" y="742950"/>
                </a:lnTo>
                <a:lnTo>
                  <a:pt x="66675" y="752475"/>
                </a:lnTo>
                <a:lnTo>
                  <a:pt x="0" y="752475"/>
                </a:lnTo>
                <a:lnTo>
                  <a:pt x="0" y="714375"/>
                </a:lnTo>
                <a:lnTo>
                  <a:pt x="9525" y="714375"/>
                </a:lnTo>
                <a:lnTo>
                  <a:pt x="9525" y="704850"/>
                </a:lnTo>
                <a:lnTo>
                  <a:pt x="0" y="704850"/>
                </a:lnTo>
                <a:lnTo>
                  <a:pt x="0" y="666750"/>
                </a:lnTo>
                <a:lnTo>
                  <a:pt x="9525" y="666750"/>
                </a:lnTo>
                <a:close/>
                <a:moveTo>
                  <a:pt x="2038350" y="657225"/>
                </a:moveTo>
                <a:lnTo>
                  <a:pt x="2057400" y="657225"/>
                </a:lnTo>
                <a:lnTo>
                  <a:pt x="2057400" y="676275"/>
                </a:lnTo>
                <a:lnTo>
                  <a:pt x="2047875" y="676275"/>
                </a:lnTo>
                <a:lnTo>
                  <a:pt x="2047875" y="666750"/>
                </a:lnTo>
                <a:lnTo>
                  <a:pt x="2038350" y="666750"/>
                </a:lnTo>
                <a:close/>
                <a:moveTo>
                  <a:pt x="1971675" y="666750"/>
                </a:moveTo>
                <a:lnTo>
                  <a:pt x="1990725" y="666750"/>
                </a:lnTo>
                <a:lnTo>
                  <a:pt x="1990725" y="676275"/>
                </a:lnTo>
                <a:lnTo>
                  <a:pt x="2000250" y="676275"/>
                </a:lnTo>
                <a:lnTo>
                  <a:pt x="2000250" y="685800"/>
                </a:lnTo>
                <a:lnTo>
                  <a:pt x="1971675" y="685800"/>
                </a:lnTo>
                <a:close/>
                <a:moveTo>
                  <a:pt x="219075" y="790575"/>
                </a:moveTo>
                <a:lnTo>
                  <a:pt x="238125" y="790575"/>
                </a:lnTo>
                <a:lnTo>
                  <a:pt x="238125" y="800100"/>
                </a:lnTo>
                <a:lnTo>
                  <a:pt x="219075" y="800100"/>
                </a:lnTo>
                <a:close/>
                <a:moveTo>
                  <a:pt x="1600200" y="1733550"/>
                </a:moveTo>
                <a:lnTo>
                  <a:pt x="1609725" y="1733550"/>
                </a:lnTo>
                <a:lnTo>
                  <a:pt x="1609725" y="1743075"/>
                </a:lnTo>
                <a:lnTo>
                  <a:pt x="1600200" y="1743075"/>
                </a:lnTo>
                <a:close/>
                <a:moveTo>
                  <a:pt x="352425" y="1800225"/>
                </a:moveTo>
                <a:lnTo>
                  <a:pt x="361950" y="1800225"/>
                </a:lnTo>
                <a:lnTo>
                  <a:pt x="361950" y="1809750"/>
                </a:lnTo>
                <a:lnTo>
                  <a:pt x="352425" y="1809750"/>
                </a:lnTo>
                <a:close/>
                <a:moveTo>
                  <a:pt x="438150" y="1857375"/>
                </a:moveTo>
                <a:lnTo>
                  <a:pt x="447675" y="1857375"/>
                </a:lnTo>
                <a:lnTo>
                  <a:pt x="447675" y="1866900"/>
                </a:lnTo>
                <a:lnTo>
                  <a:pt x="438150" y="1866900"/>
                </a:lnTo>
                <a:close/>
                <a:moveTo>
                  <a:pt x="1438275" y="1857375"/>
                </a:moveTo>
                <a:lnTo>
                  <a:pt x="1447800" y="1857375"/>
                </a:lnTo>
                <a:lnTo>
                  <a:pt x="1447800" y="1866900"/>
                </a:lnTo>
                <a:lnTo>
                  <a:pt x="1438275" y="1866900"/>
                </a:lnTo>
                <a:close/>
                <a:moveTo>
                  <a:pt x="1304925" y="1924050"/>
                </a:moveTo>
                <a:lnTo>
                  <a:pt x="1314450" y="1924050"/>
                </a:lnTo>
                <a:lnTo>
                  <a:pt x="1314450" y="1933575"/>
                </a:lnTo>
                <a:lnTo>
                  <a:pt x="1304925" y="1933575"/>
                </a:lnTo>
                <a:close/>
                <a:moveTo>
                  <a:pt x="1228725" y="1952625"/>
                </a:moveTo>
                <a:lnTo>
                  <a:pt x="1238250" y="1952625"/>
                </a:lnTo>
                <a:lnTo>
                  <a:pt x="1238250" y="1962150"/>
                </a:lnTo>
                <a:lnTo>
                  <a:pt x="1228725" y="1962150"/>
                </a:lnTo>
                <a:close/>
                <a:moveTo>
                  <a:pt x="714375" y="1971675"/>
                </a:moveTo>
                <a:lnTo>
                  <a:pt x="723900" y="1971675"/>
                </a:lnTo>
                <a:lnTo>
                  <a:pt x="723900" y="1981200"/>
                </a:lnTo>
                <a:lnTo>
                  <a:pt x="714375" y="1981200"/>
                </a:lnTo>
                <a:close/>
                <a:moveTo>
                  <a:pt x="819150" y="1990725"/>
                </a:moveTo>
                <a:lnTo>
                  <a:pt x="828675" y="1990725"/>
                </a:lnTo>
                <a:lnTo>
                  <a:pt x="828675" y="2000250"/>
                </a:lnTo>
                <a:lnTo>
                  <a:pt x="819150" y="2000250"/>
                </a:lnTo>
                <a:close/>
                <a:moveTo>
                  <a:pt x="1057275" y="1990725"/>
                </a:moveTo>
                <a:lnTo>
                  <a:pt x="1066800" y="1990725"/>
                </a:lnTo>
                <a:lnTo>
                  <a:pt x="1066800" y="2000250"/>
                </a:lnTo>
                <a:lnTo>
                  <a:pt x="1057275" y="2000250"/>
                </a:lnTo>
                <a:close/>
              </a:path>
            </a:pathLst>
          </a:custGeom>
          <a:solidFill xmlns:a="http://schemas.openxmlformats.org/drawingml/2006/main">
            <a:srgbClr val="D4E6FD"/>
          </a:solidFill>
          <a:ln xmlns:a="http://schemas.openxmlformats.org/drawingml/2006/main" w="0">
            <a:noFill/>
          </a:ln>
        </p:spPr>
      </p:sp>
      <p:sp>
        <p:nvSpPr>
          <p:cNvPr id="48" name="juan vector #d4e5fd">
            <a:extLst xmlns:a="http://schemas.openxmlformats.org/drawingml/2006/main">
              <a:ext uri="{FF2B5EF4-FFF2-40B4-BE49-F238E27FC236}">
                <a16:creationId xmlns:a16="http://schemas.microsoft.com/office/drawing/2014/main" id="{97A659D1-71BB-4BAF-81A2-C53AF5427BA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48900" y="2552700"/>
            <a:ext cx="2085975" cy="2085975"/>
          </a:xfrm>
          <a:custGeom xmlns:a="http://schemas.openxmlformats.org/drawingml/2006/main">
            <a:pathLst>
              <a:path w="2085975" h="2085975">
                <a:moveTo>
                  <a:pt x="0" y="0"/>
                </a:moveTo>
                <a:lnTo>
                  <a:pt x="228600" y="0"/>
                </a:lnTo>
                <a:lnTo>
                  <a:pt x="228600" y="9525"/>
                </a:lnTo>
                <a:lnTo>
                  <a:pt x="219075" y="9525"/>
                </a:lnTo>
                <a:lnTo>
                  <a:pt x="219075" y="28575"/>
                </a:lnTo>
                <a:lnTo>
                  <a:pt x="228600" y="28575"/>
                </a:lnTo>
                <a:lnTo>
                  <a:pt x="228600" y="19050"/>
                </a:lnTo>
                <a:lnTo>
                  <a:pt x="238125" y="19050"/>
                </a:lnTo>
                <a:lnTo>
                  <a:pt x="238125" y="0"/>
                </a:lnTo>
                <a:lnTo>
                  <a:pt x="266700" y="0"/>
                </a:lnTo>
                <a:lnTo>
                  <a:pt x="266700" y="38100"/>
                </a:lnTo>
                <a:lnTo>
                  <a:pt x="285750" y="38100"/>
                </a:lnTo>
                <a:lnTo>
                  <a:pt x="285750" y="19050"/>
                </a:lnTo>
                <a:lnTo>
                  <a:pt x="314325" y="19050"/>
                </a:lnTo>
                <a:lnTo>
                  <a:pt x="314325" y="38100"/>
                </a:lnTo>
                <a:lnTo>
                  <a:pt x="333375" y="38100"/>
                </a:lnTo>
                <a:lnTo>
                  <a:pt x="333375" y="47625"/>
                </a:lnTo>
                <a:lnTo>
                  <a:pt x="342900" y="47625"/>
                </a:lnTo>
                <a:lnTo>
                  <a:pt x="342900" y="76200"/>
                </a:lnTo>
                <a:lnTo>
                  <a:pt x="333375" y="76200"/>
                </a:lnTo>
                <a:lnTo>
                  <a:pt x="333375" y="95250"/>
                </a:lnTo>
                <a:lnTo>
                  <a:pt x="342900" y="95250"/>
                </a:lnTo>
                <a:lnTo>
                  <a:pt x="342900" y="76200"/>
                </a:lnTo>
                <a:lnTo>
                  <a:pt x="381000" y="76200"/>
                </a:lnTo>
                <a:lnTo>
                  <a:pt x="381000" y="66675"/>
                </a:lnTo>
                <a:lnTo>
                  <a:pt x="371475" y="66675"/>
                </a:lnTo>
                <a:lnTo>
                  <a:pt x="371475" y="57150"/>
                </a:lnTo>
                <a:lnTo>
                  <a:pt x="361950" y="57150"/>
                </a:lnTo>
                <a:lnTo>
                  <a:pt x="361950" y="47625"/>
                </a:lnTo>
                <a:lnTo>
                  <a:pt x="352425" y="47625"/>
                </a:lnTo>
                <a:lnTo>
                  <a:pt x="352425" y="28575"/>
                </a:lnTo>
                <a:lnTo>
                  <a:pt x="361950" y="28575"/>
                </a:lnTo>
                <a:lnTo>
                  <a:pt x="361950" y="38100"/>
                </a:lnTo>
                <a:lnTo>
                  <a:pt x="371475" y="38100"/>
                </a:lnTo>
                <a:lnTo>
                  <a:pt x="371475" y="47625"/>
                </a:lnTo>
                <a:lnTo>
                  <a:pt x="381000" y="47625"/>
                </a:lnTo>
                <a:lnTo>
                  <a:pt x="381000" y="57150"/>
                </a:lnTo>
                <a:lnTo>
                  <a:pt x="390525" y="57150"/>
                </a:lnTo>
                <a:lnTo>
                  <a:pt x="390525" y="66675"/>
                </a:lnTo>
                <a:lnTo>
                  <a:pt x="400050" y="66675"/>
                </a:lnTo>
                <a:lnTo>
                  <a:pt x="400050" y="76200"/>
                </a:lnTo>
                <a:lnTo>
                  <a:pt x="409575" y="76200"/>
                </a:lnTo>
                <a:lnTo>
                  <a:pt x="409575" y="95250"/>
                </a:lnTo>
                <a:lnTo>
                  <a:pt x="419100" y="95250"/>
                </a:lnTo>
                <a:lnTo>
                  <a:pt x="419100" y="104775"/>
                </a:lnTo>
                <a:lnTo>
                  <a:pt x="428625" y="104775"/>
                </a:lnTo>
                <a:lnTo>
                  <a:pt x="428625" y="123825"/>
                </a:lnTo>
                <a:lnTo>
                  <a:pt x="438150" y="123825"/>
                </a:lnTo>
                <a:lnTo>
                  <a:pt x="438150" y="133350"/>
                </a:lnTo>
                <a:lnTo>
                  <a:pt x="447675" y="133350"/>
                </a:lnTo>
                <a:lnTo>
                  <a:pt x="447675" y="142875"/>
                </a:lnTo>
                <a:lnTo>
                  <a:pt x="457200" y="142875"/>
                </a:lnTo>
                <a:lnTo>
                  <a:pt x="457200" y="161925"/>
                </a:lnTo>
                <a:lnTo>
                  <a:pt x="466725" y="161925"/>
                </a:lnTo>
                <a:lnTo>
                  <a:pt x="466725" y="171450"/>
                </a:lnTo>
                <a:lnTo>
                  <a:pt x="457200" y="171450"/>
                </a:lnTo>
                <a:lnTo>
                  <a:pt x="457200" y="180975"/>
                </a:lnTo>
                <a:lnTo>
                  <a:pt x="447675" y="180975"/>
                </a:lnTo>
                <a:lnTo>
                  <a:pt x="447675" y="190500"/>
                </a:lnTo>
                <a:lnTo>
                  <a:pt x="438150" y="190500"/>
                </a:lnTo>
                <a:lnTo>
                  <a:pt x="438150" y="209550"/>
                </a:lnTo>
                <a:lnTo>
                  <a:pt x="447675" y="209550"/>
                </a:lnTo>
                <a:lnTo>
                  <a:pt x="447675" y="266700"/>
                </a:lnTo>
                <a:lnTo>
                  <a:pt x="466725" y="266700"/>
                </a:lnTo>
                <a:lnTo>
                  <a:pt x="466725" y="247650"/>
                </a:lnTo>
                <a:lnTo>
                  <a:pt x="476250" y="247650"/>
                </a:lnTo>
                <a:lnTo>
                  <a:pt x="476250" y="238125"/>
                </a:lnTo>
                <a:lnTo>
                  <a:pt x="495300" y="238125"/>
                </a:lnTo>
                <a:lnTo>
                  <a:pt x="495300" y="285750"/>
                </a:lnTo>
                <a:lnTo>
                  <a:pt x="504825" y="285750"/>
                </a:lnTo>
                <a:lnTo>
                  <a:pt x="504825" y="323850"/>
                </a:lnTo>
                <a:lnTo>
                  <a:pt x="495300" y="323850"/>
                </a:lnTo>
                <a:lnTo>
                  <a:pt x="495300" y="314325"/>
                </a:lnTo>
                <a:lnTo>
                  <a:pt x="485775" y="314325"/>
                </a:lnTo>
                <a:lnTo>
                  <a:pt x="485775" y="304800"/>
                </a:lnTo>
                <a:lnTo>
                  <a:pt x="466725" y="304800"/>
                </a:lnTo>
                <a:lnTo>
                  <a:pt x="466725" y="333375"/>
                </a:lnTo>
                <a:lnTo>
                  <a:pt x="447675" y="333375"/>
                </a:lnTo>
                <a:lnTo>
                  <a:pt x="447675" y="342900"/>
                </a:lnTo>
                <a:lnTo>
                  <a:pt x="438150" y="342900"/>
                </a:lnTo>
                <a:lnTo>
                  <a:pt x="438150" y="352425"/>
                </a:lnTo>
                <a:lnTo>
                  <a:pt x="419100" y="352425"/>
                </a:lnTo>
                <a:lnTo>
                  <a:pt x="419100" y="381000"/>
                </a:lnTo>
                <a:lnTo>
                  <a:pt x="428625" y="381000"/>
                </a:lnTo>
                <a:lnTo>
                  <a:pt x="428625" y="390525"/>
                </a:lnTo>
                <a:lnTo>
                  <a:pt x="419100" y="390525"/>
                </a:lnTo>
                <a:lnTo>
                  <a:pt x="419100" y="409575"/>
                </a:lnTo>
                <a:lnTo>
                  <a:pt x="409575" y="409575"/>
                </a:lnTo>
                <a:lnTo>
                  <a:pt x="409575" y="428625"/>
                </a:lnTo>
                <a:lnTo>
                  <a:pt x="428625" y="428625"/>
                </a:lnTo>
                <a:lnTo>
                  <a:pt x="428625" y="419100"/>
                </a:lnTo>
                <a:lnTo>
                  <a:pt x="438150" y="419100"/>
                </a:lnTo>
                <a:lnTo>
                  <a:pt x="438150" y="447675"/>
                </a:lnTo>
                <a:lnTo>
                  <a:pt x="428625" y="447675"/>
                </a:lnTo>
                <a:lnTo>
                  <a:pt x="428625" y="438150"/>
                </a:lnTo>
                <a:lnTo>
                  <a:pt x="419100" y="438150"/>
                </a:lnTo>
                <a:lnTo>
                  <a:pt x="419100" y="447675"/>
                </a:lnTo>
                <a:lnTo>
                  <a:pt x="428625" y="447675"/>
                </a:lnTo>
                <a:lnTo>
                  <a:pt x="428625" y="457200"/>
                </a:lnTo>
                <a:lnTo>
                  <a:pt x="438150" y="457200"/>
                </a:lnTo>
                <a:lnTo>
                  <a:pt x="438150" y="466725"/>
                </a:lnTo>
                <a:lnTo>
                  <a:pt x="466725" y="466725"/>
                </a:lnTo>
                <a:lnTo>
                  <a:pt x="466725" y="476250"/>
                </a:lnTo>
                <a:lnTo>
                  <a:pt x="419100" y="476250"/>
                </a:lnTo>
                <a:lnTo>
                  <a:pt x="419100" y="466725"/>
                </a:lnTo>
                <a:lnTo>
                  <a:pt x="409575" y="466725"/>
                </a:lnTo>
                <a:lnTo>
                  <a:pt x="409575" y="476250"/>
                </a:lnTo>
                <a:lnTo>
                  <a:pt x="390525" y="476250"/>
                </a:lnTo>
                <a:lnTo>
                  <a:pt x="390525" y="466725"/>
                </a:lnTo>
                <a:lnTo>
                  <a:pt x="333375" y="466725"/>
                </a:lnTo>
                <a:lnTo>
                  <a:pt x="333375" y="457200"/>
                </a:lnTo>
                <a:lnTo>
                  <a:pt x="323850" y="457200"/>
                </a:lnTo>
                <a:lnTo>
                  <a:pt x="323850" y="447675"/>
                </a:lnTo>
                <a:lnTo>
                  <a:pt x="333375" y="447675"/>
                </a:lnTo>
                <a:lnTo>
                  <a:pt x="333375" y="457200"/>
                </a:lnTo>
                <a:lnTo>
                  <a:pt x="352425" y="457200"/>
                </a:lnTo>
                <a:lnTo>
                  <a:pt x="352425" y="438150"/>
                </a:lnTo>
                <a:lnTo>
                  <a:pt x="333375" y="438150"/>
                </a:lnTo>
                <a:lnTo>
                  <a:pt x="333375" y="419100"/>
                </a:lnTo>
                <a:lnTo>
                  <a:pt x="323850" y="419100"/>
                </a:lnTo>
                <a:lnTo>
                  <a:pt x="323850" y="409575"/>
                </a:lnTo>
                <a:lnTo>
                  <a:pt x="314325" y="409575"/>
                </a:lnTo>
                <a:lnTo>
                  <a:pt x="314325" y="400050"/>
                </a:lnTo>
                <a:lnTo>
                  <a:pt x="285750" y="400050"/>
                </a:lnTo>
                <a:lnTo>
                  <a:pt x="285750" y="390525"/>
                </a:lnTo>
                <a:lnTo>
                  <a:pt x="276225" y="390525"/>
                </a:lnTo>
                <a:lnTo>
                  <a:pt x="276225" y="381000"/>
                </a:lnTo>
                <a:lnTo>
                  <a:pt x="323850" y="381000"/>
                </a:lnTo>
                <a:lnTo>
                  <a:pt x="323850" y="371475"/>
                </a:lnTo>
                <a:lnTo>
                  <a:pt x="333375" y="371475"/>
                </a:lnTo>
                <a:lnTo>
                  <a:pt x="333375" y="361950"/>
                </a:lnTo>
                <a:lnTo>
                  <a:pt x="342900" y="361950"/>
                </a:lnTo>
                <a:lnTo>
                  <a:pt x="342900" y="371475"/>
                </a:lnTo>
                <a:lnTo>
                  <a:pt x="361950" y="371475"/>
                </a:lnTo>
                <a:lnTo>
                  <a:pt x="361950" y="361950"/>
                </a:lnTo>
                <a:lnTo>
                  <a:pt x="371475" y="361950"/>
                </a:lnTo>
                <a:lnTo>
                  <a:pt x="371475" y="352425"/>
                </a:lnTo>
                <a:lnTo>
                  <a:pt x="352425" y="352425"/>
                </a:lnTo>
                <a:lnTo>
                  <a:pt x="352425" y="342900"/>
                </a:lnTo>
                <a:lnTo>
                  <a:pt x="342900" y="342900"/>
                </a:lnTo>
                <a:lnTo>
                  <a:pt x="342900" y="352425"/>
                </a:lnTo>
                <a:lnTo>
                  <a:pt x="333375" y="352425"/>
                </a:lnTo>
                <a:lnTo>
                  <a:pt x="333375" y="323850"/>
                </a:lnTo>
                <a:lnTo>
                  <a:pt x="352425" y="323850"/>
                </a:lnTo>
                <a:lnTo>
                  <a:pt x="352425" y="314325"/>
                </a:lnTo>
                <a:lnTo>
                  <a:pt x="361950" y="314325"/>
                </a:lnTo>
                <a:lnTo>
                  <a:pt x="361950" y="304800"/>
                </a:lnTo>
                <a:lnTo>
                  <a:pt x="381000" y="304800"/>
                </a:lnTo>
                <a:lnTo>
                  <a:pt x="381000" y="285750"/>
                </a:lnTo>
                <a:lnTo>
                  <a:pt x="371475" y="285750"/>
                </a:lnTo>
                <a:lnTo>
                  <a:pt x="371475" y="276225"/>
                </a:lnTo>
                <a:lnTo>
                  <a:pt x="361950" y="276225"/>
                </a:lnTo>
                <a:lnTo>
                  <a:pt x="361950" y="266700"/>
                </a:lnTo>
                <a:lnTo>
                  <a:pt x="352425" y="266700"/>
                </a:lnTo>
                <a:lnTo>
                  <a:pt x="352425" y="228600"/>
                </a:lnTo>
                <a:lnTo>
                  <a:pt x="361950" y="228600"/>
                </a:lnTo>
                <a:lnTo>
                  <a:pt x="361950" y="209550"/>
                </a:lnTo>
                <a:lnTo>
                  <a:pt x="371475" y="209550"/>
                </a:lnTo>
                <a:lnTo>
                  <a:pt x="371475" y="200025"/>
                </a:lnTo>
                <a:lnTo>
                  <a:pt x="390525" y="200025"/>
                </a:lnTo>
                <a:lnTo>
                  <a:pt x="390525" y="190500"/>
                </a:lnTo>
                <a:lnTo>
                  <a:pt x="400050" y="190500"/>
                </a:lnTo>
                <a:lnTo>
                  <a:pt x="400050" y="180975"/>
                </a:lnTo>
                <a:lnTo>
                  <a:pt x="381000" y="180975"/>
                </a:lnTo>
                <a:lnTo>
                  <a:pt x="381000" y="190500"/>
                </a:lnTo>
                <a:lnTo>
                  <a:pt x="333375" y="190500"/>
                </a:lnTo>
                <a:lnTo>
                  <a:pt x="333375" y="200025"/>
                </a:lnTo>
                <a:lnTo>
                  <a:pt x="304800" y="200025"/>
                </a:lnTo>
                <a:lnTo>
                  <a:pt x="304800" y="209550"/>
                </a:lnTo>
                <a:lnTo>
                  <a:pt x="285750" y="209550"/>
                </a:lnTo>
                <a:lnTo>
                  <a:pt x="285750" y="200025"/>
                </a:lnTo>
                <a:lnTo>
                  <a:pt x="295275" y="200025"/>
                </a:lnTo>
                <a:lnTo>
                  <a:pt x="295275" y="180975"/>
                </a:lnTo>
                <a:lnTo>
                  <a:pt x="304800" y="180975"/>
                </a:lnTo>
                <a:lnTo>
                  <a:pt x="304800" y="171450"/>
                </a:lnTo>
                <a:lnTo>
                  <a:pt x="295275" y="171450"/>
                </a:lnTo>
                <a:lnTo>
                  <a:pt x="295275" y="161925"/>
                </a:lnTo>
                <a:lnTo>
                  <a:pt x="314325" y="161925"/>
                </a:lnTo>
                <a:lnTo>
                  <a:pt x="314325" y="142875"/>
                </a:lnTo>
                <a:lnTo>
                  <a:pt x="304800" y="142875"/>
                </a:lnTo>
                <a:lnTo>
                  <a:pt x="304800" y="133350"/>
                </a:lnTo>
                <a:lnTo>
                  <a:pt x="285750" y="133350"/>
                </a:lnTo>
                <a:lnTo>
                  <a:pt x="285750" y="123825"/>
                </a:lnTo>
                <a:lnTo>
                  <a:pt x="266700" y="123825"/>
                </a:lnTo>
                <a:lnTo>
                  <a:pt x="266700" y="114300"/>
                </a:lnTo>
                <a:lnTo>
                  <a:pt x="257175" y="114300"/>
                </a:lnTo>
                <a:lnTo>
                  <a:pt x="257175" y="104775"/>
                </a:lnTo>
                <a:lnTo>
                  <a:pt x="228600" y="104775"/>
                </a:lnTo>
                <a:lnTo>
                  <a:pt x="228600" y="114300"/>
                </a:lnTo>
                <a:lnTo>
                  <a:pt x="219075" y="114300"/>
                </a:lnTo>
                <a:lnTo>
                  <a:pt x="219075" y="123825"/>
                </a:lnTo>
                <a:lnTo>
                  <a:pt x="209550" y="123825"/>
                </a:lnTo>
                <a:lnTo>
                  <a:pt x="209550" y="142875"/>
                </a:lnTo>
                <a:lnTo>
                  <a:pt x="200025" y="142875"/>
                </a:lnTo>
                <a:lnTo>
                  <a:pt x="200025" y="133350"/>
                </a:lnTo>
                <a:lnTo>
                  <a:pt x="152400" y="133350"/>
                </a:lnTo>
                <a:lnTo>
                  <a:pt x="152400" y="123825"/>
                </a:lnTo>
                <a:lnTo>
                  <a:pt x="123825" y="123825"/>
                </a:lnTo>
                <a:lnTo>
                  <a:pt x="123825" y="114300"/>
                </a:lnTo>
                <a:lnTo>
                  <a:pt x="95250" y="114300"/>
                </a:lnTo>
                <a:lnTo>
                  <a:pt x="95250" y="104775"/>
                </a:lnTo>
                <a:lnTo>
                  <a:pt x="76200" y="104775"/>
                </a:lnTo>
                <a:lnTo>
                  <a:pt x="76200" y="123825"/>
                </a:lnTo>
                <a:lnTo>
                  <a:pt x="38100" y="123825"/>
                </a:lnTo>
                <a:lnTo>
                  <a:pt x="38100" y="133350"/>
                </a:lnTo>
                <a:lnTo>
                  <a:pt x="28575" y="133350"/>
                </a:lnTo>
                <a:lnTo>
                  <a:pt x="28575" y="142875"/>
                </a:lnTo>
                <a:lnTo>
                  <a:pt x="38100" y="142875"/>
                </a:lnTo>
                <a:lnTo>
                  <a:pt x="38100" y="152400"/>
                </a:lnTo>
                <a:lnTo>
                  <a:pt x="19050" y="152400"/>
                </a:lnTo>
                <a:lnTo>
                  <a:pt x="19050" y="133350"/>
                </a:lnTo>
                <a:lnTo>
                  <a:pt x="9525" y="133350"/>
                </a:lnTo>
                <a:lnTo>
                  <a:pt x="9525" y="123825"/>
                </a:lnTo>
                <a:lnTo>
                  <a:pt x="0" y="123825"/>
                </a:lnTo>
                <a:lnTo>
                  <a:pt x="0" y="114300"/>
                </a:lnTo>
                <a:lnTo>
                  <a:pt x="9525" y="114300"/>
                </a:lnTo>
                <a:lnTo>
                  <a:pt x="9525" y="104775"/>
                </a:lnTo>
                <a:lnTo>
                  <a:pt x="0" y="104775"/>
                </a:lnTo>
                <a:close/>
                <a:moveTo>
                  <a:pt x="1552575" y="0"/>
                </a:moveTo>
                <a:lnTo>
                  <a:pt x="1562100" y="0"/>
                </a:lnTo>
                <a:lnTo>
                  <a:pt x="1562100" y="9525"/>
                </a:lnTo>
                <a:lnTo>
                  <a:pt x="1552575" y="9525"/>
                </a:lnTo>
                <a:close/>
                <a:moveTo>
                  <a:pt x="1809750" y="0"/>
                </a:moveTo>
                <a:lnTo>
                  <a:pt x="1885950" y="0"/>
                </a:lnTo>
                <a:lnTo>
                  <a:pt x="1885950" y="19050"/>
                </a:lnTo>
                <a:lnTo>
                  <a:pt x="1895475" y="19050"/>
                </a:lnTo>
                <a:lnTo>
                  <a:pt x="1895475" y="28575"/>
                </a:lnTo>
                <a:lnTo>
                  <a:pt x="1876425" y="28575"/>
                </a:lnTo>
                <a:lnTo>
                  <a:pt x="1876425" y="38100"/>
                </a:lnTo>
                <a:lnTo>
                  <a:pt x="1838325" y="38100"/>
                </a:lnTo>
                <a:lnTo>
                  <a:pt x="1838325" y="47625"/>
                </a:lnTo>
                <a:lnTo>
                  <a:pt x="1828800" y="47625"/>
                </a:lnTo>
                <a:lnTo>
                  <a:pt x="1828800" y="38100"/>
                </a:lnTo>
                <a:lnTo>
                  <a:pt x="1809750" y="38100"/>
                </a:lnTo>
                <a:lnTo>
                  <a:pt x="1809750" y="19050"/>
                </a:lnTo>
                <a:lnTo>
                  <a:pt x="1800225" y="19050"/>
                </a:lnTo>
                <a:lnTo>
                  <a:pt x="1800225" y="9525"/>
                </a:lnTo>
                <a:lnTo>
                  <a:pt x="1809750" y="9525"/>
                </a:lnTo>
                <a:close/>
                <a:moveTo>
                  <a:pt x="2000250" y="0"/>
                </a:moveTo>
                <a:lnTo>
                  <a:pt x="2009775" y="0"/>
                </a:lnTo>
                <a:lnTo>
                  <a:pt x="2009775" y="9525"/>
                </a:lnTo>
                <a:lnTo>
                  <a:pt x="2019300" y="9525"/>
                </a:lnTo>
                <a:lnTo>
                  <a:pt x="2019300" y="0"/>
                </a:lnTo>
                <a:lnTo>
                  <a:pt x="2038350" y="0"/>
                </a:lnTo>
                <a:lnTo>
                  <a:pt x="2038350" y="9525"/>
                </a:lnTo>
                <a:lnTo>
                  <a:pt x="2028825" y="9525"/>
                </a:lnTo>
                <a:lnTo>
                  <a:pt x="2028825" y="19050"/>
                </a:lnTo>
                <a:lnTo>
                  <a:pt x="2019300" y="19050"/>
                </a:lnTo>
                <a:lnTo>
                  <a:pt x="2019300" y="28575"/>
                </a:lnTo>
                <a:lnTo>
                  <a:pt x="2009775" y="28575"/>
                </a:lnTo>
                <a:lnTo>
                  <a:pt x="2009775" y="57150"/>
                </a:lnTo>
                <a:lnTo>
                  <a:pt x="1981200" y="57150"/>
                </a:lnTo>
                <a:lnTo>
                  <a:pt x="1981200" y="47625"/>
                </a:lnTo>
                <a:lnTo>
                  <a:pt x="1952625" y="47625"/>
                </a:lnTo>
                <a:lnTo>
                  <a:pt x="1952625" y="57150"/>
                </a:lnTo>
                <a:lnTo>
                  <a:pt x="1924050" y="57150"/>
                </a:lnTo>
                <a:lnTo>
                  <a:pt x="1924050" y="47625"/>
                </a:lnTo>
                <a:lnTo>
                  <a:pt x="1933575" y="47625"/>
                </a:lnTo>
                <a:lnTo>
                  <a:pt x="1933575" y="38100"/>
                </a:lnTo>
                <a:lnTo>
                  <a:pt x="1943100" y="38100"/>
                </a:lnTo>
                <a:lnTo>
                  <a:pt x="1943100" y="28575"/>
                </a:lnTo>
                <a:lnTo>
                  <a:pt x="1962150" y="28575"/>
                </a:lnTo>
                <a:lnTo>
                  <a:pt x="1962150" y="19050"/>
                </a:lnTo>
                <a:lnTo>
                  <a:pt x="2000250" y="19050"/>
                </a:lnTo>
                <a:close/>
                <a:moveTo>
                  <a:pt x="2066925" y="0"/>
                </a:moveTo>
                <a:lnTo>
                  <a:pt x="2085975" y="0"/>
                </a:lnTo>
                <a:lnTo>
                  <a:pt x="2085975" y="9525"/>
                </a:lnTo>
                <a:lnTo>
                  <a:pt x="2066925" y="9525"/>
                </a:lnTo>
                <a:close/>
                <a:moveTo>
                  <a:pt x="1543050" y="9525"/>
                </a:moveTo>
                <a:lnTo>
                  <a:pt x="1552575" y="9525"/>
                </a:lnTo>
                <a:lnTo>
                  <a:pt x="1552575" y="19050"/>
                </a:lnTo>
                <a:lnTo>
                  <a:pt x="1543050" y="19050"/>
                </a:lnTo>
                <a:close/>
                <a:moveTo>
                  <a:pt x="1533525" y="19050"/>
                </a:moveTo>
                <a:lnTo>
                  <a:pt x="1543050" y="19050"/>
                </a:lnTo>
                <a:lnTo>
                  <a:pt x="1543050" y="28575"/>
                </a:lnTo>
                <a:lnTo>
                  <a:pt x="1533525" y="28575"/>
                </a:lnTo>
                <a:close/>
                <a:moveTo>
                  <a:pt x="2047875" y="19050"/>
                </a:moveTo>
                <a:lnTo>
                  <a:pt x="2057400" y="19050"/>
                </a:lnTo>
                <a:lnTo>
                  <a:pt x="2057400" y="28575"/>
                </a:lnTo>
                <a:lnTo>
                  <a:pt x="2047875" y="28575"/>
                </a:lnTo>
                <a:close/>
                <a:moveTo>
                  <a:pt x="161925" y="47625"/>
                </a:moveTo>
                <a:lnTo>
                  <a:pt x="171450" y="47625"/>
                </a:lnTo>
                <a:lnTo>
                  <a:pt x="171450" y="66675"/>
                </a:lnTo>
                <a:lnTo>
                  <a:pt x="180975" y="66675"/>
                </a:lnTo>
                <a:lnTo>
                  <a:pt x="180975" y="85725"/>
                </a:lnTo>
                <a:lnTo>
                  <a:pt x="190500" y="85725"/>
                </a:lnTo>
                <a:lnTo>
                  <a:pt x="190500" y="95250"/>
                </a:lnTo>
                <a:lnTo>
                  <a:pt x="200025" y="95250"/>
                </a:lnTo>
                <a:lnTo>
                  <a:pt x="200025" y="85725"/>
                </a:lnTo>
                <a:lnTo>
                  <a:pt x="219075" y="85725"/>
                </a:lnTo>
                <a:lnTo>
                  <a:pt x="219075" y="76200"/>
                </a:lnTo>
                <a:lnTo>
                  <a:pt x="228600" y="76200"/>
                </a:lnTo>
                <a:lnTo>
                  <a:pt x="228600" y="66675"/>
                </a:lnTo>
                <a:lnTo>
                  <a:pt x="190500" y="66675"/>
                </a:lnTo>
                <a:lnTo>
                  <a:pt x="190500" y="57150"/>
                </a:lnTo>
                <a:lnTo>
                  <a:pt x="180975" y="57150"/>
                </a:lnTo>
                <a:lnTo>
                  <a:pt x="180975" y="47625"/>
                </a:lnTo>
                <a:lnTo>
                  <a:pt x="190500" y="47625"/>
                </a:lnTo>
                <a:lnTo>
                  <a:pt x="190500" y="38100"/>
                </a:lnTo>
                <a:lnTo>
                  <a:pt x="180975" y="38100"/>
                </a:lnTo>
                <a:lnTo>
                  <a:pt x="180975" y="28575"/>
                </a:lnTo>
                <a:lnTo>
                  <a:pt x="171450" y="28575"/>
                </a:lnTo>
                <a:lnTo>
                  <a:pt x="171450" y="38100"/>
                </a:lnTo>
                <a:lnTo>
                  <a:pt x="161925" y="38100"/>
                </a:lnTo>
                <a:close/>
                <a:moveTo>
                  <a:pt x="1905000" y="47625"/>
                </a:moveTo>
                <a:lnTo>
                  <a:pt x="1914525" y="47625"/>
                </a:lnTo>
                <a:lnTo>
                  <a:pt x="1914525" y="57150"/>
                </a:lnTo>
                <a:lnTo>
                  <a:pt x="1905000" y="57150"/>
                </a:lnTo>
                <a:close/>
                <a:moveTo>
                  <a:pt x="1590675" y="57150"/>
                </a:moveTo>
                <a:lnTo>
                  <a:pt x="1600200" y="57150"/>
                </a:lnTo>
                <a:lnTo>
                  <a:pt x="1600200" y="66675"/>
                </a:lnTo>
                <a:lnTo>
                  <a:pt x="1590675" y="66675"/>
                </a:lnTo>
                <a:close/>
                <a:moveTo>
                  <a:pt x="133350" y="66675"/>
                </a:moveTo>
                <a:lnTo>
                  <a:pt x="123825" y="66675"/>
                </a:lnTo>
                <a:lnTo>
                  <a:pt x="123825" y="57150"/>
                </a:lnTo>
                <a:lnTo>
                  <a:pt x="104775" y="57150"/>
                </a:lnTo>
                <a:lnTo>
                  <a:pt x="104775" y="66675"/>
                </a:lnTo>
                <a:lnTo>
                  <a:pt x="85725" y="66675"/>
                </a:lnTo>
                <a:lnTo>
                  <a:pt x="85725" y="57150"/>
                </a:lnTo>
                <a:lnTo>
                  <a:pt x="66675" y="57150"/>
                </a:lnTo>
                <a:lnTo>
                  <a:pt x="66675" y="76200"/>
                </a:lnTo>
                <a:lnTo>
                  <a:pt x="76200" y="76200"/>
                </a:lnTo>
                <a:lnTo>
                  <a:pt x="76200" y="85725"/>
                </a:lnTo>
                <a:lnTo>
                  <a:pt x="104775" y="85725"/>
                </a:lnTo>
                <a:lnTo>
                  <a:pt x="104775" y="76200"/>
                </a:lnTo>
                <a:lnTo>
                  <a:pt x="114300" y="76200"/>
                </a:lnTo>
                <a:lnTo>
                  <a:pt x="114300" y="85725"/>
                </a:lnTo>
                <a:lnTo>
                  <a:pt x="123825" y="85725"/>
                </a:lnTo>
                <a:lnTo>
                  <a:pt x="123825" y="95250"/>
                </a:lnTo>
                <a:lnTo>
                  <a:pt x="142875" y="95250"/>
                </a:lnTo>
                <a:lnTo>
                  <a:pt x="142875" y="85725"/>
                </a:lnTo>
                <a:lnTo>
                  <a:pt x="133350" y="85725"/>
                </a:lnTo>
                <a:close/>
                <a:moveTo>
                  <a:pt x="133350" y="66675"/>
                </a:moveTo>
                <a:lnTo>
                  <a:pt x="142875" y="66675"/>
                </a:lnTo>
                <a:lnTo>
                  <a:pt x="142875" y="57150"/>
                </a:lnTo>
                <a:lnTo>
                  <a:pt x="133350" y="57150"/>
                </a:lnTo>
                <a:close/>
                <a:moveTo>
                  <a:pt x="2047875" y="66675"/>
                </a:moveTo>
                <a:lnTo>
                  <a:pt x="2076450" y="66675"/>
                </a:lnTo>
                <a:lnTo>
                  <a:pt x="2076450" y="76200"/>
                </a:lnTo>
                <a:lnTo>
                  <a:pt x="2085975" y="76200"/>
                </a:lnTo>
                <a:lnTo>
                  <a:pt x="2085975" y="133350"/>
                </a:lnTo>
                <a:lnTo>
                  <a:pt x="2076450" y="133350"/>
                </a:lnTo>
                <a:lnTo>
                  <a:pt x="2076450" y="104775"/>
                </a:lnTo>
                <a:lnTo>
                  <a:pt x="2047875" y="104775"/>
                </a:lnTo>
                <a:lnTo>
                  <a:pt x="2047875" y="95250"/>
                </a:lnTo>
                <a:lnTo>
                  <a:pt x="2038350" y="95250"/>
                </a:lnTo>
                <a:lnTo>
                  <a:pt x="2038350" y="76200"/>
                </a:lnTo>
                <a:lnTo>
                  <a:pt x="2047875" y="76200"/>
                </a:lnTo>
                <a:close/>
                <a:moveTo>
                  <a:pt x="238125" y="76200"/>
                </a:moveTo>
                <a:lnTo>
                  <a:pt x="247650" y="76200"/>
                </a:lnTo>
                <a:lnTo>
                  <a:pt x="247650" y="85725"/>
                </a:lnTo>
                <a:lnTo>
                  <a:pt x="266700" y="85725"/>
                </a:lnTo>
                <a:lnTo>
                  <a:pt x="266700" y="76200"/>
                </a:lnTo>
                <a:lnTo>
                  <a:pt x="314325" y="76200"/>
                </a:lnTo>
                <a:lnTo>
                  <a:pt x="314325" y="66675"/>
                </a:lnTo>
                <a:lnTo>
                  <a:pt x="304800" y="66675"/>
                </a:lnTo>
                <a:lnTo>
                  <a:pt x="304800" y="57150"/>
                </a:lnTo>
                <a:lnTo>
                  <a:pt x="238125" y="57150"/>
                </a:lnTo>
                <a:close/>
                <a:moveTo>
                  <a:pt x="1895475" y="76200"/>
                </a:moveTo>
                <a:lnTo>
                  <a:pt x="1905000" y="76200"/>
                </a:lnTo>
                <a:lnTo>
                  <a:pt x="1905000" y="85725"/>
                </a:lnTo>
                <a:lnTo>
                  <a:pt x="1933575" y="85725"/>
                </a:lnTo>
                <a:lnTo>
                  <a:pt x="1933575" y="76200"/>
                </a:lnTo>
                <a:lnTo>
                  <a:pt x="1943100" y="76200"/>
                </a:lnTo>
                <a:lnTo>
                  <a:pt x="1943100" y="85725"/>
                </a:lnTo>
                <a:lnTo>
                  <a:pt x="1952625" y="85725"/>
                </a:lnTo>
                <a:lnTo>
                  <a:pt x="1952625" y="95250"/>
                </a:lnTo>
                <a:lnTo>
                  <a:pt x="1943100" y="95250"/>
                </a:lnTo>
                <a:lnTo>
                  <a:pt x="1943100" y="114300"/>
                </a:lnTo>
                <a:lnTo>
                  <a:pt x="1924050" y="114300"/>
                </a:lnTo>
                <a:lnTo>
                  <a:pt x="1924050" y="104775"/>
                </a:lnTo>
                <a:lnTo>
                  <a:pt x="1905000" y="104775"/>
                </a:lnTo>
                <a:lnTo>
                  <a:pt x="1905000" y="114300"/>
                </a:lnTo>
                <a:lnTo>
                  <a:pt x="1895475" y="114300"/>
                </a:lnTo>
                <a:lnTo>
                  <a:pt x="1895475" y="123825"/>
                </a:lnTo>
                <a:lnTo>
                  <a:pt x="1857375" y="123825"/>
                </a:lnTo>
                <a:lnTo>
                  <a:pt x="1857375" y="133350"/>
                </a:lnTo>
                <a:lnTo>
                  <a:pt x="1838325" y="133350"/>
                </a:lnTo>
                <a:lnTo>
                  <a:pt x="1838325" y="142875"/>
                </a:lnTo>
                <a:lnTo>
                  <a:pt x="1828800" y="142875"/>
                </a:lnTo>
                <a:lnTo>
                  <a:pt x="1828800" y="152400"/>
                </a:lnTo>
                <a:lnTo>
                  <a:pt x="1819275" y="152400"/>
                </a:lnTo>
                <a:lnTo>
                  <a:pt x="1819275" y="161925"/>
                </a:lnTo>
                <a:lnTo>
                  <a:pt x="1809750" y="161925"/>
                </a:lnTo>
                <a:lnTo>
                  <a:pt x="1809750" y="152400"/>
                </a:lnTo>
                <a:lnTo>
                  <a:pt x="1800225" y="152400"/>
                </a:lnTo>
                <a:lnTo>
                  <a:pt x="1800225" y="142875"/>
                </a:lnTo>
                <a:lnTo>
                  <a:pt x="1809750" y="142875"/>
                </a:lnTo>
                <a:lnTo>
                  <a:pt x="1809750" y="114300"/>
                </a:lnTo>
                <a:lnTo>
                  <a:pt x="1800225" y="114300"/>
                </a:lnTo>
                <a:lnTo>
                  <a:pt x="1800225" y="95250"/>
                </a:lnTo>
                <a:lnTo>
                  <a:pt x="1828800" y="95250"/>
                </a:lnTo>
                <a:lnTo>
                  <a:pt x="1828800" y="104775"/>
                </a:lnTo>
                <a:lnTo>
                  <a:pt x="1838325" y="104775"/>
                </a:lnTo>
                <a:lnTo>
                  <a:pt x="1838325" y="95250"/>
                </a:lnTo>
                <a:lnTo>
                  <a:pt x="1847850" y="95250"/>
                </a:lnTo>
                <a:lnTo>
                  <a:pt x="1847850" y="85725"/>
                </a:lnTo>
                <a:lnTo>
                  <a:pt x="1895475" y="85725"/>
                </a:lnTo>
                <a:close/>
                <a:moveTo>
                  <a:pt x="314325" y="85725"/>
                </a:moveTo>
                <a:lnTo>
                  <a:pt x="323850" y="85725"/>
                </a:lnTo>
                <a:lnTo>
                  <a:pt x="323850" y="76200"/>
                </a:lnTo>
                <a:lnTo>
                  <a:pt x="314325" y="76200"/>
                </a:lnTo>
                <a:close/>
                <a:moveTo>
                  <a:pt x="1543050" y="85725"/>
                </a:moveTo>
                <a:lnTo>
                  <a:pt x="1552575" y="85725"/>
                </a:lnTo>
                <a:lnTo>
                  <a:pt x="1552575" y="95250"/>
                </a:lnTo>
                <a:lnTo>
                  <a:pt x="1543050" y="95250"/>
                </a:lnTo>
                <a:close/>
                <a:moveTo>
                  <a:pt x="1733550" y="85725"/>
                </a:moveTo>
                <a:lnTo>
                  <a:pt x="1752600" y="85725"/>
                </a:lnTo>
                <a:lnTo>
                  <a:pt x="1752600" y="114300"/>
                </a:lnTo>
                <a:lnTo>
                  <a:pt x="1733550" y="114300"/>
                </a:lnTo>
                <a:close/>
                <a:moveTo>
                  <a:pt x="276225" y="114300"/>
                </a:moveTo>
                <a:lnTo>
                  <a:pt x="285750" y="114300"/>
                </a:lnTo>
                <a:lnTo>
                  <a:pt x="285750" y="104775"/>
                </a:lnTo>
                <a:lnTo>
                  <a:pt x="276225" y="104775"/>
                </a:lnTo>
                <a:close/>
                <a:moveTo>
                  <a:pt x="1962150" y="114300"/>
                </a:moveTo>
                <a:lnTo>
                  <a:pt x="1981200" y="114300"/>
                </a:lnTo>
                <a:lnTo>
                  <a:pt x="1981200" y="123825"/>
                </a:lnTo>
                <a:lnTo>
                  <a:pt x="1962150" y="123825"/>
                </a:lnTo>
                <a:close/>
                <a:moveTo>
                  <a:pt x="1600200" y="123825"/>
                </a:moveTo>
                <a:lnTo>
                  <a:pt x="1619250" y="123825"/>
                </a:lnTo>
                <a:lnTo>
                  <a:pt x="1619250" y="133350"/>
                </a:lnTo>
                <a:lnTo>
                  <a:pt x="1647825" y="133350"/>
                </a:lnTo>
                <a:lnTo>
                  <a:pt x="1647825" y="123825"/>
                </a:lnTo>
                <a:lnTo>
                  <a:pt x="1704975" y="123825"/>
                </a:lnTo>
                <a:lnTo>
                  <a:pt x="1704975" y="133350"/>
                </a:lnTo>
                <a:lnTo>
                  <a:pt x="1647825" y="133350"/>
                </a:lnTo>
                <a:lnTo>
                  <a:pt x="1647825" y="142875"/>
                </a:lnTo>
                <a:lnTo>
                  <a:pt x="1638300" y="142875"/>
                </a:lnTo>
                <a:lnTo>
                  <a:pt x="1638300" y="161925"/>
                </a:lnTo>
                <a:lnTo>
                  <a:pt x="1609725" y="161925"/>
                </a:lnTo>
                <a:lnTo>
                  <a:pt x="1609725" y="152400"/>
                </a:lnTo>
                <a:lnTo>
                  <a:pt x="1600200" y="152400"/>
                </a:lnTo>
                <a:lnTo>
                  <a:pt x="1600200" y="171450"/>
                </a:lnTo>
                <a:lnTo>
                  <a:pt x="1581150" y="171450"/>
                </a:lnTo>
                <a:lnTo>
                  <a:pt x="1581150" y="142875"/>
                </a:lnTo>
                <a:lnTo>
                  <a:pt x="1590675" y="142875"/>
                </a:lnTo>
                <a:lnTo>
                  <a:pt x="1590675" y="133350"/>
                </a:lnTo>
                <a:lnTo>
                  <a:pt x="1600200" y="133350"/>
                </a:lnTo>
                <a:close/>
                <a:moveTo>
                  <a:pt x="57150" y="133350"/>
                </a:moveTo>
                <a:lnTo>
                  <a:pt x="66675" y="133350"/>
                </a:lnTo>
                <a:lnTo>
                  <a:pt x="66675" y="142875"/>
                </a:lnTo>
                <a:lnTo>
                  <a:pt x="57150" y="142875"/>
                </a:lnTo>
                <a:close/>
                <a:moveTo>
                  <a:pt x="1704975" y="133350"/>
                </a:moveTo>
                <a:lnTo>
                  <a:pt x="1714500" y="133350"/>
                </a:lnTo>
                <a:lnTo>
                  <a:pt x="1714500" y="142875"/>
                </a:lnTo>
                <a:lnTo>
                  <a:pt x="1704975" y="142875"/>
                </a:lnTo>
                <a:close/>
                <a:moveTo>
                  <a:pt x="238125" y="142875"/>
                </a:moveTo>
                <a:lnTo>
                  <a:pt x="257175" y="142875"/>
                </a:lnTo>
                <a:lnTo>
                  <a:pt x="257175" y="152400"/>
                </a:lnTo>
                <a:lnTo>
                  <a:pt x="238125" y="152400"/>
                </a:lnTo>
                <a:close/>
                <a:moveTo>
                  <a:pt x="47625" y="152400"/>
                </a:moveTo>
                <a:lnTo>
                  <a:pt x="66675" y="152400"/>
                </a:lnTo>
                <a:lnTo>
                  <a:pt x="66675" y="161925"/>
                </a:lnTo>
                <a:lnTo>
                  <a:pt x="47625" y="161925"/>
                </a:lnTo>
                <a:close/>
                <a:moveTo>
                  <a:pt x="266700" y="152400"/>
                </a:moveTo>
                <a:lnTo>
                  <a:pt x="276225" y="152400"/>
                </a:lnTo>
                <a:lnTo>
                  <a:pt x="276225" y="161925"/>
                </a:lnTo>
                <a:lnTo>
                  <a:pt x="266700" y="161925"/>
                </a:lnTo>
                <a:close/>
                <a:moveTo>
                  <a:pt x="400050" y="152400"/>
                </a:moveTo>
                <a:lnTo>
                  <a:pt x="409575" y="152400"/>
                </a:lnTo>
                <a:lnTo>
                  <a:pt x="409575" y="133350"/>
                </a:lnTo>
                <a:lnTo>
                  <a:pt x="400050" y="133350"/>
                </a:lnTo>
                <a:close/>
                <a:moveTo>
                  <a:pt x="1819275" y="161925"/>
                </a:moveTo>
                <a:lnTo>
                  <a:pt x="1828800" y="161925"/>
                </a:lnTo>
                <a:lnTo>
                  <a:pt x="1828800" y="171450"/>
                </a:lnTo>
                <a:lnTo>
                  <a:pt x="1819275" y="171450"/>
                </a:lnTo>
                <a:close/>
                <a:moveTo>
                  <a:pt x="1571625" y="171450"/>
                </a:moveTo>
                <a:lnTo>
                  <a:pt x="1581150" y="171450"/>
                </a:lnTo>
                <a:lnTo>
                  <a:pt x="1581150" y="200025"/>
                </a:lnTo>
                <a:lnTo>
                  <a:pt x="1590675" y="200025"/>
                </a:lnTo>
                <a:lnTo>
                  <a:pt x="1590675" y="209550"/>
                </a:lnTo>
                <a:lnTo>
                  <a:pt x="1562100" y="209550"/>
                </a:lnTo>
                <a:lnTo>
                  <a:pt x="1562100" y="190500"/>
                </a:lnTo>
                <a:lnTo>
                  <a:pt x="1571625" y="190500"/>
                </a:lnTo>
                <a:close/>
                <a:moveTo>
                  <a:pt x="1828800" y="171450"/>
                </a:moveTo>
                <a:lnTo>
                  <a:pt x="1838325" y="171450"/>
                </a:lnTo>
                <a:lnTo>
                  <a:pt x="1838325" y="180975"/>
                </a:lnTo>
                <a:lnTo>
                  <a:pt x="1828800" y="180975"/>
                </a:lnTo>
                <a:close/>
                <a:moveTo>
                  <a:pt x="1838325" y="180975"/>
                </a:moveTo>
                <a:lnTo>
                  <a:pt x="1847850" y="180975"/>
                </a:lnTo>
                <a:lnTo>
                  <a:pt x="1847850" y="190500"/>
                </a:lnTo>
                <a:lnTo>
                  <a:pt x="1838325" y="190500"/>
                </a:lnTo>
                <a:close/>
                <a:moveTo>
                  <a:pt x="1857375" y="190500"/>
                </a:moveTo>
                <a:lnTo>
                  <a:pt x="1866900" y="190500"/>
                </a:lnTo>
                <a:lnTo>
                  <a:pt x="1866900" y="200025"/>
                </a:lnTo>
                <a:lnTo>
                  <a:pt x="1857375" y="200025"/>
                </a:lnTo>
                <a:close/>
                <a:moveTo>
                  <a:pt x="1590675" y="209550"/>
                </a:moveTo>
                <a:lnTo>
                  <a:pt x="1609725" y="209550"/>
                </a:lnTo>
                <a:lnTo>
                  <a:pt x="1609725" y="228600"/>
                </a:lnTo>
                <a:lnTo>
                  <a:pt x="1600200" y="228600"/>
                </a:lnTo>
                <a:lnTo>
                  <a:pt x="1600200" y="219075"/>
                </a:lnTo>
                <a:lnTo>
                  <a:pt x="1590675" y="219075"/>
                </a:lnTo>
                <a:close/>
                <a:moveTo>
                  <a:pt x="1657350" y="228600"/>
                </a:moveTo>
                <a:lnTo>
                  <a:pt x="1666875" y="228600"/>
                </a:lnTo>
                <a:lnTo>
                  <a:pt x="1666875" y="238125"/>
                </a:lnTo>
                <a:lnTo>
                  <a:pt x="1657350" y="238125"/>
                </a:lnTo>
                <a:close/>
                <a:moveTo>
                  <a:pt x="1476375" y="257175"/>
                </a:moveTo>
                <a:lnTo>
                  <a:pt x="1485900" y="257175"/>
                </a:lnTo>
                <a:lnTo>
                  <a:pt x="1485900" y="266700"/>
                </a:lnTo>
                <a:lnTo>
                  <a:pt x="1495425" y="266700"/>
                </a:lnTo>
                <a:lnTo>
                  <a:pt x="1495425" y="276225"/>
                </a:lnTo>
                <a:lnTo>
                  <a:pt x="1514475" y="276225"/>
                </a:lnTo>
                <a:lnTo>
                  <a:pt x="1514475" y="285750"/>
                </a:lnTo>
                <a:lnTo>
                  <a:pt x="1543050" y="285750"/>
                </a:lnTo>
                <a:lnTo>
                  <a:pt x="1543050" y="295275"/>
                </a:lnTo>
                <a:lnTo>
                  <a:pt x="1562100" y="295275"/>
                </a:lnTo>
                <a:lnTo>
                  <a:pt x="1562100" y="304800"/>
                </a:lnTo>
                <a:lnTo>
                  <a:pt x="1571625" y="304800"/>
                </a:lnTo>
                <a:lnTo>
                  <a:pt x="1571625" y="323850"/>
                </a:lnTo>
                <a:lnTo>
                  <a:pt x="1562100" y="323850"/>
                </a:lnTo>
                <a:lnTo>
                  <a:pt x="1562100" y="333375"/>
                </a:lnTo>
                <a:lnTo>
                  <a:pt x="1571625" y="333375"/>
                </a:lnTo>
                <a:lnTo>
                  <a:pt x="1571625" y="342900"/>
                </a:lnTo>
                <a:lnTo>
                  <a:pt x="1581150" y="342900"/>
                </a:lnTo>
                <a:lnTo>
                  <a:pt x="1581150" y="361950"/>
                </a:lnTo>
                <a:lnTo>
                  <a:pt x="1590675" y="361950"/>
                </a:lnTo>
                <a:lnTo>
                  <a:pt x="1590675" y="371475"/>
                </a:lnTo>
                <a:lnTo>
                  <a:pt x="1600200" y="371475"/>
                </a:lnTo>
                <a:lnTo>
                  <a:pt x="1600200" y="381000"/>
                </a:lnTo>
                <a:lnTo>
                  <a:pt x="1590675" y="381000"/>
                </a:lnTo>
                <a:lnTo>
                  <a:pt x="1590675" y="390525"/>
                </a:lnTo>
                <a:lnTo>
                  <a:pt x="1571625" y="390525"/>
                </a:lnTo>
                <a:lnTo>
                  <a:pt x="1571625" y="409575"/>
                </a:lnTo>
                <a:lnTo>
                  <a:pt x="1562100" y="409575"/>
                </a:lnTo>
                <a:lnTo>
                  <a:pt x="1562100" y="419100"/>
                </a:lnTo>
                <a:lnTo>
                  <a:pt x="1571625" y="419100"/>
                </a:lnTo>
                <a:lnTo>
                  <a:pt x="1571625" y="428625"/>
                </a:lnTo>
                <a:lnTo>
                  <a:pt x="1581150" y="428625"/>
                </a:lnTo>
                <a:lnTo>
                  <a:pt x="1581150" y="447675"/>
                </a:lnTo>
                <a:lnTo>
                  <a:pt x="1571625" y="447675"/>
                </a:lnTo>
                <a:lnTo>
                  <a:pt x="1571625" y="466725"/>
                </a:lnTo>
                <a:lnTo>
                  <a:pt x="1562100" y="466725"/>
                </a:lnTo>
                <a:lnTo>
                  <a:pt x="1562100" y="485775"/>
                </a:lnTo>
                <a:lnTo>
                  <a:pt x="1571625" y="485775"/>
                </a:lnTo>
                <a:lnTo>
                  <a:pt x="1571625" y="514350"/>
                </a:lnTo>
                <a:lnTo>
                  <a:pt x="1562100" y="514350"/>
                </a:lnTo>
                <a:lnTo>
                  <a:pt x="1562100" y="523875"/>
                </a:lnTo>
                <a:lnTo>
                  <a:pt x="1543050" y="523875"/>
                </a:lnTo>
                <a:lnTo>
                  <a:pt x="1543050" y="533400"/>
                </a:lnTo>
                <a:lnTo>
                  <a:pt x="1533525" y="533400"/>
                </a:lnTo>
                <a:lnTo>
                  <a:pt x="1533525" y="542925"/>
                </a:lnTo>
                <a:lnTo>
                  <a:pt x="1543050" y="542925"/>
                </a:lnTo>
                <a:lnTo>
                  <a:pt x="1543050" y="552450"/>
                </a:lnTo>
                <a:lnTo>
                  <a:pt x="1504950" y="552450"/>
                </a:lnTo>
                <a:lnTo>
                  <a:pt x="1504950" y="504825"/>
                </a:lnTo>
                <a:lnTo>
                  <a:pt x="1533525" y="504825"/>
                </a:lnTo>
                <a:lnTo>
                  <a:pt x="1533525" y="514350"/>
                </a:lnTo>
                <a:lnTo>
                  <a:pt x="1543050" y="514350"/>
                </a:lnTo>
                <a:lnTo>
                  <a:pt x="1543050" y="495300"/>
                </a:lnTo>
                <a:lnTo>
                  <a:pt x="1552575" y="495300"/>
                </a:lnTo>
                <a:lnTo>
                  <a:pt x="1552575" y="466725"/>
                </a:lnTo>
                <a:lnTo>
                  <a:pt x="1543050" y="466725"/>
                </a:lnTo>
                <a:lnTo>
                  <a:pt x="1543050" y="457200"/>
                </a:lnTo>
                <a:lnTo>
                  <a:pt x="1533525" y="457200"/>
                </a:lnTo>
                <a:lnTo>
                  <a:pt x="1533525" y="447675"/>
                </a:lnTo>
                <a:lnTo>
                  <a:pt x="1514475" y="447675"/>
                </a:lnTo>
                <a:lnTo>
                  <a:pt x="1514475" y="438150"/>
                </a:lnTo>
                <a:lnTo>
                  <a:pt x="1495425" y="438150"/>
                </a:lnTo>
                <a:lnTo>
                  <a:pt x="1495425" y="419100"/>
                </a:lnTo>
                <a:lnTo>
                  <a:pt x="1457325" y="419100"/>
                </a:lnTo>
                <a:lnTo>
                  <a:pt x="1457325" y="400050"/>
                </a:lnTo>
                <a:lnTo>
                  <a:pt x="1466850" y="400050"/>
                </a:lnTo>
                <a:lnTo>
                  <a:pt x="1466850" y="390525"/>
                </a:lnTo>
                <a:lnTo>
                  <a:pt x="1476375" y="390525"/>
                </a:lnTo>
                <a:lnTo>
                  <a:pt x="1476375" y="381000"/>
                </a:lnTo>
                <a:lnTo>
                  <a:pt x="1466850" y="381000"/>
                </a:lnTo>
                <a:lnTo>
                  <a:pt x="1466850" y="371475"/>
                </a:lnTo>
                <a:lnTo>
                  <a:pt x="1428750" y="371475"/>
                </a:lnTo>
                <a:lnTo>
                  <a:pt x="1428750" y="390525"/>
                </a:lnTo>
                <a:lnTo>
                  <a:pt x="1409700" y="390525"/>
                </a:lnTo>
                <a:lnTo>
                  <a:pt x="1409700" y="381000"/>
                </a:lnTo>
                <a:lnTo>
                  <a:pt x="1419225" y="381000"/>
                </a:lnTo>
                <a:lnTo>
                  <a:pt x="1419225" y="371475"/>
                </a:lnTo>
                <a:lnTo>
                  <a:pt x="1409700" y="371475"/>
                </a:lnTo>
                <a:lnTo>
                  <a:pt x="1409700" y="361950"/>
                </a:lnTo>
                <a:lnTo>
                  <a:pt x="1428750" y="361950"/>
                </a:lnTo>
                <a:lnTo>
                  <a:pt x="1428750" y="352425"/>
                </a:lnTo>
                <a:lnTo>
                  <a:pt x="1409700" y="352425"/>
                </a:lnTo>
                <a:lnTo>
                  <a:pt x="1409700" y="342900"/>
                </a:lnTo>
                <a:lnTo>
                  <a:pt x="1400175" y="342900"/>
                </a:lnTo>
                <a:lnTo>
                  <a:pt x="1400175" y="323850"/>
                </a:lnTo>
                <a:lnTo>
                  <a:pt x="1390650" y="323850"/>
                </a:lnTo>
                <a:lnTo>
                  <a:pt x="1390650" y="333375"/>
                </a:lnTo>
                <a:lnTo>
                  <a:pt x="1381125" y="333375"/>
                </a:lnTo>
                <a:lnTo>
                  <a:pt x="1381125" y="314325"/>
                </a:lnTo>
                <a:lnTo>
                  <a:pt x="1371600" y="314325"/>
                </a:lnTo>
                <a:lnTo>
                  <a:pt x="1371600" y="295275"/>
                </a:lnTo>
                <a:lnTo>
                  <a:pt x="1400175" y="295275"/>
                </a:lnTo>
                <a:lnTo>
                  <a:pt x="1400175" y="304800"/>
                </a:lnTo>
                <a:lnTo>
                  <a:pt x="1409700" y="304800"/>
                </a:lnTo>
                <a:lnTo>
                  <a:pt x="1409700" y="314325"/>
                </a:lnTo>
                <a:lnTo>
                  <a:pt x="1419225" y="314325"/>
                </a:lnTo>
                <a:lnTo>
                  <a:pt x="1419225" y="295275"/>
                </a:lnTo>
                <a:lnTo>
                  <a:pt x="1428750" y="295275"/>
                </a:lnTo>
                <a:lnTo>
                  <a:pt x="1428750" y="285750"/>
                </a:lnTo>
                <a:lnTo>
                  <a:pt x="1457325" y="285750"/>
                </a:lnTo>
                <a:lnTo>
                  <a:pt x="1457325" y="276225"/>
                </a:lnTo>
                <a:lnTo>
                  <a:pt x="1476375" y="276225"/>
                </a:lnTo>
                <a:close/>
                <a:moveTo>
                  <a:pt x="19050" y="266700"/>
                </a:moveTo>
                <a:lnTo>
                  <a:pt x="28575" y="266700"/>
                </a:lnTo>
                <a:lnTo>
                  <a:pt x="28575" y="276225"/>
                </a:lnTo>
                <a:lnTo>
                  <a:pt x="19050" y="276225"/>
                </a:lnTo>
                <a:close/>
                <a:moveTo>
                  <a:pt x="1409700" y="266700"/>
                </a:moveTo>
                <a:lnTo>
                  <a:pt x="1419225" y="266700"/>
                </a:lnTo>
                <a:lnTo>
                  <a:pt x="1419225" y="276225"/>
                </a:lnTo>
                <a:lnTo>
                  <a:pt x="1409700" y="276225"/>
                </a:lnTo>
                <a:close/>
                <a:moveTo>
                  <a:pt x="28575" y="276225"/>
                </a:moveTo>
                <a:lnTo>
                  <a:pt x="38100" y="276225"/>
                </a:lnTo>
                <a:lnTo>
                  <a:pt x="38100" y="285750"/>
                </a:lnTo>
                <a:lnTo>
                  <a:pt x="28575" y="285750"/>
                </a:lnTo>
                <a:close/>
                <a:moveTo>
                  <a:pt x="38100" y="285750"/>
                </a:moveTo>
                <a:lnTo>
                  <a:pt x="57150" y="285750"/>
                </a:lnTo>
                <a:lnTo>
                  <a:pt x="57150" y="304800"/>
                </a:lnTo>
                <a:lnTo>
                  <a:pt x="76200" y="304800"/>
                </a:lnTo>
                <a:lnTo>
                  <a:pt x="76200" y="314325"/>
                </a:lnTo>
                <a:lnTo>
                  <a:pt x="85725" y="314325"/>
                </a:lnTo>
                <a:lnTo>
                  <a:pt x="85725" y="323850"/>
                </a:lnTo>
                <a:lnTo>
                  <a:pt x="95250" y="323850"/>
                </a:lnTo>
                <a:lnTo>
                  <a:pt x="95250" y="333375"/>
                </a:lnTo>
                <a:lnTo>
                  <a:pt x="47625" y="333375"/>
                </a:lnTo>
                <a:lnTo>
                  <a:pt x="47625" y="314325"/>
                </a:lnTo>
                <a:lnTo>
                  <a:pt x="38100" y="314325"/>
                </a:lnTo>
                <a:close/>
                <a:moveTo>
                  <a:pt x="342900" y="285750"/>
                </a:moveTo>
                <a:lnTo>
                  <a:pt x="352425" y="285750"/>
                </a:lnTo>
                <a:lnTo>
                  <a:pt x="352425" y="304800"/>
                </a:lnTo>
                <a:lnTo>
                  <a:pt x="342900" y="304800"/>
                </a:lnTo>
                <a:close/>
                <a:moveTo>
                  <a:pt x="466725" y="285750"/>
                </a:moveTo>
                <a:lnTo>
                  <a:pt x="476250" y="285750"/>
                </a:lnTo>
                <a:lnTo>
                  <a:pt x="476250" y="266700"/>
                </a:lnTo>
                <a:lnTo>
                  <a:pt x="466725" y="266700"/>
                </a:lnTo>
                <a:close/>
                <a:moveTo>
                  <a:pt x="1762125" y="285750"/>
                </a:moveTo>
                <a:lnTo>
                  <a:pt x="1781175" y="285750"/>
                </a:lnTo>
                <a:lnTo>
                  <a:pt x="1781175" y="304800"/>
                </a:lnTo>
                <a:lnTo>
                  <a:pt x="1790700" y="304800"/>
                </a:lnTo>
                <a:lnTo>
                  <a:pt x="1790700" y="314325"/>
                </a:lnTo>
                <a:lnTo>
                  <a:pt x="1771650" y="314325"/>
                </a:lnTo>
                <a:lnTo>
                  <a:pt x="1771650" y="295275"/>
                </a:lnTo>
                <a:lnTo>
                  <a:pt x="1762125" y="295275"/>
                </a:lnTo>
                <a:close/>
                <a:moveTo>
                  <a:pt x="1990725" y="295275"/>
                </a:moveTo>
                <a:lnTo>
                  <a:pt x="2019300" y="295275"/>
                </a:lnTo>
                <a:lnTo>
                  <a:pt x="2019300" y="304800"/>
                </a:lnTo>
                <a:lnTo>
                  <a:pt x="2028825" y="304800"/>
                </a:lnTo>
                <a:lnTo>
                  <a:pt x="2028825" y="314325"/>
                </a:lnTo>
                <a:lnTo>
                  <a:pt x="2047875" y="314325"/>
                </a:lnTo>
                <a:lnTo>
                  <a:pt x="2047875" y="323850"/>
                </a:lnTo>
                <a:lnTo>
                  <a:pt x="2019300" y="323850"/>
                </a:lnTo>
                <a:lnTo>
                  <a:pt x="2019300" y="314325"/>
                </a:lnTo>
                <a:lnTo>
                  <a:pt x="2009775" y="314325"/>
                </a:lnTo>
                <a:lnTo>
                  <a:pt x="2009775" y="304800"/>
                </a:lnTo>
                <a:lnTo>
                  <a:pt x="1990725" y="304800"/>
                </a:lnTo>
                <a:close/>
                <a:moveTo>
                  <a:pt x="1790700" y="314325"/>
                </a:moveTo>
                <a:lnTo>
                  <a:pt x="1819275" y="314325"/>
                </a:lnTo>
                <a:lnTo>
                  <a:pt x="1819275" y="323850"/>
                </a:lnTo>
                <a:lnTo>
                  <a:pt x="1866900" y="323850"/>
                </a:lnTo>
                <a:lnTo>
                  <a:pt x="1866900" y="342900"/>
                </a:lnTo>
                <a:lnTo>
                  <a:pt x="1895475" y="342900"/>
                </a:lnTo>
                <a:lnTo>
                  <a:pt x="1895475" y="333375"/>
                </a:lnTo>
                <a:lnTo>
                  <a:pt x="1905000" y="333375"/>
                </a:lnTo>
                <a:lnTo>
                  <a:pt x="1905000" y="323850"/>
                </a:lnTo>
                <a:lnTo>
                  <a:pt x="1924050" y="323850"/>
                </a:lnTo>
                <a:lnTo>
                  <a:pt x="1924050" y="333375"/>
                </a:lnTo>
                <a:lnTo>
                  <a:pt x="1933575" y="333375"/>
                </a:lnTo>
                <a:lnTo>
                  <a:pt x="1933575" y="342900"/>
                </a:lnTo>
                <a:lnTo>
                  <a:pt x="1895475" y="342900"/>
                </a:lnTo>
                <a:lnTo>
                  <a:pt x="1895475" y="352425"/>
                </a:lnTo>
                <a:lnTo>
                  <a:pt x="1876425" y="352425"/>
                </a:lnTo>
                <a:lnTo>
                  <a:pt x="1876425" y="371475"/>
                </a:lnTo>
                <a:lnTo>
                  <a:pt x="1885950" y="371475"/>
                </a:lnTo>
                <a:lnTo>
                  <a:pt x="1885950" y="381000"/>
                </a:lnTo>
                <a:lnTo>
                  <a:pt x="1895475" y="381000"/>
                </a:lnTo>
                <a:lnTo>
                  <a:pt x="1895475" y="390525"/>
                </a:lnTo>
                <a:lnTo>
                  <a:pt x="1885950" y="390525"/>
                </a:lnTo>
                <a:lnTo>
                  <a:pt x="1885950" y="400050"/>
                </a:lnTo>
                <a:lnTo>
                  <a:pt x="1876425" y="400050"/>
                </a:lnTo>
                <a:lnTo>
                  <a:pt x="1876425" y="390525"/>
                </a:lnTo>
                <a:lnTo>
                  <a:pt x="1866900" y="390525"/>
                </a:lnTo>
                <a:lnTo>
                  <a:pt x="1866900" y="381000"/>
                </a:lnTo>
                <a:lnTo>
                  <a:pt x="1857375" y="381000"/>
                </a:lnTo>
                <a:lnTo>
                  <a:pt x="1857375" y="361950"/>
                </a:lnTo>
                <a:lnTo>
                  <a:pt x="1828800" y="361950"/>
                </a:lnTo>
                <a:lnTo>
                  <a:pt x="1828800" y="352425"/>
                </a:lnTo>
                <a:lnTo>
                  <a:pt x="1809750" y="352425"/>
                </a:lnTo>
                <a:lnTo>
                  <a:pt x="1809750" y="342900"/>
                </a:lnTo>
                <a:lnTo>
                  <a:pt x="1800225" y="342900"/>
                </a:lnTo>
                <a:lnTo>
                  <a:pt x="1800225" y="323850"/>
                </a:lnTo>
                <a:lnTo>
                  <a:pt x="1790700" y="323850"/>
                </a:lnTo>
                <a:close/>
                <a:moveTo>
                  <a:pt x="409575" y="323850"/>
                </a:moveTo>
                <a:lnTo>
                  <a:pt x="419100" y="323850"/>
                </a:lnTo>
                <a:lnTo>
                  <a:pt x="419100" y="304800"/>
                </a:lnTo>
                <a:lnTo>
                  <a:pt x="390525" y="304800"/>
                </a:lnTo>
                <a:lnTo>
                  <a:pt x="390525" y="333375"/>
                </a:lnTo>
                <a:lnTo>
                  <a:pt x="409575" y="333375"/>
                </a:lnTo>
                <a:close/>
                <a:moveTo>
                  <a:pt x="2057400" y="323850"/>
                </a:moveTo>
                <a:lnTo>
                  <a:pt x="2085975" y="323850"/>
                </a:lnTo>
                <a:lnTo>
                  <a:pt x="2085975" y="333375"/>
                </a:lnTo>
                <a:lnTo>
                  <a:pt x="2057400" y="333375"/>
                </a:lnTo>
                <a:close/>
                <a:moveTo>
                  <a:pt x="95250" y="333375"/>
                </a:moveTo>
                <a:lnTo>
                  <a:pt x="114300" y="333375"/>
                </a:lnTo>
                <a:lnTo>
                  <a:pt x="114300" y="342900"/>
                </a:lnTo>
                <a:lnTo>
                  <a:pt x="95250" y="342900"/>
                </a:lnTo>
                <a:close/>
                <a:moveTo>
                  <a:pt x="114300" y="342900"/>
                </a:moveTo>
                <a:lnTo>
                  <a:pt x="133350" y="342900"/>
                </a:lnTo>
                <a:lnTo>
                  <a:pt x="133350" y="352425"/>
                </a:lnTo>
                <a:lnTo>
                  <a:pt x="114300" y="352425"/>
                </a:lnTo>
                <a:close/>
                <a:moveTo>
                  <a:pt x="142875" y="342900"/>
                </a:moveTo>
                <a:lnTo>
                  <a:pt x="152400" y="342900"/>
                </a:lnTo>
                <a:lnTo>
                  <a:pt x="152400" y="352425"/>
                </a:lnTo>
                <a:lnTo>
                  <a:pt x="171450" y="352425"/>
                </a:lnTo>
                <a:lnTo>
                  <a:pt x="171450" y="361950"/>
                </a:lnTo>
                <a:lnTo>
                  <a:pt x="190500" y="361950"/>
                </a:lnTo>
                <a:lnTo>
                  <a:pt x="190500" y="371475"/>
                </a:lnTo>
                <a:lnTo>
                  <a:pt x="161925" y="371475"/>
                </a:lnTo>
                <a:lnTo>
                  <a:pt x="161925" y="361950"/>
                </a:lnTo>
                <a:lnTo>
                  <a:pt x="133350" y="361950"/>
                </a:lnTo>
                <a:lnTo>
                  <a:pt x="133350" y="352425"/>
                </a:lnTo>
                <a:lnTo>
                  <a:pt x="142875" y="352425"/>
                </a:lnTo>
                <a:close/>
                <a:moveTo>
                  <a:pt x="1552575" y="381000"/>
                </a:moveTo>
                <a:lnTo>
                  <a:pt x="1562100" y="381000"/>
                </a:lnTo>
                <a:lnTo>
                  <a:pt x="1562100" y="371475"/>
                </a:lnTo>
                <a:lnTo>
                  <a:pt x="1552575" y="371475"/>
                </a:lnTo>
                <a:close/>
                <a:moveTo>
                  <a:pt x="1428750" y="400050"/>
                </a:moveTo>
                <a:lnTo>
                  <a:pt x="1438275" y="400050"/>
                </a:lnTo>
                <a:lnTo>
                  <a:pt x="1438275" y="409575"/>
                </a:lnTo>
                <a:lnTo>
                  <a:pt x="1428750" y="409575"/>
                </a:lnTo>
                <a:close/>
                <a:moveTo>
                  <a:pt x="1619250" y="400050"/>
                </a:moveTo>
                <a:lnTo>
                  <a:pt x="1628775" y="400050"/>
                </a:lnTo>
                <a:lnTo>
                  <a:pt x="1628775" y="409575"/>
                </a:lnTo>
                <a:lnTo>
                  <a:pt x="1619250" y="409575"/>
                </a:lnTo>
                <a:close/>
                <a:moveTo>
                  <a:pt x="1409700" y="409575"/>
                </a:moveTo>
                <a:lnTo>
                  <a:pt x="1419225" y="409575"/>
                </a:lnTo>
                <a:lnTo>
                  <a:pt x="1419225" y="419100"/>
                </a:lnTo>
                <a:lnTo>
                  <a:pt x="1409700" y="419100"/>
                </a:lnTo>
                <a:close/>
                <a:moveTo>
                  <a:pt x="1390650" y="419100"/>
                </a:moveTo>
                <a:lnTo>
                  <a:pt x="1409700" y="419100"/>
                </a:lnTo>
                <a:lnTo>
                  <a:pt x="1409700" y="428625"/>
                </a:lnTo>
                <a:lnTo>
                  <a:pt x="1400175" y="428625"/>
                </a:lnTo>
                <a:lnTo>
                  <a:pt x="1400175" y="447675"/>
                </a:lnTo>
                <a:lnTo>
                  <a:pt x="1390650" y="447675"/>
                </a:lnTo>
                <a:close/>
                <a:moveTo>
                  <a:pt x="323850" y="466725"/>
                </a:moveTo>
                <a:lnTo>
                  <a:pt x="333375" y="466725"/>
                </a:lnTo>
                <a:lnTo>
                  <a:pt x="333375" y="476250"/>
                </a:lnTo>
                <a:lnTo>
                  <a:pt x="342900" y="476250"/>
                </a:lnTo>
                <a:lnTo>
                  <a:pt x="342900" y="485775"/>
                </a:lnTo>
                <a:lnTo>
                  <a:pt x="323850" y="485775"/>
                </a:lnTo>
                <a:close/>
                <a:moveTo>
                  <a:pt x="390525" y="466725"/>
                </a:moveTo>
                <a:lnTo>
                  <a:pt x="400050" y="466725"/>
                </a:lnTo>
                <a:lnTo>
                  <a:pt x="400050" y="457200"/>
                </a:lnTo>
                <a:lnTo>
                  <a:pt x="390525" y="457200"/>
                </a:lnTo>
                <a:close/>
                <a:moveTo>
                  <a:pt x="304800" y="485775"/>
                </a:moveTo>
                <a:lnTo>
                  <a:pt x="323850" y="485775"/>
                </a:lnTo>
                <a:lnTo>
                  <a:pt x="323850" y="495300"/>
                </a:lnTo>
                <a:lnTo>
                  <a:pt x="304800" y="495300"/>
                </a:lnTo>
                <a:close/>
                <a:moveTo>
                  <a:pt x="161925" y="495300"/>
                </a:moveTo>
                <a:lnTo>
                  <a:pt x="180975" y="495300"/>
                </a:lnTo>
                <a:lnTo>
                  <a:pt x="180975" y="504825"/>
                </a:lnTo>
                <a:lnTo>
                  <a:pt x="161925" y="504825"/>
                </a:lnTo>
                <a:close/>
                <a:moveTo>
                  <a:pt x="1885950" y="514350"/>
                </a:moveTo>
                <a:lnTo>
                  <a:pt x="1895475" y="514350"/>
                </a:lnTo>
                <a:lnTo>
                  <a:pt x="1895475" y="523875"/>
                </a:lnTo>
                <a:lnTo>
                  <a:pt x="1885950" y="523875"/>
                </a:lnTo>
                <a:close/>
                <a:moveTo>
                  <a:pt x="228600" y="523875"/>
                </a:moveTo>
                <a:lnTo>
                  <a:pt x="266700" y="523875"/>
                </a:lnTo>
                <a:lnTo>
                  <a:pt x="266700" y="533400"/>
                </a:lnTo>
                <a:lnTo>
                  <a:pt x="342900" y="533400"/>
                </a:lnTo>
                <a:lnTo>
                  <a:pt x="342900" y="542925"/>
                </a:lnTo>
                <a:lnTo>
                  <a:pt x="352425" y="542925"/>
                </a:lnTo>
                <a:lnTo>
                  <a:pt x="352425" y="552450"/>
                </a:lnTo>
                <a:lnTo>
                  <a:pt x="361950" y="552450"/>
                </a:lnTo>
                <a:lnTo>
                  <a:pt x="361950" y="561975"/>
                </a:lnTo>
                <a:lnTo>
                  <a:pt x="381000" y="561975"/>
                </a:lnTo>
                <a:lnTo>
                  <a:pt x="381000" y="571500"/>
                </a:lnTo>
                <a:lnTo>
                  <a:pt x="361950" y="571500"/>
                </a:lnTo>
                <a:lnTo>
                  <a:pt x="361950" y="581025"/>
                </a:lnTo>
                <a:lnTo>
                  <a:pt x="352425" y="581025"/>
                </a:lnTo>
                <a:lnTo>
                  <a:pt x="352425" y="561975"/>
                </a:lnTo>
                <a:lnTo>
                  <a:pt x="333375" y="561975"/>
                </a:lnTo>
                <a:lnTo>
                  <a:pt x="333375" y="552450"/>
                </a:lnTo>
                <a:lnTo>
                  <a:pt x="323850" y="552450"/>
                </a:lnTo>
                <a:lnTo>
                  <a:pt x="323850" y="571500"/>
                </a:lnTo>
                <a:lnTo>
                  <a:pt x="314325" y="571500"/>
                </a:lnTo>
                <a:lnTo>
                  <a:pt x="314325" y="581025"/>
                </a:lnTo>
                <a:lnTo>
                  <a:pt x="304800" y="581025"/>
                </a:lnTo>
                <a:lnTo>
                  <a:pt x="304800" y="571500"/>
                </a:lnTo>
                <a:lnTo>
                  <a:pt x="295275" y="571500"/>
                </a:lnTo>
                <a:lnTo>
                  <a:pt x="295275" y="542925"/>
                </a:lnTo>
                <a:lnTo>
                  <a:pt x="276225" y="542925"/>
                </a:lnTo>
                <a:lnTo>
                  <a:pt x="276225" y="552450"/>
                </a:lnTo>
                <a:lnTo>
                  <a:pt x="257175" y="552450"/>
                </a:lnTo>
                <a:lnTo>
                  <a:pt x="257175" y="542925"/>
                </a:lnTo>
                <a:lnTo>
                  <a:pt x="238125" y="542925"/>
                </a:lnTo>
                <a:lnTo>
                  <a:pt x="238125" y="533400"/>
                </a:lnTo>
                <a:lnTo>
                  <a:pt x="228600" y="533400"/>
                </a:lnTo>
                <a:close/>
                <a:moveTo>
                  <a:pt x="1876425" y="523875"/>
                </a:moveTo>
                <a:lnTo>
                  <a:pt x="1885950" y="523875"/>
                </a:lnTo>
                <a:lnTo>
                  <a:pt x="1885950" y="533400"/>
                </a:lnTo>
                <a:lnTo>
                  <a:pt x="1876425" y="533400"/>
                </a:lnTo>
                <a:close/>
                <a:moveTo>
                  <a:pt x="1885950" y="533400"/>
                </a:moveTo>
                <a:lnTo>
                  <a:pt x="1895475" y="533400"/>
                </a:lnTo>
                <a:lnTo>
                  <a:pt x="1895475" y="542925"/>
                </a:lnTo>
                <a:lnTo>
                  <a:pt x="1905000" y="542925"/>
                </a:lnTo>
                <a:lnTo>
                  <a:pt x="1905000" y="552450"/>
                </a:lnTo>
                <a:lnTo>
                  <a:pt x="1943100" y="552450"/>
                </a:lnTo>
                <a:lnTo>
                  <a:pt x="1943100" y="561975"/>
                </a:lnTo>
                <a:lnTo>
                  <a:pt x="1971675" y="561975"/>
                </a:lnTo>
                <a:lnTo>
                  <a:pt x="1971675" y="552450"/>
                </a:lnTo>
                <a:lnTo>
                  <a:pt x="1990725" y="552450"/>
                </a:lnTo>
                <a:lnTo>
                  <a:pt x="1990725" y="561975"/>
                </a:lnTo>
                <a:lnTo>
                  <a:pt x="2009775" y="561975"/>
                </a:lnTo>
                <a:lnTo>
                  <a:pt x="2009775" y="581025"/>
                </a:lnTo>
                <a:lnTo>
                  <a:pt x="2019300" y="581025"/>
                </a:lnTo>
                <a:lnTo>
                  <a:pt x="2019300" y="590550"/>
                </a:lnTo>
                <a:lnTo>
                  <a:pt x="2028825" y="590550"/>
                </a:lnTo>
                <a:lnTo>
                  <a:pt x="2028825" y="581025"/>
                </a:lnTo>
                <a:lnTo>
                  <a:pt x="2047875" y="581025"/>
                </a:lnTo>
                <a:lnTo>
                  <a:pt x="2047875" y="590550"/>
                </a:lnTo>
                <a:lnTo>
                  <a:pt x="2057400" y="590550"/>
                </a:lnTo>
                <a:lnTo>
                  <a:pt x="2057400" y="600075"/>
                </a:lnTo>
                <a:lnTo>
                  <a:pt x="2085975" y="600075"/>
                </a:lnTo>
                <a:lnTo>
                  <a:pt x="2085975" y="733425"/>
                </a:lnTo>
                <a:lnTo>
                  <a:pt x="2076450" y="733425"/>
                </a:lnTo>
                <a:lnTo>
                  <a:pt x="2076450" y="695325"/>
                </a:lnTo>
                <a:lnTo>
                  <a:pt x="2057400" y="695325"/>
                </a:lnTo>
                <a:lnTo>
                  <a:pt x="2057400" y="704850"/>
                </a:lnTo>
                <a:lnTo>
                  <a:pt x="2028825" y="704850"/>
                </a:lnTo>
                <a:lnTo>
                  <a:pt x="2028825" y="695325"/>
                </a:lnTo>
                <a:lnTo>
                  <a:pt x="2019300" y="695325"/>
                </a:lnTo>
                <a:lnTo>
                  <a:pt x="2019300" y="714375"/>
                </a:lnTo>
                <a:lnTo>
                  <a:pt x="2028825" y="714375"/>
                </a:lnTo>
                <a:lnTo>
                  <a:pt x="2028825" y="723900"/>
                </a:lnTo>
                <a:lnTo>
                  <a:pt x="2038350" y="723900"/>
                </a:lnTo>
                <a:lnTo>
                  <a:pt x="2038350" y="733425"/>
                </a:lnTo>
                <a:lnTo>
                  <a:pt x="2047875" y="733425"/>
                </a:lnTo>
                <a:lnTo>
                  <a:pt x="2047875" y="762000"/>
                </a:lnTo>
                <a:lnTo>
                  <a:pt x="2019300" y="762000"/>
                </a:lnTo>
                <a:lnTo>
                  <a:pt x="2019300" y="752475"/>
                </a:lnTo>
                <a:lnTo>
                  <a:pt x="2028825" y="752475"/>
                </a:lnTo>
                <a:lnTo>
                  <a:pt x="2028825" y="742950"/>
                </a:lnTo>
                <a:lnTo>
                  <a:pt x="2019300" y="742950"/>
                </a:lnTo>
                <a:lnTo>
                  <a:pt x="2019300" y="733425"/>
                </a:lnTo>
                <a:lnTo>
                  <a:pt x="2009775" y="733425"/>
                </a:lnTo>
                <a:lnTo>
                  <a:pt x="2009775" y="742950"/>
                </a:lnTo>
                <a:lnTo>
                  <a:pt x="1990725" y="742950"/>
                </a:lnTo>
                <a:lnTo>
                  <a:pt x="1990725" y="733425"/>
                </a:lnTo>
                <a:lnTo>
                  <a:pt x="2000250" y="733425"/>
                </a:lnTo>
                <a:lnTo>
                  <a:pt x="2000250" y="723900"/>
                </a:lnTo>
                <a:lnTo>
                  <a:pt x="1981200" y="723900"/>
                </a:lnTo>
                <a:lnTo>
                  <a:pt x="1981200" y="714375"/>
                </a:lnTo>
                <a:lnTo>
                  <a:pt x="1971675" y="714375"/>
                </a:lnTo>
                <a:lnTo>
                  <a:pt x="1971675" y="695325"/>
                </a:lnTo>
                <a:lnTo>
                  <a:pt x="1962150" y="695325"/>
                </a:lnTo>
                <a:lnTo>
                  <a:pt x="1962150" y="714375"/>
                </a:lnTo>
                <a:lnTo>
                  <a:pt x="1924050" y="714375"/>
                </a:lnTo>
                <a:lnTo>
                  <a:pt x="1924050" y="723900"/>
                </a:lnTo>
                <a:lnTo>
                  <a:pt x="1914525" y="723900"/>
                </a:lnTo>
                <a:lnTo>
                  <a:pt x="1914525" y="714375"/>
                </a:lnTo>
                <a:lnTo>
                  <a:pt x="1885950" y="714375"/>
                </a:lnTo>
                <a:lnTo>
                  <a:pt x="1885950" y="695325"/>
                </a:lnTo>
                <a:lnTo>
                  <a:pt x="1876425" y="695325"/>
                </a:lnTo>
                <a:lnTo>
                  <a:pt x="1876425" y="714375"/>
                </a:lnTo>
                <a:lnTo>
                  <a:pt x="1857375" y="714375"/>
                </a:lnTo>
                <a:lnTo>
                  <a:pt x="1857375" y="704850"/>
                </a:lnTo>
                <a:lnTo>
                  <a:pt x="1847850" y="704850"/>
                </a:lnTo>
                <a:lnTo>
                  <a:pt x="1847850" y="714375"/>
                </a:lnTo>
                <a:lnTo>
                  <a:pt x="1828800" y="714375"/>
                </a:lnTo>
                <a:lnTo>
                  <a:pt x="1828800" y="723900"/>
                </a:lnTo>
                <a:lnTo>
                  <a:pt x="1800225" y="723900"/>
                </a:lnTo>
                <a:lnTo>
                  <a:pt x="1800225" y="714375"/>
                </a:lnTo>
                <a:lnTo>
                  <a:pt x="1790700" y="714375"/>
                </a:lnTo>
                <a:lnTo>
                  <a:pt x="1790700" y="695325"/>
                </a:lnTo>
                <a:lnTo>
                  <a:pt x="1809750" y="695325"/>
                </a:lnTo>
                <a:lnTo>
                  <a:pt x="1809750" y="676275"/>
                </a:lnTo>
                <a:lnTo>
                  <a:pt x="1781175" y="676275"/>
                </a:lnTo>
                <a:lnTo>
                  <a:pt x="1781175" y="704850"/>
                </a:lnTo>
                <a:lnTo>
                  <a:pt x="1771650" y="704850"/>
                </a:lnTo>
                <a:lnTo>
                  <a:pt x="1771650" y="666750"/>
                </a:lnTo>
                <a:lnTo>
                  <a:pt x="1762125" y="666750"/>
                </a:lnTo>
                <a:lnTo>
                  <a:pt x="1762125" y="657225"/>
                </a:lnTo>
                <a:lnTo>
                  <a:pt x="1752600" y="657225"/>
                </a:lnTo>
                <a:lnTo>
                  <a:pt x="1752600" y="628650"/>
                </a:lnTo>
                <a:lnTo>
                  <a:pt x="1743075" y="628650"/>
                </a:lnTo>
                <a:lnTo>
                  <a:pt x="1743075" y="619125"/>
                </a:lnTo>
                <a:lnTo>
                  <a:pt x="1733550" y="619125"/>
                </a:lnTo>
                <a:lnTo>
                  <a:pt x="1733550" y="609600"/>
                </a:lnTo>
                <a:lnTo>
                  <a:pt x="1724025" y="609600"/>
                </a:lnTo>
                <a:lnTo>
                  <a:pt x="1724025" y="600075"/>
                </a:lnTo>
                <a:lnTo>
                  <a:pt x="1714500" y="600075"/>
                </a:lnTo>
                <a:lnTo>
                  <a:pt x="1714500" y="581025"/>
                </a:lnTo>
                <a:lnTo>
                  <a:pt x="1704975" y="581025"/>
                </a:lnTo>
                <a:lnTo>
                  <a:pt x="1704975" y="561975"/>
                </a:lnTo>
                <a:lnTo>
                  <a:pt x="1695450" y="561975"/>
                </a:lnTo>
                <a:lnTo>
                  <a:pt x="1695450" y="552450"/>
                </a:lnTo>
                <a:lnTo>
                  <a:pt x="1704975" y="552450"/>
                </a:lnTo>
                <a:lnTo>
                  <a:pt x="1704975" y="561975"/>
                </a:lnTo>
                <a:lnTo>
                  <a:pt x="1724025" y="561975"/>
                </a:lnTo>
                <a:lnTo>
                  <a:pt x="1724025" y="571500"/>
                </a:lnTo>
                <a:lnTo>
                  <a:pt x="1743075" y="571500"/>
                </a:lnTo>
                <a:lnTo>
                  <a:pt x="1743075" y="581025"/>
                </a:lnTo>
                <a:lnTo>
                  <a:pt x="1752600" y="581025"/>
                </a:lnTo>
                <a:lnTo>
                  <a:pt x="1752600" y="609600"/>
                </a:lnTo>
                <a:lnTo>
                  <a:pt x="1762125" y="609600"/>
                </a:lnTo>
                <a:lnTo>
                  <a:pt x="1762125" y="581025"/>
                </a:lnTo>
                <a:lnTo>
                  <a:pt x="1771650" y="581025"/>
                </a:lnTo>
                <a:lnTo>
                  <a:pt x="1771650" y="600075"/>
                </a:lnTo>
                <a:lnTo>
                  <a:pt x="1781175" y="600075"/>
                </a:lnTo>
                <a:lnTo>
                  <a:pt x="1781175" y="590550"/>
                </a:lnTo>
                <a:lnTo>
                  <a:pt x="1800225" y="590550"/>
                </a:lnTo>
                <a:lnTo>
                  <a:pt x="1800225" y="571500"/>
                </a:lnTo>
                <a:lnTo>
                  <a:pt x="1809750" y="571500"/>
                </a:lnTo>
                <a:lnTo>
                  <a:pt x="1809750" y="590550"/>
                </a:lnTo>
                <a:lnTo>
                  <a:pt x="1819275" y="590550"/>
                </a:lnTo>
                <a:lnTo>
                  <a:pt x="1819275" y="571500"/>
                </a:lnTo>
                <a:lnTo>
                  <a:pt x="1885950" y="571500"/>
                </a:lnTo>
                <a:close/>
                <a:moveTo>
                  <a:pt x="28575" y="542925"/>
                </a:moveTo>
                <a:lnTo>
                  <a:pt x="38100" y="542925"/>
                </a:lnTo>
                <a:lnTo>
                  <a:pt x="38100" y="552450"/>
                </a:lnTo>
                <a:lnTo>
                  <a:pt x="104775" y="552450"/>
                </a:lnTo>
                <a:lnTo>
                  <a:pt x="104775" y="561975"/>
                </a:lnTo>
                <a:lnTo>
                  <a:pt x="114300" y="561975"/>
                </a:lnTo>
                <a:lnTo>
                  <a:pt x="114300" y="571500"/>
                </a:lnTo>
                <a:lnTo>
                  <a:pt x="123825" y="571500"/>
                </a:lnTo>
                <a:lnTo>
                  <a:pt x="123825" y="600075"/>
                </a:lnTo>
                <a:lnTo>
                  <a:pt x="152400" y="600075"/>
                </a:lnTo>
                <a:lnTo>
                  <a:pt x="152400" y="609600"/>
                </a:lnTo>
                <a:lnTo>
                  <a:pt x="180975" y="609600"/>
                </a:lnTo>
                <a:lnTo>
                  <a:pt x="180975" y="600075"/>
                </a:lnTo>
                <a:lnTo>
                  <a:pt x="200025" y="600075"/>
                </a:lnTo>
                <a:lnTo>
                  <a:pt x="200025" y="590550"/>
                </a:lnTo>
                <a:lnTo>
                  <a:pt x="219075" y="590550"/>
                </a:lnTo>
                <a:lnTo>
                  <a:pt x="219075" y="600075"/>
                </a:lnTo>
                <a:lnTo>
                  <a:pt x="228600" y="600075"/>
                </a:lnTo>
                <a:lnTo>
                  <a:pt x="228600" y="609600"/>
                </a:lnTo>
                <a:lnTo>
                  <a:pt x="238125" y="609600"/>
                </a:lnTo>
                <a:lnTo>
                  <a:pt x="238125" y="619125"/>
                </a:lnTo>
                <a:lnTo>
                  <a:pt x="247650" y="619125"/>
                </a:lnTo>
                <a:lnTo>
                  <a:pt x="247650" y="628650"/>
                </a:lnTo>
                <a:lnTo>
                  <a:pt x="257175" y="628650"/>
                </a:lnTo>
                <a:lnTo>
                  <a:pt x="257175" y="638175"/>
                </a:lnTo>
                <a:lnTo>
                  <a:pt x="266700" y="638175"/>
                </a:lnTo>
                <a:lnTo>
                  <a:pt x="266700" y="647700"/>
                </a:lnTo>
                <a:lnTo>
                  <a:pt x="276225" y="647700"/>
                </a:lnTo>
                <a:lnTo>
                  <a:pt x="276225" y="657225"/>
                </a:lnTo>
                <a:lnTo>
                  <a:pt x="295275" y="657225"/>
                </a:lnTo>
                <a:lnTo>
                  <a:pt x="295275" y="666750"/>
                </a:lnTo>
                <a:lnTo>
                  <a:pt x="285750" y="666750"/>
                </a:lnTo>
                <a:lnTo>
                  <a:pt x="285750" y="676275"/>
                </a:lnTo>
                <a:lnTo>
                  <a:pt x="266700" y="676275"/>
                </a:lnTo>
                <a:lnTo>
                  <a:pt x="266700" y="685800"/>
                </a:lnTo>
                <a:lnTo>
                  <a:pt x="228600" y="685800"/>
                </a:lnTo>
                <a:lnTo>
                  <a:pt x="228600" y="704850"/>
                </a:lnTo>
                <a:lnTo>
                  <a:pt x="219075" y="704850"/>
                </a:lnTo>
                <a:lnTo>
                  <a:pt x="219075" y="714375"/>
                </a:lnTo>
                <a:lnTo>
                  <a:pt x="209550" y="714375"/>
                </a:lnTo>
                <a:lnTo>
                  <a:pt x="209550" y="723900"/>
                </a:lnTo>
                <a:lnTo>
                  <a:pt x="200025" y="723900"/>
                </a:lnTo>
                <a:lnTo>
                  <a:pt x="200025" y="733425"/>
                </a:lnTo>
                <a:lnTo>
                  <a:pt x="190500" y="733425"/>
                </a:lnTo>
                <a:lnTo>
                  <a:pt x="190500" y="742950"/>
                </a:lnTo>
                <a:lnTo>
                  <a:pt x="180975" y="742950"/>
                </a:lnTo>
                <a:lnTo>
                  <a:pt x="180975" y="752475"/>
                </a:lnTo>
                <a:lnTo>
                  <a:pt x="152400" y="752475"/>
                </a:lnTo>
                <a:lnTo>
                  <a:pt x="152400" y="762000"/>
                </a:lnTo>
                <a:lnTo>
                  <a:pt x="133350" y="762000"/>
                </a:lnTo>
                <a:lnTo>
                  <a:pt x="133350" y="752475"/>
                </a:lnTo>
                <a:lnTo>
                  <a:pt x="114300" y="752475"/>
                </a:lnTo>
                <a:lnTo>
                  <a:pt x="114300" y="742950"/>
                </a:lnTo>
                <a:lnTo>
                  <a:pt x="104775" y="742950"/>
                </a:lnTo>
                <a:lnTo>
                  <a:pt x="104775" y="733425"/>
                </a:lnTo>
                <a:lnTo>
                  <a:pt x="95250" y="733425"/>
                </a:lnTo>
                <a:lnTo>
                  <a:pt x="95250" y="714375"/>
                </a:lnTo>
                <a:lnTo>
                  <a:pt x="47625" y="714375"/>
                </a:lnTo>
                <a:lnTo>
                  <a:pt x="47625" y="695325"/>
                </a:lnTo>
                <a:lnTo>
                  <a:pt x="38100" y="695325"/>
                </a:lnTo>
                <a:lnTo>
                  <a:pt x="38100" y="685800"/>
                </a:lnTo>
                <a:lnTo>
                  <a:pt x="9525" y="685800"/>
                </a:lnTo>
                <a:lnTo>
                  <a:pt x="9525" y="676275"/>
                </a:lnTo>
                <a:lnTo>
                  <a:pt x="19050" y="676275"/>
                </a:lnTo>
                <a:lnTo>
                  <a:pt x="19050" y="666750"/>
                </a:lnTo>
                <a:lnTo>
                  <a:pt x="28575" y="666750"/>
                </a:lnTo>
                <a:lnTo>
                  <a:pt x="28575" y="657225"/>
                </a:lnTo>
                <a:lnTo>
                  <a:pt x="9525" y="657225"/>
                </a:lnTo>
                <a:lnTo>
                  <a:pt x="9525" y="666750"/>
                </a:lnTo>
                <a:lnTo>
                  <a:pt x="0" y="666750"/>
                </a:lnTo>
                <a:lnTo>
                  <a:pt x="0" y="581025"/>
                </a:lnTo>
                <a:lnTo>
                  <a:pt x="9525" y="581025"/>
                </a:lnTo>
                <a:lnTo>
                  <a:pt x="9525" y="590550"/>
                </a:lnTo>
                <a:lnTo>
                  <a:pt x="19050" y="590550"/>
                </a:lnTo>
                <a:lnTo>
                  <a:pt x="19050" y="600075"/>
                </a:lnTo>
                <a:lnTo>
                  <a:pt x="47625" y="600075"/>
                </a:lnTo>
                <a:lnTo>
                  <a:pt x="47625" y="590550"/>
                </a:lnTo>
                <a:lnTo>
                  <a:pt x="28575" y="590550"/>
                </a:lnTo>
                <a:lnTo>
                  <a:pt x="28575" y="581025"/>
                </a:lnTo>
                <a:lnTo>
                  <a:pt x="19050" y="581025"/>
                </a:lnTo>
                <a:lnTo>
                  <a:pt x="19050" y="561975"/>
                </a:lnTo>
                <a:lnTo>
                  <a:pt x="9525" y="561975"/>
                </a:lnTo>
                <a:lnTo>
                  <a:pt x="9525" y="552450"/>
                </a:lnTo>
                <a:lnTo>
                  <a:pt x="28575" y="552450"/>
                </a:lnTo>
                <a:close/>
                <a:moveTo>
                  <a:pt x="1552575" y="542925"/>
                </a:moveTo>
                <a:lnTo>
                  <a:pt x="1571625" y="542925"/>
                </a:lnTo>
                <a:lnTo>
                  <a:pt x="1571625" y="552450"/>
                </a:lnTo>
                <a:lnTo>
                  <a:pt x="1552575" y="552450"/>
                </a:lnTo>
                <a:close/>
                <a:moveTo>
                  <a:pt x="1495425" y="552450"/>
                </a:moveTo>
                <a:lnTo>
                  <a:pt x="1504950" y="552450"/>
                </a:lnTo>
                <a:lnTo>
                  <a:pt x="1504950" y="561975"/>
                </a:lnTo>
                <a:lnTo>
                  <a:pt x="1495425" y="561975"/>
                </a:lnTo>
                <a:close/>
                <a:moveTo>
                  <a:pt x="1657350" y="552450"/>
                </a:moveTo>
                <a:lnTo>
                  <a:pt x="1666875" y="552450"/>
                </a:lnTo>
                <a:lnTo>
                  <a:pt x="1666875" y="561975"/>
                </a:lnTo>
                <a:lnTo>
                  <a:pt x="1676400" y="561975"/>
                </a:lnTo>
                <a:lnTo>
                  <a:pt x="1676400" y="552450"/>
                </a:lnTo>
                <a:lnTo>
                  <a:pt x="1685925" y="552450"/>
                </a:lnTo>
                <a:lnTo>
                  <a:pt x="1685925" y="561975"/>
                </a:lnTo>
                <a:lnTo>
                  <a:pt x="1695450" y="561975"/>
                </a:lnTo>
                <a:lnTo>
                  <a:pt x="1695450" y="581025"/>
                </a:lnTo>
                <a:lnTo>
                  <a:pt x="1619250" y="581025"/>
                </a:lnTo>
                <a:lnTo>
                  <a:pt x="1619250" y="600075"/>
                </a:lnTo>
                <a:lnTo>
                  <a:pt x="1609725" y="600075"/>
                </a:lnTo>
                <a:lnTo>
                  <a:pt x="1609725" y="609600"/>
                </a:lnTo>
                <a:lnTo>
                  <a:pt x="1600200" y="609600"/>
                </a:lnTo>
                <a:lnTo>
                  <a:pt x="1600200" y="619125"/>
                </a:lnTo>
                <a:lnTo>
                  <a:pt x="1590675" y="619125"/>
                </a:lnTo>
                <a:lnTo>
                  <a:pt x="1590675" y="628650"/>
                </a:lnTo>
                <a:lnTo>
                  <a:pt x="1581150" y="628650"/>
                </a:lnTo>
                <a:lnTo>
                  <a:pt x="1581150" y="638175"/>
                </a:lnTo>
                <a:lnTo>
                  <a:pt x="1533525" y="638175"/>
                </a:lnTo>
                <a:lnTo>
                  <a:pt x="1533525" y="619125"/>
                </a:lnTo>
                <a:lnTo>
                  <a:pt x="1543050" y="619125"/>
                </a:lnTo>
                <a:lnTo>
                  <a:pt x="1543050" y="609600"/>
                </a:lnTo>
                <a:lnTo>
                  <a:pt x="1552575" y="609600"/>
                </a:lnTo>
                <a:lnTo>
                  <a:pt x="1552575" y="600075"/>
                </a:lnTo>
                <a:lnTo>
                  <a:pt x="1562100" y="600075"/>
                </a:lnTo>
                <a:lnTo>
                  <a:pt x="1562100" y="581025"/>
                </a:lnTo>
                <a:lnTo>
                  <a:pt x="1581150" y="581025"/>
                </a:lnTo>
                <a:lnTo>
                  <a:pt x="1581150" y="571500"/>
                </a:lnTo>
                <a:lnTo>
                  <a:pt x="1600200" y="571500"/>
                </a:lnTo>
                <a:lnTo>
                  <a:pt x="1600200" y="561975"/>
                </a:lnTo>
                <a:lnTo>
                  <a:pt x="1657350" y="561975"/>
                </a:lnTo>
                <a:close/>
                <a:moveTo>
                  <a:pt x="1466850" y="561975"/>
                </a:moveTo>
                <a:lnTo>
                  <a:pt x="1495425" y="561975"/>
                </a:lnTo>
                <a:lnTo>
                  <a:pt x="1495425" y="571500"/>
                </a:lnTo>
                <a:lnTo>
                  <a:pt x="1485900" y="571500"/>
                </a:lnTo>
                <a:lnTo>
                  <a:pt x="1485900" y="581025"/>
                </a:lnTo>
                <a:lnTo>
                  <a:pt x="1476375" y="581025"/>
                </a:lnTo>
                <a:lnTo>
                  <a:pt x="1476375" y="571500"/>
                </a:lnTo>
                <a:lnTo>
                  <a:pt x="1466850" y="571500"/>
                </a:lnTo>
                <a:close/>
                <a:moveTo>
                  <a:pt x="66675" y="571500"/>
                </a:moveTo>
                <a:lnTo>
                  <a:pt x="76200" y="571500"/>
                </a:lnTo>
                <a:lnTo>
                  <a:pt x="76200" y="581025"/>
                </a:lnTo>
                <a:lnTo>
                  <a:pt x="85725" y="581025"/>
                </a:lnTo>
                <a:lnTo>
                  <a:pt x="85725" y="561975"/>
                </a:lnTo>
                <a:lnTo>
                  <a:pt x="66675" y="561975"/>
                </a:lnTo>
                <a:close/>
                <a:moveTo>
                  <a:pt x="381000" y="571500"/>
                </a:moveTo>
                <a:lnTo>
                  <a:pt x="390525" y="571500"/>
                </a:lnTo>
                <a:lnTo>
                  <a:pt x="390525" y="590550"/>
                </a:lnTo>
                <a:lnTo>
                  <a:pt x="381000" y="590550"/>
                </a:lnTo>
                <a:close/>
                <a:moveTo>
                  <a:pt x="1838325" y="590550"/>
                </a:moveTo>
                <a:lnTo>
                  <a:pt x="1847850" y="590550"/>
                </a:lnTo>
                <a:lnTo>
                  <a:pt x="1847850" y="581025"/>
                </a:lnTo>
                <a:lnTo>
                  <a:pt x="1838325" y="581025"/>
                </a:lnTo>
                <a:close/>
                <a:moveTo>
                  <a:pt x="1905000" y="619125"/>
                </a:moveTo>
                <a:lnTo>
                  <a:pt x="1933575" y="619125"/>
                </a:lnTo>
                <a:lnTo>
                  <a:pt x="1933575" y="600075"/>
                </a:lnTo>
                <a:lnTo>
                  <a:pt x="1924050" y="600075"/>
                </a:lnTo>
                <a:lnTo>
                  <a:pt x="1924050" y="590550"/>
                </a:lnTo>
                <a:lnTo>
                  <a:pt x="1914525" y="590550"/>
                </a:lnTo>
                <a:lnTo>
                  <a:pt x="1914525" y="600075"/>
                </a:lnTo>
                <a:lnTo>
                  <a:pt x="1905000" y="600075"/>
                </a:lnTo>
                <a:close/>
                <a:moveTo>
                  <a:pt x="19050" y="638175"/>
                </a:moveTo>
                <a:lnTo>
                  <a:pt x="28575" y="638175"/>
                </a:lnTo>
                <a:lnTo>
                  <a:pt x="28575" y="628650"/>
                </a:lnTo>
                <a:lnTo>
                  <a:pt x="19050" y="628650"/>
                </a:lnTo>
                <a:close/>
                <a:moveTo>
                  <a:pt x="1790700" y="647700"/>
                </a:moveTo>
                <a:lnTo>
                  <a:pt x="1809750" y="647700"/>
                </a:lnTo>
                <a:lnTo>
                  <a:pt x="1809750" y="638175"/>
                </a:lnTo>
                <a:lnTo>
                  <a:pt x="1790700" y="638175"/>
                </a:lnTo>
                <a:close/>
                <a:moveTo>
                  <a:pt x="38100" y="657225"/>
                </a:moveTo>
                <a:lnTo>
                  <a:pt x="47625" y="657225"/>
                </a:lnTo>
                <a:lnTo>
                  <a:pt x="47625" y="647700"/>
                </a:lnTo>
                <a:lnTo>
                  <a:pt x="38100" y="647700"/>
                </a:lnTo>
                <a:close/>
                <a:moveTo>
                  <a:pt x="142875" y="666750"/>
                </a:moveTo>
                <a:lnTo>
                  <a:pt x="152400" y="666750"/>
                </a:lnTo>
                <a:lnTo>
                  <a:pt x="152400" y="676275"/>
                </a:lnTo>
                <a:lnTo>
                  <a:pt x="180975" y="676275"/>
                </a:lnTo>
                <a:lnTo>
                  <a:pt x="180975" y="666750"/>
                </a:lnTo>
                <a:lnTo>
                  <a:pt x="228600" y="666750"/>
                </a:lnTo>
                <a:lnTo>
                  <a:pt x="228600" y="676275"/>
                </a:lnTo>
                <a:lnTo>
                  <a:pt x="247650" y="676275"/>
                </a:lnTo>
                <a:lnTo>
                  <a:pt x="247650" y="657225"/>
                </a:lnTo>
                <a:lnTo>
                  <a:pt x="238125" y="657225"/>
                </a:lnTo>
                <a:lnTo>
                  <a:pt x="238125" y="647700"/>
                </a:lnTo>
                <a:lnTo>
                  <a:pt x="228600" y="647700"/>
                </a:lnTo>
                <a:lnTo>
                  <a:pt x="228600" y="638175"/>
                </a:lnTo>
                <a:lnTo>
                  <a:pt x="190500" y="638175"/>
                </a:lnTo>
                <a:lnTo>
                  <a:pt x="190500" y="647700"/>
                </a:lnTo>
                <a:lnTo>
                  <a:pt x="161925" y="647700"/>
                </a:lnTo>
                <a:lnTo>
                  <a:pt x="161925" y="638175"/>
                </a:lnTo>
                <a:lnTo>
                  <a:pt x="152400" y="638175"/>
                </a:lnTo>
                <a:lnTo>
                  <a:pt x="152400" y="647700"/>
                </a:lnTo>
                <a:lnTo>
                  <a:pt x="142875" y="647700"/>
                </a:lnTo>
                <a:close/>
                <a:moveTo>
                  <a:pt x="2038350" y="666750"/>
                </a:moveTo>
                <a:lnTo>
                  <a:pt x="2047875" y="666750"/>
                </a:lnTo>
                <a:lnTo>
                  <a:pt x="2047875" y="676275"/>
                </a:lnTo>
                <a:lnTo>
                  <a:pt x="2057400" y="676275"/>
                </a:lnTo>
                <a:lnTo>
                  <a:pt x="2057400" y="657225"/>
                </a:lnTo>
                <a:lnTo>
                  <a:pt x="2038350" y="657225"/>
                </a:lnTo>
                <a:close/>
                <a:moveTo>
                  <a:pt x="1971675" y="685800"/>
                </a:moveTo>
                <a:lnTo>
                  <a:pt x="2000250" y="685800"/>
                </a:lnTo>
                <a:lnTo>
                  <a:pt x="2000250" y="676275"/>
                </a:lnTo>
                <a:lnTo>
                  <a:pt x="1990725" y="676275"/>
                </a:lnTo>
                <a:lnTo>
                  <a:pt x="1990725" y="666750"/>
                </a:lnTo>
                <a:lnTo>
                  <a:pt x="1971675" y="666750"/>
                </a:lnTo>
                <a:close/>
                <a:moveTo>
                  <a:pt x="0" y="704850"/>
                </a:moveTo>
                <a:lnTo>
                  <a:pt x="9525" y="704850"/>
                </a:lnTo>
                <a:lnTo>
                  <a:pt x="9525" y="714375"/>
                </a:lnTo>
                <a:lnTo>
                  <a:pt x="0" y="714375"/>
                </a:lnTo>
                <a:close/>
                <a:moveTo>
                  <a:pt x="161925" y="714375"/>
                </a:moveTo>
                <a:lnTo>
                  <a:pt x="171450" y="714375"/>
                </a:lnTo>
                <a:lnTo>
                  <a:pt x="171450" y="704850"/>
                </a:lnTo>
                <a:lnTo>
                  <a:pt x="161925" y="704850"/>
                </a:lnTo>
                <a:close/>
                <a:moveTo>
                  <a:pt x="1876425" y="714375"/>
                </a:moveTo>
                <a:lnTo>
                  <a:pt x="1885950" y="714375"/>
                </a:lnTo>
                <a:lnTo>
                  <a:pt x="1885950" y="723900"/>
                </a:lnTo>
                <a:lnTo>
                  <a:pt x="1876425" y="723900"/>
                </a:lnTo>
                <a:close/>
                <a:moveTo>
                  <a:pt x="1962150" y="714375"/>
                </a:moveTo>
                <a:lnTo>
                  <a:pt x="1971675" y="714375"/>
                </a:lnTo>
                <a:lnTo>
                  <a:pt x="1971675" y="723900"/>
                </a:lnTo>
                <a:lnTo>
                  <a:pt x="1962150" y="723900"/>
                </a:lnTo>
                <a:close/>
                <a:moveTo>
                  <a:pt x="1628775" y="723900"/>
                </a:moveTo>
                <a:lnTo>
                  <a:pt x="1676400" y="723900"/>
                </a:lnTo>
                <a:lnTo>
                  <a:pt x="1676400" y="733425"/>
                </a:lnTo>
                <a:lnTo>
                  <a:pt x="1695450" y="733425"/>
                </a:lnTo>
                <a:lnTo>
                  <a:pt x="1695450" y="723900"/>
                </a:lnTo>
                <a:lnTo>
                  <a:pt x="1714500" y="723900"/>
                </a:lnTo>
                <a:lnTo>
                  <a:pt x="1714500" y="733425"/>
                </a:lnTo>
                <a:lnTo>
                  <a:pt x="1781175" y="733425"/>
                </a:lnTo>
                <a:lnTo>
                  <a:pt x="1781175" y="742950"/>
                </a:lnTo>
                <a:lnTo>
                  <a:pt x="1762125" y="742950"/>
                </a:lnTo>
                <a:lnTo>
                  <a:pt x="1762125" y="752475"/>
                </a:lnTo>
                <a:lnTo>
                  <a:pt x="1752600" y="752475"/>
                </a:lnTo>
                <a:lnTo>
                  <a:pt x="1752600" y="742950"/>
                </a:lnTo>
                <a:lnTo>
                  <a:pt x="1743075" y="742950"/>
                </a:lnTo>
                <a:lnTo>
                  <a:pt x="1743075" y="752475"/>
                </a:lnTo>
                <a:lnTo>
                  <a:pt x="1724025" y="752475"/>
                </a:lnTo>
                <a:lnTo>
                  <a:pt x="1724025" y="742950"/>
                </a:lnTo>
                <a:lnTo>
                  <a:pt x="1695450" y="742950"/>
                </a:lnTo>
                <a:lnTo>
                  <a:pt x="1695450" y="752475"/>
                </a:lnTo>
                <a:lnTo>
                  <a:pt x="1685925" y="752475"/>
                </a:lnTo>
                <a:lnTo>
                  <a:pt x="1685925" y="742950"/>
                </a:lnTo>
                <a:lnTo>
                  <a:pt x="1647825" y="742950"/>
                </a:lnTo>
                <a:lnTo>
                  <a:pt x="1647825" y="733425"/>
                </a:lnTo>
                <a:lnTo>
                  <a:pt x="1628775" y="733425"/>
                </a:lnTo>
                <a:close/>
                <a:moveTo>
                  <a:pt x="1981200" y="742950"/>
                </a:moveTo>
                <a:lnTo>
                  <a:pt x="1990725" y="742950"/>
                </a:lnTo>
                <a:lnTo>
                  <a:pt x="1990725" y="752475"/>
                </a:lnTo>
                <a:lnTo>
                  <a:pt x="1981200" y="752475"/>
                </a:lnTo>
                <a:close/>
                <a:moveTo>
                  <a:pt x="238125" y="771525"/>
                </a:moveTo>
                <a:lnTo>
                  <a:pt x="247650" y="771525"/>
                </a:lnTo>
                <a:lnTo>
                  <a:pt x="247650" y="790575"/>
                </a:lnTo>
                <a:lnTo>
                  <a:pt x="219075" y="790575"/>
                </a:lnTo>
                <a:lnTo>
                  <a:pt x="219075" y="800100"/>
                </a:lnTo>
                <a:lnTo>
                  <a:pt x="209550" y="800100"/>
                </a:lnTo>
                <a:lnTo>
                  <a:pt x="209550" y="790575"/>
                </a:lnTo>
                <a:lnTo>
                  <a:pt x="200025" y="790575"/>
                </a:lnTo>
                <a:lnTo>
                  <a:pt x="200025" y="781050"/>
                </a:lnTo>
                <a:lnTo>
                  <a:pt x="238125" y="781050"/>
                </a:lnTo>
                <a:close/>
                <a:moveTo>
                  <a:pt x="1114425" y="1981200"/>
                </a:moveTo>
                <a:lnTo>
                  <a:pt x="1123950" y="1981200"/>
                </a:lnTo>
                <a:lnTo>
                  <a:pt x="1123950" y="1990725"/>
                </a:lnTo>
                <a:lnTo>
                  <a:pt x="1114425" y="1990725"/>
                </a:lnTo>
                <a:close/>
              </a:path>
            </a:pathLst>
          </a:custGeom>
          <a:solidFill xmlns:a="http://schemas.openxmlformats.org/drawingml/2006/main">
            <a:srgbClr val="D4E5FD"/>
          </a:solidFill>
          <a:ln xmlns:a="http://schemas.openxmlformats.org/drawingml/2006/main" w="0">
            <a:noFill/>
          </a:ln>
        </p:spPr>
      </p:sp>
      <p:sp>
        <p:nvSpPr>
          <p:cNvPr id="49" name="juan vector #f8e2d7">
            <a:extLst xmlns:a="http://schemas.openxmlformats.org/drawingml/2006/main">
              <a:ext uri="{FF2B5EF4-FFF2-40B4-BE49-F238E27FC236}">
                <a16:creationId xmlns:a16="http://schemas.microsoft.com/office/drawing/2014/main" id="{12937862-537A-4BCA-8921-E40FE8C1B61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48900" y="2552700"/>
            <a:ext cx="2085975" cy="2085975"/>
          </a:xfrm>
          <a:custGeom xmlns:a="http://schemas.openxmlformats.org/drawingml/2006/main">
            <a:pathLst>
              <a:path w="2085975" h="2085975">
                <a:moveTo>
                  <a:pt x="400050" y="0"/>
                </a:moveTo>
                <a:lnTo>
                  <a:pt x="409575" y="0"/>
                </a:lnTo>
                <a:lnTo>
                  <a:pt x="409575" y="9525"/>
                </a:lnTo>
                <a:lnTo>
                  <a:pt x="400050" y="9525"/>
                </a:lnTo>
                <a:close/>
                <a:moveTo>
                  <a:pt x="1466850" y="0"/>
                </a:moveTo>
                <a:lnTo>
                  <a:pt x="1476375" y="0"/>
                </a:lnTo>
                <a:lnTo>
                  <a:pt x="1476375" y="9525"/>
                </a:lnTo>
                <a:lnTo>
                  <a:pt x="1466850" y="9525"/>
                </a:lnTo>
                <a:close/>
                <a:moveTo>
                  <a:pt x="409575" y="9525"/>
                </a:moveTo>
                <a:lnTo>
                  <a:pt x="419100" y="9525"/>
                </a:lnTo>
                <a:lnTo>
                  <a:pt x="419100" y="19050"/>
                </a:lnTo>
                <a:lnTo>
                  <a:pt x="409575" y="19050"/>
                </a:lnTo>
                <a:close/>
                <a:moveTo>
                  <a:pt x="1457325" y="9525"/>
                </a:moveTo>
                <a:lnTo>
                  <a:pt x="1466850" y="9525"/>
                </a:lnTo>
                <a:lnTo>
                  <a:pt x="1466850" y="19050"/>
                </a:lnTo>
                <a:lnTo>
                  <a:pt x="1457325" y="19050"/>
                </a:lnTo>
                <a:close/>
                <a:moveTo>
                  <a:pt x="419100" y="19050"/>
                </a:moveTo>
                <a:lnTo>
                  <a:pt x="428625" y="19050"/>
                </a:lnTo>
                <a:lnTo>
                  <a:pt x="428625" y="28575"/>
                </a:lnTo>
                <a:lnTo>
                  <a:pt x="419100" y="28575"/>
                </a:lnTo>
                <a:close/>
                <a:moveTo>
                  <a:pt x="1447800" y="19050"/>
                </a:moveTo>
                <a:lnTo>
                  <a:pt x="1457325" y="19050"/>
                </a:lnTo>
                <a:lnTo>
                  <a:pt x="1457325" y="28575"/>
                </a:lnTo>
                <a:lnTo>
                  <a:pt x="1447800" y="28575"/>
                </a:lnTo>
                <a:close/>
                <a:moveTo>
                  <a:pt x="428625" y="28575"/>
                </a:moveTo>
                <a:lnTo>
                  <a:pt x="438150" y="28575"/>
                </a:lnTo>
                <a:lnTo>
                  <a:pt x="438150" y="38100"/>
                </a:lnTo>
                <a:lnTo>
                  <a:pt x="428625" y="38100"/>
                </a:lnTo>
                <a:close/>
                <a:moveTo>
                  <a:pt x="1438275" y="28575"/>
                </a:moveTo>
                <a:lnTo>
                  <a:pt x="1447800" y="28575"/>
                </a:lnTo>
                <a:lnTo>
                  <a:pt x="1447800" y="38100"/>
                </a:lnTo>
                <a:lnTo>
                  <a:pt x="1438275" y="38100"/>
                </a:lnTo>
                <a:close/>
                <a:moveTo>
                  <a:pt x="1428750" y="38100"/>
                </a:moveTo>
                <a:lnTo>
                  <a:pt x="1438275" y="38100"/>
                </a:lnTo>
                <a:lnTo>
                  <a:pt x="1438275" y="47625"/>
                </a:lnTo>
                <a:lnTo>
                  <a:pt x="1428750" y="47625"/>
                </a:lnTo>
                <a:close/>
                <a:moveTo>
                  <a:pt x="466725" y="76200"/>
                </a:moveTo>
                <a:lnTo>
                  <a:pt x="476250" y="76200"/>
                </a:lnTo>
                <a:lnTo>
                  <a:pt x="476250" y="85725"/>
                </a:lnTo>
                <a:lnTo>
                  <a:pt x="466725" y="85725"/>
                </a:lnTo>
                <a:close/>
                <a:moveTo>
                  <a:pt x="1400175" y="76200"/>
                </a:moveTo>
                <a:lnTo>
                  <a:pt x="1409700" y="76200"/>
                </a:lnTo>
                <a:lnTo>
                  <a:pt x="1409700" y="85725"/>
                </a:lnTo>
                <a:lnTo>
                  <a:pt x="1400175" y="85725"/>
                </a:lnTo>
                <a:close/>
                <a:moveTo>
                  <a:pt x="485775" y="104775"/>
                </a:moveTo>
                <a:lnTo>
                  <a:pt x="495300" y="104775"/>
                </a:lnTo>
                <a:lnTo>
                  <a:pt x="495300" y="114300"/>
                </a:lnTo>
                <a:lnTo>
                  <a:pt x="485775" y="114300"/>
                </a:lnTo>
                <a:close/>
                <a:moveTo>
                  <a:pt x="1381125" y="104775"/>
                </a:moveTo>
                <a:lnTo>
                  <a:pt x="1390650" y="104775"/>
                </a:lnTo>
                <a:lnTo>
                  <a:pt x="1390650" y="114300"/>
                </a:lnTo>
                <a:lnTo>
                  <a:pt x="1381125" y="114300"/>
                </a:lnTo>
                <a:close/>
                <a:moveTo>
                  <a:pt x="504825" y="123825"/>
                </a:moveTo>
                <a:lnTo>
                  <a:pt x="514350" y="123825"/>
                </a:lnTo>
                <a:lnTo>
                  <a:pt x="514350" y="133350"/>
                </a:lnTo>
                <a:lnTo>
                  <a:pt x="504825" y="133350"/>
                </a:lnTo>
                <a:close/>
                <a:moveTo>
                  <a:pt x="1362075" y="123825"/>
                </a:moveTo>
                <a:lnTo>
                  <a:pt x="1371600" y="123825"/>
                </a:lnTo>
                <a:lnTo>
                  <a:pt x="1371600" y="133350"/>
                </a:lnTo>
                <a:lnTo>
                  <a:pt x="1362075" y="133350"/>
                </a:lnTo>
                <a:close/>
                <a:moveTo>
                  <a:pt x="1343025" y="152400"/>
                </a:moveTo>
                <a:lnTo>
                  <a:pt x="1352550" y="152400"/>
                </a:lnTo>
                <a:lnTo>
                  <a:pt x="1352550" y="180975"/>
                </a:lnTo>
                <a:lnTo>
                  <a:pt x="1343025" y="180975"/>
                </a:lnTo>
                <a:lnTo>
                  <a:pt x="1343025" y="200025"/>
                </a:lnTo>
                <a:lnTo>
                  <a:pt x="1333500" y="200025"/>
                </a:lnTo>
                <a:lnTo>
                  <a:pt x="1333500" y="171450"/>
                </a:lnTo>
                <a:lnTo>
                  <a:pt x="1343025" y="171450"/>
                </a:lnTo>
                <a:close/>
                <a:moveTo>
                  <a:pt x="1323975" y="219075"/>
                </a:moveTo>
                <a:lnTo>
                  <a:pt x="1333500" y="219075"/>
                </a:lnTo>
                <a:lnTo>
                  <a:pt x="1333500" y="228600"/>
                </a:lnTo>
                <a:lnTo>
                  <a:pt x="1323975" y="228600"/>
                </a:lnTo>
                <a:close/>
                <a:moveTo>
                  <a:pt x="895350" y="276225"/>
                </a:moveTo>
                <a:lnTo>
                  <a:pt x="914400" y="276225"/>
                </a:lnTo>
                <a:lnTo>
                  <a:pt x="914400" y="285750"/>
                </a:lnTo>
                <a:lnTo>
                  <a:pt x="895350" y="285750"/>
                </a:lnTo>
                <a:close/>
                <a:moveTo>
                  <a:pt x="923925" y="276225"/>
                </a:moveTo>
                <a:lnTo>
                  <a:pt x="962025" y="276225"/>
                </a:lnTo>
                <a:lnTo>
                  <a:pt x="962025" y="285750"/>
                </a:lnTo>
                <a:lnTo>
                  <a:pt x="923925" y="285750"/>
                </a:lnTo>
                <a:close/>
                <a:moveTo>
                  <a:pt x="1304925" y="295275"/>
                </a:moveTo>
                <a:lnTo>
                  <a:pt x="1314450" y="295275"/>
                </a:lnTo>
                <a:lnTo>
                  <a:pt x="1314450" y="323850"/>
                </a:lnTo>
                <a:lnTo>
                  <a:pt x="1304925" y="323850"/>
                </a:lnTo>
                <a:close/>
                <a:moveTo>
                  <a:pt x="1076325" y="304800"/>
                </a:moveTo>
                <a:lnTo>
                  <a:pt x="1104900" y="304800"/>
                </a:lnTo>
                <a:lnTo>
                  <a:pt x="1104900" y="314325"/>
                </a:lnTo>
                <a:lnTo>
                  <a:pt x="1123950" y="314325"/>
                </a:lnTo>
                <a:lnTo>
                  <a:pt x="1123950" y="323850"/>
                </a:lnTo>
                <a:lnTo>
                  <a:pt x="1133475" y="323850"/>
                </a:lnTo>
                <a:lnTo>
                  <a:pt x="1133475" y="333375"/>
                </a:lnTo>
                <a:lnTo>
                  <a:pt x="1143000" y="333375"/>
                </a:lnTo>
                <a:lnTo>
                  <a:pt x="1143000" y="342900"/>
                </a:lnTo>
                <a:lnTo>
                  <a:pt x="1162050" y="342900"/>
                </a:lnTo>
                <a:lnTo>
                  <a:pt x="1162050" y="352425"/>
                </a:lnTo>
                <a:lnTo>
                  <a:pt x="1171575" y="352425"/>
                </a:lnTo>
                <a:lnTo>
                  <a:pt x="1171575" y="361950"/>
                </a:lnTo>
                <a:lnTo>
                  <a:pt x="1190625" y="361950"/>
                </a:lnTo>
                <a:lnTo>
                  <a:pt x="1190625" y="371475"/>
                </a:lnTo>
                <a:lnTo>
                  <a:pt x="1209675" y="371475"/>
                </a:lnTo>
                <a:lnTo>
                  <a:pt x="1209675" y="381000"/>
                </a:lnTo>
                <a:lnTo>
                  <a:pt x="1228725" y="381000"/>
                </a:lnTo>
                <a:lnTo>
                  <a:pt x="1228725" y="400050"/>
                </a:lnTo>
                <a:lnTo>
                  <a:pt x="1219200" y="400050"/>
                </a:lnTo>
                <a:lnTo>
                  <a:pt x="1219200" y="390525"/>
                </a:lnTo>
                <a:lnTo>
                  <a:pt x="1190625" y="390525"/>
                </a:lnTo>
                <a:lnTo>
                  <a:pt x="1190625" y="381000"/>
                </a:lnTo>
                <a:lnTo>
                  <a:pt x="1171575" y="381000"/>
                </a:lnTo>
                <a:lnTo>
                  <a:pt x="1171575" y="371475"/>
                </a:lnTo>
                <a:lnTo>
                  <a:pt x="1162050" y="371475"/>
                </a:lnTo>
                <a:lnTo>
                  <a:pt x="1162050" y="361950"/>
                </a:lnTo>
                <a:lnTo>
                  <a:pt x="1143000" y="361950"/>
                </a:lnTo>
                <a:lnTo>
                  <a:pt x="1143000" y="352425"/>
                </a:lnTo>
                <a:lnTo>
                  <a:pt x="1133475" y="352425"/>
                </a:lnTo>
                <a:lnTo>
                  <a:pt x="1133475" y="342900"/>
                </a:lnTo>
                <a:lnTo>
                  <a:pt x="1114425" y="342900"/>
                </a:lnTo>
                <a:lnTo>
                  <a:pt x="1114425" y="333375"/>
                </a:lnTo>
                <a:lnTo>
                  <a:pt x="1104900" y="333375"/>
                </a:lnTo>
                <a:lnTo>
                  <a:pt x="1104900" y="323850"/>
                </a:lnTo>
                <a:lnTo>
                  <a:pt x="1085850" y="323850"/>
                </a:lnTo>
                <a:lnTo>
                  <a:pt x="1085850" y="314325"/>
                </a:lnTo>
                <a:lnTo>
                  <a:pt x="1076325" y="314325"/>
                </a:lnTo>
                <a:close/>
                <a:moveTo>
                  <a:pt x="552450" y="381000"/>
                </a:moveTo>
                <a:lnTo>
                  <a:pt x="561975" y="381000"/>
                </a:lnTo>
                <a:lnTo>
                  <a:pt x="561975" y="428625"/>
                </a:lnTo>
                <a:lnTo>
                  <a:pt x="552450" y="428625"/>
                </a:lnTo>
                <a:lnTo>
                  <a:pt x="552450" y="447675"/>
                </a:lnTo>
                <a:lnTo>
                  <a:pt x="542925" y="447675"/>
                </a:lnTo>
                <a:lnTo>
                  <a:pt x="542925" y="476250"/>
                </a:lnTo>
                <a:lnTo>
                  <a:pt x="552450" y="476250"/>
                </a:lnTo>
                <a:lnTo>
                  <a:pt x="552450" y="485775"/>
                </a:lnTo>
                <a:lnTo>
                  <a:pt x="523875" y="485775"/>
                </a:lnTo>
                <a:lnTo>
                  <a:pt x="523875" y="476250"/>
                </a:lnTo>
                <a:lnTo>
                  <a:pt x="533400" y="476250"/>
                </a:lnTo>
                <a:lnTo>
                  <a:pt x="533400" y="438150"/>
                </a:lnTo>
                <a:lnTo>
                  <a:pt x="542925" y="438150"/>
                </a:lnTo>
                <a:lnTo>
                  <a:pt x="542925" y="400050"/>
                </a:lnTo>
                <a:lnTo>
                  <a:pt x="552450" y="400050"/>
                </a:lnTo>
                <a:close/>
                <a:moveTo>
                  <a:pt x="1247775" y="381000"/>
                </a:moveTo>
                <a:lnTo>
                  <a:pt x="1257300" y="381000"/>
                </a:lnTo>
                <a:lnTo>
                  <a:pt x="1257300" y="390525"/>
                </a:lnTo>
                <a:lnTo>
                  <a:pt x="1276350" y="390525"/>
                </a:lnTo>
                <a:lnTo>
                  <a:pt x="1276350" y="409575"/>
                </a:lnTo>
                <a:lnTo>
                  <a:pt x="1266825" y="409575"/>
                </a:lnTo>
                <a:lnTo>
                  <a:pt x="1266825" y="400050"/>
                </a:lnTo>
                <a:lnTo>
                  <a:pt x="1238250" y="400050"/>
                </a:lnTo>
                <a:lnTo>
                  <a:pt x="1238250" y="390525"/>
                </a:lnTo>
                <a:lnTo>
                  <a:pt x="1247775" y="390525"/>
                </a:lnTo>
                <a:close/>
                <a:moveTo>
                  <a:pt x="638175" y="428625"/>
                </a:moveTo>
                <a:lnTo>
                  <a:pt x="647700" y="428625"/>
                </a:lnTo>
                <a:lnTo>
                  <a:pt x="647700" y="447675"/>
                </a:lnTo>
                <a:lnTo>
                  <a:pt x="638175" y="447675"/>
                </a:lnTo>
                <a:lnTo>
                  <a:pt x="638175" y="457200"/>
                </a:lnTo>
                <a:lnTo>
                  <a:pt x="628650" y="457200"/>
                </a:lnTo>
                <a:lnTo>
                  <a:pt x="628650" y="466725"/>
                </a:lnTo>
                <a:lnTo>
                  <a:pt x="619125" y="466725"/>
                </a:lnTo>
                <a:lnTo>
                  <a:pt x="619125" y="485775"/>
                </a:lnTo>
                <a:lnTo>
                  <a:pt x="609600" y="485775"/>
                </a:lnTo>
                <a:lnTo>
                  <a:pt x="609600" y="504825"/>
                </a:lnTo>
                <a:lnTo>
                  <a:pt x="600075" y="504825"/>
                </a:lnTo>
                <a:lnTo>
                  <a:pt x="600075" y="523875"/>
                </a:lnTo>
                <a:lnTo>
                  <a:pt x="590550" y="523875"/>
                </a:lnTo>
                <a:lnTo>
                  <a:pt x="590550" y="533400"/>
                </a:lnTo>
                <a:lnTo>
                  <a:pt x="581025" y="533400"/>
                </a:lnTo>
                <a:lnTo>
                  <a:pt x="581025" y="514350"/>
                </a:lnTo>
                <a:lnTo>
                  <a:pt x="590550" y="514350"/>
                </a:lnTo>
                <a:lnTo>
                  <a:pt x="590550" y="495300"/>
                </a:lnTo>
                <a:lnTo>
                  <a:pt x="600075" y="495300"/>
                </a:lnTo>
                <a:lnTo>
                  <a:pt x="600075" y="466725"/>
                </a:lnTo>
                <a:lnTo>
                  <a:pt x="609600" y="466725"/>
                </a:lnTo>
                <a:lnTo>
                  <a:pt x="609600" y="447675"/>
                </a:lnTo>
                <a:lnTo>
                  <a:pt x="619125" y="447675"/>
                </a:lnTo>
                <a:lnTo>
                  <a:pt x="619125" y="438150"/>
                </a:lnTo>
                <a:lnTo>
                  <a:pt x="638175" y="438150"/>
                </a:lnTo>
                <a:close/>
                <a:moveTo>
                  <a:pt x="1343025" y="485775"/>
                </a:moveTo>
                <a:lnTo>
                  <a:pt x="1352550" y="485775"/>
                </a:lnTo>
                <a:lnTo>
                  <a:pt x="1352550" y="495300"/>
                </a:lnTo>
                <a:lnTo>
                  <a:pt x="1362075" y="495300"/>
                </a:lnTo>
                <a:lnTo>
                  <a:pt x="1362075" y="514350"/>
                </a:lnTo>
                <a:lnTo>
                  <a:pt x="1371600" y="514350"/>
                </a:lnTo>
                <a:lnTo>
                  <a:pt x="1371600" y="533400"/>
                </a:lnTo>
                <a:lnTo>
                  <a:pt x="1381125" y="533400"/>
                </a:lnTo>
                <a:lnTo>
                  <a:pt x="1381125" y="542925"/>
                </a:lnTo>
                <a:lnTo>
                  <a:pt x="1390650" y="542925"/>
                </a:lnTo>
                <a:lnTo>
                  <a:pt x="1390650" y="561975"/>
                </a:lnTo>
                <a:lnTo>
                  <a:pt x="1400175" y="561975"/>
                </a:lnTo>
                <a:lnTo>
                  <a:pt x="1400175" y="571500"/>
                </a:lnTo>
                <a:lnTo>
                  <a:pt x="1409700" y="571500"/>
                </a:lnTo>
                <a:lnTo>
                  <a:pt x="1409700" y="590550"/>
                </a:lnTo>
                <a:lnTo>
                  <a:pt x="1400175" y="590550"/>
                </a:lnTo>
                <a:lnTo>
                  <a:pt x="1400175" y="581025"/>
                </a:lnTo>
                <a:lnTo>
                  <a:pt x="1381125" y="581025"/>
                </a:lnTo>
                <a:lnTo>
                  <a:pt x="1381125" y="561975"/>
                </a:lnTo>
                <a:lnTo>
                  <a:pt x="1371600" y="561975"/>
                </a:lnTo>
                <a:lnTo>
                  <a:pt x="1371600" y="552450"/>
                </a:lnTo>
                <a:lnTo>
                  <a:pt x="1362075" y="552450"/>
                </a:lnTo>
                <a:lnTo>
                  <a:pt x="1362075" y="523875"/>
                </a:lnTo>
                <a:lnTo>
                  <a:pt x="1352550" y="523875"/>
                </a:lnTo>
                <a:lnTo>
                  <a:pt x="1352550" y="514350"/>
                </a:lnTo>
                <a:lnTo>
                  <a:pt x="1343025" y="514350"/>
                </a:lnTo>
                <a:close/>
                <a:moveTo>
                  <a:pt x="1276350" y="523875"/>
                </a:moveTo>
                <a:lnTo>
                  <a:pt x="1295400" y="523875"/>
                </a:lnTo>
                <a:lnTo>
                  <a:pt x="1295400" y="552450"/>
                </a:lnTo>
                <a:lnTo>
                  <a:pt x="1285875" y="552450"/>
                </a:lnTo>
                <a:lnTo>
                  <a:pt x="1285875" y="581025"/>
                </a:lnTo>
                <a:lnTo>
                  <a:pt x="1276350" y="581025"/>
                </a:lnTo>
                <a:close/>
                <a:moveTo>
                  <a:pt x="1285875" y="581025"/>
                </a:moveTo>
                <a:lnTo>
                  <a:pt x="1295400" y="581025"/>
                </a:lnTo>
                <a:lnTo>
                  <a:pt x="1295400" y="647700"/>
                </a:lnTo>
                <a:lnTo>
                  <a:pt x="1285875" y="647700"/>
                </a:lnTo>
                <a:close/>
                <a:moveTo>
                  <a:pt x="438150" y="609600"/>
                </a:moveTo>
                <a:lnTo>
                  <a:pt x="457200" y="609600"/>
                </a:lnTo>
                <a:lnTo>
                  <a:pt x="457200" y="628650"/>
                </a:lnTo>
                <a:lnTo>
                  <a:pt x="447675" y="628650"/>
                </a:lnTo>
                <a:lnTo>
                  <a:pt x="447675" y="638175"/>
                </a:lnTo>
                <a:lnTo>
                  <a:pt x="438150" y="638175"/>
                </a:lnTo>
                <a:lnTo>
                  <a:pt x="438150" y="647700"/>
                </a:lnTo>
                <a:lnTo>
                  <a:pt x="419100" y="647700"/>
                </a:lnTo>
                <a:lnTo>
                  <a:pt x="419100" y="657225"/>
                </a:lnTo>
                <a:lnTo>
                  <a:pt x="409575" y="657225"/>
                </a:lnTo>
                <a:lnTo>
                  <a:pt x="409575" y="666750"/>
                </a:lnTo>
                <a:lnTo>
                  <a:pt x="400050" y="666750"/>
                </a:lnTo>
                <a:lnTo>
                  <a:pt x="400050" y="685800"/>
                </a:lnTo>
                <a:lnTo>
                  <a:pt x="381000" y="685800"/>
                </a:lnTo>
                <a:lnTo>
                  <a:pt x="381000" y="695325"/>
                </a:lnTo>
                <a:lnTo>
                  <a:pt x="361950" y="695325"/>
                </a:lnTo>
                <a:lnTo>
                  <a:pt x="361950" y="685800"/>
                </a:lnTo>
                <a:lnTo>
                  <a:pt x="371475" y="685800"/>
                </a:lnTo>
                <a:lnTo>
                  <a:pt x="371475" y="676275"/>
                </a:lnTo>
                <a:lnTo>
                  <a:pt x="381000" y="676275"/>
                </a:lnTo>
                <a:lnTo>
                  <a:pt x="381000" y="666750"/>
                </a:lnTo>
                <a:lnTo>
                  <a:pt x="390525" y="666750"/>
                </a:lnTo>
                <a:lnTo>
                  <a:pt x="390525" y="657225"/>
                </a:lnTo>
                <a:lnTo>
                  <a:pt x="400050" y="657225"/>
                </a:lnTo>
                <a:lnTo>
                  <a:pt x="400050" y="647700"/>
                </a:lnTo>
                <a:lnTo>
                  <a:pt x="409575" y="647700"/>
                </a:lnTo>
                <a:lnTo>
                  <a:pt x="409575" y="638175"/>
                </a:lnTo>
                <a:lnTo>
                  <a:pt x="419100" y="638175"/>
                </a:lnTo>
                <a:lnTo>
                  <a:pt x="419100" y="628650"/>
                </a:lnTo>
                <a:lnTo>
                  <a:pt x="428625" y="628650"/>
                </a:lnTo>
                <a:lnTo>
                  <a:pt x="428625" y="619125"/>
                </a:lnTo>
                <a:lnTo>
                  <a:pt x="438150" y="619125"/>
                </a:lnTo>
                <a:close/>
                <a:moveTo>
                  <a:pt x="1504950" y="695325"/>
                </a:moveTo>
                <a:lnTo>
                  <a:pt x="1533525" y="695325"/>
                </a:lnTo>
                <a:lnTo>
                  <a:pt x="1533525" y="704850"/>
                </a:lnTo>
                <a:lnTo>
                  <a:pt x="1543050" y="704850"/>
                </a:lnTo>
                <a:lnTo>
                  <a:pt x="1543050" y="714375"/>
                </a:lnTo>
                <a:lnTo>
                  <a:pt x="1514475" y="714375"/>
                </a:lnTo>
                <a:lnTo>
                  <a:pt x="1514475" y="704850"/>
                </a:lnTo>
                <a:lnTo>
                  <a:pt x="1504950" y="704850"/>
                </a:lnTo>
                <a:close/>
                <a:moveTo>
                  <a:pt x="1543050" y="714375"/>
                </a:moveTo>
                <a:lnTo>
                  <a:pt x="1562100" y="714375"/>
                </a:lnTo>
                <a:lnTo>
                  <a:pt x="1562100" y="733425"/>
                </a:lnTo>
                <a:lnTo>
                  <a:pt x="1552575" y="733425"/>
                </a:lnTo>
                <a:lnTo>
                  <a:pt x="1552575" y="723900"/>
                </a:lnTo>
                <a:lnTo>
                  <a:pt x="1543050" y="723900"/>
                </a:lnTo>
                <a:close/>
                <a:moveTo>
                  <a:pt x="314325" y="800100"/>
                </a:moveTo>
                <a:lnTo>
                  <a:pt x="333375" y="800100"/>
                </a:lnTo>
                <a:lnTo>
                  <a:pt x="333375" y="828675"/>
                </a:lnTo>
                <a:lnTo>
                  <a:pt x="342900" y="828675"/>
                </a:lnTo>
                <a:lnTo>
                  <a:pt x="342900" y="838200"/>
                </a:lnTo>
                <a:lnTo>
                  <a:pt x="352425" y="838200"/>
                </a:lnTo>
                <a:lnTo>
                  <a:pt x="352425" y="857250"/>
                </a:lnTo>
                <a:lnTo>
                  <a:pt x="333375" y="857250"/>
                </a:lnTo>
                <a:lnTo>
                  <a:pt x="333375" y="847725"/>
                </a:lnTo>
                <a:lnTo>
                  <a:pt x="323850" y="847725"/>
                </a:lnTo>
                <a:lnTo>
                  <a:pt x="323850" y="819150"/>
                </a:lnTo>
                <a:lnTo>
                  <a:pt x="314325" y="819150"/>
                </a:lnTo>
                <a:close/>
                <a:moveTo>
                  <a:pt x="1323975" y="809625"/>
                </a:moveTo>
                <a:lnTo>
                  <a:pt x="1333500" y="809625"/>
                </a:lnTo>
                <a:lnTo>
                  <a:pt x="1333500" y="819150"/>
                </a:lnTo>
                <a:lnTo>
                  <a:pt x="1343025" y="819150"/>
                </a:lnTo>
                <a:lnTo>
                  <a:pt x="1343025" y="847725"/>
                </a:lnTo>
                <a:lnTo>
                  <a:pt x="1333500" y="847725"/>
                </a:lnTo>
                <a:lnTo>
                  <a:pt x="1333500" y="876300"/>
                </a:lnTo>
                <a:lnTo>
                  <a:pt x="1323975" y="876300"/>
                </a:lnTo>
                <a:lnTo>
                  <a:pt x="1323975" y="914400"/>
                </a:lnTo>
                <a:lnTo>
                  <a:pt x="1304925" y="914400"/>
                </a:lnTo>
                <a:lnTo>
                  <a:pt x="1304925" y="923925"/>
                </a:lnTo>
                <a:lnTo>
                  <a:pt x="1295400" y="923925"/>
                </a:lnTo>
                <a:lnTo>
                  <a:pt x="1295400" y="933450"/>
                </a:lnTo>
                <a:lnTo>
                  <a:pt x="1285875" y="933450"/>
                </a:lnTo>
                <a:lnTo>
                  <a:pt x="1285875" y="942975"/>
                </a:lnTo>
                <a:lnTo>
                  <a:pt x="1257300" y="942975"/>
                </a:lnTo>
                <a:lnTo>
                  <a:pt x="1257300" y="933450"/>
                </a:lnTo>
                <a:lnTo>
                  <a:pt x="1276350" y="933450"/>
                </a:lnTo>
                <a:lnTo>
                  <a:pt x="1276350" y="923925"/>
                </a:lnTo>
                <a:lnTo>
                  <a:pt x="1285875" y="923925"/>
                </a:lnTo>
                <a:lnTo>
                  <a:pt x="1285875" y="914400"/>
                </a:lnTo>
                <a:lnTo>
                  <a:pt x="1295400" y="914400"/>
                </a:lnTo>
                <a:lnTo>
                  <a:pt x="1295400" y="904875"/>
                </a:lnTo>
                <a:lnTo>
                  <a:pt x="1304925" y="904875"/>
                </a:lnTo>
                <a:lnTo>
                  <a:pt x="1304925" y="895350"/>
                </a:lnTo>
                <a:lnTo>
                  <a:pt x="1314450" y="895350"/>
                </a:lnTo>
                <a:lnTo>
                  <a:pt x="1314450" y="866775"/>
                </a:lnTo>
                <a:lnTo>
                  <a:pt x="1323975" y="866775"/>
                </a:lnTo>
                <a:close/>
                <a:moveTo>
                  <a:pt x="1800225" y="809625"/>
                </a:moveTo>
                <a:lnTo>
                  <a:pt x="1819275" y="809625"/>
                </a:lnTo>
                <a:lnTo>
                  <a:pt x="1819275" y="819150"/>
                </a:lnTo>
                <a:lnTo>
                  <a:pt x="1857375" y="819150"/>
                </a:lnTo>
                <a:lnTo>
                  <a:pt x="1857375" y="828675"/>
                </a:lnTo>
                <a:lnTo>
                  <a:pt x="1847850" y="828675"/>
                </a:lnTo>
                <a:lnTo>
                  <a:pt x="1847850" y="838200"/>
                </a:lnTo>
                <a:lnTo>
                  <a:pt x="1828800" y="838200"/>
                </a:lnTo>
                <a:lnTo>
                  <a:pt x="1828800" y="828675"/>
                </a:lnTo>
                <a:lnTo>
                  <a:pt x="1819275" y="828675"/>
                </a:lnTo>
                <a:lnTo>
                  <a:pt x="1819275" y="838200"/>
                </a:lnTo>
                <a:lnTo>
                  <a:pt x="1809750" y="838200"/>
                </a:lnTo>
                <a:lnTo>
                  <a:pt x="1809750" y="847725"/>
                </a:lnTo>
                <a:lnTo>
                  <a:pt x="1800225" y="847725"/>
                </a:lnTo>
                <a:lnTo>
                  <a:pt x="1800225" y="828675"/>
                </a:lnTo>
                <a:lnTo>
                  <a:pt x="1790700" y="828675"/>
                </a:lnTo>
                <a:lnTo>
                  <a:pt x="1790700" y="819150"/>
                </a:lnTo>
                <a:lnTo>
                  <a:pt x="1800225" y="819150"/>
                </a:lnTo>
                <a:close/>
                <a:moveTo>
                  <a:pt x="2047875" y="809625"/>
                </a:moveTo>
                <a:lnTo>
                  <a:pt x="2057400" y="809625"/>
                </a:lnTo>
                <a:lnTo>
                  <a:pt x="2057400" y="819150"/>
                </a:lnTo>
                <a:lnTo>
                  <a:pt x="2047875" y="819150"/>
                </a:lnTo>
                <a:close/>
                <a:moveTo>
                  <a:pt x="1905000" y="819150"/>
                </a:moveTo>
                <a:lnTo>
                  <a:pt x="1914525" y="819150"/>
                </a:lnTo>
                <a:lnTo>
                  <a:pt x="1914525" y="828675"/>
                </a:lnTo>
                <a:lnTo>
                  <a:pt x="1905000" y="828675"/>
                </a:lnTo>
                <a:close/>
                <a:moveTo>
                  <a:pt x="1895475" y="828675"/>
                </a:moveTo>
                <a:lnTo>
                  <a:pt x="1905000" y="828675"/>
                </a:lnTo>
                <a:lnTo>
                  <a:pt x="1905000" y="838200"/>
                </a:lnTo>
                <a:lnTo>
                  <a:pt x="1895475" y="838200"/>
                </a:lnTo>
                <a:close/>
                <a:moveTo>
                  <a:pt x="152400" y="838200"/>
                </a:moveTo>
                <a:lnTo>
                  <a:pt x="171450" y="838200"/>
                </a:lnTo>
                <a:lnTo>
                  <a:pt x="171450" y="847725"/>
                </a:lnTo>
                <a:lnTo>
                  <a:pt x="190500" y="847725"/>
                </a:lnTo>
                <a:lnTo>
                  <a:pt x="190500" y="857250"/>
                </a:lnTo>
                <a:lnTo>
                  <a:pt x="209550" y="857250"/>
                </a:lnTo>
                <a:lnTo>
                  <a:pt x="209550" y="866775"/>
                </a:lnTo>
                <a:lnTo>
                  <a:pt x="228600" y="866775"/>
                </a:lnTo>
                <a:lnTo>
                  <a:pt x="228600" y="876300"/>
                </a:lnTo>
                <a:lnTo>
                  <a:pt x="247650" y="876300"/>
                </a:lnTo>
                <a:lnTo>
                  <a:pt x="247650" y="885825"/>
                </a:lnTo>
                <a:lnTo>
                  <a:pt x="266700" y="885825"/>
                </a:lnTo>
                <a:lnTo>
                  <a:pt x="266700" y="895350"/>
                </a:lnTo>
                <a:lnTo>
                  <a:pt x="276225" y="895350"/>
                </a:lnTo>
                <a:lnTo>
                  <a:pt x="276225" y="904875"/>
                </a:lnTo>
                <a:lnTo>
                  <a:pt x="238125" y="904875"/>
                </a:lnTo>
                <a:lnTo>
                  <a:pt x="238125" y="895350"/>
                </a:lnTo>
                <a:lnTo>
                  <a:pt x="228600" y="895350"/>
                </a:lnTo>
                <a:lnTo>
                  <a:pt x="228600" y="885825"/>
                </a:lnTo>
                <a:lnTo>
                  <a:pt x="219075" y="885825"/>
                </a:lnTo>
                <a:lnTo>
                  <a:pt x="219075" y="876300"/>
                </a:lnTo>
                <a:lnTo>
                  <a:pt x="190500" y="876300"/>
                </a:lnTo>
                <a:lnTo>
                  <a:pt x="190500" y="866775"/>
                </a:lnTo>
                <a:lnTo>
                  <a:pt x="171450" y="866775"/>
                </a:lnTo>
                <a:lnTo>
                  <a:pt x="171450" y="857250"/>
                </a:lnTo>
                <a:lnTo>
                  <a:pt x="142875" y="857250"/>
                </a:lnTo>
                <a:lnTo>
                  <a:pt x="142875" y="847725"/>
                </a:lnTo>
                <a:lnTo>
                  <a:pt x="152400" y="847725"/>
                </a:lnTo>
                <a:close/>
                <a:moveTo>
                  <a:pt x="1514475" y="876300"/>
                </a:moveTo>
                <a:lnTo>
                  <a:pt x="1533525" y="876300"/>
                </a:lnTo>
                <a:lnTo>
                  <a:pt x="1533525" y="904875"/>
                </a:lnTo>
                <a:lnTo>
                  <a:pt x="1543050" y="904875"/>
                </a:lnTo>
                <a:lnTo>
                  <a:pt x="1543050" y="914400"/>
                </a:lnTo>
                <a:lnTo>
                  <a:pt x="1581150" y="914400"/>
                </a:lnTo>
                <a:lnTo>
                  <a:pt x="1581150" y="904875"/>
                </a:lnTo>
                <a:lnTo>
                  <a:pt x="1600200" y="904875"/>
                </a:lnTo>
                <a:lnTo>
                  <a:pt x="1600200" y="895350"/>
                </a:lnTo>
                <a:lnTo>
                  <a:pt x="1619250" y="895350"/>
                </a:lnTo>
                <a:lnTo>
                  <a:pt x="1619250" y="885825"/>
                </a:lnTo>
                <a:lnTo>
                  <a:pt x="1647825" y="885825"/>
                </a:lnTo>
                <a:lnTo>
                  <a:pt x="1647825" y="895350"/>
                </a:lnTo>
                <a:lnTo>
                  <a:pt x="1638300" y="895350"/>
                </a:lnTo>
                <a:lnTo>
                  <a:pt x="1638300" y="904875"/>
                </a:lnTo>
                <a:lnTo>
                  <a:pt x="1628775" y="904875"/>
                </a:lnTo>
                <a:lnTo>
                  <a:pt x="1628775" y="914400"/>
                </a:lnTo>
                <a:lnTo>
                  <a:pt x="1600200" y="914400"/>
                </a:lnTo>
                <a:lnTo>
                  <a:pt x="1600200" y="923925"/>
                </a:lnTo>
                <a:lnTo>
                  <a:pt x="1571625" y="923925"/>
                </a:lnTo>
                <a:lnTo>
                  <a:pt x="1571625" y="933450"/>
                </a:lnTo>
                <a:lnTo>
                  <a:pt x="1543050" y="933450"/>
                </a:lnTo>
                <a:lnTo>
                  <a:pt x="1543050" y="923925"/>
                </a:lnTo>
                <a:lnTo>
                  <a:pt x="1533525" y="923925"/>
                </a:lnTo>
                <a:lnTo>
                  <a:pt x="1533525" y="914400"/>
                </a:lnTo>
                <a:lnTo>
                  <a:pt x="1524000" y="914400"/>
                </a:lnTo>
                <a:lnTo>
                  <a:pt x="1524000" y="904875"/>
                </a:lnTo>
                <a:lnTo>
                  <a:pt x="1514475" y="904875"/>
                </a:lnTo>
                <a:close/>
                <a:moveTo>
                  <a:pt x="552450" y="895350"/>
                </a:moveTo>
                <a:lnTo>
                  <a:pt x="571500" y="895350"/>
                </a:lnTo>
                <a:lnTo>
                  <a:pt x="571500" y="904875"/>
                </a:lnTo>
                <a:lnTo>
                  <a:pt x="581025" y="904875"/>
                </a:lnTo>
                <a:lnTo>
                  <a:pt x="581025" y="914400"/>
                </a:lnTo>
                <a:lnTo>
                  <a:pt x="590550" y="914400"/>
                </a:lnTo>
                <a:lnTo>
                  <a:pt x="590550" y="923925"/>
                </a:lnTo>
                <a:lnTo>
                  <a:pt x="600075" y="923925"/>
                </a:lnTo>
                <a:lnTo>
                  <a:pt x="600075" y="933450"/>
                </a:lnTo>
                <a:lnTo>
                  <a:pt x="619125" y="933450"/>
                </a:lnTo>
                <a:lnTo>
                  <a:pt x="619125" y="942975"/>
                </a:lnTo>
                <a:lnTo>
                  <a:pt x="647700" y="942975"/>
                </a:lnTo>
                <a:lnTo>
                  <a:pt x="647700" y="952500"/>
                </a:lnTo>
                <a:lnTo>
                  <a:pt x="657225" y="952500"/>
                </a:lnTo>
                <a:lnTo>
                  <a:pt x="657225" y="990600"/>
                </a:lnTo>
                <a:lnTo>
                  <a:pt x="638175" y="990600"/>
                </a:lnTo>
                <a:lnTo>
                  <a:pt x="638175" y="981075"/>
                </a:lnTo>
                <a:lnTo>
                  <a:pt x="628650" y="981075"/>
                </a:lnTo>
                <a:lnTo>
                  <a:pt x="628650" y="962025"/>
                </a:lnTo>
                <a:lnTo>
                  <a:pt x="619125" y="962025"/>
                </a:lnTo>
                <a:lnTo>
                  <a:pt x="619125" y="952500"/>
                </a:lnTo>
                <a:lnTo>
                  <a:pt x="609600" y="952500"/>
                </a:lnTo>
                <a:lnTo>
                  <a:pt x="609600" y="942975"/>
                </a:lnTo>
                <a:lnTo>
                  <a:pt x="590550" y="942975"/>
                </a:lnTo>
                <a:lnTo>
                  <a:pt x="590550" y="933450"/>
                </a:lnTo>
                <a:lnTo>
                  <a:pt x="571500" y="933450"/>
                </a:lnTo>
                <a:lnTo>
                  <a:pt x="571500" y="914400"/>
                </a:lnTo>
                <a:lnTo>
                  <a:pt x="561975" y="914400"/>
                </a:lnTo>
                <a:lnTo>
                  <a:pt x="561975" y="904875"/>
                </a:lnTo>
                <a:lnTo>
                  <a:pt x="552450" y="904875"/>
                </a:lnTo>
                <a:close/>
                <a:moveTo>
                  <a:pt x="276225" y="904875"/>
                </a:moveTo>
                <a:lnTo>
                  <a:pt x="285750" y="904875"/>
                </a:lnTo>
                <a:lnTo>
                  <a:pt x="285750" y="914400"/>
                </a:lnTo>
                <a:lnTo>
                  <a:pt x="276225" y="914400"/>
                </a:lnTo>
                <a:close/>
                <a:moveTo>
                  <a:pt x="1219200" y="952500"/>
                </a:moveTo>
                <a:lnTo>
                  <a:pt x="1238250" y="952500"/>
                </a:lnTo>
                <a:lnTo>
                  <a:pt x="1238250" y="962025"/>
                </a:lnTo>
                <a:lnTo>
                  <a:pt x="1219200" y="962025"/>
                </a:lnTo>
                <a:close/>
                <a:moveTo>
                  <a:pt x="1219200" y="971550"/>
                </a:moveTo>
                <a:lnTo>
                  <a:pt x="1228725" y="971550"/>
                </a:lnTo>
                <a:lnTo>
                  <a:pt x="1228725" y="981075"/>
                </a:lnTo>
                <a:lnTo>
                  <a:pt x="1219200" y="981075"/>
                </a:lnTo>
                <a:close/>
                <a:moveTo>
                  <a:pt x="752475" y="1152525"/>
                </a:moveTo>
                <a:lnTo>
                  <a:pt x="771525" y="1152525"/>
                </a:lnTo>
                <a:lnTo>
                  <a:pt x="771525" y="1190625"/>
                </a:lnTo>
                <a:lnTo>
                  <a:pt x="762000" y="1190625"/>
                </a:lnTo>
                <a:lnTo>
                  <a:pt x="762000" y="1200150"/>
                </a:lnTo>
                <a:lnTo>
                  <a:pt x="742950" y="1200150"/>
                </a:lnTo>
                <a:lnTo>
                  <a:pt x="742950" y="1209675"/>
                </a:lnTo>
                <a:lnTo>
                  <a:pt x="733425" y="1209675"/>
                </a:lnTo>
                <a:lnTo>
                  <a:pt x="733425" y="1219200"/>
                </a:lnTo>
                <a:lnTo>
                  <a:pt x="723900" y="1219200"/>
                </a:lnTo>
                <a:lnTo>
                  <a:pt x="723900" y="1228725"/>
                </a:lnTo>
                <a:lnTo>
                  <a:pt x="714375" y="1228725"/>
                </a:lnTo>
                <a:lnTo>
                  <a:pt x="714375" y="1238250"/>
                </a:lnTo>
                <a:lnTo>
                  <a:pt x="704850" y="1238250"/>
                </a:lnTo>
                <a:lnTo>
                  <a:pt x="704850" y="1247775"/>
                </a:lnTo>
                <a:lnTo>
                  <a:pt x="695325" y="1247775"/>
                </a:lnTo>
                <a:lnTo>
                  <a:pt x="695325" y="1266825"/>
                </a:lnTo>
                <a:lnTo>
                  <a:pt x="685800" y="1266825"/>
                </a:lnTo>
                <a:lnTo>
                  <a:pt x="685800" y="1285875"/>
                </a:lnTo>
                <a:lnTo>
                  <a:pt x="676275" y="1285875"/>
                </a:lnTo>
                <a:lnTo>
                  <a:pt x="676275" y="1295400"/>
                </a:lnTo>
                <a:lnTo>
                  <a:pt x="619125" y="1295400"/>
                </a:lnTo>
                <a:lnTo>
                  <a:pt x="619125" y="1285875"/>
                </a:lnTo>
                <a:lnTo>
                  <a:pt x="647700" y="1285875"/>
                </a:lnTo>
                <a:lnTo>
                  <a:pt x="647700" y="1276350"/>
                </a:lnTo>
                <a:lnTo>
                  <a:pt x="666750" y="1276350"/>
                </a:lnTo>
                <a:lnTo>
                  <a:pt x="666750" y="1266825"/>
                </a:lnTo>
                <a:lnTo>
                  <a:pt x="676275" y="1266825"/>
                </a:lnTo>
                <a:lnTo>
                  <a:pt x="676275" y="1257300"/>
                </a:lnTo>
                <a:lnTo>
                  <a:pt x="685800" y="1257300"/>
                </a:lnTo>
                <a:lnTo>
                  <a:pt x="685800" y="1238250"/>
                </a:lnTo>
                <a:lnTo>
                  <a:pt x="695325" y="1238250"/>
                </a:lnTo>
                <a:lnTo>
                  <a:pt x="695325" y="1219200"/>
                </a:lnTo>
                <a:lnTo>
                  <a:pt x="704850" y="1219200"/>
                </a:lnTo>
                <a:lnTo>
                  <a:pt x="704850" y="1209675"/>
                </a:lnTo>
                <a:lnTo>
                  <a:pt x="714375" y="1209675"/>
                </a:lnTo>
                <a:lnTo>
                  <a:pt x="714375" y="1200150"/>
                </a:lnTo>
                <a:lnTo>
                  <a:pt x="733425" y="1200150"/>
                </a:lnTo>
                <a:lnTo>
                  <a:pt x="733425" y="1190625"/>
                </a:lnTo>
                <a:lnTo>
                  <a:pt x="742950" y="1190625"/>
                </a:lnTo>
                <a:lnTo>
                  <a:pt x="742950" y="1181100"/>
                </a:lnTo>
                <a:lnTo>
                  <a:pt x="752475" y="1181100"/>
                </a:lnTo>
                <a:close/>
                <a:moveTo>
                  <a:pt x="1114425" y="1171575"/>
                </a:moveTo>
                <a:lnTo>
                  <a:pt x="1123950" y="1171575"/>
                </a:lnTo>
                <a:lnTo>
                  <a:pt x="1123950" y="1181100"/>
                </a:lnTo>
                <a:lnTo>
                  <a:pt x="1133475" y="1181100"/>
                </a:lnTo>
                <a:lnTo>
                  <a:pt x="1133475" y="1190625"/>
                </a:lnTo>
                <a:lnTo>
                  <a:pt x="1162050" y="1190625"/>
                </a:lnTo>
                <a:lnTo>
                  <a:pt x="1162050" y="1209675"/>
                </a:lnTo>
                <a:lnTo>
                  <a:pt x="1171575" y="1209675"/>
                </a:lnTo>
                <a:lnTo>
                  <a:pt x="1171575" y="1219200"/>
                </a:lnTo>
                <a:lnTo>
                  <a:pt x="1181100" y="1219200"/>
                </a:lnTo>
                <a:lnTo>
                  <a:pt x="1181100" y="1247775"/>
                </a:lnTo>
                <a:lnTo>
                  <a:pt x="1171575" y="1247775"/>
                </a:lnTo>
                <a:lnTo>
                  <a:pt x="1171575" y="1238250"/>
                </a:lnTo>
                <a:lnTo>
                  <a:pt x="1162050" y="1238250"/>
                </a:lnTo>
                <a:lnTo>
                  <a:pt x="1162050" y="1219200"/>
                </a:lnTo>
                <a:lnTo>
                  <a:pt x="1152525" y="1219200"/>
                </a:lnTo>
                <a:lnTo>
                  <a:pt x="1152525" y="1209675"/>
                </a:lnTo>
                <a:lnTo>
                  <a:pt x="1143000" y="1209675"/>
                </a:lnTo>
                <a:lnTo>
                  <a:pt x="1143000" y="1200150"/>
                </a:lnTo>
                <a:lnTo>
                  <a:pt x="1123950" y="1200150"/>
                </a:lnTo>
                <a:lnTo>
                  <a:pt x="1123950" y="1190625"/>
                </a:lnTo>
                <a:lnTo>
                  <a:pt x="1114425" y="1190625"/>
                </a:lnTo>
                <a:close/>
                <a:moveTo>
                  <a:pt x="1181100" y="1247775"/>
                </a:moveTo>
                <a:lnTo>
                  <a:pt x="1190625" y="1247775"/>
                </a:lnTo>
                <a:lnTo>
                  <a:pt x="1190625" y="1257300"/>
                </a:lnTo>
                <a:lnTo>
                  <a:pt x="1181100" y="1257300"/>
                </a:lnTo>
                <a:close/>
                <a:moveTo>
                  <a:pt x="1190625" y="1257300"/>
                </a:moveTo>
                <a:lnTo>
                  <a:pt x="1200150" y="1257300"/>
                </a:lnTo>
                <a:lnTo>
                  <a:pt x="1200150" y="1266825"/>
                </a:lnTo>
                <a:lnTo>
                  <a:pt x="1209675" y="1266825"/>
                </a:lnTo>
                <a:lnTo>
                  <a:pt x="1209675" y="1276350"/>
                </a:lnTo>
                <a:lnTo>
                  <a:pt x="1228725" y="1276350"/>
                </a:lnTo>
                <a:lnTo>
                  <a:pt x="1228725" y="1285875"/>
                </a:lnTo>
                <a:lnTo>
                  <a:pt x="1257300" y="1285875"/>
                </a:lnTo>
                <a:lnTo>
                  <a:pt x="1257300" y="1295400"/>
                </a:lnTo>
                <a:lnTo>
                  <a:pt x="1209675" y="1295400"/>
                </a:lnTo>
                <a:lnTo>
                  <a:pt x="1209675" y="1285875"/>
                </a:lnTo>
                <a:lnTo>
                  <a:pt x="1200150" y="1285875"/>
                </a:lnTo>
                <a:lnTo>
                  <a:pt x="1200150" y="1276350"/>
                </a:lnTo>
                <a:lnTo>
                  <a:pt x="1190625" y="1276350"/>
                </a:lnTo>
                <a:close/>
                <a:moveTo>
                  <a:pt x="352425" y="1352550"/>
                </a:moveTo>
                <a:lnTo>
                  <a:pt x="361950" y="1352550"/>
                </a:lnTo>
                <a:lnTo>
                  <a:pt x="361950" y="1362075"/>
                </a:lnTo>
                <a:lnTo>
                  <a:pt x="352425" y="1362075"/>
                </a:lnTo>
                <a:close/>
                <a:moveTo>
                  <a:pt x="1419225" y="1352550"/>
                </a:moveTo>
                <a:lnTo>
                  <a:pt x="1428750" y="1352550"/>
                </a:lnTo>
                <a:lnTo>
                  <a:pt x="1428750" y="1362075"/>
                </a:lnTo>
                <a:lnTo>
                  <a:pt x="1447800" y="1362075"/>
                </a:lnTo>
                <a:lnTo>
                  <a:pt x="1447800" y="1371600"/>
                </a:lnTo>
                <a:lnTo>
                  <a:pt x="1466850" y="1371600"/>
                </a:lnTo>
                <a:lnTo>
                  <a:pt x="1466850" y="1381125"/>
                </a:lnTo>
                <a:lnTo>
                  <a:pt x="1476375" y="1381125"/>
                </a:lnTo>
                <a:lnTo>
                  <a:pt x="1476375" y="1390650"/>
                </a:lnTo>
                <a:lnTo>
                  <a:pt x="1495425" y="1390650"/>
                </a:lnTo>
                <a:lnTo>
                  <a:pt x="1495425" y="1400175"/>
                </a:lnTo>
                <a:lnTo>
                  <a:pt x="1514475" y="1400175"/>
                </a:lnTo>
                <a:lnTo>
                  <a:pt x="1514475" y="1409700"/>
                </a:lnTo>
                <a:lnTo>
                  <a:pt x="1524000" y="1409700"/>
                </a:lnTo>
                <a:lnTo>
                  <a:pt x="1524000" y="1419225"/>
                </a:lnTo>
                <a:lnTo>
                  <a:pt x="1533525" y="1419225"/>
                </a:lnTo>
                <a:lnTo>
                  <a:pt x="1533525" y="1438275"/>
                </a:lnTo>
                <a:lnTo>
                  <a:pt x="1524000" y="1438275"/>
                </a:lnTo>
                <a:lnTo>
                  <a:pt x="1524000" y="1428750"/>
                </a:lnTo>
                <a:lnTo>
                  <a:pt x="1504950" y="1428750"/>
                </a:lnTo>
                <a:lnTo>
                  <a:pt x="1504950" y="1419225"/>
                </a:lnTo>
                <a:lnTo>
                  <a:pt x="1495425" y="1419225"/>
                </a:lnTo>
                <a:lnTo>
                  <a:pt x="1495425" y="1409700"/>
                </a:lnTo>
                <a:lnTo>
                  <a:pt x="1485900" y="1409700"/>
                </a:lnTo>
                <a:lnTo>
                  <a:pt x="1485900" y="1400175"/>
                </a:lnTo>
                <a:lnTo>
                  <a:pt x="1466850" y="1400175"/>
                </a:lnTo>
                <a:lnTo>
                  <a:pt x="1466850" y="1390650"/>
                </a:lnTo>
                <a:lnTo>
                  <a:pt x="1447800" y="1390650"/>
                </a:lnTo>
                <a:lnTo>
                  <a:pt x="1447800" y="1381125"/>
                </a:lnTo>
                <a:lnTo>
                  <a:pt x="1438275" y="1381125"/>
                </a:lnTo>
                <a:lnTo>
                  <a:pt x="1438275" y="1371600"/>
                </a:lnTo>
                <a:lnTo>
                  <a:pt x="1419225" y="1371600"/>
                </a:lnTo>
                <a:close/>
                <a:moveTo>
                  <a:pt x="438150" y="1362075"/>
                </a:moveTo>
                <a:lnTo>
                  <a:pt x="457200" y="1362075"/>
                </a:lnTo>
                <a:lnTo>
                  <a:pt x="457200" y="1371600"/>
                </a:lnTo>
                <a:lnTo>
                  <a:pt x="438150" y="1371600"/>
                </a:lnTo>
                <a:close/>
                <a:moveTo>
                  <a:pt x="419100" y="1371600"/>
                </a:moveTo>
                <a:lnTo>
                  <a:pt x="438150" y="1371600"/>
                </a:lnTo>
                <a:lnTo>
                  <a:pt x="438150" y="1381125"/>
                </a:lnTo>
                <a:lnTo>
                  <a:pt x="428625" y="1381125"/>
                </a:lnTo>
                <a:lnTo>
                  <a:pt x="428625" y="1390650"/>
                </a:lnTo>
                <a:lnTo>
                  <a:pt x="419100" y="1390650"/>
                </a:lnTo>
                <a:lnTo>
                  <a:pt x="419100" y="1400175"/>
                </a:lnTo>
                <a:lnTo>
                  <a:pt x="400050" y="1400175"/>
                </a:lnTo>
                <a:lnTo>
                  <a:pt x="400050" y="1409700"/>
                </a:lnTo>
                <a:lnTo>
                  <a:pt x="381000" y="1409700"/>
                </a:lnTo>
                <a:lnTo>
                  <a:pt x="381000" y="1419225"/>
                </a:lnTo>
                <a:lnTo>
                  <a:pt x="371475" y="1419225"/>
                </a:lnTo>
                <a:lnTo>
                  <a:pt x="371475" y="1428750"/>
                </a:lnTo>
                <a:lnTo>
                  <a:pt x="352425" y="1428750"/>
                </a:lnTo>
                <a:lnTo>
                  <a:pt x="352425" y="1419225"/>
                </a:lnTo>
                <a:lnTo>
                  <a:pt x="361950" y="1419225"/>
                </a:lnTo>
                <a:lnTo>
                  <a:pt x="361950" y="1409700"/>
                </a:lnTo>
                <a:lnTo>
                  <a:pt x="371475" y="1409700"/>
                </a:lnTo>
                <a:lnTo>
                  <a:pt x="371475" y="1400175"/>
                </a:lnTo>
                <a:lnTo>
                  <a:pt x="381000" y="1400175"/>
                </a:lnTo>
                <a:lnTo>
                  <a:pt x="381000" y="1390650"/>
                </a:lnTo>
                <a:lnTo>
                  <a:pt x="390525" y="1390650"/>
                </a:lnTo>
                <a:lnTo>
                  <a:pt x="390525" y="1381125"/>
                </a:lnTo>
                <a:lnTo>
                  <a:pt x="419100" y="1381125"/>
                </a:lnTo>
                <a:close/>
                <a:moveTo>
                  <a:pt x="333375" y="1428750"/>
                </a:moveTo>
                <a:lnTo>
                  <a:pt x="352425" y="1428750"/>
                </a:lnTo>
                <a:lnTo>
                  <a:pt x="352425" y="1438275"/>
                </a:lnTo>
                <a:lnTo>
                  <a:pt x="333375" y="1438275"/>
                </a:lnTo>
                <a:close/>
                <a:moveTo>
                  <a:pt x="1609725" y="1533525"/>
                </a:moveTo>
                <a:lnTo>
                  <a:pt x="1628775" y="1533525"/>
                </a:lnTo>
                <a:lnTo>
                  <a:pt x="1628775" y="1562100"/>
                </a:lnTo>
                <a:lnTo>
                  <a:pt x="1638300" y="1562100"/>
                </a:lnTo>
                <a:lnTo>
                  <a:pt x="1638300" y="1581150"/>
                </a:lnTo>
                <a:lnTo>
                  <a:pt x="1647825" y="1581150"/>
                </a:lnTo>
                <a:lnTo>
                  <a:pt x="1647825" y="1600200"/>
                </a:lnTo>
                <a:lnTo>
                  <a:pt x="1638300" y="1600200"/>
                </a:lnTo>
                <a:lnTo>
                  <a:pt x="1638300" y="1590675"/>
                </a:lnTo>
                <a:lnTo>
                  <a:pt x="1628775" y="1590675"/>
                </a:lnTo>
                <a:lnTo>
                  <a:pt x="1628775" y="1571625"/>
                </a:lnTo>
                <a:lnTo>
                  <a:pt x="1619250" y="1571625"/>
                </a:lnTo>
                <a:lnTo>
                  <a:pt x="1619250" y="1552575"/>
                </a:lnTo>
                <a:lnTo>
                  <a:pt x="1609725" y="1552575"/>
                </a:lnTo>
                <a:close/>
                <a:moveTo>
                  <a:pt x="257175" y="1543050"/>
                </a:moveTo>
                <a:lnTo>
                  <a:pt x="266700" y="1543050"/>
                </a:lnTo>
                <a:lnTo>
                  <a:pt x="266700" y="1562100"/>
                </a:lnTo>
                <a:lnTo>
                  <a:pt x="257175" y="1562100"/>
                </a:lnTo>
                <a:lnTo>
                  <a:pt x="257175" y="1581150"/>
                </a:lnTo>
                <a:lnTo>
                  <a:pt x="247650" y="1581150"/>
                </a:lnTo>
                <a:lnTo>
                  <a:pt x="247650" y="1590675"/>
                </a:lnTo>
                <a:lnTo>
                  <a:pt x="238125" y="1590675"/>
                </a:lnTo>
                <a:lnTo>
                  <a:pt x="238125" y="1562100"/>
                </a:lnTo>
                <a:lnTo>
                  <a:pt x="247650" y="1562100"/>
                </a:lnTo>
                <a:lnTo>
                  <a:pt x="247650" y="1552575"/>
                </a:lnTo>
                <a:lnTo>
                  <a:pt x="257175" y="1552575"/>
                </a:lnTo>
                <a:close/>
                <a:moveTo>
                  <a:pt x="1666875" y="1647825"/>
                </a:moveTo>
                <a:lnTo>
                  <a:pt x="1676400" y="1647825"/>
                </a:lnTo>
                <a:lnTo>
                  <a:pt x="1676400" y="1657350"/>
                </a:lnTo>
                <a:lnTo>
                  <a:pt x="1666875" y="1657350"/>
                </a:lnTo>
                <a:close/>
                <a:moveTo>
                  <a:pt x="209550" y="1657350"/>
                </a:moveTo>
                <a:lnTo>
                  <a:pt x="219075" y="1657350"/>
                </a:lnTo>
                <a:lnTo>
                  <a:pt x="219075" y="1666875"/>
                </a:lnTo>
                <a:lnTo>
                  <a:pt x="209550" y="1666875"/>
                </a:lnTo>
                <a:close/>
                <a:moveTo>
                  <a:pt x="1657350" y="1657350"/>
                </a:moveTo>
                <a:lnTo>
                  <a:pt x="1666875" y="1657350"/>
                </a:lnTo>
                <a:lnTo>
                  <a:pt x="1666875" y="1676400"/>
                </a:lnTo>
                <a:lnTo>
                  <a:pt x="1657350" y="1676400"/>
                </a:lnTo>
                <a:close/>
              </a:path>
            </a:pathLst>
          </a:custGeom>
          <a:solidFill xmlns:a="http://schemas.openxmlformats.org/drawingml/2006/main">
            <a:srgbClr val="F8E2D7"/>
          </a:solidFill>
          <a:ln xmlns:a="http://schemas.openxmlformats.org/drawingml/2006/main" w="0">
            <a:noFill/>
          </a:ln>
        </p:spPr>
      </p:sp>
      <p:sp>
        <p:nvSpPr>
          <p:cNvPr id="50" name="juan vector #f5e2d9">
            <a:extLst xmlns:a="http://schemas.openxmlformats.org/drawingml/2006/main">
              <a:ext uri="{FF2B5EF4-FFF2-40B4-BE49-F238E27FC236}">
                <a16:creationId xmlns:a16="http://schemas.microsoft.com/office/drawing/2014/main" id="{9167D47D-81B1-48D6-9565-51DE075B937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48900" y="2552700"/>
            <a:ext cx="2085975" cy="2085975"/>
          </a:xfrm>
          <a:custGeom xmlns:a="http://schemas.openxmlformats.org/drawingml/2006/main">
            <a:pathLst>
              <a:path w="2085975" h="2085975">
                <a:moveTo>
                  <a:pt x="895350" y="28575"/>
                </a:moveTo>
                <a:lnTo>
                  <a:pt x="1009650" y="28575"/>
                </a:lnTo>
                <a:lnTo>
                  <a:pt x="1009650" y="38100"/>
                </a:lnTo>
                <a:lnTo>
                  <a:pt x="895350" y="38100"/>
                </a:lnTo>
                <a:close/>
                <a:moveTo>
                  <a:pt x="800100" y="38100"/>
                </a:moveTo>
                <a:lnTo>
                  <a:pt x="838200" y="38100"/>
                </a:lnTo>
                <a:lnTo>
                  <a:pt x="838200" y="47625"/>
                </a:lnTo>
                <a:lnTo>
                  <a:pt x="800100" y="47625"/>
                </a:lnTo>
                <a:close/>
                <a:moveTo>
                  <a:pt x="847725" y="38100"/>
                </a:moveTo>
                <a:lnTo>
                  <a:pt x="857250" y="38100"/>
                </a:lnTo>
                <a:lnTo>
                  <a:pt x="857250" y="47625"/>
                </a:lnTo>
                <a:lnTo>
                  <a:pt x="847725" y="47625"/>
                </a:lnTo>
                <a:close/>
                <a:moveTo>
                  <a:pt x="885825" y="38100"/>
                </a:moveTo>
                <a:lnTo>
                  <a:pt x="895350" y="38100"/>
                </a:lnTo>
                <a:lnTo>
                  <a:pt x="895350" y="47625"/>
                </a:lnTo>
                <a:lnTo>
                  <a:pt x="885825" y="47625"/>
                </a:lnTo>
                <a:close/>
                <a:moveTo>
                  <a:pt x="1057275" y="38100"/>
                </a:moveTo>
                <a:lnTo>
                  <a:pt x="1095375" y="38100"/>
                </a:lnTo>
                <a:lnTo>
                  <a:pt x="1095375" y="47625"/>
                </a:lnTo>
                <a:lnTo>
                  <a:pt x="1057275" y="47625"/>
                </a:lnTo>
                <a:close/>
                <a:moveTo>
                  <a:pt x="742950" y="47625"/>
                </a:moveTo>
                <a:lnTo>
                  <a:pt x="752475" y="47625"/>
                </a:lnTo>
                <a:lnTo>
                  <a:pt x="752475" y="57150"/>
                </a:lnTo>
                <a:lnTo>
                  <a:pt x="742950" y="57150"/>
                </a:lnTo>
                <a:close/>
                <a:moveTo>
                  <a:pt x="1133475" y="47625"/>
                </a:moveTo>
                <a:lnTo>
                  <a:pt x="1143000" y="47625"/>
                </a:lnTo>
                <a:lnTo>
                  <a:pt x="1143000" y="57150"/>
                </a:lnTo>
                <a:lnTo>
                  <a:pt x="1133475" y="57150"/>
                </a:lnTo>
                <a:close/>
                <a:moveTo>
                  <a:pt x="695325" y="57150"/>
                </a:moveTo>
                <a:lnTo>
                  <a:pt x="723900" y="57150"/>
                </a:lnTo>
                <a:lnTo>
                  <a:pt x="723900" y="66675"/>
                </a:lnTo>
                <a:lnTo>
                  <a:pt x="695325" y="66675"/>
                </a:lnTo>
                <a:close/>
                <a:moveTo>
                  <a:pt x="1143000" y="57150"/>
                </a:moveTo>
                <a:lnTo>
                  <a:pt x="1152525" y="57150"/>
                </a:lnTo>
                <a:lnTo>
                  <a:pt x="1152525" y="66675"/>
                </a:lnTo>
                <a:lnTo>
                  <a:pt x="1143000" y="66675"/>
                </a:lnTo>
                <a:close/>
                <a:moveTo>
                  <a:pt x="1171575" y="57150"/>
                </a:moveTo>
                <a:lnTo>
                  <a:pt x="1190625" y="57150"/>
                </a:lnTo>
                <a:lnTo>
                  <a:pt x="1190625" y="66675"/>
                </a:lnTo>
                <a:lnTo>
                  <a:pt x="1171575" y="66675"/>
                </a:lnTo>
                <a:close/>
                <a:moveTo>
                  <a:pt x="1209675" y="66675"/>
                </a:moveTo>
                <a:lnTo>
                  <a:pt x="1219200" y="66675"/>
                </a:lnTo>
                <a:lnTo>
                  <a:pt x="1219200" y="76200"/>
                </a:lnTo>
                <a:lnTo>
                  <a:pt x="1247775" y="76200"/>
                </a:lnTo>
                <a:lnTo>
                  <a:pt x="1247775" y="85725"/>
                </a:lnTo>
                <a:lnTo>
                  <a:pt x="1238250" y="85725"/>
                </a:lnTo>
                <a:lnTo>
                  <a:pt x="1238250" y="95250"/>
                </a:lnTo>
                <a:lnTo>
                  <a:pt x="1228725" y="95250"/>
                </a:lnTo>
                <a:lnTo>
                  <a:pt x="1228725" y="85725"/>
                </a:lnTo>
                <a:lnTo>
                  <a:pt x="1209675" y="85725"/>
                </a:lnTo>
                <a:close/>
                <a:moveTo>
                  <a:pt x="628650" y="76200"/>
                </a:moveTo>
                <a:lnTo>
                  <a:pt x="657225" y="76200"/>
                </a:lnTo>
                <a:lnTo>
                  <a:pt x="657225" y="85725"/>
                </a:lnTo>
                <a:lnTo>
                  <a:pt x="638175" y="85725"/>
                </a:lnTo>
                <a:lnTo>
                  <a:pt x="638175" y="95250"/>
                </a:lnTo>
                <a:lnTo>
                  <a:pt x="619125" y="95250"/>
                </a:lnTo>
                <a:lnTo>
                  <a:pt x="619125" y="85725"/>
                </a:lnTo>
                <a:lnTo>
                  <a:pt x="628650" y="85725"/>
                </a:lnTo>
                <a:close/>
                <a:moveTo>
                  <a:pt x="1247775" y="85725"/>
                </a:moveTo>
                <a:lnTo>
                  <a:pt x="1276350" y="85725"/>
                </a:lnTo>
                <a:lnTo>
                  <a:pt x="1276350" y="95250"/>
                </a:lnTo>
                <a:lnTo>
                  <a:pt x="1304925" y="95250"/>
                </a:lnTo>
                <a:lnTo>
                  <a:pt x="1304925" y="104775"/>
                </a:lnTo>
                <a:lnTo>
                  <a:pt x="1295400" y="104775"/>
                </a:lnTo>
                <a:lnTo>
                  <a:pt x="1295400" y="114300"/>
                </a:lnTo>
                <a:lnTo>
                  <a:pt x="1285875" y="114300"/>
                </a:lnTo>
                <a:lnTo>
                  <a:pt x="1285875" y="104775"/>
                </a:lnTo>
                <a:lnTo>
                  <a:pt x="1266825" y="104775"/>
                </a:lnTo>
                <a:lnTo>
                  <a:pt x="1266825" y="95250"/>
                </a:lnTo>
                <a:lnTo>
                  <a:pt x="1247775" y="95250"/>
                </a:lnTo>
                <a:close/>
                <a:moveTo>
                  <a:pt x="581025" y="95250"/>
                </a:moveTo>
                <a:lnTo>
                  <a:pt x="600075" y="95250"/>
                </a:lnTo>
                <a:lnTo>
                  <a:pt x="600075" y="104775"/>
                </a:lnTo>
                <a:lnTo>
                  <a:pt x="590550" y="104775"/>
                </a:lnTo>
                <a:lnTo>
                  <a:pt x="590550" y="114300"/>
                </a:lnTo>
                <a:lnTo>
                  <a:pt x="581025" y="114300"/>
                </a:lnTo>
                <a:close/>
                <a:moveTo>
                  <a:pt x="1304925" y="104775"/>
                </a:moveTo>
                <a:lnTo>
                  <a:pt x="1314450" y="104775"/>
                </a:lnTo>
                <a:lnTo>
                  <a:pt x="1314450" y="114300"/>
                </a:lnTo>
                <a:lnTo>
                  <a:pt x="1304925" y="114300"/>
                </a:lnTo>
                <a:close/>
                <a:moveTo>
                  <a:pt x="533400" y="114300"/>
                </a:moveTo>
                <a:lnTo>
                  <a:pt x="542925" y="114300"/>
                </a:lnTo>
                <a:lnTo>
                  <a:pt x="542925" y="123825"/>
                </a:lnTo>
                <a:lnTo>
                  <a:pt x="533400" y="123825"/>
                </a:lnTo>
                <a:close/>
                <a:moveTo>
                  <a:pt x="1314450" y="114300"/>
                </a:moveTo>
                <a:lnTo>
                  <a:pt x="1352550" y="114300"/>
                </a:lnTo>
                <a:lnTo>
                  <a:pt x="1352550" y="123825"/>
                </a:lnTo>
                <a:lnTo>
                  <a:pt x="1362075" y="123825"/>
                </a:lnTo>
                <a:lnTo>
                  <a:pt x="1362075" y="133350"/>
                </a:lnTo>
                <a:lnTo>
                  <a:pt x="1323975" y="133350"/>
                </a:lnTo>
                <a:lnTo>
                  <a:pt x="1323975" y="123825"/>
                </a:lnTo>
                <a:lnTo>
                  <a:pt x="1314450" y="123825"/>
                </a:lnTo>
                <a:close/>
                <a:moveTo>
                  <a:pt x="1371600" y="114300"/>
                </a:moveTo>
                <a:lnTo>
                  <a:pt x="1381125" y="114300"/>
                </a:lnTo>
                <a:lnTo>
                  <a:pt x="1381125" y="123825"/>
                </a:lnTo>
                <a:lnTo>
                  <a:pt x="1371600" y="123825"/>
                </a:lnTo>
                <a:close/>
                <a:moveTo>
                  <a:pt x="514350" y="123825"/>
                </a:moveTo>
                <a:lnTo>
                  <a:pt x="533400" y="123825"/>
                </a:lnTo>
                <a:lnTo>
                  <a:pt x="533400" y="133350"/>
                </a:lnTo>
                <a:lnTo>
                  <a:pt x="514350" y="133350"/>
                </a:lnTo>
                <a:close/>
                <a:moveTo>
                  <a:pt x="1228725" y="266700"/>
                </a:moveTo>
                <a:lnTo>
                  <a:pt x="1247775" y="266700"/>
                </a:lnTo>
                <a:lnTo>
                  <a:pt x="1247775" y="276225"/>
                </a:lnTo>
                <a:lnTo>
                  <a:pt x="1257300" y="276225"/>
                </a:lnTo>
                <a:lnTo>
                  <a:pt x="1257300" y="304800"/>
                </a:lnTo>
                <a:lnTo>
                  <a:pt x="1238250" y="304800"/>
                </a:lnTo>
                <a:lnTo>
                  <a:pt x="1238250" y="323850"/>
                </a:lnTo>
                <a:lnTo>
                  <a:pt x="1228725" y="323850"/>
                </a:lnTo>
                <a:lnTo>
                  <a:pt x="1228725" y="333375"/>
                </a:lnTo>
                <a:lnTo>
                  <a:pt x="1209675" y="333375"/>
                </a:lnTo>
                <a:lnTo>
                  <a:pt x="1209675" y="323850"/>
                </a:lnTo>
                <a:lnTo>
                  <a:pt x="1200150" y="323850"/>
                </a:lnTo>
                <a:lnTo>
                  <a:pt x="1200150" y="314325"/>
                </a:lnTo>
                <a:lnTo>
                  <a:pt x="1209675" y="314325"/>
                </a:lnTo>
                <a:lnTo>
                  <a:pt x="1209675" y="295275"/>
                </a:lnTo>
                <a:lnTo>
                  <a:pt x="1228725" y="295275"/>
                </a:lnTo>
                <a:close/>
                <a:moveTo>
                  <a:pt x="1190625" y="285750"/>
                </a:moveTo>
                <a:lnTo>
                  <a:pt x="1200150" y="285750"/>
                </a:lnTo>
                <a:lnTo>
                  <a:pt x="1200150" y="295275"/>
                </a:lnTo>
                <a:lnTo>
                  <a:pt x="1190625" y="295275"/>
                </a:lnTo>
                <a:close/>
                <a:moveTo>
                  <a:pt x="1171575" y="295275"/>
                </a:moveTo>
                <a:lnTo>
                  <a:pt x="1181100" y="295275"/>
                </a:lnTo>
                <a:lnTo>
                  <a:pt x="1181100" y="323850"/>
                </a:lnTo>
                <a:lnTo>
                  <a:pt x="1190625" y="323850"/>
                </a:lnTo>
                <a:lnTo>
                  <a:pt x="1190625" y="352425"/>
                </a:lnTo>
                <a:lnTo>
                  <a:pt x="1219200" y="352425"/>
                </a:lnTo>
                <a:lnTo>
                  <a:pt x="1219200" y="361950"/>
                </a:lnTo>
                <a:lnTo>
                  <a:pt x="1228725" y="361950"/>
                </a:lnTo>
                <a:lnTo>
                  <a:pt x="1228725" y="371475"/>
                </a:lnTo>
                <a:lnTo>
                  <a:pt x="1238250" y="371475"/>
                </a:lnTo>
                <a:lnTo>
                  <a:pt x="1238250" y="381000"/>
                </a:lnTo>
                <a:lnTo>
                  <a:pt x="1209675" y="381000"/>
                </a:lnTo>
                <a:lnTo>
                  <a:pt x="1209675" y="371475"/>
                </a:lnTo>
                <a:lnTo>
                  <a:pt x="1200150" y="371475"/>
                </a:lnTo>
                <a:lnTo>
                  <a:pt x="1200150" y="361950"/>
                </a:lnTo>
                <a:lnTo>
                  <a:pt x="1181100" y="361950"/>
                </a:lnTo>
                <a:lnTo>
                  <a:pt x="1181100" y="352425"/>
                </a:lnTo>
                <a:lnTo>
                  <a:pt x="1162050" y="352425"/>
                </a:lnTo>
                <a:lnTo>
                  <a:pt x="1162050" y="342900"/>
                </a:lnTo>
                <a:lnTo>
                  <a:pt x="1143000" y="342900"/>
                </a:lnTo>
                <a:lnTo>
                  <a:pt x="1143000" y="333375"/>
                </a:lnTo>
                <a:lnTo>
                  <a:pt x="1133475" y="333375"/>
                </a:lnTo>
                <a:lnTo>
                  <a:pt x="1133475" y="323850"/>
                </a:lnTo>
                <a:lnTo>
                  <a:pt x="1123950" y="323850"/>
                </a:lnTo>
                <a:lnTo>
                  <a:pt x="1123950" y="304800"/>
                </a:lnTo>
                <a:lnTo>
                  <a:pt x="1171575" y="304800"/>
                </a:lnTo>
                <a:close/>
                <a:moveTo>
                  <a:pt x="590550" y="409575"/>
                </a:moveTo>
                <a:lnTo>
                  <a:pt x="600075" y="409575"/>
                </a:lnTo>
                <a:lnTo>
                  <a:pt x="600075" y="419100"/>
                </a:lnTo>
                <a:lnTo>
                  <a:pt x="619125" y="419100"/>
                </a:lnTo>
                <a:lnTo>
                  <a:pt x="619125" y="428625"/>
                </a:lnTo>
                <a:lnTo>
                  <a:pt x="628650" y="428625"/>
                </a:lnTo>
                <a:lnTo>
                  <a:pt x="628650" y="438150"/>
                </a:lnTo>
                <a:lnTo>
                  <a:pt x="619125" y="438150"/>
                </a:lnTo>
                <a:lnTo>
                  <a:pt x="619125" y="447675"/>
                </a:lnTo>
                <a:lnTo>
                  <a:pt x="609600" y="447675"/>
                </a:lnTo>
                <a:lnTo>
                  <a:pt x="609600" y="466725"/>
                </a:lnTo>
                <a:lnTo>
                  <a:pt x="600075" y="466725"/>
                </a:lnTo>
                <a:lnTo>
                  <a:pt x="600075" y="495300"/>
                </a:lnTo>
                <a:lnTo>
                  <a:pt x="590550" y="495300"/>
                </a:lnTo>
                <a:lnTo>
                  <a:pt x="590550" y="514350"/>
                </a:lnTo>
                <a:lnTo>
                  <a:pt x="581025" y="514350"/>
                </a:lnTo>
                <a:lnTo>
                  <a:pt x="581025" y="504825"/>
                </a:lnTo>
                <a:lnTo>
                  <a:pt x="561975" y="504825"/>
                </a:lnTo>
                <a:lnTo>
                  <a:pt x="561975" y="495300"/>
                </a:lnTo>
                <a:lnTo>
                  <a:pt x="552450" y="495300"/>
                </a:lnTo>
                <a:lnTo>
                  <a:pt x="552450" y="476250"/>
                </a:lnTo>
                <a:lnTo>
                  <a:pt x="542925" y="476250"/>
                </a:lnTo>
                <a:lnTo>
                  <a:pt x="542925" y="447675"/>
                </a:lnTo>
                <a:lnTo>
                  <a:pt x="552450" y="447675"/>
                </a:lnTo>
                <a:lnTo>
                  <a:pt x="552450" y="428625"/>
                </a:lnTo>
                <a:lnTo>
                  <a:pt x="561975" y="428625"/>
                </a:lnTo>
                <a:lnTo>
                  <a:pt x="561975" y="419100"/>
                </a:lnTo>
                <a:lnTo>
                  <a:pt x="590550" y="419100"/>
                </a:lnTo>
                <a:close/>
                <a:moveTo>
                  <a:pt x="1323975" y="504825"/>
                </a:moveTo>
                <a:lnTo>
                  <a:pt x="1333500" y="504825"/>
                </a:lnTo>
                <a:lnTo>
                  <a:pt x="1333500" y="514350"/>
                </a:lnTo>
                <a:lnTo>
                  <a:pt x="1352550" y="514350"/>
                </a:lnTo>
                <a:lnTo>
                  <a:pt x="1352550" y="523875"/>
                </a:lnTo>
                <a:lnTo>
                  <a:pt x="1362075" y="523875"/>
                </a:lnTo>
                <a:lnTo>
                  <a:pt x="1362075" y="552450"/>
                </a:lnTo>
                <a:lnTo>
                  <a:pt x="1371600" y="552450"/>
                </a:lnTo>
                <a:lnTo>
                  <a:pt x="1371600" y="561975"/>
                </a:lnTo>
                <a:lnTo>
                  <a:pt x="1381125" y="561975"/>
                </a:lnTo>
                <a:lnTo>
                  <a:pt x="1381125" y="581025"/>
                </a:lnTo>
                <a:lnTo>
                  <a:pt x="1390650" y="581025"/>
                </a:lnTo>
                <a:lnTo>
                  <a:pt x="1390650" y="590550"/>
                </a:lnTo>
                <a:lnTo>
                  <a:pt x="1381125" y="590550"/>
                </a:lnTo>
                <a:lnTo>
                  <a:pt x="1381125" y="600075"/>
                </a:lnTo>
                <a:lnTo>
                  <a:pt x="1362075" y="600075"/>
                </a:lnTo>
                <a:lnTo>
                  <a:pt x="1362075" y="609600"/>
                </a:lnTo>
                <a:lnTo>
                  <a:pt x="1314450" y="609600"/>
                </a:lnTo>
                <a:lnTo>
                  <a:pt x="1314450" y="619125"/>
                </a:lnTo>
                <a:lnTo>
                  <a:pt x="1304925" y="619125"/>
                </a:lnTo>
                <a:lnTo>
                  <a:pt x="1304925" y="628650"/>
                </a:lnTo>
                <a:lnTo>
                  <a:pt x="1295400" y="628650"/>
                </a:lnTo>
                <a:lnTo>
                  <a:pt x="1295400" y="581025"/>
                </a:lnTo>
                <a:lnTo>
                  <a:pt x="1285875" y="581025"/>
                </a:lnTo>
                <a:lnTo>
                  <a:pt x="1285875" y="552450"/>
                </a:lnTo>
                <a:lnTo>
                  <a:pt x="1295400" y="552450"/>
                </a:lnTo>
                <a:lnTo>
                  <a:pt x="1295400" y="523875"/>
                </a:lnTo>
                <a:lnTo>
                  <a:pt x="1304925" y="523875"/>
                </a:lnTo>
                <a:lnTo>
                  <a:pt x="1304925" y="514350"/>
                </a:lnTo>
                <a:lnTo>
                  <a:pt x="1323975" y="514350"/>
                </a:lnTo>
                <a:close/>
                <a:moveTo>
                  <a:pt x="438150" y="638175"/>
                </a:moveTo>
                <a:lnTo>
                  <a:pt x="457200" y="638175"/>
                </a:lnTo>
                <a:lnTo>
                  <a:pt x="457200" y="647700"/>
                </a:lnTo>
                <a:lnTo>
                  <a:pt x="466725" y="647700"/>
                </a:lnTo>
                <a:lnTo>
                  <a:pt x="466725" y="657225"/>
                </a:lnTo>
                <a:lnTo>
                  <a:pt x="457200" y="657225"/>
                </a:lnTo>
                <a:lnTo>
                  <a:pt x="457200" y="676275"/>
                </a:lnTo>
                <a:lnTo>
                  <a:pt x="438150" y="676275"/>
                </a:lnTo>
                <a:lnTo>
                  <a:pt x="438150" y="685800"/>
                </a:lnTo>
                <a:lnTo>
                  <a:pt x="466725" y="685800"/>
                </a:lnTo>
                <a:lnTo>
                  <a:pt x="466725" y="695325"/>
                </a:lnTo>
                <a:lnTo>
                  <a:pt x="409575" y="695325"/>
                </a:lnTo>
                <a:lnTo>
                  <a:pt x="409575" y="704850"/>
                </a:lnTo>
                <a:lnTo>
                  <a:pt x="400050" y="704850"/>
                </a:lnTo>
                <a:lnTo>
                  <a:pt x="400050" y="695325"/>
                </a:lnTo>
                <a:lnTo>
                  <a:pt x="390525" y="695325"/>
                </a:lnTo>
                <a:lnTo>
                  <a:pt x="390525" y="685800"/>
                </a:lnTo>
                <a:lnTo>
                  <a:pt x="400050" y="685800"/>
                </a:lnTo>
                <a:lnTo>
                  <a:pt x="400050" y="666750"/>
                </a:lnTo>
                <a:lnTo>
                  <a:pt x="409575" y="666750"/>
                </a:lnTo>
                <a:lnTo>
                  <a:pt x="409575" y="657225"/>
                </a:lnTo>
                <a:lnTo>
                  <a:pt x="419100" y="657225"/>
                </a:lnTo>
                <a:lnTo>
                  <a:pt x="419100" y="647700"/>
                </a:lnTo>
                <a:lnTo>
                  <a:pt x="438150" y="647700"/>
                </a:lnTo>
                <a:close/>
                <a:moveTo>
                  <a:pt x="1343025" y="809625"/>
                </a:moveTo>
                <a:lnTo>
                  <a:pt x="1371600" y="809625"/>
                </a:lnTo>
                <a:lnTo>
                  <a:pt x="1371600" y="819150"/>
                </a:lnTo>
                <a:lnTo>
                  <a:pt x="1381125" y="819150"/>
                </a:lnTo>
                <a:lnTo>
                  <a:pt x="1381125" y="838200"/>
                </a:lnTo>
                <a:lnTo>
                  <a:pt x="1371600" y="838200"/>
                </a:lnTo>
                <a:lnTo>
                  <a:pt x="1371600" y="847725"/>
                </a:lnTo>
                <a:lnTo>
                  <a:pt x="1362075" y="847725"/>
                </a:lnTo>
                <a:lnTo>
                  <a:pt x="1362075" y="857250"/>
                </a:lnTo>
                <a:lnTo>
                  <a:pt x="1381125" y="857250"/>
                </a:lnTo>
                <a:lnTo>
                  <a:pt x="1381125" y="876300"/>
                </a:lnTo>
                <a:lnTo>
                  <a:pt x="1371600" y="876300"/>
                </a:lnTo>
                <a:lnTo>
                  <a:pt x="1371600" y="914400"/>
                </a:lnTo>
                <a:lnTo>
                  <a:pt x="1333500" y="914400"/>
                </a:lnTo>
                <a:lnTo>
                  <a:pt x="1333500" y="895350"/>
                </a:lnTo>
                <a:lnTo>
                  <a:pt x="1323975" y="895350"/>
                </a:lnTo>
                <a:lnTo>
                  <a:pt x="1323975" y="876300"/>
                </a:lnTo>
                <a:lnTo>
                  <a:pt x="1333500" y="876300"/>
                </a:lnTo>
                <a:lnTo>
                  <a:pt x="1333500" y="847725"/>
                </a:lnTo>
                <a:lnTo>
                  <a:pt x="1343025" y="847725"/>
                </a:lnTo>
                <a:close/>
                <a:moveTo>
                  <a:pt x="2057400" y="809625"/>
                </a:moveTo>
                <a:lnTo>
                  <a:pt x="2066925" y="809625"/>
                </a:lnTo>
                <a:lnTo>
                  <a:pt x="2066925" y="819150"/>
                </a:lnTo>
                <a:lnTo>
                  <a:pt x="2057400" y="819150"/>
                </a:lnTo>
                <a:close/>
                <a:moveTo>
                  <a:pt x="342900" y="819150"/>
                </a:moveTo>
                <a:lnTo>
                  <a:pt x="361950" y="819150"/>
                </a:lnTo>
                <a:lnTo>
                  <a:pt x="361950" y="828675"/>
                </a:lnTo>
                <a:lnTo>
                  <a:pt x="371475" y="828675"/>
                </a:lnTo>
                <a:lnTo>
                  <a:pt x="371475" y="838200"/>
                </a:lnTo>
                <a:lnTo>
                  <a:pt x="361950" y="838200"/>
                </a:lnTo>
                <a:lnTo>
                  <a:pt x="361950" y="847725"/>
                </a:lnTo>
                <a:lnTo>
                  <a:pt x="352425" y="847725"/>
                </a:lnTo>
                <a:lnTo>
                  <a:pt x="352425" y="828675"/>
                </a:lnTo>
                <a:lnTo>
                  <a:pt x="342900" y="828675"/>
                </a:lnTo>
                <a:close/>
                <a:moveTo>
                  <a:pt x="1857375" y="819150"/>
                </a:moveTo>
                <a:lnTo>
                  <a:pt x="1905000" y="819150"/>
                </a:lnTo>
                <a:lnTo>
                  <a:pt x="1905000" y="828675"/>
                </a:lnTo>
                <a:lnTo>
                  <a:pt x="1895475" y="828675"/>
                </a:lnTo>
                <a:lnTo>
                  <a:pt x="1895475" y="838200"/>
                </a:lnTo>
                <a:lnTo>
                  <a:pt x="1905000" y="838200"/>
                </a:lnTo>
                <a:lnTo>
                  <a:pt x="1905000" y="866775"/>
                </a:lnTo>
                <a:lnTo>
                  <a:pt x="1914525" y="866775"/>
                </a:lnTo>
                <a:lnTo>
                  <a:pt x="1914525" y="876300"/>
                </a:lnTo>
                <a:lnTo>
                  <a:pt x="1905000" y="876300"/>
                </a:lnTo>
                <a:lnTo>
                  <a:pt x="1905000" y="885825"/>
                </a:lnTo>
                <a:lnTo>
                  <a:pt x="1914525" y="885825"/>
                </a:lnTo>
                <a:lnTo>
                  <a:pt x="1914525" y="933450"/>
                </a:lnTo>
                <a:lnTo>
                  <a:pt x="1924050" y="933450"/>
                </a:lnTo>
                <a:lnTo>
                  <a:pt x="1924050" y="1114425"/>
                </a:lnTo>
                <a:lnTo>
                  <a:pt x="1914525" y="1114425"/>
                </a:lnTo>
                <a:lnTo>
                  <a:pt x="1914525" y="1143000"/>
                </a:lnTo>
                <a:lnTo>
                  <a:pt x="1895475" y="1143000"/>
                </a:lnTo>
                <a:lnTo>
                  <a:pt x="1895475" y="1162050"/>
                </a:lnTo>
                <a:lnTo>
                  <a:pt x="1905000" y="1162050"/>
                </a:lnTo>
                <a:lnTo>
                  <a:pt x="1905000" y="1171575"/>
                </a:lnTo>
                <a:lnTo>
                  <a:pt x="1914525" y="1171575"/>
                </a:lnTo>
                <a:lnTo>
                  <a:pt x="1914525" y="1190625"/>
                </a:lnTo>
                <a:lnTo>
                  <a:pt x="1905000" y="1190625"/>
                </a:lnTo>
                <a:lnTo>
                  <a:pt x="1905000" y="1238250"/>
                </a:lnTo>
                <a:lnTo>
                  <a:pt x="1895475" y="1238250"/>
                </a:lnTo>
                <a:lnTo>
                  <a:pt x="1895475" y="1257300"/>
                </a:lnTo>
                <a:lnTo>
                  <a:pt x="1885950" y="1257300"/>
                </a:lnTo>
                <a:lnTo>
                  <a:pt x="1885950" y="1304925"/>
                </a:lnTo>
                <a:lnTo>
                  <a:pt x="1876425" y="1304925"/>
                </a:lnTo>
                <a:lnTo>
                  <a:pt x="1876425" y="1333500"/>
                </a:lnTo>
                <a:lnTo>
                  <a:pt x="1866900" y="1333500"/>
                </a:lnTo>
                <a:lnTo>
                  <a:pt x="1866900" y="1362075"/>
                </a:lnTo>
                <a:lnTo>
                  <a:pt x="1857375" y="1362075"/>
                </a:lnTo>
                <a:lnTo>
                  <a:pt x="1857375" y="1381125"/>
                </a:lnTo>
                <a:lnTo>
                  <a:pt x="1847850" y="1381125"/>
                </a:lnTo>
                <a:lnTo>
                  <a:pt x="1847850" y="1400175"/>
                </a:lnTo>
                <a:lnTo>
                  <a:pt x="1828800" y="1400175"/>
                </a:lnTo>
                <a:lnTo>
                  <a:pt x="1828800" y="1390650"/>
                </a:lnTo>
                <a:lnTo>
                  <a:pt x="1838325" y="1390650"/>
                </a:lnTo>
                <a:lnTo>
                  <a:pt x="1838325" y="1371600"/>
                </a:lnTo>
                <a:lnTo>
                  <a:pt x="1847850" y="1371600"/>
                </a:lnTo>
                <a:lnTo>
                  <a:pt x="1847850" y="1352550"/>
                </a:lnTo>
                <a:lnTo>
                  <a:pt x="1857375" y="1352550"/>
                </a:lnTo>
                <a:lnTo>
                  <a:pt x="1857375" y="1314450"/>
                </a:lnTo>
                <a:lnTo>
                  <a:pt x="1866900" y="1314450"/>
                </a:lnTo>
                <a:lnTo>
                  <a:pt x="1866900" y="1266825"/>
                </a:lnTo>
                <a:lnTo>
                  <a:pt x="1876425" y="1266825"/>
                </a:lnTo>
                <a:lnTo>
                  <a:pt x="1876425" y="1257300"/>
                </a:lnTo>
                <a:lnTo>
                  <a:pt x="1847850" y="1257300"/>
                </a:lnTo>
                <a:lnTo>
                  <a:pt x="1847850" y="1228725"/>
                </a:lnTo>
                <a:lnTo>
                  <a:pt x="1838325" y="1228725"/>
                </a:lnTo>
                <a:lnTo>
                  <a:pt x="1838325" y="1257300"/>
                </a:lnTo>
                <a:lnTo>
                  <a:pt x="1828800" y="1257300"/>
                </a:lnTo>
                <a:lnTo>
                  <a:pt x="1828800" y="1247775"/>
                </a:lnTo>
                <a:lnTo>
                  <a:pt x="1819275" y="1247775"/>
                </a:lnTo>
                <a:lnTo>
                  <a:pt x="1819275" y="1257300"/>
                </a:lnTo>
                <a:lnTo>
                  <a:pt x="1800225" y="1257300"/>
                </a:lnTo>
                <a:lnTo>
                  <a:pt x="1800225" y="1266825"/>
                </a:lnTo>
                <a:lnTo>
                  <a:pt x="1790700" y="1266825"/>
                </a:lnTo>
                <a:lnTo>
                  <a:pt x="1790700" y="1257300"/>
                </a:lnTo>
                <a:lnTo>
                  <a:pt x="1752600" y="1257300"/>
                </a:lnTo>
                <a:lnTo>
                  <a:pt x="1752600" y="1238250"/>
                </a:lnTo>
                <a:lnTo>
                  <a:pt x="1781175" y="1238250"/>
                </a:lnTo>
                <a:lnTo>
                  <a:pt x="1781175" y="1228725"/>
                </a:lnTo>
                <a:lnTo>
                  <a:pt x="1819275" y="1228725"/>
                </a:lnTo>
                <a:lnTo>
                  <a:pt x="1819275" y="1219200"/>
                </a:lnTo>
                <a:lnTo>
                  <a:pt x="1828800" y="1219200"/>
                </a:lnTo>
                <a:lnTo>
                  <a:pt x="1828800" y="1209675"/>
                </a:lnTo>
                <a:lnTo>
                  <a:pt x="1838325" y="1209675"/>
                </a:lnTo>
                <a:lnTo>
                  <a:pt x="1838325" y="1219200"/>
                </a:lnTo>
                <a:lnTo>
                  <a:pt x="1847850" y="1219200"/>
                </a:lnTo>
                <a:lnTo>
                  <a:pt x="1847850" y="1228725"/>
                </a:lnTo>
                <a:lnTo>
                  <a:pt x="1857375" y="1228725"/>
                </a:lnTo>
                <a:lnTo>
                  <a:pt x="1857375" y="1238250"/>
                </a:lnTo>
                <a:lnTo>
                  <a:pt x="1876425" y="1238250"/>
                </a:lnTo>
                <a:lnTo>
                  <a:pt x="1876425" y="1247775"/>
                </a:lnTo>
                <a:lnTo>
                  <a:pt x="1885950" y="1247775"/>
                </a:lnTo>
                <a:lnTo>
                  <a:pt x="1885950" y="1181100"/>
                </a:lnTo>
                <a:lnTo>
                  <a:pt x="1876425" y="1181100"/>
                </a:lnTo>
                <a:lnTo>
                  <a:pt x="1876425" y="1190625"/>
                </a:lnTo>
                <a:lnTo>
                  <a:pt x="1866900" y="1190625"/>
                </a:lnTo>
                <a:lnTo>
                  <a:pt x="1866900" y="1162050"/>
                </a:lnTo>
                <a:lnTo>
                  <a:pt x="1876425" y="1162050"/>
                </a:lnTo>
                <a:lnTo>
                  <a:pt x="1876425" y="1152525"/>
                </a:lnTo>
                <a:lnTo>
                  <a:pt x="1885950" y="1152525"/>
                </a:lnTo>
                <a:lnTo>
                  <a:pt x="1885950" y="1123950"/>
                </a:lnTo>
                <a:lnTo>
                  <a:pt x="1905000" y="1123950"/>
                </a:lnTo>
                <a:lnTo>
                  <a:pt x="1905000" y="1104900"/>
                </a:lnTo>
                <a:lnTo>
                  <a:pt x="1895475" y="1104900"/>
                </a:lnTo>
                <a:lnTo>
                  <a:pt x="1895475" y="1095375"/>
                </a:lnTo>
                <a:lnTo>
                  <a:pt x="1885950" y="1095375"/>
                </a:lnTo>
                <a:lnTo>
                  <a:pt x="1885950" y="1085850"/>
                </a:lnTo>
                <a:lnTo>
                  <a:pt x="1905000" y="1085850"/>
                </a:lnTo>
                <a:lnTo>
                  <a:pt x="1905000" y="1047750"/>
                </a:lnTo>
                <a:lnTo>
                  <a:pt x="1914525" y="1047750"/>
                </a:lnTo>
                <a:lnTo>
                  <a:pt x="1914525" y="1028700"/>
                </a:lnTo>
                <a:lnTo>
                  <a:pt x="1905000" y="1028700"/>
                </a:lnTo>
                <a:lnTo>
                  <a:pt x="1905000" y="914400"/>
                </a:lnTo>
                <a:lnTo>
                  <a:pt x="1895475" y="914400"/>
                </a:lnTo>
                <a:lnTo>
                  <a:pt x="1895475" y="895350"/>
                </a:lnTo>
                <a:lnTo>
                  <a:pt x="1885950" y="895350"/>
                </a:lnTo>
                <a:lnTo>
                  <a:pt x="1885950" y="876300"/>
                </a:lnTo>
                <a:lnTo>
                  <a:pt x="1866900" y="876300"/>
                </a:lnTo>
                <a:lnTo>
                  <a:pt x="1866900" y="866775"/>
                </a:lnTo>
                <a:lnTo>
                  <a:pt x="1857375" y="866775"/>
                </a:lnTo>
                <a:lnTo>
                  <a:pt x="1857375" y="857250"/>
                </a:lnTo>
                <a:lnTo>
                  <a:pt x="1828800" y="857250"/>
                </a:lnTo>
                <a:lnTo>
                  <a:pt x="1828800" y="847725"/>
                </a:lnTo>
                <a:lnTo>
                  <a:pt x="1819275" y="847725"/>
                </a:lnTo>
                <a:lnTo>
                  <a:pt x="1819275" y="828675"/>
                </a:lnTo>
                <a:lnTo>
                  <a:pt x="1828800" y="828675"/>
                </a:lnTo>
                <a:lnTo>
                  <a:pt x="1828800" y="838200"/>
                </a:lnTo>
                <a:lnTo>
                  <a:pt x="1847850" y="838200"/>
                </a:lnTo>
                <a:lnTo>
                  <a:pt x="1847850" y="828675"/>
                </a:lnTo>
                <a:lnTo>
                  <a:pt x="1857375" y="828675"/>
                </a:lnTo>
                <a:close/>
                <a:moveTo>
                  <a:pt x="142875" y="857250"/>
                </a:moveTo>
                <a:lnTo>
                  <a:pt x="171450" y="857250"/>
                </a:lnTo>
                <a:lnTo>
                  <a:pt x="171450" y="866775"/>
                </a:lnTo>
                <a:lnTo>
                  <a:pt x="190500" y="866775"/>
                </a:lnTo>
                <a:lnTo>
                  <a:pt x="190500" y="876300"/>
                </a:lnTo>
                <a:lnTo>
                  <a:pt x="219075" y="876300"/>
                </a:lnTo>
                <a:lnTo>
                  <a:pt x="219075" y="885825"/>
                </a:lnTo>
                <a:lnTo>
                  <a:pt x="228600" y="885825"/>
                </a:lnTo>
                <a:lnTo>
                  <a:pt x="228600" y="895350"/>
                </a:lnTo>
                <a:lnTo>
                  <a:pt x="238125" y="895350"/>
                </a:lnTo>
                <a:lnTo>
                  <a:pt x="238125" y="904875"/>
                </a:lnTo>
                <a:lnTo>
                  <a:pt x="247650" y="904875"/>
                </a:lnTo>
                <a:lnTo>
                  <a:pt x="247650" y="914400"/>
                </a:lnTo>
                <a:lnTo>
                  <a:pt x="238125" y="914400"/>
                </a:lnTo>
                <a:lnTo>
                  <a:pt x="238125" y="933450"/>
                </a:lnTo>
                <a:lnTo>
                  <a:pt x="219075" y="933450"/>
                </a:lnTo>
                <a:lnTo>
                  <a:pt x="219075" y="952500"/>
                </a:lnTo>
                <a:lnTo>
                  <a:pt x="200025" y="952500"/>
                </a:lnTo>
                <a:lnTo>
                  <a:pt x="200025" y="962025"/>
                </a:lnTo>
                <a:lnTo>
                  <a:pt x="180975" y="962025"/>
                </a:lnTo>
                <a:lnTo>
                  <a:pt x="180975" y="952500"/>
                </a:lnTo>
                <a:lnTo>
                  <a:pt x="161925" y="952500"/>
                </a:lnTo>
                <a:lnTo>
                  <a:pt x="161925" y="962025"/>
                </a:lnTo>
                <a:lnTo>
                  <a:pt x="133350" y="962025"/>
                </a:lnTo>
                <a:lnTo>
                  <a:pt x="133350" y="942975"/>
                </a:lnTo>
                <a:lnTo>
                  <a:pt x="104775" y="942975"/>
                </a:lnTo>
                <a:lnTo>
                  <a:pt x="104775" y="933450"/>
                </a:lnTo>
                <a:lnTo>
                  <a:pt x="95250" y="933450"/>
                </a:lnTo>
                <a:lnTo>
                  <a:pt x="95250" y="904875"/>
                </a:lnTo>
                <a:lnTo>
                  <a:pt x="104775" y="904875"/>
                </a:lnTo>
                <a:lnTo>
                  <a:pt x="104775" y="914400"/>
                </a:lnTo>
                <a:lnTo>
                  <a:pt x="114300" y="914400"/>
                </a:lnTo>
                <a:lnTo>
                  <a:pt x="114300" y="895350"/>
                </a:lnTo>
                <a:lnTo>
                  <a:pt x="133350" y="895350"/>
                </a:lnTo>
                <a:lnTo>
                  <a:pt x="133350" y="876300"/>
                </a:lnTo>
                <a:lnTo>
                  <a:pt x="142875" y="876300"/>
                </a:lnTo>
                <a:close/>
                <a:moveTo>
                  <a:pt x="1495425" y="866775"/>
                </a:moveTo>
                <a:lnTo>
                  <a:pt x="1504950" y="866775"/>
                </a:lnTo>
                <a:lnTo>
                  <a:pt x="1504950" y="876300"/>
                </a:lnTo>
                <a:lnTo>
                  <a:pt x="1514475" y="876300"/>
                </a:lnTo>
                <a:lnTo>
                  <a:pt x="1514475" y="904875"/>
                </a:lnTo>
                <a:lnTo>
                  <a:pt x="1524000" y="904875"/>
                </a:lnTo>
                <a:lnTo>
                  <a:pt x="1524000" y="914400"/>
                </a:lnTo>
                <a:lnTo>
                  <a:pt x="1533525" y="914400"/>
                </a:lnTo>
                <a:lnTo>
                  <a:pt x="1533525" y="923925"/>
                </a:lnTo>
                <a:lnTo>
                  <a:pt x="1543050" y="923925"/>
                </a:lnTo>
                <a:lnTo>
                  <a:pt x="1543050" y="933450"/>
                </a:lnTo>
                <a:lnTo>
                  <a:pt x="1552575" y="933450"/>
                </a:lnTo>
                <a:lnTo>
                  <a:pt x="1552575" y="942975"/>
                </a:lnTo>
                <a:lnTo>
                  <a:pt x="1543050" y="942975"/>
                </a:lnTo>
                <a:lnTo>
                  <a:pt x="1543050" y="952500"/>
                </a:lnTo>
                <a:lnTo>
                  <a:pt x="1466850" y="952500"/>
                </a:lnTo>
                <a:lnTo>
                  <a:pt x="1466850" y="942975"/>
                </a:lnTo>
                <a:lnTo>
                  <a:pt x="1476375" y="942975"/>
                </a:lnTo>
                <a:lnTo>
                  <a:pt x="1476375" y="933450"/>
                </a:lnTo>
                <a:lnTo>
                  <a:pt x="1485900" y="933450"/>
                </a:lnTo>
                <a:lnTo>
                  <a:pt x="1485900" y="923925"/>
                </a:lnTo>
                <a:lnTo>
                  <a:pt x="1476375" y="923925"/>
                </a:lnTo>
                <a:lnTo>
                  <a:pt x="1476375" y="904875"/>
                </a:lnTo>
                <a:lnTo>
                  <a:pt x="1485900" y="904875"/>
                </a:lnTo>
                <a:lnTo>
                  <a:pt x="1485900" y="895350"/>
                </a:lnTo>
                <a:lnTo>
                  <a:pt x="1457325" y="895350"/>
                </a:lnTo>
                <a:lnTo>
                  <a:pt x="1457325" y="904875"/>
                </a:lnTo>
                <a:lnTo>
                  <a:pt x="1447800" y="904875"/>
                </a:lnTo>
                <a:lnTo>
                  <a:pt x="1447800" y="885825"/>
                </a:lnTo>
                <a:lnTo>
                  <a:pt x="1438275" y="885825"/>
                </a:lnTo>
                <a:lnTo>
                  <a:pt x="1438275" y="876300"/>
                </a:lnTo>
                <a:lnTo>
                  <a:pt x="1495425" y="876300"/>
                </a:lnTo>
                <a:close/>
                <a:moveTo>
                  <a:pt x="533400" y="895350"/>
                </a:moveTo>
                <a:lnTo>
                  <a:pt x="552450" y="895350"/>
                </a:lnTo>
                <a:lnTo>
                  <a:pt x="552450" y="904875"/>
                </a:lnTo>
                <a:lnTo>
                  <a:pt x="561975" y="904875"/>
                </a:lnTo>
                <a:lnTo>
                  <a:pt x="561975" y="914400"/>
                </a:lnTo>
                <a:lnTo>
                  <a:pt x="571500" y="914400"/>
                </a:lnTo>
                <a:lnTo>
                  <a:pt x="571500" y="933450"/>
                </a:lnTo>
                <a:lnTo>
                  <a:pt x="590550" y="933450"/>
                </a:lnTo>
                <a:lnTo>
                  <a:pt x="590550" y="942975"/>
                </a:lnTo>
                <a:lnTo>
                  <a:pt x="609600" y="942975"/>
                </a:lnTo>
                <a:lnTo>
                  <a:pt x="609600" y="952500"/>
                </a:lnTo>
                <a:lnTo>
                  <a:pt x="619125" y="952500"/>
                </a:lnTo>
                <a:lnTo>
                  <a:pt x="619125" y="962025"/>
                </a:lnTo>
                <a:lnTo>
                  <a:pt x="628650" y="962025"/>
                </a:lnTo>
                <a:lnTo>
                  <a:pt x="628650" y="981075"/>
                </a:lnTo>
                <a:lnTo>
                  <a:pt x="619125" y="981075"/>
                </a:lnTo>
                <a:lnTo>
                  <a:pt x="619125" y="990600"/>
                </a:lnTo>
                <a:lnTo>
                  <a:pt x="600075" y="990600"/>
                </a:lnTo>
                <a:lnTo>
                  <a:pt x="600075" y="1000125"/>
                </a:lnTo>
                <a:lnTo>
                  <a:pt x="533400" y="1000125"/>
                </a:lnTo>
                <a:lnTo>
                  <a:pt x="533400" y="990600"/>
                </a:lnTo>
                <a:lnTo>
                  <a:pt x="514350" y="990600"/>
                </a:lnTo>
                <a:lnTo>
                  <a:pt x="514350" y="971550"/>
                </a:lnTo>
                <a:lnTo>
                  <a:pt x="504825" y="971550"/>
                </a:lnTo>
                <a:lnTo>
                  <a:pt x="504825" y="923925"/>
                </a:lnTo>
                <a:lnTo>
                  <a:pt x="514350" y="923925"/>
                </a:lnTo>
                <a:lnTo>
                  <a:pt x="514350" y="904875"/>
                </a:lnTo>
                <a:lnTo>
                  <a:pt x="533400" y="904875"/>
                </a:lnTo>
                <a:close/>
                <a:moveTo>
                  <a:pt x="1638300" y="895350"/>
                </a:moveTo>
                <a:lnTo>
                  <a:pt x="1647825" y="895350"/>
                </a:lnTo>
                <a:lnTo>
                  <a:pt x="1647825" y="914400"/>
                </a:lnTo>
                <a:lnTo>
                  <a:pt x="1638300" y="914400"/>
                </a:lnTo>
                <a:lnTo>
                  <a:pt x="1638300" y="923925"/>
                </a:lnTo>
                <a:lnTo>
                  <a:pt x="1628775" y="923925"/>
                </a:lnTo>
                <a:lnTo>
                  <a:pt x="1628775" y="904875"/>
                </a:lnTo>
                <a:lnTo>
                  <a:pt x="1638300" y="904875"/>
                </a:lnTo>
                <a:close/>
                <a:moveTo>
                  <a:pt x="1609725" y="923925"/>
                </a:moveTo>
                <a:lnTo>
                  <a:pt x="1619250" y="923925"/>
                </a:lnTo>
                <a:lnTo>
                  <a:pt x="1619250" y="933450"/>
                </a:lnTo>
                <a:lnTo>
                  <a:pt x="1628775" y="933450"/>
                </a:lnTo>
                <a:lnTo>
                  <a:pt x="1628775" y="942975"/>
                </a:lnTo>
                <a:lnTo>
                  <a:pt x="1638300" y="942975"/>
                </a:lnTo>
                <a:lnTo>
                  <a:pt x="1638300" y="962025"/>
                </a:lnTo>
                <a:lnTo>
                  <a:pt x="1628775" y="962025"/>
                </a:lnTo>
                <a:lnTo>
                  <a:pt x="1628775" y="971550"/>
                </a:lnTo>
                <a:lnTo>
                  <a:pt x="1619250" y="971550"/>
                </a:lnTo>
                <a:lnTo>
                  <a:pt x="1619250" y="990600"/>
                </a:lnTo>
                <a:lnTo>
                  <a:pt x="1628775" y="990600"/>
                </a:lnTo>
                <a:lnTo>
                  <a:pt x="1628775" y="1009650"/>
                </a:lnTo>
                <a:lnTo>
                  <a:pt x="1609725" y="1009650"/>
                </a:lnTo>
                <a:lnTo>
                  <a:pt x="1609725" y="990600"/>
                </a:lnTo>
                <a:lnTo>
                  <a:pt x="1571625" y="990600"/>
                </a:lnTo>
                <a:lnTo>
                  <a:pt x="1571625" y="971550"/>
                </a:lnTo>
                <a:lnTo>
                  <a:pt x="1581150" y="971550"/>
                </a:lnTo>
                <a:lnTo>
                  <a:pt x="1581150" y="962025"/>
                </a:lnTo>
                <a:lnTo>
                  <a:pt x="1590675" y="962025"/>
                </a:lnTo>
                <a:lnTo>
                  <a:pt x="1590675" y="952500"/>
                </a:lnTo>
                <a:lnTo>
                  <a:pt x="1571625" y="952500"/>
                </a:lnTo>
                <a:lnTo>
                  <a:pt x="1571625" y="933450"/>
                </a:lnTo>
                <a:lnTo>
                  <a:pt x="1609725" y="933450"/>
                </a:lnTo>
                <a:close/>
                <a:moveTo>
                  <a:pt x="1428750" y="933450"/>
                </a:moveTo>
                <a:lnTo>
                  <a:pt x="1438275" y="933450"/>
                </a:lnTo>
                <a:lnTo>
                  <a:pt x="1438275" y="952500"/>
                </a:lnTo>
                <a:lnTo>
                  <a:pt x="1428750" y="952500"/>
                </a:lnTo>
                <a:close/>
                <a:moveTo>
                  <a:pt x="1438275" y="952500"/>
                </a:moveTo>
                <a:lnTo>
                  <a:pt x="1447800" y="952500"/>
                </a:lnTo>
                <a:lnTo>
                  <a:pt x="1447800" y="971550"/>
                </a:lnTo>
                <a:lnTo>
                  <a:pt x="1438275" y="971550"/>
                </a:lnTo>
                <a:close/>
                <a:moveTo>
                  <a:pt x="1447800" y="971550"/>
                </a:moveTo>
                <a:lnTo>
                  <a:pt x="1457325" y="971550"/>
                </a:lnTo>
                <a:lnTo>
                  <a:pt x="1457325" y="981075"/>
                </a:lnTo>
                <a:lnTo>
                  <a:pt x="1476375" y="981075"/>
                </a:lnTo>
                <a:lnTo>
                  <a:pt x="1476375" y="990600"/>
                </a:lnTo>
                <a:lnTo>
                  <a:pt x="1447800" y="990600"/>
                </a:lnTo>
                <a:close/>
                <a:moveTo>
                  <a:pt x="571500" y="981075"/>
                </a:moveTo>
                <a:lnTo>
                  <a:pt x="581025" y="981075"/>
                </a:lnTo>
                <a:lnTo>
                  <a:pt x="581025" y="990600"/>
                </a:lnTo>
                <a:lnTo>
                  <a:pt x="590550" y="990600"/>
                </a:lnTo>
                <a:lnTo>
                  <a:pt x="590550" y="962025"/>
                </a:lnTo>
                <a:lnTo>
                  <a:pt x="581025" y="962025"/>
                </a:lnTo>
                <a:lnTo>
                  <a:pt x="581025" y="971550"/>
                </a:lnTo>
                <a:lnTo>
                  <a:pt x="571500" y="971550"/>
                </a:lnTo>
                <a:close/>
                <a:moveTo>
                  <a:pt x="219075" y="1038225"/>
                </a:moveTo>
                <a:lnTo>
                  <a:pt x="228600" y="1038225"/>
                </a:lnTo>
                <a:lnTo>
                  <a:pt x="228600" y="1057275"/>
                </a:lnTo>
                <a:lnTo>
                  <a:pt x="238125" y="1057275"/>
                </a:lnTo>
                <a:lnTo>
                  <a:pt x="238125" y="1047750"/>
                </a:lnTo>
                <a:lnTo>
                  <a:pt x="247650" y="1047750"/>
                </a:lnTo>
                <a:lnTo>
                  <a:pt x="247650" y="1066800"/>
                </a:lnTo>
                <a:lnTo>
                  <a:pt x="266700" y="1066800"/>
                </a:lnTo>
                <a:lnTo>
                  <a:pt x="266700" y="1057275"/>
                </a:lnTo>
                <a:lnTo>
                  <a:pt x="276225" y="1057275"/>
                </a:lnTo>
                <a:lnTo>
                  <a:pt x="276225" y="1066800"/>
                </a:lnTo>
                <a:lnTo>
                  <a:pt x="266700" y="1066800"/>
                </a:lnTo>
                <a:lnTo>
                  <a:pt x="266700" y="1085850"/>
                </a:lnTo>
                <a:lnTo>
                  <a:pt x="238125" y="1085850"/>
                </a:lnTo>
                <a:lnTo>
                  <a:pt x="238125" y="1066800"/>
                </a:lnTo>
                <a:lnTo>
                  <a:pt x="219075" y="1066800"/>
                </a:lnTo>
                <a:lnTo>
                  <a:pt x="219075" y="1076325"/>
                </a:lnTo>
                <a:lnTo>
                  <a:pt x="209550" y="1076325"/>
                </a:lnTo>
                <a:lnTo>
                  <a:pt x="209550" y="1057275"/>
                </a:lnTo>
                <a:lnTo>
                  <a:pt x="190500" y="1057275"/>
                </a:lnTo>
                <a:lnTo>
                  <a:pt x="190500" y="1066800"/>
                </a:lnTo>
                <a:lnTo>
                  <a:pt x="180975" y="1066800"/>
                </a:lnTo>
                <a:lnTo>
                  <a:pt x="180975" y="1047750"/>
                </a:lnTo>
                <a:lnTo>
                  <a:pt x="219075" y="1047750"/>
                </a:lnTo>
                <a:close/>
                <a:moveTo>
                  <a:pt x="276225" y="1038225"/>
                </a:moveTo>
                <a:lnTo>
                  <a:pt x="285750" y="1038225"/>
                </a:lnTo>
                <a:lnTo>
                  <a:pt x="285750" y="1047750"/>
                </a:lnTo>
                <a:lnTo>
                  <a:pt x="276225" y="1047750"/>
                </a:lnTo>
                <a:close/>
                <a:moveTo>
                  <a:pt x="1457325" y="1057275"/>
                </a:moveTo>
                <a:lnTo>
                  <a:pt x="1466850" y="1057275"/>
                </a:lnTo>
                <a:lnTo>
                  <a:pt x="1466850" y="1066800"/>
                </a:lnTo>
                <a:lnTo>
                  <a:pt x="1485900" y="1066800"/>
                </a:lnTo>
                <a:lnTo>
                  <a:pt x="1485900" y="1085850"/>
                </a:lnTo>
                <a:lnTo>
                  <a:pt x="1476375" y="1085850"/>
                </a:lnTo>
                <a:lnTo>
                  <a:pt x="1476375" y="1076325"/>
                </a:lnTo>
                <a:lnTo>
                  <a:pt x="1457325" y="1076325"/>
                </a:lnTo>
                <a:close/>
                <a:moveTo>
                  <a:pt x="200025" y="1085850"/>
                </a:moveTo>
                <a:lnTo>
                  <a:pt x="209550" y="1085850"/>
                </a:lnTo>
                <a:lnTo>
                  <a:pt x="209550" y="1095375"/>
                </a:lnTo>
                <a:lnTo>
                  <a:pt x="219075" y="1095375"/>
                </a:lnTo>
                <a:lnTo>
                  <a:pt x="219075" y="1114425"/>
                </a:lnTo>
                <a:lnTo>
                  <a:pt x="200025" y="1114425"/>
                </a:lnTo>
                <a:lnTo>
                  <a:pt x="200025" y="1123950"/>
                </a:lnTo>
                <a:lnTo>
                  <a:pt x="190500" y="1123950"/>
                </a:lnTo>
                <a:lnTo>
                  <a:pt x="190500" y="1104900"/>
                </a:lnTo>
                <a:lnTo>
                  <a:pt x="200025" y="1104900"/>
                </a:lnTo>
                <a:close/>
                <a:moveTo>
                  <a:pt x="152400" y="1095375"/>
                </a:moveTo>
                <a:lnTo>
                  <a:pt x="161925" y="1095375"/>
                </a:lnTo>
                <a:lnTo>
                  <a:pt x="161925" y="1114425"/>
                </a:lnTo>
                <a:lnTo>
                  <a:pt x="152400" y="1114425"/>
                </a:lnTo>
                <a:close/>
                <a:moveTo>
                  <a:pt x="1819275" y="1095375"/>
                </a:moveTo>
                <a:lnTo>
                  <a:pt x="1838325" y="1095375"/>
                </a:lnTo>
                <a:lnTo>
                  <a:pt x="1838325" y="1114425"/>
                </a:lnTo>
                <a:lnTo>
                  <a:pt x="1828800" y="1114425"/>
                </a:lnTo>
                <a:lnTo>
                  <a:pt x="1828800" y="1123950"/>
                </a:lnTo>
                <a:lnTo>
                  <a:pt x="1838325" y="1123950"/>
                </a:lnTo>
                <a:lnTo>
                  <a:pt x="1838325" y="1133475"/>
                </a:lnTo>
                <a:lnTo>
                  <a:pt x="1847850" y="1133475"/>
                </a:lnTo>
                <a:lnTo>
                  <a:pt x="1847850" y="1143000"/>
                </a:lnTo>
                <a:lnTo>
                  <a:pt x="1838325" y="1143000"/>
                </a:lnTo>
                <a:lnTo>
                  <a:pt x="1838325" y="1162050"/>
                </a:lnTo>
                <a:lnTo>
                  <a:pt x="1819275" y="1162050"/>
                </a:lnTo>
                <a:lnTo>
                  <a:pt x="1819275" y="1152525"/>
                </a:lnTo>
                <a:lnTo>
                  <a:pt x="1828800" y="1152525"/>
                </a:lnTo>
                <a:lnTo>
                  <a:pt x="1828800" y="1133475"/>
                </a:lnTo>
                <a:lnTo>
                  <a:pt x="1819275" y="1133475"/>
                </a:lnTo>
                <a:lnTo>
                  <a:pt x="1819275" y="1114425"/>
                </a:lnTo>
                <a:lnTo>
                  <a:pt x="1809750" y="1114425"/>
                </a:lnTo>
                <a:lnTo>
                  <a:pt x="1809750" y="1104900"/>
                </a:lnTo>
                <a:lnTo>
                  <a:pt x="1819275" y="1104900"/>
                </a:lnTo>
                <a:close/>
                <a:moveTo>
                  <a:pt x="228600" y="1104900"/>
                </a:moveTo>
                <a:lnTo>
                  <a:pt x="238125" y="1104900"/>
                </a:lnTo>
                <a:lnTo>
                  <a:pt x="238125" y="1123950"/>
                </a:lnTo>
                <a:lnTo>
                  <a:pt x="228600" y="1123950"/>
                </a:lnTo>
                <a:close/>
                <a:moveTo>
                  <a:pt x="1495425" y="1104900"/>
                </a:moveTo>
                <a:lnTo>
                  <a:pt x="1504950" y="1104900"/>
                </a:lnTo>
                <a:lnTo>
                  <a:pt x="1504950" y="1114425"/>
                </a:lnTo>
                <a:lnTo>
                  <a:pt x="1514475" y="1114425"/>
                </a:lnTo>
                <a:lnTo>
                  <a:pt x="1514475" y="1143000"/>
                </a:lnTo>
                <a:lnTo>
                  <a:pt x="1504950" y="1143000"/>
                </a:lnTo>
                <a:lnTo>
                  <a:pt x="1504950" y="1133475"/>
                </a:lnTo>
                <a:lnTo>
                  <a:pt x="1495425" y="1133475"/>
                </a:lnTo>
                <a:close/>
                <a:moveTo>
                  <a:pt x="1590675" y="1133475"/>
                </a:moveTo>
                <a:lnTo>
                  <a:pt x="1600200" y="1133475"/>
                </a:lnTo>
                <a:lnTo>
                  <a:pt x="1600200" y="1152525"/>
                </a:lnTo>
                <a:lnTo>
                  <a:pt x="1581150" y="1152525"/>
                </a:lnTo>
                <a:lnTo>
                  <a:pt x="1581150" y="1143000"/>
                </a:lnTo>
                <a:lnTo>
                  <a:pt x="1590675" y="1143000"/>
                </a:lnTo>
                <a:close/>
                <a:moveTo>
                  <a:pt x="1695450" y="1143000"/>
                </a:moveTo>
                <a:lnTo>
                  <a:pt x="1704975" y="1143000"/>
                </a:lnTo>
                <a:lnTo>
                  <a:pt x="1704975" y="1152525"/>
                </a:lnTo>
                <a:lnTo>
                  <a:pt x="1695450" y="1152525"/>
                </a:lnTo>
                <a:close/>
                <a:moveTo>
                  <a:pt x="1743075" y="1162050"/>
                </a:moveTo>
                <a:lnTo>
                  <a:pt x="1762125" y="1162050"/>
                </a:lnTo>
                <a:lnTo>
                  <a:pt x="1762125" y="1171575"/>
                </a:lnTo>
                <a:lnTo>
                  <a:pt x="1771650" y="1171575"/>
                </a:lnTo>
                <a:lnTo>
                  <a:pt x="1771650" y="1181100"/>
                </a:lnTo>
                <a:lnTo>
                  <a:pt x="1752600" y="1181100"/>
                </a:lnTo>
                <a:lnTo>
                  <a:pt x="1752600" y="1190625"/>
                </a:lnTo>
                <a:lnTo>
                  <a:pt x="1743075" y="1190625"/>
                </a:lnTo>
                <a:close/>
                <a:moveTo>
                  <a:pt x="676275" y="1171575"/>
                </a:moveTo>
                <a:lnTo>
                  <a:pt x="695325" y="1171575"/>
                </a:lnTo>
                <a:lnTo>
                  <a:pt x="695325" y="1181100"/>
                </a:lnTo>
                <a:lnTo>
                  <a:pt x="723900" y="1181100"/>
                </a:lnTo>
                <a:lnTo>
                  <a:pt x="723900" y="1200150"/>
                </a:lnTo>
                <a:lnTo>
                  <a:pt x="714375" y="1200150"/>
                </a:lnTo>
                <a:lnTo>
                  <a:pt x="714375" y="1209675"/>
                </a:lnTo>
                <a:lnTo>
                  <a:pt x="704850" y="1209675"/>
                </a:lnTo>
                <a:lnTo>
                  <a:pt x="704850" y="1219200"/>
                </a:lnTo>
                <a:lnTo>
                  <a:pt x="695325" y="1219200"/>
                </a:lnTo>
                <a:lnTo>
                  <a:pt x="695325" y="1238250"/>
                </a:lnTo>
                <a:lnTo>
                  <a:pt x="685800" y="1238250"/>
                </a:lnTo>
                <a:lnTo>
                  <a:pt x="685800" y="1257300"/>
                </a:lnTo>
                <a:lnTo>
                  <a:pt x="676275" y="1257300"/>
                </a:lnTo>
                <a:lnTo>
                  <a:pt x="676275" y="1266825"/>
                </a:lnTo>
                <a:lnTo>
                  <a:pt x="666750" y="1266825"/>
                </a:lnTo>
                <a:lnTo>
                  <a:pt x="666750" y="1276350"/>
                </a:lnTo>
                <a:lnTo>
                  <a:pt x="628650" y="1276350"/>
                </a:lnTo>
                <a:lnTo>
                  <a:pt x="628650" y="1247775"/>
                </a:lnTo>
                <a:lnTo>
                  <a:pt x="638175" y="1247775"/>
                </a:lnTo>
                <a:lnTo>
                  <a:pt x="638175" y="1238250"/>
                </a:lnTo>
                <a:lnTo>
                  <a:pt x="628650" y="1238250"/>
                </a:lnTo>
                <a:lnTo>
                  <a:pt x="628650" y="1209675"/>
                </a:lnTo>
                <a:lnTo>
                  <a:pt x="638175" y="1209675"/>
                </a:lnTo>
                <a:lnTo>
                  <a:pt x="638175" y="1200150"/>
                </a:lnTo>
                <a:lnTo>
                  <a:pt x="657225" y="1200150"/>
                </a:lnTo>
                <a:lnTo>
                  <a:pt x="657225" y="1190625"/>
                </a:lnTo>
                <a:lnTo>
                  <a:pt x="666750" y="1190625"/>
                </a:lnTo>
                <a:lnTo>
                  <a:pt x="666750" y="1181100"/>
                </a:lnTo>
                <a:lnTo>
                  <a:pt x="676275" y="1181100"/>
                </a:lnTo>
                <a:close/>
                <a:moveTo>
                  <a:pt x="1171575" y="1171575"/>
                </a:moveTo>
                <a:lnTo>
                  <a:pt x="1181100" y="1171575"/>
                </a:lnTo>
                <a:lnTo>
                  <a:pt x="1181100" y="1181100"/>
                </a:lnTo>
                <a:lnTo>
                  <a:pt x="1190625" y="1181100"/>
                </a:lnTo>
                <a:lnTo>
                  <a:pt x="1190625" y="1190625"/>
                </a:lnTo>
                <a:lnTo>
                  <a:pt x="1200150" y="1190625"/>
                </a:lnTo>
                <a:lnTo>
                  <a:pt x="1200150" y="1200150"/>
                </a:lnTo>
                <a:lnTo>
                  <a:pt x="1219200" y="1200150"/>
                </a:lnTo>
                <a:lnTo>
                  <a:pt x="1219200" y="1209675"/>
                </a:lnTo>
                <a:lnTo>
                  <a:pt x="1228725" y="1209675"/>
                </a:lnTo>
                <a:lnTo>
                  <a:pt x="1228725" y="1219200"/>
                </a:lnTo>
                <a:lnTo>
                  <a:pt x="1238250" y="1219200"/>
                </a:lnTo>
                <a:lnTo>
                  <a:pt x="1238250" y="1247775"/>
                </a:lnTo>
                <a:lnTo>
                  <a:pt x="1247775" y="1247775"/>
                </a:lnTo>
                <a:lnTo>
                  <a:pt x="1247775" y="1257300"/>
                </a:lnTo>
                <a:lnTo>
                  <a:pt x="1238250" y="1257300"/>
                </a:lnTo>
                <a:lnTo>
                  <a:pt x="1238250" y="1266825"/>
                </a:lnTo>
                <a:lnTo>
                  <a:pt x="1228725" y="1266825"/>
                </a:lnTo>
                <a:lnTo>
                  <a:pt x="1228725" y="1276350"/>
                </a:lnTo>
                <a:lnTo>
                  <a:pt x="1209675" y="1276350"/>
                </a:lnTo>
                <a:lnTo>
                  <a:pt x="1209675" y="1266825"/>
                </a:lnTo>
                <a:lnTo>
                  <a:pt x="1200150" y="1266825"/>
                </a:lnTo>
                <a:lnTo>
                  <a:pt x="1200150" y="1257300"/>
                </a:lnTo>
                <a:lnTo>
                  <a:pt x="1190625" y="1257300"/>
                </a:lnTo>
                <a:lnTo>
                  <a:pt x="1190625" y="1247775"/>
                </a:lnTo>
                <a:lnTo>
                  <a:pt x="1181100" y="1247775"/>
                </a:lnTo>
                <a:lnTo>
                  <a:pt x="1181100" y="1219200"/>
                </a:lnTo>
                <a:lnTo>
                  <a:pt x="1171575" y="1219200"/>
                </a:lnTo>
                <a:lnTo>
                  <a:pt x="1171575" y="1209675"/>
                </a:lnTo>
                <a:lnTo>
                  <a:pt x="1162050" y="1209675"/>
                </a:lnTo>
                <a:lnTo>
                  <a:pt x="1162050" y="1181100"/>
                </a:lnTo>
                <a:lnTo>
                  <a:pt x="1171575" y="1181100"/>
                </a:lnTo>
                <a:close/>
                <a:moveTo>
                  <a:pt x="1771650" y="1181100"/>
                </a:moveTo>
                <a:lnTo>
                  <a:pt x="1781175" y="1181100"/>
                </a:lnTo>
                <a:lnTo>
                  <a:pt x="1781175" y="1190625"/>
                </a:lnTo>
                <a:lnTo>
                  <a:pt x="1800225" y="1190625"/>
                </a:lnTo>
                <a:lnTo>
                  <a:pt x="1800225" y="1200150"/>
                </a:lnTo>
                <a:lnTo>
                  <a:pt x="1752600" y="1200150"/>
                </a:lnTo>
                <a:lnTo>
                  <a:pt x="1752600" y="1190625"/>
                </a:lnTo>
                <a:lnTo>
                  <a:pt x="1771650" y="1190625"/>
                </a:lnTo>
                <a:close/>
                <a:moveTo>
                  <a:pt x="1857375" y="1190625"/>
                </a:moveTo>
                <a:lnTo>
                  <a:pt x="1866900" y="1190625"/>
                </a:lnTo>
                <a:lnTo>
                  <a:pt x="1866900" y="1200150"/>
                </a:lnTo>
                <a:lnTo>
                  <a:pt x="1857375" y="1200150"/>
                </a:lnTo>
                <a:close/>
                <a:moveTo>
                  <a:pt x="1685925" y="1200150"/>
                </a:moveTo>
                <a:lnTo>
                  <a:pt x="1695450" y="1200150"/>
                </a:lnTo>
                <a:lnTo>
                  <a:pt x="1695450" y="1219200"/>
                </a:lnTo>
                <a:lnTo>
                  <a:pt x="1685925" y="1219200"/>
                </a:lnTo>
                <a:close/>
                <a:moveTo>
                  <a:pt x="1619250" y="1228725"/>
                </a:moveTo>
                <a:lnTo>
                  <a:pt x="1647825" y="1228725"/>
                </a:lnTo>
                <a:lnTo>
                  <a:pt x="1647825" y="1238250"/>
                </a:lnTo>
                <a:lnTo>
                  <a:pt x="1619250" y="1238250"/>
                </a:lnTo>
                <a:close/>
                <a:moveTo>
                  <a:pt x="1638300" y="1266825"/>
                </a:moveTo>
                <a:lnTo>
                  <a:pt x="1657350" y="1266825"/>
                </a:lnTo>
                <a:lnTo>
                  <a:pt x="1657350" y="1276350"/>
                </a:lnTo>
                <a:lnTo>
                  <a:pt x="1666875" y="1276350"/>
                </a:lnTo>
                <a:lnTo>
                  <a:pt x="1666875" y="1285875"/>
                </a:lnTo>
                <a:lnTo>
                  <a:pt x="1676400" y="1285875"/>
                </a:lnTo>
                <a:lnTo>
                  <a:pt x="1676400" y="1295400"/>
                </a:lnTo>
                <a:lnTo>
                  <a:pt x="1647825" y="1295400"/>
                </a:lnTo>
                <a:lnTo>
                  <a:pt x="1647825" y="1285875"/>
                </a:lnTo>
                <a:lnTo>
                  <a:pt x="1638300" y="1285875"/>
                </a:lnTo>
                <a:close/>
                <a:moveTo>
                  <a:pt x="1743075" y="1285875"/>
                </a:moveTo>
                <a:lnTo>
                  <a:pt x="1752600" y="1285875"/>
                </a:lnTo>
                <a:lnTo>
                  <a:pt x="1752600" y="1314450"/>
                </a:lnTo>
                <a:lnTo>
                  <a:pt x="1771650" y="1314450"/>
                </a:lnTo>
                <a:lnTo>
                  <a:pt x="1771650" y="1333500"/>
                </a:lnTo>
                <a:lnTo>
                  <a:pt x="1762125" y="1333500"/>
                </a:lnTo>
                <a:lnTo>
                  <a:pt x="1762125" y="1323975"/>
                </a:lnTo>
                <a:lnTo>
                  <a:pt x="1733550" y="1323975"/>
                </a:lnTo>
                <a:lnTo>
                  <a:pt x="1733550" y="1314450"/>
                </a:lnTo>
                <a:lnTo>
                  <a:pt x="1724025" y="1314450"/>
                </a:lnTo>
                <a:lnTo>
                  <a:pt x="1724025" y="1304925"/>
                </a:lnTo>
                <a:lnTo>
                  <a:pt x="1733550" y="1304925"/>
                </a:lnTo>
                <a:lnTo>
                  <a:pt x="1733550" y="1295400"/>
                </a:lnTo>
                <a:lnTo>
                  <a:pt x="1743075" y="1295400"/>
                </a:lnTo>
                <a:close/>
                <a:moveTo>
                  <a:pt x="1790700" y="1295400"/>
                </a:moveTo>
                <a:lnTo>
                  <a:pt x="1809750" y="1295400"/>
                </a:lnTo>
                <a:lnTo>
                  <a:pt x="1809750" y="1314450"/>
                </a:lnTo>
                <a:lnTo>
                  <a:pt x="1790700" y="1314450"/>
                </a:lnTo>
                <a:close/>
                <a:moveTo>
                  <a:pt x="0" y="1314450"/>
                </a:moveTo>
                <a:lnTo>
                  <a:pt x="9525" y="1314450"/>
                </a:lnTo>
                <a:lnTo>
                  <a:pt x="9525" y="1323975"/>
                </a:lnTo>
                <a:lnTo>
                  <a:pt x="0" y="1323975"/>
                </a:lnTo>
                <a:close/>
                <a:moveTo>
                  <a:pt x="9525" y="1323975"/>
                </a:moveTo>
                <a:lnTo>
                  <a:pt x="19050" y="1323975"/>
                </a:lnTo>
                <a:lnTo>
                  <a:pt x="19050" y="1343025"/>
                </a:lnTo>
                <a:lnTo>
                  <a:pt x="9525" y="1343025"/>
                </a:lnTo>
                <a:close/>
                <a:moveTo>
                  <a:pt x="19050" y="1343025"/>
                </a:moveTo>
                <a:lnTo>
                  <a:pt x="28575" y="1343025"/>
                </a:lnTo>
                <a:lnTo>
                  <a:pt x="28575" y="1371600"/>
                </a:lnTo>
                <a:lnTo>
                  <a:pt x="19050" y="1371600"/>
                </a:lnTo>
                <a:close/>
                <a:moveTo>
                  <a:pt x="1447800" y="1362075"/>
                </a:moveTo>
                <a:lnTo>
                  <a:pt x="1466850" y="1362075"/>
                </a:lnTo>
                <a:lnTo>
                  <a:pt x="1466850" y="1371600"/>
                </a:lnTo>
                <a:lnTo>
                  <a:pt x="1447800" y="1371600"/>
                </a:lnTo>
                <a:close/>
                <a:moveTo>
                  <a:pt x="28575" y="1371600"/>
                </a:moveTo>
                <a:lnTo>
                  <a:pt x="38100" y="1371600"/>
                </a:lnTo>
                <a:lnTo>
                  <a:pt x="38100" y="1390650"/>
                </a:lnTo>
                <a:lnTo>
                  <a:pt x="28575" y="1390650"/>
                </a:lnTo>
                <a:close/>
                <a:moveTo>
                  <a:pt x="1476375" y="1381125"/>
                </a:moveTo>
                <a:lnTo>
                  <a:pt x="1485900" y="1381125"/>
                </a:lnTo>
                <a:lnTo>
                  <a:pt x="1485900" y="1390650"/>
                </a:lnTo>
                <a:lnTo>
                  <a:pt x="1476375" y="1390650"/>
                </a:lnTo>
                <a:close/>
                <a:moveTo>
                  <a:pt x="361950" y="1390650"/>
                </a:moveTo>
                <a:lnTo>
                  <a:pt x="381000" y="1390650"/>
                </a:lnTo>
                <a:lnTo>
                  <a:pt x="381000" y="1400175"/>
                </a:lnTo>
                <a:lnTo>
                  <a:pt x="371475" y="1400175"/>
                </a:lnTo>
                <a:lnTo>
                  <a:pt x="371475" y="1409700"/>
                </a:lnTo>
                <a:lnTo>
                  <a:pt x="361950" y="1409700"/>
                </a:lnTo>
                <a:close/>
                <a:moveTo>
                  <a:pt x="38100" y="1400175"/>
                </a:moveTo>
                <a:lnTo>
                  <a:pt x="47625" y="1400175"/>
                </a:lnTo>
                <a:lnTo>
                  <a:pt x="47625" y="1409700"/>
                </a:lnTo>
                <a:lnTo>
                  <a:pt x="38100" y="1409700"/>
                </a:lnTo>
                <a:close/>
                <a:moveTo>
                  <a:pt x="1828800" y="1409700"/>
                </a:moveTo>
                <a:lnTo>
                  <a:pt x="1838325" y="1409700"/>
                </a:lnTo>
                <a:lnTo>
                  <a:pt x="1838325" y="1419225"/>
                </a:lnTo>
                <a:lnTo>
                  <a:pt x="1828800" y="1419225"/>
                </a:lnTo>
                <a:close/>
                <a:moveTo>
                  <a:pt x="57150" y="1428750"/>
                </a:moveTo>
                <a:lnTo>
                  <a:pt x="66675" y="1428750"/>
                </a:lnTo>
                <a:lnTo>
                  <a:pt x="66675" y="1447800"/>
                </a:lnTo>
                <a:lnTo>
                  <a:pt x="57150" y="1447800"/>
                </a:lnTo>
                <a:close/>
                <a:moveTo>
                  <a:pt x="1819275" y="1428750"/>
                </a:moveTo>
                <a:lnTo>
                  <a:pt x="1828800" y="1428750"/>
                </a:lnTo>
                <a:lnTo>
                  <a:pt x="1828800" y="1447800"/>
                </a:lnTo>
                <a:lnTo>
                  <a:pt x="1819275" y="1447800"/>
                </a:lnTo>
                <a:close/>
                <a:moveTo>
                  <a:pt x="1800225" y="1466850"/>
                </a:moveTo>
                <a:lnTo>
                  <a:pt x="1809750" y="1466850"/>
                </a:lnTo>
                <a:lnTo>
                  <a:pt x="1809750" y="1476375"/>
                </a:lnTo>
                <a:lnTo>
                  <a:pt x="1800225" y="1476375"/>
                </a:lnTo>
                <a:close/>
                <a:moveTo>
                  <a:pt x="76200" y="1476375"/>
                </a:moveTo>
                <a:lnTo>
                  <a:pt x="85725" y="1476375"/>
                </a:lnTo>
                <a:lnTo>
                  <a:pt x="85725" y="1485900"/>
                </a:lnTo>
                <a:lnTo>
                  <a:pt x="76200" y="1485900"/>
                </a:lnTo>
                <a:close/>
                <a:moveTo>
                  <a:pt x="85725" y="1485900"/>
                </a:moveTo>
                <a:lnTo>
                  <a:pt x="95250" y="1485900"/>
                </a:lnTo>
                <a:lnTo>
                  <a:pt x="95250" y="1504950"/>
                </a:lnTo>
                <a:lnTo>
                  <a:pt x="85725" y="1504950"/>
                </a:lnTo>
                <a:close/>
                <a:moveTo>
                  <a:pt x="1781175" y="1495425"/>
                </a:moveTo>
                <a:lnTo>
                  <a:pt x="1790700" y="1495425"/>
                </a:lnTo>
                <a:lnTo>
                  <a:pt x="1790700" y="1514475"/>
                </a:lnTo>
                <a:lnTo>
                  <a:pt x="1781175" y="1514475"/>
                </a:lnTo>
                <a:close/>
                <a:moveTo>
                  <a:pt x="95250" y="1504950"/>
                </a:moveTo>
                <a:lnTo>
                  <a:pt x="104775" y="1504950"/>
                </a:lnTo>
                <a:lnTo>
                  <a:pt x="104775" y="1514475"/>
                </a:lnTo>
                <a:lnTo>
                  <a:pt x="95250" y="1514475"/>
                </a:lnTo>
                <a:close/>
                <a:moveTo>
                  <a:pt x="1647825" y="1524000"/>
                </a:moveTo>
                <a:lnTo>
                  <a:pt x="1676400" y="1524000"/>
                </a:lnTo>
                <a:lnTo>
                  <a:pt x="1676400" y="1533525"/>
                </a:lnTo>
                <a:lnTo>
                  <a:pt x="1685925" y="1533525"/>
                </a:lnTo>
                <a:lnTo>
                  <a:pt x="1685925" y="1552575"/>
                </a:lnTo>
                <a:lnTo>
                  <a:pt x="1695450" y="1552575"/>
                </a:lnTo>
                <a:lnTo>
                  <a:pt x="1695450" y="1571625"/>
                </a:lnTo>
                <a:lnTo>
                  <a:pt x="1685925" y="1571625"/>
                </a:lnTo>
                <a:lnTo>
                  <a:pt x="1685925" y="1581150"/>
                </a:lnTo>
                <a:lnTo>
                  <a:pt x="1676400" y="1581150"/>
                </a:lnTo>
                <a:lnTo>
                  <a:pt x="1676400" y="1590675"/>
                </a:lnTo>
                <a:lnTo>
                  <a:pt x="1657350" y="1590675"/>
                </a:lnTo>
                <a:lnTo>
                  <a:pt x="1657350" y="1581150"/>
                </a:lnTo>
                <a:lnTo>
                  <a:pt x="1638300" y="1581150"/>
                </a:lnTo>
                <a:lnTo>
                  <a:pt x="1638300" y="1562100"/>
                </a:lnTo>
                <a:lnTo>
                  <a:pt x="1628775" y="1562100"/>
                </a:lnTo>
                <a:lnTo>
                  <a:pt x="1628775" y="1552575"/>
                </a:lnTo>
                <a:lnTo>
                  <a:pt x="1638300" y="1552575"/>
                </a:lnTo>
                <a:lnTo>
                  <a:pt x="1638300" y="1533525"/>
                </a:lnTo>
                <a:lnTo>
                  <a:pt x="1647825" y="1533525"/>
                </a:lnTo>
                <a:close/>
                <a:moveTo>
                  <a:pt x="1762125" y="1524000"/>
                </a:moveTo>
                <a:lnTo>
                  <a:pt x="1771650" y="1524000"/>
                </a:lnTo>
                <a:lnTo>
                  <a:pt x="1771650" y="1543050"/>
                </a:lnTo>
                <a:lnTo>
                  <a:pt x="1762125" y="1543050"/>
                </a:lnTo>
                <a:close/>
                <a:moveTo>
                  <a:pt x="114300" y="1533525"/>
                </a:moveTo>
                <a:lnTo>
                  <a:pt x="123825" y="1533525"/>
                </a:lnTo>
                <a:lnTo>
                  <a:pt x="123825" y="1543050"/>
                </a:lnTo>
                <a:lnTo>
                  <a:pt x="142875" y="1543050"/>
                </a:lnTo>
                <a:lnTo>
                  <a:pt x="142875" y="1571625"/>
                </a:lnTo>
                <a:lnTo>
                  <a:pt x="133350" y="1571625"/>
                </a:lnTo>
                <a:lnTo>
                  <a:pt x="133350" y="1562100"/>
                </a:lnTo>
                <a:lnTo>
                  <a:pt x="123825" y="1562100"/>
                </a:lnTo>
                <a:lnTo>
                  <a:pt x="123825" y="1552575"/>
                </a:lnTo>
                <a:lnTo>
                  <a:pt x="114300" y="1552575"/>
                </a:lnTo>
                <a:close/>
                <a:moveTo>
                  <a:pt x="152400" y="1533525"/>
                </a:moveTo>
                <a:lnTo>
                  <a:pt x="161925" y="1533525"/>
                </a:lnTo>
                <a:lnTo>
                  <a:pt x="161925" y="1552575"/>
                </a:lnTo>
                <a:lnTo>
                  <a:pt x="152400" y="1552575"/>
                </a:lnTo>
                <a:close/>
                <a:moveTo>
                  <a:pt x="1743075" y="1562100"/>
                </a:moveTo>
                <a:lnTo>
                  <a:pt x="1752600" y="1562100"/>
                </a:lnTo>
                <a:lnTo>
                  <a:pt x="1752600" y="1571625"/>
                </a:lnTo>
                <a:lnTo>
                  <a:pt x="1743075" y="1571625"/>
                </a:lnTo>
                <a:close/>
                <a:moveTo>
                  <a:pt x="142875" y="1571625"/>
                </a:moveTo>
                <a:lnTo>
                  <a:pt x="152400" y="1571625"/>
                </a:lnTo>
                <a:lnTo>
                  <a:pt x="152400" y="1590675"/>
                </a:lnTo>
                <a:lnTo>
                  <a:pt x="142875" y="1590675"/>
                </a:lnTo>
                <a:close/>
                <a:moveTo>
                  <a:pt x="1724025" y="1590675"/>
                </a:moveTo>
                <a:lnTo>
                  <a:pt x="1733550" y="1590675"/>
                </a:lnTo>
                <a:lnTo>
                  <a:pt x="1733550" y="1600200"/>
                </a:lnTo>
                <a:lnTo>
                  <a:pt x="1724025" y="1600200"/>
                </a:lnTo>
                <a:close/>
                <a:moveTo>
                  <a:pt x="1714500" y="1600200"/>
                </a:moveTo>
                <a:lnTo>
                  <a:pt x="1724025" y="1600200"/>
                </a:lnTo>
                <a:lnTo>
                  <a:pt x="1724025" y="1609725"/>
                </a:lnTo>
                <a:lnTo>
                  <a:pt x="1714500" y="1609725"/>
                </a:lnTo>
                <a:close/>
                <a:moveTo>
                  <a:pt x="171450" y="1619250"/>
                </a:moveTo>
                <a:lnTo>
                  <a:pt x="180975" y="1619250"/>
                </a:lnTo>
                <a:lnTo>
                  <a:pt x="180975" y="1628775"/>
                </a:lnTo>
                <a:lnTo>
                  <a:pt x="171450" y="1628775"/>
                </a:lnTo>
                <a:close/>
                <a:moveTo>
                  <a:pt x="1676400" y="1647825"/>
                </a:moveTo>
                <a:lnTo>
                  <a:pt x="1685925" y="1647825"/>
                </a:lnTo>
                <a:lnTo>
                  <a:pt x="1685925" y="1657350"/>
                </a:lnTo>
                <a:lnTo>
                  <a:pt x="1676400" y="1657350"/>
                </a:lnTo>
                <a:close/>
                <a:moveTo>
                  <a:pt x="1666875" y="1657350"/>
                </a:moveTo>
                <a:lnTo>
                  <a:pt x="1676400" y="1657350"/>
                </a:lnTo>
                <a:lnTo>
                  <a:pt x="1676400" y="1666875"/>
                </a:lnTo>
                <a:lnTo>
                  <a:pt x="1666875" y="1666875"/>
                </a:lnTo>
                <a:close/>
                <a:moveTo>
                  <a:pt x="1657350" y="1676400"/>
                </a:moveTo>
                <a:lnTo>
                  <a:pt x="1666875" y="1676400"/>
                </a:lnTo>
                <a:lnTo>
                  <a:pt x="1666875" y="1685925"/>
                </a:lnTo>
                <a:lnTo>
                  <a:pt x="1657350" y="1685925"/>
                </a:lnTo>
                <a:close/>
              </a:path>
            </a:pathLst>
          </a:custGeom>
          <a:solidFill xmlns:a="http://schemas.openxmlformats.org/drawingml/2006/main">
            <a:srgbClr val="F5E2D9"/>
          </a:solidFill>
          <a:ln xmlns:a="http://schemas.openxmlformats.org/drawingml/2006/main" w="0">
            <a:noFill/>
          </a:ln>
        </p:spPr>
      </p:sp>
      <p:sp>
        <p:nvSpPr>
          <p:cNvPr id="51" name="juan vector #f5e1d8">
            <a:extLst xmlns:a="http://schemas.openxmlformats.org/drawingml/2006/main">
              <a:ext uri="{FF2B5EF4-FFF2-40B4-BE49-F238E27FC236}">
                <a16:creationId xmlns:a16="http://schemas.microsoft.com/office/drawing/2014/main" id="{A143ADF8-BDE7-402B-A06C-E6A589B874B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48900" y="2552700"/>
            <a:ext cx="2085975" cy="2085975"/>
          </a:xfrm>
          <a:custGeom xmlns:a="http://schemas.openxmlformats.org/drawingml/2006/main">
            <a:pathLst>
              <a:path w="2085975" h="2085975">
                <a:moveTo>
                  <a:pt x="1333500" y="133350"/>
                </a:moveTo>
                <a:lnTo>
                  <a:pt x="1343025" y="133350"/>
                </a:lnTo>
                <a:lnTo>
                  <a:pt x="1343025" y="142875"/>
                </a:lnTo>
                <a:lnTo>
                  <a:pt x="1333500" y="142875"/>
                </a:lnTo>
                <a:close/>
                <a:moveTo>
                  <a:pt x="1314450" y="142875"/>
                </a:moveTo>
                <a:lnTo>
                  <a:pt x="1333500" y="142875"/>
                </a:lnTo>
                <a:lnTo>
                  <a:pt x="1333500" y="161925"/>
                </a:lnTo>
                <a:lnTo>
                  <a:pt x="1314450" y="161925"/>
                </a:lnTo>
                <a:close/>
                <a:moveTo>
                  <a:pt x="685800" y="161925"/>
                </a:moveTo>
                <a:lnTo>
                  <a:pt x="714375" y="161925"/>
                </a:lnTo>
                <a:lnTo>
                  <a:pt x="714375" y="171450"/>
                </a:lnTo>
                <a:lnTo>
                  <a:pt x="723900" y="171450"/>
                </a:lnTo>
                <a:lnTo>
                  <a:pt x="723900" y="180975"/>
                </a:lnTo>
                <a:lnTo>
                  <a:pt x="714375" y="180975"/>
                </a:lnTo>
                <a:lnTo>
                  <a:pt x="714375" y="190500"/>
                </a:lnTo>
                <a:lnTo>
                  <a:pt x="695325" y="190500"/>
                </a:lnTo>
                <a:lnTo>
                  <a:pt x="695325" y="180975"/>
                </a:lnTo>
                <a:lnTo>
                  <a:pt x="685800" y="180975"/>
                </a:lnTo>
                <a:close/>
                <a:moveTo>
                  <a:pt x="657225" y="171450"/>
                </a:moveTo>
                <a:lnTo>
                  <a:pt x="676275" y="171450"/>
                </a:lnTo>
                <a:lnTo>
                  <a:pt x="676275" y="180975"/>
                </a:lnTo>
                <a:lnTo>
                  <a:pt x="657225" y="180975"/>
                </a:lnTo>
                <a:close/>
                <a:moveTo>
                  <a:pt x="1323975" y="171450"/>
                </a:moveTo>
                <a:lnTo>
                  <a:pt x="1333500" y="171450"/>
                </a:lnTo>
                <a:lnTo>
                  <a:pt x="1333500" y="200025"/>
                </a:lnTo>
                <a:lnTo>
                  <a:pt x="1323975" y="200025"/>
                </a:lnTo>
                <a:close/>
                <a:moveTo>
                  <a:pt x="695325" y="209550"/>
                </a:moveTo>
                <a:lnTo>
                  <a:pt x="714375" y="209550"/>
                </a:lnTo>
                <a:lnTo>
                  <a:pt x="714375" y="228600"/>
                </a:lnTo>
                <a:lnTo>
                  <a:pt x="695325" y="228600"/>
                </a:lnTo>
                <a:close/>
                <a:moveTo>
                  <a:pt x="1209675" y="247650"/>
                </a:moveTo>
                <a:lnTo>
                  <a:pt x="1219200" y="247650"/>
                </a:lnTo>
                <a:lnTo>
                  <a:pt x="1219200" y="257175"/>
                </a:lnTo>
                <a:lnTo>
                  <a:pt x="1238250" y="257175"/>
                </a:lnTo>
                <a:lnTo>
                  <a:pt x="1238250" y="266700"/>
                </a:lnTo>
                <a:lnTo>
                  <a:pt x="1228725" y="266700"/>
                </a:lnTo>
                <a:lnTo>
                  <a:pt x="1228725" y="295275"/>
                </a:lnTo>
                <a:lnTo>
                  <a:pt x="1209675" y="295275"/>
                </a:lnTo>
                <a:lnTo>
                  <a:pt x="1209675" y="314325"/>
                </a:lnTo>
                <a:lnTo>
                  <a:pt x="1200150" y="314325"/>
                </a:lnTo>
                <a:lnTo>
                  <a:pt x="1200150" y="323850"/>
                </a:lnTo>
                <a:lnTo>
                  <a:pt x="1209675" y="323850"/>
                </a:lnTo>
                <a:lnTo>
                  <a:pt x="1209675" y="333375"/>
                </a:lnTo>
                <a:lnTo>
                  <a:pt x="1219200" y="333375"/>
                </a:lnTo>
                <a:lnTo>
                  <a:pt x="1219200" y="352425"/>
                </a:lnTo>
                <a:lnTo>
                  <a:pt x="1200150" y="352425"/>
                </a:lnTo>
                <a:lnTo>
                  <a:pt x="1200150" y="333375"/>
                </a:lnTo>
                <a:lnTo>
                  <a:pt x="1190625" y="333375"/>
                </a:lnTo>
                <a:lnTo>
                  <a:pt x="1190625" y="304800"/>
                </a:lnTo>
                <a:lnTo>
                  <a:pt x="1181100" y="304800"/>
                </a:lnTo>
                <a:lnTo>
                  <a:pt x="1181100" y="295275"/>
                </a:lnTo>
                <a:lnTo>
                  <a:pt x="1171575" y="295275"/>
                </a:lnTo>
                <a:lnTo>
                  <a:pt x="1171575" y="304800"/>
                </a:lnTo>
                <a:lnTo>
                  <a:pt x="1162050" y="304800"/>
                </a:lnTo>
                <a:lnTo>
                  <a:pt x="1162050" y="276225"/>
                </a:lnTo>
                <a:lnTo>
                  <a:pt x="1171575" y="276225"/>
                </a:lnTo>
                <a:lnTo>
                  <a:pt x="1171575" y="266700"/>
                </a:lnTo>
                <a:lnTo>
                  <a:pt x="1190625" y="266700"/>
                </a:lnTo>
                <a:lnTo>
                  <a:pt x="1190625" y="257175"/>
                </a:lnTo>
                <a:lnTo>
                  <a:pt x="1209675" y="257175"/>
                </a:lnTo>
                <a:close/>
                <a:moveTo>
                  <a:pt x="1247775" y="257175"/>
                </a:moveTo>
                <a:lnTo>
                  <a:pt x="1276350" y="257175"/>
                </a:lnTo>
                <a:lnTo>
                  <a:pt x="1276350" y="266700"/>
                </a:lnTo>
                <a:lnTo>
                  <a:pt x="1285875" y="266700"/>
                </a:lnTo>
                <a:lnTo>
                  <a:pt x="1285875" y="276225"/>
                </a:lnTo>
                <a:lnTo>
                  <a:pt x="1295400" y="276225"/>
                </a:lnTo>
                <a:lnTo>
                  <a:pt x="1295400" y="304800"/>
                </a:lnTo>
                <a:lnTo>
                  <a:pt x="1285875" y="304800"/>
                </a:lnTo>
                <a:lnTo>
                  <a:pt x="1285875" y="323850"/>
                </a:lnTo>
                <a:lnTo>
                  <a:pt x="1276350" y="323850"/>
                </a:lnTo>
                <a:lnTo>
                  <a:pt x="1276350" y="314325"/>
                </a:lnTo>
                <a:lnTo>
                  <a:pt x="1266825" y="314325"/>
                </a:lnTo>
                <a:lnTo>
                  <a:pt x="1266825" y="323850"/>
                </a:lnTo>
                <a:lnTo>
                  <a:pt x="1257300" y="323850"/>
                </a:lnTo>
                <a:lnTo>
                  <a:pt x="1257300" y="314325"/>
                </a:lnTo>
                <a:lnTo>
                  <a:pt x="1247775" y="314325"/>
                </a:lnTo>
                <a:lnTo>
                  <a:pt x="1247775" y="323850"/>
                </a:lnTo>
                <a:lnTo>
                  <a:pt x="1238250" y="323850"/>
                </a:lnTo>
                <a:lnTo>
                  <a:pt x="1238250" y="304800"/>
                </a:lnTo>
                <a:lnTo>
                  <a:pt x="1257300" y="304800"/>
                </a:lnTo>
                <a:lnTo>
                  <a:pt x="1257300" y="276225"/>
                </a:lnTo>
                <a:lnTo>
                  <a:pt x="1247775" y="276225"/>
                </a:lnTo>
                <a:close/>
                <a:moveTo>
                  <a:pt x="1123950" y="295275"/>
                </a:moveTo>
                <a:lnTo>
                  <a:pt x="1133475" y="295275"/>
                </a:lnTo>
                <a:lnTo>
                  <a:pt x="1133475" y="304800"/>
                </a:lnTo>
                <a:lnTo>
                  <a:pt x="1123950" y="304800"/>
                </a:lnTo>
                <a:close/>
                <a:moveTo>
                  <a:pt x="1143000" y="295275"/>
                </a:moveTo>
                <a:lnTo>
                  <a:pt x="1152525" y="295275"/>
                </a:lnTo>
                <a:lnTo>
                  <a:pt x="1152525" y="304800"/>
                </a:lnTo>
                <a:lnTo>
                  <a:pt x="1143000" y="304800"/>
                </a:lnTo>
                <a:close/>
                <a:moveTo>
                  <a:pt x="1190625" y="295275"/>
                </a:moveTo>
                <a:lnTo>
                  <a:pt x="1200150" y="295275"/>
                </a:lnTo>
                <a:lnTo>
                  <a:pt x="1200150" y="285750"/>
                </a:lnTo>
                <a:lnTo>
                  <a:pt x="1190625" y="285750"/>
                </a:lnTo>
                <a:close/>
                <a:moveTo>
                  <a:pt x="1104900" y="304800"/>
                </a:moveTo>
                <a:lnTo>
                  <a:pt x="1123950" y="304800"/>
                </a:lnTo>
                <a:lnTo>
                  <a:pt x="1123950" y="314325"/>
                </a:lnTo>
                <a:lnTo>
                  <a:pt x="1104900" y="314325"/>
                </a:lnTo>
                <a:close/>
                <a:moveTo>
                  <a:pt x="1228725" y="323850"/>
                </a:moveTo>
                <a:lnTo>
                  <a:pt x="1238250" y="323850"/>
                </a:lnTo>
                <a:lnTo>
                  <a:pt x="1238250" y="333375"/>
                </a:lnTo>
                <a:lnTo>
                  <a:pt x="1228725" y="333375"/>
                </a:lnTo>
                <a:close/>
                <a:moveTo>
                  <a:pt x="1171575" y="352425"/>
                </a:moveTo>
                <a:lnTo>
                  <a:pt x="1181100" y="352425"/>
                </a:lnTo>
                <a:lnTo>
                  <a:pt x="1181100" y="361950"/>
                </a:lnTo>
                <a:lnTo>
                  <a:pt x="1171575" y="361950"/>
                </a:lnTo>
                <a:close/>
                <a:moveTo>
                  <a:pt x="1190625" y="361950"/>
                </a:moveTo>
                <a:lnTo>
                  <a:pt x="1200150" y="361950"/>
                </a:lnTo>
                <a:lnTo>
                  <a:pt x="1200150" y="371475"/>
                </a:lnTo>
                <a:lnTo>
                  <a:pt x="1190625" y="371475"/>
                </a:lnTo>
                <a:close/>
                <a:moveTo>
                  <a:pt x="561975" y="371475"/>
                </a:moveTo>
                <a:lnTo>
                  <a:pt x="571500" y="371475"/>
                </a:lnTo>
                <a:lnTo>
                  <a:pt x="571500" y="400050"/>
                </a:lnTo>
                <a:lnTo>
                  <a:pt x="561975" y="400050"/>
                </a:lnTo>
                <a:close/>
                <a:moveTo>
                  <a:pt x="1228725" y="381000"/>
                </a:moveTo>
                <a:lnTo>
                  <a:pt x="1247775" y="381000"/>
                </a:lnTo>
                <a:lnTo>
                  <a:pt x="1247775" y="390525"/>
                </a:lnTo>
                <a:lnTo>
                  <a:pt x="1228725" y="390525"/>
                </a:lnTo>
                <a:close/>
                <a:moveTo>
                  <a:pt x="619125" y="419100"/>
                </a:moveTo>
                <a:lnTo>
                  <a:pt x="628650" y="419100"/>
                </a:lnTo>
                <a:lnTo>
                  <a:pt x="628650" y="428625"/>
                </a:lnTo>
                <a:lnTo>
                  <a:pt x="619125" y="428625"/>
                </a:lnTo>
                <a:close/>
                <a:moveTo>
                  <a:pt x="628650" y="428625"/>
                </a:moveTo>
                <a:lnTo>
                  <a:pt x="638175" y="428625"/>
                </a:lnTo>
                <a:lnTo>
                  <a:pt x="638175" y="438150"/>
                </a:lnTo>
                <a:lnTo>
                  <a:pt x="628650" y="438150"/>
                </a:lnTo>
                <a:close/>
                <a:moveTo>
                  <a:pt x="571500" y="504825"/>
                </a:moveTo>
                <a:lnTo>
                  <a:pt x="581025" y="504825"/>
                </a:lnTo>
                <a:lnTo>
                  <a:pt x="581025" y="514350"/>
                </a:lnTo>
                <a:lnTo>
                  <a:pt x="571500" y="514350"/>
                </a:lnTo>
                <a:close/>
                <a:moveTo>
                  <a:pt x="1362075" y="600075"/>
                </a:moveTo>
                <a:lnTo>
                  <a:pt x="1371600" y="600075"/>
                </a:lnTo>
                <a:lnTo>
                  <a:pt x="1371600" y="609600"/>
                </a:lnTo>
                <a:lnTo>
                  <a:pt x="1362075" y="609600"/>
                </a:lnTo>
                <a:close/>
                <a:moveTo>
                  <a:pt x="447675" y="628650"/>
                </a:moveTo>
                <a:lnTo>
                  <a:pt x="457200" y="628650"/>
                </a:lnTo>
                <a:lnTo>
                  <a:pt x="457200" y="638175"/>
                </a:lnTo>
                <a:lnTo>
                  <a:pt x="447675" y="638175"/>
                </a:lnTo>
                <a:close/>
                <a:moveTo>
                  <a:pt x="466725" y="647700"/>
                </a:moveTo>
                <a:lnTo>
                  <a:pt x="476250" y="647700"/>
                </a:lnTo>
                <a:lnTo>
                  <a:pt x="476250" y="657225"/>
                </a:lnTo>
                <a:lnTo>
                  <a:pt x="466725" y="657225"/>
                </a:lnTo>
                <a:close/>
                <a:moveTo>
                  <a:pt x="485775" y="657225"/>
                </a:moveTo>
                <a:lnTo>
                  <a:pt x="495300" y="657225"/>
                </a:lnTo>
                <a:lnTo>
                  <a:pt x="495300" y="666750"/>
                </a:lnTo>
                <a:lnTo>
                  <a:pt x="485775" y="666750"/>
                </a:lnTo>
                <a:close/>
                <a:moveTo>
                  <a:pt x="390525" y="695325"/>
                </a:moveTo>
                <a:lnTo>
                  <a:pt x="400050" y="695325"/>
                </a:lnTo>
                <a:lnTo>
                  <a:pt x="400050" y="704850"/>
                </a:lnTo>
                <a:lnTo>
                  <a:pt x="390525" y="704850"/>
                </a:lnTo>
                <a:close/>
                <a:moveTo>
                  <a:pt x="409575" y="695325"/>
                </a:moveTo>
                <a:lnTo>
                  <a:pt x="419100" y="695325"/>
                </a:lnTo>
                <a:lnTo>
                  <a:pt x="419100" y="704850"/>
                </a:lnTo>
                <a:lnTo>
                  <a:pt x="409575" y="704850"/>
                </a:lnTo>
                <a:close/>
                <a:moveTo>
                  <a:pt x="400050" y="704850"/>
                </a:moveTo>
                <a:lnTo>
                  <a:pt x="409575" y="704850"/>
                </a:lnTo>
                <a:lnTo>
                  <a:pt x="409575" y="714375"/>
                </a:lnTo>
                <a:lnTo>
                  <a:pt x="400050" y="714375"/>
                </a:lnTo>
                <a:close/>
                <a:moveTo>
                  <a:pt x="1514475" y="714375"/>
                </a:moveTo>
                <a:lnTo>
                  <a:pt x="1543050" y="714375"/>
                </a:lnTo>
                <a:lnTo>
                  <a:pt x="1543050" y="723900"/>
                </a:lnTo>
                <a:lnTo>
                  <a:pt x="1524000" y="723900"/>
                </a:lnTo>
                <a:lnTo>
                  <a:pt x="1524000" y="733425"/>
                </a:lnTo>
                <a:lnTo>
                  <a:pt x="1514475" y="733425"/>
                </a:lnTo>
                <a:close/>
                <a:moveTo>
                  <a:pt x="1504950" y="733425"/>
                </a:moveTo>
                <a:lnTo>
                  <a:pt x="1514475" y="733425"/>
                </a:lnTo>
                <a:lnTo>
                  <a:pt x="1514475" y="742950"/>
                </a:lnTo>
                <a:lnTo>
                  <a:pt x="1504950" y="742950"/>
                </a:lnTo>
                <a:close/>
                <a:moveTo>
                  <a:pt x="1495425" y="752475"/>
                </a:moveTo>
                <a:lnTo>
                  <a:pt x="1504950" y="752475"/>
                </a:lnTo>
                <a:lnTo>
                  <a:pt x="1504950" y="762000"/>
                </a:lnTo>
                <a:lnTo>
                  <a:pt x="1495425" y="762000"/>
                </a:lnTo>
                <a:close/>
                <a:moveTo>
                  <a:pt x="333375" y="809625"/>
                </a:moveTo>
                <a:lnTo>
                  <a:pt x="342900" y="809625"/>
                </a:lnTo>
                <a:lnTo>
                  <a:pt x="342900" y="828675"/>
                </a:lnTo>
                <a:lnTo>
                  <a:pt x="333375" y="828675"/>
                </a:lnTo>
                <a:close/>
                <a:moveTo>
                  <a:pt x="1333500" y="809625"/>
                </a:moveTo>
                <a:lnTo>
                  <a:pt x="1343025" y="809625"/>
                </a:lnTo>
                <a:lnTo>
                  <a:pt x="1343025" y="819150"/>
                </a:lnTo>
                <a:lnTo>
                  <a:pt x="1333500" y="819150"/>
                </a:lnTo>
                <a:close/>
                <a:moveTo>
                  <a:pt x="361950" y="819150"/>
                </a:moveTo>
                <a:lnTo>
                  <a:pt x="381000" y="819150"/>
                </a:lnTo>
                <a:lnTo>
                  <a:pt x="381000" y="847725"/>
                </a:lnTo>
                <a:lnTo>
                  <a:pt x="361950" y="847725"/>
                </a:lnTo>
                <a:lnTo>
                  <a:pt x="361950" y="838200"/>
                </a:lnTo>
                <a:lnTo>
                  <a:pt x="371475" y="838200"/>
                </a:lnTo>
                <a:lnTo>
                  <a:pt x="371475" y="828675"/>
                </a:lnTo>
                <a:lnTo>
                  <a:pt x="361950" y="828675"/>
                </a:lnTo>
                <a:close/>
                <a:moveTo>
                  <a:pt x="342900" y="828675"/>
                </a:moveTo>
                <a:lnTo>
                  <a:pt x="352425" y="828675"/>
                </a:lnTo>
                <a:lnTo>
                  <a:pt x="352425" y="838200"/>
                </a:lnTo>
                <a:lnTo>
                  <a:pt x="342900" y="838200"/>
                </a:lnTo>
                <a:close/>
                <a:moveTo>
                  <a:pt x="1466850" y="838200"/>
                </a:moveTo>
                <a:lnTo>
                  <a:pt x="1476375" y="838200"/>
                </a:lnTo>
                <a:lnTo>
                  <a:pt x="1476375" y="847725"/>
                </a:lnTo>
                <a:lnTo>
                  <a:pt x="1466850" y="847725"/>
                </a:lnTo>
                <a:close/>
                <a:moveTo>
                  <a:pt x="1809750" y="838200"/>
                </a:moveTo>
                <a:lnTo>
                  <a:pt x="1819275" y="838200"/>
                </a:lnTo>
                <a:lnTo>
                  <a:pt x="1819275" y="847725"/>
                </a:lnTo>
                <a:lnTo>
                  <a:pt x="1809750" y="847725"/>
                </a:lnTo>
                <a:close/>
                <a:moveTo>
                  <a:pt x="1819275" y="847725"/>
                </a:moveTo>
                <a:lnTo>
                  <a:pt x="1828800" y="847725"/>
                </a:lnTo>
                <a:lnTo>
                  <a:pt x="1828800" y="857250"/>
                </a:lnTo>
                <a:lnTo>
                  <a:pt x="1857375" y="857250"/>
                </a:lnTo>
                <a:lnTo>
                  <a:pt x="1857375" y="866775"/>
                </a:lnTo>
                <a:lnTo>
                  <a:pt x="1866900" y="866775"/>
                </a:lnTo>
                <a:lnTo>
                  <a:pt x="1866900" y="876300"/>
                </a:lnTo>
                <a:lnTo>
                  <a:pt x="1885950" y="876300"/>
                </a:lnTo>
                <a:lnTo>
                  <a:pt x="1885950" y="885825"/>
                </a:lnTo>
                <a:lnTo>
                  <a:pt x="1857375" y="885825"/>
                </a:lnTo>
                <a:lnTo>
                  <a:pt x="1857375" y="876300"/>
                </a:lnTo>
                <a:lnTo>
                  <a:pt x="1838325" y="876300"/>
                </a:lnTo>
                <a:lnTo>
                  <a:pt x="1838325" y="866775"/>
                </a:lnTo>
                <a:lnTo>
                  <a:pt x="1819275" y="866775"/>
                </a:lnTo>
                <a:close/>
                <a:moveTo>
                  <a:pt x="133350" y="857250"/>
                </a:moveTo>
                <a:lnTo>
                  <a:pt x="142875" y="857250"/>
                </a:lnTo>
                <a:lnTo>
                  <a:pt x="142875" y="876300"/>
                </a:lnTo>
                <a:lnTo>
                  <a:pt x="133350" y="876300"/>
                </a:lnTo>
                <a:lnTo>
                  <a:pt x="133350" y="895350"/>
                </a:lnTo>
                <a:lnTo>
                  <a:pt x="114300" y="895350"/>
                </a:lnTo>
                <a:lnTo>
                  <a:pt x="114300" y="914400"/>
                </a:lnTo>
                <a:lnTo>
                  <a:pt x="104775" y="914400"/>
                </a:lnTo>
                <a:lnTo>
                  <a:pt x="104775" y="904875"/>
                </a:lnTo>
                <a:lnTo>
                  <a:pt x="95250" y="904875"/>
                </a:lnTo>
                <a:lnTo>
                  <a:pt x="95250" y="933450"/>
                </a:lnTo>
                <a:lnTo>
                  <a:pt x="85725" y="933450"/>
                </a:lnTo>
                <a:lnTo>
                  <a:pt x="85725" y="895350"/>
                </a:lnTo>
                <a:lnTo>
                  <a:pt x="95250" y="895350"/>
                </a:lnTo>
                <a:lnTo>
                  <a:pt x="95250" y="885825"/>
                </a:lnTo>
                <a:lnTo>
                  <a:pt x="114300" y="885825"/>
                </a:lnTo>
                <a:lnTo>
                  <a:pt x="114300" y="876300"/>
                </a:lnTo>
                <a:lnTo>
                  <a:pt x="123825" y="876300"/>
                </a:lnTo>
                <a:lnTo>
                  <a:pt x="123825" y="866775"/>
                </a:lnTo>
                <a:lnTo>
                  <a:pt x="133350" y="866775"/>
                </a:lnTo>
                <a:close/>
                <a:moveTo>
                  <a:pt x="1438275" y="866775"/>
                </a:moveTo>
                <a:lnTo>
                  <a:pt x="1466850" y="866775"/>
                </a:lnTo>
                <a:lnTo>
                  <a:pt x="1466850" y="876300"/>
                </a:lnTo>
                <a:lnTo>
                  <a:pt x="1438275" y="876300"/>
                </a:lnTo>
                <a:close/>
                <a:moveTo>
                  <a:pt x="1504950" y="866775"/>
                </a:moveTo>
                <a:lnTo>
                  <a:pt x="1514475" y="866775"/>
                </a:lnTo>
                <a:lnTo>
                  <a:pt x="1514475" y="876300"/>
                </a:lnTo>
                <a:lnTo>
                  <a:pt x="1504950" y="876300"/>
                </a:lnTo>
                <a:close/>
                <a:moveTo>
                  <a:pt x="1428750" y="876300"/>
                </a:moveTo>
                <a:lnTo>
                  <a:pt x="1438275" y="876300"/>
                </a:lnTo>
                <a:lnTo>
                  <a:pt x="1438275" y="885825"/>
                </a:lnTo>
                <a:lnTo>
                  <a:pt x="1428750" y="885825"/>
                </a:lnTo>
                <a:close/>
                <a:moveTo>
                  <a:pt x="1438275" y="885825"/>
                </a:moveTo>
                <a:lnTo>
                  <a:pt x="1447800" y="885825"/>
                </a:lnTo>
                <a:lnTo>
                  <a:pt x="1447800" y="904875"/>
                </a:lnTo>
                <a:lnTo>
                  <a:pt x="1457325" y="904875"/>
                </a:lnTo>
                <a:lnTo>
                  <a:pt x="1457325" y="895350"/>
                </a:lnTo>
                <a:lnTo>
                  <a:pt x="1485900" y="895350"/>
                </a:lnTo>
                <a:lnTo>
                  <a:pt x="1485900" y="904875"/>
                </a:lnTo>
                <a:lnTo>
                  <a:pt x="1476375" y="904875"/>
                </a:lnTo>
                <a:lnTo>
                  <a:pt x="1476375" y="923925"/>
                </a:lnTo>
                <a:lnTo>
                  <a:pt x="1485900" y="923925"/>
                </a:lnTo>
                <a:lnTo>
                  <a:pt x="1485900" y="933450"/>
                </a:lnTo>
                <a:lnTo>
                  <a:pt x="1476375" y="933450"/>
                </a:lnTo>
                <a:lnTo>
                  <a:pt x="1476375" y="942975"/>
                </a:lnTo>
                <a:lnTo>
                  <a:pt x="1466850" y="942975"/>
                </a:lnTo>
                <a:lnTo>
                  <a:pt x="1466850" y="952500"/>
                </a:lnTo>
                <a:lnTo>
                  <a:pt x="1543050" y="952500"/>
                </a:lnTo>
                <a:lnTo>
                  <a:pt x="1543050" y="942975"/>
                </a:lnTo>
                <a:lnTo>
                  <a:pt x="1552575" y="942975"/>
                </a:lnTo>
                <a:lnTo>
                  <a:pt x="1552575" y="933450"/>
                </a:lnTo>
                <a:lnTo>
                  <a:pt x="1571625" y="933450"/>
                </a:lnTo>
                <a:lnTo>
                  <a:pt x="1571625" y="923925"/>
                </a:lnTo>
                <a:lnTo>
                  <a:pt x="1600200" y="923925"/>
                </a:lnTo>
                <a:lnTo>
                  <a:pt x="1600200" y="914400"/>
                </a:lnTo>
                <a:lnTo>
                  <a:pt x="1628775" y="914400"/>
                </a:lnTo>
                <a:lnTo>
                  <a:pt x="1628775" y="923925"/>
                </a:lnTo>
                <a:lnTo>
                  <a:pt x="1638300" y="923925"/>
                </a:lnTo>
                <a:lnTo>
                  <a:pt x="1638300" y="914400"/>
                </a:lnTo>
                <a:lnTo>
                  <a:pt x="1647825" y="914400"/>
                </a:lnTo>
                <a:lnTo>
                  <a:pt x="1647825" y="895350"/>
                </a:lnTo>
                <a:lnTo>
                  <a:pt x="1676400" y="895350"/>
                </a:lnTo>
                <a:lnTo>
                  <a:pt x="1676400" y="904875"/>
                </a:lnTo>
                <a:lnTo>
                  <a:pt x="1685925" y="904875"/>
                </a:lnTo>
                <a:lnTo>
                  <a:pt x="1685925" y="914400"/>
                </a:lnTo>
                <a:lnTo>
                  <a:pt x="1695450" y="914400"/>
                </a:lnTo>
                <a:lnTo>
                  <a:pt x="1695450" y="904875"/>
                </a:lnTo>
                <a:lnTo>
                  <a:pt x="1704975" y="904875"/>
                </a:lnTo>
                <a:lnTo>
                  <a:pt x="1704975" y="914400"/>
                </a:lnTo>
                <a:lnTo>
                  <a:pt x="1714500" y="914400"/>
                </a:lnTo>
                <a:lnTo>
                  <a:pt x="1714500" y="923925"/>
                </a:lnTo>
                <a:lnTo>
                  <a:pt x="1762125" y="923925"/>
                </a:lnTo>
                <a:lnTo>
                  <a:pt x="1762125" y="942975"/>
                </a:lnTo>
                <a:lnTo>
                  <a:pt x="1771650" y="942975"/>
                </a:lnTo>
                <a:lnTo>
                  <a:pt x="1771650" y="952500"/>
                </a:lnTo>
                <a:lnTo>
                  <a:pt x="1781175" y="952500"/>
                </a:lnTo>
                <a:lnTo>
                  <a:pt x="1781175" y="962025"/>
                </a:lnTo>
                <a:lnTo>
                  <a:pt x="1771650" y="962025"/>
                </a:lnTo>
                <a:lnTo>
                  <a:pt x="1771650" y="971550"/>
                </a:lnTo>
                <a:lnTo>
                  <a:pt x="1781175" y="971550"/>
                </a:lnTo>
                <a:lnTo>
                  <a:pt x="1781175" y="981075"/>
                </a:lnTo>
                <a:lnTo>
                  <a:pt x="1762125" y="981075"/>
                </a:lnTo>
                <a:lnTo>
                  <a:pt x="1762125" y="990600"/>
                </a:lnTo>
                <a:lnTo>
                  <a:pt x="1790700" y="990600"/>
                </a:lnTo>
                <a:lnTo>
                  <a:pt x="1790700" y="1000125"/>
                </a:lnTo>
                <a:lnTo>
                  <a:pt x="1838325" y="1000125"/>
                </a:lnTo>
                <a:lnTo>
                  <a:pt x="1838325" y="990600"/>
                </a:lnTo>
                <a:lnTo>
                  <a:pt x="1847850" y="990600"/>
                </a:lnTo>
                <a:lnTo>
                  <a:pt x="1847850" y="1000125"/>
                </a:lnTo>
                <a:lnTo>
                  <a:pt x="1895475" y="1000125"/>
                </a:lnTo>
                <a:lnTo>
                  <a:pt x="1895475" y="1057275"/>
                </a:lnTo>
                <a:lnTo>
                  <a:pt x="1885950" y="1057275"/>
                </a:lnTo>
                <a:lnTo>
                  <a:pt x="1885950" y="1066800"/>
                </a:lnTo>
                <a:lnTo>
                  <a:pt x="1876425" y="1066800"/>
                </a:lnTo>
                <a:lnTo>
                  <a:pt x="1876425" y="1057275"/>
                </a:lnTo>
                <a:lnTo>
                  <a:pt x="1866900" y="1057275"/>
                </a:lnTo>
                <a:lnTo>
                  <a:pt x="1866900" y="1066800"/>
                </a:lnTo>
                <a:lnTo>
                  <a:pt x="1857375" y="1066800"/>
                </a:lnTo>
                <a:lnTo>
                  <a:pt x="1857375" y="1085850"/>
                </a:lnTo>
                <a:lnTo>
                  <a:pt x="1876425" y="1085850"/>
                </a:lnTo>
                <a:lnTo>
                  <a:pt x="1876425" y="1095375"/>
                </a:lnTo>
                <a:lnTo>
                  <a:pt x="1895475" y="1095375"/>
                </a:lnTo>
                <a:lnTo>
                  <a:pt x="1895475" y="1104900"/>
                </a:lnTo>
                <a:lnTo>
                  <a:pt x="1905000" y="1104900"/>
                </a:lnTo>
                <a:lnTo>
                  <a:pt x="1905000" y="1123950"/>
                </a:lnTo>
                <a:lnTo>
                  <a:pt x="1895475" y="1123950"/>
                </a:lnTo>
                <a:lnTo>
                  <a:pt x="1895475" y="1114425"/>
                </a:lnTo>
                <a:lnTo>
                  <a:pt x="1885950" y="1114425"/>
                </a:lnTo>
                <a:lnTo>
                  <a:pt x="1885950" y="1152525"/>
                </a:lnTo>
                <a:lnTo>
                  <a:pt x="1876425" y="1152525"/>
                </a:lnTo>
                <a:lnTo>
                  <a:pt x="1876425" y="1162050"/>
                </a:lnTo>
                <a:lnTo>
                  <a:pt x="1866900" y="1162050"/>
                </a:lnTo>
                <a:lnTo>
                  <a:pt x="1866900" y="1190625"/>
                </a:lnTo>
                <a:lnTo>
                  <a:pt x="1857375" y="1190625"/>
                </a:lnTo>
                <a:lnTo>
                  <a:pt x="1857375" y="1200150"/>
                </a:lnTo>
                <a:lnTo>
                  <a:pt x="1866900" y="1200150"/>
                </a:lnTo>
                <a:lnTo>
                  <a:pt x="1866900" y="1219200"/>
                </a:lnTo>
                <a:lnTo>
                  <a:pt x="1857375" y="1219200"/>
                </a:lnTo>
                <a:lnTo>
                  <a:pt x="1857375" y="1228725"/>
                </a:lnTo>
                <a:lnTo>
                  <a:pt x="1847850" y="1228725"/>
                </a:lnTo>
                <a:lnTo>
                  <a:pt x="1847850" y="1219200"/>
                </a:lnTo>
                <a:lnTo>
                  <a:pt x="1838325" y="1219200"/>
                </a:lnTo>
                <a:lnTo>
                  <a:pt x="1838325" y="1209675"/>
                </a:lnTo>
                <a:lnTo>
                  <a:pt x="1828800" y="1209675"/>
                </a:lnTo>
                <a:lnTo>
                  <a:pt x="1828800" y="1219200"/>
                </a:lnTo>
                <a:lnTo>
                  <a:pt x="1819275" y="1219200"/>
                </a:lnTo>
                <a:lnTo>
                  <a:pt x="1819275" y="1228725"/>
                </a:lnTo>
                <a:lnTo>
                  <a:pt x="1781175" y="1228725"/>
                </a:lnTo>
                <a:lnTo>
                  <a:pt x="1781175" y="1238250"/>
                </a:lnTo>
                <a:lnTo>
                  <a:pt x="1752600" y="1238250"/>
                </a:lnTo>
                <a:lnTo>
                  <a:pt x="1752600" y="1257300"/>
                </a:lnTo>
                <a:lnTo>
                  <a:pt x="1790700" y="1257300"/>
                </a:lnTo>
                <a:lnTo>
                  <a:pt x="1790700" y="1266825"/>
                </a:lnTo>
                <a:lnTo>
                  <a:pt x="1800225" y="1266825"/>
                </a:lnTo>
                <a:lnTo>
                  <a:pt x="1800225" y="1257300"/>
                </a:lnTo>
                <a:lnTo>
                  <a:pt x="1819275" y="1257300"/>
                </a:lnTo>
                <a:lnTo>
                  <a:pt x="1819275" y="1247775"/>
                </a:lnTo>
                <a:lnTo>
                  <a:pt x="1828800" y="1247775"/>
                </a:lnTo>
                <a:lnTo>
                  <a:pt x="1828800" y="1257300"/>
                </a:lnTo>
                <a:lnTo>
                  <a:pt x="1838325" y="1257300"/>
                </a:lnTo>
                <a:lnTo>
                  <a:pt x="1838325" y="1247775"/>
                </a:lnTo>
                <a:lnTo>
                  <a:pt x="1847850" y="1247775"/>
                </a:lnTo>
                <a:lnTo>
                  <a:pt x="1847850" y="1257300"/>
                </a:lnTo>
                <a:lnTo>
                  <a:pt x="1876425" y="1257300"/>
                </a:lnTo>
                <a:lnTo>
                  <a:pt x="1876425" y="1266825"/>
                </a:lnTo>
                <a:lnTo>
                  <a:pt x="1866900" y="1266825"/>
                </a:lnTo>
                <a:lnTo>
                  <a:pt x="1866900" y="1285875"/>
                </a:lnTo>
                <a:lnTo>
                  <a:pt x="1857375" y="1285875"/>
                </a:lnTo>
                <a:lnTo>
                  <a:pt x="1857375" y="1304925"/>
                </a:lnTo>
                <a:lnTo>
                  <a:pt x="1847850" y="1304925"/>
                </a:lnTo>
                <a:lnTo>
                  <a:pt x="1847850" y="1314450"/>
                </a:lnTo>
                <a:lnTo>
                  <a:pt x="1857375" y="1314450"/>
                </a:lnTo>
                <a:lnTo>
                  <a:pt x="1857375" y="1352550"/>
                </a:lnTo>
                <a:lnTo>
                  <a:pt x="1838325" y="1352550"/>
                </a:lnTo>
                <a:lnTo>
                  <a:pt x="1838325" y="1362075"/>
                </a:lnTo>
                <a:lnTo>
                  <a:pt x="1828800" y="1362075"/>
                </a:lnTo>
                <a:lnTo>
                  <a:pt x="1828800" y="1371600"/>
                </a:lnTo>
                <a:lnTo>
                  <a:pt x="1819275" y="1371600"/>
                </a:lnTo>
                <a:lnTo>
                  <a:pt x="1819275" y="1390650"/>
                </a:lnTo>
                <a:lnTo>
                  <a:pt x="1771650" y="1390650"/>
                </a:lnTo>
                <a:lnTo>
                  <a:pt x="1771650" y="1381125"/>
                </a:lnTo>
                <a:lnTo>
                  <a:pt x="1762125" y="1381125"/>
                </a:lnTo>
                <a:lnTo>
                  <a:pt x="1762125" y="1419225"/>
                </a:lnTo>
                <a:lnTo>
                  <a:pt x="1752600" y="1419225"/>
                </a:lnTo>
                <a:lnTo>
                  <a:pt x="1752600" y="1390650"/>
                </a:lnTo>
                <a:lnTo>
                  <a:pt x="1733550" y="1390650"/>
                </a:lnTo>
                <a:lnTo>
                  <a:pt x="1733550" y="1371600"/>
                </a:lnTo>
                <a:lnTo>
                  <a:pt x="1724025" y="1371600"/>
                </a:lnTo>
                <a:lnTo>
                  <a:pt x="1724025" y="1362075"/>
                </a:lnTo>
                <a:lnTo>
                  <a:pt x="1714500" y="1362075"/>
                </a:lnTo>
                <a:lnTo>
                  <a:pt x="1714500" y="1352550"/>
                </a:lnTo>
                <a:lnTo>
                  <a:pt x="1685925" y="1352550"/>
                </a:lnTo>
                <a:lnTo>
                  <a:pt x="1685925" y="1343025"/>
                </a:lnTo>
                <a:lnTo>
                  <a:pt x="1676400" y="1343025"/>
                </a:lnTo>
                <a:lnTo>
                  <a:pt x="1676400" y="1333500"/>
                </a:lnTo>
                <a:lnTo>
                  <a:pt x="1666875" y="1333500"/>
                </a:lnTo>
                <a:lnTo>
                  <a:pt x="1666875" y="1323975"/>
                </a:lnTo>
                <a:lnTo>
                  <a:pt x="1657350" y="1323975"/>
                </a:lnTo>
                <a:lnTo>
                  <a:pt x="1657350" y="1295400"/>
                </a:lnTo>
                <a:lnTo>
                  <a:pt x="1676400" y="1295400"/>
                </a:lnTo>
                <a:lnTo>
                  <a:pt x="1676400" y="1285875"/>
                </a:lnTo>
                <a:lnTo>
                  <a:pt x="1666875" y="1285875"/>
                </a:lnTo>
                <a:lnTo>
                  <a:pt x="1666875" y="1276350"/>
                </a:lnTo>
                <a:lnTo>
                  <a:pt x="1657350" y="1276350"/>
                </a:lnTo>
                <a:lnTo>
                  <a:pt x="1657350" y="1266825"/>
                </a:lnTo>
                <a:lnTo>
                  <a:pt x="1638300" y="1266825"/>
                </a:lnTo>
                <a:lnTo>
                  <a:pt x="1638300" y="1285875"/>
                </a:lnTo>
                <a:lnTo>
                  <a:pt x="1628775" y="1285875"/>
                </a:lnTo>
                <a:lnTo>
                  <a:pt x="1628775" y="1276350"/>
                </a:lnTo>
                <a:lnTo>
                  <a:pt x="1619250" y="1276350"/>
                </a:lnTo>
                <a:lnTo>
                  <a:pt x="1619250" y="1266825"/>
                </a:lnTo>
                <a:lnTo>
                  <a:pt x="1609725" y="1266825"/>
                </a:lnTo>
                <a:lnTo>
                  <a:pt x="1609725" y="1257300"/>
                </a:lnTo>
                <a:lnTo>
                  <a:pt x="1600200" y="1257300"/>
                </a:lnTo>
                <a:lnTo>
                  <a:pt x="1600200" y="1238250"/>
                </a:lnTo>
                <a:lnTo>
                  <a:pt x="1590675" y="1238250"/>
                </a:lnTo>
                <a:lnTo>
                  <a:pt x="1590675" y="1228725"/>
                </a:lnTo>
                <a:lnTo>
                  <a:pt x="1562100" y="1228725"/>
                </a:lnTo>
                <a:lnTo>
                  <a:pt x="1562100" y="1219200"/>
                </a:lnTo>
                <a:lnTo>
                  <a:pt x="1552575" y="1219200"/>
                </a:lnTo>
                <a:lnTo>
                  <a:pt x="1552575" y="1209675"/>
                </a:lnTo>
                <a:lnTo>
                  <a:pt x="1533525" y="1209675"/>
                </a:lnTo>
                <a:lnTo>
                  <a:pt x="1533525" y="1190625"/>
                </a:lnTo>
                <a:lnTo>
                  <a:pt x="1552575" y="1190625"/>
                </a:lnTo>
                <a:lnTo>
                  <a:pt x="1552575" y="1171575"/>
                </a:lnTo>
                <a:lnTo>
                  <a:pt x="1524000" y="1171575"/>
                </a:lnTo>
                <a:lnTo>
                  <a:pt x="1524000" y="1181100"/>
                </a:lnTo>
                <a:lnTo>
                  <a:pt x="1476375" y="1181100"/>
                </a:lnTo>
                <a:lnTo>
                  <a:pt x="1476375" y="1171575"/>
                </a:lnTo>
                <a:lnTo>
                  <a:pt x="1457325" y="1171575"/>
                </a:lnTo>
                <a:lnTo>
                  <a:pt x="1457325" y="1162050"/>
                </a:lnTo>
                <a:lnTo>
                  <a:pt x="1447800" y="1162050"/>
                </a:lnTo>
                <a:lnTo>
                  <a:pt x="1447800" y="1095375"/>
                </a:lnTo>
                <a:lnTo>
                  <a:pt x="1438275" y="1095375"/>
                </a:lnTo>
                <a:lnTo>
                  <a:pt x="1438275" y="1076325"/>
                </a:lnTo>
                <a:lnTo>
                  <a:pt x="1428750" y="1076325"/>
                </a:lnTo>
                <a:lnTo>
                  <a:pt x="1428750" y="1000125"/>
                </a:lnTo>
                <a:lnTo>
                  <a:pt x="1438275" y="1000125"/>
                </a:lnTo>
                <a:lnTo>
                  <a:pt x="1438275" y="990600"/>
                </a:lnTo>
                <a:lnTo>
                  <a:pt x="1476375" y="990600"/>
                </a:lnTo>
                <a:lnTo>
                  <a:pt x="1476375" y="981075"/>
                </a:lnTo>
                <a:lnTo>
                  <a:pt x="1457325" y="981075"/>
                </a:lnTo>
                <a:lnTo>
                  <a:pt x="1457325" y="971550"/>
                </a:lnTo>
                <a:lnTo>
                  <a:pt x="1447800" y="971550"/>
                </a:lnTo>
                <a:lnTo>
                  <a:pt x="1447800" y="952500"/>
                </a:lnTo>
                <a:lnTo>
                  <a:pt x="1438275" y="952500"/>
                </a:lnTo>
                <a:lnTo>
                  <a:pt x="1438275" y="933450"/>
                </a:lnTo>
                <a:lnTo>
                  <a:pt x="1428750" y="933450"/>
                </a:lnTo>
                <a:lnTo>
                  <a:pt x="1428750" y="914400"/>
                </a:lnTo>
                <a:lnTo>
                  <a:pt x="1438275" y="914400"/>
                </a:lnTo>
                <a:close/>
                <a:moveTo>
                  <a:pt x="1323975" y="895350"/>
                </a:moveTo>
                <a:lnTo>
                  <a:pt x="1333500" y="895350"/>
                </a:lnTo>
                <a:lnTo>
                  <a:pt x="1333500" y="923925"/>
                </a:lnTo>
                <a:lnTo>
                  <a:pt x="1323975" y="923925"/>
                </a:lnTo>
                <a:close/>
                <a:moveTo>
                  <a:pt x="1885950" y="895350"/>
                </a:moveTo>
                <a:lnTo>
                  <a:pt x="1895475" y="895350"/>
                </a:lnTo>
                <a:lnTo>
                  <a:pt x="1895475" y="914400"/>
                </a:lnTo>
                <a:lnTo>
                  <a:pt x="1885950" y="914400"/>
                </a:lnTo>
                <a:close/>
                <a:moveTo>
                  <a:pt x="247650" y="904875"/>
                </a:moveTo>
                <a:lnTo>
                  <a:pt x="266700" y="904875"/>
                </a:lnTo>
                <a:lnTo>
                  <a:pt x="266700" y="933450"/>
                </a:lnTo>
                <a:lnTo>
                  <a:pt x="238125" y="933450"/>
                </a:lnTo>
                <a:lnTo>
                  <a:pt x="238125" y="914400"/>
                </a:lnTo>
                <a:lnTo>
                  <a:pt x="247650" y="914400"/>
                </a:lnTo>
                <a:close/>
                <a:moveTo>
                  <a:pt x="95250" y="933450"/>
                </a:moveTo>
                <a:lnTo>
                  <a:pt x="104775" y="933450"/>
                </a:lnTo>
                <a:lnTo>
                  <a:pt x="104775" y="942975"/>
                </a:lnTo>
                <a:lnTo>
                  <a:pt x="133350" y="942975"/>
                </a:lnTo>
                <a:lnTo>
                  <a:pt x="133350" y="962025"/>
                </a:lnTo>
                <a:lnTo>
                  <a:pt x="161925" y="962025"/>
                </a:lnTo>
                <a:lnTo>
                  <a:pt x="161925" y="952500"/>
                </a:lnTo>
                <a:lnTo>
                  <a:pt x="180975" y="952500"/>
                </a:lnTo>
                <a:lnTo>
                  <a:pt x="180975" y="962025"/>
                </a:lnTo>
                <a:lnTo>
                  <a:pt x="200025" y="962025"/>
                </a:lnTo>
                <a:lnTo>
                  <a:pt x="200025" y="952500"/>
                </a:lnTo>
                <a:lnTo>
                  <a:pt x="219075" y="952500"/>
                </a:lnTo>
                <a:lnTo>
                  <a:pt x="219075" y="942975"/>
                </a:lnTo>
                <a:lnTo>
                  <a:pt x="247650" y="942975"/>
                </a:lnTo>
                <a:lnTo>
                  <a:pt x="247650" y="952500"/>
                </a:lnTo>
                <a:lnTo>
                  <a:pt x="257175" y="952500"/>
                </a:lnTo>
                <a:lnTo>
                  <a:pt x="257175" y="990600"/>
                </a:lnTo>
                <a:lnTo>
                  <a:pt x="266700" y="990600"/>
                </a:lnTo>
                <a:lnTo>
                  <a:pt x="266700" y="1000125"/>
                </a:lnTo>
                <a:lnTo>
                  <a:pt x="285750" y="1000125"/>
                </a:lnTo>
                <a:lnTo>
                  <a:pt x="285750" y="990600"/>
                </a:lnTo>
                <a:lnTo>
                  <a:pt x="304800" y="990600"/>
                </a:lnTo>
                <a:lnTo>
                  <a:pt x="304800" y="981075"/>
                </a:lnTo>
                <a:lnTo>
                  <a:pt x="314325" y="981075"/>
                </a:lnTo>
                <a:lnTo>
                  <a:pt x="314325" y="1019175"/>
                </a:lnTo>
                <a:lnTo>
                  <a:pt x="323850" y="1019175"/>
                </a:lnTo>
                <a:lnTo>
                  <a:pt x="323850" y="1009650"/>
                </a:lnTo>
                <a:lnTo>
                  <a:pt x="333375" y="1009650"/>
                </a:lnTo>
                <a:lnTo>
                  <a:pt x="333375" y="1028700"/>
                </a:lnTo>
                <a:lnTo>
                  <a:pt x="342900" y="1028700"/>
                </a:lnTo>
                <a:lnTo>
                  <a:pt x="342900" y="1038225"/>
                </a:lnTo>
                <a:lnTo>
                  <a:pt x="333375" y="1038225"/>
                </a:lnTo>
                <a:lnTo>
                  <a:pt x="333375" y="1047750"/>
                </a:lnTo>
                <a:lnTo>
                  <a:pt x="314325" y="1047750"/>
                </a:lnTo>
                <a:lnTo>
                  <a:pt x="314325" y="1028700"/>
                </a:lnTo>
                <a:lnTo>
                  <a:pt x="304800" y="1028700"/>
                </a:lnTo>
                <a:lnTo>
                  <a:pt x="304800" y="1019175"/>
                </a:lnTo>
                <a:lnTo>
                  <a:pt x="266700" y="1019175"/>
                </a:lnTo>
                <a:lnTo>
                  <a:pt x="266700" y="1028700"/>
                </a:lnTo>
                <a:lnTo>
                  <a:pt x="276225" y="1028700"/>
                </a:lnTo>
                <a:lnTo>
                  <a:pt x="276225" y="1057275"/>
                </a:lnTo>
                <a:lnTo>
                  <a:pt x="266700" y="1057275"/>
                </a:lnTo>
                <a:lnTo>
                  <a:pt x="266700" y="1066800"/>
                </a:lnTo>
                <a:lnTo>
                  <a:pt x="247650" y="1066800"/>
                </a:lnTo>
                <a:lnTo>
                  <a:pt x="247650" y="1019175"/>
                </a:lnTo>
                <a:lnTo>
                  <a:pt x="238125" y="1019175"/>
                </a:lnTo>
                <a:lnTo>
                  <a:pt x="238125" y="1009650"/>
                </a:lnTo>
                <a:lnTo>
                  <a:pt x="228600" y="1009650"/>
                </a:lnTo>
                <a:lnTo>
                  <a:pt x="228600" y="981075"/>
                </a:lnTo>
                <a:lnTo>
                  <a:pt x="238125" y="981075"/>
                </a:lnTo>
                <a:lnTo>
                  <a:pt x="238125" y="971550"/>
                </a:lnTo>
                <a:lnTo>
                  <a:pt x="190500" y="971550"/>
                </a:lnTo>
                <a:lnTo>
                  <a:pt x="190500" y="981075"/>
                </a:lnTo>
                <a:lnTo>
                  <a:pt x="180975" y="981075"/>
                </a:lnTo>
                <a:lnTo>
                  <a:pt x="180975" y="1000125"/>
                </a:lnTo>
                <a:lnTo>
                  <a:pt x="219075" y="1000125"/>
                </a:lnTo>
                <a:lnTo>
                  <a:pt x="219075" y="1009650"/>
                </a:lnTo>
                <a:lnTo>
                  <a:pt x="228600" y="1009650"/>
                </a:lnTo>
                <a:lnTo>
                  <a:pt x="228600" y="1038225"/>
                </a:lnTo>
                <a:lnTo>
                  <a:pt x="219075" y="1038225"/>
                </a:lnTo>
                <a:lnTo>
                  <a:pt x="219075" y="1047750"/>
                </a:lnTo>
                <a:lnTo>
                  <a:pt x="180975" y="1047750"/>
                </a:lnTo>
                <a:lnTo>
                  <a:pt x="180975" y="1066800"/>
                </a:lnTo>
                <a:lnTo>
                  <a:pt x="190500" y="1066800"/>
                </a:lnTo>
                <a:lnTo>
                  <a:pt x="190500" y="1085850"/>
                </a:lnTo>
                <a:lnTo>
                  <a:pt x="200025" y="1085850"/>
                </a:lnTo>
                <a:lnTo>
                  <a:pt x="200025" y="1104900"/>
                </a:lnTo>
                <a:lnTo>
                  <a:pt x="190500" y="1104900"/>
                </a:lnTo>
                <a:lnTo>
                  <a:pt x="190500" y="1095375"/>
                </a:lnTo>
                <a:lnTo>
                  <a:pt x="171450" y="1095375"/>
                </a:lnTo>
                <a:lnTo>
                  <a:pt x="171450" y="1114425"/>
                </a:lnTo>
                <a:lnTo>
                  <a:pt x="161925" y="1114425"/>
                </a:lnTo>
                <a:lnTo>
                  <a:pt x="161925" y="1095375"/>
                </a:lnTo>
                <a:lnTo>
                  <a:pt x="142875" y="1095375"/>
                </a:lnTo>
                <a:lnTo>
                  <a:pt x="142875" y="1085850"/>
                </a:lnTo>
                <a:lnTo>
                  <a:pt x="114300" y="1085850"/>
                </a:lnTo>
                <a:lnTo>
                  <a:pt x="114300" y="1076325"/>
                </a:lnTo>
                <a:lnTo>
                  <a:pt x="104775" y="1076325"/>
                </a:lnTo>
                <a:lnTo>
                  <a:pt x="104775" y="1028700"/>
                </a:lnTo>
                <a:lnTo>
                  <a:pt x="95250" y="1028700"/>
                </a:lnTo>
                <a:lnTo>
                  <a:pt x="95250" y="990600"/>
                </a:lnTo>
                <a:lnTo>
                  <a:pt x="114300" y="990600"/>
                </a:lnTo>
                <a:lnTo>
                  <a:pt x="114300" y="981075"/>
                </a:lnTo>
                <a:lnTo>
                  <a:pt x="95250" y="981075"/>
                </a:lnTo>
                <a:lnTo>
                  <a:pt x="95250" y="971550"/>
                </a:lnTo>
                <a:lnTo>
                  <a:pt x="76200" y="971550"/>
                </a:lnTo>
                <a:lnTo>
                  <a:pt x="76200" y="981075"/>
                </a:lnTo>
                <a:lnTo>
                  <a:pt x="47625" y="981075"/>
                </a:lnTo>
                <a:lnTo>
                  <a:pt x="47625" y="962025"/>
                </a:lnTo>
                <a:lnTo>
                  <a:pt x="57150" y="962025"/>
                </a:lnTo>
                <a:lnTo>
                  <a:pt x="57150" y="952500"/>
                </a:lnTo>
                <a:lnTo>
                  <a:pt x="66675" y="952500"/>
                </a:lnTo>
                <a:lnTo>
                  <a:pt x="66675" y="962025"/>
                </a:lnTo>
                <a:lnTo>
                  <a:pt x="76200" y="962025"/>
                </a:lnTo>
                <a:lnTo>
                  <a:pt x="76200" y="952500"/>
                </a:lnTo>
                <a:lnTo>
                  <a:pt x="85725" y="952500"/>
                </a:lnTo>
                <a:lnTo>
                  <a:pt x="85725" y="962025"/>
                </a:lnTo>
                <a:lnTo>
                  <a:pt x="95250" y="962025"/>
                </a:lnTo>
                <a:close/>
                <a:moveTo>
                  <a:pt x="495300" y="933450"/>
                </a:moveTo>
                <a:lnTo>
                  <a:pt x="504825" y="933450"/>
                </a:lnTo>
                <a:lnTo>
                  <a:pt x="504825" y="962025"/>
                </a:lnTo>
                <a:lnTo>
                  <a:pt x="495300" y="962025"/>
                </a:lnTo>
                <a:close/>
                <a:moveTo>
                  <a:pt x="1419225" y="942975"/>
                </a:moveTo>
                <a:lnTo>
                  <a:pt x="1428750" y="942975"/>
                </a:lnTo>
                <a:lnTo>
                  <a:pt x="1428750" y="952500"/>
                </a:lnTo>
                <a:lnTo>
                  <a:pt x="1438275" y="952500"/>
                </a:lnTo>
                <a:lnTo>
                  <a:pt x="1438275" y="971550"/>
                </a:lnTo>
                <a:lnTo>
                  <a:pt x="1428750" y="971550"/>
                </a:lnTo>
                <a:lnTo>
                  <a:pt x="1428750" y="981075"/>
                </a:lnTo>
                <a:lnTo>
                  <a:pt x="1419225" y="981075"/>
                </a:lnTo>
                <a:lnTo>
                  <a:pt x="1419225" y="971550"/>
                </a:lnTo>
                <a:lnTo>
                  <a:pt x="1409700" y="971550"/>
                </a:lnTo>
                <a:lnTo>
                  <a:pt x="1409700" y="952500"/>
                </a:lnTo>
                <a:lnTo>
                  <a:pt x="1419225" y="952500"/>
                </a:lnTo>
                <a:close/>
                <a:moveTo>
                  <a:pt x="1571625" y="952500"/>
                </a:moveTo>
                <a:lnTo>
                  <a:pt x="1590675" y="952500"/>
                </a:lnTo>
                <a:lnTo>
                  <a:pt x="1590675" y="962025"/>
                </a:lnTo>
                <a:lnTo>
                  <a:pt x="1581150" y="962025"/>
                </a:lnTo>
                <a:lnTo>
                  <a:pt x="1581150" y="971550"/>
                </a:lnTo>
                <a:lnTo>
                  <a:pt x="1571625" y="971550"/>
                </a:lnTo>
                <a:lnTo>
                  <a:pt x="1571625" y="990600"/>
                </a:lnTo>
                <a:lnTo>
                  <a:pt x="1609725" y="990600"/>
                </a:lnTo>
                <a:lnTo>
                  <a:pt x="1609725" y="1009650"/>
                </a:lnTo>
                <a:lnTo>
                  <a:pt x="1628775" y="1009650"/>
                </a:lnTo>
                <a:lnTo>
                  <a:pt x="1628775" y="990600"/>
                </a:lnTo>
                <a:lnTo>
                  <a:pt x="1619250" y="990600"/>
                </a:lnTo>
                <a:lnTo>
                  <a:pt x="1619250" y="971550"/>
                </a:lnTo>
                <a:lnTo>
                  <a:pt x="1628775" y="971550"/>
                </a:lnTo>
                <a:lnTo>
                  <a:pt x="1628775" y="962025"/>
                </a:lnTo>
                <a:lnTo>
                  <a:pt x="1638300" y="962025"/>
                </a:lnTo>
                <a:lnTo>
                  <a:pt x="1638300" y="942975"/>
                </a:lnTo>
                <a:lnTo>
                  <a:pt x="1628775" y="942975"/>
                </a:lnTo>
                <a:lnTo>
                  <a:pt x="1628775" y="933450"/>
                </a:lnTo>
                <a:lnTo>
                  <a:pt x="1619250" y="933450"/>
                </a:lnTo>
                <a:lnTo>
                  <a:pt x="1619250" y="923925"/>
                </a:lnTo>
                <a:lnTo>
                  <a:pt x="1609725" y="923925"/>
                </a:lnTo>
                <a:lnTo>
                  <a:pt x="1609725" y="933450"/>
                </a:lnTo>
                <a:lnTo>
                  <a:pt x="1571625" y="933450"/>
                </a:lnTo>
                <a:close/>
                <a:moveTo>
                  <a:pt x="1847850" y="952500"/>
                </a:moveTo>
                <a:lnTo>
                  <a:pt x="1885950" y="952500"/>
                </a:lnTo>
                <a:lnTo>
                  <a:pt x="1885950" y="971550"/>
                </a:lnTo>
                <a:lnTo>
                  <a:pt x="1876425" y="971550"/>
                </a:lnTo>
                <a:lnTo>
                  <a:pt x="1876425" y="981075"/>
                </a:lnTo>
                <a:lnTo>
                  <a:pt x="1866900" y="981075"/>
                </a:lnTo>
                <a:lnTo>
                  <a:pt x="1866900" y="971550"/>
                </a:lnTo>
                <a:lnTo>
                  <a:pt x="1857375" y="971550"/>
                </a:lnTo>
                <a:lnTo>
                  <a:pt x="1857375" y="981075"/>
                </a:lnTo>
                <a:lnTo>
                  <a:pt x="1819275" y="981075"/>
                </a:lnTo>
                <a:lnTo>
                  <a:pt x="1819275" y="962025"/>
                </a:lnTo>
                <a:lnTo>
                  <a:pt x="1847850" y="962025"/>
                </a:lnTo>
                <a:close/>
                <a:moveTo>
                  <a:pt x="628650" y="981075"/>
                </a:moveTo>
                <a:lnTo>
                  <a:pt x="638175" y="981075"/>
                </a:lnTo>
                <a:lnTo>
                  <a:pt x="638175" y="990600"/>
                </a:lnTo>
                <a:lnTo>
                  <a:pt x="628650" y="990600"/>
                </a:lnTo>
                <a:close/>
                <a:moveTo>
                  <a:pt x="600075" y="990600"/>
                </a:moveTo>
                <a:lnTo>
                  <a:pt x="609600" y="990600"/>
                </a:lnTo>
                <a:lnTo>
                  <a:pt x="609600" y="1000125"/>
                </a:lnTo>
                <a:lnTo>
                  <a:pt x="600075" y="1000125"/>
                </a:lnTo>
                <a:close/>
                <a:moveTo>
                  <a:pt x="133350" y="1028700"/>
                </a:moveTo>
                <a:lnTo>
                  <a:pt x="152400" y="1028700"/>
                </a:lnTo>
                <a:lnTo>
                  <a:pt x="152400" y="1038225"/>
                </a:lnTo>
                <a:lnTo>
                  <a:pt x="171450" y="1038225"/>
                </a:lnTo>
                <a:lnTo>
                  <a:pt x="171450" y="1009650"/>
                </a:lnTo>
                <a:lnTo>
                  <a:pt x="161925" y="1009650"/>
                </a:lnTo>
                <a:lnTo>
                  <a:pt x="161925" y="990600"/>
                </a:lnTo>
                <a:lnTo>
                  <a:pt x="142875" y="990600"/>
                </a:lnTo>
                <a:lnTo>
                  <a:pt x="142875" y="1009650"/>
                </a:lnTo>
                <a:lnTo>
                  <a:pt x="133350" y="1009650"/>
                </a:lnTo>
                <a:close/>
                <a:moveTo>
                  <a:pt x="1838325" y="1047750"/>
                </a:moveTo>
                <a:lnTo>
                  <a:pt x="1857375" y="1047750"/>
                </a:lnTo>
                <a:lnTo>
                  <a:pt x="1857375" y="1028700"/>
                </a:lnTo>
                <a:lnTo>
                  <a:pt x="1838325" y="1028700"/>
                </a:lnTo>
                <a:close/>
                <a:moveTo>
                  <a:pt x="1600200" y="1057275"/>
                </a:moveTo>
                <a:lnTo>
                  <a:pt x="1619250" y="1057275"/>
                </a:lnTo>
                <a:lnTo>
                  <a:pt x="1619250" y="1038225"/>
                </a:lnTo>
                <a:lnTo>
                  <a:pt x="1609725" y="1038225"/>
                </a:lnTo>
                <a:lnTo>
                  <a:pt x="1609725" y="1047750"/>
                </a:lnTo>
                <a:lnTo>
                  <a:pt x="1600200" y="1047750"/>
                </a:lnTo>
                <a:close/>
                <a:moveTo>
                  <a:pt x="1695450" y="1057275"/>
                </a:moveTo>
                <a:lnTo>
                  <a:pt x="1714500" y="1057275"/>
                </a:lnTo>
                <a:lnTo>
                  <a:pt x="1714500" y="1047750"/>
                </a:lnTo>
                <a:lnTo>
                  <a:pt x="1695450" y="1047750"/>
                </a:lnTo>
                <a:close/>
                <a:moveTo>
                  <a:pt x="1800225" y="1057275"/>
                </a:moveTo>
                <a:lnTo>
                  <a:pt x="1809750" y="1057275"/>
                </a:lnTo>
                <a:lnTo>
                  <a:pt x="1809750" y="1038225"/>
                </a:lnTo>
                <a:lnTo>
                  <a:pt x="1771650" y="1038225"/>
                </a:lnTo>
                <a:lnTo>
                  <a:pt x="1771650" y="1047750"/>
                </a:lnTo>
                <a:lnTo>
                  <a:pt x="1762125" y="1047750"/>
                </a:lnTo>
                <a:lnTo>
                  <a:pt x="1762125" y="1066800"/>
                </a:lnTo>
                <a:lnTo>
                  <a:pt x="1800225" y="1066800"/>
                </a:lnTo>
                <a:close/>
                <a:moveTo>
                  <a:pt x="219075" y="1066800"/>
                </a:moveTo>
                <a:lnTo>
                  <a:pt x="238125" y="1066800"/>
                </a:lnTo>
                <a:lnTo>
                  <a:pt x="238125" y="1085850"/>
                </a:lnTo>
                <a:lnTo>
                  <a:pt x="209550" y="1085850"/>
                </a:lnTo>
                <a:lnTo>
                  <a:pt x="209550" y="1076325"/>
                </a:lnTo>
                <a:lnTo>
                  <a:pt x="219075" y="1076325"/>
                </a:lnTo>
                <a:close/>
                <a:moveTo>
                  <a:pt x="1495425" y="1066800"/>
                </a:moveTo>
                <a:lnTo>
                  <a:pt x="1514475" y="1066800"/>
                </a:lnTo>
                <a:lnTo>
                  <a:pt x="1514475" y="1047750"/>
                </a:lnTo>
                <a:lnTo>
                  <a:pt x="1495425" y="1047750"/>
                </a:lnTo>
                <a:close/>
                <a:moveTo>
                  <a:pt x="1457325" y="1076325"/>
                </a:moveTo>
                <a:lnTo>
                  <a:pt x="1476375" y="1076325"/>
                </a:lnTo>
                <a:lnTo>
                  <a:pt x="1476375" y="1085850"/>
                </a:lnTo>
                <a:lnTo>
                  <a:pt x="1485900" y="1085850"/>
                </a:lnTo>
                <a:lnTo>
                  <a:pt x="1485900" y="1066800"/>
                </a:lnTo>
                <a:lnTo>
                  <a:pt x="1476375" y="1066800"/>
                </a:lnTo>
                <a:lnTo>
                  <a:pt x="1476375" y="1057275"/>
                </a:lnTo>
                <a:lnTo>
                  <a:pt x="1457325" y="1057275"/>
                </a:lnTo>
                <a:close/>
                <a:moveTo>
                  <a:pt x="1657350" y="1076325"/>
                </a:moveTo>
                <a:lnTo>
                  <a:pt x="1676400" y="1076325"/>
                </a:lnTo>
                <a:lnTo>
                  <a:pt x="1676400" y="1066800"/>
                </a:lnTo>
                <a:lnTo>
                  <a:pt x="1657350" y="1066800"/>
                </a:lnTo>
                <a:close/>
                <a:moveTo>
                  <a:pt x="1714500" y="1076325"/>
                </a:moveTo>
                <a:lnTo>
                  <a:pt x="1724025" y="1076325"/>
                </a:lnTo>
                <a:lnTo>
                  <a:pt x="1724025" y="1066800"/>
                </a:lnTo>
                <a:lnTo>
                  <a:pt x="1714500" y="1066800"/>
                </a:lnTo>
                <a:close/>
                <a:moveTo>
                  <a:pt x="219075" y="1104900"/>
                </a:moveTo>
                <a:lnTo>
                  <a:pt x="228600" y="1104900"/>
                </a:lnTo>
                <a:lnTo>
                  <a:pt x="228600" y="1123950"/>
                </a:lnTo>
                <a:lnTo>
                  <a:pt x="219075" y="1123950"/>
                </a:lnTo>
                <a:lnTo>
                  <a:pt x="219075" y="1133475"/>
                </a:lnTo>
                <a:lnTo>
                  <a:pt x="209550" y="1133475"/>
                </a:lnTo>
                <a:lnTo>
                  <a:pt x="209550" y="1114425"/>
                </a:lnTo>
                <a:lnTo>
                  <a:pt x="219075" y="1114425"/>
                </a:lnTo>
                <a:close/>
                <a:moveTo>
                  <a:pt x="1504950" y="1104900"/>
                </a:moveTo>
                <a:lnTo>
                  <a:pt x="1514475" y="1104900"/>
                </a:lnTo>
                <a:lnTo>
                  <a:pt x="1514475" y="1085850"/>
                </a:lnTo>
                <a:lnTo>
                  <a:pt x="1495425" y="1085850"/>
                </a:lnTo>
                <a:lnTo>
                  <a:pt x="1495425" y="1114425"/>
                </a:lnTo>
                <a:lnTo>
                  <a:pt x="1485900" y="1114425"/>
                </a:lnTo>
                <a:lnTo>
                  <a:pt x="1485900" y="1104900"/>
                </a:lnTo>
                <a:lnTo>
                  <a:pt x="1476375" y="1104900"/>
                </a:lnTo>
                <a:lnTo>
                  <a:pt x="1476375" y="1114425"/>
                </a:lnTo>
                <a:lnTo>
                  <a:pt x="1466850" y="1114425"/>
                </a:lnTo>
                <a:lnTo>
                  <a:pt x="1466850" y="1123950"/>
                </a:lnTo>
                <a:lnTo>
                  <a:pt x="1457325" y="1123950"/>
                </a:lnTo>
                <a:lnTo>
                  <a:pt x="1457325" y="1143000"/>
                </a:lnTo>
                <a:lnTo>
                  <a:pt x="1495425" y="1143000"/>
                </a:lnTo>
                <a:lnTo>
                  <a:pt x="1495425" y="1152525"/>
                </a:lnTo>
                <a:lnTo>
                  <a:pt x="1504950" y="1152525"/>
                </a:lnTo>
                <a:lnTo>
                  <a:pt x="1504950" y="1162050"/>
                </a:lnTo>
                <a:lnTo>
                  <a:pt x="1514475" y="1162050"/>
                </a:lnTo>
                <a:lnTo>
                  <a:pt x="1514475" y="1114425"/>
                </a:lnTo>
                <a:lnTo>
                  <a:pt x="1504950" y="1114425"/>
                </a:lnTo>
                <a:close/>
                <a:moveTo>
                  <a:pt x="1809750" y="1114425"/>
                </a:moveTo>
                <a:lnTo>
                  <a:pt x="1819275" y="1114425"/>
                </a:lnTo>
                <a:lnTo>
                  <a:pt x="1819275" y="1133475"/>
                </a:lnTo>
                <a:lnTo>
                  <a:pt x="1828800" y="1133475"/>
                </a:lnTo>
                <a:lnTo>
                  <a:pt x="1828800" y="1152525"/>
                </a:lnTo>
                <a:lnTo>
                  <a:pt x="1819275" y="1152525"/>
                </a:lnTo>
                <a:lnTo>
                  <a:pt x="1819275" y="1162050"/>
                </a:lnTo>
                <a:lnTo>
                  <a:pt x="1838325" y="1162050"/>
                </a:lnTo>
                <a:lnTo>
                  <a:pt x="1838325" y="1143000"/>
                </a:lnTo>
                <a:lnTo>
                  <a:pt x="1847850" y="1143000"/>
                </a:lnTo>
                <a:lnTo>
                  <a:pt x="1847850" y="1133475"/>
                </a:lnTo>
                <a:lnTo>
                  <a:pt x="1857375" y="1133475"/>
                </a:lnTo>
                <a:lnTo>
                  <a:pt x="1857375" y="1104900"/>
                </a:lnTo>
                <a:lnTo>
                  <a:pt x="1847850" y="1104900"/>
                </a:lnTo>
                <a:lnTo>
                  <a:pt x="1847850" y="1095375"/>
                </a:lnTo>
                <a:lnTo>
                  <a:pt x="1819275" y="1095375"/>
                </a:lnTo>
                <a:lnTo>
                  <a:pt x="1819275" y="1104900"/>
                </a:lnTo>
                <a:lnTo>
                  <a:pt x="1809750" y="1104900"/>
                </a:lnTo>
                <a:close/>
                <a:moveTo>
                  <a:pt x="1419225" y="1123950"/>
                </a:moveTo>
                <a:lnTo>
                  <a:pt x="1428750" y="1123950"/>
                </a:lnTo>
                <a:lnTo>
                  <a:pt x="1428750" y="1143000"/>
                </a:lnTo>
                <a:lnTo>
                  <a:pt x="1419225" y="1143000"/>
                </a:lnTo>
                <a:close/>
                <a:moveTo>
                  <a:pt x="1600200" y="1123950"/>
                </a:moveTo>
                <a:lnTo>
                  <a:pt x="1609725" y="1123950"/>
                </a:lnTo>
                <a:lnTo>
                  <a:pt x="1609725" y="1133475"/>
                </a:lnTo>
                <a:lnTo>
                  <a:pt x="1619250" y="1133475"/>
                </a:lnTo>
                <a:lnTo>
                  <a:pt x="1619250" y="1114425"/>
                </a:lnTo>
                <a:lnTo>
                  <a:pt x="1600200" y="1114425"/>
                </a:lnTo>
                <a:close/>
                <a:moveTo>
                  <a:pt x="1752600" y="1123950"/>
                </a:moveTo>
                <a:lnTo>
                  <a:pt x="1762125" y="1123950"/>
                </a:lnTo>
                <a:lnTo>
                  <a:pt x="1762125" y="1104900"/>
                </a:lnTo>
                <a:lnTo>
                  <a:pt x="1752600" y="1104900"/>
                </a:lnTo>
                <a:close/>
                <a:moveTo>
                  <a:pt x="1581150" y="1152525"/>
                </a:moveTo>
                <a:lnTo>
                  <a:pt x="1600200" y="1152525"/>
                </a:lnTo>
                <a:lnTo>
                  <a:pt x="1600200" y="1133475"/>
                </a:lnTo>
                <a:lnTo>
                  <a:pt x="1590675" y="1133475"/>
                </a:lnTo>
                <a:lnTo>
                  <a:pt x="1590675" y="1143000"/>
                </a:lnTo>
                <a:lnTo>
                  <a:pt x="1581150" y="1143000"/>
                </a:lnTo>
                <a:close/>
                <a:moveTo>
                  <a:pt x="1695450" y="1152525"/>
                </a:moveTo>
                <a:lnTo>
                  <a:pt x="1704975" y="1152525"/>
                </a:lnTo>
                <a:lnTo>
                  <a:pt x="1704975" y="1143000"/>
                </a:lnTo>
                <a:lnTo>
                  <a:pt x="1695450" y="1143000"/>
                </a:lnTo>
                <a:close/>
                <a:moveTo>
                  <a:pt x="666750" y="1171575"/>
                </a:moveTo>
                <a:lnTo>
                  <a:pt x="676275" y="1171575"/>
                </a:lnTo>
                <a:lnTo>
                  <a:pt x="676275" y="1181100"/>
                </a:lnTo>
                <a:lnTo>
                  <a:pt x="666750" y="1181100"/>
                </a:lnTo>
                <a:close/>
                <a:moveTo>
                  <a:pt x="714375" y="1171575"/>
                </a:moveTo>
                <a:lnTo>
                  <a:pt x="723900" y="1171575"/>
                </a:lnTo>
                <a:lnTo>
                  <a:pt x="723900" y="1181100"/>
                </a:lnTo>
                <a:lnTo>
                  <a:pt x="714375" y="1181100"/>
                </a:lnTo>
                <a:close/>
                <a:moveTo>
                  <a:pt x="733425" y="1171575"/>
                </a:moveTo>
                <a:lnTo>
                  <a:pt x="742950" y="1171575"/>
                </a:lnTo>
                <a:lnTo>
                  <a:pt x="742950" y="1181100"/>
                </a:lnTo>
                <a:lnTo>
                  <a:pt x="733425" y="1181100"/>
                </a:lnTo>
                <a:close/>
                <a:moveTo>
                  <a:pt x="1590675" y="1171575"/>
                </a:moveTo>
                <a:lnTo>
                  <a:pt x="1600200" y="1171575"/>
                </a:lnTo>
                <a:lnTo>
                  <a:pt x="1600200" y="1181100"/>
                </a:lnTo>
                <a:lnTo>
                  <a:pt x="1609725" y="1181100"/>
                </a:lnTo>
                <a:lnTo>
                  <a:pt x="1609725" y="1162050"/>
                </a:lnTo>
                <a:lnTo>
                  <a:pt x="1590675" y="1162050"/>
                </a:lnTo>
                <a:close/>
                <a:moveTo>
                  <a:pt x="657225" y="1181100"/>
                </a:moveTo>
                <a:lnTo>
                  <a:pt x="666750" y="1181100"/>
                </a:lnTo>
                <a:lnTo>
                  <a:pt x="666750" y="1190625"/>
                </a:lnTo>
                <a:lnTo>
                  <a:pt x="657225" y="1190625"/>
                </a:lnTo>
                <a:close/>
                <a:moveTo>
                  <a:pt x="723900" y="1181100"/>
                </a:moveTo>
                <a:lnTo>
                  <a:pt x="733425" y="1181100"/>
                </a:lnTo>
                <a:lnTo>
                  <a:pt x="733425" y="1200150"/>
                </a:lnTo>
                <a:lnTo>
                  <a:pt x="723900" y="1200150"/>
                </a:lnTo>
                <a:close/>
                <a:moveTo>
                  <a:pt x="638175" y="1190625"/>
                </a:moveTo>
                <a:lnTo>
                  <a:pt x="657225" y="1190625"/>
                </a:lnTo>
                <a:lnTo>
                  <a:pt x="657225" y="1200150"/>
                </a:lnTo>
                <a:lnTo>
                  <a:pt x="638175" y="1200150"/>
                </a:lnTo>
                <a:close/>
                <a:moveTo>
                  <a:pt x="1743075" y="1190625"/>
                </a:moveTo>
                <a:lnTo>
                  <a:pt x="1752600" y="1190625"/>
                </a:lnTo>
                <a:lnTo>
                  <a:pt x="1752600" y="1200150"/>
                </a:lnTo>
                <a:lnTo>
                  <a:pt x="1819275" y="1200150"/>
                </a:lnTo>
                <a:lnTo>
                  <a:pt x="1819275" y="1181100"/>
                </a:lnTo>
                <a:lnTo>
                  <a:pt x="1800225" y="1181100"/>
                </a:lnTo>
                <a:lnTo>
                  <a:pt x="1800225" y="1190625"/>
                </a:lnTo>
                <a:lnTo>
                  <a:pt x="1781175" y="1190625"/>
                </a:lnTo>
                <a:lnTo>
                  <a:pt x="1781175" y="1181100"/>
                </a:lnTo>
                <a:lnTo>
                  <a:pt x="1771650" y="1181100"/>
                </a:lnTo>
                <a:lnTo>
                  <a:pt x="1771650" y="1171575"/>
                </a:lnTo>
                <a:lnTo>
                  <a:pt x="1762125" y="1171575"/>
                </a:lnTo>
                <a:lnTo>
                  <a:pt x="1762125" y="1162050"/>
                </a:lnTo>
                <a:lnTo>
                  <a:pt x="1743075" y="1162050"/>
                </a:lnTo>
                <a:close/>
                <a:moveTo>
                  <a:pt x="600075" y="1219200"/>
                </a:moveTo>
                <a:lnTo>
                  <a:pt x="619125" y="1219200"/>
                </a:lnTo>
                <a:lnTo>
                  <a:pt x="619125" y="1228725"/>
                </a:lnTo>
                <a:lnTo>
                  <a:pt x="628650" y="1228725"/>
                </a:lnTo>
                <a:lnTo>
                  <a:pt x="628650" y="1238250"/>
                </a:lnTo>
                <a:lnTo>
                  <a:pt x="638175" y="1238250"/>
                </a:lnTo>
                <a:lnTo>
                  <a:pt x="638175" y="1247775"/>
                </a:lnTo>
                <a:lnTo>
                  <a:pt x="619125" y="1247775"/>
                </a:lnTo>
                <a:lnTo>
                  <a:pt x="619125" y="1238250"/>
                </a:lnTo>
                <a:lnTo>
                  <a:pt x="590550" y="1238250"/>
                </a:lnTo>
                <a:lnTo>
                  <a:pt x="590550" y="1228725"/>
                </a:lnTo>
                <a:lnTo>
                  <a:pt x="600075" y="1228725"/>
                </a:lnTo>
                <a:close/>
                <a:moveTo>
                  <a:pt x="1266825" y="1219200"/>
                </a:moveTo>
                <a:lnTo>
                  <a:pt x="1285875" y="1219200"/>
                </a:lnTo>
                <a:lnTo>
                  <a:pt x="1285875" y="1228725"/>
                </a:lnTo>
                <a:lnTo>
                  <a:pt x="1276350" y="1228725"/>
                </a:lnTo>
                <a:lnTo>
                  <a:pt x="1276350" y="1238250"/>
                </a:lnTo>
                <a:lnTo>
                  <a:pt x="1266825" y="1238250"/>
                </a:lnTo>
                <a:close/>
                <a:moveTo>
                  <a:pt x="1685925" y="1219200"/>
                </a:moveTo>
                <a:lnTo>
                  <a:pt x="1695450" y="1219200"/>
                </a:lnTo>
                <a:lnTo>
                  <a:pt x="1695450" y="1200150"/>
                </a:lnTo>
                <a:lnTo>
                  <a:pt x="1685925" y="1200150"/>
                </a:lnTo>
                <a:close/>
                <a:moveTo>
                  <a:pt x="1857375" y="1228725"/>
                </a:moveTo>
                <a:lnTo>
                  <a:pt x="1866900" y="1228725"/>
                </a:lnTo>
                <a:lnTo>
                  <a:pt x="1866900" y="1238250"/>
                </a:lnTo>
                <a:lnTo>
                  <a:pt x="1857375" y="1238250"/>
                </a:lnTo>
                <a:close/>
                <a:moveTo>
                  <a:pt x="1609725" y="1247775"/>
                </a:moveTo>
                <a:lnTo>
                  <a:pt x="1619250" y="1247775"/>
                </a:lnTo>
                <a:lnTo>
                  <a:pt x="1619250" y="1257300"/>
                </a:lnTo>
                <a:lnTo>
                  <a:pt x="1647825" y="1257300"/>
                </a:lnTo>
                <a:lnTo>
                  <a:pt x="1647825" y="1228725"/>
                </a:lnTo>
                <a:lnTo>
                  <a:pt x="1619250" y="1228725"/>
                </a:lnTo>
                <a:lnTo>
                  <a:pt x="1619250" y="1238250"/>
                </a:lnTo>
                <a:lnTo>
                  <a:pt x="1609725" y="1238250"/>
                </a:lnTo>
                <a:close/>
                <a:moveTo>
                  <a:pt x="1238250" y="1257300"/>
                </a:moveTo>
                <a:lnTo>
                  <a:pt x="1247775" y="1257300"/>
                </a:lnTo>
                <a:lnTo>
                  <a:pt x="1247775" y="1266825"/>
                </a:lnTo>
                <a:lnTo>
                  <a:pt x="1238250" y="1266825"/>
                </a:lnTo>
                <a:close/>
                <a:moveTo>
                  <a:pt x="1228725" y="1266825"/>
                </a:moveTo>
                <a:lnTo>
                  <a:pt x="1238250" y="1266825"/>
                </a:lnTo>
                <a:lnTo>
                  <a:pt x="1238250" y="1276350"/>
                </a:lnTo>
                <a:lnTo>
                  <a:pt x="1228725" y="1276350"/>
                </a:lnTo>
                <a:close/>
                <a:moveTo>
                  <a:pt x="628650" y="1276350"/>
                </a:moveTo>
                <a:lnTo>
                  <a:pt x="647700" y="1276350"/>
                </a:lnTo>
                <a:lnTo>
                  <a:pt x="647700" y="1285875"/>
                </a:lnTo>
                <a:lnTo>
                  <a:pt x="628650" y="1285875"/>
                </a:lnTo>
                <a:close/>
                <a:moveTo>
                  <a:pt x="1676400" y="1304925"/>
                </a:moveTo>
                <a:lnTo>
                  <a:pt x="1685925" y="1304925"/>
                </a:lnTo>
                <a:lnTo>
                  <a:pt x="1685925" y="1314450"/>
                </a:lnTo>
                <a:lnTo>
                  <a:pt x="1695450" y="1314450"/>
                </a:lnTo>
                <a:lnTo>
                  <a:pt x="1695450" y="1295400"/>
                </a:lnTo>
                <a:lnTo>
                  <a:pt x="1676400" y="1295400"/>
                </a:lnTo>
                <a:close/>
                <a:moveTo>
                  <a:pt x="1724025" y="1314450"/>
                </a:moveTo>
                <a:lnTo>
                  <a:pt x="1733550" y="1314450"/>
                </a:lnTo>
                <a:lnTo>
                  <a:pt x="1733550" y="1323975"/>
                </a:lnTo>
                <a:lnTo>
                  <a:pt x="1762125" y="1323975"/>
                </a:lnTo>
                <a:lnTo>
                  <a:pt x="1762125" y="1333500"/>
                </a:lnTo>
                <a:lnTo>
                  <a:pt x="1771650" y="1333500"/>
                </a:lnTo>
                <a:lnTo>
                  <a:pt x="1771650" y="1314450"/>
                </a:lnTo>
                <a:lnTo>
                  <a:pt x="1752600" y="1314450"/>
                </a:lnTo>
                <a:lnTo>
                  <a:pt x="1752600" y="1285875"/>
                </a:lnTo>
                <a:lnTo>
                  <a:pt x="1743075" y="1285875"/>
                </a:lnTo>
                <a:lnTo>
                  <a:pt x="1743075" y="1295400"/>
                </a:lnTo>
                <a:lnTo>
                  <a:pt x="1733550" y="1295400"/>
                </a:lnTo>
                <a:lnTo>
                  <a:pt x="1733550" y="1304925"/>
                </a:lnTo>
                <a:lnTo>
                  <a:pt x="1724025" y="1304925"/>
                </a:lnTo>
                <a:close/>
                <a:moveTo>
                  <a:pt x="1790700" y="1314450"/>
                </a:moveTo>
                <a:lnTo>
                  <a:pt x="1809750" y="1314450"/>
                </a:lnTo>
                <a:lnTo>
                  <a:pt x="1809750" y="1295400"/>
                </a:lnTo>
                <a:lnTo>
                  <a:pt x="1790700" y="1295400"/>
                </a:lnTo>
                <a:close/>
                <a:moveTo>
                  <a:pt x="1438275" y="1343025"/>
                </a:moveTo>
                <a:lnTo>
                  <a:pt x="1447800" y="1343025"/>
                </a:lnTo>
                <a:lnTo>
                  <a:pt x="1447800" y="1352550"/>
                </a:lnTo>
                <a:lnTo>
                  <a:pt x="1476375" y="1352550"/>
                </a:lnTo>
                <a:lnTo>
                  <a:pt x="1476375" y="1371600"/>
                </a:lnTo>
                <a:lnTo>
                  <a:pt x="1485900" y="1371600"/>
                </a:lnTo>
                <a:lnTo>
                  <a:pt x="1485900" y="1381125"/>
                </a:lnTo>
                <a:lnTo>
                  <a:pt x="1466850" y="1381125"/>
                </a:lnTo>
                <a:lnTo>
                  <a:pt x="1466850" y="1362075"/>
                </a:lnTo>
                <a:lnTo>
                  <a:pt x="1428750" y="1362075"/>
                </a:lnTo>
                <a:lnTo>
                  <a:pt x="1428750" y="1352550"/>
                </a:lnTo>
                <a:lnTo>
                  <a:pt x="1438275" y="1352550"/>
                </a:lnTo>
                <a:close/>
                <a:moveTo>
                  <a:pt x="1828800" y="1343025"/>
                </a:moveTo>
                <a:lnTo>
                  <a:pt x="1838325" y="1343025"/>
                </a:lnTo>
                <a:lnTo>
                  <a:pt x="1838325" y="1333500"/>
                </a:lnTo>
                <a:lnTo>
                  <a:pt x="1828800" y="1333500"/>
                </a:lnTo>
                <a:close/>
                <a:moveTo>
                  <a:pt x="361950" y="1352550"/>
                </a:moveTo>
                <a:lnTo>
                  <a:pt x="371475" y="1352550"/>
                </a:lnTo>
                <a:lnTo>
                  <a:pt x="371475" y="1371600"/>
                </a:lnTo>
                <a:lnTo>
                  <a:pt x="352425" y="1371600"/>
                </a:lnTo>
                <a:lnTo>
                  <a:pt x="352425" y="1362075"/>
                </a:lnTo>
                <a:lnTo>
                  <a:pt x="361950" y="1362075"/>
                </a:lnTo>
                <a:close/>
                <a:moveTo>
                  <a:pt x="409575" y="1362075"/>
                </a:moveTo>
                <a:lnTo>
                  <a:pt x="419100" y="1362075"/>
                </a:lnTo>
                <a:lnTo>
                  <a:pt x="419100" y="1381125"/>
                </a:lnTo>
                <a:lnTo>
                  <a:pt x="390525" y="1381125"/>
                </a:lnTo>
                <a:lnTo>
                  <a:pt x="390525" y="1371600"/>
                </a:lnTo>
                <a:lnTo>
                  <a:pt x="409575" y="1371600"/>
                </a:lnTo>
                <a:close/>
                <a:moveTo>
                  <a:pt x="323850" y="1371600"/>
                </a:moveTo>
                <a:lnTo>
                  <a:pt x="342900" y="1371600"/>
                </a:lnTo>
                <a:lnTo>
                  <a:pt x="342900" y="1381125"/>
                </a:lnTo>
                <a:lnTo>
                  <a:pt x="352425" y="1381125"/>
                </a:lnTo>
                <a:lnTo>
                  <a:pt x="352425" y="1390650"/>
                </a:lnTo>
                <a:lnTo>
                  <a:pt x="361950" y="1390650"/>
                </a:lnTo>
                <a:lnTo>
                  <a:pt x="361950" y="1419225"/>
                </a:lnTo>
                <a:lnTo>
                  <a:pt x="352425" y="1419225"/>
                </a:lnTo>
                <a:lnTo>
                  <a:pt x="352425" y="1409700"/>
                </a:lnTo>
                <a:lnTo>
                  <a:pt x="342900" y="1409700"/>
                </a:lnTo>
                <a:lnTo>
                  <a:pt x="342900" y="1400175"/>
                </a:lnTo>
                <a:lnTo>
                  <a:pt x="323850" y="1400175"/>
                </a:lnTo>
                <a:lnTo>
                  <a:pt x="323850" y="1409700"/>
                </a:lnTo>
                <a:lnTo>
                  <a:pt x="314325" y="1409700"/>
                </a:lnTo>
                <a:lnTo>
                  <a:pt x="314325" y="1381125"/>
                </a:lnTo>
                <a:lnTo>
                  <a:pt x="323850" y="1381125"/>
                </a:lnTo>
                <a:close/>
                <a:moveTo>
                  <a:pt x="1485900" y="1381125"/>
                </a:moveTo>
                <a:lnTo>
                  <a:pt x="1495425" y="1381125"/>
                </a:lnTo>
                <a:lnTo>
                  <a:pt x="1495425" y="1390650"/>
                </a:lnTo>
                <a:lnTo>
                  <a:pt x="1485900" y="1390650"/>
                </a:lnTo>
                <a:close/>
                <a:moveTo>
                  <a:pt x="1495425" y="1390650"/>
                </a:moveTo>
                <a:lnTo>
                  <a:pt x="1504950" y="1390650"/>
                </a:lnTo>
                <a:lnTo>
                  <a:pt x="1504950" y="1400175"/>
                </a:lnTo>
                <a:lnTo>
                  <a:pt x="1495425" y="1400175"/>
                </a:lnTo>
                <a:close/>
                <a:moveTo>
                  <a:pt x="1524000" y="1409700"/>
                </a:moveTo>
                <a:lnTo>
                  <a:pt x="1533525" y="1409700"/>
                </a:lnTo>
                <a:lnTo>
                  <a:pt x="1533525" y="1419225"/>
                </a:lnTo>
                <a:lnTo>
                  <a:pt x="1524000" y="1419225"/>
                </a:lnTo>
                <a:close/>
                <a:moveTo>
                  <a:pt x="1771650" y="1409700"/>
                </a:moveTo>
                <a:lnTo>
                  <a:pt x="1781175" y="1409700"/>
                </a:lnTo>
                <a:lnTo>
                  <a:pt x="1781175" y="1419225"/>
                </a:lnTo>
                <a:lnTo>
                  <a:pt x="1790700" y="1419225"/>
                </a:lnTo>
                <a:lnTo>
                  <a:pt x="1790700" y="1438275"/>
                </a:lnTo>
                <a:lnTo>
                  <a:pt x="1771650" y="1438275"/>
                </a:lnTo>
                <a:close/>
                <a:moveTo>
                  <a:pt x="1800225" y="1419225"/>
                </a:moveTo>
                <a:lnTo>
                  <a:pt x="1809750" y="1419225"/>
                </a:lnTo>
                <a:lnTo>
                  <a:pt x="1809750" y="1438275"/>
                </a:lnTo>
                <a:lnTo>
                  <a:pt x="1800225" y="1438275"/>
                </a:lnTo>
                <a:close/>
                <a:moveTo>
                  <a:pt x="85725" y="1476375"/>
                </a:moveTo>
                <a:lnTo>
                  <a:pt x="95250" y="1476375"/>
                </a:lnTo>
                <a:lnTo>
                  <a:pt x="95250" y="1485900"/>
                </a:lnTo>
                <a:lnTo>
                  <a:pt x="85725" y="1485900"/>
                </a:lnTo>
                <a:close/>
                <a:moveTo>
                  <a:pt x="133350" y="1524000"/>
                </a:moveTo>
                <a:lnTo>
                  <a:pt x="161925" y="1524000"/>
                </a:lnTo>
                <a:lnTo>
                  <a:pt x="161925" y="1533525"/>
                </a:lnTo>
                <a:lnTo>
                  <a:pt x="152400" y="1533525"/>
                </a:lnTo>
                <a:lnTo>
                  <a:pt x="152400" y="1543050"/>
                </a:lnTo>
                <a:lnTo>
                  <a:pt x="123825" y="1543050"/>
                </a:lnTo>
                <a:lnTo>
                  <a:pt x="123825" y="1533525"/>
                </a:lnTo>
                <a:lnTo>
                  <a:pt x="133350" y="1533525"/>
                </a:lnTo>
                <a:close/>
                <a:moveTo>
                  <a:pt x="1628775" y="1543050"/>
                </a:moveTo>
                <a:lnTo>
                  <a:pt x="1638300" y="1543050"/>
                </a:lnTo>
                <a:lnTo>
                  <a:pt x="1638300" y="1552575"/>
                </a:lnTo>
                <a:lnTo>
                  <a:pt x="1628775" y="1552575"/>
                </a:lnTo>
                <a:close/>
                <a:moveTo>
                  <a:pt x="209550" y="1552575"/>
                </a:moveTo>
                <a:lnTo>
                  <a:pt x="219075" y="1552575"/>
                </a:lnTo>
                <a:lnTo>
                  <a:pt x="219075" y="1562100"/>
                </a:lnTo>
                <a:lnTo>
                  <a:pt x="228600" y="1562100"/>
                </a:lnTo>
                <a:lnTo>
                  <a:pt x="228600" y="1571625"/>
                </a:lnTo>
                <a:lnTo>
                  <a:pt x="209550" y="1571625"/>
                </a:lnTo>
                <a:close/>
                <a:moveTo>
                  <a:pt x="1685925" y="1571625"/>
                </a:moveTo>
                <a:lnTo>
                  <a:pt x="1695450" y="1571625"/>
                </a:lnTo>
                <a:lnTo>
                  <a:pt x="1695450" y="1581150"/>
                </a:lnTo>
                <a:lnTo>
                  <a:pt x="1685925" y="1581150"/>
                </a:lnTo>
                <a:close/>
                <a:moveTo>
                  <a:pt x="1647825" y="1581150"/>
                </a:moveTo>
                <a:lnTo>
                  <a:pt x="1657350" y="1581150"/>
                </a:lnTo>
                <a:lnTo>
                  <a:pt x="1657350" y="1590675"/>
                </a:lnTo>
                <a:lnTo>
                  <a:pt x="1666875" y="1590675"/>
                </a:lnTo>
                <a:lnTo>
                  <a:pt x="1666875" y="1600200"/>
                </a:lnTo>
                <a:lnTo>
                  <a:pt x="1647825" y="1600200"/>
                </a:lnTo>
                <a:close/>
                <a:moveTo>
                  <a:pt x="1676400" y="1581150"/>
                </a:moveTo>
                <a:lnTo>
                  <a:pt x="1685925" y="1581150"/>
                </a:lnTo>
                <a:lnTo>
                  <a:pt x="1685925" y="1590675"/>
                </a:lnTo>
                <a:lnTo>
                  <a:pt x="1676400" y="1590675"/>
                </a:lnTo>
                <a:close/>
              </a:path>
            </a:pathLst>
          </a:custGeom>
          <a:solidFill xmlns:a="http://schemas.openxmlformats.org/drawingml/2006/main">
            <a:srgbClr val="F5E1D8"/>
          </a:solidFill>
          <a:ln xmlns:a="http://schemas.openxmlformats.org/drawingml/2006/main" w="0">
            <a:noFill/>
          </a:ln>
        </p:spPr>
      </p:sp>
      <p:sp>
        <p:nvSpPr>
          <p:cNvPr id="52" name="juan vector #f5e0d6">
            <a:extLst xmlns:a="http://schemas.openxmlformats.org/drawingml/2006/main">
              <a:ext uri="{FF2B5EF4-FFF2-40B4-BE49-F238E27FC236}">
                <a16:creationId xmlns:a16="http://schemas.microsoft.com/office/drawing/2014/main" id="{F500424C-ED12-4205-AA03-0BDDC0DD25D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48900" y="2552700"/>
            <a:ext cx="2085975" cy="2085975"/>
          </a:xfrm>
          <a:custGeom xmlns:a="http://schemas.openxmlformats.org/drawingml/2006/main">
            <a:pathLst>
              <a:path w="2085975" h="2085975">
                <a:moveTo>
                  <a:pt x="619125" y="114300"/>
                </a:moveTo>
                <a:lnTo>
                  <a:pt x="638175" y="114300"/>
                </a:lnTo>
                <a:lnTo>
                  <a:pt x="638175" y="133350"/>
                </a:lnTo>
                <a:lnTo>
                  <a:pt x="619125" y="133350"/>
                </a:lnTo>
                <a:close/>
                <a:moveTo>
                  <a:pt x="514350" y="133350"/>
                </a:moveTo>
                <a:lnTo>
                  <a:pt x="523875" y="133350"/>
                </a:lnTo>
                <a:lnTo>
                  <a:pt x="523875" y="142875"/>
                </a:lnTo>
                <a:lnTo>
                  <a:pt x="514350" y="142875"/>
                </a:lnTo>
                <a:close/>
                <a:moveTo>
                  <a:pt x="1333500" y="161925"/>
                </a:moveTo>
                <a:lnTo>
                  <a:pt x="1343025" y="161925"/>
                </a:lnTo>
                <a:lnTo>
                  <a:pt x="1343025" y="171450"/>
                </a:lnTo>
                <a:lnTo>
                  <a:pt x="1333500" y="171450"/>
                </a:lnTo>
                <a:close/>
                <a:moveTo>
                  <a:pt x="666750" y="180975"/>
                </a:moveTo>
                <a:lnTo>
                  <a:pt x="676275" y="180975"/>
                </a:lnTo>
                <a:lnTo>
                  <a:pt x="676275" y="190500"/>
                </a:lnTo>
                <a:lnTo>
                  <a:pt x="666750" y="190500"/>
                </a:lnTo>
                <a:close/>
                <a:moveTo>
                  <a:pt x="1314450" y="190500"/>
                </a:moveTo>
                <a:lnTo>
                  <a:pt x="1323975" y="190500"/>
                </a:lnTo>
                <a:lnTo>
                  <a:pt x="1323975" y="200025"/>
                </a:lnTo>
                <a:lnTo>
                  <a:pt x="1333500" y="200025"/>
                </a:lnTo>
                <a:lnTo>
                  <a:pt x="1333500" y="209550"/>
                </a:lnTo>
                <a:lnTo>
                  <a:pt x="1323975" y="209550"/>
                </a:lnTo>
                <a:lnTo>
                  <a:pt x="1323975" y="228600"/>
                </a:lnTo>
                <a:lnTo>
                  <a:pt x="1314450" y="228600"/>
                </a:lnTo>
                <a:close/>
                <a:moveTo>
                  <a:pt x="781050" y="219075"/>
                </a:moveTo>
                <a:lnTo>
                  <a:pt x="790575" y="219075"/>
                </a:lnTo>
                <a:lnTo>
                  <a:pt x="790575" y="228600"/>
                </a:lnTo>
                <a:lnTo>
                  <a:pt x="781050" y="228600"/>
                </a:lnTo>
                <a:close/>
                <a:moveTo>
                  <a:pt x="752475" y="228600"/>
                </a:moveTo>
                <a:lnTo>
                  <a:pt x="771525" y="228600"/>
                </a:lnTo>
                <a:lnTo>
                  <a:pt x="771525" y="247650"/>
                </a:lnTo>
                <a:lnTo>
                  <a:pt x="752475" y="247650"/>
                </a:lnTo>
                <a:lnTo>
                  <a:pt x="752475" y="257175"/>
                </a:lnTo>
                <a:lnTo>
                  <a:pt x="742950" y="257175"/>
                </a:lnTo>
                <a:lnTo>
                  <a:pt x="742950" y="238125"/>
                </a:lnTo>
                <a:lnTo>
                  <a:pt x="752475" y="238125"/>
                </a:lnTo>
                <a:close/>
                <a:moveTo>
                  <a:pt x="1038225" y="228600"/>
                </a:moveTo>
                <a:lnTo>
                  <a:pt x="1047750" y="228600"/>
                </a:lnTo>
                <a:lnTo>
                  <a:pt x="1047750" y="238125"/>
                </a:lnTo>
                <a:lnTo>
                  <a:pt x="1038225" y="238125"/>
                </a:lnTo>
                <a:close/>
                <a:moveTo>
                  <a:pt x="1304925" y="247650"/>
                </a:moveTo>
                <a:lnTo>
                  <a:pt x="1323975" y="247650"/>
                </a:lnTo>
                <a:lnTo>
                  <a:pt x="1323975" y="285750"/>
                </a:lnTo>
                <a:lnTo>
                  <a:pt x="1314450" y="285750"/>
                </a:lnTo>
                <a:lnTo>
                  <a:pt x="1314450" y="295275"/>
                </a:lnTo>
                <a:lnTo>
                  <a:pt x="1304925" y="295275"/>
                </a:lnTo>
                <a:lnTo>
                  <a:pt x="1304925" y="323850"/>
                </a:lnTo>
                <a:lnTo>
                  <a:pt x="1285875" y="323850"/>
                </a:lnTo>
                <a:lnTo>
                  <a:pt x="1285875" y="304800"/>
                </a:lnTo>
                <a:lnTo>
                  <a:pt x="1295400" y="304800"/>
                </a:lnTo>
                <a:lnTo>
                  <a:pt x="1295400" y="285750"/>
                </a:lnTo>
                <a:lnTo>
                  <a:pt x="1304925" y="285750"/>
                </a:lnTo>
                <a:close/>
                <a:moveTo>
                  <a:pt x="990600" y="257175"/>
                </a:moveTo>
                <a:lnTo>
                  <a:pt x="1000125" y="257175"/>
                </a:lnTo>
                <a:lnTo>
                  <a:pt x="1000125" y="266700"/>
                </a:lnTo>
                <a:lnTo>
                  <a:pt x="990600" y="266700"/>
                </a:lnTo>
                <a:close/>
                <a:moveTo>
                  <a:pt x="866775" y="276225"/>
                </a:moveTo>
                <a:lnTo>
                  <a:pt x="895350" y="276225"/>
                </a:lnTo>
                <a:lnTo>
                  <a:pt x="895350" y="285750"/>
                </a:lnTo>
                <a:lnTo>
                  <a:pt x="876300" y="285750"/>
                </a:lnTo>
                <a:lnTo>
                  <a:pt x="876300" y="295275"/>
                </a:lnTo>
                <a:lnTo>
                  <a:pt x="857250" y="295275"/>
                </a:lnTo>
                <a:lnTo>
                  <a:pt x="857250" y="285750"/>
                </a:lnTo>
                <a:lnTo>
                  <a:pt x="866775" y="285750"/>
                </a:lnTo>
                <a:close/>
                <a:moveTo>
                  <a:pt x="1076325" y="295275"/>
                </a:moveTo>
                <a:lnTo>
                  <a:pt x="1085850" y="295275"/>
                </a:lnTo>
                <a:lnTo>
                  <a:pt x="1085850" y="304800"/>
                </a:lnTo>
                <a:lnTo>
                  <a:pt x="1076325" y="304800"/>
                </a:lnTo>
                <a:close/>
                <a:moveTo>
                  <a:pt x="609600" y="304800"/>
                </a:moveTo>
                <a:lnTo>
                  <a:pt x="619125" y="304800"/>
                </a:lnTo>
                <a:lnTo>
                  <a:pt x="619125" y="314325"/>
                </a:lnTo>
                <a:lnTo>
                  <a:pt x="628650" y="314325"/>
                </a:lnTo>
                <a:lnTo>
                  <a:pt x="628650" y="323850"/>
                </a:lnTo>
                <a:lnTo>
                  <a:pt x="619125" y="323850"/>
                </a:lnTo>
                <a:lnTo>
                  <a:pt x="619125" y="333375"/>
                </a:lnTo>
                <a:lnTo>
                  <a:pt x="609600" y="333375"/>
                </a:lnTo>
                <a:close/>
                <a:moveTo>
                  <a:pt x="1266825" y="314325"/>
                </a:moveTo>
                <a:lnTo>
                  <a:pt x="1276350" y="314325"/>
                </a:lnTo>
                <a:lnTo>
                  <a:pt x="1276350" y="323850"/>
                </a:lnTo>
                <a:lnTo>
                  <a:pt x="1266825" y="323850"/>
                </a:lnTo>
                <a:close/>
                <a:moveTo>
                  <a:pt x="1276350" y="333375"/>
                </a:moveTo>
                <a:lnTo>
                  <a:pt x="1285875" y="333375"/>
                </a:lnTo>
                <a:lnTo>
                  <a:pt x="1285875" y="342900"/>
                </a:lnTo>
                <a:lnTo>
                  <a:pt x="1276350" y="342900"/>
                </a:lnTo>
                <a:close/>
                <a:moveTo>
                  <a:pt x="561975" y="361950"/>
                </a:moveTo>
                <a:lnTo>
                  <a:pt x="571500" y="361950"/>
                </a:lnTo>
                <a:lnTo>
                  <a:pt x="571500" y="371475"/>
                </a:lnTo>
                <a:lnTo>
                  <a:pt x="561975" y="371475"/>
                </a:lnTo>
                <a:close/>
                <a:moveTo>
                  <a:pt x="552450" y="371475"/>
                </a:moveTo>
                <a:lnTo>
                  <a:pt x="561975" y="371475"/>
                </a:lnTo>
                <a:lnTo>
                  <a:pt x="561975" y="381000"/>
                </a:lnTo>
                <a:lnTo>
                  <a:pt x="552450" y="381000"/>
                </a:lnTo>
                <a:close/>
                <a:moveTo>
                  <a:pt x="571500" y="371475"/>
                </a:moveTo>
                <a:lnTo>
                  <a:pt x="581025" y="371475"/>
                </a:lnTo>
                <a:lnTo>
                  <a:pt x="581025" y="390525"/>
                </a:lnTo>
                <a:lnTo>
                  <a:pt x="571500" y="390525"/>
                </a:lnTo>
                <a:close/>
                <a:moveTo>
                  <a:pt x="1228725" y="390525"/>
                </a:moveTo>
                <a:lnTo>
                  <a:pt x="1238250" y="390525"/>
                </a:lnTo>
                <a:lnTo>
                  <a:pt x="1238250" y="400050"/>
                </a:lnTo>
                <a:lnTo>
                  <a:pt x="1228725" y="400050"/>
                </a:lnTo>
                <a:close/>
                <a:moveTo>
                  <a:pt x="1276350" y="400050"/>
                </a:moveTo>
                <a:lnTo>
                  <a:pt x="1285875" y="400050"/>
                </a:lnTo>
                <a:lnTo>
                  <a:pt x="1285875" y="419100"/>
                </a:lnTo>
                <a:lnTo>
                  <a:pt x="1276350" y="419100"/>
                </a:lnTo>
                <a:close/>
                <a:moveTo>
                  <a:pt x="628650" y="419100"/>
                </a:moveTo>
                <a:lnTo>
                  <a:pt x="638175" y="419100"/>
                </a:lnTo>
                <a:lnTo>
                  <a:pt x="638175" y="428625"/>
                </a:lnTo>
                <a:lnTo>
                  <a:pt x="628650" y="428625"/>
                </a:lnTo>
                <a:close/>
                <a:moveTo>
                  <a:pt x="533400" y="485775"/>
                </a:moveTo>
                <a:lnTo>
                  <a:pt x="542925" y="485775"/>
                </a:lnTo>
                <a:lnTo>
                  <a:pt x="542925" y="495300"/>
                </a:lnTo>
                <a:lnTo>
                  <a:pt x="533400" y="495300"/>
                </a:lnTo>
                <a:close/>
                <a:moveTo>
                  <a:pt x="1323975" y="495300"/>
                </a:moveTo>
                <a:lnTo>
                  <a:pt x="1343025" y="495300"/>
                </a:lnTo>
                <a:lnTo>
                  <a:pt x="1343025" y="504825"/>
                </a:lnTo>
                <a:lnTo>
                  <a:pt x="1323975" y="504825"/>
                </a:lnTo>
                <a:close/>
                <a:moveTo>
                  <a:pt x="1390650" y="581025"/>
                </a:moveTo>
                <a:lnTo>
                  <a:pt x="1400175" y="581025"/>
                </a:lnTo>
                <a:lnTo>
                  <a:pt x="1400175" y="590550"/>
                </a:lnTo>
                <a:lnTo>
                  <a:pt x="1390650" y="590550"/>
                </a:lnTo>
                <a:close/>
                <a:moveTo>
                  <a:pt x="476250" y="638175"/>
                </a:moveTo>
                <a:lnTo>
                  <a:pt x="495300" y="638175"/>
                </a:lnTo>
                <a:lnTo>
                  <a:pt x="495300" y="647700"/>
                </a:lnTo>
                <a:lnTo>
                  <a:pt x="504825" y="647700"/>
                </a:lnTo>
                <a:lnTo>
                  <a:pt x="504825" y="657225"/>
                </a:lnTo>
                <a:lnTo>
                  <a:pt x="476250" y="657225"/>
                </a:lnTo>
                <a:close/>
                <a:moveTo>
                  <a:pt x="1295400" y="638175"/>
                </a:moveTo>
                <a:lnTo>
                  <a:pt x="1304925" y="638175"/>
                </a:lnTo>
                <a:lnTo>
                  <a:pt x="1304925" y="647700"/>
                </a:lnTo>
                <a:lnTo>
                  <a:pt x="1295400" y="647700"/>
                </a:lnTo>
                <a:close/>
                <a:moveTo>
                  <a:pt x="561975" y="685800"/>
                </a:moveTo>
                <a:lnTo>
                  <a:pt x="571500" y="685800"/>
                </a:lnTo>
                <a:lnTo>
                  <a:pt x="571500" y="714375"/>
                </a:lnTo>
                <a:lnTo>
                  <a:pt x="552450" y="714375"/>
                </a:lnTo>
                <a:lnTo>
                  <a:pt x="552450" y="695325"/>
                </a:lnTo>
                <a:lnTo>
                  <a:pt x="561975" y="695325"/>
                </a:lnTo>
                <a:close/>
                <a:moveTo>
                  <a:pt x="1504950" y="704850"/>
                </a:moveTo>
                <a:lnTo>
                  <a:pt x="1514475" y="704850"/>
                </a:lnTo>
                <a:lnTo>
                  <a:pt x="1514475" y="714375"/>
                </a:lnTo>
                <a:lnTo>
                  <a:pt x="1504950" y="714375"/>
                </a:lnTo>
                <a:close/>
                <a:moveTo>
                  <a:pt x="1543050" y="723900"/>
                </a:moveTo>
                <a:lnTo>
                  <a:pt x="1552575" y="723900"/>
                </a:lnTo>
                <a:lnTo>
                  <a:pt x="1552575" y="733425"/>
                </a:lnTo>
                <a:lnTo>
                  <a:pt x="1543050" y="733425"/>
                </a:lnTo>
                <a:close/>
                <a:moveTo>
                  <a:pt x="1495425" y="762000"/>
                </a:moveTo>
                <a:lnTo>
                  <a:pt x="1514475" y="762000"/>
                </a:lnTo>
                <a:lnTo>
                  <a:pt x="1514475" y="771525"/>
                </a:lnTo>
                <a:lnTo>
                  <a:pt x="1495425" y="771525"/>
                </a:lnTo>
                <a:close/>
                <a:moveTo>
                  <a:pt x="314325" y="790575"/>
                </a:moveTo>
                <a:lnTo>
                  <a:pt x="333375" y="790575"/>
                </a:lnTo>
                <a:lnTo>
                  <a:pt x="333375" y="800100"/>
                </a:lnTo>
                <a:lnTo>
                  <a:pt x="314325" y="800100"/>
                </a:lnTo>
                <a:close/>
                <a:moveTo>
                  <a:pt x="1323975" y="800100"/>
                </a:moveTo>
                <a:lnTo>
                  <a:pt x="1343025" y="800100"/>
                </a:lnTo>
                <a:lnTo>
                  <a:pt x="1343025" y="809625"/>
                </a:lnTo>
                <a:lnTo>
                  <a:pt x="1323975" y="809625"/>
                </a:lnTo>
                <a:close/>
                <a:moveTo>
                  <a:pt x="1476375" y="809625"/>
                </a:moveTo>
                <a:lnTo>
                  <a:pt x="1495425" y="809625"/>
                </a:lnTo>
                <a:lnTo>
                  <a:pt x="1495425" y="819150"/>
                </a:lnTo>
                <a:lnTo>
                  <a:pt x="1476375" y="819150"/>
                </a:lnTo>
                <a:close/>
                <a:moveTo>
                  <a:pt x="1781175" y="819150"/>
                </a:moveTo>
                <a:lnTo>
                  <a:pt x="1790700" y="819150"/>
                </a:lnTo>
                <a:lnTo>
                  <a:pt x="1790700" y="828675"/>
                </a:lnTo>
                <a:lnTo>
                  <a:pt x="1800225" y="828675"/>
                </a:lnTo>
                <a:lnTo>
                  <a:pt x="1800225" y="838200"/>
                </a:lnTo>
                <a:lnTo>
                  <a:pt x="1781175" y="838200"/>
                </a:lnTo>
                <a:close/>
                <a:moveTo>
                  <a:pt x="1466850" y="828675"/>
                </a:moveTo>
                <a:lnTo>
                  <a:pt x="1485900" y="828675"/>
                </a:lnTo>
                <a:lnTo>
                  <a:pt x="1485900" y="847725"/>
                </a:lnTo>
                <a:lnTo>
                  <a:pt x="1476375" y="847725"/>
                </a:lnTo>
                <a:lnTo>
                  <a:pt x="1476375" y="838200"/>
                </a:lnTo>
                <a:lnTo>
                  <a:pt x="1466850" y="838200"/>
                </a:lnTo>
                <a:close/>
                <a:moveTo>
                  <a:pt x="381000" y="838200"/>
                </a:moveTo>
                <a:lnTo>
                  <a:pt x="390525" y="838200"/>
                </a:lnTo>
                <a:lnTo>
                  <a:pt x="390525" y="847725"/>
                </a:lnTo>
                <a:lnTo>
                  <a:pt x="381000" y="847725"/>
                </a:lnTo>
                <a:close/>
                <a:moveTo>
                  <a:pt x="123825" y="847725"/>
                </a:moveTo>
                <a:lnTo>
                  <a:pt x="142875" y="847725"/>
                </a:lnTo>
                <a:lnTo>
                  <a:pt x="142875" y="857250"/>
                </a:lnTo>
                <a:lnTo>
                  <a:pt x="133350" y="857250"/>
                </a:lnTo>
                <a:lnTo>
                  <a:pt x="133350" y="866775"/>
                </a:lnTo>
                <a:lnTo>
                  <a:pt x="123825" y="866775"/>
                </a:lnTo>
                <a:close/>
                <a:moveTo>
                  <a:pt x="352425" y="847725"/>
                </a:moveTo>
                <a:lnTo>
                  <a:pt x="381000" y="847725"/>
                </a:lnTo>
                <a:lnTo>
                  <a:pt x="381000" y="857250"/>
                </a:lnTo>
                <a:lnTo>
                  <a:pt x="352425" y="857250"/>
                </a:lnTo>
                <a:close/>
                <a:moveTo>
                  <a:pt x="1809750" y="847725"/>
                </a:moveTo>
                <a:lnTo>
                  <a:pt x="1819275" y="847725"/>
                </a:lnTo>
                <a:lnTo>
                  <a:pt x="1819275" y="857250"/>
                </a:lnTo>
                <a:lnTo>
                  <a:pt x="1809750" y="857250"/>
                </a:lnTo>
                <a:close/>
                <a:moveTo>
                  <a:pt x="57150" y="857250"/>
                </a:moveTo>
                <a:lnTo>
                  <a:pt x="76200" y="857250"/>
                </a:lnTo>
                <a:lnTo>
                  <a:pt x="76200" y="895350"/>
                </a:lnTo>
                <a:lnTo>
                  <a:pt x="47625" y="895350"/>
                </a:lnTo>
                <a:lnTo>
                  <a:pt x="47625" y="885825"/>
                </a:lnTo>
                <a:lnTo>
                  <a:pt x="38100" y="885825"/>
                </a:lnTo>
                <a:lnTo>
                  <a:pt x="38100" y="876300"/>
                </a:lnTo>
                <a:lnTo>
                  <a:pt x="57150" y="876300"/>
                </a:lnTo>
                <a:close/>
                <a:moveTo>
                  <a:pt x="1504950" y="857250"/>
                </a:moveTo>
                <a:lnTo>
                  <a:pt x="1514475" y="857250"/>
                </a:lnTo>
                <a:lnTo>
                  <a:pt x="1514475" y="866775"/>
                </a:lnTo>
                <a:lnTo>
                  <a:pt x="1504950" y="866775"/>
                </a:lnTo>
                <a:close/>
                <a:moveTo>
                  <a:pt x="1771650" y="857250"/>
                </a:moveTo>
                <a:lnTo>
                  <a:pt x="1809750" y="857250"/>
                </a:lnTo>
                <a:lnTo>
                  <a:pt x="1809750" y="866775"/>
                </a:lnTo>
                <a:lnTo>
                  <a:pt x="1800225" y="866775"/>
                </a:lnTo>
                <a:lnTo>
                  <a:pt x="1800225" y="876300"/>
                </a:lnTo>
                <a:lnTo>
                  <a:pt x="1781175" y="876300"/>
                </a:lnTo>
                <a:lnTo>
                  <a:pt x="1781175" y="885825"/>
                </a:lnTo>
                <a:lnTo>
                  <a:pt x="1771650" y="885825"/>
                </a:lnTo>
                <a:lnTo>
                  <a:pt x="1771650" y="895350"/>
                </a:lnTo>
                <a:lnTo>
                  <a:pt x="1695450" y="895350"/>
                </a:lnTo>
                <a:lnTo>
                  <a:pt x="1695450" y="885825"/>
                </a:lnTo>
                <a:lnTo>
                  <a:pt x="1685925" y="885825"/>
                </a:lnTo>
                <a:lnTo>
                  <a:pt x="1685925" y="876300"/>
                </a:lnTo>
                <a:lnTo>
                  <a:pt x="1724025" y="876300"/>
                </a:lnTo>
                <a:lnTo>
                  <a:pt x="1724025" y="885825"/>
                </a:lnTo>
                <a:lnTo>
                  <a:pt x="1743075" y="885825"/>
                </a:lnTo>
                <a:lnTo>
                  <a:pt x="1743075" y="876300"/>
                </a:lnTo>
                <a:lnTo>
                  <a:pt x="1762125" y="876300"/>
                </a:lnTo>
                <a:lnTo>
                  <a:pt x="1762125" y="866775"/>
                </a:lnTo>
                <a:lnTo>
                  <a:pt x="1771650" y="866775"/>
                </a:lnTo>
                <a:close/>
                <a:moveTo>
                  <a:pt x="1514475" y="866775"/>
                </a:moveTo>
                <a:lnTo>
                  <a:pt x="1524000" y="866775"/>
                </a:lnTo>
                <a:lnTo>
                  <a:pt x="1524000" y="876300"/>
                </a:lnTo>
                <a:lnTo>
                  <a:pt x="1514475" y="876300"/>
                </a:lnTo>
                <a:close/>
                <a:moveTo>
                  <a:pt x="1647825" y="885825"/>
                </a:moveTo>
                <a:lnTo>
                  <a:pt x="1685925" y="885825"/>
                </a:lnTo>
                <a:lnTo>
                  <a:pt x="1685925" y="904875"/>
                </a:lnTo>
                <a:lnTo>
                  <a:pt x="1676400" y="904875"/>
                </a:lnTo>
                <a:lnTo>
                  <a:pt x="1676400" y="895350"/>
                </a:lnTo>
                <a:lnTo>
                  <a:pt x="1647825" y="895350"/>
                </a:lnTo>
                <a:close/>
                <a:moveTo>
                  <a:pt x="1866900" y="885825"/>
                </a:moveTo>
                <a:lnTo>
                  <a:pt x="1876425" y="885825"/>
                </a:lnTo>
                <a:lnTo>
                  <a:pt x="1876425" y="895350"/>
                </a:lnTo>
                <a:lnTo>
                  <a:pt x="1866900" y="895350"/>
                </a:lnTo>
                <a:close/>
                <a:moveTo>
                  <a:pt x="266700" y="904875"/>
                </a:moveTo>
                <a:lnTo>
                  <a:pt x="276225" y="904875"/>
                </a:lnTo>
                <a:lnTo>
                  <a:pt x="276225" y="914400"/>
                </a:lnTo>
                <a:lnTo>
                  <a:pt x="285750" y="914400"/>
                </a:lnTo>
                <a:lnTo>
                  <a:pt x="285750" y="923925"/>
                </a:lnTo>
                <a:lnTo>
                  <a:pt x="295275" y="923925"/>
                </a:lnTo>
                <a:lnTo>
                  <a:pt x="295275" y="933450"/>
                </a:lnTo>
                <a:lnTo>
                  <a:pt x="266700" y="933450"/>
                </a:lnTo>
                <a:close/>
                <a:moveTo>
                  <a:pt x="1685925" y="904875"/>
                </a:moveTo>
                <a:lnTo>
                  <a:pt x="1695450" y="904875"/>
                </a:lnTo>
                <a:lnTo>
                  <a:pt x="1695450" y="914400"/>
                </a:lnTo>
                <a:lnTo>
                  <a:pt x="1685925" y="914400"/>
                </a:lnTo>
                <a:close/>
                <a:moveTo>
                  <a:pt x="1847850" y="904875"/>
                </a:moveTo>
                <a:lnTo>
                  <a:pt x="1857375" y="904875"/>
                </a:lnTo>
                <a:lnTo>
                  <a:pt x="1857375" y="914400"/>
                </a:lnTo>
                <a:lnTo>
                  <a:pt x="1847850" y="914400"/>
                </a:lnTo>
                <a:close/>
                <a:moveTo>
                  <a:pt x="1304925" y="914400"/>
                </a:moveTo>
                <a:lnTo>
                  <a:pt x="1323975" y="914400"/>
                </a:lnTo>
                <a:lnTo>
                  <a:pt x="1323975" y="923925"/>
                </a:lnTo>
                <a:lnTo>
                  <a:pt x="1314450" y="923925"/>
                </a:lnTo>
                <a:lnTo>
                  <a:pt x="1314450" y="933450"/>
                </a:lnTo>
                <a:lnTo>
                  <a:pt x="1304925" y="933450"/>
                </a:lnTo>
                <a:lnTo>
                  <a:pt x="1304925" y="942975"/>
                </a:lnTo>
                <a:lnTo>
                  <a:pt x="1295400" y="942975"/>
                </a:lnTo>
                <a:lnTo>
                  <a:pt x="1295400" y="962025"/>
                </a:lnTo>
                <a:lnTo>
                  <a:pt x="1266825" y="962025"/>
                </a:lnTo>
                <a:lnTo>
                  <a:pt x="1266825" y="952500"/>
                </a:lnTo>
                <a:lnTo>
                  <a:pt x="1257300" y="952500"/>
                </a:lnTo>
                <a:lnTo>
                  <a:pt x="1257300" y="962025"/>
                </a:lnTo>
                <a:lnTo>
                  <a:pt x="1238250" y="962025"/>
                </a:lnTo>
                <a:lnTo>
                  <a:pt x="1238250" y="952500"/>
                </a:lnTo>
                <a:lnTo>
                  <a:pt x="1247775" y="952500"/>
                </a:lnTo>
                <a:lnTo>
                  <a:pt x="1247775" y="942975"/>
                </a:lnTo>
                <a:lnTo>
                  <a:pt x="1285875" y="942975"/>
                </a:lnTo>
                <a:lnTo>
                  <a:pt x="1285875" y="933450"/>
                </a:lnTo>
                <a:lnTo>
                  <a:pt x="1295400" y="933450"/>
                </a:lnTo>
                <a:lnTo>
                  <a:pt x="1295400" y="923925"/>
                </a:lnTo>
                <a:lnTo>
                  <a:pt x="1304925" y="923925"/>
                </a:lnTo>
                <a:close/>
                <a:moveTo>
                  <a:pt x="1362075" y="914400"/>
                </a:moveTo>
                <a:lnTo>
                  <a:pt x="1371600" y="914400"/>
                </a:lnTo>
                <a:lnTo>
                  <a:pt x="1371600" y="923925"/>
                </a:lnTo>
                <a:lnTo>
                  <a:pt x="1362075" y="923925"/>
                </a:lnTo>
                <a:close/>
                <a:moveTo>
                  <a:pt x="1800225" y="914400"/>
                </a:moveTo>
                <a:lnTo>
                  <a:pt x="1809750" y="914400"/>
                </a:lnTo>
                <a:lnTo>
                  <a:pt x="1809750" y="923925"/>
                </a:lnTo>
                <a:lnTo>
                  <a:pt x="1828800" y="923925"/>
                </a:lnTo>
                <a:lnTo>
                  <a:pt x="1828800" y="952500"/>
                </a:lnTo>
                <a:lnTo>
                  <a:pt x="1847850" y="952500"/>
                </a:lnTo>
                <a:lnTo>
                  <a:pt x="1847850" y="942975"/>
                </a:lnTo>
                <a:lnTo>
                  <a:pt x="1876425" y="942975"/>
                </a:lnTo>
                <a:lnTo>
                  <a:pt x="1876425" y="952500"/>
                </a:lnTo>
                <a:lnTo>
                  <a:pt x="1847850" y="952500"/>
                </a:lnTo>
                <a:lnTo>
                  <a:pt x="1847850" y="962025"/>
                </a:lnTo>
                <a:lnTo>
                  <a:pt x="1819275" y="962025"/>
                </a:lnTo>
                <a:lnTo>
                  <a:pt x="1819275" y="971550"/>
                </a:lnTo>
                <a:lnTo>
                  <a:pt x="1809750" y="971550"/>
                </a:lnTo>
                <a:lnTo>
                  <a:pt x="1809750" y="942975"/>
                </a:lnTo>
                <a:lnTo>
                  <a:pt x="1800225" y="942975"/>
                </a:lnTo>
                <a:lnTo>
                  <a:pt x="1800225" y="933450"/>
                </a:lnTo>
                <a:lnTo>
                  <a:pt x="1790700" y="933450"/>
                </a:lnTo>
                <a:lnTo>
                  <a:pt x="1790700" y="923925"/>
                </a:lnTo>
                <a:lnTo>
                  <a:pt x="1800225" y="923925"/>
                </a:lnTo>
                <a:close/>
                <a:moveTo>
                  <a:pt x="238125" y="933450"/>
                </a:moveTo>
                <a:lnTo>
                  <a:pt x="266700" y="933450"/>
                </a:lnTo>
                <a:lnTo>
                  <a:pt x="266700" y="962025"/>
                </a:lnTo>
                <a:lnTo>
                  <a:pt x="257175" y="962025"/>
                </a:lnTo>
                <a:lnTo>
                  <a:pt x="257175" y="952500"/>
                </a:lnTo>
                <a:lnTo>
                  <a:pt x="247650" y="952500"/>
                </a:lnTo>
                <a:lnTo>
                  <a:pt x="247650" y="942975"/>
                </a:lnTo>
                <a:lnTo>
                  <a:pt x="238125" y="942975"/>
                </a:lnTo>
                <a:close/>
                <a:moveTo>
                  <a:pt x="304800" y="942975"/>
                </a:moveTo>
                <a:lnTo>
                  <a:pt x="323850" y="942975"/>
                </a:lnTo>
                <a:lnTo>
                  <a:pt x="323850" y="952500"/>
                </a:lnTo>
                <a:lnTo>
                  <a:pt x="304800" y="952500"/>
                </a:lnTo>
                <a:close/>
                <a:moveTo>
                  <a:pt x="1409700" y="942975"/>
                </a:moveTo>
                <a:lnTo>
                  <a:pt x="1419225" y="942975"/>
                </a:lnTo>
                <a:lnTo>
                  <a:pt x="1419225" y="952500"/>
                </a:lnTo>
                <a:lnTo>
                  <a:pt x="1409700" y="952500"/>
                </a:lnTo>
                <a:close/>
                <a:moveTo>
                  <a:pt x="28575" y="952500"/>
                </a:moveTo>
                <a:lnTo>
                  <a:pt x="57150" y="952500"/>
                </a:lnTo>
                <a:lnTo>
                  <a:pt x="57150" y="962025"/>
                </a:lnTo>
                <a:lnTo>
                  <a:pt x="47625" y="962025"/>
                </a:lnTo>
                <a:lnTo>
                  <a:pt x="47625" y="981075"/>
                </a:lnTo>
                <a:lnTo>
                  <a:pt x="38100" y="981075"/>
                </a:lnTo>
                <a:lnTo>
                  <a:pt x="38100" y="1000125"/>
                </a:lnTo>
                <a:lnTo>
                  <a:pt x="28575" y="1000125"/>
                </a:lnTo>
                <a:lnTo>
                  <a:pt x="28575" y="1009650"/>
                </a:lnTo>
                <a:lnTo>
                  <a:pt x="19050" y="1009650"/>
                </a:lnTo>
                <a:lnTo>
                  <a:pt x="19050" y="962025"/>
                </a:lnTo>
                <a:lnTo>
                  <a:pt x="28575" y="962025"/>
                </a:lnTo>
                <a:close/>
                <a:moveTo>
                  <a:pt x="1400175" y="952500"/>
                </a:moveTo>
                <a:lnTo>
                  <a:pt x="1409700" y="952500"/>
                </a:lnTo>
                <a:lnTo>
                  <a:pt x="1409700" y="971550"/>
                </a:lnTo>
                <a:lnTo>
                  <a:pt x="1400175" y="971550"/>
                </a:lnTo>
                <a:close/>
                <a:moveTo>
                  <a:pt x="76200" y="971550"/>
                </a:moveTo>
                <a:lnTo>
                  <a:pt x="85725" y="971550"/>
                </a:lnTo>
                <a:lnTo>
                  <a:pt x="85725" y="981075"/>
                </a:lnTo>
                <a:lnTo>
                  <a:pt x="76200" y="981075"/>
                </a:lnTo>
                <a:close/>
                <a:moveTo>
                  <a:pt x="1409700" y="971550"/>
                </a:moveTo>
                <a:lnTo>
                  <a:pt x="1419225" y="971550"/>
                </a:lnTo>
                <a:lnTo>
                  <a:pt x="1419225" y="981075"/>
                </a:lnTo>
                <a:lnTo>
                  <a:pt x="1409700" y="981075"/>
                </a:lnTo>
                <a:close/>
                <a:moveTo>
                  <a:pt x="1857375" y="971550"/>
                </a:moveTo>
                <a:lnTo>
                  <a:pt x="1866900" y="971550"/>
                </a:lnTo>
                <a:lnTo>
                  <a:pt x="1866900" y="990600"/>
                </a:lnTo>
                <a:lnTo>
                  <a:pt x="1885950" y="990600"/>
                </a:lnTo>
                <a:lnTo>
                  <a:pt x="1885950" y="1000125"/>
                </a:lnTo>
                <a:lnTo>
                  <a:pt x="1847850" y="1000125"/>
                </a:lnTo>
                <a:lnTo>
                  <a:pt x="1847850" y="990600"/>
                </a:lnTo>
                <a:lnTo>
                  <a:pt x="1838325" y="990600"/>
                </a:lnTo>
                <a:lnTo>
                  <a:pt x="1838325" y="981075"/>
                </a:lnTo>
                <a:lnTo>
                  <a:pt x="1857375" y="981075"/>
                </a:lnTo>
                <a:close/>
                <a:moveTo>
                  <a:pt x="1819275" y="981075"/>
                </a:moveTo>
                <a:lnTo>
                  <a:pt x="1828800" y="981075"/>
                </a:lnTo>
                <a:lnTo>
                  <a:pt x="1828800" y="990600"/>
                </a:lnTo>
                <a:lnTo>
                  <a:pt x="1838325" y="990600"/>
                </a:lnTo>
                <a:lnTo>
                  <a:pt x="1838325" y="1000125"/>
                </a:lnTo>
                <a:lnTo>
                  <a:pt x="1819275" y="1000125"/>
                </a:lnTo>
                <a:close/>
                <a:moveTo>
                  <a:pt x="266700" y="990600"/>
                </a:moveTo>
                <a:lnTo>
                  <a:pt x="285750" y="990600"/>
                </a:lnTo>
                <a:lnTo>
                  <a:pt x="285750" y="1000125"/>
                </a:lnTo>
                <a:lnTo>
                  <a:pt x="266700" y="1000125"/>
                </a:lnTo>
                <a:close/>
                <a:moveTo>
                  <a:pt x="638175" y="990600"/>
                </a:moveTo>
                <a:lnTo>
                  <a:pt x="647700" y="990600"/>
                </a:lnTo>
                <a:lnTo>
                  <a:pt x="647700" y="1000125"/>
                </a:lnTo>
                <a:lnTo>
                  <a:pt x="638175" y="1000125"/>
                </a:lnTo>
                <a:close/>
                <a:moveTo>
                  <a:pt x="142875" y="1000125"/>
                </a:moveTo>
                <a:lnTo>
                  <a:pt x="161925" y="1000125"/>
                </a:lnTo>
                <a:lnTo>
                  <a:pt x="161925" y="1009650"/>
                </a:lnTo>
                <a:lnTo>
                  <a:pt x="152400" y="1009650"/>
                </a:lnTo>
                <a:lnTo>
                  <a:pt x="152400" y="1028700"/>
                </a:lnTo>
                <a:lnTo>
                  <a:pt x="133350" y="1028700"/>
                </a:lnTo>
                <a:lnTo>
                  <a:pt x="133350" y="1009650"/>
                </a:lnTo>
                <a:lnTo>
                  <a:pt x="142875" y="1009650"/>
                </a:lnTo>
                <a:close/>
                <a:moveTo>
                  <a:pt x="1419225" y="1019175"/>
                </a:moveTo>
                <a:lnTo>
                  <a:pt x="1428750" y="1019175"/>
                </a:lnTo>
                <a:lnTo>
                  <a:pt x="1428750" y="1076325"/>
                </a:lnTo>
                <a:lnTo>
                  <a:pt x="1438275" y="1076325"/>
                </a:lnTo>
                <a:lnTo>
                  <a:pt x="1438275" y="1095375"/>
                </a:lnTo>
                <a:lnTo>
                  <a:pt x="1447800" y="1095375"/>
                </a:lnTo>
                <a:lnTo>
                  <a:pt x="1447800" y="1152525"/>
                </a:lnTo>
                <a:lnTo>
                  <a:pt x="1438275" y="1152525"/>
                </a:lnTo>
                <a:lnTo>
                  <a:pt x="1438275" y="1162050"/>
                </a:lnTo>
                <a:lnTo>
                  <a:pt x="1428750" y="1162050"/>
                </a:lnTo>
                <a:lnTo>
                  <a:pt x="1428750" y="1095375"/>
                </a:lnTo>
                <a:lnTo>
                  <a:pt x="1409700" y="1095375"/>
                </a:lnTo>
                <a:lnTo>
                  <a:pt x="1409700" y="1085850"/>
                </a:lnTo>
                <a:lnTo>
                  <a:pt x="1400175" y="1085850"/>
                </a:lnTo>
                <a:lnTo>
                  <a:pt x="1400175" y="1076325"/>
                </a:lnTo>
                <a:lnTo>
                  <a:pt x="1409700" y="1076325"/>
                </a:lnTo>
                <a:lnTo>
                  <a:pt x="1409700" y="1066800"/>
                </a:lnTo>
                <a:lnTo>
                  <a:pt x="1419225" y="1066800"/>
                </a:lnTo>
                <a:lnTo>
                  <a:pt x="1419225" y="1047750"/>
                </a:lnTo>
                <a:lnTo>
                  <a:pt x="1409700" y="1047750"/>
                </a:lnTo>
                <a:lnTo>
                  <a:pt x="1409700" y="1028700"/>
                </a:lnTo>
                <a:lnTo>
                  <a:pt x="1419225" y="1028700"/>
                </a:lnTo>
                <a:close/>
                <a:moveTo>
                  <a:pt x="1838325" y="1028700"/>
                </a:moveTo>
                <a:lnTo>
                  <a:pt x="1857375" y="1028700"/>
                </a:lnTo>
                <a:lnTo>
                  <a:pt x="1857375" y="1047750"/>
                </a:lnTo>
                <a:lnTo>
                  <a:pt x="1838325" y="1047750"/>
                </a:lnTo>
                <a:close/>
                <a:moveTo>
                  <a:pt x="1790700" y="1038225"/>
                </a:moveTo>
                <a:lnTo>
                  <a:pt x="1809750" y="1038225"/>
                </a:lnTo>
                <a:lnTo>
                  <a:pt x="1809750" y="1057275"/>
                </a:lnTo>
                <a:lnTo>
                  <a:pt x="1800225" y="1057275"/>
                </a:lnTo>
                <a:lnTo>
                  <a:pt x="1800225" y="1047750"/>
                </a:lnTo>
                <a:lnTo>
                  <a:pt x="1790700" y="1047750"/>
                </a:lnTo>
                <a:close/>
                <a:moveTo>
                  <a:pt x="1495425" y="1047750"/>
                </a:moveTo>
                <a:lnTo>
                  <a:pt x="1514475" y="1047750"/>
                </a:lnTo>
                <a:lnTo>
                  <a:pt x="1514475" y="1066800"/>
                </a:lnTo>
                <a:lnTo>
                  <a:pt x="1495425" y="1066800"/>
                </a:lnTo>
                <a:close/>
                <a:moveTo>
                  <a:pt x="342900" y="1057275"/>
                </a:moveTo>
                <a:lnTo>
                  <a:pt x="352425" y="1057275"/>
                </a:lnTo>
                <a:lnTo>
                  <a:pt x="352425" y="1076325"/>
                </a:lnTo>
                <a:lnTo>
                  <a:pt x="342900" y="1076325"/>
                </a:lnTo>
                <a:close/>
                <a:moveTo>
                  <a:pt x="371475" y="1076325"/>
                </a:moveTo>
                <a:lnTo>
                  <a:pt x="381000" y="1076325"/>
                </a:lnTo>
                <a:lnTo>
                  <a:pt x="381000" y="1085850"/>
                </a:lnTo>
                <a:lnTo>
                  <a:pt x="371475" y="1085850"/>
                </a:lnTo>
                <a:close/>
                <a:moveTo>
                  <a:pt x="1495425" y="1085850"/>
                </a:moveTo>
                <a:lnTo>
                  <a:pt x="1514475" y="1085850"/>
                </a:lnTo>
                <a:lnTo>
                  <a:pt x="1514475" y="1104900"/>
                </a:lnTo>
                <a:lnTo>
                  <a:pt x="1495425" y="1104900"/>
                </a:lnTo>
                <a:close/>
                <a:moveTo>
                  <a:pt x="171450" y="1095375"/>
                </a:moveTo>
                <a:lnTo>
                  <a:pt x="190500" y="1095375"/>
                </a:lnTo>
                <a:lnTo>
                  <a:pt x="190500" y="1114425"/>
                </a:lnTo>
                <a:lnTo>
                  <a:pt x="171450" y="1114425"/>
                </a:lnTo>
                <a:close/>
                <a:moveTo>
                  <a:pt x="1390650" y="1095375"/>
                </a:moveTo>
                <a:lnTo>
                  <a:pt x="1400175" y="1095375"/>
                </a:lnTo>
                <a:lnTo>
                  <a:pt x="1400175" y="1104900"/>
                </a:lnTo>
                <a:lnTo>
                  <a:pt x="1390650" y="1104900"/>
                </a:lnTo>
                <a:close/>
                <a:moveTo>
                  <a:pt x="666750" y="1123950"/>
                </a:moveTo>
                <a:lnTo>
                  <a:pt x="676275" y="1123950"/>
                </a:lnTo>
                <a:lnTo>
                  <a:pt x="676275" y="1133475"/>
                </a:lnTo>
                <a:lnTo>
                  <a:pt x="666750" y="1133475"/>
                </a:lnTo>
                <a:close/>
                <a:moveTo>
                  <a:pt x="638175" y="1143000"/>
                </a:moveTo>
                <a:lnTo>
                  <a:pt x="647700" y="1143000"/>
                </a:lnTo>
                <a:lnTo>
                  <a:pt x="647700" y="1152525"/>
                </a:lnTo>
                <a:lnTo>
                  <a:pt x="657225" y="1152525"/>
                </a:lnTo>
                <a:lnTo>
                  <a:pt x="657225" y="1162050"/>
                </a:lnTo>
                <a:lnTo>
                  <a:pt x="638175" y="1162050"/>
                </a:lnTo>
                <a:close/>
                <a:moveTo>
                  <a:pt x="676275" y="1143000"/>
                </a:moveTo>
                <a:lnTo>
                  <a:pt x="685800" y="1143000"/>
                </a:lnTo>
                <a:lnTo>
                  <a:pt x="685800" y="1152525"/>
                </a:lnTo>
                <a:lnTo>
                  <a:pt x="695325" y="1152525"/>
                </a:lnTo>
                <a:lnTo>
                  <a:pt x="695325" y="1162050"/>
                </a:lnTo>
                <a:lnTo>
                  <a:pt x="714375" y="1162050"/>
                </a:lnTo>
                <a:lnTo>
                  <a:pt x="714375" y="1171575"/>
                </a:lnTo>
                <a:lnTo>
                  <a:pt x="657225" y="1171575"/>
                </a:lnTo>
                <a:lnTo>
                  <a:pt x="657225" y="1162050"/>
                </a:lnTo>
                <a:lnTo>
                  <a:pt x="666750" y="1162050"/>
                </a:lnTo>
                <a:lnTo>
                  <a:pt x="666750" y="1152525"/>
                </a:lnTo>
                <a:lnTo>
                  <a:pt x="676275" y="1152525"/>
                </a:lnTo>
                <a:close/>
                <a:moveTo>
                  <a:pt x="590550" y="1152525"/>
                </a:moveTo>
                <a:lnTo>
                  <a:pt x="600075" y="1152525"/>
                </a:lnTo>
                <a:lnTo>
                  <a:pt x="600075" y="1162050"/>
                </a:lnTo>
                <a:lnTo>
                  <a:pt x="590550" y="1162050"/>
                </a:lnTo>
                <a:close/>
                <a:moveTo>
                  <a:pt x="571500" y="1162050"/>
                </a:moveTo>
                <a:lnTo>
                  <a:pt x="590550" y="1162050"/>
                </a:lnTo>
                <a:lnTo>
                  <a:pt x="590550" y="1181100"/>
                </a:lnTo>
                <a:lnTo>
                  <a:pt x="571500" y="1181100"/>
                </a:lnTo>
                <a:close/>
                <a:moveTo>
                  <a:pt x="742950" y="1162050"/>
                </a:moveTo>
                <a:lnTo>
                  <a:pt x="752475" y="1162050"/>
                </a:lnTo>
                <a:lnTo>
                  <a:pt x="752475" y="1171575"/>
                </a:lnTo>
                <a:lnTo>
                  <a:pt x="742950" y="1171575"/>
                </a:lnTo>
                <a:close/>
                <a:moveTo>
                  <a:pt x="1466850" y="1171575"/>
                </a:moveTo>
                <a:lnTo>
                  <a:pt x="1476375" y="1171575"/>
                </a:lnTo>
                <a:lnTo>
                  <a:pt x="1476375" y="1181100"/>
                </a:lnTo>
                <a:lnTo>
                  <a:pt x="1466850" y="1181100"/>
                </a:lnTo>
                <a:close/>
                <a:moveTo>
                  <a:pt x="1133475" y="1181100"/>
                </a:moveTo>
                <a:lnTo>
                  <a:pt x="1143000" y="1181100"/>
                </a:lnTo>
                <a:lnTo>
                  <a:pt x="1143000" y="1190625"/>
                </a:lnTo>
                <a:lnTo>
                  <a:pt x="1133475" y="1190625"/>
                </a:lnTo>
                <a:close/>
                <a:moveTo>
                  <a:pt x="1485900" y="1181100"/>
                </a:moveTo>
                <a:lnTo>
                  <a:pt x="1524000" y="1181100"/>
                </a:lnTo>
                <a:lnTo>
                  <a:pt x="1524000" y="1190625"/>
                </a:lnTo>
                <a:lnTo>
                  <a:pt x="1533525" y="1190625"/>
                </a:lnTo>
                <a:lnTo>
                  <a:pt x="1533525" y="1209675"/>
                </a:lnTo>
                <a:lnTo>
                  <a:pt x="1552575" y="1209675"/>
                </a:lnTo>
                <a:lnTo>
                  <a:pt x="1552575" y="1219200"/>
                </a:lnTo>
                <a:lnTo>
                  <a:pt x="1562100" y="1219200"/>
                </a:lnTo>
                <a:lnTo>
                  <a:pt x="1562100" y="1228725"/>
                </a:lnTo>
                <a:lnTo>
                  <a:pt x="1543050" y="1228725"/>
                </a:lnTo>
                <a:lnTo>
                  <a:pt x="1543050" y="1219200"/>
                </a:lnTo>
                <a:lnTo>
                  <a:pt x="1524000" y="1219200"/>
                </a:lnTo>
                <a:lnTo>
                  <a:pt x="1524000" y="1238250"/>
                </a:lnTo>
                <a:lnTo>
                  <a:pt x="1514475" y="1238250"/>
                </a:lnTo>
                <a:lnTo>
                  <a:pt x="1514475" y="1247775"/>
                </a:lnTo>
                <a:lnTo>
                  <a:pt x="1504950" y="1247775"/>
                </a:lnTo>
                <a:lnTo>
                  <a:pt x="1504950" y="1219200"/>
                </a:lnTo>
                <a:lnTo>
                  <a:pt x="1495425" y="1219200"/>
                </a:lnTo>
                <a:lnTo>
                  <a:pt x="1495425" y="1209675"/>
                </a:lnTo>
                <a:lnTo>
                  <a:pt x="1485900" y="1209675"/>
                </a:lnTo>
                <a:close/>
                <a:moveTo>
                  <a:pt x="1219200" y="1200150"/>
                </a:moveTo>
                <a:lnTo>
                  <a:pt x="1228725" y="1200150"/>
                </a:lnTo>
                <a:lnTo>
                  <a:pt x="1228725" y="1209675"/>
                </a:lnTo>
                <a:lnTo>
                  <a:pt x="1219200" y="1209675"/>
                </a:lnTo>
                <a:close/>
                <a:moveTo>
                  <a:pt x="1228725" y="1209675"/>
                </a:moveTo>
                <a:lnTo>
                  <a:pt x="1238250" y="1209675"/>
                </a:lnTo>
                <a:lnTo>
                  <a:pt x="1238250" y="1219200"/>
                </a:lnTo>
                <a:lnTo>
                  <a:pt x="1228725" y="1219200"/>
                </a:lnTo>
                <a:close/>
                <a:moveTo>
                  <a:pt x="590550" y="1219200"/>
                </a:moveTo>
                <a:lnTo>
                  <a:pt x="600075" y="1219200"/>
                </a:lnTo>
                <a:lnTo>
                  <a:pt x="600075" y="1228725"/>
                </a:lnTo>
                <a:lnTo>
                  <a:pt x="590550" y="1228725"/>
                </a:lnTo>
                <a:close/>
                <a:moveTo>
                  <a:pt x="1362075" y="1219200"/>
                </a:moveTo>
                <a:lnTo>
                  <a:pt x="1381125" y="1219200"/>
                </a:lnTo>
                <a:lnTo>
                  <a:pt x="1381125" y="1238250"/>
                </a:lnTo>
                <a:lnTo>
                  <a:pt x="1362075" y="1238250"/>
                </a:lnTo>
                <a:lnTo>
                  <a:pt x="1362075" y="1257300"/>
                </a:lnTo>
                <a:lnTo>
                  <a:pt x="1343025" y="1257300"/>
                </a:lnTo>
                <a:lnTo>
                  <a:pt x="1343025" y="1247775"/>
                </a:lnTo>
                <a:lnTo>
                  <a:pt x="1333500" y="1247775"/>
                </a:lnTo>
                <a:lnTo>
                  <a:pt x="1333500" y="1238250"/>
                </a:lnTo>
                <a:lnTo>
                  <a:pt x="1352550" y="1238250"/>
                </a:lnTo>
                <a:lnTo>
                  <a:pt x="1352550" y="1228725"/>
                </a:lnTo>
                <a:lnTo>
                  <a:pt x="1362075" y="1228725"/>
                </a:lnTo>
                <a:close/>
                <a:moveTo>
                  <a:pt x="1571625" y="1228725"/>
                </a:moveTo>
                <a:lnTo>
                  <a:pt x="1590675" y="1228725"/>
                </a:lnTo>
                <a:lnTo>
                  <a:pt x="1590675" y="1238250"/>
                </a:lnTo>
                <a:lnTo>
                  <a:pt x="1600200" y="1238250"/>
                </a:lnTo>
                <a:lnTo>
                  <a:pt x="1600200" y="1257300"/>
                </a:lnTo>
                <a:lnTo>
                  <a:pt x="1562100" y="1257300"/>
                </a:lnTo>
                <a:lnTo>
                  <a:pt x="1562100" y="1247775"/>
                </a:lnTo>
                <a:lnTo>
                  <a:pt x="1571625" y="1247775"/>
                </a:lnTo>
                <a:close/>
                <a:moveTo>
                  <a:pt x="419100" y="1238250"/>
                </a:moveTo>
                <a:lnTo>
                  <a:pt x="428625" y="1238250"/>
                </a:lnTo>
                <a:lnTo>
                  <a:pt x="428625" y="1247775"/>
                </a:lnTo>
                <a:lnTo>
                  <a:pt x="419100" y="1247775"/>
                </a:lnTo>
                <a:close/>
                <a:moveTo>
                  <a:pt x="1600200" y="1257300"/>
                </a:moveTo>
                <a:lnTo>
                  <a:pt x="1609725" y="1257300"/>
                </a:lnTo>
                <a:lnTo>
                  <a:pt x="1609725" y="1266825"/>
                </a:lnTo>
                <a:lnTo>
                  <a:pt x="1600200" y="1266825"/>
                </a:lnTo>
                <a:close/>
                <a:moveTo>
                  <a:pt x="1238250" y="1266825"/>
                </a:moveTo>
                <a:lnTo>
                  <a:pt x="1247775" y="1266825"/>
                </a:lnTo>
                <a:lnTo>
                  <a:pt x="1247775" y="1276350"/>
                </a:lnTo>
                <a:lnTo>
                  <a:pt x="1238250" y="1276350"/>
                </a:lnTo>
                <a:close/>
                <a:moveTo>
                  <a:pt x="1609725" y="1266825"/>
                </a:moveTo>
                <a:lnTo>
                  <a:pt x="1619250" y="1266825"/>
                </a:lnTo>
                <a:lnTo>
                  <a:pt x="1619250" y="1276350"/>
                </a:lnTo>
                <a:lnTo>
                  <a:pt x="1609725" y="1276350"/>
                </a:lnTo>
                <a:close/>
                <a:moveTo>
                  <a:pt x="1228725" y="1276350"/>
                </a:moveTo>
                <a:lnTo>
                  <a:pt x="1238250" y="1276350"/>
                </a:lnTo>
                <a:lnTo>
                  <a:pt x="1238250" y="1285875"/>
                </a:lnTo>
                <a:lnTo>
                  <a:pt x="1228725" y="1285875"/>
                </a:lnTo>
                <a:close/>
                <a:moveTo>
                  <a:pt x="1619250" y="1276350"/>
                </a:moveTo>
                <a:lnTo>
                  <a:pt x="1628775" y="1276350"/>
                </a:lnTo>
                <a:lnTo>
                  <a:pt x="1628775" y="1295400"/>
                </a:lnTo>
                <a:lnTo>
                  <a:pt x="1619250" y="1295400"/>
                </a:lnTo>
                <a:close/>
                <a:moveTo>
                  <a:pt x="28575" y="1285875"/>
                </a:moveTo>
                <a:lnTo>
                  <a:pt x="47625" y="1285875"/>
                </a:lnTo>
                <a:lnTo>
                  <a:pt x="47625" y="1314450"/>
                </a:lnTo>
                <a:lnTo>
                  <a:pt x="28575" y="1314450"/>
                </a:lnTo>
                <a:close/>
                <a:moveTo>
                  <a:pt x="1638300" y="1285875"/>
                </a:moveTo>
                <a:lnTo>
                  <a:pt x="1647825" y="1285875"/>
                </a:lnTo>
                <a:lnTo>
                  <a:pt x="1647825" y="1295400"/>
                </a:lnTo>
                <a:lnTo>
                  <a:pt x="1638300" y="1295400"/>
                </a:lnTo>
                <a:close/>
                <a:moveTo>
                  <a:pt x="323850" y="1295400"/>
                </a:moveTo>
                <a:lnTo>
                  <a:pt x="342900" y="1295400"/>
                </a:lnTo>
                <a:lnTo>
                  <a:pt x="342900" y="1304925"/>
                </a:lnTo>
                <a:lnTo>
                  <a:pt x="323850" y="1304925"/>
                </a:lnTo>
                <a:close/>
                <a:moveTo>
                  <a:pt x="1647825" y="1304925"/>
                </a:moveTo>
                <a:lnTo>
                  <a:pt x="1657350" y="1304925"/>
                </a:lnTo>
                <a:lnTo>
                  <a:pt x="1657350" y="1314450"/>
                </a:lnTo>
                <a:lnTo>
                  <a:pt x="1647825" y="1314450"/>
                </a:lnTo>
                <a:close/>
                <a:moveTo>
                  <a:pt x="1657350" y="1323975"/>
                </a:moveTo>
                <a:lnTo>
                  <a:pt x="1666875" y="1323975"/>
                </a:lnTo>
                <a:lnTo>
                  <a:pt x="1666875" y="1333500"/>
                </a:lnTo>
                <a:lnTo>
                  <a:pt x="1657350" y="1333500"/>
                </a:lnTo>
                <a:close/>
                <a:moveTo>
                  <a:pt x="123825" y="1333500"/>
                </a:moveTo>
                <a:lnTo>
                  <a:pt x="133350" y="1333500"/>
                </a:lnTo>
                <a:lnTo>
                  <a:pt x="133350" y="1362075"/>
                </a:lnTo>
                <a:lnTo>
                  <a:pt x="114300" y="1362075"/>
                </a:lnTo>
                <a:lnTo>
                  <a:pt x="114300" y="1343025"/>
                </a:lnTo>
                <a:lnTo>
                  <a:pt x="123825" y="1343025"/>
                </a:lnTo>
                <a:close/>
                <a:moveTo>
                  <a:pt x="352425" y="1333500"/>
                </a:moveTo>
                <a:lnTo>
                  <a:pt x="361950" y="1333500"/>
                </a:lnTo>
                <a:lnTo>
                  <a:pt x="361950" y="1343025"/>
                </a:lnTo>
                <a:lnTo>
                  <a:pt x="371475" y="1343025"/>
                </a:lnTo>
                <a:lnTo>
                  <a:pt x="371475" y="1352550"/>
                </a:lnTo>
                <a:lnTo>
                  <a:pt x="352425" y="1352550"/>
                </a:lnTo>
                <a:lnTo>
                  <a:pt x="352425" y="1371600"/>
                </a:lnTo>
                <a:lnTo>
                  <a:pt x="361950" y="1371600"/>
                </a:lnTo>
                <a:lnTo>
                  <a:pt x="361950" y="1381125"/>
                </a:lnTo>
                <a:lnTo>
                  <a:pt x="342900" y="1381125"/>
                </a:lnTo>
                <a:lnTo>
                  <a:pt x="342900" y="1371600"/>
                </a:lnTo>
                <a:lnTo>
                  <a:pt x="333375" y="1371600"/>
                </a:lnTo>
                <a:lnTo>
                  <a:pt x="333375" y="1362075"/>
                </a:lnTo>
                <a:lnTo>
                  <a:pt x="342900" y="1362075"/>
                </a:lnTo>
                <a:lnTo>
                  <a:pt x="342900" y="1343025"/>
                </a:lnTo>
                <a:lnTo>
                  <a:pt x="352425" y="1343025"/>
                </a:lnTo>
                <a:close/>
                <a:moveTo>
                  <a:pt x="1524000" y="1333500"/>
                </a:moveTo>
                <a:lnTo>
                  <a:pt x="1533525" y="1333500"/>
                </a:lnTo>
                <a:lnTo>
                  <a:pt x="1533525" y="1343025"/>
                </a:lnTo>
                <a:lnTo>
                  <a:pt x="1524000" y="1343025"/>
                </a:lnTo>
                <a:close/>
                <a:moveTo>
                  <a:pt x="1828800" y="1333500"/>
                </a:moveTo>
                <a:lnTo>
                  <a:pt x="1838325" y="1333500"/>
                </a:lnTo>
                <a:lnTo>
                  <a:pt x="1838325" y="1343025"/>
                </a:lnTo>
                <a:lnTo>
                  <a:pt x="1828800" y="1343025"/>
                </a:lnTo>
                <a:close/>
                <a:moveTo>
                  <a:pt x="1409700" y="1343025"/>
                </a:moveTo>
                <a:lnTo>
                  <a:pt x="1438275" y="1343025"/>
                </a:lnTo>
                <a:lnTo>
                  <a:pt x="1438275" y="1352550"/>
                </a:lnTo>
                <a:lnTo>
                  <a:pt x="1419225" y="1352550"/>
                </a:lnTo>
                <a:lnTo>
                  <a:pt x="1419225" y="1362075"/>
                </a:lnTo>
                <a:lnTo>
                  <a:pt x="1409700" y="1362075"/>
                </a:lnTo>
                <a:close/>
                <a:moveTo>
                  <a:pt x="1466850" y="1343025"/>
                </a:moveTo>
                <a:lnTo>
                  <a:pt x="1485900" y="1343025"/>
                </a:lnTo>
                <a:lnTo>
                  <a:pt x="1485900" y="1352550"/>
                </a:lnTo>
                <a:lnTo>
                  <a:pt x="1466850" y="1352550"/>
                </a:lnTo>
                <a:close/>
                <a:moveTo>
                  <a:pt x="419100" y="1362075"/>
                </a:moveTo>
                <a:lnTo>
                  <a:pt x="438150" y="1362075"/>
                </a:lnTo>
                <a:lnTo>
                  <a:pt x="438150" y="1371600"/>
                </a:lnTo>
                <a:lnTo>
                  <a:pt x="419100" y="1371600"/>
                </a:lnTo>
                <a:close/>
                <a:moveTo>
                  <a:pt x="66675" y="1381125"/>
                </a:moveTo>
                <a:lnTo>
                  <a:pt x="76200" y="1381125"/>
                </a:lnTo>
                <a:lnTo>
                  <a:pt x="76200" y="1390650"/>
                </a:lnTo>
                <a:lnTo>
                  <a:pt x="66675" y="1390650"/>
                </a:lnTo>
                <a:close/>
                <a:moveTo>
                  <a:pt x="1504950" y="1390650"/>
                </a:moveTo>
                <a:lnTo>
                  <a:pt x="1514475" y="1390650"/>
                </a:lnTo>
                <a:lnTo>
                  <a:pt x="1514475" y="1400175"/>
                </a:lnTo>
                <a:lnTo>
                  <a:pt x="1504950" y="1400175"/>
                </a:lnTo>
                <a:close/>
                <a:moveTo>
                  <a:pt x="1514475" y="1400175"/>
                </a:moveTo>
                <a:lnTo>
                  <a:pt x="1524000" y="1400175"/>
                </a:lnTo>
                <a:lnTo>
                  <a:pt x="1524000" y="1409700"/>
                </a:lnTo>
                <a:lnTo>
                  <a:pt x="1514475" y="1409700"/>
                </a:lnTo>
                <a:close/>
                <a:moveTo>
                  <a:pt x="342900" y="1409700"/>
                </a:moveTo>
                <a:lnTo>
                  <a:pt x="352425" y="1409700"/>
                </a:lnTo>
                <a:lnTo>
                  <a:pt x="352425" y="1428750"/>
                </a:lnTo>
                <a:lnTo>
                  <a:pt x="342900" y="1428750"/>
                </a:lnTo>
                <a:close/>
                <a:moveTo>
                  <a:pt x="95250" y="1419225"/>
                </a:moveTo>
                <a:lnTo>
                  <a:pt x="114300" y="1419225"/>
                </a:lnTo>
                <a:lnTo>
                  <a:pt x="114300" y="1438275"/>
                </a:lnTo>
                <a:lnTo>
                  <a:pt x="104775" y="1438275"/>
                </a:lnTo>
                <a:lnTo>
                  <a:pt x="104775" y="1457325"/>
                </a:lnTo>
                <a:lnTo>
                  <a:pt x="123825" y="1457325"/>
                </a:lnTo>
                <a:lnTo>
                  <a:pt x="123825" y="1466850"/>
                </a:lnTo>
                <a:lnTo>
                  <a:pt x="133350" y="1466850"/>
                </a:lnTo>
                <a:lnTo>
                  <a:pt x="133350" y="1495425"/>
                </a:lnTo>
                <a:lnTo>
                  <a:pt x="142875" y="1495425"/>
                </a:lnTo>
                <a:lnTo>
                  <a:pt x="142875" y="1514475"/>
                </a:lnTo>
                <a:lnTo>
                  <a:pt x="152400" y="1514475"/>
                </a:lnTo>
                <a:lnTo>
                  <a:pt x="152400" y="1524000"/>
                </a:lnTo>
                <a:lnTo>
                  <a:pt x="133350" y="1524000"/>
                </a:lnTo>
                <a:lnTo>
                  <a:pt x="133350" y="1504950"/>
                </a:lnTo>
                <a:lnTo>
                  <a:pt x="123825" y="1504950"/>
                </a:lnTo>
                <a:lnTo>
                  <a:pt x="123825" y="1495425"/>
                </a:lnTo>
                <a:lnTo>
                  <a:pt x="114300" y="1495425"/>
                </a:lnTo>
                <a:lnTo>
                  <a:pt x="114300" y="1485900"/>
                </a:lnTo>
                <a:lnTo>
                  <a:pt x="104775" y="1485900"/>
                </a:lnTo>
                <a:lnTo>
                  <a:pt x="104775" y="1466850"/>
                </a:lnTo>
                <a:lnTo>
                  <a:pt x="95250" y="1466850"/>
                </a:lnTo>
                <a:close/>
                <a:moveTo>
                  <a:pt x="323850" y="1419225"/>
                </a:moveTo>
                <a:lnTo>
                  <a:pt x="333375" y="1419225"/>
                </a:lnTo>
                <a:lnTo>
                  <a:pt x="333375" y="1428750"/>
                </a:lnTo>
                <a:lnTo>
                  <a:pt x="323850" y="1428750"/>
                </a:lnTo>
                <a:close/>
                <a:moveTo>
                  <a:pt x="1533525" y="1419225"/>
                </a:moveTo>
                <a:lnTo>
                  <a:pt x="1543050" y="1419225"/>
                </a:lnTo>
                <a:lnTo>
                  <a:pt x="1543050" y="1428750"/>
                </a:lnTo>
                <a:lnTo>
                  <a:pt x="1562100" y="1428750"/>
                </a:lnTo>
                <a:lnTo>
                  <a:pt x="1562100" y="1438275"/>
                </a:lnTo>
                <a:lnTo>
                  <a:pt x="1533525" y="1438275"/>
                </a:lnTo>
                <a:close/>
                <a:moveTo>
                  <a:pt x="1609725" y="1447800"/>
                </a:moveTo>
                <a:lnTo>
                  <a:pt x="1619250" y="1447800"/>
                </a:lnTo>
                <a:lnTo>
                  <a:pt x="1619250" y="1457325"/>
                </a:lnTo>
                <a:lnTo>
                  <a:pt x="1609725" y="1457325"/>
                </a:lnTo>
                <a:close/>
                <a:moveTo>
                  <a:pt x="171450" y="1457325"/>
                </a:moveTo>
                <a:lnTo>
                  <a:pt x="180975" y="1457325"/>
                </a:lnTo>
                <a:lnTo>
                  <a:pt x="180975" y="1466850"/>
                </a:lnTo>
                <a:lnTo>
                  <a:pt x="171450" y="1466850"/>
                </a:lnTo>
                <a:close/>
                <a:moveTo>
                  <a:pt x="190500" y="1466850"/>
                </a:moveTo>
                <a:lnTo>
                  <a:pt x="209550" y="1466850"/>
                </a:lnTo>
                <a:lnTo>
                  <a:pt x="209550" y="1476375"/>
                </a:lnTo>
                <a:lnTo>
                  <a:pt x="190500" y="1476375"/>
                </a:lnTo>
                <a:close/>
                <a:moveTo>
                  <a:pt x="1609725" y="1524000"/>
                </a:moveTo>
                <a:lnTo>
                  <a:pt x="1619250" y="1524000"/>
                </a:lnTo>
                <a:lnTo>
                  <a:pt x="1619250" y="1533525"/>
                </a:lnTo>
                <a:lnTo>
                  <a:pt x="1609725" y="1533525"/>
                </a:lnTo>
                <a:close/>
                <a:moveTo>
                  <a:pt x="228600" y="1571625"/>
                </a:moveTo>
                <a:lnTo>
                  <a:pt x="238125" y="1571625"/>
                </a:lnTo>
                <a:lnTo>
                  <a:pt x="238125" y="1600200"/>
                </a:lnTo>
                <a:lnTo>
                  <a:pt x="228600" y="1600200"/>
                </a:lnTo>
                <a:close/>
                <a:moveTo>
                  <a:pt x="1647825" y="1600200"/>
                </a:moveTo>
                <a:lnTo>
                  <a:pt x="1666875" y="1600200"/>
                </a:lnTo>
                <a:lnTo>
                  <a:pt x="1666875" y="1609725"/>
                </a:lnTo>
                <a:lnTo>
                  <a:pt x="1647825" y="1609725"/>
                </a:lnTo>
                <a:close/>
                <a:moveTo>
                  <a:pt x="1657350" y="1638300"/>
                </a:moveTo>
                <a:lnTo>
                  <a:pt x="1666875" y="1638300"/>
                </a:lnTo>
                <a:lnTo>
                  <a:pt x="1666875" y="1657350"/>
                </a:lnTo>
                <a:lnTo>
                  <a:pt x="1657350" y="1657350"/>
                </a:lnTo>
                <a:close/>
              </a:path>
            </a:pathLst>
          </a:custGeom>
          <a:solidFill xmlns:a="http://schemas.openxmlformats.org/drawingml/2006/main">
            <a:srgbClr val="F5E0D6"/>
          </a:solidFill>
          <a:ln xmlns:a="http://schemas.openxmlformats.org/drawingml/2006/main" w="0">
            <a:noFill/>
          </a:ln>
        </p:spPr>
      </p:sp>
      <p:sp>
        <p:nvSpPr>
          <p:cNvPr id="53" name="juan vector #f4e1d7">
            <a:extLst xmlns:a="http://schemas.openxmlformats.org/drawingml/2006/main">
              <a:ext uri="{FF2B5EF4-FFF2-40B4-BE49-F238E27FC236}">
                <a16:creationId xmlns:a16="http://schemas.microsoft.com/office/drawing/2014/main" id="{3914F8FB-2637-464A-A1A4-FDF05B8CD39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48900" y="2552700"/>
            <a:ext cx="2085975" cy="2085975"/>
          </a:xfrm>
          <a:custGeom xmlns:a="http://schemas.openxmlformats.org/drawingml/2006/main">
            <a:pathLst>
              <a:path w="2085975" h="2085975">
                <a:moveTo>
                  <a:pt x="857250" y="38100"/>
                </a:moveTo>
                <a:lnTo>
                  <a:pt x="885825" y="38100"/>
                </a:lnTo>
                <a:lnTo>
                  <a:pt x="885825" y="47625"/>
                </a:lnTo>
                <a:lnTo>
                  <a:pt x="857250" y="47625"/>
                </a:lnTo>
                <a:close/>
                <a:moveTo>
                  <a:pt x="895350" y="38100"/>
                </a:moveTo>
                <a:lnTo>
                  <a:pt x="952500" y="38100"/>
                </a:lnTo>
                <a:lnTo>
                  <a:pt x="952500" y="47625"/>
                </a:lnTo>
                <a:lnTo>
                  <a:pt x="895350" y="47625"/>
                </a:lnTo>
                <a:close/>
                <a:moveTo>
                  <a:pt x="990600" y="38100"/>
                </a:moveTo>
                <a:lnTo>
                  <a:pt x="1028700" y="38100"/>
                </a:lnTo>
                <a:lnTo>
                  <a:pt x="1028700" y="57150"/>
                </a:lnTo>
                <a:lnTo>
                  <a:pt x="1009650" y="57150"/>
                </a:lnTo>
                <a:lnTo>
                  <a:pt x="1009650" y="66675"/>
                </a:lnTo>
                <a:lnTo>
                  <a:pt x="990600" y="66675"/>
                </a:lnTo>
                <a:lnTo>
                  <a:pt x="990600" y="57150"/>
                </a:lnTo>
                <a:lnTo>
                  <a:pt x="1000125" y="57150"/>
                </a:lnTo>
                <a:lnTo>
                  <a:pt x="1000125" y="47625"/>
                </a:lnTo>
                <a:lnTo>
                  <a:pt x="990600" y="47625"/>
                </a:lnTo>
                <a:close/>
                <a:moveTo>
                  <a:pt x="809625" y="47625"/>
                </a:moveTo>
                <a:lnTo>
                  <a:pt x="847725" y="47625"/>
                </a:lnTo>
                <a:lnTo>
                  <a:pt x="847725" y="57150"/>
                </a:lnTo>
                <a:lnTo>
                  <a:pt x="809625" y="57150"/>
                </a:lnTo>
                <a:close/>
                <a:moveTo>
                  <a:pt x="1066800" y="47625"/>
                </a:moveTo>
                <a:lnTo>
                  <a:pt x="1104900" y="47625"/>
                </a:lnTo>
                <a:lnTo>
                  <a:pt x="1104900" y="57150"/>
                </a:lnTo>
                <a:lnTo>
                  <a:pt x="1114425" y="57150"/>
                </a:lnTo>
                <a:lnTo>
                  <a:pt x="1114425" y="66675"/>
                </a:lnTo>
                <a:lnTo>
                  <a:pt x="1123950" y="66675"/>
                </a:lnTo>
                <a:lnTo>
                  <a:pt x="1123950" y="76200"/>
                </a:lnTo>
                <a:lnTo>
                  <a:pt x="1133475" y="76200"/>
                </a:lnTo>
                <a:lnTo>
                  <a:pt x="1133475" y="57150"/>
                </a:lnTo>
                <a:lnTo>
                  <a:pt x="1143000" y="57150"/>
                </a:lnTo>
                <a:lnTo>
                  <a:pt x="1143000" y="66675"/>
                </a:lnTo>
                <a:lnTo>
                  <a:pt x="1200150" y="66675"/>
                </a:lnTo>
                <a:lnTo>
                  <a:pt x="1200150" y="76200"/>
                </a:lnTo>
                <a:lnTo>
                  <a:pt x="1209675" y="76200"/>
                </a:lnTo>
                <a:lnTo>
                  <a:pt x="1209675" y="85725"/>
                </a:lnTo>
                <a:lnTo>
                  <a:pt x="1228725" y="85725"/>
                </a:lnTo>
                <a:lnTo>
                  <a:pt x="1228725" y="95250"/>
                </a:lnTo>
                <a:lnTo>
                  <a:pt x="1238250" y="95250"/>
                </a:lnTo>
                <a:lnTo>
                  <a:pt x="1238250" y="85725"/>
                </a:lnTo>
                <a:lnTo>
                  <a:pt x="1247775" y="85725"/>
                </a:lnTo>
                <a:lnTo>
                  <a:pt x="1247775" y="95250"/>
                </a:lnTo>
                <a:lnTo>
                  <a:pt x="1266825" y="95250"/>
                </a:lnTo>
                <a:lnTo>
                  <a:pt x="1266825" y="104775"/>
                </a:lnTo>
                <a:lnTo>
                  <a:pt x="1247775" y="104775"/>
                </a:lnTo>
                <a:lnTo>
                  <a:pt x="1247775" y="114300"/>
                </a:lnTo>
                <a:lnTo>
                  <a:pt x="1238250" y="114300"/>
                </a:lnTo>
                <a:lnTo>
                  <a:pt x="1238250" y="104775"/>
                </a:lnTo>
                <a:lnTo>
                  <a:pt x="1228725" y="104775"/>
                </a:lnTo>
                <a:lnTo>
                  <a:pt x="1228725" y="114300"/>
                </a:lnTo>
                <a:lnTo>
                  <a:pt x="1209675" y="114300"/>
                </a:lnTo>
                <a:lnTo>
                  <a:pt x="1209675" y="123825"/>
                </a:lnTo>
                <a:lnTo>
                  <a:pt x="1181100" y="123825"/>
                </a:lnTo>
                <a:lnTo>
                  <a:pt x="1181100" y="104775"/>
                </a:lnTo>
                <a:lnTo>
                  <a:pt x="1190625" y="104775"/>
                </a:lnTo>
                <a:lnTo>
                  <a:pt x="1190625" y="95250"/>
                </a:lnTo>
                <a:lnTo>
                  <a:pt x="1181100" y="95250"/>
                </a:lnTo>
                <a:lnTo>
                  <a:pt x="1181100" y="76200"/>
                </a:lnTo>
                <a:lnTo>
                  <a:pt x="1162050" y="76200"/>
                </a:lnTo>
                <a:lnTo>
                  <a:pt x="1162050" y="95250"/>
                </a:lnTo>
                <a:lnTo>
                  <a:pt x="1152525" y="95250"/>
                </a:lnTo>
                <a:lnTo>
                  <a:pt x="1152525" y="104775"/>
                </a:lnTo>
                <a:lnTo>
                  <a:pt x="1133475" y="104775"/>
                </a:lnTo>
                <a:lnTo>
                  <a:pt x="1133475" y="114300"/>
                </a:lnTo>
                <a:lnTo>
                  <a:pt x="1143000" y="114300"/>
                </a:lnTo>
                <a:lnTo>
                  <a:pt x="1143000" y="133350"/>
                </a:lnTo>
                <a:lnTo>
                  <a:pt x="1133475" y="133350"/>
                </a:lnTo>
                <a:lnTo>
                  <a:pt x="1133475" y="142875"/>
                </a:lnTo>
                <a:lnTo>
                  <a:pt x="1123950" y="142875"/>
                </a:lnTo>
                <a:lnTo>
                  <a:pt x="1123950" y="152400"/>
                </a:lnTo>
                <a:lnTo>
                  <a:pt x="1114425" y="152400"/>
                </a:lnTo>
                <a:lnTo>
                  <a:pt x="1114425" y="142875"/>
                </a:lnTo>
                <a:lnTo>
                  <a:pt x="1104900" y="142875"/>
                </a:lnTo>
                <a:lnTo>
                  <a:pt x="1104900" y="104775"/>
                </a:lnTo>
                <a:lnTo>
                  <a:pt x="1095375" y="104775"/>
                </a:lnTo>
                <a:lnTo>
                  <a:pt x="1095375" y="76200"/>
                </a:lnTo>
                <a:lnTo>
                  <a:pt x="1085850" y="76200"/>
                </a:lnTo>
                <a:lnTo>
                  <a:pt x="1085850" y="66675"/>
                </a:lnTo>
                <a:lnTo>
                  <a:pt x="1076325" y="66675"/>
                </a:lnTo>
                <a:lnTo>
                  <a:pt x="1076325" y="76200"/>
                </a:lnTo>
                <a:lnTo>
                  <a:pt x="1066800" y="76200"/>
                </a:lnTo>
                <a:lnTo>
                  <a:pt x="1066800" y="95250"/>
                </a:lnTo>
                <a:lnTo>
                  <a:pt x="1047750" y="95250"/>
                </a:lnTo>
                <a:lnTo>
                  <a:pt x="1047750" y="76200"/>
                </a:lnTo>
                <a:lnTo>
                  <a:pt x="1057275" y="76200"/>
                </a:lnTo>
                <a:lnTo>
                  <a:pt x="1057275" y="66675"/>
                </a:lnTo>
                <a:lnTo>
                  <a:pt x="1066800" y="66675"/>
                </a:lnTo>
                <a:close/>
                <a:moveTo>
                  <a:pt x="723900" y="57150"/>
                </a:moveTo>
                <a:lnTo>
                  <a:pt x="790575" y="57150"/>
                </a:lnTo>
                <a:lnTo>
                  <a:pt x="790575" y="66675"/>
                </a:lnTo>
                <a:lnTo>
                  <a:pt x="723900" y="66675"/>
                </a:lnTo>
                <a:close/>
                <a:moveTo>
                  <a:pt x="685800" y="66675"/>
                </a:moveTo>
                <a:lnTo>
                  <a:pt x="714375" y="66675"/>
                </a:lnTo>
                <a:lnTo>
                  <a:pt x="714375" y="76200"/>
                </a:lnTo>
                <a:lnTo>
                  <a:pt x="685800" y="76200"/>
                </a:lnTo>
                <a:close/>
                <a:moveTo>
                  <a:pt x="657225" y="76200"/>
                </a:moveTo>
                <a:lnTo>
                  <a:pt x="676275" y="76200"/>
                </a:lnTo>
                <a:lnTo>
                  <a:pt x="676275" y="85725"/>
                </a:lnTo>
                <a:lnTo>
                  <a:pt x="657225" y="85725"/>
                </a:lnTo>
                <a:close/>
                <a:moveTo>
                  <a:pt x="638175" y="85725"/>
                </a:moveTo>
                <a:lnTo>
                  <a:pt x="647700" y="85725"/>
                </a:lnTo>
                <a:lnTo>
                  <a:pt x="647700" y="95250"/>
                </a:lnTo>
                <a:lnTo>
                  <a:pt x="638175" y="95250"/>
                </a:lnTo>
                <a:close/>
                <a:moveTo>
                  <a:pt x="600075" y="95250"/>
                </a:moveTo>
                <a:lnTo>
                  <a:pt x="638175" y="95250"/>
                </a:lnTo>
                <a:lnTo>
                  <a:pt x="638175" y="104775"/>
                </a:lnTo>
                <a:lnTo>
                  <a:pt x="628650" y="104775"/>
                </a:lnTo>
                <a:lnTo>
                  <a:pt x="628650" y="114300"/>
                </a:lnTo>
                <a:lnTo>
                  <a:pt x="590550" y="114300"/>
                </a:lnTo>
                <a:lnTo>
                  <a:pt x="590550" y="104775"/>
                </a:lnTo>
                <a:lnTo>
                  <a:pt x="600075" y="104775"/>
                </a:lnTo>
                <a:close/>
                <a:moveTo>
                  <a:pt x="733425" y="95250"/>
                </a:moveTo>
                <a:lnTo>
                  <a:pt x="752475" y="95250"/>
                </a:lnTo>
                <a:lnTo>
                  <a:pt x="752475" y="114300"/>
                </a:lnTo>
                <a:lnTo>
                  <a:pt x="742950" y="114300"/>
                </a:lnTo>
                <a:lnTo>
                  <a:pt x="742950" y="104775"/>
                </a:lnTo>
                <a:lnTo>
                  <a:pt x="733425" y="104775"/>
                </a:lnTo>
                <a:close/>
                <a:moveTo>
                  <a:pt x="571500" y="104775"/>
                </a:moveTo>
                <a:lnTo>
                  <a:pt x="581025" y="104775"/>
                </a:lnTo>
                <a:lnTo>
                  <a:pt x="581025" y="114300"/>
                </a:lnTo>
                <a:lnTo>
                  <a:pt x="590550" y="114300"/>
                </a:lnTo>
                <a:lnTo>
                  <a:pt x="590550" y="133350"/>
                </a:lnTo>
                <a:lnTo>
                  <a:pt x="571500" y="133350"/>
                </a:lnTo>
                <a:lnTo>
                  <a:pt x="571500" y="142875"/>
                </a:lnTo>
                <a:lnTo>
                  <a:pt x="561975" y="142875"/>
                </a:lnTo>
                <a:lnTo>
                  <a:pt x="561975" y="133350"/>
                </a:lnTo>
                <a:lnTo>
                  <a:pt x="533400" y="133350"/>
                </a:lnTo>
                <a:lnTo>
                  <a:pt x="533400" y="123825"/>
                </a:lnTo>
                <a:lnTo>
                  <a:pt x="552450" y="123825"/>
                </a:lnTo>
                <a:lnTo>
                  <a:pt x="552450" y="114300"/>
                </a:lnTo>
                <a:lnTo>
                  <a:pt x="571500" y="114300"/>
                </a:lnTo>
                <a:close/>
                <a:moveTo>
                  <a:pt x="857250" y="104775"/>
                </a:moveTo>
                <a:lnTo>
                  <a:pt x="876300" y="104775"/>
                </a:lnTo>
                <a:lnTo>
                  <a:pt x="876300" y="123825"/>
                </a:lnTo>
                <a:lnTo>
                  <a:pt x="857250" y="123825"/>
                </a:lnTo>
                <a:close/>
                <a:moveTo>
                  <a:pt x="1276350" y="104775"/>
                </a:moveTo>
                <a:lnTo>
                  <a:pt x="1285875" y="104775"/>
                </a:lnTo>
                <a:lnTo>
                  <a:pt x="1285875" y="114300"/>
                </a:lnTo>
                <a:lnTo>
                  <a:pt x="1276350" y="114300"/>
                </a:lnTo>
                <a:close/>
                <a:moveTo>
                  <a:pt x="704850" y="114300"/>
                </a:moveTo>
                <a:lnTo>
                  <a:pt x="723900" y="114300"/>
                </a:lnTo>
                <a:lnTo>
                  <a:pt x="723900" y="133350"/>
                </a:lnTo>
                <a:lnTo>
                  <a:pt x="714375" y="133350"/>
                </a:lnTo>
                <a:lnTo>
                  <a:pt x="714375" y="152400"/>
                </a:lnTo>
                <a:lnTo>
                  <a:pt x="704850" y="152400"/>
                </a:lnTo>
                <a:lnTo>
                  <a:pt x="704850" y="161925"/>
                </a:lnTo>
                <a:lnTo>
                  <a:pt x="695325" y="161925"/>
                </a:lnTo>
                <a:lnTo>
                  <a:pt x="695325" y="152400"/>
                </a:lnTo>
                <a:lnTo>
                  <a:pt x="685800" y="152400"/>
                </a:lnTo>
                <a:lnTo>
                  <a:pt x="685800" y="133350"/>
                </a:lnTo>
                <a:lnTo>
                  <a:pt x="695325" y="133350"/>
                </a:lnTo>
                <a:lnTo>
                  <a:pt x="695325" y="123825"/>
                </a:lnTo>
                <a:lnTo>
                  <a:pt x="704850" y="123825"/>
                </a:lnTo>
                <a:close/>
                <a:moveTo>
                  <a:pt x="742950" y="152400"/>
                </a:moveTo>
                <a:lnTo>
                  <a:pt x="752475" y="152400"/>
                </a:lnTo>
                <a:lnTo>
                  <a:pt x="752475" y="161925"/>
                </a:lnTo>
                <a:lnTo>
                  <a:pt x="762000" y="161925"/>
                </a:lnTo>
                <a:lnTo>
                  <a:pt x="762000" y="171450"/>
                </a:lnTo>
                <a:lnTo>
                  <a:pt x="752475" y="171450"/>
                </a:lnTo>
                <a:lnTo>
                  <a:pt x="752475" y="180975"/>
                </a:lnTo>
                <a:lnTo>
                  <a:pt x="742950" y="180975"/>
                </a:lnTo>
                <a:lnTo>
                  <a:pt x="742950" y="219075"/>
                </a:lnTo>
                <a:lnTo>
                  <a:pt x="723900" y="219075"/>
                </a:lnTo>
                <a:lnTo>
                  <a:pt x="723900" y="171450"/>
                </a:lnTo>
                <a:lnTo>
                  <a:pt x="733425" y="171450"/>
                </a:lnTo>
                <a:lnTo>
                  <a:pt x="733425" y="161925"/>
                </a:lnTo>
                <a:lnTo>
                  <a:pt x="742950" y="161925"/>
                </a:lnTo>
                <a:close/>
                <a:moveTo>
                  <a:pt x="1028700" y="152400"/>
                </a:moveTo>
                <a:lnTo>
                  <a:pt x="1038225" y="152400"/>
                </a:lnTo>
                <a:lnTo>
                  <a:pt x="1038225" y="161925"/>
                </a:lnTo>
                <a:lnTo>
                  <a:pt x="1028700" y="161925"/>
                </a:lnTo>
                <a:close/>
                <a:moveTo>
                  <a:pt x="1314450" y="161925"/>
                </a:moveTo>
                <a:lnTo>
                  <a:pt x="1333500" y="161925"/>
                </a:lnTo>
                <a:lnTo>
                  <a:pt x="1333500" y="171450"/>
                </a:lnTo>
                <a:lnTo>
                  <a:pt x="1323975" y="171450"/>
                </a:lnTo>
                <a:lnTo>
                  <a:pt x="1323975" y="180975"/>
                </a:lnTo>
                <a:lnTo>
                  <a:pt x="1314450" y="180975"/>
                </a:lnTo>
                <a:close/>
                <a:moveTo>
                  <a:pt x="914400" y="190500"/>
                </a:moveTo>
                <a:lnTo>
                  <a:pt x="942975" y="190500"/>
                </a:lnTo>
                <a:lnTo>
                  <a:pt x="942975" y="200025"/>
                </a:lnTo>
                <a:lnTo>
                  <a:pt x="952500" y="200025"/>
                </a:lnTo>
                <a:lnTo>
                  <a:pt x="952500" y="209550"/>
                </a:lnTo>
                <a:lnTo>
                  <a:pt x="914400" y="209550"/>
                </a:lnTo>
                <a:close/>
                <a:moveTo>
                  <a:pt x="1085850" y="190500"/>
                </a:moveTo>
                <a:lnTo>
                  <a:pt x="1104900" y="190500"/>
                </a:lnTo>
                <a:lnTo>
                  <a:pt x="1104900" y="200025"/>
                </a:lnTo>
                <a:lnTo>
                  <a:pt x="1095375" y="200025"/>
                </a:lnTo>
                <a:lnTo>
                  <a:pt x="1095375" y="219075"/>
                </a:lnTo>
                <a:lnTo>
                  <a:pt x="1085850" y="219075"/>
                </a:lnTo>
                <a:close/>
                <a:moveTo>
                  <a:pt x="1219200" y="190500"/>
                </a:moveTo>
                <a:lnTo>
                  <a:pt x="1238250" y="190500"/>
                </a:lnTo>
                <a:lnTo>
                  <a:pt x="1238250" y="200025"/>
                </a:lnTo>
                <a:lnTo>
                  <a:pt x="1219200" y="200025"/>
                </a:lnTo>
                <a:close/>
                <a:moveTo>
                  <a:pt x="819150" y="200025"/>
                </a:moveTo>
                <a:lnTo>
                  <a:pt x="838200" y="200025"/>
                </a:lnTo>
                <a:lnTo>
                  <a:pt x="838200" y="219075"/>
                </a:lnTo>
                <a:lnTo>
                  <a:pt x="828675" y="219075"/>
                </a:lnTo>
                <a:lnTo>
                  <a:pt x="828675" y="209550"/>
                </a:lnTo>
                <a:lnTo>
                  <a:pt x="819150" y="209550"/>
                </a:lnTo>
                <a:close/>
                <a:moveTo>
                  <a:pt x="1295400" y="219075"/>
                </a:moveTo>
                <a:lnTo>
                  <a:pt x="1314450" y="219075"/>
                </a:lnTo>
                <a:lnTo>
                  <a:pt x="1314450" y="228600"/>
                </a:lnTo>
                <a:lnTo>
                  <a:pt x="1323975" y="228600"/>
                </a:lnTo>
                <a:lnTo>
                  <a:pt x="1323975" y="238125"/>
                </a:lnTo>
                <a:lnTo>
                  <a:pt x="1304925" y="238125"/>
                </a:lnTo>
                <a:lnTo>
                  <a:pt x="1304925" y="247650"/>
                </a:lnTo>
                <a:lnTo>
                  <a:pt x="1285875" y="247650"/>
                </a:lnTo>
                <a:lnTo>
                  <a:pt x="1285875" y="228600"/>
                </a:lnTo>
                <a:lnTo>
                  <a:pt x="1295400" y="228600"/>
                </a:lnTo>
                <a:close/>
                <a:moveTo>
                  <a:pt x="1143000" y="276225"/>
                </a:moveTo>
                <a:lnTo>
                  <a:pt x="1162050" y="276225"/>
                </a:lnTo>
                <a:lnTo>
                  <a:pt x="1162050" y="304800"/>
                </a:lnTo>
                <a:lnTo>
                  <a:pt x="1152525" y="304800"/>
                </a:lnTo>
                <a:lnTo>
                  <a:pt x="1152525" y="295275"/>
                </a:lnTo>
                <a:lnTo>
                  <a:pt x="1143000" y="295275"/>
                </a:lnTo>
                <a:close/>
                <a:moveTo>
                  <a:pt x="1104900" y="295275"/>
                </a:moveTo>
                <a:lnTo>
                  <a:pt x="1123950" y="295275"/>
                </a:lnTo>
                <a:lnTo>
                  <a:pt x="1123950" y="304800"/>
                </a:lnTo>
                <a:lnTo>
                  <a:pt x="1104900" y="304800"/>
                </a:lnTo>
                <a:close/>
                <a:moveTo>
                  <a:pt x="1133475" y="295275"/>
                </a:moveTo>
                <a:lnTo>
                  <a:pt x="1143000" y="295275"/>
                </a:lnTo>
                <a:lnTo>
                  <a:pt x="1143000" y="304800"/>
                </a:lnTo>
                <a:lnTo>
                  <a:pt x="1133475" y="304800"/>
                </a:lnTo>
                <a:close/>
                <a:moveTo>
                  <a:pt x="1181100" y="304800"/>
                </a:moveTo>
                <a:lnTo>
                  <a:pt x="1190625" y="304800"/>
                </a:lnTo>
                <a:lnTo>
                  <a:pt x="1190625" y="323850"/>
                </a:lnTo>
                <a:lnTo>
                  <a:pt x="1181100" y="323850"/>
                </a:lnTo>
                <a:close/>
                <a:moveTo>
                  <a:pt x="1190625" y="333375"/>
                </a:moveTo>
                <a:lnTo>
                  <a:pt x="1200150" y="333375"/>
                </a:lnTo>
                <a:lnTo>
                  <a:pt x="1200150" y="352425"/>
                </a:lnTo>
                <a:lnTo>
                  <a:pt x="1190625" y="352425"/>
                </a:lnTo>
                <a:close/>
                <a:moveTo>
                  <a:pt x="1219200" y="333375"/>
                </a:moveTo>
                <a:lnTo>
                  <a:pt x="1247775" y="333375"/>
                </a:lnTo>
                <a:lnTo>
                  <a:pt x="1247775" y="342900"/>
                </a:lnTo>
                <a:lnTo>
                  <a:pt x="1257300" y="342900"/>
                </a:lnTo>
                <a:lnTo>
                  <a:pt x="1257300" y="352425"/>
                </a:lnTo>
                <a:lnTo>
                  <a:pt x="1266825" y="352425"/>
                </a:lnTo>
                <a:lnTo>
                  <a:pt x="1266825" y="361950"/>
                </a:lnTo>
                <a:lnTo>
                  <a:pt x="1257300" y="361950"/>
                </a:lnTo>
                <a:lnTo>
                  <a:pt x="1257300" y="371475"/>
                </a:lnTo>
                <a:lnTo>
                  <a:pt x="1266825" y="371475"/>
                </a:lnTo>
                <a:lnTo>
                  <a:pt x="1266825" y="390525"/>
                </a:lnTo>
                <a:lnTo>
                  <a:pt x="1257300" y="390525"/>
                </a:lnTo>
                <a:lnTo>
                  <a:pt x="1257300" y="381000"/>
                </a:lnTo>
                <a:lnTo>
                  <a:pt x="1238250" y="381000"/>
                </a:lnTo>
                <a:lnTo>
                  <a:pt x="1238250" y="371475"/>
                </a:lnTo>
                <a:lnTo>
                  <a:pt x="1228725" y="371475"/>
                </a:lnTo>
                <a:lnTo>
                  <a:pt x="1228725" y="361950"/>
                </a:lnTo>
                <a:lnTo>
                  <a:pt x="1219200" y="361950"/>
                </a:lnTo>
                <a:close/>
                <a:moveTo>
                  <a:pt x="571500" y="390525"/>
                </a:moveTo>
                <a:lnTo>
                  <a:pt x="590550" y="390525"/>
                </a:lnTo>
                <a:lnTo>
                  <a:pt x="590550" y="400050"/>
                </a:lnTo>
                <a:lnTo>
                  <a:pt x="609600" y="400050"/>
                </a:lnTo>
                <a:lnTo>
                  <a:pt x="609600" y="409575"/>
                </a:lnTo>
                <a:lnTo>
                  <a:pt x="619125" y="409575"/>
                </a:lnTo>
                <a:lnTo>
                  <a:pt x="619125" y="419100"/>
                </a:lnTo>
                <a:lnTo>
                  <a:pt x="600075" y="419100"/>
                </a:lnTo>
                <a:lnTo>
                  <a:pt x="600075" y="409575"/>
                </a:lnTo>
                <a:lnTo>
                  <a:pt x="590550" y="409575"/>
                </a:lnTo>
                <a:lnTo>
                  <a:pt x="590550" y="419100"/>
                </a:lnTo>
                <a:lnTo>
                  <a:pt x="561975" y="419100"/>
                </a:lnTo>
                <a:lnTo>
                  <a:pt x="561975" y="400050"/>
                </a:lnTo>
                <a:lnTo>
                  <a:pt x="571500" y="400050"/>
                </a:lnTo>
                <a:close/>
                <a:moveTo>
                  <a:pt x="542925" y="485775"/>
                </a:moveTo>
                <a:lnTo>
                  <a:pt x="552450" y="485775"/>
                </a:lnTo>
                <a:lnTo>
                  <a:pt x="552450" y="495300"/>
                </a:lnTo>
                <a:lnTo>
                  <a:pt x="542925" y="495300"/>
                </a:lnTo>
                <a:close/>
                <a:moveTo>
                  <a:pt x="552450" y="495300"/>
                </a:moveTo>
                <a:lnTo>
                  <a:pt x="561975" y="495300"/>
                </a:lnTo>
                <a:lnTo>
                  <a:pt x="561975" y="504825"/>
                </a:lnTo>
                <a:lnTo>
                  <a:pt x="552450" y="504825"/>
                </a:lnTo>
                <a:close/>
                <a:moveTo>
                  <a:pt x="561975" y="504825"/>
                </a:moveTo>
                <a:lnTo>
                  <a:pt x="571500" y="504825"/>
                </a:lnTo>
                <a:lnTo>
                  <a:pt x="571500" y="514350"/>
                </a:lnTo>
                <a:lnTo>
                  <a:pt x="561975" y="514350"/>
                </a:lnTo>
                <a:close/>
                <a:moveTo>
                  <a:pt x="1314450" y="504825"/>
                </a:moveTo>
                <a:lnTo>
                  <a:pt x="1323975" y="504825"/>
                </a:lnTo>
                <a:lnTo>
                  <a:pt x="1323975" y="514350"/>
                </a:lnTo>
                <a:lnTo>
                  <a:pt x="1314450" y="514350"/>
                </a:lnTo>
                <a:close/>
                <a:moveTo>
                  <a:pt x="1333500" y="504825"/>
                </a:moveTo>
                <a:lnTo>
                  <a:pt x="1343025" y="504825"/>
                </a:lnTo>
                <a:lnTo>
                  <a:pt x="1343025" y="514350"/>
                </a:lnTo>
                <a:lnTo>
                  <a:pt x="1333500" y="514350"/>
                </a:lnTo>
                <a:close/>
                <a:moveTo>
                  <a:pt x="571500" y="514350"/>
                </a:moveTo>
                <a:lnTo>
                  <a:pt x="581025" y="514350"/>
                </a:lnTo>
                <a:lnTo>
                  <a:pt x="581025" y="523875"/>
                </a:lnTo>
                <a:lnTo>
                  <a:pt x="571500" y="523875"/>
                </a:lnTo>
                <a:close/>
                <a:moveTo>
                  <a:pt x="1381125" y="590550"/>
                </a:moveTo>
                <a:lnTo>
                  <a:pt x="1390650" y="590550"/>
                </a:lnTo>
                <a:lnTo>
                  <a:pt x="1390650" y="600075"/>
                </a:lnTo>
                <a:lnTo>
                  <a:pt x="1381125" y="600075"/>
                </a:lnTo>
                <a:close/>
                <a:moveTo>
                  <a:pt x="1371600" y="600075"/>
                </a:moveTo>
                <a:lnTo>
                  <a:pt x="1381125" y="600075"/>
                </a:lnTo>
                <a:lnTo>
                  <a:pt x="1381125" y="609600"/>
                </a:lnTo>
                <a:lnTo>
                  <a:pt x="1371600" y="609600"/>
                </a:lnTo>
                <a:close/>
                <a:moveTo>
                  <a:pt x="1314450" y="609600"/>
                </a:moveTo>
                <a:lnTo>
                  <a:pt x="1362075" y="609600"/>
                </a:lnTo>
                <a:lnTo>
                  <a:pt x="1362075" y="619125"/>
                </a:lnTo>
                <a:lnTo>
                  <a:pt x="1333500" y="619125"/>
                </a:lnTo>
                <a:lnTo>
                  <a:pt x="1333500" y="628650"/>
                </a:lnTo>
                <a:lnTo>
                  <a:pt x="1323975" y="628650"/>
                </a:lnTo>
                <a:lnTo>
                  <a:pt x="1323975" y="638175"/>
                </a:lnTo>
                <a:lnTo>
                  <a:pt x="1295400" y="638175"/>
                </a:lnTo>
                <a:lnTo>
                  <a:pt x="1295400" y="628650"/>
                </a:lnTo>
                <a:lnTo>
                  <a:pt x="1304925" y="628650"/>
                </a:lnTo>
                <a:lnTo>
                  <a:pt x="1304925" y="619125"/>
                </a:lnTo>
                <a:lnTo>
                  <a:pt x="1314450" y="619125"/>
                </a:lnTo>
                <a:close/>
                <a:moveTo>
                  <a:pt x="457200" y="619125"/>
                </a:moveTo>
                <a:lnTo>
                  <a:pt x="476250" y="619125"/>
                </a:lnTo>
                <a:lnTo>
                  <a:pt x="476250" y="628650"/>
                </a:lnTo>
                <a:lnTo>
                  <a:pt x="485775" y="628650"/>
                </a:lnTo>
                <a:lnTo>
                  <a:pt x="485775" y="638175"/>
                </a:lnTo>
                <a:lnTo>
                  <a:pt x="476250" y="638175"/>
                </a:lnTo>
                <a:lnTo>
                  <a:pt x="476250" y="647700"/>
                </a:lnTo>
                <a:lnTo>
                  <a:pt x="457200" y="647700"/>
                </a:lnTo>
                <a:close/>
                <a:moveTo>
                  <a:pt x="457200" y="657225"/>
                </a:moveTo>
                <a:lnTo>
                  <a:pt x="485775" y="657225"/>
                </a:lnTo>
                <a:lnTo>
                  <a:pt x="485775" y="666750"/>
                </a:lnTo>
                <a:lnTo>
                  <a:pt x="495300" y="666750"/>
                </a:lnTo>
                <a:lnTo>
                  <a:pt x="495300" y="657225"/>
                </a:lnTo>
                <a:lnTo>
                  <a:pt x="514350" y="657225"/>
                </a:lnTo>
                <a:lnTo>
                  <a:pt x="514350" y="666750"/>
                </a:lnTo>
                <a:lnTo>
                  <a:pt x="533400" y="666750"/>
                </a:lnTo>
                <a:lnTo>
                  <a:pt x="533400" y="704850"/>
                </a:lnTo>
                <a:lnTo>
                  <a:pt x="542925" y="704850"/>
                </a:lnTo>
                <a:lnTo>
                  <a:pt x="542925" y="714375"/>
                </a:lnTo>
                <a:lnTo>
                  <a:pt x="514350" y="714375"/>
                </a:lnTo>
                <a:lnTo>
                  <a:pt x="514350" y="733425"/>
                </a:lnTo>
                <a:lnTo>
                  <a:pt x="504825" y="733425"/>
                </a:lnTo>
                <a:lnTo>
                  <a:pt x="504825" y="742950"/>
                </a:lnTo>
                <a:lnTo>
                  <a:pt x="485775" y="742950"/>
                </a:lnTo>
                <a:lnTo>
                  <a:pt x="485775" y="733425"/>
                </a:lnTo>
                <a:lnTo>
                  <a:pt x="476250" y="733425"/>
                </a:lnTo>
                <a:lnTo>
                  <a:pt x="476250" y="723900"/>
                </a:lnTo>
                <a:lnTo>
                  <a:pt x="428625" y="723900"/>
                </a:lnTo>
                <a:lnTo>
                  <a:pt x="428625" y="714375"/>
                </a:lnTo>
                <a:lnTo>
                  <a:pt x="409575" y="714375"/>
                </a:lnTo>
                <a:lnTo>
                  <a:pt x="409575" y="704850"/>
                </a:lnTo>
                <a:lnTo>
                  <a:pt x="419100" y="704850"/>
                </a:lnTo>
                <a:lnTo>
                  <a:pt x="419100" y="695325"/>
                </a:lnTo>
                <a:lnTo>
                  <a:pt x="466725" y="695325"/>
                </a:lnTo>
                <a:lnTo>
                  <a:pt x="466725" y="685800"/>
                </a:lnTo>
                <a:lnTo>
                  <a:pt x="438150" y="685800"/>
                </a:lnTo>
                <a:lnTo>
                  <a:pt x="438150" y="676275"/>
                </a:lnTo>
                <a:lnTo>
                  <a:pt x="457200" y="676275"/>
                </a:lnTo>
                <a:close/>
                <a:moveTo>
                  <a:pt x="381000" y="685800"/>
                </a:moveTo>
                <a:lnTo>
                  <a:pt x="390525" y="685800"/>
                </a:lnTo>
                <a:lnTo>
                  <a:pt x="390525" y="704850"/>
                </a:lnTo>
                <a:lnTo>
                  <a:pt x="381000" y="704850"/>
                </a:lnTo>
                <a:close/>
                <a:moveTo>
                  <a:pt x="390525" y="704850"/>
                </a:moveTo>
                <a:lnTo>
                  <a:pt x="400050" y="704850"/>
                </a:lnTo>
                <a:lnTo>
                  <a:pt x="400050" y="714375"/>
                </a:lnTo>
                <a:lnTo>
                  <a:pt x="390525" y="714375"/>
                </a:lnTo>
                <a:close/>
                <a:moveTo>
                  <a:pt x="1495425" y="714375"/>
                </a:moveTo>
                <a:lnTo>
                  <a:pt x="1514475" y="714375"/>
                </a:lnTo>
                <a:lnTo>
                  <a:pt x="1514475" y="733425"/>
                </a:lnTo>
                <a:lnTo>
                  <a:pt x="1504950" y="733425"/>
                </a:lnTo>
                <a:lnTo>
                  <a:pt x="1504950" y="752475"/>
                </a:lnTo>
                <a:lnTo>
                  <a:pt x="1495425" y="752475"/>
                </a:lnTo>
                <a:lnTo>
                  <a:pt x="1495425" y="781050"/>
                </a:lnTo>
                <a:lnTo>
                  <a:pt x="1485900" y="781050"/>
                </a:lnTo>
                <a:lnTo>
                  <a:pt x="1485900" y="771525"/>
                </a:lnTo>
                <a:lnTo>
                  <a:pt x="1476375" y="771525"/>
                </a:lnTo>
                <a:lnTo>
                  <a:pt x="1476375" y="762000"/>
                </a:lnTo>
                <a:lnTo>
                  <a:pt x="1485900" y="762000"/>
                </a:lnTo>
                <a:lnTo>
                  <a:pt x="1485900" y="723900"/>
                </a:lnTo>
                <a:lnTo>
                  <a:pt x="1495425" y="723900"/>
                </a:lnTo>
                <a:close/>
                <a:moveTo>
                  <a:pt x="1457325" y="752475"/>
                </a:moveTo>
                <a:lnTo>
                  <a:pt x="1466850" y="752475"/>
                </a:lnTo>
                <a:lnTo>
                  <a:pt x="1466850" y="762000"/>
                </a:lnTo>
                <a:lnTo>
                  <a:pt x="1457325" y="762000"/>
                </a:lnTo>
                <a:close/>
                <a:moveTo>
                  <a:pt x="1390650" y="781050"/>
                </a:moveTo>
                <a:lnTo>
                  <a:pt x="1428750" y="781050"/>
                </a:lnTo>
                <a:lnTo>
                  <a:pt x="1428750" y="790575"/>
                </a:lnTo>
                <a:lnTo>
                  <a:pt x="1447800" y="790575"/>
                </a:lnTo>
                <a:lnTo>
                  <a:pt x="1447800" y="781050"/>
                </a:lnTo>
                <a:lnTo>
                  <a:pt x="1485900" y="781050"/>
                </a:lnTo>
                <a:lnTo>
                  <a:pt x="1485900" y="790575"/>
                </a:lnTo>
                <a:lnTo>
                  <a:pt x="1476375" y="790575"/>
                </a:lnTo>
                <a:lnTo>
                  <a:pt x="1476375" y="809625"/>
                </a:lnTo>
                <a:lnTo>
                  <a:pt x="1466850" y="809625"/>
                </a:lnTo>
                <a:lnTo>
                  <a:pt x="1466850" y="819150"/>
                </a:lnTo>
                <a:lnTo>
                  <a:pt x="1457325" y="819150"/>
                </a:lnTo>
                <a:lnTo>
                  <a:pt x="1457325" y="809625"/>
                </a:lnTo>
                <a:lnTo>
                  <a:pt x="1447800" y="809625"/>
                </a:lnTo>
                <a:lnTo>
                  <a:pt x="1447800" y="819150"/>
                </a:lnTo>
                <a:lnTo>
                  <a:pt x="1438275" y="819150"/>
                </a:lnTo>
                <a:lnTo>
                  <a:pt x="1438275" y="828675"/>
                </a:lnTo>
                <a:lnTo>
                  <a:pt x="1447800" y="828675"/>
                </a:lnTo>
                <a:lnTo>
                  <a:pt x="1447800" y="838200"/>
                </a:lnTo>
                <a:lnTo>
                  <a:pt x="1466850" y="838200"/>
                </a:lnTo>
                <a:lnTo>
                  <a:pt x="1466850" y="847725"/>
                </a:lnTo>
                <a:lnTo>
                  <a:pt x="1495425" y="847725"/>
                </a:lnTo>
                <a:lnTo>
                  <a:pt x="1495425" y="857250"/>
                </a:lnTo>
                <a:lnTo>
                  <a:pt x="1504950" y="857250"/>
                </a:lnTo>
                <a:lnTo>
                  <a:pt x="1504950" y="866775"/>
                </a:lnTo>
                <a:lnTo>
                  <a:pt x="1495425" y="866775"/>
                </a:lnTo>
                <a:lnTo>
                  <a:pt x="1495425" y="876300"/>
                </a:lnTo>
                <a:lnTo>
                  <a:pt x="1466850" y="876300"/>
                </a:lnTo>
                <a:lnTo>
                  <a:pt x="1466850" y="866775"/>
                </a:lnTo>
                <a:lnTo>
                  <a:pt x="1438275" y="866775"/>
                </a:lnTo>
                <a:lnTo>
                  <a:pt x="1438275" y="876300"/>
                </a:lnTo>
                <a:lnTo>
                  <a:pt x="1428750" y="876300"/>
                </a:lnTo>
                <a:lnTo>
                  <a:pt x="1428750" y="885825"/>
                </a:lnTo>
                <a:lnTo>
                  <a:pt x="1438275" y="885825"/>
                </a:lnTo>
                <a:lnTo>
                  <a:pt x="1438275" y="914400"/>
                </a:lnTo>
                <a:lnTo>
                  <a:pt x="1428750" y="914400"/>
                </a:lnTo>
                <a:lnTo>
                  <a:pt x="1428750" y="904875"/>
                </a:lnTo>
                <a:lnTo>
                  <a:pt x="1419225" y="904875"/>
                </a:lnTo>
                <a:lnTo>
                  <a:pt x="1419225" y="895350"/>
                </a:lnTo>
                <a:lnTo>
                  <a:pt x="1381125" y="895350"/>
                </a:lnTo>
                <a:lnTo>
                  <a:pt x="1381125" y="904875"/>
                </a:lnTo>
                <a:lnTo>
                  <a:pt x="1371600" y="904875"/>
                </a:lnTo>
                <a:lnTo>
                  <a:pt x="1371600" y="876300"/>
                </a:lnTo>
                <a:lnTo>
                  <a:pt x="1381125" y="876300"/>
                </a:lnTo>
                <a:lnTo>
                  <a:pt x="1381125" y="857250"/>
                </a:lnTo>
                <a:lnTo>
                  <a:pt x="1362075" y="857250"/>
                </a:lnTo>
                <a:lnTo>
                  <a:pt x="1362075" y="847725"/>
                </a:lnTo>
                <a:lnTo>
                  <a:pt x="1371600" y="847725"/>
                </a:lnTo>
                <a:lnTo>
                  <a:pt x="1371600" y="838200"/>
                </a:lnTo>
                <a:lnTo>
                  <a:pt x="1381125" y="838200"/>
                </a:lnTo>
                <a:lnTo>
                  <a:pt x="1381125" y="819150"/>
                </a:lnTo>
                <a:lnTo>
                  <a:pt x="1371600" y="819150"/>
                </a:lnTo>
                <a:lnTo>
                  <a:pt x="1371600" y="809625"/>
                </a:lnTo>
                <a:lnTo>
                  <a:pt x="1343025" y="809625"/>
                </a:lnTo>
                <a:lnTo>
                  <a:pt x="1343025" y="800100"/>
                </a:lnTo>
                <a:lnTo>
                  <a:pt x="1381125" y="800100"/>
                </a:lnTo>
                <a:lnTo>
                  <a:pt x="1381125" y="790575"/>
                </a:lnTo>
                <a:lnTo>
                  <a:pt x="1390650" y="790575"/>
                </a:lnTo>
                <a:close/>
                <a:moveTo>
                  <a:pt x="333375" y="800100"/>
                </a:moveTo>
                <a:lnTo>
                  <a:pt x="342900" y="800100"/>
                </a:lnTo>
                <a:lnTo>
                  <a:pt x="342900" y="809625"/>
                </a:lnTo>
                <a:lnTo>
                  <a:pt x="333375" y="809625"/>
                </a:lnTo>
                <a:close/>
                <a:moveTo>
                  <a:pt x="342900" y="809625"/>
                </a:moveTo>
                <a:lnTo>
                  <a:pt x="361950" y="809625"/>
                </a:lnTo>
                <a:lnTo>
                  <a:pt x="361950" y="819150"/>
                </a:lnTo>
                <a:lnTo>
                  <a:pt x="342900" y="819150"/>
                </a:lnTo>
                <a:close/>
                <a:moveTo>
                  <a:pt x="381000" y="819150"/>
                </a:moveTo>
                <a:lnTo>
                  <a:pt x="390525" y="819150"/>
                </a:lnTo>
                <a:lnTo>
                  <a:pt x="390525" y="838200"/>
                </a:lnTo>
                <a:lnTo>
                  <a:pt x="381000" y="838200"/>
                </a:lnTo>
                <a:close/>
                <a:moveTo>
                  <a:pt x="1876425" y="885825"/>
                </a:moveTo>
                <a:lnTo>
                  <a:pt x="1885950" y="885825"/>
                </a:lnTo>
                <a:lnTo>
                  <a:pt x="1885950" y="895350"/>
                </a:lnTo>
                <a:lnTo>
                  <a:pt x="1876425" y="895350"/>
                </a:lnTo>
                <a:close/>
                <a:moveTo>
                  <a:pt x="514350" y="895350"/>
                </a:moveTo>
                <a:lnTo>
                  <a:pt x="533400" y="895350"/>
                </a:lnTo>
                <a:lnTo>
                  <a:pt x="533400" y="904875"/>
                </a:lnTo>
                <a:lnTo>
                  <a:pt x="514350" y="904875"/>
                </a:lnTo>
                <a:close/>
                <a:moveTo>
                  <a:pt x="504825" y="904875"/>
                </a:moveTo>
                <a:lnTo>
                  <a:pt x="514350" y="904875"/>
                </a:lnTo>
                <a:lnTo>
                  <a:pt x="514350" y="923925"/>
                </a:lnTo>
                <a:lnTo>
                  <a:pt x="504825" y="923925"/>
                </a:lnTo>
                <a:lnTo>
                  <a:pt x="504825" y="933450"/>
                </a:lnTo>
                <a:lnTo>
                  <a:pt x="495300" y="933450"/>
                </a:lnTo>
                <a:lnTo>
                  <a:pt x="495300" y="942975"/>
                </a:lnTo>
                <a:lnTo>
                  <a:pt x="476250" y="942975"/>
                </a:lnTo>
                <a:lnTo>
                  <a:pt x="476250" y="933450"/>
                </a:lnTo>
                <a:lnTo>
                  <a:pt x="485775" y="933450"/>
                </a:lnTo>
                <a:lnTo>
                  <a:pt x="485775" y="923925"/>
                </a:lnTo>
                <a:lnTo>
                  <a:pt x="495300" y="923925"/>
                </a:lnTo>
                <a:lnTo>
                  <a:pt x="495300" y="914400"/>
                </a:lnTo>
                <a:lnTo>
                  <a:pt x="504825" y="914400"/>
                </a:lnTo>
                <a:close/>
                <a:moveTo>
                  <a:pt x="1828800" y="904875"/>
                </a:moveTo>
                <a:lnTo>
                  <a:pt x="1847850" y="904875"/>
                </a:lnTo>
                <a:lnTo>
                  <a:pt x="1847850" y="923925"/>
                </a:lnTo>
                <a:lnTo>
                  <a:pt x="1828800" y="923925"/>
                </a:lnTo>
                <a:close/>
                <a:moveTo>
                  <a:pt x="1333500" y="914400"/>
                </a:moveTo>
                <a:lnTo>
                  <a:pt x="1362075" y="914400"/>
                </a:lnTo>
                <a:lnTo>
                  <a:pt x="1362075" y="923925"/>
                </a:lnTo>
                <a:lnTo>
                  <a:pt x="1352550" y="923925"/>
                </a:lnTo>
                <a:lnTo>
                  <a:pt x="1352550" y="933450"/>
                </a:lnTo>
                <a:lnTo>
                  <a:pt x="1343025" y="933450"/>
                </a:lnTo>
                <a:lnTo>
                  <a:pt x="1343025" y="923925"/>
                </a:lnTo>
                <a:lnTo>
                  <a:pt x="1333500" y="923925"/>
                </a:lnTo>
                <a:close/>
                <a:moveTo>
                  <a:pt x="1323975" y="923925"/>
                </a:moveTo>
                <a:lnTo>
                  <a:pt x="1333500" y="923925"/>
                </a:lnTo>
                <a:lnTo>
                  <a:pt x="1333500" y="933450"/>
                </a:lnTo>
                <a:lnTo>
                  <a:pt x="1323975" y="933450"/>
                </a:lnTo>
                <a:close/>
                <a:moveTo>
                  <a:pt x="1419225" y="923925"/>
                </a:moveTo>
                <a:lnTo>
                  <a:pt x="1428750" y="923925"/>
                </a:lnTo>
                <a:lnTo>
                  <a:pt x="1428750" y="942975"/>
                </a:lnTo>
                <a:lnTo>
                  <a:pt x="1409700" y="942975"/>
                </a:lnTo>
                <a:lnTo>
                  <a:pt x="1409700" y="933450"/>
                </a:lnTo>
                <a:lnTo>
                  <a:pt x="1419225" y="933450"/>
                </a:lnTo>
                <a:close/>
                <a:moveTo>
                  <a:pt x="1895475" y="923925"/>
                </a:moveTo>
                <a:lnTo>
                  <a:pt x="1905000" y="923925"/>
                </a:lnTo>
                <a:lnTo>
                  <a:pt x="1905000" y="1028700"/>
                </a:lnTo>
                <a:lnTo>
                  <a:pt x="1914525" y="1028700"/>
                </a:lnTo>
                <a:lnTo>
                  <a:pt x="1914525" y="1047750"/>
                </a:lnTo>
                <a:lnTo>
                  <a:pt x="1905000" y="1047750"/>
                </a:lnTo>
                <a:lnTo>
                  <a:pt x="1905000" y="1085850"/>
                </a:lnTo>
                <a:lnTo>
                  <a:pt x="1885950" y="1085850"/>
                </a:lnTo>
                <a:lnTo>
                  <a:pt x="1885950" y="1095375"/>
                </a:lnTo>
                <a:lnTo>
                  <a:pt x="1876425" y="1095375"/>
                </a:lnTo>
                <a:lnTo>
                  <a:pt x="1876425" y="1085850"/>
                </a:lnTo>
                <a:lnTo>
                  <a:pt x="1857375" y="1085850"/>
                </a:lnTo>
                <a:lnTo>
                  <a:pt x="1857375" y="1066800"/>
                </a:lnTo>
                <a:lnTo>
                  <a:pt x="1866900" y="1066800"/>
                </a:lnTo>
                <a:lnTo>
                  <a:pt x="1866900" y="1057275"/>
                </a:lnTo>
                <a:lnTo>
                  <a:pt x="1876425" y="1057275"/>
                </a:lnTo>
                <a:lnTo>
                  <a:pt x="1876425" y="1066800"/>
                </a:lnTo>
                <a:lnTo>
                  <a:pt x="1885950" y="1066800"/>
                </a:lnTo>
                <a:lnTo>
                  <a:pt x="1885950" y="1057275"/>
                </a:lnTo>
                <a:lnTo>
                  <a:pt x="1895475" y="1057275"/>
                </a:lnTo>
                <a:lnTo>
                  <a:pt x="1895475" y="1000125"/>
                </a:lnTo>
                <a:lnTo>
                  <a:pt x="1885950" y="1000125"/>
                </a:lnTo>
                <a:lnTo>
                  <a:pt x="1885950" y="933450"/>
                </a:lnTo>
                <a:lnTo>
                  <a:pt x="1895475" y="933450"/>
                </a:lnTo>
                <a:close/>
                <a:moveTo>
                  <a:pt x="219075" y="933450"/>
                </a:moveTo>
                <a:lnTo>
                  <a:pt x="238125" y="933450"/>
                </a:lnTo>
                <a:lnTo>
                  <a:pt x="238125" y="942975"/>
                </a:lnTo>
                <a:lnTo>
                  <a:pt x="219075" y="942975"/>
                </a:lnTo>
                <a:close/>
                <a:moveTo>
                  <a:pt x="495300" y="962025"/>
                </a:moveTo>
                <a:lnTo>
                  <a:pt x="504825" y="962025"/>
                </a:lnTo>
                <a:lnTo>
                  <a:pt x="504825" y="971550"/>
                </a:lnTo>
                <a:lnTo>
                  <a:pt x="514350" y="971550"/>
                </a:lnTo>
                <a:lnTo>
                  <a:pt x="514350" y="990600"/>
                </a:lnTo>
                <a:lnTo>
                  <a:pt x="533400" y="990600"/>
                </a:lnTo>
                <a:lnTo>
                  <a:pt x="533400" y="1000125"/>
                </a:lnTo>
                <a:lnTo>
                  <a:pt x="600075" y="1000125"/>
                </a:lnTo>
                <a:lnTo>
                  <a:pt x="600075" y="1019175"/>
                </a:lnTo>
                <a:lnTo>
                  <a:pt x="581025" y="1019175"/>
                </a:lnTo>
                <a:lnTo>
                  <a:pt x="581025" y="1028700"/>
                </a:lnTo>
                <a:lnTo>
                  <a:pt x="571500" y="1028700"/>
                </a:lnTo>
                <a:lnTo>
                  <a:pt x="571500" y="1019175"/>
                </a:lnTo>
                <a:lnTo>
                  <a:pt x="533400" y="1019175"/>
                </a:lnTo>
                <a:lnTo>
                  <a:pt x="533400" y="1009650"/>
                </a:lnTo>
                <a:lnTo>
                  <a:pt x="514350" y="1009650"/>
                </a:lnTo>
                <a:lnTo>
                  <a:pt x="514350" y="1000125"/>
                </a:lnTo>
                <a:lnTo>
                  <a:pt x="504825" y="1000125"/>
                </a:lnTo>
                <a:lnTo>
                  <a:pt x="504825" y="990600"/>
                </a:lnTo>
                <a:lnTo>
                  <a:pt x="495300" y="990600"/>
                </a:lnTo>
                <a:close/>
                <a:moveTo>
                  <a:pt x="581025" y="962025"/>
                </a:moveTo>
                <a:lnTo>
                  <a:pt x="590550" y="962025"/>
                </a:lnTo>
                <a:lnTo>
                  <a:pt x="590550" y="990600"/>
                </a:lnTo>
                <a:lnTo>
                  <a:pt x="581025" y="990600"/>
                </a:lnTo>
                <a:lnTo>
                  <a:pt x="581025" y="981075"/>
                </a:lnTo>
                <a:lnTo>
                  <a:pt x="571500" y="981075"/>
                </a:lnTo>
                <a:lnTo>
                  <a:pt x="571500" y="971550"/>
                </a:lnTo>
                <a:lnTo>
                  <a:pt x="581025" y="971550"/>
                </a:lnTo>
                <a:close/>
                <a:moveTo>
                  <a:pt x="1428750" y="971550"/>
                </a:moveTo>
                <a:lnTo>
                  <a:pt x="1447800" y="971550"/>
                </a:lnTo>
                <a:lnTo>
                  <a:pt x="1447800" y="990600"/>
                </a:lnTo>
                <a:lnTo>
                  <a:pt x="1438275" y="990600"/>
                </a:lnTo>
                <a:lnTo>
                  <a:pt x="1438275" y="1000125"/>
                </a:lnTo>
                <a:lnTo>
                  <a:pt x="1428750" y="1000125"/>
                </a:lnTo>
                <a:lnTo>
                  <a:pt x="1428750" y="990600"/>
                </a:lnTo>
                <a:lnTo>
                  <a:pt x="1419225" y="990600"/>
                </a:lnTo>
                <a:lnTo>
                  <a:pt x="1419225" y="981075"/>
                </a:lnTo>
                <a:lnTo>
                  <a:pt x="1428750" y="981075"/>
                </a:lnTo>
                <a:close/>
                <a:moveTo>
                  <a:pt x="619125" y="981075"/>
                </a:moveTo>
                <a:lnTo>
                  <a:pt x="628650" y="981075"/>
                </a:lnTo>
                <a:lnTo>
                  <a:pt x="628650" y="1000125"/>
                </a:lnTo>
                <a:lnTo>
                  <a:pt x="609600" y="1000125"/>
                </a:lnTo>
                <a:lnTo>
                  <a:pt x="609600" y="990600"/>
                </a:lnTo>
                <a:lnTo>
                  <a:pt x="619125" y="990600"/>
                </a:lnTo>
                <a:close/>
                <a:moveTo>
                  <a:pt x="219075" y="1000125"/>
                </a:moveTo>
                <a:lnTo>
                  <a:pt x="228600" y="1000125"/>
                </a:lnTo>
                <a:lnTo>
                  <a:pt x="228600" y="1009650"/>
                </a:lnTo>
                <a:lnTo>
                  <a:pt x="219075" y="1009650"/>
                </a:lnTo>
                <a:close/>
                <a:moveTo>
                  <a:pt x="228600" y="1009650"/>
                </a:moveTo>
                <a:lnTo>
                  <a:pt x="238125" y="1009650"/>
                </a:lnTo>
                <a:lnTo>
                  <a:pt x="238125" y="1019175"/>
                </a:lnTo>
                <a:lnTo>
                  <a:pt x="247650" y="1019175"/>
                </a:lnTo>
                <a:lnTo>
                  <a:pt x="247650" y="1047750"/>
                </a:lnTo>
                <a:lnTo>
                  <a:pt x="238125" y="1047750"/>
                </a:lnTo>
                <a:lnTo>
                  <a:pt x="238125" y="1057275"/>
                </a:lnTo>
                <a:lnTo>
                  <a:pt x="228600" y="1057275"/>
                </a:lnTo>
                <a:close/>
                <a:moveTo>
                  <a:pt x="342900" y="1009650"/>
                </a:moveTo>
                <a:lnTo>
                  <a:pt x="352425" y="1009650"/>
                </a:lnTo>
                <a:lnTo>
                  <a:pt x="352425" y="1019175"/>
                </a:lnTo>
                <a:lnTo>
                  <a:pt x="342900" y="1019175"/>
                </a:lnTo>
                <a:close/>
                <a:moveTo>
                  <a:pt x="266700" y="1019175"/>
                </a:moveTo>
                <a:lnTo>
                  <a:pt x="304800" y="1019175"/>
                </a:lnTo>
                <a:lnTo>
                  <a:pt x="304800" y="1028700"/>
                </a:lnTo>
                <a:lnTo>
                  <a:pt x="314325" y="1028700"/>
                </a:lnTo>
                <a:lnTo>
                  <a:pt x="314325" y="1047750"/>
                </a:lnTo>
                <a:lnTo>
                  <a:pt x="304800" y="1047750"/>
                </a:lnTo>
                <a:lnTo>
                  <a:pt x="304800" y="1057275"/>
                </a:lnTo>
                <a:lnTo>
                  <a:pt x="295275" y="1057275"/>
                </a:lnTo>
                <a:lnTo>
                  <a:pt x="295275" y="1085850"/>
                </a:lnTo>
                <a:lnTo>
                  <a:pt x="285750" y="1085850"/>
                </a:lnTo>
                <a:lnTo>
                  <a:pt x="285750" y="1095375"/>
                </a:lnTo>
                <a:lnTo>
                  <a:pt x="295275" y="1095375"/>
                </a:lnTo>
                <a:lnTo>
                  <a:pt x="295275" y="1114425"/>
                </a:lnTo>
                <a:lnTo>
                  <a:pt x="304800" y="1114425"/>
                </a:lnTo>
                <a:lnTo>
                  <a:pt x="304800" y="1123950"/>
                </a:lnTo>
                <a:lnTo>
                  <a:pt x="285750" y="1123950"/>
                </a:lnTo>
                <a:lnTo>
                  <a:pt x="285750" y="1114425"/>
                </a:lnTo>
                <a:lnTo>
                  <a:pt x="276225" y="1114425"/>
                </a:lnTo>
                <a:lnTo>
                  <a:pt x="276225" y="1123950"/>
                </a:lnTo>
                <a:lnTo>
                  <a:pt x="266700" y="1123950"/>
                </a:lnTo>
                <a:lnTo>
                  <a:pt x="266700" y="1133475"/>
                </a:lnTo>
                <a:lnTo>
                  <a:pt x="219075" y="1133475"/>
                </a:lnTo>
                <a:lnTo>
                  <a:pt x="219075" y="1123950"/>
                </a:lnTo>
                <a:lnTo>
                  <a:pt x="238125" y="1123950"/>
                </a:lnTo>
                <a:lnTo>
                  <a:pt x="238125" y="1104900"/>
                </a:lnTo>
                <a:lnTo>
                  <a:pt x="219075" y="1104900"/>
                </a:lnTo>
                <a:lnTo>
                  <a:pt x="219075" y="1095375"/>
                </a:lnTo>
                <a:lnTo>
                  <a:pt x="209550" y="1095375"/>
                </a:lnTo>
                <a:lnTo>
                  <a:pt x="209550" y="1085850"/>
                </a:lnTo>
                <a:lnTo>
                  <a:pt x="190500" y="1085850"/>
                </a:lnTo>
                <a:lnTo>
                  <a:pt x="190500" y="1057275"/>
                </a:lnTo>
                <a:lnTo>
                  <a:pt x="209550" y="1057275"/>
                </a:lnTo>
                <a:lnTo>
                  <a:pt x="209550" y="1085850"/>
                </a:lnTo>
                <a:lnTo>
                  <a:pt x="266700" y="1085850"/>
                </a:lnTo>
                <a:lnTo>
                  <a:pt x="266700" y="1066800"/>
                </a:lnTo>
                <a:lnTo>
                  <a:pt x="276225" y="1066800"/>
                </a:lnTo>
                <a:lnTo>
                  <a:pt x="276225" y="1047750"/>
                </a:lnTo>
                <a:lnTo>
                  <a:pt x="285750" y="1047750"/>
                </a:lnTo>
                <a:lnTo>
                  <a:pt x="285750" y="1038225"/>
                </a:lnTo>
                <a:lnTo>
                  <a:pt x="276225" y="1038225"/>
                </a:lnTo>
                <a:lnTo>
                  <a:pt x="276225" y="1028700"/>
                </a:lnTo>
                <a:lnTo>
                  <a:pt x="266700" y="1028700"/>
                </a:lnTo>
                <a:close/>
                <a:moveTo>
                  <a:pt x="95250" y="1028700"/>
                </a:moveTo>
                <a:lnTo>
                  <a:pt x="104775" y="1028700"/>
                </a:lnTo>
                <a:lnTo>
                  <a:pt x="104775" y="1038225"/>
                </a:lnTo>
                <a:lnTo>
                  <a:pt x="95250" y="1038225"/>
                </a:lnTo>
                <a:close/>
                <a:moveTo>
                  <a:pt x="533400" y="1028700"/>
                </a:moveTo>
                <a:lnTo>
                  <a:pt x="552450" y="1028700"/>
                </a:lnTo>
                <a:lnTo>
                  <a:pt x="552450" y="1038225"/>
                </a:lnTo>
                <a:lnTo>
                  <a:pt x="533400" y="1038225"/>
                </a:lnTo>
                <a:close/>
                <a:moveTo>
                  <a:pt x="1409700" y="1047750"/>
                </a:moveTo>
                <a:lnTo>
                  <a:pt x="1419225" y="1047750"/>
                </a:lnTo>
                <a:lnTo>
                  <a:pt x="1419225" y="1066800"/>
                </a:lnTo>
                <a:lnTo>
                  <a:pt x="1409700" y="1066800"/>
                </a:lnTo>
                <a:close/>
                <a:moveTo>
                  <a:pt x="361950" y="1057275"/>
                </a:moveTo>
                <a:lnTo>
                  <a:pt x="371475" y="1057275"/>
                </a:lnTo>
                <a:lnTo>
                  <a:pt x="371475" y="1076325"/>
                </a:lnTo>
                <a:lnTo>
                  <a:pt x="361950" y="1076325"/>
                </a:lnTo>
                <a:close/>
                <a:moveTo>
                  <a:pt x="1466850" y="1057275"/>
                </a:moveTo>
                <a:lnTo>
                  <a:pt x="1476375" y="1057275"/>
                </a:lnTo>
                <a:lnTo>
                  <a:pt x="1476375" y="1066800"/>
                </a:lnTo>
                <a:lnTo>
                  <a:pt x="1466850" y="1066800"/>
                </a:lnTo>
                <a:close/>
                <a:moveTo>
                  <a:pt x="323850" y="1066800"/>
                </a:moveTo>
                <a:lnTo>
                  <a:pt x="333375" y="1066800"/>
                </a:lnTo>
                <a:lnTo>
                  <a:pt x="333375" y="1076325"/>
                </a:lnTo>
                <a:lnTo>
                  <a:pt x="323850" y="1076325"/>
                </a:lnTo>
                <a:close/>
                <a:moveTo>
                  <a:pt x="1400175" y="1066800"/>
                </a:moveTo>
                <a:lnTo>
                  <a:pt x="1409700" y="1066800"/>
                </a:lnTo>
                <a:lnTo>
                  <a:pt x="1409700" y="1076325"/>
                </a:lnTo>
                <a:lnTo>
                  <a:pt x="1400175" y="1076325"/>
                </a:lnTo>
                <a:close/>
                <a:moveTo>
                  <a:pt x="114300" y="1085850"/>
                </a:moveTo>
                <a:lnTo>
                  <a:pt x="142875" y="1085850"/>
                </a:lnTo>
                <a:lnTo>
                  <a:pt x="142875" y="1095375"/>
                </a:lnTo>
                <a:lnTo>
                  <a:pt x="152400" y="1095375"/>
                </a:lnTo>
                <a:lnTo>
                  <a:pt x="152400" y="1114425"/>
                </a:lnTo>
                <a:lnTo>
                  <a:pt x="142875" y="1114425"/>
                </a:lnTo>
                <a:lnTo>
                  <a:pt x="142875" y="1104900"/>
                </a:lnTo>
                <a:lnTo>
                  <a:pt x="114300" y="1104900"/>
                </a:lnTo>
                <a:close/>
                <a:moveTo>
                  <a:pt x="1400175" y="1085850"/>
                </a:moveTo>
                <a:lnTo>
                  <a:pt x="1409700" y="1085850"/>
                </a:lnTo>
                <a:lnTo>
                  <a:pt x="1409700" y="1095375"/>
                </a:lnTo>
                <a:lnTo>
                  <a:pt x="1428750" y="1095375"/>
                </a:lnTo>
                <a:lnTo>
                  <a:pt x="1428750" y="1123950"/>
                </a:lnTo>
                <a:lnTo>
                  <a:pt x="1419225" y="1123950"/>
                </a:lnTo>
                <a:lnTo>
                  <a:pt x="1419225" y="1133475"/>
                </a:lnTo>
                <a:lnTo>
                  <a:pt x="1409700" y="1133475"/>
                </a:lnTo>
                <a:lnTo>
                  <a:pt x="1409700" y="1123950"/>
                </a:lnTo>
                <a:lnTo>
                  <a:pt x="1400175" y="1123950"/>
                </a:lnTo>
                <a:close/>
                <a:moveTo>
                  <a:pt x="1838325" y="1095375"/>
                </a:moveTo>
                <a:lnTo>
                  <a:pt x="1847850" y="1095375"/>
                </a:lnTo>
                <a:lnTo>
                  <a:pt x="1847850" y="1104900"/>
                </a:lnTo>
                <a:lnTo>
                  <a:pt x="1857375" y="1104900"/>
                </a:lnTo>
                <a:lnTo>
                  <a:pt x="1857375" y="1133475"/>
                </a:lnTo>
                <a:lnTo>
                  <a:pt x="1838325" y="1133475"/>
                </a:lnTo>
                <a:lnTo>
                  <a:pt x="1838325" y="1123950"/>
                </a:lnTo>
                <a:lnTo>
                  <a:pt x="1828800" y="1123950"/>
                </a:lnTo>
                <a:lnTo>
                  <a:pt x="1828800" y="1114425"/>
                </a:lnTo>
                <a:lnTo>
                  <a:pt x="1838325" y="1114425"/>
                </a:lnTo>
                <a:close/>
                <a:moveTo>
                  <a:pt x="1476375" y="1104900"/>
                </a:moveTo>
                <a:lnTo>
                  <a:pt x="1485900" y="1104900"/>
                </a:lnTo>
                <a:lnTo>
                  <a:pt x="1485900" y="1114425"/>
                </a:lnTo>
                <a:lnTo>
                  <a:pt x="1495425" y="1114425"/>
                </a:lnTo>
                <a:lnTo>
                  <a:pt x="1495425" y="1133475"/>
                </a:lnTo>
                <a:lnTo>
                  <a:pt x="1504950" y="1133475"/>
                </a:lnTo>
                <a:lnTo>
                  <a:pt x="1504950" y="1143000"/>
                </a:lnTo>
                <a:lnTo>
                  <a:pt x="1514475" y="1143000"/>
                </a:lnTo>
                <a:lnTo>
                  <a:pt x="1514475" y="1162050"/>
                </a:lnTo>
                <a:lnTo>
                  <a:pt x="1504950" y="1162050"/>
                </a:lnTo>
                <a:lnTo>
                  <a:pt x="1504950" y="1152525"/>
                </a:lnTo>
                <a:lnTo>
                  <a:pt x="1495425" y="1152525"/>
                </a:lnTo>
                <a:lnTo>
                  <a:pt x="1495425" y="1143000"/>
                </a:lnTo>
                <a:lnTo>
                  <a:pt x="1485900" y="1143000"/>
                </a:lnTo>
                <a:lnTo>
                  <a:pt x="1485900" y="1123950"/>
                </a:lnTo>
                <a:lnTo>
                  <a:pt x="1476375" y="1123950"/>
                </a:lnTo>
                <a:close/>
                <a:moveTo>
                  <a:pt x="1752600" y="1104900"/>
                </a:moveTo>
                <a:lnTo>
                  <a:pt x="1762125" y="1104900"/>
                </a:lnTo>
                <a:lnTo>
                  <a:pt x="1762125" y="1123950"/>
                </a:lnTo>
                <a:lnTo>
                  <a:pt x="1752600" y="1123950"/>
                </a:lnTo>
                <a:close/>
                <a:moveTo>
                  <a:pt x="152400" y="1114425"/>
                </a:moveTo>
                <a:lnTo>
                  <a:pt x="161925" y="1114425"/>
                </a:lnTo>
                <a:lnTo>
                  <a:pt x="161925" y="1123950"/>
                </a:lnTo>
                <a:lnTo>
                  <a:pt x="152400" y="1123950"/>
                </a:lnTo>
                <a:close/>
                <a:moveTo>
                  <a:pt x="171450" y="1114425"/>
                </a:moveTo>
                <a:lnTo>
                  <a:pt x="190500" y="1114425"/>
                </a:lnTo>
                <a:lnTo>
                  <a:pt x="190500" y="1123950"/>
                </a:lnTo>
                <a:lnTo>
                  <a:pt x="200025" y="1123950"/>
                </a:lnTo>
                <a:lnTo>
                  <a:pt x="200025" y="1114425"/>
                </a:lnTo>
                <a:lnTo>
                  <a:pt x="209550" y="1114425"/>
                </a:lnTo>
                <a:lnTo>
                  <a:pt x="209550" y="1133475"/>
                </a:lnTo>
                <a:lnTo>
                  <a:pt x="171450" y="1133475"/>
                </a:lnTo>
                <a:close/>
                <a:moveTo>
                  <a:pt x="342900" y="1114425"/>
                </a:moveTo>
                <a:lnTo>
                  <a:pt x="352425" y="1114425"/>
                </a:lnTo>
                <a:lnTo>
                  <a:pt x="352425" y="1133475"/>
                </a:lnTo>
                <a:lnTo>
                  <a:pt x="342900" y="1133475"/>
                </a:lnTo>
                <a:close/>
                <a:moveTo>
                  <a:pt x="1885950" y="1114425"/>
                </a:moveTo>
                <a:lnTo>
                  <a:pt x="1895475" y="1114425"/>
                </a:lnTo>
                <a:lnTo>
                  <a:pt x="1895475" y="1123950"/>
                </a:lnTo>
                <a:lnTo>
                  <a:pt x="1885950" y="1123950"/>
                </a:lnTo>
                <a:close/>
                <a:moveTo>
                  <a:pt x="209550" y="1133475"/>
                </a:moveTo>
                <a:lnTo>
                  <a:pt x="219075" y="1133475"/>
                </a:lnTo>
                <a:lnTo>
                  <a:pt x="219075" y="1143000"/>
                </a:lnTo>
                <a:lnTo>
                  <a:pt x="209550" y="1143000"/>
                </a:lnTo>
                <a:close/>
                <a:moveTo>
                  <a:pt x="1438275" y="1152525"/>
                </a:moveTo>
                <a:lnTo>
                  <a:pt x="1447800" y="1152525"/>
                </a:lnTo>
                <a:lnTo>
                  <a:pt x="1447800" y="1162050"/>
                </a:lnTo>
                <a:lnTo>
                  <a:pt x="1438275" y="1162050"/>
                </a:lnTo>
                <a:close/>
                <a:moveTo>
                  <a:pt x="247650" y="1162050"/>
                </a:moveTo>
                <a:lnTo>
                  <a:pt x="257175" y="1162050"/>
                </a:lnTo>
                <a:lnTo>
                  <a:pt x="257175" y="1171575"/>
                </a:lnTo>
                <a:lnTo>
                  <a:pt x="247650" y="1171575"/>
                </a:lnTo>
                <a:close/>
                <a:moveTo>
                  <a:pt x="714375" y="1162050"/>
                </a:moveTo>
                <a:lnTo>
                  <a:pt x="742950" y="1162050"/>
                </a:lnTo>
                <a:lnTo>
                  <a:pt x="742950" y="1171575"/>
                </a:lnTo>
                <a:lnTo>
                  <a:pt x="733425" y="1171575"/>
                </a:lnTo>
                <a:lnTo>
                  <a:pt x="733425" y="1181100"/>
                </a:lnTo>
                <a:lnTo>
                  <a:pt x="723900" y="1181100"/>
                </a:lnTo>
                <a:lnTo>
                  <a:pt x="723900" y="1171575"/>
                </a:lnTo>
                <a:lnTo>
                  <a:pt x="714375" y="1171575"/>
                </a:lnTo>
                <a:close/>
                <a:moveTo>
                  <a:pt x="1447800" y="1162050"/>
                </a:moveTo>
                <a:lnTo>
                  <a:pt x="1457325" y="1162050"/>
                </a:lnTo>
                <a:lnTo>
                  <a:pt x="1457325" y="1171575"/>
                </a:lnTo>
                <a:lnTo>
                  <a:pt x="1447800" y="1171575"/>
                </a:lnTo>
                <a:close/>
                <a:moveTo>
                  <a:pt x="1590675" y="1162050"/>
                </a:moveTo>
                <a:lnTo>
                  <a:pt x="1609725" y="1162050"/>
                </a:lnTo>
                <a:lnTo>
                  <a:pt x="1609725" y="1181100"/>
                </a:lnTo>
                <a:lnTo>
                  <a:pt x="1600200" y="1181100"/>
                </a:lnTo>
                <a:lnTo>
                  <a:pt x="1600200" y="1171575"/>
                </a:lnTo>
                <a:lnTo>
                  <a:pt x="1590675" y="1171575"/>
                </a:lnTo>
                <a:close/>
                <a:moveTo>
                  <a:pt x="695325" y="1171575"/>
                </a:moveTo>
                <a:lnTo>
                  <a:pt x="714375" y="1171575"/>
                </a:lnTo>
                <a:lnTo>
                  <a:pt x="714375" y="1181100"/>
                </a:lnTo>
                <a:lnTo>
                  <a:pt x="695325" y="1181100"/>
                </a:lnTo>
                <a:close/>
                <a:moveTo>
                  <a:pt x="742950" y="1171575"/>
                </a:moveTo>
                <a:lnTo>
                  <a:pt x="752475" y="1171575"/>
                </a:lnTo>
                <a:lnTo>
                  <a:pt x="752475" y="1181100"/>
                </a:lnTo>
                <a:lnTo>
                  <a:pt x="742950" y="1181100"/>
                </a:lnTo>
                <a:close/>
                <a:moveTo>
                  <a:pt x="1152525" y="1171575"/>
                </a:moveTo>
                <a:lnTo>
                  <a:pt x="1171575" y="1171575"/>
                </a:lnTo>
                <a:lnTo>
                  <a:pt x="1171575" y="1181100"/>
                </a:lnTo>
                <a:lnTo>
                  <a:pt x="1162050" y="1181100"/>
                </a:lnTo>
                <a:lnTo>
                  <a:pt x="1162050" y="1190625"/>
                </a:lnTo>
                <a:lnTo>
                  <a:pt x="1143000" y="1190625"/>
                </a:lnTo>
                <a:lnTo>
                  <a:pt x="1143000" y="1181100"/>
                </a:lnTo>
                <a:lnTo>
                  <a:pt x="1152525" y="1181100"/>
                </a:lnTo>
                <a:close/>
                <a:moveTo>
                  <a:pt x="1181100" y="1171575"/>
                </a:moveTo>
                <a:lnTo>
                  <a:pt x="1200150" y="1171575"/>
                </a:lnTo>
                <a:lnTo>
                  <a:pt x="1200150" y="1181100"/>
                </a:lnTo>
                <a:lnTo>
                  <a:pt x="1219200" y="1181100"/>
                </a:lnTo>
                <a:lnTo>
                  <a:pt x="1219200" y="1200150"/>
                </a:lnTo>
                <a:lnTo>
                  <a:pt x="1200150" y="1200150"/>
                </a:lnTo>
                <a:lnTo>
                  <a:pt x="1200150" y="1190625"/>
                </a:lnTo>
                <a:lnTo>
                  <a:pt x="1190625" y="1190625"/>
                </a:lnTo>
                <a:lnTo>
                  <a:pt x="1190625" y="1181100"/>
                </a:lnTo>
                <a:lnTo>
                  <a:pt x="1181100" y="1181100"/>
                </a:lnTo>
                <a:close/>
                <a:moveTo>
                  <a:pt x="1543050" y="1171575"/>
                </a:moveTo>
                <a:lnTo>
                  <a:pt x="1552575" y="1171575"/>
                </a:lnTo>
                <a:lnTo>
                  <a:pt x="1552575" y="1190625"/>
                </a:lnTo>
                <a:lnTo>
                  <a:pt x="1533525" y="1190625"/>
                </a:lnTo>
                <a:lnTo>
                  <a:pt x="1533525" y="1181100"/>
                </a:lnTo>
                <a:lnTo>
                  <a:pt x="1543050" y="1181100"/>
                </a:lnTo>
                <a:close/>
                <a:moveTo>
                  <a:pt x="323850" y="1181100"/>
                </a:moveTo>
                <a:lnTo>
                  <a:pt x="342900" y="1181100"/>
                </a:lnTo>
                <a:lnTo>
                  <a:pt x="342900" y="1190625"/>
                </a:lnTo>
                <a:lnTo>
                  <a:pt x="323850" y="1190625"/>
                </a:lnTo>
                <a:close/>
                <a:moveTo>
                  <a:pt x="733425" y="1181100"/>
                </a:moveTo>
                <a:lnTo>
                  <a:pt x="742950" y="1181100"/>
                </a:lnTo>
                <a:lnTo>
                  <a:pt x="742950" y="1190625"/>
                </a:lnTo>
                <a:lnTo>
                  <a:pt x="733425" y="1190625"/>
                </a:lnTo>
                <a:close/>
                <a:moveTo>
                  <a:pt x="1476375" y="1181100"/>
                </a:moveTo>
                <a:lnTo>
                  <a:pt x="1485900" y="1181100"/>
                </a:lnTo>
                <a:lnTo>
                  <a:pt x="1485900" y="1190625"/>
                </a:lnTo>
                <a:lnTo>
                  <a:pt x="1476375" y="1190625"/>
                </a:lnTo>
                <a:close/>
                <a:moveTo>
                  <a:pt x="1752600" y="1181100"/>
                </a:moveTo>
                <a:lnTo>
                  <a:pt x="1771650" y="1181100"/>
                </a:lnTo>
                <a:lnTo>
                  <a:pt x="1771650" y="1190625"/>
                </a:lnTo>
                <a:lnTo>
                  <a:pt x="1752600" y="1190625"/>
                </a:lnTo>
                <a:close/>
                <a:moveTo>
                  <a:pt x="1800225" y="1181100"/>
                </a:moveTo>
                <a:lnTo>
                  <a:pt x="1819275" y="1181100"/>
                </a:lnTo>
                <a:lnTo>
                  <a:pt x="1819275" y="1200150"/>
                </a:lnTo>
                <a:lnTo>
                  <a:pt x="1800225" y="1200150"/>
                </a:lnTo>
                <a:close/>
                <a:moveTo>
                  <a:pt x="1876425" y="1181100"/>
                </a:moveTo>
                <a:lnTo>
                  <a:pt x="1885950" y="1181100"/>
                </a:lnTo>
                <a:lnTo>
                  <a:pt x="1885950" y="1219200"/>
                </a:lnTo>
                <a:lnTo>
                  <a:pt x="1876425" y="1219200"/>
                </a:lnTo>
                <a:lnTo>
                  <a:pt x="1876425" y="1238250"/>
                </a:lnTo>
                <a:lnTo>
                  <a:pt x="1866900" y="1238250"/>
                </a:lnTo>
                <a:lnTo>
                  <a:pt x="1866900" y="1228725"/>
                </a:lnTo>
                <a:lnTo>
                  <a:pt x="1857375" y="1228725"/>
                </a:lnTo>
                <a:lnTo>
                  <a:pt x="1857375" y="1219200"/>
                </a:lnTo>
                <a:lnTo>
                  <a:pt x="1866900" y="1219200"/>
                </a:lnTo>
                <a:lnTo>
                  <a:pt x="1866900" y="1190625"/>
                </a:lnTo>
                <a:lnTo>
                  <a:pt x="1876425" y="1190625"/>
                </a:lnTo>
                <a:close/>
                <a:moveTo>
                  <a:pt x="628650" y="1190625"/>
                </a:moveTo>
                <a:lnTo>
                  <a:pt x="638175" y="1190625"/>
                </a:lnTo>
                <a:lnTo>
                  <a:pt x="638175" y="1209675"/>
                </a:lnTo>
                <a:lnTo>
                  <a:pt x="628650" y="1209675"/>
                </a:lnTo>
                <a:lnTo>
                  <a:pt x="628650" y="1228725"/>
                </a:lnTo>
                <a:lnTo>
                  <a:pt x="619125" y="1228725"/>
                </a:lnTo>
                <a:lnTo>
                  <a:pt x="619125" y="1219200"/>
                </a:lnTo>
                <a:lnTo>
                  <a:pt x="600075" y="1219200"/>
                </a:lnTo>
                <a:lnTo>
                  <a:pt x="600075" y="1209675"/>
                </a:lnTo>
                <a:lnTo>
                  <a:pt x="619125" y="1209675"/>
                </a:lnTo>
                <a:lnTo>
                  <a:pt x="619125" y="1200150"/>
                </a:lnTo>
                <a:lnTo>
                  <a:pt x="628650" y="1200150"/>
                </a:lnTo>
                <a:close/>
                <a:moveTo>
                  <a:pt x="0" y="1209675"/>
                </a:moveTo>
                <a:lnTo>
                  <a:pt x="9525" y="1209675"/>
                </a:lnTo>
                <a:lnTo>
                  <a:pt x="9525" y="1228725"/>
                </a:lnTo>
                <a:lnTo>
                  <a:pt x="19050" y="1228725"/>
                </a:lnTo>
                <a:lnTo>
                  <a:pt x="19050" y="1257300"/>
                </a:lnTo>
                <a:lnTo>
                  <a:pt x="9525" y="1257300"/>
                </a:lnTo>
                <a:lnTo>
                  <a:pt x="9525" y="1276350"/>
                </a:lnTo>
                <a:lnTo>
                  <a:pt x="0" y="1276350"/>
                </a:lnTo>
                <a:close/>
                <a:moveTo>
                  <a:pt x="1266825" y="1209675"/>
                </a:moveTo>
                <a:lnTo>
                  <a:pt x="1285875" y="1209675"/>
                </a:lnTo>
                <a:lnTo>
                  <a:pt x="1285875" y="1219200"/>
                </a:lnTo>
                <a:lnTo>
                  <a:pt x="1266825" y="1219200"/>
                </a:lnTo>
                <a:close/>
                <a:moveTo>
                  <a:pt x="1238250" y="1219200"/>
                </a:moveTo>
                <a:lnTo>
                  <a:pt x="1266825" y="1219200"/>
                </a:lnTo>
                <a:lnTo>
                  <a:pt x="1266825" y="1238250"/>
                </a:lnTo>
                <a:lnTo>
                  <a:pt x="1276350" y="1238250"/>
                </a:lnTo>
                <a:lnTo>
                  <a:pt x="1276350" y="1228725"/>
                </a:lnTo>
                <a:lnTo>
                  <a:pt x="1285875" y="1228725"/>
                </a:lnTo>
                <a:lnTo>
                  <a:pt x="1285875" y="1238250"/>
                </a:lnTo>
                <a:lnTo>
                  <a:pt x="1276350" y="1238250"/>
                </a:lnTo>
                <a:lnTo>
                  <a:pt x="1276350" y="1247775"/>
                </a:lnTo>
                <a:lnTo>
                  <a:pt x="1266825" y="1247775"/>
                </a:lnTo>
                <a:lnTo>
                  <a:pt x="1266825" y="1257300"/>
                </a:lnTo>
                <a:lnTo>
                  <a:pt x="1257300" y="1257300"/>
                </a:lnTo>
                <a:lnTo>
                  <a:pt x="1257300" y="1266825"/>
                </a:lnTo>
                <a:lnTo>
                  <a:pt x="1247775" y="1266825"/>
                </a:lnTo>
                <a:lnTo>
                  <a:pt x="1247775" y="1247775"/>
                </a:lnTo>
                <a:lnTo>
                  <a:pt x="1238250" y="1247775"/>
                </a:lnTo>
                <a:close/>
                <a:moveTo>
                  <a:pt x="1562100" y="1228725"/>
                </a:moveTo>
                <a:lnTo>
                  <a:pt x="1571625" y="1228725"/>
                </a:lnTo>
                <a:lnTo>
                  <a:pt x="1571625" y="1247775"/>
                </a:lnTo>
                <a:lnTo>
                  <a:pt x="1562100" y="1247775"/>
                </a:lnTo>
                <a:close/>
                <a:moveTo>
                  <a:pt x="1838325" y="1228725"/>
                </a:moveTo>
                <a:lnTo>
                  <a:pt x="1847850" y="1228725"/>
                </a:lnTo>
                <a:lnTo>
                  <a:pt x="1847850" y="1247775"/>
                </a:lnTo>
                <a:lnTo>
                  <a:pt x="1838325" y="1247775"/>
                </a:lnTo>
                <a:close/>
                <a:moveTo>
                  <a:pt x="590550" y="1238250"/>
                </a:moveTo>
                <a:lnTo>
                  <a:pt x="619125" y="1238250"/>
                </a:lnTo>
                <a:lnTo>
                  <a:pt x="619125" y="1247775"/>
                </a:lnTo>
                <a:lnTo>
                  <a:pt x="628650" y="1247775"/>
                </a:lnTo>
                <a:lnTo>
                  <a:pt x="628650" y="1276350"/>
                </a:lnTo>
                <a:lnTo>
                  <a:pt x="619125" y="1276350"/>
                </a:lnTo>
                <a:lnTo>
                  <a:pt x="619125" y="1266825"/>
                </a:lnTo>
                <a:lnTo>
                  <a:pt x="600075" y="1266825"/>
                </a:lnTo>
                <a:lnTo>
                  <a:pt x="600075" y="1247775"/>
                </a:lnTo>
                <a:lnTo>
                  <a:pt x="590550" y="1247775"/>
                </a:lnTo>
                <a:close/>
                <a:moveTo>
                  <a:pt x="1609725" y="1238250"/>
                </a:moveTo>
                <a:lnTo>
                  <a:pt x="1647825" y="1238250"/>
                </a:lnTo>
                <a:lnTo>
                  <a:pt x="1647825" y="1257300"/>
                </a:lnTo>
                <a:lnTo>
                  <a:pt x="1619250" y="1257300"/>
                </a:lnTo>
                <a:lnTo>
                  <a:pt x="1619250" y="1247775"/>
                </a:lnTo>
                <a:lnTo>
                  <a:pt x="1609725" y="1247775"/>
                </a:lnTo>
                <a:close/>
                <a:moveTo>
                  <a:pt x="1876425" y="1238250"/>
                </a:moveTo>
                <a:lnTo>
                  <a:pt x="1885950" y="1238250"/>
                </a:lnTo>
                <a:lnTo>
                  <a:pt x="1885950" y="1247775"/>
                </a:lnTo>
                <a:lnTo>
                  <a:pt x="1876425" y="1247775"/>
                </a:lnTo>
                <a:close/>
                <a:moveTo>
                  <a:pt x="1581150" y="1257300"/>
                </a:moveTo>
                <a:lnTo>
                  <a:pt x="1600200" y="1257300"/>
                </a:lnTo>
                <a:lnTo>
                  <a:pt x="1600200" y="1266825"/>
                </a:lnTo>
                <a:lnTo>
                  <a:pt x="1581150" y="1266825"/>
                </a:lnTo>
                <a:close/>
                <a:moveTo>
                  <a:pt x="1600200" y="1266825"/>
                </a:moveTo>
                <a:lnTo>
                  <a:pt x="1609725" y="1266825"/>
                </a:lnTo>
                <a:lnTo>
                  <a:pt x="1609725" y="1276350"/>
                </a:lnTo>
                <a:lnTo>
                  <a:pt x="1600200" y="1276350"/>
                </a:lnTo>
                <a:close/>
                <a:moveTo>
                  <a:pt x="0" y="1285875"/>
                </a:moveTo>
                <a:lnTo>
                  <a:pt x="9525" y="1285875"/>
                </a:lnTo>
                <a:lnTo>
                  <a:pt x="9525" y="1295400"/>
                </a:lnTo>
                <a:lnTo>
                  <a:pt x="0" y="1295400"/>
                </a:lnTo>
                <a:close/>
                <a:moveTo>
                  <a:pt x="1628775" y="1285875"/>
                </a:moveTo>
                <a:lnTo>
                  <a:pt x="1638300" y="1285875"/>
                </a:lnTo>
                <a:lnTo>
                  <a:pt x="1638300" y="1295400"/>
                </a:lnTo>
                <a:lnTo>
                  <a:pt x="1628775" y="1295400"/>
                </a:lnTo>
                <a:close/>
                <a:moveTo>
                  <a:pt x="1857375" y="1285875"/>
                </a:moveTo>
                <a:lnTo>
                  <a:pt x="1866900" y="1285875"/>
                </a:lnTo>
                <a:lnTo>
                  <a:pt x="1866900" y="1314450"/>
                </a:lnTo>
                <a:lnTo>
                  <a:pt x="1847850" y="1314450"/>
                </a:lnTo>
                <a:lnTo>
                  <a:pt x="1847850" y="1304925"/>
                </a:lnTo>
                <a:lnTo>
                  <a:pt x="1857375" y="1304925"/>
                </a:lnTo>
                <a:close/>
                <a:moveTo>
                  <a:pt x="1638300" y="1295400"/>
                </a:moveTo>
                <a:lnTo>
                  <a:pt x="1657350" y="1295400"/>
                </a:lnTo>
                <a:lnTo>
                  <a:pt x="1657350" y="1304925"/>
                </a:lnTo>
                <a:lnTo>
                  <a:pt x="1638300" y="1304925"/>
                </a:lnTo>
                <a:close/>
                <a:moveTo>
                  <a:pt x="1676400" y="1295400"/>
                </a:moveTo>
                <a:lnTo>
                  <a:pt x="1695450" y="1295400"/>
                </a:lnTo>
                <a:lnTo>
                  <a:pt x="1695450" y="1314450"/>
                </a:lnTo>
                <a:lnTo>
                  <a:pt x="1685925" y="1314450"/>
                </a:lnTo>
                <a:lnTo>
                  <a:pt x="1685925" y="1304925"/>
                </a:lnTo>
                <a:lnTo>
                  <a:pt x="1676400" y="1304925"/>
                </a:lnTo>
                <a:close/>
                <a:moveTo>
                  <a:pt x="9525" y="1304925"/>
                </a:moveTo>
                <a:lnTo>
                  <a:pt x="19050" y="1304925"/>
                </a:lnTo>
                <a:lnTo>
                  <a:pt x="19050" y="1323975"/>
                </a:lnTo>
                <a:lnTo>
                  <a:pt x="9525" y="1323975"/>
                </a:lnTo>
                <a:close/>
                <a:moveTo>
                  <a:pt x="19050" y="1323975"/>
                </a:moveTo>
                <a:lnTo>
                  <a:pt x="28575" y="1323975"/>
                </a:lnTo>
                <a:lnTo>
                  <a:pt x="28575" y="1333500"/>
                </a:lnTo>
                <a:lnTo>
                  <a:pt x="19050" y="1333500"/>
                </a:lnTo>
                <a:close/>
                <a:moveTo>
                  <a:pt x="1485900" y="1343025"/>
                </a:moveTo>
                <a:lnTo>
                  <a:pt x="1495425" y="1343025"/>
                </a:lnTo>
                <a:lnTo>
                  <a:pt x="1495425" y="1352550"/>
                </a:lnTo>
                <a:lnTo>
                  <a:pt x="1504950" y="1352550"/>
                </a:lnTo>
                <a:lnTo>
                  <a:pt x="1504950" y="1362075"/>
                </a:lnTo>
                <a:lnTo>
                  <a:pt x="1514475" y="1362075"/>
                </a:lnTo>
                <a:lnTo>
                  <a:pt x="1514475" y="1371600"/>
                </a:lnTo>
                <a:lnTo>
                  <a:pt x="1524000" y="1371600"/>
                </a:lnTo>
                <a:lnTo>
                  <a:pt x="1524000" y="1381125"/>
                </a:lnTo>
                <a:lnTo>
                  <a:pt x="1533525" y="1381125"/>
                </a:lnTo>
                <a:lnTo>
                  <a:pt x="1533525" y="1390650"/>
                </a:lnTo>
                <a:lnTo>
                  <a:pt x="1524000" y="1390650"/>
                </a:lnTo>
                <a:lnTo>
                  <a:pt x="1524000" y="1400175"/>
                </a:lnTo>
                <a:lnTo>
                  <a:pt x="1514475" y="1400175"/>
                </a:lnTo>
                <a:lnTo>
                  <a:pt x="1514475" y="1390650"/>
                </a:lnTo>
                <a:lnTo>
                  <a:pt x="1495425" y="1390650"/>
                </a:lnTo>
                <a:lnTo>
                  <a:pt x="1495425" y="1381125"/>
                </a:lnTo>
                <a:lnTo>
                  <a:pt x="1485900" y="1381125"/>
                </a:lnTo>
                <a:lnTo>
                  <a:pt x="1485900" y="1371600"/>
                </a:lnTo>
                <a:lnTo>
                  <a:pt x="1476375" y="1371600"/>
                </a:lnTo>
                <a:lnTo>
                  <a:pt x="1476375" y="1352550"/>
                </a:lnTo>
                <a:lnTo>
                  <a:pt x="1485900" y="1352550"/>
                </a:lnTo>
                <a:close/>
                <a:moveTo>
                  <a:pt x="1838325" y="1352550"/>
                </a:moveTo>
                <a:lnTo>
                  <a:pt x="1847850" y="1352550"/>
                </a:lnTo>
                <a:lnTo>
                  <a:pt x="1847850" y="1371600"/>
                </a:lnTo>
                <a:lnTo>
                  <a:pt x="1838325" y="1371600"/>
                </a:lnTo>
                <a:lnTo>
                  <a:pt x="1838325" y="1390650"/>
                </a:lnTo>
                <a:lnTo>
                  <a:pt x="1828800" y="1390650"/>
                </a:lnTo>
                <a:lnTo>
                  <a:pt x="1828800" y="1400175"/>
                </a:lnTo>
                <a:lnTo>
                  <a:pt x="1781175" y="1400175"/>
                </a:lnTo>
                <a:lnTo>
                  <a:pt x="1781175" y="1390650"/>
                </a:lnTo>
                <a:lnTo>
                  <a:pt x="1819275" y="1390650"/>
                </a:lnTo>
                <a:lnTo>
                  <a:pt x="1819275" y="1371600"/>
                </a:lnTo>
                <a:lnTo>
                  <a:pt x="1828800" y="1371600"/>
                </a:lnTo>
                <a:lnTo>
                  <a:pt x="1828800" y="1362075"/>
                </a:lnTo>
                <a:lnTo>
                  <a:pt x="1838325" y="1362075"/>
                </a:lnTo>
                <a:close/>
                <a:moveTo>
                  <a:pt x="28575" y="1362075"/>
                </a:moveTo>
                <a:lnTo>
                  <a:pt x="38100" y="1362075"/>
                </a:lnTo>
                <a:lnTo>
                  <a:pt x="38100" y="1371600"/>
                </a:lnTo>
                <a:lnTo>
                  <a:pt x="28575" y="1371600"/>
                </a:lnTo>
                <a:close/>
                <a:moveTo>
                  <a:pt x="400050" y="1362075"/>
                </a:moveTo>
                <a:lnTo>
                  <a:pt x="409575" y="1362075"/>
                </a:lnTo>
                <a:lnTo>
                  <a:pt x="409575" y="1371600"/>
                </a:lnTo>
                <a:lnTo>
                  <a:pt x="400050" y="1371600"/>
                </a:lnTo>
                <a:close/>
                <a:moveTo>
                  <a:pt x="1714500" y="1371600"/>
                </a:moveTo>
                <a:lnTo>
                  <a:pt x="1733550" y="1371600"/>
                </a:lnTo>
                <a:lnTo>
                  <a:pt x="1733550" y="1390650"/>
                </a:lnTo>
                <a:lnTo>
                  <a:pt x="1714500" y="1390650"/>
                </a:lnTo>
                <a:close/>
                <a:moveTo>
                  <a:pt x="371475" y="1381125"/>
                </a:moveTo>
                <a:lnTo>
                  <a:pt x="390525" y="1381125"/>
                </a:lnTo>
                <a:lnTo>
                  <a:pt x="390525" y="1390650"/>
                </a:lnTo>
                <a:lnTo>
                  <a:pt x="371475" y="1390650"/>
                </a:lnTo>
                <a:close/>
                <a:moveTo>
                  <a:pt x="38100" y="1390650"/>
                </a:moveTo>
                <a:lnTo>
                  <a:pt x="47625" y="1390650"/>
                </a:lnTo>
                <a:lnTo>
                  <a:pt x="47625" y="1400175"/>
                </a:lnTo>
                <a:lnTo>
                  <a:pt x="38100" y="1400175"/>
                </a:lnTo>
                <a:close/>
                <a:moveTo>
                  <a:pt x="1733550" y="1390650"/>
                </a:moveTo>
                <a:lnTo>
                  <a:pt x="1743075" y="1390650"/>
                </a:lnTo>
                <a:lnTo>
                  <a:pt x="1743075" y="1400175"/>
                </a:lnTo>
                <a:lnTo>
                  <a:pt x="1733550" y="1400175"/>
                </a:lnTo>
                <a:close/>
                <a:moveTo>
                  <a:pt x="47625" y="1400175"/>
                </a:moveTo>
                <a:lnTo>
                  <a:pt x="57150" y="1400175"/>
                </a:lnTo>
                <a:lnTo>
                  <a:pt x="57150" y="1419225"/>
                </a:lnTo>
                <a:lnTo>
                  <a:pt x="47625" y="1419225"/>
                </a:lnTo>
                <a:close/>
                <a:moveTo>
                  <a:pt x="1524000" y="1400175"/>
                </a:moveTo>
                <a:lnTo>
                  <a:pt x="1543050" y="1400175"/>
                </a:lnTo>
                <a:lnTo>
                  <a:pt x="1543050" y="1409700"/>
                </a:lnTo>
                <a:lnTo>
                  <a:pt x="1524000" y="1409700"/>
                </a:lnTo>
                <a:close/>
                <a:moveTo>
                  <a:pt x="1781175" y="1409700"/>
                </a:moveTo>
                <a:lnTo>
                  <a:pt x="1790700" y="1409700"/>
                </a:lnTo>
                <a:lnTo>
                  <a:pt x="1790700" y="1419225"/>
                </a:lnTo>
                <a:lnTo>
                  <a:pt x="1781175" y="1419225"/>
                </a:lnTo>
                <a:close/>
                <a:moveTo>
                  <a:pt x="57150" y="1419225"/>
                </a:moveTo>
                <a:lnTo>
                  <a:pt x="66675" y="1419225"/>
                </a:lnTo>
                <a:lnTo>
                  <a:pt x="66675" y="1428750"/>
                </a:lnTo>
                <a:lnTo>
                  <a:pt x="57150" y="1428750"/>
                </a:lnTo>
                <a:close/>
                <a:moveTo>
                  <a:pt x="66675" y="1438275"/>
                </a:moveTo>
                <a:lnTo>
                  <a:pt x="76200" y="1438275"/>
                </a:lnTo>
                <a:lnTo>
                  <a:pt x="76200" y="1447800"/>
                </a:lnTo>
                <a:lnTo>
                  <a:pt x="66675" y="1447800"/>
                </a:lnTo>
                <a:close/>
                <a:moveTo>
                  <a:pt x="1781175" y="1438275"/>
                </a:moveTo>
                <a:lnTo>
                  <a:pt x="1790700" y="1438275"/>
                </a:lnTo>
                <a:lnTo>
                  <a:pt x="1790700" y="1457325"/>
                </a:lnTo>
                <a:lnTo>
                  <a:pt x="1781175" y="1457325"/>
                </a:lnTo>
                <a:close/>
                <a:moveTo>
                  <a:pt x="1800225" y="1438275"/>
                </a:moveTo>
                <a:lnTo>
                  <a:pt x="1809750" y="1438275"/>
                </a:lnTo>
                <a:lnTo>
                  <a:pt x="1809750" y="1466850"/>
                </a:lnTo>
                <a:lnTo>
                  <a:pt x="1800225" y="1466850"/>
                </a:lnTo>
                <a:lnTo>
                  <a:pt x="1800225" y="1485900"/>
                </a:lnTo>
                <a:lnTo>
                  <a:pt x="1790700" y="1485900"/>
                </a:lnTo>
                <a:lnTo>
                  <a:pt x="1790700" y="1457325"/>
                </a:lnTo>
                <a:lnTo>
                  <a:pt x="1800225" y="1457325"/>
                </a:lnTo>
                <a:close/>
                <a:moveTo>
                  <a:pt x="76200" y="1457325"/>
                </a:moveTo>
                <a:lnTo>
                  <a:pt x="85725" y="1457325"/>
                </a:lnTo>
                <a:lnTo>
                  <a:pt x="85725" y="1476375"/>
                </a:lnTo>
                <a:lnTo>
                  <a:pt x="76200" y="1476375"/>
                </a:lnTo>
                <a:close/>
                <a:moveTo>
                  <a:pt x="1781175" y="1485900"/>
                </a:moveTo>
                <a:lnTo>
                  <a:pt x="1790700" y="1485900"/>
                </a:lnTo>
                <a:lnTo>
                  <a:pt x="1790700" y="1495425"/>
                </a:lnTo>
                <a:lnTo>
                  <a:pt x="1781175" y="1495425"/>
                </a:lnTo>
                <a:close/>
                <a:moveTo>
                  <a:pt x="95250" y="1495425"/>
                </a:moveTo>
                <a:lnTo>
                  <a:pt x="104775" y="1495425"/>
                </a:lnTo>
                <a:lnTo>
                  <a:pt x="104775" y="1504950"/>
                </a:lnTo>
                <a:lnTo>
                  <a:pt x="95250" y="1504950"/>
                </a:lnTo>
                <a:close/>
                <a:moveTo>
                  <a:pt x="1695450" y="1504950"/>
                </a:moveTo>
                <a:lnTo>
                  <a:pt x="1714500" y="1504950"/>
                </a:lnTo>
                <a:lnTo>
                  <a:pt x="1714500" y="1514475"/>
                </a:lnTo>
                <a:lnTo>
                  <a:pt x="1733550" y="1514475"/>
                </a:lnTo>
                <a:lnTo>
                  <a:pt x="1733550" y="1552575"/>
                </a:lnTo>
                <a:lnTo>
                  <a:pt x="1743075" y="1552575"/>
                </a:lnTo>
                <a:lnTo>
                  <a:pt x="1743075" y="1562100"/>
                </a:lnTo>
                <a:lnTo>
                  <a:pt x="1733550" y="1562100"/>
                </a:lnTo>
                <a:lnTo>
                  <a:pt x="1733550" y="1581150"/>
                </a:lnTo>
                <a:lnTo>
                  <a:pt x="1695450" y="1581150"/>
                </a:lnTo>
                <a:lnTo>
                  <a:pt x="1695450" y="1552575"/>
                </a:lnTo>
                <a:lnTo>
                  <a:pt x="1685925" y="1552575"/>
                </a:lnTo>
                <a:lnTo>
                  <a:pt x="1685925" y="1533525"/>
                </a:lnTo>
                <a:lnTo>
                  <a:pt x="1676400" y="1533525"/>
                </a:lnTo>
                <a:lnTo>
                  <a:pt x="1676400" y="1524000"/>
                </a:lnTo>
                <a:lnTo>
                  <a:pt x="1647825" y="1524000"/>
                </a:lnTo>
                <a:lnTo>
                  <a:pt x="1647825" y="1533525"/>
                </a:lnTo>
                <a:lnTo>
                  <a:pt x="1638300" y="1533525"/>
                </a:lnTo>
                <a:lnTo>
                  <a:pt x="1638300" y="1543050"/>
                </a:lnTo>
                <a:lnTo>
                  <a:pt x="1628775" y="1543050"/>
                </a:lnTo>
                <a:lnTo>
                  <a:pt x="1628775" y="1524000"/>
                </a:lnTo>
                <a:lnTo>
                  <a:pt x="1638300" y="1524000"/>
                </a:lnTo>
                <a:lnTo>
                  <a:pt x="1638300" y="1514475"/>
                </a:lnTo>
                <a:lnTo>
                  <a:pt x="1695450" y="1514475"/>
                </a:lnTo>
                <a:close/>
                <a:moveTo>
                  <a:pt x="104775" y="1514475"/>
                </a:moveTo>
                <a:lnTo>
                  <a:pt x="123825" y="1514475"/>
                </a:lnTo>
                <a:lnTo>
                  <a:pt x="123825" y="1533525"/>
                </a:lnTo>
                <a:lnTo>
                  <a:pt x="114300" y="1533525"/>
                </a:lnTo>
                <a:lnTo>
                  <a:pt x="114300" y="1524000"/>
                </a:lnTo>
                <a:lnTo>
                  <a:pt x="104775" y="1524000"/>
                </a:lnTo>
                <a:close/>
                <a:moveTo>
                  <a:pt x="200025" y="1514475"/>
                </a:moveTo>
                <a:lnTo>
                  <a:pt x="209550" y="1514475"/>
                </a:lnTo>
                <a:lnTo>
                  <a:pt x="209550" y="1533525"/>
                </a:lnTo>
                <a:lnTo>
                  <a:pt x="219075" y="1533525"/>
                </a:lnTo>
                <a:lnTo>
                  <a:pt x="219075" y="1543050"/>
                </a:lnTo>
                <a:lnTo>
                  <a:pt x="238125" y="1543050"/>
                </a:lnTo>
                <a:lnTo>
                  <a:pt x="238125" y="1571625"/>
                </a:lnTo>
                <a:lnTo>
                  <a:pt x="228600" y="1571625"/>
                </a:lnTo>
                <a:lnTo>
                  <a:pt x="228600" y="1562100"/>
                </a:lnTo>
                <a:lnTo>
                  <a:pt x="219075" y="1562100"/>
                </a:lnTo>
                <a:lnTo>
                  <a:pt x="219075" y="1552575"/>
                </a:lnTo>
                <a:lnTo>
                  <a:pt x="209550" y="1552575"/>
                </a:lnTo>
                <a:lnTo>
                  <a:pt x="209550" y="1571625"/>
                </a:lnTo>
                <a:lnTo>
                  <a:pt x="228600" y="1571625"/>
                </a:lnTo>
                <a:lnTo>
                  <a:pt x="228600" y="1581150"/>
                </a:lnTo>
                <a:lnTo>
                  <a:pt x="171450" y="1581150"/>
                </a:lnTo>
                <a:lnTo>
                  <a:pt x="171450" y="1590675"/>
                </a:lnTo>
                <a:lnTo>
                  <a:pt x="152400" y="1590675"/>
                </a:lnTo>
                <a:lnTo>
                  <a:pt x="152400" y="1571625"/>
                </a:lnTo>
                <a:lnTo>
                  <a:pt x="142875" y="1571625"/>
                </a:lnTo>
                <a:lnTo>
                  <a:pt x="142875" y="1543050"/>
                </a:lnTo>
                <a:lnTo>
                  <a:pt x="152400" y="1543050"/>
                </a:lnTo>
                <a:lnTo>
                  <a:pt x="152400" y="1552575"/>
                </a:lnTo>
                <a:lnTo>
                  <a:pt x="161925" y="1552575"/>
                </a:lnTo>
                <a:lnTo>
                  <a:pt x="161925" y="1524000"/>
                </a:lnTo>
                <a:lnTo>
                  <a:pt x="200025" y="1524000"/>
                </a:lnTo>
                <a:close/>
                <a:moveTo>
                  <a:pt x="1743075" y="1514475"/>
                </a:moveTo>
                <a:lnTo>
                  <a:pt x="1752600" y="1514475"/>
                </a:lnTo>
                <a:lnTo>
                  <a:pt x="1752600" y="1524000"/>
                </a:lnTo>
                <a:lnTo>
                  <a:pt x="1743075" y="1524000"/>
                </a:lnTo>
                <a:close/>
                <a:moveTo>
                  <a:pt x="1762125" y="1514475"/>
                </a:moveTo>
                <a:lnTo>
                  <a:pt x="1771650" y="1514475"/>
                </a:lnTo>
                <a:lnTo>
                  <a:pt x="1771650" y="1524000"/>
                </a:lnTo>
                <a:lnTo>
                  <a:pt x="1762125" y="1524000"/>
                </a:lnTo>
                <a:close/>
              </a:path>
            </a:pathLst>
          </a:custGeom>
          <a:solidFill xmlns:a="http://schemas.openxmlformats.org/drawingml/2006/main">
            <a:srgbClr val="F4E1D7"/>
          </a:solidFill>
          <a:ln xmlns:a="http://schemas.openxmlformats.org/drawingml/2006/main" w="0">
            <a:noFill/>
          </a:ln>
        </p:spPr>
      </p:sp>
      <p:sp>
        <p:nvSpPr>
          <p:cNvPr id="54" name="juan vector #f4e0d7">
            <a:extLst xmlns:a="http://schemas.openxmlformats.org/drawingml/2006/main">
              <a:ext uri="{FF2B5EF4-FFF2-40B4-BE49-F238E27FC236}">
                <a16:creationId xmlns:a16="http://schemas.microsoft.com/office/drawing/2014/main" id="{5786CE26-4FDF-48AD-9765-5CBFBCB87F9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48900" y="2552700"/>
            <a:ext cx="2085975" cy="2085975"/>
          </a:xfrm>
          <a:custGeom xmlns:a="http://schemas.openxmlformats.org/drawingml/2006/main">
            <a:pathLst>
              <a:path w="2085975" h="2085975">
                <a:moveTo>
                  <a:pt x="952500" y="38100"/>
                </a:moveTo>
                <a:lnTo>
                  <a:pt x="990600" y="38100"/>
                </a:lnTo>
                <a:lnTo>
                  <a:pt x="990600" y="47625"/>
                </a:lnTo>
                <a:lnTo>
                  <a:pt x="1000125" y="47625"/>
                </a:lnTo>
                <a:lnTo>
                  <a:pt x="1000125" y="57150"/>
                </a:lnTo>
                <a:lnTo>
                  <a:pt x="962025" y="57150"/>
                </a:lnTo>
                <a:lnTo>
                  <a:pt x="962025" y="47625"/>
                </a:lnTo>
                <a:lnTo>
                  <a:pt x="952500" y="47625"/>
                </a:lnTo>
                <a:close/>
                <a:moveTo>
                  <a:pt x="847725" y="47625"/>
                </a:moveTo>
                <a:lnTo>
                  <a:pt x="952500" y="47625"/>
                </a:lnTo>
                <a:lnTo>
                  <a:pt x="952500" y="57150"/>
                </a:lnTo>
                <a:lnTo>
                  <a:pt x="876300" y="57150"/>
                </a:lnTo>
                <a:lnTo>
                  <a:pt x="876300" y="66675"/>
                </a:lnTo>
                <a:lnTo>
                  <a:pt x="866775" y="66675"/>
                </a:lnTo>
                <a:lnTo>
                  <a:pt x="866775" y="76200"/>
                </a:lnTo>
                <a:lnTo>
                  <a:pt x="838200" y="76200"/>
                </a:lnTo>
                <a:lnTo>
                  <a:pt x="838200" y="85725"/>
                </a:lnTo>
                <a:lnTo>
                  <a:pt x="828675" y="85725"/>
                </a:lnTo>
                <a:lnTo>
                  <a:pt x="828675" y="95250"/>
                </a:lnTo>
                <a:lnTo>
                  <a:pt x="819150" y="95250"/>
                </a:lnTo>
                <a:lnTo>
                  <a:pt x="819150" y="114300"/>
                </a:lnTo>
                <a:lnTo>
                  <a:pt x="809625" y="114300"/>
                </a:lnTo>
                <a:lnTo>
                  <a:pt x="809625" y="123825"/>
                </a:lnTo>
                <a:lnTo>
                  <a:pt x="800100" y="123825"/>
                </a:lnTo>
                <a:lnTo>
                  <a:pt x="800100" y="142875"/>
                </a:lnTo>
                <a:lnTo>
                  <a:pt x="790575" y="142875"/>
                </a:lnTo>
                <a:lnTo>
                  <a:pt x="790575" y="161925"/>
                </a:lnTo>
                <a:lnTo>
                  <a:pt x="781050" y="161925"/>
                </a:lnTo>
                <a:lnTo>
                  <a:pt x="781050" y="180975"/>
                </a:lnTo>
                <a:lnTo>
                  <a:pt x="762000" y="180975"/>
                </a:lnTo>
                <a:lnTo>
                  <a:pt x="762000" y="200025"/>
                </a:lnTo>
                <a:lnTo>
                  <a:pt x="781050" y="200025"/>
                </a:lnTo>
                <a:lnTo>
                  <a:pt x="781050" y="180975"/>
                </a:lnTo>
                <a:lnTo>
                  <a:pt x="800100" y="180975"/>
                </a:lnTo>
                <a:lnTo>
                  <a:pt x="800100" y="238125"/>
                </a:lnTo>
                <a:lnTo>
                  <a:pt x="771525" y="238125"/>
                </a:lnTo>
                <a:lnTo>
                  <a:pt x="771525" y="228600"/>
                </a:lnTo>
                <a:lnTo>
                  <a:pt x="752475" y="228600"/>
                </a:lnTo>
                <a:lnTo>
                  <a:pt x="752475" y="238125"/>
                </a:lnTo>
                <a:lnTo>
                  <a:pt x="742950" y="238125"/>
                </a:lnTo>
                <a:lnTo>
                  <a:pt x="742950" y="257175"/>
                </a:lnTo>
                <a:lnTo>
                  <a:pt x="752475" y="257175"/>
                </a:lnTo>
                <a:lnTo>
                  <a:pt x="752475" y="266700"/>
                </a:lnTo>
                <a:lnTo>
                  <a:pt x="733425" y="266700"/>
                </a:lnTo>
                <a:lnTo>
                  <a:pt x="733425" y="257175"/>
                </a:lnTo>
                <a:lnTo>
                  <a:pt x="723900" y="257175"/>
                </a:lnTo>
                <a:lnTo>
                  <a:pt x="723900" y="247650"/>
                </a:lnTo>
                <a:lnTo>
                  <a:pt x="714375" y="247650"/>
                </a:lnTo>
                <a:lnTo>
                  <a:pt x="714375" y="238125"/>
                </a:lnTo>
                <a:lnTo>
                  <a:pt x="704850" y="238125"/>
                </a:lnTo>
                <a:lnTo>
                  <a:pt x="704850" y="247650"/>
                </a:lnTo>
                <a:lnTo>
                  <a:pt x="685800" y="247650"/>
                </a:lnTo>
                <a:lnTo>
                  <a:pt x="685800" y="257175"/>
                </a:lnTo>
                <a:lnTo>
                  <a:pt x="676275" y="257175"/>
                </a:lnTo>
                <a:lnTo>
                  <a:pt x="676275" y="247650"/>
                </a:lnTo>
                <a:lnTo>
                  <a:pt x="657225" y="247650"/>
                </a:lnTo>
                <a:lnTo>
                  <a:pt x="657225" y="228600"/>
                </a:lnTo>
                <a:lnTo>
                  <a:pt x="619125" y="228600"/>
                </a:lnTo>
                <a:lnTo>
                  <a:pt x="619125" y="219075"/>
                </a:lnTo>
                <a:lnTo>
                  <a:pt x="609600" y="219075"/>
                </a:lnTo>
                <a:lnTo>
                  <a:pt x="609600" y="190500"/>
                </a:lnTo>
                <a:lnTo>
                  <a:pt x="600075" y="190500"/>
                </a:lnTo>
                <a:lnTo>
                  <a:pt x="600075" y="180975"/>
                </a:lnTo>
                <a:lnTo>
                  <a:pt x="628650" y="180975"/>
                </a:lnTo>
                <a:lnTo>
                  <a:pt x="628650" y="171450"/>
                </a:lnTo>
                <a:lnTo>
                  <a:pt x="638175" y="171450"/>
                </a:lnTo>
                <a:lnTo>
                  <a:pt x="638175" y="152400"/>
                </a:lnTo>
                <a:lnTo>
                  <a:pt x="628650" y="152400"/>
                </a:lnTo>
                <a:lnTo>
                  <a:pt x="628650" y="142875"/>
                </a:lnTo>
                <a:lnTo>
                  <a:pt x="609600" y="142875"/>
                </a:lnTo>
                <a:lnTo>
                  <a:pt x="609600" y="133350"/>
                </a:lnTo>
                <a:lnTo>
                  <a:pt x="600075" y="133350"/>
                </a:lnTo>
                <a:lnTo>
                  <a:pt x="600075" y="142875"/>
                </a:lnTo>
                <a:lnTo>
                  <a:pt x="590550" y="142875"/>
                </a:lnTo>
                <a:lnTo>
                  <a:pt x="590550" y="152400"/>
                </a:lnTo>
                <a:lnTo>
                  <a:pt x="552450" y="152400"/>
                </a:lnTo>
                <a:lnTo>
                  <a:pt x="552450" y="142875"/>
                </a:lnTo>
                <a:lnTo>
                  <a:pt x="523875" y="142875"/>
                </a:lnTo>
                <a:lnTo>
                  <a:pt x="523875" y="133350"/>
                </a:lnTo>
                <a:lnTo>
                  <a:pt x="561975" y="133350"/>
                </a:lnTo>
                <a:lnTo>
                  <a:pt x="561975" y="142875"/>
                </a:lnTo>
                <a:lnTo>
                  <a:pt x="571500" y="142875"/>
                </a:lnTo>
                <a:lnTo>
                  <a:pt x="571500" y="133350"/>
                </a:lnTo>
                <a:lnTo>
                  <a:pt x="590550" y="133350"/>
                </a:lnTo>
                <a:lnTo>
                  <a:pt x="590550" y="114300"/>
                </a:lnTo>
                <a:lnTo>
                  <a:pt x="619125" y="114300"/>
                </a:lnTo>
                <a:lnTo>
                  <a:pt x="619125" y="133350"/>
                </a:lnTo>
                <a:lnTo>
                  <a:pt x="638175" y="133350"/>
                </a:lnTo>
                <a:lnTo>
                  <a:pt x="638175" y="114300"/>
                </a:lnTo>
                <a:lnTo>
                  <a:pt x="628650" y="114300"/>
                </a:lnTo>
                <a:lnTo>
                  <a:pt x="628650" y="104775"/>
                </a:lnTo>
                <a:lnTo>
                  <a:pt x="638175" y="104775"/>
                </a:lnTo>
                <a:lnTo>
                  <a:pt x="638175" y="95250"/>
                </a:lnTo>
                <a:lnTo>
                  <a:pt x="647700" y="95250"/>
                </a:lnTo>
                <a:lnTo>
                  <a:pt x="647700" y="85725"/>
                </a:lnTo>
                <a:lnTo>
                  <a:pt x="666750" y="85725"/>
                </a:lnTo>
                <a:lnTo>
                  <a:pt x="666750" y="95250"/>
                </a:lnTo>
                <a:lnTo>
                  <a:pt x="657225" y="95250"/>
                </a:lnTo>
                <a:lnTo>
                  <a:pt x="657225" y="114300"/>
                </a:lnTo>
                <a:lnTo>
                  <a:pt x="695325" y="114300"/>
                </a:lnTo>
                <a:lnTo>
                  <a:pt x="695325" y="104775"/>
                </a:lnTo>
                <a:lnTo>
                  <a:pt x="714375" y="104775"/>
                </a:lnTo>
                <a:lnTo>
                  <a:pt x="714375" y="95250"/>
                </a:lnTo>
                <a:lnTo>
                  <a:pt x="695325" y="95250"/>
                </a:lnTo>
                <a:lnTo>
                  <a:pt x="695325" y="85725"/>
                </a:lnTo>
                <a:lnTo>
                  <a:pt x="685800" y="85725"/>
                </a:lnTo>
                <a:lnTo>
                  <a:pt x="685800" y="95250"/>
                </a:lnTo>
                <a:lnTo>
                  <a:pt x="676275" y="95250"/>
                </a:lnTo>
                <a:lnTo>
                  <a:pt x="676275" y="76200"/>
                </a:lnTo>
                <a:lnTo>
                  <a:pt x="714375" y="76200"/>
                </a:lnTo>
                <a:lnTo>
                  <a:pt x="714375" y="66675"/>
                </a:lnTo>
                <a:lnTo>
                  <a:pt x="790575" y="66675"/>
                </a:lnTo>
                <a:lnTo>
                  <a:pt x="790575" y="57150"/>
                </a:lnTo>
                <a:lnTo>
                  <a:pt x="847725" y="57150"/>
                </a:lnTo>
                <a:close/>
                <a:moveTo>
                  <a:pt x="1028700" y="47625"/>
                </a:moveTo>
                <a:lnTo>
                  <a:pt x="1066800" y="47625"/>
                </a:lnTo>
                <a:lnTo>
                  <a:pt x="1066800" y="66675"/>
                </a:lnTo>
                <a:lnTo>
                  <a:pt x="1057275" y="66675"/>
                </a:lnTo>
                <a:lnTo>
                  <a:pt x="1057275" y="76200"/>
                </a:lnTo>
                <a:lnTo>
                  <a:pt x="1047750" y="76200"/>
                </a:lnTo>
                <a:lnTo>
                  <a:pt x="1047750" y="66675"/>
                </a:lnTo>
                <a:lnTo>
                  <a:pt x="1038225" y="66675"/>
                </a:lnTo>
                <a:lnTo>
                  <a:pt x="1038225" y="57150"/>
                </a:lnTo>
                <a:lnTo>
                  <a:pt x="1028700" y="57150"/>
                </a:lnTo>
                <a:close/>
                <a:moveTo>
                  <a:pt x="1123950" y="66675"/>
                </a:moveTo>
                <a:lnTo>
                  <a:pt x="1133475" y="66675"/>
                </a:lnTo>
                <a:lnTo>
                  <a:pt x="1133475" y="76200"/>
                </a:lnTo>
                <a:lnTo>
                  <a:pt x="1123950" y="76200"/>
                </a:lnTo>
                <a:close/>
                <a:moveTo>
                  <a:pt x="1162050" y="76200"/>
                </a:moveTo>
                <a:lnTo>
                  <a:pt x="1181100" y="76200"/>
                </a:lnTo>
                <a:lnTo>
                  <a:pt x="1181100" y="123825"/>
                </a:lnTo>
                <a:lnTo>
                  <a:pt x="1209675" y="123825"/>
                </a:lnTo>
                <a:lnTo>
                  <a:pt x="1209675" y="114300"/>
                </a:lnTo>
                <a:lnTo>
                  <a:pt x="1219200" y="114300"/>
                </a:lnTo>
                <a:lnTo>
                  <a:pt x="1219200" y="123825"/>
                </a:lnTo>
                <a:lnTo>
                  <a:pt x="1228725" y="123825"/>
                </a:lnTo>
                <a:lnTo>
                  <a:pt x="1228725" y="133350"/>
                </a:lnTo>
                <a:lnTo>
                  <a:pt x="1219200" y="133350"/>
                </a:lnTo>
                <a:lnTo>
                  <a:pt x="1219200" y="142875"/>
                </a:lnTo>
                <a:lnTo>
                  <a:pt x="1209675" y="142875"/>
                </a:lnTo>
                <a:lnTo>
                  <a:pt x="1209675" y="152400"/>
                </a:lnTo>
                <a:lnTo>
                  <a:pt x="1219200" y="152400"/>
                </a:lnTo>
                <a:lnTo>
                  <a:pt x="1219200" y="161925"/>
                </a:lnTo>
                <a:lnTo>
                  <a:pt x="1228725" y="161925"/>
                </a:lnTo>
                <a:lnTo>
                  <a:pt x="1228725" y="171450"/>
                </a:lnTo>
                <a:lnTo>
                  <a:pt x="1247775" y="171450"/>
                </a:lnTo>
                <a:lnTo>
                  <a:pt x="1247775" y="180975"/>
                </a:lnTo>
                <a:lnTo>
                  <a:pt x="1257300" y="180975"/>
                </a:lnTo>
                <a:lnTo>
                  <a:pt x="1257300" y="152400"/>
                </a:lnTo>
                <a:lnTo>
                  <a:pt x="1247775" y="152400"/>
                </a:lnTo>
                <a:lnTo>
                  <a:pt x="1247775" y="142875"/>
                </a:lnTo>
                <a:lnTo>
                  <a:pt x="1257300" y="142875"/>
                </a:lnTo>
                <a:lnTo>
                  <a:pt x="1257300" y="114300"/>
                </a:lnTo>
                <a:lnTo>
                  <a:pt x="1247775" y="114300"/>
                </a:lnTo>
                <a:lnTo>
                  <a:pt x="1247775" y="104775"/>
                </a:lnTo>
                <a:lnTo>
                  <a:pt x="1276350" y="104775"/>
                </a:lnTo>
                <a:lnTo>
                  <a:pt x="1276350" y="114300"/>
                </a:lnTo>
                <a:lnTo>
                  <a:pt x="1314450" y="114300"/>
                </a:lnTo>
                <a:lnTo>
                  <a:pt x="1314450" y="123825"/>
                </a:lnTo>
                <a:lnTo>
                  <a:pt x="1323975" y="123825"/>
                </a:lnTo>
                <a:lnTo>
                  <a:pt x="1323975" y="133350"/>
                </a:lnTo>
                <a:lnTo>
                  <a:pt x="1333500" y="133350"/>
                </a:lnTo>
                <a:lnTo>
                  <a:pt x="1333500" y="142875"/>
                </a:lnTo>
                <a:lnTo>
                  <a:pt x="1314450" y="142875"/>
                </a:lnTo>
                <a:lnTo>
                  <a:pt x="1314450" y="180975"/>
                </a:lnTo>
                <a:lnTo>
                  <a:pt x="1323975" y="180975"/>
                </a:lnTo>
                <a:lnTo>
                  <a:pt x="1323975" y="190500"/>
                </a:lnTo>
                <a:lnTo>
                  <a:pt x="1314450" y="190500"/>
                </a:lnTo>
                <a:lnTo>
                  <a:pt x="1314450" y="219075"/>
                </a:lnTo>
                <a:lnTo>
                  <a:pt x="1295400" y="219075"/>
                </a:lnTo>
                <a:lnTo>
                  <a:pt x="1295400" y="228600"/>
                </a:lnTo>
                <a:lnTo>
                  <a:pt x="1285875" y="228600"/>
                </a:lnTo>
                <a:lnTo>
                  <a:pt x="1285875" y="247650"/>
                </a:lnTo>
                <a:lnTo>
                  <a:pt x="1304925" y="247650"/>
                </a:lnTo>
                <a:lnTo>
                  <a:pt x="1304925" y="285750"/>
                </a:lnTo>
                <a:lnTo>
                  <a:pt x="1295400" y="285750"/>
                </a:lnTo>
                <a:lnTo>
                  <a:pt x="1295400" y="276225"/>
                </a:lnTo>
                <a:lnTo>
                  <a:pt x="1285875" y="276225"/>
                </a:lnTo>
                <a:lnTo>
                  <a:pt x="1285875" y="266700"/>
                </a:lnTo>
                <a:lnTo>
                  <a:pt x="1276350" y="266700"/>
                </a:lnTo>
                <a:lnTo>
                  <a:pt x="1276350" y="257175"/>
                </a:lnTo>
                <a:lnTo>
                  <a:pt x="1247775" y="257175"/>
                </a:lnTo>
                <a:lnTo>
                  <a:pt x="1247775" y="266700"/>
                </a:lnTo>
                <a:lnTo>
                  <a:pt x="1238250" y="266700"/>
                </a:lnTo>
                <a:lnTo>
                  <a:pt x="1238250" y="257175"/>
                </a:lnTo>
                <a:lnTo>
                  <a:pt x="1219200" y="257175"/>
                </a:lnTo>
                <a:lnTo>
                  <a:pt x="1219200" y="247650"/>
                </a:lnTo>
                <a:lnTo>
                  <a:pt x="1209675" y="247650"/>
                </a:lnTo>
                <a:lnTo>
                  <a:pt x="1209675" y="257175"/>
                </a:lnTo>
                <a:lnTo>
                  <a:pt x="1190625" y="257175"/>
                </a:lnTo>
                <a:lnTo>
                  <a:pt x="1190625" y="266700"/>
                </a:lnTo>
                <a:lnTo>
                  <a:pt x="1171575" y="266700"/>
                </a:lnTo>
                <a:lnTo>
                  <a:pt x="1171575" y="276225"/>
                </a:lnTo>
                <a:lnTo>
                  <a:pt x="1152525" y="276225"/>
                </a:lnTo>
                <a:lnTo>
                  <a:pt x="1152525" y="247650"/>
                </a:lnTo>
                <a:lnTo>
                  <a:pt x="1133475" y="247650"/>
                </a:lnTo>
                <a:lnTo>
                  <a:pt x="1133475" y="228600"/>
                </a:lnTo>
                <a:lnTo>
                  <a:pt x="1152525" y="228600"/>
                </a:lnTo>
                <a:lnTo>
                  <a:pt x="1152525" y="219075"/>
                </a:lnTo>
                <a:lnTo>
                  <a:pt x="1162050" y="219075"/>
                </a:lnTo>
                <a:lnTo>
                  <a:pt x="1162050" y="228600"/>
                </a:lnTo>
                <a:lnTo>
                  <a:pt x="1190625" y="228600"/>
                </a:lnTo>
                <a:lnTo>
                  <a:pt x="1190625" y="219075"/>
                </a:lnTo>
                <a:lnTo>
                  <a:pt x="1209675" y="219075"/>
                </a:lnTo>
                <a:lnTo>
                  <a:pt x="1209675" y="238125"/>
                </a:lnTo>
                <a:lnTo>
                  <a:pt x="1228725" y="238125"/>
                </a:lnTo>
                <a:lnTo>
                  <a:pt x="1228725" y="247650"/>
                </a:lnTo>
                <a:lnTo>
                  <a:pt x="1247775" y="247650"/>
                </a:lnTo>
                <a:lnTo>
                  <a:pt x="1247775" y="238125"/>
                </a:lnTo>
                <a:lnTo>
                  <a:pt x="1257300" y="238125"/>
                </a:lnTo>
                <a:lnTo>
                  <a:pt x="1257300" y="228600"/>
                </a:lnTo>
                <a:lnTo>
                  <a:pt x="1266825" y="228600"/>
                </a:lnTo>
                <a:lnTo>
                  <a:pt x="1266825" y="209550"/>
                </a:lnTo>
                <a:lnTo>
                  <a:pt x="1209675" y="209550"/>
                </a:lnTo>
                <a:lnTo>
                  <a:pt x="1209675" y="200025"/>
                </a:lnTo>
                <a:lnTo>
                  <a:pt x="1238250" y="200025"/>
                </a:lnTo>
                <a:lnTo>
                  <a:pt x="1238250" y="190500"/>
                </a:lnTo>
                <a:lnTo>
                  <a:pt x="1219200" y="190500"/>
                </a:lnTo>
                <a:lnTo>
                  <a:pt x="1219200" y="180975"/>
                </a:lnTo>
                <a:lnTo>
                  <a:pt x="1209675" y="180975"/>
                </a:lnTo>
                <a:lnTo>
                  <a:pt x="1209675" y="171450"/>
                </a:lnTo>
                <a:lnTo>
                  <a:pt x="1200150" y="171450"/>
                </a:lnTo>
                <a:lnTo>
                  <a:pt x="1200150" y="161925"/>
                </a:lnTo>
                <a:lnTo>
                  <a:pt x="1162050" y="161925"/>
                </a:lnTo>
                <a:lnTo>
                  <a:pt x="1162050" y="123825"/>
                </a:lnTo>
                <a:lnTo>
                  <a:pt x="1171575" y="123825"/>
                </a:lnTo>
                <a:lnTo>
                  <a:pt x="1171575" y="114300"/>
                </a:lnTo>
                <a:lnTo>
                  <a:pt x="1162050" y="114300"/>
                </a:lnTo>
                <a:close/>
                <a:moveTo>
                  <a:pt x="1047750" y="95250"/>
                </a:moveTo>
                <a:lnTo>
                  <a:pt x="1066800" y="95250"/>
                </a:lnTo>
                <a:lnTo>
                  <a:pt x="1066800" y="114300"/>
                </a:lnTo>
                <a:lnTo>
                  <a:pt x="1057275" y="114300"/>
                </a:lnTo>
                <a:lnTo>
                  <a:pt x="1057275" y="123825"/>
                </a:lnTo>
                <a:lnTo>
                  <a:pt x="1047750" y="123825"/>
                </a:lnTo>
                <a:lnTo>
                  <a:pt x="1047750" y="161925"/>
                </a:lnTo>
                <a:lnTo>
                  <a:pt x="1038225" y="161925"/>
                </a:lnTo>
                <a:lnTo>
                  <a:pt x="1038225" y="152400"/>
                </a:lnTo>
                <a:lnTo>
                  <a:pt x="1028700" y="152400"/>
                </a:lnTo>
                <a:lnTo>
                  <a:pt x="1028700" y="114300"/>
                </a:lnTo>
                <a:lnTo>
                  <a:pt x="1038225" y="114300"/>
                </a:lnTo>
                <a:lnTo>
                  <a:pt x="1038225" y="104775"/>
                </a:lnTo>
                <a:lnTo>
                  <a:pt x="1047750" y="104775"/>
                </a:lnTo>
                <a:close/>
                <a:moveTo>
                  <a:pt x="733425" y="104775"/>
                </a:moveTo>
                <a:lnTo>
                  <a:pt x="742950" y="104775"/>
                </a:lnTo>
                <a:lnTo>
                  <a:pt x="742950" y="114300"/>
                </a:lnTo>
                <a:lnTo>
                  <a:pt x="752475" y="114300"/>
                </a:lnTo>
                <a:lnTo>
                  <a:pt x="752475" y="95250"/>
                </a:lnTo>
                <a:lnTo>
                  <a:pt x="733425" y="95250"/>
                </a:lnTo>
                <a:close/>
                <a:moveTo>
                  <a:pt x="1095375" y="104775"/>
                </a:moveTo>
                <a:lnTo>
                  <a:pt x="1104900" y="104775"/>
                </a:lnTo>
                <a:lnTo>
                  <a:pt x="1104900" y="123825"/>
                </a:lnTo>
                <a:lnTo>
                  <a:pt x="1095375" y="123825"/>
                </a:lnTo>
                <a:close/>
                <a:moveTo>
                  <a:pt x="1133475" y="104775"/>
                </a:moveTo>
                <a:lnTo>
                  <a:pt x="1143000" y="104775"/>
                </a:lnTo>
                <a:lnTo>
                  <a:pt x="1143000" y="114300"/>
                </a:lnTo>
                <a:lnTo>
                  <a:pt x="1133475" y="114300"/>
                </a:lnTo>
                <a:close/>
                <a:moveTo>
                  <a:pt x="714375" y="133350"/>
                </a:moveTo>
                <a:lnTo>
                  <a:pt x="723900" y="133350"/>
                </a:lnTo>
                <a:lnTo>
                  <a:pt x="723900" y="114300"/>
                </a:lnTo>
                <a:lnTo>
                  <a:pt x="704850" y="114300"/>
                </a:lnTo>
                <a:lnTo>
                  <a:pt x="704850" y="123825"/>
                </a:lnTo>
                <a:lnTo>
                  <a:pt x="695325" y="123825"/>
                </a:lnTo>
                <a:lnTo>
                  <a:pt x="695325" y="133350"/>
                </a:lnTo>
                <a:lnTo>
                  <a:pt x="685800" y="133350"/>
                </a:lnTo>
                <a:lnTo>
                  <a:pt x="685800" y="152400"/>
                </a:lnTo>
                <a:lnTo>
                  <a:pt x="695325" y="152400"/>
                </a:lnTo>
                <a:lnTo>
                  <a:pt x="695325" y="161925"/>
                </a:lnTo>
                <a:lnTo>
                  <a:pt x="685800" y="161925"/>
                </a:lnTo>
                <a:lnTo>
                  <a:pt x="685800" y="180975"/>
                </a:lnTo>
                <a:lnTo>
                  <a:pt x="695325" y="180975"/>
                </a:lnTo>
                <a:lnTo>
                  <a:pt x="695325" y="190500"/>
                </a:lnTo>
                <a:lnTo>
                  <a:pt x="714375" y="190500"/>
                </a:lnTo>
                <a:lnTo>
                  <a:pt x="714375" y="180975"/>
                </a:lnTo>
                <a:lnTo>
                  <a:pt x="723900" y="180975"/>
                </a:lnTo>
                <a:lnTo>
                  <a:pt x="723900" y="219075"/>
                </a:lnTo>
                <a:lnTo>
                  <a:pt x="742950" y="219075"/>
                </a:lnTo>
                <a:lnTo>
                  <a:pt x="742950" y="180975"/>
                </a:lnTo>
                <a:lnTo>
                  <a:pt x="752475" y="180975"/>
                </a:lnTo>
                <a:lnTo>
                  <a:pt x="752475" y="171450"/>
                </a:lnTo>
                <a:lnTo>
                  <a:pt x="762000" y="171450"/>
                </a:lnTo>
                <a:lnTo>
                  <a:pt x="762000" y="161925"/>
                </a:lnTo>
                <a:lnTo>
                  <a:pt x="752475" y="161925"/>
                </a:lnTo>
                <a:lnTo>
                  <a:pt x="752475" y="152400"/>
                </a:lnTo>
                <a:lnTo>
                  <a:pt x="742950" y="152400"/>
                </a:lnTo>
                <a:lnTo>
                  <a:pt x="742950" y="161925"/>
                </a:lnTo>
                <a:lnTo>
                  <a:pt x="733425" y="161925"/>
                </a:lnTo>
                <a:lnTo>
                  <a:pt x="733425" y="171450"/>
                </a:lnTo>
                <a:lnTo>
                  <a:pt x="714375" y="171450"/>
                </a:lnTo>
                <a:lnTo>
                  <a:pt x="714375" y="161925"/>
                </a:lnTo>
                <a:lnTo>
                  <a:pt x="704850" y="161925"/>
                </a:lnTo>
                <a:lnTo>
                  <a:pt x="704850" y="152400"/>
                </a:lnTo>
                <a:lnTo>
                  <a:pt x="714375" y="152400"/>
                </a:lnTo>
                <a:close/>
                <a:moveTo>
                  <a:pt x="1343025" y="133350"/>
                </a:moveTo>
                <a:lnTo>
                  <a:pt x="1352550" y="133350"/>
                </a:lnTo>
                <a:lnTo>
                  <a:pt x="1352550" y="142875"/>
                </a:lnTo>
                <a:lnTo>
                  <a:pt x="1343025" y="142875"/>
                </a:lnTo>
                <a:close/>
                <a:moveTo>
                  <a:pt x="1333500" y="142875"/>
                </a:moveTo>
                <a:lnTo>
                  <a:pt x="1343025" y="142875"/>
                </a:lnTo>
                <a:lnTo>
                  <a:pt x="1343025" y="161925"/>
                </a:lnTo>
                <a:lnTo>
                  <a:pt x="1333500" y="161925"/>
                </a:lnTo>
                <a:close/>
                <a:moveTo>
                  <a:pt x="1028700" y="161925"/>
                </a:moveTo>
                <a:lnTo>
                  <a:pt x="1038225" y="161925"/>
                </a:lnTo>
                <a:lnTo>
                  <a:pt x="1038225" y="171450"/>
                </a:lnTo>
                <a:lnTo>
                  <a:pt x="1028700" y="171450"/>
                </a:lnTo>
                <a:close/>
                <a:moveTo>
                  <a:pt x="657225" y="180975"/>
                </a:moveTo>
                <a:lnTo>
                  <a:pt x="666750" y="180975"/>
                </a:lnTo>
                <a:lnTo>
                  <a:pt x="666750" y="190500"/>
                </a:lnTo>
                <a:lnTo>
                  <a:pt x="676275" y="190500"/>
                </a:lnTo>
                <a:lnTo>
                  <a:pt x="676275" y="171450"/>
                </a:lnTo>
                <a:lnTo>
                  <a:pt x="657225" y="171450"/>
                </a:lnTo>
                <a:close/>
                <a:moveTo>
                  <a:pt x="1123950" y="180975"/>
                </a:moveTo>
                <a:lnTo>
                  <a:pt x="1143000" y="180975"/>
                </a:lnTo>
                <a:lnTo>
                  <a:pt x="1143000" y="200025"/>
                </a:lnTo>
                <a:lnTo>
                  <a:pt x="1123950" y="200025"/>
                </a:lnTo>
                <a:close/>
                <a:moveTo>
                  <a:pt x="1095375" y="200025"/>
                </a:moveTo>
                <a:lnTo>
                  <a:pt x="1123950" y="200025"/>
                </a:lnTo>
                <a:lnTo>
                  <a:pt x="1123950" y="209550"/>
                </a:lnTo>
                <a:lnTo>
                  <a:pt x="1114425" y="209550"/>
                </a:lnTo>
                <a:lnTo>
                  <a:pt x="1114425" y="219075"/>
                </a:lnTo>
                <a:lnTo>
                  <a:pt x="1104900" y="219075"/>
                </a:lnTo>
                <a:lnTo>
                  <a:pt x="1104900" y="247650"/>
                </a:lnTo>
                <a:lnTo>
                  <a:pt x="1095375" y="247650"/>
                </a:lnTo>
                <a:lnTo>
                  <a:pt x="1095375" y="238125"/>
                </a:lnTo>
                <a:lnTo>
                  <a:pt x="1085850" y="238125"/>
                </a:lnTo>
                <a:lnTo>
                  <a:pt x="1085850" y="219075"/>
                </a:lnTo>
                <a:lnTo>
                  <a:pt x="1095375" y="219075"/>
                </a:lnTo>
                <a:close/>
                <a:moveTo>
                  <a:pt x="819150" y="209550"/>
                </a:moveTo>
                <a:lnTo>
                  <a:pt x="828675" y="209550"/>
                </a:lnTo>
                <a:lnTo>
                  <a:pt x="828675" y="219075"/>
                </a:lnTo>
                <a:lnTo>
                  <a:pt x="819150" y="219075"/>
                </a:lnTo>
                <a:close/>
                <a:moveTo>
                  <a:pt x="923925" y="209550"/>
                </a:moveTo>
                <a:lnTo>
                  <a:pt x="942975" y="209550"/>
                </a:lnTo>
                <a:lnTo>
                  <a:pt x="942975" y="219075"/>
                </a:lnTo>
                <a:lnTo>
                  <a:pt x="923925" y="219075"/>
                </a:lnTo>
                <a:close/>
                <a:moveTo>
                  <a:pt x="695325" y="228600"/>
                </a:moveTo>
                <a:lnTo>
                  <a:pt x="714375" y="228600"/>
                </a:lnTo>
                <a:lnTo>
                  <a:pt x="714375" y="209550"/>
                </a:lnTo>
                <a:lnTo>
                  <a:pt x="695325" y="209550"/>
                </a:lnTo>
                <a:close/>
                <a:moveTo>
                  <a:pt x="781050" y="228600"/>
                </a:moveTo>
                <a:lnTo>
                  <a:pt x="790575" y="228600"/>
                </a:lnTo>
                <a:lnTo>
                  <a:pt x="790575" y="219075"/>
                </a:lnTo>
                <a:lnTo>
                  <a:pt x="781050" y="219075"/>
                </a:lnTo>
                <a:close/>
                <a:moveTo>
                  <a:pt x="819150" y="257175"/>
                </a:moveTo>
                <a:lnTo>
                  <a:pt x="838200" y="257175"/>
                </a:lnTo>
                <a:lnTo>
                  <a:pt x="838200" y="285750"/>
                </a:lnTo>
                <a:lnTo>
                  <a:pt x="819150" y="285750"/>
                </a:lnTo>
                <a:close/>
                <a:moveTo>
                  <a:pt x="1123950" y="276225"/>
                </a:moveTo>
                <a:lnTo>
                  <a:pt x="1143000" y="276225"/>
                </a:lnTo>
                <a:lnTo>
                  <a:pt x="1143000" y="295275"/>
                </a:lnTo>
                <a:lnTo>
                  <a:pt x="1114425" y="295275"/>
                </a:lnTo>
                <a:lnTo>
                  <a:pt x="1114425" y="285750"/>
                </a:lnTo>
                <a:lnTo>
                  <a:pt x="1123950" y="285750"/>
                </a:lnTo>
                <a:close/>
                <a:moveTo>
                  <a:pt x="1247775" y="314325"/>
                </a:moveTo>
                <a:lnTo>
                  <a:pt x="1257300" y="314325"/>
                </a:lnTo>
                <a:lnTo>
                  <a:pt x="1257300" y="323850"/>
                </a:lnTo>
                <a:lnTo>
                  <a:pt x="1266825" y="323850"/>
                </a:lnTo>
                <a:lnTo>
                  <a:pt x="1266825" y="342900"/>
                </a:lnTo>
                <a:lnTo>
                  <a:pt x="1247775" y="342900"/>
                </a:lnTo>
                <a:lnTo>
                  <a:pt x="1247775" y="333375"/>
                </a:lnTo>
                <a:lnTo>
                  <a:pt x="1238250" y="333375"/>
                </a:lnTo>
                <a:lnTo>
                  <a:pt x="1238250" y="323850"/>
                </a:lnTo>
                <a:lnTo>
                  <a:pt x="1247775" y="323850"/>
                </a:lnTo>
                <a:close/>
                <a:moveTo>
                  <a:pt x="1276350" y="323850"/>
                </a:moveTo>
                <a:lnTo>
                  <a:pt x="1285875" y="323850"/>
                </a:lnTo>
                <a:lnTo>
                  <a:pt x="1285875" y="333375"/>
                </a:lnTo>
                <a:lnTo>
                  <a:pt x="1276350" y="333375"/>
                </a:lnTo>
                <a:close/>
                <a:moveTo>
                  <a:pt x="571500" y="361950"/>
                </a:moveTo>
                <a:lnTo>
                  <a:pt x="581025" y="361950"/>
                </a:lnTo>
                <a:lnTo>
                  <a:pt x="581025" y="371475"/>
                </a:lnTo>
                <a:lnTo>
                  <a:pt x="571500" y="371475"/>
                </a:lnTo>
                <a:close/>
                <a:moveTo>
                  <a:pt x="581025" y="371475"/>
                </a:moveTo>
                <a:lnTo>
                  <a:pt x="600075" y="371475"/>
                </a:lnTo>
                <a:lnTo>
                  <a:pt x="600075" y="381000"/>
                </a:lnTo>
                <a:lnTo>
                  <a:pt x="590550" y="381000"/>
                </a:lnTo>
                <a:lnTo>
                  <a:pt x="590550" y="390525"/>
                </a:lnTo>
                <a:lnTo>
                  <a:pt x="581025" y="390525"/>
                </a:lnTo>
                <a:close/>
                <a:moveTo>
                  <a:pt x="609600" y="400050"/>
                </a:moveTo>
                <a:lnTo>
                  <a:pt x="619125" y="400050"/>
                </a:lnTo>
                <a:lnTo>
                  <a:pt x="619125" y="409575"/>
                </a:lnTo>
                <a:lnTo>
                  <a:pt x="609600" y="409575"/>
                </a:lnTo>
                <a:close/>
                <a:moveTo>
                  <a:pt x="514350" y="657225"/>
                </a:moveTo>
                <a:lnTo>
                  <a:pt x="523875" y="657225"/>
                </a:lnTo>
                <a:lnTo>
                  <a:pt x="523875" y="666750"/>
                </a:lnTo>
                <a:lnTo>
                  <a:pt x="514350" y="666750"/>
                </a:lnTo>
                <a:close/>
                <a:moveTo>
                  <a:pt x="1476375" y="695325"/>
                </a:moveTo>
                <a:lnTo>
                  <a:pt x="1485900" y="695325"/>
                </a:lnTo>
                <a:lnTo>
                  <a:pt x="1485900" y="704850"/>
                </a:lnTo>
                <a:lnTo>
                  <a:pt x="1504950" y="704850"/>
                </a:lnTo>
                <a:lnTo>
                  <a:pt x="1504950" y="714375"/>
                </a:lnTo>
                <a:lnTo>
                  <a:pt x="1495425" y="714375"/>
                </a:lnTo>
                <a:lnTo>
                  <a:pt x="1495425" y="723900"/>
                </a:lnTo>
                <a:lnTo>
                  <a:pt x="1485900" y="723900"/>
                </a:lnTo>
                <a:lnTo>
                  <a:pt x="1485900" y="762000"/>
                </a:lnTo>
                <a:lnTo>
                  <a:pt x="1466850" y="762000"/>
                </a:lnTo>
                <a:lnTo>
                  <a:pt x="1466850" y="752475"/>
                </a:lnTo>
                <a:lnTo>
                  <a:pt x="1457325" y="752475"/>
                </a:lnTo>
                <a:lnTo>
                  <a:pt x="1457325" y="733425"/>
                </a:lnTo>
                <a:lnTo>
                  <a:pt x="1466850" y="733425"/>
                </a:lnTo>
                <a:lnTo>
                  <a:pt x="1466850" y="704850"/>
                </a:lnTo>
                <a:lnTo>
                  <a:pt x="1476375" y="704850"/>
                </a:lnTo>
                <a:close/>
                <a:moveTo>
                  <a:pt x="400050" y="714375"/>
                </a:moveTo>
                <a:lnTo>
                  <a:pt x="428625" y="714375"/>
                </a:lnTo>
                <a:lnTo>
                  <a:pt x="428625" y="723900"/>
                </a:lnTo>
                <a:lnTo>
                  <a:pt x="476250" y="723900"/>
                </a:lnTo>
                <a:lnTo>
                  <a:pt x="476250" y="733425"/>
                </a:lnTo>
                <a:lnTo>
                  <a:pt x="485775" y="733425"/>
                </a:lnTo>
                <a:lnTo>
                  <a:pt x="485775" y="742950"/>
                </a:lnTo>
                <a:lnTo>
                  <a:pt x="419100" y="742950"/>
                </a:lnTo>
                <a:lnTo>
                  <a:pt x="419100" y="733425"/>
                </a:lnTo>
                <a:lnTo>
                  <a:pt x="409575" y="733425"/>
                </a:lnTo>
                <a:lnTo>
                  <a:pt x="409575" y="723900"/>
                </a:lnTo>
                <a:lnTo>
                  <a:pt x="400050" y="723900"/>
                </a:lnTo>
                <a:close/>
                <a:moveTo>
                  <a:pt x="514350" y="714375"/>
                </a:moveTo>
                <a:lnTo>
                  <a:pt x="552450" y="714375"/>
                </a:lnTo>
                <a:lnTo>
                  <a:pt x="552450" y="733425"/>
                </a:lnTo>
                <a:lnTo>
                  <a:pt x="542925" y="733425"/>
                </a:lnTo>
                <a:lnTo>
                  <a:pt x="542925" y="742950"/>
                </a:lnTo>
                <a:lnTo>
                  <a:pt x="514350" y="742950"/>
                </a:lnTo>
                <a:close/>
                <a:moveTo>
                  <a:pt x="1524000" y="723900"/>
                </a:moveTo>
                <a:lnTo>
                  <a:pt x="1543050" y="723900"/>
                </a:lnTo>
                <a:lnTo>
                  <a:pt x="1543050" y="742950"/>
                </a:lnTo>
                <a:lnTo>
                  <a:pt x="1533525" y="742950"/>
                </a:lnTo>
                <a:lnTo>
                  <a:pt x="1533525" y="752475"/>
                </a:lnTo>
                <a:lnTo>
                  <a:pt x="1514475" y="752475"/>
                </a:lnTo>
                <a:lnTo>
                  <a:pt x="1514475" y="762000"/>
                </a:lnTo>
                <a:lnTo>
                  <a:pt x="1504950" y="762000"/>
                </a:lnTo>
                <a:lnTo>
                  <a:pt x="1504950" y="742950"/>
                </a:lnTo>
                <a:lnTo>
                  <a:pt x="1514475" y="742950"/>
                </a:lnTo>
                <a:lnTo>
                  <a:pt x="1514475" y="733425"/>
                </a:lnTo>
                <a:lnTo>
                  <a:pt x="1524000" y="733425"/>
                </a:lnTo>
                <a:close/>
                <a:moveTo>
                  <a:pt x="485775" y="742950"/>
                </a:moveTo>
                <a:lnTo>
                  <a:pt x="495300" y="742950"/>
                </a:lnTo>
                <a:lnTo>
                  <a:pt x="495300" y="752475"/>
                </a:lnTo>
                <a:lnTo>
                  <a:pt x="485775" y="752475"/>
                </a:lnTo>
                <a:close/>
                <a:moveTo>
                  <a:pt x="1409700" y="771525"/>
                </a:moveTo>
                <a:lnTo>
                  <a:pt x="1428750" y="771525"/>
                </a:lnTo>
                <a:lnTo>
                  <a:pt x="1428750" y="781050"/>
                </a:lnTo>
                <a:lnTo>
                  <a:pt x="1409700" y="781050"/>
                </a:lnTo>
                <a:close/>
                <a:moveTo>
                  <a:pt x="1428750" y="781050"/>
                </a:moveTo>
                <a:lnTo>
                  <a:pt x="1447800" y="781050"/>
                </a:lnTo>
                <a:lnTo>
                  <a:pt x="1447800" y="790575"/>
                </a:lnTo>
                <a:lnTo>
                  <a:pt x="1428750" y="790575"/>
                </a:lnTo>
                <a:close/>
                <a:moveTo>
                  <a:pt x="333375" y="790575"/>
                </a:moveTo>
                <a:lnTo>
                  <a:pt x="371475" y="790575"/>
                </a:lnTo>
                <a:lnTo>
                  <a:pt x="371475" y="800100"/>
                </a:lnTo>
                <a:lnTo>
                  <a:pt x="381000" y="800100"/>
                </a:lnTo>
                <a:lnTo>
                  <a:pt x="381000" y="819150"/>
                </a:lnTo>
                <a:lnTo>
                  <a:pt x="361950" y="819150"/>
                </a:lnTo>
                <a:lnTo>
                  <a:pt x="361950" y="809625"/>
                </a:lnTo>
                <a:lnTo>
                  <a:pt x="342900" y="809625"/>
                </a:lnTo>
                <a:lnTo>
                  <a:pt x="342900" y="800100"/>
                </a:lnTo>
                <a:lnTo>
                  <a:pt x="333375" y="800100"/>
                </a:lnTo>
                <a:close/>
                <a:moveTo>
                  <a:pt x="1476375" y="790575"/>
                </a:moveTo>
                <a:lnTo>
                  <a:pt x="1485900" y="790575"/>
                </a:lnTo>
                <a:lnTo>
                  <a:pt x="1485900" y="809625"/>
                </a:lnTo>
                <a:lnTo>
                  <a:pt x="1476375" y="809625"/>
                </a:lnTo>
                <a:close/>
                <a:moveTo>
                  <a:pt x="1447800" y="809625"/>
                </a:moveTo>
                <a:lnTo>
                  <a:pt x="1457325" y="809625"/>
                </a:lnTo>
                <a:lnTo>
                  <a:pt x="1457325" y="828675"/>
                </a:lnTo>
                <a:lnTo>
                  <a:pt x="1438275" y="828675"/>
                </a:lnTo>
                <a:lnTo>
                  <a:pt x="1438275" y="819150"/>
                </a:lnTo>
                <a:lnTo>
                  <a:pt x="1447800" y="819150"/>
                </a:lnTo>
                <a:close/>
                <a:moveTo>
                  <a:pt x="1466850" y="809625"/>
                </a:moveTo>
                <a:lnTo>
                  <a:pt x="1476375" y="809625"/>
                </a:lnTo>
                <a:lnTo>
                  <a:pt x="1476375" y="819150"/>
                </a:lnTo>
                <a:lnTo>
                  <a:pt x="1466850" y="819150"/>
                </a:lnTo>
                <a:close/>
                <a:moveTo>
                  <a:pt x="1485900" y="838200"/>
                </a:moveTo>
                <a:lnTo>
                  <a:pt x="1495425" y="838200"/>
                </a:lnTo>
                <a:lnTo>
                  <a:pt x="1495425" y="847725"/>
                </a:lnTo>
                <a:lnTo>
                  <a:pt x="1485900" y="847725"/>
                </a:lnTo>
                <a:close/>
                <a:moveTo>
                  <a:pt x="1771650" y="838200"/>
                </a:moveTo>
                <a:lnTo>
                  <a:pt x="1800225" y="838200"/>
                </a:lnTo>
                <a:lnTo>
                  <a:pt x="1800225" y="847725"/>
                </a:lnTo>
                <a:lnTo>
                  <a:pt x="1809750" y="847725"/>
                </a:lnTo>
                <a:lnTo>
                  <a:pt x="1809750" y="857250"/>
                </a:lnTo>
                <a:lnTo>
                  <a:pt x="1790700" y="857250"/>
                </a:lnTo>
                <a:lnTo>
                  <a:pt x="1790700" y="847725"/>
                </a:lnTo>
                <a:lnTo>
                  <a:pt x="1781175" y="847725"/>
                </a:lnTo>
                <a:lnTo>
                  <a:pt x="1781175" y="857250"/>
                </a:lnTo>
                <a:lnTo>
                  <a:pt x="1771650" y="857250"/>
                </a:lnTo>
                <a:close/>
                <a:moveTo>
                  <a:pt x="1495425" y="847725"/>
                </a:moveTo>
                <a:lnTo>
                  <a:pt x="1504950" y="847725"/>
                </a:lnTo>
                <a:lnTo>
                  <a:pt x="1504950" y="857250"/>
                </a:lnTo>
                <a:lnTo>
                  <a:pt x="1495425" y="857250"/>
                </a:lnTo>
                <a:close/>
                <a:moveTo>
                  <a:pt x="1809750" y="857250"/>
                </a:moveTo>
                <a:lnTo>
                  <a:pt x="1819275" y="857250"/>
                </a:lnTo>
                <a:lnTo>
                  <a:pt x="1819275" y="866775"/>
                </a:lnTo>
                <a:lnTo>
                  <a:pt x="1838325" y="866775"/>
                </a:lnTo>
                <a:lnTo>
                  <a:pt x="1838325" y="876300"/>
                </a:lnTo>
                <a:lnTo>
                  <a:pt x="1857375" y="876300"/>
                </a:lnTo>
                <a:lnTo>
                  <a:pt x="1857375" y="885825"/>
                </a:lnTo>
                <a:lnTo>
                  <a:pt x="1866900" y="885825"/>
                </a:lnTo>
                <a:lnTo>
                  <a:pt x="1866900" y="895350"/>
                </a:lnTo>
                <a:lnTo>
                  <a:pt x="1885950" y="895350"/>
                </a:lnTo>
                <a:lnTo>
                  <a:pt x="1885950" y="914400"/>
                </a:lnTo>
                <a:lnTo>
                  <a:pt x="1905000" y="914400"/>
                </a:lnTo>
                <a:lnTo>
                  <a:pt x="1905000" y="923925"/>
                </a:lnTo>
                <a:lnTo>
                  <a:pt x="1895475" y="923925"/>
                </a:lnTo>
                <a:lnTo>
                  <a:pt x="1895475" y="933450"/>
                </a:lnTo>
                <a:lnTo>
                  <a:pt x="1885950" y="933450"/>
                </a:lnTo>
                <a:lnTo>
                  <a:pt x="1885950" y="952500"/>
                </a:lnTo>
                <a:lnTo>
                  <a:pt x="1876425" y="952500"/>
                </a:lnTo>
                <a:lnTo>
                  <a:pt x="1876425" y="942975"/>
                </a:lnTo>
                <a:lnTo>
                  <a:pt x="1847850" y="942975"/>
                </a:lnTo>
                <a:lnTo>
                  <a:pt x="1847850" y="952500"/>
                </a:lnTo>
                <a:lnTo>
                  <a:pt x="1828800" y="952500"/>
                </a:lnTo>
                <a:lnTo>
                  <a:pt x="1828800" y="923925"/>
                </a:lnTo>
                <a:lnTo>
                  <a:pt x="1809750" y="923925"/>
                </a:lnTo>
                <a:lnTo>
                  <a:pt x="1809750" y="914400"/>
                </a:lnTo>
                <a:lnTo>
                  <a:pt x="1800225" y="914400"/>
                </a:lnTo>
                <a:lnTo>
                  <a:pt x="1800225" y="923925"/>
                </a:lnTo>
                <a:lnTo>
                  <a:pt x="1790700" y="923925"/>
                </a:lnTo>
                <a:lnTo>
                  <a:pt x="1790700" y="933450"/>
                </a:lnTo>
                <a:lnTo>
                  <a:pt x="1800225" y="933450"/>
                </a:lnTo>
                <a:lnTo>
                  <a:pt x="1800225" y="942975"/>
                </a:lnTo>
                <a:lnTo>
                  <a:pt x="1809750" y="942975"/>
                </a:lnTo>
                <a:lnTo>
                  <a:pt x="1809750" y="971550"/>
                </a:lnTo>
                <a:lnTo>
                  <a:pt x="1819275" y="971550"/>
                </a:lnTo>
                <a:lnTo>
                  <a:pt x="1819275" y="1000125"/>
                </a:lnTo>
                <a:lnTo>
                  <a:pt x="1790700" y="1000125"/>
                </a:lnTo>
                <a:lnTo>
                  <a:pt x="1790700" y="990600"/>
                </a:lnTo>
                <a:lnTo>
                  <a:pt x="1762125" y="990600"/>
                </a:lnTo>
                <a:lnTo>
                  <a:pt x="1762125" y="981075"/>
                </a:lnTo>
                <a:lnTo>
                  <a:pt x="1781175" y="981075"/>
                </a:lnTo>
                <a:lnTo>
                  <a:pt x="1781175" y="971550"/>
                </a:lnTo>
                <a:lnTo>
                  <a:pt x="1771650" y="971550"/>
                </a:lnTo>
                <a:lnTo>
                  <a:pt x="1771650" y="962025"/>
                </a:lnTo>
                <a:lnTo>
                  <a:pt x="1781175" y="962025"/>
                </a:lnTo>
                <a:lnTo>
                  <a:pt x="1781175" y="952500"/>
                </a:lnTo>
                <a:lnTo>
                  <a:pt x="1771650" y="952500"/>
                </a:lnTo>
                <a:lnTo>
                  <a:pt x="1771650" y="942975"/>
                </a:lnTo>
                <a:lnTo>
                  <a:pt x="1762125" y="942975"/>
                </a:lnTo>
                <a:lnTo>
                  <a:pt x="1762125" y="923925"/>
                </a:lnTo>
                <a:lnTo>
                  <a:pt x="1714500" y="923925"/>
                </a:lnTo>
                <a:lnTo>
                  <a:pt x="1714500" y="914400"/>
                </a:lnTo>
                <a:lnTo>
                  <a:pt x="1704975" y="914400"/>
                </a:lnTo>
                <a:lnTo>
                  <a:pt x="1704975" y="904875"/>
                </a:lnTo>
                <a:lnTo>
                  <a:pt x="1685925" y="904875"/>
                </a:lnTo>
                <a:lnTo>
                  <a:pt x="1685925" y="895350"/>
                </a:lnTo>
                <a:lnTo>
                  <a:pt x="1733550" y="895350"/>
                </a:lnTo>
                <a:lnTo>
                  <a:pt x="1733550" y="904875"/>
                </a:lnTo>
                <a:lnTo>
                  <a:pt x="1743075" y="904875"/>
                </a:lnTo>
                <a:lnTo>
                  <a:pt x="1743075" y="895350"/>
                </a:lnTo>
                <a:lnTo>
                  <a:pt x="1771650" y="895350"/>
                </a:lnTo>
                <a:lnTo>
                  <a:pt x="1771650" y="885825"/>
                </a:lnTo>
                <a:lnTo>
                  <a:pt x="1781175" y="885825"/>
                </a:lnTo>
                <a:lnTo>
                  <a:pt x="1781175" y="876300"/>
                </a:lnTo>
                <a:lnTo>
                  <a:pt x="1800225" y="876300"/>
                </a:lnTo>
                <a:lnTo>
                  <a:pt x="1800225" y="866775"/>
                </a:lnTo>
                <a:lnTo>
                  <a:pt x="1809750" y="866775"/>
                </a:lnTo>
                <a:close/>
                <a:moveTo>
                  <a:pt x="95250" y="866775"/>
                </a:moveTo>
                <a:lnTo>
                  <a:pt x="123825" y="866775"/>
                </a:lnTo>
                <a:lnTo>
                  <a:pt x="123825" y="876300"/>
                </a:lnTo>
                <a:lnTo>
                  <a:pt x="114300" y="876300"/>
                </a:lnTo>
                <a:lnTo>
                  <a:pt x="114300" y="885825"/>
                </a:lnTo>
                <a:lnTo>
                  <a:pt x="95250" y="885825"/>
                </a:lnTo>
                <a:lnTo>
                  <a:pt x="95250" y="895350"/>
                </a:lnTo>
                <a:lnTo>
                  <a:pt x="85725" y="895350"/>
                </a:lnTo>
                <a:lnTo>
                  <a:pt x="85725" y="933450"/>
                </a:lnTo>
                <a:lnTo>
                  <a:pt x="95250" y="933450"/>
                </a:lnTo>
                <a:lnTo>
                  <a:pt x="95250" y="962025"/>
                </a:lnTo>
                <a:lnTo>
                  <a:pt x="85725" y="962025"/>
                </a:lnTo>
                <a:lnTo>
                  <a:pt x="85725" y="952500"/>
                </a:lnTo>
                <a:lnTo>
                  <a:pt x="76200" y="952500"/>
                </a:lnTo>
                <a:lnTo>
                  <a:pt x="76200" y="962025"/>
                </a:lnTo>
                <a:lnTo>
                  <a:pt x="66675" y="962025"/>
                </a:lnTo>
                <a:lnTo>
                  <a:pt x="66675" y="952500"/>
                </a:lnTo>
                <a:lnTo>
                  <a:pt x="28575" y="952500"/>
                </a:lnTo>
                <a:lnTo>
                  <a:pt x="28575" y="962025"/>
                </a:lnTo>
                <a:lnTo>
                  <a:pt x="19050" y="962025"/>
                </a:lnTo>
                <a:lnTo>
                  <a:pt x="19050" y="933450"/>
                </a:lnTo>
                <a:lnTo>
                  <a:pt x="47625" y="933450"/>
                </a:lnTo>
                <a:lnTo>
                  <a:pt x="47625" y="923925"/>
                </a:lnTo>
                <a:lnTo>
                  <a:pt x="57150" y="923925"/>
                </a:lnTo>
                <a:lnTo>
                  <a:pt x="57150" y="914400"/>
                </a:lnTo>
                <a:lnTo>
                  <a:pt x="66675" y="914400"/>
                </a:lnTo>
                <a:lnTo>
                  <a:pt x="66675" y="895350"/>
                </a:lnTo>
                <a:lnTo>
                  <a:pt x="76200" y="895350"/>
                </a:lnTo>
                <a:lnTo>
                  <a:pt x="76200" y="876300"/>
                </a:lnTo>
                <a:lnTo>
                  <a:pt x="95250" y="876300"/>
                </a:lnTo>
                <a:close/>
                <a:moveTo>
                  <a:pt x="1419225" y="914400"/>
                </a:moveTo>
                <a:lnTo>
                  <a:pt x="1428750" y="914400"/>
                </a:lnTo>
                <a:lnTo>
                  <a:pt x="1428750" y="923925"/>
                </a:lnTo>
                <a:lnTo>
                  <a:pt x="1419225" y="923925"/>
                </a:lnTo>
                <a:close/>
                <a:moveTo>
                  <a:pt x="1847850" y="914400"/>
                </a:moveTo>
                <a:lnTo>
                  <a:pt x="1857375" y="914400"/>
                </a:lnTo>
                <a:lnTo>
                  <a:pt x="1857375" y="904875"/>
                </a:lnTo>
                <a:lnTo>
                  <a:pt x="1828800" y="904875"/>
                </a:lnTo>
                <a:lnTo>
                  <a:pt x="1828800" y="923925"/>
                </a:lnTo>
                <a:lnTo>
                  <a:pt x="1847850" y="923925"/>
                </a:lnTo>
                <a:close/>
                <a:moveTo>
                  <a:pt x="1333500" y="923925"/>
                </a:moveTo>
                <a:lnTo>
                  <a:pt x="1343025" y="923925"/>
                </a:lnTo>
                <a:lnTo>
                  <a:pt x="1343025" y="933450"/>
                </a:lnTo>
                <a:lnTo>
                  <a:pt x="1333500" y="933450"/>
                </a:lnTo>
                <a:close/>
                <a:moveTo>
                  <a:pt x="266700" y="933450"/>
                </a:moveTo>
                <a:lnTo>
                  <a:pt x="285750" y="933450"/>
                </a:lnTo>
                <a:lnTo>
                  <a:pt x="285750" y="942975"/>
                </a:lnTo>
                <a:lnTo>
                  <a:pt x="295275" y="942975"/>
                </a:lnTo>
                <a:lnTo>
                  <a:pt x="295275" y="952500"/>
                </a:lnTo>
                <a:lnTo>
                  <a:pt x="323850" y="952500"/>
                </a:lnTo>
                <a:lnTo>
                  <a:pt x="323850" y="971550"/>
                </a:lnTo>
                <a:lnTo>
                  <a:pt x="333375" y="971550"/>
                </a:lnTo>
                <a:lnTo>
                  <a:pt x="333375" y="981075"/>
                </a:lnTo>
                <a:lnTo>
                  <a:pt x="342900" y="981075"/>
                </a:lnTo>
                <a:lnTo>
                  <a:pt x="342900" y="1028700"/>
                </a:lnTo>
                <a:lnTo>
                  <a:pt x="333375" y="1028700"/>
                </a:lnTo>
                <a:lnTo>
                  <a:pt x="333375" y="1009650"/>
                </a:lnTo>
                <a:lnTo>
                  <a:pt x="323850" y="1009650"/>
                </a:lnTo>
                <a:lnTo>
                  <a:pt x="323850" y="1019175"/>
                </a:lnTo>
                <a:lnTo>
                  <a:pt x="314325" y="1019175"/>
                </a:lnTo>
                <a:lnTo>
                  <a:pt x="314325" y="981075"/>
                </a:lnTo>
                <a:lnTo>
                  <a:pt x="304800" y="981075"/>
                </a:lnTo>
                <a:lnTo>
                  <a:pt x="304800" y="990600"/>
                </a:lnTo>
                <a:lnTo>
                  <a:pt x="257175" y="990600"/>
                </a:lnTo>
                <a:lnTo>
                  <a:pt x="257175" y="962025"/>
                </a:lnTo>
                <a:lnTo>
                  <a:pt x="266700" y="962025"/>
                </a:lnTo>
                <a:close/>
                <a:moveTo>
                  <a:pt x="476250" y="942975"/>
                </a:moveTo>
                <a:lnTo>
                  <a:pt x="495300" y="942975"/>
                </a:lnTo>
                <a:lnTo>
                  <a:pt x="495300" y="1000125"/>
                </a:lnTo>
                <a:lnTo>
                  <a:pt x="485775" y="1000125"/>
                </a:lnTo>
                <a:lnTo>
                  <a:pt x="485775" y="1009650"/>
                </a:lnTo>
                <a:lnTo>
                  <a:pt x="466725" y="1009650"/>
                </a:lnTo>
                <a:lnTo>
                  <a:pt x="466725" y="990600"/>
                </a:lnTo>
                <a:lnTo>
                  <a:pt x="476250" y="990600"/>
                </a:lnTo>
                <a:close/>
                <a:moveTo>
                  <a:pt x="85725" y="971550"/>
                </a:moveTo>
                <a:lnTo>
                  <a:pt x="95250" y="971550"/>
                </a:lnTo>
                <a:lnTo>
                  <a:pt x="95250" y="981075"/>
                </a:lnTo>
                <a:lnTo>
                  <a:pt x="114300" y="981075"/>
                </a:lnTo>
                <a:lnTo>
                  <a:pt x="114300" y="990600"/>
                </a:lnTo>
                <a:lnTo>
                  <a:pt x="57150" y="990600"/>
                </a:lnTo>
                <a:lnTo>
                  <a:pt x="57150" y="981075"/>
                </a:lnTo>
                <a:lnTo>
                  <a:pt x="85725" y="981075"/>
                </a:lnTo>
                <a:close/>
                <a:moveTo>
                  <a:pt x="190500" y="971550"/>
                </a:moveTo>
                <a:lnTo>
                  <a:pt x="238125" y="971550"/>
                </a:lnTo>
                <a:lnTo>
                  <a:pt x="238125" y="981075"/>
                </a:lnTo>
                <a:lnTo>
                  <a:pt x="228600" y="981075"/>
                </a:lnTo>
                <a:lnTo>
                  <a:pt x="228600" y="1000125"/>
                </a:lnTo>
                <a:lnTo>
                  <a:pt x="180975" y="1000125"/>
                </a:lnTo>
                <a:lnTo>
                  <a:pt x="180975" y="981075"/>
                </a:lnTo>
                <a:lnTo>
                  <a:pt x="190500" y="981075"/>
                </a:lnTo>
                <a:close/>
                <a:moveTo>
                  <a:pt x="1876425" y="971550"/>
                </a:moveTo>
                <a:lnTo>
                  <a:pt x="1885950" y="971550"/>
                </a:lnTo>
                <a:lnTo>
                  <a:pt x="1885950" y="990600"/>
                </a:lnTo>
                <a:lnTo>
                  <a:pt x="1866900" y="990600"/>
                </a:lnTo>
                <a:lnTo>
                  <a:pt x="1866900" y="981075"/>
                </a:lnTo>
                <a:lnTo>
                  <a:pt x="1876425" y="981075"/>
                </a:lnTo>
                <a:close/>
                <a:moveTo>
                  <a:pt x="1828800" y="981075"/>
                </a:moveTo>
                <a:lnTo>
                  <a:pt x="1838325" y="981075"/>
                </a:lnTo>
                <a:lnTo>
                  <a:pt x="1838325" y="990600"/>
                </a:lnTo>
                <a:lnTo>
                  <a:pt x="1828800" y="990600"/>
                </a:lnTo>
                <a:close/>
                <a:moveTo>
                  <a:pt x="142875" y="990600"/>
                </a:moveTo>
                <a:lnTo>
                  <a:pt x="161925" y="990600"/>
                </a:lnTo>
                <a:lnTo>
                  <a:pt x="161925" y="1000125"/>
                </a:lnTo>
                <a:lnTo>
                  <a:pt x="142875" y="1000125"/>
                </a:lnTo>
                <a:close/>
                <a:moveTo>
                  <a:pt x="628650" y="990600"/>
                </a:moveTo>
                <a:lnTo>
                  <a:pt x="638175" y="990600"/>
                </a:lnTo>
                <a:lnTo>
                  <a:pt x="638175" y="1000125"/>
                </a:lnTo>
                <a:lnTo>
                  <a:pt x="628650" y="1000125"/>
                </a:lnTo>
                <a:close/>
                <a:moveTo>
                  <a:pt x="600075" y="1000125"/>
                </a:moveTo>
                <a:lnTo>
                  <a:pt x="619125" y="1000125"/>
                </a:lnTo>
                <a:lnTo>
                  <a:pt x="619125" y="1009650"/>
                </a:lnTo>
                <a:lnTo>
                  <a:pt x="609600" y="1009650"/>
                </a:lnTo>
                <a:lnTo>
                  <a:pt x="609600" y="1019175"/>
                </a:lnTo>
                <a:lnTo>
                  <a:pt x="600075" y="1019175"/>
                </a:lnTo>
                <a:close/>
                <a:moveTo>
                  <a:pt x="152400" y="1009650"/>
                </a:moveTo>
                <a:lnTo>
                  <a:pt x="171450" y="1009650"/>
                </a:lnTo>
                <a:lnTo>
                  <a:pt x="171450" y="1038225"/>
                </a:lnTo>
                <a:lnTo>
                  <a:pt x="152400" y="1038225"/>
                </a:lnTo>
                <a:close/>
                <a:moveTo>
                  <a:pt x="514350" y="1009650"/>
                </a:moveTo>
                <a:lnTo>
                  <a:pt x="533400" y="1009650"/>
                </a:lnTo>
                <a:lnTo>
                  <a:pt x="533400" y="1019175"/>
                </a:lnTo>
                <a:lnTo>
                  <a:pt x="542925" y="1019175"/>
                </a:lnTo>
                <a:lnTo>
                  <a:pt x="542925" y="1028700"/>
                </a:lnTo>
                <a:lnTo>
                  <a:pt x="533400" y="1028700"/>
                </a:lnTo>
                <a:lnTo>
                  <a:pt x="533400" y="1038225"/>
                </a:lnTo>
                <a:lnTo>
                  <a:pt x="542925" y="1038225"/>
                </a:lnTo>
                <a:lnTo>
                  <a:pt x="542925" y="1047750"/>
                </a:lnTo>
                <a:lnTo>
                  <a:pt x="514350" y="1047750"/>
                </a:lnTo>
                <a:close/>
                <a:moveTo>
                  <a:pt x="552450" y="1019175"/>
                </a:moveTo>
                <a:lnTo>
                  <a:pt x="571500" y="1019175"/>
                </a:lnTo>
                <a:lnTo>
                  <a:pt x="571500" y="1028700"/>
                </a:lnTo>
                <a:lnTo>
                  <a:pt x="552450" y="1028700"/>
                </a:lnTo>
                <a:close/>
                <a:moveTo>
                  <a:pt x="95250" y="1038225"/>
                </a:moveTo>
                <a:lnTo>
                  <a:pt x="104775" y="1038225"/>
                </a:lnTo>
                <a:lnTo>
                  <a:pt x="104775" y="1076325"/>
                </a:lnTo>
                <a:lnTo>
                  <a:pt x="95250" y="1076325"/>
                </a:lnTo>
                <a:close/>
                <a:moveTo>
                  <a:pt x="1609725" y="1038225"/>
                </a:moveTo>
                <a:lnTo>
                  <a:pt x="1619250" y="1038225"/>
                </a:lnTo>
                <a:lnTo>
                  <a:pt x="1619250" y="1057275"/>
                </a:lnTo>
                <a:lnTo>
                  <a:pt x="1600200" y="1057275"/>
                </a:lnTo>
                <a:lnTo>
                  <a:pt x="1600200" y="1047750"/>
                </a:lnTo>
                <a:lnTo>
                  <a:pt x="1609725" y="1047750"/>
                </a:lnTo>
                <a:close/>
                <a:moveTo>
                  <a:pt x="1771650" y="1038225"/>
                </a:moveTo>
                <a:lnTo>
                  <a:pt x="1790700" y="1038225"/>
                </a:lnTo>
                <a:lnTo>
                  <a:pt x="1790700" y="1047750"/>
                </a:lnTo>
                <a:lnTo>
                  <a:pt x="1800225" y="1047750"/>
                </a:lnTo>
                <a:lnTo>
                  <a:pt x="1800225" y="1066800"/>
                </a:lnTo>
                <a:lnTo>
                  <a:pt x="1762125" y="1066800"/>
                </a:lnTo>
                <a:lnTo>
                  <a:pt x="1762125" y="1047750"/>
                </a:lnTo>
                <a:lnTo>
                  <a:pt x="1771650" y="1047750"/>
                </a:lnTo>
                <a:close/>
                <a:moveTo>
                  <a:pt x="1695450" y="1047750"/>
                </a:moveTo>
                <a:lnTo>
                  <a:pt x="1714500" y="1047750"/>
                </a:lnTo>
                <a:lnTo>
                  <a:pt x="1714500" y="1057275"/>
                </a:lnTo>
                <a:lnTo>
                  <a:pt x="1695450" y="1057275"/>
                </a:lnTo>
                <a:close/>
                <a:moveTo>
                  <a:pt x="1657350" y="1066800"/>
                </a:moveTo>
                <a:lnTo>
                  <a:pt x="1676400" y="1066800"/>
                </a:lnTo>
                <a:lnTo>
                  <a:pt x="1676400" y="1076325"/>
                </a:lnTo>
                <a:lnTo>
                  <a:pt x="1657350" y="1076325"/>
                </a:lnTo>
                <a:close/>
                <a:moveTo>
                  <a:pt x="1714500" y="1066800"/>
                </a:moveTo>
                <a:lnTo>
                  <a:pt x="1724025" y="1066800"/>
                </a:lnTo>
                <a:lnTo>
                  <a:pt x="1724025" y="1076325"/>
                </a:lnTo>
                <a:lnTo>
                  <a:pt x="1714500" y="1076325"/>
                </a:lnTo>
                <a:close/>
                <a:moveTo>
                  <a:pt x="104775" y="1076325"/>
                </a:moveTo>
                <a:lnTo>
                  <a:pt x="114300" y="1076325"/>
                </a:lnTo>
                <a:lnTo>
                  <a:pt x="114300" y="1095375"/>
                </a:lnTo>
                <a:lnTo>
                  <a:pt x="104775" y="1095375"/>
                </a:lnTo>
                <a:close/>
                <a:moveTo>
                  <a:pt x="1323975" y="1076325"/>
                </a:moveTo>
                <a:lnTo>
                  <a:pt x="1333500" y="1076325"/>
                </a:lnTo>
                <a:lnTo>
                  <a:pt x="1333500" y="1085850"/>
                </a:lnTo>
                <a:lnTo>
                  <a:pt x="1343025" y="1085850"/>
                </a:lnTo>
                <a:lnTo>
                  <a:pt x="1343025" y="1104900"/>
                </a:lnTo>
                <a:lnTo>
                  <a:pt x="1333500" y="1104900"/>
                </a:lnTo>
                <a:lnTo>
                  <a:pt x="1333500" y="1133475"/>
                </a:lnTo>
                <a:lnTo>
                  <a:pt x="1314450" y="1133475"/>
                </a:lnTo>
                <a:lnTo>
                  <a:pt x="1314450" y="1095375"/>
                </a:lnTo>
                <a:lnTo>
                  <a:pt x="1323975" y="1095375"/>
                </a:lnTo>
                <a:close/>
                <a:moveTo>
                  <a:pt x="504825" y="1085850"/>
                </a:moveTo>
                <a:lnTo>
                  <a:pt x="514350" y="1085850"/>
                </a:lnTo>
                <a:lnTo>
                  <a:pt x="514350" y="1095375"/>
                </a:lnTo>
                <a:lnTo>
                  <a:pt x="504825" y="1095375"/>
                </a:lnTo>
                <a:close/>
                <a:moveTo>
                  <a:pt x="38100" y="1104900"/>
                </a:moveTo>
                <a:lnTo>
                  <a:pt x="57150" y="1104900"/>
                </a:lnTo>
                <a:lnTo>
                  <a:pt x="57150" y="1114425"/>
                </a:lnTo>
                <a:lnTo>
                  <a:pt x="47625" y="1114425"/>
                </a:lnTo>
                <a:lnTo>
                  <a:pt x="47625" y="1123950"/>
                </a:lnTo>
                <a:lnTo>
                  <a:pt x="38100" y="1123950"/>
                </a:lnTo>
                <a:close/>
                <a:moveTo>
                  <a:pt x="142875" y="1114425"/>
                </a:moveTo>
                <a:lnTo>
                  <a:pt x="152400" y="1114425"/>
                </a:lnTo>
                <a:lnTo>
                  <a:pt x="152400" y="1133475"/>
                </a:lnTo>
                <a:lnTo>
                  <a:pt x="142875" y="1133475"/>
                </a:lnTo>
                <a:lnTo>
                  <a:pt x="142875" y="1143000"/>
                </a:lnTo>
                <a:lnTo>
                  <a:pt x="123825" y="1143000"/>
                </a:lnTo>
                <a:lnTo>
                  <a:pt x="123825" y="1133475"/>
                </a:lnTo>
                <a:lnTo>
                  <a:pt x="114300" y="1133475"/>
                </a:lnTo>
                <a:lnTo>
                  <a:pt x="114300" y="1123950"/>
                </a:lnTo>
                <a:lnTo>
                  <a:pt x="142875" y="1123950"/>
                </a:lnTo>
                <a:close/>
                <a:moveTo>
                  <a:pt x="161925" y="1114425"/>
                </a:moveTo>
                <a:lnTo>
                  <a:pt x="171450" y="1114425"/>
                </a:lnTo>
                <a:lnTo>
                  <a:pt x="171450" y="1123950"/>
                </a:lnTo>
                <a:lnTo>
                  <a:pt x="161925" y="1123950"/>
                </a:lnTo>
                <a:close/>
                <a:moveTo>
                  <a:pt x="1466850" y="1114425"/>
                </a:moveTo>
                <a:lnTo>
                  <a:pt x="1476375" y="1114425"/>
                </a:lnTo>
                <a:lnTo>
                  <a:pt x="1476375" y="1123950"/>
                </a:lnTo>
                <a:lnTo>
                  <a:pt x="1485900" y="1123950"/>
                </a:lnTo>
                <a:lnTo>
                  <a:pt x="1485900" y="1143000"/>
                </a:lnTo>
                <a:lnTo>
                  <a:pt x="1457325" y="1143000"/>
                </a:lnTo>
                <a:lnTo>
                  <a:pt x="1457325" y="1123950"/>
                </a:lnTo>
                <a:lnTo>
                  <a:pt x="1466850" y="1123950"/>
                </a:lnTo>
                <a:close/>
                <a:moveTo>
                  <a:pt x="1600200" y="1114425"/>
                </a:moveTo>
                <a:lnTo>
                  <a:pt x="1619250" y="1114425"/>
                </a:lnTo>
                <a:lnTo>
                  <a:pt x="1619250" y="1133475"/>
                </a:lnTo>
                <a:lnTo>
                  <a:pt x="1609725" y="1133475"/>
                </a:lnTo>
                <a:lnTo>
                  <a:pt x="1609725" y="1123950"/>
                </a:lnTo>
                <a:lnTo>
                  <a:pt x="1600200" y="1123950"/>
                </a:lnTo>
                <a:close/>
                <a:moveTo>
                  <a:pt x="0" y="1123950"/>
                </a:moveTo>
                <a:lnTo>
                  <a:pt x="9525" y="1123950"/>
                </a:lnTo>
                <a:lnTo>
                  <a:pt x="9525" y="1143000"/>
                </a:lnTo>
                <a:lnTo>
                  <a:pt x="0" y="1143000"/>
                </a:lnTo>
                <a:close/>
                <a:moveTo>
                  <a:pt x="1409700" y="1133475"/>
                </a:moveTo>
                <a:lnTo>
                  <a:pt x="1419225" y="1133475"/>
                </a:lnTo>
                <a:lnTo>
                  <a:pt x="1419225" y="1143000"/>
                </a:lnTo>
                <a:lnTo>
                  <a:pt x="1428750" y="1143000"/>
                </a:lnTo>
                <a:lnTo>
                  <a:pt x="1428750" y="1162050"/>
                </a:lnTo>
                <a:lnTo>
                  <a:pt x="1447800" y="1162050"/>
                </a:lnTo>
                <a:lnTo>
                  <a:pt x="1447800" y="1171575"/>
                </a:lnTo>
                <a:lnTo>
                  <a:pt x="1457325" y="1171575"/>
                </a:lnTo>
                <a:lnTo>
                  <a:pt x="1457325" y="1181100"/>
                </a:lnTo>
                <a:lnTo>
                  <a:pt x="1438275" y="1181100"/>
                </a:lnTo>
                <a:lnTo>
                  <a:pt x="1438275" y="1190625"/>
                </a:lnTo>
                <a:lnTo>
                  <a:pt x="1419225" y="1190625"/>
                </a:lnTo>
                <a:lnTo>
                  <a:pt x="1419225" y="1200150"/>
                </a:lnTo>
                <a:lnTo>
                  <a:pt x="1400175" y="1200150"/>
                </a:lnTo>
                <a:lnTo>
                  <a:pt x="1400175" y="1181100"/>
                </a:lnTo>
                <a:lnTo>
                  <a:pt x="1419225" y="1181100"/>
                </a:lnTo>
                <a:lnTo>
                  <a:pt x="1419225" y="1162050"/>
                </a:lnTo>
                <a:lnTo>
                  <a:pt x="1409700" y="1162050"/>
                </a:lnTo>
                <a:close/>
                <a:moveTo>
                  <a:pt x="638175" y="1162050"/>
                </a:moveTo>
                <a:lnTo>
                  <a:pt x="657225" y="1162050"/>
                </a:lnTo>
                <a:lnTo>
                  <a:pt x="657225" y="1171575"/>
                </a:lnTo>
                <a:lnTo>
                  <a:pt x="666750" y="1171575"/>
                </a:lnTo>
                <a:lnTo>
                  <a:pt x="666750" y="1181100"/>
                </a:lnTo>
                <a:lnTo>
                  <a:pt x="657225" y="1181100"/>
                </a:lnTo>
                <a:lnTo>
                  <a:pt x="657225" y="1190625"/>
                </a:lnTo>
                <a:lnTo>
                  <a:pt x="638175" y="1190625"/>
                </a:lnTo>
                <a:close/>
                <a:moveTo>
                  <a:pt x="1171575" y="1162050"/>
                </a:moveTo>
                <a:lnTo>
                  <a:pt x="1181100" y="1162050"/>
                </a:lnTo>
                <a:lnTo>
                  <a:pt x="1181100" y="1171575"/>
                </a:lnTo>
                <a:lnTo>
                  <a:pt x="1171575" y="1171575"/>
                </a:lnTo>
                <a:close/>
                <a:moveTo>
                  <a:pt x="323850" y="1171575"/>
                </a:moveTo>
                <a:lnTo>
                  <a:pt x="342900" y="1171575"/>
                </a:lnTo>
                <a:lnTo>
                  <a:pt x="342900" y="1181100"/>
                </a:lnTo>
                <a:lnTo>
                  <a:pt x="323850" y="1181100"/>
                </a:lnTo>
                <a:close/>
                <a:moveTo>
                  <a:pt x="400050" y="1171575"/>
                </a:moveTo>
                <a:lnTo>
                  <a:pt x="419100" y="1171575"/>
                </a:lnTo>
                <a:lnTo>
                  <a:pt x="419100" y="1190625"/>
                </a:lnTo>
                <a:lnTo>
                  <a:pt x="400050" y="1190625"/>
                </a:lnTo>
                <a:close/>
                <a:moveTo>
                  <a:pt x="1524000" y="1171575"/>
                </a:moveTo>
                <a:lnTo>
                  <a:pt x="1543050" y="1171575"/>
                </a:lnTo>
                <a:lnTo>
                  <a:pt x="1543050" y="1181100"/>
                </a:lnTo>
                <a:lnTo>
                  <a:pt x="1533525" y="1181100"/>
                </a:lnTo>
                <a:lnTo>
                  <a:pt x="1533525" y="1190625"/>
                </a:lnTo>
                <a:lnTo>
                  <a:pt x="1524000" y="1190625"/>
                </a:lnTo>
                <a:close/>
                <a:moveTo>
                  <a:pt x="1466850" y="1181100"/>
                </a:moveTo>
                <a:lnTo>
                  <a:pt x="1476375" y="1181100"/>
                </a:lnTo>
                <a:lnTo>
                  <a:pt x="1476375" y="1190625"/>
                </a:lnTo>
                <a:lnTo>
                  <a:pt x="1466850" y="1190625"/>
                </a:lnTo>
                <a:close/>
                <a:moveTo>
                  <a:pt x="1285875" y="1209675"/>
                </a:moveTo>
                <a:lnTo>
                  <a:pt x="1333500" y="1209675"/>
                </a:lnTo>
                <a:lnTo>
                  <a:pt x="1333500" y="1228725"/>
                </a:lnTo>
                <a:lnTo>
                  <a:pt x="1323975" y="1228725"/>
                </a:lnTo>
                <a:lnTo>
                  <a:pt x="1323975" y="1238250"/>
                </a:lnTo>
                <a:lnTo>
                  <a:pt x="1285875" y="1238250"/>
                </a:lnTo>
                <a:close/>
                <a:moveTo>
                  <a:pt x="1524000" y="1219200"/>
                </a:moveTo>
                <a:lnTo>
                  <a:pt x="1533525" y="1219200"/>
                </a:lnTo>
                <a:lnTo>
                  <a:pt x="1533525" y="1228725"/>
                </a:lnTo>
                <a:lnTo>
                  <a:pt x="1524000" y="1228725"/>
                </a:lnTo>
                <a:close/>
                <a:moveTo>
                  <a:pt x="1876425" y="1219200"/>
                </a:moveTo>
                <a:lnTo>
                  <a:pt x="1885950" y="1219200"/>
                </a:lnTo>
                <a:lnTo>
                  <a:pt x="1885950" y="1238250"/>
                </a:lnTo>
                <a:lnTo>
                  <a:pt x="1876425" y="1238250"/>
                </a:lnTo>
                <a:close/>
                <a:moveTo>
                  <a:pt x="590550" y="1247775"/>
                </a:moveTo>
                <a:lnTo>
                  <a:pt x="600075" y="1247775"/>
                </a:lnTo>
                <a:lnTo>
                  <a:pt x="600075" y="1266825"/>
                </a:lnTo>
                <a:lnTo>
                  <a:pt x="590550" y="1266825"/>
                </a:lnTo>
                <a:close/>
                <a:moveTo>
                  <a:pt x="600075" y="1266825"/>
                </a:moveTo>
                <a:lnTo>
                  <a:pt x="619125" y="1266825"/>
                </a:lnTo>
                <a:lnTo>
                  <a:pt x="619125" y="1276350"/>
                </a:lnTo>
                <a:lnTo>
                  <a:pt x="600075" y="1276350"/>
                </a:lnTo>
                <a:close/>
                <a:moveTo>
                  <a:pt x="9525" y="1276350"/>
                </a:moveTo>
                <a:lnTo>
                  <a:pt x="19050" y="1276350"/>
                </a:lnTo>
                <a:lnTo>
                  <a:pt x="19050" y="1285875"/>
                </a:lnTo>
                <a:lnTo>
                  <a:pt x="28575" y="1285875"/>
                </a:lnTo>
                <a:lnTo>
                  <a:pt x="28575" y="1295400"/>
                </a:lnTo>
                <a:lnTo>
                  <a:pt x="19050" y="1295400"/>
                </a:lnTo>
                <a:lnTo>
                  <a:pt x="19050" y="1304925"/>
                </a:lnTo>
                <a:lnTo>
                  <a:pt x="9525" y="1304925"/>
                </a:lnTo>
                <a:close/>
                <a:moveTo>
                  <a:pt x="323850" y="1276350"/>
                </a:moveTo>
                <a:lnTo>
                  <a:pt x="342900" y="1276350"/>
                </a:lnTo>
                <a:lnTo>
                  <a:pt x="342900" y="1285875"/>
                </a:lnTo>
                <a:lnTo>
                  <a:pt x="323850" y="1285875"/>
                </a:lnTo>
                <a:close/>
                <a:moveTo>
                  <a:pt x="85725" y="1285875"/>
                </a:moveTo>
                <a:lnTo>
                  <a:pt x="123825" y="1285875"/>
                </a:lnTo>
                <a:lnTo>
                  <a:pt x="123825" y="1314450"/>
                </a:lnTo>
                <a:lnTo>
                  <a:pt x="85725" y="1314450"/>
                </a:lnTo>
                <a:close/>
                <a:moveTo>
                  <a:pt x="161925" y="1295400"/>
                </a:moveTo>
                <a:lnTo>
                  <a:pt x="180975" y="1295400"/>
                </a:lnTo>
                <a:lnTo>
                  <a:pt x="180975" y="1314450"/>
                </a:lnTo>
                <a:lnTo>
                  <a:pt x="161925" y="1314450"/>
                </a:lnTo>
                <a:close/>
                <a:moveTo>
                  <a:pt x="19050" y="1304925"/>
                </a:moveTo>
                <a:lnTo>
                  <a:pt x="28575" y="1304925"/>
                </a:lnTo>
                <a:lnTo>
                  <a:pt x="28575" y="1323975"/>
                </a:lnTo>
                <a:lnTo>
                  <a:pt x="19050" y="1323975"/>
                </a:lnTo>
                <a:close/>
                <a:moveTo>
                  <a:pt x="1514475" y="1314450"/>
                </a:moveTo>
                <a:lnTo>
                  <a:pt x="1524000" y="1314450"/>
                </a:lnTo>
                <a:lnTo>
                  <a:pt x="1524000" y="1323975"/>
                </a:lnTo>
                <a:lnTo>
                  <a:pt x="1533525" y="1323975"/>
                </a:lnTo>
                <a:lnTo>
                  <a:pt x="1533525" y="1333500"/>
                </a:lnTo>
                <a:lnTo>
                  <a:pt x="1524000" y="1333500"/>
                </a:lnTo>
                <a:lnTo>
                  <a:pt x="1524000" y="1352550"/>
                </a:lnTo>
                <a:lnTo>
                  <a:pt x="1514475" y="1352550"/>
                </a:lnTo>
                <a:lnTo>
                  <a:pt x="1514475" y="1362075"/>
                </a:lnTo>
                <a:lnTo>
                  <a:pt x="1504950" y="1362075"/>
                </a:lnTo>
                <a:lnTo>
                  <a:pt x="1504950" y="1352550"/>
                </a:lnTo>
                <a:lnTo>
                  <a:pt x="1495425" y="1352550"/>
                </a:lnTo>
                <a:lnTo>
                  <a:pt x="1495425" y="1343025"/>
                </a:lnTo>
                <a:lnTo>
                  <a:pt x="1504950" y="1343025"/>
                </a:lnTo>
                <a:lnTo>
                  <a:pt x="1504950" y="1333500"/>
                </a:lnTo>
                <a:lnTo>
                  <a:pt x="1514475" y="1333500"/>
                </a:lnTo>
                <a:close/>
                <a:moveTo>
                  <a:pt x="28575" y="1323975"/>
                </a:moveTo>
                <a:lnTo>
                  <a:pt x="38100" y="1323975"/>
                </a:lnTo>
                <a:lnTo>
                  <a:pt x="38100" y="1333500"/>
                </a:lnTo>
                <a:lnTo>
                  <a:pt x="28575" y="1333500"/>
                </a:lnTo>
                <a:close/>
                <a:moveTo>
                  <a:pt x="19050" y="1333500"/>
                </a:moveTo>
                <a:lnTo>
                  <a:pt x="28575" y="1333500"/>
                </a:lnTo>
                <a:lnTo>
                  <a:pt x="28575" y="1343025"/>
                </a:lnTo>
                <a:lnTo>
                  <a:pt x="19050" y="1343025"/>
                </a:lnTo>
                <a:close/>
                <a:moveTo>
                  <a:pt x="200025" y="1333500"/>
                </a:moveTo>
                <a:lnTo>
                  <a:pt x="209550" y="1333500"/>
                </a:lnTo>
                <a:lnTo>
                  <a:pt x="209550" y="1343025"/>
                </a:lnTo>
                <a:lnTo>
                  <a:pt x="219075" y="1343025"/>
                </a:lnTo>
                <a:lnTo>
                  <a:pt x="219075" y="1352550"/>
                </a:lnTo>
                <a:lnTo>
                  <a:pt x="190500" y="1352550"/>
                </a:lnTo>
                <a:lnTo>
                  <a:pt x="190500" y="1343025"/>
                </a:lnTo>
                <a:lnTo>
                  <a:pt x="200025" y="1343025"/>
                </a:lnTo>
                <a:close/>
                <a:moveTo>
                  <a:pt x="1428750" y="1333500"/>
                </a:moveTo>
                <a:lnTo>
                  <a:pt x="1476375" y="1333500"/>
                </a:lnTo>
                <a:lnTo>
                  <a:pt x="1476375" y="1343025"/>
                </a:lnTo>
                <a:lnTo>
                  <a:pt x="1466850" y="1343025"/>
                </a:lnTo>
                <a:lnTo>
                  <a:pt x="1466850" y="1352550"/>
                </a:lnTo>
                <a:lnTo>
                  <a:pt x="1447800" y="1352550"/>
                </a:lnTo>
                <a:lnTo>
                  <a:pt x="1447800" y="1343025"/>
                </a:lnTo>
                <a:lnTo>
                  <a:pt x="1428750" y="1343025"/>
                </a:lnTo>
                <a:close/>
                <a:moveTo>
                  <a:pt x="1666875" y="1333500"/>
                </a:moveTo>
                <a:lnTo>
                  <a:pt x="1676400" y="1333500"/>
                </a:lnTo>
                <a:lnTo>
                  <a:pt x="1676400" y="1343025"/>
                </a:lnTo>
                <a:lnTo>
                  <a:pt x="1666875" y="1343025"/>
                </a:lnTo>
                <a:close/>
                <a:moveTo>
                  <a:pt x="28575" y="1343025"/>
                </a:moveTo>
                <a:lnTo>
                  <a:pt x="38100" y="1343025"/>
                </a:lnTo>
                <a:lnTo>
                  <a:pt x="38100" y="1362075"/>
                </a:lnTo>
                <a:lnTo>
                  <a:pt x="28575" y="1362075"/>
                </a:lnTo>
                <a:close/>
                <a:moveTo>
                  <a:pt x="257175" y="1343025"/>
                </a:moveTo>
                <a:lnTo>
                  <a:pt x="266700" y="1343025"/>
                </a:lnTo>
                <a:lnTo>
                  <a:pt x="266700" y="1352550"/>
                </a:lnTo>
                <a:lnTo>
                  <a:pt x="257175" y="1352550"/>
                </a:lnTo>
                <a:close/>
                <a:moveTo>
                  <a:pt x="95250" y="1352550"/>
                </a:moveTo>
                <a:lnTo>
                  <a:pt x="104775" y="1352550"/>
                </a:lnTo>
                <a:lnTo>
                  <a:pt x="104775" y="1371600"/>
                </a:lnTo>
                <a:lnTo>
                  <a:pt x="95250" y="1371600"/>
                </a:lnTo>
                <a:close/>
                <a:moveTo>
                  <a:pt x="333375" y="1352550"/>
                </a:moveTo>
                <a:lnTo>
                  <a:pt x="342900" y="1352550"/>
                </a:lnTo>
                <a:lnTo>
                  <a:pt x="342900" y="1362075"/>
                </a:lnTo>
                <a:lnTo>
                  <a:pt x="333375" y="1362075"/>
                </a:lnTo>
                <a:close/>
                <a:moveTo>
                  <a:pt x="371475" y="1352550"/>
                </a:moveTo>
                <a:lnTo>
                  <a:pt x="409575" y="1352550"/>
                </a:lnTo>
                <a:lnTo>
                  <a:pt x="409575" y="1362075"/>
                </a:lnTo>
                <a:lnTo>
                  <a:pt x="400050" y="1362075"/>
                </a:lnTo>
                <a:lnTo>
                  <a:pt x="400050" y="1371600"/>
                </a:lnTo>
                <a:lnTo>
                  <a:pt x="390525" y="1371600"/>
                </a:lnTo>
                <a:lnTo>
                  <a:pt x="390525" y="1381125"/>
                </a:lnTo>
                <a:lnTo>
                  <a:pt x="371475" y="1381125"/>
                </a:lnTo>
                <a:close/>
                <a:moveTo>
                  <a:pt x="1552575" y="1352550"/>
                </a:moveTo>
                <a:lnTo>
                  <a:pt x="1562100" y="1352550"/>
                </a:lnTo>
                <a:lnTo>
                  <a:pt x="1562100" y="1371600"/>
                </a:lnTo>
                <a:lnTo>
                  <a:pt x="1543050" y="1371600"/>
                </a:lnTo>
                <a:lnTo>
                  <a:pt x="1543050" y="1362075"/>
                </a:lnTo>
                <a:lnTo>
                  <a:pt x="1552575" y="1362075"/>
                </a:lnTo>
                <a:close/>
                <a:moveTo>
                  <a:pt x="1685925" y="1352550"/>
                </a:moveTo>
                <a:lnTo>
                  <a:pt x="1714500" y="1352550"/>
                </a:lnTo>
                <a:lnTo>
                  <a:pt x="1714500" y="1362075"/>
                </a:lnTo>
                <a:lnTo>
                  <a:pt x="1724025" y="1362075"/>
                </a:lnTo>
                <a:lnTo>
                  <a:pt x="1724025" y="1371600"/>
                </a:lnTo>
                <a:lnTo>
                  <a:pt x="1714500" y="1371600"/>
                </a:lnTo>
                <a:lnTo>
                  <a:pt x="1714500" y="1381125"/>
                </a:lnTo>
                <a:lnTo>
                  <a:pt x="1704975" y="1381125"/>
                </a:lnTo>
                <a:lnTo>
                  <a:pt x="1704975" y="1362075"/>
                </a:lnTo>
                <a:lnTo>
                  <a:pt x="1685925" y="1362075"/>
                </a:lnTo>
                <a:close/>
                <a:moveTo>
                  <a:pt x="38100" y="1362075"/>
                </a:moveTo>
                <a:lnTo>
                  <a:pt x="47625" y="1362075"/>
                </a:lnTo>
                <a:lnTo>
                  <a:pt x="47625" y="1390650"/>
                </a:lnTo>
                <a:lnTo>
                  <a:pt x="38100" y="1390650"/>
                </a:lnTo>
                <a:close/>
                <a:moveTo>
                  <a:pt x="1590675" y="1371600"/>
                </a:moveTo>
                <a:lnTo>
                  <a:pt x="1600200" y="1371600"/>
                </a:lnTo>
                <a:lnTo>
                  <a:pt x="1600200" y="1390650"/>
                </a:lnTo>
                <a:lnTo>
                  <a:pt x="1590675" y="1390650"/>
                </a:lnTo>
                <a:close/>
                <a:moveTo>
                  <a:pt x="352425" y="1381125"/>
                </a:moveTo>
                <a:lnTo>
                  <a:pt x="361950" y="1381125"/>
                </a:lnTo>
                <a:lnTo>
                  <a:pt x="361950" y="1390650"/>
                </a:lnTo>
                <a:lnTo>
                  <a:pt x="352425" y="1390650"/>
                </a:lnTo>
                <a:close/>
                <a:moveTo>
                  <a:pt x="1762125" y="1381125"/>
                </a:moveTo>
                <a:lnTo>
                  <a:pt x="1771650" y="1381125"/>
                </a:lnTo>
                <a:lnTo>
                  <a:pt x="1771650" y="1390650"/>
                </a:lnTo>
                <a:lnTo>
                  <a:pt x="1781175" y="1390650"/>
                </a:lnTo>
                <a:lnTo>
                  <a:pt x="1781175" y="1400175"/>
                </a:lnTo>
                <a:lnTo>
                  <a:pt x="1828800" y="1400175"/>
                </a:lnTo>
                <a:lnTo>
                  <a:pt x="1828800" y="1428750"/>
                </a:lnTo>
                <a:lnTo>
                  <a:pt x="1819275" y="1428750"/>
                </a:lnTo>
                <a:lnTo>
                  <a:pt x="1819275" y="1438275"/>
                </a:lnTo>
                <a:lnTo>
                  <a:pt x="1809750" y="1438275"/>
                </a:lnTo>
                <a:lnTo>
                  <a:pt x="1809750" y="1419225"/>
                </a:lnTo>
                <a:lnTo>
                  <a:pt x="1800225" y="1419225"/>
                </a:lnTo>
                <a:lnTo>
                  <a:pt x="1800225" y="1457325"/>
                </a:lnTo>
                <a:lnTo>
                  <a:pt x="1790700" y="1457325"/>
                </a:lnTo>
                <a:lnTo>
                  <a:pt x="1790700" y="1409700"/>
                </a:lnTo>
                <a:lnTo>
                  <a:pt x="1771650" y="1409700"/>
                </a:lnTo>
                <a:lnTo>
                  <a:pt x="1771650" y="1419225"/>
                </a:lnTo>
                <a:lnTo>
                  <a:pt x="1762125" y="1419225"/>
                </a:lnTo>
                <a:close/>
                <a:moveTo>
                  <a:pt x="47625" y="1390650"/>
                </a:moveTo>
                <a:lnTo>
                  <a:pt x="57150" y="1390650"/>
                </a:lnTo>
                <a:lnTo>
                  <a:pt x="57150" y="1400175"/>
                </a:lnTo>
                <a:lnTo>
                  <a:pt x="47625" y="1400175"/>
                </a:lnTo>
                <a:close/>
                <a:moveTo>
                  <a:pt x="295275" y="1390650"/>
                </a:moveTo>
                <a:lnTo>
                  <a:pt x="314325" y="1390650"/>
                </a:lnTo>
                <a:lnTo>
                  <a:pt x="314325" y="1409700"/>
                </a:lnTo>
                <a:lnTo>
                  <a:pt x="323850" y="1409700"/>
                </a:lnTo>
                <a:lnTo>
                  <a:pt x="323850" y="1400175"/>
                </a:lnTo>
                <a:lnTo>
                  <a:pt x="342900" y="1400175"/>
                </a:lnTo>
                <a:lnTo>
                  <a:pt x="342900" y="1409700"/>
                </a:lnTo>
                <a:lnTo>
                  <a:pt x="333375" y="1409700"/>
                </a:lnTo>
                <a:lnTo>
                  <a:pt x="333375" y="1419225"/>
                </a:lnTo>
                <a:lnTo>
                  <a:pt x="314325" y="1419225"/>
                </a:lnTo>
                <a:lnTo>
                  <a:pt x="314325" y="1428750"/>
                </a:lnTo>
                <a:lnTo>
                  <a:pt x="304800" y="1428750"/>
                </a:lnTo>
                <a:lnTo>
                  <a:pt x="304800" y="1419225"/>
                </a:lnTo>
                <a:lnTo>
                  <a:pt x="295275" y="1419225"/>
                </a:lnTo>
                <a:lnTo>
                  <a:pt x="295275" y="1409700"/>
                </a:lnTo>
                <a:lnTo>
                  <a:pt x="285750" y="1409700"/>
                </a:lnTo>
                <a:lnTo>
                  <a:pt x="285750" y="1400175"/>
                </a:lnTo>
                <a:lnTo>
                  <a:pt x="295275" y="1400175"/>
                </a:lnTo>
                <a:close/>
                <a:moveTo>
                  <a:pt x="1724025" y="1390650"/>
                </a:moveTo>
                <a:lnTo>
                  <a:pt x="1733550" y="1390650"/>
                </a:lnTo>
                <a:lnTo>
                  <a:pt x="1733550" y="1400175"/>
                </a:lnTo>
                <a:lnTo>
                  <a:pt x="1724025" y="1400175"/>
                </a:lnTo>
                <a:close/>
                <a:moveTo>
                  <a:pt x="1743075" y="1390650"/>
                </a:moveTo>
                <a:lnTo>
                  <a:pt x="1752600" y="1390650"/>
                </a:lnTo>
                <a:lnTo>
                  <a:pt x="1752600" y="1438275"/>
                </a:lnTo>
                <a:lnTo>
                  <a:pt x="1733550" y="1438275"/>
                </a:lnTo>
                <a:lnTo>
                  <a:pt x="1733550" y="1400175"/>
                </a:lnTo>
                <a:lnTo>
                  <a:pt x="1743075" y="1400175"/>
                </a:lnTo>
                <a:close/>
                <a:moveTo>
                  <a:pt x="1533525" y="1409700"/>
                </a:moveTo>
                <a:lnTo>
                  <a:pt x="1571625" y="1409700"/>
                </a:lnTo>
                <a:lnTo>
                  <a:pt x="1571625" y="1428750"/>
                </a:lnTo>
                <a:lnTo>
                  <a:pt x="1543050" y="1428750"/>
                </a:lnTo>
                <a:lnTo>
                  <a:pt x="1543050" y="1419225"/>
                </a:lnTo>
                <a:lnTo>
                  <a:pt x="1533525" y="1419225"/>
                </a:lnTo>
                <a:close/>
                <a:moveTo>
                  <a:pt x="66675" y="1428750"/>
                </a:moveTo>
                <a:lnTo>
                  <a:pt x="76200" y="1428750"/>
                </a:lnTo>
                <a:lnTo>
                  <a:pt x="76200" y="1438275"/>
                </a:lnTo>
                <a:lnTo>
                  <a:pt x="66675" y="1438275"/>
                </a:lnTo>
                <a:close/>
                <a:moveTo>
                  <a:pt x="76200" y="1438275"/>
                </a:moveTo>
                <a:lnTo>
                  <a:pt x="85725" y="1438275"/>
                </a:lnTo>
                <a:lnTo>
                  <a:pt x="85725" y="1447800"/>
                </a:lnTo>
                <a:lnTo>
                  <a:pt x="95250" y="1447800"/>
                </a:lnTo>
                <a:lnTo>
                  <a:pt x="95250" y="1466850"/>
                </a:lnTo>
                <a:lnTo>
                  <a:pt x="104775" y="1466850"/>
                </a:lnTo>
                <a:lnTo>
                  <a:pt x="104775" y="1495425"/>
                </a:lnTo>
                <a:lnTo>
                  <a:pt x="95250" y="1495425"/>
                </a:lnTo>
                <a:lnTo>
                  <a:pt x="95250" y="1476375"/>
                </a:lnTo>
                <a:lnTo>
                  <a:pt x="85725" y="1476375"/>
                </a:lnTo>
                <a:lnTo>
                  <a:pt x="85725" y="1457325"/>
                </a:lnTo>
                <a:lnTo>
                  <a:pt x="76200" y="1457325"/>
                </a:lnTo>
                <a:close/>
                <a:moveTo>
                  <a:pt x="1771650" y="1438275"/>
                </a:moveTo>
                <a:lnTo>
                  <a:pt x="1781175" y="1438275"/>
                </a:lnTo>
                <a:lnTo>
                  <a:pt x="1781175" y="1457325"/>
                </a:lnTo>
                <a:lnTo>
                  <a:pt x="1790700" y="1457325"/>
                </a:lnTo>
                <a:lnTo>
                  <a:pt x="1790700" y="1485900"/>
                </a:lnTo>
                <a:lnTo>
                  <a:pt x="1781175" y="1485900"/>
                </a:lnTo>
                <a:lnTo>
                  <a:pt x="1781175" y="1514475"/>
                </a:lnTo>
                <a:lnTo>
                  <a:pt x="1762125" y="1514475"/>
                </a:lnTo>
                <a:lnTo>
                  <a:pt x="1762125" y="1543050"/>
                </a:lnTo>
                <a:lnTo>
                  <a:pt x="1752600" y="1543050"/>
                </a:lnTo>
                <a:lnTo>
                  <a:pt x="1752600" y="1552575"/>
                </a:lnTo>
                <a:lnTo>
                  <a:pt x="1733550" y="1552575"/>
                </a:lnTo>
                <a:lnTo>
                  <a:pt x="1733550" y="1514475"/>
                </a:lnTo>
                <a:lnTo>
                  <a:pt x="1743075" y="1514475"/>
                </a:lnTo>
                <a:lnTo>
                  <a:pt x="1743075" y="1495425"/>
                </a:lnTo>
                <a:lnTo>
                  <a:pt x="1752600" y="1495425"/>
                </a:lnTo>
                <a:lnTo>
                  <a:pt x="1752600" y="1485900"/>
                </a:lnTo>
                <a:lnTo>
                  <a:pt x="1743075" y="1485900"/>
                </a:lnTo>
                <a:lnTo>
                  <a:pt x="1743075" y="1476375"/>
                </a:lnTo>
                <a:lnTo>
                  <a:pt x="1752600" y="1476375"/>
                </a:lnTo>
                <a:lnTo>
                  <a:pt x="1752600" y="1466850"/>
                </a:lnTo>
                <a:lnTo>
                  <a:pt x="1762125" y="1466850"/>
                </a:lnTo>
                <a:lnTo>
                  <a:pt x="1762125" y="1447800"/>
                </a:lnTo>
                <a:lnTo>
                  <a:pt x="1771650" y="1447800"/>
                </a:lnTo>
                <a:close/>
                <a:moveTo>
                  <a:pt x="133350" y="1485900"/>
                </a:moveTo>
                <a:lnTo>
                  <a:pt x="171450" y="1485900"/>
                </a:lnTo>
                <a:lnTo>
                  <a:pt x="171450" y="1524000"/>
                </a:lnTo>
                <a:lnTo>
                  <a:pt x="152400" y="1524000"/>
                </a:lnTo>
                <a:lnTo>
                  <a:pt x="152400" y="1514475"/>
                </a:lnTo>
                <a:lnTo>
                  <a:pt x="142875" y="1514475"/>
                </a:lnTo>
                <a:lnTo>
                  <a:pt x="142875" y="1495425"/>
                </a:lnTo>
                <a:lnTo>
                  <a:pt x="133350" y="1495425"/>
                </a:lnTo>
                <a:close/>
                <a:moveTo>
                  <a:pt x="104775" y="1495425"/>
                </a:moveTo>
                <a:lnTo>
                  <a:pt x="114300" y="1495425"/>
                </a:lnTo>
                <a:lnTo>
                  <a:pt x="114300" y="1514475"/>
                </a:lnTo>
                <a:lnTo>
                  <a:pt x="104775" y="1514475"/>
                </a:lnTo>
                <a:close/>
                <a:moveTo>
                  <a:pt x="1685925" y="1495425"/>
                </a:moveTo>
                <a:lnTo>
                  <a:pt x="1704975" y="1495425"/>
                </a:lnTo>
                <a:lnTo>
                  <a:pt x="1704975" y="1504950"/>
                </a:lnTo>
                <a:lnTo>
                  <a:pt x="1695450" y="1504950"/>
                </a:lnTo>
                <a:lnTo>
                  <a:pt x="1695450" y="1514475"/>
                </a:lnTo>
                <a:lnTo>
                  <a:pt x="1647825" y="1514475"/>
                </a:lnTo>
                <a:lnTo>
                  <a:pt x="1647825" y="1504950"/>
                </a:lnTo>
                <a:lnTo>
                  <a:pt x="1685925" y="1504950"/>
                </a:lnTo>
                <a:close/>
                <a:moveTo>
                  <a:pt x="123825" y="1504950"/>
                </a:moveTo>
                <a:lnTo>
                  <a:pt x="133350" y="1504950"/>
                </a:lnTo>
                <a:lnTo>
                  <a:pt x="133350" y="1533525"/>
                </a:lnTo>
                <a:lnTo>
                  <a:pt x="123825" y="1533525"/>
                </a:lnTo>
                <a:close/>
                <a:moveTo>
                  <a:pt x="1743075" y="1524000"/>
                </a:moveTo>
                <a:lnTo>
                  <a:pt x="1752600" y="1524000"/>
                </a:lnTo>
                <a:lnTo>
                  <a:pt x="1752600" y="1514475"/>
                </a:lnTo>
                <a:lnTo>
                  <a:pt x="1743075" y="1514475"/>
                </a:lnTo>
                <a:close/>
                <a:moveTo>
                  <a:pt x="171450" y="1581150"/>
                </a:moveTo>
                <a:lnTo>
                  <a:pt x="180975" y="1581150"/>
                </a:lnTo>
                <a:lnTo>
                  <a:pt x="180975" y="1600200"/>
                </a:lnTo>
                <a:lnTo>
                  <a:pt x="161925" y="1600200"/>
                </a:lnTo>
                <a:lnTo>
                  <a:pt x="161925" y="1590675"/>
                </a:lnTo>
                <a:lnTo>
                  <a:pt x="171450" y="1590675"/>
                </a:lnTo>
                <a:close/>
                <a:moveTo>
                  <a:pt x="1685925" y="1581150"/>
                </a:moveTo>
                <a:lnTo>
                  <a:pt x="1724025" y="1581150"/>
                </a:lnTo>
                <a:lnTo>
                  <a:pt x="1724025" y="1600200"/>
                </a:lnTo>
                <a:lnTo>
                  <a:pt x="1714500" y="1600200"/>
                </a:lnTo>
                <a:lnTo>
                  <a:pt x="1714500" y="1609725"/>
                </a:lnTo>
                <a:lnTo>
                  <a:pt x="1704975" y="1609725"/>
                </a:lnTo>
                <a:lnTo>
                  <a:pt x="1704975" y="1619250"/>
                </a:lnTo>
                <a:lnTo>
                  <a:pt x="1695450" y="1619250"/>
                </a:lnTo>
                <a:lnTo>
                  <a:pt x="1695450" y="1628775"/>
                </a:lnTo>
                <a:lnTo>
                  <a:pt x="1676400" y="1628775"/>
                </a:lnTo>
                <a:lnTo>
                  <a:pt x="1676400" y="1619250"/>
                </a:lnTo>
                <a:lnTo>
                  <a:pt x="1666875" y="1619250"/>
                </a:lnTo>
                <a:lnTo>
                  <a:pt x="1666875" y="1590675"/>
                </a:lnTo>
                <a:lnTo>
                  <a:pt x="1685925" y="1590675"/>
                </a:lnTo>
                <a:close/>
              </a:path>
            </a:pathLst>
          </a:custGeom>
          <a:solidFill xmlns:a="http://schemas.openxmlformats.org/drawingml/2006/main">
            <a:srgbClr val="F4E0D7"/>
          </a:solidFill>
          <a:ln xmlns:a="http://schemas.openxmlformats.org/drawingml/2006/main" w="0">
            <a:noFill/>
          </a:ln>
        </p:spPr>
      </p:sp>
      <p:sp>
        <p:nvSpPr>
          <p:cNvPr id="55" name="juan vector #f4e0d5">
            <a:extLst xmlns:a="http://schemas.openxmlformats.org/drawingml/2006/main">
              <a:ext uri="{FF2B5EF4-FFF2-40B4-BE49-F238E27FC236}">
                <a16:creationId xmlns:a16="http://schemas.microsoft.com/office/drawing/2014/main" id="{6244644A-3CEB-497C-93EF-B5BA9EE8AEF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48900" y="2552700"/>
            <a:ext cx="2085975" cy="2085975"/>
          </a:xfrm>
          <a:custGeom xmlns:a="http://schemas.openxmlformats.org/drawingml/2006/main">
            <a:pathLst>
              <a:path w="2085975" h="2085975">
                <a:moveTo>
                  <a:pt x="876300" y="57150"/>
                </a:moveTo>
                <a:lnTo>
                  <a:pt x="990600" y="57150"/>
                </a:lnTo>
                <a:lnTo>
                  <a:pt x="990600" y="66675"/>
                </a:lnTo>
                <a:lnTo>
                  <a:pt x="1009650" y="66675"/>
                </a:lnTo>
                <a:lnTo>
                  <a:pt x="1009650" y="57150"/>
                </a:lnTo>
                <a:lnTo>
                  <a:pt x="1028700" y="57150"/>
                </a:lnTo>
                <a:lnTo>
                  <a:pt x="1028700" y="76200"/>
                </a:lnTo>
                <a:lnTo>
                  <a:pt x="1038225" y="76200"/>
                </a:lnTo>
                <a:lnTo>
                  <a:pt x="1038225" y="66675"/>
                </a:lnTo>
                <a:lnTo>
                  <a:pt x="1047750" y="66675"/>
                </a:lnTo>
                <a:lnTo>
                  <a:pt x="1047750" y="104775"/>
                </a:lnTo>
                <a:lnTo>
                  <a:pt x="1038225" y="104775"/>
                </a:lnTo>
                <a:lnTo>
                  <a:pt x="1038225" y="114300"/>
                </a:lnTo>
                <a:lnTo>
                  <a:pt x="1028700" y="114300"/>
                </a:lnTo>
                <a:lnTo>
                  <a:pt x="1028700" y="171450"/>
                </a:lnTo>
                <a:lnTo>
                  <a:pt x="1019175" y="171450"/>
                </a:lnTo>
                <a:lnTo>
                  <a:pt x="1019175" y="190500"/>
                </a:lnTo>
                <a:lnTo>
                  <a:pt x="1028700" y="190500"/>
                </a:lnTo>
                <a:lnTo>
                  <a:pt x="1028700" y="171450"/>
                </a:lnTo>
                <a:lnTo>
                  <a:pt x="1038225" y="171450"/>
                </a:lnTo>
                <a:lnTo>
                  <a:pt x="1038225" y="161925"/>
                </a:lnTo>
                <a:lnTo>
                  <a:pt x="1047750" y="161925"/>
                </a:lnTo>
                <a:lnTo>
                  <a:pt x="1047750" y="123825"/>
                </a:lnTo>
                <a:lnTo>
                  <a:pt x="1057275" y="123825"/>
                </a:lnTo>
                <a:lnTo>
                  <a:pt x="1057275" y="114300"/>
                </a:lnTo>
                <a:lnTo>
                  <a:pt x="1066800" y="114300"/>
                </a:lnTo>
                <a:lnTo>
                  <a:pt x="1066800" y="76200"/>
                </a:lnTo>
                <a:lnTo>
                  <a:pt x="1076325" y="76200"/>
                </a:lnTo>
                <a:lnTo>
                  <a:pt x="1076325" y="66675"/>
                </a:lnTo>
                <a:lnTo>
                  <a:pt x="1085850" y="66675"/>
                </a:lnTo>
                <a:lnTo>
                  <a:pt x="1085850" y="76200"/>
                </a:lnTo>
                <a:lnTo>
                  <a:pt x="1095375" y="76200"/>
                </a:lnTo>
                <a:lnTo>
                  <a:pt x="1095375" y="123825"/>
                </a:lnTo>
                <a:lnTo>
                  <a:pt x="1104900" y="123825"/>
                </a:lnTo>
                <a:lnTo>
                  <a:pt x="1104900" y="142875"/>
                </a:lnTo>
                <a:lnTo>
                  <a:pt x="1114425" y="142875"/>
                </a:lnTo>
                <a:lnTo>
                  <a:pt x="1114425" y="152400"/>
                </a:lnTo>
                <a:lnTo>
                  <a:pt x="1123950" y="152400"/>
                </a:lnTo>
                <a:lnTo>
                  <a:pt x="1123950" y="142875"/>
                </a:lnTo>
                <a:lnTo>
                  <a:pt x="1133475" y="142875"/>
                </a:lnTo>
                <a:lnTo>
                  <a:pt x="1133475" y="133350"/>
                </a:lnTo>
                <a:lnTo>
                  <a:pt x="1143000" y="133350"/>
                </a:lnTo>
                <a:lnTo>
                  <a:pt x="1143000" y="104775"/>
                </a:lnTo>
                <a:lnTo>
                  <a:pt x="1152525" y="104775"/>
                </a:lnTo>
                <a:lnTo>
                  <a:pt x="1152525" y="95250"/>
                </a:lnTo>
                <a:lnTo>
                  <a:pt x="1162050" y="95250"/>
                </a:lnTo>
                <a:lnTo>
                  <a:pt x="1162050" y="114300"/>
                </a:lnTo>
                <a:lnTo>
                  <a:pt x="1171575" y="114300"/>
                </a:lnTo>
                <a:lnTo>
                  <a:pt x="1171575" y="123825"/>
                </a:lnTo>
                <a:lnTo>
                  <a:pt x="1162050" y="123825"/>
                </a:lnTo>
                <a:lnTo>
                  <a:pt x="1162050" y="161925"/>
                </a:lnTo>
                <a:lnTo>
                  <a:pt x="1200150" y="161925"/>
                </a:lnTo>
                <a:lnTo>
                  <a:pt x="1200150" y="171450"/>
                </a:lnTo>
                <a:lnTo>
                  <a:pt x="1209675" y="171450"/>
                </a:lnTo>
                <a:lnTo>
                  <a:pt x="1209675" y="180975"/>
                </a:lnTo>
                <a:lnTo>
                  <a:pt x="1219200" y="180975"/>
                </a:lnTo>
                <a:lnTo>
                  <a:pt x="1219200" y="200025"/>
                </a:lnTo>
                <a:lnTo>
                  <a:pt x="1209675" y="200025"/>
                </a:lnTo>
                <a:lnTo>
                  <a:pt x="1209675" y="209550"/>
                </a:lnTo>
                <a:lnTo>
                  <a:pt x="1266825" y="209550"/>
                </a:lnTo>
                <a:lnTo>
                  <a:pt x="1266825" y="228600"/>
                </a:lnTo>
                <a:lnTo>
                  <a:pt x="1257300" y="228600"/>
                </a:lnTo>
                <a:lnTo>
                  <a:pt x="1257300" y="238125"/>
                </a:lnTo>
                <a:lnTo>
                  <a:pt x="1247775" y="238125"/>
                </a:lnTo>
                <a:lnTo>
                  <a:pt x="1247775" y="247650"/>
                </a:lnTo>
                <a:lnTo>
                  <a:pt x="1228725" y="247650"/>
                </a:lnTo>
                <a:lnTo>
                  <a:pt x="1228725" y="238125"/>
                </a:lnTo>
                <a:lnTo>
                  <a:pt x="1209675" y="238125"/>
                </a:lnTo>
                <a:lnTo>
                  <a:pt x="1209675" y="219075"/>
                </a:lnTo>
                <a:lnTo>
                  <a:pt x="1190625" y="219075"/>
                </a:lnTo>
                <a:lnTo>
                  <a:pt x="1190625" y="228600"/>
                </a:lnTo>
                <a:lnTo>
                  <a:pt x="1162050" y="228600"/>
                </a:lnTo>
                <a:lnTo>
                  <a:pt x="1162050" y="219075"/>
                </a:lnTo>
                <a:lnTo>
                  <a:pt x="1152525" y="219075"/>
                </a:lnTo>
                <a:lnTo>
                  <a:pt x="1152525" y="228600"/>
                </a:lnTo>
                <a:lnTo>
                  <a:pt x="1133475" y="228600"/>
                </a:lnTo>
                <a:lnTo>
                  <a:pt x="1133475" y="247650"/>
                </a:lnTo>
                <a:lnTo>
                  <a:pt x="1152525" y="247650"/>
                </a:lnTo>
                <a:lnTo>
                  <a:pt x="1152525" y="276225"/>
                </a:lnTo>
                <a:lnTo>
                  <a:pt x="1114425" y="276225"/>
                </a:lnTo>
                <a:lnTo>
                  <a:pt x="1114425" y="257175"/>
                </a:lnTo>
                <a:lnTo>
                  <a:pt x="1104900" y="257175"/>
                </a:lnTo>
                <a:lnTo>
                  <a:pt x="1104900" y="219075"/>
                </a:lnTo>
                <a:lnTo>
                  <a:pt x="1114425" y="219075"/>
                </a:lnTo>
                <a:lnTo>
                  <a:pt x="1114425" y="209550"/>
                </a:lnTo>
                <a:lnTo>
                  <a:pt x="1123950" y="209550"/>
                </a:lnTo>
                <a:lnTo>
                  <a:pt x="1123950" y="200025"/>
                </a:lnTo>
                <a:lnTo>
                  <a:pt x="1104900" y="200025"/>
                </a:lnTo>
                <a:lnTo>
                  <a:pt x="1104900" y="190500"/>
                </a:lnTo>
                <a:lnTo>
                  <a:pt x="1085850" y="190500"/>
                </a:lnTo>
                <a:lnTo>
                  <a:pt x="1085850" y="238125"/>
                </a:lnTo>
                <a:lnTo>
                  <a:pt x="1095375" y="238125"/>
                </a:lnTo>
                <a:lnTo>
                  <a:pt x="1095375" y="247650"/>
                </a:lnTo>
                <a:lnTo>
                  <a:pt x="1057275" y="247650"/>
                </a:lnTo>
                <a:lnTo>
                  <a:pt x="1057275" y="238125"/>
                </a:lnTo>
                <a:lnTo>
                  <a:pt x="1047750" y="238125"/>
                </a:lnTo>
                <a:lnTo>
                  <a:pt x="1047750" y="228600"/>
                </a:lnTo>
                <a:lnTo>
                  <a:pt x="1038225" y="228600"/>
                </a:lnTo>
                <a:lnTo>
                  <a:pt x="1038225" y="238125"/>
                </a:lnTo>
                <a:lnTo>
                  <a:pt x="1028700" y="238125"/>
                </a:lnTo>
                <a:lnTo>
                  <a:pt x="1028700" y="247650"/>
                </a:lnTo>
                <a:lnTo>
                  <a:pt x="1019175" y="247650"/>
                </a:lnTo>
                <a:lnTo>
                  <a:pt x="1019175" y="238125"/>
                </a:lnTo>
                <a:lnTo>
                  <a:pt x="1009650" y="238125"/>
                </a:lnTo>
                <a:lnTo>
                  <a:pt x="1009650" y="247650"/>
                </a:lnTo>
                <a:lnTo>
                  <a:pt x="1019175" y="247650"/>
                </a:lnTo>
                <a:lnTo>
                  <a:pt x="1019175" y="257175"/>
                </a:lnTo>
                <a:lnTo>
                  <a:pt x="990600" y="257175"/>
                </a:lnTo>
                <a:lnTo>
                  <a:pt x="990600" y="266700"/>
                </a:lnTo>
                <a:lnTo>
                  <a:pt x="971550" y="266700"/>
                </a:lnTo>
                <a:lnTo>
                  <a:pt x="971550" y="257175"/>
                </a:lnTo>
                <a:lnTo>
                  <a:pt x="962025" y="257175"/>
                </a:lnTo>
                <a:lnTo>
                  <a:pt x="962025" y="247650"/>
                </a:lnTo>
                <a:lnTo>
                  <a:pt x="942975" y="247650"/>
                </a:lnTo>
                <a:lnTo>
                  <a:pt x="942975" y="266700"/>
                </a:lnTo>
                <a:lnTo>
                  <a:pt x="904875" y="266700"/>
                </a:lnTo>
                <a:lnTo>
                  <a:pt x="904875" y="257175"/>
                </a:lnTo>
                <a:lnTo>
                  <a:pt x="895350" y="257175"/>
                </a:lnTo>
                <a:lnTo>
                  <a:pt x="895350" y="276225"/>
                </a:lnTo>
                <a:lnTo>
                  <a:pt x="866775" y="276225"/>
                </a:lnTo>
                <a:lnTo>
                  <a:pt x="866775" y="257175"/>
                </a:lnTo>
                <a:lnTo>
                  <a:pt x="857250" y="257175"/>
                </a:lnTo>
                <a:lnTo>
                  <a:pt x="857250" y="247650"/>
                </a:lnTo>
                <a:lnTo>
                  <a:pt x="866775" y="247650"/>
                </a:lnTo>
                <a:lnTo>
                  <a:pt x="866775" y="238125"/>
                </a:lnTo>
                <a:lnTo>
                  <a:pt x="857250" y="238125"/>
                </a:lnTo>
                <a:lnTo>
                  <a:pt x="857250" y="228600"/>
                </a:lnTo>
                <a:lnTo>
                  <a:pt x="819150" y="228600"/>
                </a:lnTo>
                <a:lnTo>
                  <a:pt x="819150" y="219075"/>
                </a:lnTo>
                <a:lnTo>
                  <a:pt x="800100" y="219075"/>
                </a:lnTo>
                <a:lnTo>
                  <a:pt x="800100" y="180975"/>
                </a:lnTo>
                <a:lnTo>
                  <a:pt x="781050" y="180975"/>
                </a:lnTo>
                <a:lnTo>
                  <a:pt x="781050" y="161925"/>
                </a:lnTo>
                <a:lnTo>
                  <a:pt x="790575" y="161925"/>
                </a:lnTo>
                <a:lnTo>
                  <a:pt x="790575" y="142875"/>
                </a:lnTo>
                <a:lnTo>
                  <a:pt x="800100" y="142875"/>
                </a:lnTo>
                <a:lnTo>
                  <a:pt x="800100" y="123825"/>
                </a:lnTo>
                <a:lnTo>
                  <a:pt x="809625" y="123825"/>
                </a:lnTo>
                <a:lnTo>
                  <a:pt x="809625" y="114300"/>
                </a:lnTo>
                <a:lnTo>
                  <a:pt x="819150" y="114300"/>
                </a:lnTo>
                <a:lnTo>
                  <a:pt x="819150" y="95250"/>
                </a:lnTo>
                <a:lnTo>
                  <a:pt x="828675" y="95250"/>
                </a:lnTo>
                <a:lnTo>
                  <a:pt x="828675" y="85725"/>
                </a:lnTo>
                <a:lnTo>
                  <a:pt x="838200" y="85725"/>
                </a:lnTo>
                <a:lnTo>
                  <a:pt x="838200" y="76200"/>
                </a:lnTo>
                <a:lnTo>
                  <a:pt x="866775" y="76200"/>
                </a:lnTo>
                <a:lnTo>
                  <a:pt x="866775" y="66675"/>
                </a:lnTo>
                <a:lnTo>
                  <a:pt x="876300" y="66675"/>
                </a:lnTo>
                <a:close/>
                <a:moveTo>
                  <a:pt x="666750" y="85725"/>
                </a:moveTo>
                <a:lnTo>
                  <a:pt x="676275" y="85725"/>
                </a:lnTo>
                <a:lnTo>
                  <a:pt x="676275" y="95250"/>
                </a:lnTo>
                <a:lnTo>
                  <a:pt x="685800" y="95250"/>
                </a:lnTo>
                <a:lnTo>
                  <a:pt x="685800" y="104775"/>
                </a:lnTo>
                <a:lnTo>
                  <a:pt x="695325" y="104775"/>
                </a:lnTo>
                <a:lnTo>
                  <a:pt x="695325" y="95250"/>
                </a:lnTo>
                <a:lnTo>
                  <a:pt x="714375" y="95250"/>
                </a:lnTo>
                <a:lnTo>
                  <a:pt x="714375" y="104775"/>
                </a:lnTo>
                <a:lnTo>
                  <a:pt x="695325" y="104775"/>
                </a:lnTo>
                <a:lnTo>
                  <a:pt x="695325" y="114300"/>
                </a:lnTo>
                <a:lnTo>
                  <a:pt x="657225" y="114300"/>
                </a:lnTo>
                <a:lnTo>
                  <a:pt x="657225" y="95250"/>
                </a:lnTo>
                <a:lnTo>
                  <a:pt x="666750" y="95250"/>
                </a:lnTo>
                <a:close/>
                <a:moveTo>
                  <a:pt x="1181100" y="95250"/>
                </a:moveTo>
                <a:lnTo>
                  <a:pt x="1190625" y="95250"/>
                </a:lnTo>
                <a:lnTo>
                  <a:pt x="1190625" y="104775"/>
                </a:lnTo>
                <a:lnTo>
                  <a:pt x="1181100" y="104775"/>
                </a:lnTo>
                <a:close/>
                <a:moveTo>
                  <a:pt x="895350" y="104775"/>
                </a:moveTo>
                <a:lnTo>
                  <a:pt x="904875" y="104775"/>
                </a:lnTo>
                <a:lnTo>
                  <a:pt x="904875" y="114300"/>
                </a:lnTo>
                <a:lnTo>
                  <a:pt x="914400" y="114300"/>
                </a:lnTo>
                <a:lnTo>
                  <a:pt x="914400" y="104775"/>
                </a:lnTo>
                <a:lnTo>
                  <a:pt x="923925" y="104775"/>
                </a:lnTo>
                <a:lnTo>
                  <a:pt x="923925" y="95250"/>
                </a:lnTo>
                <a:lnTo>
                  <a:pt x="895350" y="95250"/>
                </a:lnTo>
                <a:close/>
                <a:moveTo>
                  <a:pt x="1228725" y="104775"/>
                </a:moveTo>
                <a:lnTo>
                  <a:pt x="1238250" y="104775"/>
                </a:lnTo>
                <a:lnTo>
                  <a:pt x="1238250" y="133350"/>
                </a:lnTo>
                <a:lnTo>
                  <a:pt x="1247775" y="133350"/>
                </a:lnTo>
                <a:lnTo>
                  <a:pt x="1247775" y="114300"/>
                </a:lnTo>
                <a:lnTo>
                  <a:pt x="1257300" y="114300"/>
                </a:lnTo>
                <a:lnTo>
                  <a:pt x="1257300" y="142875"/>
                </a:lnTo>
                <a:lnTo>
                  <a:pt x="1247775" y="142875"/>
                </a:lnTo>
                <a:lnTo>
                  <a:pt x="1247775" y="152400"/>
                </a:lnTo>
                <a:lnTo>
                  <a:pt x="1257300" y="152400"/>
                </a:lnTo>
                <a:lnTo>
                  <a:pt x="1257300" y="180975"/>
                </a:lnTo>
                <a:lnTo>
                  <a:pt x="1247775" y="180975"/>
                </a:lnTo>
                <a:lnTo>
                  <a:pt x="1247775" y="171450"/>
                </a:lnTo>
                <a:lnTo>
                  <a:pt x="1228725" y="171450"/>
                </a:lnTo>
                <a:lnTo>
                  <a:pt x="1228725" y="161925"/>
                </a:lnTo>
                <a:lnTo>
                  <a:pt x="1219200" y="161925"/>
                </a:lnTo>
                <a:lnTo>
                  <a:pt x="1219200" y="152400"/>
                </a:lnTo>
                <a:lnTo>
                  <a:pt x="1209675" y="152400"/>
                </a:lnTo>
                <a:lnTo>
                  <a:pt x="1209675" y="142875"/>
                </a:lnTo>
                <a:lnTo>
                  <a:pt x="1219200" y="142875"/>
                </a:lnTo>
                <a:lnTo>
                  <a:pt x="1219200" y="133350"/>
                </a:lnTo>
                <a:lnTo>
                  <a:pt x="1228725" y="133350"/>
                </a:lnTo>
                <a:lnTo>
                  <a:pt x="1228725" y="123825"/>
                </a:lnTo>
                <a:lnTo>
                  <a:pt x="1219200" y="123825"/>
                </a:lnTo>
                <a:lnTo>
                  <a:pt x="1219200" y="114300"/>
                </a:lnTo>
                <a:lnTo>
                  <a:pt x="1228725" y="114300"/>
                </a:lnTo>
                <a:close/>
                <a:moveTo>
                  <a:pt x="857250" y="123825"/>
                </a:moveTo>
                <a:lnTo>
                  <a:pt x="876300" y="123825"/>
                </a:lnTo>
                <a:lnTo>
                  <a:pt x="876300" y="104775"/>
                </a:lnTo>
                <a:lnTo>
                  <a:pt x="857250" y="104775"/>
                </a:lnTo>
                <a:close/>
                <a:moveTo>
                  <a:pt x="600075" y="133350"/>
                </a:moveTo>
                <a:lnTo>
                  <a:pt x="609600" y="133350"/>
                </a:lnTo>
                <a:lnTo>
                  <a:pt x="609600" y="142875"/>
                </a:lnTo>
                <a:lnTo>
                  <a:pt x="628650" y="142875"/>
                </a:lnTo>
                <a:lnTo>
                  <a:pt x="628650" y="152400"/>
                </a:lnTo>
                <a:lnTo>
                  <a:pt x="638175" y="152400"/>
                </a:lnTo>
                <a:lnTo>
                  <a:pt x="638175" y="171450"/>
                </a:lnTo>
                <a:lnTo>
                  <a:pt x="628650" y="171450"/>
                </a:lnTo>
                <a:lnTo>
                  <a:pt x="628650" y="180975"/>
                </a:lnTo>
                <a:lnTo>
                  <a:pt x="600075" y="180975"/>
                </a:lnTo>
                <a:lnTo>
                  <a:pt x="600075" y="190500"/>
                </a:lnTo>
                <a:lnTo>
                  <a:pt x="609600" y="190500"/>
                </a:lnTo>
                <a:lnTo>
                  <a:pt x="609600" y="219075"/>
                </a:lnTo>
                <a:lnTo>
                  <a:pt x="619125" y="219075"/>
                </a:lnTo>
                <a:lnTo>
                  <a:pt x="619125" y="228600"/>
                </a:lnTo>
                <a:lnTo>
                  <a:pt x="657225" y="228600"/>
                </a:lnTo>
                <a:lnTo>
                  <a:pt x="657225" y="247650"/>
                </a:lnTo>
                <a:lnTo>
                  <a:pt x="676275" y="247650"/>
                </a:lnTo>
                <a:lnTo>
                  <a:pt x="676275" y="257175"/>
                </a:lnTo>
                <a:lnTo>
                  <a:pt x="685800" y="257175"/>
                </a:lnTo>
                <a:lnTo>
                  <a:pt x="685800" y="247650"/>
                </a:lnTo>
                <a:lnTo>
                  <a:pt x="704850" y="247650"/>
                </a:lnTo>
                <a:lnTo>
                  <a:pt x="704850" y="238125"/>
                </a:lnTo>
                <a:lnTo>
                  <a:pt x="714375" y="238125"/>
                </a:lnTo>
                <a:lnTo>
                  <a:pt x="714375" y="247650"/>
                </a:lnTo>
                <a:lnTo>
                  <a:pt x="723900" y="247650"/>
                </a:lnTo>
                <a:lnTo>
                  <a:pt x="723900" y="257175"/>
                </a:lnTo>
                <a:lnTo>
                  <a:pt x="733425" y="257175"/>
                </a:lnTo>
                <a:lnTo>
                  <a:pt x="733425" y="276225"/>
                </a:lnTo>
                <a:lnTo>
                  <a:pt x="723900" y="276225"/>
                </a:lnTo>
                <a:lnTo>
                  <a:pt x="723900" y="285750"/>
                </a:lnTo>
                <a:lnTo>
                  <a:pt x="714375" y="285750"/>
                </a:lnTo>
                <a:lnTo>
                  <a:pt x="714375" y="276225"/>
                </a:lnTo>
                <a:lnTo>
                  <a:pt x="695325" y="276225"/>
                </a:lnTo>
                <a:lnTo>
                  <a:pt x="695325" y="266700"/>
                </a:lnTo>
                <a:lnTo>
                  <a:pt x="685800" y="266700"/>
                </a:lnTo>
                <a:lnTo>
                  <a:pt x="685800" y="276225"/>
                </a:lnTo>
                <a:lnTo>
                  <a:pt x="647700" y="276225"/>
                </a:lnTo>
                <a:lnTo>
                  <a:pt x="647700" y="266700"/>
                </a:lnTo>
                <a:lnTo>
                  <a:pt x="638175" y="266700"/>
                </a:lnTo>
                <a:lnTo>
                  <a:pt x="638175" y="257175"/>
                </a:lnTo>
                <a:lnTo>
                  <a:pt x="628650" y="257175"/>
                </a:lnTo>
                <a:lnTo>
                  <a:pt x="628650" y="238125"/>
                </a:lnTo>
                <a:lnTo>
                  <a:pt x="600075" y="238125"/>
                </a:lnTo>
                <a:lnTo>
                  <a:pt x="600075" y="247650"/>
                </a:lnTo>
                <a:lnTo>
                  <a:pt x="609600" y="247650"/>
                </a:lnTo>
                <a:lnTo>
                  <a:pt x="609600" y="257175"/>
                </a:lnTo>
                <a:lnTo>
                  <a:pt x="590550" y="257175"/>
                </a:lnTo>
                <a:lnTo>
                  <a:pt x="590550" y="247650"/>
                </a:lnTo>
                <a:lnTo>
                  <a:pt x="581025" y="247650"/>
                </a:lnTo>
                <a:lnTo>
                  <a:pt x="581025" y="238125"/>
                </a:lnTo>
                <a:lnTo>
                  <a:pt x="590550" y="238125"/>
                </a:lnTo>
                <a:lnTo>
                  <a:pt x="590550" y="228600"/>
                </a:lnTo>
                <a:lnTo>
                  <a:pt x="600075" y="228600"/>
                </a:lnTo>
                <a:lnTo>
                  <a:pt x="600075" y="219075"/>
                </a:lnTo>
                <a:lnTo>
                  <a:pt x="590550" y="219075"/>
                </a:lnTo>
                <a:lnTo>
                  <a:pt x="590550" y="161925"/>
                </a:lnTo>
                <a:lnTo>
                  <a:pt x="561975" y="161925"/>
                </a:lnTo>
                <a:lnTo>
                  <a:pt x="561975" y="152400"/>
                </a:lnTo>
                <a:lnTo>
                  <a:pt x="590550" y="152400"/>
                </a:lnTo>
                <a:lnTo>
                  <a:pt x="590550" y="142875"/>
                </a:lnTo>
                <a:lnTo>
                  <a:pt x="600075" y="142875"/>
                </a:lnTo>
                <a:close/>
                <a:moveTo>
                  <a:pt x="1352550" y="133350"/>
                </a:moveTo>
                <a:lnTo>
                  <a:pt x="1362075" y="133350"/>
                </a:lnTo>
                <a:lnTo>
                  <a:pt x="1362075" y="142875"/>
                </a:lnTo>
                <a:lnTo>
                  <a:pt x="1352550" y="142875"/>
                </a:lnTo>
                <a:close/>
                <a:moveTo>
                  <a:pt x="542925" y="142875"/>
                </a:moveTo>
                <a:lnTo>
                  <a:pt x="552450" y="142875"/>
                </a:lnTo>
                <a:lnTo>
                  <a:pt x="552450" y="152400"/>
                </a:lnTo>
                <a:lnTo>
                  <a:pt x="542925" y="152400"/>
                </a:lnTo>
                <a:close/>
                <a:moveTo>
                  <a:pt x="1343025" y="142875"/>
                </a:moveTo>
                <a:lnTo>
                  <a:pt x="1352550" y="142875"/>
                </a:lnTo>
                <a:lnTo>
                  <a:pt x="1352550" y="152400"/>
                </a:lnTo>
                <a:lnTo>
                  <a:pt x="1343025" y="152400"/>
                </a:lnTo>
                <a:close/>
                <a:moveTo>
                  <a:pt x="1009650" y="152400"/>
                </a:moveTo>
                <a:lnTo>
                  <a:pt x="1019175" y="152400"/>
                </a:lnTo>
                <a:lnTo>
                  <a:pt x="1019175" y="142875"/>
                </a:lnTo>
                <a:lnTo>
                  <a:pt x="1009650" y="142875"/>
                </a:lnTo>
                <a:close/>
                <a:moveTo>
                  <a:pt x="857250" y="171450"/>
                </a:moveTo>
                <a:lnTo>
                  <a:pt x="876300" y="171450"/>
                </a:lnTo>
                <a:lnTo>
                  <a:pt x="876300" y="152400"/>
                </a:lnTo>
                <a:lnTo>
                  <a:pt x="857250" y="152400"/>
                </a:lnTo>
                <a:close/>
                <a:moveTo>
                  <a:pt x="1085850" y="171450"/>
                </a:moveTo>
                <a:lnTo>
                  <a:pt x="1095375" y="171450"/>
                </a:lnTo>
                <a:lnTo>
                  <a:pt x="1095375" y="161925"/>
                </a:lnTo>
                <a:lnTo>
                  <a:pt x="1085850" y="161925"/>
                </a:lnTo>
                <a:lnTo>
                  <a:pt x="1085850" y="142875"/>
                </a:lnTo>
                <a:lnTo>
                  <a:pt x="1076325" y="142875"/>
                </a:lnTo>
                <a:lnTo>
                  <a:pt x="1076325" y="133350"/>
                </a:lnTo>
                <a:lnTo>
                  <a:pt x="1066800" y="133350"/>
                </a:lnTo>
                <a:lnTo>
                  <a:pt x="1066800" y="152400"/>
                </a:lnTo>
                <a:lnTo>
                  <a:pt x="1057275" y="152400"/>
                </a:lnTo>
                <a:lnTo>
                  <a:pt x="1057275" y="180975"/>
                </a:lnTo>
                <a:lnTo>
                  <a:pt x="1085850" y="180975"/>
                </a:lnTo>
                <a:close/>
                <a:moveTo>
                  <a:pt x="762000" y="180975"/>
                </a:moveTo>
                <a:lnTo>
                  <a:pt x="781050" y="180975"/>
                </a:lnTo>
                <a:lnTo>
                  <a:pt x="781050" y="200025"/>
                </a:lnTo>
                <a:lnTo>
                  <a:pt x="762000" y="200025"/>
                </a:lnTo>
                <a:close/>
                <a:moveTo>
                  <a:pt x="962025" y="180975"/>
                </a:moveTo>
                <a:lnTo>
                  <a:pt x="971550" y="180975"/>
                </a:lnTo>
                <a:lnTo>
                  <a:pt x="971550" y="190500"/>
                </a:lnTo>
                <a:lnTo>
                  <a:pt x="990600" y="190500"/>
                </a:lnTo>
                <a:lnTo>
                  <a:pt x="990600" y="180975"/>
                </a:lnTo>
                <a:lnTo>
                  <a:pt x="1000125" y="180975"/>
                </a:lnTo>
                <a:lnTo>
                  <a:pt x="1000125" y="190500"/>
                </a:lnTo>
                <a:lnTo>
                  <a:pt x="1009650" y="190500"/>
                </a:lnTo>
                <a:lnTo>
                  <a:pt x="1009650" y="171450"/>
                </a:lnTo>
                <a:lnTo>
                  <a:pt x="962025" y="171450"/>
                </a:lnTo>
                <a:close/>
                <a:moveTo>
                  <a:pt x="904875" y="190500"/>
                </a:moveTo>
                <a:lnTo>
                  <a:pt x="914400" y="190500"/>
                </a:lnTo>
                <a:lnTo>
                  <a:pt x="914400" y="209550"/>
                </a:lnTo>
                <a:lnTo>
                  <a:pt x="923925" y="209550"/>
                </a:lnTo>
                <a:lnTo>
                  <a:pt x="923925" y="219075"/>
                </a:lnTo>
                <a:lnTo>
                  <a:pt x="942975" y="219075"/>
                </a:lnTo>
                <a:lnTo>
                  <a:pt x="942975" y="209550"/>
                </a:lnTo>
                <a:lnTo>
                  <a:pt x="952500" y="209550"/>
                </a:lnTo>
                <a:lnTo>
                  <a:pt x="952500" y="200025"/>
                </a:lnTo>
                <a:lnTo>
                  <a:pt x="942975" y="200025"/>
                </a:lnTo>
                <a:lnTo>
                  <a:pt x="942975" y="190500"/>
                </a:lnTo>
                <a:lnTo>
                  <a:pt x="923925" y="190500"/>
                </a:lnTo>
                <a:lnTo>
                  <a:pt x="923925" y="171450"/>
                </a:lnTo>
                <a:lnTo>
                  <a:pt x="904875" y="171450"/>
                </a:lnTo>
                <a:close/>
                <a:moveTo>
                  <a:pt x="1038225" y="190500"/>
                </a:moveTo>
                <a:lnTo>
                  <a:pt x="1047750" y="190500"/>
                </a:lnTo>
                <a:lnTo>
                  <a:pt x="1047750" y="171450"/>
                </a:lnTo>
                <a:lnTo>
                  <a:pt x="1038225" y="171450"/>
                </a:lnTo>
                <a:close/>
                <a:moveTo>
                  <a:pt x="1104900" y="190500"/>
                </a:moveTo>
                <a:lnTo>
                  <a:pt x="1114425" y="190500"/>
                </a:lnTo>
                <a:lnTo>
                  <a:pt x="1114425" y="180975"/>
                </a:lnTo>
                <a:lnTo>
                  <a:pt x="1104900" y="180975"/>
                </a:lnTo>
                <a:close/>
                <a:moveTo>
                  <a:pt x="1152525" y="190500"/>
                </a:moveTo>
                <a:lnTo>
                  <a:pt x="1162050" y="190500"/>
                </a:lnTo>
                <a:lnTo>
                  <a:pt x="1162050" y="180975"/>
                </a:lnTo>
                <a:lnTo>
                  <a:pt x="1152525" y="180975"/>
                </a:lnTo>
                <a:close/>
                <a:moveTo>
                  <a:pt x="1123950" y="200025"/>
                </a:moveTo>
                <a:lnTo>
                  <a:pt x="1143000" y="200025"/>
                </a:lnTo>
                <a:lnTo>
                  <a:pt x="1143000" y="180975"/>
                </a:lnTo>
                <a:lnTo>
                  <a:pt x="1123950" y="180975"/>
                </a:lnTo>
                <a:close/>
                <a:moveTo>
                  <a:pt x="819150" y="219075"/>
                </a:moveTo>
                <a:lnTo>
                  <a:pt x="838200" y="219075"/>
                </a:lnTo>
                <a:lnTo>
                  <a:pt x="838200" y="200025"/>
                </a:lnTo>
                <a:lnTo>
                  <a:pt x="819150" y="200025"/>
                </a:lnTo>
                <a:close/>
                <a:moveTo>
                  <a:pt x="771525" y="238125"/>
                </a:moveTo>
                <a:lnTo>
                  <a:pt x="790575" y="238125"/>
                </a:lnTo>
                <a:lnTo>
                  <a:pt x="790575" y="247650"/>
                </a:lnTo>
                <a:lnTo>
                  <a:pt x="771525" y="247650"/>
                </a:lnTo>
                <a:close/>
                <a:moveTo>
                  <a:pt x="1304925" y="238125"/>
                </a:moveTo>
                <a:lnTo>
                  <a:pt x="1323975" y="238125"/>
                </a:lnTo>
                <a:lnTo>
                  <a:pt x="1323975" y="247650"/>
                </a:lnTo>
                <a:lnTo>
                  <a:pt x="1304925" y="247650"/>
                </a:lnTo>
                <a:close/>
                <a:moveTo>
                  <a:pt x="752475" y="247650"/>
                </a:moveTo>
                <a:lnTo>
                  <a:pt x="762000" y="247650"/>
                </a:lnTo>
                <a:lnTo>
                  <a:pt x="762000" y="257175"/>
                </a:lnTo>
                <a:lnTo>
                  <a:pt x="752475" y="257175"/>
                </a:lnTo>
                <a:close/>
                <a:moveTo>
                  <a:pt x="828675" y="247650"/>
                </a:moveTo>
                <a:lnTo>
                  <a:pt x="838200" y="247650"/>
                </a:lnTo>
                <a:lnTo>
                  <a:pt x="838200" y="257175"/>
                </a:lnTo>
                <a:lnTo>
                  <a:pt x="828675" y="257175"/>
                </a:lnTo>
                <a:close/>
                <a:moveTo>
                  <a:pt x="895350" y="247650"/>
                </a:moveTo>
                <a:lnTo>
                  <a:pt x="914400" y="247650"/>
                </a:lnTo>
                <a:lnTo>
                  <a:pt x="914400" y="228600"/>
                </a:lnTo>
                <a:lnTo>
                  <a:pt x="904875" y="228600"/>
                </a:lnTo>
                <a:lnTo>
                  <a:pt x="904875" y="238125"/>
                </a:lnTo>
                <a:lnTo>
                  <a:pt x="895350" y="238125"/>
                </a:lnTo>
                <a:close/>
                <a:moveTo>
                  <a:pt x="838200" y="257175"/>
                </a:moveTo>
                <a:lnTo>
                  <a:pt x="847725" y="257175"/>
                </a:lnTo>
                <a:lnTo>
                  <a:pt x="847725" y="266700"/>
                </a:lnTo>
                <a:lnTo>
                  <a:pt x="838200" y="266700"/>
                </a:lnTo>
                <a:close/>
                <a:moveTo>
                  <a:pt x="809625" y="266700"/>
                </a:moveTo>
                <a:lnTo>
                  <a:pt x="819150" y="266700"/>
                </a:lnTo>
                <a:lnTo>
                  <a:pt x="819150" y="276225"/>
                </a:lnTo>
                <a:lnTo>
                  <a:pt x="809625" y="276225"/>
                </a:lnTo>
                <a:close/>
                <a:moveTo>
                  <a:pt x="838200" y="276225"/>
                </a:moveTo>
                <a:lnTo>
                  <a:pt x="866775" y="276225"/>
                </a:lnTo>
                <a:lnTo>
                  <a:pt x="866775" y="285750"/>
                </a:lnTo>
                <a:lnTo>
                  <a:pt x="838200" y="285750"/>
                </a:lnTo>
                <a:close/>
                <a:moveTo>
                  <a:pt x="581025" y="285750"/>
                </a:moveTo>
                <a:lnTo>
                  <a:pt x="590550" y="285750"/>
                </a:lnTo>
                <a:lnTo>
                  <a:pt x="590550" y="295275"/>
                </a:lnTo>
                <a:lnTo>
                  <a:pt x="581025" y="295275"/>
                </a:lnTo>
                <a:close/>
                <a:moveTo>
                  <a:pt x="600075" y="285750"/>
                </a:moveTo>
                <a:lnTo>
                  <a:pt x="609600" y="285750"/>
                </a:lnTo>
                <a:lnTo>
                  <a:pt x="609600" y="295275"/>
                </a:lnTo>
                <a:lnTo>
                  <a:pt x="638175" y="295275"/>
                </a:lnTo>
                <a:lnTo>
                  <a:pt x="638175" y="285750"/>
                </a:lnTo>
                <a:lnTo>
                  <a:pt x="647700" y="285750"/>
                </a:lnTo>
                <a:lnTo>
                  <a:pt x="647700" y="304800"/>
                </a:lnTo>
                <a:lnTo>
                  <a:pt x="638175" y="304800"/>
                </a:lnTo>
                <a:lnTo>
                  <a:pt x="638175" y="314325"/>
                </a:lnTo>
                <a:lnTo>
                  <a:pt x="619125" y="314325"/>
                </a:lnTo>
                <a:lnTo>
                  <a:pt x="619125" y="304800"/>
                </a:lnTo>
                <a:lnTo>
                  <a:pt x="609600" y="304800"/>
                </a:lnTo>
                <a:lnTo>
                  <a:pt x="609600" y="323850"/>
                </a:lnTo>
                <a:lnTo>
                  <a:pt x="600075" y="323850"/>
                </a:lnTo>
                <a:lnTo>
                  <a:pt x="600075" y="314325"/>
                </a:lnTo>
                <a:lnTo>
                  <a:pt x="590550" y="314325"/>
                </a:lnTo>
                <a:lnTo>
                  <a:pt x="590550" y="295275"/>
                </a:lnTo>
                <a:lnTo>
                  <a:pt x="600075" y="295275"/>
                </a:lnTo>
                <a:close/>
                <a:moveTo>
                  <a:pt x="819150" y="285750"/>
                </a:moveTo>
                <a:lnTo>
                  <a:pt x="838200" y="285750"/>
                </a:lnTo>
                <a:lnTo>
                  <a:pt x="838200" y="295275"/>
                </a:lnTo>
                <a:lnTo>
                  <a:pt x="819150" y="295275"/>
                </a:lnTo>
                <a:close/>
                <a:moveTo>
                  <a:pt x="1085850" y="295275"/>
                </a:moveTo>
                <a:lnTo>
                  <a:pt x="1104900" y="295275"/>
                </a:lnTo>
                <a:lnTo>
                  <a:pt x="1104900" y="304800"/>
                </a:lnTo>
                <a:lnTo>
                  <a:pt x="1085850" y="304800"/>
                </a:lnTo>
                <a:close/>
                <a:moveTo>
                  <a:pt x="666750" y="314325"/>
                </a:moveTo>
                <a:lnTo>
                  <a:pt x="676275" y="314325"/>
                </a:lnTo>
                <a:lnTo>
                  <a:pt x="676275" y="323850"/>
                </a:lnTo>
                <a:lnTo>
                  <a:pt x="666750" y="323850"/>
                </a:lnTo>
                <a:close/>
                <a:moveTo>
                  <a:pt x="619125" y="323850"/>
                </a:moveTo>
                <a:lnTo>
                  <a:pt x="628650" y="323850"/>
                </a:lnTo>
                <a:lnTo>
                  <a:pt x="628650" y="333375"/>
                </a:lnTo>
                <a:lnTo>
                  <a:pt x="619125" y="333375"/>
                </a:lnTo>
                <a:close/>
                <a:moveTo>
                  <a:pt x="1266825" y="323850"/>
                </a:moveTo>
                <a:lnTo>
                  <a:pt x="1276350" y="323850"/>
                </a:lnTo>
                <a:lnTo>
                  <a:pt x="1276350" y="342900"/>
                </a:lnTo>
                <a:lnTo>
                  <a:pt x="1285875" y="342900"/>
                </a:lnTo>
                <a:lnTo>
                  <a:pt x="1285875" y="352425"/>
                </a:lnTo>
                <a:lnTo>
                  <a:pt x="1276350" y="352425"/>
                </a:lnTo>
                <a:lnTo>
                  <a:pt x="1276350" y="390525"/>
                </a:lnTo>
                <a:lnTo>
                  <a:pt x="1266825" y="390525"/>
                </a:lnTo>
                <a:lnTo>
                  <a:pt x="1266825" y="371475"/>
                </a:lnTo>
                <a:lnTo>
                  <a:pt x="1257300" y="371475"/>
                </a:lnTo>
                <a:lnTo>
                  <a:pt x="1257300" y="361950"/>
                </a:lnTo>
                <a:lnTo>
                  <a:pt x="1266825" y="361950"/>
                </a:lnTo>
                <a:lnTo>
                  <a:pt x="1266825" y="352425"/>
                </a:lnTo>
                <a:lnTo>
                  <a:pt x="1257300" y="352425"/>
                </a:lnTo>
                <a:lnTo>
                  <a:pt x="1257300" y="342900"/>
                </a:lnTo>
                <a:lnTo>
                  <a:pt x="1266825" y="342900"/>
                </a:lnTo>
                <a:close/>
                <a:moveTo>
                  <a:pt x="1285875" y="323850"/>
                </a:moveTo>
                <a:lnTo>
                  <a:pt x="1295400" y="323850"/>
                </a:lnTo>
                <a:lnTo>
                  <a:pt x="1295400" y="333375"/>
                </a:lnTo>
                <a:lnTo>
                  <a:pt x="1285875" y="333375"/>
                </a:lnTo>
                <a:close/>
                <a:moveTo>
                  <a:pt x="571500" y="352425"/>
                </a:moveTo>
                <a:lnTo>
                  <a:pt x="609600" y="352425"/>
                </a:lnTo>
                <a:lnTo>
                  <a:pt x="609600" y="390525"/>
                </a:lnTo>
                <a:lnTo>
                  <a:pt x="619125" y="390525"/>
                </a:lnTo>
                <a:lnTo>
                  <a:pt x="619125" y="400050"/>
                </a:lnTo>
                <a:lnTo>
                  <a:pt x="590550" y="400050"/>
                </a:lnTo>
                <a:lnTo>
                  <a:pt x="590550" y="381000"/>
                </a:lnTo>
                <a:lnTo>
                  <a:pt x="600075" y="381000"/>
                </a:lnTo>
                <a:lnTo>
                  <a:pt x="600075" y="371475"/>
                </a:lnTo>
                <a:lnTo>
                  <a:pt x="581025" y="371475"/>
                </a:lnTo>
                <a:lnTo>
                  <a:pt x="581025" y="361950"/>
                </a:lnTo>
                <a:lnTo>
                  <a:pt x="571500" y="361950"/>
                </a:lnTo>
                <a:close/>
                <a:moveTo>
                  <a:pt x="619125" y="400050"/>
                </a:moveTo>
                <a:lnTo>
                  <a:pt x="628650" y="400050"/>
                </a:lnTo>
                <a:lnTo>
                  <a:pt x="628650" y="409575"/>
                </a:lnTo>
                <a:lnTo>
                  <a:pt x="638175" y="409575"/>
                </a:lnTo>
                <a:lnTo>
                  <a:pt x="638175" y="419100"/>
                </a:lnTo>
                <a:lnTo>
                  <a:pt x="619125" y="419100"/>
                </a:lnTo>
                <a:close/>
                <a:moveTo>
                  <a:pt x="638175" y="419100"/>
                </a:moveTo>
                <a:lnTo>
                  <a:pt x="647700" y="419100"/>
                </a:lnTo>
                <a:lnTo>
                  <a:pt x="647700" y="428625"/>
                </a:lnTo>
                <a:lnTo>
                  <a:pt x="638175" y="428625"/>
                </a:lnTo>
                <a:close/>
                <a:moveTo>
                  <a:pt x="542925" y="495300"/>
                </a:moveTo>
                <a:lnTo>
                  <a:pt x="552450" y="495300"/>
                </a:lnTo>
                <a:lnTo>
                  <a:pt x="552450" y="504825"/>
                </a:lnTo>
                <a:lnTo>
                  <a:pt x="561975" y="504825"/>
                </a:lnTo>
                <a:lnTo>
                  <a:pt x="561975" y="514350"/>
                </a:lnTo>
                <a:lnTo>
                  <a:pt x="571500" y="514350"/>
                </a:lnTo>
                <a:lnTo>
                  <a:pt x="571500" y="523875"/>
                </a:lnTo>
                <a:lnTo>
                  <a:pt x="552450" y="523875"/>
                </a:lnTo>
                <a:lnTo>
                  <a:pt x="552450" y="514350"/>
                </a:lnTo>
                <a:lnTo>
                  <a:pt x="542925" y="514350"/>
                </a:lnTo>
                <a:close/>
                <a:moveTo>
                  <a:pt x="1295400" y="514350"/>
                </a:moveTo>
                <a:lnTo>
                  <a:pt x="1304925" y="514350"/>
                </a:lnTo>
                <a:lnTo>
                  <a:pt x="1304925" y="523875"/>
                </a:lnTo>
                <a:lnTo>
                  <a:pt x="1295400" y="523875"/>
                </a:lnTo>
                <a:close/>
                <a:moveTo>
                  <a:pt x="1381125" y="600075"/>
                </a:moveTo>
                <a:lnTo>
                  <a:pt x="1390650" y="600075"/>
                </a:lnTo>
                <a:lnTo>
                  <a:pt x="1390650" y="609600"/>
                </a:lnTo>
                <a:lnTo>
                  <a:pt x="1381125" y="609600"/>
                </a:lnTo>
                <a:close/>
                <a:moveTo>
                  <a:pt x="1362075" y="609600"/>
                </a:moveTo>
                <a:lnTo>
                  <a:pt x="1381125" y="609600"/>
                </a:lnTo>
                <a:lnTo>
                  <a:pt x="1381125" y="619125"/>
                </a:lnTo>
                <a:lnTo>
                  <a:pt x="1371600" y="619125"/>
                </a:lnTo>
                <a:lnTo>
                  <a:pt x="1371600" y="628650"/>
                </a:lnTo>
                <a:lnTo>
                  <a:pt x="1362075" y="628650"/>
                </a:lnTo>
                <a:lnTo>
                  <a:pt x="1362075" y="638175"/>
                </a:lnTo>
                <a:lnTo>
                  <a:pt x="1352550" y="638175"/>
                </a:lnTo>
                <a:lnTo>
                  <a:pt x="1352550" y="647700"/>
                </a:lnTo>
                <a:lnTo>
                  <a:pt x="1304925" y="647700"/>
                </a:lnTo>
                <a:lnTo>
                  <a:pt x="1304925" y="638175"/>
                </a:lnTo>
                <a:lnTo>
                  <a:pt x="1323975" y="638175"/>
                </a:lnTo>
                <a:lnTo>
                  <a:pt x="1323975" y="628650"/>
                </a:lnTo>
                <a:lnTo>
                  <a:pt x="1333500" y="628650"/>
                </a:lnTo>
                <a:lnTo>
                  <a:pt x="1333500" y="619125"/>
                </a:lnTo>
                <a:lnTo>
                  <a:pt x="1362075" y="619125"/>
                </a:lnTo>
                <a:close/>
                <a:moveTo>
                  <a:pt x="476250" y="619125"/>
                </a:moveTo>
                <a:lnTo>
                  <a:pt x="495300" y="619125"/>
                </a:lnTo>
                <a:lnTo>
                  <a:pt x="495300" y="628650"/>
                </a:lnTo>
                <a:lnTo>
                  <a:pt x="504825" y="628650"/>
                </a:lnTo>
                <a:lnTo>
                  <a:pt x="504825" y="647700"/>
                </a:lnTo>
                <a:lnTo>
                  <a:pt x="495300" y="647700"/>
                </a:lnTo>
                <a:lnTo>
                  <a:pt x="495300" y="638175"/>
                </a:lnTo>
                <a:lnTo>
                  <a:pt x="485775" y="638175"/>
                </a:lnTo>
                <a:lnTo>
                  <a:pt x="485775" y="628650"/>
                </a:lnTo>
                <a:lnTo>
                  <a:pt x="476250" y="628650"/>
                </a:lnTo>
                <a:close/>
                <a:moveTo>
                  <a:pt x="523875" y="638175"/>
                </a:moveTo>
                <a:lnTo>
                  <a:pt x="542925" y="638175"/>
                </a:lnTo>
                <a:lnTo>
                  <a:pt x="542925" y="647700"/>
                </a:lnTo>
                <a:lnTo>
                  <a:pt x="552450" y="647700"/>
                </a:lnTo>
                <a:lnTo>
                  <a:pt x="552450" y="657225"/>
                </a:lnTo>
                <a:lnTo>
                  <a:pt x="542925" y="657225"/>
                </a:lnTo>
                <a:lnTo>
                  <a:pt x="542925" y="676275"/>
                </a:lnTo>
                <a:lnTo>
                  <a:pt x="561975" y="676275"/>
                </a:lnTo>
                <a:lnTo>
                  <a:pt x="561975" y="695325"/>
                </a:lnTo>
                <a:lnTo>
                  <a:pt x="552450" y="695325"/>
                </a:lnTo>
                <a:lnTo>
                  <a:pt x="552450" y="714375"/>
                </a:lnTo>
                <a:lnTo>
                  <a:pt x="542925" y="714375"/>
                </a:lnTo>
                <a:lnTo>
                  <a:pt x="542925" y="704850"/>
                </a:lnTo>
                <a:lnTo>
                  <a:pt x="533400" y="704850"/>
                </a:lnTo>
                <a:lnTo>
                  <a:pt x="533400" y="666750"/>
                </a:lnTo>
                <a:lnTo>
                  <a:pt x="523875" y="666750"/>
                </a:lnTo>
                <a:lnTo>
                  <a:pt x="523875" y="657225"/>
                </a:lnTo>
                <a:lnTo>
                  <a:pt x="504825" y="657225"/>
                </a:lnTo>
                <a:lnTo>
                  <a:pt x="504825" y="647700"/>
                </a:lnTo>
                <a:lnTo>
                  <a:pt x="523875" y="647700"/>
                </a:lnTo>
                <a:close/>
                <a:moveTo>
                  <a:pt x="381000" y="704850"/>
                </a:moveTo>
                <a:lnTo>
                  <a:pt x="390525" y="704850"/>
                </a:lnTo>
                <a:lnTo>
                  <a:pt x="390525" y="714375"/>
                </a:lnTo>
                <a:lnTo>
                  <a:pt x="381000" y="714375"/>
                </a:lnTo>
                <a:close/>
                <a:moveTo>
                  <a:pt x="1409700" y="704850"/>
                </a:moveTo>
                <a:lnTo>
                  <a:pt x="1428750" y="704850"/>
                </a:lnTo>
                <a:lnTo>
                  <a:pt x="1428750" y="714375"/>
                </a:lnTo>
                <a:lnTo>
                  <a:pt x="1409700" y="714375"/>
                </a:lnTo>
                <a:close/>
                <a:moveTo>
                  <a:pt x="390525" y="714375"/>
                </a:moveTo>
                <a:lnTo>
                  <a:pt x="400050" y="714375"/>
                </a:lnTo>
                <a:lnTo>
                  <a:pt x="400050" y="723900"/>
                </a:lnTo>
                <a:lnTo>
                  <a:pt x="390525" y="723900"/>
                </a:lnTo>
                <a:close/>
                <a:moveTo>
                  <a:pt x="552450" y="714375"/>
                </a:moveTo>
                <a:lnTo>
                  <a:pt x="571500" y="714375"/>
                </a:lnTo>
                <a:lnTo>
                  <a:pt x="571500" y="723900"/>
                </a:lnTo>
                <a:lnTo>
                  <a:pt x="561975" y="723900"/>
                </a:lnTo>
                <a:lnTo>
                  <a:pt x="561975" y="733425"/>
                </a:lnTo>
                <a:lnTo>
                  <a:pt x="552450" y="733425"/>
                </a:lnTo>
                <a:close/>
                <a:moveTo>
                  <a:pt x="504825" y="733425"/>
                </a:moveTo>
                <a:lnTo>
                  <a:pt x="514350" y="733425"/>
                </a:lnTo>
                <a:lnTo>
                  <a:pt x="514350" y="752475"/>
                </a:lnTo>
                <a:lnTo>
                  <a:pt x="495300" y="752475"/>
                </a:lnTo>
                <a:lnTo>
                  <a:pt x="495300" y="742950"/>
                </a:lnTo>
                <a:lnTo>
                  <a:pt x="504825" y="742950"/>
                </a:lnTo>
                <a:close/>
                <a:moveTo>
                  <a:pt x="1447800" y="733425"/>
                </a:moveTo>
                <a:lnTo>
                  <a:pt x="1457325" y="733425"/>
                </a:lnTo>
                <a:lnTo>
                  <a:pt x="1457325" y="762000"/>
                </a:lnTo>
                <a:lnTo>
                  <a:pt x="1476375" y="762000"/>
                </a:lnTo>
                <a:lnTo>
                  <a:pt x="1476375" y="771525"/>
                </a:lnTo>
                <a:lnTo>
                  <a:pt x="1485900" y="771525"/>
                </a:lnTo>
                <a:lnTo>
                  <a:pt x="1485900" y="781050"/>
                </a:lnTo>
                <a:lnTo>
                  <a:pt x="1428750" y="781050"/>
                </a:lnTo>
                <a:lnTo>
                  <a:pt x="1428750" y="771525"/>
                </a:lnTo>
                <a:lnTo>
                  <a:pt x="1409700" y="771525"/>
                </a:lnTo>
                <a:lnTo>
                  <a:pt x="1409700" y="781050"/>
                </a:lnTo>
                <a:lnTo>
                  <a:pt x="1390650" y="781050"/>
                </a:lnTo>
                <a:lnTo>
                  <a:pt x="1390650" y="790575"/>
                </a:lnTo>
                <a:lnTo>
                  <a:pt x="1381125" y="790575"/>
                </a:lnTo>
                <a:lnTo>
                  <a:pt x="1381125" y="800100"/>
                </a:lnTo>
                <a:lnTo>
                  <a:pt x="1333500" y="800100"/>
                </a:lnTo>
                <a:lnTo>
                  <a:pt x="1333500" y="790575"/>
                </a:lnTo>
                <a:lnTo>
                  <a:pt x="1352550" y="790575"/>
                </a:lnTo>
                <a:lnTo>
                  <a:pt x="1352550" y="781050"/>
                </a:lnTo>
                <a:lnTo>
                  <a:pt x="1381125" y="781050"/>
                </a:lnTo>
                <a:lnTo>
                  <a:pt x="1381125" y="771525"/>
                </a:lnTo>
                <a:lnTo>
                  <a:pt x="1390650" y="771525"/>
                </a:lnTo>
                <a:lnTo>
                  <a:pt x="1390650" y="762000"/>
                </a:lnTo>
                <a:lnTo>
                  <a:pt x="1400175" y="762000"/>
                </a:lnTo>
                <a:lnTo>
                  <a:pt x="1400175" y="752475"/>
                </a:lnTo>
                <a:lnTo>
                  <a:pt x="1438275" y="752475"/>
                </a:lnTo>
                <a:lnTo>
                  <a:pt x="1438275" y="742950"/>
                </a:lnTo>
                <a:lnTo>
                  <a:pt x="1447800" y="742950"/>
                </a:lnTo>
                <a:close/>
                <a:moveTo>
                  <a:pt x="438150" y="742950"/>
                </a:moveTo>
                <a:lnTo>
                  <a:pt x="485775" y="742950"/>
                </a:lnTo>
                <a:lnTo>
                  <a:pt x="485775" y="752475"/>
                </a:lnTo>
                <a:lnTo>
                  <a:pt x="495300" y="752475"/>
                </a:lnTo>
                <a:lnTo>
                  <a:pt x="495300" y="762000"/>
                </a:lnTo>
                <a:lnTo>
                  <a:pt x="476250" y="762000"/>
                </a:lnTo>
                <a:lnTo>
                  <a:pt x="476250" y="752475"/>
                </a:lnTo>
                <a:lnTo>
                  <a:pt x="438150" y="752475"/>
                </a:lnTo>
                <a:close/>
                <a:moveTo>
                  <a:pt x="1514475" y="752475"/>
                </a:moveTo>
                <a:lnTo>
                  <a:pt x="1524000" y="752475"/>
                </a:lnTo>
                <a:lnTo>
                  <a:pt x="1524000" y="771525"/>
                </a:lnTo>
                <a:lnTo>
                  <a:pt x="1514475" y="771525"/>
                </a:lnTo>
                <a:close/>
                <a:moveTo>
                  <a:pt x="333375" y="771525"/>
                </a:moveTo>
                <a:lnTo>
                  <a:pt x="342900" y="771525"/>
                </a:lnTo>
                <a:lnTo>
                  <a:pt x="342900" y="781050"/>
                </a:lnTo>
                <a:lnTo>
                  <a:pt x="371475" y="781050"/>
                </a:lnTo>
                <a:lnTo>
                  <a:pt x="371475" y="790575"/>
                </a:lnTo>
                <a:lnTo>
                  <a:pt x="323850" y="790575"/>
                </a:lnTo>
                <a:lnTo>
                  <a:pt x="323850" y="781050"/>
                </a:lnTo>
                <a:lnTo>
                  <a:pt x="333375" y="781050"/>
                </a:lnTo>
                <a:close/>
                <a:moveTo>
                  <a:pt x="1495425" y="771525"/>
                </a:moveTo>
                <a:lnTo>
                  <a:pt x="1514475" y="771525"/>
                </a:lnTo>
                <a:lnTo>
                  <a:pt x="1514475" y="790575"/>
                </a:lnTo>
                <a:lnTo>
                  <a:pt x="1495425" y="790575"/>
                </a:lnTo>
                <a:lnTo>
                  <a:pt x="1495425" y="800100"/>
                </a:lnTo>
                <a:lnTo>
                  <a:pt x="1514475" y="800100"/>
                </a:lnTo>
                <a:lnTo>
                  <a:pt x="1514475" y="809625"/>
                </a:lnTo>
                <a:lnTo>
                  <a:pt x="1504950" y="809625"/>
                </a:lnTo>
                <a:lnTo>
                  <a:pt x="1504950" y="828675"/>
                </a:lnTo>
                <a:lnTo>
                  <a:pt x="1514475" y="828675"/>
                </a:lnTo>
                <a:lnTo>
                  <a:pt x="1514475" y="838200"/>
                </a:lnTo>
                <a:lnTo>
                  <a:pt x="1504950" y="838200"/>
                </a:lnTo>
                <a:lnTo>
                  <a:pt x="1504950" y="847725"/>
                </a:lnTo>
                <a:lnTo>
                  <a:pt x="1495425" y="847725"/>
                </a:lnTo>
                <a:lnTo>
                  <a:pt x="1495425" y="838200"/>
                </a:lnTo>
                <a:lnTo>
                  <a:pt x="1485900" y="838200"/>
                </a:lnTo>
                <a:lnTo>
                  <a:pt x="1485900" y="828675"/>
                </a:lnTo>
                <a:lnTo>
                  <a:pt x="1466850" y="828675"/>
                </a:lnTo>
                <a:lnTo>
                  <a:pt x="1466850" y="838200"/>
                </a:lnTo>
                <a:lnTo>
                  <a:pt x="1447800" y="838200"/>
                </a:lnTo>
                <a:lnTo>
                  <a:pt x="1447800" y="828675"/>
                </a:lnTo>
                <a:lnTo>
                  <a:pt x="1457325" y="828675"/>
                </a:lnTo>
                <a:lnTo>
                  <a:pt x="1457325" y="819150"/>
                </a:lnTo>
                <a:lnTo>
                  <a:pt x="1495425" y="819150"/>
                </a:lnTo>
                <a:lnTo>
                  <a:pt x="1495425" y="809625"/>
                </a:lnTo>
                <a:lnTo>
                  <a:pt x="1485900" y="809625"/>
                </a:lnTo>
                <a:lnTo>
                  <a:pt x="1485900" y="781050"/>
                </a:lnTo>
                <a:lnTo>
                  <a:pt x="1495425" y="781050"/>
                </a:lnTo>
                <a:close/>
                <a:moveTo>
                  <a:pt x="371475" y="790575"/>
                </a:moveTo>
                <a:lnTo>
                  <a:pt x="381000" y="790575"/>
                </a:lnTo>
                <a:lnTo>
                  <a:pt x="381000" y="800100"/>
                </a:lnTo>
                <a:lnTo>
                  <a:pt x="371475" y="800100"/>
                </a:lnTo>
                <a:close/>
                <a:moveTo>
                  <a:pt x="1771650" y="828675"/>
                </a:moveTo>
                <a:lnTo>
                  <a:pt x="1781175" y="828675"/>
                </a:lnTo>
                <a:lnTo>
                  <a:pt x="1781175" y="838200"/>
                </a:lnTo>
                <a:lnTo>
                  <a:pt x="1771650" y="838200"/>
                </a:lnTo>
                <a:close/>
                <a:moveTo>
                  <a:pt x="390525" y="838200"/>
                </a:moveTo>
                <a:lnTo>
                  <a:pt x="400050" y="838200"/>
                </a:lnTo>
                <a:lnTo>
                  <a:pt x="400050" y="847725"/>
                </a:lnTo>
                <a:lnTo>
                  <a:pt x="390525" y="847725"/>
                </a:lnTo>
                <a:close/>
                <a:moveTo>
                  <a:pt x="28575" y="847725"/>
                </a:moveTo>
                <a:lnTo>
                  <a:pt x="38100" y="847725"/>
                </a:lnTo>
                <a:lnTo>
                  <a:pt x="38100" y="857250"/>
                </a:lnTo>
                <a:lnTo>
                  <a:pt x="57150" y="857250"/>
                </a:lnTo>
                <a:lnTo>
                  <a:pt x="57150" y="847725"/>
                </a:lnTo>
                <a:lnTo>
                  <a:pt x="66675" y="847725"/>
                </a:lnTo>
                <a:lnTo>
                  <a:pt x="66675" y="857250"/>
                </a:lnTo>
                <a:lnTo>
                  <a:pt x="57150" y="857250"/>
                </a:lnTo>
                <a:lnTo>
                  <a:pt x="57150" y="876300"/>
                </a:lnTo>
                <a:lnTo>
                  <a:pt x="28575" y="876300"/>
                </a:lnTo>
                <a:lnTo>
                  <a:pt x="28575" y="866775"/>
                </a:lnTo>
                <a:lnTo>
                  <a:pt x="9525" y="866775"/>
                </a:lnTo>
                <a:lnTo>
                  <a:pt x="9525" y="857250"/>
                </a:lnTo>
                <a:lnTo>
                  <a:pt x="28575" y="857250"/>
                </a:lnTo>
                <a:close/>
                <a:moveTo>
                  <a:pt x="104775" y="847725"/>
                </a:moveTo>
                <a:lnTo>
                  <a:pt x="123825" y="847725"/>
                </a:lnTo>
                <a:lnTo>
                  <a:pt x="123825" y="866775"/>
                </a:lnTo>
                <a:lnTo>
                  <a:pt x="95250" y="866775"/>
                </a:lnTo>
                <a:lnTo>
                  <a:pt x="95250" y="857250"/>
                </a:lnTo>
                <a:lnTo>
                  <a:pt x="104775" y="857250"/>
                </a:lnTo>
                <a:close/>
                <a:moveTo>
                  <a:pt x="381000" y="847725"/>
                </a:moveTo>
                <a:lnTo>
                  <a:pt x="390525" y="847725"/>
                </a:lnTo>
                <a:lnTo>
                  <a:pt x="390525" y="857250"/>
                </a:lnTo>
                <a:lnTo>
                  <a:pt x="381000" y="857250"/>
                </a:lnTo>
                <a:close/>
                <a:moveTo>
                  <a:pt x="1504950" y="847725"/>
                </a:moveTo>
                <a:lnTo>
                  <a:pt x="1514475" y="847725"/>
                </a:lnTo>
                <a:lnTo>
                  <a:pt x="1514475" y="857250"/>
                </a:lnTo>
                <a:lnTo>
                  <a:pt x="1504950" y="857250"/>
                </a:lnTo>
                <a:close/>
                <a:moveTo>
                  <a:pt x="1762125" y="847725"/>
                </a:moveTo>
                <a:lnTo>
                  <a:pt x="1771650" y="847725"/>
                </a:lnTo>
                <a:lnTo>
                  <a:pt x="1771650" y="866775"/>
                </a:lnTo>
                <a:lnTo>
                  <a:pt x="1762125" y="866775"/>
                </a:lnTo>
                <a:close/>
                <a:moveTo>
                  <a:pt x="1781175" y="847725"/>
                </a:moveTo>
                <a:lnTo>
                  <a:pt x="1790700" y="847725"/>
                </a:lnTo>
                <a:lnTo>
                  <a:pt x="1790700" y="857250"/>
                </a:lnTo>
                <a:lnTo>
                  <a:pt x="1781175" y="857250"/>
                </a:lnTo>
                <a:close/>
                <a:moveTo>
                  <a:pt x="76200" y="866775"/>
                </a:moveTo>
                <a:lnTo>
                  <a:pt x="95250" y="866775"/>
                </a:lnTo>
                <a:lnTo>
                  <a:pt x="95250" y="876300"/>
                </a:lnTo>
                <a:lnTo>
                  <a:pt x="76200" y="876300"/>
                </a:lnTo>
                <a:close/>
                <a:moveTo>
                  <a:pt x="1724025" y="876300"/>
                </a:moveTo>
                <a:lnTo>
                  <a:pt x="1743075" y="876300"/>
                </a:lnTo>
                <a:lnTo>
                  <a:pt x="1743075" y="885825"/>
                </a:lnTo>
                <a:lnTo>
                  <a:pt x="1724025" y="885825"/>
                </a:lnTo>
                <a:close/>
                <a:moveTo>
                  <a:pt x="1685925" y="885825"/>
                </a:moveTo>
                <a:lnTo>
                  <a:pt x="1695450" y="885825"/>
                </a:lnTo>
                <a:lnTo>
                  <a:pt x="1695450" y="895350"/>
                </a:lnTo>
                <a:lnTo>
                  <a:pt x="1685925" y="895350"/>
                </a:lnTo>
                <a:close/>
                <a:moveTo>
                  <a:pt x="38100" y="895350"/>
                </a:moveTo>
                <a:lnTo>
                  <a:pt x="66675" y="895350"/>
                </a:lnTo>
                <a:lnTo>
                  <a:pt x="66675" y="914400"/>
                </a:lnTo>
                <a:lnTo>
                  <a:pt x="57150" y="914400"/>
                </a:lnTo>
                <a:lnTo>
                  <a:pt x="57150" y="923925"/>
                </a:lnTo>
                <a:lnTo>
                  <a:pt x="47625" y="923925"/>
                </a:lnTo>
                <a:lnTo>
                  <a:pt x="47625" y="933450"/>
                </a:lnTo>
                <a:lnTo>
                  <a:pt x="19050" y="933450"/>
                </a:lnTo>
                <a:lnTo>
                  <a:pt x="19050" y="1009650"/>
                </a:lnTo>
                <a:lnTo>
                  <a:pt x="28575" y="1009650"/>
                </a:lnTo>
                <a:lnTo>
                  <a:pt x="28575" y="1000125"/>
                </a:lnTo>
                <a:lnTo>
                  <a:pt x="38100" y="1000125"/>
                </a:lnTo>
                <a:lnTo>
                  <a:pt x="38100" y="981075"/>
                </a:lnTo>
                <a:lnTo>
                  <a:pt x="57150" y="981075"/>
                </a:lnTo>
                <a:lnTo>
                  <a:pt x="57150" y="990600"/>
                </a:lnTo>
                <a:lnTo>
                  <a:pt x="95250" y="990600"/>
                </a:lnTo>
                <a:lnTo>
                  <a:pt x="95250" y="1000125"/>
                </a:lnTo>
                <a:lnTo>
                  <a:pt x="66675" y="1000125"/>
                </a:lnTo>
                <a:lnTo>
                  <a:pt x="66675" y="1019175"/>
                </a:lnTo>
                <a:lnTo>
                  <a:pt x="57150" y="1019175"/>
                </a:lnTo>
                <a:lnTo>
                  <a:pt x="57150" y="1028700"/>
                </a:lnTo>
                <a:lnTo>
                  <a:pt x="76200" y="1028700"/>
                </a:lnTo>
                <a:lnTo>
                  <a:pt x="76200" y="1038225"/>
                </a:lnTo>
                <a:lnTo>
                  <a:pt x="95250" y="1038225"/>
                </a:lnTo>
                <a:lnTo>
                  <a:pt x="95250" y="1076325"/>
                </a:lnTo>
                <a:lnTo>
                  <a:pt x="104775" y="1076325"/>
                </a:lnTo>
                <a:lnTo>
                  <a:pt x="104775" y="1095375"/>
                </a:lnTo>
                <a:lnTo>
                  <a:pt x="114300" y="1095375"/>
                </a:lnTo>
                <a:lnTo>
                  <a:pt x="114300" y="1104900"/>
                </a:lnTo>
                <a:lnTo>
                  <a:pt x="142875" y="1104900"/>
                </a:lnTo>
                <a:lnTo>
                  <a:pt x="142875" y="1123950"/>
                </a:lnTo>
                <a:lnTo>
                  <a:pt x="114300" y="1123950"/>
                </a:lnTo>
                <a:lnTo>
                  <a:pt x="114300" y="1133475"/>
                </a:lnTo>
                <a:lnTo>
                  <a:pt x="123825" y="1133475"/>
                </a:lnTo>
                <a:lnTo>
                  <a:pt x="123825" y="1143000"/>
                </a:lnTo>
                <a:lnTo>
                  <a:pt x="142875" y="1143000"/>
                </a:lnTo>
                <a:lnTo>
                  <a:pt x="142875" y="1133475"/>
                </a:lnTo>
                <a:lnTo>
                  <a:pt x="152400" y="1133475"/>
                </a:lnTo>
                <a:lnTo>
                  <a:pt x="152400" y="1123950"/>
                </a:lnTo>
                <a:lnTo>
                  <a:pt x="171450" y="1123950"/>
                </a:lnTo>
                <a:lnTo>
                  <a:pt x="171450" y="1133475"/>
                </a:lnTo>
                <a:lnTo>
                  <a:pt x="209550" y="1133475"/>
                </a:lnTo>
                <a:lnTo>
                  <a:pt x="209550" y="1143000"/>
                </a:lnTo>
                <a:lnTo>
                  <a:pt x="219075" y="1143000"/>
                </a:lnTo>
                <a:lnTo>
                  <a:pt x="219075" y="1133475"/>
                </a:lnTo>
                <a:lnTo>
                  <a:pt x="266700" y="1133475"/>
                </a:lnTo>
                <a:lnTo>
                  <a:pt x="266700" y="1123950"/>
                </a:lnTo>
                <a:lnTo>
                  <a:pt x="276225" y="1123950"/>
                </a:lnTo>
                <a:lnTo>
                  <a:pt x="276225" y="1114425"/>
                </a:lnTo>
                <a:lnTo>
                  <a:pt x="285750" y="1114425"/>
                </a:lnTo>
                <a:lnTo>
                  <a:pt x="285750" y="1123950"/>
                </a:lnTo>
                <a:lnTo>
                  <a:pt x="304800" y="1123950"/>
                </a:lnTo>
                <a:lnTo>
                  <a:pt x="304800" y="1114425"/>
                </a:lnTo>
                <a:lnTo>
                  <a:pt x="295275" y="1114425"/>
                </a:lnTo>
                <a:lnTo>
                  <a:pt x="295275" y="1095375"/>
                </a:lnTo>
                <a:lnTo>
                  <a:pt x="285750" y="1095375"/>
                </a:lnTo>
                <a:lnTo>
                  <a:pt x="285750" y="1085850"/>
                </a:lnTo>
                <a:lnTo>
                  <a:pt x="295275" y="1085850"/>
                </a:lnTo>
                <a:lnTo>
                  <a:pt x="295275" y="1057275"/>
                </a:lnTo>
                <a:lnTo>
                  <a:pt x="304800" y="1057275"/>
                </a:lnTo>
                <a:lnTo>
                  <a:pt x="304800" y="1047750"/>
                </a:lnTo>
                <a:lnTo>
                  <a:pt x="314325" y="1047750"/>
                </a:lnTo>
                <a:lnTo>
                  <a:pt x="314325" y="1066800"/>
                </a:lnTo>
                <a:lnTo>
                  <a:pt x="323850" y="1066800"/>
                </a:lnTo>
                <a:lnTo>
                  <a:pt x="323850" y="1047750"/>
                </a:lnTo>
                <a:lnTo>
                  <a:pt x="333375" y="1047750"/>
                </a:lnTo>
                <a:lnTo>
                  <a:pt x="333375" y="1038225"/>
                </a:lnTo>
                <a:lnTo>
                  <a:pt x="342900" y="1038225"/>
                </a:lnTo>
                <a:lnTo>
                  <a:pt x="342900" y="1019175"/>
                </a:lnTo>
                <a:lnTo>
                  <a:pt x="352425" y="1019175"/>
                </a:lnTo>
                <a:lnTo>
                  <a:pt x="352425" y="1009650"/>
                </a:lnTo>
                <a:lnTo>
                  <a:pt x="342900" y="1009650"/>
                </a:lnTo>
                <a:lnTo>
                  <a:pt x="342900" y="981075"/>
                </a:lnTo>
                <a:lnTo>
                  <a:pt x="333375" y="981075"/>
                </a:lnTo>
                <a:lnTo>
                  <a:pt x="333375" y="971550"/>
                </a:lnTo>
                <a:lnTo>
                  <a:pt x="323850" y="971550"/>
                </a:lnTo>
                <a:lnTo>
                  <a:pt x="323850" y="952500"/>
                </a:lnTo>
                <a:lnTo>
                  <a:pt x="342900" y="952500"/>
                </a:lnTo>
                <a:lnTo>
                  <a:pt x="342900" y="962025"/>
                </a:lnTo>
                <a:lnTo>
                  <a:pt x="352425" y="962025"/>
                </a:lnTo>
                <a:lnTo>
                  <a:pt x="352425" y="971550"/>
                </a:lnTo>
                <a:lnTo>
                  <a:pt x="390525" y="971550"/>
                </a:lnTo>
                <a:lnTo>
                  <a:pt x="390525" y="981075"/>
                </a:lnTo>
                <a:lnTo>
                  <a:pt x="400050" y="981075"/>
                </a:lnTo>
                <a:lnTo>
                  <a:pt x="400050" y="990600"/>
                </a:lnTo>
                <a:lnTo>
                  <a:pt x="419100" y="990600"/>
                </a:lnTo>
                <a:lnTo>
                  <a:pt x="419100" y="971550"/>
                </a:lnTo>
                <a:lnTo>
                  <a:pt x="428625" y="971550"/>
                </a:lnTo>
                <a:lnTo>
                  <a:pt x="428625" y="952500"/>
                </a:lnTo>
                <a:lnTo>
                  <a:pt x="447675" y="952500"/>
                </a:lnTo>
                <a:lnTo>
                  <a:pt x="447675" y="962025"/>
                </a:lnTo>
                <a:lnTo>
                  <a:pt x="466725" y="962025"/>
                </a:lnTo>
                <a:lnTo>
                  <a:pt x="466725" y="942975"/>
                </a:lnTo>
                <a:lnTo>
                  <a:pt x="438150" y="942975"/>
                </a:lnTo>
                <a:lnTo>
                  <a:pt x="438150" y="923925"/>
                </a:lnTo>
                <a:lnTo>
                  <a:pt x="457200" y="923925"/>
                </a:lnTo>
                <a:lnTo>
                  <a:pt x="457200" y="933450"/>
                </a:lnTo>
                <a:lnTo>
                  <a:pt x="476250" y="933450"/>
                </a:lnTo>
                <a:lnTo>
                  <a:pt x="476250" y="914400"/>
                </a:lnTo>
                <a:lnTo>
                  <a:pt x="485775" y="914400"/>
                </a:lnTo>
                <a:lnTo>
                  <a:pt x="485775" y="904875"/>
                </a:lnTo>
                <a:lnTo>
                  <a:pt x="504825" y="904875"/>
                </a:lnTo>
                <a:lnTo>
                  <a:pt x="504825" y="895350"/>
                </a:lnTo>
                <a:lnTo>
                  <a:pt x="514350" y="895350"/>
                </a:lnTo>
                <a:lnTo>
                  <a:pt x="514350" y="904875"/>
                </a:lnTo>
                <a:lnTo>
                  <a:pt x="504825" y="904875"/>
                </a:lnTo>
                <a:lnTo>
                  <a:pt x="504825" y="914400"/>
                </a:lnTo>
                <a:lnTo>
                  <a:pt x="495300" y="914400"/>
                </a:lnTo>
                <a:lnTo>
                  <a:pt x="495300" y="923925"/>
                </a:lnTo>
                <a:lnTo>
                  <a:pt x="485775" y="923925"/>
                </a:lnTo>
                <a:lnTo>
                  <a:pt x="485775" y="933450"/>
                </a:lnTo>
                <a:lnTo>
                  <a:pt x="476250" y="933450"/>
                </a:lnTo>
                <a:lnTo>
                  <a:pt x="476250" y="990600"/>
                </a:lnTo>
                <a:lnTo>
                  <a:pt x="466725" y="990600"/>
                </a:lnTo>
                <a:lnTo>
                  <a:pt x="466725" y="1009650"/>
                </a:lnTo>
                <a:lnTo>
                  <a:pt x="485775" y="1009650"/>
                </a:lnTo>
                <a:lnTo>
                  <a:pt x="485775" y="1000125"/>
                </a:lnTo>
                <a:lnTo>
                  <a:pt x="495300" y="1000125"/>
                </a:lnTo>
                <a:lnTo>
                  <a:pt x="495300" y="990600"/>
                </a:lnTo>
                <a:lnTo>
                  <a:pt x="504825" y="990600"/>
                </a:lnTo>
                <a:lnTo>
                  <a:pt x="504825" y="1000125"/>
                </a:lnTo>
                <a:lnTo>
                  <a:pt x="514350" y="1000125"/>
                </a:lnTo>
                <a:lnTo>
                  <a:pt x="514350" y="1047750"/>
                </a:lnTo>
                <a:lnTo>
                  <a:pt x="542925" y="1047750"/>
                </a:lnTo>
                <a:lnTo>
                  <a:pt x="542925" y="1038225"/>
                </a:lnTo>
                <a:lnTo>
                  <a:pt x="552450" y="1038225"/>
                </a:lnTo>
                <a:lnTo>
                  <a:pt x="552450" y="1028700"/>
                </a:lnTo>
                <a:lnTo>
                  <a:pt x="542925" y="1028700"/>
                </a:lnTo>
                <a:lnTo>
                  <a:pt x="542925" y="1019175"/>
                </a:lnTo>
                <a:lnTo>
                  <a:pt x="552450" y="1019175"/>
                </a:lnTo>
                <a:lnTo>
                  <a:pt x="552450" y="1028700"/>
                </a:lnTo>
                <a:lnTo>
                  <a:pt x="581025" y="1028700"/>
                </a:lnTo>
                <a:lnTo>
                  <a:pt x="581025" y="1019175"/>
                </a:lnTo>
                <a:lnTo>
                  <a:pt x="600075" y="1019175"/>
                </a:lnTo>
                <a:lnTo>
                  <a:pt x="600075" y="1047750"/>
                </a:lnTo>
                <a:lnTo>
                  <a:pt x="590550" y="1047750"/>
                </a:lnTo>
                <a:lnTo>
                  <a:pt x="590550" y="1057275"/>
                </a:lnTo>
                <a:lnTo>
                  <a:pt x="571500" y="1057275"/>
                </a:lnTo>
                <a:lnTo>
                  <a:pt x="571500" y="1047750"/>
                </a:lnTo>
                <a:lnTo>
                  <a:pt x="552450" y="1047750"/>
                </a:lnTo>
                <a:lnTo>
                  <a:pt x="552450" y="1066800"/>
                </a:lnTo>
                <a:lnTo>
                  <a:pt x="533400" y="1066800"/>
                </a:lnTo>
                <a:lnTo>
                  <a:pt x="533400" y="1085850"/>
                </a:lnTo>
                <a:lnTo>
                  <a:pt x="552450" y="1085850"/>
                </a:lnTo>
                <a:lnTo>
                  <a:pt x="552450" y="1076325"/>
                </a:lnTo>
                <a:lnTo>
                  <a:pt x="571500" y="1076325"/>
                </a:lnTo>
                <a:lnTo>
                  <a:pt x="571500" y="1095375"/>
                </a:lnTo>
                <a:lnTo>
                  <a:pt x="561975" y="1095375"/>
                </a:lnTo>
                <a:lnTo>
                  <a:pt x="561975" y="1104900"/>
                </a:lnTo>
                <a:lnTo>
                  <a:pt x="552450" y="1104900"/>
                </a:lnTo>
                <a:lnTo>
                  <a:pt x="552450" y="1114425"/>
                </a:lnTo>
                <a:lnTo>
                  <a:pt x="542925" y="1114425"/>
                </a:lnTo>
                <a:lnTo>
                  <a:pt x="542925" y="1123950"/>
                </a:lnTo>
                <a:lnTo>
                  <a:pt x="552450" y="1123950"/>
                </a:lnTo>
                <a:lnTo>
                  <a:pt x="552450" y="1133475"/>
                </a:lnTo>
                <a:lnTo>
                  <a:pt x="581025" y="1133475"/>
                </a:lnTo>
                <a:lnTo>
                  <a:pt x="581025" y="1123950"/>
                </a:lnTo>
                <a:lnTo>
                  <a:pt x="590550" y="1123950"/>
                </a:lnTo>
                <a:lnTo>
                  <a:pt x="590550" y="1133475"/>
                </a:lnTo>
                <a:lnTo>
                  <a:pt x="609600" y="1133475"/>
                </a:lnTo>
                <a:lnTo>
                  <a:pt x="609600" y="1143000"/>
                </a:lnTo>
                <a:lnTo>
                  <a:pt x="638175" y="1143000"/>
                </a:lnTo>
                <a:lnTo>
                  <a:pt x="638175" y="1190625"/>
                </a:lnTo>
                <a:lnTo>
                  <a:pt x="628650" y="1190625"/>
                </a:lnTo>
                <a:lnTo>
                  <a:pt x="628650" y="1200150"/>
                </a:lnTo>
                <a:lnTo>
                  <a:pt x="619125" y="1200150"/>
                </a:lnTo>
                <a:lnTo>
                  <a:pt x="619125" y="1209675"/>
                </a:lnTo>
                <a:lnTo>
                  <a:pt x="600075" y="1209675"/>
                </a:lnTo>
                <a:lnTo>
                  <a:pt x="600075" y="1219200"/>
                </a:lnTo>
                <a:lnTo>
                  <a:pt x="590550" y="1219200"/>
                </a:lnTo>
                <a:lnTo>
                  <a:pt x="590550" y="1266825"/>
                </a:lnTo>
                <a:lnTo>
                  <a:pt x="600075" y="1266825"/>
                </a:lnTo>
                <a:lnTo>
                  <a:pt x="600075" y="1276350"/>
                </a:lnTo>
                <a:lnTo>
                  <a:pt x="628650" y="1276350"/>
                </a:lnTo>
                <a:lnTo>
                  <a:pt x="628650" y="1285875"/>
                </a:lnTo>
                <a:lnTo>
                  <a:pt x="590550" y="1285875"/>
                </a:lnTo>
                <a:lnTo>
                  <a:pt x="590550" y="1276350"/>
                </a:lnTo>
                <a:lnTo>
                  <a:pt x="571500" y="1276350"/>
                </a:lnTo>
                <a:lnTo>
                  <a:pt x="571500" y="1285875"/>
                </a:lnTo>
                <a:lnTo>
                  <a:pt x="561975" y="1285875"/>
                </a:lnTo>
                <a:lnTo>
                  <a:pt x="561975" y="1266825"/>
                </a:lnTo>
                <a:lnTo>
                  <a:pt x="571500" y="1266825"/>
                </a:lnTo>
                <a:lnTo>
                  <a:pt x="571500" y="1257300"/>
                </a:lnTo>
                <a:lnTo>
                  <a:pt x="561975" y="1257300"/>
                </a:lnTo>
                <a:lnTo>
                  <a:pt x="561975" y="1247775"/>
                </a:lnTo>
                <a:lnTo>
                  <a:pt x="523875" y="1247775"/>
                </a:lnTo>
                <a:lnTo>
                  <a:pt x="523875" y="1238250"/>
                </a:lnTo>
                <a:lnTo>
                  <a:pt x="485775" y="1238250"/>
                </a:lnTo>
                <a:lnTo>
                  <a:pt x="485775" y="1257300"/>
                </a:lnTo>
                <a:lnTo>
                  <a:pt x="514350" y="1257300"/>
                </a:lnTo>
                <a:lnTo>
                  <a:pt x="514350" y="1266825"/>
                </a:lnTo>
                <a:lnTo>
                  <a:pt x="495300" y="1266825"/>
                </a:lnTo>
                <a:lnTo>
                  <a:pt x="495300" y="1276350"/>
                </a:lnTo>
                <a:lnTo>
                  <a:pt x="457200" y="1276350"/>
                </a:lnTo>
                <a:lnTo>
                  <a:pt x="457200" y="1257300"/>
                </a:lnTo>
                <a:lnTo>
                  <a:pt x="447675" y="1257300"/>
                </a:lnTo>
                <a:lnTo>
                  <a:pt x="447675" y="1266825"/>
                </a:lnTo>
                <a:lnTo>
                  <a:pt x="428625" y="1266825"/>
                </a:lnTo>
                <a:lnTo>
                  <a:pt x="428625" y="1285875"/>
                </a:lnTo>
                <a:lnTo>
                  <a:pt x="390525" y="1285875"/>
                </a:lnTo>
                <a:lnTo>
                  <a:pt x="390525" y="1295400"/>
                </a:lnTo>
                <a:lnTo>
                  <a:pt x="381000" y="1295400"/>
                </a:lnTo>
                <a:lnTo>
                  <a:pt x="381000" y="1304925"/>
                </a:lnTo>
                <a:lnTo>
                  <a:pt x="371475" y="1304925"/>
                </a:lnTo>
                <a:lnTo>
                  <a:pt x="371475" y="1314450"/>
                </a:lnTo>
                <a:lnTo>
                  <a:pt x="361950" y="1314450"/>
                </a:lnTo>
                <a:lnTo>
                  <a:pt x="361950" y="1304925"/>
                </a:lnTo>
                <a:lnTo>
                  <a:pt x="342900" y="1304925"/>
                </a:lnTo>
                <a:lnTo>
                  <a:pt x="342900" y="1295400"/>
                </a:lnTo>
                <a:lnTo>
                  <a:pt x="323850" y="1295400"/>
                </a:lnTo>
                <a:lnTo>
                  <a:pt x="323850" y="1304925"/>
                </a:lnTo>
                <a:lnTo>
                  <a:pt x="342900" y="1304925"/>
                </a:lnTo>
                <a:lnTo>
                  <a:pt x="342900" y="1323975"/>
                </a:lnTo>
                <a:lnTo>
                  <a:pt x="333375" y="1323975"/>
                </a:lnTo>
                <a:lnTo>
                  <a:pt x="333375" y="1343025"/>
                </a:lnTo>
                <a:lnTo>
                  <a:pt x="342900" y="1343025"/>
                </a:lnTo>
                <a:lnTo>
                  <a:pt x="342900" y="1352550"/>
                </a:lnTo>
                <a:lnTo>
                  <a:pt x="333375" y="1352550"/>
                </a:lnTo>
                <a:lnTo>
                  <a:pt x="333375" y="1371600"/>
                </a:lnTo>
                <a:lnTo>
                  <a:pt x="323850" y="1371600"/>
                </a:lnTo>
                <a:lnTo>
                  <a:pt x="323850" y="1381125"/>
                </a:lnTo>
                <a:lnTo>
                  <a:pt x="314325" y="1381125"/>
                </a:lnTo>
                <a:lnTo>
                  <a:pt x="314325" y="1390650"/>
                </a:lnTo>
                <a:lnTo>
                  <a:pt x="295275" y="1390650"/>
                </a:lnTo>
                <a:lnTo>
                  <a:pt x="295275" y="1400175"/>
                </a:lnTo>
                <a:lnTo>
                  <a:pt x="285750" y="1400175"/>
                </a:lnTo>
                <a:lnTo>
                  <a:pt x="285750" y="1409700"/>
                </a:lnTo>
                <a:lnTo>
                  <a:pt x="295275" y="1409700"/>
                </a:lnTo>
                <a:lnTo>
                  <a:pt x="295275" y="1419225"/>
                </a:lnTo>
                <a:lnTo>
                  <a:pt x="304800" y="1419225"/>
                </a:lnTo>
                <a:lnTo>
                  <a:pt x="304800" y="1428750"/>
                </a:lnTo>
                <a:lnTo>
                  <a:pt x="314325" y="1428750"/>
                </a:lnTo>
                <a:lnTo>
                  <a:pt x="314325" y="1419225"/>
                </a:lnTo>
                <a:lnTo>
                  <a:pt x="323850" y="1419225"/>
                </a:lnTo>
                <a:lnTo>
                  <a:pt x="323850" y="1428750"/>
                </a:lnTo>
                <a:lnTo>
                  <a:pt x="314325" y="1428750"/>
                </a:lnTo>
                <a:lnTo>
                  <a:pt x="314325" y="1438275"/>
                </a:lnTo>
                <a:lnTo>
                  <a:pt x="295275" y="1438275"/>
                </a:lnTo>
                <a:lnTo>
                  <a:pt x="295275" y="1447800"/>
                </a:lnTo>
                <a:lnTo>
                  <a:pt x="285750" y="1447800"/>
                </a:lnTo>
                <a:lnTo>
                  <a:pt x="285750" y="1438275"/>
                </a:lnTo>
                <a:lnTo>
                  <a:pt x="276225" y="1438275"/>
                </a:lnTo>
                <a:lnTo>
                  <a:pt x="276225" y="1428750"/>
                </a:lnTo>
                <a:lnTo>
                  <a:pt x="257175" y="1428750"/>
                </a:lnTo>
                <a:lnTo>
                  <a:pt x="257175" y="1419225"/>
                </a:lnTo>
                <a:lnTo>
                  <a:pt x="238125" y="1419225"/>
                </a:lnTo>
                <a:lnTo>
                  <a:pt x="238125" y="1409700"/>
                </a:lnTo>
                <a:lnTo>
                  <a:pt x="219075" y="1409700"/>
                </a:lnTo>
                <a:lnTo>
                  <a:pt x="219075" y="1400175"/>
                </a:lnTo>
                <a:lnTo>
                  <a:pt x="209550" y="1400175"/>
                </a:lnTo>
                <a:lnTo>
                  <a:pt x="209550" y="1390650"/>
                </a:lnTo>
                <a:lnTo>
                  <a:pt x="200025" y="1390650"/>
                </a:lnTo>
                <a:lnTo>
                  <a:pt x="200025" y="1352550"/>
                </a:lnTo>
                <a:lnTo>
                  <a:pt x="219075" y="1352550"/>
                </a:lnTo>
                <a:lnTo>
                  <a:pt x="219075" y="1343025"/>
                </a:lnTo>
                <a:lnTo>
                  <a:pt x="209550" y="1343025"/>
                </a:lnTo>
                <a:lnTo>
                  <a:pt x="209550" y="1333500"/>
                </a:lnTo>
                <a:lnTo>
                  <a:pt x="200025" y="1333500"/>
                </a:lnTo>
                <a:lnTo>
                  <a:pt x="200025" y="1314450"/>
                </a:lnTo>
                <a:lnTo>
                  <a:pt x="180975" y="1314450"/>
                </a:lnTo>
                <a:lnTo>
                  <a:pt x="180975" y="1295400"/>
                </a:lnTo>
                <a:lnTo>
                  <a:pt x="161925" y="1295400"/>
                </a:lnTo>
                <a:lnTo>
                  <a:pt x="161925" y="1323975"/>
                </a:lnTo>
                <a:lnTo>
                  <a:pt x="152400" y="1323975"/>
                </a:lnTo>
                <a:lnTo>
                  <a:pt x="152400" y="1352550"/>
                </a:lnTo>
                <a:lnTo>
                  <a:pt x="142875" y="1352550"/>
                </a:lnTo>
                <a:lnTo>
                  <a:pt x="142875" y="1362075"/>
                </a:lnTo>
                <a:lnTo>
                  <a:pt x="133350" y="1362075"/>
                </a:lnTo>
                <a:lnTo>
                  <a:pt x="133350" y="1333500"/>
                </a:lnTo>
                <a:lnTo>
                  <a:pt x="123825" y="1333500"/>
                </a:lnTo>
                <a:lnTo>
                  <a:pt x="123825" y="1343025"/>
                </a:lnTo>
                <a:lnTo>
                  <a:pt x="114300" y="1343025"/>
                </a:lnTo>
                <a:lnTo>
                  <a:pt x="114300" y="1371600"/>
                </a:lnTo>
                <a:lnTo>
                  <a:pt x="104775" y="1371600"/>
                </a:lnTo>
                <a:lnTo>
                  <a:pt x="104775" y="1333500"/>
                </a:lnTo>
                <a:lnTo>
                  <a:pt x="85725" y="1333500"/>
                </a:lnTo>
                <a:lnTo>
                  <a:pt x="85725" y="1352550"/>
                </a:lnTo>
                <a:lnTo>
                  <a:pt x="95250" y="1352550"/>
                </a:lnTo>
                <a:lnTo>
                  <a:pt x="95250" y="1371600"/>
                </a:lnTo>
                <a:lnTo>
                  <a:pt x="76200" y="1371600"/>
                </a:lnTo>
                <a:lnTo>
                  <a:pt x="76200" y="1343025"/>
                </a:lnTo>
                <a:lnTo>
                  <a:pt x="66675" y="1343025"/>
                </a:lnTo>
                <a:lnTo>
                  <a:pt x="66675" y="1390650"/>
                </a:lnTo>
                <a:lnTo>
                  <a:pt x="76200" y="1390650"/>
                </a:lnTo>
                <a:lnTo>
                  <a:pt x="76200" y="1381125"/>
                </a:lnTo>
                <a:lnTo>
                  <a:pt x="85725" y="1381125"/>
                </a:lnTo>
                <a:lnTo>
                  <a:pt x="85725" y="1390650"/>
                </a:lnTo>
                <a:lnTo>
                  <a:pt x="95250" y="1390650"/>
                </a:lnTo>
                <a:lnTo>
                  <a:pt x="95250" y="1400175"/>
                </a:lnTo>
                <a:lnTo>
                  <a:pt x="133350" y="1400175"/>
                </a:lnTo>
                <a:lnTo>
                  <a:pt x="133350" y="1428750"/>
                </a:lnTo>
                <a:lnTo>
                  <a:pt x="123825" y="1428750"/>
                </a:lnTo>
                <a:lnTo>
                  <a:pt x="123825" y="1438275"/>
                </a:lnTo>
                <a:lnTo>
                  <a:pt x="114300" y="1438275"/>
                </a:lnTo>
                <a:lnTo>
                  <a:pt x="114300" y="1419225"/>
                </a:lnTo>
                <a:lnTo>
                  <a:pt x="95250" y="1419225"/>
                </a:lnTo>
                <a:lnTo>
                  <a:pt x="95250" y="1409700"/>
                </a:lnTo>
                <a:lnTo>
                  <a:pt x="85725" y="1409700"/>
                </a:lnTo>
                <a:lnTo>
                  <a:pt x="85725" y="1400175"/>
                </a:lnTo>
                <a:lnTo>
                  <a:pt x="66675" y="1400175"/>
                </a:lnTo>
                <a:lnTo>
                  <a:pt x="66675" y="1419225"/>
                </a:lnTo>
                <a:lnTo>
                  <a:pt x="57150" y="1419225"/>
                </a:lnTo>
                <a:lnTo>
                  <a:pt x="57150" y="1390650"/>
                </a:lnTo>
                <a:lnTo>
                  <a:pt x="47625" y="1390650"/>
                </a:lnTo>
                <a:lnTo>
                  <a:pt x="47625" y="1362075"/>
                </a:lnTo>
                <a:lnTo>
                  <a:pt x="38100" y="1362075"/>
                </a:lnTo>
                <a:lnTo>
                  <a:pt x="38100" y="1343025"/>
                </a:lnTo>
                <a:lnTo>
                  <a:pt x="28575" y="1343025"/>
                </a:lnTo>
                <a:lnTo>
                  <a:pt x="28575" y="1333500"/>
                </a:lnTo>
                <a:lnTo>
                  <a:pt x="38100" y="1333500"/>
                </a:lnTo>
                <a:lnTo>
                  <a:pt x="38100" y="1323975"/>
                </a:lnTo>
                <a:lnTo>
                  <a:pt x="28575" y="1323975"/>
                </a:lnTo>
                <a:lnTo>
                  <a:pt x="28575" y="1314450"/>
                </a:lnTo>
                <a:lnTo>
                  <a:pt x="47625" y="1314450"/>
                </a:lnTo>
                <a:lnTo>
                  <a:pt x="47625" y="1285875"/>
                </a:lnTo>
                <a:lnTo>
                  <a:pt x="19050" y="1285875"/>
                </a:lnTo>
                <a:lnTo>
                  <a:pt x="19050" y="1276350"/>
                </a:lnTo>
                <a:lnTo>
                  <a:pt x="9525" y="1276350"/>
                </a:lnTo>
                <a:lnTo>
                  <a:pt x="9525" y="1257300"/>
                </a:lnTo>
                <a:lnTo>
                  <a:pt x="19050" y="1257300"/>
                </a:lnTo>
                <a:lnTo>
                  <a:pt x="19050" y="1228725"/>
                </a:lnTo>
                <a:lnTo>
                  <a:pt x="9525" y="1228725"/>
                </a:lnTo>
                <a:lnTo>
                  <a:pt x="9525" y="1209675"/>
                </a:lnTo>
                <a:lnTo>
                  <a:pt x="0" y="1209675"/>
                </a:lnTo>
                <a:lnTo>
                  <a:pt x="0" y="1171575"/>
                </a:lnTo>
                <a:lnTo>
                  <a:pt x="47625" y="1171575"/>
                </a:lnTo>
                <a:lnTo>
                  <a:pt x="47625" y="1162050"/>
                </a:lnTo>
                <a:lnTo>
                  <a:pt x="57150" y="1162050"/>
                </a:lnTo>
                <a:lnTo>
                  <a:pt x="57150" y="1152525"/>
                </a:lnTo>
                <a:lnTo>
                  <a:pt x="47625" y="1152525"/>
                </a:lnTo>
                <a:lnTo>
                  <a:pt x="47625" y="1143000"/>
                </a:lnTo>
                <a:lnTo>
                  <a:pt x="9525" y="1143000"/>
                </a:lnTo>
                <a:lnTo>
                  <a:pt x="9525" y="1123950"/>
                </a:lnTo>
                <a:lnTo>
                  <a:pt x="0" y="1123950"/>
                </a:lnTo>
                <a:lnTo>
                  <a:pt x="0" y="1114425"/>
                </a:lnTo>
                <a:lnTo>
                  <a:pt x="19050" y="1114425"/>
                </a:lnTo>
                <a:lnTo>
                  <a:pt x="19050" y="1104900"/>
                </a:lnTo>
                <a:lnTo>
                  <a:pt x="28575" y="1104900"/>
                </a:lnTo>
                <a:lnTo>
                  <a:pt x="28575" y="1085850"/>
                </a:lnTo>
                <a:lnTo>
                  <a:pt x="9525" y="1085850"/>
                </a:lnTo>
                <a:lnTo>
                  <a:pt x="9525" y="1095375"/>
                </a:lnTo>
                <a:lnTo>
                  <a:pt x="0" y="1095375"/>
                </a:lnTo>
                <a:lnTo>
                  <a:pt x="0" y="923925"/>
                </a:lnTo>
                <a:lnTo>
                  <a:pt x="9525" y="923925"/>
                </a:lnTo>
                <a:lnTo>
                  <a:pt x="9525" y="914400"/>
                </a:lnTo>
                <a:lnTo>
                  <a:pt x="19050" y="914400"/>
                </a:lnTo>
                <a:lnTo>
                  <a:pt x="19050" y="904875"/>
                </a:lnTo>
                <a:lnTo>
                  <a:pt x="38100" y="904875"/>
                </a:lnTo>
                <a:close/>
                <a:moveTo>
                  <a:pt x="1381125" y="895350"/>
                </a:moveTo>
                <a:lnTo>
                  <a:pt x="1400175" y="895350"/>
                </a:lnTo>
                <a:lnTo>
                  <a:pt x="1400175" y="923925"/>
                </a:lnTo>
                <a:lnTo>
                  <a:pt x="1409700" y="923925"/>
                </a:lnTo>
                <a:lnTo>
                  <a:pt x="1409700" y="914400"/>
                </a:lnTo>
                <a:lnTo>
                  <a:pt x="1419225" y="914400"/>
                </a:lnTo>
                <a:lnTo>
                  <a:pt x="1419225" y="904875"/>
                </a:lnTo>
                <a:lnTo>
                  <a:pt x="1428750" y="904875"/>
                </a:lnTo>
                <a:lnTo>
                  <a:pt x="1428750" y="914400"/>
                </a:lnTo>
                <a:lnTo>
                  <a:pt x="1419225" y="914400"/>
                </a:lnTo>
                <a:lnTo>
                  <a:pt x="1419225" y="933450"/>
                </a:lnTo>
                <a:lnTo>
                  <a:pt x="1409700" y="933450"/>
                </a:lnTo>
                <a:lnTo>
                  <a:pt x="1409700" y="952500"/>
                </a:lnTo>
                <a:lnTo>
                  <a:pt x="1400175" y="952500"/>
                </a:lnTo>
                <a:lnTo>
                  <a:pt x="1400175" y="971550"/>
                </a:lnTo>
                <a:lnTo>
                  <a:pt x="1409700" y="971550"/>
                </a:lnTo>
                <a:lnTo>
                  <a:pt x="1409700" y="981075"/>
                </a:lnTo>
                <a:lnTo>
                  <a:pt x="1419225" y="981075"/>
                </a:lnTo>
                <a:lnTo>
                  <a:pt x="1419225" y="990600"/>
                </a:lnTo>
                <a:lnTo>
                  <a:pt x="1428750" y="990600"/>
                </a:lnTo>
                <a:lnTo>
                  <a:pt x="1428750" y="1019175"/>
                </a:lnTo>
                <a:lnTo>
                  <a:pt x="1419225" y="1019175"/>
                </a:lnTo>
                <a:lnTo>
                  <a:pt x="1419225" y="1028700"/>
                </a:lnTo>
                <a:lnTo>
                  <a:pt x="1409700" y="1028700"/>
                </a:lnTo>
                <a:lnTo>
                  <a:pt x="1409700" y="1066800"/>
                </a:lnTo>
                <a:lnTo>
                  <a:pt x="1400175" y="1066800"/>
                </a:lnTo>
                <a:lnTo>
                  <a:pt x="1400175" y="1095375"/>
                </a:lnTo>
                <a:lnTo>
                  <a:pt x="1390650" y="1095375"/>
                </a:lnTo>
                <a:lnTo>
                  <a:pt x="1390650" y="1104900"/>
                </a:lnTo>
                <a:lnTo>
                  <a:pt x="1400175" y="1104900"/>
                </a:lnTo>
                <a:lnTo>
                  <a:pt x="1400175" y="1123950"/>
                </a:lnTo>
                <a:lnTo>
                  <a:pt x="1409700" y="1123950"/>
                </a:lnTo>
                <a:lnTo>
                  <a:pt x="1409700" y="1133475"/>
                </a:lnTo>
                <a:lnTo>
                  <a:pt x="1390650" y="1133475"/>
                </a:lnTo>
                <a:lnTo>
                  <a:pt x="1390650" y="1143000"/>
                </a:lnTo>
                <a:lnTo>
                  <a:pt x="1409700" y="1143000"/>
                </a:lnTo>
                <a:lnTo>
                  <a:pt x="1409700" y="1162050"/>
                </a:lnTo>
                <a:lnTo>
                  <a:pt x="1419225" y="1162050"/>
                </a:lnTo>
                <a:lnTo>
                  <a:pt x="1419225" y="1181100"/>
                </a:lnTo>
                <a:lnTo>
                  <a:pt x="1400175" y="1181100"/>
                </a:lnTo>
                <a:lnTo>
                  <a:pt x="1400175" y="1200150"/>
                </a:lnTo>
                <a:lnTo>
                  <a:pt x="1419225" y="1200150"/>
                </a:lnTo>
                <a:lnTo>
                  <a:pt x="1419225" y="1190625"/>
                </a:lnTo>
                <a:lnTo>
                  <a:pt x="1438275" y="1190625"/>
                </a:lnTo>
                <a:lnTo>
                  <a:pt x="1438275" y="1181100"/>
                </a:lnTo>
                <a:lnTo>
                  <a:pt x="1457325" y="1181100"/>
                </a:lnTo>
                <a:lnTo>
                  <a:pt x="1457325" y="1171575"/>
                </a:lnTo>
                <a:lnTo>
                  <a:pt x="1466850" y="1171575"/>
                </a:lnTo>
                <a:lnTo>
                  <a:pt x="1466850" y="1190625"/>
                </a:lnTo>
                <a:lnTo>
                  <a:pt x="1485900" y="1190625"/>
                </a:lnTo>
                <a:lnTo>
                  <a:pt x="1485900" y="1209675"/>
                </a:lnTo>
                <a:lnTo>
                  <a:pt x="1495425" y="1209675"/>
                </a:lnTo>
                <a:lnTo>
                  <a:pt x="1495425" y="1219200"/>
                </a:lnTo>
                <a:lnTo>
                  <a:pt x="1504950" y="1219200"/>
                </a:lnTo>
                <a:lnTo>
                  <a:pt x="1504950" y="1247775"/>
                </a:lnTo>
                <a:lnTo>
                  <a:pt x="1495425" y="1247775"/>
                </a:lnTo>
                <a:lnTo>
                  <a:pt x="1495425" y="1257300"/>
                </a:lnTo>
                <a:lnTo>
                  <a:pt x="1485900" y="1257300"/>
                </a:lnTo>
                <a:lnTo>
                  <a:pt x="1485900" y="1266825"/>
                </a:lnTo>
                <a:lnTo>
                  <a:pt x="1524000" y="1266825"/>
                </a:lnTo>
                <a:lnTo>
                  <a:pt x="1524000" y="1228725"/>
                </a:lnTo>
                <a:lnTo>
                  <a:pt x="1533525" y="1228725"/>
                </a:lnTo>
                <a:lnTo>
                  <a:pt x="1533525" y="1219200"/>
                </a:lnTo>
                <a:lnTo>
                  <a:pt x="1543050" y="1219200"/>
                </a:lnTo>
                <a:lnTo>
                  <a:pt x="1543050" y="1228725"/>
                </a:lnTo>
                <a:lnTo>
                  <a:pt x="1562100" y="1228725"/>
                </a:lnTo>
                <a:lnTo>
                  <a:pt x="1562100" y="1257300"/>
                </a:lnTo>
                <a:lnTo>
                  <a:pt x="1581150" y="1257300"/>
                </a:lnTo>
                <a:lnTo>
                  <a:pt x="1581150" y="1266825"/>
                </a:lnTo>
                <a:lnTo>
                  <a:pt x="1600200" y="1266825"/>
                </a:lnTo>
                <a:lnTo>
                  <a:pt x="1600200" y="1276350"/>
                </a:lnTo>
                <a:lnTo>
                  <a:pt x="1619250" y="1276350"/>
                </a:lnTo>
                <a:lnTo>
                  <a:pt x="1619250" y="1295400"/>
                </a:lnTo>
                <a:lnTo>
                  <a:pt x="1638300" y="1295400"/>
                </a:lnTo>
                <a:lnTo>
                  <a:pt x="1638300" y="1304925"/>
                </a:lnTo>
                <a:lnTo>
                  <a:pt x="1647825" y="1304925"/>
                </a:lnTo>
                <a:lnTo>
                  <a:pt x="1647825" y="1314450"/>
                </a:lnTo>
                <a:lnTo>
                  <a:pt x="1657350" y="1314450"/>
                </a:lnTo>
                <a:lnTo>
                  <a:pt x="1657350" y="1333500"/>
                </a:lnTo>
                <a:lnTo>
                  <a:pt x="1666875" y="1333500"/>
                </a:lnTo>
                <a:lnTo>
                  <a:pt x="1666875" y="1343025"/>
                </a:lnTo>
                <a:lnTo>
                  <a:pt x="1685925" y="1343025"/>
                </a:lnTo>
                <a:lnTo>
                  <a:pt x="1685925" y="1362075"/>
                </a:lnTo>
                <a:lnTo>
                  <a:pt x="1704975" y="1362075"/>
                </a:lnTo>
                <a:lnTo>
                  <a:pt x="1704975" y="1381125"/>
                </a:lnTo>
                <a:lnTo>
                  <a:pt x="1714500" y="1381125"/>
                </a:lnTo>
                <a:lnTo>
                  <a:pt x="1714500" y="1390650"/>
                </a:lnTo>
                <a:lnTo>
                  <a:pt x="1724025" y="1390650"/>
                </a:lnTo>
                <a:lnTo>
                  <a:pt x="1724025" y="1400175"/>
                </a:lnTo>
                <a:lnTo>
                  <a:pt x="1733550" y="1400175"/>
                </a:lnTo>
                <a:lnTo>
                  <a:pt x="1733550" y="1438275"/>
                </a:lnTo>
                <a:lnTo>
                  <a:pt x="1752600" y="1438275"/>
                </a:lnTo>
                <a:lnTo>
                  <a:pt x="1752600" y="1419225"/>
                </a:lnTo>
                <a:lnTo>
                  <a:pt x="1771650" y="1419225"/>
                </a:lnTo>
                <a:lnTo>
                  <a:pt x="1771650" y="1447800"/>
                </a:lnTo>
                <a:lnTo>
                  <a:pt x="1762125" y="1447800"/>
                </a:lnTo>
                <a:lnTo>
                  <a:pt x="1762125" y="1466850"/>
                </a:lnTo>
                <a:lnTo>
                  <a:pt x="1752600" y="1466850"/>
                </a:lnTo>
                <a:lnTo>
                  <a:pt x="1752600" y="1476375"/>
                </a:lnTo>
                <a:lnTo>
                  <a:pt x="1743075" y="1476375"/>
                </a:lnTo>
                <a:lnTo>
                  <a:pt x="1743075" y="1485900"/>
                </a:lnTo>
                <a:lnTo>
                  <a:pt x="1752600" y="1485900"/>
                </a:lnTo>
                <a:lnTo>
                  <a:pt x="1752600" y="1495425"/>
                </a:lnTo>
                <a:lnTo>
                  <a:pt x="1743075" y="1495425"/>
                </a:lnTo>
                <a:lnTo>
                  <a:pt x="1743075" y="1514475"/>
                </a:lnTo>
                <a:lnTo>
                  <a:pt x="1714500" y="1514475"/>
                </a:lnTo>
                <a:lnTo>
                  <a:pt x="1714500" y="1504950"/>
                </a:lnTo>
                <a:lnTo>
                  <a:pt x="1704975" y="1504950"/>
                </a:lnTo>
                <a:lnTo>
                  <a:pt x="1704975" y="1495425"/>
                </a:lnTo>
                <a:lnTo>
                  <a:pt x="1685925" y="1495425"/>
                </a:lnTo>
                <a:lnTo>
                  <a:pt x="1685925" y="1504950"/>
                </a:lnTo>
                <a:lnTo>
                  <a:pt x="1657350" y="1504950"/>
                </a:lnTo>
                <a:lnTo>
                  <a:pt x="1657350" y="1495425"/>
                </a:lnTo>
                <a:lnTo>
                  <a:pt x="1666875" y="1495425"/>
                </a:lnTo>
                <a:lnTo>
                  <a:pt x="1666875" y="1485900"/>
                </a:lnTo>
                <a:lnTo>
                  <a:pt x="1685925" y="1485900"/>
                </a:lnTo>
                <a:lnTo>
                  <a:pt x="1685925" y="1476375"/>
                </a:lnTo>
                <a:lnTo>
                  <a:pt x="1695450" y="1476375"/>
                </a:lnTo>
                <a:lnTo>
                  <a:pt x="1695450" y="1485900"/>
                </a:lnTo>
                <a:lnTo>
                  <a:pt x="1714500" y="1485900"/>
                </a:lnTo>
                <a:lnTo>
                  <a:pt x="1714500" y="1495425"/>
                </a:lnTo>
                <a:lnTo>
                  <a:pt x="1724025" y="1495425"/>
                </a:lnTo>
                <a:lnTo>
                  <a:pt x="1724025" y="1504950"/>
                </a:lnTo>
                <a:lnTo>
                  <a:pt x="1733550" y="1504950"/>
                </a:lnTo>
                <a:lnTo>
                  <a:pt x="1733550" y="1485900"/>
                </a:lnTo>
                <a:lnTo>
                  <a:pt x="1724025" y="1485900"/>
                </a:lnTo>
                <a:lnTo>
                  <a:pt x="1724025" y="1457325"/>
                </a:lnTo>
                <a:lnTo>
                  <a:pt x="1714500" y="1457325"/>
                </a:lnTo>
                <a:lnTo>
                  <a:pt x="1714500" y="1438275"/>
                </a:lnTo>
                <a:lnTo>
                  <a:pt x="1724025" y="1438275"/>
                </a:lnTo>
                <a:lnTo>
                  <a:pt x="1724025" y="1428750"/>
                </a:lnTo>
                <a:lnTo>
                  <a:pt x="1714500" y="1428750"/>
                </a:lnTo>
                <a:lnTo>
                  <a:pt x="1714500" y="1419225"/>
                </a:lnTo>
                <a:lnTo>
                  <a:pt x="1704975" y="1419225"/>
                </a:lnTo>
                <a:lnTo>
                  <a:pt x="1704975" y="1409700"/>
                </a:lnTo>
                <a:lnTo>
                  <a:pt x="1695450" y="1409700"/>
                </a:lnTo>
                <a:lnTo>
                  <a:pt x="1695450" y="1371600"/>
                </a:lnTo>
                <a:lnTo>
                  <a:pt x="1676400" y="1371600"/>
                </a:lnTo>
                <a:lnTo>
                  <a:pt x="1676400" y="1381125"/>
                </a:lnTo>
                <a:lnTo>
                  <a:pt x="1666875" y="1381125"/>
                </a:lnTo>
                <a:lnTo>
                  <a:pt x="1666875" y="1390650"/>
                </a:lnTo>
                <a:lnTo>
                  <a:pt x="1609725" y="1390650"/>
                </a:lnTo>
                <a:lnTo>
                  <a:pt x="1609725" y="1400175"/>
                </a:lnTo>
                <a:lnTo>
                  <a:pt x="1600200" y="1400175"/>
                </a:lnTo>
                <a:lnTo>
                  <a:pt x="1600200" y="1428750"/>
                </a:lnTo>
                <a:lnTo>
                  <a:pt x="1590675" y="1428750"/>
                </a:lnTo>
                <a:lnTo>
                  <a:pt x="1590675" y="1419225"/>
                </a:lnTo>
                <a:lnTo>
                  <a:pt x="1571625" y="1419225"/>
                </a:lnTo>
                <a:lnTo>
                  <a:pt x="1571625" y="1409700"/>
                </a:lnTo>
                <a:lnTo>
                  <a:pt x="1543050" y="1409700"/>
                </a:lnTo>
                <a:lnTo>
                  <a:pt x="1543050" y="1400175"/>
                </a:lnTo>
                <a:lnTo>
                  <a:pt x="1524000" y="1400175"/>
                </a:lnTo>
                <a:lnTo>
                  <a:pt x="1524000" y="1390650"/>
                </a:lnTo>
                <a:lnTo>
                  <a:pt x="1533525" y="1390650"/>
                </a:lnTo>
                <a:lnTo>
                  <a:pt x="1533525" y="1381125"/>
                </a:lnTo>
                <a:lnTo>
                  <a:pt x="1524000" y="1381125"/>
                </a:lnTo>
                <a:lnTo>
                  <a:pt x="1524000" y="1371600"/>
                </a:lnTo>
                <a:lnTo>
                  <a:pt x="1514475" y="1371600"/>
                </a:lnTo>
                <a:lnTo>
                  <a:pt x="1514475" y="1352550"/>
                </a:lnTo>
                <a:lnTo>
                  <a:pt x="1524000" y="1352550"/>
                </a:lnTo>
                <a:lnTo>
                  <a:pt x="1524000" y="1343025"/>
                </a:lnTo>
                <a:lnTo>
                  <a:pt x="1533525" y="1343025"/>
                </a:lnTo>
                <a:lnTo>
                  <a:pt x="1533525" y="1323975"/>
                </a:lnTo>
                <a:lnTo>
                  <a:pt x="1524000" y="1323975"/>
                </a:lnTo>
                <a:lnTo>
                  <a:pt x="1524000" y="1314450"/>
                </a:lnTo>
                <a:lnTo>
                  <a:pt x="1514475" y="1314450"/>
                </a:lnTo>
                <a:lnTo>
                  <a:pt x="1514475" y="1333500"/>
                </a:lnTo>
                <a:lnTo>
                  <a:pt x="1504950" y="1333500"/>
                </a:lnTo>
                <a:lnTo>
                  <a:pt x="1504950" y="1343025"/>
                </a:lnTo>
                <a:lnTo>
                  <a:pt x="1476375" y="1343025"/>
                </a:lnTo>
                <a:lnTo>
                  <a:pt x="1476375" y="1333500"/>
                </a:lnTo>
                <a:lnTo>
                  <a:pt x="1428750" y="1333500"/>
                </a:lnTo>
                <a:lnTo>
                  <a:pt x="1428750" y="1343025"/>
                </a:lnTo>
                <a:lnTo>
                  <a:pt x="1409700" y="1343025"/>
                </a:lnTo>
                <a:lnTo>
                  <a:pt x="1409700" y="1333500"/>
                </a:lnTo>
                <a:lnTo>
                  <a:pt x="1400175" y="1333500"/>
                </a:lnTo>
                <a:lnTo>
                  <a:pt x="1400175" y="1314450"/>
                </a:lnTo>
                <a:lnTo>
                  <a:pt x="1504950" y="1314450"/>
                </a:lnTo>
                <a:lnTo>
                  <a:pt x="1504950" y="1285875"/>
                </a:lnTo>
                <a:lnTo>
                  <a:pt x="1447800" y="1285875"/>
                </a:lnTo>
                <a:lnTo>
                  <a:pt x="1447800" y="1304925"/>
                </a:lnTo>
                <a:lnTo>
                  <a:pt x="1438275" y="1304925"/>
                </a:lnTo>
                <a:lnTo>
                  <a:pt x="1438275" y="1295400"/>
                </a:lnTo>
                <a:lnTo>
                  <a:pt x="1419225" y="1295400"/>
                </a:lnTo>
                <a:lnTo>
                  <a:pt x="1419225" y="1266825"/>
                </a:lnTo>
                <a:lnTo>
                  <a:pt x="1428750" y="1266825"/>
                </a:lnTo>
                <a:lnTo>
                  <a:pt x="1428750" y="1257300"/>
                </a:lnTo>
                <a:lnTo>
                  <a:pt x="1400175" y="1257300"/>
                </a:lnTo>
                <a:lnTo>
                  <a:pt x="1400175" y="1276350"/>
                </a:lnTo>
                <a:lnTo>
                  <a:pt x="1409700" y="1276350"/>
                </a:lnTo>
                <a:lnTo>
                  <a:pt x="1409700" y="1295400"/>
                </a:lnTo>
                <a:lnTo>
                  <a:pt x="1400175" y="1295400"/>
                </a:lnTo>
                <a:lnTo>
                  <a:pt x="1400175" y="1285875"/>
                </a:lnTo>
                <a:lnTo>
                  <a:pt x="1381125" y="1285875"/>
                </a:lnTo>
                <a:lnTo>
                  <a:pt x="1381125" y="1276350"/>
                </a:lnTo>
                <a:lnTo>
                  <a:pt x="1362075" y="1276350"/>
                </a:lnTo>
                <a:lnTo>
                  <a:pt x="1362075" y="1238250"/>
                </a:lnTo>
                <a:lnTo>
                  <a:pt x="1381125" y="1238250"/>
                </a:lnTo>
                <a:lnTo>
                  <a:pt x="1381125" y="1219200"/>
                </a:lnTo>
                <a:lnTo>
                  <a:pt x="1362075" y="1219200"/>
                </a:lnTo>
                <a:lnTo>
                  <a:pt x="1362075" y="1228725"/>
                </a:lnTo>
                <a:lnTo>
                  <a:pt x="1352550" y="1228725"/>
                </a:lnTo>
                <a:lnTo>
                  <a:pt x="1352550" y="1238250"/>
                </a:lnTo>
                <a:lnTo>
                  <a:pt x="1333500" y="1238250"/>
                </a:lnTo>
                <a:lnTo>
                  <a:pt x="1333500" y="1247775"/>
                </a:lnTo>
                <a:lnTo>
                  <a:pt x="1343025" y="1247775"/>
                </a:lnTo>
                <a:lnTo>
                  <a:pt x="1343025" y="1257300"/>
                </a:lnTo>
                <a:lnTo>
                  <a:pt x="1333500" y="1257300"/>
                </a:lnTo>
                <a:lnTo>
                  <a:pt x="1333500" y="1266825"/>
                </a:lnTo>
                <a:lnTo>
                  <a:pt x="1314450" y="1266825"/>
                </a:lnTo>
                <a:lnTo>
                  <a:pt x="1314450" y="1257300"/>
                </a:lnTo>
                <a:lnTo>
                  <a:pt x="1295400" y="1257300"/>
                </a:lnTo>
                <a:lnTo>
                  <a:pt x="1295400" y="1266825"/>
                </a:lnTo>
                <a:lnTo>
                  <a:pt x="1266825" y="1266825"/>
                </a:lnTo>
                <a:lnTo>
                  <a:pt x="1266825" y="1247775"/>
                </a:lnTo>
                <a:lnTo>
                  <a:pt x="1276350" y="1247775"/>
                </a:lnTo>
                <a:lnTo>
                  <a:pt x="1276350" y="1238250"/>
                </a:lnTo>
                <a:lnTo>
                  <a:pt x="1323975" y="1238250"/>
                </a:lnTo>
                <a:lnTo>
                  <a:pt x="1323975" y="1228725"/>
                </a:lnTo>
                <a:lnTo>
                  <a:pt x="1333500" y="1228725"/>
                </a:lnTo>
                <a:lnTo>
                  <a:pt x="1333500" y="1209675"/>
                </a:lnTo>
                <a:lnTo>
                  <a:pt x="1266825" y="1209675"/>
                </a:lnTo>
                <a:lnTo>
                  <a:pt x="1266825" y="1219200"/>
                </a:lnTo>
                <a:lnTo>
                  <a:pt x="1238250" y="1219200"/>
                </a:lnTo>
                <a:lnTo>
                  <a:pt x="1238250" y="1209675"/>
                </a:lnTo>
                <a:lnTo>
                  <a:pt x="1228725" y="1209675"/>
                </a:lnTo>
                <a:lnTo>
                  <a:pt x="1228725" y="1200150"/>
                </a:lnTo>
                <a:lnTo>
                  <a:pt x="1219200" y="1200150"/>
                </a:lnTo>
                <a:lnTo>
                  <a:pt x="1219200" y="1181100"/>
                </a:lnTo>
                <a:lnTo>
                  <a:pt x="1200150" y="1181100"/>
                </a:lnTo>
                <a:lnTo>
                  <a:pt x="1200150" y="1171575"/>
                </a:lnTo>
                <a:lnTo>
                  <a:pt x="1181100" y="1171575"/>
                </a:lnTo>
                <a:lnTo>
                  <a:pt x="1181100" y="1162050"/>
                </a:lnTo>
                <a:lnTo>
                  <a:pt x="1190625" y="1162050"/>
                </a:lnTo>
                <a:lnTo>
                  <a:pt x="1190625" y="1152525"/>
                </a:lnTo>
                <a:lnTo>
                  <a:pt x="1200150" y="1152525"/>
                </a:lnTo>
                <a:lnTo>
                  <a:pt x="1200150" y="1133475"/>
                </a:lnTo>
                <a:lnTo>
                  <a:pt x="1228725" y="1133475"/>
                </a:lnTo>
                <a:lnTo>
                  <a:pt x="1228725" y="1143000"/>
                </a:lnTo>
                <a:lnTo>
                  <a:pt x="1219200" y="1143000"/>
                </a:lnTo>
                <a:lnTo>
                  <a:pt x="1219200" y="1162050"/>
                </a:lnTo>
                <a:lnTo>
                  <a:pt x="1228725" y="1162050"/>
                </a:lnTo>
                <a:lnTo>
                  <a:pt x="1228725" y="1181100"/>
                </a:lnTo>
                <a:lnTo>
                  <a:pt x="1238250" y="1181100"/>
                </a:lnTo>
                <a:lnTo>
                  <a:pt x="1238250" y="1162050"/>
                </a:lnTo>
                <a:lnTo>
                  <a:pt x="1247775" y="1162050"/>
                </a:lnTo>
                <a:lnTo>
                  <a:pt x="1247775" y="1143000"/>
                </a:lnTo>
                <a:lnTo>
                  <a:pt x="1276350" y="1143000"/>
                </a:lnTo>
                <a:lnTo>
                  <a:pt x="1276350" y="1162050"/>
                </a:lnTo>
                <a:lnTo>
                  <a:pt x="1295400" y="1162050"/>
                </a:lnTo>
                <a:lnTo>
                  <a:pt x="1295400" y="1152525"/>
                </a:lnTo>
                <a:lnTo>
                  <a:pt x="1304925" y="1152525"/>
                </a:lnTo>
                <a:lnTo>
                  <a:pt x="1304925" y="1133475"/>
                </a:lnTo>
                <a:lnTo>
                  <a:pt x="1285875" y="1133475"/>
                </a:lnTo>
                <a:lnTo>
                  <a:pt x="1285875" y="1123950"/>
                </a:lnTo>
                <a:lnTo>
                  <a:pt x="1276350" y="1123950"/>
                </a:lnTo>
                <a:lnTo>
                  <a:pt x="1276350" y="1104900"/>
                </a:lnTo>
                <a:lnTo>
                  <a:pt x="1285875" y="1104900"/>
                </a:lnTo>
                <a:lnTo>
                  <a:pt x="1285875" y="1095375"/>
                </a:lnTo>
                <a:lnTo>
                  <a:pt x="1295400" y="1095375"/>
                </a:lnTo>
                <a:lnTo>
                  <a:pt x="1295400" y="1066800"/>
                </a:lnTo>
                <a:lnTo>
                  <a:pt x="1304925" y="1066800"/>
                </a:lnTo>
                <a:lnTo>
                  <a:pt x="1304925" y="1038225"/>
                </a:lnTo>
                <a:lnTo>
                  <a:pt x="1285875" y="1038225"/>
                </a:lnTo>
                <a:lnTo>
                  <a:pt x="1285875" y="1019175"/>
                </a:lnTo>
                <a:lnTo>
                  <a:pt x="1304925" y="1019175"/>
                </a:lnTo>
                <a:lnTo>
                  <a:pt x="1304925" y="1009650"/>
                </a:lnTo>
                <a:lnTo>
                  <a:pt x="1314450" y="1009650"/>
                </a:lnTo>
                <a:lnTo>
                  <a:pt x="1314450" y="990600"/>
                </a:lnTo>
                <a:lnTo>
                  <a:pt x="1323975" y="990600"/>
                </a:lnTo>
                <a:lnTo>
                  <a:pt x="1323975" y="1019175"/>
                </a:lnTo>
                <a:lnTo>
                  <a:pt x="1314450" y="1019175"/>
                </a:lnTo>
                <a:lnTo>
                  <a:pt x="1314450" y="1028700"/>
                </a:lnTo>
                <a:lnTo>
                  <a:pt x="1352550" y="1028700"/>
                </a:lnTo>
                <a:lnTo>
                  <a:pt x="1352550" y="1019175"/>
                </a:lnTo>
                <a:lnTo>
                  <a:pt x="1362075" y="1019175"/>
                </a:lnTo>
                <a:lnTo>
                  <a:pt x="1362075" y="1009650"/>
                </a:lnTo>
                <a:lnTo>
                  <a:pt x="1371600" y="1009650"/>
                </a:lnTo>
                <a:lnTo>
                  <a:pt x="1371600" y="1000125"/>
                </a:lnTo>
                <a:lnTo>
                  <a:pt x="1362075" y="1000125"/>
                </a:lnTo>
                <a:lnTo>
                  <a:pt x="1362075" y="990600"/>
                </a:lnTo>
                <a:lnTo>
                  <a:pt x="1352550" y="990600"/>
                </a:lnTo>
                <a:lnTo>
                  <a:pt x="1352550" y="981075"/>
                </a:lnTo>
                <a:lnTo>
                  <a:pt x="1362075" y="981075"/>
                </a:lnTo>
                <a:lnTo>
                  <a:pt x="1362075" y="952500"/>
                </a:lnTo>
                <a:lnTo>
                  <a:pt x="1343025" y="952500"/>
                </a:lnTo>
                <a:lnTo>
                  <a:pt x="1343025" y="962025"/>
                </a:lnTo>
                <a:lnTo>
                  <a:pt x="1323975" y="962025"/>
                </a:lnTo>
                <a:lnTo>
                  <a:pt x="1323975" y="971550"/>
                </a:lnTo>
                <a:lnTo>
                  <a:pt x="1295400" y="971550"/>
                </a:lnTo>
                <a:lnTo>
                  <a:pt x="1295400" y="1009650"/>
                </a:lnTo>
                <a:lnTo>
                  <a:pt x="1285875" y="1009650"/>
                </a:lnTo>
                <a:lnTo>
                  <a:pt x="1285875" y="1000125"/>
                </a:lnTo>
                <a:lnTo>
                  <a:pt x="1276350" y="1000125"/>
                </a:lnTo>
                <a:lnTo>
                  <a:pt x="1276350" y="990600"/>
                </a:lnTo>
                <a:lnTo>
                  <a:pt x="1285875" y="990600"/>
                </a:lnTo>
                <a:lnTo>
                  <a:pt x="1285875" y="971550"/>
                </a:lnTo>
                <a:lnTo>
                  <a:pt x="1266825" y="971550"/>
                </a:lnTo>
                <a:lnTo>
                  <a:pt x="1266825" y="962025"/>
                </a:lnTo>
                <a:lnTo>
                  <a:pt x="1257300" y="962025"/>
                </a:lnTo>
                <a:lnTo>
                  <a:pt x="1257300" y="952500"/>
                </a:lnTo>
                <a:lnTo>
                  <a:pt x="1266825" y="952500"/>
                </a:lnTo>
                <a:lnTo>
                  <a:pt x="1266825" y="962025"/>
                </a:lnTo>
                <a:lnTo>
                  <a:pt x="1295400" y="962025"/>
                </a:lnTo>
                <a:lnTo>
                  <a:pt x="1295400" y="942975"/>
                </a:lnTo>
                <a:lnTo>
                  <a:pt x="1304925" y="942975"/>
                </a:lnTo>
                <a:lnTo>
                  <a:pt x="1304925" y="933450"/>
                </a:lnTo>
                <a:lnTo>
                  <a:pt x="1314450" y="933450"/>
                </a:lnTo>
                <a:lnTo>
                  <a:pt x="1314450" y="923925"/>
                </a:lnTo>
                <a:lnTo>
                  <a:pt x="1323975" y="923925"/>
                </a:lnTo>
                <a:lnTo>
                  <a:pt x="1323975" y="933450"/>
                </a:lnTo>
                <a:lnTo>
                  <a:pt x="1352550" y="933450"/>
                </a:lnTo>
                <a:lnTo>
                  <a:pt x="1352550" y="923925"/>
                </a:lnTo>
                <a:lnTo>
                  <a:pt x="1371600" y="923925"/>
                </a:lnTo>
                <a:lnTo>
                  <a:pt x="1371600" y="904875"/>
                </a:lnTo>
                <a:lnTo>
                  <a:pt x="1381125" y="904875"/>
                </a:lnTo>
                <a:close/>
                <a:moveTo>
                  <a:pt x="1733550" y="895350"/>
                </a:moveTo>
                <a:lnTo>
                  <a:pt x="1743075" y="895350"/>
                </a:lnTo>
                <a:lnTo>
                  <a:pt x="1743075" y="904875"/>
                </a:lnTo>
                <a:lnTo>
                  <a:pt x="1733550" y="904875"/>
                </a:lnTo>
                <a:close/>
                <a:moveTo>
                  <a:pt x="285750" y="933450"/>
                </a:moveTo>
                <a:lnTo>
                  <a:pt x="295275" y="933450"/>
                </a:lnTo>
                <a:lnTo>
                  <a:pt x="295275" y="942975"/>
                </a:lnTo>
                <a:lnTo>
                  <a:pt x="285750" y="942975"/>
                </a:lnTo>
                <a:close/>
                <a:moveTo>
                  <a:pt x="295275" y="942975"/>
                </a:moveTo>
                <a:lnTo>
                  <a:pt x="304800" y="942975"/>
                </a:lnTo>
                <a:lnTo>
                  <a:pt x="304800" y="952500"/>
                </a:lnTo>
                <a:lnTo>
                  <a:pt x="295275" y="952500"/>
                </a:lnTo>
                <a:close/>
                <a:moveTo>
                  <a:pt x="619125" y="1000125"/>
                </a:moveTo>
                <a:lnTo>
                  <a:pt x="638175" y="1000125"/>
                </a:lnTo>
                <a:lnTo>
                  <a:pt x="638175" y="1009650"/>
                </a:lnTo>
                <a:lnTo>
                  <a:pt x="619125" y="1009650"/>
                </a:lnTo>
                <a:close/>
                <a:moveTo>
                  <a:pt x="1371600" y="1000125"/>
                </a:moveTo>
                <a:lnTo>
                  <a:pt x="1400175" y="1000125"/>
                </a:lnTo>
                <a:lnTo>
                  <a:pt x="1400175" y="981075"/>
                </a:lnTo>
                <a:lnTo>
                  <a:pt x="1390650" y="981075"/>
                </a:lnTo>
                <a:lnTo>
                  <a:pt x="1390650" y="971550"/>
                </a:lnTo>
                <a:lnTo>
                  <a:pt x="1371600" y="971550"/>
                </a:lnTo>
                <a:close/>
                <a:moveTo>
                  <a:pt x="352425" y="1028700"/>
                </a:moveTo>
                <a:lnTo>
                  <a:pt x="361950" y="1028700"/>
                </a:lnTo>
                <a:lnTo>
                  <a:pt x="361950" y="1019175"/>
                </a:lnTo>
                <a:lnTo>
                  <a:pt x="352425" y="1019175"/>
                </a:lnTo>
                <a:close/>
                <a:moveTo>
                  <a:pt x="371475" y="1028700"/>
                </a:moveTo>
                <a:lnTo>
                  <a:pt x="400050" y="1028700"/>
                </a:lnTo>
                <a:lnTo>
                  <a:pt x="400050" y="1000125"/>
                </a:lnTo>
                <a:lnTo>
                  <a:pt x="371475" y="1000125"/>
                </a:lnTo>
                <a:close/>
                <a:moveTo>
                  <a:pt x="1381125" y="1057275"/>
                </a:moveTo>
                <a:lnTo>
                  <a:pt x="1390650" y="1057275"/>
                </a:lnTo>
                <a:lnTo>
                  <a:pt x="1390650" y="1047750"/>
                </a:lnTo>
                <a:lnTo>
                  <a:pt x="1371600" y="1047750"/>
                </a:lnTo>
                <a:lnTo>
                  <a:pt x="1371600" y="1066800"/>
                </a:lnTo>
                <a:lnTo>
                  <a:pt x="1381125" y="1066800"/>
                </a:lnTo>
                <a:close/>
                <a:moveTo>
                  <a:pt x="19050" y="1066800"/>
                </a:moveTo>
                <a:lnTo>
                  <a:pt x="28575" y="1066800"/>
                </a:lnTo>
                <a:lnTo>
                  <a:pt x="28575" y="1057275"/>
                </a:lnTo>
                <a:lnTo>
                  <a:pt x="19050" y="1057275"/>
                </a:lnTo>
                <a:close/>
                <a:moveTo>
                  <a:pt x="323850" y="1076325"/>
                </a:moveTo>
                <a:lnTo>
                  <a:pt x="333375" y="1076325"/>
                </a:lnTo>
                <a:lnTo>
                  <a:pt x="333375" y="1066800"/>
                </a:lnTo>
                <a:lnTo>
                  <a:pt x="323850" y="1066800"/>
                </a:lnTo>
                <a:close/>
                <a:moveTo>
                  <a:pt x="342900" y="1076325"/>
                </a:moveTo>
                <a:lnTo>
                  <a:pt x="352425" y="1076325"/>
                </a:lnTo>
                <a:lnTo>
                  <a:pt x="352425" y="1057275"/>
                </a:lnTo>
                <a:lnTo>
                  <a:pt x="342900" y="1057275"/>
                </a:lnTo>
                <a:close/>
                <a:moveTo>
                  <a:pt x="361950" y="1076325"/>
                </a:moveTo>
                <a:lnTo>
                  <a:pt x="371475" y="1076325"/>
                </a:lnTo>
                <a:lnTo>
                  <a:pt x="371475" y="1057275"/>
                </a:lnTo>
                <a:lnTo>
                  <a:pt x="361950" y="1057275"/>
                </a:lnTo>
                <a:close/>
                <a:moveTo>
                  <a:pt x="371475" y="1085850"/>
                </a:moveTo>
                <a:lnTo>
                  <a:pt x="381000" y="1085850"/>
                </a:lnTo>
                <a:lnTo>
                  <a:pt x="381000" y="1076325"/>
                </a:lnTo>
                <a:lnTo>
                  <a:pt x="371475" y="1076325"/>
                </a:lnTo>
                <a:close/>
                <a:moveTo>
                  <a:pt x="390525" y="1085850"/>
                </a:moveTo>
                <a:lnTo>
                  <a:pt x="400050" y="1085850"/>
                </a:lnTo>
                <a:lnTo>
                  <a:pt x="400050" y="1076325"/>
                </a:lnTo>
                <a:lnTo>
                  <a:pt x="390525" y="1076325"/>
                </a:lnTo>
                <a:close/>
                <a:moveTo>
                  <a:pt x="419100" y="1095375"/>
                </a:moveTo>
                <a:lnTo>
                  <a:pt x="438150" y="1095375"/>
                </a:lnTo>
                <a:lnTo>
                  <a:pt x="438150" y="1085850"/>
                </a:lnTo>
                <a:lnTo>
                  <a:pt x="409575" y="1085850"/>
                </a:lnTo>
                <a:lnTo>
                  <a:pt x="409575" y="1104900"/>
                </a:lnTo>
                <a:lnTo>
                  <a:pt x="419100" y="1104900"/>
                </a:lnTo>
                <a:close/>
                <a:moveTo>
                  <a:pt x="457200" y="1095375"/>
                </a:moveTo>
                <a:lnTo>
                  <a:pt x="485775" y="1095375"/>
                </a:lnTo>
                <a:lnTo>
                  <a:pt x="485775" y="1085850"/>
                </a:lnTo>
                <a:lnTo>
                  <a:pt x="457200" y="1085850"/>
                </a:lnTo>
                <a:close/>
                <a:moveTo>
                  <a:pt x="504825" y="1095375"/>
                </a:moveTo>
                <a:lnTo>
                  <a:pt x="514350" y="1095375"/>
                </a:lnTo>
                <a:lnTo>
                  <a:pt x="514350" y="1085850"/>
                </a:lnTo>
                <a:lnTo>
                  <a:pt x="504825" y="1085850"/>
                </a:lnTo>
                <a:close/>
                <a:moveTo>
                  <a:pt x="1333500" y="1104900"/>
                </a:moveTo>
                <a:lnTo>
                  <a:pt x="1343025" y="1104900"/>
                </a:lnTo>
                <a:lnTo>
                  <a:pt x="1343025" y="1085850"/>
                </a:lnTo>
                <a:lnTo>
                  <a:pt x="1333500" y="1085850"/>
                </a:lnTo>
                <a:lnTo>
                  <a:pt x="1333500" y="1076325"/>
                </a:lnTo>
                <a:lnTo>
                  <a:pt x="1323975" y="1076325"/>
                </a:lnTo>
                <a:lnTo>
                  <a:pt x="1323975" y="1095375"/>
                </a:lnTo>
                <a:lnTo>
                  <a:pt x="1314450" y="1095375"/>
                </a:lnTo>
                <a:lnTo>
                  <a:pt x="1314450" y="1133475"/>
                </a:lnTo>
                <a:lnTo>
                  <a:pt x="1333500" y="1133475"/>
                </a:lnTo>
                <a:close/>
                <a:moveTo>
                  <a:pt x="47625" y="1114425"/>
                </a:moveTo>
                <a:lnTo>
                  <a:pt x="57150" y="1114425"/>
                </a:lnTo>
                <a:lnTo>
                  <a:pt x="57150" y="1104900"/>
                </a:lnTo>
                <a:lnTo>
                  <a:pt x="38100" y="1104900"/>
                </a:lnTo>
                <a:lnTo>
                  <a:pt x="38100" y="1123950"/>
                </a:lnTo>
                <a:lnTo>
                  <a:pt x="47625" y="1123950"/>
                </a:lnTo>
                <a:close/>
                <a:moveTo>
                  <a:pt x="657225" y="1123950"/>
                </a:moveTo>
                <a:lnTo>
                  <a:pt x="666750" y="1123950"/>
                </a:lnTo>
                <a:lnTo>
                  <a:pt x="666750" y="1133475"/>
                </a:lnTo>
                <a:lnTo>
                  <a:pt x="676275" y="1133475"/>
                </a:lnTo>
                <a:lnTo>
                  <a:pt x="676275" y="1152525"/>
                </a:lnTo>
                <a:lnTo>
                  <a:pt x="666750" y="1152525"/>
                </a:lnTo>
                <a:lnTo>
                  <a:pt x="666750" y="1162050"/>
                </a:lnTo>
                <a:lnTo>
                  <a:pt x="657225" y="1162050"/>
                </a:lnTo>
                <a:lnTo>
                  <a:pt x="657225" y="1152525"/>
                </a:lnTo>
                <a:lnTo>
                  <a:pt x="647700" y="1152525"/>
                </a:lnTo>
                <a:lnTo>
                  <a:pt x="647700" y="1143000"/>
                </a:lnTo>
                <a:lnTo>
                  <a:pt x="657225" y="1143000"/>
                </a:lnTo>
                <a:close/>
                <a:moveTo>
                  <a:pt x="342900" y="1133475"/>
                </a:moveTo>
                <a:lnTo>
                  <a:pt x="352425" y="1133475"/>
                </a:lnTo>
                <a:lnTo>
                  <a:pt x="352425" y="1114425"/>
                </a:lnTo>
                <a:lnTo>
                  <a:pt x="342900" y="1114425"/>
                </a:lnTo>
                <a:close/>
                <a:moveTo>
                  <a:pt x="0" y="1143000"/>
                </a:moveTo>
                <a:lnTo>
                  <a:pt x="9525" y="1143000"/>
                </a:lnTo>
                <a:lnTo>
                  <a:pt x="9525" y="1152525"/>
                </a:lnTo>
                <a:lnTo>
                  <a:pt x="0" y="1152525"/>
                </a:lnTo>
                <a:close/>
                <a:moveTo>
                  <a:pt x="1343025" y="1143000"/>
                </a:moveTo>
                <a:lnTo>
                  <a:pt x="1352550" y="1143000"/>
                </a:lnTo>
                <a:lnTo>
                  <a:pt x="1352550" y="1123950"/>
                </a:lnTo>
                <a:lnTo>
                  <a:pt x="1343025" y="1123950"/>
                </a:lnTo>
                <a:close/>
                <a:moveTo>
                  <a:pt x="266700" y="1152525"/>
                </a:moveTo>
                <a:lnTo>
                  <a:pt x="285750" y="1152525"/>
                </a:lnTo>
                <a:lnTo>
                  <a:pt x="285750" y="1133475"/>
                </a:lnTo>
                <a:lnTo>
                  <a:pt x="266700" y="1133475"/>
                </a:lnTo>
                <a:lnTo>
                  <a:pt x="266700" y="1143000"/>
                </a:lnTo>
                <a:lnTo>
                  <a:pt x="257175" y="1143000"/>
                </a:lnTo>
                <a:lnTo>
                  <a:pt x="257175" y="1162050"/>
                </a:lnTo>
                <a:lnTo>
                  <a:pt x="247650" y="1162050"/>
                </a:lnTo>
                <a:lnTo>
                  <a:pt x="247650" y="1143000"/>
                </a:lnTo>
                <a:lnTo>
                  <a:pt x="219075" y="1143000"/>
                </a:lnTo>
                <a:lnTo>
                  <a:pt x="219075" y="1162050"/>
                </a:lnTo>
                <a:lnTo>
                  <a:pt x="238125" y="1162050"/>
                </a:lnTo>
                <a:lnTo>
                  <a:pt x="238125" y="1171575"/>
                </a:lnTo>
                <a:lnTo>
                  <a:pt x="257175" y="1171575"/>
                </a:lnTo>
                <a:lnTo>
                  <a:pt x="257175" y="1162050"/>
                </a:lnTo>
                <a:lnTo>
                  <a:pt x="266700" y="1162050"/>
                </a:lnTo>
                <a:close/>
                <a:moveTo>
                  <a:pt x="590550" y="1162050"/>
                </a:moveTo>
                <a:lnTo>
                  <a:pt x="571500" y="1162050"/>
                </a:lnTo>
                <a:lnTo>
                  <a:pt x="571500" y="1181100"/>
                </a:lnTo>
                <a:lnTo>
                  <a:pt x="581025" y="1181100"/>
                </a:lnTo>
                <a:lnTo>
                  <a:pt x="581025" y="1200150"/>
                </a:lnTo>
                <a:lnTo>
                  <a:pt x="600075" y="1200150"/>
                </a:lnTo>
                <a:lnTo>
                  <a:pt x="600075" y="1181100"/>
                </a:lnTo>
                <a:lnTo>
                  <a:pt x="590550" y="1181100"/>
                </a:lnTo>
                <a:close/>
                <a:moveTo>
                  <a:pt x="590550" y="1162050"/>
                </a:moveTo>
                <a:lnTo>
                  <a:pt x="600075" y="1162050"/>
                </a:lnTo>
                <a:lnTo>
                  <a:pt x="600075" y="1152525"/>
                </a:lnTo>
                <a:lnTo>
                  <a:pt x="590550" y="1152525"/>
                </a:lnTo>
                <a:close/>
                <a:moveTo>
                  <a:pt x="1162050" y="1162050"/>
                </a:moveTo>
                <a:lnTo>
                  <a:pt x="1171575" y="1162050"/>
                </a:lnTo>
                <a:lnTo>
                  <a:pt x="1171575" y="1171575"/>
                </a:lnTo>
                <a:lnTo>
                  <a:pt x="1162050" y="1171575"/>
                </a:lnTo>
                <a:close/>
                <a:moveTo>
                  <a:pt x="142875" y="1171575"/>
                </a:moveTo>
                <a:lnTo>
                  <a:pt x="152400" y="1171575"/>
                </a:lnTo>
                <a:lnTo>
                  <a:pt x="152400" y="1162050"/>
                </a:lnTo>
                <a:lnTo>
                  <a:pt x="123825" y="1162050"/>
                </a:lnTo>
                <a:lnTo>
                  <a:pt x="123825" y="1171575"/>
                </a:lnTo>
                <a:lnTo>
                  <a:pt x="114300" y="1171575"/>
                </a:lnTo>
                <a:lnTo>
                  <a:pt x="114300" y="1181100"/>
                </a:lnTo>
                <a:lnTo>
                  <a:pt x="142875" y="1181100"/>
                </a:lnTo>
                <a:close/>
                <a:moveTo>
                  <a:pt x="1133475" y="1171575"/>
                </a:moveTo>
                <a:lnTo>
                  <a:pt x="1152525" y="1171575"/>
                </a:lnTo>
                <a:lnTo>
                  <a:pt x="1152525" y="1181100"/>
                </a:lnTo>
                <a:lnTo>
                  <a:pt x="1133475" y="1181100"/>
                </a:lnTo>
                <a:close/>
                <a:moveTo>
                  <a:pt x="95250" y="1181100"/>
                </a:moveTo>
                <a:lnTo>
                  <a:pt x="104775" y="1181100"/>
                </a:lnTo>
                <a:lnTo>
                  <a:pt x="104775" y="1152525"/>
                </a:lnTo>
                <a:lnTo>
                  <a:pt x="95250" y="1152525"/>
                </a:lnTo>
                <a:close/>
                <a:moveTo>
                  <a:pt x="1352550" y="1181100"/>
                </a:moveTo>
                <a:lnTo>
                  <a:pt x="1381125" y="1181100"/>
                </a:lnTo>
                <a:lnTo>
                  <a:pt x="1381125" y="1171575"/>
                </a:lnTo>
                <a:lnTo>
                  <a:pt x="1371600" y="1171575"/>
                </a:lnTo>
                <a:lnTo>
                  <a:pt x="1371600" y="1162050"/>
                </a:lnTo>
                <a:lnTo>
                  <a:pt x="1352550" y="1162050"/>
                </a:lnTo>
                <a:close/>
                <a:moveTo>
                  <a:pt x="323850" y="1190625"/>
                </a:moveTo>
                <a:lnTo>
                  <a:pt x="342900" y="1190625"/>
                </a:lnTo>
                <a:lnTo>
                  <a:pt x="342900" y="1171575"/>
                </a:lnTo>
                <a:lnTo>
                  <a:pt x="323850" y="1171575"/>
                </a:lnTo>
                <a:close/>
                <a:moveTo>
                  <a:pt x="400050" y="1190625"/>
                </a:moveTo>
                <a:lnTo>
                  <a:pt x="419100" y="1190625"/>
                </a:lnTo>
                <a:lnTo>
                  <a:pt x="419100" y="1171575"/>
                </a:lnTo>
                <a:lnTo>
                  <a:pt x="400050" y="1171575"/>
                </a:lnTo>
                <a:close/>
                <a:moveTo>
                  <a:pt x="38100" y="1209675"/>
                </a:moveTo>
                <a:lnTo>
                  <a:pt x="47625" y="1209675"/>
                </a:lnTo>
                <a:lnTo>
                  <a:pt x="47625" y="1200150"/>
                </a:lnTo>
                <a:lnTo>
                  <a:pt x="38100" y="1200150"/>
                </a:lnTo>
                <a:close/>
                <a:moveTo>
                  <a:pt x="76200" y="1219200"/>
                </a:moveTo>
                <a:lnTo>
                  <a:pt x="85725" y="1219200"/>
                </a:lnTo>
                <a:lnTo>
                  <a:pt x="85725" y="1209675"/>
                </a:lnTo>
                <a:lnTo>
                  <a:pt x="76200" y="1209675"/>
                </a:lnTo>
                <a:close/>
                <a:moveTo>
                  <a:pt x="104775" y="1219200"/>
                </a:moveTo>
                <a:lnTo>
                  <a:pt x="114300" y="1219200"/>
                </a:lnTo>
                <a:lnTo>
                  <a:pt x="114300" y="1209675"/>
                </a:lnTo>
                <a:lnTo>
                  <a:pt x="95250" y="1209675"/>
                </a:lnTo>
                <a:lnTo>
                  <a:pt x="95250" y="1219200"/>
                </a:lnTo>
                <a:lnTo>
                  <a:pt x="85725" y="1219200"/>
                </a:lnTo>
                <a:lnTo>
                  <a:pt x="85725" y="1228725"/>
                </a:lnTo>
                <a:lnTo>
                  <a:pt x="95250" y="1228725"/>
                </a:lnTo>
                <a:lnTo>
                  <a:pt x="95250" y="1238250"/>
                </a:lnTo>
                <a:lnTo>
                  <a:pt x="104775" y="1238250"/>
                </a:lnTo>
                <a:close/>
                <a:moveTo>
                  <a:pt x="1457325" y="1219200"/>
                </a:moveTo>
                <a:lnTo>
                  <a:pt x="1466850" y="1219200"/>
                </a:lnTo>
                <a:lnTo>
                  <a:pt x="1466850" y="1200150"/>
                </a:lnTo>
                <a:lnTo>
                  <a:pt x="1457325" y="1200150"/>
                </a:lnTo>
                <a:close/>
                <a:moveTo>
                  <a:pt x="257175" y="1228725"/>
                </a:moveTo>
                <a:lnTo>
                  <a:pt x="285750" y="1228725"/>
                </a:lnTo>
                <a:lnTo>
                  <a:pt x="285750" y="1200150"/>
                </a:lnTo>
                <a:lnTo>
                  <a:pt x="257175" y="1200150"/>
                </a:lnTo>
                <a:close/>
                <a:moveTo>
                  <a:pt x="1400175" y="1228725"/>
                </a:moveTo>
                <a:lnTo>
                  <a:pt x="1419225" y="1228725"/>
                </a:lnTo>
                <a:lnTo>
                  <a:pt x="1419225" y="1219200"/>
                </a:lnTo>
                <a:lnTo>
                  <a:pt x="1390650" y="1219200"/>
                </a:lnTo>
                <a:lnTo>
                  <a:pt x="1390650" y="1247775"/>
                </a:lnTo>
                <a:lnTo>
                  <a:pt x="1400175" y="1247775"/>
                </a:lnTo>
                <a:close/>
                <a:moveTo>
                  <a:pt x="133350" y="1238250"/>
                </a:moveTo>
                <a:lnTo>
                  <a:pt x="152400" y="1238250"/>
                </a:lnTo>
                <a:lnTo>
                  <a:pt x="152400" y="1219200"/>
                </a:lnTo>
                <a:lnTo>
                  <a:pt x="133350" y="1219200"/>
                </a:lnTo>
                <a:close/>
                <a:moveTo>
                  <a:pt x="419100" y="1247775"/>
                </a:moveTo>
                <a:lnTo>
                  <a:pt x="428625" y="1247775"/>
                </a:lnTo>
                <a:lnTo>
                  <a:pt x="428625" y="1238250"/>
                </a:lnTo>
                <a:lnTo>
                  <a:pt x="419100" y="1238250"/>
                </a:lnTo>
                <a:close/>
                <a:moveTo>
                  <a:pt x="447675" y="1247775"/>
                </a:moveTo>
                <a:lnTo>
                  <a:pt x="476250" y="1247775"/>
                </a:lnTo>
                <a:lnTo>
                  <a:pt x="476250" y="1238250"/>
                </a:lnTo>
                <a:lnTo>
                  <a:pt x="457200" y="1238250"/>
                </a:lnTo>
                <a:lnTo>
                  <a:pt x="457200" y="1219200"/>
                </a:lnTo>
                <a:lnTo>
                  <a:pt x="447675" y="1219200"/>
                </a:lnTo>
                <a:close/>
                <a:moveTo>
                  <a:pt x="57150" y="1257300"/>
                </a:moveTo>
                <a:lnTo>
                  <a:pt x="76200" y="1257300"/>
                </a:lnTo>
                <a:lnTo>
                  <a:pt x="76200" y="1228725"/>
                </a:lnTo>
                <a:lnTo>
                  <a:pt x="66675" y="1228725"/>
                </a:lnTo>
                <a:lnTo>
                  <a:pt x="66675" y="1200150"/>
                </a:lnTo>
                <a:lnTo>
                  <a:pt x="57150" y="1200150"/>
                </a:lnTo>
                <a:close/>
                <a:moveTo>
                  <a:pt x="381000" y="1257300"/>
                </a:moveTo>
                <a:lnTo>
                  <a:pt x="400050" y="1257300"/>
                </a:lnTo>
                <a:lnTo>
                  <a:pt x="400050" y="1238250"/>
                </a:lnTo>
                <a:lnTo>
                  <a:pt x="390525" y="1238250"/>
                </a:lnTo>
                <a:lnTo>
                  <a:pt x="390525" y="1228725"/>
                </a:lnTo>
                <a:lnTo>
                  <a:pt x="381000" y="1228725"/>
                </a:lnTo>
                <a:close/>
                <a:moveTo>
                  <a:pt x="1457325" y="1257300"/>
                </a:moveTo>
                <a:lnTo>
                  <a:pt x="1466850" y="1257300"/>
                </a:lnTo>
                <a:lnTo>
                  <a:pt x="1466850" y="1238250"/>
                </a:lnTo>
                <a:lnTo>
                  <a:pt x="1457325" y="1238250"/>
                </a:lnTo>
                <a:close/>
                <a:moveTo>
                  <a:pt x="190500" y="1266825"/>
                </a:moveTo>
                <a:lnTo>
                  <a:pt x="200025" y="1266825"/>
                </a:lnTo>
                <a:lnTo>
                  <a:pt x="200025" y="1276350"/>
                </a:lnTo>
                <a:lnTo>
                  <a:pt x="219075" y="1276350"/>
                </a:lnTo>
                <a:lnTo>
                  <a:pt x="219075" y="1266825"/>
                </a:lnTo>
                <a:lnTo>
                  <a:pt x="228600" y="1266825"/>
                </a:lnTo>
                <a:lnTo>
                  <a:pt x="228600" y="1257300"/>
                </a:lnTo>
                <a:lnTo>
                  <a:pt x="190500" y="1257300"/>
                </a:lnTo>
                <a:close/>
                <a:moveTo>
                  <a:pt x="1247775" y="1266825"/>
                </a:moveTo>
                <a:lnTo>
                  <a:pt x="1257300" y="1266825"/>
                </a:lnTo>
                <a:lnTo>
                  <a:pt x="1257300" y="1276350"/>
                </a:lnTo>
                <a:lnTo>
                  <a:pt x="1247775" y="1276350"/>
                </a:lnTo>
                <a:close/>
                <a:moveTo>
                  <a:pt x="323850" y="1285875"/>
                </a:moveTo>
                <a:lnTo>
                  <a:pt x="342900" y="1285875"/>
                </a:lnTo>
                <a:lnTo>
                  <a:pt x="342900" y="1276350"/>
                </a:lnTo>
                <a:lnTo>
                  <a:pt x="323850" y="1276350"/>
                </a:lnTo>
                <a:close/>
                <a:moveTo>
                  <a:pt x="19050" y="1295400"/>
                </a:moveTo>
                <a:lnTo>
                  <a:pt x="28575" y="1295400"/>
                </a:lnTo>
                <a:lnTo>
                  <a:pt x="28575" y="1304925"/>
                </a:lnTo>
                <a:lnTo>
                  <a:pt x="19050" y="1304925"/>
                </a:lnTo>
                <a:close/>
                <a:moveTo>
                  <a:pt x="266700" y="1304925"/>
                </a:moveTo>
                <a:lnTo>
                  <a:pt x="285750" y="1304925"/>
                </a:lnTo>
                <a:lnTo>
                  <a:pt x="285750" y="1314450"/>
                </a:lnTo>
                <a:lnTo>
                  <a:pt x="295275" y="1314450"/>
                </a:lnTo>
                <a:lnTo>
                  <a:pt x="295275" y="1295400"/>
                </a:lnTo>
                <a:lnTo>
                  <a:pt x="266700" y="1295400"/>
                </a:lnTo>
                <a:close/>
                <a:moveTo>
                  <a:pt x="85725" y="1314450"/>
                </a:moveTo>
                <a:lnTo>
                  <a:pt x="123825" y="1314450"/>
                </a:lnTo>
                <a:lnTo>
                  <a:pt x="123825" y="1285875"/>
                </a:lnTo>
                <a:lnTo>
                  <a:pt x="85725" y="1285875"/>
                </a:lnTo>
                <a:close/>
                <a:moveTo>
                  <a:pt x="409575" y="1314450"/>
                </a:moveTo>
                <a:lnTo>
                  <a:pt x="419100" y="1314450"/>
                </a:lnTo>
                <a:lnTo>
                  <a:pt x="419100" y="1323975"/>
                </a:lnTo>
                <a:lnTo>
                  <a:pt x="457200" y="1323975"/>
                </a:lnTo>
                <a:lnTo>
                  <a:pt x="457200" y="1343025"/>
                </a:lnTo>
                <a:lnTo>
                  <a:pt x="447675" y="1343025"/>
                </a:lnTo>
                <a:lnTo>
                  <a:pt x="447675" y="1352550"/>
                </a:lnTo>
                <a:lnTo>
                  <a:pt x="438150" y="1352550"/>
                </a:lnTo>
                <a:lnTo>
                  <a:pt x="438150" y="1362075"/>
                </a:lnTo>
                <a:lnTo>
                  <a:pt x="409575" y="1362075"/>
                </a:lnTo>
                <a:lnTo>
                  <a:pt x="409575" y="1343025"/>
                </a:lnTo>
                <a:lnTo>
                  <a:pt x="419100" y="1343025"/>
                </a:lnTo>
                <a:lnTo>
                  <a:pt x="419100" y="1333500"/>
                </a:lnTo>
                <a:lnTo>
                  <a:pt x="409575" y="1333500"/>
                </a:lnTo>
                <a:close/>
                <a:moveTo>
                  <a:pt x="190500" y="1333500"/>
                </a:moveTo>
                <a:lnTo>
                  <a:pt x="200025" y="1333500"/>
                </a:lnTo>
                <a:lnTo>
                  <a:pt x="200025" y="1343025"/>
                </a:lnTo>
                <a:lnTo>
                  <a:pt x="190500" y="1343025"/>
                </a:lnTo>
                <a:close/>
                <a:moveTo>
                  <a:pt x="361950" y="1333500"/>
                </a:moveTo>
                <a:lnTo>
                  <a:pt x="371475" y="1333500"/>
                </a:lnTo>
                <a:lnTo>
                  <a:pt x="371475" y="1343025"/>
                </a:lnTo>
                <a:lnTo>
                  <a:pt x="361950" y="1343025"/>
                </a:lnTo>
                <a:close/>
                <a:moveTo>
                  <a:pt x="371475" y="1343025"/>
                </a:moveTo>
                <a:lnTo>
                  <a:pt x="390525" y="1343025"/>
                </a:lnTo>
                <a:lnTo>
                  <a:pt x="390525" y="1352550"/>
                </a:lnTo>
                <a:lnTo>
                  <a:pt x="371475" y="1352550"/>
                </a:lnTo>
                <a:close/>
                <a:moveTo>
                  <a:pt x="257175" y="1352550"/>
                </a:moveTo>
                <a:lnTo>
                  <a:pt x="266700" y="1352550"/>
                </a:lnTo>
                <a:lnTo>
                  <a:pt x="266700" y="1343025"/>
                </a:lnTo>
                <a:lnTo>
                  <a:pt x="257175" y="1343025"/>
                </a:lnTo>
                <a:close/>
                <a:moveTo>
                  <a:pt x="1619250" y="1362075"/>
                </a:moveTo>
                <a:lnTo>
                  <a:pt x="1647825" y="1362075"/>
                </a:lnTo>
                <a:lnTo>
                  <a:pt x="1647825" y="1343025"/>
                </a:lnTo>
                <a:lnTo>
                  <a:pt x="1619250" y="1343025"/>
                </a:lnTo>
                <a:close/>
                <a:moveTo>
                  <a:pt x="361950" y="1371600"/>
                </a:moveTo>
                <a:lnTo>
                  <a:pt x="371475" y="1371600"/>
                </a:lnTo>
                <a:lnTo>
                  <a:pt x="371475" y="1390650"/>
                </a:lnTo>
                <a:lnTo>
                  <a:pt x="361950" y="1390650"/>
                </a:lnTo>
                <a:close/>
                <a:moveTo>
                  <a:pt x="1543050" y="1371600"/>
                </a:moveTo>
                <a:lnTo>
                  <a:pt x="1562100" y="1371600"/>
                </a:lnTo>
                <a:lnTo>
                  <a:pt x="1562100" y="1352550"/>
                </a:lnTo>
                <a:lnTo>
                  <a:pt x="1552575" y="1352550"/>
                </a:lnTo>
                <a:lnTo>
                  <a:pt x="1552575" y="1362075"/>
                </a:lnTo>
                <a:lnTo>
                  <a:pt x="1543050" y="1362075"/>
                </a:lnTo>
                <a:close/>
                <a:moveTo>
                  <a:pt x="276225" y="1381125"/>
                </a:moveTo>
                <a:lnTo>
                  <a:pt x="295275" y="1381125"/>
                </a:lnTo>
                <a:lnTo>
                  <a:pt x="295275" y="1371600"/>
                </a:lnTo>
                <a:lnTo>
                  <a:pt x="276225" y="1371600"/>
                </a:lnTo>
                <a:lnTo>
                  <a:pt x="276225" y="1362075"/>
                </a:lnTo>
                <a:lnTo>
                  <a:pt x="266700" y="1362075"/>
                </a:lnTo>
                <a:lnTo>
                  <a:pt x="266700" y="1371600"/>
                </a:lnTo>
                <a:lnTo>
                  <a:pt x="257175" y="1371600"/>
                </a:lnTo>
                <a:lnTo>
                  <a:pt x="257175" y="1400175"/>
                </a:lnTo>
                <a:lnTo>
                  <a:pt x="266700" y="1400175"/>
                </a:lnTo>
                <a:lnTo>
                  <a:pt x="266700" y="1419225"/>
                </a:lnTo>
                <a:lnTo>
                  <a:pt x="276225" y="1419225"/>
                </a:lnTo>
                <a:close/>
                <a:moveTo>
                  <a:pt x="1590675" y="1390650"/>
                </a:moveTo>
                <a:lnTo>
                  <a:pt x="1600200" y="1390650"/>
                </a:lnTo>
                <a:lnTo>
                  <a:pt x="1600200" y="1371600"/>
                </a:lnTo>
                <a:lnTo>
                  <a:pt x="1590675" y="1371600"/>
                </a:lnTo>
                <a:close/>
                <a:moveTo>
                  <a:pt x="1666875" y="1390650"/>
                </a:moveTo>
                <a:lnTo>
                  <a:pt x="1676400" y="1390650"/>
                </a:lnTo>
                <a:lnTo>
                  <a:pt x="1676400" y="1409700"/>
                </a:lnTo>
                <a:lnTo>
                  <a:pt x="1666875" y="1409700"/>
                </a:lnTo>
                <a:close/>
                <a:moveTo>
                  <a:pt x="333375" y="1409700"/>
                </a:moveTo>
                <a:lnTo>
                  <a:pt x="342900" y="1409700"/>
                </a:lnTo>
                <a:lnTo>
                  <a:pt x="342900" y="1419225"/>
                </a:lnTo>
                <a:lnTo>
                  <a:pt x="333375" y="1419225"/>
                </a:lnTo>
                <a:close/>
                <a:moveTo>
                  <a:pt x="66675" y="1419225"/>
                </a:moveTo>
                <a:lnTo>
                  <a:pt x="76200" y="1419225"/>
                </a:lnTo>
                <a:lnTo>
                  <a:pt x="76200" y="1428750"/>
                </a:lnTo>
                <a:lnTo>
                  <a:pt x="66675" y="1428750"/>
                </a:lnTo>
                <a:close/>
                <a:moveTo>
                  <a:pt x="1609725" y="1419225"/>
                </a:moveTo>
                <a:lnTo>
                  <a:pt x="1619250" y="1419225"/>
                </a:lnTo>
                <a:lnTo>
                  <a:pt x="1619250" y="1438275"/>
                </a:lnTo>
                <a:lnTo>
                  <a:pt x="1638300" y="1438275"/>
                </a:lnTo>
                <a:lnTo>
                  <a:pt x="1638300" y="1447800"/>
                </a:lnTo>
                <a:lnTo>
                  <a:pt x="1628775" y="1447800"/>
                </a:lnTo>
                <a:lnTo>
                  <a:pt x="1628775" y="1457325"/>
                </a:lnTo>
                <a:lnTo>
                  <a:pt x="1619250" y="1457325"/>
                </a:lnTo>
                <a:lnTo>
                  <a:pt x="1619250" y="1447800"/>
                </a:lnTo>
                <a:lnTo>
                  <a:pt x="1609725" y="1447800"/>
                </a:lnTo>
                <a:lnTo>
                  <a:pt x="1609725" y="1457325"/>
                </a:lnTo>
                <a:lnTo>
                  <a:pt x="1600200" y="1457325"/>
                </a:lnTo>
                <a:lnTo>
                  <a:pt x="1600200" y="1438275"/>
                </a:lnTo>
                <a:lnTo>
                  <a:pt x="1609725" y="1438275"/>
                </a:lnTo>
                <a:close/>
                <a:moveTo>
                  <a:pt x="76200" y="1428750"/>
                </a:moveTo>
                <a:lnTo>
                  <a:pt x="95250" y="1428750"/>
                </a:lnTo>
                <a:lnTo>
                  <a:pt x="95250" y="1447800"/>
                </a:lnTo>
                <a:lnTo>
                  <a:pt x="85725" y="1447800"/>
                </a:lnTo>
                <a:lnTo>
                  <a:pt x="85725" y="1438275"/>
                </a:lnTo>
                <a:lnTo>
                  <a:pt x="76200" y="1438275"/>
                </a:lnTo>
                <a:close/>
                <a:moveTo>
                  <a:pt x="104775" y="1447800"/>
                </a:moveTo>
                <a:lnTo>
                  <a:pt x="114300" y="1447800"/>
                </a:lnTo>
                <a:lnTo>
                  <a:pt x="114300" y="1457325"/>
                </a:lnTo>
                <a:lnTo>
                  <a:pt x="104775" y="1457325"/>
                </a:lnTo>
                <a:close/>
                <a:moveTo>
                  <a:pt x="161925" y="1447800"/>
                </a:moveTo>
                <a:lnTo>
                  <a:pt x="180975" y="1447800"/>
                </a:lnTo>
                <a:lnTo>
                  <a:pt x="180975" y="1457325"/>
                </a:lnTo>
                <a:lnTo>
                  <a:pt x="171450" y="1457325"/>
                </a:lnTo>
                <a:lnTo>
                  <a:pt x="171450" y="1466850"/>
                </a:lnTo>
                <a:lnTo>
                  <a:pt x="180975" y="1466850"/>
                </a:lnTo>
                <a:lnTo>
                  <a:pt x="180975" y="1476375"/>
                </a:lnTo>
                <a:lnTo>
                  <a:pt x="209550" y="1476375"/>
                </a:lnTo>
                <a:lnTo>
                  <a:pt x="209550" y="1466850"/>
                </a:lnTo>
                <a:lnTo>
                  <a:pt x="219075" y="1466850"/>
                </a:lnTo>
                <a:lnTo>
                  <a:pt x="219075" y="1476375"/>
                </a:lnTo>
                <a:lnTo>
                  <a:pt x="228600" y="1476375"/>
                </a:lnTo>
                <a:lnTo>
                  <a:pt x="228600" y="1514475"/>
                </a:lnTo>
                <a:lnTo>
                  <a:pt x="238125" y="1514475"/>
                </a:lnTo>
                <a:lnTo>
                  <a:pt x="238125" y="1524000"/>
                </a:lnTo>
                <a:lnTo>
                  <a:pt x="247650" y="1524000"/>
                </a:lnTo>
                <a:lnTo>
                  <a:pt x="247650" y="1562100"/>
                </a:lnTo>
                <a:lnTo>
                  <a:pt x="238125" y="1562100"/>
                </a:lnTo>
                <a:lnTo>
                  <a:pt x="238125" y="1543050"/>
                </a:lnTo>
                <a:lnTo>
                  <a:pt x="219075" y="1543050"/>
                </a:lnTo>
                <a:lnTo>
                  <a:pt x="219075" y="1533525"/>
                </a:lnTo>
                <a:lnTo>
                  <a:pt x="209550" y="1533525"/>
                </a:lnTo>
                <a:lnTo>
                  <a:pt x="209550" y="1514475"/>
                </a:lnTo>
                <a:lnTo>
                  <a:pt x="200025" y="1514475"/>
                </a:lnTo>
                <a:lnTo>
                  <a:pt x="200025" y="1524000"/>
                </a:lnTo>
                <a:lnTo>
                  <a:pt x="171450" y="1524000"/>
                </a:lnTo>
                <a:lnTo>
                  <a:pt x="171450" y="1485900"/>
                </a:lnTo>
                <a:lnTo>
                  <a:pt x="133350" y="1485900"/>
                </a:lnTo>
                <a:lnTo>
                  <a:pt x="133350" y="1466850"/>
                </a:lnTo>
                <a:lnTo>
                  <a:pt x="123825" y="1466850"/>
                </a:lnTo>
                <a:lnTo>
                  <a:pt x="123825" y="1457325"/>
                </a:lnTo>
                <a:lnTo>
                  <a:pt x="152400" y="1457325"/>
                </a:lnTo>
                <a:lnTo>
                  <a:pt x="152400" y="1466850"/>
                </a:lnTo>
                <a:lnTo>
                  <a:pt x="161925" y="1466850"/>
                </a:lnTo>
                <a:close/>
                <a:moveTo>
                  <a:pt x="1609725" y="1457325"/>
                </a:moveTo>
                <a:lnTo>
                  <a:pt x="1619250" y="1457325"/>
                </a:lnTo>
                <a:lnTo>
                  <a:pt x="1619250" y="1466850"/>
                </a:lnTo>
                <a:lnTo>
                  <a:pt x="1609725" y="1466850"/>
                </a:lnTo>
                <a:close/>
                <a:moveTo>
                  <a:pt x="104775" y="1485900"/>
                </a:moveTo>
                <a:lnTo>
                  <a:pt x="114300" y="1485900"/>
                </a:lnTo>
                <a:lnTo>
                  <a:pt x="114300" y="1495425"/>
                </a:lnTo>
                <a:lnTo>
                  <a:pt x="104775" y="1495425"/>
                </a:lnTo>
                <a:close/>
                <a:moveTo>
                  <a:pt x="114300" y="1495425"/>
                </a:moveTo>
                <a:lnTo>
                  <a:pt x="123825" y="1495425"/>
                </a:lnTo>
                <a:lnTo>
                  <a:pt x="123825" y="1514475"/>
                </a:lnTo>
                <a:lnTo>
                  <a:pt x="114300" y="1514475"/>
                </a:lnTo>
                <a:close/>
                <a:moveTo>
                  <a:pt x="180975" y="1581150"/>
                </a:moveTo>
                <a:lnTo>
                  <a:pt x="190500" y="1581150"/>
                </a:lnTo>
                <a:lnTo>
                  <a:pt x="190500" y="1590675"/>
                </a:lnTo>
                <a:lnTo>
                  <a:pt x="180975" y="1590675"/>
                </a:lnTo>
                <a:close/>
                <a:moveTo>
                  <a:pt x="200025" y="1581150"/>
                </a:moveTo>
                <a:lnTo>
                  <a:pt x="228600" y="1581150"/>
                </a:lnTo>
                <a:lnTo>
                  <a:pt x="228600" y="1600200"/>
                </a:lnTo>
                <a:lnTo>
                  <a:pt x="209550" y="1600200"/>
                </a:lnTo>
                <a:lnTo>
                  <a:pt x="209550" y="1590675"/>
                </a:lnTo>
                <a:lnTo>
                  <a:pt x="200025" y="1590675"/>
                </a:lnTo>
                <a:close/>
                <a:moveTo>
                  <a:pt x="171450" y="1600200"/>
                </a:moveTo>
                <a:lnTo>
                  <a:pt x="180975" y="1600200"/>
                </a:lnTo>
                <a:lnTo>
                  <a:pt x="180975" y="1619250"/>
                </a:lnTo>
                <a:lnTo>
                  <a:pt x="171450" y="1619250"/>
                </a:lnTo>
                <a:close/>
                <a:moveTo>
                  <a:pt x="1657350" y="1609725"/>
                </a:moveTo>
                <a:lnTo>
                  <a:pt x="1666875" y="1609725"/>
                </a:lnTo>
                <a:lnTo>
                  <a:pt x="1666875" y="1619250"/>
                </a:lnTo>
                <a:lnTo>
                  <a:pt x="1657350" y="1619250"/>
                </a:lnTo>
                <a:close/>
                <a:moveTo>
                  <a:pt x="1666875" y="1619250"/>
                </a:moveTo>
                <a:lnTo>
                  <a:pt x="1676400" y="1619250"/>
                </a:lnTo>
                <a:lnTo>
                  <a:pt x="1676400" y="1628775"/>
                </a:lnTo>
                <a:lnTo>
                  <a:pt x="1666875" y="1628775"/>
                </a:lnTo>
                <a:close/>
              </a:path>
            </a:pathLst>
          </a:custGeom>
          <a:solidFill xmlns:a="http://schemas.openxmlformats.org/drawingml/2006/main">
            <a:srgbClr val="F4E0D5"/>
          </a:solidFill>
          <a:ln xmlns:a="http://schemas.openxmlformats.org/drawingml/2006/main" w="0">
            <a:noFill/>
          </a:ln>
        </p:spPr>
      </p:sp>
      <p:sp>
        <p:nvSpPr>
          <p:cNvPr id="56" name="juan vector #f4e0d4">
            <a:extLst xmlns:a="http://schemas.openxmlformats.org/drawingml/2006/main">
              <a:ext uri="{FF2B5EF4-FFF2-40B4-BE49-F238E27FC236}">
                <a16:creationId xmlns:a16="http://schemas.microsoft.com/office/drawing/2014/main" id="{0CF8FE15-C224-482C-806D-EFAF4195D63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48900" y="2552700"/>
            <a:ext cx="2085975" cy="2085975"/>
          </a:xfrm>
          <a:custGeom xmlns:a="http://schemas.openxmlformats.org/drawingml/2006/main">
            <a:pathLst>
              <a:path w="2085975" h="2085975">
                <a:moveTo>
                  <a:pt x="685800" y="85725"/>
                </a:moveTo>
                <a:lnTo>
                  <a:pt x="695325" y="85725"/>
                </a:lnTo>
                <a:lnTo>
                  <a:pt x="695325" y="104775"/>
                </a:lnTo>
                <a:lnTo>
                  <a:pt x="685800" y="104775"/>
                </a:lnTo>
                <a:close/>
                <a:moveTo>
                  <a:pt x="895350" y="95250"/>
                </a:moveTo>
                <a:lnTo>
                  <a:pt x="904875" y="95250"/>
                </a:lnTo>
                <a:lnTo>
                  <a:pt x="904875" y="104775"/>
                </a:lnTo>
                <a:lnTo>
                  <a:pt x="895350" y="104775"/>
                </a:lnTo>
                <a:close/>
                <a:moveTo>
                  <a:pt x="914400" y="95250"/>
                </a:moveTo>
                <a:lnTo>
                  <a:pt x="923925" y="95250"/>
                </a:lnTo>
                <a:lnTo>
                  <a:pt x="923925" y="104775"/>
                </a:lnTo>
                <a:lnTo>
                  <a:pt x="914400" y="104775"/>
                </a:lnTo>
                <a:close/>
                <a:moveTo>
                  <a:pt x="1238250" y="114300"/>
                </a:moveTo>
                <a:lnTo>
                  <a:pt x="1247775" y="114300"/>
                </a:lnTo>
                <a:lnTo>
                  <a:pt x="1247775" y="123825"/>
                </a:lnTo>
                <a:lnTo>
                  <a:pt x="1238250" y="123825"/>
                </a:lnTo>
                <a:close/>
                <a:moveTo>
                  <a:pt x="1066800" y="133350"/>
                </a:moveTo>
                <a:lnTo>
                  <a:pt x="1076325" y="133350"/>
                </a:lnTo>
                <a:lnTo>
                  <a:pt x="1076325" y="142875"/>
                </a:lnTo>
                <a:lnTo>
                  <a:pt x="1085850" y="142875"/>
                </a:lnTo>
                <a:lnTo>
                  <a:pt x="1085850" y="161925"/>
                </a:lnTo>
                <a:lnTo>
                  <a:pt x="1095375" y="161925"/>
                </a:lnTo>
                <a:lnTo>
                  <a:pt x="1095375" y="171450"/>
                </a:lnTo>
                <a:lnTo>
                  <a:pt x="1085850" y="171450"/>
                </a:lnTo>
                <a:lnTo>
                  <a:pt x="1085850" y="180975"/>
                </a:lnTo>
                <a:lnTo>
                  <a:pt x="1066800" y="180975"/>
                </a:lnTo>
                <a:lnTo>
                  <a:pt x="1066800" y="171450"/>
                </a:lnTo>
                <a:lnTo>
                  <a:pt x="1057275" y="171450"/>
                </a:lnTo>
                <a:lnTo>
                  <a:pt x="1057275" y="152400"/>
                </a:lnTo>
                <a:lnTo>
                  <a:pt x="1066800" y="152400"/>
                </a:lnTo>
                <a:close/>
                <a:moveTo>
                  <a:pt x="523875" y="142875"/>
                </a:moveTo>
                <a:lnTo>
                  <a:pt x="533400" y="142875"/>
                </a:lnTo>
                <a:lnTo>
                  <a:pt x="533400" y="152400"/>
                </a:lnTo>
                <a:lnTo>
                  <a:pt x="523875" y="152400"/>
                </a:lnTo>
                <a:close/>
                <a:moveTo>
                  <a:pt x="1009650" y="142875"/>
                </a:moveTo>
                <a:lnTo>
                  <a:pt x="1019175" y="142875"/>
                </a:lnTo>
                <a:lnTo>
                  <a:pt x="1019175" y="152400"/>
                </a:lnTo>
                <a:lnTo>
                  <a:pt x="1009650" y="152400"/>
                </a:lnTo>
                <a:close/>
                <a:moveTo>
                  <a:pt x="857250" y="152400"/>
                </a:moveTo>
                <a:lnTo>
                  <a:pt x="876300" y="152400"/>
                </a:lnTo>
                <a:lnTo>
                  <a:pt x="876300" y="171450"/>
                </a:lnTo>
                <a:lnTo>
                  <a:pt x="857250" y="171450"/>
                </a:lnTo>
                <a:close/>
                <a:moveTo>
                  <a:pt x="904875" y="171450"/>
                </a:moveTo>
                <a:lnTo>
                  <a:pt x="923925" y="171450"/>
                </a:lnTo>
                <a:lnTo>
                  <a:pt x="923925" y="190500"/>
                </a:lnTo>
                <a:lnTo>
                  <a:pt x="904875" y="190500"/>
                </a:lnTo>
                <a:close/>
                <a:moveTo>
                  <a:pt x="962025" y="171450"/>
                </a:moveTo>
                <a:lnTo>
                  <a:pt x="971550" y="171450"/>
                </a:lnTo>
                <a:lnTo>
                  <a:pt x="971550" y="180975"/>
                </a:lnTo>
                <a:lnTo>
                  <a:pt x="962025" y="180975"/>
                </a:lnTo>
                <a:close/>
                <a:moveTo>
                  <a:pt x="552450" y="180975"/>
                </a:moveTo>
                <a:lnTo>
                  <a:pt x="561975" y="180975"/>
                </a:lnTo>
                <a:lnTo>
                  <a:pt x="561975" y="190500"/>
                </a:lnTo>
                <a:lnTo>
                  <a:pt x="552450" y="190500"/>
                </a:lnTo>
                <a:close/>
                <a:moveTo>
                  <a:pt x="1104900" y="180975"/>
                </a:moveTo>
                <a:lnTo>
                  <a:pt x="1114425" y="180975"/>
                </a:lnTo>
                <a:lnTo>
                  <a:pt x="1114425" y="190500"/>
                </a:lnTo>
                <a:lnTo>
                  <a:pt x="1104900" y="190500"/>
                </a:lnTo>
                <a:close/>
                <a:moveTo>
                  <a:pt x="1152525" y="180975"/>
                </a:moveTo>
                <a:lnTo>
                  <a:pt x="1162050" y="180975"/>
                </a:lnTo>
                <a:lnTo>
                  <a:pt x="1162050" y="190500"/>
                </a:lnTo>
                <a:lnTo>
                  <a:pt x="1152525" y="190500"/>
                </a:lnTo>
                <a:close/>
                <a:moveTo>
                  <a:pt x="1343025" y="180975"/>
                </a:moveTo>
                <a:lnTo>
                  <a:pt x="1352550" y="180975"/>
                </a:lnTo>
                <a:lnTo>
                  <a:pt x="1352550" y="190500"/>
                </a:lnTo>
                <a:lnTo>
                  <a:pt x="1343025" y="190500"/>
                </a:lnTo>
                <a:close/>
                <a:moveTo>
                  <a:pt x="800100" y="219075"/>
                </a:moveTo>
                <a:lnTo>
                  <a:pt x="819150" y="219075"/>
                </a:lnTo>
                <a:lnTo>
                  <a:pt x="819150" y="228600"/>
                </a:lnTo>
                <a:lnTo>
                  <a:pt x="800100" y="228600"/>
                </a:lnTo>
                <a:close/>
                <a:moveTo>
                  <a:pt x="838200" y="228600"/>
                </a:moveTo>
                <a:lnTo>
                  <a:pt x="847725" y="228600"/>
                </a:lnTo>
                <a:lnTo>
                  <a:pt x="847725" y="238125"/>
                </a:lnTo>
                <a:lnTo>
                  <a:pt x="838200" y="238125"/>
                </a:lnTo>
                <a:close/>
                <a:moveTo>
                  <a:pt x="904875" y="228600"/>
                </a:moveTo>
                <a:lnTo>
                  <a:pt x="914400" y="228600"/>
                </a:lnTo>
                <a:lnTo>
                  <a:pt x="914400" y="247650"/>
                </a:lnTo>
                <a:lnTo>
                  <a:pt x="895350" y="247650"/>
                </a:lnTo>
                <a:lnTo>
                  <a:pt x="895350" y="238125"/>
                </a:lnTo>
                <a:lnTo>
                  <a:pt x="904875" y="238125"/>
                </a:lnTo>
                <a:close/>
                <a:moveTo>
                  <a:pt x="1323975" y="228600"/>
                </a:moveTo>
                <a:lnTo>
                  <a:pt x="1333500" y="228600"/>
                </a:lnTo>
                <a:lnTo>
                  <a:pt x="1333500" y="247650"/>
                </a:lnTo>
                <a:lnTo>
                  <a:pt x="1323975" y="247650"/>
                </a:lnTo>
                <a:close/>
                <a:moveTo>
                  <a:pt x="1009650" y="238125"/>
                </a:moveTo>
                <a:lnTo>
                  <a:pt x="1019175" y="238125"/>
                </a:lnTo>
                <a:lnTo>
                  <a:pt x="1019175" y="247650"/>
                </a:lnTo>
                <a:lnTo>
                  <a:pt x="1009650" y="247650"/>
                </a:lnTo>
                <a:close/>
                <a:moveTo>
                  <a:pt x="1028700" y="238125"/>
                </a:moveTo>
                <a:lnTo>
                  <a:pt x="1057275" y="238125"/>
                </a:lnTo>
                <a:lnTo>
                  <a:pt x="1057275" y="247650"/>
                </a:lnTo>
                <a:lnTo>
                  <a:pt x="1028700" y="247650"/>
                </a:lnTo>
                <a:close/>
                <a:moveTo>
                  <a:pt x="847725" y="247650"/>
                </a:moveTo>
                <a:lnTo>
                  <a:pt x="857250" y="247650"/>
                </a:lnTo>
                <a:lnTo>
                  <a:pt x="857250" y="257175"/>
                </a:lnTo>
                <a:lnTo>
                  <a:pt x="866775" y="257175"/>
                </a:lnTo>
                <a:lnTo>
                  <a:pt x="866775" y="276225"/>
                </a:lnTo>
                <a:lnTo>
                  <a:pt x="857250" y="276225"/>
                </a:lnTo>
                <a:lnTo>
                  <a:pt x="857250" y="266700"/>
                </a:lnTo>
                <a:lnTo>
                  <a:pt x="847725" y="266700"/>
                </a:lnTo>
                <a:close/>
                <a:moveTo>
                  <a:pt x="942975" y="247650"/>
                </a:moveTo>
                <a:lnTo>
                  <a:pt x="962025" y="247650"/>
                </a:lnTo>
                <a:lnTo>
                  <a:pt x="962025" y="257175"/>
                </a:lnTo>
                <a:lnTo>
                  <a:pt x="971550" y="257175"/>
                </a:lnTo>
                <a:lnTo>
                  <a:pt x="971550" y="266700"/>
                </a:lnTo>
                <a:lnTo>
                  <a:pt x="1000125" y="266700"/>
                </a:lnTo>
                <a:lnTo>
                  <a:pt x="1000125" y="257175"/>
                </a:lnTo>
                <a:lnTo>
                  <a:pt x="1019175" y="257175"/>
                </a:lnTo>
                <a:lnTo>
                  <a:pt x="1019175" y="266700"/>
                </a:lnTo>
                <a:lnTo>
                  <a:pt x="1009650" y="266700"/>
                </a:lnTo>
                <a:lnTo>
                  <a:pt x="1009650" y="276225"/>
                </a:lnTo>
                <a:lnTo>
                  <a:pt x="895350" y="276225"/>
                </a:lnTo>
                <a:lnTo>
                  <a:pt x="895350" y="257175"/>
                </a:lnTo>
                <a:lnTo>
                  <a:pt x="904875" y="257175"/>
                </a:lnTo>
                <a:lnTo>
                  <a:pt x="904875" y="266700"/>
                </a:lnTo>
                <a:lnTo>
                  <a:pt x="942975" y="266700"/>
                </a:lnTo>
                <a:close/>
                <a:moveTo>
                  <a:pt x="1057275" y="247650"/>
                </a:moveTo>
                <a:lnTo>
                  <a:pt x="1095375" y="247650"/>
                </a:lnTo>
                <a:lnTo>
                  <a:pt x="1095375" y="257175"/>
                </a:lnTo>
                <a:lnTo>
                  <a:pt x="1057275" y="257175"/>
                </a:lnTo>
                <a:close/>
                <a:moveTo>
                  <a:pt x="800100" y="266700"/>
                </a:moveTo>
                <a:lnTo>
                  <a:pt x="809625" y="266700"/>
                </a:lnTo>
                <a:lnTo>
                  <a:pt x="809625" y="276225"/>
                </a:lnTo>
                <a:lnTo>
                  <a:pt x="800100" y="276225"/>
                </a:lnTo>
                <a:close/>
                <a:moveTo>
                  <a:pt x="838200" y="266700"/>
                </a:moveTo>
                <a:lnTo>
                  <a:pt x="847725" y="266700"/>
                </a:lnTo>
                <a:lnTo>
                  <a:pt x="847725" y="276225"/>
                </a:lnTo>
                <a:lnTo>
                  <a:pt x="838200" y="276225"/>
                </a:lnTo>
                <a:close/>
                <a:moveTo>
                  <a:pt x="1038225" y="266700"/>
                </a:moveTo>
                <a:lnTo>
                  <a:pt x="1066800" y="266700"/>
                </a:lnTo>
                <a:lnTo>
                  <a:pt x="1066800" y="276225"/>
                </a:lnTo>
                <a:lnTo>
                  <a:pt x="1038225" y="276225"/>
                </a:lnTo>
                <a:close/>
                <a:moveTo>
                  <a:pt x="571500" y="276225"/>
                </a:moveTo>
                <a:lnTo>
                  <a:pt x="590550" y="276225"/>
                </a:lnTo>
                <a:lnTo>
                  <a:pt x="590550" y="285750"/>
                </a:lnTo>
                <a:lnTo>
                  <a:pt x="571500" y="285750"/>
                </a:lnTo>
                <a:close/>
                <a:moveTo>
                  <a:pt x="657225" y="276225"/>
                </a:moveTo>
                <a:lnTo>
                  <a:pt x="685800" y="276225"/>
                </a:lnTo>
                <a:lnTo>
                  <a:pt x="685800" y="285750"/>
                </a:lnTo>
                <a:lnTo>
                  <a:pt x="657225" y="285750"/>
                </a:lnTo>
                <a:close/>
                <a:moveTo>
                  <a:pt x="1114425" y="276225"/>
                </a:moveTo>
                <a:lnTo>
                  <a:pt x="1123950" y="276225"/>
                </a:lnTo>
                <a:lnTo>
                  <a:pt x="1123950" y="285750"/>
                </a:lnTo>
                <a:lnTo>
                  <a:pt x="1114425" y="285750"/>
                </a:lnTo>
                <a:close/>
                <a:moveTo>
                  <a:pt x="838200" y="285750"/>
                </a:moveTo>
                <a:lnTo>
                  <a:pt x="857250" y="285750"/>
                </a:lnTo>
                <a:lnTo>
                  <a:pt x="857250" y="295275"/>
                </a:lnTo>
                <a:lnTo>
                  <a:pt x="838200" y="295275"/>
                </a:lnTo>
                <a:close/>
                <a:moveTo>
                  <a:pt x="876300" y="285750"/>
                </a:moveTo>
                <a:lnTo>
                  <a:pt x="885825" y="285750"/>
                </a:lnTo>
                <a:lnTo>
                  <a:pt x="885825" y="295275"/>
                </a:lnTo>
                <a:lnTo>
                  <a:pt x="876300" y="295275"/>
                </a:lnTo>
                <a:close/>
                <a:moveTo>
                  <a:pt x="1104900" y="285750"/>
                </a:moveTo>
                <a:lnTo>
                  <a:pt x="1114425" y="285750"/>
                </a:lnTo>
                <a:lnTo>
                  <a:pt x="1114425" y="295275"/>
                </a:lnTo>
                <a:lnTo>
                  <a:pt x="1104900" y="295275"/>
                </a:lnTo>
                <a:close/>
                <a:moveTo>
                  <a:pt x="561975" y="314325"/>
                </a:moveTo>
                <a:lnTo>
                  <a:pt x="571500" y="314325"/>
                </a:lnTo>
                <a:lnTo>
                  <a:pt x="571500" y="323850"/>
                </a:lnTo>
                <a:lnTo>
                  <a:pt x="561975" y="323850"/>
                </a:lnTo>
                <a:close/>
                <a:moveTo>
                  <a:pt x="628650" y="314325"/>
                </a:moveTo>
                <a:lnTo>
                  <a:pt x="657225" y="314325"/>
                </a:lnTo>
                <a:lnTo>
                  <a:pt x="657225" y="323850"/>
                </a:lnTo>
                <a:lnTo>
                  <a:pt x="647700" y="323850"/>
                </a:lnTo>
                <a:lnTo>
                  <a:pt x="647700" y="333375"/>
                </a:lnTo>
                <a:lnTo>
                  <a:pt x="628650" y="333375"/>
                </a:lnTo>
                <a:close/>
                <a:moveTo>
                  <a:pt x="1295400" y="323850"/>
                </a:moveTo>
                <a:lnTo>
                  <a:pt x="1304925" y="323850"/>
                </a:lnTo>
                <a:lnTo>
                  <a:pt x="1304925" y="333375"/>
                </a:lnTo>
                <a:lnTo>
                  <a:pt x="1295400" y="333375"/>
                </a:lnTo>
                <a:close/>
                <a:moveTo>
                  <a:pt x="619125" y="333375"/>
                </a:moveTo>
                <a:lnTo>
                  <a:pt x="628650" y="333375"/>
                </a:lnTo>
                <a:lnTo>
                  <a:pt x="628650" y="342900"/>
                </a:lnTo>
                <a:lnTo>
                  <a:pt x="619125" y="342900"/>
                </a:lnTo>
                <a:close/>
                <a:moveTo>
                  <a:pt x="1285875" y="333375"/>
                </a:moveTo>
                <a:lnTo>
                  <a:pt x="1295400" y="333375"/>
                </a:lnTo>
                <a:lnTo>
                  <a:pt x="1295400" y="361950"/>
                </a:lnTo>
                <a:lnTo>
                  <a:pt x="1285875" y="361950"/>
                </a:lnTo>
                <a:lnTo>
                  <a:pt x="1285875" y="371475"/>
                </a:lnTo>
                <a:lnTo>
                  <a:pt x="1295400" y="371475"/>
                </a:lnTo>
                <a:lnTo>
                  <a:pt x="1295400" y="361950"/>
                </a:lnTo>
                <a:lnTo>
                  <a:pt x="1304925" y="361950"/>
                </a:lnTo>
                <a:lnTo>
                  <a:pt x="1304925" y="371475"/>
                </a:lnTo>
                <a:lnTo>
                  <a:pt x="1295400" y="371475"/>
                </a:lnTo>
                <a:lnTo>
                  <a:pt x="1295400" y="381000"/>
                </a:lnTo>
                <a:lnTo>
                  <a:pt x="1285875" y="381000"/>
                </a:lnTo>
                <a:lnTo>
                  <a:pt x="1285875" y="400050"/>
                </a:lnTo>
                <a:lnTo>
                  <a:pt x="1276350" y="400050"/>
                </a:lnTo>
                <a:lnTo>
                  <a:pt x="1276350" y="352425"/>
                </a:lnTo>
                <a:lnTo>
                  <a:pt x="1285875" y="352425"/>
                </a:lnTo>
                <a:close/>
                <a:moveTo>
                  <a:pt x="561975" y="342900"/>
                </a:moveTo>
                <a:lnTo>
                  <a:pt x="571500" y="342900"/>
                </a:lnTo>
                <a:lnTo>
                  <a:pt x="571500" y="361950"/>
                </a:lnTo>
                <a:lnTo>
                  <a:pt x="561975" y="361950"/>
                </a:lnTo>
                <a:close/>
                <a:moveTo>
                  <a:pt x="552450" y="361950"/>
                </a:moveTo>
                <a:lnTo>
                  <a:pt x="561975" y="361950"/>
                </a:lnTo>
                <a:lnTo>
                  <a:pt x="561975" y="371475"/>
                </a:lnTo>
                <a:lnTo>
                  <a:pt x="552450" y="371475"/>
                </a:lnTo>
                <a:close/>
                <a:moveTo>
                  <a:pt x="609600" y="381000"/>
                </a:moveTo>
                <a:lnTo>
                  <a:pt x="628650" y="381000"/>
                </a:lnTo>
                <a:lnTo>
                  <a:pt x="628650" y="390525"/>
                </a:lnTo>
                <a:lnTo>
                  <a:pt x="609600" y="390525"/>
                </a:lnTo>
                <a:close/>
                <a:moveTo>
                  <a:pt x="638175" y="409575"/>
                </a:moveTo>
                <a:lnTo>
                  <a:pt x="647700" y="409575"/>
                </a:lnTo>
                <a:lnTo>
                  <a:pt x="647700" y="419100"/>
                </a:lnTo>
                <a:lnTo>
                  <a:pt x="638175" y="419100"/>
                </a:lnTo>
                <a:close/>
                <a:moveTo>
                  <a:pt x="1323975" y="485775"/>
                </a:moveTo>
                <a:lnTo>
                  <a:pt x="1343025" y="485775"/>
                </a:lnTo>
                <a:lnTo>
                  <a:pt x="1343025" y="495300"/>
                </a:lnTo>
                <a:lnTo>
                  <a:pt x="1323975" y="495300"/>
                </a:lnTo>
                <a:close/>
                <a:moveTo>
                  <a:pt x="533400" y="495300"/>
                </a:moveTo>
                <a:lnTo>
                  <a:pt x="542925" y="495300"/>
                </a:lnTo>
                <a:lnTo>
                  <a:pt x="542925" y="504825"/>
                </a:lnTo>
                <a:lnTo>
                  <a:pt x="533400" y="504825"/>
                </a:lnTo>
                <a:close/>
                <a:moveTo>
                  <a:pt x="1314450" y="495300"/>
                </a:moveTo>
                <a:lnTo>
                  <a:pt x="1323975" y="495300"/>
                </a:lnTo>
                <a:lnTo>
                  <a:pt x="1323975" y="504825"/>
                </a:lnTo>
                <a:lnTo>
                  <a:pt x="1314450" y="504825"/>
                </a:lnTo>
                <a:close/>
                <a:moveTo>
                  <a:pt x="1304925" y="504825"/>
                </a:moveTo>
                <a:lnTo>
                  <a:pt x="1314450" y="504825"/>
                </a:lnTo>
                <a:lnTo>
                  <a:pt x="1314450" y="514350"/>
                </a:lnTo>
                <a:lnTo>
                  <a:pt x="1304925" y="514350"/>
                </a:lnTo>
                <a:close/>
                <a:moveTo>
                  <a:pt x="1276350" y="514350"/>
                </a:moveTo>
                <a:lnTo>
                  <a:pt x="1295400" y="514350"/>
                </a:lnTo>
                <a:lnTo>
                  <a:pt x="1295400" y="523875"/>
                </a:lnTo>
                <a:lnTo>
                  <a:pt x="1276350" y="523875"/>
                </a:lnTo>
                <a:close/>
                <a:moveTo>
                  <a:pt x="571500" y="523875"/>
                </a:moveTo>
                <a:lnTo>
                  <a:pt x="581025" y="523875"/>
                </a:lnTo>
                <a:lnTo>
                  <a:pt x="581025" y="533400"/>
                </a:lnTo>
                <a:lnTo>
                  <a:pt x="571500" y="533400"/>
                </a:lnTo>
                <a:close/>
                <a:moveTo>
                  <a:pt x="1390650" y="590550"/>
                </a:moveTo>
                <a:lnTo>
                  <a:pt x="1400175" y="590550"/>
                </a:lnTo>
                <a:lnTo>
                  <a:pt x="1400175" y="609600"/>
                </a:lnTo>
                <a:lnTo>
                  <a:pt x="1390650" y="609600"/>
                </a:lnTo>
                <a:close/>
                <a:moveTo>
                  <a:pt x="457200" y="609600"/>
                </a:moveTo>
                <a:lnTo>
                  <a:pt x="476250" y="609600"/>
                </a:lnTo>
                <a:lnTo>
                  <a:pt x="476250" y="619125"/>
                </a:lnTo>
                <a:lnTo>
                  <a:pt x="457200" y="619125"/>
                </a:lnTo>
                <a:close/>
                <a:moveTo>
                  <a:pt x="485775" y="609600"/>
                </a:moveTo>
                <a:lnTo>
                  <a:pt x="523875" y="609600"/>
                </a:lnTo>
                <a:lnTo>
                  <a:pt x="523875" y="619125"/>
                </a:lnTo>
                <a:lnTo>
                  <a:pt x="514350" y="619125"/>
                </a:lnTo>
                <a:lnTo>
                  <a:pt x="514350" y="628650"/>
                </a:lnTo>
                <a:lnTo>
                  <a:pt x="495300" y="628650"/>
                </a:lnTo>
                <a:lnTo>
                  <a:pt x="495300" y="619125"/>
                </a:lnTo>
                <a:lnTo>
                  <a:pt x="485775" y="619125"/>
                </a:lnTo>
                <a:close/>
                <a:moveTo>
                  <a:pt x="542925" y="628650"/>
                </a:moveTo>
                <a:lnTo>
                  <a:pt x="552450" y="628650"/>
                </a:lnTo>
                <a:lnTo>
                  <a:pt x="552450" y="647700"/>
                </a:lnTo>
                <a:lnTo>
                  <a:pt x="542925" y="647700"/>
                </a:lnTo>
                <a:close/>
                <a:moveTo>
                  <a:pt x="1362075" y="628650"/>
                </a:moveTo>
                <a:lnTo>
                  <a:pt x="1371600" y="628650"/>
                </a:lnTo>
                <a:lnTo>
                  <a:pt x="1371600" y="638175"/>
                </a:lnTo>
                <a:lnTo>
                  <a:pt x="1362075" y="638175"/>
                </a:lnTo>
                <a:close/>
                <a:moveTo>
                  <a:pt x="504825" y="638175"/>
                </a:moveTo>
                <a:lnTo>
                  <a:pt x="514350" y="638175"/>
                </a:lnTo>
                <a:lnTo>
                  <a:pt x="514350" y="647700"/>
                </a:lnTo>
                <a:lnTo>
                  <a:pt x="504825" y="647700"/>
                </a:lnTo>
                <a:close/>
                <a:moveTo>
                  <a:pt x="1352550" y="638175"/>
                </a:moveTo>
                <a:lnTo>
                  <a:pt x="1362075" y="638175"/>
                </a:lnTo>
                <a:lnTo>
                  <a:pt x="1362075" y="647700"/>
                </a:lnTo>
                <a:lnTo>
                  <a:pt x="1352550" y="647700"/>
                </a:lnTo>
                <a:close/>
                <a:moveTo>
                  <a:pt x="1285875" y="647700"/>
                </a:moveTo>
                <a:lnTo>
                  <a:pt x="1295400" y="647700"/>
                </a:lnTo>
                <a:lnTo>
                  <a:pt x="1295400" y="657225"/>
                </a:lnTo>
                <a:lnTo>
                  <a:pt x="1285875" y="657225"/>
                </a:lnTo>
                <a:close/>
                <a:moveTo>
                  <a:pt x="1343025" y="647700"/>
                </a:moveTo>
                <a:lnTo>
                  <a:pt x="1352550" y="647700"/>
                </a:lnTo>
                <a:lnTo>
                  <a:pt x="1352550" y="657225"/>
                </a:lnTo>
                <a:lnTo>
                  <a:pt x="1343025" y="657225"/>
                </a:lnTo>
                <a:close/>
                <a:moveTo>
                  <a:pt x="1371600" y="647700"/>
                </a:moveTo>
                <a:lnTo>
                  <a:pt x="1381125" y="647700"/>
                </a:lnTo>
                <a:lnTo>
                  <a:pt x="1381125" y="657225"/>
                </a:lnTo>
                <a:lnTo>
                  <a:pt x="1390650" y="657225"/>
                </a:lnTo>
                <a:lnTo>
                  <a:pt x="1390650" y="666750"/>
                </a:lnTo>
                <a:lnTo>
                  <a:pt x="1371600" y="666750"/>
                </a:lnTo>
                <a:close/>
                <a:moveTo>
                  <a:pt x="542925" y="657225"/>
                </a:moveTo>
                <a:lnTo>
                  <a:pt x="561975" y="657225"/>
                </a:lnTo>
                <a:lnTo>
                  <a:pt x="561975" y="666750"/>
                </a:lnTo>
                <a:lnTo>
                  <a:pt x="571500" y="666750"/>
                </a:lnTo>
                <a:lnTo>
                  <a:pt x="571500" y="685800"/>
                </a:lnTo>
                <a:lnTo>
                  <a:pt x="561975" y="685800"/>
                </a:lnTo>
                <a:lnTo>
                  <a:pt x="561975" y="676275"/>
                </a:lnTo>
                <a:lnTo>
                  <a:pt x="542925" y="676275"/>
                </a:lnTo>
                <a:close/>
                <a:moveTo>
                  <a:pt x="571500" y="685800"/>
                </a:moveTo>
                <a:lnTo>
                  <a:pt x="581025" y="685800"/>
                </a:lnTo>
                <a:lnTo>
                  <a:pt x="581025" y="704850"/>
                </a:lnTo>
                <a:lnTo>
                  <a:pt x="571500" y="704850"/>
                </a:lnTo>
                <a:close/>
                <a:moveTo>
                  <a:pt x="1133475" y="685800"/>
                </a:moveTo>
                <a:lnTo>
                  <a:pt x="1143000" y="685800"/>
                </a:lnTo>
                <a:lnTo>
                  <a:pt x="1143000" y="695325"/>
                </a:lnTo>
                <a:lnTo>
                  <a:pt x="1133475" y="695325"/>
                </a:lnTo>
                <a:close/>
                <a:moveTo>
                  <a:pt x="361950" y="695325"/>
                </a:moveTo>
                <a:lnTo>
                  <a:pt x="381000" y="695325"/>
                </a:lnTo>
                <a:lnTo>
                  <a:pt x="381000" y="714375"/>
                </a:lnTo>
                <a:lnTo>
                  <a:pt x="390525" y="714375"/>
                </a:lnTo>
                <a:lnTo>
                  <a:pt x="390525" y="723900"/>
                </a:lnTo>
                <a:lnTo>
                  <a:pt x="381000" y="723900"/>
                </a:lnTo>
                <a:lnTo>
                  <a:pt x="381000" y="771525"/>
                </a:lnTo>
                <a:lnTo>
                  <a:pt x="371475" y="771525"/>
                </a:lnTo>
                <a:lnTo>
                  <a:pt x="371475" y="762000"/>
                </a:lnTo>
                <a:lnTo>
                  <a:pt x="361950" y="762000"/>
                </a:lnTo>
                <a:lnTo>
                  <a:pt x="361950" y="742950"/>
                </a:lnTo>
                <a:lnTo>
                  <a:pt x="371475" y="742950"/>
                </a:lnTo>
                <a:lnTo>
                  <a:pt x="371475" y="704850"/>
                </a:lnTo>
                <a:lnTo>
                  <a:pt x="361950" y="704850"/>
                </a:lnTo>
                <a:close/>
                <a:moveTo>
                  <a:pt x="1104900" y="695325"/>
                </a:moveTo>
                <a:lnTo>
                  <a:pt x="1114425" y="695325"/>
                </a:lnTo>
                <a:lnTo>
                  <a:pt x="1114425" y="704850"/>
                </a:lnTo>
                <a:lnTo>
                  <a:pt x="1104900" y="704850"/>
                </a:lnTo>
                <a:close/>
                <a:moveTo>
                  <a:pt x="1123950" y="695325"/>
                </a:moveTo>
                <a:lnTo>
                  <a:pt x="1133475" y="695325"/>
                </a:lnTo>
                <a:lnTo>
                  <a:pt x="1133475" y="704850"/>
                </a:lnTo>
                <a:lnTo>
                  <a:pt x="1123950" y="704850"/>
                </a:lnTo>
                <a:close/>
                <a:moveTo>
                  <a:pt x="1466850" y="695325"/>
                </a:moveTo>
                <a:lnTo>
                  <a:pt x="1476375" y="695325"/>
                </a:lnTo>
                <a:lnTo>
                  <a:pt x="1476375" y="704850"/>
                </a:lnTo>
                <a:lnTo>
                  <a:pt x="1466850" y="704850"/>
                </a:lnTo>
                <a:close/>
                <a:moveTo>
                  <a:pt x="1485900" y="695325"/>
                </a:moveTo>
                <a:lnTo>
                  <a:pt x="1504950" y="695325"/>
                </a:lnTo>
                <a:lnTo>
                  <a:pt x="1504950" y="704850"/>
                </a:lnTo>
                <a:lnTo>
                  <a:pt x="1485900" y="704850"/>
                </a:lnTo>
                <a:close/>
                <a:moveTo>
                  <a:pt x="1457325" y="704850"/>
                </a:moveTo>
                <a:lnTo>
                  <a:pt x="1466850" y="704850"/>
                </a:lnTo>
                <a:lnTo>
                  <a:pt x="1466850" y="733425"/>
                </a:lnTo>
                <a:lnTo>
                  <a:pt x="1457325" y="733425"/>
                </a:lnTo>
                <a:close/>
                <a:moveTo>
                  <a:pt x="1400175" y="723900"/>
                </a:moveTo>
                <a:lnTo>
                  <a:pt x="1409700" y="723900"/>
                </a:lnTo>
                <a:lnTo>
                  <a:pt x="1409700" y="742950"/>
                </a:lnTo>
                <a:lnTo>
                  <a:pt x="1438275" y="742950"/>
                </a:lnTo>
                <a:lnTo>
                  <a:pt x="1438275" y="752475"/>
                </a:lnTo>
                <a:lnTo>
                  <a:pt x="1400175" y="752475"/>
                </a:lnTo>
                <a:close/>
                <a:moveTo>
                  <a:pt x="1543050" y="733425"/>
                </a:moveTo>
                <a:lnTo>
                  <a:pt x="1562100" y="733425"/>
                </a:lnTo>
                <a:lnTo>
                  <a:pt x="1562100" y="742950"/>
                </a:lnTo>
                <a:lnTo>
                  <a:pt x="1543050" y="742950"/>
                </a:lnTo>
                <a:close/>
                <a:moveTo>
                  <a:pt x="447675" y="752475"/>
                </a:moveTo>
                <a:lnTo>
                  <a:pt x="457200" y="752475"/>
                </a:lnTo>
                <a:lnTo>
                  <a:pt x="457200" y="771525"/>
                </a:lnTo>
                <a:lnTo>
                  <a:pt x="447675" y="771525"/>
                </a:lnTo>
                <a:close/>
                <a:moveTo>
                  <a:pt x="1343025" y="752475"/>
                </a:moveTo>
                <a:lnTo>
                  <a:pt x="1352550" y="752475"/>
                </a:lnTo>
                <a:lnTo>
                  <a:pt x="1352550" y="762000"/>
                </a:lnTo>
                <a:lnTo>
                  <a:pt x="1343025" y="762000"/>
                </a:lnTo>
                <a:close/>
                <a:moveTo>
                  <a:pt x="1390650" y="752475"/>
                </a:moveTo>
                <a:lnTo>
                  <a:pt x="1400175" y="752475"/>
                </a:lnTo>
                <a:lnTo>
                  <a:pt x="1400175" y="762000"/>
                </a:lnTo>
                <a:lnTo>
                  <a:pt x="1390650" y="762000"/>
                </a:lnTo>
                <a:close/>
                <a:moveTo>
                  <a:pt x="352425" y="762000"/>
                </a:moveTo>
                <a:lnTo>
                  <a:pt x="361950" y="762000"/>
                </a:lnTo>
                <a:lnTo>
                  <a:pt x="361950" y="771525"/>
                </a:lnTo>
                <a:lnTo>
                  <a:pt x="371475" y="771525"/>
                </a:lnTo>
                <a:lnTo>
                  <a:pt x="371475" y="781050"/>
                </a:lnTo>
                <a:lnTo>
                  <a:pt x="342900" y="781050"/>
                </a:lnTo>
                <a:lnTo>
                  <a:pt x="342900" y="771525"/>
                </a:lnTo>
                <a:lnTo>
                  <a:pt x="352425" y="771525"/>
                </a:lnTo>
                <a:close/>
                <a:moveTo>
                  <a:pt x="476250" y="762000"/>
                </a:moveTo>
                <a:lnTo>
                  <a:pt x="485775" y="762000"/>
                </a:lnTo>
                <a:lnTo>
                  <a:pt x="485775" y="800100"/>
                </a:lnTo>
                <a:lnTo>
                  <a:pt x="476250" y="800100"/>
                </a:lnTo>
                <a:lnTo>
                  <a:pt x="476250" y="809625"/>
                </a:lnTo>
                <a:lnTo>
                  <a:pt x="457200" y="809625"/>
                </a:lnTo>
                <a:lnTo>
                  <a:pt x="457200" y="771525"/>
                </a:lnTo>
                <a:lnTo>
                  <a:pt x="476250" y="771525"/>
                </a:lnTo>
                <a:close/>
                <a:moveTo>
                  <a:pt x="1352550" y="762000"/>
                </a:moveTo>
                <a:lnTo>
                  <a:pt x="1390650" y="762000"/>
                </a:lnTo>
                <a:lnTo>
                  <a:pt x="1390650" y="771525"/>
                </a:lnTo>
                <a:lnTo>
                  <a:pt x="1381125" y="771525"/>
                </a:lnTo>
                <a:lnTo>
                  <a:pt x="1381125" y="781050"/>
                </a:lnTo>
                <a:lnTo>
                  <a:pt x="1352550" y="781050"/>
                </a:lnTo>
                <a:close/>
                <a:moveTo>
                  <a:pt x="371475" y="781050"/>
                </a:moveTo>
                <a:lnTo>
                  <a:pt x="390525" y="781050"/>
                </a:lnTo>
                <a:lnTo>
                  <a:pt x="390525" y="800100"/>
                </a:lnTo>
                <a:lnTo>
                  <a:pt x="409575" y="800100"/>
                </a:lnTo>
                <a:lnTo>
                  <a:pt x="409575" y="790575"/>
                </a:lnTo>
                <a:lnTo>
                  <a:pt x="419100" y="790575"/>
                </a:lnTo>
                <a:lnTo>
                  <a:pt x="419100" y="800100"/>
                </a:lnTo>
                <a:lnTo>
                  <a:pt x="438150" y="800100"/>
                </a:lnTo>
                <a:lnTo>
                  <a:pt x="438150" y="819150"/>
                </a:lnTo>
                <a:lnTo>
                  <a:pt x="428625" y="819150"/>
                </a:lnTo>
                <a:lnTo>
                  <a:pt x="428625" y="828675"/>
                </a:lnTo>
                <a:lnTo>
                  <a:pt x="419100" y="828675"/>
                </a:lnTo>
                <a:lnTo>
                  <a:pt x="419100" y="819150"/>
                </a:lnTo>
                <a:lnTo>
                  <a:pt x="400050" y="819150"/>
                </a:lnTo>
                <a:lnTo>
                  <a:pt x="400050" y="838200"/>
                </a:lnTo>
                <a:lnTo>
                  <a:pt x="390525" y="838200"/>
                </a:lnTo>
                <a:lnTo>
                  <a:pt x="390525" y="819150"/>
                </a:lnTo>
                <a:lnTo>
                  <a:pt x="381000" y="819150"/>
                </a:lnTo>
                <a:lnTo>
                  <a:pt x="381000" y="790575"/>
                </a:lnTo>
                <a:lnTo>
                  <a:pt x="371475" y="790575"/>
                </a:lnTo>
                <a:close/>
                <a:moveTo>
                  <a:pt x="1343025" y="781050"/>
                </a:moveTo>
                <a:lnTo>
                  <a:pt x="1352550" y="781050"/>
                </a:lnTo>
                <a:lnTo>
                  <a:pt x="1352550" y="790575"/>
                </a:lnTo>
                <a:lnTo>
                  <a:pt x="1343025" y="790575"/>
                </a:lnTo>
                <a:close/>
                <a:moveTo>
                  <a:pt x="1323975" y="790575"/>
                </a:moveTo>
                <a:lnTo>
                  <a:pt x="1333500" y="790575"/>
                </a:lnTo>
                <a:lnTo>
                  <a:pt x="1333500" y="800100"/>
                </a:lnTo>
                <a:lnTo>
                  <a:pt x="1323975" y="800100"/>
                </a:lnTo>
                <a:close/>
                <a:moveTo>
                  <a:pt x="447675" y="828675"/>
                </a:moveTo>
                <a:lnTo>
                  <a:pt x="457200" y="828675"/>
                </a:lnTo>
                <a:lnTo>
                  <a:pt x="457200" y="838200"/>
                </a:lnTo>
                <a:lnTo>
                  <a:pt x="447675" y="838200"/>
                </a:lnTo>
                <a:close/>
                <a:moveTo>
                  <a:pt x="47625" y="838200"/>
                </a:moveTo>
                <a:lnTo>
                  <a:pt x="57150" y="838200"/>
                </a:lnTo>
                <a:lnTo>
                  <a:pt x="57150" y="857250"/>
                </a:lnTo>
                <a:lnTo>
                  <a:pt x="47625" y="857250"/>
                </a:lnTo>
                <a:close/>
                <a:moveTo>
                  <a:pt x="114300" y="838200"/>
                </a:moveTo>
                <a:lnTo>
                  <a:pt x="152400" y="838200"/>
                </a:lnTo>
                <a:lnTo>
                  <a:pt x="152400" y="847725"/>
                </a:lnTo>
                <a:lnTo>
                  <a:pt x="114300" y="847725"/>
                </a:lnTo>
                <a:close/>
                <a:moveTo>
                  <a:pt x="400050" y="838200"/>
                </a:moveTo>
                <a:lnTo>
                  <a:pt x="409575" y="838200"/>
                </a:lnTo>
                <a:lnTo>
                  <a:pt x="409575" y="847725"/>
                </a:lnTo>
                <a:lnTo>
                  <a:pt x="400050" y="847725"/>
                </a:lnTo>
                <a:close/>
                <a:moveTo>
                  <a:pt x="1762125" y="838200"/>
                </a:moveTo>
                <a:lnTo>
                  <a:pt x="1771650" y="838200"/>
                </a:lnTo>
                <a:lnTo>
                  <a:pt x="1771650" y="847725"/>
                </a:lnTo>
                <a:lnTo>
                  <a:pt x="1762125" y="847725"/>
                </a:lnTo>
                <a:close/>
                <a:moveTo>
                  <a:pt x="1514475" y="847725"/>
                </a:moveTo>
                <a:lnTo>
                  <a:pt x="1524000" y="847725"/>
                </a:lnTo>
                <a:lnTo>
                  <a:pt x="1524000" y="866775"/>
                </a:lnTo>
                <a:lnTo>
                  <a:pt x="1514475" y="866775"/>
                </a:lnTo>
                <a:close/>
                <a:moveTo>
                  <a:pt x="1743075" y="847725"/>
                </a:moveTo>
                <a:lnTo>
                  <a:pt x="1762125" y="847725"/>
                </a:lnTo>
                <a:lnTo>
                  <a:pt x="1762125" y="876300"/>
                </a:lnTo>
                <a:lnTo>
                  <a:pt x="1685925" y="876300"/>
                </a:lnTo>
                <a:lnTo>
                  <a:pt x="1685925" y="866775"/>
                </a:lnTo>
                <a:lnTo>
                  <a:pt x="1714500" y="866775"/>
                </a:lnTo>
                <a:lnTo>
                  <a:pt x="1714500" y="857250"/>
                </a:lnTo>
                <a:lnTo>
                  <a:pt x="1743075" y="857250"/>
                </a:lnTo>
                <a:close/>
                <a:moveTo>
                  <a:pt x="85725" y="857250"/>
                </a:moveTo>
                <a:lnTo>
                  <a:pt x="95250" y="857250"/>
                </a:lnTo>
                <a:lnTo>
                  <a:pt x="95250" y="866775"/>
                </a:lnTo>
                <a:lnTo>
                  <a:pt x="85725" y="866775"/>
                </a:lnTo>
                <a:close/>
                <a:moveTo>
                  <a:pt x="352425" y="857250"/>
                </a:moveTo>
                <a:lnTo>
                  <a:pt x="381000" y="857250"/>
                </a:lnTo>
                <a:lnTo>
                  <a:pt x="381000" y="866775"/>
                </a:lnTo>
                <a:lnTo>
                  <a:pt x="352425" y="866775"/>
                </a:lnTo>
                <a:close/>
                <a:moveTo>
                  <a:pt x="19050" y="866775"/>
                </a:moveTo>
                <a:lnTo>
                  <a:pt x="28575" y="866775"/>
                </a:lnTo>
                <a:lnTo>
                  <a:pt x="28575" y="876300"/>
                </a:lnTo>
                <a:lnTo>
                  <a:pt x="38100" y="876300"/>
                </a:lnTo>
                <a:lnTo>
                  <a:pt x="38100" y="885825"/>
                </a:lnTo>
                <a:lnTo>
                  <a:pt x="47625" y="885825"/>
                </a:lnTo>
                <a:lnTo>
                  <a:pt x="47625" y="895350"/>
                </a:lnTo>
                <a:lnTo>
                  <a:pt x="38100" y="895350"/>
                </a:lnTo>
                <a:lnTo>
                  <a:pt x="38100" y="904875"/>
                </a:lnTo>
                <a:lnTo>
                  <a:pt x="19050" y="904875"/>
                </a:lnTo>
                <a:close/>
                <a:moveTo>
                  <a:pt x="1666875" y="876300"/>
                </a:moveTo>
                <a:lnTo>
                  <a:pt x="1685925" y="876300"/>
                </a:lnTo>
                <a:lnTo>
                  <a:pt x="1685925" y="885825"/>
                </a:lnTo>
                <a:lnTo>
                  <a:pt x="1666875" y="885825"/>
                </a:lnTo>
                <a:close/>
                <a:moveTo>
                  <a:pt x="504825" y="885825"/>
                </a:moveTo>
                <a:lnTo>
                  <a:pt x="514350" y="885825"/>
                </a:lnTo>
                <a:lnTo>
                  <a:pt x="514350" y="895350"/>
                </a:lnTo>
                <a:lnTo>
                  <a:pt x="504825" y="895350"/>
                </a:lnTo>
                <a:close/>
                <a:moveTo>
                  <a:pt x="523875" y="885825"/>
                </a:moveTo>
                <a:lnTo>
                  <a:pt x="552450" y="885825"/>
                </a:lnTo>
                <a:lnTo>
                  <a:pt x="552450" y="895350"/>
                </a:lnTo>
                <a:lnTo>
                  <a:pt x="523875" y="895350"/>
                </a:lnTo>
                <a:close/>
                <a:moveTo>
                  <a:pt x="409575" y="895350"/>
                </a:moveTo>
                <a:lnTo>
                  <a:pt x="419100" y="895350"/>
                </a:lnTo>
                <a:lnTo>
                  <a:pt x="419100" y="914400"/>
                </a:lnTo>
                <a:lnTo>
                  <a:pt x="400050" y="914400"/>
                </a:lnTo>
                <a:lnTo>
                  <a:pt x="400050" y="904875"/>
                </a:lnTo>
                <a:lnTo>
                  <a:pt x="409575" y="904875"/>
                </a:lnTo>
                <a:close/>
                <a:moveTo>
                  <a:pt x="447675" y="895350"/>
                </a:moveTo>
                <a:lnTo>
                  <a:pt x="466725" y="895350"/>
                </a:lnTo>
                <a:lnTo>
                  <a:pt x="466725" y="904875"/>
                </a:lnTo>
                <a:lnTo>
                  <a:pt x="476250" y="904875"/>
                </a:lnTo>
                <a:lnTo>
                  <a:pt x="476250" y="895350"/>
                </a:lnTo>
                <a:lnTo>
                  <a:pt x="485775" y="895350"/>
                </a:lnTo>
                <a:lnTo>
                  <a:pt x="485775" y="914400"/>
                </a:lnTo>
                <a:lnTo>
                  <a:pt x="476250" y="914400"/>
                </a:lnTo>
                <a:lnTo>
                  <a:pt x="476250" y="933450"/>
                </a:lnTo>
                <a:lnTo>
                  <a:pt x="457200" y="933450"/>
                </a:lnTo>
                <a:lnTo>
                  <a:pt x="457200" y="923925"/>
                </a:lnTo>
                <a:lnTo>
                  <a:pt x="438150" y="923925"/>
                </a:lnTo>
                <a:lnTo>
                  <a:pt x="438150" y="904875"/>
                </a:lnTo>
                <a:lnTo>
                  <a:pt x="447675" y="904875"/>
                </a:lnTo>
                <a:close/>
                <a:moveTo>
                  <a:pt x="495300" y="895350"/>
                </a:moveTo>
                <a:lnTo>
                  <a:pt x="504825" y="895350"/>
                </a:lnTo>
                <a:lnTo>
                  <a:pt x="504825" y="904875"/>
                </a:lnTo>
                <a:lnTo>
                  <a:pt x="495300" y="904875"/>
                </a:lnTo>
                <a:close/>
                <a:moveTo>
                  <a:pt x="1400175" y="895350"/>
                </a:moveTo>
                <a:lnTo>
                  <a:pt x="1419225" y="895350"/>
                </a:lnTo>
                <a:lnTo>
                  <a:pt x="1419225" y="914400"/>
                </a:lnTo>
                <a:lnTo>
                  <a:pt x="1409700" y="914400"/>
                </a:lnTo>
                <a:lnTo>
                  <a:pt x="1409700" y="923925"/>
                </a:lnTo>
                <a:lnTo>
                  <a:pt x="1400175" y="923925"/>
                </a:lnTo>
                <a:close/>
                <a:moveTo>
                  <a:pt x="447675" y="914400"/>
                </a:moveTo>
                <a:lnTo>
                  <a:pt x="457200" y="914400"/>
                </a:lnTo>
                <a:lnTo>
                  <a:pt x="457200" y="904875"/>
                </a:lnTo>
                <a:lnTo>
                  <a:pt x="447675" y="904875"/>
                </a:lnTo>
                <a:close/>
                <a:moveTo>
                  <a:pt x="295275" y="923925"/>
                </a:moveTo>
                <a:lnTo>
                  <a:pt x="304800" y="923925"/>
                </a:lnTo>
                <a:lnTo>
                  <a:pt x="304800" y="933450"/>
                </a:lnTo>
                <a:lnTo>
                  <a:pt x="342900" y="933450"/>
                </a:lnTo>
                <a:lnTo>
                  <a:pt x="342900" y="952500"/>
                </a:lnTo>
                <a:lnTo>
                  <a:pt x="323850" y="952500"/>
                </a:lnTo>
                <a:lnTo>
                  <a:pt x="323850" y="942975"/>
                </a:lnTo>
                <a:lnTo>
                  <a:pt x="295275" y="942975"/>
                </a:lnTo>
                <a:close/>
                <a:moveTo>
                  <a:pt x="371475" y="933450"/>
                </a:moveTo>
                <a:lnTo>
                  <a:pt x="381000" y="933450"/>
                </a:lnTo>
                <a:lnTo>
                  <a:pt x="381000" y="942975"/>
                </a:lnTo>
                <a:lnTo>
                  <a:pt x="371475" y="942975"/>
                </a:lnTo>
                <a:close/>
                <a:moveTo>
                  <a:pt x="381000" y="942975"/>
                </a:moveTo>
                <a:lnTo>
                  <a:pt x="409575" y="942975"/>
                </a:lnTo>
                <a:lnTo>
                  <a:pt x="409575" y="952500"/>
                </a:lnTo>
                <a:lnTo>
                  <a:pt x="428625" y="952500"/>
                </a:lnTo>
                <a:lnTo>
                  <a:pt x="428625" y="971550"/>
                </a:lnTo>
                <a:lnTo>
                  <a:pt x="419100" y="971550"/>
                </a:lnTo>
                <a:lnTo>
                  <a:pt x="419100" y="990600"/>
                </a:lnTo>
                <a:lnTo>
                  <a:pt x="400050" y="990600"/>
                </a:lnTo>
                <a:lnTo>
                  <a:pt x="400050" y="981075"/>
                </a:lnTo>
                <a:lnTo>
                  <a:pt x="390525" y="981075"/>
                </a:lnTo>
                <a:lnTo>
                  <a:pt x="390525" y="971550"/>
                </a:lnTo>
                <a:lnTo>
                  <a:pt x="371475" y="971550"/>
                </a:lnTo>
                <a:lnTo>
                  <a:pt x="371475" y="962025"/>
                </a:lnTo>
                <a:lnTo>
                  <a:pt x="381000" y="962025"/>
                </a:lnTo>
                <a:close/>
                <a:moveTo>
                  <a:pt x="447675" y="942975"/>
                </a:moveTo>
                <a:lnTo>
                  <a:pt x="466725" y="942975"/>
                </a:lnTo>
                <a:lnTo>
                  <a:pt x="466725" y="952500"/>
                </a:lnTo>
                <a:lnTo>
                  <a:pt x="447675" y="952500"/>
                </a:lnTo>
                <a:close/>
                <a:moveTo>
                  <a:pt x="342900" y="952500"/>
                </a:moveTo>
                <a:lnTo>
                  <a:pt x="352425" y="952500"/>
                </a:lnTo>
                <a:lnTo>
                  <a:pt x="352425" y="962025"/>
                </a:lnTo>
                <a:lnTo>
                  <a:pt x="342900" y="962025"/>
                </a:lnTo>
                <a:close/>
                <a:moveTo>
                  <a:pt x="1228725" y="962025"/>
                </a:moveTo>
                <a:lnTo>
                  <a:pt x="1266825" y="962025"/>
                </a:lnTo>
                <a:lnTo>
                  <a:pt x="1266825" y="981075"/>
                </a:lnTo>
                <a:lnTo>
                  <a:pt x="1257300" y="981075"/>
                </a:lnTo>
                <a:lnTo>
                  <a:pt x="1257300" y="990600"/>
                </a:lnTo>
                <a:lnTo>
                  <a:pt x="1247775" y="990600"/>
                </a:lnTo>
                <a:lnTo>
                  <a:pt x="1247775" y="981075"/>
                </a:lnTo>
                <a:lnTo>
                  <a:pt x="1228725" y="981075"/>
                </a:lnTo>
                <a:close/>
                <a:moveTo>
                  <a:pt x="1323975" y="962025"/>
                </a:moveTo>
                <a:lnTo>
                  <a:pt x="1343025" y="962025"/>
                </a:lnTo>
                <a:lnTo>
                  <a:pt x="1343025" y="971550"/>
                </a:lnTo>
                <a:lnTo>
                  <a:pt x="1323975" y="971550"/>
                </a:lnTo>
                <a:close/>
                <a:moveTo>
                  <a:pt x="390525" y="971550"/>
                </a:moveTo>
                <a:lnTo>
                  <a:pt x="400050" y="971550"/>
                </a:lnTo>
                <a:lnTo>
                  <a:pt x="400050" y="952500"/>
                </a:lnTo>
                <a:lnTo>
                  <a:pt x="390525" y="952500"/>
                </a:lnTo>
                <a:close/>
                <a:moveTo>
                  <a:pt x="1295400" y="971550"/>
                </a:moveTo>
                <a:lnTo>
                  <a:pt x="1314450" y="971550"/>
                </a:lnTo>
                <a:lnTo>
                  <a:pt x="1314450" y="1009650"/>
                </a:lnTo>
                <a:lnTo>
                  <a:pt x="1304925" y="1009650"/>
                </a:lnTo>
                <a:lnTo>
                  <a:pt x="1304925" y="1000125"/>
                </a:lnTo>
                <a:lnTo>
                  <a:pt x="1295400" y="1000125"/>
                </a:lnTo>
                <a:close/>
                <a:moveTo>
                  <a:pt x="1343025" y="971550"/>
                </a:moveTo>
                <a:lnTo>
                  <a:pt x="1362075" y="971550"/>
                </a:lnTo>
                <a:lnTo>
                  <a:pt x="1362075" y="981075"/>
                </a:lnTo>
                <a:lnTo>
                  <a:pt x="1352550" y="981075"/>
                </a:lnTo>
                <a:lnTo>
                  <a:pt x="1352550" y="990600"/>
                </a:lnTo>
                <a:lnTo>
                  <a:pt x="1362075" y="990600"/>
                </a:lnTo>
                <a:lnTo>
                  <a:pt x="1362075" y="1000125"/>
                </a:lnTo>
                <a:lnTo>
                  <a:pt x="1352550" y="1000125"/>
                </a:lnTo>
                <a:lnTo>
                  <a:pt x="1352550" y="1009650"/>
                </a:lnTo>
                <a:lnTo>
                  <a:pt x="1343025" y="1009650"/>
                </a:lnTo>
                <a:lnTo>
                  <a:pt x="1343025" y="1028700"/>
                </a:lnTo>
                <a:lnTo>
                  <a:pt x="1314450" y="1028700"/>
                </a:lnTo>
                <a:lnTo>
                  <a:pt x="1314450" y="1019175"/>
                </a:lnTo>
                <a:lnTo>
                  <a:pt x="1323975" y="1019175"/>
                </a:lnTo>
                <a:lnTo>
                  <a:pt x="1323975" y="990600"/>
                </a:lnTo>
                <a:lnTo>
                  <a:pt x="1333500" y="990600"/>
                </a:lnTo>
                <a:lnTo>
                  <a:pt x="1333500" y="981075"/>
                </a:lnTo>
                <a:lnTo>
                  <a:pt x="1343025" y="981075"/>
                </a:lnTo>
                <a:close/>
                <a:moveTo>
                  <a:pt x="1371600" y="971550"/>
                </a:moveTo>
                <a:lnTo>
                  <a:pt x="1390650" y="971550"/>
                </a:lnTo>
                <a:lnTo>
                  <a:pt x="1390650" y="981075"/>
                </a:lnTo>
                <a:lnTo>
                  <a:pt x="1400175" y="981075"/>
                </a:lnTo>
                <a:lnTo>
                  <a:pt x="1400175" y="1000125"/>
                </a:lnTo>
                <a:lnTo>
                  <a:pt x="1371600" y="1000125"/>
                </a:lnTo>
                <a:close/>
                <a:moveTo>
                  <a:pt x="1219200" y="990600"/>
                </a:moveTo>
                <a:lnTo>
                  <a:pt x="1228725" y="990600"/>
                </a:lnTo>
                <a:lnTo>
                  <a:pt x="1228725" y="1000125"/>
                </a:lnTo>
                <a:lnTo>
                  <a:pt x="1219200" y="1000125"/>
                </a:lnTo>
                <a:close/>
                <a:moveTo>
                  <a:pt x="76200" y="1000125"/>
                </a:moveTo>
                <a:lnTo>
                  <a:pt x="95250" y="1000125"/>
                </a:lnTo>
                <a:lnTo>
                  <a:pt x="95250" y="1038225"/>
                </a:lnTo>
                <a:lnTo>
                  <a:pt x="76200" y="1038225"/>
                </a:lnTo>
                <a:lnTo>
                  <a:pt x="76200" y="1028700"/>
                </a:lnTo>
                <a:lnTo>
                  <a:pt x="66675" y="1028700"/>
                </a:lnTo>
                <a:lnTo>
                  <a:pt x="66675" y="1009650"/>
                </a:lnTo>
                <a:lnTo>
                  <a:pt x="76200" y="1009650"/>
                </a:lnTo>
                <a:close/>
                <a:moveTo>
                  <a:pt x="371475" y="1000125"/>
                </a:moveTo>
                <a:lnTo>
                  <a:pt x="400050" y="1000125"/>
                </a:lnTo>
                <a:lnTo>
                  <a:pt x="400050" y="1019175"/>
                </a:lnTo>
                <a:lnTo>
                  <a:pt x="390525" y="1019175"/>
                </a:lnTo>
                <a:lnTo>
                  <a:pt x="390525" y="1009650"/>
                </a:lnTo>
                <a:lnTo>
                  <a:pt x="381000" y="1009650"/>
                </a:lnTo>
                <a:lnTo>
                  <a:pt x="381000" y="1028700"/>
                </a:lnTo>
                <a:lnTo>
                  <a:pt x="371475" y="1028700"/>
                </a:lnTo>
                <a:close/>
                <a:moveTo>
                  <a:pt x="638175" y="1000125"/>
                </a:moveTo>
                <a:lnTo>
                  <a:pt x="647700" y="1000125"/>
                </a:lnTo>
                <a:lnTo>
                  <a:pt x="647700" y="1009650"/>
                </a:lnTo>
                <a:lnTo>
                  <a:pt x="638175" y="1009650"/>
                </a:lnTo>
                <a:close/>
                <a:moveTo>
                  <a:pt x="1266825" y="1000125"/>
                </a:moveTo>
                <a:lnTo>
                  <a:pt x="1285875" y="1000125"/>
                </a:lnTo>
                <a:lnTo>
                  <a:pt x="1285875" y="1038225"/>
                </a:lnTo>
                <a:lnTo>
                  <a:pt x="1276350" y="1038225"/>
                </a:lnTo>
                <a:lnTo>
                  <a:pt x="1276350" y="1047750"/>
                </a:lnTo>
                <a:lnTo>
                  <a:pt x="1266825" y="1047750"/>
                </a:lnTo>
                <a:lnTo>
                  <a:pt x="1266825" y="1057275"/>
                </a:lnTo>
                <a:lnTo>
                  <a:pt x="1247775" y="1057275"/>
                </a:lnTo>
                <a:lnTo>
                  <a:pt x="1247775" y="1066800"/>
                </a:lnTo>
                <a:lnTo>
                  <a:pt x="1238250" y="1066800"/>
                </a:lnTo>
                <a:lnTo>
                  <a:pt x="1238250" y="1057275"/>
                </a:lnTo>
                <a:lnTo>
                  <a:pt x="1228725" y="1057275"/>
                </a:lnTo>
                <a:lnTo>
                  <a:pt x="1228725" y="1047750"/>
                </a:lnTo>
                <a:lnTo>
                  <a:pt x="1238250" y="1047750"/>
                </a:lnTo>
                <a:lnTo>
                  <a:pt x="1238250" y="1028700"/>
                </a:lnTo>
                <a:lnTo>
                  <a:pt x="1276350" y="1028700"/>
                </a:lnTo>
                <a:lnTo>
                  <a:pt x="1276350" y="1019175"/>
                </a:lnTo>
                <a:lnTo>
                  <a:pt x="1266825" y="1019175"/>
                </a:lnTo>
                <a:close/>
                <a:moveTo>
                  <a:pt x="609600" y="1009650"/>
                </a:moveTo>
                <a:lnTo>
                  <a:pt x="638175" y="1009650"/>
                </a:lnTo>
                <a:lnTo>
                  <a:pt x="638175" y="1019175"/>
                </a:lnTo>
                <a:lnTo>
                  <a:pt x="609600" y="1019175"/>
                </a:lnTo>
                <a:close/>
                <a:moveTo>
                  <a:pt x="1352550" y="1009650"/>
                </a:moveTo>
                <a:lnTo>
                  <a:pt x="1362075" y="1009650"/>
                </a:lnTo>
                <a:lnTo>
                  <a:pt x="1362075" y="1019175"/>
                </a:lnTo>
                <a:lnTo>
                  <a:pt x="1352550" y="1019175"/>
                </a:lnTo>
                <a:close/>
                <a:moveTo>
                  <a:pt x="352425" y="1019175"/>
                </a:moveTo>
                <a:lnTo>
                  <a:pt x="361950" y="1019175"/>
                </a:lnTo>
                <a:lnTo>
                  <a:pt x="361950" y="1028700"/>
                </a:lnTo>
                <a:lnTo>
                  <a:pt x="352425" y="1028700"/>
                </a:lnTo>
                <a:close/>
                <a:moveTo>
                  <a:pt x="600075" y="1019175"/>
                </a:moveTo>
                <a:lnTo>
                  <a:pt x="609600" y="1019175"/>
                </a:lnTo>
                <a:lnTo>
                  <a:pt x="609600" y="1028700"/>
                </a:lnTo>
                <a:lnTo>
                  <a:pt x="600075" y="1028700"/>
                </a:lnTo>
                <a:close/>
                <a:moveTo>
                  <a:pt x="1295400" y="1038225"/>
                </a:moveTo>
                <a:lnTo>
                  <a:pt x="1304925" y="1038225"/>
                </a:lnTo>
                <a:lnTo>
                  <a:pt x="1304925" y="1047750"/>
                </a:lnTo>
                <a:lnTo>
                  <a:pt x="1295400" y="1047750"/>
                </a:lnTo>
                <a:close/>
                <a:moveTo>
                  <a:pt x="314325" y="1047750"/>
                </a:moveTo>
                <a:lnTo>
                  <a:pt x="323850" y="1047750"/>
                </a:lnTo>
                <a:lnTo>
                  <a:pt x="323850" y="1066800"/>
                </a:lnTo>
                <a:lnTo>
                  <a:pt x="314325" y="1066800"/>
                </a:lnTo>
                <a:close/>
                <a:moveTo>
                  <a:pt x="1371600" y="1047750"/>
                </a:moveTo>
                <a:lnTo>
                  <a:pt x="1390650" y="1047750"/>
                </a:lnTo>
                <a:lnTo>
                  <a:pt x="1390650" y="1057275"/>
                </a:lnTo>
                <a:lnTo>
                  <a:pt x="1381125" y="1057275"/>
                </a:lnTo>
                <a:lnTo>
                  <a:pt x="1381125" y="1066800"/>
                </a:lnTo>
                <a:lnTo>
                  <a:pt x="1371600" y="1066800"/>
                </a:lnTo>
                <a:close/>
                <a:moveTo>
                  <a:pt x="1295400" y="1057275"/>
                </a:moveTo>
                <a:lnTo>
                  <a:pt x="1304925" y="1057275"/>
                </a:lnTo>
                <a:lnTo>
                  <a:pt x="1304925" y="1066800"/>
                </a:lnTo>
                <a:lnTo>
                  <a:pt x="1295400" y="1066800"/>
                </a:lnTo>
                <a:close/>
                <a:moveTo>
                  <a:pt x="390525" y="1076325"/>
                </a:moveTo>
                <a:lnTo>
                  <a:pt x="400050" y="1076325"/>
                </a:lnTo>
                <a:lnTo>
                  <a:pt x="400050" y="1085850"/>
                </a:lnTo>
                <a:lnTo>
                  <a:pt x="390525" y="1085850"/>
                </a:lnTo>
                <a:close/>
                <a:moveTo>
                  <a:pt x="600075" y="1076325"/>
                </a:moveTo>
                <a:lnTo>
                  <a:pt x="609600" y="1076325"/>
                </a:lnTo>
                <a:lnTo>
                  <a:pt x="609600" y="1095375"/>
                </a:lnTo>
                <a:lnTo>
                  <a:pt x="590550" y="1095375"/>
                </a:lnTo>
                <a:lnTo>
                  <a:pt x="590550" y="1085850"/>
                </a:lnTo>
                <a:lnTo>
                  <a:pt x="600075" y="1085850"/>
                </a:lnTo>
                <a:close/>
                <a:moveTo>
                  <a:pt x="1285875" y="1076325"/>
                </a:moveTo>
                <a:lnTo>
                  <a:pt x="1295400" y="1076325"/>
                </a:lnTo>
                <a:lnTo>
                  <a:pt x="1295400" y="1085850"/>
                </a:lnTo>
                <a:lnTo>
                  <a:pt x="1285875" y="1085850"/>
                </a:lnTo>
                <a:close/>
                <a:moveTo>
                  <a:pt x="409575" y="1085850"/>
                </a:moveTo>
                <a:lnTo>
                  <a:pt x="438150" y="1085850"/>
                </a:lnTo>
                <a:lnTo>
                  <a:pt x="438150" y="1095375"/>
                </a:lnTo>
                <a:lnTo>
                  <a:pt x="419100" y="1095375"/>
                </a:lnTo>
                <a:lnTo>
                  <a:pt x="419100" y="1104900"/>
                </a:lnTo>
                <a:lnTo>
                  <a:pt x="409575" y="1104900"/>
                </a:lnTo>
                <a:close/>
                <a:moveTo>
                  <a:pt x="457200" y="1085850"/>
                </a:moveTo>
                <a:lnTo>
                  <a:pt x="485775" y="1085850"/>
                </a:lnTo>
                <a:lnTo>
                  <a:pt x="485775" y="1095375"/>
                </a:lnTo>
                <a:lnTo>
                  <a:pt x="457200" y="1095375"/>
                </a:lnTo>
                <a:close/>
                <a:moveTo>
                  <a:pt x="1276350" y="1085850"/>
                </a:moveTo>
                <a:lnTo>
                  <a:pt x="1285875" y="1085850"/>
                </a:lnTo>
                <a:lnTo>
                  <a:pt x="1285875" y="1104900"/>
                </a:lnTo>
                <a:lnTo>
                  <a:pt x="1276350" y="1104900"/>
                </a:lnTo>
                <a:close/>
                <a:moveTo>
                  <a:pt x="1238250" y="1104900"/>
                </a:moveTo>
                <a:lnTo>
                  <a:pt x="1276350" y="1104900"/>
                </a:lnTo>
                <a:lnTo>
                  <a:pt x="1276350" y="1123950"/>
                </a:lnTo>
                <a:lnTo>
                  <a:pt x="1285875" y="1123950"/>
                </a:lnTo>
                <a:lnTo>
                  <a:pt x="1285875" y="1133475"/>
                </a:lnTo>
                <a:lnTo>
                  <a:pt x="1276350" y="1133475"/>
                </a:lnTo>
                <a:lnTo>
                  <a:pt x="1276350" y="1143000"/>
                </a:lnTo>
                <a:lnTo>
                  <a:pt x="1266825" y="1143000"/>
                </a:lnTo>
                <a:lnTo>
                  <a:pt x="1266825" y="1133475"/>
                </a:lnTo>
                <a:lnTo>
                  <a:pt x="1257300" y="1133475"/>
                </a:lnTo>
                <a:lnTo>
                  <a:pt x="1257300" y="1114425"/>
                </a:lnTo>
                <a:lnTo>
                  <a:pt x="1238250" y="1114425"/>
                </a:lnTo>
                <a:close/>
                <a:moveTo>
                  <a:pt x="657225" y="1114425"/>
                </a:moveTo>
                <a:lnTo>
                  <a:pt x="676275" y="1114425"/>
                </a:lnTo>
                <a:lnTo>
                  <a:pt x="676275" y="1123950"/>
                </a:lnTo>
                <a:lnTo>
                  <a:pt x="657225" y="1123950"/>
                </a:lnTo>
                <a:close/>
                <a:moveTo>
                  <a:pt x="676275" y="1123950"/>
                </a:moveTo>
                <a:lnTo>
                  <a:pt x="685800" y="1123950"/>
                </a:lnTo>
                <a:lnTo>
                  <a:pt x="685800" y="1133475"/>
                </a:lnTo>
                <a:lnTo>
                  <a:pt x="676275" y="1133475"/>
                </a:lnTo>
                <a:close/>
                <a:moveTo>
                  <a:pt x="1209675" y="1123950"/>
                </a:moveTo>
                <a:lnTo>
                  <a:pt x="1219200" y="1123950"/>
                </a:lnTo>
                <a:lnTo>
                  <a:pt x="1219200" y="1133475"/>
                </a:lnTo>
                <a:lnTo>
                  <a:pt x="1209675" y="1133475"/>
                </a:lnTo>
                <a:close/>
                <a:moveTo>
                  <a:pt x="266700" y="1133475"/>
                </a:moveTo>
                <a:lnTo>
                  <a:pt x="285750" y="1133475"/>
                </a:lnTo>
                <a:lnTo>
                  <a:pt x="285750" y="1152525"/>
                </a:lnTo>
                <a:lnTo>
                  <a:pt x="266700" y="1152525"/>
                </a:lnTo>
                <a:lnTo>
                  <a:pt x="266700" y="1162050"/>
                </a:lnTo>
                <a:lnTo>
                  <a:pt x="257175" y="1162050"/>
                </a:lnTo>
                <a:lnTo>
                  <a:pt x="257175" y="1143000"/>
                </a:lnTo>
                <a:lnTo>
                  <a:pt x="266700" y="1143000"/>
                </a:lnTo>
                <a:close/>
                <a:moveTo>
                  <a:pt x="1247775" y="1133475"/>
                </a:moveTo>
                <a:lnTo>
                  <a:pt x="1257300" y="1133475"/>
                </a:lnTo>
                <a:lnTo>
                  <a:pt x="1257300" y="1143000"/>
                </a:lnTo>
                <a:lnTo>
                  <a:pt x="1247775" y="1143000"/>
                </a:lnTo>
                <a:close/>
                <a:moveTo>
                  <a:pt x="1285875" y="1133475"/>
                </a:moveTo>
                <a:lnTo>
                  <a:pt x="1304925" y="1133475"/>
                </a:lnTo>
                <a:lnTo>
                  <a:pt x="1304925" y="1152525"/>
                </a:lnTo>
                <a:lnTo>
                  <a:pt x="1295400" y="1152525"/>
                </a:lnTo>
                <a:lnTo>
                  <a:pt x="1295400" y="1162050"/>
                </a:lnTo>
                <a:lnTo>
                  <a:pt x="1276350" y="1162050"/>
                </a:lnTo>
                <a:lnTo>
                  <a:pt x="1276350" y="1143000"/>
                </a:lnTo>
                <a:lnTo>
                  <a:pt x="1285875" y="1143000"/>
                </a:lnTo>
                <a:close/>
                <a:moveTo>
                  <a:pt x="219075" y="1143000"/>
                </a:moveTo>
                <a:lnTo>
                  <a:pt x="247650" y="1143000"/>
                </a:lnTo>
                <a:lnTo>
                  <a:pt x="247650" y="1152525"/>
                </a:lnTo>
                <a:lnTo>
                  <a:pt x="228600" y="1152525"/>
                </a:lnTo>
                <a:lnTo>
                  <a:pt x="228600" y="1162050"/>
                </a:lnTo>
                <a:lnTo>
                  <a:pt x="219075" y="1162050"/>
                </a:lnTo>
                <a:close/>
                <a:moveTo>
                  <a:pt x="685800" y="1143000"/>
                </a:moveTo>
                <a:lnTo>
                  <a:pt x="704850" y="1143000"/>
                </a:lnTo>
                <a:lnTo>
                  <a:pt x="704850" y="1152525"/>
                </a:lnTo>
                <a:lnTo>
                  <a:pt x="714375" y="1152525"/>
                </a:lnTo>
                <a:lnTo>
                  <a:pt x="714375" y="1143000"/>
                </a:lnTo>
                <a:lnTo>
                  <a:pt x="723900" y="1143000"/>
                </a:lnTo>
                <a:lnTo>
                  <a:pt x="723900" y="1152525"/>
                </a:lnTo>
                <a:lnTo>
                  <a:pt x="752475" y="1152525"/>
                </a:lnTo>
                <a:lnTo>
                  <a:pt x="752475" y="1162050"/>
                </a:lnTo>
                <a:lnTo>
                  <a:pt x="695325" y="1162050"/>
                </a:lnTo>
                <a:lnTo>
                  <a:pt x="695325" y="1152525"/>
                </a:lnTo>
                <a:lnTo>
                  <a:pt x="685800" y="1152525"/>
                </a:lnTo>
                <a:close/>
                <a:moveTo>
                  <a:pt x="1190625" y="1143000"/>
                </a:moveTo>
                <a:lnTo>
                  <a:pt x="1200150" y="1143000"/>
                </a:lnTo>
                <a:lnTo>
                  <a:pt x="1200150" y="1152525"/>
                </a:lnTo>
                <a:lnTo>
                  <a:pt x="1190625" y="1152525"/>
                </a:lnTo>
                <a:close/>
                <a:moveTo>
                  <a:pt x="1219200" y="1143000"/>
                </a:moveTo>
                <a:lnTo>
                  <a:pt x="1228725" y="1143000"/>
                </a:lnTo>
                <a:lnTo>
                  <a:pt x="1228725" y="1152525"/>
                </a:lnTo>
                <a:lnTo>
                  <a:pt x="1219200" y="1152525"/>
                </a:lnTo>
                <a:close/>
                <a:moveTo>
                  <a:pt x="1238250" y="1143000"/>
                </a:moveTo>
                <a:lnTo>
                  <a:pt x="1247775" y="1143000"/>
                </a:lnTo>
                <a:lnTo>
                  <a:pt x="1247775" y="1152525"/>
                </a:lnTo>
                <a:lnTo>
                  <a:pt x="1238250" y="1152525"/>
                </a:lnTo>
                <a:close/>
                <a:moveTo>
                  <a:pt x="0" y="1152525"/>
                </a:moveTo>
                <a:lnTo>
                  <a:pt x="9525" y="1152525"/>
                </a:lnTo>
                <a:lnTo>
                  <a:pt x="9525" y="1162050"/>
                </a:lnTo>
                <a:lnTo>
                  <a:pt x="19050" y="1162050"/>
                </a:lnTo>
                <a:lnTo>
                  <a:pt x="19050" y="1171575"/>
                </a:lnTo>
                <a:lnTo>
                  <a:pt x="0" y="1171575"/>
                </a:lnTo>
                <a:close/>
                <a:moveTo>
                  <a:pt x="95250" y="1152525"/>
                </a:moveTo>
                <a:lnTo>
                  <a:pt x="104775" y="1152525"/>
                </a:lnTo>
                <a:lnTo>
                  <a:pt x="104775" y="1162050"/>
                </a:lnTo>
                <a:lnTo>
                  <a:pt x="95250" y="1162050"/>
                </a:lnTo>
                <a:close/>
                <a:moveTo>
                  <a:pt x="1171575" y="1152525"/>
                </a:moveTo>
                <a:lnTo>
                  <a:pt x="1190625" y="1152525"/>
                </a:lnTo>
                <a:lnTo>
                  <a:pt x="1190625" y="1162050"/>
                </a:lnTo>
                <a:lnTo>
                  <a:pt x="1171575" y="1162050"/>
                </a:lnTo>
                <a:close/>
                <a:moveTo>
                  <a:pt x="123825" y="1162050"/>
                </a:moveTo>
                <a:lnTo>
                  <a:pt x="152400" y="1162050"/>
                </a:lnTo>
                <a:lnTo>
                  <a:pt x="152400" y="1171575"/>
                </a:lnTo>
                <a:lnTo>
                  <a:pt x="142875" y="1171575"/>
                </a:lnTo>
                <a:lnTo>
                  <a:pt x="142875" y="1181100"/>
                </a:lnTo>
                <a:lnTo>
                  <a:pt x="114300" y="1181100"/>
                </a:lnTo>
                <a:lnTo>
                  <a:pt x="114300" y="1171575"/>
                </a:lnTo>
                <a:lnTo>
                  <a:pt x="123825" y="1171575"/>
                </a:lnTo>
                <a:close/>
                <a:moveTo>
                  <a:pt x="238125" y="1162050"/>
                </a:moveTo>
                <a:lnTo>
                  <a:pt x="247650" y="1162050"/>
                </a:lnTo>
                <a:lnTo>
                  <a:pt x="247650" y="1171575"/>
                </a:lnTo>
                <a:lnTo>
                  <a:pt x="238125" y="1171575"/>
                </a:lnTo>
                <a:close/>
                <a:moveTo>
                  <a:pt x="1152525" y="1162050"/>
                </a:moveTo>
                <a:lnTo>
                  <a:pt x="1162050" y="1162050"/>
                </a:lnTo>
                <a:lnTo>
                  <a:pt x="1162050" y="1171575"/>
                </a:lnTo>
                <a:lnTo>
                  <a:pt x="1152525" y="1171575"/>
                </a:lnTo>
                <a:close/>
                <a:moveTo>
                  <a:pt x="1352550" y="1162050"/>
                </a:moveTo>
                <a:lnTo>
                  <a:pt x="1371600" y="1162050"/>
                </a:lnTo>
                <a:lnTo>
                  <a:pt x="1371600" y="1171575"/>
                </a:lnTo>
                <a:lnTo>
                  <a:pt x="1352550" y="1171575"/>
                </a:lnTo>
                <a:close/>
                <a:moveTo>
                  <a:pt x="1123950" y="1171575"/>
                </a:moveTo>
                <a:lnTo>
                  <a:pt x="1133475" y="1171575"/>
                </a:lnTo>
                <a:lnTo>
                  <a:pt x="1133475" y="1181100"/>
                </a:lnTo>
                <a:lnTo>
                  <a:pt x="1123950" y="1181100"/>
                </a:lnTo>
                <a:close/>
                <a:moveTo>
                  <a:pt x="1228725" y="1171575"/>
                </a:moveTo>
                <a:lnTo>
                  <a:pt x="1238250" y="1171575"/>
                </a:lnTo>
                <a:lnTo>
                  <a:pt x="1238250" y="1181100"/>
                </a:lnTo>
                <a:lnTo>
                  <a:pt x="1228725" y="1181100"/>
                </a:lnTo>
                <a:close/>
                <a:moveTo>
                  <a:pt x="581025" y="1181100"/>
                </a:moveTo>
                <a:lnTo>
                  <a:pt x="600075" y="1181100"/>
                </a:lnTo>
                <a:lnTo>
                  <a:pt x="600075" y="1200150"/>
                </a:lnTo>
                <a:lnTo>
                  <a:pt x="581025" y="1200150"/>
                </a:lnTo>
                <a:close/>
                <a:moveTo>
                  <a:pt x="38100" y="1200150"/>
                </a:moveTo>
                <a:lnTo>
                  <a:pt x="47625" y="1200150"/>
                </a:lnTo>
                <a:lnTo>
                  <a:pt x="47625" y="1209675"/>
                </a:lnTo>
                <a:lnTo>
                  <a:pt x="38100" y="1209675"/>
                </a:lnTo>
                <a:close/>
                <a:moveTo>
                  <a:pt x="57150" y="1200150"/>
                </a:moveTo>
                <a:lnTo>
                  <a:pt x="66675" y="1200150"/>
                </a:lnTo>
                <a:lnTo>
                  <a:pt x="66675" y="1219200"/>
                </a:lnTo>
                <a:lnTo>
                  <a:pt x="57150" y="1219200"/>
                </a:lnTo>
                <a:close/>
                <a:moveTo>
                  <a:pt x="266700" y="1200150"/>
                </a:moveTo>
                <a:lnTo>
                  <a:pt x="285750" y="1200150"/>
                </a:lnTo>
                <a:lnTo>
                  <a:pt x="285750" y="1228725"/>
                </a:lnTo>
                <a:lnTo>
                  <a:pt x="257175" y="1228725"/>
                </a:lnTo>
                <a:lnTo>
                  <a:pt x="257175" y="1209675"/>
                </a:lnTo>
                <a:lnTo>
                  <a:pt x="266700" y="1209675"/>
                </a:lnTo>
                <a:close/>
                <a:moveTo>
                  <a:pt x="1457325" y="1200150"/>
                </a:moveTo>
                <a:lnTo>
                  <a:pt x="1466850" y="1200150"/>
                </a:lnTo>
                <a:lnTo>
                  <a:pt x="1466850" y="1219200"/>
                </a:lnTo>
                <a:lnTo>
                  <a:pt x="1457325" y="1219200"/>
                </a:lnTo>
                <a:close/>
                <a:moveTo>
                  <a:pt x="76200" y="1209675"/>
                </a:moveTo>
                <a:lnTo>
                  <a:pt x="85725" y="1209675"/>
                </a:lnTo>
                <a:lnTo>
                  <a:pt x="85725" y="1219200"/>
                </a:lnTo>
                <a:lnTo>
                  <a:pt x="76200" y="1219200"/>
                </a:lnTo>
                <a:close/>
                <a:moveTo>
                  <a:pt x="133350" y="1219200"/>
                </a:moveTo>
                <a:lnTo>
                  <a:pt x="152400" y="1219200"/>
                </a:lnTo>
                <a:lnTo>
                  <a:pt x="152400" y="1238250"/>
                </a:lnTo>
                <a:lnTo>
                  <a:pt x="133350" y="1238250"/>
                </a:lnTo>
                <a:close/>
                <a:moveTo>
                  <a:pt x="57150" y="1228725"/>
                </a:moveTo>
                <a:lnTo>
                  <a:pt x="76200" y="1228725"/>
                </a:lnTo>
                <a:lnTo>
                  <a:pt x="76200" y="1257300"/>
                </a:lnTo>
                <a:lnTo>
                  <a:pt x="57150" y="1257300"/>
                </a:lnTo>
                <a:close/>
                <a:moveTo>
                  <a:pt x="381000" y="1228725"/>
                </a:moveTo>
                <a:lnTo>
                  <a:pt x="390525" y="1228725"/>
                </a:lnTo>
                <a:lnTo>
                  <a:pt x="390525" y="1238250"/>
                </a:lnTo>
                <a:lnTo>
                  <a:pt x="381000" y="1238250"/>
                </a:lnTo>
                <a:close/>
                <a:moveTo>
                  <a:pt x="504825" y="1238250"/>
                </a:moveTo>
                <a:lnTo>
                  <a:pt x="523875" y="1238250"/>
                </a:lnTo>
                <a:lnTo>
                  <a:pt x="523875" y="1247775"/>
                </a:lnTo>
                <a:lnTo>
                  <a:pt x="514350" y="1247775"/>
                </a:lnTo>
                <a:lnTo>
                  <a:pt x="514350" y="1257300"/>
                </a:lnTo>
                <a:lnTo>
                  <a:pt x="504825" y="1257300"/>
                </a:lnTo>
                <a:close/>
                <a:moveTo>
                  <a:pt x="1514475" y="1238250"/>
                </a:moveTo>
                <a:lnTo>
                  <a:pt x="1524000" y="1238250"/>
                </a:lnTo>
                <a:lnTo>
                  <a:pt x="1524000" y="1266825"/>
                </a:lnTo>
                <a:lnTo>
                  <a:pt x="1485900" y="1266825"/>
                </a:lnTo>
                <a:lnTo>
                  <a:pt x="1485900" y="1257300"/>
                </a:lnTo>
                <a:lnTo>
                  <a:pt x="1495425" y="1257300"/>
                </a:lnTo>
                <a:lnTo>
                  <a:pt x="1495425" y="1247775"/>
                </a:lnTo>
                <a:lnTo>
                  <a:pt x="1514475" y="1247775"/>
                </a:lnTo>
                <a:close/>
                <a:moveTo>
                  <a:pt x="381000" y="1247775"/>
                </a:moveTo>
                <a:lnTo>
                  <a:pt x="400050" y="1247775"/>
                </a:lnTo>
                <a:lnTo>
                  <a:pt x="400050" y="1257300"/>
                </a:lnTo>
                <a:lnTo>
                  <a:pt x="381000" y="1257300"/>
                </a:lnTo>
                <a:close/>
                <a:moveTo>
                  <a:pt x="523875" y="1247775"/>
                </a:moveTo>
                <a:lnTo>
                  <a:pt x="533400" y="1247775"/>
                </a:lnTo>
                <a:lnTo>
                  <a:pt x="533400" y="1257300"/>
                </a:lnTo>
                <a:lnTo>
                  <a:pt x="523875" y="1257300"/>
                </a:lnTo>
                <a:close/>
                <a:moveTo>
                  <a:pt x="542925" y="1247775"/>
                </a:moveTo>
                <a:lnTo>
                  <a:pt x="561975" y="1247775"/>
                </a:lnTo>
                <a:lnTo>
                  <a:pt x="561975" y="1276350"/>
                </a:lnTo>
                <a:lnTo>
                  <a:pt x="552450" y="1276350"/>
                </a:lnTo>
                <a:lnTo>
                  <a:pt x="552450" y="1257300"/>
                </a:lnTo>
                <a:lnTo>
                  <a:pt x="542925" y="1257300"/>
                </a:lnTo>
                <a:close/>
                <a:moveTo>
                  <a:pt x="514350" y="1257300"/>
                </a:moveTo>
                <a:lnTo>
                  <a:pt x="523875" y="1257300"/>
                </a:lnTo>
                <a:lnTo>
                  <a:pt x="523875" y="1276350"/>
                </a:lnTo>
                <a:lnTo>
                  <a:pt x="514350" y="1276350"/>
                </a:lnTo>
                <a:lnTo>
                  <a:pt x="514350" y="1285875"/>
                </a:lnTo>
                <a:lnTo>
                  <a:pt x="504825" y="1285875"/>
                </a:lnTo>
                <a:lnTo>
                  <a:pt x="504825" y="1276350"/>
                </a:lnTo>
                <a:lnTo>
                  <a:pt x="495300" y="1276350"/>
                </a:lnTo>
                <a:lnTo>
                  <a:pt x="495300" y="1266825"/>
                </a:lnTo>
                <a:lnTo>
                  <a:pt x="514350" y="1266825"/>
                </a:lnTo>
                <a:close/>
                <a:moveTo>
                  <a:pt x="1181100" y="1257300"/>
                </a:moveTo>
                <a:lnTo>
                  <a:pt x="1190625" y="1257300"/>
                </a:lnTo>
                <a:lnTo>
                  <a:pt x="1190625" y="1266825"/>
                </a:lnTo>
                <a:lnTo>
                  <a:pt x="1181100" y="1266825"/>
                </a:lnTo>
                <a:close/>
                <a:moveTo>
                  <a:pt x="1257300" y="1257300"/>
                </a:moveTo>
                <a:lnTo>
                  <a:pt x="1266825" y="1257300"/>
                </a:lnTo>
                <a:lnTo>
                  <a:pt x="1266825" y="1266825"/>
                </a:lnTo>
                <a:lnTo>
                  <a:pt x="1295400" y="1266825"/>
                </a:lnTo>
                <a:lnTo>
                  <a:pt x="1295400" y="1257300"/>
                </a:lnTo>
                <a:lnTo>
                  <a:pt x="1314450" y="1257300"/>
                </a:lnTo>
                <a:lnTo>
                  <a:pt x="1314450" y="1266825"/>
                </a:lnTo>
                <a:lnTo>
                  <a:pt x="1333500" y="1266825"/>
                </a:lnTo>
                <a:lnTo>
                  <a:pt x="1333500" y="1257300"/>
                </a:lnTo>
                <a:lnTo>
                  <a:pt x="1362075" y="1257300"/>
                </a:lnTo>
                <a:lnTo>
                  <a:pt x="1362075" y="1276350"/>
                </a:lnTo>
                <a:lnTo>
                  <a:pt x="1371600" y="1276350"/>
                </a:lnTo>
                <a:lnTo>
                  <a:pt x="1371600" y="1285875"/>
                </a:lnTo>
                <a:lnTo>
                  <a:pt x="1362075" y="1285875"/>
                </a:lnTo>
                <a:lnTo>
                  <a:pt x="1362075" y="1295400"/>
                </a:lnTo>
                <a:lnTo>
                  <a:pt x="1352550" y="1295400"/>
                </a:lnTo>
                <a:lnTo>
                  <a:pt x="1352550" y="1266825"/>
                </a:lnTo>
                <a:lnTo>
                  <a:pt x="1333500" y="1266825"/>
                </a:lnTo>
                <a:lnTo>
                  <a:pt x="1333500" y="1276350"/>
                </a:lnTo>
                <a:lnTo>
                  <a:pt x="1323975" y="1276350"/>
                </a:lnTo>
                <a:lnTo>
                  <a:pt x="1323975" y="1295400"/>
                </a:lnTo>
                <a:lnTo>
                  <a:pt x="1314450" y="1295400"/>
                </a:lnTo>
                <a:lnTo>
                  <a:pt x="1314450" y="1285875"/>
                </a:lnTo>
                <a:lnTo>
                  <a:pt x="1304925" y="1285875"/>
                </a:lnTo>
                <a:lnTo>
                  <a:pt x="1304925" y="1276350"/>
                </a:lnTo>
                <a:lnTo>
                  <a:pt x="1285875" y="1276350"/>
                </a:lnTo>
                <a:lnTo>
                  <a:pt x="1285875" y="1285875"/>
                </a:lnTo>
                <a:lnTo>
                  <a:pt x="1266825" y="1285875"/>
                </a:lnTo>
                <a:lnTo>
                  <a:pt x="1266825" y="1295400"/>
                </a:lnTo>
                <a:lnTo>
                  <a:pt x="1257300" y="1295400"/>
                </a:lnTo>
                <a:lnTo>
                  <a:pt x="1257300" y="1285875"/>
                </a:lnTo>
                <a:lnTo>
                  <a:pt x="1238250" y="1285875"/>
                </a:lnTo>
                <a:lnTo>
                  <a:pt x="1238250" y="1276350"/>
                </a:lnTo>
                <a:lnTo>
                  <a:pt x="1257300" y="1276350"/>
                </a:lnTo>
                <a:close/>
                <a:moveTo>
                  <a:pt x="485775" y="1276350"/>
                </a:moveTo>
                <a:lnTo>
                  <a:pt x="495300" y="1276350"/>
                </a:lnTo>
                <a:lnTo>
                  <a:pt x="495300" y="1285875"/>
                </a:lnTo>
                <a:lnTo>
                  <a:pt x="485775" y="1285875"/>
                </a:lnTo>
                <a:close/>
                <a:moveTo>
                  <a:pt x="571500" y="1276350"/>
                </a:moveTo>
                <a:lnTo>
                  <a:pt x="590550" y="1276350"/>
                </a:lnTo>
                <a:lnTo>
                  <a:pt x="590550" y="1285875"/>
                </a:lnTo>
                <a:lnTo>
                  <a:pt x="571500" y="1285875"/>
                </a:lnTo>
                <a:close/>
                <a:moveTo>
                  <a:pt x="390525" y="1285875"/>
                </a:moveTo>
                <a:lnTo>
                  <a:pt x="409575" y="1285875"/>
                </a:lnTo>
                <a:lnTo>
                  <a:pt x="409575" y="1295400"/>
                </a:lnTo>
                <a:lnTo>
                  <a:pt x="390525" y="1295400"/>
                </a:lnTo>
                <a:close/>
                <a:moveTo>
                  <a:pt x="600075" y="1285875"/>
                </a:moveTo>
                <a:lnTo>
                  <a:pt x="619125" y="1285875"/>
                </a:lnTo>
                <a:lnTo>
                  <a:pt x="619125" y="1295400"/>
                </a:lnTo>
                <a:lnTo>
                  <a:pt x="600075" y="1295400"/>
                </a:lnTo>
                <a:close/>
                <a:moveTo>
                  <a:pt x="1447800" y="1285875"/>
                </a:moveTo>
                <a:lnTo>
                  <a:pt x="1457325" y="1285875"/>
                </a:lnTo>
                <a:lnTo>
                  <a:pt x="1457325" y="1304925"/>
                </a:lnTo>
                <a:lnTo>
                  <a:pt x="1447800" y="1304925"/>
                </a:lnTo>
                <a:close/>
                <a:moveTo>
                  <a:pt x="1466850" y="1285875"/>
                </a:moveTo>
                <a:lnTo>
                  <a:pt x="1485900" y="1285875"/>
                </a:lnTo>
                <a:lnTo>
                  <a:pt x="1485900" y="1295400"/>
                </a:lnTo>
                <a:lnTo>
                  <a:pt x="1466850" y="1295400"/>
                </a:lnTo>
                <a:close/>
                <a:moveTo>
                  <a:pt x="1495425" y="1285875"/>
                </a:moveTo>
                <a:lnTo>
                  <a:pt x="1504950" y="1285875"/>
                </a:lnTo>
                <a:lnTo>
                  <a:pt x="1504950" y="1314450"/>
                </a:lnTo>
                <a:lnTo>
                  <a:pt x="1476375" y="1314450"/>
                </a:lnTo>
                <a:lnTo>
                  <a:pt x="1476375" y="1304925"/>
                </a:lnTo>
                <a:lnTo>
                  <a:pt x="1485900" y="1304925"/>
                </a:lnTo>
                <a:lnTo>
                  <a:pt x="1485900" y="1295400"/>
                </a:lnTo>
                <a:lnTo>
                  <a:pt x="1495425" y="1295400"/>
                </a:lnTo>
                <a:close/>
                <a:moveTo>
                  <a:pt x="266700" y="1295400"/>
                </a:moveTo>
                <a:lnTo>
                  <a:pt x="295275" y="1295400"/>
                </a:lnTo>
                <a:lnTo>
                  <a:pt x="295275" y="1304925"/>
                </a:lnTo>
                <a:lnTo>
                  <a:pt x="266700" y="1304925"/>
                </a:lnTo>
                <a:close/>
                <a:moveTo>
                  <a:pt x="381000" y="1295400"/>
                </a:moveTo>
                <a:lnTo>
                  <a:pt x="390525" y="1295400"/>
                </a:lnTo>
                <a:lnTo>
                  <a:pt x="390525" y="1323975"/>
                </a:lnTo>
                <a:lnTo>
                  <a:pt x="381000" y="1323975"/>
                </a:lnTo>
                <a:lnTo>
                  <a:pt x="381000" y="1343025"/>
                </a:lnTo>
                <a:lnTo>
                  <a:pt x="371475" y="1343025"/>
                </a:lnTo>
                <a:lnTo>
                  <a:pt x="371475" y="1333500"/>
                </a:lnTo>
                <a:lnTo>
                  <a:pt x="352425" y="1333500"/>
                </a:lnTo>
                <a:lnTo>
                  <a:pt x="352425" y="1323975"/>
                </a:lnTo>
                <a:lnTo>
                  <a:pt x="361950" y="1323975"/>
                </a:lnTo>
                <a:lnTo>
                  <a:pt x="361950" y="1314450"/>
                </a:lnTo>
                <a:lnTo>
                  <a:pt x="371475" y="1314450"/>
                </a:lnTo>
                <a:lnTo>
                  <a:pt x="371475" y="1304925"/>
                </a:lnTo>
                <a:lnTo>
                  <a:pt x="381000" y="1304925"/>
                </a:lnTo>
                <a:close/>
                <a:moveTo>
                  <a:pt x="466725" y="1295400"/>
                </a:moveTo>
                <a:lnTo>
                  <a:pt x="485775" y="1295400"/>
                </a:lnTo>
                <a:lnTo>
                  <a:pt x="485775" y="1304925"/>
                </a:lnTo>
                <a:lnTo>
                  <a:pt x="495300" y="1304925"/>
                </a:lnTo>
                <a:lnTo>
                  <a:pt x="495300" y="1314450"/>
                </a:lnTo>
                <a:lnTo>
                  <a:pt x="485775" y="1314450"/>
                </a:lnTo>
                <a:lnTo>
                  <a:pt x="485775" y="1323975"/>
                </a:lnTo>
                <a:lnTo>
                  <a:pt x="457200" y="1323975"/>
                </a:lnTo>
                <a:lnTo>
                  <a:pt x="457200" y="1314450"/>
                </a:lnTo>
                <a:lnTo>
                  <a:pt x="466725" y="1314450"/>
                </a:lnTo>
                <a:close/>
                <a:moveTo>
                  <a:pt x="514350" y="1295400"/>
                </a:moveTo>
                <a:lnTo>
                  <a:pt x="523875" y="1295400"/>
                </a:lnTo>
                <a:lnTo>
                  <a:pt x="523875" y="1304925"/>
                </a:lnTo>
                <a:lnTo>
                  <a:pt x="514350" y="1304925"/>
                </a:lnTo>
                <a:close/>
                <a:moveTo>
                  <a:pt x="1428750" y="1295400"/>
                </a:moveTo>
                <a:lnTo>
                  <a:pt x="1438275" y="1295400"/>
                </a:lnTo>
                <a:lnTo>
                  <a:pt x="1438275" y="1304925"/>
                </a:lnTo>
                <a:lnTo>
                  <a:pt x="1447800" y="1304925"/>
                </a:lnTo>
                <a:lnTo>
                  <a:pt x="1447800" y="1314450"/>
                </a:lnTo>
                <a:lnTo>
                  <a:pt x="1400175" y="1314450"/>
                </a:lnTo>
                <a:lnTo>
                  <a:pt x="1400175" y="1304925"/>
                </a:lnTo>
                <a:lnTo>
                  <a:pt x="1428750" y="1304925"/>
                </a:lnTo>
                <a:close/>
                <a:moveTo>
                  <a:pt x="409575" y="1304925"/>
                </a:moveTo>
                <a:lnTo>
                  <a:pt x="428625" y="1304925"/>
                </a:lnTo>
                <a:lnTo>
                  <a:pt x="428625" y="1314450"/>
                </a:lnTo>
                <a:lnTo>
                  <a:pt x="447675" y="1314450"/>
                </a:lnTo>
                <a:lnTo>
                  <a:pt x="447675" y="1323975"/>
                </a:lnTo>
                <a:lnTo>
                  <a:pt x="419100" y="1323975"/>
                </a:lnTo>
                <a:lnTo>
                  <a:pt x="419100" y="1314450"/>
                </a:lnTo>
                <a:lnTo>
                  <a:pt x="409575" y="1314450"/>
                </a:lnTo>
                <a:close/>
                <a:moveTo>
                  <a:pt x="400050" y="1314450"/>
                </a:moveTo>
                <a:lnTo>
                  <a:pt x="409575" y="1314450"/>
                </a:lnTo>
                <a:lnTo>
                  <a:pt x="409575" y="1323975"/>
                </a:lnTo>
                <a:lnTo>
                  <a:pt x="400050" y="1323975"/>
                </a:lnTo>
                <a:close/>
                <a:moveTo>
                  <a:pt x="85725" y="1333500"/>
                </a:moveTo>
                <a:lnTo>
                  <a:pt x="104775" y="1333500"/>
                </a:lnTo>
                <a:lnTo>
                  <a:pt x="104775" y="1352550"/>
                </a:lnTo>
                <a:lnTo>
                  <a:pt x="85725" y="1352550"/>
                </a:lnTo>
                <a:close/>
                <a:moveTo>
                  <a:pt x="342900" y="1333500"/>
                </a:moveTo>
                <a:lnTo>
                  <a:pt x="352425" y="1333500"/>
                </a:lnTo>
                <a:lnTo>
                  <a:pt x="352425" y="1343025"/>
                </a:lnTo>
                <a:lnTo>
                  <a:pt x="342900" y="1343025"/>
                </a:lnTo>
                <a:close/>
                <a:moveTo>
                  <a:pt x="171450" y="1343025"/>
                </a:moveTo>
                <a:lnTo>
                  <a:pt x="190500" y="1343025"/>
                </a:lnTo>
                <a:lnTo>
                  <a:pt x="190500" y="1352550"/>
                </a:lnTo>
                <a:lnTo>
                  <a:pt x="200025" y="1352550"/>
                </a:lnTo>
                <a:lnTo>
                  <a:pt x="200025" y="1381125"/>
                </a:lnTo>
                <a:lnTo>
                  <a:pt x="190500" y="1381125"/>
                </a:lnTo>
                <a:lnTo>
                  <a:pt x="190500" y="1371600"/>
                </a:lnTo>
                <a:lnTo>
                  <a:pt x="171450" y="1371600"/>
                </a:lnTo>
                <a:close/>
                <a:moveTo>
                  <a:pt x="1619250" y="1343025"/>
                </a:moveTo>
                <a:lnTo>
                  <a:pt x="1647825" y="1343025"/>
                </a:lnTo>
                <a:lnTo>
                  <a:pt x="1647825" y="1362075"/>
                </a:lnTo>
                <a:lnTo>
                  <a:pt x="1619250" y="1362075"/>
                </a:lnTo>
                <a:close/>
                <a:moveTo>
                  <a:pt x="66675" y="1352550"/>
                </a:moveTo>
                <a:lnTo>
                  <a:pt x="76200" y="1352550"/>
                </a:lnTo>
                <a:lnTo>
                  <a:pt x="76200" y="1371600"/>
                </a:lnTo>
                <a:lnTo>
                  <a:pt x="85725" y="1371600"/>
                </a:lnTo>
                <a:lnTo>
                  <a:pt x="85725" y="1381125"/>
                </a:lnTo>
                <a:lnTo>
                  <a:pt x="66675" y="1381125"/>
                </a:lnTo>
                <a:close/>
                <a:moveTo>
                  <a:pt x="438150" y="1352550"/>
                </a:moveTo>
                <a:lnTo>
                  <a:pt x="457200" y="1352550"/>
                </a:lnTo>
                <a:lnTo>
                  <a:pt x="457200" y="1362075"/>
                </a:lnTo>
                <a:lnTo>
                  <a:pt x="438150" y="1362075"/>
                </a:lnTo>
                <a:close/>
                <a:moveTo>
                  <a:pt x="114300" y="1362075"/>
                </a:moveTo>
                <a:lnTo>
                  <a:pt x="133350" y="1362075"/>
                </a:lnTo>
                <a:lnTo>
                  <a:pt x="133350" y="1371600"/>
                </a:lnTo>
                <a:lnTo>
                  <a:pt x="114300" y="1371600"/>
                </a:lnTo>
                <a:close/>
                <a:moveTo>
                  <a:pt x="1676400" y="1371600"/>
                </a:moveTo>
                <a:lnTo>
                  <a:pt x="1695450" y="1371600"/>
                </a:lnTo>
                <a:lnTo>
                  <a:pt x="1695450" y="1381125"/>
                </a:lnTo>
                <a:lnTo>
                  <a:pt x="1685925" y="1381125"/>
                </a:lnTo>
                <a:lnTo>
                  <a:pt x="1685925" y="1390650"/>
                </a:lnTo>
                <a:lnTo>
                  <a:pt x="1695450" y="1390650"/>
                </a:lnTo>
                <a:lnTo>
                  <a:pt x="1695450" y="1400175"/>
                </a:lnTo>
                <a:lnTo>
                  <a:pt x="1676400" y="1400175"/>
                </a:lnTo>
                <a:lnTo>
                  <a:pt x="1676400" y="1390650"/>
                </a:lnTo>
                <a:lnTo>
                  <a:pt x="1666875" y="1390650"/>
                </a:lnTo>
                <a:lnTo>
                  <a:pt x="1666875" y="1381125"/>
                </a:lnTo>
                <a:lnTo>
                  <a:pt x="1676400" y="1381125"/>
                </a:lnTo>
                <a:close/>
                <a:moveTo>
                  <a:pt x="266700" y="1381125"/>
                </a:moveTo>
                <a:lnTo>
                  <a:pt x="276225" y="1381125"/>
                </a:lnTo>
                <a:lnTo>
                  <a:pt x="276225" y="1419225"/>
                </a:lnTo>
                <a:lnTo>
                  <a:pt x="266700" y="1419225"/>
                </a:lnTo>
                <a:lnTo>
                  <a:pt x="266700" y="1400175"/>
                </a:lnTo>
                <a:lnTo>
                  <a:pt x="257175" y="1400175"/>
                </a:lnTo>
                <a:lnTo>
                  <a:pt x="257175" y="1390650"/>
                </a:lnTo>
                <a:lnTo>
                  <a:pt x="266700" y="1390650"/>
                </a:lnTo>
                <a:close/>
                <a:moveTo>
                  <a:pt x="962025" y="1390650"/>
                </a:moveTo>
                <a:lnTo>
                  <a:pt x="971550" y="1390650"/>
                </a:lnTo>
                <a:lnTo>
                  <a:pt x="971550" y="1400175"/>
                </a:lnTo>
                <a:lnTo>
                  <a:pt x="962025" y="1400175"/>
                </a:lnTo>
                <a:close/>
                <a:moveTo>
                  <a:pt x="1619250" y="1390650"/>
                </a:moveTo>
                <a:lnTo>
                  <a:pt x="1657350" y="1390650"/>
                </a:lnTo>
                <a:lnTo>
                  <a:pt x="1657350" y="1400175"/>
                </a:lnTo>
                <a:lnTo>
                  <a:pt x="1666875" y="1400175"/>
                </a:lnTo>
                <a:lnTo>
                  <a:pt x="1666875" y="1438275"/>
                </a:lnTo>
                <a:lnTo>
                  <a:pt x="1657350" y="1438275"/>
                </a:lnTo>
                <a:lnTo>
                  <a:pt x="1657350" y="1428750"/>
                </a:lnTo>
                <a:lnTo>
                  <a:pt x="1647825" y="1428750"/>
                </a:lnTo>
                <a:lnTo>
                  <a:pt x="1647825" y="1419225"/>
                </a:lnTo>
                <a:lnTo>
                  <a:pt x="1657350" y="1419225"/>
                </a:lnTo>
                <a:lnTo>
                  <a:pt x="1657350" y="1409700"/>
                </a:lnTo>
                <a:lnTo>
                  <a:pt x="1647825" y="1409700"/>
                </a:lnTo>
                <a:lnTo>
                  <a:pt x="1647825" y="1400175"/>
                </a:lnTo>
                <a:lnTo>
                  <a:pt x="1619250" y="1400175"/>
                </a:lnTo>
                <a:close/>
                <a:moveTo>
                  <a:pt x="66675" y="1400175"/>
                </a:moveTo>
                <a:lnTo>
                  <a:pt x="85725" y="1400175"/>
                </a:lnTo>
                <a:lnTo>
                  <a:pt x="85725" y="1409700"/>
                </a:lnTo>
                <a:lnTo>
                  <a:pt x="95250" y="1409700"/>
                </a:lnTo>
                <a:lnTo>
                  <a:pt x="95250" y="1428750"/>
                </a:lnTo>
                <a:lnTo>
                  <a:pt x="76200" y="1428750"/>
                </a:lnTo>
                <a:lnTo>
                  <a:pt x="76200" y="1409700"/>
                </a:lnTo>
                <a:lnTo>
                  <a:pt x="66675" y="1409700"/>
                </a:lnTo>
                <a:close/>
                <a:moveTo>
                  <a:pt x="1600200" y="1400175"/>
                </a:moveTo>
                <a:lnTo>
                  <a:pt x="1609725" y="1400175"/>
                </a:lnTo>
                <a:lnTo>
                  <a:pt x="1609725" y="1409700"/>
                </a:lnTo>
                <a:lnTo>
                  <a:pt x="1628775" y="1409700"/>
                </a:lnTo>
                <a:lnTo>
                  <a:pt x="1628775" y="1419225"/>
                </a:lnTo>
                <a:lnTo>
                  <a:pt x="1638300" y="1419225"/>
                </a:lnTo>
                <a:lnTo>
                  <a:pt x="1638300" y="1438275"/>
                </a:lnTo>
                <a:lnTo>
                  <a:pt x="1619250" y="1438275"/>
                </a:lnTo>
                <a:lnTo>
                  <a:pt x="1619250" y="1419225"/>
                </a:lnTo>
                <a:lnTo>
                  <a:pt x="1600200" y="1419225"/>
                </a:lnTo>
                <a:close/>
                <a:moveTo>
                  <a:pt x="219075" y="1409700"/>
                </a:moveTo>
                <a:lnTo>
                  <a:pt x="238125" y="1409700"/>
                </a:lnTo>
                <a:lnTo>
                  <a:pt x="238125" y="1419225"/>
                </a:lnTo>
                <a:lnTo>
                  <a:pt x="228600" y="1419225"/>
                </a:lnTo>
                <a:lnTo>
                  <a:pt x="228600" y="1428750"/>
                </a:lnTo>
                <a:lnTo>
                  <a:pt x="190500" y="1428750"/>
                </a:lnTo>
                <a:lnTo>
                  <a:pt x="190500" y="1457325"/>
                </a:lnTo>
                <a:lnTo>
                  <a:pt x="209550" y="1457325"/>
                </a:lnTo>
                <a:lnTo>
                  <a:pt x="209550" y="1447800"/>
                </a:lnTo>
                <a:lnTo>
                  <a:pt x="228600" y="1447800"/>
                </a:lnTo>
                <a:lnTo>
                  <a:pt x="228600" y="1466850"/>
                </a:lnTo>
                <a:lnTo>
                  <a:pt x="247650" y="1466850"/>
                </a:lnTo>
                <a:lnTo>
                  <a:pt x="247650" y="1457325"/>
                </a:lnTo>
                <a:lnTo>
                  <a:pt x="257175" y="1457325"/>
                </a:lnTo>
                <a:lnTo>
                  <a:pt x="257175" y="1476375"/>
                </a:lnTo>
                <a:lnTo>
                  <a:pt x="219075" y="1476375"/>
                </a:lnTo>
                <a:lnTo>
                  <a:pt x="219075" y="1466850"/>
                </a:lnTo>
                <a:lnTo>
                  <a:pt x="190500" y="1466850"/>
                </a:lnTo>
                <a:lnTo>
                  <a:pt x="190500" y="1476375"/>
                </a:lnTo>
                <a:lnTo>
                  <a:pt x="180975" y="1476375"/>
                </a:lnTo>
                <a:lnTo>
                  <a:pt x="180975" y="1419225"/>
                </a:lnTo>
                <a:lnTo>
                  <a:pt x="219075" y="1419225"/>
                </a:lnTo>
                <a:close/>
                <a:moveTo>
                  <a:pt x="333375" y="1419225"/>
                </a:moveTo>
                <a:lnTo>
                  <a:pt x="342900" y="1419225"/>
                </a:lnTo>
                <a:lnTo>
                  <a:pt x="342900" y="1428750"/>
                </a:lnTo>
                <a:lnTo>
                  <a:pt x="333375" y="1428750"/>
                </a:lnTo>
                <a:close/>
                <a:moveTo>
                  <a:pt x="266700" y="1428750"/>
                </a:moveTo>
                <a:lnTo>
                  <a:pt x="276225" y="1428750"/>
                </a:lnTo>
                <a:lnTo>
                  <a:pt x="276225" y="1438275"/>
                </a:lnTo>
                <a:lnTo>
                  <a:pt x="266700" y="1438275"/>
                </a:lnTo>
                <a:close/>
                <a:moveTo>
                  <a:pt x="314325" y="1428750"/>
                </a:moveTo>
                <a:lnTo>
                  <a:pt x="333375" y="1428750"/>
                </a:lnTo>
                <a:lnTo>
                  <a:pt x="333375" y="1438275"/>
                </a:lnTo>
                <a:lnTo>
                  <a:pt x="314325" y="1438275"/>
                </a:lnTo>
                <a:close/>
                <a:moveTo>
                  <a:pt x="1562100" y="1428750"/>
                </a:moveTo>
                <a:lnTo>
                  <a:pt x="1571625" y="1428750"/>
                </a:lnTo>
                <a:lnTo>
                  <a:pt x="1571625" y="1447800"/>
                </a:lnTo>
                <a:lnTo>
                  <a:pt x="1562100" y="1447800"/>
                </a:lnTo>
                <a:close/>
                <a:moveTo>
                  <a:pt x="104775" y="1438275"/>
                </a:moveTo>
                <a:lnTo>
                  <a:pt x="114300" y="1438275"/>
                </a:lnTo>
                <a:lnTo>
                  <a:pt x="114300" y="1447800"/>
                </a:lnTo>
                <a:lnTo>
                  <a:pt x="104775" y="1447800"/>
                </a:lnTo>
                <a:close/>
                <a:moveTo>
                  <a:pt x="295275" y="1438275"/>
                </a:moveTo>
                <a:lnTo>
                  <a:pt x="304800" y="1438275"/>
                </a:lnTo>
                <a:lnTo>
                  <a:pt x="304800" y="1447800"/>
                </a:lnTo>
                <a:lnTo>
                  <a:pt x="295275" y="1447800"/>
                </a:lnTo>
                <a:close/>
                <a:moveTo>
                  <a:pt x="114300" y="1447800"/>
                </a:moveTo>
                <a:lnTo>
                  <a:pt x="123825" y="1447800"/>
                </a:lnTo>
                <a:lnTo>
                  <a:pt x="123825" y="1457325"/>
                </a:lnTo>
                <a:lnTo>
                  <a:pt x="114300" y="1457325"/>
                </a:lnTo>
                <a:close/>
                <a:moveTo>
                  <a:pt x="1590675" y="1447800"/>
                </a:moveTo>
                <a:lnTo>
                  <a:pt x="1600200" y="1447800"/>
                </a:lnTo>
                <a:lnTo>
                  <a:pt x="1600200" y="1457325"/>
                </a:lnTo>
                <a:lnTo>
                  <a:pt x="1590675" y="1457325"/>
                </a:lnTo>
                <a:close/>
                <a:moveTo>
                  <a:pt x="1704975" y="1457325"/>
                </a:moveTo>
                <a:lnTo>
                  <a:pt x="1724025" y="1457325"/>
                </a:lnTo>
                <a:lnTo>
                  <a:pt x="1724025" y="1485900"/>
                </a:lnTo>
                <a:lnTo>
                  <a:pt x="1733550" y="1485900"/>
                </a:lnTo>
                <a:lnTo>
                  <a:pt x="1733550" y="1495425"/>
                </a:lnTo>
                <a:lnTo>
                  <a:pt x="1714500" y="1495425"/>
                </a:lnTo>
                <a:lnTo>
                  <a:pt x="1714500" y="1485900"/>
                </a:lnTo>
                <a:lnTo>
                  <a:pt x="1695450" y="1485900"/>
                </a:lnTo>
                <a:lnTo>
                  <a:pt x="1695450" y="1466850"/>
                </a:lnTo>
                <a:lnTo>
                  <a:pt x="1704975" y="1466850"/>
                </a:lnTo>
                <a:close/>
                <a:moveTo>
                  <a:pt x="1619250" y="1514475"/>
                </a:moveTo>
                <a:lnTo>
                  <a:pt x="1638300" y="1514475"/>
                </a:lnTo>
                <a:lnTo>
                  <a:pt x="1638300" y="1524000"/>
                </a:lnTo>
                <a:lnTo>
                  <a:pt x="1628775" y="1524000"/>
                </a:lnTo>
                <a:lnTo>
                  <a:pt x="1628775" y="1533525"/>
                </a:lnTo>
                <a:lnTo>
                  <a:pt x="1619250" y="1533525"/>
                </a:lnTo>
                <a:close/>
                <a:moveTo>
                  <a:pt x="247650" y="1533525"/>
                </a:moveTo>
                <a:lnTo>
                  <a:pt x="257175" y="1533525"/>
                </a:lnTo>
                <a:lnTo>
                  <a:pt x="257175" y="1552575"/>
                </a:lnTo>
                <a:lnTo>
                  <a:pt x="247650" y="1552575"/>
                </a:lnTo>
                <a:close/>
                <a:moveTo>
                  <a:pt x="190500" y="1581150"/>
                </a:moveTo>
                <a:lnTo>
                  <a:pt x="200025" y="1581150"/>
                </a:lnTo>
                <a:lnTo>
                  <a:pt x="200025" y="1590675"/>
                </a:lnTo>
                <a:lnTo>
                  <a:pt x="190500" y="1590675"/>
                </a:lnTo>
                <a:close/>
                <a:moveTo>
                  <a:pt x="200025" y="1590675"/>
                </a:moveTo>
                <a:lnTo>
                  <a:pt x="209550" y="1590675"/>
                </a:lnTo>
                <a:lnTo>
                  <a:pt x="209550" y="1600200"/>
                </a:lnTo>
                <a:lnTo>
                  <a:pt x="200025" y="1600200"/>
                </a:lnTo>
                <a:close/>
                <a:moveTo>
                  <a:pt x="238125" y="1590675"/>
                </a:moveTo>
                <a:lnTo>
                  <a:pt x="247650" y="1590675"/>
                </a:lnTo>
                <a:lnTo>
                  <a:pt x="247650" y="1600200"/>
                </a:lnTo>
                <a:lnTo>
                  <a:pt x="238125" y="1600200"/>
                </a:lnTo>
                <a:close/>
                <a:moveTo>
                  <a:pt x="228600" y="1600200"/>
                </a:moveTo>
                <a:lnTo>
                  <a:pt x="238125" y="1600200"/>
                </a:lnTo>
                <a:lnTo>
                  <a:pt x="238125" y="1609725"/>
                </a:lnTo>
                <a:lnTo>
                  <a:pt x="228600" y="1609725"/>
                </a:lnTo>
                <a:close/>
                <a:moveTo>
                  <a:pt x="1657350" y="1619250"/>
                </a:moveTo>
                <a:lnTo>
                  <a:pt x="1666875" y="1619250"/>
                </a:lnTo>
                <a:lnTo>
                  <a:pt x="1666875" y="1638300"/>
                </a:lnTo>
                <a:lnTo>
                  <a:pt x="1657350" y="1638300"/>
                </a:lnTo>
                <a:close/>
              </a:path>
            </a:pathLst>
          </a:custGeom>
          <a:solidFill xmlns:a="http://schemas.openxmlformats.org/drawingml/2006/main">
            <a:srgbClr val="F4E0D4"/>
          </a:solidFill>
          <a:ln xmlns:a="http://schemas.openxmlformats.org/drawingml/2006/main" w="0">
            <a:noFill/>
          </a:ln>
        </p:spPr>
      </p:sp>
      <p:sp>
        <p:nvSpPr>
          <p:cNvPr id="57" name="juan vector #eee1db">
            <a:extLst xmlns:a="http://schemas.openxmlformats.org/drawingml/2006/main">
              <a:ext uri="{FF2B5EF4-FFF2-40B4-BE49-F238E27FC236}">
                <a16:creationId xmlns:a16="http://schemas.microsoft.com/office/drawing/2014/main" id="{B650E78E-CA07-4A1B-BBB2-21C93FBC236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48900" y="2552700"/>
            <a:ext cx="2085975" cy="2085975"/>
          </a:xfrm>
          <a:custGeom xmlns:a="http://schemas.openxmlformats.org/drawingml/2006/main">
            <a:pathLst>
              <a:path w="2085975" h="2085975">
                <a:moveTo>
                  <a:pt x="352425" y="0"/>
                </a:moveTo>
                <a:lnTo>
                  <a:pt x="361950" y="0"/>
                </a:lnTo>
                <a:lnTo>
                  <a:pt x="361950" y="9525"/>
                </a:lnTo>
                <a:lnTo>
                  <a:pt x="352425" y="9525"/>
                </a:lnTo>
                <a:close/>
                <a:moveTo>
                  <a:pt x="361950" y="9525"/>
                </a:moveTo>
                <a:lnTo>
                  <a:pt x="371475" y="9525"/>
                </a:lnTo>
                <a:lnTo>
                  <a:pt x="371475" y="19050"/>
                </a:lnTo>
                <a:lnTo>
                  <a:pt x="361950" y="19050"/>
                </a:lnTo>
                <a:close/>
                <a:moveTo>
                  <a:pt x="371475" y="19050"/>
                </a:moveTo>
                <a:lnTo>
                  <a:pt x="381000" y="19050"/>
                </a:lnTo>
                <a:lnTo>
                  <a:pt x="381000" y="28575"/>
                </a:lnTo>
                <a:lnTo>
                  <a:pt x="371475" y="28575"/>
                </a:lnTo>
                <a:close/>
                <a:moveTo>
                  <a:pt x="1495425" y="19050"/>
                </a:moveTo>
                <a:lnTo>
                  <a:pt x="1504950" y="19050"/>
                </a:lnTo>
                <a:lnTo>
                  <a:pt x="1504950" y="28575"/>
                </a:lnTo>
                <a:lnTo>
                  <a:pt x="1495425" y="28575"/>
                </a:lnTo>
                <a:close/>
                <a:moveTo>
                  <a:pt x="381000" y="28575"/>
                </a:moveTo>
                <a:lnTo>
                  <a:pt x="390525" y="28575"/>
                </a:lnTo>
                <a:lnTo>
                  <a:pt x="390525" y="38100"/>
                </a:lnTo>
                <a:lnTo>
                  <a:pt x="381000" y="38100"/>
                </a:lnTo>
                <a:close/>
                <a:moveTo>
                  <a:pt x="1485900" y="28575"/>
                </a:moveTo>
                <a:lnTo>
                  <a:pt x="1495425" y="28575"/>
                </a:lnTo>
                <a:lnTo>
                  <a:pt x="1495425" y="38100"/>
                </a:lnTo>
                <a:lnTo>
                  <a:pt x="1485900" y="38100"/>
                </a:lnTo>
                <a:close/>
                <a:moveTo>
                  <a:pt x="390525" y="38100"/>
                </a:moveTo>
                <a:lnTo>
                  <a:pt x="400050" y="38100"/>
                </a:lnTo>
                <a:lnTo>
                  <a:pt x="400050" y="47625"/>
                </a:lnTo>
                <a:lnTo>
                  <a:pt x="390525" y="47625"/>
                </a:lnTo>
                <a:close/>
                <a:moveTo>
                  <a:pt x="838200" y="38100"/>
                </a:moveTo>
                <a:lnTo>
                  <a:pt x="847725" y="38100"/>
                </a:lnTo>
                <a:lnTo>
                  <a:pt x="847725" y="47625"/>
                </a:lnTo>
                <a:lnTo>
                  <a:pt x="838200" y="47625"/>
                </a:lnTo>
                <a:close/>
                <a:moveTo>
                  <a:pt x="1028700" y="38100"/>
                </a:moveTo>
                <a:lnTo>
                  <a:pt x="1057275" y="38100"/>
                </a:lnTo>
                <a:lnTo>
                  <a:pt x="1057275" y="47625"/>
                </a:lnTo>
                <a:lnTo>
                  <a:pt x="1028700" y="47625"/>
                </a:lnTo>
                <a:close/>
                <a:moveTo>
                  <a:pt x="1476375" y="38100"/>
                </a:moveTo>
                <a:lnTo>
                  <a:pt x="1485900" y="38100"/>
                </a:lnTo>
                <a:lnTo>
                  <a:pt x="1485900" y="47625"/>
                </a:lnTo>
                <a:lnTo>
                  <a:pt x="1476375" y="47625"/>
                </a:lnTo>
                <a:close/>
                <a:moveTo>
                  <a:pt x="400050" y="47625"/>
                </a:moveTo>
                <a:lnTo>
                  <a:pt x="409575" y="47625"/>
                </a:lnTo>
                <a:lnTo>
                  <a:pt x="409575" y="57150"/>
                </a:lnTo>
                <a:lnTo>
                  <a:pt x="400050" y="57150"/>
                </a:lnTo>
                <a:close/>
                <a:moveTo>
                  <a:pt x="752475" y="47625"/>
                </a:moveTo>
                <a:lnTo>
                  <a:pt x="809625" y="47625"/>
                </a:lnTo>
                <a:lnTo>
                  <a:pt x="809625" y="57150"/>
                </a:lnTo>
                <a:lnTo>
                  <a:pt x="752475" y="57150"/>
                </a:lnTo>
                <a:close/>
                <a:moveTo>
                  <a:pt x="1104900" y="47625"/>
                </a:moveTo>
                <a:lnTo>
                  <a:pt x="1133475" y="47625"/>
                </a:lnTo>
                <a:lnTo>
                  <a:pt x="1133475" y="66675"/>
                </a:lnTo>
                <a:lnTo>
                  <a:pt x="1114425" y="66675"/>
                </a:lnTo>
                <a:lnTo>
                  <a:pt x="1114425" y="57150"/>
                </a:lnTo>
                <a:lnTo>
                  <a:pt x="1104900" y="57150"/>
                </a:lnTo>
                <a:close/>
                <a:moveTo>
                  <a:pt x="1466850" y="47625"/>
                </a:moveTo>
                <a:lnTo>
                  <a:pt x="1476375" y="47625"/>
                </a:lnTo>
                <a:lnTo>
                  <a:pt x="1476375" y="57150"/>
                </a:lnTo>
                <a:lnTo>
                  <a:pt x="1466850" y="57150"/>
                </a:lnTo>
                <a:close/>
                <a:moveTo>
                  <a:pt x="409575" y="57150"/>
                </a:moveTo>
                <a:lnTo>
                  <a:pt x="419100" y="57150"/>
                </a:lnTo>
                <a:lnTo>
                  <a:pt x="419100" y="66675"/>
                </a:lnTo>
                <a:lnTo>
                  <a:pt x="409575" y="66675"/>
                </a:lnTo>
                <a:close/>
                <a:moveTo>
                  <a:pt x="1152525" y="57150"/>
                </a:moveTo>
                <a:lnTo>
                  <a:pt x="1171575" y="57150"/>
                </a:lnTo>
                <a:lnTo>
                  <a:pt x="1171575" y="66675"/>
                </a:lnTo>
                <a:lnTo>
                  <a:pt x="1152525" y="66675"/>
                </a:lnTo>
                <a:close/>
                <a:moveTo>
                  <a:pt x="666750" y="66675"/>
                </a:moveTo>
                <a:lnTo>
                  <a:pt x="685800" y="66675"/>
                </a:lnTo>
                <a:lnTo>
                  <a:pt x="685800" y="76200"/>
                </a:lnTo>
                <a:lnTo>
                  <a:pt x="666750" y="76200"/>
                </a:lnTo>
                <a:close/>
                <a:moveTo>
                  <a:pt x="1200150" y="66675"/>
                </a:moveTo>
                <a:lnTo>
                  <a:pt x="1209675" y="66675"/>
                </a:lnTo>
                <a:lnTo>
                  <a:pt x="1209675" y="76200"/>
                </a:lnTo>
                <a:lnTo>
                  <a:pt x="1200150" y="76200"/>
                </a:lnTo>
                <a:close/>
                <a:moveTo>
                  <a:pt x="609600" y="85725"/>
                </a:moveTo>
                <a:lnTo>
                  <a:pt x="619125" y="85725"/>
                </a:lnTo>
                <a:lnTo>
                  <a:pt x="619125" y="95250"/>
                </a:lnTo>
                <a:lnTo>
                  <a:pt x="609600" y="95250"/>
                </a:lnTo>
                <a:close/>
                <a:moveTo>
                  <a:pt x="1428750" y="95250"/>
                </a:moveTo>
                <a:lnTo>
                  <a:pt x="1438275" y="95250"/>
                </a:lnTo>
                <a:lnTo>
                  <a:pt x="1438275" y="104775"/>
                </a:lnTo>
                <a:lnTo>
                  <a:pt x="1428750" y="104775"/>
                </a:lnTo>
                <a:close/>
                <a:moveTo>
                  <a:pt x="447675" y="104775"/>
                </a:moveTo>
                <a:lnTo>
                  <a:pt x="457200" y="104775"/>
                </a:lnTo>
                <a:lnTo>
                  <a:pt x="457200" y="114300"/>
                </a:lnTo>
                <a:lnTo>
                  <a:pt x="447675" y="114300"/>
                </a:lnTo>
                <a:close/>
                <a:moveTo>
                  <a:pt x="561975" y="104775"/>
                </a:moveTo>
                <a:lnTo>
                  <a:pt x="571500" y="104775"/>
                </a:lnTo>
                <a:lnTo>
                  <a:pt x="571500" y="114300"/>
                </a:lnTo>
                <a:lnTo>
                  <a:pt x="561975" y="114300"/>
                </a:lnTo>
                <a:close/>
                <a:moveTo>
                  <a:pt x="1295400" y="104775"/>
                </a:moveTo>
                <a:lnTo>
                  <a:pt x="1304925" y="104775"/>
                </a:lnTo>
                <a:lnTo>
                  <a:pt x="1304925" y="114300"/>
                </a:lnTo>
                <a:lnTo>
                  <a:pt x="1295400" y="114300"/>
                </a:lnTo>
                <a:close/>
                <a:moveTo>
                  <a:pt x="1314450" y="104775"/>
                </a:moveTo>
                <a:lnTo>
                  <a:pt x="1323975" y="104775"/>
                </a:lnTo>
                <a:lnTo>
                  <a:pt x="1323975" y="114300"/>
                </a:lnTo>
                <a:lnTo>
                  <a:pt x="1314450" y="114300"/>
                </a:lnTo>
                <a:close/>
                <a:moveTo>
                  <a:pt x="542925" y="114300"/>
                </a:moveTo>
                <a:lnTo>
                  <a:pt x="552450" y="114300"/>
                </a:lnTo>
                <a:lnTo>
                  <a:pt x="552450" y="123825"/>
                </a:lnTo>
                <a:lnTo>
                  <a:pt x="542925" y="123825"/>
                </a:lnTo>
                <a:close/>
                <a:moveTo>
                  <a:pt x="457200" y="123825"/>
                </a:moveTo>
                <a:lnTo>
                  <a:pt x="466725" y="123825"/>
                </a:lnTo>
                <a:lnTo>
                  <a:pt x="466725" y="133350"/>
                </a:lnTo>
                <a:lnTo>
                  <a:pt x="457200" y="133350"/>
                </a:lnTo>
                <a:close/>
                <a:moveTo>
                  <a:pt x="1409700" y="123825"/>
                </a:moveTo>
                <a:lnTo>
                  <a:pt x="1419225" y="123825"/>
                </a:lnTo>
                <a:lnTo>
                  <a:pt x="1419225" y="133350"/>
                </a:lnTo>
                <a:lnTo>
                  <a:pt x="1409700" y="133350"/>
                </a:lnTo>
                <a:close/>
                <a:moveTo>
                  <a:pt x="476250" y="161925"/>
                </a:moveTo>
                <a:lnTo>
                  <a:pt x="485775" y="161925"/>
                </a:lnTo>
                <a:lnTo>
                  <a:pt x="485775" y="171450"/>
                </a:lnTo>
                <a:lnTo>
                  <a:pt x="476250" y="171450"/>
                </a:lnTo>
                <a:close/>
                <a:moveTo>
                  <a:pt x="1381125" y="180975"/>
                </a:moveTo>
                <a:lnTo>
                  <a:pt x="1390650" y="180975"/>
                </a:lnTo>
                <a:lnTo>
                  <a:pt x="1390650" y="190500"/>
                </a:lnTo>
                <a:lnTo>
                  <a:pt x="1381125" y="190500"/>
                </a:lnTo>
                <a:close/>
                <a:moveTo>
                  <a:pt x="504825" y="238125"/>
                </a:moveTo>
                <a:lnTo>
                  <a:pt x="514350" y="238125"/>
                </a:lnTo>
                <a:lnTo>
                  <a:pt x="514350" y="247650"/>
                </a:lnTo>
                <a:lnTo>
                  <a:pt x="504825" y="247650"/>
                </a:lnTo>
                <a:close/>
                <a:moveTo>
                  <a:pt x="1362075" y="238125"/>
                </a:moveTo>
                <a:lnTo>
                  <a:pt x="1371600" y="238125"/>
                </a:lnTo>
                <a:lnTo>
                  <a:pt x="1371600" y="247650"/>
                </a:lnTo>
                <a:lnTo>
                  <a:pt x="1362075" y="247650"/>
                </a:lnTo>
                <a:close/>
                <a:moveTo>
                  <a:pt x="1352550" y="295275"/>
                </a:moveTo>
                <a:lnTo>
                  <a:pt x="1362075" y="295275"/>
                </a:lnTo>
                <a:lnTo>
                  <a:pt x="1362075" y="352425"/>
                </a:lnTo>
                <a:lnTo>
                  <a:pt x="1352550" y="352425"/>
                </a:lnTo>
                <a:close/>
                <a:moveTo>
                  <a:pt x="514350" y="304800"/>
                </a:moveTo>
                <a:lnTo>
                  <a:pt x="523875" y="304800"/>
                </a:lnTo>
                <a:lnTo>
                  <a:pt x="523875" y="333375"/>
                </a:lnTo>
                <a:lnTo>
                  <a:pt x="514350" y="333375"/>
                </a:lnTo>
                <a:close/>
                <a:moveTo>
                  <a:pt x="1362075" y="400050"/>
                </a:moveTo>
                <a:lnTo>
                  <a:pt x="1371600" y="400050"/>
                </a:lnTo>
                <a:lnTo>
                  <a:pt x="1371600" y="409575"/>
                </a:lnTo>
                <a:lnTo>
                  <a:pt x="1362075" y="409575"/>
                </a:lnTo>
                <a:close/>
                <a:moveTo>
                  <a:pt x="504825" y="409575"/>
                </a:moveTo>
                <a:lnTo>
                  <a:pt x="514350" y="409575"/>
                </a:lnTo>
                <a:lnTo>
                  <a:pt x="514350" y="419100"/>
                </a:lnTo>
                <a:lnTo>
                  <a:pt x="504825" y="419100"/>
                </a:lnTo>
                <a:close/>
                <a:moveTo>
                  <a:pt x="485775" y="466725"/>
                </a:moveTo>
                <a:lnTo>
                  <a:pt x="495300" y="466725"/>
                </a:lnTo>
                <a:lnTo>
                  <a:pt x="495300" y="476250"/>
                </a:lnTo>
                <a:lnTo>
                  <a:pt x="485775" y="476250"/>
                </a:lnTo>
                <a:close/>
                <a:moveTo>
                  <a:pt x="1381125" y="466725"/>
                </a:moveTo>
                <a:lnTo>
                  <a:pt x="1390650" y="466725"/>
                </a:lnTo>
                <a:lnTo>
                  <a:pt x="1390650" y="476250"/>
                </a:lnTo>
                <a:lnTo>
                  <a:pt x="1381125" y="476250"/>
                </a:lnTo>
                <a:close/>
                <a:moveTo>
                  <a:pt x="476250" y="485775"/>
                </a:moveTo>
                <a:lnTo>
                  <a:pt x="485775" y="485775"/>
                </a:lnTo>
                <a:lnTo>
                  <a:pt x="485775" y="495300"/>
                </a:lnTo>
                <a:lnTo>
                  <a:pt x="476250" y="495300"/>
                </a:lnTo>
                <a:close/>
                <a:moveTo>
                  <a:pt x="466725" y="504825"/>
                </a:moveTo>
                <a:lnTo>
                  <a:pt x="476250" y="504825"/>
                </a:lnTo>
                <a:lnTo>
                  <a:pt x="476250" y="514350"/>
                </a:lnTo>
                <a:lnTo>
                  <a:pt x="466725" y="514350"/>
                </a:lnTo>
                <a:close/>
                <a:moveTo>
                  <a:pt x="1409700" y="523875"/>
                </a:moveTo>
                <a:lnTo>
                  <a:pt x="1419225" y="523875"/>
                </a:lnTo>
                <a:lnTo>
                  <a:pt x="1419225" y="533400"/>
                </a:lnTo>
                <a:lnTo>
                  <a:pt x="1409700" y="533400"/>
                </a:lnTo>
                <a:close/>
                <a:moveTo>
                  <a:pt x="1419225" y="533400"/>
                </a:moveTo>
                <a:lnTo>
                  <a:pt x="1428750" y="533400"/>
                </a:lnTo>
                <a:lnTo>
                  <a:pt x="1428750" y="542925"/>
                </a:lnTo>
                <a:lnTo>
                  <a:pt x="1419225" y="542925"/>
                </a:lnTo>
                <a:close/>
                <a:moveTo>
                  <a:pt x="428625" y="561975"/>
                </a:moveTo>
                <a:lnTo>
                  <a:pt x="438150" y="561975"/>
                </a:lnTo>
                <a:lnTo>
                  <a:pt x="438150" y="571500"/>
                </a:lnTo>
                <a:lnTo>
                  <a:pt x="428625" y="571500"/>
                </a:lnTo>
                <a:close/>
                <a:moveTo>
                  <a:pt x="1438275" y="561975"/>
                </a:moveTo>
                <a:lnTo>
                  <a:pt x="1447800" y="561975"/>
                </a:lnTo>
                <a:lnTo>
                  <a:pt x="1447800" y="571500"/>
                </a:lnTo>
                <a:lnTo>
                  <a:pt x="1438275" y="571500"/>
                </a:lnTo>
                <a:close/>
                <a:moveTo>
                  <a:pt x="419100" y="571500"/>
                </a:moveTo>
                <a:lnTo>
                  <a:pt x="428625" y="571500"/>
                </a:lnTo>
                <a:lnTo>
                  <a:pt x="428625" y="581025"/>
                </a:lnTo>
                <a:lnTo>
                  <a:pt x="419100" y="581025"/>
                </a:lnTo>
                <a:close/>
                <a:moveTo>
                  <a:pt x="1485900" y="609600"/>
                </a:moveTo>
                <a:lnTo>
                  <a:pt x="1495425" y="609600"/>
                </a:lnTo>
                <a:lnTo>
                  <a:pt x="1495425" y="619125"/>
                </a:lnTo>
                <a:lnTo>
                  <a:pt x="1485900" y="619125"/>
                </a:lnTo>
                <a:close/>
                <a:moveTo>
                  <a:pt x="342900" y="647700"/>
                </a:moveTo>
                <a:lnTo>
                  <a:pt x="352425" y="647700"/>
                </a:lnTo>
                <a:lnTo>
                  <a:pt x="352425" y="657225"/>
                </a:lnTo>
                <a:lnTo>
                  <a:pt x="342900" y="657225"/>
                </a:lnTo>
                <a:close/>
                <a:moveTo>
                  <a:pt x="1524000" y="647700"/>
                </a:moveTo>
                <a:lnTo>
                  <a:pt x="1533525" y="647700"/>
                </a:lnTo>
                <a:lnTo>
                  <a:pt x="1533525" y="657225"/>
                </a:lnTo>
                <a:lnTo>
                  <a:pt x="1524000" y="657225"/>
                </a:lnTo>
                <a:close/>
                <a:moveTo>
                  <a:pt x="333375" y="657225"/>
                </a:moveTo>
                <a:lnTo>
                  <a:pt x="342900" y="657225"/>
                </a:lnTo>
                <a:lnTo>
                  <a:pt x="342900" y="666750"/>
                </a:lnTo>
                <a:lnTo>
                  <a:pt x="333375" y="666750"/>
                </a:lnTo>
                <a:close/>
                <a:moveTo>
                  <a:pt x="1533525" y="657225"/>
                </a:moveTo>
                <a:lnTo>
                  <a:pt x="1543050" y="657225"/>
                </a:lnTo>
                <a:lnTo>
                  <a:pt x="1543050" y="666750"/>
                </a:lnTo>
                <a:lnTo>
                  <a:pt x="1533525" y="666750"/>
                </a:lnTo>
                <a:close/>
                <a:moveTo>
                  <a:pt x="304800" y="676275"/>
                </a:moveTo>
                <a:lnTo>
                  <a:pt x="314325" y="676275"/>
                </a:lnTo>
                <a:lnTo>
                  <a:pt x="314325" y="685800"/>
                </a:lnTo>
                <a:lnTo>
                  <a:pt x="304800" y="685800"/>
                </a:lnTo>
                <a:close/>
                <a:moveTo>
                  <a:pt x="1562100" y="676275"/>
                </a:moveTo>
                <a:lnTo>
                  <a:pt x="1571625" y="676275"/>
                </a:lnTo>
                <a:lnTo>
                  <a:pt x="1571625" y="685800"/>
                </a:lnTo>
                <a:lnTo>
                  <a:pt x="1562100" y="685800"/>
                </a:lnTo>
                <a:close/>
                <a:moveTo>
                  <a:pt x="1590675" y="695325"/>
                </a:moveTo>
                <a:lnTo>
                  <a:pt x="1600200" y="695325"/>
                </a:lnTo>
                <a:lnTo>
                  <a:pt x="1600200" y="704850"/>
                </a:lnTo>
                <a:lnTo>
                  <a:pt x="1590675" y="704850"/>
                </a:lnTo>
                <a:close/>
                <a:moveTo>
                  <a:pt x="95250" y="762000"/>
                </a:moveTo>
                <a:lnTo>
                  <a:pt x="114300" y="762000"/>
                </a:lnTo>
                <a:lnTo>
                  <a:pt x="114300" y="771525"/>
                </a:lnTo>
                <a:lnTo>
                  <a:pt x="95250" y="771525"/>
                </a:lnTo>
                <a:close/>
                <a:moveTo>
                  <a:pt x="57150" y="771525"/>
                </a:moveTo>
                <a:lnTo>
                  <a:pt x="66675" y="771525"/>
                </a:lnTo>
                <a:lnTo>
                  <a:pt x="66675" y="781050"/>
                </a:lnTo>
                <a:lnTo>
                  <a:pt x="57150" y="781050"/>
                </a:lnTo>
                <a:close/>
                <a:moveTo>
                  <a:pt x="123825" y="771525"/>
                </a:moveTo>
                <a:lnTo>
                  <a:pt x="133350" y="771525"/>
                </a:lnTo>
                <a:lnTo>
                  <a:pt x="133350" y="781050"/>
                </a:lnTo>
                <a:lnTo>
                  <a:pt x="123825" y="781050"/>
                </a:lnTo>
                <a:close/>
                <a:moveTo>
                  <a:pt x="266700" y="771525"/>
                </a:moveTo>
                <a:lnTo>
                  <a:pt x="276225" y="771525"/>
                </a:lnTo>
                <a:lnTo>
                  <a:pt x="276225" y="781050"/>
                </a:lnTo>
                <a:lnTo>
                  <a:pt x="266700" y="781050"/>
                </a:lnTo>
                <a:close/>
                <a:moveTo>
                  <a:pt x="1743075" y="771525"/>
                </a:moveTo>
                <a:lnTo>
                  <a:pt x="1752600" y="771525"/>
                </a:lnTo>
                <a:lnTo>
                  <a:pt x="1752600" y="781050"/>
                </a:lnTo>
                <a:lnTo>
                  <a:pt x="1743075" y="781050"/>
                </a:lnTo>
                <a:close/>
                <a:moveTo>
                  <a:pt x="1809750" y="771525"/>
                </a:moveTo>
                <a:lnTo>
                  <a:pt x="1819275" y="771525"/>
                </a:lnTo>
                <a:lnTo>
                  <a:pt x="1819275" y="781050"/>
                </a:lnTo>
                <a:lnTo>
                  <a:pt x="1809750" y="781050"/>
                </a:lnTo>
                <a:close/>
                <a:moveTo>
                  <a:pt x="142875" y="781050"/>
                </a:moveTo>
                <a:lnTo>
                  <a:pt x="152400" y="781050"/>
                </a:lnTo>
                <a:lnTo>
                  <a:pt x="152400" y="790575"/>
                </a:lnTo>
                <a:lnTo>
                  <a:pt x="142875" y="790575"/>
                </a:lnTo>
                <a:close/>
                <a:moveTo>
                  <a:pt x="1724025" y="781050"/>
                </a:moveTo>
                <a:lnTo>
                  <a:pt x="1733550" y="781050"/>
                </a:lnTo>
                <a:lnTo>
                  <a:pt x="1733550" y="790575"/>
                </a:lnTo>
                <a:lnTo>
                  <a:pt x="1724025" y="790575"/>
                </a:lnTo>
                <a:close/>
                <a:moveTo>
                  <a:pt x="1885950" y="781050"/>
                </a:moveTo>
                <a:lnTo>
                  <a:pt x="1905000" y="781050"/>
                </a:lnTo>
                <a:lnTo>
                  <a:pt x="1905000" y="790575"/>
                </a:lnTo>
                <a:lnTo>
                  <a:pt x="1885950" y="790575"/>
                </a:lnTo>
                <a:close/>
                <a:moveTo>
                  <a:pt x="2000250" y="781050"/>
                </a:moveTo>
                <a:lnTo>
                  <a:pt x="2019300" y="781050"/>
                </a:lnTo>
                <a:lnTo>
                  <a:pt x="2019300" y="790575"/>
                </a:lnTo>
                <a:lnTo>
                  <a:pt x="2000250" y="790575"/>
                </a:lnTo>
                <a:close/>
                <a:moveTo>
                  <a:pt x="161925" y="790575"/>
                </a:moveTo>
                <a:lnTo>
                  <a:pt x="171450" y="790575"/>
                </a:lnTo>
                <a:lnTo>
                  <a:pt x="171450" y="800100"/>
                </a:lnTo>
                <a:lnTo>
                  <a:pt x="161925" y="800100"/>
                </a:lnTo>
                <a:close/>
                <a:moveTo>
                  <a:pt x="190500" y="809625"/>
                </a:moveTo>
                <a:lnTo>
                  <a:pt x="200025" y="809625"/>
                </a:lnTo>
                <a:lnTo>
                  <a:pt x="200025" y="819150"/>
                </a:lnTo>
                <a:lnTo>
                  <a:pt x="190500" y="819150"/>
                </a:lnTo>
                <a:close/>
                <a:moveTo>
                  <a:pt x="276225" y="809625"/>
                </a:moveTo>
                <a:lnTo>
                  <a:pt x="285750" y="809625"/>
                </a:lnTo>
                <a:lnTo>
                  <a:pt x="285750" y="819150"/>
                </a:lnTo>
                <a:lnTo>
                  <a:pt x="276225" y="819150"/>
                </a:lnTo>
                <a:close/>
                <a:moveTo>
                  <a:pt x="1590675" y="809625"/>
                </a:moveTo>
                <a:lnTo>
                  <a:pt x="1600200" y="809625"/>
                </a:lnTo>
                <a:lnTo>
                  <a:pt x="1600200" y="819150"/>
                </a:lnTo>
                <a:lnTo>
                  <a:pt x="1590675" y="819150"/>
                </a:lnTo>
                <a:close/>
                <a:moveTo>
                  <a:pt x="1676400" y="809625"/>
                </a:moveTo>
                <a:lnTo>
                  <a:pt x="1685925" y="809625"/>
                </a:lnTo>
                <a:lnTo>
                  <a:pt x="1685925" y="819150"/>
                </a:lnTo>
                <a:lnTo>
                  <a:pt x="1676400" y="819150"/>
                </a:lnTo>
                <a:close/>
                <a:moveTo>
                  <a:pt x="209550" y="819150"/>
                </a:moveTo>
                <a:lnTo>
                  <a:pt x="219075" y="819150"/>
                </a:lnTo>
                <a:lnTo>
                  <a:pt x="219075" y="828675"/>
                </a:lnTo>
                <a:lnTo>
                  <a:pt x="209550" y="828675"/>
                </a:lnTo>
                <a:close/>
                <a:moveTo>
                  <a:pt x="1657350" y="819150"/>
                </a:moveTo>
                <a:lnTo>
                  <a:pt x="1666875" y="819150"/>
                </a:lnTo>
                <a:lnTo>
                  <a:pt x="1666875" y="828675"/>
                </a:lnTo>
                <a:lnTo>
                  <a:pt x="1657350" y="828675"/>
                </a:lnTo>
                <a:close/>
                <a:moveTo>
                  <a:pt x="276225" y="838200"/>
                </a:moveTo>
                <a:lnTo>
                  <a:pt x="295275" y="838200"/>
                </a:lnTo>
                <a:lnTo>
                  <a:pt x="295275" y="857250"/>
                </a:lnTo>
                <a:lnTo>
                  <a:pt x="266700" y="857250"/>
                </a:lnTo>
                <a:lnTo>
                  <a:pt x="266700" y="847725"/>
                </a:lnTo>
                <a:lnTo>
                  <a:pt x="276225" y="847725"/>
                </a:lnTo>
                <a:close/>
                <a:moveTo>
                  <a:pt x="1590675" y="838200"/>
                </a:moveTo>
                <a:lnTo>
                  <a:pt x="1600200" y="838200"/>
                </a:lnTo>
                <a:lnTo>
                  <a:pt x="1600200" y="857250"/>
                </a:lnTo>
                <a:lnTo>
                  <a:pt x="1590675" y="857250"/>
                </a:lnTo>
                <a:close/>
                <a:moveTo>
                  <a:pt x="1905000" y="876300"/>
                </a:moveTo>
                <a:lnTo>
                  <a:pt x="1914525" y="876300"/>
                </a:lnTo>
                <a:lnTo>
                  <a:pt x="1914525" y="885825"/>
                </a:lnTo>
                <a:lnTo>
                  <a:pt x="1905000" y="885825"/>
                </a:lnTo>
                <a:close/>
                <a:moveTo>
                  <a:pt x="1895475" y="1143000"/>
                </a:moveTo>
                <a:lnTo>
                  <a:pt x="1914525" y="1143000"/>
                </a:lnTo>
                <a:lnTo>
                  <a:pt x="1914525" y="1171575"/>
                </a:lnTo>
                <a:lnTo>
                  <a:pt x="1905000" y="1171575"/>
                </a:lnTo>
                <a:lnTo>
                  <a:pt x="1905000" y="1162050"/>
                </a:lnTo>
                <a:lnTo>
                  <a:pt x="1895475" y="1162050"/>
                </a:lnTo>
                <a:close/>
                <a:moveTo>
                  <a:pt x="1885950" y="1257300"/>
                </a:moveTo>
                <a:lnTo>
                  <a:pt x="1895475" y="1257300"/>
                </a:lnTo>
                <a:lnTo>
                  <a:pt x="1895475" y="1266825"/>
                </a:lnTo>
                <a:lnTo>
                  <a:pt x="1885950" y="1266825"/>
                </a:lnTo>
                <a:close/>
                <a:moveTo>
                  <a:pt x="0" y="1276350"/>
                </a:moveTo>
                <a:lnTo>
                  <a:pt x="9525" y="1276350"/>
                </a:lnTo>
                <a:lnTo>
                  <a:pt x="9525" y="1285875"/>
                </a:lnTo>
                <a:lnTo>
                  <a:pt x="0" y="1285875"/>
                </a:lnTo>
                <a:close/>
                <a:moveTo>
                  <a:pt x="0" y="1295400"/>
                </a:moveTo>
                <a:lnTo>
                  <a:pt x="9525" y="1295400"/>
                </a:lnTo>
                <a:lnTo>
                  <a:pt x="9525" y="1314450"/>
                </a:lnTo>
                <a:lnTo>
                  <a:pt x="0" y="1314450"/>
                </a:lnTo>
                <a:close/>
                <a:moveTo>
                  <a:pt x="1828800" y="1400175"/>
                </a:moveTo>
                <a:lnTo>
                  <a:pt x="1838325" y="1400175"/>
                </a:lnTo>
                <a:lnTo>
                  <a:pt x="1838325" y="1409700"/>
                </a:lnTo>
                <a:lnTo>
                  <a:pt x="1828800" y="1409700"/>
                </a:lnTo>
                <a:close/>
                <a:moveTo>
                  <a:pt x="47625" y="1419225"/>
                </a:moveTo>
                <a:lnTo>
                  <a:pt x="57150" y="1419225"/>
                </a:lnTo>
                <a:lnTo>
                  <a:pt x="57150" y="1428750"/>
                </a:lnTo>
                <a:lnTo>
                  <a:pt x="47625" y="1428750"/>
                </a:lnTo>
                <a:close/>
                <a:moveTo>
                  <a:pt x="1809750" y="1438275"/>
                </a:moveTo>
                <a:lnTo>
                  <a:pt x="1819275" y="1438275"/>
                </a:lnTo>
                <a:lnTo>
                  <a:pt x="1819275" y="1457325"/>
                </a:lnTo>
                <a:lnTo>
                  <a:pt x="1809750" y="1457325"/>
                </a:lnTo>
                <a:close/>
                <a:moveTo>
                  <a:pt x="66675" y="1447800"/>
                </a:moveTo>
                <a:lnTo>
                  <a:pt x="76200" y="1447800"/>
                </a:lnTo>
                <a:lnTo>
                  <a:pt x="76200" y="1466850"/>
                </a:lnTo>
                <a:lnTo>
                  <a:pt x="66675" y="1466850"/>
                </a:lnTo>
                <a:close/>
                <a:moveTo>
                  <a:pt x="1790700" y="1485900"/>
                </a:moveTo>
                <a:lnTo>
                  <a:pt x="1800225" y="1485900"/>
                </a:lnTo>
                <a:lnTo>
                  <a:pt x="1800225" y="1495425"/>
                </a:lnTo>
                <a:lnTo>
                  <a:pt x="1790700" y="1495425"/>
                </a:lnTo>
                <a:close/>
                <a:moveTo>
                  <a:pt x="1771650" y="1514475"/>
                </a:moveTo>
                <a:lnTo>
                  <a:pt x="1781175" y="1514475"/>
                </a:lnTo>
                <a:lnTo>
                  <a:pt x="1781175" y="1524000"/>
                </a:lnTo>
                <a:lnTo>
                  <a:pt x="1771650" y="1524000"/>
                </a:lnTo>
                <a:close/>
                <a:moveTo>
                  <a:pt x="104775" y="1524000"/>
                </a:moveTo>
                <a:lnTo>
                  <a:pt x="114300" y="1524000"/>
                </a:lnTo>
                <a:lnTo>
                  <a:pt x="114300" y="1533525"/>
                </a:lnTo>
                <a:lnTo>
                  <a:pt x="104775" y="1533525"/>
                </a:lnTo>
                <a:close/>
                <a:moveTo>
                  <a:pt x="1752600" y="1543050"/>
                </a:moveTo>
                <a:lnTo>
                  <a:pt x="1762125" y="1543050"/>
                </a:lnTo>
                <a:lnTo>
                  <a:pt x="1762125" y="1552575"/>
                </a:lnTo>
                <a:lnTo>
                  <a:pt x="1752600" y="1552575"/>
                </a:lnTo>
                <a:close/>
                <a:moveTo>
                  <a:pt x="1743075" y="1552575"/>
                </a:moveTo>
                <a:lnTo>
                  <a:pt x="1752600" y="1552575"/>
                </a:lnTo>
                <a:lnTo>
                  <a:pt x="1752600" y="1562100"/>
                </a:lnTo>
                <a:lnTo>
                  <a:pt x="1743075" y="1562100"/>
                </a:lnTo>
                <a:close/>
                <a:moveTo>
                  <a:pt x="1733550" y="1562100"/>
                </a:moveTo>
                <a:lnTo>
                  <a:pt x="1743075" y="1562100"/>
                </a:lnTo>
                <a:lnTo>
                  <a:pt x="1743075" y="1581150"/>
                </a:lnTo>
                <a:lnTo>
                  <a:pt x="1733550" y="1581150"/>
                </a:lnTo>
                <a:close/>
                <a:moveTo>
                  <a:pt x="1724025" y="1581150"/>
                </a:moveTo>
                <a:lnTo>
                  <a:pt x="1733550" y="1581150"/>
                </a:lnTo>
                <a:lnTo>
                  <a:pt x="1733550" y="1590675"/>
                </a:lnTo>
                <a:lnTo>
                  <a:pt x="1724025" y="1590675"/>
                </a:lnTo>
                <a:close/>
                <a:moveTo>
                  <a:pt x="152400" y="1590675"/>
                </a:moveTo>
                <a:lnTo>
                  <a:pt x="161925" y="1590675"/>
                </a:lnTo>
                <a:lnTo>
                  <a:pt x="161925" y="1600200"/>
                </a:lnTo>
                <a:lnTo>
                  <a:pt x="152400" y="1600200"/>
                </a:lnTo>
                <a:close/>
                <a:moveTo>
                  <a:pt x="161925" y="1600200"/>
                </a:moveTo>
                <a:lnTo>
                  <a:pt x="171450" y="1600200"/>
                </a:lnTo>
                <a:lnTo>
                  <a:pt x="171450" y="1609725"/>
                </a:lnTo>
                <a:lnTo>
                  <a:pt x="161925" y="1609725"/>
                </a:lnTo>
                <a:close/>
                <a:moveTo>
                  <a:pt x="1704975" y="1609725"/>
                </a:moveTo>
                <a:lnTo>
                  <a:pt x="1714500" y="1609725"/>
                </a:lnTo>
                <a:lnTo>
                  <a:pt x="1714500" y="1619250"/>
                </a:lnTo>
                <a:lnTo>
                  <a:pt x="1704975" y="1619250"/>
                </a:lnTo>
                <a:close/>
                <a:moveTo>
                  <a:pt x="1695450" y="1619250"/>
                </a:moveTo>
                <a:lnTo>
                  <a:pt x="1704975" y="1619250"/>
                </a:lnTo>
                <a:lnTo>
                  <a:pt x="1704975" y="1628775"/>
                </a:lnTo>
                <a:lnTo>
                  <a:pt x="1695450" y="1628775"/>
                </a:lnTo>
                <a:close/>
                <a:moveTo>
                  <a:pt x="180975" y="1628775"/>
                </a:moveTo>
                <a:lnTo>
                  <a:pt x="190500" y="1628775"/>
                </a:lnTo>
                <a:lnTo>
                  <a:pt x="190500" y="1638300"/>
                </a:lnTo>
                <a:lnTo>
                  <a:pt x="180975" y="1638300"/>
                </a:lnTo>
                <a:close/>
                <a:moveTo>
                  <a:pt x="1676400" y="1628775"/>
                </a:moveTo>
                <a:lnTo>
                  <a:pt x="1695450" y="1628775"/>
                </a:lnTo>
                <a:lnTo>
                  <a:pt x="1695450" y="1638300"/>
                </a:lnTo>
                <a:lnTo>
                  <a:pt x="1685925" y="1638300"/>
                </a:lnTo>
                <a:lnTo>
                  <a:pt x="1685925" y="1647825"/>
                </a:lnTo>
                <a:lnTo>
                  <a:pt x="1676400" y="1647825"/>
                </a:lnTo>
                <a:close/>
                <a:moveTo>
                  <a:pt x="190500" y="1638300"/>
                </a:moveTo>
                <a:lnTo>
                  <a:pt x="200025" y="1638300"/>
                </a:lnTo>
                <a:lnTo>
                  <a:pt x="200025" y="1647825"/>
                </a:lnTo>
                <a:lnTo>
                  <a:pt x="190500" y="1647825"/>
                </a:lnTo>
                <a:close/>
              </a:path>
            </a:pathLst>
          </a:custGeom>
          <a:solidFill xmlns:a="http://schemas.openxmlformats.org/drawingml/2006/main">
            <a:srgbClr val="EEE1DB"/>
          </a:solidFill>
          <a:ln xmlns:a="http://schemas.openxmlformats.org/drawingml/2006/main" w="0">
            <a:noFill/>
          </a:ln>
        </p:spPr>
      </p:sp>
      <p:sp>
        <p:nvSpPr>
          <p:cNvPr id="58" name="juan vector #d1e3fb">
            <a:extLst xmlns:a="http://schemas.openxmlformats.org/drawingml/2006/main">
              <a:ext uri="{FF2B5EF4-FFF2-40B4-BE49-F238E27FC236}">
                <a16:creationId xmlns:a16="http://schemas.microsoft.com/office/drawing/2014/main" id="{FFCDD49D-E4F8-4025-B006-30FB7424C83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48900" y="2552700"/>
            <a:ext cx="2085975" cy="2085975"/>
          </a:xfrm>
          <a:custGeom xmlns:a="http://schemas.openxmlformats.org/drawingml/2006/main">
            <a:pathLst>
              <a:path w="2085975" h="2085975">
                <a:moveTo>
                  <a:pt x="133350" y="57150"/>
                </a:moveTo>
                <a:lnTo>
                  <a:pt x="142875" y="57150"/>
                </a:lnTo>
                <a:lnTo>
                  <a:pt x="142875" y="66675"/>
                </a:lnTo>
                <a:lnTo>
                  <a:pt x="133350" y="66675"/>
                </a:lnTo>
                <a:close/>
                <a:moveTo>
                  <a:pt x="0" y="104775"/>
                </a:moveTo>
                <a:lnTo>
                  <a:pt x="9525" y="104775"/>
                </a:lnTo>
                <a:lnTo>
                  <a:pt x="9525" y="114300"/>
                </a:lnTo>
                <a:lnTo>
                  <a:pt x="0" y="114300"/>
                </a:lnTo>
                <a:close/>
                <a:moveTo>
                  <a:pt x="76200" y="104775"/>
                </a:moveTo>
                <a:lnTo>
                  <a:pt x="95250" y="104775"/>
                </a:lnTo>
                <a:lnTo>
                  <a:pt x="95250" y="114300"/>
                </a:lnTo>
                <a:lnTo>
                  <a:pt x="123825" y="114300"/>
                </a:lnTo>
                <a:lnTo>
                  <a:pt x="123825" y="123825"/>
                </a:lnTo>
                <a:lnTo>
                  <a:pt x="152400" y="123825"/>
                </a:lnTo>
                <a:lnTo>
                  <a:pt x="152400" y="133350"/>
                </a:lnTo>
                <a:lnTo>
                  <a:pt x="200025" y="133350"/>
                </a:lnTo>
                <a:lnTo>
                  <a:pt x="200025" y="142875"/>
                </a:lnTo>
                <a:lnTo>
                  <a:pt x="228600" y="142875"/>
                </a:lnTo>
                <a:lnTo>
                  <a:pt x="228600" y="152400"/>
                </a:lnTo>
                <a:lnTo>
                  <a:pt x="266700" y="152400"/>
                </a:lnTo>
                <a:lnTo>
                  <a:pt x="266700" y="161925"/>
                </a:lnTo>
                <a:lnTo>
                  <a:pt x="285750" y="161925"/>
                </a:lnTo>
                <a:lnTo>
                  <a:pt x="285750" y="171450"/>
                </a:lnTo>
                <a:lnTo>
                  <a:pt x="304800" y="171450"/>
                </a:lnTo>
                <a:lnTo>
                  <a:pt x="304800" y="180975"/>
                </a:lnTo>
                <a:lnTo>
                  <a:pt x="295275" y="180975"/>
                </a:lnTo>
                <a:lnTo>
                  <a:pt x="295275" y="200025"/>
                </a:lnTo>
                <a:lnTo>
                  <a:pt x="257175" y="200025"/>
                </a:lnTo>
                <a:lnTo>
                  <a:pt x="257175" y="190500"/>
                </a:lnTo>
                <a:lnTo>
                  <a:pt x="247650" y="190500"/>
                </a:lnTo>
                <a:lnTo>
                  <a:pt x="247650" y="180975"/>
                </a:lnTo>
                <a:lnTo>
                  <a:pt x="238125" y="180975"/>
                </a:lnTo>
                <a:lnTo>
                  <a:pt x="238125" y="171450"/>
                </a:lnTo>
                <a:lnTo>
                  <a:pt x="209550" y="171450"/>
                </a:lnTo>
                <a:lnTo>
                  <a:pt x="209550" y="180975"/>
                </a:lnTo>
                <a:lnTo>
                  <a:pt x="190500" y="180975"/>
                </a:lnTo>
                <a:lnTo>
                  <a:pt x="190500" y="190500"/>
                </a:lnTo>
                <a:lnTo>
                  <a:pt x="171450" y="190500"/>
                </a:lnTo>
                <a:lnTo>
                  <a:pt x="171450" y="200025"/>
                </a:lnTo>
                <a:lnTo>
                  <a:pt x="152400" y="200025"/>
                </a:lnTo>
                <a:lnTo>
                  <a:pt x="152400" y="180975"/>
                </a:lnTo>
                <a:lnTo>
                  <a:pt x="133350" y="180975"/>
                </a:lnTo>
                <a:lnTo>
                  <a:pt x="133350" y="171450"/>
                </a:lnTo>
                <a:lnTo>
                  <a:pt x="104775" y="171450"/>
                </a:lnTo>
                <a:lnTo>
                  <a:pt x="104775" y="180975"/>
                </a:lnTo>
                <a:lnTo>
                  <a:pt x="95250" y="180975"/>
                </a:lnTo>
                <a:lnTo>
                  <a:pt x="95250" y="190500"/>
                </a:lnTo>
                <a:lnTo>
                  <a:pt x="85725" y="190500"/>
                </a:lnTo>
                <a:lnTo>
                  <a:pt x="85725" y="180975"/>
                </a:lnTo>
                <a:lnTo>
                  <a:pt x="76200" y="180975"/>
                </a:lnTo>
                <a:lnTo>
                  <a:pt x="76200" y="171450"/>
                </a:lnTo>
                <a:lnTo>
                  <a:pt x="66675" y="171450"/>
                </a:lnTo>
                <a:lnTo>
                  <a:pt x="66675" y="152400"/>
                </a:lnTo>
                <a:lnTo>
                  <a:pt x="38100" y="152400"/>
                </a:lnTo>
                <a:lnTo>
                  <a:pt x="38100" y="142875"/>
                </a:lnTo>
                <a:lnTo>
                  <a:pt x="28575" y="142875"/>
                </a:lnTo>
                <a:lnTo>
                  <a:pt x="28575" y="133350"/>
                </a:lnTo>
                <a:lnTo>
                  <a:pt x="38100" y="133350"/>
                </a:lnTo>
                <a:lnTo>
                  <a:pt x="38100" y="123825"/>
                </a:lnTo>
                <a:lnTo>
                  <a:pt x="76200" y="123825"/>
                </a:lnTo>
                <a:close/>
                <a:moveTo>
                  <a:pt x="276225" y="104775"/>
                </a:moveTo>
                <a:lnTo>
                  <a:pt x="285750" y="104775"/>
                </a:lnTo>
                <a:lnTo>
                  <a:pt x="285750" y="114300"/>
                </a:lnTo>
                <a:lnTo>
                  <a:pt x="276225" y="114300"/>
                </a:lnTo>
                <a:close/>
                <a:moveTo>
                  <a:pt x="428625" y="114300"/>
                </a:moveTo>
                <a:lnTo>
                  <a:pt x="438150" y="114300"/>
                </a:lnTo>
                <a:lnTo>
                  <a:pt x="438150" y="123825"/>
                </a:lnTo>
                <a:lnTo>
                  <a:pt x="428625" y="123825"/>
                </a:lnTo>
                <a:close/>
                <a:moveTo>
                  <a:pt x="1962150" y="123825"/>
                </a:moveTo>
                <a:lnTo>
                  <a:pt x="1981200" y="123825"/>
                </a:lnTo>
                <a:lnTo>
                  <a:pt x="1981200" y="133350"/>
                </a:lnTo>
                <a:lnTo>
                  <a:pt x="1962150" y="133350"/>
                </a:lnTo>
                <a:close/>
                <a:moveTo>
                  <a:pt x="1647825" y="133350"/>
                </a:moveTo>
                <a:lnTo>
                  <a:pt x="1704975" y="133350"/>
                </a:lnTo>
                <a:lnTo>
                  <a:pt x="1704975" y="152400"/>
                </a:lnTo>
                <a:lnTo>
                  <a:pt x="1695450" y="152400"/>
                </a:lnTo>
                <a:lnTo>
                  <a:pt x="1695450" y="171450"/>
                </a:lnTo>
                <a:lnTo>
                  <a:pt x="1685925" y="171450"/>
                </a:lnTo>
                <a:lnTo>
                  <a:pt x="1685925" y="247650"/>
                </a:lnTo>
                <a:lnTo>
                  <a:pt x="1676400" y="247650"/>
                </a:lnTo>
                <a:lnTo>
                  <a:pt x="1676400" y="238125"/>
                </a:lnTo>
                <a:lnTo>
                  <a:pt x="1666875" y="238125"/>
                </a:lnTo>
                <a:lnTo>
                  <a:pt x="1666875" y="228600"/>
                </a:lnTo>
                <a:lnTo>
                  <a:pt x="1657350" y="228600"/>
                </a:lnTo>
                <a:lnTo>
                  <a:pt x="1657350" y="247650"/>
                </a:lnTo>
                <a:lnTo>
                  <a:pt x="1647825" y="247650"/>
                </a:lnTo>
                <a:lnTo>
                  <a:pt x="1647825" y="180975"/>
                </a:lnTo>
                <a:lnTo>
                  <a:pt x="1619250" y="180975"/>
                </a:lnTo>
                <a:lnTo>
                  <a:pt x="1619250" y="200025"/>
                </a:lnTo>
                <a:lnTo>
                  <a:pt x="1628775" y="200025"/>
                </a:lnTo>
                <a:lnTo>
                  <a:pt x="1628775" y="228600"/>
                </a:lnTo>
                <a:lnTo>
                  <a:pt x="1609725" y="228600"/>
                </a:lnTo>
                <a:lnTo>
                  <a:pt x="1609725" y="209550"/>
                </a:lnTo>
                <a:lnTo>
                  <a:pt x="1590675" y="209550"/>
                </a:lnTo>
                <a:lnTo>
                  <a:pt x="1590675" y="200025"/>
                </a:lnTo>
                <a:lnTo>
                  <a:pt x="1581150" y="200025"/>
                </a:lnTo>
                <a:lnTo>
                  <a:pt x="1581150" y="171450"/>
                </a:lnTo>
                <a:lnTo>
                  <a:pt x="1600200" y="171450"/>
                </a:lnTo>
                <a:lnTo>
                  <a:pt x="1600200" y="152400"/>
                </a:lnTo>
                <a:lnTo>
                  <a:pt x="1609725" y="152400"/>
                </a:lnTo>
                <a:lnTo>
                  <a:pt x="1609725" y="161925"/>
                </a:lnTo>
                <a:lnTo>
                  <a:pt x="1638300" y="161925"/>
                </a:lnTo>
                <a:lnTo>
                  <a:pt x="1638300" y="142875"/>
                </a:lnTo>
                <a:lnTo>
                  <a:pt x="1647825" y="142875"/>
                </a:lnTo>
                <a:close/>
                <a:moveTo>
                  <a:pt x="1714500" y="133350"/>
                </a:moveTo>
                <a:lnTo>
                  <a:pt x="1733550" y="133350"/>
                </a:lnTo>
                <a:lnTo>
                  <a:pt x="1733550" y="142875"/>
                </a:lnTo>
                <a:lnTo>
                  <a:pt x="1714500" y="142875"/>
                </a:lnTo>
                <a:close/>
                <a:moveTo>
                  <a:pt x="1752600" y="133350"/>
                </a:moveTo>
                <a:lnTo>
                  <a:pt x="1762125" y="133350"/>
                </a:lnTo>
                <a:lnTo>
                  <a:pt x="1762125" y="142875"/>
                </a:lnTo>
                <a:lnTo>
                  <a:pt x="1752600" y="142875"/>
                </a:lnTo>
                <a:close/>
                <a:moveTo>
                  <a:pt x="1952625" y="133350"/>
                </a:moveTo>
                <a:lnTo>
                  <a:pt x="1962150" y="133350"/>
                </a:lnTo>
                <a:lnTo>
                  <a:pt x="1962150" y="142875"/>
                </a:lnTo>
                <a:lnTo>
                  <a:pt x="1952625" y="142875"/>
                </a:lnTo>
                <a:close/>
                <a:moveTo>
                  <a:pt x="57150" y="142875"/>
                </a:moveTo>
                <a:lnTo>
                  <a:pt x="66675" y="142875"/>
                </a:lnTo>
                <a:lnTo>
                  <a:pt x="66675" y="133350"/>
                </a:lnTo>
                <a:lnTo>
                  <a:pt x="57150" y="133350"/>
                </a:lnTo>
                <a:close/>
                <a:moveTo>
                  <a:pt x="1781175" y="142875"/>
                </a:moveTo>
                <a:lnTo>
                  <a:pt x="1800225" y="142875"/>
                </a:lnTo>
                <a:lnTo>
                  <a:pt x="1800225" y="152400"/>
                </a:lnTo>
                <a:lnTo>
                  <a:pt x="1809750" y="152400"/>
                </a:lnTo>
                <a:lnTo>
                  <a:pt x="1809750" y="161925"/>
                </a:lnTo>
                <a:lnTo>
                  <a:pt x="1819275" y="161925"/>
                </a:lnTo>
                <a:lnTo>
                  <a:pt x="1819275" y="171450"/>
                </a:lnTo>
                <a:lnTo>
                  <a:pt x="1828800" y="171450"/>
                </a:lnTo>
                <a:lnTo>
                  <a:pt x="1828800" y="180975"/>
                </a:lnTo>
                <a:lnTo>
                  <a:pt x="1809750" y="180975"/>
                </a:lnTo>
                <a:lnTo>
                  <a:pt x="1809750" y="247650"/>
                </a:lnTo>
                <a:lnTo>
                  <a:pt x="1800225" y="247650"/>
                </a:lnTo>
                <a:lnTo>
                  <a:pt x="1800225" y="238125"/>
                </a:lnTo>
                <a:lnTo>
                  <a:pt x="1790700" y="238125"/>
                </a:lnTo>
                <a:lnTo>
                  <a:pt x="1790700" y="257175"/>
                </a:lnTo>
                <a:lnTo>
                  <a:pt x="1781175" y="257175"/>
                </a:lnTo>
                <a:lnTo>
                  <a:pt x="1781175" y="247650"/>
                </a:lnTo>
                <a:lnTo>
                  <a:pt x="1771650" y="247650"/>
                </a:lnTo>
                <a:lnTo>
                  <a:pt x="1771650" y="257175"/>
                </a:lnTo>
                <a:lnTo>
                  <a:pt x="1752600" y="257175"/>
                </a:lnTo>
                <a:lnTo>
                  <a:pt x="1752600" y="266700"/>
                </a:lnTo>
                <a:lnTo>
                  <a:pt x="1733550" y="266700"/>
                </a:lnTo>
                <a:lnTo>
                  <a:pt x="1733550" y="247650"/>
                </a:lnTo>
                <a:lnTo>
                  <a:pt x="1724025" y="247650"/>
                </a:lnTo>
                <a:lnTo>
                  <a:pt x="1724025" y="257175"/>
                </a:lnTo>
                <a:lnTo>
                  <a:pt x="1714500" y="257175"/>
                </a:lnTo>
                <a:lnTo>
                  <a:pt x="1714500" y="228600"/>
                </a:lnTo>
                <a:lnTo>
                  <a:pt x="1704975" y="228600"/>
                </a:lnTo>
                <a:lnTo>
                  <a:pt x="1704975" y="190500"/>
                </a:lnTo>
                <a:lnTo>
                  <a:pt x="1714500" y="190500"/>
                </a:lnTo>
                <a:lnTo>
                  <a:pt x="1714500" y="171450"/>
                </a:lnTo>
                <a:lnTo>
                  <a:pt x="1724025" y="171450"/>
                </a:lnTo>
                <a:lnTo>
                  <a:pt x="1724025" y="161925"/>
                </a:lnTo>
                <a:lnTo>
                  <a:pt x="1762125" y="161925"/>
                </a:lnTo>
                <a:lnTo>
                  <a:pt x="1762125" y="171450"/>
                </a:lnTo>
                <a:lnTo>
                  <a:pt x="1771650" y="171450"/>
                </a:lnTo>
                <a:lnTo>
                  <a:pt x="1771650" y="180975"/>
                </a:lnTo>
                <a:lnTo>
                  <a:pt x="1781175" y="180975"/>
                </a:lnTo>
                <a:lnTo>
                  <a:pt x="1781175" y="171450"/>
                </a:lnTo>
                <a:lnTo>
                  <a:pt x="1790700" y="171450"/>
                </a:lnTo>
                <a:lnTo>
                  <a:pt x="1790700" y="152400"/>
                </a:lnTo>
                <a:lnTo>
                  <a:pt x="1781175" y="152400"/>
                </a:lnTo>
                <a:close/>
                <a:moveTo>
                  <a:pt x="1943100" y="161925"/>
                </a:moveTo>
                <a:lnTo>
                  <a:pt x="1952625" y="161925"/>
                </a:lnTo>
                <a:lnTo>
                  <a:pt x="1952625" y="171450"/>
                </a:lnTo>
                <a:lnTo>
                  <a:pt x="1943100" y="171450"/>
                </a:lnTo>
                <a:close/>
                <a:moveTo>
                  <a:pt x="457200" y="171450"/>
                </a:moveTo>
                <a:lnTo>
                  <a:pt x="466725" y="171450"/>
                </a:lnTo>
                <a:lnTo>
                  <a:pt x="466725" y="180975"/>
                </a:lnTo>
                <a:lnTo>
                  <a:pt x="476250" y="180975"/>
                </a:lnTo>
                <a:lnTo>
                  <a:pt x="476250" y="200025"/>
                </a:lnTo>
                <a:lnTo>
                  <a:pt x="485775" y="200025"/>
                </a:lnTo>
                <a:lnTo>
                  <a:pt x="485775" y="228600"/>
                </a:lnTo>
                <a:lnTo>
                  <a:pt x="495300" y="228600"/>
                </a:lnTo>
                <a:lnTo>
                  <a:pt x="495300" y="238125"/>
                </a:lnTo>
                <a:lnTo>
                  <a:pt x="476250" y="238125"/>
                </a:lnTo>
                <a:lnTo>
                  <a:pt x="476250" y="247650"/>
                </a:lnTo>
                <a:lnTo>
                  <a:pt x="466725" y="247650"/>
                </a:lnTo>
                <a:lnTo>
                  <a:pt x="466725" y="266700"/>
                </a:lnTo>
                <a:lnTo>
                  <a:pt x="447675" y="266700"/>
                </a:lnTo>
                <a:lnTo>
                  <a:pt x="447675" y="209550"/>
                </a:lnTo>
                <a:lnTo>
                  <a:pt x="438150" y="209550"/>
                </a:lnTo>
                <a:lnTo>
                  <a:pt x="438150" y="190500"/>
                </a:lnTo>
                <a:lnTo>
                  <a:pt x="447675" y="190500"/>
                </a:lnTo>
                <a:lnTo>
                  <a:pt x="447675" y="180975"/>
                </a:lnTo>
                <a:lnTo>
                  <a:pt x="457200" y="180975"/>
                </a:lnTo>
                <a:close/>
                <a:moveTo>
                  <a:pt x="1876425" y="171450"/>
                </a:moveTo>
                <a:lnTo>
                  <a:pt x="1885950" y="171450"/>
                </a:lnTo>
                <a:lnTo>
                  <a:pt x="1885950" y="180975"/>
                </a:lnTo>
                <a:lnTo>
                  <a:pt x="1895475" y="180975"/>
                </a:lnTo>
                <a:lnTo>
                  <a:pt x="1895475" y="190500"/>
                </a:lnTo>
                <a:lnTo>
                  <a:pt x="1876425" y="190500"/>
                </a:lnTo>
                <a:lnTo>
                  <a:pt x="1876425" y="247650"/>
                </a:lnTo>
                <a:lnTo>
                  <a:pt x="1857375" y="247650"/>
                </a:lnTo>
                <a:lnTo>
                  <a:pt x="1857375" y="238125"/>
                </a:lnTo>
                <a:lnTo>
                  <a:pt x="1847850" y="238125"/>
                </a:lnTo>
                <a:lnTo>
                  <a:pt x="1847850" y="266700"/>
                </a:lnTo>
                <a:lnTo>
                  <a:pt x="1838325" y="266700"/>
                </a:lnTo>
                <a:lnTo>
                  <a:pt x="1838325" y="257175"/>
                </a:lnTo>
                <a:lnTo>
                  <a:pt x="1828800" y="257175"/>
                </a:lnTo>
                <a:lnTo>
                  <a:pt x="1828800" y="180975"/>
                </a:lnTo>
                <a:lnTo>
                  <a:pt x="1838325" y="180975"/>
                </a:lnTo>
                <a:lnTo>
                  <a:pt x="1838325" y="190500"/>
                </a:lnTo>
                <a:lnTo>
                  <a:pt x="1847850" y="190500"/>
                </a:lnTo>
                <a:lnTo>
                  <a:pt x="1847850" y="200025"/>
                </a:lnTo>
                <a:lnTo>
                  <a:pt x="1838325" y="200025"/>
                </a:lnTo>
                <a:lnTo>
                  <a:pt x="1838325" y="209550"/>
                </a:lnTo>
                <a:lnTo>
                  <a:pt x="1847850" y="209550"/>
                </a:lnTo>
                <a:lnTo>
                  <a:pt x="1847850" y="219075"/>
                </a:lnTo>
                <a:lnTo>
                  <a:pt x="1857375" y="219075"/>
                </a:lnTo>
                <a:lnTo>
                  <a:pt x="1857375" y="200025"/>
                </a:lnTo>
                <a:lnTo>
                  <a:pt x="1866900" y="200025"/>
                </a:lnTo>
                <a:lnTo>
                  <a:pt x="1866900" y="180975"/>
                </a:lnTo>
                <a:lnTo>
                  <a:pt x="1876425" y="180975"/>
                </a:lnTo>
                <a:close/>
                <a:moveTo>
                  <a:pt x="1933575" y="171450"/>
                </a:moveTo>
                <a:lnTo>
                  <a:pt x="1943100" y="171450"/>
                </a:lnTo>
                <a:lnTo>
                  <a:pt x="1943100" y="180975"/>
                </a:lnTo>
                <a:lnTo>
                  <a:pt x="1933575" y="180975"/>
                </a:lnTo>
                <a:close/>
                <a:moveTo>
                  <a:pt x="2028825" y="171450"/>
                </a:moveTo>
                <a:lnTo>
                  <a:pt x="2057400" y="171450"/>
                </a:lnTo>
                <a:lnTo>
                  <a:pt x="2057400" y="180975"/>
                </a:lnTo>
                <a:lnTo>
                  <a:pt x="2028825" y="180975"/>
                </a:lnTo>
                <a:close/>
                <a:moveTo>
                  <a:pt x="1924050" y="180975"/>
                </a:moveTo>
                <a:lnTo>
                  <a:pt x="1933575" y="180975"/>
                </a:lnTo>
                <a:lnTo>
                  <a:pt x="1933575" y="190500"/>
                </a:lnTo>
                <a:lnTo>
                  <a:pt x="1924050" y="190500"/>
                </a:lnTo>
                <a:close/>
                <a:moveTo>
                  <a:pt x="2019300" y="180975"/>
                </a:moveTo>
                <a:lnTo>
                  <a:pt x="2028825" y="180975"/>
                </a:lnTo>
                <a:lnTo>
                  <a:pt x="2028825" y="276225"/>
                </a:lnTo>
                <a:lnTo>
                  <a:pt x="2019300" y="276225"/>
                </a:lnTo>
                <a:close/>
                <a:moveTo>
                  <a:pt x="1914525" y="190500"/>
                </a:moveTo>
                <a:lnTo>
                  <a:pt x="1924050" y="190500"/>
                </a:lnTo>
                <a:lnTo>
                  <a:pt x="1924050" y="200025"/>
                </a:lnTo>
                <a:lnTo>
                  <a:pt x="1914525" y="200025"/>
                </a:lnTo>
                <a:close/>
                <a:moveTo>
                  <a:pt x="133350" y="200025"/>
                </a:moveTo>
                <a:lnTo>
                  <a:pt x="152400" y="200025"/>
                </a:lnTo>
                <a:lnTo>
                  <a:pt x="152400" y="209550"/>
                </a:lnTo>
                <a:lnTo>
                  <a:pt x="133350" y="209550"/>
                </a:lnTo>
                <a:close/>
                <a:moveTo>
                  <a:pt x="1962150" y="209550"/>
                </a:moveTo>
                <a:lnTo>
                  <a:pt x="1971675" y="209550"/>
                </a:lnTo>
                <a:lnTo>
                  <a:pt x="1971675" y="219075"/>
                </a:lnTo>
                <a:lnTo>
                  <a:pt x="1962150" y="219075"/>
                </a:lnTo>
                <a:close/>
                <a:moveTo>
                  <a:pt x="133350" y="219075"/>
                </a:moveTo>
                <a:lnTo>
                  <a:pt x="142875" y="219075"/>
                </a:lnTo>
                <a:lnTo>
                  <a:pt x="142875" y="228600"/>
                </a:lnTo>
                <a:lnTo>
                  <a:pt x="133350" y="228600"/>
                </a:lnTo>
                <a:close/>
                <a:moveTo>
                  <a:pt x="266700" y="219075"/>
                </a:moveTo>
                <a:lnTo>
                  <a:pt x="276225" y="219075"/>
                </a:lnTo>
                <a:lnTo>
                  <a:pt x="276225" y="228600"/>
                </a:lnTo>
                <a:lnTo>
                  <a:pt x="266700" y="228600"/>
                </a:lnTo>
                <a:close/>
                <a:moveTo>
                  <a:pt x="257175" y="228600"/>
                </a:moveTo>
                <a:lnTo>
                  <a:pt x="266700" y="228600"/>
                </a:lnTo>
                <a:lnTo>
                  <a:pt x="266700" y="247650"/>
                </a:lnTo>
                <a:lnTo>
                  <a:pt x="257175" y="247650"/>
                </a:lnTo>
                <a:close/>
                <a:moveTo>
                  <a:pt x="76200" y="257175"/>
                </a:moveTo>
                <a:lnTo>
                  <a:pt x="85725" y="257175"/>
                </a:lnTo>
                <a:lnTo>
                  <a:pt x="85725" y="276225"/>
                </a:lnTo>
                <a:lnTo>
                  <a:pt x="76200" y="276225"/>
                </a:lnTo>
                <a:close/>
                <a:moveTo>
                  <a:pt x="9525" y="266700"/>
                </a:moveTo>
                <a:lnTo>
                  <a:pt x="19050" y="266700"/>
                </a:lnTo>
                <a:lnTo>
                  <a:pt x="19050" y="276225"/>
                </a:lnTo>
                <a:lnTo>
                  <a:pt x="28575" y="276225"/>
                </a:lnTo>
                <a:lnTo>
                  <a:pt x="28575" y="285750"/>
                </a:lnTo>
                <a:lnTo>
                  <a:pt x="38100" y="285750"/>
                </a:lnTo>
                <a:lnTo>
                  <a:pt x="38100" y="314325"/>
                </a:lnTo>
                <a:lnTo>
                  <a:pt x="47625" y="314325"/>
                </a:lnTo>
                <a:lnTo>
                  <a:pt x="47625" y="333375"/>
                </a:lnTo>
                <a:lnTo>
                  <a:pt x="95250" y="333375"/>
                </a:lnTo>
                <a:lnTo>
                  <a:pt x="95250" y="342900"/>
                </a:lnTo>
                <a:lnTo>
                  <a:pt x="114300" y="342900"/>
                </a:lnTo>
                <a:lnTo>
                  <a:pt x="114300" y="352425"/>
                </a:lnTo>
                <a:lnTo>
                  <a:pt x="123825" y="352425"/>
                </a:lnTo>
                <a:lnTo>
                  <a:pt x="123825" y="361950"/>
                </a:lnTo>
                <a:lnTo>
                  <a:pt x="114300" y="361950"/>
                </a:lnTo>
                <a:lnTo>
                  <a:pt x="114300" y="390525"/>
                </a:lnTo>
                <a:lnTo>
                  <a:pt x="104775" y="390525"/>
                </a:lnTo>
                <a:lnTo>
                  <a:pt x="104775" y="400050"/>
                </a:lnTo>
                <a:lnTo>
                  <a:pt x="95250" y="400050"/>
                </a:lnTo>
                <a:lnTo>
                  <a:pt x="95250" y="409575"/>
                </a:lnTo>
                <a:lnTo>
                  <a:pt x="85725" y="409575"/>
                </a:lnTo>
                <a:lnTo>
                  <a:pt x="85725" y="419100"/>
                </a:lnTo>
                <a:lnTo>
                  <a:pt x="76200" y="419100"/>
                </a:lnTo>
                <a:lnTo>
                  <a:pt x="76200" y="438150"/>
                </a:lnTo>
                <a:lnTo>
                  <a:pt x="66675" y="438150"/>
                </a:lnTo>
                <a:lnTo>
                  <a:pt x="66675" y="419100"/>
                </a:lnTo>
                <a:lnTo>
                  <a:pt x="57150" y="419100"/>
                </a:lnTo>
                <a:lnTo>
                  <a:pt x="57150" y="428625"/>
                </a:lnTo>
                <a:lnTo>
                  <a:pt x="47625" y="428625"/>
                </a:lnTo>
                <a:lnTo>
                  <a:pt x="47625" y="419100"/>
                </a:lnTo>
                <a:lnTo>
                  <a:pt x="28575" y="419100"/>
                </a:lnTo>
                <a:lnTo>
                  <a:pt x="28575" y="400050"/>
                </a:lnTo>
                <a:lnTo>
                  <a:pt x="19050" y="400050"/>
                </a:lnTo>
                <a:lnTo>
                  <a:pt x="19050" y="371475"/>
                </a:lnTo>
                <a:lnTo>
                  <a:pt x="9525" y="371475"/>
                </a:lnTo>
                <a:lnTo>
                  <a:pt x="9525" y="361950"/>
                </a:lnTo>
                <a:lnTo>
                  <a:pt x="0" y="361950"/>
                </a:lnTo>
                <a:lnTo>
                  <a:pt x="0" y="276225"/>
                </a:lnTo>
                <a:lnTo>
                  <a:pt x="9525" y="276225"/>
                </a:lnTo>
                <a:close/>
                <a:moveTo>
                  <a:pt x="152400" y="266700"/>
                </a:moveTo>
                <a:lnTo>
                  <a:pt x="161925" y="266700"/>
                </a:lnTo>
                <a:lnTo>
                  <a:pt x="161925" y="276225"/>
                </a:lnTo>
                <a:lnTo>
                  <a:pt x="152400" y="276225"/>
                </a:lnTo>
                <a:close/>
                <a:moveTo>
                  <a:pt x="466725" y="266700"/>
                </a:moveTo>
                <a:lnTo>
                  <a:pt x="476250" y="266700"/>
                </a:lnTo>
                <a:lnTo>
                  <a:pt x="476250" y="285750"/>
                </a:lnTo>
                <a:lnTo>
                  <a:pt x="466725" y="285750"/>
                </a:lnTo>
                <a:close/>
                <a:moveTo>
                  <a:pt x="1781175" y="266700"/>
                </a:moveTo>
                <a:lnTo>
                  <a:pt x="1809750" y="266700"/>
                </a:lnTo>
                <a:lnTo>
                  <a:pt x="1809750" y="276225"/>
                </a:lnTo>
                <a:lnTo>
                  <a:pt x="1819275" y="276225"/>
                </a:lnTo>
                <a:lnTo>
                  <a:pt x="1819275" y="285750"/>
                </a:lnTo>
                <a:lnTo>
                  <a:pt x="1885950" y="285750"/>
                </a:lnTo>
                <a:lnTo>
                  <a:pt x="1885950" y="276225"/>
                </a:lnTo>
                <a:lnTo>
                  <a:pt x="1924050" y="276225"/>
                </a:lnTo>
                <a:lnTo>
                  <a:pt x="1924050" y="285750"/>
                </a:lnTo>
                <a:lnTo>
                  <a:pt x="2000250" y="285750"/>
                </a:lnTo>
                <a:lnTo>
                  <a:pt x="2000250" y="295275"/>
                </a:lnTo>
                <a:lnTo>
                  <a:pt x="1990725" y="295275"/>
                </a:lnTo>
                <a:lnTo>
                  <a:pt x="1990725" y="304800"/>
                </a:lnTo>
                <a:lnTo>
                  <a:pt x="2009775" y="304800"/>
                </a:lnTo>
                <a:lnTo>
                  <a:pt x="2009775" y="314325"/>
                </a:lnTo>
                <a:lnTo>
                  <a:pt x="2019300" y="314325"/>
                </a:lnTo>
                <a:lnTo>
                  <a:pt x="2019300" y="323850"/>
                </a:lnTo>
                <a:lnTo>
                  <a:pt x="2057400" y="323850"/>
                </a:lnTo>
                <a:lnTo>
                  <a:pt x="2057400" y="333375"/>
                </a:lnTo>
                <a:lnTo>
                  <a:pt x="2085975" y="333375"/>
                </a:lnTo>
                <a:lnTo>
                  <a:pt x="2085975" y="419100"/>
                </a:lnTo>
                <a:lnTo>
                  <a:pt x="2076450" y="419100"/>
                </a:lnTo>
                <a:lnTo>
                  <a:pt x="2076450" y="438150"/>
                </a:lnTo>
                <a:lnTo>
                  <a:pt x="2085975" y="438150"/>
                </a:lnTo>
                <a:lnTo>
                  <a:pt x="2085975" y="457200"/>
                </a:lnTo>
                <a:lnTo>
                  <a:pt x="2076450" y="457200"/>
                </a:lnTo>
                <a:lnTo>
                  <a:pt x="2076450" y="447675"/>
                </a:lnTo>
                <a:lnTo>
                  <a:pt x="2066925" y="447675"/>
                </a:lnTo>
                <a:lnTo>
                  <a:pt x="2066925" y="419100"/>
                </a:lnTo>
                <a:lnTo>
                  <a:pt x="2057400" y="419100"/>
                </a:lnTo>
                <a:lnTo>
                  <a:pt x="2057400" y="428625"/>
                </a:lnTo>
                <a:lnTo>
                  <a:pt x="2047875" y="428625"/>
                </a:lnTo>
                <a:lnTo>
                  <a:pt x="2047875" y="371475"/>
                </a:lnTo>
                <a:lnTo>
                  <a:pt x="2028825" y="371475"/>
                </a:lnTo>
                <a:lnTo>
                  <a:pt x="2028825" y="400050"/>
                </a:lnTo>
                <a:lnTo>
                  <a:pt x="1981200" y="400050"/>
                </a:lnTo>
                <a:lnTo>
                  <a:pt x="1981200" y="409575"/>
                </a:lnTo>
                <a:lnTo>
                  <a:pt x="1971675" y="409575"/>
                </a:lnTo>
                <a:lnTo>
                  <a:pt x="1971675" y="419100"/>
                </a:lnTo>
                <a:lnTo>
                  <a:pt x="1952625" y="419100"/>
                </a:lnTo>
                <a:lnTo>
                  <a:pt x="1952625" y="409575"/>
                </a:lnTo>
                <a:lnTo>
                  <a:pt x="1914525" y="409575"/>
                </a:lnTo>
                <a:lnTo>
                  <a:pt x="1914525" y="400050"/>
                </a:lnTo>
                <a:lnTo>
                  <a:pt x="1885950" y="400050"/>
                </a:lnTo>
                <a:lnTo>
                  <a:pt x="1885950" y="390525"/>
                </a:lnTo>
                <a:lnTo>
                  <a:pt x="1895475" y="390525"/>
                </a:lnTo>
                <a:lnTo>
                  <a:pt x="1895475" y="381000"/>
                </a:lnTo>
                <a:lnTo>
                  <a:pt x="1885950" y="381000"/>
                </a:lnTo>
                <a:lnTo>
                  <a:pt x="1885950" y="371475"/>
                </a:lnTo>
                <a:lnTo>
                  <a:pt x="1876425" y="371475"/>
                </a:lnTo>
                <a:lnTo>
                  <a:pt x="1876425" y="352425"/>
                </a:lnTo>
                <a:lnTo>
                  <a:pt x="1895475" y="352425"/>
                </a:lnTo>
                <a:lnTo>
                  <a:pt x="1895475" y="342900"/>
                </a:lnTo>
                <a:lnTo>
                  <a:pt x="1866900" y="342900"/>
                </a:lnTo>
                <a:lnTo>
                  <a:pt x="1866900" y="323850"/>
                </a:lnTo>
                <a:lnTo>
                  <a:pt x="1819275" y="323850"/>
                </a:lnTo>
                <a:lnTo>
                  <a:pt x="1819275" y="314325"/>
                </a:lnTo>
                <a:lnTo>
                  <a:pt x="1790700" y="314325"/>
                </a:lnTo>
                <a:lnTo>
                  <a:pt x="1790700" y="304800"/>
                </a:lnTo>
                <a:lnTo>
                  <a:pt x="1781175" y="304800"/>
                </a:lnTo>
                <a:lnTo>
                  <a:pt x="1781175" y="285750"/>
                </a:lnTo>
                <a:lnTo>
                  <a:pt x="1771650" y="285750"/>
                </a:lnTo>
                <a:lnTo>
                  <a:pt x="1771650" y="276225"/>
                </a:lnTo>
                <a:lnTo>
                  <a:pt x="1781175" y="276225"/>
                </a:lnTo>
                <a:close/>
                <a:moveTo>
                  <a:pt x="85725" y="276225"/>
                </a:moveTo>
                <a:lnTo>
                  <a:pt x="95250" y="276225"/>
                </a:lnTo>
                <a:lnTo>
                  <a:pt x="95250" y="285750"/>
                </a:lnTo>
                <a:lnTo>
                  <a:pt x="85725" y="285750"/>
                </a:lnTo>
                <a:close/>
                <a:moveTo>
                  <a:pt x="142875" y="276225"/>
                </a:moveTo>
                <a:lnTo>
                  <a:pt x="152400" y="276225"/>
                </a:lnTo>
                <a:lnTo>
                  <a:pt x="152400" y="285750"/>
                </a:lnTo>
                <a:lnTo>
                  <a:pt x="142875" y="285750"/>
                </a:lnTo>
                <a:close/>
                <a:moveTo>
                  <a:pt x="1609725" y="276225"/>
                </a:moveTo>
                <a:lnTo>
                  <a:pt x="1619250" y="276225"/>
                </a:lnTo>
                <a:lnTo>
                  <a:pt x="1619250" y="295275"/>
                </a:lnTo>
                <a:lnTo>
                  <a:pt x="1609725" y="295275"/>
                </a:lnTo>
                <a:close/>
                <a:moveTo>
                  <a:pt x="1657350" y="276225"/>
                </a:moveTo>
                <a:lnTo>
                  <a:pt x="1666875" y="276225"/>
                </a:lnTo>
                <a:lnTo>
                  <a:pt x="1666875" y="285750"/>
                </a:lnTo>
                <a:lnTo>
                  <a:pt x="1657350" y="285750"/>
                </a:lnTo>
                <a:close/>
                <a:moveTo>
                  <a:pt x="2028825" y="276225"/>
                </a:moveTo>
                <a:lnTo>
                  <a:pt x="2038350" y="276225"/>
                </a:lnTo>
                <a:lnTo>
                  <a:pt x="2038350" y="285750"/>
                </a:lnTo>
                <a:lnTo>
                  <a:pt x="2028825" y="285750"/>
                </a:lnTo>
                <a:close/>
                <a:moveTo>
                  <a:pt x="1647825" y="285750"/>
                </a:moveTo>
                <a:lnTo>
                  <a:pt x="1657350" y="285750"/>
                </a:lnTo>
                <a:lnTo>
                  <a:pt x="1657350" y="295275"/>
                </a:lnTo>
                <a:lnTo>
                  <a:pt x="1647825" y="295275"/>
                </a:lnTo>
                <a:close/>
                <a:moveTo>
                  <a:pt x="1666875" y="285750"/>
                </a:moveTo>
                <a:lnTo>
                  <a:pt x="1676400" y="285750"/>
                </a:lnTo>
                <a:lnTo>
                  <a:pt x="1676400" y="295275"/>
                </a:lnTo>
                <a:lnTo>
                  <a:pt x="1666875" y="295275"/>
                </a:lnTo>
                <a:close/>
                <a:moveTo>
                  <a:pt x="1619250" y="295275"/>
                </a:moveTo>
                <a:lnTo>
                  <a:pt x="1628775" y="295275"/>
                </a:lnTo>
                <a:lnTo>
                  <a:pt x="1628775" y="304800"/>
                </a:lnTo>
                <a:lnTo>
                  <a:pt x="1619250" y="304800"/>
                </a:lnTo>
                <a:close/>
                <a:moveTo>
                  <a:pt x="1590675" y="304800"/>
                </a:moveTo>
                <a:lnTo>
                  <a:pt x="1600200" y="304800"/>
                </a:lnTo>
                <a:lnTo>
                  <a:pt x="1600200" y="314325"/>
                </a:lnTo>
                <a:lnTo>
                  <a:pt x="1590675" y="314325"/>
                </a:lnTo>
                <a:close/>
                <a:moveTo>
                  <a:pt x="1371600" y="314325"/>
                </a:moveTo>
                <a:lnTo>
                  <a:pt x="1381125" y="314325"/>
                </a:lnTo>
                <a:lnTo>
                  <a:pt x="1381125" y="333375"/>
                </a:lnTo>
                <a:lnTo>
                  <a:pt x="1390650" y="333375"/>
                </a:lnTo>
                <a:lnTo>
                  <a:pt x="1390650" y="323850"/>
                </a:lnTo>
                <a:lnTo>
                  <a:pt x="1400175" y="323850"/>
                </a:lnTo>
                <a:lnTo>
                  <a:pt x="1400175" y="342900"/>
                </a:lnTo>
                <a:lnTo>
                  <a:pt x="1409700" y="342900"/>
                </a:lnTo>
                <a:lnTo>
                  <a:pt x="1409700" y="352425"/>
                </a:lnTo>
                <a:lnTo>
                  <a:pt x="1428750" y="352425"/>
                </a:lnTo>
                <a:lnTo>
                  <a:pt x="1428750" y="361950"/>
                </a:lnTo>
                <a:lnTo>
                  <a:pt x="1409700" y="361950"/>
                </a:lnTo>
                <a:lnTo>
                  <a:pt x="1409700" y="371475"/>
                </a:lnTo>
                <a:lnTo>
                  <a:pt x="1419225" y="371475"/>
                </a:lnTo>
                <a:lnTo>
                  <a:pt x="1419225" y="381000"/>
                </a:lnTo>
                <a:lnTo>
                  <a:pt x="1409700" y="381000"/>
                </a:lnTo>
                <a:lnTo>
                  <a:pt x="1409700" y="390525"/>
                </a:lnTo>
                <a:lnTo>
                  <a:pt x="1438275" y="390525"/>
                </a:lnTo>
                <a:lnTo>
                  <a:pt x="1438275" y="400050"/>
                </a:lnTo>
                <a:lnTo>
                  <a:pt x="1428750" y="400050"/>
                </a:lnTo>
                <a:lnTo>
                  <a:pt x="1428750" y="409575"/>
                </a:lnTo>
                <a:lnTo>
                  <a:pt x="1409700" y="409575"/>
                </a:lnTo>
                <a:lnTo>
                  <a:pt x="1409700" y="419100"/>
                </a:lnTo>
                <a:lnTo>
                  <a:pt x="1390650" y="419100"/>
                </a:lnTo>
                <a:lnTo>
                  <a:pt x="1390650" y="428625"/>
                </a:lnTo>
                <a:lnTo>
                  <a:pt x="1381125" y="428625"/>
                </a:lnTo>
                <a:lnTo>
                  <a:pt x="1381125" y="352425"/>
                </a:lnTo>
                <a:lnTo>
                  <a:pt x="1371600" y="352425"/>
                </a:lnTo>
                <a:close/>
                <a:moveTo>
                  <a:pt x="1600200" y="314325"/>
                </a:moveTo>
                <a:lnTo>
                  <a:pt x="1609725" y="314325"/>
                </a:lnTo>
                <a:lnTo>
                  <a:pt x="1609725" y="323850"/>
                </a:lnTo>
                <a:lnTo>
                  <a:pt x="1600200" y="323850"/>
                </a:lnTo>
                <a:close/>
                <a:moveTo>
                  <a:pt x="1895475" y="342900"/>
                </a:moveTo>
                <a:lnTo>
                  <a:pt x="1933575" y="342900"/>
                </a:lnTo>
                <a:lnTo>
                  <a:pt x="1933575" y="333375"/>
                </a:lnTo>
                <a:lnTo>
                  <a:pt x="1924050" y="333375"/>
                </a:lnTo>
                <a:lnTo>
                  <a:pt x="1924050" y="323850"/>
                </a:lnTo>
                <a:lnTo>
                  <a:pt x="1905000" y="323850"/>
                </a:lnTo>
                <a:lnTo>
                  <a:pt x="1905000" y="333375"/>
                </a:lnTo>
                <a:lnTo>
                  <a:pt x="1895475" y="333375"/>
                </a:lnTo>
                <a:close/>
                <a:moveTo>
                  <a:pt x="142875" y="361950"/>
                </a:moveTo>
                <a:lnTo>
                  <a:pt x="161925" y="361950"/>
                </a:lnTo>
                <a:lnTo>
                  <a:pt x="161925" y="371475"/>
                </a:lnTo>
                <a:lnTo>
                  <a:pt x="190500" y="371475"/>
                </a:lnTo>
                <a:lnTo>
                  <a:pt x="190500" y="381000"/>
                </a:lnTo>
                <a:lnTo>
                  <a:pt x="180975" y="381000"/>
                </a:lnTo>
                <a:lnTo>
                  <a:pt x="180975" y="409575"/>
                </a:lnTo>
                <a:lnTo>
                  <a:pt x="190500" y="409575"/>
                </a:lnTo>
                <a:lnTo>
                  <a:pt x="190500" y="400050"/>
                </a:lnTo>
                <a:lnTo>
                  <a:pt x="209550" y="400050"/>
                </a:lnTo>
                <a:lnTo>
                  <a:pt x="209550" y="390525"/>
                </a:lnTo>
                <a:lnTo>
                  <a:pt x="228600" y="390525"/>
                </a:lnTo>
                <a:lnTo>
                  <a:pt x="228600" y="400050"/>
                </a:lnTo>
                <a:lnTo>
                  <a:pt x="238125" y="400050"/>
                </a:lnTo>
                <a:lnTo>
                  <a:pt x="238125" y="419100"/>
                </a:lnTo>
                <a:lnTo>
                  <a:pt x="228600" y="419100"/>
                </a:lnTo>
                <a:lnTo>
                  <a:pt x="228600" y="428625"/>
                </a:lnTo>
                <a:lnTo>
                  <a:pt x="219075" y="428625"/>
                </a:lnTo>
                <a:lnTo>
                  <a:pt x="219075" y="438150"/>
                </a:lnTo>
                <a:lnTo>
                  <a:pt x="209550" y="438150"/>
                </a:lnTo>
                <a:lnTo>
                  <a:pt x="209550" y="447675"/>
                </a:lnTo>
                <a:lnTo>
                  <a:pt x="200025" y="447675"/>
                </a:lnTo>
                <a:lnTo>
                  <a:pt x="200025" y="466725"/>
                </a:lnTo>
                <a:lnTo>
                  <a:pt x="209550" y="466725"/>
                </a:lnTo>
                <a:lnTo>
                  <a:pt x="209550" y="495300"/>
                </a:lnTo>
                <a:lnTo>
                  <a:pt x="200025" y="495300"/>
                </a:lnTo>
                <a:lnTo>
                  <a:pt x="200025" y="504825"/>
                </a:lnTo>
                <a:lnTo>
                  <a:pt x="180975" y="504825"/>
                </a:lnTo>
                <a:lnTo>
                  <a:pt x="180975" y="495300"/>
                </a:lnTo>
                <a:lnTo>
                  <a:pt x="161925" y="495300"/>
                </a:lnTo>
                <a:lnTo>
                  <a:pt x="161925" y="428625"/>
                </a:lnTo>
                <a:lnTo>
                  <a:pt x="152400" y="428625"/>
                </a:lnTo>
                <a:lnTo>
                  <a:pt x="152400" y="419100"/>
                </a:lnTo>
                <a:lnTo>
                  <a:pt x="142875" y="419100"/>
                </a:lnTo>
                <a:lnTo>
                  <a:pt x="142875" y="409575"/>
                </a:lnTo>
                <a:lnTo>
                  <a:pt x="133350" y="409575"/>
                </a:lnTo>
                <a:lnTo>
                  <a:pt x="133350" y="400050"/>
                </a:lnTo>
                <a:lnTo>
                  <a:pt x="123825" y="400050"/>
                </a:lnTo>
                <a:lnTo>
                  <a:pt x="123825" y="381000"/>
                </a:lnTo>
                <a:lnTo>
                  <a:pt x="133350" y="381000"/>
                </a:lnTo>
                <a:lnTo>
                  <a:pt x="133350" y="371475"/>
                </a:lnTo>
                <a:lnTo>
                  <a:pt x="142875" y="371475"/>
                </a:lnTo>
                <a:close/>
                <a:moveTo>
                  <a:pt x="200025" y="361950"/>
                </a:moveTo>
                <a:lnTo>
                  <a:pt x="209550" y="361950"/>
                </a:lnTo>
                <a:lnTo>
                  <a:pt x="209550" y="371475"/>
                </a:lnTo>
                <a:lnTo>
                  <a:pt x="200025" y="371475"/>
                </a:lnTo>
                <a:close/>
                <a:moveTo>
                  <a:pt x="1552575" y="371475"/>
                </a:moveTo>
                <a:lnTo>
                  <a:pt x="1562100" y="371475"/>
                </a:lnTo>
                <a:lnTo>
                  <a:pt x="1562100" y="381000"/>
                </a:lnTo>
                <a:lnTo>
                  <a:pt x="1552575" y="381000"/>
                </a:lnTo>
                <a:close/>
                <a:moveTo>
                  <a:pt x="28575" y="381000"/>
                </a:moveTo>
                <a:lnTo>
                  <a:pt x="47625" y="381000"/>
                </a:lnTo>
                <a:lnTo>
                  <a:pt x="47625" y="371475"/>
                </a:lnTo>
                <a:lnTo>
                  <a:pt x="28575" y="371475"/>
                </a:lnTo>
                <a:close/>
                <a:moveTo>
                  <a:pt x="1590675" y="381000"/>
                </a:moveTo>
                <a:lnTo>
                  <a:pt x="1609725" y="381000"/>
                </a:lnTo>
                <a:lnTo>
                  <a:pt x="1609725" y="390525"/>
                </a:lnTo>
                <a:lnTo>
                  <a:pt x="1619250" y="390525"/>
                </a:lnTo>
                <a:lnTo>
                  <a:pt x="1619250" y="409575"/>
                </a:lnTo>
                <a:lnTo>
                  <a:pt x="1647825" y="409575"/>
                </a:lnTo>
                <a:lnTo>
                  <a:pt x="1647825" y="419100"/>
                </a:lnTo>
                <a:lnTo>
                  <a:pt x="1638300" y="419100"/>
                </a:lnTo>
                <a:lnTo>
                  <a:pt x="1638300" y="428625"/>
                </a:lnTo>
                <a:lnTo>
                  <a:pt x="1628775" y="428625"/>
                </a:lnTo>
                <a:lnTo>
                  <a:pt x="1628775" y="495300"/>
                </a:lnTo>
                <a:lnTo>
                  <a:pt x="1638300" y="495300"/>
                </a:lnTo>
                <a:lnTo>
                  <a:pt x="1638300" y="504825"/>
                </a:lnTo>
                <a:lnTo>
                  <a:pt x="1647825" y="504825"/>
                </a:lnTo>
                <a:lnTo>
                  <a:pt x="1647825" y="514350"/>
                </a:lnTo>
                <a:lnTo>
                  <a:pt x="1685925" y="514350"/>
                </a:lnTo>
                <a:lnTo>
                  <a:pt x="1685925" y="523875"/>
                </a:lnTo>
                <a:lnTo>
                  <a:pt x="1676400" y="523875"/>
                </a:lnTo>
                <a:lnTo>
                  <a:pt x="1676400" y="533400"/>
                </a:lnTo>
                <a:lnTo>
                  <a:pt x="1685925" y="533400"/>
                </a:lnTo>
                <a:lnTo>
                  <a:pt x="1685925" y="523875"/>
                </a:lnTo>
                <a:lnTo>
                  <a:pt x="1695450" y="523875"/>
                </a:lnTo>
                <a:lnTo>
                  <a:pt x="1695450" y="542925"/>
                </a:lnTo>
                <a:lnTo>
                  <a:pt x="1704975" y="542925"/>
                </a:lnTo>
                <a:lnTo>
                  <a:pt x="1704975" y="552450"/>
                </a:lnTo>
                <a:lnTo>
                  <a:pt x="1695450" y="552450"/>
                </a:lnTo>
                <a:lnTo>
                  <a:pt x="1695450" y="561975"/>
                </a:lnTo>
                <a:lnTo>
                  <a:pt x="1685925" y="561975"/>
                </a:lnTo>
                <a:lnTo>
                  <a:pt x="1685925" y="552450"/>
                </a:lnTo>
                <a:lnTo>
                  <a:pt x="1676400" y="552450"/>
                </a:lnTo>
                <a:lnTo>
                  <a:pt x="1676400" y="561975"/>
                </a:lnTo>
                <a:lnTo>
                  <a:pt x="1666875" y="561975"/>
                </a:lnTo>
                <a:lnTo>
                  <a:pt x="1666875" y="552450"/>
                </a:lnTo>
                <a:lnTo>
                  <a:pt x="1657350" y="552450"/>
                </a:lnTo>
                <a:lnTo>
                  <a:pt x="1657350" y="561975"/>
                </a:lnTo>
                <a:lnTo>
                  <a:pt x="1600200" y="561975"/>
                </a:lnTo>
                <a:lnTo>
                  <a:pt x="1600200" y="571500"/>
                </a:lnTo>
                <a:lnTo>
                  <a:pt x="1581150" y="571500"/>
                </a:lnTo>
                <a:lnTo>
                  <a:pt x="1581150" y="581025"/>
                </a:lnTo>
                <a:lnTo>
                  <a:pt x="1562100" y="581025"/>
                </a:lnTo>
                <a:lnTo>
                  <a:pt x="1562100" y="600075"/>
                </a:lnTo>
                <a:lnTo>
                  <a:pt x="1552575" y="600075"/>
                </a:lnTo>
                <a:lnTo>
                  <a:pt x="1552575" y="609600"/>
                </a:lnTo>
                <a:lnTo>
                  <a:pt x="1543050" y="609600"/>
                </a:lnTo>
                <a:lnTo>
                  <a:pt x="1543050" y="619125"/>
                </a:lnTo>
                <a:lnTo>
                  <a:pt x="1533525" y="619125"/>
                </a:lnTo>
                <a:lnTo>
                  <a:pt x="1533525" y="628650"/>
                </a:lnTo>
                <a:lnTo>
                  <a:pt x="1514475" y="628650"/>
                </a:lnTo>
                <a:lnTo>
                  <a:pt x="1514475" y="619125"/>
                </a:lnTo>
                <a:lnTo>
                  <a:pt x="1504950" y="619125"/>
                </a:lnTo>
                <a:lnTo>
                  <a:pt x="1504950" y="609600"/>
                </a:lnTo>
                <a:lnTo>
                  <a:pt x="1495425" y="609600"/>
                </a:lnTo>
                <a:lnTo>
                  <a:pt x="1495425" y="600075"/>
                </a:lnTo>
                <a:lnTo>
                  <a:pt x="1485900" y="600075"/>
                </a:lnTo>
                <a:lnTo>
                  <a:pt x="1485900" y="590550"/>
                </a:lnTo>
                <a:lnTo>
                  <a:pt x="1476375" y="590550"/>
                </a:lnTo>
                <a:lnTo>
                  <a:pt x="1476375" y="581025"/>
                </a:lnTo>
                <a:lnTo>
                  <a:pt x="1485900" y="581025"/>
                </a:lnTo>
                <a:lnTo>
                  <a:pt x="1485900" y="571500"/>
                </a:lnTo>
                <a:lnTo>
                  <a:pt x="1495425" y="571500"/>
                </a:lnTo>
                <a:lnTo>
                  <a:pt x="1495425" y="561975"/>
                </a:lnTo>
                <a:lnTo>
                  <a:pt x="1504950" y="561975"/>
                </a:lnTo>
                <a:lnTo>
                  <a:pt x="1504950" y="552450"/>
                </a:lnTo>
                <a:lnTo>
                  <a:pt x="1543050" y="552450"/>
                </a:lnTo>
                <a:lnTo>
                  <a:pt x="1543050" y="542925"/>
                </a:lnTo>
                <a:lnTo>
                  <a:pt x="1533525" y="542925"/>
                </a:lnTo>
                <a:lnTo>
                  <a:pt x="1533525" y="533400"/>
                </a:lnTo>
                <a:lnTo>
                  <a:pt x="1543050" y="533400"/>
                </a:lnTo>
                <a:lnTo>
                  <a:pt x="1543050" y="523875"/>
                </a:lnTo>
                <a:lnTo>
                  <a:pt x="1562100" y="523875"/>
                </a:lnTo>
                <a:lnTo>
                  <a:pt x="1562100" y="514350"/>
                </a:lnTo>
                <a:lnTo>
                  <a:pt x="1571625" y="514350"/>
                </a:lnTo>
                <a:lnTo>
                  <a:pt x="1571625" y="485775"/>
                </a:lnTo>
                <a:lnTo>
                  <a:pt x="1562100" y="485775"/>
                </a:lnTo>
                <a:lnTo>
                  <a:pt x="1562100" y="466725"/>
                </a:lnTo>
                <a:lnTo>
                  <a:pt x="1571625" y="466725"/>
                </a:lnTo>
                <a:lnTo>
                  <a:pt x="1571625" y="447675"/>
                </a:lnTo>
                <a:lnTo>
                  <a:pt x="1581150" y="447675"/>
                </a:lnTo>
                <a:lnTo>
                  <a:pt x="1581150" y="428625"/>
                </a:lnTo>
                <a:lnTo>
                  <a:pt x="1571625" y="428625"/>
                </a:lnTo>
                <a:lnTo>
                  <a:pt x="1571625" y="419100"/>
                </a:lnTo>
                <a:lnTo>
                  <a:pt x="1562100" y="419100"/>
                </a:lnTo>
                <a:lnTo>
                  <a:pt x="1562100" y="409575"/>
                </a:lnTo>
                <a:lnTo>
                  <a:pt x="1571625" y="409575"/>
                </a:lnTo>
                <a:lnTo>
                  <a:pt x="1571625" y="390525"/>
                </a:lnTo>
                <a:lnTo>
                  <a:pt x="1590675" y="390525"/>
                </a:lnTo>
                <a:close/>
                <a:moveTo>
                  <a:pt x="257175" y="390525"/>
                </a:moveTo>
                <a:lnTo>
                  <a:pt x="285750" y="390525"/>
                </a:lnTo>
                <a:lnTo>
                  <a:pt x="285750" y="400050"/>
                </a:lnTo>
                <a:lnTo>
                  <a:pt x="314325" y="400050"/>
                </a:lnTo>
                <a:lnTo>
                  <a:pt x="314325" y="409575"/>
                </a:lnTo>
                <a:lnTo>
                  <a:pt x="323850" y="409575"/>
                </a:lnTo>
                <a:lnTo>
                  <a:pt x="323850" y="419100"/>
                </a:lnTo>
                <a:lnTo>
                  <a:pt x="333375" y="419100"/>
                </a:lnTo>
                <a:lnTo>
                  <a:pt x="333375" y="438150"/>
                </a:lnTo>
                <a:lnTo>
                  <a:pt x="352425" y="438150"/>
                </a:lnTo>
                <a:lnTo>
                  <a:pt x="352425" y="457200"/>
                </a:lnTo>
                <a:lnTo>
                  <a:pt x="333375" y="457200"/>
                </a:lnTo>
                <a:lnTo>
                  <a:pt x="333375" y="447675"/>
                </a:lnTo>
                <a:lnTo>
                  <a:pt x="323850" y="447675"/>
                </a:lnTo>
                <a:lnTo>
                  <a:pt x="323850" y="457200"/>
                </a:lnTo>
                <a:lnTo>
                  <a:pt x="333375" y="457200"/>
                </a:lnTo>
                <a:lnTo>
                  <a:pt x="333375" y="466725"/>
                </a:lnTo>
                <a:lnTo>
                  <a:pt x="323850" y="466725"/>
                </a:lnTo>
                <a:lnTo>
                  <a:pt x="323850" y="485775"/>
                </a:lnTo>
                <a:lnTo>
                  <a:pt x="304800" y="485775"/>
                </a:lnTo>
                <a:lnTo>
                  <a:pt x="304800" y="495300"/>
                </a:lnTo>
                <a:lnTo>
                  <a:pt x="323850" y="495300"/>
                </a:lnTo>
                <a:lnTo>
                  <a:pt x="323850" y="485775"/>
                </a:lnTo>
                <a:lnTo>
                  <a:pt x="342900" y="485775"/>
                </a:lnTo>
                <a:lnTo>
                  <a:pt x="342900" y="476250"/>
                </a:lnTo>
                <a:lnTo>
                  <a:pt x="333375" y="476250"/>
                </a:lnTo>
                <a:lnTo>
                  <a:pt x="333375" y="466725"/>
                </a:lnTo>
                <a:lnTo>
                  <a:pt x="390525" y="466725"/>
                </a:lnTo>
                <a:lnTo>
                  <a:pt x="390525" y="457200"/>
                </a:lnTo>
                <a:lnTo>
                  <a:pt x="400050" y="457200"/>
                </a:lnTo>
                <a:lnTo>
                  <a:pt x="400050" y="466725"/>
                </a:lnTo>
                <a:lnTo>
                  <a:pt x="390525" y="466725"/>
                </a:lnTo>
                <a:lnTo>
                  <a:pt x="390525" y="476250"/>
                </a:lnTo>
                <a:lnTo>
                  <a:pt x="409575" y="476250"/>
                </a:lnTo>
                <a:lnTo>
                  <a:pt x="409575" y="466725"/>
                </a:lnTo>
                <a:lnTo>
                  <a:pt x="419100" y="466725"/>
                </a:lnTo>
                <a:lnTo>
                  <a:pt x="419100" y="476250"/>
                </a:lnTo>
                <a:lnTo>
                  <a:pt x="466725" y="476250"/>
                </a:lnTo>
                <a:lnTo>
                  <a:pt x="466725" y="495300"/>
                </a:lnTo>
                <a:lnTo>
                  <a:pt x="457200" y="495300"/>
                </a:lnTo>
                <a:lnTo>
                  <a:pt x="457200" y="514350"/>
                </a:lnTo>
                <a:lnTo>
                  <a:pt x="447675" y="514350"/>
                </a:lnTo>
                <a:lnTo>
                  <a:pt x="447675" y="533400"/>
                </a:lnTo>
                <a:lnTo>
                  <a:pt x="438150" y="533400"/>
                </a:lnTo>
                <a:lnTo>
                  <a:pt x="438150" y="542925"/>
                </a:lnTo>
                <a:lnTo>
                  <a:pt x="428625" y="542925"/>
                </a:lnTo>
                <a:lnTo>
                  <a:pt x="428625" y="561975"/>
                </a:lnTo>
                <a:lnTo>
                  <a:pt x="419100" y="561975"/>
                </a:lnTo>
                <a:lnTo>
                  <a:pt x="419100" y="571500"/>
                </a:lnTo>
                <a:lnTo>
                  <a:pt x="400050" y="571500"/>
                </a:lnTo>
                <a:lnTo>
                  <a:pt x="400050" y="581025"/>
                </a:lnTo>
                <a:lnTo>
                  <a:pt x="390525" y="581025"/>
                </a:lnTo>
                <a:lnTo>
                  <a:pt x="390525" y="571500"/>
                </a:lnTo>
                <a:lnTo>
                  <a:pt x="381000" y="571500"/>
                </a:lnTo>
                <a:lnTo>
                  <a:pt x="381000" y="561975"/>
                </a:lnTo>
                <a:lnTo>
                  <a:pt x="361950" y="561975"/>
                </a:lnTo>
                <a:lnTo>
                  <a:pt x="361950" y="552450"/>
                </a:lnTo>
                <a:lnTo>
                  <a:pt x="352425" y="552450"/>
                </a:lnTo>
                <a:lnTo>
                  <a:pt x="352425" y="542925"/>
                </a:lnTo>
                <a:lnTo>
                  <a:pt x="342900" y="542925"/>
                </a:lnTo>
                <a:lnTo>
                  <a:pt x="342900" y="533400"/>
                </a:lnTo>
                <a:lnTo>
                  <a:pt x="266700" y="533400"/>
                </a:lnTo>
                <a:lnTo>
                  <a:pt x="266700" y="523875"/>
                </a:lnTo>
                <a:lnTo>
                  <a:pt x="228600" y="523875"/>
                </a:lnTo>
                <a:lnTo>
                  <a:pt x="228600" y="514350"/>
                </a:lnTo>
                <a:lnTo>
                  <a:pt x="219075" y="514350"/>
                </a:lnTo>
                <a:lnTo>
                  <a:pt x="219075" y="504825"/>
                </a:lnTo>
                <a:lnTo>
                  <a:pt x="228600" y="504825"/>
                </a:lnTo>
                <a:lnTo>
                  <a:pt x="228600" y="495300"/>
                </a:lnTo>
                <a:lnTo>
                  <a:pt x="219075" y="495300"/>
                </a:lnTo>
                <a:lnTo>
                  <a:pt x="219075" y="466725"/>
                </a:lnTo>
                <a:lnTo>
                  <a:pt x="228600" y="466725"/>
                </a:lnTo>
                <a:lnTo>
                  <a:pt x="228600" y="447675"/>
                </a:lnTo>
                <a:lnTo>
                  <a:pt x="238125" y="447675"/>
                </a:lnTo>
                <a:lnTo>
                  <a:pt x="238125" y="438150"/>
                </a:lnTo>
                <a:lnTo>
                  <a:pt x="247650" y="438150"/>
                </a:lnTo>
                <a:lnTo>
                  <a:pt x="247650" y="428625"/>
                </a:lnTo>
                <a:lnTo>
                  <a:pt x="257175" y="428625"/>
                </a:lnTo>
                <a:close/>
                <a:moveTo>
                  <a:pt x="1438275" y="400050"/>
                </a:moveTo>
                <a:lnTo>
                  <a:pt x="1447800" y="400050"/>
                </a:lnTo>
                <a:lnTo>
                  <a:pt x="1447800" y="409575"/>
                </a:lnTo>
                <a:lnTo>
                  <a:pt x="1438275" y="409575"/>
                </a:lnTo>
                <a:close/>
                <a:moveTo>
                  <a:pt x="1704975" y="400050"/>
                </a:moveTo>
                <a:lnTo>
                  <a:pt x="1714500" y="400050"/>
                </a:lnTo>
                <a:lnTo>
                  <a:pt x="1714500" y="409575"/>
                </a:lnTo>
                <a:lnTo>
                  <a:pt x="1704975" y="409575"/>
                </a:lnTo>
                <a:close/>
                <a:moveTo>
                  <a:pt x="1752600" y="400050"/>
                </a:moveTo>
                <a:lnTo>
                  <a:pt x="1762125" y="400050"/>
                </a:lnTo>
                <a:lnTo>
                  <a:pt x="1762125" y="409575"/>
                </a:lnTo>
                <a:lnTo>
                  <a:pt x="1752600" y="409575"/>
                </a:lnTo>
                <a:close/>
                <a:moveTo>
                  <a:pt x="1876425" y="400050"/>
                </a:moveTo>
                <a:lnTo>
                  <a:pt x="1885950" y="400050"/>
                </a:lnTo>
                <a:lnTo>
                  <a:pt x="1885950" y="409575"/>
                </a:lnTo>
                <a:lnTo>
                  <a:pt x="1876425" y="409575"/>
                </a:lnTo>
                <a:close/>
                <a:moveTo>
                  <a:pt x="104775" y="428625"/>
                </a:moveTo>
                <a:lnTo>
                  <a:pt x="133350" y="428625"/>
                </a:lnTo>
                <a:lnTo>
                  <a:pt x="133350" y="438150"/>
                </a:lnTo>
                <a:lnTo>
                  <a:pt x="142875" y="438150"/>
                </a:lnTo>
                <a:lnTo>
                  <a:pt x="142875" y="485775"/>
                </a:lnTo>
                <a:lnTo>
                  <a:pt x="133350" y="485775"/>
                </a:lnTo>
                <a:lnTo>
                  <a:pt x="133350" y="457200"/>
                </a:lnTo>
                <a:lnTo>
                  <a:pt x="123825" y="457200"/>
                </a:lnTo>
                <a:lnTo>
                  <a:pt x="123825" y="466725"/>
                </a:lnTo>
                <a:lnTo>
                  <a:pt x="114300" y="466725"/>
                </a:lnTo>
                <a:lnTo>
                  <a:pt x="114300" y="457200"/>
                </a:lnTo>
                <a:lnTo>
                  <a:pt x="104775" y="457200"/>
                </a:lnTo>
                <a:lnTo>
                  <a:pt x="104775" y="466725"/>
                </a:lnTo>
                <a:lnTo>
                  <a:pt x="95250" y="466725"/>
                </a:lnTo>
                <a:lnTo>
                  <a:pt x="95250" y="438150"/>
                </a:lnTo>
                <a:lnTo>
                  <a:pt x="104775" y="438150"/>
                </a:lnTo>
                <a:close/>
                <a:moveTo>
                  <a:pt x="1666875" y="428625"/>
                </a:moveTo>
                <a:lnTo>
                  <a:pt x="1685925" y="428625"/>
                </a:lnTo>
                <a:lnTo>
                  <a:pt x="1685925" y="438150"/>
                </a:lnTo>
                <a:lnTo>
                  <a:pt x="1695450" y="438150"/>
                </a:lnTo>
                <a:lnTo>
                  <a:pt x="1695450" y="485775"/>
                </a:lnTo>
                <a:lnTo>
                  <a:pt x="1685925" y="485775"/>
                </a:lnTo>
                <a:lnTo>
                  <a:pt x="1685925" y="495300"/>
                </a:lnTo>
                <a:lnTo>
                  <a:pt x="1666875" y="495300"/>
                </a:lnTo>
                <a:lnTo>
                  <a:pt x="1666875" y="485775"/>
                </a:lnTo>
                <a:lnTo>
                  <a:pt x="1657350" y="485775"/>
                </a:lnTo>
                <a:lnTo>
                  <a:pt x="1657350" y="476250"/>
                </a:lnTo>
                <a:lnTo>
                  <a:pt x="1647825" y="476250"/>
                </a:lnTo>
                <a:lnTo>
                  <a:pt x="1647825" y="447675"/>
                </a:lnTo>
                <a:lnTo>
                  <a:pt x="1657350" y="447675"/>
                </a:lnTo>
                <a:lnTo>
                  <a:pt x="1657350" y="438150"/>
                </a:lnTo>
                <a:lnTo>
                  <a:pt x="1666875" y="438150"/>
                </a:lnTo>
                <a:close/>
                <a:moveTo>
                  <a:pt x="1847850" y="428625"/>
                </a:moveTo>
                <a:lnTo>
                  <a:pt x="1857375" y="428625"/>
                </a:lnTo>
                <a:lnTo>
                  <a:pt x="1857375" y="438150"/>
                </a:lnTo>
                <a:lnTo>
                  <a:pt x="1847850" y="438150"/>
                </a:lnTo>
                <a:close/>
                <a:moveTo>
                  <a:pt x="1952625" y="428625"/>
                </a:moveTo>
                <a:lnTo>
                  <a:pt x="1962150" y="428625"/>
                </a:lnTo>
                <a:lnTo>
                  <a:pt x="1962150" y="438150"/>
                </a:lnTo>
                <a:lnTo>
                  <a:pt x="1952625" y="438150"/>
                </a:lnTo>
                <a:close/>
                <a:moveTo>
                  <a:pt x="1771650" y="447675"/>
                </a:moveTo>
                <a:lnTo>
                  <a:pt x="1781175" y="447675"/>
                </a:lnTo>
                <a:lnTo>
                  <a:pt x="1781175" y="485775"/>
                </a:lnTo>
                <a:lnTo>
                  <a:pt x="1771650" y="485775"/>
                </a:lnTo>
                <a:close/>
                <a:moveTo>
                  <a:pt x="1876425" y="466725"/>
                </a:moveTo>
                <a:lnTo>
                  <a:pt x="1885950" y="466725"/>
                </a:lnTo>
                <a:lnTo>
                  <a:pt x="1885950" y="476250"/>
                </a:lnTo>
                <a:lnTo>
                  <a:pt x="1876425" y="476250"/>
                </a:lnTo>
                <a:close/>
                <a:moveTo>
                  <a:pt x="1924050" y="466725"/>
                </a:moveTo>
                <a:lnTo>
                  <a:pt x="1933575" y="466725"/>
                </a:lnTo>
                <a:lnTo>
                  <a:pt x="1933575" y="485775"/>
                </a:lnTo>
                <a:lnTo>
                  <a:pt x="1924050" y="485775"/>
                </a:lnTo>
                <a:close/>
                <a:moveTo>
                  <a:pt x="1943100" y="466725"/>
                </a:moveTo>
                <a:lnTo>
                  <a:pt x="1952625" y="466725"/>
                </a:lnTo>
                <a:lnTo>
                  <a:pt x="1952625" y="476250"/>
                </a:lnTo>
                <a:lnTo>
                  <a:pt x="1943100" y="476250"/>
                </a:lnTo>
                <a:close/>
                <a:moveTo>
                  <a:pt x="1952625" y="476250"/>
                </a:moveTo>
                <a:lnTo>
                  <a:pt x="1962150" y="476250"/>
                </a:lnTo>
                <a:lnTo>
                  <a:pt x="1962150" y="485775"/>
                </a:lnTo>
                <a:lnTo>
                  <a:pt x="1952625" y="485775"/>
                </a:lnTo>
                <a:close/>
                <a:moveTo>
                  <a:pt x="2019300" y="476250"/>
                </a:moveTo>
                <a:lnTo>
                  <a:pt x="2028825" y="476250"/>
                </a:lnTo>
                <a:lnTo>
                  <a:pt x="2028825" y="485775"/>
                </a:lnTo>
                <a:lnTo>
                  <a:pt x="2019300" y="485775"/>
                </a:lnTo>
                <a:close/>
                <a:moveTo>
                  <a:pt x="123825" y="485775"/>
                </a:moveTo>
                <a:lnTo>
                  <a:pt x="133350" y="485775"/>
                </a:lnTo>
                <a:lnTo>
                  <a:pt x="133350" y="495300"/>
                </a:lnTo>
                <a:lnTo>
                  <a:pt x="123825" y="495300"/>
                </a:lnTo>
                <a:close/>
                <a:moveTo>
                  <a:pt x="1781175" y="485775"/>
                </a:moveTo>
                <a:lnTo>
                  <a:pt x="1800225" y="485775"/>
                </a:lnTo>
                <a:lnTo>
                  <a:pt x="1800225" y="495300"/>
                </a:lnTo>
                <a:lnTo>
                  <a:pt x="1781175" y="495300"/>
                </a:lnTo>
                <a:close/>
                <a:moveTo>
                  <a:pt x="1933575" y="485775"/>
                </a:moveTo>
                <a:lnTo>
                  <a:pt x="1943100" y="485775"/>
                </a:lnTo>
                <a:lnTo>
                  <a:pt x="1943100" y="495300"/>
                </a:lnTo>
                <a:lnTo>
                  <a:pt x="1933575" y="495300"/>
                </a:lnTo>
                <a:close/>
                <a:moveTo>
                  <a:pt x="2009775" y="485775"/>
                </a:moveTo>
                <a:lnTo>
                  <a:pt x="2019300" y="485775"/>
                </a:lnTo>
                <a:lnTo>
                  <a:pt x="2019300" y="495300"/>
                </a:lnTo>
                <a:lnTo>
                  <a:pt x="2009775" y="495300"/>
                </a:lnTo>
                <a:close/>
                <a:moveTo>
                  <a:pt x="76200" y="495300"/>
                </a:moveTo>
                <a:lnTo>
                  <a:pt x="85725" y="495300"/>
                </a:lnTo>
                <a:lnTo>
                  <a:pt x="85725" y="504825"/>
                </a:lnTo>
                <a:lnTo>
                  <a:pt x="76200" y="504825"/>
                </a:lnTo>
                <a:close/>
                <a:moveTo>
                  <a:pt x="1724025" y="495300"/>
                </a:moveTo>
                <a:lnTo>
                  <a:pt x="1752600" y="495300"/>
                </a:lnTo>
                <a:lnTo>
                  <a:pt x="1752600" y="504825"/>
                </a:lnTo>
                <a:lnTo>
                  <a:pt x="1762125" y="504825"/>
                </a:lnTo>
                <a:lnTo>
                  <a:pt x="1762125" y="514350"/>
                </a:lnTo>
                <a:lnTo>
                  <a:pt x="1819275" y="514350"/>
                </a:lnTo>
                <a:lnTo>
                  <a:pt x="1819275" y="504825"/>
                </a:lnTo>
                <a:lnTo>
                  <a:pt x="1857375" y="504825"/>
                </a:lnTo>
                <a:lnTo>
                  <a:pt x="1857375" y="495300"/>
                </a:lnTo>
                <a:lnTo>
                  <a:pt x="1866900" y="495300"/>
                </a:lnTo>
                <a:lnTo>
                  <a:pt x="1866900" y="504825"/>
                </a:lnTo>
                <a:lnTo>
                  <a:pt x="1876425" y="504825"/>
                </a:lnTo>
                <a:lnTo>
                  <a:pt x="1876425" y="514350"/>
                </a:lnTo>
                <a:lnTo>
                  <a:pt x="1885950" y="514350"/>
                </a:lnTo>
                <a:lnTo>
                  <a:pt x="1885950" y="523875"/>
                </a:lnTo>
                <a:lnTo>
                  <a:pt x="1876425" y="523875"/>
                </a:lnTo>
                <a:lnTo>
                  <a:pt x="1876425" y="533400"/>
                </a:lnTo>
                <a:lnTo>
                  <a:pt x="1885950" y="533400"/>
                </a:lnTo>
                <a:lnTo>
                  <a:pt x="1885950" y="571500"/>
                </a:lnTo>
                <a:lnTo>
                  <a:pt x="1819275" y="571500"/>
                </a:lnTo>
                <a:lnTo>
                  <a:pt x="1819275" y="590550"/>
                </a:lnTo>
                <a:lnTo>
                  <a:pt x="1809750" y="590550"/>
                </a:lnTo>
                <a:lnTo>
                  <a:pt x="1809750" y="571500"/>
                </a:lnTo>
                <a:lnTo>
                  <a:pt x="1800225" y="571500"/>
                </a:lnTo>
                <a:lnTo>
                  <a:pt x="1800225" y="590550"/>
                </a:lnTo>
                <a:lnTo>
                  <a:pt x="1781175" y="590550"/>
                </a:lnTo>
                <a:lnTo>
                  <a:pt x="1781175" y="600075"/>
                </a:lnTo>
                <a:lnTo>
                  <a:pt x="1771650" y="600075"/>
                </a:lnTo>
                <a:lnTo>
                  <a:pt x="1771650" y="581025"/>
                </a:lnTo>
                <a:lnTo>
                  <a:pt x="1762125" y="581025"/>
                </a:lnTo>
                <a:lnTo>
                  <a:pt x="1762125" y="609600"/>
                </a:lnTo>
                <a:lnTo>
                  <a:pt x="1752600" y="609600"/>
                </a:lnTo>
                <a:lnTo>
                  <a:pt x="1752600" y="581025"/>
                </a:lnTo>
                <a:lnTo>
                  <a:pt x="1743075" y="581025"/>
                </a:lnTo>
                <a:lnTo>
                  <a:pt x="1743075" y="571500"/>
                </a:lnTo>
                <a:lnTo>
                  <a:pt x="1724025" y="571500"/>
                </a:lnTo>
                <a:lnTo>
                  <a:pt x="1724025" y="561975"/>
                </a:lnTo>
                <a:lnTo>
                  <a:pt x="1704975" y="561975"/>
                </a:lnTo>
                <a:lnTo>
                  <a:pt x="1704975" y="552450"/>
                </a:lnTo>
                <a:lnTo>
                  <a:pt x="1714500" y="552450"/>
                </a:lnTo>
                <a:lnTo>
                  <a:pt x="1714500" y="542925"/>
                </a:lnTo>
                <a:lnTo>
                  <a:pt x="1724025" y="542925"/>
                </a:lnTo>
                <a:close/>
                <a:moveTo>
                  <a:pt x="1962150" y="495300"/>
                </a:moveTo>
                <a:lnTo>
                  <a:pt x="1971675" y="495300"/>
                </a:lnTo>
                <a:lnTo>
                  <a:pt x="1971675" y="504825"/>
                </a:lnTo>
                <a:lnTo>
                  <a:pt x="1962150" y="504825"/>
                </a:lnTo>
                <a:close/>
                <a:moveTo>
                  <a:pt x="85725" y="504825"/>
                </a:moveTo>
                <a:lnTo>
                  <a:pt x="95250" y="504825"/>
                </a:lnTo>
                <a:lnTo>
                  <a:pt x="95250" y="514350"/>
                </a:lnTo>
                <a:lnTo>
                  <a:pt x="85725" y="514350"/>
                </a:lnTo>
                <a:close/>
                <a:moveTo>
                  <a:pt x="1971675" y="504825"/>
                </a:moveTo>
                <a:lnTo>
                  <a:pt x="1981200" y="504825"/>
                </a:lnTo>
                <a:lnTo>
                  <a:pt x="1981200" y="514350"/>
                </a:lnTo>
                <a:lnTo>
                  <a:pt x="1971675" y="514350"/>
                </a:lnTo>
                <a:close/>
                <a:moveTo>
                  <a:pt x="0" y="552450"/>
                </a:moveTo>
                <a:lnTo>
                  <a:pt x="9525" y="552450"/>
                </a:lnTo>
                <a:lnTo>
                  <a:pt x="9525" y="561975"/>
                </a:lnTo>
                <a:lnTo>
                  <a:pt x="19050" y="561975"/>
                </a:lnTo>
                <a:lnTo>
                  <a:pt x="19050" y="581025"/>
                </a:lnTo>
                <a:lnTo>
                  <a:pt x="28575" y="581025"/>
                </a:lnTo>
                <a:lnTo>
                  <a:pt x="28575" y="590550"/>
                </a:lnTo>
                <a:lnTo>
                  <a:pt x="47625" y="590550"/>
                </a:lnTo>
                <a:lnTo>
                  <a:pt x="47625" y="600075"/>
                </a:lnTo>
                <a:lnTo>
                  <a:pt x="19050" y="600075"/>
                </a:lnTo>
                <a:lnTo>
                  <a:pt x="19050" y="590550"/>
                </a:lnTo>
                <a:lnTo>
                  <a:pt x="9525" y="590550"/>
                </a:lnTo>
                <a:lnTo>
                  <a:pt x="9525" y="581025"/>
                </a:lnTo>
                <a:lnTo>
                  <a:pt x="0" y="581025"/>
                </a:lnTo>
                <a:close/>
                <a:moveTo>
                  <a:pt x="1552575" y="552450"/>
                </a:moveTo>
                <a:lnTo>
                  <a:pt x="1571625" y="552450"/>
                </a:lnTo>
                <a:lnTo>
                  <a:pt x="1571625" y="542925"/>
                </a:lnTo>
                <a:lnTo>
                  <a:pt x="1552575" y="542925"/>
                </a:lnTo>
                <a:close/>
                <a:moveTo>
                  <a:pt x="66675" y="561975"/>
                </a:moveTo>
                <a:lnTo>
                  <a:pt x="85725" y="561975"/>
                </a:lnTo>
                <a:lnTo>
                  <a:pt x="85725" y="581025"/>
                </a:lnTo>
                <a:lnTo>
                  <a:pt x="76200" y="581025"/>
                </a:lnTo>
                <a:lnTo>
                  <a:pt x="76200" y="571500"/>
                </a:lnTo>
                <a:lnTo>
                  <a:pt x="66675" y="571500"/>
                </a:lnTo>
                <a:close/>
                <a:moveTo>
                  <a:pt x="1838325" y="581025"/>
                </a:moveTo>
                <a:lnTo>
                  <a:pt x="1847850" y="581025"/>
                </a:lnTo>
                <a:lnTo>
                  <a:pt x="1847850" y="590550"/>
                </a:lnTo>
                <a:lnTo>
                  <a:pt x="1838325" y="590550"/>
                </a:lnTo>
                <a:close/>
                <a:moveTo>
                  <a:pt x="19050" y="628650"/>
                </a:moveTo>
                <a:lnTo>
                  <a:pt x="28575" y="628650"/>
                </a:lnTo>
                <a:lnTo>
                  <a:pt x="28575" y="638175"/>
                </a:lnTo>
                <a:lnTo>
                  <a:pt x="19050" y="638175"/>
                </a:lnTo>
                <a:close/>
                <a:moveTo>
                  <a:pt x="266700" y="676275"/>
                </a:moveTo>
                <a:lnTo>
                  <a:pt x="276225" y="676275"/>
                </a:lnTo>
                <a:lnTo>
                  <a:pt x="276225" y="685800"/>
                </a:lnTo>
                <a:lnTo>
                  <a:pt x="266700" y="685800"/>
                </a:lnTo>
                <a:close/>
                <a:moveTo>
                  <a:pt x="228600" y="685800"/>
                </a:moveTo>
                <a:lnTo>
                  <a:pt x="266700" y="685800"/>
                </a:lnTo>
                <a:lnTo>
                  <a:pt x="266700" y="704850"/>
                </a:lnTo>
                <a:lnTo>
                  <a:pt x="257175" y="704850"/>
                </a:lnTo>
                <a:lnTo>
                  <a:pt x="257175" y="723900"/>
                </a:lnTo>
                <a:lnTo>
                  <a:pt x="266700" y="723900"/>
                </a:lnTo>
                <a:lnTo>
                  <a:pt x="266700" y="742950"/>
                </a:lnTo>
                <a:lnTo>
                  <a:pt x="257175" y="742950"/>
                </a:lnTo>
                <a:lnTo>
                  <a:pt x="257175" y="752475"/>
                </a:lnTo>
                <a:lnTo>
                  <a:pt x="247650" y="752475"/>
                </a:lnTo>
                <a:lnTo>
                  <a:pt x="247650" y="762000"/>
                </a:lnTo>
                <a:lnTo>
                  <a:pt x="257175" y="762000"/>
                </a:lnTo>
                <a:lnTo>
                  <a:pt x="257175" y="771525"/>
                </a:lnTo>
                <a:lnTo>
                  <a:pt x="238125" y="771525"/>
                </a:lnTo>
                <a:lnTo>
                  <a:pt x="238125" y="781050"/>
                </a:lnTo>
                <a:lnTo>
                  <a:pt x="200025" y="781050"/>
                </a:lnTo>
                <a:lnTo>
                  <a:pt x="200025" y="790575"/>
                </a:lnTo>
                <a:lnTo>
                  <a:pt x="180975" y="790575"/>
                </a:lnTo>
                <a:lnTo>
                  <a:pt x="180975" y="781050"/>
                </a:lnTo>
                <a:lnTo>
                  <a:pt x="161925" y="781050"/>
                </a:lnTo>
                <a:lnTo>
                  <a:pt x="161925" y="771525"/>
                </a:lnTo>
                <a:lnTo>
                  <a:pt x="152400" y="771525"/>
                </a:lnTo>
                <a:lnTo>
                  <a:pt x="152400" y="752475"/>
                </a:lnTo>
                <a:lnTo>
                  <a:pt x="180975" y="752475"/>
                </a:lnTo>
                <a:lnTo>
                  <a:pt x="180975" y="742950"/>
                </a:lnTo>
                <a:lnTo>
                  <a:pt x="190500" y="742950"/>
                </a:lnTo>
                <a:lnTo>
                  <a:pt x="190500" y="733425"/>
                </a:lnTo>
                <a:lnTo>
                  <a:pt x="200025" y="733425"/>
                </a:lnTo>
                <a:lnTo>
                  <a:pt x="200025" y="723900"/>
                </a:lnTo>
                <a:lnTo>
                  <a:pt x="209550" y="723900"/>
                </a:lnTo>
                <a:lnTo>
                  <a:pt x="209550" y="714375"/>
                </a:lnTo>
                <a:lnTo>
                  <a:pt x="219075" y="714375"/>
                </a:lnTo>
                <a:lnTo>
                  <a:pt x="219075" y="704850"/>
                </a:lnTo>
                <a:lnTo>
                  <a:pt x="228600" y="704850"/>
                </a:lnTo>
                <a:close/>
                <a:moveTo>
                  <a:pt x="1876425" y="695325"/>
                </a:moveTo>
                <a:lnTo>
                  <a:pt x="1885950" y="695325"/>
                </a:lnTo>
                <a:lnTo>
                  <a:pt x="1885950" y="714375"/>
                </a:lnTo>
                <a:lnTo>
                  <a:pt x="1876425" y="714375"/>
                </a:lnTo>
                <a:close/>
                <a:moveTo>
                  <a:pt x="1962150" y="695325"/>
                </a:moveTo>
                <a:lnTo>
                  <a:pt x="1971675" y="695325"/>
                </a:lnTo>
                <a:lnTo>
                  <a:pt x="1971675" y="714375"/>
                </a:lnTo>
                <a:lnTo>
                  <a:pt x="1962150" y="714375"/>
                </a:lnTo>
                <a:close/>
                <a:moveTo>
                  <a:pt x="2019300" y="695325"/>
                </a:moveTo>
                <a:lnTo>
                  <a:pt x="2028825" y="695325"/>
                </a:lnTo>
                <a:lnTo>
                  <a:pt x="2028825" y="704850"/>
                </a:lnTo>
                <a:lnTo>
                  <a:pt x="2057400" y="704850"/>
                </a:lnTo>
                <a:lnTo>
                  <a:pt x="2057400" y="695325"/>
                </a:lnTo>
                <a:lnTo>
                  <a:pt x="2076450" y="695325"/>
                </a:lnTo>
                <a:lnTo>
                  <a:pt x="2076450" y="733425"/>
                </a:lnTo>
                <a:lnTo>
                  <a:pt x="2085975" y="733425"/>
                </a:lnTo>
                <a:lnTo>
                  <a:pt x="2085975" y="762000"/>
                </a:lnTo>
                <a:lnTo>
                  <a:pt x="2047875" y="762000"/>
                </a:lnTo>
                <a:lnTo>
                  <a:pt x="2047875" y="733425"/>
                </a:lnTo>
                <a:lnTo>
                  <a:pt x="2038350" y="733425"/>
                </a:lnTo>
                <a:lnTo>
                  <a:pt x="2038350" y="723900"/>
                </a:lnTo>
                <a:lnTo>
                  <a:pt x="2028825" y="723900"/>
                </a:lnTo>
                <a:lnTo>
                  <a:pt x="2028825" y="714375"/>
                </a:lnTo>
                <a:lnTo>
                  <a:pt x="2019300" y="714375"/>
                </a:lnTo>
                <a:close/>
                <a:moveTo>
                  <a:pt x="161925" y="704850"/>
                </a:moveTo>
                <a:lnTo>
                  <a:pt x="171450" y="704850"/>
                </a:lnTo>
                <a:lnTo>
                  <a:pt x="171450" y="714375"/>
                </a:lnTo>
                <a:lnTo>
                  <a:pt x="161925" y="714375"/>
                </a:lnTo>
                <a:close/>
                <a:moveTo>
                  <a:pt x="1628775" y="733425"/>
                </a:moveTo>
                <a:lnTo>
                  <a:pt x="1647825" y="733425"/>
                </a:lnTo>
                <a:lnTo>
                  <a:pt x="1647825" y="742950"/>
                </a:lnTo>
                <a:lnTo>
                  <a:pt x="1685925" y="742950"/>
                </a:lnTo>
                <a:lnTo>
                  <a:pt x="1685925" y="752475"/>
                </a:lnTo>
                <a:lnTo>
                  <a:pt x="1695450" y="752475"/>
                </a:lnTo>
                <a:lnTo>
                  <a:pt x="1695450" y="742950"/>
                </a:lnTo>
                <a:lnTo>
                  <a:pt x="1724025" y="742950"/>
                </a:lnTo>
                <a:lnTo>
                  <a:pt x="1724025" y="752475"/>
                </a:lnTo>
                <a:lnTo>
                  <a:pt x="1743075" y="752475"/>
                </a:lnTo>
                <a:lnTo>
                  <a:pt x="1743075" y="742950"/>
                </a:lnTo>
                <a:lnTo>
                  <a:pt x="1752600" y="742950"/>
                </a:lnTo>
                <a:lnTo>
                  <a:pt x="1752600" y="752475"/>
                </a:lnTo>
                <a:lnTo>
                  <a:pt x="1743075" y="752475"/>
                </a:lnTo>
                <a:lnTo>
                  <a:pt x="1743075" y="762000"/>
                </a:lnTo>
                <a:lnTo>
                  <a:pt x="1733550" y="762000"/>
                </a:lnTo>
                <a:lnTo>
                  <a:pt x="1733550" y="771525"/>
                </a:lnTo>
                <a:lnTo>
                  <a:pt x="1714500" y="771525"/>
                </a:lnTo>
                <a:lnTo>
                  <a:pt x="1714500" y="781050"/>
                </a:lnTo>
                <a:lnTo>
                  <a:pt x="1704975" y="781050"/>
                </a:lnTo>
                <a:lnTo>
                  <a:pt x="1704975" y="790575"/>
                </a:lnTo>
                <a:lnTo>
                  <a:pt x="1685925" y="790575"/>
                </a:lnTo>
                <a:lnTo>
                  <a:pt x="1685925" y="800100"/>
                </a:lnTo>
                <a:lnTo>
                  <a:pt x="1666875" y="800100"/>
                </a:lnTo>
                <a:lnTo>
                  <a:pt x="1666875" y="809625"/>
                </a:lnTo>
                <a:lnTo>
                  <a:pt x="1647825" y="809625"/>
                </a:lnTo>
                <a:lnTo>
                  <a:pt x="1647825" y="819150"/>
                </a:lnTo>
                <a:lnTo>
                  <a:pt x="1638300" y="819150"/>
                </a:lnTo>
                <a:lnTo>
                  <a:pt x="1638300" y="828675"/>
                </a:lnTo>
                <a:lnTo>
                  <a:pt x="1609725" y="828675"/>
                </a:lnTo>
                <a:lnTo>
                  <a:pt x="1609725" y="800100"/>
                </a:lnTo>
                <a:lnTo>
                  <a:pt x="1600200" y="800100"/>
                </a:lnTo>
                <a:lnTo>
                  <a:pt x="1600200" y="790575"/>
                </a:lnTo>
                <a:lnTo>
                  <a:pt x="1609725" y="790575"/>
                </a:lnTo>
                <a:lnTo>
                  <a:pt x="1609725" y="781050"/>
                </a:lnTo>
                <a:lnTo>
                  <a:pt x="1619250" y="781050"/>
                </a:lnTo>
                <a:lnTo>
                  <a:pt x="1619250" y="752475"/>
                </a:lnTo>
                <a:lnTo>
                  <a:pt x="1628775" y="752475"/>
                </a:lnTo>
                <a:close/>
                <a:moveTo>
                  <a:pt x="1990725" y="742950"/>
                </a:moveTo>
                <a:lnTo>
                  <a:pt x="2009775" y="742950"/>
                </a:lnTo>
                <a:lnTo>
                  <a:pt x="2009775" y="752475"/>
                </a:lnTo>
                <a:lnTo>
                  <a:pt x="1990725" y="752475"/>
                </a:lnTo>
                <a:close/>
                <a:moveTo>
                  <a:pt x="1628775" y="1704975"/>
                </a:moveTo>
                <a:lnTo>
                  <a:pt x="1638300" y="1704975"/>
                </a:lnTo>
                <a:lnTo>
                  <a:pt x="1638300" y="1714500"/>
                </a:lnTo>
                <a:lnTo>
                  <a:pt x="1628775" y="1714500"/>
                </a:lnTo>
                <a:close/>
                <a:moveTo>
                  <a:pt x="1619250" y="1714500"/>
                </a:moveTo>
                <a:lnTo>
                  <a:pt x="1628775" y="1714500"/>
                </a:lnTo>
                <a:lnTo>
                  <a:pt x="1628775" y="1724025"/>
                </a:lnTo>
                <a:lnTo>
                  <a:pt x="1619250" y="1724025"/>
                </a:lnTo>
                <a:close/>
                <a:moveTo>
                  <a:pt x="266700" y="1724025"/>
                </a:moveTo>
                <a:lnTo>
                  <a:pt x="276225" y="1724025"/>
                </a:lnTo>
                <a:lnTo>
                  <a:pt x="276225" y="1733550"/>
                </a:lnTo>
                <a:lnTo>
                  <a:pt x="266700" y="1733550"/>
                </a:lnTo>
                <a:close/>
                <a:moveTo>
                  <a:pt x="1609725" y="1724025"/>
                </a:moveTo>
                <a:lnTo>
                  <a:pt x="1619250" y="1724025"/>
                </a:lnTo>
                <a:lnTo>
                  <a:pt x="1619250" y="1733550"/>
                </a:lnTo>
                <a:lnTo>
                  <a:pt x="1609725" y="1733550"/>
                </a:lnTo>
                <a:close/>
                <a:moveTo>
                  <a:pt x="276225" y="1733550"/>
                </a:moveTo>
                <a:lnTo>
                  <a:pt x="285750" y="1733550"/>
                </a:lnTo>
                <a:lnTo>
                  <a:pt x="285750" y="1743075"/>
                </a:lnTo>
                <a:lnTo>
                  <a:pt x="276225" y="1743075"/>
                </a:lnTo>
                <a:close/>
                <a:moveTo>
                  <a:pt x="285750" y="1743075"/>
                </a:moveTo>
                <a:lnTo>
                  <a:pt x="295275" y="1743075"/>
                </a:lnTo>
                <a:lnTo>
                  <a:pt x="295275" y="1752600"/>
                </a:lnTo>
                <a:lnTo>
                  <a:pt x="285750" y="1752600"/>
                </a:lnTo>
                <a:close/>
                <a:moveTo>
                  <a:pt x="295275" y="1752600"/>
                </a:moveTo>
                <a:lnTo>
                  <a:pt x="304800" y="1752600"/>
                </a:lnTo>
                <a:lnTo>
                  <a:pt x="304800" y="1762125"/>
                </a:lnTo>
                <a:lnTo>
                  <a:pt x="295275" y="1762125"/>
                </a:lnTo>
                <a:close/>
                <a:moveTo>
                  <a:pt x="1543050" y="1781175"/>
                </a:moveTo>
                <a:lnTo>
                  <a:pt x="1552575" y="1781175"/>
                </a:lnTo>
                <a:lnTo>
                  <a:pt x="1552575" y="1790700"/>
                </a:lnTo>
                <a:lnTo>
                  <a:pt x="1543050" y="1790700"/>
                </a:lnTo>
                <a:close/>
                <a:moveTo>
                  <a:pt x="342900" y="1790700"/>
                </a:moveTo>
                <a:lnTo>
                  <a:pt x="352425" y="1790700"/>
                </a:lnTo>
                <a:lnTo>
                  <a:pt x="352425" y="1800225"/>
                </a:lnTo>
                <a:lnTo>
                  <a:pt x="342900" y="1800225"/>
                </a:lnTo>
                <a:close/>
                <a:moveTo>
                  <a:pt x="1533525" y="1790700"/>
                </a:moveTo>
                <a:lnTo>
                  <a:pt x="1543050" y="1790700"/>
                </a:lnTo>
                <a:lnTo>
                  <a:pt x="1543050" y="1800225"/>
                </a:lnTo>
                <a:lnTo>
                  <a:pt x="1533525" y="1800225"/>
                </a:lnTo>
                <a:close/>
                <a:moveTo>
                  <a:pt x="381000" y="1819275"/>
                </a:moveTo>
                <a:lnTo>
                  <a:pt x="390525" y="1819275"/>
                </a:lnTo>
                <a:lnTo>
                  <a:pt x="390525" y="1828800"/>
                </a:lnTo>
                <a:lnTo>
                  <a:pt x="381000" y="1828800"/>
                </a:lnTo>
                <a:close/>
                <a:moveTo>
                  <a:pt x="1495425" y="1819275"/>
                </a:moveTo>
                <a:lnTo>
                  <a:pt x="1504950" y="1819275"/>
                </a:lnTo>
                <a:lnTo>
                  <a:pt x="1504950" y="1828800"/>
                </a:lnTo>
                <a:lnTo>
                  <a:pt x="1495425" y="1828800"/>
                </a:lnTo>
                <a:close/>
                <a:moveTo>
                  <a:pt x="409575" y="1838325"/>
                </a:moveTo>
                <a:lnTo>
                  <a:pt x="419100" y="1838325"/>
                </a:lnTo>
                <a:lnTo>
                  <a:pt x="419100" y="1847850"/>
                </a:lnTo>
                <a:lnTo>
                  <a:pt x="409575" y="1847850"/>
                </a:lnTo>
                <a:close/>
                <a:moveTo>
                  <a:pt x="1466850" y="1838325"/>
                </a:moveTo>
                <a:lnTo>
                  <a:pt x="1476375" y="1838325"/>
                </a:lnTo>
                <a:lnTo>
                  <a:pt x="1476375" y="1847850"/>
                </a:lnTo>
                <a:lnTo>
                  <a:pt x="1466850" y="1847850"/>
                </a:lnTo>
                <a:close/>
                <a:moveTo>
                  <a:pt x="457200" y="1866900"/>
                </a:moveTo>
                <a:lnTo>
                  <a:pt x="466725" y="1866900"/>
                </a:lnTo>
                <a:lnTo>
                  <a:pt x="466725" y="1876425"/>
                </a:lnTo>
                <a:lnTo>
                  <a:pt x="457200" y="1876425"/>
                </a:lnTo>
                <a:close/>
                <a:moveTo>
                  <a:pt x="1419225" y="1866900"/>
                </a:moveTo>
                <a:lnTo>
                  <a:pt x="1428750" y="1866900"/>
                </a:lnTo>
                <a:lnTo>
                  <a:pt x="1428750" y="1876425"/>
                </a:lnTo>
                <a:lnTo>
                  <a:pt x="1419225" y="1876425"/>
                </a:lnTo>
                <a:close/>
                <a:moveTo>
                  <a:pt x="1323975" y="1914525"/>
                </a:moveTo>
                <a:lnTo>
                  <a:pt x="1333500" y="1914525"/>
                </a:lnTo>
                <a:lnTo>
                  <a:pt x="1333500" y="1924050"/>
                </a:lnTo>
                <a:lnTo>
                  <a:pt x="1323975" y="1924050"/>
                </a:lnTo>
                <a:close/>
                <a:moveTo>
                  <a:pt x="571500" y="1924050"/>
                </a:moveTo>
                <a:lnTo>
                  <a:pt x="581025" y="1924050"/>
                </a:lnTo>
                <a:lnTo>
                  <a:pt x="581025" y="1933575"/>
                </a:lnTo>
                <a:lnTo>
                  <a:pt x="571500" y="1933575"/>
                </a:lnTo>
                <a:close/>
                <a:moveTo>
                  <a:pt x="1276350" y="1933575"/>
                </a:moveTo>
                <a:lnTo>
                  <a:pt x="1285875" y="1933575"/>
                </a:lnTo>
                <a:lnTo>
                  <a:pt x="1285875" y="1943100"/>
                </a:lnTo>
                <a:lnTo>
                  <a:pt x="1276350" y="1943100"/>
                </a:lnTo>
                <a:close/>
                <a:moveTo>
                  <a:pt x="619125" y="1943100"/>
                </a:moveTo>
                <a:lnTo>
                  <a:pt x="628650" y="1943100"/>
                </a:lnTo>
                <a:lnTo>
                  <a:pt x="628650" y="1952625"/>
                </a:lnTo>
                <a:lnTo>
                  <a:pt x="619125" y="1952625"/>
                </a:lnTo>
                <a:close/>
                <a:moveTo>
                  <a:pt x="647700" y="1952625"/>
                </a:moveTo>
                <a:lnTo>
                  <a:pt x="657225" y="1952625"/>
                </a:lnTo>
                <a:lnTo>
                  <a:pt x="657225" y="1962150"/>
                </a:lnTo>
                <a:lnTo>
                  <a:pt x="647700" y="1962150"/>
                </a:lnTo>
                <a:close/>
                <a:moveTo>
                  <a:pt x="1219200" y="1952625"/>
                </a:moveTo>
                <a:lnTo>
                  <a:pt x="1228725" y="1952625"/>
                </a:lnTo>
                <a:lnTo>
                  <a:pt x="1228725" y="1962150"/>
                </a:lnTo>
                <a:lnTo>
                  <a:pt x="1219200" y="1962150"/>
                </a:lnTo>
                <a:close/>
                <a:moveTo>
                  <a:pt x="685800" y="1962150"/>
                </a:moveTo>
                <a:lnTo>
                  <a:pt x="695325" y="1962150"/>
                </a:lnTo>
                <a:lnTo>
                  <a:pt x="695325" y="1971675"/>
                </a:lnTo>
                <a:lnTo>
                  <a:pt x="685800" y="1971675"/>
                </a:lnTo>
                <a:close/>
                <a:moveTo>
                  <a:pt x="1190625" y="1962150"/>
                </a:moveTo>
                <a:lnTo>
                  <a:pt x="1200150" y="1962150"/>
                </a:lnTo>
                <a:lnTo>
                  <a:pt x="1200150" y="1971675"/>
                </a:lnTo>
                <a:lnTo>
                  <a:pt x="1190625" y="1971675"/>
                </a:lnTo>
                <a:close/>
                <a:moveTo>
                  <a:pt x="723900" y="1971675"/>
                </a:moveTo>
                <a:lnTo>
                  <a:pt x="733425" y="1971675"/>
                </a:lnTo>
                <a:lnTo>
                  <a:pt x="733425" y="1981200"/>
                </a:lnTo>
                <a:lnTo>
                  <a:pt x="723900" y="1981200"/>
                </a:lnTo>
                <a:close/>
                <a:moveTo>
                  <a:pt x="1152525" y="1971675"/>
                </a:moveTo>
                <a:lnTo>
                  <a:pt x="1162050" y="1971675"/>
                </a:lnTo>
                <a:lnTo>
                  <a:pt x="1162050" y="1981200"/>
                </a:lnTo>
                <a:lnTo>
                  <a:pt x="1152525" y="1981200"/>
                </a:lnTo>
                <a:close/>
                <a:moveTo>
                  <a:pt x="762000" y="1981200"/>
                </a:moveTo>
                <a:lnTo>
                  <a:pt x="781050" y="1981200"/>
                </a:lnTo>
                <a:lnTo>
                  <a:pt x="781050" y="1990725"/>
                </a:lnTo>
                <a:lnTo>
                  <a:pt x="762000" y="1990725"/>
                </a:lnTo>
                <a:close/>
                <a:moveTo>
                  <a:pt x="1104900" y="1981200"/>
                </a:moveTo>
                <a:lnTo>
                  <a:pt x="1114425" y="1981200"/>
                </a:lnTo>
                <a:lnTo>
                  <a:pt x="1114425" y="1990725"/>
                </a:lnTo>
                <a:lnTo>
                  <a:pt x="1104900" y="1990725"/>
                </a:lnTo>
                <a:close/>
                <a:moveTo>
                  <a:pt x="828675" y="1990725"/>
                </a:moveTo>
                <a:lnTo>
                  <a:pt x="857250" y="1990725"/>
                </a:lnTo>
                <a:lnTo>
                  <a:pt x="857250" y="2000250"/>
                </a:lnTo>
                <a:lnTo>
                  <a:pt x="828675" y="2000250"/>
                </a:lnTo>
                <a:close/>
                <a:moveTo>
                  <a:pt x="1038225" y="1990725"/>
                </a:moveTo>
                <a:lnTo>
                  <a:pt x="1057275" y="1990725"/>
                </a:lnTo>
                <a:lnTo>
                  <a:pt x="1057275" y="2000250"/>
                </a:lnTo>
                <a:lnTo>
                  <a:pt x="1038225" y="2000250"/>
                </a:lnTo>
                <a:close/>
              </a:path>
            </a:pathLst>
          </a:custGeom>
          <a:solidFill xmlns:a="http://schemas.openxmlformats.org/drawingml/2006/main">
            <a:srgbClr val="D1E3FB"/>
          </a:solidFill>
          <a:ln xmlns:a="http://schemas.openxmlformats.org/drawingml/2006/main" w="0">
            <a:noFill/>
          </a:ln>
        </p:spPr>
      </p:sp>
      <p:sp>
        <p:nvSpPr>
          <p:cNvPr id="59" name="juan vector #f6ddd1">
            <a:extLst xmlns:a="http://schemas.openxmlformats.org/drawingml/2006/main">
              <a:ext uri="{FF2B5EF4-FFF2-40B4-BE49-F238E27FC236}">
                <a16:creationId xmlns:a16="http://schemas.microsoft.com/office/drawing/2014/main" id="{A3191A00-BB6A-475D-81F8-A4D4B40C071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48900" y="2552700"/>
            <a:ext cx="2085975" cy="2085975"/>
          </a:xfrm>
          <a:custGeom xmlns:a="http://schemas.openxmlformats.org/drawingml/2006/main">
            <a:pathLst>
              <a:path w="2085975" h="2085975">
                <a:moveTo>
                  <a:pt x="1371600" y="123825"/>
                </a:moveTo>
                <a:lnTo>
                  <a:pt x="1381125" y="123825"/>
                </a:lnTo>
                <a:lnTo>
                  <a:pt x="1381125" y="133350"/>
                </a:lnTo>
                <a:lnTo>
                  <a:pt x="1371600" y="133350"/>
                </a:lnTo>
                <a:close/>
                <a:moveTo>
                  <a:pt x="504825" y="133350"/>
                </a:moveTo>
                <a:lnTo>
                  <a:pt x="514350" y="133350"/>
                </a:lnTo>
                <a:lnTo>
                  <a:pt x="514350" y="142875"/>
                </a:lnTo>
                <a:lnTo>
                  <a:pt x="504825" y="142875"/>
                </a:lnTo>
                <a:close/>
                <a:moveTo>
                  <a:pt x="514350" y="142875"/>
                </a:moveTo>
                <a:lnTo>
                  <a:pt x="523875" y="142875"/>
                </a:lnTo>
                <a:lnTo>
                  <a:pt x="523875" y="152400"/>
                </a:lnTo>
                <a:lnTo>
                  <a:pt x="533400" y="152400"/>
                </a:lnTo>
                <a:lnTo>
                  <a:pt x="533400" y="171450"/>
                </a:lnTo>
                <a:lnTo>
                  <a:pt x="542925" y="171450"/>
                </a:lnTo>
                <a:lnTo>
                  <a:pt x="542925" y="180975"/>
                </a:lnTo>
                <a:lnTo>
                  <a:pt x="552450" y="180975"/>
                </a:lnTo>
                <a:lnTo>
                  <a:pt x="552450" y="190500"/>
                </a:lnTo>
                <a:lnTo>
                  <a:pt x="561975" y="190500"/>
                </a:lnTo>
                <a:lnTo>
                  <a:pt x="561975" y="209550"/>
                </a:lnTo>
                <a:lnTo>
                  <a:pt x="571500" y="209550"/>
                </a:lnTo>
                <a:lnTo>
                  <a:pt x="571500" y="257175"/>
                </a:lnTo>
                <a:lnTo>
                  <a:pt x="561975" y="257175"/>
                </a:lnTo>
                <a:lnTo>
                  <a:pt x="561975" y="266700"/>
                </a:lnTo>
                <a:lnTo>
                  <a:pt x="571500" y="266700"/>
                </a:lnTo>
                <a:lnTo>
                  <a:pt x="571500" y="314325"/>
                </a:lnTo>
                <a:lnTo>
                  <a:pt x="561975" y="314325"/>
                </a:lnTo>
                <a:lnTo>
                  <a:pt x="561975" y="361950"/>
                </a:lnTo>
                <a:lnTo>
                  <a:pt x="552450" y="361950"/>
                </a:lnTo>
                <a:lnTo>
                  <a:pt x="552450" y="247650"/>
                </a:lnTo>
                <a:lnTo>
                  <a:pt x="542925" y="247650"/>
                </a:lnTo>
                <a:lnTo>
                  <a:pt x="542925" y="209550"/>
                </a:lnTo>
                <a:lnTo>
                  <a:pt x="533400" y="209550"/>
                </a:lnTo>
                <a:lnTo>
                  <a:pt x="533400" y="180975"/>
                </a:lnTo>
                <a:lnTo>
                  <a:pt x="523875" y="180975"/>
                </a:lnTo>
                <a:lnTo>
                  <a:pt x="523875" y="161925"/>
                </a:lnTo>
                <a:lnTo>
                  <a:pt x="514350" y="161925"/>
                </a:lnTo>
                <a:close/>
                <a:moveTo>
                  <a:pt x="1352550" y="142875"/>
                </a:moveTo>
                <a:lnTo>
                  <a:pt x="1362075" y="142875"/>
                </a:lnTo>
                <a:lnTo>
                  <a:pt x="1362075" y="161925"/>
                </a:lnTo>
                <a:lnTo>
                  <a:pt x="1352550" y="161925"/>
                </a:lnTo>
                <a:close/>
                <a:moveTo>
                  <a:pt x="1333500" y="200025"/>
                </a:moveTo>
                <a:lnTo>
                  <a:pt x="1343025" y="200025"/>
                </a:lnTo>
                <a:lnTo>
                  <a:pt x="1343025" y="219075"/>
                </a:lnTo>
                <a:lnTo>
                  <a:pt x="1323975" y="219075"/>
                </a:lnTo>
                <a:lnTo>
                  <a:pt x="1323975" y="209550"/>
                </a:lnTo>
                <a:lnTo>
                  <a:pt x="1333500" y="209550"/>
                </a:lnTo>
                <a:close/>
                <a:moveTo>
                  <a:pt x="1323975" y="247650"/>
                </a:moveTo>
                <a:lnTo>
                  <a:pt x="1333500" y="247650"/>
                </a:lnTo>
                <a:lnTo>
                  <a:pt x="1333500" y="257175"/>
                </a:lnTo>
                <a:lnTo>
                  <a:pt x="1323975" y="257175"/>
                </a:lnTo>
                <a:close/>
                <a:moveTo>
                  <a:pt x="1009650" y="266700"/>
                </a:moveTo>
                <a:lnTo>
                  <a:pt x="1028700" y="266700"/>
                </a:lnTo>
                <a:lnTo>
                  <a:pt x="1028700" y="276225"/>
                </a:lnTo>
                <a:lnTo>
                  <a:pt x="1047750" y="276225"/>
                </a:lnTo>
                <a:lnTo>
                  <a:pt x="1047750" y="285750"/>
                </a:lnTo>
                <a:lnTo>
                  <a:pt x="1057275" y="285750"/>
                </a:lnTo>
                <a:lnTo>
                  <a:pt x="1057275" y="295275"/>
                </a:lnTo>
                <a:lnTo>
                  <a:pt x="1076325" y="295275"/>
                </a:lnTo>
                <a:lnTo>
                  <a:pt x="1076325" y="314325"/>
                </a:lnTo>
                <a:lnTo>
                  <a:pt x="1066800" y="314325"/>
                </a:lnTo>
                <a:lnTo>
                  <a:pt x="1066800" y="304800"/>
                </a:lnTo>
                <a:lnTo>
                  <a:pt x="1047750" y="304800"/>
                </a:lnTo>
                <a:lnTo>
                  <a:pt x="1047750" y="295275"/>
                </a:lnTo>
                <a:lnTo>
                  <a:pt x="1009650" y="295275"/>
                </a:lnTo>
                <a:lnTo>
                  <a:pt x="1009650" y="285750"/>
                </a:lnTo>
                <a:lnTo>
                  <a:pt x="962025" y="285750"/>
                </a:lnTo>
                <a:lnTo>
                  <a:pt x="962025" y="276225"/>
                </a:lnTo>
                <a:lnTo>
                  <a:pt x="1009650" y="276225"/>
                </a:lnTo>
                <a:close/>
                <a:moveTo>
                  <a:pt x="914400" y="276225"/>
                </a:moveTo>
                <a:lnTo>
                  <a:pt x="923925" y="276225"/>
                </a:lnTo>
                <a:lnTo>
                  <a:pt x="923925" y="285750"/>
                </a:lnTo>
                <a:lnTo>
                  <a:pt x="933450" y="285750"/>
                </a:lnTo>
                <a:lnTo>
                  <a:pt x="933450" y="295275"/>
                </a:lnTo>
                <a:lnTo>
                  <a:pt x="885825" y="295275"/>
                </a:lnTo>
                <a:lnTo>
                  <a:pt x="885825" y="285750"/>
                </a:lnTo>
                <a:lnTo>
                  <a:pt x="914400" y="285750"/>
                </a:lnTo>
                <a:close/>
                <a:moveTo>
                  <a:pt x="1314450" y="285750"/>
                </a:moveTo>
                <a:lnTo>
                  <a:pt x="1323975" y="285750"/>
                </a:lnTo>
                <a:lnTo>
                  <a:pt x="1323975" y="400050"/>
                </a:lnTo>
                <a:lnTo>
                  <a:pt x="1333500" y="400050"/>
                </a:lnTo>
                <a:lnTo>
                  <a:pt x="1333500" y="438150"/>
                </a:lnTo>
                <a:lnTo>
                  <a:pt x="1343025" y="438150"/>
                </a:lnTo>
                <a:lnTo>
                  <a:pt x="1343025" y="466725"/>
                </a:lnTo>
                <a:lnTo>
                  <a:pt x="1352550" y="466725"/>
                </a:lnTo>
                <a:lnTo>
                  <a:pt x="1352550" y="485775"/>
                </a:lnTo>
                <a:lnTo>
                  <a:pt x="1304925" y="485775"/>
                </a:lnTo>
                <a:lnTo>
                  <a:pt x="1304925" y="495300"/>
                </a:lnTo>
                <a:lnTo>
                  <a:pt x="1295400" y="495300"/>
                </a:lnTo>
                <a:lnTo>
                  <a:pt x="1295400" y="504825"/>
                </a:lnTo>
                <a:lnTo>
                  <a:pt x="1285875" y="504825"/>
                </a:lnTo>
                <a:lnTo>
                  <a:pt x="1285875" y="514350"/>
                </a:lnTo>
                <a:lnTo>
                  <a:pt x="1276350" y="514350"/>
                </a:lnTo>
                <a:lnTo>
                  <a:pt x="1276350" y="542925"/>
                </a:lnTo>
                <a:lnTo>
                  <a:pt x="1266825" y="542925"/>
                </a:lnTo>
                <a:lnTo>
                  <a:pt x="1266825" y="523875"/>
                </a:lnTo>
                <a:lnTo>
                  <a:pt x="1257300" y="523875"/>
                </a:lnTo>
                <a:lnTo>
                  <a:pt x="1257300" y="466725"/>
                </a:lnTo>
                <a:lnTo>
                  <a:pt x="1266825" y="466725"/>
                </a:lnTo>
                <a:lnTo>
                  <a:pt x="1266825" y="438150"/>
                </a:lnTo>
                <a:lnTo>
                  <a:pt x="1276350" y="438150"/>
                </a:lnTo>
                <a:lnTo>
                  <a:pt x="1276350" y="419100"/>
                </a:lnTo>
                <a:lnTo>
                  <a:pt x="1266825" y="419100"/>
                </a:lnTo>
                <a:lnTo>
                  <a:pt x="1266825" y="409575"/>
                </a:lnTo>
                <a:lnTo>
                  <a:pt x="1257300" y="409575"/>
                </a:lnTo>
                <a:lnTo>
                  <a:pt x="1257300" y="400050"/>
                </a:lnTo>
                <a:lnTo>
                  <a:pt x="1266825" y="400050"/>
                </a:lnTo>
                <a:lnTo>
                  <a:pt x="1266825" y="409575"/>
                </a:lnTo>
                <a:lnTo>
                  <a:pt x="1276350" y="409575"/>
                </a:lnTo>
                <a:lnTo>
                  <a:pt x="1276350" y="419100"/>
                </a:lnTo>
                <a:lnTo>
                  <a:pt x="1285875" y="419100"/>
                </a:lnTo>
                <a:lnTo>
                  <a:pt x="1285875" y="409575"/>
                </a:lnTo>
                <a:lnTo>
                  <a:pt x="1314450" y="409575"/>
                </a:lnTo>
                <a:lnTo>
                  <a:pt x="1314450" y="400050"/>
                </a:lnTo>
                <a:lnTo>
                  <a:pt x="1304925" y="400050"/>
                </a:lnTo>
                <a:lnTo>
                  <a:pt x="1304925" y="390525"/>
                </a:lnTo>
                <a:lnTo>
                  <a:pt x="1314450" y="390525"/>
                </a:lnTo>
                <a:lnTo>
                  <a:pt x="1314450" y="381000"/>
                </a:lnTo>
                <a:lnTo>
                  <a:pt x="1304925" y="381000"/>
                </a:lnTo>
                <a:lnTo>
                  <a:pt x="1304925" y="361950"/>
                </a:lnTo>
                <a:lnTo>
                  <a:pt x="1295400" y="361950"/>
                </a:lnTo>
                <a:lnTo>
                  <a:pt x="1295400" y="333375"/>
                </a:lnTo>
                <a:lnTo>
                  <a:pt x="1304925" y="333375"/>
                </a:lnTo>
                <a:lnTo>
                  <a:pt x="1304925" y="323850"/>
                </a:lnTo>
                <a:lnTo>
                  <a:pt x="1314450" y="323850"/>
                </a:lnTo>
                <a:close/>
                <a:moveTo>
                  <a:pt x="838200" y="295275"/>
                </a:moveTo>
                <a:lnTo>
                  <a:pt x="885825" y="295275"/>
                </a:lnTo>
                <a:lnTo>
                  <a:pt x="885825" y="304800"/>
                </a:lnTo>
                <a:lnTo>
                  <a:pt x="857250" y="304800"/>
                </a:lnTo>
                <a:lnTo>
                  <a:pt x="857250" y="314325"/>
                </a:lnTo>
                <a:lnTo>
                  <a:pt x="838200" y="314325"/>
                </a:lnTo>
                <a:lnTo>
                  <a:pt x="838200" y="323850"/>
                </a:lnTo>
                <a:lnTo>
                  <a:pt x="819150" y="323850"/>
                </a:lnTo>
                <a:lnTo>
                  <a:pt x="819150" y="333375"/>
                </a:lnTo>
                <a:lnTo>
                  <a:pt x="800100" y="333375"/>
                </a:lnTo>
                <a:lnTo>
                  <a:pt x="800100" y="342900"/>
                </a:lnTo>
                <a:lnTo>
                  <a:pt x="781050" y="342900"/>
                </a:lnTo>
                <a:lnTo>
                  <a:pt x="781050" y="333375"/>
                </a:lnTo>
                <a:lnTo>
                  <a:pt x="723900" y="333375"/>
                </a:lnTo>
                <a:lnTo>
                  <a:pt x="723900" y="342900"/>
                </a:lnTo>
                <a:lnTo>
                  <a:pt x="714375" y="342900"/>
                </a:lnTo>
                <a:lnTo>
                  <a:pt x="714375" y="352425"/>
                </a:lnTo>
                <a:lnTo>
                  <a:pt x="704850" y="352425"/>
                </a:lnTo>
                <a:lnTo>
                  <a:pt x="704850" y="361950"/>
                </a:lnTo>
                <a:lnTo>
                  <a:pt x="695325" y="361950"/>
                </a:lnTo>
                <a:lnTo>
                  <a:pt x="695325" y="390525"/>
                </a:lnTo>
                <a:lnTo>
                  <a:pt x="685800" y="390525"/>
                </a:lnTo>
                <a:lnTo>
                  <a:pt x="685800" y="419100"/>
                </a:lnTo>
                <a:lnTo>
                  <a:pt x="676275" y="419100"/>
                </a:lnTo>
                <a:lnTo>
                  <a:pt x="676275" y="428625"/>
                </a:lnTo>
                <a:lnTo>
                  <a:pt x="666750" y="428625"/>
                </a:lnTo>
                <a:lnTo>
                  <a:pt x="666750" y="438150"/>
                </a:lnTo>
                <a:lnTo>
                  <a:pt x="647700" y="438150"/>
                </a:lnTo>
                <a:lnTo>
                  <a:pt x="647700" y="400050"/>
                </a:lnTo>
                <a:lnTo>
                  <a:pt x="638175" y="400050"/>
                </a:lnTo>
                <a:lnTo>
                  <a:pt x="638175" y="381000"/>
                </a:lnTo>
                <a:lnTo>
                  <a:pt x="657225" y="381000"/>
                </a:lnTo>
                <a:lnTo>
                  <a:pt x="657225" y="361950"/>
                </a:lnTo>
                <a:lnTo>
                  <a:pt x="666750" y="361950"/>
                </a:lnTo>
                <a:lnTo>
                  <a:pt x="666750" y="352425"/>
                </a:lnTo>
                <a:lnTo>
                  <a:pt x="676275" y="352425"/>
                </a:lnTo>
                <a:lnTo>
                  <a:pt x="676275" y="342900"/>
                </a:lnTo>
                <a:lnTo>
                  <a:pt x="685800" y="342900"/>
                </a:lnTo>
                <a:lnTo>
                  <a:pt x="685800" y="323850"/>
                </a:lnTo>
                <a:lnTo>
                  <a:pt x="714375" y="323850"/>
                </a:lnTo>
                <a:lnTo>
                  <a:pt x="714375" y="314325"/>
                </a:lnTo>
                <a:lnTo>
                  <a:pt x="723900" y="314325"/>
                </a:lnTo>
                <a:lnTo>
                  <a:pt x="723900" y="304800"/>
                </a:lnTo>
                <a:lnTo>
                  <a:pt x="762000" y="304800"/>
                </a:lnTo>
                <a:lnTo>
                  <a:pt x="762000" y="314325"/>
                </a:lnTo>
                <a:lnTo>
                  <a:pt x="800100" y="314325"/>
                </a:lnTo>
                <a:lnTo>
                  <a:pt x="800100" y="304800"/>
                </a:lnTo>
                <a:lnTo>
                  <a:pt x="838200" y="304800"/>
                </a:lnTo>
                <a:close/>
                <a:moveTo>
                  <a:pt x="1123950" y="342900"/>
                </a:moveTo>
                <a:lnTo>
                  <a:pt x="1133475" y="342900"/>
                </a:lnTo>
                <a:lnTo>
                  <a:pt x="1133475" y="352425"/>
                </a:lnTo>
                <a:lnTo>
                  <a:pt x="1123950" y="352425"/>
                </a:lnTo>
                <a:close/>
                <a:moveTo>
                  <a:pt x="542925" y="390525"/>
                </a:moveTo>
                <a:lnTo>
                  <a:pt x="552450" y="390525"/>
                </a:lnTo>
                <a:lnTo>
                  <a:pt x="552450" y="400050"/>
                </a:lnTo>
                <a:lnTo>
                  <a:pt x="542925" y="400050"/>
                </a:lnTo>
                <a:close/>
                <a:moveTo>
                  <a:pt x="1209675" y="390525"/>
                </a:moveTo>
                <a:lnTo>
                  <a:pt x="1219200" y="390525"/>
                </a:lnTo>
                <a:lnTo>
                  <a:pt x="1219200" y="400050"/>
                </a:lnTo>
                <a:lnTo>
                  <a:pt x="1209675" y="400050"/>
                </a:lnTo>
                <a:close/>
                <a:moveTo>
                  <a:pt x="533400" y="428625"/>
                </a:moveTo>
                <a:lnTo>
                  <a:pt x="542925" y="428625"/>
                </a:lnTo>
                <a:lnTo>
                  <a:pt x="542925" y="438150"/>
                </a:lnTo>
                <a:lnTo>
                  <a:pt x="533400" y="438150"/>
                </a:lnTo>
                <a:close/>
                <a:moveTo>
                  <a:pt x="523875" y="466725"/>
                </a:moveTo>
                <a:lnTo>
                  <a:pt x="533400" y="466725"/>
                </a:lnTo>
                <a:lnTo>
                  <a:pt x="533400" y="476250"/>
                </a:lnTo>
                <a:lnTo>
                  <a:pt x="523875" y="476250"/>
                </a:lnTo>
                <a:close/>
                <a:moveTo>
                  <a:pt x="619125" y="466725"/>
                </a:moveTo>
                <a:lnTo>
                  <a:pt x="628650" y="466725"/>
                </a:lnTo>
                <a:lnTo>
                  <a:pt x="628650" y="476250"/>
                </a:lnTo>
                <a:lnTo>
                  <a:pt x="619125" y="476250"/>
                </a:lnTo>
                <a:close/>
                <a:moveTo>
                  <a:pt x="523875" y="485775"/>
                </a:moveTo>
                <a:lnTo>
                  <a:pt x="533400" y="485775"/>
                </a:lnTo>
                <a:lnTo>
                  <a:pt x="533400" y="514350"/>
                </a:lnTo>
                <a:lnTo>
                  <a:pt x="542925" y="514350"/>
                </a:lnTo>
                <a:lnTo>
                  <a:pt x="542925" y="523875"/>
                </a:lnTo>
                <a:lnTo>
                  <a:pt x="533400" y="523875"/>
                </a:lnTo>
                <a:lnTo>
                  <a:pt x="533400" y="533400"/>
                </a:lnTo>
                <a:lnTo>
                  <a:pt x="542925" y="533400"/>
                </a:lnTo>
                <a:lnTo>
                  <a:pt x="542925" y="552450"/>
                </a:lnTo>
                <a:lnTo>
                  <a:pt x="533400" y="552450"/>
                </a:lnTo>
                <a:lnTo>
                  <a:pt x="533400" y="571500"/>
                </a:lnTo>
                <a:lnTo>
                  <a:pt x="542925" y="571500"/>
                </a:lnTo>
                <a:lnTo>
                  <a:pt x="542925" y="581025"/>
                </a:lnTo>
                <a:lnTo>
                  <a:pt x="552450" y="581025"/>
                </a:lnTo>
                <a:lnTo>
                  <a:pt x="552450" y="600075"/>
                </a:lnTo>
                <a:lnTo>
                  <a:pt x="542925" y="600075"/>
                </a:lnTo>
                <a:lnTo>
                  <a:pt x="542925" y="609600"/>
                </a:lnTo>
                <a:lnTo>
                  <a:pt x="514350" y="609600"/>
                </a:lnTo>
                <a:lnTo>
                  <a:pt x="514350" y="600075"/>
                </a:lnTo>
                <a:lnTo>
                  <a:pt x="533400" y="600075"/>
                </a:lnTo>
                <a:lnTo>
                  <a:pt x="533400" y="581025"/>
                </a:lnTo>
                <a:lnTo>
                  <a:pt x="523875" y="581025"/>
                </a:lnTo>
                <a:lnTo>
                  <a:pt x="523875" y="571500"/>
                </a:lnTo>
                <a:lnTo>
                  <a:pt x="514350" y="571500"/>
                </a:lnTo>
                <a:lnTo>
                  <a:pt x="514350" y="590550"/>
                </a:lnTo>
                <a:lnTo>
                  <a:pt x="504825" y="590550"/>
                </a:lnTo>
                <a:lnTo>
                  <a:pt x="504825" y="600075"/>
                </a:lnTo>
                <a:lnTo>
                  <a:pt x="476250" y="600075"/>
                </a:lnTo>
                <a:lnTo>
                  <a:pt x="476250" y="609600"/>
                </a:lnTo>
                <a:lnTo>
                  <a:pt x="447675" y="609600"/>
                </a:lnTo>
                <a:lnTo>
                  <a:pt x="447675" y="600075"/>
                </a:lnTo>
                <a:lnTo>
                  <a:pt x="457200" y="600075"/>
                </a:lnTo>
                <a:lnTo>
                  <a:pt x="457200" y="590550"/>
                </a:lnTo>
                <a:lnTo>
                  <a:pt x="466725" y="590550"/>
                </a:lnTo>
                <a:lnTo>
                  <a:pt x="466725" y="581025"/>
                </a:lnTo>
                <a:lnTo>
                  <a:pt x="476250" y="581025"/>
                </a:lnTo>
                <a:lnTo>
                  <a:pt x="476250" y="561975"/>
                </a:lnTo>
                <a:lnTo>
                  <a:pt x="485775" y="561975"/>
                </a:lnTo>
                <a:lnTo>
                  <a:pt x="485775" y="552450"/>
                </a:lnTo>
                <a:lnTo>
                  <a:pt x="495300" y="552450"/>
                </a:lnTo>
                <a:lnTo>
                  <a:pt x="495300" y="533400"/>
                </a:lnTo>
                <a:lnTo>
                  <a:pt x="504825" y="533400"/>
                </a:lnTo>
                <a:lnTo>
                  <a:pt x="504825" y="514350"/>
                </a:lnTo>
                <a:lnTo>
                  <a:pt x="514350" y="514350"/>
                </a:lnTo>
                <a:lnTo>
                  <a:pt x="514350" y="495300"/>
                </a:lnTo>
                <a:lnTo>
                  <a:pt x="523875" y="495300"/>
                </a:lnTo>
                <a:close/>
                <a:moveTo>
                  <a:pt x="600075" y="504825"/>
                </a:moveTo>
                <a:lnTo>
                  <a:pt x="609600" y="504825"/>
                </a:lnTo>
                <a:lnTo>
                  <a:pt x="609600" y="514350"/>
                </a:lnTo>
                <a:lnTo>
                  <a:pt x="600075" y="514350"/>
                </a:lnTo>
                <a:close/>
                <a:moveTo>
                  <a:pt x="590550" y="523875"/>
                </a:moveTo>
                <a:lnTo>
                  <a:pt x="600075" y="523875"/>
                </a:lnTo>
                <a:lnTo>
                  <a:pt x="600075" y="542925"/>
                </a:lnTo>
                <a:lnTo>
                  <a:pt x="590550" y="542925"/>
                </a:lnTo>
                <a:lnTo>
                  <a:pt x="590550" y="685800"/>
                </a:lnTo>
                <a:lnTo>
                  <a:pt x="600075" y="685800"/>
                </a:lnTo>
                <a:lnTo>
                  <a:pt x="600075" y="723900"/>
                </a:lnTo>
                <a:lnTo>
                  <a:pt x="609600" y="723900"/>
                </a:lnTo>
                <a:lnTo>
                  <a:pt x="609600" y="742950"/>
                </a:lnTo>
                <a:lnTo>
                  <a:pt x="600075" y="742950"/>
                </a:lnTo>
                <a:lnTo>
                  <a:pt x="600075" y="752475"/>
                </a:lnTo>
                <a:lnTo>
                  <a:pt x="590550" y="752475"/>
                </a:lnTo>
                <a:lnTo>
                  <a:pt x="590550" y="762000"/>
                </a:lnTo>
                <a:lnTo>
                  <a:pt x="581025" y="762000"/>
                </a:lnTo>
                <a:lnTo>
                  <a:pt x="581025" y="771525"/>
                </a:lnTo>
                <a:lnTo>
                  <a:pt x="571500" y="771525"/>
                </a:lnTo>
                <a:lnTo>
                  <a:pt x="571500" y="781050"/>
                </a:lnTo>
                <a:lnTo>
                  <a:pt x="561975" y="781050"/>
                </a:lnTo>
                <a:lnTo>
                  <a:pt x="561975" y="790575"/>
                </a:lnTo>
                <a:lnTo>
                  <a:pt x="552450" y="790575"/>
                </a:lnTo>
                <a:lnTo>
                  <a:pt x="552450" y="876300"/>
                </a:lnTo>
                <a:lnTo>
                  <a:pt x="561975" y="876300"/>
                </a:lnTo>
                <a:lnTo>
                  <a:pt x="561975" y="895350"/>
                </a:lnTo>
                <a:lnTo>
                  <a:pt x="552450" y="895350"/>
                </a:lnTo>
                <a:lnTo>
                  <a:pt x="552450" y="885825"/>
                </a:lnTo>
                <a:lnTo>
                  <a:pt x="542925" y="885825"/>
                </a:lnTo>
                <a:lnTo>
                  <a:pt x="542925" y="866775"/>
                </a:lnTo>
                <a:lnTo>
                  <a:pt x="514350" y="866775"/>
                </a:lnTo>
                <a:lnTo>
                  <a:pt x="514350" y="847725"/>
                </a:lnTo>
                <a:lnTo>
                  <a:pt x="523875" y="847725"/>
                </a:lnTo>
                <a:lnTo>
                  <a:pt x="523875" y="838200"/>
                </a:lnTo>
                <a:lnTo>
                  <a:pt x="514350" y="838200"/>
                </a:lnTo>
                <a:lnTo>
                  <a:pt x="514350" y="828675"/>
                </a:lnTo>
                <a:lnTo>
                  <a:pt x="523875" y="828675"/>
                </a:lnTo>
                <a:lnTo>
                  <a:pt x="523875" y="809625"/>
                </a:lnTo>
                <a:lnTo>
                  <a:pt x="514350" y="809625"/>
                </a:lnTo>
                <a:lnTo>
                  <a:pt x="514350" y="800100"/>
                </a:lnTo>
                <a:lnTo>
                  <a:pt x="504825" y="800100"/>
                </a:lnTo>
                <a:lnTo>
                  <a:pt x="504825" y="790575"/>
                </a:lnTo>
                <a:lnTo>
                  <a:pt x="514350" y="790575"/>
                </a:lnTo>
                <a:lnTo>
                  <a:pt x="514350" y="781050"/>
                </a:lnTo>
                <a:lnTo>
                  <a:pt x="504825" y="781050"/>
                </a:lnTo>
                <a:lnTo>
                  <a:pt x="504825" y="771525"/>
                </a:lnTo>
                <a:lnTo>
                  <a:pt x="523875" y="771525"/>
                </a:lnTo>
                <a:lnTo>
                  <a:pt x="523875" y="762000"/>
                </a:lnTo>
                <a:lnTo>
                  <a:pt x="552450" y="762000"/>
                </a:lnTo>
                <a:lnTo>
                  <a:pt x="552450" y="752475"/>
                </a:lnTo>
                <a:lnTo>
                  <a:pt x="561975" y="752475"/>
                </a:lnTo>
                <a:lnTo>
                  <a:pt x="561975" y="742950"/>
                </a:lnTo>
                <a:lnTo>
                  <a:pt x="571500" y="742950"/>
                </a:lnTo>
                <a:lnTo>
                  <a:pt x="571500" y="733425"/>
                </a:lnTo>
                <a:lnTo>
                  <a:pt x="581025" y="733425"/>
                </a:lnTo>
                <a:lnTo>
                  <a:pt x="581025" y="714375"/>
                </a:lnTo>
                <a:lnTo>
                  <a:pt x="571500" y="714375"/>
                </a:lnTo>
                <a:lnTo>
                  <a:pt x="571500" y="704850"/>
                </a:lnTo>
                <a:lnTo>
                  <a:pt x="581025" y="704850"/>
                </a:lnTo>
                <a:lnTo>
                  <a:pt x="581025" y="685800"/>
                </a:lnTo>
                <a:lnTo>
                  <a:pt x="571500" y="685800"/>
                </a:lnTo>
                <a:lnTo>
                  <a:pt x="571500" y="647700"/>
                </a:lnTo>
                <a:lnTo>
                  <a:pt x="561975" y="647700"/>
                </a:lnTo>
                <a:lnTo>
                  <a:pt x="561975" y="600075"/>
                </a:lnTo>
                <a:lnTo>
                  <a:pt x="571500" y="600075"/>
                </a:lnTo>
                <a:lnTo>
                  <a:pt x="571500" y="533400"/>
                </a:lnTo>
                <a:lnTo>
                  <a:pt x="590550" y="533400"/>
                </a:lnTo>
                <a:close/>
                <a:moveTo>
                  <a:pt x="1371600" y="523875"/>
                </a:moveTo>
                <a:lnTo>
                  <a:pt x="1381125" y="523875"/>
                </a:lnTo>
                <a:lnTo>
                  <a:pt x="1381125" y="533400"/>
                </a:lnTo>
                <a:lnTo>
                  <a:pt x="1371600" y="533400"/>
                </a:lnTo>
                <a:close/>
                <a:moveTo>
                  <a:pt x="790575" y="552450"/>
                </a:moveTo>
                <a:lnTo>
                  <a:pt x="847725" y="552450"/>
                </a:lnTo>
                <a:lnTo>
                  <a:pt x="847725" y="561975"/>
                </a:lnTo>
                <a:lnTo>
                  <a:pt x="866775" y="561975"/>
                </a:lnTo>
                <a:lnTo>
                  <a:pt x="866775" y="571500"/>
                </a:lnTo>
                <a:lnTo>
                  <a:pt x="876300" y="571500"/>
                </a:lnTo>
                <a:lnTo>
                  <a:pt x="876300" y="590550"/>
                </a:lnTo>
                <a:lnTo>
                  <a:pt x="866775" y="590550"/>
                </a:lnTo>
                <a:lnTo>
                  <a:pt x="866775" y="600075"/>
                </a:lnTo>
                <a:lnTo>
                  <a:pt x="857250" y="600075"/>
                </a:lnTo>
                <a:lnTo>
                  <a:pt x="857250" y="590550"/>
                </a:lnTo>
                <a:lnTo>
                  <a:pt x="847725" y="590550"/>
                </a:lnTo>
                <a:lnTo>
                  <a:pt x="847725" y="600075"/>
                </a:lnTo>
                <a:lnTo>
                  <a:pt x="857250" y="600075"/>
                </a:lnTo>
                <a:lnTo>
                  <a:pt x="857250" y="638175"/>
                </a:lnTo>
                <a:lnTo>
                  <a:pt x="847725" y="638175"/>
                </a:lnTo>
                <a:lnTo>
                  <a:pt x="847725" y="647700"/>
                </a:lnTo>
                <a:lnTo>
                  <a:pt x="819150" y="647700"/>
                </a:lnTo>
                <a:lnTo>
                  <a:pt x="819150" y="638175"/>
                </a:lnTo>
                <a:lnTo>
                  <a:pt x="809625" y="638175"/>
                </a:lnTo>
                <a:lnTo>
                  <a:pt x="809625" y="647700"/>
                </a:lnTo>
                <a:lnTo>
                  <a:pt x="752475" y="647700"/>
                </a:lnTo>
                <a:lnTo>
                  <a:pt x="752475" y="638175"/>
                </a:lnTo>
                <a:lnTo>
                  <a:pt x="742950" y="638175"/>
                </a:lnTo>
                <a:lnTo>
                  <a:pt x="742950" y="581025"/>
                </a:lnTo>
                <a:lnTo>
                  <a:pt x="752475" y="581025"/>
                </a:lnTo>
                <a:lnTo>
                  <a:pt x="752475" y="571500"/>
                </a:lnTo>
                <a:lnTo>
                  <a:pt x="771525" y="571500"/>
                </a:lnTo>
                <a:lnTo>
                  <a:pt x="771525" y="561975"/>
                </a:lnTo>
                <a:lnTo>
                  <a:pt x="790575" y="561975"/>
                </a:lnTo>
                <a:close/>
                <a:moveTo>
                  <a:pt x="809625" y="581025"/>
                </a:moveTo>
                <a:lnTo>
                  <a:pt x="819150" y="581025"/>
                </a:lnTo>
                <a:lnTo>
                  <a:pt x="819150" y="571500"/>
                </a:lnTo>
                <a:lnTo>
                  <a:pt x="790575" y="571500"/>
                </a:lnTo>
                <a:lnTo>
                  <a:pt x="790575" y="581025"/>
                </a:lnTo>
                <a:lnTo>
                  <a:pt x="771525" y="581025"/>
                </a:lnTo>
                <a:lnTo>
                  <a:pt x="771525" y="590550"/>
                </a:lnTo>
                <a:lnTo>
                  <a:pt x="762000" y="590550"/>
                </a:lnTo>
                <a:lnTo>
                  <a:pt x="762000" y="609600"/>
                </a:lnTo>
                <a:lnTo>
                  <a:pt x="790575" y="609600"/>
                </a:lnTo>
                <a:lnTo>
                  <a:pt x="790575" y="600075"/>
                </a:lnTo>
                <a:lnTo>
                  <a:pt x="800100" y="600075"/>
                </a:lnTo>
                <a:lnTo>
                  <a:pt x="800100" y="590550"/>
                </a:lnTo>
                <a:lnTo>
                  <a:pt x="809625" y="590550"/>
                </a:lnTo>
                <a:close/>
                <a:moveTo>
                  <a:pt x="1276350" y="581025"/>
                </a:moveTo>
                <a:lnTo>
                  <a:pt x="1285875" y="581025"/>
                </a:lnTo>
                <a:lnTo>
                  <a:pt x="1285875" y="647700"/>
                </a:lnTo>
                <a:lnTo>
                  <a:pt x="1276350" y="647700"/>
                </a:lnTo>
                <a:close/>
                <a:moveTo>
                  <a:pt x="1400175" y="590550"/>
                </a:moveTo>
                <a:lnTo>
                  <a:pt x="1419225" y="590550"/>
                </a:lnTo>
                <a:lnTo>
                  <a:pt x="1419225" y="600075"/>
                </a:lnTo>
                <a:lnTo>
                  <a:pt x="1428750" y="600075"/>
                </a:lnTo>
                <a:lnTo>
                  <a:pt x="1428750" y="609600"/>
                </a:lnTo>
                <a:lnTo>
                  <a:pt x="1438275" y="609600"/>
                </a:lnTo>
                <a:lnTo>
                  <a:pt x="1438275" y="619125"/>
                </a:lnTo>
                <a:lnTo>
                  <a:pt x="1447800" y="619125"/>
                </a:lnTo>
                <a:lnTo>
                  <a:pt x="1447800" y="628650"/>
                </a:lnTo>
                <a:lnTo>
                  <a:pt x="1457325" y="628650"/>
                </a:lnTo>
                <a:lnTo>
                  <a:pt x="1457325" y="638175"/>
                </a:lnTo>
                <a:lnTo>
                  <a:pt x="1466850" y="638175"/>
                </a:lnTo>
                <a:lnTo>
                  <a:pt x="1466850" y="647700"/>
                </a:lnTo>
                <a:lnTo>
                  <a:pt x="1476375" y="647700"/>
                </a:lnTo>
                <a:lnTo>
                  <a:pt x="1476375" y="657225"/>
                </a:lnTo>
                <a:lnTo>
                  <a:pt x="1485900" y="657225"/>
                </a:lnTo>
                <a:lnTo>
                  <a:pt x="1485900" y="666750"/>
                </a:lnTo>
                <a:lnTo>
                  <a:pt x="1495425" y="666750"/>
                </a:lnTo>
                <a:lnTo>
                  <a:pt x="1495425" y="676275"/>
                </a:lnTo>
                <a:lnTo>
                  <a:pt x="1504950" y="676275"/>
                </a:lnTo>
                <a:lnTo>
                  <a:pt x="1504950" y="685800"/>
                </a:lnTo>
                <a:lnTo>
                  <a:pt x="1524000" y="685800"/>
                </a:lnTo>
                <a:lnTo>
                  <a:pt x="1524000" y="695325"/>
                </a:lnTo>
                <a:lnTo>
                  <a:pt x="1495425" y="695325"/>
                </a:lnTo>
                <a:lnTo>
                  <a:pt x="1495425" y="685800"/>
                </a:lnTo>
                <a:lnTo>
                  <a:pt x="1466850" y="685800"/>
                </a:lnTo>
                <a:lnTo>
                  <a:pt x="1466850" y="695325"/>
                </a:lnTo>
                <a:lnTo>
                  <a:pt x="1457325" y="695325"/>
                </a:lnTo>
                <a:lnTo>
                  <a:pt x="1457325" y="685800"/>
                </a:lnTo>
                <a:lnTo>
                  <a:pt x="1447800" y="685800"/>
                </a:lnTo>
                <a:lnTo>
                  <a:pt x="1447800" y="676275"/>
                </a:lnTo>
                <a:lnTo>
                  <a:pt x="1438275" y="676275"/>
                </a:lnTo>
                <a:lnTo>
                  <a:pt x="1438275" y="657225"/>
                </a:lnTo>
                <a:lnTo>
                  <a:pt x="1428750" y="657225"/>
                </a:lnTo>
                <a:lnTo>
                  <a:pt x="1428750" y="638175"/>
                </a:lnTo>
                <a:lnTo>
                  <a:pt x="1419225" y="638175"/>
                </a:lnTo>
                <a:lnTo>
                  <a:pt x="1419225" y="628650"/>
                </a:lnTo>
                <a:lnTo>
                  <a:pt x="1409700" y="628650"/>
                </a:lnTo>
                <a:lnTo>
                  <a:pt x="1409700" y="609600"/>
                </a:lnTo>
                <a:lnTo>
                  <a:pt x="1400175" y="609600"/>
                </a:lnTo>
                <a:close/>
                <a:moveTo>
                  <a:pt x="819150" y="600075"/>
                </a:moveTo>
                <a:lnTo>
                  <a:pt x="828675" y="600075"/>
                </a:lnTo>
                <a:lnTo>
                  <a:pt x="828675" y="590550"/>
                </a:lnTo>
                <a:lnTo>
                  <a:pt x="819150" y="590550"/>
                </a:lnTo>
                <a:close/>
                <a:moveTo>
                  <a:pt x="1104900" y="609600"/>
                </a:moveTo>
                <a:lnTo>
                  <a:pt x="1133475" y="609600"/>
                </a:lnTo>
                <a:lnTo>
                  <a:pt x="1133475" y="619125"/>
                </a:lnTo>
                <a:lnTo>
                  <a:pt x="1143000" y="619125"/>
                </a:lnTo>
                <a:lnTo>
                  <a:pt x="1143000" y="638175"/>
                </a:lnTo>
                <a:lnTo>
                  <a:pt x="1123950" y="638175"/>
                </a:lnTo>
                <a:lnTo>
                  <a:pt x="1123950" y="628650"/>
                </a:lnTo>
                <a:lnTo>
                  <a:pt x="1104900" y="628650"/>
                </a:lnTo>
                <a:lnTo>
                  <a:pt x="1104900" y="638175"/>
                </a:lnTo>
                <a:lnTo>
                  <a:pt x="1085850" y="638175"/>
                </a:lnTo>
                <a:lnTo>
                  <a:pt x="1085850" y="647700"/>
                </a:lnTo>
                <a:lnTo>
                  <a:pt x="1076325" y="647700"/>
                </a:lnTo>
                <a:lnTo>
                  <a:pt x="1076325" y="638175"/>
                </a:lnTo>
                <a:lnTo>
                  <a:pt x="1066800" y="638175"/>
                </a:lnTo>
                <a:lnTo>
                  <a:pt x="1066800" y="647700"/>
                </a:lnTo>
                <a:lnTo>
                  <a:pt x="1057275" y="647700"/>
                </a:lnTo>
                <a:lnTo>
                  <a:pt x="1057275" y="638175"/>
                </a:lnTo>
                <a:lnTo>
                  <a:pt x="1047750" y="638175"/>
                </a:lnTo>
                <a:lnTo>
                  <a:pt x="1047750" y="628650"/>
                </a:lnTo>
                <a:lnTo>
                  <a:pt x="1057275" y="628650"/>
                </a:lnTo>
                <a:lnTo>
                  <a:pt x="1057275" y="619125"/>
                </a:lnTo>
                <a:lnTo>
                  <a:pt x="1104900" y="619125"/>
                </a:lnTo>
                <a:close/>
                <a:moveTo>
                  <a:pt x="933450" y="647700"/>
                </a:moveTo>
                <a:lnTo>
                  <a:pt x="971550" y="647700"/>
                </a:lnTo>
                <a:lnTo>
                  <a:pt x="971550" y="657225"/>
                </a:lnTo>
                <a:lnTo>
                  <a:pt x="962025" y="657225"/>
                </a:lnTo>
                <a:lnTo>
                  <a:pt x="962025" y="666750"/>
                </a:lnTo>
                <a:lnTo>
                  <a:pt x="952500" y="666750"/>
                </a:lnTo>
                <a:lnTo>
                  <a:pt x="952500" y="676275"/>
                </a:lnTo>
                <a:lnTo>
                  <a:pt x="942975" y="676275"/>
                </a:lnTo>
                <a:lnTo>
                  <a:pt x="942975" y="685800"/>
                </a:lnTo>
                <a:lnTo>
                  <a:pt x="981075" y="685800"/>
                </a:lnTo>
                <a:lnTo>
                  <a:pt x="981075" y="695325"/>
                </a:lnTo>
                <a:lnTo>
                  <a:pt x="962025" y="695325"/>
                </a:lnTo>
                <a:lnTo>
                  <a:pt x="962025" y="714375"/>
                </a:lnTo>
                <a:lnTo>
                  <a:pt x="942975" y="714375"/>
                </a:lnTo>
                <a:lnTo>
                  <a:pt x="942975" y="704850"/>
                </a:lnTo>
                <a:lnTo>
                  <a:pt x="923925" y="704850"/>
                </a:lnTo>
                <a:lnTo>
                  <a:pt x="923925" y="695325"/>
                </a:lnTo>
                <a:lnTo>
                  <a:pt x="914400" y="695325"/>
                </a:lnTo>
                <a:lnTo>
                  <a:pt x="914400" y="666750"/>
                </a:lnTo>
                <a:lnTo>
                  <a:pt x="904875" y="666750"/>
                </a:lnTo>
                <a:lnTo>
                  <a:pt x="904875" y="657225"/>
                </a:lnTo>
                <a:lnTo>
                  <a:pt x="933450" y="657225"/>
                </a:lnTo>
                <a:close/>
                <a:moveTo>
                  <a:pt x="1133475" y="657225"/>
                </a:moveTo>
                <a:lnTo>
                  <a:pt x="1143000" y="657225"/>
                </a:lnTo>
                <a:lnTo>
                  <a:pt x="1143000" y="676275"/>
                </a:lnTo>
                <a:lnTo>
                  <a:pt x="1152525" y="676275"/>
                </a:lnTo>
                <a:lnTo>
                  <a:pt x="1152525" y="695325"/>
                </a:lnTo>
                <a:lnTo>
                  <a:pt x="1162050" y="695325"/>
                </a:lnTo>
                <a:lnTo>
                  <a:pt x="1162050" y="752475"/>
                </a:lnTo>
                <a:lnTo>
                  <a:pt x="1152525" y="752475"/>
                </a:lnTo>
                <a:lnTo>
                  <a:pt x="1152525" y="762000"/>
                </a:lnTo>
                <a:lnTo>
                  <a:pt x="1143000" y="762000"/>
                </a:lnTo>
                <a:lnTo>
                  <a:pt x="1143000" y="771525"/>
                </a:lnTo>
                <a:lnTo>
                  <a:pt x="1123950" y="771525"/>
                </a:lnTo>
                <a:lnTo>
                  <a:pt x="1123950" y="781050"/>
                </a:lnTo>
                <a:lnTo>
                  <a:pt x="1114425" y="781050"/>
                </a:lnTo>
                <a:lnTo>
                  <a:pt x="1114425" y="800100"/>
                </a:lnTo>
                <a:lnTo>
                  <a:pt x="1104900" y="800100"/>
                </a:lnTo>
                <a:lnTo>
                  <a:pt x="1104900" y="790575"/>
                </a:lnTo>
                <a:lnTo>
                  <a:pt x="1095375" y="790575"/>
                </a:lnTo>
                <a:lnTo>
                  <a:pt x="1095375" y="781050"/>
                </a:lnTo>
                <a:lnTo>
                  <a:pt x="1085850" y="781050"/>
                </a:lnTo>
                <a:lnTo>
                  <a:pt x="1085850" y="771525"/>
                </a:lnTo>
                <a:lnTo>
                  <a:pt x="1047750" y="771525"/>
                </a:lnTo>
                <a:lnTo>
                  <a:pt x="1047750" y="781050"/>
                </a:lnTo>
                <a:lnTo>
                  <a:pt x="1038225" y="781050"/>
                </a:lnTo>
                <a:lnTo>
                  <a:pt x="1038225" y="752475"/>
                </a:lnTo>
                <a:lnTo>
                  <a:pt x="1028700" y="752475"/>
                </a:lnTo>
                <a:lnTo>
                  <a:pt x="1028700" y="742950"/>
                </a:lnTo>
                <a:lnTo>
                  <a:pt x="1019175" y="742950"/>
                </a:lnTo>
                <a:lnTo>
                  <a:pt x="1019175" y="723900"/>
                </a:lnTo>
                <a:lnTo>
                  <a:pt x="1009650" y="723900"/>
                </a:lnTo>
                <a:lnTo>
                  <a:pt x="1009650" y="714375"/>
                </a:lnTo>
                <a:lnTo>
                  <a:pt x="1019175" y="714375"/>
                </a:lnTo>
                <a:lnTo>
                  <a:pt x="1019175" y="723900"/>
                </a:lnTo>
                <a:lnTo>
                  <a:pt x="1028700" y="723900"/>
                </a:lnTo>
                <a:lnTo>
                  <a:pt x="1028700" y="733425"/>
                </a:lnTo>
                <a:lnTo>
                  <a:pt x="1047750" y="733425"/>
                </a:lnTo>
                <a:lnTo>
                  <a:pt x="1047750" y="742950"/>
                </a:lnTo>
                <a:lnTo>
                  <a:pt x="1085850" y="742950"/>
                </a:lnTo>
                <a:lnTo>
                  <a:pt x="1085850" y="752475"/>
                </a:lnTo>
                <a:lnTo>
                  <a:pt x="1133475" y="752475"/>
                </a:lnTo>
                <a:lnTo>
                  <a:pt x="1133475" y="742950"/>
                </a:lnTo>
                <a:lnTo>
                  <a:pt x="1143000" y="742950"/>
                </a:lnTo>
                <a:lnTo>
                  <a:pt x="1143000" y="733425"/>
                </a:lnTo>
                <a:lnTo>
                  <a:pt x="1133475" y="733425"/>
                </a:lnTo>
                <a:lnTo>
                  <a:pt x="1133475" y="723900"/>
                </a:lnTo>
                <a:lnTo>
                  <a:pt x="1114425" y="723900"/>
                </a:lnTo>
                <a:lnTo>
                  <a:pt x="1114425" y="714375"/>
                </a:lnTo>
                <a:lnTo>
                  <a:pt x="1076325" y="714375"/>
                </a:lnTo>
                <a:lnTo>
                  <a:pt x="1076325" y="704850"/>
                </a:lnTo>
                <a:lnTo>
                  <a:pt x="1047750" y="704850"/>
                </a:lnTo>
                <a:lnTo>
                  <a:pt x="1047750" y="695325"/>
                </a:lnTo>
                <a:lnTo>
                  <a:pt x="1028700" y="695325"/>
                </a:lnTo>
                <a:lnTo>
                  <a:pt x="1028700" y="685800"/>
                </a:lnTo>
                <a:lnTo>
                  <a:pt x="1019175" y="685800"/>
                </a:lnTo>
                <a:lnTo>
                  <a:pt x="1019175" y="676275"/>
                </a:lnTo>
                <a:lnTo>
                  <a:pt x="1038225" y="676275"/>
                </a:lnTo>
                <a:lnTo>
                  <a:pt x="1038225" y="685800"/>
                </a:lnTo>
                <a:lnTo>
                  <a:pt x="1066800" y="685800"/>
                </a:lnTo>
                <a:lnTo>
                  <a:pt x="1066800" y="695325"/>
                </a:lnTo>
                <a:lnTo>
                  <a:pt x="1095375" y="695325"/>
                </a:lnTo>
                <a:lnTo>
                  <a:pt x="1095375" y="704850"/>
                </a:lnTo>
                <a:lnTo>
                  <a:pt x="1123950" y="704850"/>
                </a:lnTo>
                <a:lnTo>
                  <a:pt x="1123950" y="714375"/>
                </a:lnTo>
                <a:lnTo>
                  <a:pt x="1133475" y="714375"/>
                </a:lnTo>
                <a:lnTo>
                  <a:pt x="1133475" y="704850"/>
                </a:lnTo>
                <a:lnTo>
                  <a:pt x="1143000" y="704850"/>
                </a:lnTo>
                <a:lnTo>
                  <a:pt x="1143000" y="685800"/>
                </a:lnTo>
                <a:lnTo>
                  <a:pt x="1133475" y="685800"/>
                </a:lnTo>
                <a:close/>
                <a:moveTo>
                  <a:pt x="1276350" y="657225"/>
                </a:moveTo>
                <a:lnTo>
                  <a:pt x="1304925" y="657225"/>
                </a:lnTo>
                <a:lnTo>
                  <a:pt x="1304925" y="666750"/>
                </a:lnTo>
                <a:lnTo>
                  <a:pt x="1333500" y="666750"/>
                </a:lnTo>
                <a:lnTo>
                  <a:pt x="1333500" y="676275"/>
                </a:lnTo>
                <a:lnTo>
                  <a:pt x="1343025" y="676275"/>
                </a:lnTo>
                <a:lnTo>
                  <a:pt x="1343025" y="666750"/>
                </a:lnTo>
                <a:lnTo>
                  <a:pt x="1371600" y="666750"/>
                </a:lnTo>
                <a:lnTo>
                  <a:pt x="1371600" y="695325"/>
                </a:lnTo>
                <a:lnTo>
                  <a:pt x="1362075" y="695325"/>
                </a:lnTo>
                <a:lnTo>
                  <a:pt x="1362075" y="685800"/>
                </a:lnTo>
                <a:lnTo>
                  <a:pt x="1352550" y="685800"/>
                </a:lnTo>
                <a:lnTo>
                  <a:pt x="1352550" y="695325"/>
                </a:lnTo>
                <a:lnTo>
                  <a:pt x="1333500" y="695325"/>
                </a:lnTo>
                <a:lnTo>
                  <a:pt x="1333500" y="704850"/>
                </a:lnTo>
                <a:lnTo>
                  <a:pt x="1323975" y="704850"/>
                </a:lnTo>
                <a:lnTo>
                  <a:pt x="1323975" y="723900"/>
                </a:lnTo>
                <a:lnTo>
                  <a:pt x="1333500" y="723900"/>
                </a:lnTo>
                <a:lnTo>
                  <a:pt x="1333500" y="762000"/>
                </a:lnTo>
                <a:lnTo>
                  <a:pt x="1323975" y="762000"/>
                </a:lnTo>
                <a:lnTo>
                  <a:pt x="1323975" y="819150"/>
                </a:lnTo>
                <a:lnTo>
                  <a:pt x="1314450" y="819150"/>
                </a:lnTo>
                <a:lnTo>
                  <a:pt x="1314450" y="790575"/>
                </a:lnTo>
                <a:lnTo>
                  <a:pt x="1304925" y="790575"/>
                </a:lnTo>
                <a:lnTo>
                  <a:pt x="1304925" y="771525"/>
                </a:lnTo>
                <a:lnTo>
                  <a:pt x="1295400" y="771525"/>
                </a:lnTo>
                <a:lnTo>
                  <a:pt x="1295400" y="762000"/>
                </a:lnTo>
                <a:lnTo>
                  <a:pt x="1285875" y="762000"/>
                </a:lnTo>
                <a:lnTo>
                  <a:pt x="1285875" y="752475"/>
                </a:lnTo>
                <a:lnTo>
                  <a:pt x="1276350" y="752475"/>
                </a:lnTo>
                <a:lnTo>
                  <a:pt x="1276350" y="742950"/>
                </a:lnTo>
                <a:lnTo>
                  <a:pt x="1266825" y="742950"/>
                </a:lnTo>
                <a:lnTo>
                  <a:pt x="1266825" y="695325"/>
                </a:lnTo>
                <a:lnTo>
                  <a:pt x="1276350" y="695325"/>
                </a:lnTo>
                <a:close/>
                <a:moveTo>
                  <a:pt x="971550" y="666750"/>
                </a:moveTo>
                <a:lnTo>
                  <a:pt x="981075" y="666750"/>
                </a:lnTo>
                <a:lnTo>
                  <a:pt x="981075" y="676275"/>
                </a:lnTo>
                <a:lnTo>
                  <a:pt x="971550" y="676275"/>
                </a:lnTo>
                <a:close/>
                <a:moveTo>
                  <a:pt x="352425" y="685800"/>
                </a:moveTo>
                <a:lnTo>
                  <a:pt x="361950" y="685800"/>
                </a:lnTo>
                <a:lnTo>
                  <a:pt x="361950" y="742950"/>
                </a:lnTo>
                <a:lnTo>
                  <a:pt x="352425" y="742950"/>
                </a:lnTo>
                <a:lnTo>
                  <a:pt x="352425" y="752475"/>
                </a:lnTo>
                <a:lnTo>
                  <a:pt x="333375" y="752475"/>
                </a:lnTo>
                <a:lnTo>
                  <a:pt x="333375" y="771525"/>
                </a:lnTo>
                <a:lnTo>
                  <a:pt x="323850" y="771525"/>
                </a:lnTo>
                <a:lnTo>
                  <a:pt x="323850" y="790575"/>
                </a:lnTo>
                <a:lnTo>
                  <a:pt x="314325" y="790575"/>
                </a:lnTo>
                <a:lnTo>
                  <a:pt x="314325" y="800100"/>
                </a:lnTo>
                <a:lnTo>
                  <a:pt x="304800" y="800100"/>
                </a:lnTo>
                <a:lnTo>
                  <a:pt x="304800" y="733425"/>
                </a:lnTo>
                <a:lnTo>
                  <a:pt x="314325" y="733425"/>
                </a:lnTo>
                <a:lnTo>
                  <a:pt x="314325" y="723900"/>
                </a:lnTo>
                <a:lnTo>
                  <a:pt x="323850" y="723900"/>
                </a:lnTo>
                <a:lnTo>
                  <a:pt x="323850" y="714375"/>
                </a:lnTo>
                <a:lnTo>
                  <a:pt x="333375" y="714375"/>
                </a:lnTo>
                <a:lnTo>
                  <a:pt x="333375" y="704850"/>
                </a:lnTo>
                <a:lnTo>
                  <a:pt x="342900" y="704850"/>
                </a:lnTo>
                <a:lnTo>
                  <a:pt x="342900" y="695325"/>
                </a:lnTo>
                <a:lnTo>
                  <a:pt x="352425" y="695325"/>
                </a:lnTo>
                <a:close/>
                <a:moveTo>
                  <a:pt x="1333500" y="704850"/>
                </a:moveTo>
                <a:lnTo>
                  <a:pt x="1343025" y="704850"/>
                </a:lnTo>
                <a:lnTo>
                  <a:pt x="1343025" y="714375"/>
                </a:lnTo>
                <a:lnTo>
                  <a:pt x="1333500" y="714375"/>
                </a:lnTo>
                <a:close/>
                <a:moveTo>
                  <a:pt x="1543050" y="704850"/>
                </a:moveTo>
                <a:lnTo>
                  <a:pt x="1552575" y="704850"/>
                </a:lnTo>
                <a:lnTo>
                  <a:pt x="1552575" y="714375"/>
                </a:lnTo>
                <a:lnTo>
                  <a:pt x="1543050" y="714375"/>
                </a:lnTo>
                <a:close/>
                <a:moveTo>
                  <a:pt x="1562100" y="723900"/>
                </a:moveTo>
                <a:lnTo>
                  <a:pt x="1571625" y="723900"/>
                </a:lnTo>
                <a:lnTo>
                  <a:pt x="1571625" y="781050"/>
                </a:lnTo>
                <a:lnTo>
                  <a:pt x="1562100" y="781050"/>
                </a:lnTo>
                <a:lnTo>
                  <a:pt x="1562100" y="819150"/>
                </a:lnTo>
                <a:lnTo>
                  <a:pt x="1552575" y="819150"/>
                </a:lnTo>
                <a:lnTo>
                  <a:pt x="1552575" y="838200"/>
                </a:lnTo>
                <a:lnTo>
                  <a:pt x="1543050" y="838200"/>
                </a:lnTo>
                <a:lnTo>
                  <a:pt x="1543050" y="876300"/>
                </a:lnTo>
                <a:lnTo>
                  <a:pt x="1524000" y="876300"/>
                </a:lnTo>
                <a:lnTo>
                  <a:pt x="1524000" y="838200"/>
                </a:lnTo>
                <a:lnTo>
                  <a:pt x="1533525" y="838200"/>
                </a:lnTo>
                <a:lnTo>
                  <a:pt x="1533525" y="828675"/>
                </a:lnTo>
                <a:lnTo>
                  <a:pt x="1524000" y="828675"/>
                </a:lnTo>
                <a:lnTo>
                  <a:pt x="1524000" y="790575"/>
                </a:lnTo>
                <a:lnTo>
                  <a:pt x="1533525" y="790575"/>
                </a:lnTo>
                <a:lnTo>
                  <a:pt x="1533525" y="771525"/>
                </a:lnTo>
                <a:lnTo>
                  <a:pt x="1543050" y="771525"/>
                </a:lnTo>
                <a:lnTo>
                  <a:pt x="1543050" y="752475"/>
                </a:lnTo>
                <a:lnTo>
                  <a:pt x="1552575" y="752475"/>
                </a:lnTo>
                <a:lnTo>
                  <a:pt x="1552575" y="742950"/>
                </a:lnTo>
                <a:lnTo>
                  <a:pt x="1562100" y="742950"/>
                </a:lnTo>
                <a:close/>
                <a:moveTo>
                  <a:pt x="942975" y="742950"/>
                </a:moveTo>
                <a:lnTo>
                  <a:pt x="971550" y="742950"/>
                </a:lnTo>
                <a:lnTo>
                  <a:pt x="971550" y="752475"/>
                </a:lnTo>
                <a:lnTo>
                  <a:pt x="952500" y="752475"/>
                </a:lnTo>
                <a:lnTo>
                  <a:pt x="952500" y="762000"/>
                </a:lnTo>
                <a:lnTo>
                  <a:pt x="942975" y="762000"/>
                </a:lnTo>
                <a:lnTo>
                  <a:pt x="942975" y="819150"/>
                </a:lnTo>
                <a:lnTo>
                  <a:pt x="952500" y="819150"/>
                </a:lnTo>
                <a:lnTo>
                  <a:pt x="952500" y="828675"/>
                </a:lnTo>
                <a:lnTo>
                  <a:pt x="942975" y="828675"/>
                </a:lnTo>
                <a:lnTo>
                  <a:pt x="942975" y="838200"/>
                </a:lnTo>
                <a:lnTo>
                  <a:pt x="933450" y="838200"/>
                </a:lnTo>
                <a:lnTo>
                  <a:pt x="933450" y="819150"/>
                </a:lnTo>
                <a:lnTo>
                  <a:pt x="923925" y="819150"/>
                </a:lnTo>
                <a:lnTo>
                  <a:pt x="923925" y="762000"/>
                </a:lnTo>
                <a:lnTo>
                  <a:pt x="933450" y="762000"/>
                </a:lnTo>
                <a:lnTo>
                  <a:pt x="933450" y="752475"/>
                </a:lnTo>
                <a:lnTo>
                  <a:pt x="942975" y="752475"/>
                </a:lnTo>
                <a:close/>
                <a:moveTo>
                  <a:pt x="819150" y="752475"/>
                </a:moveTo>
                <a:lnTo>
                  <a:pt x="838200" y="752475"/>
                </a:lnTo>
                <a:lnTo>
                  <a:pt x="838200" y="762000"/>
                </a:lnTo>
                <a:lnTo>
                  <a:pt x="847725" y="762000"/>
                </a:lnTo>
                <a:lnTo>
                  <a:pt x="847725" y="771525"/>
                </a:lnTo>
                <a:lnTo>
                  <a:pt x="857250" y="771525"/>
                </a:lnTo>
                <a:lnTo>
                  <a:pt x="857250" y="781050"/>
                </a:lnTo>
                <a:lnTo>
                  <a:pt x="838200" y="781050"/>
                </a:lnTo>
                <a:lnTo>
                  <a:pt x="838200" y="771525"/>
                </a:lnTo>
                <a:lnTo>
                  <a:pt x="828675" y="771525"/>
                </a:lnTo>
                <a:lnTo>
                  <a:pt x="828675" y="762000"/>
                </a:lnTo>
                <a:lnTo>
                  <a:pt x="819150" y="762000"/>
                </a:lnTo>
                <a:close/>
                <a:moveTo>
                  <a:pt x="742950" y="762000"/>
                </a:moveTo>
                <a:lnTo>
                  <a:pt x="781050" y="762000"/>
                </a:lnTo>
                <a:lnTo>
                  <a:pt x="781050" y="771525"/>
                </a:lnTo>
                <a:lnTo>
                  <a:pt x="790575" y="771525"/>
                </a:lnTo>
                <a:lnTo>
                  <a:pt x="790575" y="781050"/>
                </a:lnTo>
                <a:lnTo>
                  <a:pt x="781050" y="781050"/>
                </a:lnTo>
                <a:lnTo>
                  <a:pt x="781050" y="809625"/>
                </a:lnTo>
                <a:lnTo>
                  <a:pt x="790575" y="809625"/>
                </a:lnTo>
                <a:lnTo>
                  <a:pt x="790575" y="819150"/>
                </a:lnTo>
                <a:lnTo>
                  <a:pt x="800100" y="819150"/>
                </a:lnTo>
                <a:lnTo>
                  <a:pt x="800100" y="828675"/>
                </a:lnTo>
                <a:lnTo>
                  <a:pt x="828675" y="828675"/>
                </a:lnTo>
                <a:lnTo>
                  <a:pt x="828675" y="819150"/>
                </a:lnTo>
                <a:lnTo>
                  <a:pt x="838200" y="819150"/>
                </a:lnTo>
                <a:lnTo>
                  <a:pt x="838200" y="809625"/>
                </a:lnTo>
                <a:lnTo>
                  <a:pt x="847725" y="809625"/>
                </a:lnTo>
                <a:lnTo>
                  <a:pt x="847725" y="828675"/>
                </a:lnTo>
                <a:lnTo>
                  <a:pt x="838200" y="828675"/>
                </a:lnTo>
                <a:lnTo>
                  <a:pt x="838200" y="838200"/>
                </a:lnTo>
                <a:lnTo>
                  <a:pt x="828675" y="838200"/>
                </a:lnTo>
                <a:lnTo>
                  <a:pt x="828675" y="847725"/>
                </a:lnTo>
                <a:lnTo>
                  <a:pt x="790575" y="847725"/>
                </a:lnTo>
                <a:lnTo>
                  <a:pt x="790575" y="838200"/>
                </a:lnTo>
                <a:lnTo>
                  <a:pt x="781050" y="838200"/>
                </a:lnTo>
                <a:lnTo>
                  <a:pt x="781050" y="819150"/>
                </a:lnTo>
                <a:lnTo>
                  <a:pt x="771525" y="819150"/>
                </a:lnTo>
                <a:lnTo>
                  <a:pt x="771525" y="800100"/>
                </a:lnTo>
                <a:lnTo>
                  <a:pt x="762000" y="800100"/>
                </a:lnTo>
                <a:lnTo>
                  <a:pt x="762000" y="781050"/>
                </a:lnTo>
                <a:lnTo>
                  <a:pt x="714375" y="781050"/>
                </a:lnTo>
                <a:lnTo>
                  <a:pt x="714375" y="771525"/>
                </a:lnTo>
                <a:lnTo>
                  <a:pt x="742950" y="771525"/>
                </a:lnTo>
                <a:close/>
                <a:moveTo>
                  <a:pt x="400050" y="771525"/>
                </a:moveTo>
                <a:lnTo>
                  <a:pt x="419100" y="771525"/>
                </a:lnTo>
                <a:lnTo>
                  <a:pt x="419100" y="781050"/>
                </a:lnTo>
                <a:lnTo>
                  <a:pt x="400050" y="781050"/>
                </a:lnTo>
                <a:close/>
                <a:moveTo>
                  <a:pt x="971550" y="771525"/>
                </a:moveTo>
                <a:lnTo>
                  <a:pt x="981075" y="771525"/>
                </a:lnTo>
                <a:lnTo>
                  <a:pt x="981075" y="781050"/>
                </a:lnTo>
                <a:lnTo>
                  <a:pt x="990600" y="781050"/>
                </a:lnTo>
                <a:lnTo>
                  <a:pt x="990600" y="800100"/>
                </a:lnTo>
                <a:lnTo>
                  <a:pt x="1000125" y="800100"/>
                </a:lnTo>
                <a:lnTo>
                  <a:pt x="1000125" y="819150"/>
                </a:lnTo>
                <a:lnTo>
                  <a:pt x="1009650" y="819150"/>
                </a:lnTo>
                <a:lnTo>
                  <a:pt x="1009650" y="828675"/>
                </a:lnTo>
                <a:lnTo>
                  <a:pt x="990600" y="828675"/>
                </a:lnTo>
                <a:lnTo>
                  <a:pt x="990600" y="819150"/>
                </a:lnTo>
                <a:lnTo>
                  <a:pt x="981075" y="819150"/>
                </a:lnTo>
                <a:lnTo>
                  <a:pt x="981075" y="790575"/>
                </a:lnTo>
                <a:lnTo>
                  <a:pt x="971550" y="790575"/>
                </a:lnTo>
                <a:close/>
                <a:moveTo>
                  <a:pt x="704850" y="781050"/>
                </a:moveTo>
                <a:lnTo>
                  <a:pt x="714375" y="781050"/>
                </a:lnTo>
                <a:lnTo>
                  <a:pt x="714375" y="790575"/>
                </a:lnTo>
                <a:lnTo>
                  <a:pt x="723900" y="790575"/>
                </a:lnTo>
                <a:lnTo>
                  <a:pt x="723900" y="800100"/>
                </a:lnTo>
                <a:lnTo>
                  <a:pt x="714375" y="800100"/>
                </a:lnTo>
                <a:lnTo>
                  <a:pt x="714375" y="809625"/>
                </a:lnTo>
                <a:lnTo>
                  <a:pt x="704850" y="809625"/>
                </a:lnTo>
                <a:lnTo>
                  <a:pt x="704850" y="828675"/>
                </a:lnTo>
                <a:lnTo>
                  <a:pt x="695325" y="828675"/>
                </a:lnTo>
                <a:lnTo>
                  <a:pt x="695325" y="923925"/>
                </a:lnTo>
                <a:lnTo>
                  <a:pt x="704850" y="923925"/>
                </a:lnTo>
                <a:lnTo>
                  <a:pt x="704850" y="952500"/>
                </a:lnTo>
                <a:lnTo>
                  <a:pt x="714375" y="952500"/>
                </a:lnTo>
                <a:lnTo>
                  <a:pt x="714375" y="981075"/>
                </a:lnTo>
                <a:lnTo>
                  <a:pt x="704850" y="981075"/>
                </a:lnTo>
                <a:lnTo>
                  <a:pt x="704850" y="971550"/>
                </a:lnTo>
                <a:lnTo>
                  <a:pt x="695325" y="971550"/>
                </a:lnTo>
                <a:lnTo>
                  <a:pt x="695325" y="952500"/>
                </a:lnTo>
                <a:lnTo>
                  <a:pt x="685800" y="952500"/>
                </a:lnTo>
                <a:lnTo>
                  <a:pt x="685800" y="895350"/>
                </a:lnTo>
                <a:lnTo>
                  <a:pt x="676275" y="895350"/>
                </a:lnTo>
                <a:lnTo>
                  <a:pt x="676275" y="809625"/>
                </a:lnTo>
                <a:lnTo>
                  <a:pt x="685800" y="809625"/>
                </a:lnTo>
                <a:lnTo>
                  <a:pt x="685800" y="800100"/>
                </a:lnTo>
                <a:lnTo>
                  <a:pt x="695325" y="800100"/>
                </a:lnTo>
                <a:lnTo>
                  <a:pt x="695325" y="790575"/>
                </a:lnTo>
                <a:lnTo>
                  <a:pt x="704850" y="790575"/>
                </a:lnTo>
                <a:close/>
                <a:moveTo>
                  <a:pt x="1028700" y="781050"/>
                </a:moveTo>
                <a:lnTo>
                  <a:pt x="1038225" y="781050"/>
                </a:lnTo>
                <a:lnTo>
                  <a:pt x="1038225" y="819150"/>
                </a:lnTo>
                <a:lnTo>
                  <a:pt x="1019175" y="819150"/>
                </a:lnTo>
                <a:lnTo>
                  <a:pt x="1019175" y="800100"/>
                </a:lnTo>
                <a:lnTo>
                  <a:pt x="1028700" y="800100"/>
                </a:lnTo>
                <a:close/>
                <a:moveTo>
                  <a:pt x="847725" y="790575"/>
                </a:moveTo>
                <a:lnTo>
                  <a:pt x="857250" y="790575"/>
                </a:lnTo>
                <a:lnTo>
                  <a:pt x="857250" y="800100"/>
                </a:lnTo>
                <a:lnTo>
                  <a:pt x="847725" y="800100"/>
                </a:lnTo>
                <a:close/>
                <a:moveTo>
                  <a:pt x="47625" y="809625"/>
                </a:moveTo>
                <a:lnTo>
                  <a:pt x="123825" y="809625"/>
                </a:lnTo>
                <a:lnTo>
                  <a:pt x="123825" y="819150"/>
                </a:lnTo>
                <a:lnTo>
                  <a:pt x="152400" y="819150"/>
                </a:lnTo>
                <a:lnTo>
                  <a:pt x="152400" y="828675"/>
                </a:lnTo>
                <a:lnTo>
                  <a:pt x="161925" y="828675"/>
                </a:lnTo>
                <a:lnTo>
                  <a:pt x="161925" y="838200"/>
                </a:lnTo>
                <a:lnTo>
                  <a:pt x="104775" y="838200"/>
                </a:lnTo>
                <a:lnTo>
                  <a:pt x="104775" y="828675"/>
                </a:lnTo>
                <a:lnTo>
                  <a:pt x="95250" y="828675"/>
                </a:lnTo>
                <a:lnTo>
                  <a:pt x="95250" y="838200"/>
                </a:lnTo>
                <a:lnTo>
                  <a:pt x="38100" y="838200"/>
                </a:lnTo>
                <a:lnTo>
                  <a:pt x="38100" y="847725"/>
                </a:lnTo>
                <a:lnTo>
                  <a:pt x="19050" y="847725"/>
                </a:lnTo>
                <a:lnTo>
                  <a:pt x="19050" y="838200"/>
                </a:lnTo>
                <a:lnTo>
                  <a:pt x="0" y="838200"/>
                </a:lnTo>
                <a:lnTo>
                  <a:pt x="0" y="819150"/>
                </a:lnTo>
                <a:lnTo>
                  <a:pt x="47625" y="819150"/>
                </a:lnTo>
                <a:close/>
                <a:moveTo>
                  <a:pt x="1181100" y="809625"/>
                </a:moveTo>
                <a:lnTo>
                  <a:pt x="1190625" y="809625"/>
                </a:lnTo>
                <a:lnTo>
                  <a:pt x="1190625" y="819150"/>
                </a:lnTo>
                <a:lnTo>
                  <a:pt x="1200150" y="819150"/>
                </a:lnTo>
                <a:lnTo>
                  <a:pt x="1200150" y="866775"/>
                </a:lnTo>
                <a:lnTo>
                  <a:pt x="1190625" y="866775"/>
                </a:lnTo>
                <a:lnTo>
                  <a:pt x="1190625" y="933450"/>
                </a:lnTo>
                <a:lnTo>
                  <a:pt x="1181100" y="933450"/>
                </a:lnTo>
                <a:lnTo>
                  <a:pt x="1181100" y="971550"/>
                </a:lnTo>
                <a:lnTo>
                  <a:pt x="1171575" y="971550"/>
                </a:lnTo>
                <a:lnTo>
                  <a:pt x="1171575" y="1000125"/>
                </a:lnTo>
                <a:lnTo>
                  <a:pt x="1162050" y="1000125"/>
                </a:lnTo>
                <a:lnTo>
                  <a:pt x="1162050" y="1009650"/>
                </a:lnTo>
                <a:lnTo>
                  <a:pt x="1152525" y="1009650"/>
                </a:lnTo>
                <a:lnTo>
                  <a:pt x="1152525" y="1019175"/>
                </a:lnTo>
                <a:lnTo>
                  <a:pt x="1133475" y="1019175"/>
                </a:lnTo>
                <a:lnTo>
                  <a:pt x="1133475" y="1009650"/>
                </a:lnTo>
                <a:lnTo>
                  <a:pt x="1143000" y="1009650"/>
                </a:lnTo>
                <a:lnTo>
                  <a:pt x="1143000" y="981075"/>
                </a:lnTo>
                <a:lnTo>
                  <a:pt x="1152525" y="981075"/>
                </a:lnTo>
                <a:lnTo>
                  <a:pt x="1152525" y="971550"/>
                </a:lnTo>
                <a:lnTo>
                  <a:pt x="1162050" y="971550"/>
                </a:lnTo>
                <a:lnTo>
                  <a:pt x="1162050" y="962025"/>
                </a:lnTo>
                <a:lnTo>
                  <a:pt x="1152525" y="962025"/>
                </a:lnTo>
                <a:lnTo>
                  <a:pt x="1152525" y="952500"/>
                </a:lnTo>
                <a:lnTo>
                  <a:pt x="1162050" y="952500"/>
                </a:lnTo>
                <a:lnTo>
                  <a:pt x="1162050" y="923925"/>
                </a:lnTo>
                <a:lnTo>
                  <a:pt x="1171575" y="923925"/>
                </a:lnTo>
                <a:lnTo>
                  <a:pt x="1171575" y="904875"/>
                </a:lnTo>
                <a:lnTo>
                  <a:pt x="1181100" y="904875"/>
                </a:lnTo>
                <a:close/>
                <a:moveTo>
                  <a:pt x="1752600" y="809625"/>
                </a:moveTo>
                <a:lnTo>
                  <a:pt x="1800225" y="809625"/>
                </a:lnTo>
                <a:lnTo>
                  <a:pt x="1800225" y="819150"/>
                </a:lnTo>
                <a:lnTo>
                  <a:pt x="1781175" y="819150"/>
                </a:lnTo>
                <a:lnTo>
                  <a:pt x="1781175" y="828675"/>
                </a:lnTo>
                <a:lnTo>
                  <a:pt x="1762125" y="828675"/>
                </a:lnTo>
                <a:lnTo>
                  <a:pt x="1762125" y="838200"/>
                </a:lnTo>
                <a:lnTo>
                  <a:pt x="1752600" y="838200"/>
                </a:lnTo>
                <a:lnTo>
                  <a:pt x="1752600" y="847725"/>
                </a:lnTo>
                <a:lnTo>
                  <a:pt x="1733550" y="847725"/>
                </a:lnTo>
                <a:lnTo>
                  <a:pt x="1733550" y="857250"/>
                </a:lnTo>
                <a:lnTo>
                  <a:pt x="1714500" y="857250"/>
                </a:lnTo>
                <a:lnTo>
                  <a:pt x="1714500" y="866775"/>
                </a:lnTo>
                <a:lnTo>
                  <a:pt x="1685925" y="866775"/>
                </a:lnTo>
                <a:lnTo>
                  <a:pt x="1685925" y="876300"/>
                </a:lnTo>
                <a:lnTo>
                  <a:pt x="1666875" y="876300"/>
                </a:lnTo>
                <a:lnTo>
                  <a:pt x="1666875" y="885825"/>
                </a:lnTo>
                <a:lnTo>
                  <a:pt x="1628775" y="885825"/>
                </a:lnTo>
                <a:lnTo>
                  <a:pt x="1628775" y="876300"/>
                </a:lnTo>
                <a:lnTo>
                  <a:pt x="1647825" y="876300"/>
                </a:lnTo>
                <a:lnTo>
                  <a:pt x="1647825" y="866775"/>
                </a:lnTo>
                <a:lnTo>
                  <a:pt x="1666875" y="866775"/>
                </a:lnTo>
                <a:lnTo>
                  <a:pt x="1666875" y="857250"/>
                </a:lnTo>
                <a:lnTo>
                  <a:pt x="1685925" y="857250"/>
                </a:lnTo>
                <a:lnTo>
                  <a:pt x="1685925" y="847725"/>
                </a:lnTo>
                <a:lnTo>
                  <a:pt x="1695450" y="847725"/>
                </a:lnTo>
                <a:lnTo>
                  <a:pt x="1695450" y="838200"/>
                </a:lnTo>
                <a:lnTo>
                  <a:pt x="1714500" y="838200"/>
                </a:lnTo>
                <a:lnTo>
                  <a:pt x="1714500" y="828675"/>
                </a:lnTo>
                <a:lnTo>
                  <a:pt x="1733550" y="828675"/>
                </a:lnTo>
                <a:lnTo>
                  <a:pt x="1733550" y="819150"/>
                </a:lnTo>
                <a:lnTo>
                  <a:pt x="1752600" y="819150"/>
                </a:lnTo>
                <a:close/>
                <a:moveTo>
                  <a:pt x="1819275" y="809625"/>
                </a:moveTo>
                <a:lnTo>
                  <a:pt x="1838325" y="809625"/>
                </a:lnTo>
                <a:lnTo>
                  <a:pt x="1838325" y="819150"/>
                </a:lnTo>
                <a:lnTo>
                  <a:pt x="1819275" y="819150"/>
                </a:lnTo>
                <a:close/>
                <a:moveTo>
                  <a:pt x="2038350" y="809625"/>
                </a:moveTo>
                <a:lnTo>
                  <a:pt x="2047875" y="809625"/>
                </a:lnTo>
                <a:lnTo>
                  <a:pt x="2047875" y="819150"/>
                </a:lnTo>
                <a:lnTo>
                  <a:pt x="2038350" y="819150"/>
                </a:lnTo>
                <a:close/>
                <a:moveTo>
                  <a:pt x="314325" y="819150"/>
                </a:moveTo>
                <a:lnTo>
                  <a:pt x="323850" y="819150"/>
                </a:lnTo>
                <a:lnTo>
                  <a:pt x="323850" y="828675"/>
                </a:lnTo>
                <a:lnTo>
                  <a:pt x="314325" y="828675"/>
                </a:lnTo>
                <a:close/>
                <a:moveTo>
                  <a:pt x="1266825" y="828675"/>
                </a:moveTo>
                <a:lnTo>
                  <a:pt x="1285875" y="828675"/>
                </a:lnTo>
                <a:lnTo>
                  <a:pt x="1285875" y="866775"/>
                </a:lnTo>
                <a:lnTo>
                  <a:pt x="1276350" y="866775"/>
                </a:lnTo>
                <a:lnTo>
                  <a:pt x="1276350" y="885825"/>
                </a:lnTo>
                <a:lnTo>
                  <a:pt x="1266825" y="885825"/>
                </a:lnTo>
                <a:lnTo>
                  <a:pt x="1266825" y="895350"/>
                </a:lnTo>
                <a:lnTo>
                  <a:pt x="1247775" y="895350"/>
                </a:lnTo>
                <a:lnTo>
                  <a:pt x="1247775" y="904875"/>
                </a:lnTo>
                <a:lnTo>
                  <a:pt x="1238250" y="904875"/>
                </a:lnTo>
                <a:lnTo>
                  <a:pt x="1238250" y="895350"/>
                </a:lnTo>
                <a:lnTo>
                  <a:pt x="1228725" y="895350"/>
                </a:lnTo>
                <a:lnTo>
                  <a:pt x="1228725" y="857250"/>
                </a:lnTo>
                <a:lnTo>
                  <a:pt x="1238250" y="857250"/>
                </a:lnTo>
                <a:lnTo>
                  <a:pt x="1238250" y="847725"/>
                </a:lnTo>
                <a:lnTo>
                  <a:pt x="1247775" y="847725"/>
                </a:lnTo>
                <a:lnTo>
                  <a:pt x="1247775" y="838200"/>
                </a:lnTo>
                <a:lnTo>
                  <a:pt x="1266825" y="838200"/>
                </a:lnTo>
                <a:close/>
                <a:moveTo>
                  <a:pt x="171450" y="838200"/>
                </a:moveTo>
                <a:lnTo>
                  <a:pt x="180975" y="838200"/>
                </a:lnTo>
                <a:lnTo>
                  <a:pt x="180975" y="847725"/>
                </a:lnTo>
                <a:lnTo>
                  <a:pt x="171450" y="847725"/>
                </a:lnTo>
                <a:close/>
                <a:moveTo>
                  <a:pt x="485775" y="838200"/>
                </a:moveTo>
                <a:lnTo>
                  <a:pt x="495300" y="838200"/>
                </a:lnTo>
                <a:lnTo>
                  <a:pt x="495300" y="847725"/>
                </a:lnTo>
                <a:lnTo>
                  <a:pt x="504825" y="847725"/>
                </a:lnTo>
                <a:lnTo>
                  <a:pt x="504825" y="857250"/>
                </a:lnTo>
                <a:lnTo>
                  <a:pt x="485775" y="857250"/>
                </a:lnTo>
                <a:close/>
                <a:moveTo>
                  <a:pt x="190500" y="847725"/>
                </a:moveTo>
                <a:lnTo>
                  <a:pt x="200025" y="847725"/>
                </a:lnTo>
                <a:lnTo>
                  <a:pt x="200025" y="857250"/>
                </a:lnTo>
                <a:lnTo>
                  <a:pt x="190500" y="857250"/>
                </a:lnTo>
                <a:close/>
                <a:moveTo>
                  <a:pt x="609600" y="847725"/>
                </a:moveTo>
                <a:lnTo>
                  <a:pt x="628650" y="847725"/>
                </a:lnTo>
                <a:lnTo>
                  <a:pt x="628650" y="857250"/>
                </a:lnTo>
                <a:lnTo>
                  <a:pt x="638175" y="857250"/>
                </a:lnTo>
                <a:lnTo>
                  <a:pt x="638175" y="885825"/>
                </a:lnTo>
                <a:lnTo>
                  <a:pt x="647700" y="885825"/>
                </a:lnTo>
                <a:lnTo>
                  <a:pt x="647700" y="895350"/>
                </a:lnTo>
                <a:lnTo>
                  <a:pt x="638175" y="895350"/>
                </a:lnTo>
                <a:lnTo>
                  <a:pt x="638175" y="904875"/>
                </a:lnTo>
                <a:lnTo>
                  <a:pt x="619125" y="904875"/>
                </a:lnTo>
                <a:lnTo>
                  <a:pt x="619125" y="895350"/>
                </a:lnTo>
                <a:lnTo>
                  <a:pt x="609600" y="895350"/>
                </a:lnTo>
                <a:lnTo>
                  <a:pt x="609600" y="885825"/>
                </a:lnTo>
                <a:lnTo>
                  <a:pt x="600075" y="885825"/>
                </a:lnTo>
                <a:lnTo>
                  <a:pt x="600075" y="857250"/>
                </a:lnTo>
                <a:lnTo>
                  <a:pt x="609600" y="857250"/>
                </a:lnTo>
                <a:close/>
                <a:moveTo>
                  <a:pt x="209550" y="857250"/>
                </a:moveTo>
                <a:lnTo>
                  <a:pt x="219075" y="857250"/>
                </a:lnTo>
                <a:lnTo>
                  <a:pt x="219075" y="866775"/>
                </a:lnTo>
                <a:lnTo>
                  <a:pt x="209550" y="866775"/>
                </a:lnTo>
                <a:close/>
                <a:moveTo>
                  <a:pt x="333375" y="857250"/>
                </a:moveTo>
                <a:lnTo>
                  <a:pt x="352425" y="857250"/>
                </a:lnTo>
                <a:lnTo>
                  <a:pt x="352425" y="866775"/>
                </a:lnTo>
                <a:lnTo>
                  <a:pt x="361950" y="866775"/>
                </a:lnTo>
                <a:lnTo>
                  <a:pt x="361950" y="885825"/>
                </a:lnTo>
                <a:lnTo>
                  <a:pt x="371475" y="885825"/>
                </a:lnTo>
                <a:lnTo>
                  <a:pt x="371475" y="895350"/>
                </a:lnTo>
                <a:lnTo>
                  <a:pt x="381000" y="895350"/>
                </a:lnTo>
                <a:lnTo>
                  <a:pt x="381000" y="904875"/>
                </a:lnTo>
                <a:lnTo>
                  <a:pt x="390525" y="904875"/>
                </a:lnTo>
                <a:lnTo>
                  <a:pt x="390525" y="923925"/>
                </a:lnTo>
                <a:lnTo>
                  <a:pt x="361950" y="923925"/>
                </a:lnTo>
                <a:lnTo>
                  <a:pt x="361950" y="933450"/>
                </a:lnTo>
                <a:lnTo>
                  <a:pt x="304800" y="933450"/>
                </a:lnTo>
                <a:lnTo>
                  <a:pt x="304800" y="923925"/>
                </a:lnTo>
                <a:lnTo>
                  <a:pt x="285750" y="923925"/>
                </a:lnTo>
                <a:lnTo>
                  <a:pt x="285750" y="904875"/>
                </a:lnTo>
                <a:lnTo>
                  <a:pt x="276225" y="904875"/>
                </a:lnTo>
                <a:lnTo>
                  <a:pt x="276225" y="895350"/>
                </a:lnTo>
                <a:lnTo>
                  <a:pt x="285750" y="895350"/>
                </a:lnTo>
                <a:lnTo>
                  <a:pt x="285750" y="904875"/>
                </a:lnTo>
                <a:lnTo>
                  <a:pt x="304800" y="904875"/>
                </a:lnTo>
                <a:lnTo>
                  <a:pt x="304800" y="914400"/>
                </a:lnTo>
                <a:lnTo>
                  <a:pt x="333375" y="914400"/>
                </a:lnTo>
                <a:lnTo>
                  <a:pt x="333375" y="904875"/>
                </a:lnTo>
                <a:lnTo>
                  <a:pt x="342900" y="904875"/>
                </a:lnTo>
                <a:lnTo>
                  <a:pt x="342900" y="876300"/>
                </a:lnTo>
                <a:lnTo>
                  <a:pt x="333375" y="876300"/>
                </a:lnTo>
                <a:close/>
                <a:moveTo>
                  <a:pt x="1314450" y="857250"/>
                </a:moveTo>
                <a:lnTo>
                  <a:pt x="1323975" y="857250"/>
                </a:lnTo>
                <a:lnTo>
                  <a:pt x="1323975" y="866775"/>
                </a:lnTo>
                <a:lnTo>
                  <a:pt x="1314450" y="866775"/>
                </a:lnTo>
                <a:close/>
                <a:moveTo>
                  <a:pt x="1304925" y="885825"/>
                </a:moveTo>
                <a:lnTo>
                  <a:pt x="1314450" y="885825"/>
                </a:lnTo>
                <a:lnTo>
                  <a:pt x="1314450" y="895350"/>
                </a:lnTo>
                <a:lnTo>
                  <a:pt x="1304925" y="895350"/>
                </a:lnTo>
                <a:close/>
                <a:moveTo>
                  <a:pt x="1609725" y="885825"/>
                </a:moveTo>
                <a:lnTo>
                  <a:pt x="1619250" y="885825"/>
                </a:lnTo>
                <a:lnTo>
                  <a:pt x="1619250" y="895350"/>
                </a:lnTo>
                <a:lnTo>
                  <a:pt x="1609725" y="895350"/>
                </a:lnTo>
                <a:close/>
                <a:moveTo>
                  <a:pt x="1590675" y="895350"/>
                </a:moveTo>
                <a:lnTo>
                  <a:pt x="1600200" y="895350"/>
                </a:lnTo>
                <a:lnTo>
                  <a:pt x="1600200" y="904875"/>
                </a:lnTo>
                <a:lnTo>
                  <a:pt x="1590675" y="904875"/>
                </a:lnTo>
                <a:close/>
                <a:moveTo>
                  <a:pt x="1571625" y="904875"/>
                </a:moveTo>
                <a:lnTo>
                  <a:pt x="1581150" y="904875"/>
                </a:lnTo>
                <a:lnTo>
                  <a:pt x="1581150" y="914400"/>
                </a:lnTo>
                <a:lnTo>
                  <a:pt x="1571625" y="914400"/>
                </a:lnTo>
                <a:close/>
                <a:moveTo>
                  <a:pt x="1266825" y="923925"/>
                </a:moveTo>
                <a:lnTo>
                  <a:pt x="1276350" y="923925"/>
                </a:lnTo>
                <a:lnTo>
                  <a:pt x="1276350" y="933450"/>
                </a:lnTo>
                <a:lnTo>
                  <a:pt x="1266825" y="933450"/>
                </a:lnTo>
                <a:close/>
                <a:moveTo>
                  <a:pt x="952500" y="933450"/>
                </a:moveTo>
                <a:lnTo>
                  <a:pt x="1000125" y="933450"/>
                </a:lnTo>
                <a:lnTo>
                  <a:pt x="1000125" y="952500"/>
                </a:lnTo>
                <a:lnTo>
                  <a:pt x="990600" y="952500"/>
                </a:lnTo>
                <a:lnTo>
                  <a:pt x="990600" y="962025"/>
                </a:lnTo>
                <a:lnTo>
                  <a:pt x="1019175" y="962025"/>
                </a:lnTo>
                <a:lnTo>
                  <a:pt x="1019175" y="971550"/>
                </a:lnTo>
                <a:lnTo>
                  <a:pt x="1028700" y="971550"/>
                </a:lnTo>
                <a:lnTo>
                  <a:pt x="1028700" y="981075"/>
                </a:lnTo>
                <a:lnTo>
                  <a:pt x="1038225" y="981075"/>
                </a:lnTo>
                <a:lnTo>
                  <a:pt x="1038225" y="990600"/>
                </a:lnTo>
                <a:lnTo>
                  <a:pt x="1047750" y="990600"/>
                </a:lnTo>
                <a:lnTo>
                  <a:pt x="1047750" y="1000125"/>
                </a:lnTo>
                <a:lnTo>
                  <a:pt x="1057275" y="1000125"/>
                </a:lnTo>
                <a:lnTo>
                  <a:pt x="1057275" y="1009650"/>
                </a:lnTo>
                <a:lnTo>
                  <a:pt x="1066800" y="1009650"/>
                </a:lnTo>
                <a:lnTo>
                  <a:pt x="1066800" y="1019175"/>
                </a:lnTo>
                <a:lnTo>
                  <a:pt x="1076325" y="1019175"/>
                </a:lnTo>
                <a:lnTo>
                  <a:pt x="1076325" y="1009650"/>
                </a:lnTo>
                <a:lnTo>
                  <a:pt x="1095375" y="1009650"/>
                </a:lnTo>
                <a:lnTo>
                  <a:pt x="1095375" y="1028700"/>
                </a:lnTo>
                <a:lnTo>
                  <a:pt x="1104900" y="1028700"/>
                </a:lnTo>
                <a:lnTo>
                  <a:pt x="1104900" y="1038225"/>
                </a:lnTo>
                <a:lnTo>
                  <a:pt x="1085850" y="1038225"/>
                </a:lnTo>
                <a:lnTo>
                  <a:pt x="1085850" y="1047750"/>
                </a:lnTo>
                <a:lnTo>
                  <a:pt x="1066800" y="1047750"/>
                </a:lnTo>
                <a:lnTo>
                  <a:pt x="1066800" y="1057275"/>
                </a:lnTo>
                <a:lnTo>
                  <a:pt x="1057275" y="1057275"/>
                </a:lnTo>
                <a:lnTo>
                  <a:pt x="1057275" y="1047750"/>
                </a:lnTo>
                <a:lnTo>
                  <a:pt x="1047750" y="1047750"/>
                </a:lnTo>
                <a:lnTo>
                  <a:pt x="1047750" y="1057275"/>
                </a:lnTo>
                <a:lnTo>
                  <a:pt x="1038225" y="1057275"/>
                </a:lnTo>
                <a:lnTo>
                  <a:pt x="1038225" y="1066800"/>
                </a:lnTo>
                <a:lnTo>
                  <a:pt x="1019175" y="1066800"/>
                </a:lnTo>
                <a:lnTo>
                  <a:pt x="1019175" y="1076325"/>
                </a:lnTo>
                <a:lnTo>
                  <a:pt x="971550" y="1076325"/>
                </a:lnTo>
                <a:lnTo>
                  <a:pt x="971550" y="1095375"/>
                </a:lnTo>
                <a:lnTo>
                  <a:pt x="942975" y="1095375"/>
                </a:lnTo>
                <a:lnTo>
                  <a:pt x="942975" y="1085850"/>
                </a:lnTo>
                <a:lnTo>
                  <a:pt x="914400" y="1085850"/>
                </a:lnTo>
                <a:lnTo>
                  <a:pt x="914400" y="1076325"/>
                </a:lnTo>
                <a:lnTo>
                  <a:pt x="904875" y="1076325"/>
                </a:lnTo>
                <a:lnTo>
                  <a:pt x="904875" y="1085850"/>
                </a:lnTo>
                <a:lnTo>
                  <a:pt x="876300" y="1085850"/>
                </a:lnTo>
                <a:lnTo>
                  <a:pt x="876300" y="1076325"/>
                </a:lnTo>
                <a:lnTo>
                  <a:pt x="866775" y="1076325"/>
                </a:lnTo>
                <a:lnTo>
                  <a:pt x="866775" y="1066800"/>
                </a:lnTo>
                <a:lnTo>
                  <a:pt x="847725" y="1066800"/>
                </a:lnTo>
                <a:lnTo>
                  <a:pt x="847725" y="1047750"/>
                </a:lnTo>
                <a:lnTo>
                  <a:pt x="838200" y="1047750"/>
                </a:lnTo>
                <a:lnTo>
                  <a:pt x="838200" y="1028700"/>
                </a:lnTo>
                <a:lnTo>
                  <a:pt x="847725" y="1028700"/>
                </a:lnTo>
                <a:lnTo>
                  <a:pt x="847725" y="1009650"/>
                </a:lnTo>
                <a:lnTo>
                  <a:pt x="857250" y="1009650"/>
                </a:lnTo>
                <a:lnTo>
                  <a:pt x="857250" y="1000125"/>
                </a:lnTo>
                <a:lnTo>
                  <a:pt x="866775" y="1000125"/>
                </a:lnTo>
                <a:lnTo>
                  <a:pt x="866775" y="990600"/>
                </a:lnTo>
                <a:lnTo>
                  <a:pt x="876300" y="990600"/>
                </a:lnTo>
                <a:lnTo>
                  <a:pt x="876300" y="981075"/>
                </a:lnTo>
                <a:lnTo>
                  <a:pt x="885825" y="981075"/>
                </a:lnTo>
                <a:lnTo>
                  <a:pt x="885825" y="971550"/>
                </a:lnTo>
                <a:lnTo>
                  <a:pt x="904875" y="971550"/>
                </a:lnTo>
                <a:lnTo>
                  <a:pt x="904875" y="962025"/>
                </a:lnTo>
                <a:lnTo>
                  <a:pt x="914400" y="962025"/>
                </a:lnTo>
                <a:lnTo>
                  <a:pt x="914400" y="942975"/>
                </a:lnTo>
                <a:lnTo>
                  <a:pt x="952500" y="942975"/>
                </a:lnTo>
                <a:close/>
                <a:moveTo>
                  <a:pt x="1247775" y="933450"/>
                </a:moveTo>
                <a:lnTo>
                  <a:pt x="1257300" y="933450"/>
                </a:lnTo>
                <a:lnTo>
                  <a:pt x="1257300" y="942975"/>
                </a:lnTo>
                <a:lnTo>
                  <a:pt x="1247775" y="942975"/>
                </a:lnTo>
                <a:close/>
                <a:moveTo>
                  <a:pt x="1228725" y="942975"/>
                </a:moveTo>
                <a:lnTo>
                  <a:pt x="1247775" y="942975"/>
                </a:lnTo>
                <a:lnTo>
                  <a:pt x="1247775" y="952500"/>
                </a:lnTo>
                <a:lnTo>
                  <a:pt x="1228725" y="952500"/>
                </a:lnTo>
                <a:close/>
                <a:moveTo>
                  <a:pt x="1219200" y="962025"/>
                </a:moveTo>
                <a:lnTo>
                  <a:pt x="1228725" y="962025"/>
                </a:lnTo>
                <a:lnTo>
                  <a:pt x="1228725" y="971550"/>
                </a:lnTo>
                <a:lnTo>
                  <a:pt x="1219200" y="971550"/>
                </a:lnTo>
                <a:close/>
                <a:moveTo>
                  <a:pt x="1209675" y="971550"/>
                </a:moveTo>
                <a:lnTo>
                  <a:pt x="1219200" y="971550"/>
                </a:lnTo>
                <a:lnTo>
                  <a:pt x="1219200" y="981075"/>
                </a:lnTo>
                <a:lnTo>
                  <a:pt x="1228725" y="981075"/>
                </a:lnTo>
                <a:lnTo>
                  <a:pt x="1228725" y="990600"/>
                </a:lnTo>
                <a:lnTo>
                  <a:pt x="1219200" y="990600"/>
                </a:lnTo>
                <a:lnTo>
                  <a:pt x="1219200" y="1009650"/>
                </a:lnTo>
                <a:lnTo>
                  <a:pt x="1228725" y="1009650"/>
                </a:lnTo>
                <a:lnTo>
                  <a:pt x="1228725" y="1047750"/>
                </a:lnTo>
                <a:lnTo>
                  <a:pt x="1219200" y="1047750"/>
                </a:lnTo>
                <a:lnTo>
                  <a:pt x="1219200" y="1066800"/>
                </a:lnTo>
                <a:lnTo>
                  <a:pt x="1200150" y="1066800"/>
                </a:lnTo>
                <a:lnTo>
                  <a:pt x="1200150" y="1076325"/>
                </a:lnTo>
                <a:lnTo>
                  <a:pt x="1209675" y="1076325"/>
                </a:lnTo>
                <a:lnTo>
                  <a:pt x="1209675" y="1095375"/>
                </a:lnTo>
                <a:lnTo>
                  <a:pt x="1190625" y="1095375"/>
                </a:lnTo>
                <a:lnTo>
                  <a:pt x="1190625" y="1104900"/>
                </a:lnTo>
                <a:lnTo>
                  <a:pt x="1181100" y="1104900"/>
                </a:lnTo>
                <a:lnTo>
                  <a:pt x="1181100" y="1114425"/>
                </a:lnTo>
                <a:lnTo>
                  <a:pt x="1171575" y="1114425"/>
                </a:lnTo>
                <a:lnTo>
                  <a:pt x="1171575" y="1143000"/>
                </a:lnTo>
                <a:lnTo>
                  <a:pt x="1143000" y="1143000"/>
                </a:lnTo>
                <a:lnTo>
                  <a:pt x="1143000" y="1152525"/>
                </a:lnTo>
                <a:lnTo>
                  <a:pt x="1123950" y="1152525"/>
                </a:lnTo>
                <a:lnTo>
                  <a:pt x="1123950" y="1171575"/>
                </a:lnTo>
                <a:lnTo>
                  <a:pt x="1114425" y="1171575"/>
                </a:lnTo>
                <a:lnTo>
                  <a:pt x="1114425" y="1190625"/>
                </a:lnTo>
                <a:lnTo>
                  <a:pt x="1104900" y="1190625"/>
                </a:lnTo>
                <a:lnTo>
                  <a:pt x="1104900" y="1143000"/>
                </a:lnTo>
                <a:lnTo>
                  <a:pt x="1114425" y="1143000"/>
                </a:lnTo>
                <a:lnTo>
                  <a:pt x="1114425" y="1133475"/>
                </a:lnTo>
                <a:lnTo>
                  <a:pt x="1123950" y="1133475"/>
                </a:lnTo>
                <a:lnTo>
                  <a:pt x="1123950" y="1123950"/>
                </a:lnTo>
                <a:lnTo>
                  <a:pt x="1133475" y="1123950"/>
                </a:lnTo>
                <a:lnTo>
                  <a:pt x="1133475" y="1114425"/>
                </a:lnTo>
                <a:lnTo>
                  <a:pt x="1143000" y="1114425"/>
                </a:lnTo>
                <a:lnTo>
                  <a:pt x="1143000" y="1095375"/>
                </a:lnTo>
                <a:lnTo>
                  <a:pt x="1152525" y="1095375"/>
                </a:lnTo>
                <a:lnTo>
                  <a:pt x="1152525" y="1085850"/>
                </a:lnTo>
                <a:lnTo>
                  <a:pt x="1162050" y="1085850"/>
                </a:lnTo>
                <a:lnTo>
                  <a:pt x="1162050" y="1076325"/>
                </a:lnTo>
                <a:lnTo>
                  <a:pt x="1171575" y="1076325"/>
                </a:lnTo>
                <a:lnTo>
                  <a:pt x="1171575" y="1066800"/>
                </a:lnTo>
                <a:lnTo>
                  <a:pt x="1181100" y="1066800"/>
                </a:lnTo>
                <a:lnTo>
                  <a:pt x="1181100" y="1047750"/>
                </a:lnTo>
                <a:lnTo>
                  <a:pt x="1190625" y="1047750"/>
                </a:lnTo>
                <a:lnTo>
                  <a:pt x="1190625" y="1028700"/>
                </a:lnTo>
                <a:lnTo>
                  <a:pt x="1200150" y="1028700"/>
                </a:lnTo>
                <a:lnTo>
                  <a:pt x="1200150" y="1000125"/>
                </a:lnTo>
                <a:lnTo>
                  <a:pt x="1209675" y="1000125"/>
                </a:lnTo>
                <a:close/>
                <a:moveTo>
                  <a:pt x="657225" y="981075"/>
                </a:moveTo>
                <a:lnTo>
                  <a:pt x="666750" y="981075"/>
                </a:lnTo>
                <a:lnTo>
                  <a:pt x="666750" y="1019175"/>
                </a:lnTo>
                <a:lnTo>
                  <a:pt x="676275" y="1019175"/>
                </a:lnTo>
                <a:lnTo>
                  <a:pt x="676275" y="1038225"/>
                </a:lnTo>
                <a:lnTo>
                  <a:pt x="685800" y="1038225"/>
                </a:lnTo>
                <a:lnTo>
                  <a:pt x="685800" y="1047750"/>
                </a:lnTo>
                <a:lnTo>
                  <a:pt x="695325" y="1047750"/>
                </a:lnTo>
                <a:lnTo>
                  <a:pt x="695325" y="1066800"/>
                </a:lnTo>
                <a:lnTo>
                  <a:pt x="704850" y="1066800"/>
                </a:lnTo>
                <a:lnTo>
                  <a:pt x="704850" y="1085850"/>
                </a:lnTo>
                <a:lnTo>
                  <a:pt x="714375" y="1085850"/>
                </a:lnTo>
                <a:lnTo>
                  <a:pt x="714375" y="1095375"/>
                </a:lnTo>
                <a:lnTo>
                  <a:pt x="723900" y="1095375"/>
                </a:lnTo>
                <a:lnTo>
                  <a:pt x="723900" y="1104900"/>
                </a:lnTo>
                <a:lnTo>
                  <a:pt x="733425" y="1104900"/>
                </a:lnTo>
                <a:lnTo>
                  <a:pt x="733425" y="1114425"/>
                </a:lnTo>
                <a:lnTo>
                  <a:pt x="742950" y="1114425"/>
                </a:lnTo>
                <a:lnTo>
                  <a:pt x="742950" y="1123950"/>
                </a:lnTo>
                <a:lnTo>
                  <a:pt x="752475" y="1123950"/>
                </a:lnTo>
                <a:lnTo>
                  <a:pt x="752475" y="1133475"/>
                </a:lnTo>
                <a:lnTo>
                  <a:pt x="762000" y="1133475"/>
                </a:lnTo>
                <a:lnTo>
                  <a:pt x="762000" y="1143000"/>
                </a:lnTo>
                <a:lnTo>
                  <a:pt x="771525" y="1143000"/>
                </a:lnTo>
                <a:lnTo>
                  <a:pt x="771525" y="1152525"/>
                </a:lnTo>
                <a:lnTo>
                  <a:pt x="742950" y="1152525"/>
                </a:lnTo>
                <a:lnTo>
                  <a:pt x="742950" y="1143000"/>
                </a:lnTo>
                <a:lnTo>
                  <a:pt x="723900" y="1143000"/>
                </a:lnTo>
                <a:lnTo>
                  <a:pt x="723900" y="1133475"/>
                </a:lnTo>
                <a:lnTo>
                  <a:pt x="695325" y="1133475"/>
                </a:lnTo>
                <a:lnTo>
                  <a:pt x="695325" y="1114425"/>
                </a:lnTo>
                <a:lnTo>
                  <a:pt x="685800" y="1114425"/>
                </a:lnTo>
                <a:lnTo>
                  <a:pt x="685800" y="1104900"/>
                </a:lnTo>
                <a:lnTo>
                  <a:pt x="666750" y="1104900"/>
                </a:lnTo>
                <a:lnTo>
                  <a:pt x="666750" y="1095375"/>
                </a:lnTo>
                <a:lnTo>
                  <a:pt x="657225" y="1095375"/>
                </a:lnTo>
                <a:lnTo>
                  <a:pt x="657225" y="1085850"/>
                </a:lnTo>
                <a:lnTo>
                  <a:pt x="647700" y="1085850"/>
                </a:lnTo>
                <a:lnTo>
                  <a:pt x="647700" y="1076325"/>
                </a:lnTo>
                <a:lnTo>
                  <a:pt x="657225" y="1076325"/>
                </a:lnTo>
                <a:lnTo>
                  <a:pt x="657225" y="1066800"/>
                </a:lnTo>
                <a:lnTo>
                  <a:pt x="647700" y="1066800"/>
                </a:lnTo>
                <a:lnTo>
                  <a:pt x="647700" y="1057275"/>
                </a:lnTo>
                <a:lnTo>
                  <a:pt x="657225" y="1057275"/>
                </a:lnTo>
                <a:lnTo>
                  <a:pt x="657225" y="1038225"/>
                </a:lnTo>
                <a:lnTo>
                  <a:pt x="647700" y="1038225"/>
                </a:lnTo>
                <a:lnTo>
                  <a:pt x="647700" y="990600"/>
                </a:lnTo>
                <a:lnTo>
                  <a:pt x="657225" y="990600"/>
                </a:lnTo>
                <a:close/>
                <a:moveTo>
                  <a:pt x="923925" y="1009650"/>
                </a:moveTo>
                <a:lnTo>
                  <a:pt x="971550" y="1009650"/>
                </a:lnTo>
                <a:lnTo>
                  <a:pt x="971550" y="1028700"/>
                </a:lnTo>
                <a:lnTo>
                  <a:pt x="923925" y="1028700"/>
                </a:lnTo>
                <a:close/>
                <a:moveTo>
                  <a:pt x="1028700" y="1038225"/>
                </a:moveTo>
                <a:lnTo>
                  <a:pt x="1038225" y="1038225"/>
                </a:lnTo>
                <a:lnTo>
                  <a:pt x="1038225" y="1000125"/>
                </a:lnTo>
                <a:lnTo>
                  <a:pt x="1028700" y="1000125"/>
                </a:lnTo>
                <a:lnTo>
                  <a:pt x="1028700" y="990600"/>
                </a:lnTo>
                <a:lnTo>
                  <a:pt x="1019175" y="990600"/>
                </a:lnTo>
                <a:lnTo>
                  <a:pt x="1019175" y="981075"/>
                </a:lnTo>
                <a:lnTo>
                  <a:pt x="1000125" y="981075"/>
                </a:lnTo>
                <a:lnTo>
                  <a:pt x="1000125" y="971550"/>
                </a:lnTo>
                <a:lnTo>
                  <a:pt x="933450" y="971550"/>
                </a:lnTo>
                <a:lnTo>
                  <a:pt x="933450" y="981075"/>
                </a:lnTo>
                <a:lnTo>
                  <a:pt x="904875" y="981075"/>
                </a:lnTo>
                <a:lnTo>
                  <a:pt x="904875" y="990600"/>
                </a:lnTo>
                <a:lnTo>
                  <a:pt x="885825" y="990600"/>
                </a:lnTo>
                <a:lnTo>
                  <a:pt x="885825" y="1000125"/>
                </a:lnTo>
                <a:lnTo>
                  <a:pt x="876300" y="1000125"/>
                </a:lnTo>
                <a:lnTo>
                  <a:pt x="876300" y="1009650"/>
                </a:lnTo>
                <a:lnTo>
                  <a:pt x="866775" y="1009650"/>
                </a:lnTo>
                <a:lnTo>
                  <a:pt x="866775" y="1028700"/>
                </a:lnTo>
                <a:lnTo>
                  <a:pt x="857250" y="1028700"/>
                </a:lnTo>
                <a:lnTo>
                  <a:pt x="857250" y="1057275"/>
                </a:lnTo>
                <a:lnTo>
                  <a:pt x="866775" y="1057275"/>
                </a:lnTo>
                <a:lnTo>
                  <a:pt x="866775" y="1066800"/>
                </a:lnTo>
                <a:lnTo>
                  <a:pt x="933450" y="1066800"/>
                </a:lnTo>
                <a:lnTo>
                  <a:pt x="933450" y="1057275"/>
                </a:lnTo>
                <a:lnTo>
                  <a:pt x="1019175" y="1057275"/>
                </a:lnTo>
                <a:lnTo>
                  <a:pt x="1019175" y="1047750"/>
                </a:lnTo>
                <a:lnTo>
                  <a:pt x="1028700" y="1047750"/>
                </a:lnTo>
                <a:close/>
                <a:moveTo>
                  <a:pt x="762000" y="1066800"/>
                </a:moveTo>
                <a:lnTo>
                  <a:pt x="771525" y="1066800"/>
                </a:lnTo>
                <a:lnTo>
                  <a:pt x="771525" y="1076325"/>
                </a:lnTo>
                <a:lnTo>
                  <a:pt x="762000" y="1076325"/>
                </a:lnTo>
                <a:close/>
                <a:moveTo>
                  <a:pt x="771525" y="1085850"/>
                </a:moveTo>
                <a:lnTo>
                  <a:pt x="781050" y="1085850"/>
                </a:lnTo>
                <a:lnTo>
                  <a:pt x="781050" y="1095375"/>
                </a:lnTo>
                <a:lnTo>
                  <a:pt x="800100" y="1095375"/>
                </a:lnTo>
                <a:lnTo>
                  <a:pt x="800100" y="1104900"/>
                </a:lnTo>
                <a:lnTo>
                  <a:pt x="809625" y="1104900"/>
                </a:lnTo>
                <a:lnTo>
                  <a:pt x="809625" y="1114425"/>
                </a:lnTo>
                <a:lnTo>
                  <a:pt x="819150" y="1114425"/>
                </a:lnTo>
                <a:lnTo>
                  <a:pt x="819150" y="1123950"/>
                </a:lnTo>
                <a:lnTo>
                  <a:pt x="828675" y="1123950"/>
                </a:lnTo>
                <a:lnTo>
                  <a:pt x="828675" y="1133475"/>
                </a:lnTo>
                <a:lnTo>
                  <a:pt x="866775" y="1133475"/>
                </a:lnTo>
                <a:lnTo>
                  <a:pt x="866775" y="1143000"/>
                </a:lnTo>
                <a:lnTo>
                  <a:pt x="904875" y="1143000"/>
                </a:lnTo>
                <a:lnTo>
                  <a:pt x="904875" y="1133475"/>
                </a:lnTo>
                <a:lnTo>
                  <a:pt x="923925" y="1133475"/>
                </a:lnTo>
                <a:lnTo>
                  <a:pt x="923925" y="1123950"/>
                </a:lnTo>
                <a:lnTo>
                  <a:pt x="933450" y="1123950"/>
                </a:lnTo>
                <a:lnTo>
                  <a:pt x="933450" y="1143000"/>
                </a:lnTo>
                <a:lnTo>
                  <a:pt x="952500" y="1143000"/>
                </a:lnTo>
                <a:lnTo>
                  <a:pt x="952500" y="1133475"/>
                </a:lnTo>
                <a:lnTo>
                  <a:pt x="971550" y="1133475"/>
                </a:lnTo>
                <a:lnTo>
                  <a:pt x="971550" y="1143000"/>
                </a:lnTo>
                <a:lnTo>
                  <a:pt x="962025" y="1143000"/>
                </a:lnTo>
                <a:lnTo>
                  <a:pt x="962025" y="1152525"/>
                </a:lnTo>
                <a:lnTo>
                  <a:pt x="933450" y="1152525"/>
                </a:lnTo>
                <a:lnTo>
                  <a:pt x="933450" y="1162050"/>
                </a:lnTo>
                <a:lnTo>
                  <a:pt x="857250" y="1162050"/>
                </a:lnTo>
                <a:lnTo>
                  <a:pt x="857250" y="1152525"/>
                </a:lnTo>
                <a:lnTo>
                  <a:pt x="838200" y="1152525"/>
                </a:lnTo>
                <a:lnTo>
                  <a:pt x="838200" y="1143000"/>
                </a:lnTo>
                <a:lnTo>
                  <a:pt x="819150" y="1143000"/>
                </a:lnTo>
                <a:lnTo>
                  <a:pt x="819150" y="1133475"/>
                </a:lnTo>
                <a:lnTo>
                  <a:pt x="809625" y="1133475"/>
                </a:lnTo>
                <a:lnTo>
                  <a:pt x="809625" y="1123950"/>
                </a:lnTo>
                <a:lnTo>
                  <a:pt x="790575" y="1123950"/>
                </a:lnTo>
                <a:lnTo>
                  <a:pt x="790575" y="1114425"/>
                </a:lnTo>
                <a:lnTo>
                  <a:pt x="781050" y="1114425"/>
                </a:lnTo>
                <a:lnTo>
                  <a:pt x="781050" y="1104900"/>
                </a:lnTo>
                <a:lnTo>
                  <a:pt x="771525" y="1104900"/>
                </a:lnTo>
                <a:close/>
                <a:moveTo>
                  <a:pt x="1047750" y="1104900"/>
                </a:moveTo>
                <a:lnTo>
                  <a:pt x="1066800" y="1104900"/>
                </a:lnTo>
                <a:lnTo>
                  <a:pt x="1066800" y="1114425"/>
                </a:lnTo>
                <a:lnTo>
                  <a:pt x="1047750" y="1114425"/>
                </a:lnTo>
                <a:close/>
                <a:moveTo>
                  <a:pt x="1038225" y="1114425"/>
                </a:moveTo>
                <a:lnTo>
                  <a:pt x="1047750" y="1114425"/>
                </a:lnTo>
                <a:lnTo>
                  <a:pt x="1047750" y="1123950"/>
                </a:lnTo>
                <a:lnTo>
                  <a:pt x="1038225" y="1123950"/>
                </a:lnTo>
                <a:close/>
                <a:moveTo>
                  <a:pt x="1114425" y="1190625"/>
                </a:moveTo>
                <a:lnTo>
                  <a:pt x="1123950" y="1190625"/>
                </a:lnTo>
                <a:lnTo>
                  <a:pt x="1123950" y="1200150"/>
                </a:lnTo>
                <a:lnTo>
                  <a:pt x="1114425" y="1200150"/>
                </a:lnTo>
                <a:close/>
                <a:moveTo>
                  <a:pt x="742950" y="1200150"/>
                </a:moveTo>
                <a:lnTo>
                  <a:pt x="752475" y="1200150"/>
                </a:lnTo>
                <a:lnTo>
                  <a:pt x="752475" y="1209675"/>
                </a:lnTo>
                <a:lnTo>
                  <a:pt x="742950" y="1209675"/>
                </a:lnTo>
                <a:close/>
                <a:moveTo>
                  <a:pt x="1133475" y="1200150"/>
                </a:moveTo>
                <a:lnTo>
                  <a:pt x="1143000" y="1200150"/>
                </a:lnTo>
                <a:lnTo>
                  <a:pt x="1143000" y="1209675"/>
                </a:lnTo>
                <a:lnTo>
                  <a:pt x="1133475" y="1209675"/>
                </a:lnTo>
                <a:close/>
                <a:moveTo>
                  <a:pt x="1143000" y="1209675"/>
                </a:moveTo>
                <a:lnTo>
                  <a:pt x="1152525" y="1209675"/>
                </a:lnTo>
                <a:lnTo>
                  <a:pt x="1152525" y="1219200"/>
                </a:lnTo>
                <a:lnTo>
                  <a:pt x="1143000" y="1219200"/>
                </a:lnTo>
                <a:close/>
                <a:moveTo>
                  <a:pt x="933450" y="1219200"/>
                </a:moveTo>
                <a:lnTo>
                  <a:pt x="942975" y="1219200"/>
                </a:lnTo>
                <a:lnTo>
                  <a:pt x="942975" y="1228725"/>
                </a:lnTo>
                <a:lnTo>
                  <a:pt x="933450" y="1228725"/>
                </a:lnTo>
                <a:close/>
                <a:moveTo>
                  <a:pt x="1152525" y="1219200"/>
                </a:moveTo>
                <a:lnTo>
                  <a:pt x="1162050" y="1219200"/>
                </a:lnTo>
                <a:lnTo>
                  <a:pt x="1162050" y="1228725"/>
                </a:lnTo>
                <a:lnTo>
                  <a:pt x="1152525" y="1228725"/>
                </a:lnTo>
                <a:close/>
                <a:moveTo>
                  <a:pt x="952500" y="1228725"/>
                </a:moveTo>
                <a:lnTo>
                  <a:pt x="981075" y="1228725"/>
                </a:lnTo>
                <a:lnTo>
                  <a:pt x="981075" y="1238250"/>
                </a:lnTo>
                <a:lnTo>
                  <a:pt x="952500" y="1238250"/>
                </a:lnTo>
                <a:close/>
                <a:moveTo>
                  <a:pt x="1047750" y="1228725"/>
                </a:moveTo>
                <a:lnTo>
                  <a:pt x="1057275" y="1228725"/>
                </a:lnTo>
                <a:lnTo>
                  <a:pt x="1057275" y="1238250"/>
                </a:lnTo>
                <a:lnTo>
                  <a:pt x="1066800" y="1238250"/>
                </a:lnTo>
                <a:lnTo>
                  <a:pt x="1066800" y="1257300"/>
                </a:lnTo>
                <a:lnTo>
                  <a:pt x="1076325" y="1257300"/>
                </a:lnTo>
                <a:lnTo>
                  <a:pt x="1076325" y="1295400"/>
                </a:lnTo>
                <a:lnTo>
                  <a:pt x="1066800" y="1295400"/>
                </a:lnTo>
                <a:lnTo>
                  <a:pt x="1066800" y="1304925"/>
                </a:lnTo>
                <a:lnTo>
                  <a:pt x="1057275" y="1304925"/>
                </a:lnTo>
                <a:lnTo>
                  <a:pt x="1057275" y="1314450"/>
                </a:lnTo>
                <a:lnTo>
                  <a:pt x="1047750" y="1314450"/>
                </a:lnTo>
                <a:lnTo>
                  <a:pt x="1047750" y="1323975"/>
                </a:lnTo>
                <a:lnTo>
                  <a:pt x="1038225" y="1323975"/>
                </a:lnTo>
                <a:lnTo>
                  <a:pt x="1038225" y="1333500"/>
                </a:lnTo>
                <a:lnTo>
                  <a:pt x="1028700" y="1333500"/>
                </a:lnTo>
                <a:lnTo>
                  <a:pt x="1028700" y="1343025"/>
                </a:lnTo>
                <a:lnTo>
                  <a:pt x="1009650" y="1343025"/>
                </a:lnTo>
                <a:lnTo>
                  <a:pt x="1009650" y="1352550"/>
                </a:lnTo>
                <a:lnTo>
                  <a:pt x="1000125" y="1352550"/>
                </a:lnTo>
                <a:lnTo>
                  <a:pt x="1000125" y="1362075"/>
                </a:lnTo>
                <a:lnTo>
                  <a:pt x="990600" y="1362075"/>
                </a:lnTo>
                <a:lnTo>
                  <a:pt x="990600" y="1381125"/>
                </a:lnTo>
                <a:lnTo>
                  <a:pt x="981075" y="1381125"/>
                </a:lnTo>
                <a:lnTo>
                  <a:pt x="981075" y="1409700"/>
                </a:lnTo>
                <a:lnTo>
                  <a:pt x="971550" y="1409700"/>
                </a:lnTo>
                <a:lnTo>
                  <a:pt x="971550" y="1428750"/>
                </a:lnTo>
                <a:lnTo>
                  <a:pt x="962025" y="1428750"/>
                </a:lnTo>
                <a:lnTo>
                  <a:pt x="962025" y="1447800"/>
                </a:lnTo>
                <a:lnTo>
                  <a:pt x="952500" y="1447800"/>
                </a:lnTo>
                <a:lnTo>
                  <a:pt x="952500" y="1457325"/>
                </a:lnTo>
                <a:lnTo>
                  <a:pt x="942975" y="1457325"/>
                </a:lnTo>
                <a:lnTo>
                  <a:pt x="942975" y="1466850"/>
                </a:lnTo>
                <a:lnTo>
                  <a:pt x="933450" y="1466850"/>
                </a:lnTo>
                <a:lnTo>
                  <a:pt x="933450" y="1457325"/>
                </a:lnTo>
                <a:lnTo>
                  <a:pt x="923925" y="1457325"/>
                </a:lnTo>
                <a:lnTo>
                  <a:pt x="923925" y="1447800"/>
                </a:lnTo>
                <a:lnTo>
                  <a:pt x="914400" y="1447800"/>
                </a:lnTo>
                <a:lnTo>
                  <a:pt x="914400" y="1428750"/>
                </a:lnTo>
                <a:lnTo>
                  <a:pt x="904875" y="1428750"/>
                </a:lnTo>
                <a:lnTo>
                  <a:pt x="904875" y="1409700"/>
                </a:lnTo>
                <a:lnTo>
                  <a:pt x="895350" y="1409700"/>
                </a:lnTo>
                <a:lnTo>
                  <a:pt x="895350" y="1381125"/>
                </a:lnTo>
                <a:lnTo>
                  <a:pt x="885825" y="1381125"/>
                </a:lnTo>
                <a:lnTo>
                  <a:pt x="885825" y="1362075"/>
                </a:lnTo>
                <a:lnTo>
                  <a:pt x="876300" y="1362075"/>
                </a:lnTo>
                <a:lnTo>
                  <a:pt x="876300" y="1352550"/>
                </a:lnTo>
                <a:lnTo>
                  <a:pt x="866775" y="1352550"/>
                </a:lnTo>
                <a:lnTo>
                  <a:pt x="866775" y="1343025"/>
                </a:lnTo>
                <a:lnTo>
                  <a:pt x="857250" y="1343025"/>
                </a:lnTo>
                <a:lnTo>
                  <a:pt x="857250" y="1333500"/>
                </a:lnTo>
                <a:lnTo>
                  <a:pt x="838200" y="1333500"/>
                </a:lnTo>
                <a:lnTo>
                  <a:pt x="838200" y="1323975"/>
                </a:lnTo>
                <a:lnTo>
                  <a:pt x="828675" y="1323975"/>
                </a:lnTo>
                <a:lnTo>
                  <a:pt x="828675" y="1314450"/>
                </a:lnTo>
                <a:lnTo>
                  <a:pt x="819150" y="1314450"/>
                </a:lnTo>
                <a:lnTo>
                  <a:pt x="819150" y="1304925"/>
                </a:lnTo>
                <a:lnTo>
                  <a:pt x="809625" y="1304925"/>
                </a:lnTo>
                <a:lnTo>
                  <a:pt x="809625" y="1257300"/>
                </a:lnTo>
                <a:lnTo>
                  <a:pt x="819150" y="1257300"/>
                </a:lnTo>
                <a:lnTo>
                  <a:pt x="819150" y="1247775"/>
                </a:lnTo>
                <a:lnTo>
                  <a:pt x="828675" y="1247775"/>
                </a:lnTo>
                <a:lnTo>
                  <a:pt x="828675" y="1295400"/>
                </a:lnTo>
                <a:lnTo>
                  <a:pt x="838200" y="1295400"/>
                </a:lnTo>
                <a:lnTo>
                  <a:pt x="838200" y="1304925"/>
                </a:lnTo>
                <a:lnTo>
                  <a:pt x="847725" y="1304925"/>
                </a:lnTo>
                <a:lnTo>
                  <a:pt x="847725" y="1314450"/>
                </a:lnTo>
                <a:lnTo>
                  <a:pt x="857250" y="1314450"/>
                </a:lnTo>
                <a:lnTo>
                  <a:pt x="857250" y="1323975"/>
                </a:lnTo>
                <a:lnTo>
                  <a:pt x="876300" y="1323975"/>
                </a:lnTo>
                <a:lnTo>
                  <a:pt x="876300" y="1333500"/>
                </a:lnTo>
                <a:lnTo>
                  <a:pt x="885825" y="1333500"/>
                </a:lnTo>
                <a:lnTo>
                  <a:pt x="885825" y="1352550"/>
                </a:lnTo>
                <a:lnTo>
                  <a:pt x="895350" y="1352550"/>
                </a:lnTo>
                <a:lnTo>
                  <a:pt x="895350" y="1371600"/>
                </a:lnTo>
                <a:lnTo>
                  <a:pt x="904875" y="1371600"/>
                </a:lnTo>
                <a:lnTo>
                  <a:pt x="904875" y="1400175"/>
                </a:lnTo>
                <a:lnTo>
                  <a:pt x="914400" y="1400175"/>
                </a:lnTo>
                <a:lnTo>
                  <a:pt x="914400" y="1419225"/>
                </a:lnTo>
                <a:lnTo>
                  <a:pt x="923925" y="1419225"/>
                </a:lnTo>
                <a:lnTo>
                  <a:pt x="923925" y="1428750"/>
                </a:lnTo>
                <a:lnTo>
                  <a:pt x="952500" y="1428750"/>
                </a:lnTo>
                <a:lnTo>
                  <a:pt x="952500" y="1419225"/>
                </a:lnTo>
                <a:lnTo>
                  <a:pt x="962025" y="1419225"/>
                </a:lnTo>
                <a:lnTo>
                  <a:pt x="962025" y="1400175"/>
                </a:lnTo>
                <a:lnTo>
                  <a:pt x="971550" y="1400175"/>
                </a:lnTo>
                <a:lnTo>
                  <a:pt x="971550" y="1362075"/>
                </a:lnTo>
                <a:lnTo>
                  <a:pt x="981075" y="1362075"/>
                </a:lnTo>
                <a:lnTo>
                  <a:pt x="981075" y="1352550"/>
                </a:lnTo>
                <a:lnTo>
                  <a:pt x="990600" y="1352550"/>
                </a:lnTo>
                <a:lnTo>
                  <a:pt x="990600" y="1343025"/>
                </a:lnTo>
                <a:lnTo>
                  <a:pt x="1000125" y="1343025"/>
                </a:lnTo>
                <a:lnTo>
                  <a:pt x="1000125" y="1333500"/>
                </a:lnTo>
                <a:lnTo>
                  <a:pt x="1009650" y="1333500"/>
                </a:lnTo>
                <a:lnTo>
                  <a:pt x="1009650" y="1323975"/>
                </a:lnTo>
                <a:lnTo>
                  <a:pt x="1019175" y="1323975"/>
                </a:lnTo>
                <a:lnTo>
                  <a:pt x="1019175" y="1314450"/>
                </a:lnTo>
                <a:lnTo>
                  <a:pt x="1038225" y="1314450"/>
                </a:lnTo>
                <a:lnTo>
                  <a:pt x="1038225" y="1304925"/>
                </a:lnTo>
                <a:lnTo>
                  <a:pt x="1047750" y="1304925"/>
                </a:lnTo>
                <a:lnTo>
                  <a:pt x="1047750" y="1257300"/>
                </a:lnTo>
                <a:lnTo>
                  <a:pt x="1038225" y="1257300"/>
                </a:lnTo>
                <a:lnTo>
                  <a:pt x="1038225" y="1238250"/>
                </a:lnTo>
                <a:lnTo>
                  <a:pt x="1047750" y="1238250"/>
                </a:lnTo>
                <a:close/>
                <a:moveTo>
                  <a:pt x="981075" y="1238250"/>
                </a:moveTo>
                <a:lnTo>
                  <a:pt x="1009650" y="1238250"/>
                </a:lnTo>
                <a:lnTo>
                  <a:pt x="1009650" y="1257300"/>
                </a:lnTo>
                <a:lnTo>
                  <a:pt x="1019175" y="1257300"/>
                </a:lnTo>
                <a:lnTo>
                  <a:pt x="1019175" y="1266825"/>
                </a:lnTo>
                <a:lnTo>
                  <a:pt x="1009650" y="1266825"/>
                </a:lnTo>
                <a:lnTo>
                  <a:pt x="1009650" y="1276350"/>
                </a:lnTo>
                <a:lnTo>
                  <a:pt x="1019175" y="1276350"/>
                </a:lnTo>
                <a:lnTo>
                  <a:pt x="1019175" y="1285875"/>
                </a:lnTo>
                <a:lnTo>
                  <a:pt x="990600" y="1285875"/>
                </a:lnTo>
                <a:lnTo>
                  <a:pt x="990600" y="1276350"/>
                </a:lnTo>
                <a:lnTo>
                  <a:pt x="971550" y="1276350"/>
                </a:lnTo>
                <a:lnTo>
                  <a:pt x="971550" y="1257300"/>
                </a:lnTo>
                <a:lnTo>
                  <a:pt x="981075" y="1257300"/>
                </a:lnTo>
                <a:close/>
                <a:moveTo>
                  <a:pt x="695325" y="1247775"/>
                </a:moveTo>
                <a:lnTo>
                  <a:pt x="704850" y="1247775"/>
                </a:lnTo>
                <a:lnTo>
                  <a:pt x="704850" y="1257300"/>
                </a:lnTo>
                <a:lnTo>
                  <a:pt x="695325" y="1257300"/>
                </a:lnTo>
                <a:close/>
                <a:moveTo>
                  <a:pt x="1190625" y="1276350"/>
                </a:moveTo>
                <a:lnTo>
                  <a:pt x="1200150" y="1276350"/>
                </a:lnTo>
                <a:lnTo>
                  <a:pt x="1200150" y="1285875"/>
                </a:lnTo>
                <a:lnTo>
                  <a:pt x="1190625" y="1285875"/>
                </a:lnTo>
                <a:close/>
                <a:moveTo>
                  <a:pt x="1200150" y="1285875"/>
                </a:moveTo>
                <a:lnTo>
                  <a:pt x="1209675" y="1285875"/>
                </a:lnTo>
                <a:lnTo>
                  <a:pt x="1209675" y="1295400"/>
                </a:lnTo>
                <a:lnTo>
                  <a:pt x="1200150" y="1295400"/>
                </a:lnTo>
                <a:close/>
                <a:moveTo>
                  <a:pt x="571500" y="1295400"/>
                </a:moveTo>
                <a:lnTo>
                  <a:pt x="657225" y="1295400"/>
                </a:lnTo>
                <a:lnTo>
                  <a:pt x="657225" y="1304925"/>
                </a:lnTo>
                <a:lnTo>
                  <a:pt x="619125" y="1304925"/>
                </a:lnTo>
                <a:lnTo>
                  <a:pt x="619125" y="1314450"/>
                </a:lnTo>
                <a:lnTo>
                  <a:pt x="590550" y="1314450"/>
                </a:lnTo>
                <a:lnTo>
                  <a:pt x="590550" y="1323975"/>
                </a:lnTo>
                <a:lnTo>
                  <a:pt x="561975" y="1323975"/>
                </a:lnTo>
                <a:lnTo>
                  <a:pt x="561975" y="1333500"/>
                </a:lnTo>
                <a:lnTo>
                  <a:pt x="533400" y="1333500"/>
                </a:lnTo>
                <a:lnTo>
                  <a:pt x="533400" y="1343025"/>
                </a:lnTo>
                <a:lnTo>
                  <a:pt x="514350" y="1343025"/>
                </a:lnTo>
                <a:lnTo>
                  <a:pt x="514350" y="1352550"/>
                </a:lnTo>
                <a:lnTo>
                  <a:pt x="495300" y="1352550"/>
                </a:lnTo>
                <a:lnTo>
                  <a:pt x="495300" y="1362075"/>
                </a:lnTo>
                <a:lnTo>
                  <a:pt x="476250" y="1362075"/>
                </a:lnTo>
                <a:lnTo>
                  <a:pt x="476250" y="1371600"/>
                </a:lnTo>
                <a:lnTo>
                  <a:pt x="457200" y="1371600"/>
                </a:lnTo>
                <a:lnTo>
                  <a:pt x="457200" y="1352550"/>
                </a:lnTo>
                <a:lnTo>
                  <a:pt x="466725" y="1352550"/>
                </a:lnTo>
                <a:lnTo>
                  <a:pt x="466725" y="1343025"/>
                </a:lnTo>
                <a:lnTo>
                  <a:pt x="476250" y="1343025"/>
                </a:lnTo>
                <a:lnTo>
                  <a:pt x="476250" y="1333500"/>
                </a:lnTo>
                <a:lnTo>
                  <a:pt x="485775" y="1333500"/>
                </a:lnTo>
                <a:lnTo>
                  <a:pt x="485775" y="1323975"/>
                </a:lnTo>
                <a:lnTo>
                  <a:pt x="514350" y="1323975"/>
                </a:lnTo>
                <a:lnTo>
                  <a:pt x="514350" y="1314450"/>
                </a:lnTo>
                <a:lnTo>
                  <a:pt x="533400" y="1314450"/>
                </a:lnTo>
                <a:lnTo>
                  <a:pt x="533400" y="1304925"/>
                </a:lnTo>
                <a:lnTo>
                  <a:pt x="571500" y="1304925"/>
                </a:lnTo>
                <a:close/>
                <a:moveTo>
                  <a:pt x="1238250" y="1295400"/>
                </a:moveTo>
                <a:lnTo>
                  <a:pt x="1314450" y="1295400"/>
                </a:lnTo>
                <a:lnTo>
                  <a:pt x="1314450" y="1304925"/>
                </a:lnTo>
                <a:lnTo>
                  <a:pt x="1323975" y="1304925"/>
                </a:lnTo>
                <a:lnTo>
                  <a:pt x="1323975" y="1295400"/>
                </a:lnTo>
                <a:lnTo>
                  <a:pt x="1352550" y="1295400"/>
                </a:lnTo>
                <a:lnTo>
                  <a:pt x="1352550" y="1304925"/>
                </a:lnTo>
                <a:lnTo>
                  <a:pt x="1362075" y="1304925"/>
                </a:lnTo>
                <a:lnTo>
                  <a:pt x="1362075" y="1314450"/>
                </a:lnTo>
                <a:lnTo>
                  <a:pt x="1371600" y="1314450"/>
                </a:lnTo>
                <a:lnTo>
                  <a:pt x="1371600" y="1323975"/>
                </a:lnTo>
                <a:lnTo>
                  <a:pt x="1381125" y="1323975"/>
                </a:lnTo>
                <a:lnTo>
                  <a:pt x="1381125" y="1333500"/>
                </a:lnTo>
                <a:lnTo>
                  <a:pt x="1390650" y="1333500"/>
                </a:lnTo>
                <a:lnTo>
                  <a:pt x="1390650" y="1343025"/>
                </a:lnTo>
                <a:lnTo>
                  <a:pt x="1409700" y="1343025"/>
                </a:lnTo>
                <a:lnTo>
                  <a:pt x="1409700" y="1362075"/>
                </a:lnTo>
                <a:lnTo>
                  <a:pt x="1390650" y="1362075"/>
                </a:lnTo>
                <a:lnTo>
                  <a:pt x="1390650" y="1352550"/>
                </a:lnTo>
                <a:lnTo>
                  <a:pt x="1371600" y="1352550"/>
                </a:lnTo>
                <a:lnTo>
                  <a:pt x="1371600" y="1343025"/>
                </a:lnTo>
                <a:lnTo>
                  <a:pt x="1352550" y="1343025"/>
                </a:lnTo>
                <a:lnTo>
                  <a:pt x="1352550" y="1333500"/>
                </a:lnTo>
                <a:lnTo>
                  <a:pt x="1323975" y="1333500"/>
                </a:lnTo>
                <a:lnTo>
                  <a:pt x="1323975" y="1323975"/>
                </a:lnTo>
                <a:lnTo>
                  <a:pt x="1295400" y="1323975"/>
                </a:lnTo>
                <a:lnTo>
                  <a:pt x="1295400" y="1314450"/>
                </a:lnTo>
                <a:lnTo>
                  <a:pt x="1266825" y="1314450"/>
                </a:lnTo>
                <a:lnTo>
                  <a:pt x="1266825" y="1304925"/>
                </a:lnTo>
                <a:lnTo>
                  <a:pt x="1238250" y="1304925"/>
                </a:lnTo>
                <a:close/>
                <a:moveTo>
                  <a:pt x="1409700" y="1362075"/>
                </a:moveTo>
                <a:lnTo>
                  <a:pt x="1419225" y="1362075"/>
                </a:lnTo>
                <a:lnTo>
                  <a:pt x="1419225" y="1371600"/>
                </a:lnTo>
                <a:lnTo>
                  <a:pt x="1409700" y="1371600"/>
                </a:lnTo>
                <a:close/>
                <a:moveTo>
                  <a:pt x="438150" y="1371600"/>
                </a:moveTo>
                <a:lnTo>
                  <a:pt x="457200" y="1371600"/>
                </a:lnTo>
                <a:lnTo>
                  <a:pt x="457200" y="1381125"/>
                </a:lnTo>
                <a:lnTo>
                  <a:pt x="438150" y="1381125"/>
                </a:lnTo>
                <a:close/>
                <a:moveTo>
                  <a:pt x="1428750" y="1371600"/>
                </a:moveTo>
                <a:lnTo>
                  <a:pt x="1438275" y="1371600"/>
                </a:lnTo>
                <a:lnTo>
                  <a:pt x="1438275" y="1381125"/>
                </a:lnTo>
                <a:lnTo>
                  <a:pt x="1428750" y="1381125"/>
                </a:lnTo>
                <a:close/>
                <a:moveTo>
                  <a:pt x="428625" y="1381125"/>
                </a:moveTo>
                <a:lnTo>
                  <a:pt x="438150" y="1381125"/>
                </a:lnTo>
                <a:lnTo>
                  <a:pt x="438150" y="1390650"/>
                </a:lnTo>
                <a:lnTo>
                  <a:pt x="428625" y="1390650"/>
                </a:lnTo>
                <a:close/>
                <a:moveTo>
                  <a:pt x="1476375" y="1400175"/>
                </a:moveTo>
                <a:lnTo>
                  <a:pt x="1485900" y="1400175"/>
                </a:lnTo>
                <a:lnTo>
                  <a:pt x="1485900" y="1409700"/>
                </a:lnTo>
                <a:lnTo>
                  <a:pt x="1476375" y="1409700"/>
                </a:lnTo>
                <a:close/>
                <a:moveTo>
                  <a:pt x="381000" y="1409700"/>
                </a:moveTo>
                <a:lnTo>
                  <a:pt x="390525" y="1409700"/>
                </a:lnTo>
                <a:lnTo>
                  <a:pt x="390525" y="1419225"/>
                </a:lnTo>
                <a:lnTo>
                  <a:pt x="381000" y="1419225"/>
                </a:lnTo>
                <a:close/>
                <a:moveTo>
                  <a:pt x="352425" y="1428750"/>
                </a:moveTo>
                <a:lnTo>
                  <a:pt x="361950" y="1428750"/>
                </a:lnTo>
                <a:lnTo>
                  <a:pt x="361950" y="1438275"/>
                </a:lnTo>
                <a:lnTo>
                  <a:pt x="352425" y="1438275"/>
                </a:lnTo>
                <a:close/>
                <a:moveTo>
                  <a:pt x="323850" y="1438275"/>
                </a:moveTo>
                <a:lnTo>
                  <a:pt x="352425" y="1438275"/>
                </a:lnTo>
                <a:lnTo>
                  <a:pt x="352425" y="1447800"/>
                </a:lnTo>
                <a:lnTo>
                  <a:pt x="333375" y="1447800"/>
                </a:lnTo>
                <a:lnTo>
                  <a:pt x="333375" y="1457325"/>
                </a:lnTo>
                <a:lnTo>
                  <a:pt x="323850" y="1457325"/>
                </a:lnTo>
                <a:lnTo>
                  <a:pt x="323850" y="1476375"/>
                </a:lnTo>
                <a:lnTo>
                  <a:pt x="314325" y="1476375"/>
                </a:lnTo>
                <a:lnTo>
                  <a:pt x="314325" y="1485900"/>
                </a:lnTo>
                <a:lnTo>
                  <a:pt x="304800" y="1485900"/>
                </a:lnTo>
                <a:lnTo>
                  <a:pt x="304800" y="1495425"/>
                </a:lnTo>
                <a:lnTo>
                  <a:pt x="295275" y="1495425"/>
                </a:lnTo>
                <a:lnTo>
                  <a:pt x="295275" y="1504950"/>
                </a:lnTo>
                <a:lnTo>
                  <a:pt x="285750" y="1504950"/>
                </a:lnTo>
                <a:lnTo>
                  <a:pt x="285750" y="1524000"/>
                </a:lnTo>
                <a:lnTo>
                  <a:pt x="276225" y="1524000"/>
                </a:lnTo>
                <a:lnTo>
                  <a:pt x="276225" y="1543050"/>
                </a:lnTo>
                <a:lnTo>
                  <a:pt x="257175" y="1543050"/>
                </a:lnTo>
                <a:lnTo>
                  <a:pt x="257175" y="1524000"/>
                </a:lnTo>
                <a:lnTo>
                  <a:pt x="266700" y="1524000"/>
                </a:lnTo>
                <a:lnTo>
                  <a:pt x="266700" y="1476375"/>
                </a:lnTo>
                <a:lnTo>
                  <a:pt x="276225" y="1476375"/>
                </a:lnTo>
                <a:lnTo>
                  <a:pt x="276225" y="1466850"/>
                </a:lnTo>
                <a:lnTo>
                  <a:pt x="285750" y="1466850"/>
                </a:lnTo>
                <a:lnTo>
                  <a:pt x="285750" y="1457325"/>
                </a:lnTo>
                <a:lnTo>
                  <a:pt x="295275" y="1457325"/>
                </a:lnTo>
                <a:lnTo>
                  <a:pt x="295275" y="1447800"/>
                </a:lnTo>
                <a:lnTo>
                  <a:pt x="323850" y="1447800"/>
                </a:lnTo>
                <a:close/>
                <a:moveTo>
                  <a:pt x="1533525" y="1438275"/>
                </a:moveTo>
                <a:lnTo>
                  <a:pt x="1562100" y="1438275"/>
                </a:lnTo>
                <a:lnTo>
                  <a:pt x="1562100" y="1447800"/>
                </a:lnTo>
                <a:lnTo>
                  <a:pt x="1571625" y="1447800"/>
                </a:lnTo>
                <a:lnTo>
                  <a:pt x="1571625" y="1457325"/>
                </a:lnTo>
                <a:lnTo>
                  <a:pt x="1581150" y="1457325"/>
                </a:lnTo>
                <a:lnTo>
                  <a:pt x="1581150" y="1466850"/>
                </a:lnTo>
                <a:lnTo>
                  <a:pt x="1590675" y="1466850"/>
                </a:lnTo>
                <a:lnTo>
                  <a:pt x="1590675" y="1476375"/>
                </a:lnTo>
                <a:lnTo>
                  <a:pt x="1600200" y="1476375"/>
                </a:lnTo>
                <a:lnTo>
                  <a:pt x="1600200" y="1485900"/>
                </a:lnTo>
                <a:lnTo>
                  <a:pt x="1609725" y="1485900"/>
                </a:lnTo>
                <a:lnTo>
                  <a:pt x="1609725" y="1504950"/>
                </a:lnTo>
                <a:lnTo>
                  <a:pt x="1619250" y="1504950"/>
                </a:lnTo>
                <a:lnTo>
                  <a:pt x="1619250" y="1514475"/>
                </a:lnTo>
                <a:lnTo>
                  <a:pt x="1609725" y="1514475"/>
                </a:lnTo>
                <a:lnTo>
                  <a:pt x="1609725" y="1533525"/>
                </a:lnTo>
                <a:lnTo>
                  <a:pt x="1600200" y="1533525"/>
                </a:lnTo>
                <a:lnTo>
                  <a:pt x="1600200" y="1514475"/>
                </a:lnTo>
                <a:lnTo>
                  <a:pt x="1590675" y="1514475"/>
                </a:lnTo>
                <a:lnTo>
                  <a:pt x="1590675" y="1504950"/>
                </a:lnTo>
                <a:lnTo>
                  <a:pt x="1581150" y="1504950"/>
                </a:lnTo>
                <a:lnTo>
                  <a:pt x="1581150" y="1485900"/>
                </a:lnTo>
                <a:lnTo>
                  <a:pt x="1571625" y="1485900"/>
                </a:lnTo>
                <a:lnTo>
                  <a:pt x="1571625" y="1476375"/>
                </a:lnTo>
                <a:lnTo>
                  <a:pt x="1562100" y="1476375"/>
                </a:lnTo>
                <a:lnTo>
                  <a:pt x="1562100" y="1466850"/>
                </a:lnTo>
                <a:lnTo>
                  <a:pt x="1552575" y="1466850"/>
                </a:lnTo>
                <a:lnTo>
                  <a:pt x="1552575" y="1457325"/>
                </a:lnTo>
                <a:lnTo>
                  <a:pt x="1543050" y="1457325"/>
                </a:lnTo>
                <a:lnTo>
                  <a:pt x="1543050" y="1447800"/>
                </a:lnTo>
                <a:lnTo>
                  <a:pt x="1533525" y="1447800"/>
                </a:lnTo>
                <a:close/>
                <a:moveTo>
                  <a:pt x="257175" y="1562100"/>
                </a:moveTo>
                <a:lnTo>
                  <a:pt x="266700" y="1562100"/>
                </a:lnTo>
                <a:lnTo>
                  <a:pt x="266700" y="1571625"/>
                </a:lnTo>
                <a:lnTo>
                  <a:pt x="257175" y="1571625"/>
                </a:lnTo>
                <a:close/>
                <a:moveTo>
                  <a:pt x="1619250" y="1571625"/>
                </a:moveTo>
                <a:lnTo>
                  <a:pt x="1628775" y="1571625"/>
                </a:lnTo>
                <a:lnTo>
                  <a:pt x="1628775" y="1581150"/>
                </a:lnTo>
                <a:lnTo>
                  <a:pt x="1619250" y="1581150"/>
                </a:lnTo>
                <a:close/>
                <a:moveTo>
                  <a:pt x="247650" y="1581150"/>
                </a:moveTo>
                <a:lnTo>
                  <a:pt x="257175" y="1581150"/>
                </a:lnTo>
                <a:lnTo>
                  <a:pt x="257175" y="1590675"/>
                </a:lnTo>
                <a:lnTo>
                  <a:pt x="247650" y="1590675"/>
                </a:lnTo>
                <a:close/>
                <a:moveTo>
                  <a:pt x="1628775" y="1590675"/>
                </a:moveTo>
                <a:lnTo>
                  <a:pt x="1638300" y="1590675"/>
                </a:lnTo>
                <a:lnTo>
                  <a:pt x="1638300" y="1600200"/>
                </a:lnTo>
                <a:lnTo>
                  <a:pt x="1628775" y="1600200"/>
                </a:lnTo>
                <a:close/>
                <a:moveTo>
                  <a:pt x="238125" y="1600200"/>
                </a:moveTo>
                <a:lnTo>
                  <a:pt x="247650" y="1600200"/>
                </a:lnTo>
                <a:lnTo>
                  <a:pt x="247650" y="1619250"/>
                </a:lnTo>
                <a:lnTo>
                  <a:pt x="238125" y="1619250"/>
                </a:lnTo>
                <a:lnTo>
                  <a:pt x="238125" y="1638300"/>
                </a:lnTo>
                <a:lnTo>
                  <a:pt x="228600" y="1638300"/>
                </a:lnTo>
                <a:lnTo>
                  <a:pt x="228600" y="1647825"/>
                </a:lnTo>
                <a:lnTo>
                  <a:pt x="219075" y="1647825"/>
                </a:lnTo>
                <a:lnTo>
                  <a:pt x="219075" y="1638300"/>
                </a:lnTo>
                <a:lnTo>
                  <a:pt x="209550" y="1638300"/>
                </a:lnTo>
                <a:lnTo>
                  <a:pt x="209550" y="1628775"/>
                </a:lnTo>
                <a:lnTo>
                  <a:pt x="219075" y="1628775"/>
                </a:lnTo>
                <a:lnTo>
                  <a:pt x="219075" y="1619250"/>
                </a:lnTo>
                <a:lnTo>
                  <a:pt x="209550" y="1619250"/>
                </a:lnTo>
                <a:lnTo>
                  <a:pt x="209550" y="1609725"/>
                </a:lnTo>
                <a:lnTo>
                  <a:pt x="219075" y="1609725"/>
                </a:lnTo>
                <a:lnTo>
                  <a:pt x="219075" y="1619250"/>
                </a:lnTo>
                <a:lnTo>
                  <a:pt x="228600" y="1619250"/>
                </a:lnTo>
                <a:lnTo>
                  <a:pt x="228600" y="1609725"/>
                </a:lnTo>
                <a:lnTo>
                  <a:pt x="238125" y="1609725"/>
                </a:lnTo>
                <a:close/>
                <a:moveTo>
                  <a:pt x="1638300" y="1600200"/>
                </a:moveTo>
                <a:lnTo>
                  <a:pt x="1647825" y="1600200"/>
                </a:lnTo>
                <a:lnTo>
                  <a:pt x="1647825" y="1609725"/>
                </a:lnTo>
                <a:lnTo>
                  <a:pt x="1657350" y="1609725"/>
                </a:lnTo>
                <a:lnTo>
                  <a:pt x="1657350" y="1647825"/>
                </a:lnTo>
                <a:lnTo>
                  <a:pt x="1647825" y="1647825"/>
                </a:lnTo>
                <a:lnTo>
                  <a:pt x="1647825" y="1619250"/>
                </a:lnTo>
                <a:lnTo>
                  <a:pt x="1638300" y="1619250"/>
                </a:lnTo>
                <a:close/>
              </a:path>
            </a:pathLst>
          </a:custGeom>
          <a:solidFill xmlns:a="http://schemas.openxmlformats.org/drawingml/2006/main">
            <a:srgbClr val="F6DDD1"/>
          </a:solidFill>
          <a:ln xmlns:a="http://schemas.openxmlformats.org/drawingml/2006/main" w="0">
            <a:noFill/>
          </a:ln>
        </p:spPr>
      </p:sp>
      <p:sp>
        <p:nvSpPr>
          <p:cNvPr id="60" name="juan vector #f3dfd3">
            <a:extLst xmlns:a="http://schemas.openxmlformats.org/drawingml/2006/main">
              <a:ext uri="{FF2B5EF4-FFF2-40B4-BE49-F238E27FC236}">
                <a16:creationId xmlns:a16="http://schemas.microsoft.com/office/drawing/2014/main" id="{E22965A4-4605-4246-BFEE-72AA4B6921C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48900" y="2552700"/>
            <a:ext cx="2085975" cy="2085975"/>
          </a:xfrm>
          <a:custGeom xmlns:a="http://schemas.openxmlformats.org/drawingml/2006/main">
            <a:pathLst>
              <a:path w="2085975" h="2085975">
                <a:moveTo>
                  <a:pt x="952500" y="47625"/>
                </a:moveTo>
                <a:lnTo>
                  <a:pt x="962025" y="47625"/>
                </a:lnTo>
                <a:lnTo>
                  <a:pt x="962025" y="57150"/>
                </a:lnTo>
                <a:lnTo>
                  <a:pt x="952500" y="57150"/>
                </a:lnTo>
                <a:close/>
                <a:moveTo>
                  <a:pt x="1028700" y="57150"/>
                </a:moveTo>
                <a:lnTo>
                  <a:pt x="1038225" y="57150"/>
                </a:lnTo>
                <a:lnTo>
                  <a:pt x="1038225" y="76200"/>
                </a:lnTo>
                <a:lnTo>
                  <a:pt x="1028700" y="76200"/>
                </a:lnTo>
                <a:close/>
                <a:moveTo>
                  <a:pt x="904875" y="95250"/>
                </a:moveTo>
                <a:lnTo>
                  <a:pt x="914400" y="95250"/>
                </a:lnTo>
                <a:lnTo>
                  <a:pt x="914400" y="114300"/>
                </a:lnTo>
                <a:lnTo>
                  <a:pt x="904875" y="114300"/>
                </a:lnTo>
                <a:close/>
                <a:moveTo>
                  <a:pt x="1238250" y="123825"/>
                </a:moveTo>
                <a:lnTo>
                  <a:pt x="1247775" y="123825"/>
                </a:lnTo>
                <a:lnTo>
                  <a:pt x="1247775" y="133350"/>
                </a:lnTo>
                <a:lnTo>
                  <a:pt x="1238250" y="133350"/>
                </a:lnTo>
                <a:close/>
                <a:moveTo>
                  <a:pt x="1362075" y="133350"/>
                </a:moveTo>
                <a:lnTo>
                  <a:pt x="1371600" y="133350"/>
                </a:lnTo>
                <a:lnTo>
                  <a:pt x="1371600" y="142875"/>
                </a:lnTo>
                <a:lnTo>
                  <a:pt x="1362075" y="142875"/>
                </a:lnTo>
                <a:close/>
                <a:moveTo>
                  <a:pt x="533400" y="142875"/>
                </a:moveTo>
                <a:lnTo>
                  <a:pt x="542925" y="142875"/>
                </a:lnTo>
                <a:lnTo>
                  <a:pt x="542925" y="152400"/>
                </a:lnTo>
                <a:lnTo>
                  <a:pt x="561975" y="152400"/>
                </a:lnTo>
                <a:lnTo>
                  <a:pt x="561975" y="161925"/>
                </a:lnTo>
                <a:lnTo>
                  <a:pt x="590550" y="161925"/>
                </a:lnTo>
                <a:lnTo>
                  <a:pt x="590550" y="219075"/>
                </a:lnTo>
                <a:lnTo>
                  <a:pt x="600075" y="219075"/>
                </a:lnTo>
                <a:lnTo>
                  <a:pt x="600075" y="228600"/>
                </a:lnTo>
                <a:lnTo>
                  <a:pt x="590550" y="228600"/>
                </a:lnTo>
                <a:lnTo>
                  <a:pt x="590550" y="238125"/>
                </a:lnTo>
                <a:lnTo>
                  <a:pt x="581025" y="238125"/>
                </a:lnTo>
                <a:lnTo>
                  <a:pt x="581025" y="247650"/>
                </a:lnTo>
                <a:lnTo>
                  <a:pt x="590550" y="247650"/>
                </a:lnTo>
                <a:lnTo>
                  <a:pt x="590550" y="257175"/>
                </a:lnTo>
                <a:lnTo>
                  <a:pt x="609600" y="257175"/>
                </a:lnTo>
                <a:lnTo>
                  <a:pt x="609600" y="247650"/>
                </a:lnTo>
                <a:lnTo>
                  <a:pt x="600075" y="247650"/>
                </a:lnTo>
                <a:lnTo>
                  <a:pt x="600075" y="238125"/>
                </a:lnTo>
                <a:lnTo>
                  <a:pt x="628650" y="238125"/>
                </a:lnTo>
                <a:lnTo>
                  <a:pt x="628650" y="257175"/>
                </a:lnTo>
                <a:lnTo>
                  <a:pt x="638175" y="257175"/>
                </a:lnTo>
                <a:lnTo>
                  <a:pt x="638175" y="266700"/>
                </a:lnTo>
                <a:lnTo>
                  <a:pt x="647700" y="266700"/>
                </a:lnTo>
                <a:lnTo>
                  <a:pt x="647700" y="276225"/>
                </a:lnTo>
                <a:lnTo>
                  <a:pt x="657225" y="276225"/>
                </a:lnTo>
                <a:lnTo>
                  <a:pt x="657225" y="285750"/>
                </a:lnTo>
                <a:lnTo>
                  <a:pt x="685800" y="285750"/>
                </a:lnTo>
                <a:lnTo>
                  <a:pt x="685800" y="266700"/>
                </a:lnTo>
                <a:lnTo>
                  <a:pt x="695325" y="266700"/>
                </a:lnTo>
                <a:lnTo>
                  <a:pt x="695325" y="276225"/>
                </a:lnTo>
                <a:lnTo>
                  <a:pt x="714375" y="276225"/>
                </a:lnTo>
                <a:lnTo>
                  <a:pt x="714375" y="285750"/>
                </a:lnTo>
                <a:lnTo>
                  <a:pt x="723900" y="285750"/>
                </a:lnTo>
                <a:lnTo>
                  <a:pt x="723900" y="276225"/>
                </a:lnTo>
                <a:lnTo>
                  <a:pt x="733425" y="276225"/>
                </a:lnTo>
                <a:lnTo>
                  <a:pt x="733425" y="266700"/>
                </a:lnTo>
                <a:lnTo>
                  <a:pt x="752475" y="266700"/>
                </a:lnTo>
                <a:lnTo>
                  <a:pt x="752475" y="257175"/>
                </a:lnTo>
                <a:lnTo>
                  <a:pt x="762000" y="257175"/>
                </a:lnTo>
                <a:lnTo>
                  <a:pt x="762000" y="247650"/>
                </a:lnTo>
                <a:lnTo>
                  <a:pt x="790575" y="247650"/>
                </a:lnTo>
                <a:lnTo>
                  <a:pt x="790575" y="238125"/>
                </a:lnTo>
                <a:lnTo>
                  <a:pt x="800100" y="238125"/>
                </a:lnTo>
                <a:lnTo>
                  <a:pt x="800100" y="228600"/>
                </a:lnTo>
                <a:lnTo>
                  <a:pt x="838200" y="228600"/>
                </a:lnTo>
                <a:lnTo>
                  <a:pt x="838200" y="238125"/>
                </a:lnTo>
                <a:lnTo>
                  <a:pt x="847725" y="238125"/>
                </a:lnTo>
                <a:lnTo>
                  <a:pt x="847725" y="228600"/>
                </a:lnTo>
                <a:lnTo>
                  <a:pt x="857250" y="228600"/>
                </a:lnTo>
                <a:lnTo>
                  <a:pt x="857250" y="238125"/>
                </a:lnTo>
                <a:lnTo>
                  <a:pt x="866775" y="238125"/>
                </a:lnTo>
                <a:lnTo>
                  <a:pt x="866775" y="247650"/>
                </a:lnTo>
                <a:lnTo>
                  <a:pt x="847725" y="247650"/>
                </a:lnTo>
                <a:lnTo>
                  <a:pt x="847725" y="257175"/>
                </a:lnTo>
                <a:lnTo>
                  <a:pt x="838200" y="257175"/>
                </a:lnTo>
                <a:lnTo>
                  <a:pt x="838200" y="247650"/>
                </a:lnTo>
                <a:lnTo>
                  <a:pt x="828675" y="247650"/>
                </a:lnTo>
                <a:lnTo>
                  <a:pt x="828675" y="257175"/>
                </a:lnTo>
                <a:lnTo>
                  <a:pt x="819150" y="257175"/>
                </a:lnTo>
                <a:lnTo>
                  <a:pt x="819150" y="266700"/>
                </a:lnTo>
                <a:lnTo>
                  <a:pt x="800100" y="266700"/>
                </a:lnTo>
                <a:lnTo>
                  <a:pt x="800100" y="276225"/>
                </a:lnTo>
                <a:lnTo>
                  <a:pt x="819150" y="276225"/>
                </a:lnTo>
                <a:lnTo>
                  <a:pt x="819150" y="295275"/>
                </a:lnTo>
                <a:lnTo>
                  <a:pt x="838200" y="295275"/>
                </a:lnTo>
                <a:lnTo>
                  <a:pt x="838200" y="304800"/>
                </a:lnTo>
                <a:lnTo>
                  <a:pt x="800100" y="304800"/>
                </a:lnTo>
                <a:lnTo>
                  <a:pt x="800100" y="314325"/>
                </a:lnTo>
                <a:lnTo>
                  <a:pt x="762000" y="314325"/>
                </a:lnTo>
                <a:lnTo>
                  <a:pt x="762000" y="304800"/>
                </a:lnTo>
                <a:lnTo>
                  <a:pt x="723900" y="304800"/>
                </a:lnTo>
                <a:lnTo>
                  <a:pt x="723900" y="314325"/>
                </a:lnTo>
                <a:lnTo>
                  <a:pt x="714375" y="314325"/>
                </a:lnTo>
                <a:lnTo>
                  <a:pt x="714375" y="323850"/>
                </a:lnTo>
                <a:lnTo>
                  <a:pt x="685800" y="323850"/>
                </a:lnTo>
                <a:lnTo>
                  <a:pt x="685800" y="342900"/>
                </a:lnTo>
                <a:lnTo>
                  <a:pt x="676275" y="342900"/>
                </a:lnTo>
                <a:lnTo>
                  <a:pt x="676275" y="352425"/>
                </a:lnTo>
                <a:lnTo>
                  <a:pt x="666750" y="352425"/>
                </a:lnTo>
                <a:lnTo>
                  <a:pt x="666750" y="361950"/>
                </a:lnTo>
                <a:lnTo>
                  <a:pt x="657225" y="361950"/>
                </a:lnTo>
                <a:lnTo>
                  <a:pt x="657225" y="381000"/>
                </a:lnTo>
                <a:lnTo>
                  <a:pt x="638175" y="381000"/>
                </a:lnTo>
                <a:lnTo>
                  <a:pt x="638175" y="400050"/>
                </a:lnTo>
                <a:lnTo>
                  <a:pt x="647700" y="400050"/>
                </a:lnTo>
                <a:lnTo>
                  <a:pt x="647700" y="409575"/>
                </a:lnTo>
                <a:lnTo>
                  <a:pt x="628650" y="409575"/>
                </a:lnTo>
                <a:lnTo>
                  <a:pt x="628650" y="400050"/>
                </a:lnTo>
                <a:lnTo>
                  <a:pt x="619125" y="400050"/>
                </a:lnTo>
                <a:lnTo>
                  <a:pt x="619125" y="390525"/>
                </a:lnTo>
                <a:lnTo>
                  <a:pt x="628650" y="390525"/>
                </a:lnTo>
                <a:lnTo>
                  <a:pt x="628650" y="381000"/>
                </a:lnTo>
                <a:lnTo>
                  <a:pt x="609600" y="381000"/>
                </a:lnTo>
                <a:lnTo>
                  <a:pt x="609600" y="352425"/>
                </a:lnTo>
                <a:lnTo>
                  <a:pt x="571500" y="352425"/>
                </a:lnTo>
                <a:lnTo>
                  <a:pt x="571500" y="342900"/>
                </a:lnTo>
                <a:lnTo>
                  <a:pt x="561975" y="342900"/>
                </a:lnTo>
                <a:lnTo>
                  <a:pt x="561975" y="323850"/>
                </a:lnTo>
                <a:lnTo>
                  <a:pt x="571500" y="323850"/>
                </a:lnTo>
                <a:lnTo>
                  <a:pt x="571500" y="285750"/>
                </a:lnTo>
                <a:lnTo>
                  <a:pt x="581025" y="285750"/>
                </a:lnTo>
                <a:lnTo>
                  <a:pt x="581025" y="295275"/>
                </a:lnTo>
                <a:lnTo>
                  <a:pt x="590550" y="295275"/>
                </a:lnTo>
                <a:lnTo>
                  <a:pt x="590550" y="276225"/>
                </a:lnTo>
                <a:lnTo>
                  <a:pt x="571500" y="276225"/>
                </a:lnTo>
                <a:lnTo>
                  <a:pt x="571500" y="266700"/>
                </a:lnTo>
                <a:lnTo>
                  <a:pt x="561975" y="266700"/>
                </a:lnTo>
                <a:lnTo>
                  <a:pt x="561975" y="257175"/>
                </a:lnTo>
                <a:lnTo>
                  <a:pt x="571500" y="257175"/>
                </a:lnTo>
                <a:lnTo>
                  <a:pt x="571500" y="209550"/>
                </a:lnTo>
                <a:lnTo>
                  <a:pt x="561975" y="209550"/>
                </a:lnTo>
                <a:lnTo>
                  <a:pt x="561975" y="180975"/>
                </a:lnTo>
                <a:lnTo>
                  <a:pt x="542925" y="180975"/>
                </a:lnTo>
                <a:lnTo>
                  <a:pt x="542925" y="171450"/>
                </a:lnTo>
                <a:lnTo>
                  <a:pt x="533400" y="171450"/>
                </a:lnTo>
                <a:close/>
                <a:moveTo>
                  <a:pt x="971550" y="171450"/>
                </a:moveTo>
                <a:lnTo>
                  <a:pt x="1009650" y="171450"/>
                </a:lnTo>
                <a:lnTo>
                  <a:pt x="1009650" y="190500"/>
                </a:lnTo>
                <a:lnTo>
                  <a:pt x="1000125" y="190500"/>
                </a:lnTo>
                <a:lnTo>
                  <a:pt x="1000125" y="180975"/>
                </a:lnTo>
                <a:lnTo>
                  <a:pt x="990600" y="180975"/>
                </a:lnTo>
                <a:lnTo>
                  <a:pt x="990600" y="190500"/>
                </a:lnTo>
                <a:lnTo>
                  <a:pt x="971550" y="190500"/>
                </a:lnTo>
                <a:close/>
                <a:moveTo>
                  <a:pt x="1019175" y="171450"/>
                </a:moveTo>
                <a:lnTo>
                  <a:pt x="1028700" y="171450"/>
                </a:lnTo>
                <a:lnTo>
                  <a:pt x="1028700" y="190500"/>
                </a:lnTo>
                <a:lnTo>
                  <a:pt x="1019175" y="190500"/>
                </a:lnTo>
                <a:close/>
                <a:moveTo>
                  <a:pt x="1038225" y="171450"/>
                </a:moveTo>
                <a:lnTo>
                  <a:pt x="1047750" y="171450"/>
                </a:lnTo>
                <a:lnTo>
                  <a:pt x="1047750" y="190500"/>
                </a:lnTo>
                <a:lnTo>
                  <a:pt x="1038225" y="190500"/>
                </a:lnTo>
                <a:close/>
                <a:moveTo>
                  <a:pt x="1057275" y="171450"/>
                </a:moveTo>
                <a:lnTo>
                  <a:pt x="1066800" y="171450"/>
                </a:lnTo>
                <a:lnTo>
                  <a:pt x="1066800" y="180975"/>
                </a:lnTo>
                <a:lnTo>
                  <a:pt x="1057275" y="180975"/>
                </a:lnTo>
                <a:close/>
                <a:moveTo>
                  <a:pt x="1019175" y="247650"/>
                </a:moveTo>
                <a:lnTo>
                  <a:pt x="1057275" y="247650"/>
                </a:lnTo>
                <a:lnTo>
                  <a:pt x="1057275" y="257175"/>
                </a:lnTo>
                <a:lnTo>
                  <a:pt x="1095375" y="257175"/>
                </a:lnTo>
                <a:lnTo>
                  <a:pt x="1095375" y="247650"/>
                </a:lnTo>
                <a:lnTo>
                  <a:pt x="1104900" y="247650"/>
                </a:lnTo>
                <a:lnTo>
                  <a:pt x="1104900" y="257175"/>
                </a:lnTo>
                <a:lnTo>
                  <a:pt x="1114425" y="257175"/>
                </a:lnTo>
                <a:lnTo>
                  <a:pt x="1114425" y="285750"/>
                </a:lnTo>
                <a:lnTo>
                  <a:pt x="1104900" y="285750"/>
                </a:lnTo>
                <a:lnTo>
                  <a:pt x="1104900" y="295275"/>
                </a:lnTo>
                <a:lnTo>
                  <a:pt x="1057275" y="295275"/>
                </a:lnTo>
                <a:lnTo>
                  <a:pt x="1057275" y="285750"/>
                </a:lnTo>
                <a:lnTo>
                  <a:pt x="1047750" y="285750"/>
                </a:lnTo>
                <a:lnTo>
                  <a:pt x="1047750" y="276225"/>
                </a:lnTo>
                <a:lnTo>
                  <a:pt x="1066800" y="276225"/>
                </a:lnTo>
                <a:lnTo>
                  <a:pt x="1066800" y="266700"/>
                </a:lnTo>
                <a:lnTo>
                  <a:pt x="1038225" y="266700"/>
                </a:lnTo>
                <a:lnTo>
                  <a:pt x="1038225" y="276225"/>
                </a:lnTo>
                <a:lnTo>
                  <a:pt x="1028700" y="276225"/>
                </a:lnTo>
                <a:lnTo>
                  <a:pt x="1028700" y="266700"/>
                </a:lnTo>
                <a:lnTo>
                  <a:pt x="1019175" y="266700"/>
                </a:lnTo>
                <a:close/>
                <a:moveTo>
                  <a:pt x="847725" y="266700"/>
                </a:moveTo>
                <a:lnTo>
                  <a:pt x="857250" y="266700"/>
                </a:lnTo>
                <a:lnTo>
                  <a:pt x="857250" y="276225"/>
                </a:lnTo>
                <a:lnTo>
                  <a:pt x="847725" y="276225"/>
                </a:lnTo>
                <a:close/>
                <a:moveTo>
                  <a:pt x="638175" y="304800"/>
                </a:moveTo>
                <a:lnTo>
                  <a:pt x="647700" y="304800"/>
                </a:lnTo>
                <a:lnTo>
                  <a:pt x="647700" y="285750"/>
                </a:lnTo>
                <a:lnTo>
                  <a:pt x="638175" y="285750"/>
                </a:lnTo>
                <a:lnTo>
                  <a:pt x="638175" y="295275"/>
                </a:lnTo>
                <a:lnTo>
                  <a:pt x="609600" y="295275"/>
                </a:lnTo>
                <a:lnTo>
                  <a:pt x="609600" y="285750"/>
                </a:lnTo>
                <a:lnTo>
                  <a:pt x="600075" y="285750"/>
                </a:lnTo>
                <a:lnTo>
                  <a:pt x="600075" y="295275"/>
                </a:lnTo>
                <a:lnTo>
                  <a:pt x="590550" y="295275"/>
                </a:lnTo>
                <a:lnTo>
                  <a:pt x="590550" y="314325"/>
                </a:lnTo>
                <a:lnTo>
                  <a:pt x="600075" y="314325"/>
                </a:lnTo>
                <a:lnTo>
                  <a:pt x="600075" y="323850"/>
                </a:lnTo>
                <a:lnTo>
                  <a:pt x="609600" y="323850"/>
                </a:lnTo>
                <a:lnTo>
                  <a:pt x="609600" y="333375"/>
                </a:lnTo>
                <a:lnTo>
                  <a:pt x="619125" y="333375"/>
                </a:lnTo>
                <a:lnTo>
                  <a:pt x="619125" y="342900"/>
                </a:lnTo>
                <a:lnTo>
                  <a:pt x="628650" y="342900"/>
                </a:lnTo>
                <a:lnTo>
                  <a:pt x="628650" y="333375"/>
                </a:lnTo>
                <a:lnTo>
                  <a:pt x="647700" y="333375"/>
                </a:lnTo>
                <a:lnTo>
                  <a:pt x="647700" y="323850"/>
                </a:lnTo>
                <a:lnTo>
                  <a:pt x="657225" y="323850"/>
                </a:lnTo>
                <a:lnTo>
                  <a:pt x="657225" y="314325"/>
                </a:lnTo>
                <a:lnTo>
                  <a:pt x="638175" y="314325"/>
                </a:lnTo>
                <a:close/>
                <a:moveTo>
                  <a:pt x="666750" y="323850"/>
                </a:moveTo>
                <a:lnTo>
                  <a:pt x="676275" y="323850"/>
                </a:lnTo>
                <a:lnTo>
                  <a:pt x="676275" y="314325"/>
                </a:lnTo>
                <a:lnTo>
                  <a:pt x="666750" y="314325"/>
                </a:lnTo>
                <a:close/>
                <a:moveTo>
                  <a:pt x="1285875" y="361950"/>
                </a:moveTo>
                <a:lnTo>
                  <a:pt x="1295400" y="361950"/>
                </a:lnTo>
                <a:lnTo>
                  <a:pt x="1295400" y="371475"/>
                </a:lnTo>
                <a:lnTo>
                  <a:pt x="1285875" y="371475"/>
                </a:lnTo>
                <a:close/>
                <a:moveTo>
                  <a:pt x="1295400" y="371475"/>
                </a:moveTo>
                <a:lnTo>
                  <a:pt x="1304925" y="371475"/>
                </a:lnTo>
                <a:lnTo>
                  <a:pt x="1304925" y="381000"/>
                </a:lnTo>
                <a:lnTo>
                  <a:pt x="1314450" y="381000"/>
                </a:lnTo>
                <a:lnTo>
                  <a:pt x="1314450" y="390525"/>
                </a:lnTo>
                <a:lnTo>
                  <a:pt x="1304925" y="390525"/>
                </a:lnTo>
                <a:lnTo>
                  <a:pt x="1304925" y="400050"/>
                </a:lnTo>
                <a:lnTo>
                  <a:pt x="1314450" y="400050"/>
                </a:lnTo>
                <a:lnTo>
                  <a:pt x="1314450" y="409575"/>
                </a:lnTo>
                <a:lnTo>
                  <a:pt x="1285875" y="409575"/>
                </a:lnTo>
                <a:lnTo>
                  <a:pt x="1285875" y="381000"/>
                </a:lnTo>
                <a:lnTo>
                  <a:pt x="1295400" y="381000"/>
                </a:lnTo>
                <a:close/>
                <a:moveTo>
                  <a:pt x="1304925" y="485775"/>
                </a:moveTo>
                <a:lnTo>
                  <a:pt x="1323975" y="485775"/>
                </a:lnTo>
                <a:lnTo>
                  <a:pt x="1323975" y="495300"/>
                </a:lnTo>
                <a:lnTo>
                  <a:pt x="1314450" y="495300"/>
                </a:lnTo>
                <a:lnTo>
                  <a:pt x="1314450" y="504825"/>
                </a:lnTo>
                <a:lnTo>
                  <a:pt x="1304925" y="504825"/>
                </a:lnTo>
                <a:lnTo>
                  <a:pt x="1304925" y="514350"/>
                </a:lnTo>
                <a:lnTo>
                  <a:pt x="1285875" y="514350"/>
                </a:lnTo>
                <a:lnTo>
                  <a:pt x="1285875" y="504825"/>
                </a:lnTo>
                <a:lnTo>
                  <a:pt x="1295400" y="504825"/>
                </a:lnTo>
                <a:lnTo>
                  <a:pt x="1295400" y="495300"/>
                </a:lnTo>
                <a:lnTo>
                  <a:pt x="1304925" y="495300"/>
                </a:lnTo>
                <a:close/>
                <a:moveTo>
                  <a:pt x="533400" y="504825"/>
                </a:moveTo>
                <a:lnTo>
                  <a:pt x="542925" y="504825"/>
                </a:lnTo>
                <a:lnTo>
                  <a:pt x="542925" y="514350"/>
                </a:lnTo>
                <a:lnTo>
                  <a:pt x="533400" y="514350"/>
                </a:lnTo>
                <a:close/>
                <a:moveTo>
                  <a:pt x="542925" y="514350"/>
                </a:moveTo>
                <a:lnTo>
                  <a:pt x="552450" y="514350"/>
                </a:lnTo>
                <a:lnTo>
                  <a:pt x="552450" y="523875"/>
                </a:lnTo>
                <a:lnTo>
                  <a:pt x="571500" y="523875"/>
                </a:lnTo>
                <a:lnTo>
                  <a:pt x="571500" y="600075"/>
                </a:lnTo>
                <a:lnTo>
                  <a:pt x="561975" y="600075"/>
                </a:lnTo>
                <a:lnTo>
                  <a:pt x="561975" y="647700"/>
                </a:lnTo>
                <a:lnTo>
                  <a:pt x="571500" y="647700"/>
                </a:lnTo>
                <a:lnTo>
                  <a:pt x="571500" y="666750"/>
                </a:lnTo>
                <a:lnTo>
                  <a:pt x="561975" y="666750"/>
                </a:lnTo>
                <a:lnTo>
                  <a:pt x="561975" y="657225"/>
                </a:lnTo>
                <a:lnTo>
                  <a:pt x="552450" y="657225"/>
                </a:lnTo>
                <a:lnTo>
                  <a:pt x="552450" y="628650"/>
                </a:lnTo>
                <a:lnTo>
                  <a:pt x="542925" y="628650"/>
                </a:lnTo>
                <a:lnTo>
                  <a:pt x="542925" y="638175"/>
                </a:lnTo>
                <a:lnTo>
                  <a:pt x="523875" y="638175"/>
                </a:lnTo>
                <a:lnTo>
                  <a:pt x="523875" y="647700"/>
                </a:lnTo>
                <a:lnTo>
                  <a:pt x="514350" y="647700"/>
                </a:lnTo>
                <a:lnTo>
                  <a:pt x="514350" y="638175"/>
                </a:lnTo>
                <a:lnTo>
                  <a:pt x="504825" y="638175"/>
                </a:lnTo>
                <a:lnTo>
                  <a:pt x="504825" y="628650"/>
                </a:lnTo>
                <a:lnTo>
                  <a:pt x="514350" y="628650"/>
                </a:lnTo>
                <a:lnTo>
                  <a:pt x="514350" y="619125"/>
                </a:lnTo>
                <a:lnTo>
                  <a:pt x="523875" y="619125"/>
                </a:lnTo>
                <a:lnTo>
                  <a:pt x="523875" y="609600"/>
                </a:lnTo>
                <a:lnTo>
                  <a:pt x="542925" y="609600"/>
                </a:lnTo>
                <a:lnTo>
                  <a:pt x="542925" y="600075"/>
                </a:lnTo>
                <a:lnTo>
                  <a:pt x="552450" y="600075"/>
                </a:lnTo>
                <a:lnTo>
                  <a:pt x="552450" y="581025"/>
                </a:lnTo>
                <a:lnTo>
                  <a:pt x="542925" y="581025"/>
                </a:lnTo>
                <a:lnTo>
                  <a:pt x="542925" y="571500"/>
                </a:lnTo>
                <a:lnTo>
                  <a:pt x="533400" y="571500"/>
                </a:lnTo>
                <a:lnTo>
                  <a:pt x="533400" y="552450"/>
                </a:lnTo>
                <a:lnTo>
                  <a:pt x="542925" y="552450"/>
                </a:lnTo>
                <a:lnTo>
                  <a:pt x="542925" y="533400"/>
                </a:lnTo>
                <a:lnTo>
                  <a:pt x="533400" y="533400"/>
                </a:lnTo>
                <a:lnTo>
                  <a:pt x="533400" y="523875"/>
                </a:lnTo>
                <a:lnTo>
                  <a:pt x="542925" y="523875"/>
                </a:lnTo>
                <a:close/>
                <a:moveTo>
                  <a:pt x="514350" y="571500"/>
                </a:moveTo>
                <a:lnTo>
                  <a:pt x="523875" y="571500"/>
                </a:lnTo>
                <a:lnTo>
                  <a:pt x="523875" y="581025"/>
                </a:lnTo>
                <a:lnTo>
                  <a:pt x="533400" y="581025"/>
                </a:lnTo>
                <a:lnTo>
                  <a:pt x="533400" y="600075"/>
                </a:lnTo>
                <a:lnTo>
                  <a:pt x="514350" y="600075"/>
                </a:lnTo>
                <a:lnTo>
                  <a:pt x="514350" y="609600"/>
                </a:lnTo>
                <a:lnTo>
                  <a:pt x="485775" y="609600"/>
                </a:lnTo>
                <a:lnTo>
                  <a:pt x="485775" y="619125"/>
                </a:lnTo>
                <a:lnTo>
                  <a:pt x="476250" y="619125"/>
                </a:lnTo>
                <a:lnTo>
                  <a:pt x="476250" y="600075"/>
                </a:lnTo>
                <a:lnTo>
                  <a:pt x="504825" y="600075"/>
                </a:lnTo>
                <a:lnTo>
                  <a:pt x="504825" y="590550"/>
                </a:lnTo>
                <a:lnTo>
                  <a:pt x="514350" y="590550"/>
                </a:lnTo>
                <a:close/>
                <a:moveTo>
                  <a:pt x="790575" y="571500"/>
                </a:moveTo>
                <a:lnTo>
                  <a:pt x="819150" y="571500"/>
                </a:lnTo>
                <a:lnTo>
                  <a:pt x="819150" y="581025"/>
                </a:lnTo>
                <a:lnTo>
                  <a:pt x="809625" y="581025"/>
                </a:lnTo>
                <a:lnTo>
                  <a:pt x="809625" y="590550"/>
                </a:lnTo>
                <a:lnTo>
                  <a:pt x="800100" y="590550"/>
                </a:lnTo>
                <a:lnTo>
                  <a:pt x="800100" y="600075"/>
                </a:lnTo>
                <a:lnTo>
                  <a:pt x="790575" y="600075"/>
                </a:lnTo>
                <a:lnTo>
                  <a:pt x="790575" y="609600"/>
                </a:lnTo>
                <a:lnTo>
                  <a:pt x="762000" y="609600"/>
                </a:lnTo>
                <a:lnTo>
                  <a:pt x="762000" y="590550"/>
                </a:lnTo>
                <a:lnTo>
                  <a:pt x="771525" y="590550"/>
                </a:lnTo>
                <a:lnTo>
                  <a:pt x="771525" y="581025"/>
                </a:lnTo>
                <a:lnTo>
                  <a:pt x="790575" y="581025"/>
                </a:lnTo>
                <a:close/>
                <a:moveTo>
                  <a:pt x="819150" y="590550"/>
                </a:moveTo>
                <a:lnTo>
                  <a:pt x="828675" y="590550"/>
                </a:lnTo>
                <a:lnTo>
                  <a:pt x="828675" y="600075"/>
                </a:lnTo>
                <a:lnTo>
                  <a:pt x="819150" y="600075"/>
                </a:lnTo>
                <a:close/>
                <a:moveTo>
                  <a:pt x="1381125" y="609600"/>
                </a:moveTo>
                <a:lnTo>
                  <a:pt x="1409700" y="609600"/>
                </a:lnTo>
                <a:lnTo>
                  <a:pt x="1409700" y="628650"/>
                </a:lnTo>
                <a:lnTo>
                  <a:pt x="1419225" y="628650"/>
                </a:lnTo>
                <a:lnTo>
                  <a:pt x="1419225" y="638175"/>
                </a:lnTo>
                <a:lnTo>
                  <a:pt x="1428750" y="638175"/>
                </a:lnTo>
                <a:lnTo>
                  <a:pt x="1428750" y="657225"/>
                </a:lnTo>
                <a:lnTo>
                  <a:pt x="1438275" y="657225"/>
                </a:lnTo>
                <a:lnTo>
                  <a:pt x="1438275" y="676275"/>
                </a:lnTo>
                <a:lnTo>
                  <a:pt x="1447800" y="676275"/>
                </a:lnTo>
                <a:lnTo>
                  <a:pt x="1447800" y="685800"/>
                </a:lnTo>
                <a:lnTo>
                  <a:pt x="1457325" y="685800"/>
                </a:lnTo>
                <a:lnTo>
                  <a:pt x="1457325" y="695325"/>
                </a:lnTo>
                <a:lnTo>
                  <a:pt x="1466850" y="695325"/>
                </a:lnTo>
                <a:lnTo>
                  <a:pt x="1466850" y="685800"/>
                </a:lnTo>
                <a:lnTo>
                  <a:pt x="1495425" y="685800"/>
                </a:lnTo>
                <a:lnTo>
                  <a:pt x="1495425" y="695325"/>
                </a:lnTo>
                <a:lnTo>
                  <a:pt x="1466850" y="695325"/>
                </a:lnTo>
                <a:lnTo>
                  <a:pt x="1466850" y="704850"/>
                </a:lnTo>
                <a:lnTo>
                  <a:pt x="1457325" y="704850"/>
                </a:lnTo>
                <a:lnTo>
                  <a:pt x="1457325" y="733425"/>
                </a:lnTo>
                <a:lnTo>
                  <a:pt x="1447800" y="733425"/>
                </a:lnTo>
                <a:lnTo>
                  <a:pt x="1447800" y="742950"/>
                </a:lnTo>
                <a:lnTo>
                  <a:pt x="1409700" y="742950"/>
                </a:lnTo>
                <a:lnTo>
                  <a:pt x="1409700" y="723900"/>
                </a:lnTo>
                <a:lnTo>
                  <a:pt x="1400175" y="723900"/>
                </a:lnTo>
                <a:lnTo>
                  <a:pt x="1400175" y="752475"/>
                </a:lnTo>
                <a:lnTo>
                  <a:pt x="1390650" y="752475"/>
                </a:lnTo>
                <a:lnTo>
                  <a:pt x="1390650" y="762000"/>
                </a:lnTo>
                <a:lnTo>
                  <a:pt x="1352550" y="762000"/>
                </a:lnTo>
                <a:lnTo>
                  <a:pt x="1352550" y="752475"/>
                </a:lnTo>
                <a:lnTo>
                  <a:pt x="1343025" y="752475"/>
                </a:lnTo>
                <a:lnTo>
                  <a:pt x="1343025" y="762000"/>
                </a:lnTo>
                <a:lnTo>
                  <a:pt x="1352550" y="762000"/>
                </a:lnTo>
                <a:lnTo>
                  <a:pt x="1352550" y="781050"/>
                </a:lnTo>
                <a:lnTo>
                  <a:pt x="1343025" y="781050"/>
                </a:lnTo>
                <a:lnTo>
                  <a:pt x="1343025" y="790575"/>
                </a:lnTo>
                <a:lnTo>
                  <a:pt x="1323975" y="790575"/>
                </a:lnTo>
                <a:lnTo>
                  <a:pt x="1323975" y="762000"/>
                </a:lnTo>
                <a:lnTo>
                  <a:pt x="1333500" y="762000"/>
                </a:lnTo>
                <a:lnTo>
                  <a:pt x="1333500" y="723900"/>
                </a:lnTo>
                <a:lnTo>
                  <a:pt x="1323975" y="723900"/>
                </a:lnTo>
                <a:lnTo>
                  <a:pt x="1323975" y="704850"/>
                </a:lnTo>
                <a:lnTo>
                  <a:pt x="1333500" y="704850"/>
                </a:lnTo>
                <a:lnTo>
                  <a:pt x="1333500" y="695325"/>
                </a:lnTo>
                <a:lnTo>
                  <a:pt x="1352550" y="695325"/>
                </a:lnTo>
                <a:lnTo>
                  <a:pt x="1352550" y="685800"/>
                </a:lnTo>
                <a:lnTo>
                  <a:pt x="1362075" y="685800"/>
                </a:lnTo>
                <a:lnTo>
                  <a:pt x="1362075" y="695325"/>
                </a:lnTo>
                <a:lnTo>
                  <a:pt x="1371600" y="695325"/>
                </a:lnTo>
                <a:lnTo>
                  <a:pt x="1371600" y="666750"/>
                </a:lnTo>
                <a:lnTo>
                  <a:pt x="1343025" y="666750"/>
                </a:lnTo>
                <a:lnTo>
                  <a:pt x="1343025" y="676275"/>
                </a:lnTo>
                <a:lnTo>
                  <a:pt x="1333500" y="676275"/>
                </a:lnTo>
                <a:lnTo>
                  <a:pt x="1333500" y="666750"/>
                </a:lnTo>
                <a:lnTo>
                  <a:pt x="1304925" y="666750"/>
                </a:lnTo>
                <a:lnTo>
                  <a:pt x="1304925" y="657225"/>
                </a:lnTo>
                <a:lnTo>
                  <a:pt x="1295400" y="657225"/>
                </a:lnTo>
                <a:lnTo>
                  <a:pt x="1295400" y="647700"/>
                </a:lnTo>
                <a:lnTo>
                  <a:pt x="1343025" y="647700"/>
                </a:lnTo>
                <a:lnTo>
                  <a:pt x="1343025" y="657225"/>
                </a:lnTo>
                <a:lnTo>
                  <a:pt x="1352550" y="657225"/>
                </a:lnTo>
                <a:lnTo>
                  <a:pt x="1352550" y="647700"/>
                </a:lnTo>
                <a:lnTo>
                  <a:pt x="1362075" y="647700"/>
                </a:lnTo>
                <a:lnTo>
                  <a:pt x="1362075" y="638175"/>
                </a:lnTo>
                <a:lnTo>
                  <a:pt x="1371600" y="638175"/>
                </a:lnTo>
                <a:lnTo>
                  <a:pt x="1371600" y="619125"/>
                </a:lnTo>
                <a:lnTo>
                  <a:pt x="1381125" y="619125"/>
                </a:lnTo>
                <a:close/>
                <a:moveTo>
                  <a:pt x="1104900" y="628650"/>
                </a:moveTo>
                <a:lnTo>
                  <a:pt x="1123950" y="628650"/>
                </a:lnTo>
                <a:lnTo>
                  <a:pt x="1123950" y="638175"/>
                </a:lnTo>
                <a:lnTo>
                  <a:pt x="1143000" y="638175"/>
                </a:lnTo>
                <a:lnTo>
                  <a:pt x="1143000" y="657225"/>
                </a:lnTo>
                <a:lnTo>
                  <a:pt x="1133475" y="657225"/>
                </a:lnTo>
                <a:lnTo>
                  <a:pt x="1133475" y="695325"/>
                </a:lnTo>
                <a:lnTo>
                  <a:pt x="1123950" y="695325"/>
                </a:lnTo>
                <a:lnTo>
                  <a:pt x="1123950" y="704850"/>
                </a:lnTo>
                <a:lnTo>
                  <a:pt x="1114425" y="704850"/>
                </a:lnTo>
                <a:lnTo>
                  <a:pt x="1114425" y="695325"/>
                </a:lnTo>
                <a:lnTo>
                  <a:pt x="1104900" y="695325"/>
                </a:lnTo>
                <a:lnTo>
                  <a:pt x="1104900" y="704850"/>
                </a:lnTo>
                <a:lnTo>
                  <a:pt x="1095375" y="704850"/>
                </a:lnTo>
                <a:lnTo>
                  <a:pt x="1095375" y="695325"/>
                </a:lnTo>
                <a:lnTo>
                  <a:pt x="1066800" y="695325"/>
                </a:lnTo>
                <a:lnTo>
                  <a:pt x="1066800" y="685800"/>
                </a:lnTo>
                <a:lnTo>
                  <a:pt x="1038225" y="685800"/>
                </a:lnTo>
                <a:lnTo>
                  <a:pt x="1038225" y="676275"/>
                </a:lnTo>
                <a:lnTo>
                  <a:pt x="1047750" y="676275"/>
                </a:lnTo>
                <a:lnTo>
                  <a:pt x="1047750" y="657225"/>
                </a:lnTo>
                <a:lnTo>
                  <a:pt x="1057275" y="657225"/>
                </a:lnTo>
                <a:lnTo>
                  <a:pt x="1057275" y="647700"/>
                </a:lnTo>
                <a:lnTo>
                  <a:pt x="1085850" y="647700"/>
                </a:lnTo>
                <a:lnTo>
                  <a:pt x="1085850" y="638175"/>
                </a:lnTo>
                <a:lnTo>
                  <a:pt x="1104900" y="638175"/>
                </a:lnTo>
                <a:close/>
                <a:moveTo>
                  <a:pt x="1276350" y="647700"/>
                </a:moveTo>
                <a:lnTo>
                  <a:pt x="1285875" y="647700"/>
                </a:lnTo>
                <a:lnTo>
                  <a:pt x="1285875" y="657225"/>
                </a:lnTo>
                <a:lnTo>
                  <a:pt x="1276350" y="657225"/>
                </a:lnTo>
                <a:close/>
                <a:moveTo>
                  <a:pt x="1371600" y="666750"/>
                </a:moveTo>
                <a:lnTo>
                  <a:pt x="1390650" y="666750"/>
                </a:lnTo>
                <a:lnTo>
                  <a:pt x="1390650" y="657225"/>
                </a:lnTo>
                <a:lnTo>
                  <a:pt x="1381125" y="657225"/>
                </a:lnTo>
                <a:lnTo>
                  <a:pt x="1381125" y="647700"/>
                </a:lnTo>
                <a:lnTo>
                  <a:pt x="1371600" y="647700"/>
                </a:lnTo>
                <a:close/>
                <a:moveTo>
                  <a:pt x="981075" y="685800"/>
                </a:moveTo>
                <a:lnTo>
                  <a:pt x="1028700" y="685800"/>
                </a:lnTo>
                <a:lnTo>
                  <a:pt x="1028700" y="704850"/>
                </a:lnTo>
                <a:lnTo>
                  <a:pt x="1019175" y="704850"/>
                </a:lnTo>
                <a:lnTo>
                  <a:pt x="1019175" y="714375"/>
                </a:lnTo>
                <a:lnTo>
                  <a:pt x="1009650" y="714375"/>
                </a:lnTo>
                <a:lnTo>
                  <a:pt x="1009650" y="723900"/>
                </a:lnTo>
                <a:lnTo>
                  <a:pt x="1019175" y="723900"/>
                </a:lnTo>
                <a:lnTo>
                  <a:pt x="1019175" y="742950"/>
                </a:lnTo>
                <a:lnTo>
                  <a:pt x="1028700" y="742950"/>
                </a:lnTo>
                <a:lnTo>
                  <a:pt x="1028700" y="752475"/>
                </a:lnTo>
                <a:lnTo>
                  <a:pt x="1038225" y="752475"/>
                </a:lnTo>
                <a:lnTo>
                  <a:pt x="1038225" y="781050"/>
                </a:lnTo>
                <a:lnTo>
                  <a:pt x="1028700" y="781050"/>
                </a:lnTo>
                <a:lnTo>
                  <a:pt x="1028700" y="800100"/>
                </a:lnTo>
                <a:lnTo>
                  <a:pt x="1009650" y="800100"/>
                </a:lnTo>
                <a:lnTo>
                  <a:pt x="1009650" y="809625"/>
                </a:lnTo>
                <a:lnTo>
                  <a:pt x="1000125" y="809625"/>
                </a:lnTo>
                <a:lnTo>
                  <a:pt x="1000125" y="800100"/>
                </a:lnTo>
                <a:lnTo>
                  <a:pt x="990600" y="800100"/>
                </a:lnTo>
                <a:lnTo>
                  <a:pt x="990600" y="781050"/>
                </a:lnTo>
                <a:lnTo>
                  <a:pt x="981075" y="781050"/>
                </a:lnTo>
                <a:lnTo>
                  <a:pt x="981075" y="771525"/>
                </a:lnTo>
                <a:lnTo>
                  <a:pt x="971550" y="771525"/>
                </a:lnTo>
                <a:lnTo>
                  <a:pt x="971550" y="762000"/>
                </a:lnTo>
                <a:lnTo>
                  <a:pt x="962025" y="762000"/>
                </a:lnTo>
                <a:lnTo>
                  <a:pt x="962025" y="752475"/>
                </a:lnTo>
                <a:lnTo>
                  <a:pt x="971550" y="752475"/>
                </a:lnTo>
                <a:lnTo>
                  <a:pt x="971550" y="742950"/>
                </a:lnTo>
                <a:lnTo>
                  <a:pt x="952500" y="742950"/>
                </a:lnTo>
                <a:lnTo>
                  <a:pt x="952500" y="733425"/>
                </a:lnTo>
                <a:lnTo>
                  <a:pt x="962025" y="733425"/>
                </a:lnTo>
                <a:lnTo>
                  <a:pt x="962025" y="714375"/>
                </a:lnTo>
                <a:lnTo>
                  <a:pt x="971550" y="714375"/>
                </a:lnTo>
                <a:lnTo>
                  <a:pt x="971550" y="695325"/>
                </a:lnTo>
                <a:lnTo>
                  <a:pt x="981075" y="695325"/>
                </a:lnTo>
                <a:close/>
                <a:moveTo>
                  <a:pt x="1133475" y="695325"/>
                </a:moveTo>
                <a:lnTo>
                  <a:pt x="1143000" y="695325"/>
                </a:lnTo>
                <a:lnTo>
                  <a:pt x="1143000" y="704850"/>
                </a:lnTo>
                <a:lnTo>
                  <a:pt x="1133475" y="704850"/>
                </a:lnTo>
                <a:close/>
                <a:moveTo>
                  <a:pt x="361950" y="704850"/>
                </a:moveTo>
                <a:lnTo>
                  <a:pt x="371475" y="704850"/>
                </a:lnTo>
                <a:lnTo>
                  <a:pt x="371475" y="742950"/>
                </a:lnTo>
                <a:lnTo>
                  <a:pt x="361950" y="742950"/>
                </a:lnTo>
                <a:close/>
                <a:moveTo>
                  <a:pt x="1123950" y="704850"/>
                </a:moveTo>
                <a:lnTo>
                  <a:pt x="1133475" y="704850"/>
                </a:lnTo>
                <a:lnTo>
                  <a:pt x="1133475" y="714375"/>
                </a:lnTo>
                <a:lnTo>
                  <a:pt x="1123950" y="714375"/>
                </a:lnTo>
                <a:close/>
                <a:moveTo>
                  <a:pt x="571500" y="714375"/>
                </a:moveTo>
                <a:lnTo>
                  <a:pt x="581025" y="714375"/>
                </a:lnTo>
                <a:lnTo>
                  <a:pt x="581025" y="733425"/>
                </a:lnTo>
                <a:lnTo>
                  <a:pt x="571500" y="733425"/>
                </a:lnTo>
                <a:lnTo>
                  <a:pt x="571500" y="742950"/>
                </a:lnTo>
                <a:lnTo>
                  <a:pt x="561975" y="742950"/>
                </a:lnTo>
                <a:lnTo>
                  <a:pt x="561975" y="752475"/>
                </a:lnTo>
                <a:lnTo>
                  <a:pt x="552450" y="752475"/>
                </a:lnTo>
                <a:lnTo>
                  <a:pt x="552450" y="762000"/>
                </a:lnTo>
                <a:lnTo>
                  <a:pt x="523875" y="762000"/>
                </a:lnTo>
                <a:lnTo>
                  <a:pt x="523875" y="771525"/>
                </a:lnTo>
                <a:lnTo>
                  <a:pt x="504825" y="771525"/>
                </a:lnTo>
                <a:lnTo>
                  <a:pt x="504825" y="781050"/>
                </a:lnTo>
                <a:lnTo>
                  <a:pt x="514350" y="781050"/>
                </a:lnTo>
                <a:lnTo>
                  <a:pt x="514350" y="790575"/>
                </a:lnTo>
                <a:lnTo>
                  <a:pt x="504825" y="790575"/>
                </a:lnTo>
                <a:lnTo>
                  <a:pt x="504825" y="800100"/>
                </a:lnTo>
                <a:lnTo>
                  <a:pt x="514350" y="800100"/>
                </a:lnTo>
                <a:lnTo>
                  <a:pt x="514350" y="809625"/>
                </a:lnTo>
                <a:lnTo>
                  <a:pt x="523875" y="809625"/>
                </a:lnTo>
                <a:lnTo>
                  <a:pt x="523875" y="828675"/>
                </a:lnTo>
                <a:lnTo>
                  <a:pt x="514350" y="828675"/>
                </a:lnTo>
                <a:lnTo>
                  <a:pt x="514350" y="838200"/>
                </a:lnTo>
                <a:lnTo>
                  <a:pt x="523875" y="838200"/>
                </a:lnTo>
                <a:lnTo>
                  <a:pt x="523875" y="847725"/>
                </a:lnTo>
                <a:lnTo>
                  <a:pt x="514350" y="847725"/>
                </a:lnTo>
                <a:lnTo>
                  <a:pt x="514350" y="866775"/>
                </a:lnTo>
                <a:lnTo>
                  <a:pt x="542925" y="866775"/>
                </a:lnTo>
                <a:lnTo>
                  <a:pt x="542925" y="885825"/>
                </a:lnTo>
                <a:lnTo>
                  <a:pt x="523875" y="885825"/>
                </a:lnTo>
                <a:lnTo>
                  <a:pt x="523875" y="895350"/>
                </a:lnTo>
                <a:lnTo>
                  <a:pt x="514350" y="895350"/>
                </a:lnTo>
                <a:lnTo>
                  <a:pt x="514350" y="885825"/>
                </a:lnTo>
                <a:lnTo>
                  <a:pt x="504825" y="885825"/>
                </a:lnTo>
                <a:lnTo>
                  <a:pt x="504825" y="895350"/>
                </a:lnTo>
                <a:lnTo>
                  <a:pt x="495300" y="895350"/>
                </a:lnTo>
                <a:lnTo>
                  <a:pt x="495300" y="904875"/>
                </a:lnTo>
                <a:lnTo>
                  <a:pt x="485775" y="904875"/>
                </a:lnTo>
                <a:lnTo>
                  <a:pt x="485775" y="895350"/>
                </a:lnTo>
                <a:lnTo>
                  <a:pt x="476250" y="895350"/>
                </a:lnTo>
                <a:lnTo>
                  <a:pt x="476250" y="904875"/>
                </a:lnTo>
                <a:lnTo>
                  <a:pt x="466725" y="904875"/>
                </a:lnTo>
                <a:lnTo>
                  <a:pt x="466725" y="895350"/>
                </a:lnTo>
                <a:lnTo>
                  <a:pt x="447675" y="895350"/>
                </a:lnTo>
                <a:lnTo>
                  <a:pt x="447675" y="904875"/>
                </a:lnTo>
                <a:lnTo>
                  <a:pt x="438150" y="904875"/>
                </a:lnTo>
                <a:lnTo>
                  <a:pt x="438150" y="942975"/>
                </a:lnTo>
                <a:lnTo>
                  <a:pt x="447675" y="942975"/>
                </a:lnTo>
                <a:lnTo>
                  <a:pt x="447675" y="952500"/>
                </a:lnTo>
                <a:lnTo>
                  <a:pt x="409575" y="952500"/>
                </a:lnTo>
                <a:lnTo>
                  <a:pt x="409575" y="942975"/>
                </a:lnTo>
                <a:lnTo>
                  <a:pt x="381000" y="942975"/>
                </a:lnTo>
                <a:lnTo>
                  <a:pt x="381000" y="933450"/>
                </a:lnTo>
                <a:lnTo>
                  <a:pt x="371475" y="933450"/>
                </a:lnTo>
                <a:lnTo>
                  <a:pt x="371475" y="942975"/>
                </a:lnTo>
                <a:lnTo>
                  <a:pt x="381000" y="942975"/>
                </a:lnTo>
                <a:lnTo>
                  <a:pt x="381000" y="962025"/>
                </a:lnTo>
                <a:lnTo>
                  <a:pt x="371475" y="962025"/>
                </a:lnTo>
                <a:lnTo>
                  <a:pt x="371475" y="971550"/>
                </a:lnTo>
                <a:lnTo>
                  <a:pt x="352425" y="971550"/>
                </a:lnTo>
                <a:lnTo>
                  <a:pt x="352425" y="952500"/>
                </a:lnTo>
                <a:lnTo>
                  <a:pt x="342900" y="952500"/>
                </a:lnTo>
                <a:lnTo>
                  <a:pt x="342900" y="933450"/>
                </a:lnTo>
                <a:lnTo>
                  <a:pt x="361950" y="933450"/>
                </a:lnTo>
                <a:lnTo>
                  <a:pt x="361950" y="923925"/>
                </a:lnTo>
                <a:lnTo>
                  <a:pt x="390525" y="923925"/>
                </a:lnTo>
                <a:lnTo>
                  <a:pt x="390525" y="904875"/>
                </a:lnTo>
                <a:lnTo>
                  <a:pt x="381000" y="904875"/>
                </a:lnTo>
                <a:lnTo>
                  <a:pt x="381000" y="895350"/>
                </a:lnTo>
                <a:lnTo>
                  <a:pt x="371475" y="895350"/>
                </a:lnTo>
                <a:lnTo>
                  <a:pt x="371475" y="885825"/>
                </a:lnTo>
                <a:lnTo>
                  <a:pt x="361950" y="885825"/>
                </a:lnTo>
                <a:lnTo>
                  <a:pt x="361950" y="866775"/>
                </a:lnTo>
                <a:lnTo>
                  <a:pt x="381000" y="866775"/>
                </a:lnTo>
                <a:lnTo>
                  <a:pt x="381000" y="857250"/>
                </a:lnTo>
                <a:lnTo>
                  <a:pt x="390525" y="857250"/>
                </a:lnTo>
                <a:lnTo>
                  <a:pt x="390525" y="847725"/>
                </a:lnTo>
                <a:lnTo>
                  <a:pt x="409575" y="847725"/>
                </a:lnTo>
                <a:lnTo>
                  <a:pt x="409575" y="838200"/>
                </a:lnTo>
                <a:lnTo>
                  <a:pt x="400050" y="838200"/>
                </a:lnTo>
                <a:lnTo>
                  <a:pt x="400050" y="819150"/>
                </a:lnTo>
                <a:lnTo>
                  <a:pt x="419100" y="819150"/>
                </a:lnTo>
                <a:lnTo>
                  <a:pt x="419100" y="828675"/>
                </a:lnTo>
                <a:lnTo>
                  <a:pt x="428625" y="828675"/>
                </a:lnTo>
                <a:lnTo>
                  <a:pt x="428625" y="819150"/>
                </a:lnTo>
                <a:lnTo>
                  <a:pt x="438150" y="819150"/>
                </a:lnTo>
                <a:lnTo>
                  <a:pt x="438150" y="800100"/>
                </a:lnTo>
                <a:lnTo>
                  <a:pt x="419100" y="800100"/>
                </a:lnTo>
                <a:lnTo>
                  <a:pt x="419100" y="790575"/>
                </a:lnTo>
                <a:lnTo>
                  <a:pt x="409575" y="790575"/>
                </a:lnTo>
                <a:lnTo>
                  <a:pt x="409575" y="800100"/>
                </a:lnTo>
                <a:lnTo>
                  <a:pt x="390525" y="800100"/>
                </a:lnTo>
                <a:lnTo>
                  <a:pt x="390525" y="781050"/>
                </a:lnTo>
                <a:lnTo>
                  <a:pt x="371475" y="781050"/>
                </a:lnTo>
                <a:lnTo>
                  <a:pt x="371475" y="771525"/>
                </a:lnTo>
                <a:lnTo>
                  <a:pt x="361950" y="771525"/>
                </a:lnTo>
                <a:lnTo>
                  <a:pt x="361950" y="762000"/>
                </a:lnTo>
                <a:lnTo>
                  <a:pt x="352425" y="762000"/>
                </a:lnTo>
                <a:lnTo>
                  <a:pt x="352425" y="771525"/>
                </a:lnTo>
                <a:lnTo>
                  <a:pt x="333375" y="771525"/>
                </a:lnTo>
                <a:lnTo>
                  <a:pt x="333375" y="752475"/>
                </a:lnTo>
                <a:lnTo>
                  <a:pt x="352425" y="752475"/>
                </a:lnTo>
                <a:lnTo>
                  <a:pt x="352425" y="742950"/>
                </a:lnTo>
                <a:lnTo>
                  <a:pt x="361950" y="742950"/>
                </a:lnTo>
                <a:lnTo>
                  <a:pt x="361950" y="762000"/>
                </a:lnTo>
                <a:lnTo>
                  <a:pt x="371475" y="762000"/>
                </a:lnTo>
                <a:lnTo>
                  <a:pt x="371475" y="771525"/>
                </a:lnTo>
                <a:lnTo>
                  <a:pt x="381000" y="771525"/>
                </a:lnTo>
                <a:lnTo>
                  <a:pt x="381000" y="723900"/>
                </a:lnTo>
                <a:lnTo>
                  <a:pt x="409575" y="723900"/>
                </a:lnTo>
                <a:lnTo>
                  <a:pt x="409575" y="733425"/>
                </a:lnTo>
                <a:lnTo>
                  <a:pt x="419100" y="733425"/>
                </a:lnTo>
                <a:lnTo>
                  <a:pt x="419100" y="742950"/>
                </a:lnTo>
                <a:lnTo>
                  <a:pt x="438150" y="742950"/>
                </a:lnTo>
                <a:lnTo>
                  <a:pt x="438150" y="752475"/>
                </a:lnTo>
                <a:lnTo>
                  <a:pt x="447675" y="752475"/>
                </a:lnTo>
                <a:lnTo>
                  <a:pt x="447675" y="771525"/>
                </a:lnTo>
                <a:lnTo>
                  <a:pt x="457200" y="771525"/>
                </a:lnTo>
                <a:lnTo>
                  <a:pt x="457200" y="752475"/>
                </a:lnTo>
                <a:lnTo>
                  <a:pt x="476250" y="752475"/>
                </a:lnTo>
                <a:lnTo>
                  <a:pt x="476250" y="771525"/>
                </a:lnTo>
                <a:lnTo>
                  <a:pt x="457200" y="771525"/>
                </a:lnTo>
                <a:lnTo>
                  <a:pt x="457200" y="809625"/>
                </a:lnTo>
                <a:lnTo>
                  <a:pt x="476250" y="809625"/>
                </a:lnTo>
                <a:lnTo>
                  <a:pt x="476250" y="800100"/>
                </a:lnTo>
                <a:lnTo>
                  <a:pt x="485775" y="800100"/>
                </a:lnTo>
                <a:lnTo>
                  <a:pt x="485775" y="762000"/>
                </a:lnTo>
                <a:lnTo>
                  <a:pt x="495300" y="762000"/>
                </a:lnTo>
                <a:lnTo>
                  <a:pt x="495300" y="752475"/>
                </a:lnTo>
                <a:lnTo>
                  <a:pt x="514350" y="752475"/>
                </a:lnTo>
                <a:lnTo>
                  <a:pt x="514350" y="742950"/>
                </a:lnTo>
                <a:lnTo>
                  <a:pt x="542925" y="742950"/>
                </a:lnTo>
                <a:lnTo>
                  <a:pt x="542925" y="733425"/>
                </a:lnTo>
                <a:lnTo>
                  <a:pt x="561975" y="733425"/>
                </a:lnTo>
                <a:lnTo>
                  <a:pt x="561975" y="723900"/>
                </a:lnTo>
                <a:lnTo>
                  <a:pt x="571500" y="723900"/>
                </a:lnTo>
                <a:close/>
                <a:moveTo>
                  <a:pt x="1333500" y="714375"/>
                </a:moveTo>
                <a:lnTo>
                  <a:pt x="1343025" y="714375"/>
                </a:lnTo>
                <a:lnTo>
                  <a:pt x="1343025" y="704850"/>
                </a:lnTo>
                <a:lnTo>
                  <a:pt x="1333500" y="704850"/>
                </a:lnTo>
                <a:close/>
                <a:moveTo>
                  <a:pt x="1409700" y="714375"/>
                </a:moveTo>
                <a:lnTo>
                  <a:pt x="1428750" y="714375"/>
                </a:lnTo>
                <a:lnTo>
                  <a:pt x="1428750" y="704850"/>
                </a:lnTo>
                <a:lnTo>
                  <a:pt x="1409700" y="704850"/>
                </a:lnTo>
                <a:close/>
                <a:moveTo>
                  <a:pt x="895350" y="742950"/>
                </a:moveTo>
                <a:lnTo>
                  <a:pt x="914400" y="742950"/>
                </a:lnTo>
                <a:lnTo>
                  <a:pt x="914400" y="752475"/>
                </a:lnTo>
                <a:lnTo>
                  <a:pt x="933450" y="752475"/>
                </a:lnTo>
                <a:lnTo>
                  <a:pt x="933450" y="762000"/>
                </a:lnTo>
                <a:lnTo>
                  <a:pt x="923925" y="762000"/>
                </a:lnTo>
                <a:lnTo>
                  <a:pt x="923925" y="819150"/>
                </a:lnTo>
                <a:lnTo>
                  <a:pt x="866775" y="819150"/>
                </a:lnTo>
                <a:lnTo>
                  <a:pt x="866775" y="838200"/>
                </a:lnTo>
                <a:lnTo>
                  <a:pt x="857250" y="838200"/>
                </a:lnTo>
                <a:lnTo>
                  <a:pt x="857250" y="847725"/>
                </a:lnTo>
                <a:lnTo>
                  <a:pt x="847725" y="847725"/>
                </a:lnTo>
                <a:lnTo>
                  <a:pt x="847725" y="857250"/>
                </a:lnTo>
                <a:lnTo>
                  <a:pt x="838200" y="857250"/>
                </a:lnTo>
                <a:lnTo>
                  <a:pt x="838200" y="847725"/>
                </a:lnTo>
                <a:lnTo>
                  <a:pt x="828675" y="847725"/>
                </a:lnTo>
                <a:lnTo>
                  <a:pt x="828675" y="838200"/>
                </a:lnTo>
                <a:lnTo>
                  <a:pt x="838200" y="838200"/>
                </a:lnTo>
                <a:lnTo>
                  <a:pt x="838200" y="828675"/>
                </a:lnTo>
                <a:lnTo>
                  <a:pt x="847725" y="828675"/>
                </a:lnTo>
                <a:lnTo>
                  <a:pt x="847725" y="800100"/>
                </a:lnTo>
                <a:lnTo>
                  <a:pt x="857250" y="800100"/>
                </a:lnTo>
                <a:lnTo>
                  <a:pt x="857250" y="790575"/>
                </a:lnTo>
                <a:lnTo>
                  <a:pt x="847725" y="790575"/>
                </a:lnTo>
                <a:lnTo>
                  <a:pt x="847725" y="781050"/>
                </a:lnTo>
                <a:lnTo>
                  <a:pt x="857250" y="781050"/>
                </a:lnTo>
                <a:lnTo>
                  <a:pt x="857250" y="771525"/>
                </a:lnTo>
                <a:lnTo>
                  <a:pt x="847725" y="771525"/>
                </a:lnTo>
                <a:lnTo>
                  <a:pt x="847725" y="762000"/>
                </a:lnTo>
                <a:lnTo>
                  <a:pt x="857250" y="762000"/>
                </a:lnTo>
                <a:lnTo>
                  <a:pt x="857250" y="771525"/>
                </a:lnTo>
                <a:lnTo>
                  <a:pt x="885825" y="771525"/>
                </a:lnTo>
                <a:lnTo>
                  <a:pt x="885825" y="762000"/>
                </a:lnTo>
                <a:lnTo>
                  <a:pt x="895350" y="762000"/>
                </a:lnTo>
                <a:close/>
                <a:moveTo>
                  <a:pt x="1533525" y="742950"/>
                </a:moveTo>
                <a:lnTo>
                  <a:pt x="1552575" y="742950"/>
                </a:lnTo>
                <a:lnTo>
                  <a:pt x="1552575" y="752475"/>
                </a:lnTo>
                <a:lnTo>
                  <a:pt x="1543050" y="752475"/>
                </a:lnTo>
                <a:lnTo>
                  <a:pt x="1543050" y="771525"/>
                </a:lnTo>
                <a:lnTo>
                  <a:pt x="1533525" y="771525"/>
                </a:lnTo>
                <a:lnTo>
                  <a:pt x="1533525" y="790575"/>
                </a:lnTo>
                <a:lnTo>
                  <a:pt x="1524000" y="790575"/>
                </a:lnTo>
                <a:lnTo>
                  <a:pt x="1524000" y="828675"/>
                </a:lnTo>
                <a:lnTo>
                  <a:pt x="1533525" y="828675"/>
                </a:lnTo>
                <a:lnTo>
                  <a:pt x="1533525" y="838200"/>
                </a:lnTo>
                <a:lnTo>
                  <a:pt x="1524000" y="838200"/>
                </a:lnTo>
                <a:lnTo>
                  <a:pt x="1524000" y="847725"/>
                </a:lnTo>
                <a:lnTo>
                  <a:pt x="1504950" y="847725"/>
                </a:lnTo>
                <a:lnTo>
                  <a:pt x="1504950" y="838200"/>
                </a:lnTo>
                <a:lnTo>
                  <a:pt x="1514475" y="838200"/>
                </a:lnTo>
                <a:lnTo>
                  <a:pt x="1514475" y="828675"/>
                </a:lnTo>
                <a:lnTo>
                  <a:pt x="1504950" y="828675"/>
                </a:lnTo>
                <a:lnTo>
                  <a:pt x="1504950" y="809625"/>
                </a:lnTo>
                <a:lnTo>
                  <a:pt x="1514475" y="809625"/>
                </a:lnTo>
                <a:lnTo>
                  <a:pt x="1514475" y="800100"/>
                </a:lnTo>
                <a:lnTo>
                  <a:pt x="1495425" y="800100"/>
                </a:lnTo>
                <a:lnTo>
                  <a:pt x="1495425" y="790575"/>
                </a:lnTo>
                <a:lnTo>
                  <a:pt x="1514475" y="790575"/>
                </a:lnTo>
                <a:lnTo>
                  <a:pt x="1514475" y="771525"/>
                </a:lnTo>
                <a:lnTo>
                  <a:pt x="1524000" y="771525"/>
                </a:lnTo>
                <a:lnTo>
                  <a:pt x="1524000" y="752475"/>
                </a:lnTo>
                <a:lnTo>
                  <a:pt x="1533525" y="752475"/>
                </a:lnTo>
                <a:close/>
                <a:moveTo>
                  <a:pt x="323850" y="771525"/>
                </a:moveTo>
                <a:lnTo>
                  <a:pt x="333375" y="771525"/>
                </a:lnTo>
                <a:lnTo>
                  <a:pt x="333375" y="781050"/>
                </a:lnTo>
                <a:lnTo>
                  <a:pt x="323850" y="781050"/>
                </a:lnTo>
                <a:close/>
                <a:moveTo>
                  <a:pt x="400050" y="781050"/>
                </a:moveTo>
                <a:lnTo>
                  <a:pt x="419100" y="781050"/>
                </a:lnTo>
                <a:lnTo>
                  <a:pt x="419100" y="771525"/>
                </a:lnTo>
                <a:lnTo>
                  <a:pt x="400050" y="771525"/>
                </a:lnTo>
                <a:close/>
                <a:moveTo>
                  <a:pt x="733425" y="781050"/>
                </a:moveTo>
                <a:lnTo>
                  <a:pt x="762000" y="781050"/>
                </a:lnTo>
                <a:lnTo>
                  <a:pt x="762000" y="800100"/>
                </a:lnTo>
                <a:lnTo>
                  <a:pt x="771525" y="800100"/>
                </a:lnTo>
                <a:lnTo>
                  <a:pt x="771525" y="819150"/>
                </a:lnTo>
                <a:lnTo>
                  <a:pt x="781050" y="819150"/>
                </a:lnTo>
                <a:lnTo>
                  <a:pt x="781050" y="838200"/>
                </a:lnTo>
                <a:lnTo>
                  <a:pt x="790575" y="838200"/>
                </a:lnTo>
                <a:lnTo>
                  <a:pt x="790575" y="847725"/>
                </a:lnTo>
                <a:lnTo>
                  <a:pt x="809625" y="847725"/>
                </a:lnTo>
                <a:lnTo>
                  <a:pt x="809625" y="857250"/>
                </a:lnTo>
                <a:lnTo>
                  <a:pt x="781050" y="857250"/>
                </a:lnTo>
                <a:lnTo>
                  <a:pt x="781050" y="847725"/>
                </a:lnTo>
                <a:lnTo>
                  <a:pt x="771525" y="847725"/>
                </a:lnTo>
                <a:lnTo>
                  <a:pt x="771525" y="838200"/>
                </a:lnTo>
                <a:lnTo>
                  <a:pt x="762000" y="838200"/>
                </a:lnTo>
                <a:lnTo>
                  <a:pt x="762000" y="828675"/>
                </a:lnTo>
                <a:lnTo>
                  <a:pt x="723900" y="828675"/>
                </a:lnTo>
                <a:lnTo>
                  <a:pt x="723900" y="866775"/>
                </a:lnTo>
                <a:lnTo>
                  <a:pt x="733425" y="866775"/>
                </a:lnTo>
                <a:lnTo>
                  <a:pt x="733425" y="895350"/>
                </a:lnTo>
                <a:lnTo>
                  <a:pt x="723900" y="895350"/>
                </a:lnTo>
                <a:lnTo>
                  <a:pt x="723900" y="904875"/>
                </a:lnTo>
                <a:lnTo>
                  <a:pt x="714375" y="904875"/>
                </a:lnTo>
                <a:lnTo>
                  <a:pt x="714375" y="952500"/>
                </a:lnTo>
                <a:lnTo>
                  <a:pt x="704850" y="952500"/>
                </a:lnTo>
                <a:lnTo>
                  <a:pt x="704850" y="923925"/>
                </a:lnTo>
                <a:lnTo>
                  <a:pt x="695325" y="923925"/>
                </a:lnTo>
                <a:lnTo>
                  <a:pt x="695325" y="828675"/>
                </a:lnTo>
                <a:lnTo>
                  <a:pt x="704850" y="828675"/>
                </a:lnTo>
                <a:lnTo>
                  <a:pt x="704850" y="809625"/>
                </a:lnTo>
                <a:lnTo>
                  <a:pt x="714375" y="809625"/>
                </a:lnTo>
                <a:lnTo>
                  <a:pt x="714375" y="800100"/>
                </a:lnTo>
                <a:lnTo>
                  <a:pt x="733425" y="800100"/>
                </a:lnTo>
                <a:close/>
                <a:moveTo>
                  <a:pt x="95250" y="828675"/>
                </a:moveTo>
                <a:lnTo>
                  <a:pt x="104775" y="828675"/>
                </a:lnTo>
                <a:lnTo>
                  <a:pt x="104775" y="838200"/>
                </a:lnTo>
                <a:lnTo>
                  <a:pt x="114300" y="838200"/>
                </a:lnTo>
                <a:lnTo>
                  <a:pt x="114300" y="847725"/>
                </a:lnTo>
                <a:lnTo>
                  <a:pt x="104775" y="847725"/>
                </a:lnTo>
                <a:lnTo>
                  <a:pt x="104775" y="857250"/>
                </a:lnTo>
                <a:lnTo>
                  <a:pt x="85725" y="857250"/>
                </a:lnTo>
                <a:lnTo>
                  <a:pt x="85725" y="866775"/>
                </a:lnTo>
                <a:lnTo>
                  <a:pt x="76200" y="866775"/>
                </a:lnTo>
                <a:lnTo>
                  <a:pt x="76200" y="857250"/>
                </a:lnTo>
                <a:lnTo>
                  <a:pt x="66675" y="857250"/>
                </a:lnTo>
                <a:lnTo>
                  <a:pt x="66675" y="847725"/>
                </a:lnTo>
                <a:lnTo>
                  <a:pt x="57150" y="847725"/>
                </a:lnTo>
                <a:lnTo>
                  <a:pt x="57150" y="838200"/>
                </a:lnTo>
                <a:lnTo>
                  <a:pt x="95250" y="838200"/>
                </a:lnTo>
                <a:close/>
                <a:moveTo>
                  <a:pt x="1762125" y="828675"/>
                </a:moveTo>
                <a:lnTo>
                  <a:pt x="1771650" y="828675"/>
                </a:lnTo>
                <a:lnTo>
                  <a:pt x="1771650" y="838200"/>
                </a:lnTo>
                <a:lnTo>
                  <a:pt x="1762125" y="838200"/>
                </a:lnTo>
                <a:close/>
                <a:moveTo>
                  <a:pt x="0" y="838200"/>
                </a:moveTo>
                <a:lnTo>
                  <a:pt x="19050" y="838200"/>
                </a:lnTo>
                <a:lnTo>
                  <a:pt x="19050" y="847725"/>
                </a:lnTo>
                <a:lnTo>
                  <a:pt x="28575" y="847725"/>
                </a:lnTo>
                <a:lnTo>
                  <a:pt x="28575" y="857250"/>
                </a:lnTo>
                <a:lnTo>
                  <a:pt x="9525" y="857250"/>
                </a:lnTo>
                <a:lnTo>
                  <a:pt x="9525" y="866775"/>
                </a:lnTo>
                <a:lnTo>
                  <a:pt x="19050" y="866775"/>
                </a:lnTo>
                <a:lnTo>
                  <a:pt x="19050" y="914400"/>
                </a:lnTo>
                <a:lnTo>
                  <a:pt x="9525" y="914400"/>
                </a:lnTo>
                <a:lnTo>
                  <a:pt x="9525" y="923925"/>
                </a:lnTo>
                <a:lnTo>
                  <a:pt x="0" y="923925"/>
                </a:lnTo>
                <a:close/>
                <a:moveTo>
                  <a:pt x="38100" y="838200"/>
                </a:moveTo>
                <a:lnTo>
                  <a:pt x="47625" y="838200"/>
                </a:lnTo>
                <a:lnTo>
                  <a:pt x="47625" y="857250"/>
                </a:lnTo>
                <a:lnTo>
                  <a:pt x="38100" y="857250"/>
                </a:lnTo>
                <a:close/>
                <a:moveTo>
                  <a:pt x="447675" y="838200"/>
                </a:moveTo>
                <a:lnTo>
                  <a:pt x="457200" y="838200"/>
                </a:lnTo>
                <a:lnTo>
                  <a:pt x="457200" y="828675"/>
                </a:lnTo>
                <a:lnTo>
                  <a:pt x="447675" y="828675"/>
                </a:lnTo>
                <a:close/>
                <a:moveTo>
                  <a:pt x="1752600" y="838200"/>
                </a:moveTo>
                <a:lnTo>
                  <a:pt x="1762125" y="838200"/>
                </a:lnTo>
                <a:lnTo>
                  <a:pt x="1762125" y="847725"/>
                </a:lnTo>
                <a:lnTo>
                  <a:pt x="1752600" y="847725"/>
                </a:lnTo>
                <a:close/>
                <a:moveTo>
                  <a:pt x="1733550" y="847725"/>
                </a:moveTo>
                <a:lnTo>
                  <a:pt x="1743075" y="847725"/>
                </a:lnTo>
                <a:lnTo>
                  <a:pt x="1743075" y="857250"/>
                </a:lnTo>
                <a:lnTo>
                  <a:pt x="1733550" y="857250"/>
                </a:lnTo>
                <a:close/>
                <a:moveTo>
                  <a:pt x="485775" y="857250"/>
                </a:moveTo>
                <a:lnTo>
                  <a:pt x="504825" y="857250"/>
                </a:lnTo>
                <a:lnTo>
                  <a:pt x="504825" y="847725"/>
                </a:lnTo>
                <a:lnTo>
                  <a:pt x="495300" y="847725"/>
                </a:lnTo>
                <a:lnTo>
                  <a:pt x="495300" y="838200"/>
                </a:lnTo>
                <a:lnTo>
                  <a:pt x="485775" y="838200"/>
                </a:lnTo>
                <a:close/>
                <a:moveTo>
                  <a:pt x="1171575" y="857250"/>
                </a:moveTo>
                <a:lnTo>
                  <a:pt x="1181100" y="857250"/>
                </a:lnTo>
                <a:lnTo>
                  <a:pt x="1181100" y="904875"/>
                </a:lnTo>
                <a:lnTo>
                  <a:pt x="1162050" y="904875"/>
                </a:lnTo>
                <a:lnTo>
                  <a:pt x="1162050" y="895350"/>
                </a:lnTo>
                <a:lnTo>
                  <a:pt x="1171575" y="895350"/>
                </a:lnTo>
                <a:close/>
                <a:moveTo>
                  <a:pt x="447675" y="904875"/>
                </a:moveTo>
                <a:lnTo>
                  <a:pt x="457200" y="904875"/>
                </a:lnTo>
                <a:lnTo>
                  <a:pt x="457200" y="914400"/>
                </a:lnTo>
                <a:lnTo>
                  <a:pt x="447675" y="914400"/>
                </a:lnTo>
                <a:close/>
                <a:moveTo>
                  <a:pt x="400050" y="914400"/>
                </a:moveTo>
                <a:lnTo>
                  <a:pt x="419100" y="914400"/>
                </a:lnTo>
                <a:lnTo>
                  <a:pt x="419100" y="895350"/>
                </a:lnTo>
                <a:lnTo>
                  <a:pt x="409575" y="895350"/>
                </a:lnTo>
                <a:lnTo>
                  <a:pt x="409575" y="904875"/>
                </a:lnTo>
                <a:lnTo>
                  <a:pt x="400050" y="904875"/>
                </a:lnTo>
                <a:close/>
                <a:moveTo>
                  <a:pt x="1133475" y="942975"/>
                </a:moveTo>
                <a:lnTo>
                  <a:pt x="1162050" y="942975"/>
                </a:lnTo>
                <a:lnTo>
                  <a:pt x="1162050" y="952500"/>
                </a:lnTo>
                <a:lnTo>
                  <a:pt x="1152525" y="952500"/>
                </a:lnTo>
                <a:lnTo>
                  <a:pt x="1152525" y="962025"/>
                </a:lnTo>
                <a:lnTo>
                  <a:pt x="1162050" y="962025"/>
                </a:lnTo>
                <a:lnTo>
                  <a:pt x="1162050" y="971550"/>
                </a:lnTo>
                <a:lnTo>
                  <a:pt x="1152525" y="971550"/>
                </a:lnTo>
                <a:lnTo>
                  <a:pt x="1152525" y="981075"/>
                </a:lnTo>
                <a:lnTo>
                  <a:pt x="1133475" y="981075"/>
                </a:lnTo>
                <a:lnTo>
                  <a:pt x="1133475" y="962025"/>
                </a:lnTo>
                <a:lnTo>
                  <a:pt x="1123950" y="962025"/>
                </a:lnTo>
                <a:lnTo>
                  <a:pt x="1123950" y="952500"/>
                </a:lnTo>
                <a:lnTo>
                  <a:pt x="1133475" y="952500"/>
                </a:lnTo>
                <a:close/>
                <a:moveTo>
                  <a:pt x="390525" y="952500"/>
                </a:moveTo>
                <a:lnTo>
                  <a:pt x="400050" y="952500"/>
                </a:lnTo>
                <a:lnTo>
                  <a:pt x="400050" y="971550"/>
                </a:lnTo>
                <a:lnTo>
                  <a:pt x="390525" y="971550"/>
                </a:lnTo>
                <a:close/>
                <a:moveTo>
                  <a:pt x="447675" y="952500"/>
                </a:moveTo>
                <a:lnTo>
                  <a:pt x="466725" y="952500"/>
                </a:lnTo>
                <a:lnTo>
                  <a:pt x="466725" y="962025"/>
                </a:lnTo>
                <a:lnTo>
                  <a:pt x="447675" y="962025"/>
                </a:lnTo>
                <a:close/>
                <a:moveTo>
                  <a:pt x="990600" y="952500"/>
                </a:moveTo>
                <a:lnTo>
                  <a:pt x="1019175" y="952500"/>
                </a:lnTo>
                <a:lnTo>
                  <a:pt x="1019175" y="962025"/>
                </a:lnTo>
                <a:lnTo>
                  <a:pt x="990600" y="962025"/>
                </a:lnTo>
                <a:close/>
                <a:moveTo>
                  <a:pt x="1038225" y="952500"/>
                </a:moveTo>
                <a:lnTo>
                  <a:pt x="1047750" y="952500"/>
                </a:lnTo>
                <a:lnTo>
                  <a:pt x="1047750" y="962025"/>
                </a:lnTo>
                <a:lnTo>
                  <a:pt x="1057275" y="962025"/>
                </a:lnTo>
                <a:lnTo>
                  <a:pt x="1057275" y="981075"/>
                </a:lnTo>
                <a:lnTo>
                  <a:pt x="1066800" y="981075"/>
                </a:lnTo>
                <a:lnTo>
                  <a:pt x="1066800" y="990600"/>
                </a:lnTo>
                <a:lnTo>
                  <a:pt x="1076325" y="990600"/>
                </a:lnTo>
                <a:lnTo>
                  <a:pt x="1076325" y="1000125"/>
                </a:lnTo>
                <a:lnTo>
                  <a:pt x="1104900" y="1000125"/>
                </a:lnTo>
                <a:lnTo>
                  <a:pt x="1104900" y="990600"/>
                </a:lnTo>
                <a:lnTo>
                  <a:pt x="1123950" y="990600"/>
                </a:lnTo>
                <a:lnTo>
                  <a:pt x="1123950" y="1009650"/>
                </a:lnTo>
                <a:lnTo>
                  <a:pt x="1076325" y="1009650"/>
                </a:lnTo>
                <a:lnTo>
                  <a:pt x="1076325" y="1019175"/>
                </a:lnTo>
                <a:lnTo>
                  <a:pt x="1066800" y="1019175"/>
                </a:lnTo>
                <a:lnTo>
                  <a:pt x="1066800" y="1009650"/>
                </a:lnTo>
                <a:lnTo>
                  <a:pt x="1057275" y="1009650"/>
                </a:lnTo>
                <a:lnTo>
                  <a:pt x="1057275" y="1000125"/>
                </a:lnTo>
                <a:lnTo>
                  <a:pt x="1047750" y="1000125"/>
                </a:lnTo>
                <a:lnTo>
                  <a:pt x="1047750" y="990600"/>
                </a:lnTo>
                <a:lnTo>
                  <a:pt x="1038225" y="990600"/>
                </a:lnTo>
                <a:lnTo>
                  <a:pt x="1038225" y="981075"/>
                </a:lnTo>
                <a:lnTo>
                  <a:pt x="1028700" y="981075"/>
                </a:lnTo>
                <a:lnTo>
                  <a:pt x="1028700" y="971550"/>
                </a:lnTo>
                <a:lnTo>
                  <a:pt x="1019175" y="971550"/>
                </a:lnTo>
                <a:lnTo>
                  <a:pt x="1019175" y="962025"/>
                </a:lnTo>
                <a:lnTo>
                  <a:pt x="1038225" y="962025"/>
                </a:lnTo>
                <a:close/>
                <a:moveTo>
                  <a:pt x="1343025" y="952500"/>
                </a:moveTo>
                <a:lnTo>
                  <a:pt x="1362075" y="952500"/>
                </a:lnTo>
                <a:lnTo>
                  <a:pt x="1362075" y="971550"/>
                </a:lnTo>
                <a:lnTo>
                  <a:pt x="1343025" y="971550"/>
                </a:lnTo>
                <a:close/>
                <a:moveTo>
                  <a:pt x="1266825" y="971550"/>
                </a:moveTo>
                <a:lnTo>
                  <a:pt x="1285875" y="971550"/>
                </a:lnTo>
                <a:lnTo>
                  <a:pt x="1285875" y="990600"/>
                </a:lnTo>
                <a:lnTo>
                  <a:pt x="1276350" y="990600"/>
                </a:lnTo>
                <a:lnTo>
                  <a:pt x="1276350" y="1000125"/>
                </a:lnTo>
                <a:lnTo>
                  <a:pt x="1266825" y="1000125"/>
                </a:lnTo>
                <a:lnTo>
                  <a:pt x="1266825" y="1019175"/>
                </a:lnTo>
                <a:lnTo>
                  <a:pt x="1276350" y="1019175"/>
                </a:lnTo>
                <a:lnTo>
                  <a:pt x="1276350" y="1028700"/>
                </a:lnTo>
                <a:lnTo>
                  <a:pt x="1238250" y="1028700"/>
                </a:lnTo>
                <a:lnTo>
                  <a:pt x="1238250" y="1047750"/>
                </a:lnTo>
                <a:lnTo>
                  <a:pt x="1228725" y="1047750"/>
                </a:lnTo>
                <a:lnTo>
                  <a:pt x="1228725" y="1009650"/>
                </a:lnTo>
                <a:lnTo>
                  <a:pt x="1219200" y="1009650"/>
                </a:lnTo>
                <a:lnTo>
                  <a:pt x="1219200" y="1000125"/>
                </a:lnTo>
                <a:lnTo>
                  <a:pt x="1228725" y="1000125"/>
                </a:lnTo>
                <a:lnTo>
                  <a:pt x="1228725" y="981075"/>
                </a:lnTo>
                <a:lnTo>
                  <a:pt x="1247775" y="981075"/>
                </a:lnTo>
                <a:lnTo>
                  <a:pt x="1247775" y="990600"/>
                </a:lnTo>
                <a:lnTo>
                  <a:pt x="1257300" y="990600"/>
                </a:lnTo>
                <a:lnTo>
                  <a:pt x="1257300" y="981075"/>
                </a:lnTo>
                <a:lnTo>
                  <a:pt x="1266825" y="981075"/>
                </a:lnTo>
                <a:close/>
                <a:moveTo>
                  <a:pt x="1314450" y="971550"/>
                </a:moveTo>
                <a:lnTo>
                  <a:pt x="1343025" y="971550"/>
                </a:lnTo>
                <a:lnTo>
                  <a:pt x="1343025" y="981075"/>
                </a:lnTo>
                <a:lnTo>
                  <a:pt x="1333500" y="981075"/>
                </a:lnTo>
                <a:lnTo>
                  <a:pt x="1333500" y="990600"/>
                </a:lnTo>
                <a:lnTo>
                  <a:pt x="1314450" y="990600"/>
                </a:lnTo>
                <a:close/>
                <a:moveTo>
                  <a:pt x="66675" y="1000125"/>
                </a:moveTo>
                <a:lnTo>
                  <a:pt x="76200" y="1000125"/>
                </a:lnTo>
                <a:lnTo>
                  <a:pt x="76200" y="1009650"/>
                </a:lnTo>
                <a:lnTo>
                  <a:pt x="66675" y="1009650"/>
                </a:lnTo>
                <a:close/>
                <a:moveTo>
                  <a:pt x="1295400" y="1000125"/>
                </a:moveTo>
                <a:lnTo>
                  <a:pt x="1304925" y="1000125"/>
                </a:lnTo>
                <a:lnTo>
                  <a:pt x="1304925" y="1019175"/>
                </a:lnTo>
                <a:lnTo>
                  <a:pt x="1285875" y="1019175"/>
                </a:lnTo>
                <a:lnTo>
                  <a:pt x="1285875" y="1009650"/>
                </a:lnTo>
                <a:lnTo>
                  <a:pt x="1295400" y="1009650"/>
                </a:lnTo>
                <a:close/>
                <a:moveTo>
                  <a:pt x="1352550" y="1000125"/>
                </a:moveTo>
                <a:lnTo>
                  <a:pt x="1371600" y="1000125"/>
                </a:lnTo>
                <a:lnTo>
                  <a:pt x="1371600" y="1009650"/>
                </a:lnTo>
                <a:lnTo>
                  <a:pt x="1352550" y="1009650"/>
                </a:lnTo>
                <a:close/>
                <a:moveTo>
                  <a:pt x="381000" y="1009650"/>
                </a:moveTo>
                <a:lnTo>
                  <a:pt x="390525" y="1009650"/>
                </a:lnTo>
                <a:lnTo>
                  <a:pt x="390525" y="1019175"/>
                </a:lnTo>
                <a:lnTo>
                  <a:pt x="400050" y="1019175"/>
                </a:lnTo>
                <a:lnTo>
                  <a:pt x="400050" y="1028700"/>
                </a:lnTo>
                <a:lnTo>
                  <a:pt x="381000" y="1028700"/>
                </a:lnTo>
                <a:close/>
                <a:moveTo>
                  <a:pt x="638175" y="1009650"/>
                </a:moveTo>
                <a:lnTo>
                  <a:pt x="647700" y="1009650"/>
                </a:lnTo>
                <a:lnTo>
                  <a:pt x="647700" y="1038225"/>
                </a:lnTo>
                <a:lnTo>
                  <a:pt x="657225" y="1038225"/>
                </a:lnTo>
                <a:lnTo>
                  <a:pt x="657225" y="1057275"/>
                </a:lnTo>
                <a:lnTo>
                  <a:pt x="647700" y="1057275"/>
                </a:lnTo>
                <a:lnTo>
                  <a:pt x="647700" y="1066800"/>
                </a:lnTo>
                <a:lnTo>
                  <a:pt x="657225" y="1066800"/>
                </a:lnTo>
                <a:lnTo>
                  <a:pt x="657225" y="1076325"/>
                </a:lnTo>
                <a:lnTo>
                  <a:pt x="647700" y="1076325"/>
                </a:lnTo>
                <a:lnTo>
                  <a:pt x="647700" y="1085850"/>
                </a:lnTo>
                <a:lnTo>
                  <a:pt x="657225" y="1085850"/>
                </a:lnTo>
                <a:lnTo>
                  <a:pt x="657225" y="1095375"/>
                </a:lnTo>
                <a:lnTo>
                  <a:pt x="666750" y="1095375"/>
                </a:lnTo>
                <a:lnTo>
                  <a:pt x="666750" y="1104900"/>
                </a:lnTo>
                <a:lnTo>
                  <a:pt x="685800" y="1104900"/>
                </a:lnTo>
                <a:lnTo>
                  <a:pt x="685800" y="1114425"/>
                </a:lnTo>
                <a:lnTo>
                  <a:pt x="695325" y="1114425"/>
                </a:lnTo>
                <a:lnTo>
                  <a:pt x="695325" y="1133475"/>
                </a:lnTo>
                <a:lnTo>
                  <a:pt x="723900" y="1133475"/>
                </a:lnTo>
                <a:lnTo>
                  <a:pt x="723900" y="1143000"/>
                </a:lnTo>
                <a:lnTo>
                  <a:pt x="714375" y="1143000"/>
                </a:lnTo>
                <a:lnTo>
                  <a:pt x="714375" y="1152525"/>
                </a:lnTo>
                <a:lnTo>
                  <a:pt x="704850" y="1152525"/>
                </a:lnTo>
                <a:lnTo>
                  <a:pt x="704850" y="1143000"/>
                </a:lnTo>
                <a:lnTo>
                  <a:pt x="676275" y="1143000"/>
                </a:lnTo>
                <a:lnTo>
                  <a:pt x="676275" y="1133475"/>
                </a:lnTo>
                <a:lnTo>
                  <a:pt x="685800" y="1133475"/>
                </a:lnTo>
                <a:lnTo>
                  <a:pt x="685800" y="1123950"/>
                </a:lnTo>
                <a:lnTo>
                  <a:pt x="676275" y="1123950"/>
                </a:lnTo>
                <a:lnTo>
                  <a:pt x="676275" y="1114425"/>
                </a:lnTo>
                <a:lnTo>
                  <a:pt x="657225" y="1114425"/>
                </a:lnTo>
                <a:lnTo>
                  <a:pt x="657225" y="1143000"/>
                </a:lnTo>
                <a:lnTo>
                  <a:pt x="609600" y="1143000"/>
                </a:lnTo>
                <a:lnTo>
                  <a:pt x="609600" y="1133475"/>
                </a:lnTo>
                <a:lnTo>
                  <a:pt x="590550" y="1133475"/>
                </a:lnTo>
                <a:lnTo>
                  <a:pt x="590550" y="1123950"/>
                </a:lnTo>
                <a:lnTo>
                  <a:pt x="581025" y="1123950"/>
                </a:lnTo>
                <a:lnTo>
                  <a:pt x="581025" y="1133475"/>
                </a:lnTo>
                <a:lnTo>
                  <a:pt x="552450" y="1133475"/>
                </a:lnTo>
                <a:lnTo>
                  <a:pt x="552450" y="1123950"/>
                </a:lnTo>
                <a:lnTo>
                  <a:pt x="542925" y="1123950"/>
                </a:lnTo>
                <a:lnTo>
                  <a:pt x="542925" y="1114425"/>
                </a:lnTo>
                <a:lnTo>
                  <a:pt x="552450" y="1114425"/>
                </a:lnTo>
                <a:lnTo>
                  <a:pt x="552450" y="1104900"/>
                </a:lnTo>
                <a:lnTo>
                  <a:pt x="561975" y="1104900"/>
                </a:lnTo>
                <a:lnTo>
                  <a:pt x="561975" y="1095375"/>
                </a:lnTo>
                <a:lnTo>
                  <a:pt x="571500" y="1095375"/>
                </a:lnTo>
                <a:lnTo>
                  <a:pt x="571500" y="1076325"/>
                </a:lnTo>
                <a:lnTo>
                  <a:pt x="552450" y="1076325"/>
                </a:lnTo>
                <a:lnTo>
                  <a:pt x="552450" y="1085850"/>
                </a:lnTo>
                <a:lnTo>
                  <a:pt x="533400" y="1085850"/>
                </a:lnTo>
                <a:lnTo>
                  <a:pt x="533400" y="1066800"/>
                </a:lnTo>
                <a:lnTo>
                  <a:pt x="552450" y="1066800"/>
                </a:lnTo>
                <a:lnTo>
                  <a:pt x="552450" y="1047750"/>
                </a:lnTo>
                <a:lnTo>
                  <a:pt x="571500" y="1047750"/>
                </a:lnTo>
                <a:lnTo>
                  <a:pt x="571500" y="1057275"/>
                </a:lnTo>
                <a:lnTo>
                  <a:pt x="590550" y="1057275"/>
                </a:lnTo>
                <a:lnTo>
                  <a:pt x="590550" y="1047750"/>
                </a:lnTo>
                <a:lnTo>
                  <a:pt x="600075" y="1047750"/>
                </a:lnTo>
                <a:lnTo>
                  <a:pt x="600075" y="1028700"/>
                </a:lnTo>
                <a:lnTo>
                  <a:pt x="609600" y="1028700"/>
                </a:lnTo>
                <a:lnTo>
                  <a:pt x="609600" y="1019175"/>
                </a:lnTo>
                <a:lnTo>
                  <a:pt x="638175" y="1019175"/>
                </a:lnTo>
                <a:close/>
                <a:moveTo>
                  <a:pt x="1343025" y="1009650"/>
                </a:moveTo>
                <a:lnTo>
                  <a:pt x="1352550" y="1009650"/>
                </a:lnTo>
                <a:lnTo>
                  <a:pt x="1352550" y="1028700"/>
                </a:lnTo>
                <a:lnTo>
                  <a:pt x="1343025" y="1028700"/>
                </a:lnTo>
                <a:close/>
                <a:moveTo>
                  <a:pt x="57150" y="1019175"/>
                </a:moveTo>
                <a:lnTo>
                  <a:pt x="66675" y="1019175"/>
                </a:lnTo>
                <a:lnTo>
                  <a:pt x="66675" y="1028700"/>
                </a:lnTo>
                <a:lnTo>
                  <a:pt x="57150" y="1028700"/>
                </a:lnTo>
                <a:close/>
                <a:moveTo>
                  <a:pt x="1276350" y="1038225"/>
                </a:moveTo>
                <a:lnTo>
                  <a:pt x="1295400" y="1038225"/>
                </a:lnTo>
                <a:lnTo>
                  <a:pt x="1295400" y="1047750"/>
                </a:lnTo>
                <a:lnTo>
                  <a:pt x="1304925" y="1047750"/>
                </a:lnTo>
                <a:lnTo>
                  <a:pt x="1304925" y="1057275"/>
                </a:lnTo>
                <a:lnTo>
                  <a:pt x="1295400" y="1057275"/>
                </a:lnTo>
                <a:lnTo>
                  <a:pt x="1295400" y="1076325"/>
                </a:lnTo>
                <a:lnTo>
                  <a:pt x="1285875" y="1076325"/>
                </a:lnTo>
                <a:lnTo>
                  <a:pt x="1285875" y="1085850"/>
                </a:lnTo>
                <a:lnTo>
                  <a:pt x="1276350" y="1085850"/>
                </a:lnTo>
                <a:lnTo>
                  <a:pt x="1276350" y="1104900"/>
                </a:lnTo>
                <a:lnTo>
                  <a:pt x="1238250" y="1104900"/>
                </a:lnTo>
                <a:lnTo>
                  <a:pt x="1238250" y="1114425"/>
                </a:lnTo>
                <a:lnTo>
                  <a:pt x="1257300" y="1114425"/>
                </a:lnTo>
                <a:lnTo>
                  <a:pt x="1257300" y="1133475"/>
                </a:lnTo>
                <a:lnTo>
                  <a:pt x="1247775" y="1133475"/>
                </a:lnTo>
                <a:lnTo>
                  <a:pt x="1247775" y="1143000"/>
                </a:lnTo>
                <a:lnTo>
                  <a:pt x="1238250" y="1143000"/>
                </a:lnTo>
                <a:lnTo>
                  <a:pt x="1238250" y="1152525"/>
                </a:lnTo>
                <a:lnTo>
                  <a:pt x="1247775" y="1152525"/>
                </a:lnTo>
                <a:lnTo>
                  <a:pt x="1247775" y="1162050"/>
                </a:lnTo>
                <a:lnTo>
                  <a:pt x="1238250" y="1162050"/>
                </a:lnTo>
                <a:lnTo>
                  <a:pt x="1238250" y="1171575"/>
                </a:lnTo>
                <a:lnTo>
                  <a:pt x="1228725" y="1171575"/>
                </a:lnTo>
                <a:lnTo>
                  <a:pt x="1228725" y="1162050"/>
                </a:lnTo>
                <a:lnTo>
                  <a:pt x="1219200" y="1162050"/>
                </a:lnTo>
                <a:lnTo>
                  <a:pt x="1219200" y="1152525"/>
                </a:lnTo>
                <a:lnTo>
                  <a:pt x="1228725" y="1152525"/>
                </a:lnTo>
                <a:lnTo>
                  <a:pt x="1228725" y="1133475"/>
                </a:lnTo>
                <a:lnTo>
                  <a:pt x="1219200" y="1133475"/>
                </a:lnTo>
                <a:lnTo>
                  <a:pt x="1219200" y="1123950"/>
                </a:lnTo>
                <a:lnTo>
                  <a:pt x="1209675" y="1123950"/>
                </a:lnTo>
                <a:lnTo>
                  <a:pt x="1209675" y="1133475"/>
                </a:lnTo>
                <a:lnTo>
                  <a:pt x="1200150" y="1133475"/>
                </a:lnTo>
                <a:lnTo>
                  <a:pt x="1200150" y="1143000"/>
                </a:lnTo>
                <a:lnTo>
                  <a:pt x="1190625" y="1143000"/>
                </a:lnTo>
                <a:lnTo>
                  <a:pt x="1190625" y="1152525"/>
                </a:lnTo>
                <a:lnTo>
                  <a:pt x="1171575" y="1152525"/>
                </a:lnTo>
                <a:lnTo>
                  <a:pt x="1171575" y="1162050"/>
                </a:lnTo>
                <a:lnTo>
                  <a:pt x="1152525" y="1162050"/>
                </a:lnTo>
                <a:lnTo>
                  <a:pt x="1152525" y="1171575"/>
                </a:lnTo>
                <a:lnTo>
                  <a:pt x="1123950" y="1171575"/>
                </a:lnTo>
                <a:lnTo>
                  <a:pt x="1123950" y="1152525"/>
                </a:lnTo>
                <a:lnTo>
                  <a:pt x="1143000" y="1152525"/>
                </a:lnTo>
                <a:lnTo>
                  <a:pt x="1143000" y="1143000"/>
                </a:lnTo>
                <a:lnTo>
                  <a:pt x="1171575" y="1143000"/>
                </a:lnTo>
                <a:lnTo>
                  <a:pt x="1171575" y="1114425"/>
                </a:lnTo>
                <a:lnTo>
                  <a:pt x="1181100" y="1114425"/>
                </a:lnTo>
                <a:lnTo>
                  <a:pt x="1181100" y="1104900"/>
                </a:lnTo>
                <a:lnTo>
                  <a:pt x="1190625" y="1104900"/>
                </a:lnTo>
                <a:lnTo>
                  <a:pt x="1190625" y="1095375"/>
                </a:lnTo>
                <a:lnTo>
                  <a:pt x="1209675" y="1095375"/>
                </a:lnTo>
                <a:lnTo>
                  <a:pt x="1209675" y="1076325"/>
                </a:lnTo>
                <a:lnTo>
                  <a:pt x="1200150" y="1076325"/>
                </a:lnTo>
                <a:lnTo>
                  <a:pt x="1200150" y="1066800"/>
                </a:lnTo>
                <a:lnTo>
                  <a:pt x="1219200" y="1066800"/>
                </a:lnTo>
                <a:lnTo>
                  <a:pt x="1219200" y="1047750"/>
                </a:lnTo>
                <a:lnTo>
                  <a:pt x="1228725" y="1047750"/>
                </a:lnTo>
                <a:lnTo>
                  <a:pt x="1228725" y="1057275"/>
                </a:lnTo>
                <a:lnTo>
                  <a:pt x="1238250" y="1057275"/>
                </a:lnTo>
                <a:lnTo>
                  <a:pt x="1238250" y="1066800"/>
                </a:lnTo>
                <a:lnTo>
                  <a:pt x="1247775" y="1066800"/>
                </a:lnTo>
                <a:lnTo>
                  <a:pt x="1247775" y="1057275"/>
                </a:lnTo>
                <a:lnTo>
                  <a:pt x="1266825" y="1057275"/>
                </a:lnTo>
                <a:lnTo>
                  <a:pt x="1266825" y="1047750"/>
                </a:lnTo>
                <a:lnTo>
                  <a:pt x="1276350" y="1047750"/>
                </a:lnTo>
                <a:close/>
                <a:moveTo>
                  <a:pt x="838200" y="1047750"/>
                </a:moveTo>
                <a:lnTo>
                  <a:pt x="847725" y="1047750"/>
                </a:lnTo>
                <a:lnTo>
                  <a:pt x="847725" y="1057275"/>
                </a:lnTo>
                <a:lnTo>
                  <a:pt x="838200" y="1057275"/>
                </a:lnTo>
                <a:close/>
                <a:moveTo>
                  <a:pt x="1047750" y="1047750"/>
                </a:moveTo>
                <a:lnTo>
                  <a:pt x="1057275" y="1047750"/>
                </a:lnTo>
                <a:lnTo>
                  <a:pt x="1057275" y="1057275"/>
                </a:lnTo>
                <a:lnTo>
                  <a:pt x="1047750" y="1057275"/>
                </a:lnTo>
                <a:close/>
                <a:moveTo>
                  <a:pt x="19050" y="1057275"/>
                </a:moveTo>
                <a:lnTo>
                  <a:pt x="28575" y="1057275"/>
                </a:lnTo>
                <a:lnTo>
                  <a:pt x="28575" y="1066800"/>
                </a:lnTo>
                <a:lnTo>
                  <a:pt x="19050" y="1066800"/>
                </a:lnTo>
                <a:close/>
                <a:moveTo>
                  <a:pt x="847725" y="1066800"/>
                </a:moveTo>
                <a:lnTo>
                  <a:pt x="866775" y="1066800"/>
                </a:lnTo>
                <a:lnTo>
                  <a:pt x="866775" y="1076325"/>
                </a:lnTo>
                <a:lnTo>
                  <a:pt x="876300" y="1076325"/>
                </a:lnTo>
                <a:lnTo>
                  <a:pt x="876300" y="1085850"/>
                </a:lnTo>
                <a:lnTo>
                  <a:pt x="857250" y="1085850"/>
                </a:lnTo>
                <a:lnTo>
                  <a:pt x="857250" y="1076325"/>
                </a:lnTo>
                <a:lnTo>
                  <a:pt x="847725" y="1076325"/>
                </a:lnTo>
                <a:close/>
                <a:moveTo>
                  <a:pt x="1019175" y="1066800"/>
                </a:moveTo>
                <a:lnTo>
                  <a:pt x="1038225" y="1066800"/>
                </a:lnTo>
                <a:lnTo>
                  <a:pt x="1038225" y="1076325"/>
                </a:lnTo>
                <a:lnTo>
                  <a:pt x="1019175" y="1076325"/>
                </a:lnTo>
                <a:close/>
                <a:moveTo>
                  <a:pt x="904875" y="1076325"/>
                </a:moveTo>
                <a:lnTo>
                  <a:pt x="914400" y="1076325"/>
                </a:lnTo>
                <a:lnTo>
                  <a:pt x="914400" y="1085850"/>
                </a:lnTo>
                <a:lnTo>
                  <a:pt x="904875" y="1085850"/>
                </a:lnTo>
                <a:close/>
                <a:moveTo>
                  <a:pt x="971550" y="1076325"/>
                </a:moveTo>
                <a:lnTo>
                  <a:pt x="981075" y="1076325"/>
                </a:lnTo>
                <a:lnTo>
                  <a:pt x="981075" y="1085850"/>
                </a:lnTo>
                <a:lnTo>
                  <a:pt x="971550" y="1085850"/>
                </a:lnTo>
                <a:close/>
                <a:moveTo>
                  <a:pt x="9525" y="1085850"/>
                </a:moveTo>
                <a:lnTo>
                  <a:pt x="28575" y="1085850"/>
                </a:lnTo>
                <a:lnTo>
                  <a:pt x="28575" y="1104900"/>
                </a:lnTo>
                <a:lnTo>
                  <a:pt x="19050" y="1104900"/>
                </a:lnTo>
                <a:lnTo>
                  <a:pt x="19050" y="1114425"/>
                </a:lnTo>
                <a:lnTo>
                  <a:pt x="0" y="1114425"/>
                </a:lnTo>
                <a:lnTo>
                  <a:pt x="0" y="1095375"/>
                </a:lnTo>
                <a:lnTo>
                  <a:pt x="9525" y="1095375"/>
                </a:lnTo>
                <a:close/>
                <a:moveTo>
                  <a:pt x="876300" y="1085850"/>
                </a:moveTo>
                <a:lnTo>
                  <a:pt x="895350" y="1085850"/>
                </a:lnTo>
                <a:lnTo>
                  <a:pt x="895350" y="1095375"/>
                </a:lnTo>
                <a:lnTo>
                  <a:pt x="876300" y="1095375"/>
                </a:lnTo>
                <a:close/>
                <a:moveTo>
                  <a:pt x="923925" y="1085850"/>
                </a:moveTo>
                <a:lnTo>
                  <a:pt x="942975" y="1085850"/>
                </a:lnTo>
                <a:lnTo>
                  <a:pt x="942975" y="1095375"/>
                </a:lnTo>
                <a:lnTo>
                  <a:pt x="933450" y="1095375"/>
                </a:lnTo>
                <a:lnTo>
                  <a:pt x="933450" y="1114425"/>
                </a:lnTo>
                <a:lnTo>
                  <a:pt x="923925" y="1114425"/>
                </a:lnTo>
                <a:lnTo>
                  <a:pt x="923925" y="1104900"/>
                </a:lnTo>
                <a:lnTo>
                  <a:pt x="914400" y="1104900"/>
                </a:lnTo>
                <a:lnTo>
                  <a:pt x="914400" y="1095375"/>
                </a:lnTo>
                <a:lnTo>
                  <a:pt x="923925" y="1095375"/>
                </a:lnTo>
                <a:close/>
                <a:moveTo>
                  <a:pt x="1285875" y="1085850"/>
                </a:moveTo>
                <a:lnTo>
                  <a:pt x="1295400" y="1085850"/>
                </a:lnTo>
                <a:lnTo>
                  <a:pt x="1295400" y="1095375"/>
                </a:lnTo>
                <a:lnTo>
                  <a:pt x="1285875" y="1095375"/>
                </a:lnTo>
                <a:close/>
                <a:moveTo>
                  <a:pt x="590550" y="1095375"/>
                </a:moveTo>
                <a:lnTo>
                  <a:pt x="609600" y="1095375"/>
                </a:lnTo>
                <a:lnTo>
                  <a:pt x="609600" y="1076325"/>
                </a:lnTo>
                <a:lnTo>
                  <a:pt x="600075" y="1076325"/>
                </a:lnTo>
                <a:lnTo>
                  <a:pt x="600075" y="1085850"/>
                </a:lnTo>
                <a:lnTo>
                  <a:pt x="590550" y="1085850"/>
                </a:lnTo>
                <a:close/>
                <a:moveTo>
                  <a:pt x="809625" y="1104900"/>
                </a:moveTo>
                <a:lnTo>
                  <a:pt x="819150" y="1104900"/>
                </a:lnTo>
                <a:lnTo>
                  <a:pt x="819150" y="1114425"/>
                </a:lnTo>
                <a:lnTo>
                  <a:pt x="809625" y="1114425"/>
                </a:lnTo>
                <a:close/>
                <a:moveTo>
                  <a:pt x="847725" y="1104900"/>
                </a:moveTo>
                <a:lnTo>
                  <a:pt x="866775" y="1104900"/>
                </a:lnTo>
                <a:lnTo>
                  <a:pt x="866775" y="1114425"/>
                </a:lnTo>
                <a:lnTo>
                  <a:pt x="847725" y="1114425"/>
                </a:lnTo>
                <a:close/>
                <a:moveTo>
                  <a:pt x="819150" y="1114425"/>
                </a:moveTo>
                <a:lnTo>
                  <a:pt x="838200" y="1114425"/>
                </a:lnTo>
                <a:lnTo>
                  <a:pt x="838200" y="1123950"/>
                </a:lnTo>
                <a:lnTo>
                  <a:pt x="876300" y="1123950"/>
                </a:lnTo>
                <a:lnTo>
                  <a:pt x="876300" y="1133475"/>
                </a:lnTo>
                <a:lnTo>
                  <a:pt x="895350" y="1133475"/>
                </a:lnTo>
                <a:lnTo>
                  <a:pt x="895350" y="1143000"/>
                </a:lnTo>
                <a:lnTo>
                  <a:pt x="866775" y="1143000"/>
                </a:lnTo>
                <a:lnTo>
                  <a:pt x="866775" y="1133475"/>
                </a:lnTo>
                <a:lnTo>
                  <a:pt x="828675" y="1133475"/>
                </a:lnTo>
                <a:lnTo>
                  <a:pt x="828675" y="1123950"/>
                </a:lnTo>
                <a:lnTo>
                  <a:pt x="819150" y="1123950"/>
                </a:lnTo>
                <a:close/>
                <a:moveTo>
                  <a:pt x="1343025" y="1123950"/>
                </a:moveTo>
                <a:lnTo>
                  <a:pt x="1352550" y="1123950"/>
                </a:lnTo>
                <a:lnTo>
                  <a:pt x="1352550" y="1143000"/>
                </a:lnTo>
                <a:lnTo>
                  <a:pt x="1343025" y="1143000"/>
                </a:lnTo>
                <a:close/>
                <a:moveTo>
                  <a:pt x="1257300" y="1133475"/>
                </a:moveTo>
                <a:lnTo>
                  <a:pt x="1266825" y="1133475"/>
                </a:lnTo>
                <a:lnTo>
                  <a:pt x="1266825" y="1143000"/>
                </a:lnTo>
                <a:lnTo>
                  <a:pt x="1257300" y="1143000"/>
                </a:lnTo>
                <a:close/>
                <a:moveTo>
                  <a:pt x="1276350" y="1133475"/>
                </a:moveTo>
                <a:lnTo>
                  <a:pt x="1285875" y="1133475"/>
                </a:lnTo>
                <a:lnTo>
                  <a:pt x="1285875" y="1143000"/>
                </a:lnTo>
                <a:lnTo>
                  <a:pt x="1276350" y="1143000"/>
                </a:lnTo>
                <a:close/>
                <a:moveTo>
                  <a:pt x="1390650" y="1133475"/>
                </a:moveTo>
                <a:lnTo>
                  <a:pt x="1409700" y="1133475"/>
                </a:lnTo>
                <a:lnTo>
                  <a:pt x="1409700" y="1143000"/>
                </a:lnTo>
                <a:lnTo>
                  <a:pt x="1390650" y="1143000"/>
                </a:lnTo>
                <a:close/>
                <a:moveTo>
                  <a:pt x="9525" y="1143000"/>
                </a:moveTo>
                <a:lnTo>
                  <a:pt x="47625" y="1143000"/>
                </a:lnTo>
                <a:lnTo>
                  <a:pt x="47625" y="1152525"/>
                </a:lnTo>
                <a:lnTo>
                  <a:pt x="57150" y="1152525"/>
                </a:lnTo>
                <a:lnTo>
                  <a:pt x="57150" y="1162050"/>
                </a:lnTo>
                <a:lnTo>
                  <a:pt x="47625" y="1162050"/>
                </a:lnTo>
                <a:lnTo>
                  <a:pt x="47625" y="1171575"/>
                </a:lnTo>
                <a:lnTo>
                  <a:pt x="19050" y="1171575"/>
                </a:lnTo>
                <a:lnTo>
                  <a:pt x="19050" y="1162050"/>
                </a:lnTo>
                <a:lnTo>
                  <a:pt x="9525" y="1162050"/>
                </a:lnTo>
                <a:close/>
                <a:moveTo>
                  <a:pt x="723900" y="1143000"/>
                </a:moveTo>
                <a:lnTo>
                  <a:pt x="742950" y="1143000"/>
                </a:lnTo>
                <a:lnTo>
                  <a:pt x="742950" y="1152525"/>
                </a:lnTo>
                <a:lnTo>
                  <a:pt x="723900" y="1152525"/>
                </a:lnTo>
                <a:close/>
                <a:moveTo>
                  <a:pt x="228600" y="1152525"/>
                </a:moveTo>
                <a:lnTo>
                  <a:pt x="247650" y="1152525"/>
                </a:lnTo>
                <a:lnTo>
                  <a:pt x="247650" y="1162050"/>
                </a:lnTo>
                <a:lnTo>
                  <a:pt x="228600" y="1162050"/>
                </a:lnTo>
                <a:close/>
                <a:moveTo>
                  <a:pt x="95250" y="1162050"/>
                </a:moveTo>
                <a:lnTo>
                  <a:pt x="104775" y="1162050"/>
                </a:lnTo>
                <a:lnTo>
                  <a:pt x="104775" y="1181100"/>
                </a:lnTo>
                <a:lnTo>
                  <a:pt x="95250" y="1181100"/>
                </a:lnTo>
                <a:close/>
                <a:moveTo>
                  <a:pt x="1352550" y="1171575"/>
                </a:moveTo>
                <a:lnTo>
                  <a:pt x="1381125" y="1171575"/>
                </a:lnTo>
                <a:lnTo>
                  <a:pt x="1381125" y="1181100"/>
                </a:lnTo>
                <a:lnTo>
                  <a:pt x="1352550" y="1181100"/>
                </a:lnTo>
                <a:close/>
                <a:moveTo>
                  <a:pt x="257175" y="1200150"/>
                </a:moveTo>
                <a:lnTo>
                  <a:pt x="266700" y="1200150"/>
                </a:lnTo>
                <a:lnTo>
                  <a:pt x="266700" y="1209675"/>
                </a:lnTo>
                <a:lnTo>
                  <a:pt x="257175" y="1209675"/>
                </a:lnTo>
                <a:close/>
                <a:moveTo>
                  <a:pt x="95250" y="1209675"/>
                </a:moveTo>
                <a:lnTo>
                  <a:pt x="114300" y="1209675"/>
                </a:lnTo>
                <a:lnTo>
                  <a:pt x="114300" y="1219200"/>
                </a:lnTo>
                <a:lnTo>
                  <a:pt x="104775" y="1219200"/>
                </a:lnTo>
                <a:lnTo>
                  <a:pt x="104775" y="1238250"/>
                </a:lnTo>
                <a:lnTo>
                  <a:pt x="95250" y="1238250"/>
                </a:lnTo>
                <a:lnTo>
                  <a:pt x="95250" y="1228725"/>
                </a:lnTo>
                <a:lnTo>
                  <a:pt x="85725" y="1228725"/>
                </a:lnTo>
                <a:lnTo>
                  <a:pt x="85725" y="1219200"/>
                </a:lnTo>
                <a:lnTo>
                  <a:pt x="95250" y="1219200"/>
                </a:lnTo>
                <a:close/>
                <a:moveTo>
                  <a:pt x="57150" y="1219200"/>
                </a:moveTo>
                <a:lnTo>
                  <a:pt x="66675" y="1219200"/>
                </a:lnTo>
                <a:lnTo>
                  <a:pt x="66675" y="1228725"/>
                </a:lnTo>
                <a:lnTo>
                  <a:pt x="57150" y="1228725"/>
                </a:lnTo>
                <a:close/>
                <a:moveTo>
                  <a:pt x="447675" y="1219200"/>
                </a:moveTo>
                <a:lnTo>
                  <a:pt x="457200" y="1219200"/>
                </a:lnTo>
                <a:lnTo>
                  <a:pt x="457200" y="1238250"/>
                </a:lnTo>
                <a:lnTo>
                  <a:pt x="476250" y="1238250"/>
                </a:lnTo>
                <a:lnTo>
                  <a:pt x="476250" y="1247775"/>
                </a:lnTo>
                <a:lnTo>
                  <a:pt x="447675" y="1247775"/>
                </a:lnTo>
                <a:close/>
                <a:moveTo>
                  <a:pt x="1390650" y="1219200"/>
                </a:moveTo>
                <a:lnTo>
                  <a:pt x="1419225" y="1219200"/>
                </a:lnTo>
                <a:lnTo>
                  <a:pt x="1419225" y="1228725"/>
                </a:lnTo>
                <a:lnTo>
                  <a:pt x="1400175" y="1228725"/>
                </a:lnTo>
                <a:lnTo>
                  <a:pt x="1400175" y="1247775"/>
                </a:lnTo>
                <a:lnTo>
                  <a:pt x="1390650" y="1247775"/>
                </a:lnTo>
                <a:close/>
                <a:moveTo>
                  <a:pt x="381000" y="1238250"/>
                </a:moveTo>
                <a:lnTo>
                  <a:pt x="400050" y="1238250"/>
                </a:lnTo>
                <a:lnTo>
                  <a:pt x="400050" y="1247775"/>
                </a:lnTo>
                <a:lnTo>
                  <a:pt x="381000" y="1247775"/>
                </a:lnTo>
                <a:close/>
                <a:moveTo>
                  <a:pt x="485775" y="1238250"/>
                </a:moveTo>
                <a:lnTo>
                  <a:pt x="504825" y="1238250"/>
                </a:lnTo>
                <a:lnTo>
                  <a:pt x="504825" y="1257300"/>
                </a:lnTo>
                <a:lnTo>
                  <a:pt x="485775" y="1257300"/>
                </a:lnTo>
                <a:close/>
                <a:moveTo>
                  <a:pt x="1457325" y="1238250"/>
                </a:moveTo>
                <a:lnTo>
                  <a:pt x="1466850" y="1238250"/>
                </a:lnTo>
                <a:lnTo>
                  <a:pt x="1466850" y="1257300"/>
                </a:lnTo>
                <a:lnTo>
                  <a:pt x="1457325" y="1257300"/>
                </a:lnTo>
                <a:close/>
                <a:moveTo>
                  <a:pt x="514350" y="1247775"/>
                </a:moveTo>
                <a:lnTo>
                  <a:pt x="523875" y="1247775"/>
                </a:lnTo>
                <a:lnTo>
                  <a:pt x="523875" y="1257300"/>
                </a:lnTo>
                <a:lnTo>
                  <a:pt x="514350" y="1257300"/>
                </a:lnTo>
                <a:close/>
                <a:moveTo>
                  <a:pt x="533400" y="1247775"/>
                </a:moveTo>
                <a:lnTo>
                  <a:pt x="542925" y="1247775"/>
                </a:lnTo>
                <a:lnTo>
                  <a:pt x="542925" y="1257300"/>
                </a:lnTo>
                <a:lnTo>
                  <a:pt x="552450" y="1257300"/>
                </a:lnTo>
                <a:lnTo>
                  <a:pt x="552450" y="1276350"/>
                </a:lnTo>
                <a:lnTo>
                  <a:pt x="561975" y="1276350"/>
                </a:lnTo>
                <a:lnTo>
                  <a:pt x="561975" y="1285875"/>
                </a:lnTo>
                <a:lnTo>
                  <a:pt x="600075" y="1285875"/>
                </a:lnTo>
                <a:lnTo>
                  <a:pt x="600075" y="1295400"/>
                </a:lnTo>
                <a:lnTo>
                  <a:pt x="571500" y="1295400"/>
                </a:lnTo>
                <a:lnTo>
                  <a:pt x="571500" y="1304925"/>
                </a:lnTo>
                <a:lnTo>
                  <a:pt x="533400" y="1304925"/>
                </a:lnTo>
                <a:lnTo>
                  <a:pt x="533400" y="1314450"/>
                </a:lnTo>
                <a:lnTo>
                  <a:pt x="514350" y="1314450"/>
                </a:lnTo>
                <a:lnTo>
                  <a:pt x="514350" y="1323975"/>
                </a:lnTo>
                <a:lnTo>
                  <a:pt x="485775" y="1323975"/>
                </a:lnTo>
                <a:lnTo>
                  <a:pt x="485775" y="1314450"/>
                </a:lnTo>
                <a:lnTo>
                  <a:pt x="495300" y="1314450"/>
                </a:lnTo>
                <a:lnTo>
                  <a:pt x="495300" y="1304925"/>
                </a:lnTo>
                <a:lnTo>
                  <a:pt x="485775" y="1304925"/>
                </a:lnTo>
                <a:lnTo>
                  <a:pt x="485775" y="1295400"/>
                </a:lnTo>
                <a:lnTo>
                  <a:pt x="466725" y="1295400"/>
                </a:lnTo>
                <a:lnTo>
                  <a:pt x="466725" y="1314450"/>
                </a:lnTo>
                <a:lnTo>
                  <a:pt x="457200" y="1314450"/>
                </a:lnTo>
                <a:lnTo>
                  <a:pt x="457200" y="1323975"/>
                </a:lnTo>
                <a:lnTo>
                  <a:pt x="447675" y="1323975"/>
                </a:lnTo>
                <a:lnTo>
                  <a:pt x="447675" y="1314450"/>
                </a:lnTo>
                <a:lnTo>
                  <a:pt x="428625" y="1314450"/>
                </a:lnTo>
                <a:lnTo>
                  <a:pt x="428625" y="1304925"/>
                </a:lnTo>
                <a:lnTo>
                  <a:pt x="409575" y="1304925"/>
                </a:lnTo>
                <a:lnTo>
                  <a:pt x="409575" y="1314450"/>
                </a:lnTo>
                <a:lnTo>
                  <a:pt x="400050" y="1314450"/>
                </a:lnTo>
                <a:lnTo>
                  <a:pt x="400050" y="1323975"/>
                </a:lnTo>
                <a:lnTo>
                  <a:pt x="409575" y="1323975"/>
                </a:lnTo>
                <a:lnTo>
                  <a:pt x="409575" y="1333500"/>
                </a:lnTo>
                <a:lnTo>
                  <a:pt x="419100" y="1333500"/>
                </a:lnTo>
                <a:lnTo>
                  <a:pt x="419100" y="1343025"/>
                </a:lnTo>
                <a:lnTo>
                  <a:pt x="409575" y="1343025"/>
                </a:lnTo>
                <a:lnTo>
                  <a:pt x="409575" y="1352550"/>
                </a:lnTo>
                <a:lnTo>
                  <a:pt x="390525" y="1352550"/>
                </a:lnTo>
                <a:lnTo>
                  <a:pt x="390525" y="1343025"/>
                </a:lnTo>
                <a:lnTo>
                  <a:pt x="381000" y="1343025"/>
                </a:lnTo>
                <a:lnTo>
                  <a:pt x="381000" y="1323975"/>
                </a:lnTo>
                <a:lnTo>
                  <a:pt x="390525" y="1323975"/>
                </a:lnTo>
                <a:lnTo>
                  <a:pt x="390525" y="1295400"/>
                </a:lnTo>
                <a:lnTo>
                  <a:pt x="409575" y="1295400"/>
                </a:lnTo>
                <a:lnTo>
                  <a:pt x="409575" y="1285875"/>
                </a:lnTo>
                <a:lnTo>
                  <a:pt x="428625" y="1285875"/>
                </a:lnTo>
                <a:lnTo>
                  <a:pt x="428625" y="1266825"/>
                </a:lnTo>
                <a:lnTo>
                  <a:pt x="447675" y="1266825"/>
                </a:lnTo>
                <a:lnTo>
                  <a:pt x="447675" y="1257300"/>
                </a:lnTo>
                <a:lnTo>
                  <a:pt x="457200" y="1257300"/>
                </a:lnTo>
                <a:lnTo>
                  <a:pt x="457200" y="1276350"/>
                </a:lnTo>
                <a:lnTo>
                  <a:pt x="485775" y="1276350"/>
                </a:lnTo>
                <a:lnTo>
                  <a:pt x="485775" y="1285875"/>
                </a:lnTo>
                <a:lnTo>
                  <a:pt x="495300" y="1285875"/>
                </a:lnTo>
                <a:lnTo>
                  <a:pt x="495300" y="1276350"/>
                </a:lnTo>
                <a:lnTo>
                  <a:pt x="504825" y="1276350"/>
                </a:lnTo>
                <a:lnTo>
                  <a:pt x="504825" y="1285875"/>
                </a:lnTo>
                <a:lnTo>
                  <a:pt x="514350" y="1285875"/>
                </a:lnTo>
                <a:lnTo>
                  <a:pt x="514350" y="1276350"/>
                </a:lnTo>
                <a:lnTo>
                  <a:pt x="523875" y="1276350"/>
                </a:lnTo>
                <a:lnTo>
                  <a:pt x="523875" y="1257300"/>
                </a:lnTo>
                <a:lnTo>
                  <a:pt x="533400" y="1257300"/>
                </a:lnTo>
                <a:close/>
                <a:moveTo>
                  <a:pt x="190500" y="1257300"/>
                </a:moveTo>
                <a:lnTo>
                  <a:pt x="228600" y="1257300"/>
                </a:lnTo>
                <a:lnTo>
                  <a:pt x="228600" y="1266825"/>
                </a:lnTo>
                <a:lnTo>
                  <a:pt x="219075" y="1266825"/>
                </a:lnTo>
                <a:lnTo>
                  <a:pt x="219075" y="1276350"/>
                </a:lnTo>
                <a:lnTo>
                  <a:pt x="200025" y="1276350"/>
                </a:lnTo>
                <a:lnTo>
                  <a:pt x="200025" y="1266825"/>
                </a:lnTo>
                <a:lnTo>
                  <a:pt x="190500" y="1266825"/>
                </a:lnTo>
                <a:close/>
                <a:moveTo>
                  <a:pt x="561975" y="1257300"/>
                </a:moveTo>
                <a:lnTo>
                  <a:pt x="571500" y="1257300"/>
                </a:lnTo>
                <a:lnTo>
                  <a:pt x="571500" y="1266825"/>
                </a:lnTo>
                <a:lnTo>
                  <a:pt x="561975" y="1266825"/>
                </a:lnTo>
                <a:close/>
                <a:moveTo>
                  <a:pt x="1400175" y="1257300"/>
                </a:moveTo>
                <a:lnTo>
                  <a:pt x="1428750" y="1257300"/>
                </a:lnTo>
                <a:lnTo>
                  <a:pt x="1428750" y="1266825"/>
                </a:lnTo>
                <a:lnTo>
                  <a:pt x="1419225" y="1266825"/>
                </a:lnTo>
                <a:lnTo>
                  <a:pt x="1419225" y="1295400"/>
                </a:lnTo>
                <a:lnTo>
                  <a:pt x="1428750" y="1295400"/>
                </a:lnTo>
                <a:lnTo>
                  <a:pt x="1428750" y="1304925"/>
                </a:lnTo>
                <a:lnTo>
                  <a:pt x="1400175" y="1304925"/>
                </a:lnTo>
                <a:lnTo>
                  <a:pt x="1400175" y="1333500"/>
                </a:lnTo>
                <a:lnTo>
                  <a:pt x="1409700" y="1333500"/>
                </a:lnTo>
                <a:lnTo>
                  <a:pt x="1409700" y="1343025"/>
                </a:lnTo>
                <a:lnTo>
                  <a:pt x="1390650" y="1343025"/>
                </a:lnTo>
                <a:lnTo>
                  <a:pt x="1390650" y="1333500"/>
                </a:lnTo>
                <a:lnTo>
                  <a:pt x="1381125" y="1333500"/>
                </a:lnTo>
                <a:lnTo>
                  <a:pt x="1381125" y="1323975"/>
                </a:lnTo>
                <a:lnTo>
                  <a:pt x="1371600" y="1323975"/>
                </a:lnTo>
                <a:lnTo>
                  <a:pt x="1371600" y="1314450"/>
                </a:lnTo>
                <a:lnTo>
                  <a:pt x="1362075" y="1314450"/>
                </a:lnTo>
                <a:lnTo>
                  <a:pt x="1362075" y="1304925"/>
                </a:lnTo>
                <a:lnTo>
                  <a:pt x="1352550" y="1304925"/>
                </a:lnTo>
                <a:lnTo>
                  <a:pt x="1352550" y="1295400"/>
                </a:lnTo>
                <a:lnTo>
                  <a:pt x="1323975" y="1295400"/>
                </a:lnTo>
                <a:lnTo>
                  <a:pt x="1323975" y="1276350"/>
                </a:lnTo>
                <a:lnTo>
                  <a:pt x="1333500" y="1276350"/>
                </a:lnTo>
                <a:lnTo>
                  <a:pt x="1333500" y="1266825"/>
                </a:lnTo>
                <a:lnTo>
                  <a:pt x="1352550" y="1266825"/>
                </a:lnTo>
                <a:lnTo>
                  <a:pt x="1352550" y="1295400"/>
                </a:lnTo>
                <a:lnTo>
                  <a:pt x="1362075" y="1295400"/>
                </a:lnTo>
                <a:lnTo>
                  <a:pt x="1362075" y="1285875"/>
                </a:lnTo>
                <a:lnTo>
                  <a:pt x="1371600" y="1285875"/>
                </a:lnTo>
                <a:lnTo>
                  <a:pt x="1371600" y="1276350"/>
                </a:lnTo>
                <a:lnTo>
                  <a:pt x="1381125" y="1276350"/>
                </a:lnTo>
                <a:lnTo>
                  <a:pt x="1381125" y="1285875"/>
                </a:lnTo>
                <a:lnTo>
                  <a:pt x="1400175" y="1285875"/>
                </a:lnTo>
                <a:lnTo>
                  <a:pt x="1400175" y="1295400"/>
                </a:lnTo>
                <a:lnTo>
                  <a:pt x="1409700" y="1295400"/>
                </a:lnTo>
                <a:lnTo>
                  <a:pt x="1409700" y="1276350"/>
                </a:lnTo>
                <a:lnTo>
                  <a:pt x="1400175" y="1276350"/>
                </a:lnTo>
                <a:close/>
                <a:moveTo>
                  <a:pt x="1038225" y="1276350"/>
                </a:moveTo>
                <a:lnTo>
                  <a:pt x="1047750" y="1276350"/>
                </a:lnTo>
                <a:lnTo>
                  <a:pt x="1047750" y="1304925"/>
                </a:lnTo>
                <a:lnTo>
                  <a:pt x="1038225" y="1304925"/>
                </a:lnTo>
                <a:lnTo>
                  <a:pt x="1038225" y="1314450"/>
                </a:lnTo>
                <a:lnTo>
                  <a:pt x="1019175" y="1314450"/>
                </a:lnTo>
                <a:lnTo>
                  <a:pt x="1019175" y="1323975"/>
                </a:lnTo>
                <a:lnTo>
                  <a:pt x="1009650" y="1323975"/>
                </a:lnTo>
                <a:lnTo>
                  <a:pt x="1009650" y="1333500"/>
                </a:lnTo>
                <a:lnTo>
                  <a:pt x="1000125" y="1333500"/>
                </a:lnTo>
                <a:lnTo>
                  <a:pt x="1000125" y="1343025"/>
                </a:lnTo>
                <a:lnTo>
                  <a:pt x="990600" y="1343025"/>
                </a:lnTo>
                <a:lnTo>
                  <a:pt x="990600" y="1352550"/>
                </a:lnTo>
                <a:lnTo>
                  <a:pt x="981075" y="1352550"/>
                </a:lnTo>
                <a:lnTo>
                  <a:pt x="981075" y="1362075"/>
                </a:lnTo>
                <a:lnTo>
                  <a:pt x="971550" y="1362075"/>
                </a:lnTo>
                <a:lnTo>
                  <a:pt x="971550" y="1390650"/>
                </a:lnTo>
                <a:lnTo>
                  <a:pt x="962025" y="1390650"/>
                </a:lnTo>
                <a:lnTo>
                  <a:pt x="962025" y="1419225"/>
                </a:lnTo>
                <a:lnTo>
                  <a:pt x="952500" y="1419225"/>
                </a:lnTo>
                <a:lnTo>
                  <a:pt x="952500" y="1428750"/>
                </a:lnTo>
                <a:lnTo>
                  <a:pt x="923925" y="1428750"/>
                </a:lnTo>
                <a:lnTo>
                  <a:pt x="923925" y="1419225"/>
                </a:lnTo>
                <a:lnTo>
                  <a:pt x="914400" y="1419225"/>
                </a:lnTo>
                <a:lnTo>
                  <a:pt x="914400" y="1400175"/>
                </a:lnTo>
                <a:lnTo>
                  <a:pt x="904875" y="1400175"/>
                </a:lnTo>
                <a:lnTo>
                  <a:pt x="904875" y="1371600"/>
                </a:lnTo>
                <a:lnTo>
                  <a:pt x="895350" y="1371600"/>
                </a:lnTo>
                <a:lnTo>
                  <a:pt x="895350" y="1352550"/>
                </a:lnTo>
                <a:lnTo>
                  <a:pt x="885825" y="1352550"/>
                </a:lnTo>
                <a:lnTo>
                  <a:pt x="885825" y="1333500"/>
                </a:lnTo>
                <a:lnTo>
                  <a:pt x="904875" y="1333500"/>
                </a:lnTo>
                <a:lnTo>
                  <a:pt x="904875" y="1343025"/>
                </a:lnTo>
                <a:lnTo>
                  <a:pt x="923925" y="1343025"/>
                </a:lnTo>
                <a:lnTo>
                  <a:pt x="923925" y="1352550"/>
                </a:lnTo>
                <a:lnTo>
                  <a:pt x="942975" y="1352550"/>
                </a:lnTo>
                <a:lnTo>
                  <a:pt x="942975" y="1362075"/>
                </a:lnTo>
                <a:lnTo>
                  <a:pt x="962025" y="1362075"/>
                </a:lnTo>
                <a:lnTo>
                  <a:pt x="962025" y="1352550"/>
                </a:lnTo>
                <a:lnTo>
                  <a:pt x="971550" y="1352550"/>
                </a:lnTo>
                <a:lnTo>
                  <a:pt x="971550" y="1343025"/>
                </a:lnTo>
                <a:lnTo>
                  <a:pt x="981075" y="1343025"/>
                </a:lnTo>
                <a:lnTo>
                  <a:pt x="981075" y="1333500"/>
                </a:lnTo>
                <a:lnTo>
                  <a:pt x="990600" y="1333500"/>
                </a:lnTo>
                <a:lnTo>
                  <a:pt x="990600" y="1323975"/>
                </a:lnTo>
                <a:lnTo>
                  <a:pt x="1000125" y="1323975"/>
                </a:lnTo>
                <a:lnTo>
                  <a:pt x="1000125" y="1314450"/>
                </a:lnTo>
                <a:lnTo>
                  <a:pt x="1009650" y="1314450"/>
                </a:lnTo>
                <a:lnTo>
                  <a:pt x="1009650" y="1304925"/>
                </a:lnTo>
                <a:lnTo>
                  <a:pt x="1019175" y="1304925"/>
                </a:lnTo>
                <a:lnTo>
                  <a:pt x="1019175" y="1295400"/>
                </a:lnTo>
                <a:lnTo>
                  <a:pt x="1028700" y="1295400"/>
                </a:lnTo>
                <a:lnTo>
                  <a:pt x="1028700" y="1285875"/>
                </a:lnTo>
                <a:lnTo>
                  <a:pt x="1038225" y="1285875"/>
                </a:lnTo>
                <a:close/>
                <a:moveTo>
                  <a:pt x="1285875" y="1276350"/>
                </a:moveTo>
                <a:lnTo>
                  <a:pt x="1304925" y="1276350"/>
                </a:lnTo>
                <a:lnTo>
                  <a:pt x="1304925" y="1285875"/>
                </a:lnTo>
                <a:lnTo>
                  <a:pt x="1314450" y="1285875"/>
                </a:lnTo>
                <a:lnTo>
                  <a:pt x="1314450" y="1295400"/>
                </a:lnTo>
                <a:lnTo>
                  <a:pt x="1266825" y="1295400"/>
                </a:lnTo>
                <a:lnTo>
                  <a:pt x="1266825" y="1285875"/>
                </a:lnTo>
                <a:lnTo>
                  <a:pt x="1285875" y="1285875"/>
                </a:lnTo>
                <a:close/>
                <a:moveTo>
                  <a:pt x="1457325" y="1285875"/>
                </a:moveTo>
                <a:lnTo>
                  <a:pt x="1466850" y="1285875"/>
                </a:lnTo>
                <a:lnTo>
                  <a:pt x="1466850" y="1295400"/>
                </a:lnTo>
                <a:lnTo>
                  <a:pt x="1485900" y="1295400"/>
                </a:lnTo>
                <a:lnTo>
                  <a:pt x="1485900" y="1285875"/>
                </a:lnTo>
                <a:lnTo>
                  <a:pt x="1495425" y="1285875"/>
                </a:lnTo>
                <a:lnTo>
                  <a:pt x="1495425" y="1295400"/>
                </a:lnTo>
                <a:lnTo>
                  <a:pt x="1485900" y="1295400"/>
                </a:lnTo>
                <a:lnTo>
                  <a:pt x="1485900" y="1304925"/>
                </a:lnTo>
                <a:lnTo>
                  <a:pt x="1476375" y="1304925"/>
                </a:lnTo>
                <a:lnTo>
                  <a:pt x="1476375" y="1314450"/>
                </a:lnTo>
                <a:lnTo>
                  <a:pt x="1447800" y="1314450"/>
                </a:lnTo>
                <a:lnTo>
                  <a:pt x="1447800" y="1304925"/>
                </a:lnTo>
                <a:lnTo>
                  <a:pt x="1457325" y="1304925"/>
                </a:lnTo>
                <a:close/>
                <a:moveTo>
                  <a:pt x="1314450" y="1295400"/>
                </a:moveTo>
                <a:lnTo>
                  <a:pt x="1323975" y="1295400"/>
                </a:lnTo>
                <a:lnTo>
                  <a:pt x="1323975" y="1304925"/>
                </a:lnTo>
                <a:lnTo>
                  <a:pt x="1314450" y="1304925"/>
                </a:lnTo>
                <a:close/>
                <a:moveTo>
                  <a:pt x="285750" y="1304925"/>
                </a:moveTo>
                <a:lnTo>
                  <a:pt x="295275" y="1304925"/>
                </a:lnTo>
                <a:lnTo>
                  <a:pt x="295275" y="1314450"/>
                </a:lnTo>
                <a:lnTo>
                  <a:pt x="285750" y="1314450"/>
                </a:lnTo>
                <a:close/>
                <a:moveTo>
                  <a:pt x="342900" y="1304925"/>
                </a:moveTo>
                <a:lnTo>
                  <a:pt x="361950" y="1304925"/>
                </a:lnTo>
                <a:lnTo>
                  <a:pt x="361950" y="1323975"/>
                </a:lnTo>
                <a:lnTo>
                  <a:pt x="352425" y="1323975"/>
                </a:lnTo>
                <a:lnTo>
                  <a:pt x="352425" y="1333500"/>
                </a:lnTo>
                <a:lnTo>
                  <a:pt x="342900" y="1333500"/>
                </a:lnTo>
                <a:lnTo>
                  <a:pt x="342900" y="1343025"/>
                </a:lnTo>
                <a:lnTo>
                  <a:pt x="333375" y="1343025"/>
                </a:lnTo>
                <a:lnTo>
                  <a:pt x="333375" y="1323975"/>
                </a:lnTo>
                <a:lnTo>
                  <a:pt x="342900" y="1323975"/>
                </a:lnTo>
                <a:close/>
                <a:moveTo>
                  <a:pt x="514350" y="1304925"/>
                </a:moveTo>
                <a:lnTo>
                  <a:pt x="523875" y="1304925"/>
                </a:lnTo>
                <a:lnTo>
                  <a:pt x="523875" y="1295400"/>
                </a:lnTo>
                <a:lnTo>
                  <a:pt x="514350" y="1295400"/>
                </a:lnTo>
                <a:close/>
                <a:moveTo>
                  <a:pt x="161925" y="1314450"/>
                </a:moveTo>
                <a:lnTo>
                  <a:pt x="200025" y="1314450"/>
                </a:lnTo>
                <a:lnTo>
                  <a:pt x="200025" y="1333500"/>
                </a:lnTo>
                <a:lnTo>
                  <a:pt x="190500" y="1333500"/>
                </a:lnTo>
                <a:lnTo>
                  <a:pt x="190500" y="1343025"/>
                </a:lnTo>
                <a:lnTo>
                  <a:pt x="171450" y="1343025"/>
                </a:lnTo>
                <a:lnTo>
                  <a:pt x="171450" y="1371600"/>
                </a:lnTo>
                <a:lnTo>
                  <a:pt x="190500" y="1371600"/>
                </a:lnTo>
                <a:lnTo>
                  <a:pt x="190500" y="1381125"/>
                </a:lnTo>
                <a:lnTo>
                  <a:pt x="200025" y="1381125"/>
                </a:lnTo>
                <a:lnTo>
                  <a:pt x="200025" y="1390650"/>
                </a:lnTo>
                <a:lnTo>
                  <a:pt x="209550" y="1390650"/>
                </a:lnTo>
                <a:lnTo>
                  <a:pt x="209550" y="1400175"/>
                </a:lnTo>
                <a:lnTo>
                  <a:pt x="219075" y="1400175"/>
                </a:lnTo>
                <a:lnTo>
                  <a:pt x="219075" y="1419225"/>
                </a:lnTo>
                <a:lnTo>
                  <a:pt x="180975" y="1419225"/>
                </a:lnTo>
                <a:lnTo>
                  <a:pt x="180975" y="1447800"/>
                </a:lnTo>
                <a:lnTo>
                  <a:pt x="161925" y="1447800"/>
                </a:lnTo>
                <a:lnTo>
                  <a:pt x="161925" y="1466850"/>
                </a:lnTo>
                <a:lnTo>
                  <a:pt x="152400" y="1466850"/>
                </a:lnTo>
                <a:lnTo>
                  <a:pt x="152400" y="1457325"/>
                </a:lnTo>
                <a:lnTo>
                  <a:pt x="123825" y="1457325"/>
                </a:lnTo>
                <a:lnTo>
                  <a:pt x="123825" y="1447800"/>
                </a:lnTo>
                <a:lnTo>
                  <a:pt x="114300" y="1447800"/>
                </a:lnTo>
                <a:lnTo>
                  <a:pt x="114300" y="1438275"/>
                </a:lnTo>
                <a:lnTo>
                  <a:pt x="123825" y="1438275"/>
                </a:lnTo>
                <a:lnTo>
                  <a:pt x="123825" y="1428750"/>
                </a:lnTo>
                <a:lnTo>
                  <a:pt x="133350" y="1428750"/>
                </a:lnTo>
                <a:lnTo>
                  <a:pt x="133350" y="1400175"/>
                </a:lnTo>
                <a:lnTo>
                  <a:pt x="95250" y="1400175"/>
                </a:lnTo>
                <a:lnTo>
                  <a:pt x="95250" y="1390650"/>
                </a:lnTo>
                <a:lnTo>
                  <a:pt x="85725" y="1390650"/>
                </a:lnTo>
                <a:lnTo>
                  <a:pt x="85725" y="1371600"/>
                </a:lnTo>
                <a:lnTo>
                  <a:pt x="133350" y="1371600"/>
                </a:lnTo>
                <a:lnTo>
                  <a:pt x="133350" y="1362075"/>
                </a:lnTo>
                <a:lnTo>
                  <a:pt x="142875" y="1362075"/>
                </a:lnTo>
                <a:lnTo>
                  <a:pt x="142875" y="1352550"/>
                </a:lnTo>
                <a:lnTo>
                  <a:pt x="152400" y="1352550"/>
                </a:lnTo>
                <a:lnTo>
                  <a:pt x="152400" y="1323975"/>
                </a:lnTo>
                <a:lnTo>
                  <a:pt x="161925" y="1323975"/>
                </a:lnTo>
                <a:close/>
                <a:moveTo>
                  <a:pt x="457200" y="1323975"/>
                </a:moveTo>
                <a:lnTo>
                  <a:pt x="485775" y="1323975"/>
                </a:lnTo>
                <a:lnTo>
                  <a:pt x="485775" y="1333500"/>
                </a:lnTo>
                <a:lnTo>
                  <a:pt x="476250" y="1333500"/>
                </a:lnTo>
                <a:lnTo>
                  <a:pt x="476250" y="1343025"/>
                </a:lnTo>
                <a:lnTo>
                  <a:pt x="466725" y="1343025"/>
                </a:lnTo>
                <a:lnTo>
                  <a:pt x="466725" y="1352550"/>
                </a:lnTo>
                <a:lnTo>
                  <a:pt x="447675" y="1352550"/>
                </a:lnTo>
                <a:lnTo>
                  <a:pt x="447675" y="1343025"/>
                </a:lnTo>
                <a:lnTo>
                  <a:pt x="457200" y="1343025"/>
                </a:lnTo>
                <a:close/>
                <a:moveTo>
                  <a:pt x="66675" y="1343025"/>
                </a:moveTo>
                <a:lnTo>
                  <a:pt x="76200" y="1343025"/>
                </a:lnTo>
                <a:lnTo>
                  <a:pt x="76200" y="1352550"/>
                </a:lnTo>
                <a:lnTo>
                  <a:pt x="66675" y="1352550"/>
                </a:lnTo>
                <a:close/>
                <a:moveTo>
                  <a:pt x="266700" y="1362075"/>
                </a:moveTo>
                <a:lnTo>
                  <a:pt x="276225" y="1362075"/>
                </a:lnTo>
                <a:lnTo>
                  <a:pt x="276225" y="1371600"/>
                </a:lnTo>
                <a:lnTo>
                  <a:pt x="295275" y="1371600"/>
                </a:lnTo>
                <a:lnTo>
                  <a:pt x="295275" y="1381125"/>
                </a:lnTo>
                <a:lnTo>
                  <a:pt x="266700" y="1381125"/>
                </a:lnTo>
                <a:lnTo>
                  <a:pt x="266700" y="1390650"/>
                </a:lnTo>
                <a:lnTo>
                  <a:pt x="257175" y="1390650"/>
                </a:lnTo>
                <a:lnTo>
                  <a:pt x="257175" y="1371600"/>
                </a:lnTo>
                <a:lnTo>
                  <a:pt x="266700" y="1371600"/>
                </a:lnTo>
                <a:close/>
                <a:moveTo>
                  <a:pt x="1685925" y="1381125"/>
                </a:moveTo>
                <a:lnTo>
                  <a:pt x="1695450" y="1381125"/>
                </a:lnTo>
                <a:lnTo>
                  <a:pt x="1695450" y="1390650"/>
                </a:lnTo>
                <a:lnTo>
                  <a:pt x="1685925" y="1390650"/>
                </a:lnTo>
                <a:close/>
                <a:moveTo>
                  <a:pt x="1609725" y="1390650"/>
                </a:moveTo>
                <a:lnTo>
                  <a:pt x="1619250" y="1390650"/>
                </a:lnTo>
                <a:lnTo>
                  <a:pt x="1619250" y="1400175"/>
                </a:lnTo>
                <a:lnTo>
                  <a:pt x="1647825" y="1400175"/>
                </a:lnTo>
                <a:lnTo>
                  <a:pt x="1647825" y="1409700"/>
                </a:lnTo>
                <a:lnTo>
                  <a:pt x="1657350" y="1409700"/>
                </a:lnTo>
                <a:lnTo>
                  <a:pt x="1657350" y="1419225"/>
                </a:lnTo>
                <a:lnTo>
                  <a:pt x="1647825" y="1419225"/>
                </a:lnTo>
                <a:lnTo>
                  <a:pt x="1647825" y="1428750"/>
                </a:lnTo>
                <a:lnTo>
                  <a:pt x="1657350" y="1428750"/>
                </a:lnTo>
                <a:lnTo>
                  <a:pt x="1657350" y="1438275"/>
                </a:lnTo>
                <a:lnTo>
                  <a:pt x="1666875" y="1438275"/>
                </a:lnTo>
                <a:lnTo>
                  <a:pt x="1666875" y="1409700"/>
                </a:lnTo>
                <a:lnTo>
                  <a:pt x="1676400" y="1409700"/>
                </a:lnTo>
                <a:lnTo>
                  <a:pt x="1676400" y="1400175"/>
                </a:lnTo>
                <a:lnTo>
                  <a:pt x="1695450" y="1400175"/>
                </a:lnTo>
                <a:lnTo>
                  <a:pt x="1695450" y="1409700"/>
                </a:lnTo>
                <a:lnTo>
                  <a:pt x="1704975" y="1409700"/>
                </a:lnTo>
                <a:lnTo>
                  <a:pt x="1704975" y="1419225"/>
                </a:lnTo>
                <a:lnTo>
                  <a:pt x="1714500" y="1419225"/>
                </a:lnTo>
                <a:lnTo>
                  <a:pt x="1714500" y="1428750"/>
                </a:lnTo>
                <a:lnTo>
                  <a:pt x="1724025" y="1428750"/>
                </a:lnTo>
                <a:lnTo>
                  <a:pt x="1724025" y="1438275"/>
                </a:lnTo>
                <a:lnTo>
                  <a:pt x="1714500" y="1438275"/>
                </a:lnTo>
                <a:lnTo>
                  <a:pt x="1714500" y="1457325"/>
                </a:lnTo>
                <a:lnTo>
                  <a:pt x="1704975" y="1457325"/>
                </a:lnTo>
                <a:lnTo>
                  <a:pt x="1704975" y="1466850"/>
                </a:lnTo>
                <a:lnTo>
                  <a:pt x="1695450" y="1466850"/>
                </a:lnTo>
                <a:lnTo>
                  <a:pt x="1695450" y="1476375"/>
                </a:lnTo>
                <a:lnTo>
                  <a:pt x="1685925" y="1476375"/>
                </a:lnTo>
                <a:lnTo>
                  <a:pt x="1685925" y="1485900"/>
                </a:lnTo>
                <a:lnTo>
                  <a:pt x="1666875" y="1485900"/>
                </a:lnTo>
                <a:lnTo>
                  <a:pt x="1666875" y="1495425"/>
                </a:lnTo>
                <a:lnTo>
                  <a:pt x="1657350" y="1495425"/>
                </a:lnTo>
                <a:lnTo>
                  <a:pt x="1657350" y="1504950"/>
                </a:lnTo>
                <a:lnTo>
                  <a:pt x="1647825" y="1504950"/>
                </a:lnTo>
                <a:lnTo>
                  <a:pt x="1647825" y="1514475"/>
                </a:lnTo>
                <a:lnTo>
                  <a:pt x="1619250" y="1514475"/>
                </a:lnTo>
                <a:lnTo>
                  <a:pt x="1619250" y="1504950"/>
                </a:lnTo>
                <a:lnTo>
                  <a:pt x="1609725" y="1504950"/>
                </a:lnTo>
                <a:lnTo>
                  <a:pt x="1609725" y="1485900"/>
                </a:lnTo>
                <a:lnTo>
                  <a:pt x="1600200" y="1485900"/>
                </a:lnTo>
                <a:lnTo>
                  <a:pt x="1600200" y="1476375"/>
                </a:lnTo>
                <a:lnTo>
                  <a:pt x="1590675" y="1476375"/>
                </a:lnTo>
                <a:lnTo>
                  <a:pt x="1590675" y="1466850"/>
                </a:lnTo>
                <a:lnTo>
                  <a:pt x="1581150" y="1466850"/>
                </a:lnTo>
                <a:lnTo>
                  <a:pt x="1581150" y="1457325"/>
                </a:lnTo>
                <a:lnTo>
                  <a:pt x="1571625" y="1457325"/>
                </a:lnTo>
                <a:lnTo>
                  <a:pt x="1571625" y="1419225"/>
                </a:lnTo>
                <a:lnTo>
                  <a:pt x="1590675" y="1419225"/>
                </a:lnTo>
                <a:lnTo>
                  <a:pt x="1590675" y="1428750"/>
                </a:lnTo>
                <a:lnTo>
                  <a:pt x="1600200" y="1428750"/>
                </a:lnTo>
                <a:lnTo>
                  <a:pt x="1600200" y="1419225"/>
                </a:lnTo>
                <a:lnTo>
                  <a:pt x="1609725" y="1419225"/>
                </a:lnTo>
                <a:lnTo>
                  <a:pt x="1609725" y="1438275"/>
                </a:lnTo>
                <a:lnTo>
                  <a:pt x="1600200" y="1438275"/>
                </a:lnTo>
                <a:lnTo>
                  <a:pt x="1600200" y="1447800"/>
                </a:lnTo>
                <a:lnTo>
                  <a:pt x="1590675" y="1447800"/>
                </a:lnTo>
                <a:lnTo>
                  <a:pt x="1590675" y="1457325"/>
                </a:lnTo>
                <a:lnTo>
                  <a:pt x="1609725" y="1457325"/>
                </a:lnTo>
                <a:lnTo>
                  <a:pt x="1609725" y="1466850"/>
                </a:lnTo>
                <a:lnTo>
                  <a:pt x="1619250" y="1466850"/>
                </a:lnTo>
                <a:lnTo>
                  <a:pt x="1619250" y="1457325"/>
                </a:lnTo>
                <a:lnTo>
                  <a:pt x="1628775" y="1457325"/>
                </a:lnTo>
                <a:lnTo>
                  <a:pt x="1628775" y="1447800"/>
                </a:lnTo>
                <a:lnTo>
                  <a:pt x="1638300" y="1447800"/>
                </a:lnTo>
                <a:lnTo>
                  <a:pt x="1638300" y="1419225"/>
                </a:lnTo>
                <a:lnTo>
                  <a:pt x="1628775" y="1419225"/>
                </a:lnTo>
                <a:lnTo>
                  <a:pt x="1628775" y="1409700"/>
                </a:lnTo>
                <a:lnTo>
                  <a:pt x="1609725" y="1409700"/>
                </a:lnTo>
                <a:close/>
                <a:moveTo>
                  <a:pt x="1657350" y="1390650"/>
                </a:moveTo>
                <a:lnTo>
                  <a:pt x="1666875" y="1390650"/>
                </a:lnTo>
                <a:lnTo>
                  <a:pt x="1666875" y="1400175"/>
                </a:lnTo>
                <a:lnTo>
                  <a:pt x="1657350" y="1400175"/>
                </a:lnTo>
                <a:close/>
                <a:moveTo>
                  <a:pt x="66675" y="1409700"/>
                </a:moveTo>
                <a:lnTo>
                  <a:pt x="76200" y="1409700"/>
                </a:lnTo>
                <a:lnTo>
                  <a:pt x="76200" y="1419225"/>
                </a:lnTo>
                <a:lnTo>
                  <a:pt x="66675" y="1419225"/>
                </a:lnTo>
                <a:close/>
                <a:moveTo>
                  <a:pt x="228600" y="1419225"/>
                </a:moveTo>
                <a:lnTo>
                  <a:pt x="257175" y="1419225"/>
                </a:lnTo>
                <a:lnTo>
                  <a:pt x="257175" y="1428750"/>
                </a:lnTo>
                <a:lnTo>
                  <a:pt x="266700" y="1428750"/>
                </a:lnTo>
                <a:lnTo>
                  <a:pt x="266700" y="1438275"/>
                </a:lnTo>
                <a:lnTo>
                  <a:pt x="285750" y="1438275"/>
                </a:lnTo>
                <a:lnTo>
                  <a:pt x="285750" y="1447800"/>
                </a:lnTo>
                <a:lnTo>
                  <a:pt x="295275" y="1447800"/>
                </a:lnTo>
                <a:lnTo>
                  <a:pt x="295275" y="1457325"/>
                </a:lnTo>
                <a:lnTo>
                  <a:pt x="285750" y="1457325"/>
                </a:lnTo>
                <a:lnTo>
                  <a:pt x="285750" y="1466850"/>
                </a:lnTo>
                <a:lnTo>
                  <a:pt x="276225" y="1466850"/>
                </a:lnTo>
                <a:lnTo>
                  <a:pt x="276225" y="1476375"/>
                </a:lnTo>
                <a:lnTo>
                  <a:pt x="266700" y="1476375"/>
                </a:lnTo>
                <a:lnTo>
                  <a:pt x="266700" y="1524000"/>
                </a:lnTo>
                <a:lnTo>
                  <a:pt x="257175" y="1524000"/>
                </a:lnTo>
                <a:lnTo>
                  <a:pt x="257175" y="1533525"/>
                </a:lnTo>
                <a:lnTo>
                  <a:pt x="247650" y="1533525"/>
                </a:lnTo>
                <a:lnTo>
                  <a:pt x="247650" y="1524000"/>
                </a:lnTo>
                <a:lnTo>
                  <a:pt x="238125" y="1524000"/>
                </a:lnTo>
                <a:lnTo>
                  <a:pt x="238125" y="1514475"/>
                </a:lnTo>
                <a:lnTo>
                  <a:pt x="228600" y="1514475"/>
                </a:lnTo>
                <a:lnTo>
                  <a:pt x="228600" y="1476375"/>
                </a:lnTo>
                <a:lnTo>
                  <a:pt x="257175" y="1476375"/>
                </a:lnTo>
                <a:lnTo>
                  <a:pt x="257175" y="1457325"/>
                </a:lnTo>
                <a:lnTo>
                  <a:pt x="247650" y="1457325"/>
                </a:lnTo>
                <a:lnTo>
                  <a:pt x="247650" y="1466850"/>
                </a:lnTo>
                <a:lnTo>
                  <a:pt x="228600" y="1466850"/>
                </a:lnTo>
                <a:lnTo>
                  <a:pt x="228600" y="1447800"/>
                </a:lnTo>
                <a:lnTo>
                  <a:pt x="209550" y="1447800"/>
                </a:lnTo>
                <a:lnTo>
                  <a:pt x="209550" y="1457325"/>
                </a:lnTo>
                <a:lnTo>
                  <a:pt x="190500" y="1457325"/>
                </a:lnTo>
                <a:lnTo>
                  <a:pt x="190500" y="1428750"/>
                </a:lnTo>
                <a:lnTo>
                  <a:pt x="228600" y="1428750"/>
                </a:lnTo>
                <a:close/>
                <a:moveTo>
                  <a:pt x="304800" y="1438275"/>
                </a:moveTo>
                <a:lnTo>
                  <a:pt x="323850" y="1438275"/>
                </a:lnTo>
                <a:lnTo>
                  <a:pt x="323850" y="1447800"/>
                </a:lnTo>
                <a:lnTo>
                  <a:pt x="304800" y="1447800"/>
                </a:lnTo>
                <a:close/>
                <a:moveTo>
                  <a:pt x="1724025" y="1495425"/>
                </a:moveTo>
                <a:lnTo>
                  <a:pt x="1733550" y="1495425"/>
                </a:lnTo>
                <a:lnTo>
                  <a:pt x="1733550" y="1504950"/>
                </a:lnTo>
                <a:lnTo>
                  <a:pt x="1724025" y="1504950"/>
                </a:lnTo>
                <a:close/>
                <a:moveTo>
                  <a:pt x="1609725" y="1514475"/>
                </a:moveTo>
                <a:lnTo>
                  <a:pt x="1619250" y="1514475"/>
                </a:lnTo>
                <a:lnTo>
                  <a:pt x="1619250" y="1524000"/>
                </a:lnTo>
                <a:lnTo>
                  <a:pt x="1609725" y="1524000"/>
                </a:lnTo>
                <a:close/>
                <a:moveTo>
                  <a:pt x="180975" y="1590675"/>
                </a:moveTo>
                <a:lnTo>
                  <a:pt x="200025" y="1590675"/>
                </a:lnTo>
                <a:lnTo>
                  <a:pt x="200025" y="1600200"/>
                </a:lnTo>
                <a:lnTo>
                  <a:pt x="228600" y="1600200"/>
                </a:lnTo>
                <a:lnTo>
                  <a:pt x="228600" y="1619250"/>
                </a:lnTo>
                <a:lnTo>
                  <a:pt x="219075" y="1619250"/>
                </a:lnTo>
                <a:lnTo>
                  <a:pt x="219075" y="1609725"/>
                </a:lnTo>
                <a:lnTo>
                  <a:pt x="209550" y="1609725"/>
                </a:lnTo>
                <a:lnTo>
                  <a:pt x="209550" y="1619250"/>
                </a:lnTo>
                <a:lnTo>
                  <a:pt x="219075" y="1619250"/>
                </a:lnTo>
                <a:lnTo>
                  <a:pt x="219075" y="1628775"/>
                </a:lnTo>
                <a:lnTo>
                  <a:pt x="180975" y="1628775"/>
                </a:lnTo>
                <a:close/>
                <a:moveTo>
                  <a:pt x="1666875" y="1628775"/>
                </a:moveTo>
                <a:lnTo>
                  <a:pt x="1676400" y="1628775"/>
                </a:lnTo>
                <a:lnTo>
                  <a:pt x="1676400" y="1647825"/>
                </a:lnTo>
                <a:lnTo>
                  <a:pt x="1666875" y="1647825"/>
                </a:lnTo>
                <a:close/>
              </a:path>
            </a:pathLst>
          </a:custGeom>
          <a:solidFill xmlns:a="http://schemas.openxmlformats.org/drawingml/2006/main">
            <a:srgbClr val="F3DFD3"/>
          </a:solidFill>
          <a:ln xmlns:a="http://schemas.openxmlformats.org/drawingml/2006/main" w="0">
            <a:noFill/>
          </a:ln>
        </p:spPr>
      </p:sp>
      <p:sp>
        <p:nvSpPr>
          <p:cNvPr id="61" name="juan vector #ecdcd3">
            <a:extLst xmlns:a="http://schemas.openxmlformats.org/drawingml/2006/main">
              <a:ext uri="{FF2B5EF4-FFF2-40B4-BE49-F238E27FC236}">
                <a16:creationId xmlns:a16="http://schemas.microsoft.com/office/drawing/2014/main" id="{1CE7963B-EF73-443A-977A-4196BEC2DF1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48900" y="2552700"/>
            <a:ext cx="2085975" cy="2085975"/>
          </a:xfrm>
          <a:custGeom xmlns:a="http://schemas.openxmlformats.org/drawingml/2006/main">
            <a:pathLst>
              <a:path w="2085975" h="2085975">
                <a:moveTo>
                  <a:pt x="1514475" y="0"/>
                </a:moveTo>
                <a:lnTo>
                  <a:pt x="1524000" y="0"/>
                </a:lnTo>
                <a:lnTo>
                  <a:pt x="1524000" y="9525"/>
                </a:lnTo>
                <a:lnTo>
                  <a:pt x="1514475" y="9525"/>
                </a:lnTo>
                <a:close/>
                <a:moveTo>
                  <a:pt x="1504950" y="9525"/>
                </a:moveTo>
                <a:lnTo>
                  <a:pt x="1514475" y="9525"/>
                </a:lnTo>
                <a:lnTo>
                  <a:pt x="1514475" y="19050"/>
                </a:lnTo>
                <a:lnTo>
                  <a:pt x="1504950" y="19050"/>
                </a:lnTo>
                <a:close/>
                <a:moveTo>
                  <a:pt x="1457325" y="57150"/>
                </a:moveTo>
                <a:lnTo>
                  <a:pt x="1466850" y="57150"/>
                </a:lnTo>
                <a:lnTo>
                  <a:pt x="1466850" y="66675"/>
                </a:lnTo>
                <a:lnTo>
                  <a:pt x="1457325" y="66675"/>
                </a:lnTo>
                <a:close/>
                <a:moveTo>
                  <a:pt x="419100" y="66675"/>
                </a:moveTo>
                <a:lnTo>
                  <a:pt x="428625" y="66675"/>
                </a:lnTo>
                <a:lnTo>
                  <a:pt x="428625" y="76200"/>
                </a:lnTo>
                <a:lnTo>
                  <a:pt x="419100" y="76200"/>
                </a:lnTo>
                <a:close/>
                <a:moveTo>
                  <a:pt x="1447800" y="66675"/>
                </a:moveTo>
                <a:lnTo>
                  <a:pt x="1457325" y="66675"/>
                </a:lnTo>
                <a:lnTo>
                  <a:pt x="1457325" y="76200"/>
                </a:lnTo>
                <a:lnTo>
                  <a:pt x="1447800" y="76200"/>
                </a:lnTo>
                <a:close/>
                <a:moveTo>
                  <a:pt x="428625" y="76200"/>
                </a:moveTo>
                <a:lnTo>
                  <a:pt x="438150" y="76200"/>
                </a:lnTo>
                <a:lnTo>
                  <a:pt x="438150" y="85725"/>
                </a:lnTo>
                <a:lnTo>
                  <a:pt x="428625" y="85725"/>
                </a:lnTo>
                <a:close/>
                <a:moveTo>
                  <a:pt x="466725" y="133350"/>
                </a:moveTo>
                <a:lnTo>
                  <a:pt x="476250" y="133350"/>
                </a:lnTo>
                <a:lnTo>
                  <a:pt x="476250" y="142875"/>
                </a:lnTo>
                <a:lnTo>
                  <a:pt x="466725" y="142875"/>
                </a:lnTo>
                <a:close/>
                <a:moveTo>
                  <a:pt x="476250" y="152400"/>
                </a:moveTo>
                <a:lnTo>
                  <a:pt x="485775" y="152400"/>
                </a:lnTo>
                <a:lnTo>
                  <a:pt x="485775" y="161925"/>
                </a:lnTo>
                <a:lnTo>
                  <a:pt x="476250" y="161925"/>
                </a:lnTo>
                <a:close/>
                <a:moveTo>
                  <a:pt x="1390650" y="152400"/>
                </a:moveTo>
                <a:lnTo>
                  <a:pt x="1400175" y="152400"/>
                </a:lnTo>
                <a:lnTo>
                  <a:pt x="1400175" y="161925"/>
                </a:lnTo>
                <a:lnTo>
                  <a:pt x="1390650" y="161925"/>
                </a:lnTo>
                <a:close/>
                <a:moveTo>
                  <a:pt x="495300" y="200025"/>
                </a:moveTo>
                <a:lnTo>
                  <a:pt x="504825" y="200025"/>
                </a:lnTo>
                <a:lnTo>
                  <a:pt x="504825" y="209550"/>
                </a:lnTo>
                <a:lnTo>
                  <a:pt x="495300" y="209550"/>
                </a:lnTo>
                <a:close/>
                <a:moveTo>
                  <a:pt x="1371600" y="200025"/>
                </a:moveTo>
                <a:lnTo>
                  <a:pt x="1381125" y="200025"/>
                </a:lnTo>
                <a:lnTo>
                  <a:pt x="1381125" y="209550"/>
                </a:lnTo>
                <a:lnTo>
                  <a:pt x="1371600" y="209550"/>
                </a:lnTo>
                <a:close/>
                <a:moveTo>
                  <a:pt x="504825" y="228600"/>
                </a:moveTo>
                <a:lnTo>
                  <a:pt x="514350" y="228600"/>
                </a:lnTo>
                <a:lnTo>
                  <a:pt x="514350" y="238125"/>
                </a:lnTo>
                <a:lnTo>
                  <a:pt x="504825" y="238125"/>
                </a:lnTo>
                <a:close/>
                <a:moveTo>
                  <a:pt x="114300" y="238125"/>
                </a:moveTo>
                <a:lnTo>
                  <a:pt x="123825" y="238125"/>
                </a:lnTo>
                <a:lnTo>
                  <a:pt x="123825" y="247650"/>
                </a:lnTo>
                <a:lnTo>
                  <a:pt x="114300" y="247650"/>
                </a:lnTo>
                <a:close/>
                <a:moveTo>
                  <a:pt x="514350" y="285750"/>
                </a:moveTo>
                <a:lnTo>
                  <a:pt x="523875" y="285750"/>
                </a:lnTo>
                <a:lnTo>
                  <a:pt x="523875" y="304800"/>
                </a:lnTo>
                <a:lnTo>
                  <a:pt x="514350" y="304800"/>
                </a:lnTo>
                <a:close/>
                <a:moveTo>
                  <a:pt x="1352550" y="285750"/>
                </a:moveTo>
                <a:lnTo>
                  <a:pt x="1362075" y="285750"/>
                </a:lnTo>
                <a:lnTo>
                  <a:pt x="1362075" y="295275"/>
                </a:lnTo>
                <a:lnTo>
                  <a:pt x="1352550" y="295275"/>
                </a:lnTo>
                <a:close/>
                <a:moveTo>
                  <a:pt x="514350" y="333375"/>
                </a:moveTo>
                <a:lnTo>
                  <a:pt x="523875" y="333375"/>
                </a:lnTo>
                <a:lnTo>
                  <a:pt x="523875" y="361950"/>
                </a:lnTo>
                <a:lnTo>
                  <a:pt x="514350" y="361950"/>
                </a:lnTo>
                <a:close/>
                <a:moveTo>
                  <a:pt x="1352550" y="352425"/>
                </a:moveTo>
                <a:lnTo>
                  <a:pt x="1362075" y="352425"/>
                </a:lnTo>
                <a:lnTo>
                  <a:pt x="1362075" y="371475"/>
                </a:lnTo>
                <a:lnTo>
                  <a:pt x="1352550" y="371475"/>
                </a:lnTo>
                <a:close/>
                <a:moveTo>
                  <a:pt x="1362075" y="409575"/>
                </a:moveTo>
                <a:lnTo>
                  <a:pt x="1371600" y="409575"/>
                </a:lnTo>
                <a:lnTo>
                  <a:pt x="1371600" y="419100"/>
                </a:lnTo>
                <a:lnTo>
                  <a:pt x="1362075" y="419100"/>
                </a:lnTo>
                <a:close/>
                <a:moveTo>
                  <a:pt x="495300" y="447675"/>
                </a:moveTo>
                <a:lnTo>
                  <a:pt x="504825" y="447675"/>
                </a:lnTo>
                <a:lnTo>
                  <a:pt x="504825" y="457200"/>
                </a:lnTo>
                <a:lnTo>
                  <a:pt x="495300" y="457200"/>
                </a:lnTo>
                <a:close/>
                <a:moveTo>
                  <a:pt x="457200" y="523875"/>
                </a:moveTo>
                <a:lnTo>
                  <a:pt x="466725" y="523875"/>
                </a:lnTo>
                <a:lnTo>
                  <a:pt x="466725" y="533400"/>
                </a:lnTo>
                <a:lnTo>
                  <a:pt x="457200" y="533400"/>
                </a:lnTo>
                <a:close/>
                <a:moveTo>
                  <a:pt x="1428750" y="552450"/>
                </a:moveTo>
                <a:lnTo>
                  <a:pt x="1438275" y="552450"/>
                </a:lnTo>
                <a:lnTo>
                  <a:pt x="1438275" y="561975"/>
                </a:lnTo>
                <a:lnTo>
                  <a:pt x="1428750" y="561975"/>
                </a:lnTo>
                <a:close/>
                <a:moveTo>
                  <a:pt x="847725" y="590550"/>
                </a:moveTo>
                <a:lnTo>
                  <a:pt x="857250" y="590550"/>
                </a:lnTo>
                <a:lnTo>
                  <a:pt x="857250" y="600075"/>
                </a:lnTo>
                <a:lnTo>
                  <a:pt x="847725" y="600075"/>
                </a:lnTo>
                <a:close/>
                <a:moveTo>
                  <a:pt x="866775" y="590550"/>
                </a:moveTo>
                <a:lnTo>
                  <a:pt x="885825" y="590550"/>
                </a:lnTo>
                <a:lnTo>
                  <a:pt x="885825" y="600075"/>
                </a:lnTo>
                <a:lnTo>
                  <a:pt x="904875" y="600075"/>
                </a:lnTo>
                <a:lnTo>
                  <a:pt x="904875" y="609600"/>
                </a:lnTo>
                <a:lnTo>
                  <a:pt x="914400" y="609600"/>
                </a:lnTo>
                <a:lnTo>
                  <a:pt x="914400" y="619125"/>
                </a:lnTo>
                <a:lnTo>
                  <a:pt x="923925" y="619125"/>
                </a:lnTo>
                <a:lnTo>
                  <a:pt x="923925" y="628650"/>
                </a:lnTo>
                <a:lnTo>
                  <a:pt x="933450" y="628650"/>
                </a:lnTo>
                <a:lnTo>
                  <a:pt x="933450" y="638175"/>
                </a:lnTo>
                <a:lnTo>
                  <a:pt x="952500" y="638175"/>
                </a:lnTo>
                <a:lnTo>
                  <a:pt x="952500" y="647700"/>
                </a:lnTo>
                <a:lnTo>
                  <a:pt x="933450" y="647700"/>
                </a:lnTo>
                <a:lnTo>
                  <a:pt x="933450" y="657225"/>
                </a:lnTo>
                <a:lnTo>
                  <a:pt x="895350" y="657225"/>
                </a:lnTo>
                <a:lnTo>
                  <a:pt x="895350" y="647700"/>
                </a:lnTo>
                <a:lnTo>
                  <a:pt x="866775" y="647700"/>
                </a:lnTo>
                <a:lnTo>
                  <a:pt x="866775" y="638175"/>
                </a:lnTo>
                <a:lnTo>
                  <a:pt x="857250" y="638175"/>
                </a:lnTo>
                <a:lnTo>
                  <a:pt x="857250" y="600075"/>
                </a:lnTo>
                <a:lnTo>
                  <a:pt x="866775" y="600075"/>
                </a:lnTo>
                <a:close/>
                <a:moveTo>
                  <a:pt x="971550" y="638175"/>
                </a:moveTo>
                <a:lnTo>
                  <a:pt x="1057275" y="638175"/>
                </a:lnTo>
                <a:lnTo>
                  <a:pt x="1057275" y="657225"/>
                </a:lnTo>
                <a:lnTo>
                  <a:pt x="1047750" y="657225"/>
                </a:lnTo>
                <a:lnTo>
                  <a:pt x="1047750" y="676275"/>
                </a:lnTo>
                <a:lnTo>
                  <a:pt x="1019175" y="676275"/>
                </a:lnTo>
                <a:lnTo>
                  <a:pt x="1019175" y="685800"/>
                </a:lnTo>
                <a:lnTo>
                  <a:pt x="942975" y="685800"/>
                </a:lnTo>
                <a:lnTo>
                  <a:pt x="942975" y="676275"/>
                </a:lnTo>
                <a:lnTo>
                  <a:pt x="952500" y="676275"/>
                </a:lnTo>
                <a:lnTo>
                  <a:pt x="952500" y="666750"/>
                </a:lnTo>
                <a:lnTo>
                  <a:pt x="962025" y="666750"/>
                </a:lnTo>
                <a:lnTo>
                  <a:pt x="962025" y="657225"/>
                </a:lnTo>
                <a:lnTo>
                  <a:pt x="971550" y="657225"/>
                </a:lnTo>
                <a:close/>
                <a:moveTo>
                  <a:pt x="1066800" y="638175"/>
                </a:moveTo>
                <a:lnTo>
                  <a:pt x="1076325" y="638175"/>
                </a:lnTo>
                <a:lnTo>
                  <a:pt x="1076325" y="647700"/>
                </a:lnTo>
                <a:lnTo>
                  <a:pt x="1066800" y="647700"/>
                </a:lnTo>
                <a:close/>
                <a:moveTo>
                  <a:pt x="323850" y="666750"/>
                </a:moveTo>
                <a:lnTo>
                  <a:pt x="333375" y="666750"/>
                </a:lnTo>
                <a:lnTo>
                  <a:pt x="333375" y="676275"/>
                </a:lnTo>
                <a:lnTo>
                  <a:pt x="323850" y="676275"/>
                </a:lnTo>
                <a:close/>
                <a:moveTo>
                  <a:pt x="971550" y="676275"/>
                </a:moveTo>
                <a:lnTo>
                  <a:pt x="981075" y="676275"/>
                </a:lnTo>
                <a:lnTo>
                  <a:pt x="981075" y="666750"/>
                </a:lnTo>
                <a:lnTo>
                  <a:pt x="971550" y="666750"/>
                </a:lnTo>
                <a:close/>
                <a:moveTo>
                  <a:pt x="295275" y="685800"/>
                </a:moveTo>
                <a:lnTo>
                  <a:pt x="304800" y="685800"/>
                </a:lnTo>
                <a:lnTo>
                  <a:pt x="304800" y="695325"/>
                </a:lnTo>
                <a:lnTo>
                  <a:pt x="295275" y="695325"/>
                </a:lnTo>
                <a:close/>
                <a:moveTo>
                  <a:pt x="885825" y="695325"/>
                </a:moveTo>
                <a:lnTo>
                  <a:pt x="923925" y="695325"/>
                </a:lnTo>
                <a:lnTo>
                  <a:pt x="923925" y="704850"/>
                </a:lnTo>
                <a:lnTo>
                  <a:pt x="942975" y="704850"/>
                </a:lnTo>
                <a:lnTo>
                  <a:pt x="942975" y="714375"/>
                </a:lnTo>
                <a:lnTo>
                  <a:pt x="962025" y="714375"/>
                </a:lnTo>
                <a:lnTo>
                  <a:pt x="962025" y="695325"/>
                </a:lnTo>
                <a:lnTo>
                  <a:pt x="971550" y="695325"/>
                </a:lnTo>
                <a:lnTo>
                  <a:pt x="971550" y="714375"/>
                </a:lnTo>
                <a:lnTo>
                  <a:pt x="962025" y="714375"/>
                </a:lnTo>
                <a:lnTo>
                  <a:pt x="962025" y="733425"/>
                </a:lnTo>
                <a:lnTo>
                  <a:pt x="952500" y="733425"/>
                </a:lnTo>
                <a:lnTo>
                  <a:pt x="952500" y="742950"/>
                </a:lnTo>
                <a:lnTo>
                  <a:pt x="942975" y="742950"/>
                </a:lnTo>
                <a:lnTo>
                  <a:pt x="942975" y="752475"/>
                </a:lnTo>
                <a:lnTo>
                  <a:pt x="914400" y="752475"/>
                </a:lnTo>
                <a:lnTo>
                  <a:pt x="914400" y="742950"/>
                </a:lnTo>
                <a:lnTo>
                  <a:pt x="895350" y="742950"/>
                </a:lnTo>
                <a:lnTo>
                  <a:pt x="895350" y="762000"/>
                </a:lnTo>
                <a:lnTo>
                  <a:pt x="885825" y="762000"/>
                </a:lnTo>
                <a:lnTo>
                  <a:pt x="885825" y="771525"/>
                </a:lnTo>
                <a:lnTo>
                  <a:pt x="857250" y="771525"/>
                </a:lnTo>
                <a:lnTo>
                  <a:pt x="857250" y="762000"/>
                </a:lnTo>
                <a:lnTo>
                  <a:pt x="838200" y="762000"/>
                </a:lnTo>
                <a:lnTo>
                  <a:pt x="838200" y="752475"/>
                </a:lnTo>
                <a:lnTo>
                  <a:pt x="819150" y="752475"/>
                </a:lnTo>
                <a:lnTo>
                  <a:pt x="819150" y="742950"/>
                </a:lnTo>
                <a:lnTo>
                  <a:pt x="828675" y="742950"/>
                </a:lnTo>
                <a:lnTo>
                  <a:pt x="828675" y="733425"/>
                </a:lnTo>
                <a:lnTo>
                  <a:pt x="838200" y="733425"/>
                </a:lnTo>
                <a:lnTo>
                  <a:pt x="838200" y="723900"/>
                </a:lnTo>
                <a:lnTo>
                  <a:pt x="866775" y="723900"/>
                </a:lnTo>
                <a:lnTo>
                  <a:pt x="866775" y="714375"/>
                </a:lnTo>
                <a:lnTo>
                  <a:pt x="876300" y="714375"/>
                </a:lnTo>
                <a:lnTo>
                  <a:pt x="876300" y="704850"/>
                </a:lnTo>
                <a:lnTo>
                  <a:pt x="885825" y="704850"/>
                </a:lnTo>
                <a:close/>
                <a:moveTo>
                  <a:pt x="1143000" y="762000"/>
                </a:moveTo>
                <a:lnTo>
                  <a:pt x="1162050" y="762000"/>
                </a:lnTo>
                <a:lnTo>
                  <a:pt x="1162050" y="771525"/>
                </a:lnTo>
                <a:lnTo>
                  <a:pt x="1171575" y="771525"/>
                </a:lnTo>
                <a:lnTo>
                  <a:pt x="1171575" y="790575"/>
                </a:lnTo>
                <a:lnTo>
                  <a:pt x="1181100" y="790575"/>
                </a:lnTo>
                <a:lnTo>
                  <a:pt x="1181100" y="800100"/>
                </a:lnTo>
                <a:lnTo>
                  <a:pt x="1171575" y="800100"/>
                </a:lnTo>
                <a:lnTo>
                  <a:pt x="1171575" y="809625"/>
                </a:lnTo>
                <a:lnTo>
                  <a:pt x="1181100" y="809625"/>
                </a:lnTo>
                <a:lnTo>
                  <a:pt x="1181100" y="857250"/>
                </a:lnTo>
                <a:lnTo>
                  <a:pt x="1171575" y="857250"/>
                </a:lnTo>
                <a:lnTo>
                  <a:pt x="1171575" y="895350"/>
                </a:lnTo>
                <a:lnTo>
                  <a:pt x="1162050" y="895350"/>
                </a:lnTo>
                <a:lnTo>
                  <a:pt x="1162050" y="904875"/>
                </a:lnTo>
                <a:lnTo>
                  <a:pt x="1171575" y="904875"/>
                </a:lnTo>
                <a:lnTo>
                  <a:pt x="1171575" y="923925"/>
                </a:lnTo>
                <a:lnTo>
                  <a:pt x="1162050" y="923925"/>
                </a:lnTo>
                <a:lnTo>
                  <a:pt x="1162050" y="942975"/>
                </a:lnTo>
                <a:lnTo>
                  <a:pt x="1133475" y="942975"/>
                </a:lnTo>
                <a:lnTo>
                  <a:pt x="1133475" y="952500"/>
                </a:lnTo>
                <a:lnTo>
                  <a:pt x="1123950" y="952500"/>
                </a:lnTo>
                <a:lnTo>
                  <a:pt x="1123950" y="962025"/>
                </a:lnTo>
                <a:lnTo>
                  <a:pt x="1133475" y="962025"/>
                </a:lnTo>
                <a:lnTo>
                  <a:pt x="1133475" y="981075"/>
                </a:lnTo>
                <a:lnTo>
                  <a:pt x="1143000" y="981075"/>
                </a:lnTo>
                <a:lnTo>
                  <a:pt x="1143000" y="1009650"/>
                </a:lnTo>
                <a:lnTo>
                  <a:pt x="1133475" y="1009650"/>
                </a:lnTo>
                <a:lnTo>
                  <a:pt x="1133475" y="1028700"/>
                </a:lnTo>
                <a:lnTo>
                  <a:pt x="1114425" y="1028700"/>
                </a:lnTo>
                <a:lnTo>
                  <a:pt x="1114425" y="1038225"/>
                </a:lnTo>
                <a:lnTo>
                  <a:pt x="1104900" y="1038225"/>
                </a:lnTo>
                <a:lnTo>
                  <a:pt x="1104900" y="1028700"/>
                </a:lnTo>
                <a:lnTo>
                  <a:pt x="1095375" y="1028700"/>
                </a:lnTo>
                <a:lnTo>
                  <a:pt x="1095375" y="1009650"/>
                </a:lnTo>
                <a:lnTo>
                  <a:pt x="1123950" y="1009650"/>
                </a:lnTo>
                <a:lnTo>
                  <a:pt x="1123950" y="990600"/>
                </a:lnTo>
                <a:lnTo>
                  <a:pt x="1104900" y="990600"/>
                </a:lnTo>
                <a:lnTo>
                  <a:pt x="1104900" y="1000125"/>
                </a:lnTo>
                <a:lnTo>
                  <a:pt x="1076325" y="1000125"/>
                </a:lnTo>
                <a:lnTo>
                  <a:pt x="1076325" y="990600"/>
                </a:lnTo>
                <a:lnTo>
                  <a:pt x="1066800" y="990600"/>
                </a:lnTo>
                <a:lnTo>
                  <a:pt x="1066800" y="981075"/>
                </a:lnTo>
                <a:lnTo>
                  <a:pt x="1057275" y="981075"/>
                </a:lnTo>
                <a:lnTo>
                  <a:pt x="1057275" y="962025"/>
                </a:lnTo>
                <a:lnTo>
                  <a:pt x="1047750" y="962025"/>
                </a:lnTo>
                <a:lnTo>
                  <a:pt x="1047750" y="952500"/>
                </a:lnTo>
                <a:lnTo>
                  <a:pt x="1038225" y="952500"/>
                </a:lnTo>
                <a:lnTo>
                  <a:pt x="1038225" y="962025"/>
                </a:lnTo>
                <a:lnTo>
                  <a:pt x="1019175" y="962025"/>
                </a:lnTo>
                <a:lnTo>
                  <a:pt x="1019175" y="952500"/>
                </a:lnTo>
                <a:lnTo>
                  <a:pt x="1000125" y="952500"/>
                </a:lnTo>
                <a:lnTo>
                  <a:pt x="1000125" y="923925"/>
                </a:lnTo>
                <a:lnTo>
                  <a:pt x="1038225" y="923925"/>
                </a:lnTo>
                <a:lnTo>
                  <a:pt x="1038225" y="914400"/>
                </a:lnTo>
                <a:lnTo>
                  <a:pt x="1047750" y="914400"/>
                </a:lnTo>
                <a:lnTo>
                  <a:pt x="1047750" y="885825"/>
                </a:lnTo>
                <a:lnTo>
                  <a:pt x="1038225" y="885825"/>
                </a:lnTo>
                <a:lnTo>
                  <a:pt x="1038225" y="876300"/>
                </a:lnTo>
                <a:lnTo>
                  <a:pt x="1047750" y="876300"/>
                </a:lnTo>
                <a:lnTo>
                  <a:pt x="1047750" y="866775"/>
                </a:lnTo>
                <a:lnTo>
                  <a:pt x="1057275" y="866775"/>
                </a:lnTo>
                <a:lnTo>
                  <a:pt x="1057275" y="857250"/>
                </a:lnTo>
                <a:lnTo>
                  <a:pt x="1095375" y="857250"/>
                </a:lnTo>
                <a:lnTo>
                  <a:pt x="1095375" y="838200"/>
                </a:lnTo>
                <a:lnTo>
                  <a:pt x="1104900" y="838200"/>
                </a:lnTo>
                <a:lnTo>
                  <a:pt x="1104900" y="828675"/>
                </a:lnTo>
                <a:lnTo>
                  <a:pt x="1123950" y="828675"/>
                </a:lnTo>
                <a:lnTo>
                  <a:pt x="1123950" y="819150"/>
                </a:lnTo>
                <a:lnTo>
                  <a:pt x="1143000" y="819150"/>
                </a:lnTo>
                <a:lnTo>
                  <a:pt x="1143000" y="800100"/>
                </a:lnTo>
                <a:lnTo>
                  <a:pt x="1114425" y="800100"/>
                </a:lnTo>
                <a:lnTo>
                  <a:pt x="1114425" y="781050"/>
                </a:lnTo>
                <a:lnTo>
                  <a:pt x="1123950" y="781050"/>
                </a:lnTo>
                <a:lnTo>
                  <a:pt x="1123950" y="771525"/>
                </a:lnTo>
                <a:lnTo>
                  <a:pt x="1143000" y="771525"/>
                </a:lnTo>
                <a:close/>
                <a:moveTo>
                  <a:pt x="1600200" y="762000"/>
                </a:moveTo>
                <a:lnTo>
                  <a:pt x="1609725" y="762000"/>
                </a:lnTo>
                <a:lnTo>
                  <a:pt x="1609725" y="771525"/>
                </a:lnTo>
                <a:lnTo>
                  <a:pt x="1600200" y="771525"/>
                </a:lnTo>
                <a:close/>
                <a:moveTo>
                  <a:pt x="1800225" y="771525"/>
                </a:moveTo>
                <a:lnTo>
                  <a:pt x="1809750" y="771525"/>
                </a:lnTo>
                <a:lnTo>
                  <a:pt x="1809750" y="781050"/>
                </a:lnTo>
                <a:lnTo>
                  <a:pt x="1800225" y="781050"/>
                </a:lnTo>
                <a:close/>
                <a:moveTo>
                  <a:pt x="2076450" y="771525"/>
                </a:moveTo>
                <a:lnTo>
                  <a:pt x="2085975" y="771525"/>
                </a:lnTo>
                <a:lnTo>
                  <a:pt x="2085975" y="781050"/>
                </a:lnTo>
                <a:lnTo>
                  <a:pt x="2076450" y="781050"/>
                </a:lnTo>
                <a:close/>
                <a:moveTo>
                  <a:pt x="0" y="781050"/>
                </a:moveTo>
                <a:lnTo>
                  <a:pt x="9525" y="781050"/>
                </a:lnTo>
                <a:lnTo>
                  <a:pt x="9525" y="790575"/>
                </a:lnTo>
                <a:lnTo>
                  <a:pt x="0" y="790575"/>
                </a:lnTo>
                <a:close/>
                <a:moveTo>
                  <a:pt x="714375" y="781050"/>
                </a:moveTo>
                <a:lnTo>
                  <a:pt x="733425" y="781050"/>
                </a:lnTo>
                <a:lnTo>
                  <a:pt x="733425" y="800100"/>
                </a:lnTo>
                <a:lnTo>
                  <a:pt x="723900" y="800100"/>
                </a:lnTo>
                <a:lnTo>
                  <a:pt x="723900" y="790575"/>
                </a:lnTo>
                <a:lnTo>
                  <a:pt x="714375" y="790575"/>
                </a:lnTo>
                <a:close/>
                <a:moveTo>
                  <a:pt x="1866900" y="781050"/>
                </a:moveTo>
                <a:lnTo>
                  <a:pt x="1885950" y="781050"/>
                </a:lnTo>
                <a:lnTo>
                  <a:pt x="1885950" y="790575"/>
                </a:lnTo>
                <a:lnTo>
                  <a:pt x="1866900" y="790575"/>
                </a:lnTo>
                <a:close/>
                <a:moveTo>
                  <a:pt x="2019300" y="781050"/>
                </a:moveTo>
                <a:lnTo>
                  <a:pt x="2028825" y="781050"/>
                </a:lnTo>
                <a:lnTo>
                  <a:pt x="2028825" y="790575"/>
                </a:lnTo>
                <a:lnTo>
                  <a:pt x="2019300" y="790575"/>
                </a:lnTo>
                <a:close/>
                <a:moveTo>
                  <a:pt x="171450" y="800100"/>
                </a:moveTo>
                <a:lnTo>
                  <a:pt x="180975" y="800100"/>
                </a:lnTo>
                <a:lnTo>
                  <a:pt x="180975" y="809625"/>
                </a:lnTo>
                <a:lnTo>
                  <a:pt x="171450" y="809625"/>
                </a:lnTo>
                <a:close/>
                <a:moveTo>
                  <a:pt x="276225" y="800100"/>
                </a:moveTo>
                <a:lnTo>
                  <a:pt x="285750" y="800100"/>
                </a:lnTo>
                <a:lnTo>
                  <a:pt x="285750" y="809625"/>
                </a:lnTo>
                <a:lnTo>
                  <a:pt x="276225" y="809625"/>
                </a:lnTo>
                <a:close/>
                <a:moveTo>
                  <a:pt x="1009650" y="800100"/>
                </a:moveTo>
                <a:lnTo>
                  <a:pt x="1019175" y="800100"/>
                </a:lnTo>
                <a:lnTo>
                  <a:pt x="1019175" y="819150"/>
                </a:lnTo>
                <a:lnTo>
                  <a:pt x="1028700" y="819150"/>
                </a:lnTo>
                <a:lnTo>
                  <a:pt x="1028700" y="828675"/>
                </a:lnTo>
                <a:lnTo>
                  <a:pt x="1009650" y="828675"/>
                </a:lnTo>
                <a:lnTo>
                  <a:pt x="1009650" y="819150"/>
                </a:lnTo>
                <a:lnTo>
                  <a:pt x="1000125" y="819150"/>
                </a:lnTo>
                <a:lnTo>
                  <a:pt x="1000125" y="809625"/>
                </a:lnTo>
                <a:lnTo>
                  <a:pt x="1009650" y="809625"/>
                </a:lnTo>
                <a:close/>
                <a:moveTo>
                  <a:pt x="866775" y="819150"/>
                </a:moveTo>
                <a:lnTo>
                  <a:pt x="933450" y="819150"/>
                </a:lnTo>
                <a:lnTo>
                  <a:pt x="933450" y="876300"/>
                </a:lnTo>
                <a:lnTo>
                  <a:pt x="923925" y="876300"/>
                </a:lnTo>
                <a:lnTo>
                  <a:pt x="923925" y="895350"/>
                </a:lnTo>
                <a:lnTo>
                  <a:pt x="904875" y="895350"/>
                </a:lnTo>
                <a:lnTo>
                  <a:pt x="904875" y="923925"/>
                </a:lnTo>
                <a:lnTo>
                  <a:pt x="895350" y="923925"/>
                </a:lnTo>
                <a:lnTo>
                  <a:pt x="895350" y="933450"/>
                </a:lnTo>
                <a:lnTo>
                  <a:pt x="904875" y="933450"/>
                </a:lnTo>
                <a:lnTo>
                  <a:pt x="904875" y="942975"/>
                </a:lnTo>
                <a:lnTo>
                  <a:pt x="914400" y="942975"/>
                </a:lnTo>
                <a:lnTo>
                  <a:pt x="914400" y="962025"/>
                </a:lnTo>
                <a:lnTo>
                  <a:pt x="904875" y="962025"/>
                </a:lnTo>
                <a:lnTo>
                  <a:pt x="904875" y="971550"/>
                </a:lnTo>
                <a:lnTo>
                  <a:pt x="885825" y="971550"/>
                </a:lnTo>
                <a:lnTo>
                  <a:pt x="885825" y="981075"/>
                </a:lnTo>
                <a:lnTo>
                  <a:pt x="876300" y="981075"/>
                </a:lnTo>
                <a:lnTo>
                  <a:pt x="876300" y="990600"/>
                </a:lnTo>
                <a:lnTo>
                  <a:pt x="866775" y="990600"/>
                </a:lnTo>
                <a:lnTo>
                  <a:pt x="866775" y="1000125"/>
                </a:lnTo>
                <a:lnTo>
                  <a:pt x="857250" y="1000125"/>
                </a:lnTo>
                <a:lnTo>
                  <a:pt x="857250" y="1009650"/>
                </a:lnTo>
                <a:lnTo>
                  <a:pt x="847725" y="1009650"/>
                </a:lnTo>
                <a:lnTo>
                  <a:pt x="847725" y="1028700"/>
                </a:lnTo>
                <a:lnTo>
                  <a:pt x="838200" y="1028700"/>
                </a:lnTo>
                <a:lnTo>
                  <a:pt x="838200" y="1057275"/>
                </a:lnTo>
                <a:lnTo>
                  <a:pt x="847725" y="1057275"/>
                </a:lnTo>
                <a:lnTo>
                  <a:pt x="847725" y="1076325"/>
                </a:lnTo>
                <a:lnTo>
                  <a:pt x="857250" y="1076325"/>
                </a:lnTo>
                <a:lnTo>
                  <a:pt x="857250" y="1085850"/>
                </a:lnTo>
                <a:lnTo>
                  <a:pt x="876300" y="1085850"/>
                </a:lnTo>
                <a:lnTo>
                  <a:pt x="876300" y="1095375"/>
                </a:lnTo>
                <a:lnTo>
                  <a:pt x="895350" y="1095375"/>
                </a:lnTo>
                <a:lnTo>
                  <a:pt x="895350" y="1085850"/>
                </a:lnTo>
                <a:lnTo>
                  <a:pt x="923925" y="1085850"/>
                </a:lnTo>
                <a:lnTo>
                  <a:pt x="923925" y="1095375"/>
                </a:lnTo>
                <a:lnTo>
                  <a:pt x="914400" y="1095375"/>
                </a:lnTo>
                <a:lnTo>
                  <a:pt x="914400" y="1104900"/>
                </a:lnTo>
                <a:lnTo>
                  <a:pt x="923925" y="1104900"/>
                </a:lnTo>
                <a:lnTo>
                  <a:pt x="923925" y="1114425"/>
                </a:lnTo>
                <a:lnTo>
                  <a:pt x="933450" y="1114425"/>
                </a:lnTo>
                <a:lnTo>
                  <a:pt x="933450" y="1095375"/>
                </a:lnTo>
                <a:lnTo>
                  <a:pt x="971550" y="1095375"/>
                </a:lnTo>
                <a:lnTo>
                  <a:pt x="971550" y="1085850"/>
                </a:lnTo>
                <a:lnTo>
                  <a:pt x="981075" y="1085850"/>
                </a:lnTo>
                <a:lnTo>
                  <a:pt x="981075" y="1076325"/>
                </a:lnTo>
                <a:lnTo>
                  <a:pt x="1038225" y="1076325"/>
                </a:lnTo>
                <a:lnTo>
                  <a:pt x="1038225" y="1057275"/>
                </a:lnTo>
                <a:lnTo>
                  <a:pt x="1066800" y="1057275"/>
                </a:lnTo>
                <a:lnTo>
                  <a:pt x="1066800" y="1047750"/>
                </a:lnTo>
                <a:lnTo>
                  <a:pt x="1085850" y="1047750"/>
                </a:lnTo>
                <a:lnTo>
                  <a:pt x="1085850" y="1038225"/>
                </a:lnTo>
                <a:lnTo>
                  <a:pt x="1104900" y="1038225"/>
                </a:lnTo>
                <a:lnTo>
                  <a:pt x="1104900" y="1047750"/>
                </a:lnTo>
                <a:lnTo>
                  <a:pt x="1095375" y="1047750"/>
                </a:lnTo>
                <a:lnTo>
                  <a:pt x="1095375" y="1066800"/>
                </a:lnTo>
                <a:lnTo>
                  <a:pt x="1085850" y="1066800"/>
                </a:lnTo>
                <a:lnTo>
                  <a:pt x="1085850" y="1085850"/>
                </a:lnTo>
                <a:lnTo>
                  <a:pt x="1076325" y="1085850"/>
                </a:lnTo>
                <a:lnTo>
                  <a:pt x="1076325" y="1095375"/>
                </a:lnTo>
                <a:lnTo>
                  <a:pt x="1066800" y="1095375"/>
                </a:lnTo>
                <a:lnTo>
                  <a:pt x="1066800" y="1104900"/>
                </a:lnTo>
                <a:lnTo>
                  <a:pt x="1047750" y="1104900"/>
                </a:lnTo>
                <a:lnTo>
                  <a:pt x="1047750" y="1114425"/>
                </a:lnTo>
                <a:lnTo>
                  <a:pt x="1038225" y="1114425"/>
                </a:lnTo>
                <a:lnTo>
                  <a:pt x="1038225" y="1123950"/>
                </a:lnTo>
                <a:lnTo>
                  <a:pt x="1028700" y="1123950"/>
                </a:lnTo>
                <a:lnTo>
                  <a:pt x="1028700" y="1133475"/>
                </a:lnTo>
                <a:lnTo>
                  <a:pt x="1000125" y="1133475"/>
                </a:lnTo>
                <a:lnTo>
                  <a:pt x="1000125" y="1143000"/>
                </a:lnTo>
                <a:lnTo>
                  <a:pt x="971550" y="1143000"/>
                </a:lnTo>
                <a:lnTo>
                  <a:pt x="971550" y="1133475"/>
                </a:lnTo>
                <a:lnTo>
                  <a:pt x="952500" y="1133475"/>
                </a:lnTo>
                <a:lnTo>
                  <a:pt x="952500" y="1143000"/>
                </a:lnTo>
                <a:lnTo>
                  <a:pt x="933450" y="1143000"/>
                </a:lnTo>
                <a:lnTo>
                  <a:pt x="933450" y="1123950"/>
                </a:lnTo>
                <a:lnTo>
                  <a:pt x="923925" y="1123950"/>
                </a:lnTo>
                <a:lnTo>
                  <a:pt x="923925" y="1133475"/>
                </a:lnTo>
                <a:lnTo>
                  <a:pt x="904875" y="1133475"/>
                </a:lnTo>
                <a:lnTo>
                  <a:pt x="904875" y="1143000"/>
                </a:lnTo>
                <a:lnTo>
                  <a:pt x="895350" y="1143000"/>
                </a:lnTo>
                <a:lnTo>
                  <a:pt x="895350" y="1133475"/>
                </a:lnTo>
                <a:lnTo>
                  <a:pt x="876300" y="1133475"/>
                </a:lnTo>
                <a:lnTo>
                  <a:pt x="876300" y="1123950"/>
                </a:lnTo>
                <a:lnTo>
                  <a:pt x="838200" y="1123950"/>
                </a:lnTo>
                <a:lnTo>
                  <a:pt x="838200" y="1114425"/>
                </a:lnTo>
                <a:lnTo>
                  <a:pt x="819150" y="1114425"/>
                </a:lnTo>
                <a:lnTo>
                  <a:pt x="819150" y="1104900"/>
                </a:lnTo>
                <a:lnTo>
                  <a:pt x="800100" y="1104900"/>
                </a:lnTo>
                <a:lnTo>
                  <a:pt x="800100" y="1095375"/>
                </a:lnTo>
                <a:lnTo>
                  <a:pt x="781050" y="1095375"/>
                </a:lnTo>
                <a:lnTo>
                  <a:pt x="781050" y="1085850"/>
                </a:lnTo>
                <a:lnTo>
                  <a:pt x="771525" y="1085850"/>
                </a:lnTo>
                <a:lnTo>
                  <a:pt x="771525" y="1066800"/>
                </a:lnTo>
                <a:lnTo>
                  <a:pt x="762000" y="1066800"/>
                </a:lnTo>
                <a:lnTo>
                  <a:pt x="762000" y="1038225"/>
                </a:lnTo>
                <a:lnTo>
                  <a:pt x="752475" y="1038225"/>
                </a:lnTo>
                <a:lnTo>
                  <a:pt x="752475" y="1028700"/>
                </a:lnTo>
                <a:lnTo>
                  <a:pt x="742950" y="1028700"/>
                </a:lnTo>
                <a:lnTo>
                  <a:pt x="742950" y="1000125"/>
                </a:lnTo>
                <a:lnTo>
                  <a:pt x="733425" y="1000125"/>
                </a:lnTo>
                <a:lnTo>
                  <a:pt x="733425" y="990600"/>
                </a:lnTo>
                <a:lnTo>
                  <a:pt x="723900" y="990600"/>
                </a:lnTo>
                <a:lnTo>
                  <a:pt x="723900" y="981075"/>
                </a:lnTo>
                <a:lnTo>
                  <a:pt x="714375" y="981075"/>
                </a:lnTo>
                <a:lnTo>
                  <a:pt x="714375" y="904875"/>
                </a:lnTo>
                <a:lnTo>
                  <a:pt x="723900" y="904875"/>
                </a:lnTo>
                <a:lnTo>
                  <a:pt x="723900" y="895350"/>
                </a:lnTo>
                <a:lnTo>
                  <a:pt x="733425" y="895350"/>
                </a:lnTo>
                <a:lnTo>
                  <a:pt x="733425" y="866775"/>
                </a:lnTo>
                <a:lnTo>
                  <a:pt x="723900" y="866775"/>
                </a:lnTo>
                <a:lnTo>
                  <a:pt x="723900" y="828675"/>
                </a:lnTo>
                <a:lnTo>
                  <a:pt x="762000" y="828675"/>
                </a:lnTo>
                <a:lnTo>
                  <a:pt x="762000" y="838200"/>
                </a:lnTo>
                <a:lnTo>
                  <a:pt x="771525" y="838200"/>
                </a:lnTo>
                <a:lnTo>
                  <a:pt x="771525" y="847725"/>
                </a:lnTo>
                <a:lnTo>
                  <a:pt x="781050" y="847725"/>
                </a:lnTo>
                <a:lnTo>
                  <a:pt x="781050" y="857250"/>
                </a:lnTo>
                <a:lnTo>
                  <a:pt x="809625" y="857250"/>
                </a:lnTo>
                <a:lnTo>
                  <a:pt x="809625" y="847725"/>
                </a:lnTo>
                <a:lnTo>
                  <a:pt x="838200" y="847725"/>
                </a:lnTo>
                <a:lnTo>
                  <a:pt x="838200" y="857250"/>
                </a:lnTo>
                <a:lnTo>
                  <a:pt x="847725" y="857250"/>
                </a:lnTo>
                <a:lnTo>
                  <a:pt x="847725" y="847725"/>
                </a:lnTo>
                <a:lnTo>
                  <a:pt x="857250" y="847725"/>
                </a:lnTo>
                <a:lnTo>
                  <a:pt x="857250" y="838200"/>
                </a:lnTo>
                <a:lnTo>
                  <a:pt x="866775" y="838200"/>
                </a:lnTo>
                <a:close/>
                <a:moveTo>
                  <a:pt x="238125" y="838200"/>
                </a:moveTo>
                <a:lnTo>
                  <a:pt x="247650" y="838200"/>
                </a:lnTo>
                <a:lnTo>
                  <a:pt x="247650" y="847725"/>
                </a:lnTo>
                <a:lnTo>
                  <a:pt x="238125" y="847725"/>
                </a:lnTo>
                <a:close/>
                <a:moveTo>
                  <a:pt x="1581150" y="838200"/>
                </a:moveTo>
                <a:lnTo>
                  <a:pt x="1590675" y="838200"/>
                </a:lnTo>
                <a:lnTo>
                  <a:pt x="1590675" y="857250"/>
                </a:lnTo>
                <a:lnTo>
                  <a:pt x="1581150" y="857250"/>
                </a:lnTo>
                <a:close/>
                <a:moveTo>
                  <a:pt x="257175" y="847725"/>
                </a:moveTo>
                <a:lnTo>
                  <a:pt x="266700" y="847725"/>
                </a:lnTo>
                <a:lnTo>
                  <a:pt x="266700" y="857250"/>
                </a:lnTo>
                <a:lnTo>
                  <a:pt x="257175" y="857250"/>
                </a:lnTo>
                <a:close/>
                <a:moveTo>
                  <a:pt x="1600200" y="847725"/>
                </a:moveTo>
                <a:lnTo>
                  <a:pt x="1619250" y="847725"/>
                </a:lnTo>
                <a:lnTo>
                  <a:pt x="1619250" y="857250"/>
                </a:lnTo>
                <a:lnTo>
                  <a:pt x="1600200" y="857250"/>
                </a:lnTo>
                <a:close/>
                <a:moveTo>
                  <a:pt x="276225" y="857250"/>
                </a:moveTo>
                <a:lnTo>
                  <a:pt x="285750" y="857250"/>
                </a:lnTo>
                <a:lnTo>
                  <a:pt x="285750" y="866775"/>
                </a:lnTo>
                <a:lnTo>
                  <a:pt x="276225" y="866775"/>
                </a:lnTo>
                <a:close/>
                <a:moveTo>
                  <a:pt x="1590675" y="857250"/>
                </a:moveTo>
                <a:lnTo>
                  <a:pt x="1600200" y="857250"/>
                </a:lnTo>
                <a:lnTo>
                  <a:pt x="1600200" y="866775"/>
                </a:lnTo>
                <a:lnTo>
                  <a:pt x="1590675" y="866775"/>
                </a:lnTo>
                <a:close/>
                <a:moveTo>
                  <a:pt x="847725" y="1114425"/>
                </a:moveTo>
                <a:lnTo>
                  <a:pt x="866775" y="1114425"/>
                </a:lnTo>
                <a:lnTo>
                  <a:pt x="866775" y="1104900"/>
                </a:lnTo>
                <a:lnTo>
                  <a:pt x="847725" y="1104900"/>
                </a:lnTo>
                <a:close/>
                <a:moveTo>
                  <a:pt x="904875" y="1219200"/>
                </a:moveTo>
                <a:lnTo>
                  <a:pt x="933450" y="1219200"/>
                </a:lnTo>
                <a:lnTo>
                  <a:pt x="933450" y="1228725"/>
                </a:lnTo>
                <a:lnTo>
                  <a:pt x="952500" y="1228725"/>
                </a:lnTo>
                <a:lnTo>
                  <a:pt x="952500" y="1238250"/>
                </a:lnTo>
                <a:lnTo>
                  <a:pt x="981075" y="1238250"/>
                </a:lnTo>
                <a:lnTo>
                  <a:pt x="981075" y="1228725"/>
                </a:lnTo>
                <a:lnTo>
                  <a:pt x="1009650" y="1228725"/>
                </a:lnTo>
                <a:lnTo>
                  <a:pt x="1009650" y="1219200"/>
                </a:lnTo>
                <a:lnTo>
                  <a:pt x="1038225" y="1219200"/>
                </a:lnTo>
                <a:lnTo>
                  <a:pt x="1038225" y="1228725"/>
                </a:lnTo>
                <a:lnTo>
                  <a:pt x="1047750" y="1228725"/>
                </a:lnTo>
                <a:lnTo>
                  <a:pt x="1047750" y="1238250"/>
                </a:lnTo>
                <a:lnTo>
                  <a:pt x="1038225" y="1238250"/>
                </a:lnTo>
                <a:lnTo>
                  <a:pt x="1038225" y="1257300"/>
                </a:lnTo>
                <a:lnTo>
                  <a:pt x="1047750" y="1257300"/>
                </a:lnTo>
                <a:lnTo>
                  <a:pt x="1047750" y="1276350"/>
                </a:lnTo>
                <a:lnTo>
                  <a:pt x="1038225" y="1276350"/>
                </a:lnTo>
                <a:lnTo>
                  <a:pt x="1038225" y="1285875"/>
                </a:lnTo>
                <a:lnTo>
                  <a:pt x="1028700" y="1285875"/>
                </a:lnTo>
                <a:lnTo>
                  <a:pt x="1028700" y="1295400"/>
                </a:lnTo>
                <a:lnTo>
                  <a:pt x="1019175" y="1295400"/>
                </a:lnTo>
                <a:lnTo>
                  <a:pt x="1019175" y="1304925"/>
                </a:lnTo>
                <a:lnTo>
                  <a:pt x="1009650" y="1304925"/>
                </a:lnTo>
                <a:lnTo>
                  <a:pt x="1009650" y="1314450"/>
                </a:lnTo>
                <a:lnTo>
                  <a:pt x="1000125" y="1314450"/>
                </a:lnTo>
                <a:lnTo>
                  <a:pt x="1000125" y="1323975"/>
                </a:lnTo>
                <a:lnTo>
                  <a:pt x="990600" y="1323975"/>
                </a:lnTo>
                <a:lnTo>
                  <a:pt x="990600" y="1333500"/>
                </a:lnTo>
                <a:lnTo>
                  <a:pt x="981075" y="1333500"/>
                </a:lnTo>
                <a:lnTo>
                  <a:pt x="981075" y="1343025"/>
                </a:lnTo>
                <a:lnTo>
                  <a:pt x="971550" y="1343025"/>
                </a:lnTo>
                <a:lnTo>
                  <a:pt x="971550" y="1352550"/>
                </a:lnTo>
                <a:lnTo>
                  <a:pt x="962025" y="1352550"/>
                </a:lnTo>
                <a:lnTo>
                  <a:pt x="962025" y="1362075"/>
                </a:lnTo>
                <a:lnTo>
                  <a:pt x="942975" y="1362075"/>
                </a:lnTo>
                <a:lnTo>
                  <a:pt x="942975" y="1352550"/>
                </a:lnTo>
                <a:lnTo>
                  <a:pt x="923925" y="1352550"/>
                </a:lnTo>
                <a:lnTo>
                  <a:pt x="923925" y="1343025"/>
                </a:lnTo>
                <a:lnTo>
                  <a:pt x="904875" y="1343025"/>
                </a:lnTo>
                <a:lnTo>
                  <a:pt x="904875" y="1333500"/>
                </a:lnTo>
                <a:lnTo>
                  <a:pt x="876300" y="1333500"/>
                </a:lnTo>
                <a:lnTo>
                  <a:pt x="876300" y="1323975"/>
                </a:lnTo>
                <a:lnTo>
                  <a:pt x="857250" y="1323975"/>
                </a:lnTo>
                <a:lnTo>
                  <a:pt x="857250" y="1314450"/>
                </a:lnTo>
                <a:lnTo>
                  <a:pt x="847725" y="1314450"/>
                </a:lnTo>
                <a:lnTo>
                  <a:pt x="847725" y="1304925"/>
                </a:lnTo>
                <a:lnTo>
                  <a:pt x="838200" y="1304925"/>
                </a:lnTo>
                <a:lnTo>
                  <a:pt x="838200" y="1295400"/>
                </a:lnTo>
                <a:lnTo>
                  <a:pt x="828675" y="1295400"/>
                </a:lnTo>
                <a:lnTo>
                  <a:pt x="828675" y="1247775"/>
                </a:lnTo>
                <a:lnTo>
                  <a:pt x="847725" y="1247775"/>
                </a:lnTo>
                <a:lnTo>
                  <a:pt x="847725" y="1238250"/>
                </a:lnTo>
                <a:lnTo>
                  <a:pt x="857250" y="1238250"/>
                </a:lnTo>
                <a:lnTo>
                  <a:pt x="857250" y="1228725"/>
                </a:lnTo>
                <a:lnTo>
                  <a:pt x="904875" y="1228725"/>
                </a:lnTo>
                <a:close/>
                <a:moveTo>
                  <a:pt x="1009650" y="1266825"/>
                </a:moveTo>
                <a:lnTo>
                  <a:pt x="1019175" y="1266825"/>
                </a:lnTo>
                <a:lnTo>
                  <a:pt x="1019175" y="1257300"/>
                </a:lnTo>
                <a:lnTo>
                  <a:pt x="1009650" y="1257300"/>
                </a:lnTo>
                <a:lnTo>
                  <a:pt x="1009650" y="1238250"/>
                </a:lnTo>
                <a:lnTo>
                  <a:pt x="981075" y="1238250"/>
                </a:lnTo>
                <a:lnTo>
                  <a:pt x="981075" y="1257300"/>
                </a:lnTo>
                <a:lnTo>
                  <a:pt x="971550" y="1257300"/>
                </a:lnTo>
                <a:lnTo>
                  <a:pt x="971550" y="1276350"/>
                </a:lnTo>
                <a:lnTo>
                  <a:pt x="990600" y="1276350"/>
                </a:lnTo>
                <a:lnTo>
                  <a:pt x="990600" y="1285875"/>
                </a:lnTo>
                <a:lnTo>
                  <a:pt x="1019175" y="1285875"/>
                </a:lnTo>
                <a:lnTo>
                  <a:pt x="1019175" y="1276350"/>
                </a:lnTo>
                <a:lnTo>
                  <a:pt x="1009650" y="1276350"/>
                </a:lnTo>
                <a:close/>
                <a:moveTo>
                  <a:pt x="190500" y="1628775"/>
                </a:moveTo>
                <a:lnTo>
                  <a:pt x="209550" y="1628775"/>
                </a:lnTo>
                <a:lnTo>
                  <a:pt x="209550" y="1638300"/>
                </a:lnTo>
                <a:lnTo>
                  <a:pt x="219075" y="1638300"/>
                </a:lnTo>
                <a:lnTo>
                  <a:pt x="219075" y="1647825"/>
                </a:lnTo>
                <a:lnTo>
                  <a:pt x="228600" y="1647825"/>
                </a:lnTo>
                <a:lnTo>
                  <a:pt x="228600" y="1666875"/>
                </a:lnTo>
                <a:lnTo>
                  <a:pt x="219075" y="1666875"/>
                </a:lnTo>
                <a:lnTo>
                  <a:pt x="219075" y="1657350"/>
                </a:lnTo>
                <a:lnTo>
                  <a:pt x="200025" y="1657350"/>
                </a:lnTo>
                <a:lnTo>
                  <a:pt x="200025" y="1638300"/>
                </a:lnTo>
                <a:lnTo>
                  <a:pt x="190500" y="1638300"/>
                </a:lnTo>
                <a:close/>
                <a:moveTo>
                  <a:pt x="1647825" y="1685925"/>
                </a:moveTo>
                <a:lnTo>
                  <a:pt x="1657350" y="1685925"/>
                </a:lnTo>
                <a:lnTo>
                  <a:pt x="1657350" y="1695450"/>
                </a:lnTo>
                <a:lnTo>
                  <a:pt x="1647825" y="1695450"/>
                </a:lnTo>
                <a:close/>
                <a:moveTo>
                  <a:pt x="1638300" y="1695450"/>
                </a:moveTo>
                <a:lnTo>
                  <a:pt x="1647825" y="1695450"/>
                </a:lnTo>
                <a:lnTo>
                  <a:pt x="1647825" y="1704975"/>
                </a:lnTo>
                <a:lnTo>
                  <a:pt x="1638300" y="1704975"/>
                </a:lnTo>
                <a:close/>
              </a:path>
            </a:pathLst>
          </a:custGeom>
          <a:solidFill xmlns:a="http://schemas.openxmlformats.org/drawingml/2006/main">
            <a:srgbClr val="ECDCD3"/>
          </a:solidFill>
          <a:ln xmlns:a="http://schemas.openxmlformats.org/drawingml/2006/main" w="0">
            <a:noFill/>
          </a:ln>
        </p:spPr>
      </p:sp>
      <p:sp>
        <p:nvSpPr>
          <p:cNvPr id="62" name="juan vector #f4d2c1">
            <a:extLst xmlns:a="http://schemas.openxmlformats.org/drawingml/2006/main">
              <a:ext uri="{FF2B5EF4-FFF2-40B4-BE49-F238E27FC236}">
                <a16:creationId xmlns:a16="http://schemas.microsoft.com/office/drawing/2014/main" id="{8B056529-8A17-4282-88F5-13D1264ABF6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48900" y="2552700"/>
            <a:ext cx="2085975" cy="2085975"/>
          </a:xfrm>
          <a:custGeom xmlns:a="http://schemas.openxmlformats.org/drawingml/2006/main">
            <a:pathLst>
              <a:path w="2085975" h="2085975">
                <a:moveTo>
                  <a:pt x="457200" y="66675"/>
                </a:moveTo>
                <a:lnTo>
                  <a:pt x="466725" y="66675"/>
                </a:lnTo>
                <a:lnTo>
                  <a:pt x="466725" y="76200"/>
                </a:lnTo>
                <a:lnTo>
                  <a:pt x="457200" y="76200"/>
                </a:lnTo>
                <a:close/>
                <a:moveTo>
                  <a:pt x="1409700" y="66675"/>
                </a:moveTo>
                <a:lnTo>
                  <a:pt x="1419225" y="66675"/>
                </a:lnTo>
                <a:lnTo>
                  <a:pt x="1419225" y="76200"/>
                </a:lnTo>
                <a:lnTo>
                  <a:pt x="1409700" y="76200"/>
                </a:lnTo>
                <a:close/>
                <a:moveTo>
                  <a:pt x="1390650" y="95250"/>
                </a:moveTo>
                <a:lnTo>
                  <a:pt x="1400175" y="95250"/>
                </a:lnTo>
                <a:lnTo>
                  <a:pt x="1400175" y="104775"/>
                </a:lnTo>
                <a:lnTo>
                  <a:pt x="1390650" y="104775"/>
                </a:lnTo>
                <a:close/>
                <a:moveTo>
                  <a:pt x="495300" y="123825"/>
                </a:moveTo>
                <a:lnTo>
                  <a:pt x="504825" y="123825"/>
                </a:lnTo>
                <a:lnTo>
                  <a:pt x="504825" y="133350"/>
                </a:lnTo>
                <a:lnTo>
                  <a:pt x="495300" y="133350"/>
                </a:lnTo>
                <a:close/>
                <a:moveTo>
                  <a:pt x="1362075" y="142875"/>
                </a:moveTo>
                <a:lnTo>
                  <a:pt x="1371600" y="142875"/>
                </a:lnTo>
                <a:lnTo>
                  <a:pt x="1371600" y="152400"/>
                </a:lnTo>
                <a:lnTo>
                  <a:pt x="1362075" y="152400"/>
                </a:lnTo>
                <a:close/>
                <a:moveTo>
                  <a:pt x="514350" y="161925"/>
                </a:moveTo>
                <a:lnTo>
                  <a:pt x="523875" y="161925"/>
                </a:lnTo>
                <a:lnTo>
                  <a:pt x="523875" y="171450"/>
                </a:lnTo>
                <a:lnTo>
                  <a:pt x="514350" y="171450"/>
                </a:lnTo>
                <a:close/>
                <a:moveTo>
                  <a:pt x="1352550" y="161925"/>
                </a:moveTo>
                <a:lnTo>
                  <a:pt x="1362075" y="161925"/>
                </a:lnTo>
                <a:lnTo>
                  <a:pt x="1362075" y="171450"/>
                </a:lnTo>
                <a:lnTo>
                  <a:pt x="1352550" y="171450"/>
                </a:lnTo>
                <a:close/>
                <a:moveTo>
                  <a:pt x="523875" y="180975"/>
                </a:moveTo>
                <a:lnTo>
                  <a:pt x="533400" y="180975"/>
                </a:lnTo>
                <a:lnTo>
                  <a:pt x="533400" y="190500"/>
                </a:lnTo>
                <a:lnTo>
                  <a:pt x="523875" y="190500"/>
                </a:lnTo>
                <a:close/>
                <a:moveTo>
                  <a:pt x="1343025" y="190500"/>
                </a:moveTo>
                <a:lnTo>
                  <a:pt x="1352550" y="190500"/>
                </a:lnTo>
                <a:lnTo>
                  <a:pt x="1352550" y="200025"/>
                </a:lnTo>
                <a:lnTo>
                  <a:pt x="1343025" y="200025"/>
                </a:lnTo>
                <a:close/>
                <a:moveTo>
                  <a:pt x="533400" y="209550"/>
                </a:moveTo>
                <a:lnTo>
                  <a:pt x="542925" y="209550"/>
                </a:lnTo>
                <a:lnTo>
                  <a:pt x="542925" y="228600"/>
                </a:lnTo>
                <a:lnTo>
                  <a:pt x="533400" y="228600"/>
                </a:lnTo>
                <a:close/>
                <a:moveTo>
                  <a:pt x="1333500" y="219075"/>
                </a:moveTo>
                <a:lnTo>
                  <a:pt x="1343025" y="219075"/>
                </a:lnTo>
                <a:lnTo>
                  <a:pt x="1343025" y="228600"/>
                </a:lnTo>
                <a:lnTo>
                  <a:pt x="1333500" y="228600"/>
                </a:lnTo>
                <a:close/>
                <a:moveTo>
                  <a:pt x="542925" y="247650"/>
                </a:moveTo>
                <a:lnTo>
                  <a:pt x="552450" y="247650"/>
                </a:lnTo>
                <a:lnTo>
                  <a:pt x="552450" y="276225"/>
                </a:lnTo>
                <a:lnTo>
                  <a:pt x="542925" y="276225"/>
                </a:lnTo>
                <a:close/>
                <a:moveTo>
                  <a:pt x="1323975" y="257175"/>
                </a:moveTo>
                <a:lnTo>
                  <a:pt x="1333500" y="257175"/>
                </a:lnTo>
                <a:lnTo>
                  <a:pt x="1333500" y="276225"/>
                </a:lnTo>
                <a:lnTo>
                  <a:pt x="1323975" y="276225"/>
                </a:lnTo>
                <a:close/>
                <a:moveTo>
                  <a:pt x="933450" y="285750"/>
                </a:moveTo>
                <a:lnTo>
                  <a:pt x="1009650" y="285750"/>
                </a:lnTo>
                <a:lnTo>
                  <a:pt x="1009650" y="295275"/>
                </a:lnTo>
                <a:lnTo>
                  <a:pt x="933450" y="295275"/>
                </a:lnTo>
                <a:close/>
                <a:moveTo>
                  <a:pt x="885825" y="295275"/>
                </a:moveTo>
                <a:lnTo>
                  <a:pt x="895350" y="295275"/>
                </a:lnTo>
                <a:lnTo>
                  <a:pt x="895350" y="304800"/>
                </a:lnTo>
                <a:lnTo>
                  <a:pt x="885825" y="304800"/>
                </a:lnTo>
                <a:close/>
                <a:moveTo>
                  <a:pt x="1038225" y="295275"/>
                </a:moveTo>
                <a:lnTo>
                  <a:pt x="1047750" y="295275"/>
                </a:lnTo>
                <a:lnTo>
                  <a:pt x="1047750" y="304800"/>
                </a:lnTo>
                <a:lnTo>
                  <a:pt x="1038225" y="304800"/>
                </a:lnTo>
                <a:close/>
                <a:moveTo>
                  <a:pt x="857250" y="304800"/>
                </a:moveTo>
                <a:lnTo>
                  <a:pt x="866775" y="304800"/>
                </a:lnTo>
                <a:lnTo>
                  <a:pt x="866775" y="314325"/>
                </a:lnTo>
                <a:lnTo>
                  <a:pt x="857250" y="314325"/>
                </a:lnTo>
                <a:close/>
                <a:moveTo>
                  <a:pt x="1057275" y="304800"/>
                </a:moveTo>
                <a:lnTo>
                  <a:pt x="1066800" y="304800"/>
                </a:lnTo>
                <a:lnTo>
                  <a:pt x="1066800" y="314325"/>
                </a:lnTo>
                <a:lnTo>
                  <a:pt x="1057275" y="314325"/>
                </a:lnTo>
                <a:close/>
                <a:moveTo>
                  <a:pt x="838200" y="314325"/>
                </a:moveTo>
                <a:lnTo>
                  <a:pt x="847725" y="314325"/>
                </a:lnTo>
                <a:lnTo>
                  <a:pt x="847725" y="323850"/>
                </a:lnTo>
                <a:lnTo>
                  <a:pt x="838200" y="323850"/>
                </a:lnTo>
                <a:close/>
                <a:moveTo>
                  <a:pt x="1076325" y="314325"/>
                </a:moveTo>
                <a:lnTo>
                  <a:pt x="1085850" y="314325"/>
                </a:lnTo>
                <a:lnTo>
                  <a:pt x="1085850" y="323850"/>
                </a:lnTo>
                <a:lnTo>
                  <a:pt x="1076325" y="323850"/>
                </a:lnTo>
                <a:close/>
                <a:moveTo>
                  <a:pt x="819150" y="323850"/>
                </a:moveTo>
                <a:lnTo>
                  <a:pt x="828675" y="323850"/>
                </a:lnTo>
                <a:lnTo>
                  <a:pt x="828675" y="333375"/>
                </a:lnTo>
                <a:lnTo>
                  <a:pt x="819150" y="333375"/>
                </a:lnTo>
                <a:close/>
                <a:moveTo>
                  <a:pt x="1095375" y="323850"/>
                </a:moveTo>
                <a:lnTo>
                  <a:pt x="1104900" y="323850"/>
                </a:lnTo>
                <a:lnTo>
                  <a:pt x="1104900" y="333375"/>
                </a:lnTo>
                <a:lnTo>
                  <a:pt x="1095375" y="333375"/>
                </a:lnTo>
                <a:close/>
                <a:moveTo>
                  <a:pt x="723900" y="333375"/>
                </a:moveTo>
                <a:lnTo>
                  <a:pt x="733425" y="333375"/>
                </a:lnTo>
                <a:lnTo>
                  <a:pt x="733425" y="342900"/>
                </a:lnTo>
                <a:lnTo>
                  <a:pt x="723900" y="342900"/>
                </a:lnTo>
                <a:close/>
                <a:moveTo>
                  <a:pt x="762000" y="333375"/>
                </a:moveTo>
                <a:lnTo>
                  <a:pt x="781050" y="333375"/>
                </a:lnTo>
                <a:lnTo>
                  <a:pt x="781050" y="342900"/>
                </a:lnTo>
                <a:lnTo>
                  <a:pt x="762000" y="342900"/>
                </a:lnTo>
                <a:close/>
                <a:moveTo>
                  <a:pt x="800100" y="333375"/>
                </a:moveTo>
                <a:lnTo>
                  <a:pt x="809625" y="333375"/>
                </a:lnTo>
                <a:lnTo>
                  <a:pt x="809625" y="342900"/>
                </a:lnTo>
                <a:lnTo>
                  <a:pt x="800100" y="342900"/>
                </a:lnTo>
                <a:close/>
                <a:moveTo>
                  <a:pt x="1133475" y="352425"/>
                </a:moveTo>
                <a:lnTo>
                  <a:pt x="1143000" y="352425"/>
                </a:lnTo>
                <a:lnTo>
                  <a:pt x="1143000" y="361950"/>
                </a:lnTo>
                <a:lnTo>
                  <a:pt x="1133475" y="361950"/>
                </a:lnTo>
                <a:close/>
                <a:moveTo>
                  <a:pt x="695325" y="361950"/>
                </a:moveTo>
                <a:lnTo>
                  <a:pt x="704850" y="361950"/>
                </a:lnTo>
                <a:lnTo>
                  <a:pt x="704850" y="371475"/>
                </a:lnTo>
                <a:lnTo>
                  <a:pt x="695325" y="371475"/>
                </a:lnTo>
                <a:close/>
                <a:moveTo>
                  <a:pt x="1152525" y="361950"/>
                </a:moveTo>
                <a:lnTo>
                  <a:pt x="1162050" y="361950"/>
                </a:lnTo>
                <a:lnTo>
                  <a:pt x="1162050" y="371475"/>
                </a:lnTo>
                <a:lnTo>
                  <a:pt x="1152525" y="371475"/>
                </a:lnTo>
                <a:close/>
                <a:moveTo>
                  <a:pt x="1162050" y="371475"/>
                </a:moveTo>
                <a:lnTo>
                  <a:pt x="1171575" y="371475"/>
                </a:lnTo>
                <a:lnTo>
                  <a:pt x="1171575" y="381000"/>
                </a:lnTo>
                <a:lnTo>
                  <a:pt x="1162050" y="381000"/>
                </a:lnTo>
                <a:close/>
                <a:moveTo>
                  <a:pt x="542925" y="381000"/>
                </a:moveTo>
                <a:lnTo>
                  <a:pt x="552450" y="381000"/>
                </a:lnTo>
                <a:lnTo>
                  <a:pt x="552450" y="390525"/>
                </a:lnTo>
                <a:lnTo>
                  <a:pt x="542925" y="390525"/>
                </a:lnTo>
                <a:close/>
                <a:moveTo>
                  <a:pt x="1181100" y="381000"/>
                </a:moveTo>
                <a:lnTo>
                  <a:pt x="1190625" y="381000"/>
                </a:lnTo>
                <a:lnTo>
                  <a:pt x="1190625" y="390525"/>
                </a:lnTo>
                <a:lnTo>
                  <a:pt x="1181100" y="390525"/>
                </a:lnTo>
                <a:close/>
                <a:moveTo>
                  <a:pt x="685800" y="390525"/>
                </a:moveTo>
                <a:lnTo>
                  <a:pt x="695325" y="390525"/>
                </a:lnTo>
                <a:lnTo>
                  <a:pt x="695325" y="400050"/>
                </a:lnTo>
                <a:lnTo>
                  <a:pt x="685800" y="400050"/>
                </a:lnTo>
                <a:close/>
                <a:moveTo>
                  <a:pt x="1200150" y="390525"/>
                </a:moveTo>
                <a:lnTo>
                  <a:pt x="1209675" y="390525"/>
                </a:lnTo>
                <a:lnTo>
                  <a:pt x="1209675" y="400050"/>
                </a:lnTo>
                <a:lnTo>
                  <a:pt x="1200150" y="400050"/>
                </a:lnTo>
                <a:close/>
                <a:moveTo>
                  <a:pt x="1323975" y="390525"/>
                </a:moveTo>
                <a:lnTo>
                  <a:pt x="1333500" y="390525"/>
                </a:lnTo>
                <a:lnTo>
                  <a:pt x="1333500" y="400050"/>
                </a:lnTo>
                <a:lnTo>
                  <a:pt x="1323975" y="400050"/>
                </a:lnTo>
                <a:close/>
                <a:moveTo>
                  <a:pt x="1247775" y="400050"/>
                </a:moveTo>
                <a:lnTo>
                  <a:pt x="1257300" y="400050"/>
                </a:lnTo>
                <a:lnTo>
                  <a:pt x="1257300" y="409575"/>
                </a:lnTo>
                <a:lnTo>
                  <a:pt x="1247775" y="409575"/>
                </a:lnTo>
                <a:close/>
                <a:moveTo>
                  <a:pt x="1333500" y="428625"/>
                </a:moveTo>
                <a:lnTo>
                  <a:pt x="1343025" y="428625"/>
                </a:lnTo>
                <a:lnTo>
                  <a:pt x="1343025" y="438150"/>
                </a:lnTo>
                <a:lnTo>
                  <a:pt x="1333500" y="438150"/>
                </a:lnTo>
                <a:close/>
                <a:moveTo>
                  <a:pt x="647700" y="438150"/>
                </a:moveTo>
                <a:lnTo>
                  <a:pt x="657225" y="438150"/>
                </a:lnTo>
                <a:lnTo>
                  <a:pt x="657225" y="447675"/>
                </a:lnTo>
                <a:lnTo>
                  <a:pt x="647700" y="447675"/>
                </a:lnTo>
                <a:close/>
                <a:moveTo>
                  <a:pt x="638175" y="447675"/>
                </a:moveTo>
                <a:lnTo>
                  <a:pt x="647700" y="447675"/>
                </a:lnTo>
                <a:lnTo>
                  <a:pt x="647700" y="457200"/>
                </a:lnTo>
                <a:lnTo>
                  <a:pt x="638175" y="457200"/>
                </a:lnTo>
                <a:close/>
                <a:moveTo>
                  <a:pt x="523875" y="457200"/>
                </a:moveTo>
                <a:lnTo>
                  <a:pt x="533400" y="457200"/>
                </a:lnTo>
                <a:lnTo>
                  <a:pt x="533400" y="466725"/>
                </a:lnTo>
                <a:lnTo>
                  <a:pt x="523875" y="466725"/>
                </a:lnTo>
                <a:close/>
                <a:moveTo>
                  <a:pt x="628650" y="457200"/>
                </a:moveTo>
                <a:lnTo>
                  <a:pt x="638175" y="457200"/>
                </a:lnTo>
                <a:lnTo>
                  <a:pt x="638175" y="466725"/>
                </a:lnTo>
                <a:lnTo>
                  <a:pt x="628650" y="466725"/>
                </a:lnTo>
                <a:close/>
                <a:moveTo>
                  <a:pt x="1257300" y="457200"/>
                </a:moveTo>
                <a:lnTo>
                  <a:pt x="1266825" y="457200"/>
                </a:lnTo>
                <a:lnTo>
                  <a:pt x="1266825" y="466725"/>
                </a:lnTo>
                <a:lnTo>
                  <a:pt x="1257300" y="466725"/>
                </a:lnTo>
                <a:close/>
                <a:moveTo>
                  <a:pt x="514350" y="485775"/>
                </a:moveTo>
                <a:lnTo>
                  <a:pt x="523875" y="485775"/>
                </a:lnTo>
                <a:lnTo>
                  <a:pt x="523875" y="495300"/>
                </a:lnTo>
                <a:lnTo>
                  <a:pt x="514350" y="495300"/>
                </a:lnTo>
                <a:close/>
                <a:moveTo>
                  <a:pt x="609600" y="485775"/>
                </a:moveTo>
                <a:lnTo>
                  <a:pt x="619125" y="485775"/>
                </a:lnTo>
                <a:lnTo>
                  <a:pt x="619125" y="495300"/>
                </a:lnTo>
                <a:lnTo>
                  <a:pt x="609600" y="495300"/>
                </a:lnTo>
                <a:close/>
                <a:moveTo>
                  <a:pt x="1247775" y="485775"/>
                </a:moveTo>
                <a:lnTo>
                  <a:pt x="1257300" y="485775"/>
                </a:lnTo>
                <a:lnTo>
                  <a:pt x="1257300" y="514350"/>
                </a:lnTo>
                <a:lnTo>
                  <a:pt x="1247775" y="514350"/>
                </a:lnTo>
                <a:close/>
                <a:moveTo>
                  <a:pt x="1352550" y="485775"/>
                </a:moveTo>
                <a:lnTo>
                  <a:pt x="1362075" y="485775"/>
                </a:lnTo>
                <a:lnTo>
                  <a:pt x="1362075" y="495300"/>
                </a:lnTo>
                <a:lnTo>
                  <a:pt x="1352550" y="495300"/>
                </a:lnTo>
                <a:close/>
                <a:moveTo>
                  <a:pt x="504825" y="504825"/>
                </a:moveTo>
                <a:lnTo>
                  <a:pt x="514350" y="504825"/>
                </a:lnTo>
                <a:lnTo>
                  <a:pt x="514350" y="514350"/>
                </a:lnTo>
                <a:lnTo>
                  <a:pt x="504825" y="514350"/>
                </a:lnTo>
                <a:close/>
                <a:moveTo>
                  <a:pt x="1362075" y="504825"/>
                </a:moveTo>
                <a:lnTo>
                  <a:pt x="1371600" y="504825"/>
                </a:lnTo>
                <a:lnTo>
                  <a:pt x="1371600" y="514350"/>
                </a:lnTo>
                <a:lnTo>
                  <a:pt x="1362075" y="514350"/>
                </a:lnTo>
                <a:close/>
                <a:moveTo>
                  <a:pt x="495300" y="523875"/>
                </a:moveTo>
                <a:lnTo>
                  <a:pt x="504825" y="523875"/>
                </a:lnTo>
                <a:lnTo>
                  <a:pt x="504825" y="533400"/>
                </a:lnTo>
                <a:lnTo>
                  <a:pt x="495300" y="533400"/>
                </a:lnTo>
                <a:close/>
                <a:moveTo>
                  <a:pt x="485775" y="542925"/>
                </a:moveTo>
                <a:lnTo>
                  <a:pt x="495300" y="542925"/>
                </a:lnTo>
                <a:lnTo>
                  <a:pt x="495300" y="552450"/>
                </a:lnTo>
                <a:lnTo>
                  <a:pt x="485775" y="552450"/>
                </a:lnTo>
                <a:close/>
                <a:moveTo>
                  <a:pt x="590550" y="542925"/>
                </a:moveTo>
                <a:lnTo>
                  <a:pt x="600075" y="542925"/>
                </a:lnTo>
                <a:lnTo>
                  <a:pt x="600075" y="552450"/>
                </a:lnTo>
                <a:lnTo>
                  <a:pt x="590550" y="552450"/>
                </a:lnTo>
                <a:close/>
                <a:moveTo>
                  <a:pt x="476250" y="552450"/>
                </a:moveTo>
                <a:lnTo>
                  <a:pt x="485775" y="552450"/>
                </a:lnTo>
                <a:lnTo>
                  <a:pt x="485775" y="561975"/>
                </a:lnTo>
                <a:lnTo>
                  <a:pt x="476250" y="561975"/>
                </a:lnTo>
                <a:close/>
                <a:moveTo>
                  <a:pt x="781050" y="552450"/>
                </a:moveTo>
                <a:lnTo>
                  <a:pt x="790575" y="552450"/>
                </a:lnTo>
                <a:lnTo>
                  <a:pt x="790575" y="561975"/>
                </a:lnTo>
                <a:lnTo>
                  <a:pt x="781050" y="561975"/>
                </a:lnTo>
                <a:close/>
                <a:moveTo>
                  <a:pt x="847725" y="552450"/>
                </a:moveTo>
                <a:lnTo>
                  <a:pt x="857250" y="552450"/>
                </a:lnTo>
                <a:lnTo>
                  <a:pt x="857250" y="561975"/>
                </a:lnTo>
                <a:lnTo>
                  <a:pt x="847725" y="561975"/>
                </a:lnTo>
                <a:close/>
                <a:moveTo>
                  <a:pt x="1390650" y="552450"/>
                </a:moveTo>
                <a:lnTo>
                  <a:pt x="1400175" y="552450"/>
                </a:lnTo>
                <a:lnTo>
                  <a:pt x="1400175" y="561975"/>
                </a:lnTo>
                <a:lnTo>
                  <a:pt x="1390650" y="561975"/>
                </a:lnTo>
                <a:close/>
                <a:moveTo>
                  <a:pt x="762000" y="561975"/>
                </a:moveTo>
                <a:lnTo>
                  <a:pt x="771525" y="561975"/>
                </a:lnTo>
                <a:lnTo>
                  <a:pt x="771525" y="571500"/>
                </a:lnTo>
                <a:lnTo>
                  <a:pt x="762000" y="571500"/>
                </a:lnTo>
                <a:close/>
                <a:moveTo>
                  <a:pt x="866775" y="561975"/>
                </a:moveTo>
                <a:lnTo>
                  <a:pt x="876300" y="561975"/>
                </a:lnTo>
                <a:lnTo>
                  <a:pt x="876300" y="571500"/>
                </a:lnTo>
                <a:lnTo>
                  <a:pt x="866775" y="571500"/>
                </a:lnTo>
                <a:close/>
                <a:moveTo>
                  <a:pt x="466725" y="571500"/>
                </a:moveTo>
                <a:lnTo>
                  <a:pt x="476250" y="571500"/>
                </a:lnTo>
                <a:lnTo>
                  <a:pt x="476250" y="581025"/>
                </a:lnTo>
                <a:lnTo>
                  <a:pt x="466725" y="581025"/>
                </a:lnTo>
                <a:close/>
                <a:moveTo>
                  <a:pt x="876300" y="571500"/>
                </a:moveTo>
                <a:lnTo>
                  <a:pt x="895350" y="571500"/>
                </a:lnTo>
                <a:lnTo>
                  <a:pt x="895350" y="581025"/>
                </a:lnTo>
                <a:lnTo>
                  <a:pt x="914400" y="581025"/>
                </a:lnTo>
                <a:lnTo>
                  <a:pt x="914400" y="590550"/>
                </a:lnTo>
                <a:lnTo>
                  <a:pt x="942975" y="590550"/>
                </a:lnTo>
                <a:lnTo>
                  <a:pt x="942975" y="600075"/>
                </a:lnTo>
                <a:lnTo>
                  <a:pt x="981075" y="600075"/>
                </a:lnTo>
                <a:lnTo>
                  <a:pt x="981075" y="609600"/>
                </a:lnTo>
                <a:lnTo>
                  <a:pt x="1104900" y="609600"/>
                </a:lnTo>
                <a:lnTo>
                  <a:pt x="1104900" y="619125"/>
                </a:lnTo>
                <a:lnTo>
                  <a:pt x="1057275" y="619125"/>
                </a:lnTo>
                <a:lnTo>
                  <a:pt x="1057275" y="628650"/>
                </a:lnTo>
                <a:lnTo>
                  <a:pt x="1047750" y="628650"/>
                </a:lnTo>
                <a:lnTo>
                  <a:pt x="1047750" y="638175"/>
                </a:lnTo>
                <a:lnTo>
                  <a:pt x="971550" y="638175"/>
                </a:lnTo>
                <a:lnTo>
                  <a:pt x="971550" y="647700"/>
                </a:lnTo>
                <a:lnTo>
                  <a:pt x="952500" y="647700"/>
                </a:lnTo>
                <a:lnTo>
                  <a:pt x="952500" y="638175"/>
                </a:lnTo>
                <a:lnTo>
                  <a:pt x="933450" y="638175"/>
                </a:lnTo>
                <a:lnTo>
                  <a:pt x="933450" y="628650"/>
                </a:lnTo>
                <a:lnTo>
                  <a:pt x="923925" y="628650"/>
                </a:lnTo>
                <a:lnTo>
                  <a:pt x="923925" y="619125"/>
                </a:lnTo>
                <a:lnTo>
                  <a:pt x="914400" y="619125"/>
                </a:lnTo>
                <a:lnTo>
                  <a:pt x="914400" y="609600"/>
                </a:lnTo>
                <a:lnTo>
                  <a:pt x="904875" y="609600"/>
                </a:lnTo>
                <a:lnTo>
                  <a:pt x="904875" y="600075"/>
                </a:lnTo>
                <a:lnTo>
                  <a:pt x="885825" y="600075"/>
                </a:lnTo>
                <a:lnTo>
                  <a:pt x="885825" y="590550"/>
                </a:lnTo>
                <a:lnTo>
                  <a:pt x="876300" y="590550"/>
                </a:lnTo>
                <a:close/>
                <a:moveTo>
                  <a:pt x="457200" y="581025"/>
                </a:moveTo>
                <a:lnTo>
                  <a:pt x="466725" y="581025"/>
                </a:lnTo>
                <a:lnTo>
                  <a:pt x="466725" y="590550"/>
                </a:lnTo>
                <a:lnTo>
                  <a:pt x="457200" y="590550"/>
                </a:lnTo>
                <a:close/>
                <a:moveTo>
                  <a:pt x="1409700" y="581025"/>
                </a:moveTo>
                <a:lnTo>
                  <a:pt x="1419225" y="581025"/>
                </a:lnTo>
                <a:lnTo>
                  <a:pt x="1419225" y="590550"/>
                </a:lnTo>
                <a:lnTo>
                  <a:pt x="1409700" y="590550"/>
                </a:lnTo>
                <a:close/>
                <a:moveTo>
                  <a:pt x="447675" y="590550"/>
                </a:moveTo>
                <a:lnTo>
                  <a:pt x="457200" y="590550"/>
                </a:lnTo>
                <a:lnTo>
                  <a:pt x="457200" y="600075"/>
                </a:lnTo>
                <a:lnTo>
                  <a:pt x="447675" y="600075"/>
                </a:lnTo>
                <a:close/>
                <a:moveTo>
                  <a:pt x="1419225" y="590550"/>
                </a:moveTo>
                <a:lnTo>
                  <a:pt x="1428750" y="590550"/>
                </a:lnTo>
                <a:lnTo>
                  <a:pt x="1428750" y="600075"/>
                </a:lnTo>
                <a:lnTo>
                  <a:pt x="1419225" y="600075"/>
                </a:lnTo>
                <a:close/>
                <a:moveTo>
                  <a:pt x="381000" y="619125"/>
                </a:moveTo>
                <a:lnTo>
                  <a:pt x="390525" y="619125"/>
                </a:lnTo>
                <a:lnTo>
                  <a:pt x="390525" y="628650"/>
                </a:lnTo>
                <a:lnTo>
                  <a:pt x="381000" y="628650"/>
                </a:lnTo>
                <a:close/>
                <a:moveTo>
                  <a:pt x="733425" y="619125"/>
                </a:moveTo>
                <a:lnTo>
                  <a:pt x="742950" y="619125"/>
                </a:lnTo>
                <a:lnTo>
                  <a:pt x="742950" y="638175"/>
                </a:lnTo>
                <a:lnTo>
                  <a:pt x="752475" y="638175"/>
                </a:lnTo>
                <a:lnTo>
                  <a:pt x="752475" y="647700"/>
                </a:lnTo>
                <a:lnTo>
                  <a:pt x="809625" y="647700"/>
                </a:lnTo>
                <a:lnTo>
                  <a:pt x="809625" y="638175"/>
                </a:lnTo>
                <a:lnTo>
                  <a:pt x="819150" y="638175"/>
                </a:lnTo>
                <a:lnTo>
                  <a:pt x="819150" y="647700"/>
                </a:lnTo>
                <a:lnTo>
                  <a:pt x="847725" y="647700"/>
                </a:lnTo>
                <a:lnTo>
                  <a:pt x="847725" y="638175"/>
                </a:lnTo>
                <a:lnTo>
                  <a:pt x="866775" y="638175"/>
                </a:lnTo>
                <a:lnTo>
                  <a:pt x="866775" y="647700"/>
                </a:lnTo>
                <a:lnTo>
                  <a:pt x="895350" y="647700"/>
                </a:lnTo>
                <a:lnTo>
                  <a:pt x="895350" y="657225"/>
                </a:lnTo>
                <a:lnTo>
                  <a:pt x="904875" y="657225"/>
                </a:lnTo>
                <a:lnTo>
                  <a:pt x="904875" y="666750"/>
                </a:lnTo>
                <a:lnTo>
                  <a:pt x="914400" y="666750"/>
                </a:lnTo>
                <a:lnTo>
                  <a:pt x="914400" y="695325"/>
                </a:lnTo>
                <a:lnTo>
                  <a:pt x="885825" y="695325"/>
                </a:lnTo>
                <a:lnTo>
                  <a:pt x="885825" y="704850"/>
                </a:lnTo>
                <a:lnTo>
                  <a:pt x="876300" y="704850"/>
                </a:lnTo>
                <a:lnTo>
                  <a:pt x="876300" y="714375"/>
                </a:lnTo>
                <a:lnTo>
                  <a:pt x="866775" y="714375"/>
                </a:lnTo>
                <a:lnTo>
                  <a:pt x="866775" y="723900"/>
                </a:lnTo>
                <a:lnTo>
                  <a:pt x="838200" y="723900"/>
                </a:lnTo>
                <a:lnTo>
                  <a:pt x="838200" y="733425"/>
                </a:lnTo>
                <a:lnTo>
                  <a:pt x="828675" y="733425"/>
                </a:lnTo>
                <a:lnTo>
                  <a:pt x="828675" y="742950"/>
                </a:lnTo>
                <a:lnTo>
                  <a:pt x="819150" y="742950"/>
                </a:lnTo>
                <a:lnTo>
                  <a:pt x="819150" y="762000"/>
                </a:lnTo>
                <a:lnTo>
                  <a:pt x="828675" y="762000"/>
                </a:lnTo>
                <a:lnTo>
                  <a:pt x="828675" y="771525"/>
                </a:lnTo>
                <a:lnTo>
                  <a:pt x="800100" y="771525"/>
                </a:lnTo>
                <a:lnTo>
                  <a:pt x="800100" y="781050"/>
                </a:lnTo>
                <a:lnTo>
                  <a:pt x="790575" y="781050"/>
                </a:lnTo>
                <a:lnTo>
                  <a:pt x="790575" y="771525"/>
                </a:lnTo>
                <a:lnTo>
                  <a:pt x="781050" y="771525"/>
                </a:lnTo>
                <a:lnTo>
                  <a:pt x="781050" y="762000"/>
                </a:lnTo>
                <a:lnTo>
                  <a:pt x="742950" y="762000"/>
                </a:lnTo>
                <a:lnTo>
                  <a:pt x="742950" y="771525"/>
                </a:lnTo>
                <a:lnTo>
                  <a:pt x="714375" y="771525"/>
                </a:lnTo>
                <a:lnTo>
                  <a:pt x="714375" y="781050"/>
                </a:lnTo>
                <a:lnTo>
                  <a:pt x="704850" y="781050"/>
                </a:lnTo>
                <a:lnTo>
                  <a:pt x="704850" y="790575"/>
                </a:lnTo>
                <a:lnTo>
                  <a:pt x="695325" y="790575"/>
                </a:lnTo>
                <a:lnTo>
                  <a:pt x="695325" y="800100"/>
                </a:lnTo>
                <a:lnTo>
                  <a:pt x="685800" y="800100"/>
                </a:lnTo>
                <a:lnTo>
                  <a:pt x="685800" y="809625"/>
                </a:lnTo>
                <a:lnTo>
                  <a:pt x="676275" y="809625"/>
                </a:lnTo>
                <a:lnTo>
                  <a:pt x="676275" y="838200"/>
                </a:lnTo>
                <a:lnTo>
                  <a:pt x="666750" y="838200"/>
                </a:lnTo>
                <a:lnTo>
                  <a:pt x="666750" y="771525"/>
                </a:lnTo>
                <a:lnTo>
                  <a:pt x="676275" y="771525"/>
                </a:lnTo>
                <a:lnTo>
                  <a:pt x="676275" y="752475"/>
                </a:lnTo>
                <a:lnTo>
                  <a:pt x="685800" y="752475"/>
                </a:lnTo>
                <a:lnTo>
                  <a:pt x="685800" y="733425"/>
                </a:lnTo>
                <a:lnTo>
                  <a:pt x="695325" y="733425"/>
                </a:lnTo>
                <a:lnTo>
                  <a:pt x="695325" y="723900"/>
                </a:lnTo>
                <a:lnTo>
                  <a:pt x="704850" y="723900"/>
                </a:lnTo>
                <a:lnTo>
                  <a:pt x="704850" y="704850"/>
                </a:lnTo>
                <a:lnTo>
                  <a:pt x="714375" y="704850"/>
                </a:lnTo>
                <a:lnTo>
                  <a:pt x="714375" y="685800"/>
                </a:lnTo>
                <a:lnTo>
                  <a:pt x="723900" y="685800"/>
                </a:lnTo>
                <a:lnTo>
                  <a:pt x="723900" y="666750"/>
                </a:lnTo>
                <a:lnTo>
                  <a:pt x="733425" y="666750"/>
                </a:lnTo>
                <a:close/>
                <a:moveTo>
                  <a:pt x="590550" y="657225"/>
                </a:moveTo>
                <a:lnTo>
                  <a:pt x="600075" y="657225"/>
                </a:lnTo>
                <a:lnTo>
                  <a:pt x="600075" y="685800"/>
                </a:lnTo>
                <a:lnTo>
                  <a:pt x="590550" y="685800"/>
                </a:lnTo>
                <a:close/>
                <a:moveTo>
                  <a:pt x="1143000" y="657225"/>
                </a:moveTo>
                <a:lnTo>
                  <a:pt x="1152525" y="657225"/>
                </a:lnTo>
                <a:lnTo>
                  <a:pt x="1152525" y="676275"/>
                </a:lnTo>
                <a:lnTo>
                  <a:pt x="1143000" y="676275"/>
                </a:lnTo>
                <a:close/>
                <a:moveTo>
                  <a:pt x="371475" y="666750"/>
                </a:moveTo>
                <a:lnTo>
                  <a:pt x="381000" y="666750"/>
                </a:lnTo>
                <a:lnTo>
                  <a:pt x="381000" y="676275"/>
                </a:lnTo>
                <a:lnTo>
                  <a:pt x="371475" y="676275"/>
                </a:lnTo>
                <a:close/>
                <a:moveTo>
                  <a:pt x="1266825" y="666750"/>
                </a:moveTo>
                <a:lnTo>
                  <a:pt x="1276350" y="666750"/>
                </a:lnTo>
                <a:lnTo>
                  <a:pt x="1276350" y="695325"/>
                </a:lnTo>
                <a:lnTo>
                  <a:pt x="1266825" y="695325"/>
                </a:lnTo>
                <a:close/>
                <a:moveTo>
                  <a:pt x="361950" y="676275"/>
                </a:moveTo>
                <a:lnTo>
                  <a:pt x="371475" y="676275"/>
                </a:lnTo>
                <a:lnTo>
                  <a:pt x="371475" y="685800"/>
                </a:lnTo>
                <a:lnTo>
                  <a:pt x="361950" y="685800"/>
                </a:lnTo>
                <a:close/>
                <a:moveTo>
                  <a:pt x="1504950" y="676275"/>
                </a:moveTo>
                <a:lnTo>
                  <a:pt x="1514475" y="676275"/>
                </a:lnTo>
                <a:lnTo>
                  <a:pt x="1514475" y="685800"/>
                </a:lnTo>
                <a:lnTo>
                  <a:pt x="1504950" y="685800"/>
                </a:lnTo>
                <a:close/>
                <a:moveTo>
                  <a:pt x="857250" y="685800"/>
                </a:moveTo>
                <a:lnTo>
                  <a:pt x="866775" y="685800"/>
                </a:lnTo>
                <a:lnTo>
                  <a:pt x="866775" y="676275"/>
                </a:lnTo>
                <a:lnTo>
                  <a:pt x="857250" y="676275"/>
                </a:lnTo>
                <a:lnTo>
                  <a:pt x="857250" y="666750"/>
                </a:lnTo>
                <a:lnTo>
                  <a:pt x="809625" y="666750"/>
                </a:lnTo>
                <a:lnTo>
                  <a:pt x="809625" y="676275"/>
                </a:lnTo>
                <a:lnTo>
                  <a:pt x="790575" y="676275"/>
                </a:lnTo>
                <a:lnTo>
                  <a:pt x="790575" y="685800"/>
                </a:lnTo>
                <a:lnTo>
                  <a:pt x="771525" y="685800"/>
                </a:lnTo>
                <a:lnTo>
                  <a:pt x="771525" y="695325"/>
                </a:lnTo>
                <a:lnTo>
                  <a:pt x="762000" y="695325"/>
                </a:lnTo>
                <a:lnTo>
                  <a:pt x="762000" y="704850"/>
                </a:lnTo>
                <a:lnTo>
                  <a:pt x="752475" y="704850"/>
                </a:lnTo>
                <a:lnTo>
                  <a:pt x="752475" y="714375"/>
                </a:lnTo>
                <a:lnTo>
                  <a:pt x="742950" y="714375"/>
                </a:lnTo>
                <a:lnTo>
                  <a:pt x="742950" y="723900"/>
                </a:lnTo>
                <a:lnTo>
                  <a:pt x="752475" y="723900"/>
                </a:lnTo>
                <a:lnTo>
                  <a:pt x="752475" y="733425"/>
                </a:lnTo>
                <a:lnTo>
                  <a:pt x="771525" y="733425"/>
                </a:lnTo>
                <a:lnTo>
                  <a:pt x="771525" y="723900"/>
                </a:lnTo>
                <a:lnTo>
                  <a:pt x="781050" y="723900"/>
                </a:lnTo>
                <a:lnTo>
                  <a:pt x="781050" y="714375"/>
                </a:lnTo>
                <a:lnTo>
                  <a:pt x="800100" y="714375"/>
                </a:lnTo>
                <a:lnTo>
                  <a:pt x="800100" y="704850"/>
                </a:lnTo>
                <a:lnTo>
                  <a:pt x="828675" y="704850"/>
                </a:lnTo>
                <a:lnTo>
                  <a:pt x="828675" y="695325"/>
                </a:lnTo>
                <a:lnTo>
                  <a:pt x="857250" y="695325"/>
                </a:lnTo>
                <a:close/>
                <a:moveTo>
                  <a:pt x="1152525" y="685800"/>
                </a:moveTo>
                <a:lnTo>
                  <a:pt x="1162050" y="685800"/>
                </a:lnTo>
                <a:lnTo>
                  <a:pt x="1162050" y="695325"/>
                </a:lnTo>
                <a:lnTo>
                  <a:pt x="1152525" y="695325"/>
                </a:lnTo>
                <a:close/>
                <a:moveTo>
                  <a:pt x="1533525" y="695325"/>
                </a:moveTo>
                <a:lnTo>
                  <a:pt x="1543050" y="695325"/>
                </a:lnTo>
                <a:lnTo>
                  <a:pt x="1543050" y="704850"/>
                </a:lnTo>
                <a:lnTo>
                  <a:pt x="1533525" y="704850"/>
                </a:lnTo>
                <a:close/>
                <a:moveTo>
                  <a:pt x="323850" y="704850"/>
                </a:moveTo>
                <a:lnTo>
                  <a:pt x="333375" y="704850"/>
                </a:lnTo>
                <a:lnTo>
                  <a:pt x="333375" y="714375"/>
                </a:lnTo>
                <a:lnTo>
                  <a:pt x="323850" y="714375"/>
                </a:lnTo>
                <a:close/>
                <a:moveTo>
                  <a:pt x="1019175" y="704850"/>
                </a:moveTo>
                <a:lnTo>
                  <a:pt x="1028700" y="704850"/>
                </a:lnTo>
                <a:lnTo>
                  <a:pt x="1028700" y="723900"/>
                </a:lnTo>
                <a:lnTo>
                  <a:pt x="1019175" y="723900"/>
                </a:lnTo>
                <a:close/>
                <a:moveTo>
                  <a:pt x="1066800" y="704850"/>
                </a:moveTo>
                <a:lnTo>
                  <a:pt x="1076325" y="704850"/>
                </a:lnTo>
                <a:lnTo>
                  <a:pt x="1076325" y="714375"/>
                </a:lnTo>
                <a:lnTo>
                  <a:pt x="1066800" y="714375"/>
                </a:lnTo>
                <a:close/>
                <a:moveTo>
                  <a:pt x="314325" y="714375"/>
                </a:moveTo>
                <a:lnTo>
                  <a:pt x="323850" y="714375"/>
                </a:lnTo>
                <a:lnTo>
                  <a:pt x="323850" y="723900"/>
                </a:lnTo>
                <a:lnTo>
                  <a:pt x="314325" y="723900"/>
                </a:lnTo>
                <a:close/>
                <a:moveTo>
                  <a:pt x="600075" y="714375"/>
                </a:moveTo>
                <a:lnTo>
                  <a:pt x="609600" y="714375"/>
                </a:lnTo>
                <a:lnTo>
                  <a:pt x="609600" y="723900"/>
                </a:lnTo>
                <a:lnTo>
                  <a:pt x="600075" y="723900"/>
                </a:lnTo>
                <a:close/>
                <a:moveTo>
                  <a:pt x="1095375" y="714375"/>
                </a:moveTo>
                <a:lnTo>
                  <a:pt x="1114425" y="714375"/>
                </a:lnTo>
                <a:lnTo>
                  <a:pt x="1114425" y="723900"/>
                </a:lnTo>
                <a:lnTo>
                  <a:pt x="1095375" y="723900"/>
                </a:lnTo>
                <a:close/>
                <a:moveTo>
                  <a:pt x="1162050" y="714375"/>
                </a:moveTo>
                <a:lnTo>
                  <a:pt x="1171575" y="714375"/>
                </a:lnTo>
                <a:lnTo>
                  <a:pt x="1171575" y="723900"/>
                </a:lnTo>
                <a:lnTo>
                  <a:pt x="1181100" y="723900"/>
                </a:lnTo>
                <a:lnTo>
                  <a:pt x="1181100" y="742950"/>
                </a:lnTo>
                <a:lnTo>
                  <a:pt x="1190625" y="742950"/>
                </a:lnTo>
                <a:lnTo>
                  <a:pt x="1190625" y="762000"/>
                </a:lnTo>
                <a:lnTo>
                  <a:pt x="1200150" y="762000"/>
                </a:lnTo>
                <a:lnTo>
                  <a:pt x="1200150" y="819150"/>
                </a:lnTo>
                <a:lnTo>
                  <a:pt x="1190625" y="819150"/>
                </a:lnTo>
                <a:lnTo>
                  <a:pt x="1190625" y="809625"/>
                </a:lnTo>
                <a:lnTo>
                  <a:pt x="1171575" y="809625"/>
                </a:lnTo>
                <a:lnTo>
                  <a:pt x="1171575" y="800100"/>
                </a:lnTo>
                <a:lnTo>
                  <a:pt x="1181100" y="800100"/>
                </a:lnTo>
                <a:lnTo>
                  <a:pt x="1181100" y="790575"/>
                </a:lnTo>
                <a:lnTo>
                  <a:pt x="1171575" y="790575"/>
                </a:lnTo>
                <a:lnTo>
                  <a:pt x="1171575" y="771525"/>
                </a:lnTo>
                <a:lnTo>
                  <a:pt x="1162050" y="771525"/>
                </a:lnTo>
                <a:lnTo>
                  <a:pt x="1162050" y="762000"/>
                </a:lnTo>
                <a:lnTo>
                  <a:pt x="1152525" y="762000"/>
                </a:lnTo>
                <a:lnTo>
                  <a:pt x="1152525" y="752475"/>
                </a:lnTo>
                <a:lnTo>
                  <a:pt x="1162050" y="752475"/>
                </a:lnTo>
                <a:close/>
                <a:moveTo>
                  <a:pt x="1562100" y="714375"/>
                </a:moveTo>
                <a:lnTo>
                  <a:pt x="1571625" y="714375"/>
                </a:lnTo>
                <a:lnTo>
                  <a:pt x="1571625" y="723900"/>
                </a:lnTo>
                <a:lnTo>
                  <a:pt x="1562100" y="723900"/>
                </a:lnTo>
                <a:close/>
                <a:moveTo>
                  <a:pt x="304800" y="723900"/>
                </a:moveTo>
                <a:lnTo>
                  <a:pt x="314325" y="723900"/>
                </a:lnTo>
                <a:lnTo>
                  <a:pt x="314325" y="733425"/>
                </a:lnTo>
                <a:lnTo>
                  <a:pt x="304800" y="733425"/>
                </a:lnTo>
                <a:close/>
                <a:moveTo>
                  <a:pt x="1028700" y="723900"/>
                </a:moveTo>
                <a:lnTo>
                  <a:pt x="1038225" y="723900"/>
                </a:lnTo>
                <a:lnTo>
                  <a:pt x="1038225" y="733425"/>
                </a:lnTo>
                <a:lnTo>
                  <a:pt x="1028700" y="733425"/>
                </a:lnTo>
                <a:close/>
                <a:moveTo>
                  <a:pt x="1257300" y="723900"/>
                </a:moveTo>
                <a:lnTo>
                  <a:pt x="1266825" y="723900"/>
                </a:lnTo>
                <a:lnTo>
                  <a:pt x="1266825" y="742950"/>
                </a:lnTo>
                <a:lnTo>
                  <a:pt x="1257300" y="742950"/>
                </a:lnTo>
                <a:close/>
                <a:moveTo>
                  <a:pt x="1571625" y="723900"/>
                </a:moveTo>
                <a:lnTo>
                  <a:pt x="1581150" y="723900"/>
                </a:lnTo>
                <a:lnTo>
                  <a:pt x="1581150" y="752475"/>
                </a:lnTo>
                <a:lnTo>
                  <a:pt x="1571625" y="752475"/>
                </a:lnTo>
                <a:close/>
                <a:moveTo>
                  <a:pt x="1047750" y="733425"/>
                </a:moveTo>
                <a:lnTo>
                  <a:pt x="1057275" y="733425"/>
                </a:lnTo>
                <a:lnTo>
                  <a:pt x="1057275" y="742950"/>
                </a:lnTo>
                <a:lnTo>
                  <a:pt x="1047750" y="742950"/>
                </a:lnTo>
                <a:close/>
                <a:moveTo>
                  <a:pt x="600075" y="742950"/>
                </a:moveTo>
                <a:lnTo>
                  <a:pt x="609600" y="742950"/>
                </a:lnTo>
                <a:lnTo>
                  <a:pt x="609600" y="752475"/>
                </a:lnTo>
                <a:lnTo>
                  <a:pt x="600075" y="752475"/>
                </a:lnTo>
                <a:close/>
                <a:moveTo>
                  <a:pt x="1085850" y="742950"/>
                </a:moveTo>
                <a:lnTo>
                  <a:pt x="1104900" y="742950"/>
                </a:lnTo>
                <a:lnTo>
                  <a:pt x="1104900" y="752475"/>
                </a:lnTo>
                <a:lnTo>
                  <a:pt x="1085850" y="752475"/>
                </a:lnTo>
                <a:close/>
                <a:moveTo>
                  <a:pt x="1266825" y="742950"/>
                </a:moveTo>
                <a:lnTo>
                  <a:pt x="1276350" y="742950"/>
                </a:lnTo>
                <a:lnTo>
                  <a:pt x="1276350" y="752475"/>
                </a:lnTo>
                <a:lnTo>
                  <a:pt x="1266825" y="752475"/>
                </a:lnTo>
                <a:close/>
                <a:moveTo>
                  <a:pt x="590550" y="752475"/>
                </a:moveTo>
                <a:lnTo>
                  <a:pt x="600075" y="752475"/>
                </a:lnTo>
                <a:lnTo>
                  <a:pt x="600075" y="762000"/>
                </a:lnTo>
                <a:lnTo>
                  <a:pt x="590550" y="762000"/>
                </a:lnTo>
                <a:close/>
                <a:moveTo>
                  <a:pt x="1276350" y="752475"/>
                </a:moveTo>
                <a:lnTo>
                  <a:pt x="1285875" y="752475"/>
                </a:lnTo>
                <a:lnTo>
                  <a:pt x="1285875" y="762000"/>
                </a:lnTo>
                <a:lnTo>
                  <a:pt x="1276350" y="762000"/>
                </a:lnTo>
                <a:close/>
                <a:moveTo>
                  <a:pt x="828675" y="771525"/>
                </a:moveTo>
                <a:lnTo>
                  <a:pt x="838200" y="771525"/>
                </a:lnTo>
                <a:lnTo>
                  <a:pt x="838200" y="781050"/>
                </a:lnTo>
                <a:lnTo>
                  <a:pt x="828675" y="781050"/>
                </a:lnTo>
                <a:close/>
                <a:moveTo>
                  <a:pt x="1047750" y="771525"/>
                </a:moveTo>
                <a:lnTo>
                  <a:pt x="1057275" y="771525"/>
                </a:lnTo>
                <a:lnTo>
                  <a:pt x="1057275" y="781050"/>
                </a:lnTo>
                <a:lnTo>
                  <a:pt x="1047750" y="781050"/>
                </a:lnTo>
                <a:close/>
                <a:moveTo>
                  <a:pt x="600075" y="781050"/>
                </a:moveTo>
                <a:lnTo>
                  <a:pt x="628650" y="781050"/>
                </a:lnTo>
                <a:lnTo>
                  <a:pt x="628650" y="790575"/>
                </a:lnTo>
                <a:lnTo>
                  <a:pt x="638175" y="790575"/>
                </a:lnTo>
                <a:lnTo>
                  <a:pt x="638175" y="800100"/>
                </a:lnTo>
                <a:lnTo>
                  <a:pt x="609600" y="800100"/>
                </a:lnTo>
                <a:lnTo>
                  <a:pt x="609600" y="809625"/>
                </a:lnTo>
                <a:lnTo>
                  <a:pt x="600075" y="809625"/>
                </a:lnTo>
                <a:lnTo>
                  <a:pt x="600075" y="828675"/>
                </a:lnTo>
                <a:lnTo>
                  <a:pt x="609600" y="828675"/>
                </a:lnTo>
                <a:lnTo>
                  <a:pt x="609600" y="838200"/>
                </a:lnTo>
                <a:lnTo>
                  <a:pt x="628650" y="838200"/>
                </a:lnTo>
                <a:lnTo>
                  <a:pt x="628650" y="847725"/>
                </a:lnTo>
                <a:lnTo>
                  <a:pt x="609600" y="847725"/>
                </a:lnTo>
                <a:lnTo>
                  <a:pt x="609600" y="857250"/>
                </a:lnTo>
                <a:lnTo>
                  <a:pt x="600075" y="857250"/>
                </a:lnTo>
                <a:lnTo>
                  <a:pt x="600075" y="876300"/>
                </a:lnTo>
                <a:lnTo>
                  <a:pt x="590550" y="876300"/>
                </a:lnTo>
                <a:lnTo>
                  <a:pt x="590550" y="857250"/>
                </a:lnTo>
                <a:lnTo>
                  <a:pt x="581025" y="857250"/>
                </a:lnTo>
                <a:lnTo>
                  <a:pt x="581025" y="809625"/>
                </a:lnTo>
                <a:lnTo>
                  <a:pt x="590550" y="809625"/>
                </a:lnTo>
                <a:lnTo>
                  <a:pt x="590550" y="800100"/>
                </a:lnTo>
                <a:lnTo>
                  <a:pt x="600075" y="800100"/>
                </a:lnTo>
                <a:close/>
                <a:moveTo>
                  <a:pt x="781050" y="781050"/>
                </a:moveTo>
                <a:lnTo>
                  <a:pt x="790575" y="781050"/>
                </a:lnTo>
                <a:lnTo>
                  <a:pt x="790575" y="809625"/>
                </a:lnTo>
                <a:lnTo>
                  <a:pt x="781050" y="809625"/>
                </a:lnTo>
                <a:close/>
                <a:moveTo>
                  <a:pt x="838200" y="781050"/>
                </a:moveTo>
                <a:lnTo>
                  <a:pt x="847725" y="781050"/>
                </a:lnTo>
                <a:lnTo>
                  <a:pt x="847725" y="809625"/>
                </a:lnTo>
                <a:lnTo>
                  <a:pt x="838200" y="809625"/>
                </a:lnTo>
                <a:close/>
                <a:moveTo>
                  <a:pt x="1038225" y="781050"/>
                </a:moveTo>
                <a:lnTo>
                  <a:pt x="1047750" y="781050"/>
                </a:lnTo>
                <a:lnTo>
                  <a:pt x="1047750" y="790575"/>
                </a:lnTo>
                <a:lnTo>
                  <a:pt x="1038225" y="790575"/>
                </a:lnTo>
                <a:close/>
                <a:moveTo>
                  <a:pt x="1238250" y="781050"/>
                </a:moveTo>
                <a:lnTo>
                  <a:pt x="1266825" y="781050"/>
                </a:lnTo>
                <a:lnTo>
                  <a:pt x="1266825" y="809625"/>
                </a:lnTo>
                <a:lnTo>
                  <a:pt x="1247775" y="809625"/>
                </a:lnTo>
                <a:lnTo>
                  <a:pt x="1247775" y="800100"/>
                </a:lnTo>
                <a:lnTo>
                  <a:pt x="1238250" y="800100"/>
                </a:lnTo>
                <a:close/>
                <a:moveTo>
                  <a:pt x="1562100" y="781050"/>
                </a:moveTo>
                <a:lnTo>
                  <a:pt x="1571625" y="781050"/>
                </a:lnTo>
                <a:lnTo>
                  <a:pt x="1571625" y="800100"/>
                </a:lnTo>
                <a:lnTo>
                  <a:pt x="1562100" y="800100"/>
                </a:lnTo>
                <a:close/>
                <a:moveTo>
                  <a:pt x="552450" y="790575"/>
                </a:moveTo>
                <a:lnTo>
                  <a:pt x="561975" y="790575"/>
                </a:lnTo>
                <a:lnTo>
                  <a:pt x="561975" y="800100"/>
                </a:lnTo>
                <a:lnTo>
                  <a:pt x="552450" y="800100"/>
                </a:lnTo>
                <a:close/>
                <a:moveTo>
                  <a:pt x="971550" y="790575"/>
                </a:moveTo>
                <a:lnTo>
                  <a:pt x="981075" y="790575"/>
                </a:lnTo>
                <a:lnTo>
                  <a:pt x="981075" y="800100"/>
                </a:lnTo>
                <a:lnTo>
                  <a:pt x="971550" y="800100"/>
                </a:lnTo>
                <a:close/>
                <a:moveTo>
                  <a:pt x="1095375" y="790575"/>
                </a:moveTo>
                <a:lnTo>
                  <a:pt x="1104900" y="790575"/>
                </a:lnTo>
                <a:lnTo>
                  <a:pt x="1104900" y="800100"/>
                </a:lnTo>
                <a:lnTo>
                  <a:pt x="1143000" y="800100"/>
                </a:lnTo>
                <a:lnTo>
                  <a:pt x="1143000" y="819150"/>
                </a:lnTo>
                <a:lnTo>
                  <a:pt x="1123950" y="819150"/>
                </a:lnTo>
                <a:lnTo>
                  <a:pt x="1123950" y="828675"/>
                </a:lnTo>
                <a:lnTo>
                  <a:pt x="1104900" y="828675"/>
                </a:lnTo>
                <a:lnTo>
                  <a:pt x="1104900" y="838200"/>
                </a:lnTo>
                <a:lnTo>
                  <a:pt x="1095375" y="838200"/>
                </a:lnTo>
                <a:lnTo>
                  <a:pt x="1095375" y="857250"/>
                </a:lnTo>
                <a:lnTo>
                  <a:pt x="1057275" y="857250"/>
                </a:lnTo>
                <a:lnTo>
                  <a:pt x="1057275" y="866775"/>
                </a:lnTo>
                <a:lnTo>
                  <a:pt x="1047750" y="866775"/>
                </a:lnTo>
                <a:lnTo>
                  <a:pt x="1047750" y="876300"/>
                </a:lnTo>
                <a:lnTo>
                  <a:pt x="1038225" y="876300"/>
                </a:lnTo>
                <a:lnTo>
                  <a:pt x="1038225" y="885825"/>
                </a:lnTo>
                <a:lnTo>
                  <a:pt x="1047750" y="885825"/>
                </a:lnTo>
                <a:lnTo>
                  <a:pt x="1047750" y="914400"/>
                </a:lnTo>
                <a:lnTo>
                  <a:pt x="1038225" y="914400"/>
                </a:lnTo>
                <a:lnTo>
                  <a:pt x="1038225" y="923925"/>
                </a:lnTo>
                <a:lnTo>
                  <a:pt x="1000125" y="923925"/>
                </a:lnTo>
                <a:lnTo>
                  <a:pt x="1000125" y="933450"/>
                </a:lnTo>
                <a:lnTo>
                  <a:pt x="971550" y="933450"/>
                </a:lnTo>
                <a:lnTo>
                  <a:pt x="971550" y="923925"/>
                </a:lnTo>
                <a:lnTo>
                  <a:pt x="990600" y="923925"/>
                </a:lnTo>
                <a:lnTo>
                  <a:pt x="990600" y="914400"/>
                </a:lnTo>
                <a:lnTo>
                  <a:pt x="1000125" y="914400"/>
                </a:lnTo>
                <a:lnTo>
                  <a:pt x="1000125" y="857250"/>
                </a:lnTo>
                <a:lnTo>
                  <a:pt x="990600" y="857250"/>
                </a:lnTo>
                <a:lnTo>
                  <a:pt x="990600" y="828675"/>
                </a:lnTo>
                <a:lnTo>
                  <a:pt x="981075" y="828675"/>
                </a:lnTo>
                <a:lnTo>
                  <a:pt x="981075" y="819150"/>
                </a:lnTo>
                <a:lnTo>
                  <a:pt x="990600" y="819150"/>
                </a:lnTo>
                <a:lnTo>
                  <a:pt x="990600" y="828675"/>
                </a:lnTo>
                <a:lnTo>
                  <a:pt x="1028700" y="828675"/>
                </a:lnTo>
                <a:lnTo>
                  <a:pt x="1028700" y="819150"/>
                </a:lnTo>
                <a:lnTo>
                  <a:pt x="1038225" y="819150"/>
                </a:lnTo>
                <a:lnTo>
                  <a:pt x="1038225" y="809625"/>
                </a:lnTo>
                <a:lnTo>
                  <a:pt x="1047750" y="809625"/>
                </a:lnTo>
                <a:lnTo>
                  <a:pt x="1047750" y="819150"/>
                </a:lnTo>
                <a:lnTo>
                  <a:pt x="1057275" y="819150"/>
                </a:lnTo>
                <a:lnTo>
                  <a:pt x="1057275" y="828675"/>
                </a:lnTo>
                <a:lnTo>
                  <a:pt x="1085850" y="828675"/>
                </a:lnTo>
                <a:lnTo>
                  <a:pt x="1085850" y="819150"/>
                </a:lnTo>
                <a:lnTo>
                  <a:pt x="1095375" y="819150"/>
                </a:lnTo>
                <a:close/>
                <a:moveTo>
                  <a:pt x="1304925" y="790575"/>
                </a:moveTo>
                <a:lnTo>
                  <a:pt x="1314450" y="790575"/>
                </a:lnTo>
                <a:lnTo>
                  <a:pt x="1314450" y="800100"/>
                </a:lnTo>
                <a:lnTo>
                  <a:pt x="1304925" y="800100"/>
                </a:lnTo>
                <a:close/>
                <a:moveTo>
                  <a:pt x="85725" y="800100"/>
                </a:moveTo>
                <a:lnTo>
                  <a:pt x="123825" y="800100"/>
                </a:lnTo>
                <a:lnTo>
                  <a:pt x="123825" y="809625"/>
                </a:lnTo>
                <a:lnTo>
                  <a:pt x="85725" y="809625"/>
                </a:lnTo>
                <a:close/>
                <a:moveTo>
                  <a:pt x="1762125" y="800100"/>
                </a:moveTo>
                <a:lnTo>
                  <a:pt x="1800225" y="800100"/>
                </a:lnTo>
                <a:lnTo>
                  <a:pt x="1800225" y="809625"/>
                </a:lnTo>
                <a:lnTo>
                  <a:pt x="1762125" y="809625"/>
                </a:lnTo>
                <a:close/>
                <a:moveTo>
                  <a:pt x="28575" y="809625"/>
                </a:moveTo>
                <a:lnTo>
                  <a:pt x="47625" y="809625"/>
                </a:lnTo>
                <a:lnTo>
                  <a:pt x="47625" y="819150"/>
                </a:lnTo>
                <a:lnTo>
                  <a:pt x="28575" y="819150"/>
                </a:lnTo>
                <a:close/>
                <a:moveTo>
                  <a:pt x="123825" y="809625"/>
                </a:moveTo>
                <a:lnTo>
                  <a:pt x="133350" y="809625"/>
                </a:lnTo>
                <a:lnTo>
                  <a:pt x="133350" y="819150"/>
                </a:lnTo>
                <a:lnTo>
                  <a:pt x="123825" y="819150"/>
                </a:lnTo>
                <a:close/>
                <a:moveTo>
                  <a:pt x="942975" y="809625"/>
                </a:moveTo>
                <a:lnTo>
                  <a:pt x="952500" y="809625"/>
                </a:lnTo>
                <a:lnTo>
                  <a:pt x="952500" y="819150"/>
                </a:lnTo>
                <a:lnTo>
                  <a:pt x="942975" y="819150"/>
                </a:lnTo>
                <a:close/>
                <a:moveTo>
                  <a:pt x="1743075" y="809625"/>
                </a:moveTo>
                <a:lnTo>
                  <a:pt x="1752600" y="809625"/>
                </a:lnTo>
                <a:lnTo>
                  <a:pt x="1752600" y="819150"/>
                </a:lnTo>
                <a:lnTo>
                  <a:pt x="1743075" y="819150"/>
                </a:lnTo>
                <a:close/>
                <a:moveTo>
                  <a:pt x="1838325" y="809625"/>
                </a:moveTo>
                <a:lnTo>
                  <a:pt x="1857375" y="809625"/>
                </a:lnTo>
                <a:lnTo>
                  <a:pt x="1857375" y="819150"/>
                </a:lnTo>
                <a:lnTo>
                  <a:pt x="1838325" y="819150"/>
                </a:lnTo>
                <a:close/>
                <a:moveTo>
                  <a:pt x="2028825" y="809625"/>
                </a:moveTo>
                <a:lnTo>
                  <a:pt x="2038350" y="809625"/>
                </a:lnTo>
                <a:lnTo>
                  <a:pt x="2038350" y="819150"/>
                </a:lnTo>
                <a:lnTo>
                  <a:pt x="2028825" y="819150"/>
                </a:lnTo>
                <a:close/>
                <a:moveTo>
                  <a:pt x="1266825" y="819150"/>
                </a:moveTo>
                <a:lnTo>
                  <a:pt x="1276350" y="819150"/>
                </a:lnTo>
                <a:lnTo>
                  <a:pt x="1276350" y="828675"/>
                </a:lnTo>
                <a:lnTo>
                  <a:pt x="1266825" y="828675"/>
                </a:lnTo>
                <a:close/>
                <a:moveTo>
                  <a:pt x="1314450" y="819150"/>
                </a:moveTo>
                <a:lnTo>
                  <a:pt x="1323975" y="819150"/>
                </a:lnTo>
                <a:lnTo>
                  <a:pt x="1323975" y="857250"/>
                </a:lnTo>
                <a:lnTo>
                  <a:pt x="1314450" y="857250"/>
                </a:lnTo>
                <a:close/>
                <a:moveTo>
                  <a:pt x="1552575" y="819150"/>
                </a:moveTo>
                <a:lnTo>
                  <a:pt x="1562100" y="819150"/>
                </a:lnTo>
                <a:lnTo>
                  <a:pt x="1562100" y="828675"/>
                </a:lnTo>
                <a:lnTo>
                  <a:pt x="1552575" y="828675"/>
                </a:lnTo>
                <a:close/>
                <a:moveTo>
                  <a:pt x="1724025" y="819150"/>
                </a:moveTo>
                <a:lnTo>
                  <a:pt x="1733550" y="819150"/>
                </a:lnTo>
                <a:lnTo>
                  <a:pt x="1733550" y="828675"/>
                </a:lnTo>
                <a:lnTo>
                  <a:pt x="1724025" y="828675"/>
                </a:lnTo>
                <a:close/>
                <a:moveTo>
                  <a:pt x="161925" y="828675"/>
                </a:moveTo>
                <a:lnTo>
                  <a:pt x="171450" y="828675"/>
                </a:lnTo>
                <a:lnTo>
                  <a:pt x="171450" y="838200"/>
                </a:lnTo>
                <a:lnTo>
                  <a:pt x="161925" y="838200"/>
                </a:lnTo>
                <a:close/>
                <a:moveTo>
                  <a:pt x="942975" y="828675"/>
                </a:moveTo>
                <a:lnTo>
                  <a:pt x="952500" y="828675"/>
                </a:lnTo>
                <a:lnTo>
                  <a:pt x="952500" y="838200"/>
                </a:lnTo>
                <a:lnTo>
                  <a:pt x="962025" y="838200"/>
                </a:lnTo>
                <a:lnTo>
                  <a:pt x="962025" y="866775"/>
                </a:lnTo>
                <a:lnTo>
                  <a:pt x="971550" y="866775"/>
                </a:lnTo>
                <a:lnTo>
                  <a:pt x="971550" y="895350"/>
                </a:lnTo>
                <a:lnTo>
                  <a:pt x="962025" y="895350"/>
                </a:lnTo>
                <a:lnTo>
                  <a:pt x="962025" y="904875"/>
                </a:lnTo>
                <a:lnTo>
                  <a:pt x="933450" y="904875"/>
                </a:lnTo>
                <a:lnTo>
                  <a:pt x="933450" y="914400"/>
                </a:lnTo>
                <a:lnTo>
                  <a:pt x="923925" y="914400"/>
                </a:lnTo>
                <a:lnTo>
                  <a:pt x="923925" y="923925"/>
                </a:lnTo>
                <a:lnTo>
                  <a:pt x="933450" y="923925"/>
                </a:lnTo>
                <a:lnTo>
                  <a:pt x="933450" y="933450"/>
                </a:lnTo>
                <a:lnTo>
                  <a:pt x="952500" y="933450"/>
                </a:lnTo>
                <a:lnTo>
                  <a:pt x="952500" y="942975"/>
                </a:lnTo>
                <a:lnTo>
                  <a:pt x="904875" y="942975"/>
                </a:lnTo>
                <a:lnTo>
                  <a:pt x="904875" y="933450"/>
                </a:lnTo>
                <a:lnTo>
                  <a:pt x="895350" y="933450"/>
                </a:lnTo>
                <a:lnTo>
                  <a:pt x="895350" y="923925"/>
                </a:lnTo>
                <a:lnTo>
                  <a:pt x="904875" y="923925"/>
                </a:lnTo>
                <a:lnTo>
                  <a:pt x="904875" y="895350"/>
                </a:lnTo>
                <a:lnTo>
                  <a:pt x="923925" y="895350"/>
                </a:lnTo>
                <a:lnTo>
                  <a:pt x="923925" y="876300"/>
                </a:lnTo>
                <a:lnTo>
                  <a:pt x="933450" y="876300"/>
                </a:lnTo>
                <a:lnTo>
                  <a:pt x="933450" y="838200"/>
                </a:lnTo>
                <a:lnTo>
                  <a:pt x="942975" y="838200"/>
                </a:lnTo>
                <a:close/>
                <a:moveTo>
                  <a:pt x="1257300" y="828675"/>
                </a:moveTo>
                <a:lnTo>
                  <a:pt x="1266825" y="828675"/>
                </a:lnTo>
                <a:lnTo>
                  <a:pt x="1266825" y="838200"/>
                </a:lnTo>
                <a:lnTo>
                  <a:pt x="1257300" y="838200"/>
                </a:lnTo>
                <a:close/>
                <a:moveTo>
                  <a:pt x="1704975" y="828675"/>
                </a:moveTo>
                <a:lnTo>
                  <a:pt x="1714500" y="828675"/>
                </a:lnTo>
                <a:lnTo>
                  <a:pt x="1714500" y="838200"/>
                </a:lnTo>
                <a:lnTo>
                  <a:pt x="1704975" y="838200"/>
                </a:lnTo>
                <a:close/>
                <a:moveTo>
                  <a:pt x="180975" y="838200"/>
                </a:moveTo>
                <a:lnTo>
                  <a:pt x="190500" y="838200"/>
                </a:lnTo>
                <a:lnTo>
                  <a:pt x="190500" y="847725"/>
                </a:lnTo>
                <a:lnTo>
                  <a:pt x="180975" y="847725"/>
                </a:lnTo>
                <a:close/>
                <a:moveTo>
                  <a:pt x="1238250" y="838200"/>
                </a:moveTo>
                <a:lnTo>
                  <a:pt x="1247775" y="838200"/>
                </a:lnTo>
                <a:lnTo>
                  <a:pt x="1247775" y="847725"/>
                </a:lnTo>
                <a:lnTo>
                  <a:pt x="1238250" y="847725"/>
                </a:lnTo>
                <a:close/>
                <a:moveTo>
                  <a:pt x="1543050" y="838200"/>
                </a:moveTo>
                <a:lnTo>
                  <a:pt x="1552575" y="838200"/>
                </a:lnTo>
                <a:lnTo>
                  <a:pt x="1552575" y="857250"/>
                </a:lnTo>
                <a:lnTo>
                  <a:pt x="1543050" y="857250"/>
                </a:lnTo>
                <a:close/>
                <a:moveTo>
                  <a:pt x="323850" y="847725"/>
                </a:moveTo>
                <a:lnTo>
                  <a:pt x="333375" y="847725"/>
                </a:lnTo>
                <a:lnTo>
                  <a:pt x="333375" y="857250"/>
                </a:lnTo>
                <a:lnTo>
                  <a:pt x="323850" y="857250"/>
                </a:lnTo>
                <a:close/>
                <a:moveTo>
                  <a:pt x="628650" y="847725"/>
                </a:moveTo>
                <a:lnTo>
                  <a:pt x="638175" y="847725"/>
                </a:lnTo>
                <a:lnTo>
                  <a:pt x="638175" y="857250"/>
                </a:lnTo>
                <a:lnTo>
                  <a:pt x="628650" y="857250"/>
                </a:lnTo>
                <a:close/>
                <a:moveTo>
                  <a:pt x="1228725" y="847725"/>
                </a:moveTo>
                <a:lnTo>
                  <a:pt x="1238250" y="847725"/>
                </a:lnTo>
                <a:lnTo>
                  <a:pt x="1238250" y="857250"/>
                </a:lnTo>
                <a:lnTo>
                  <a:pt x="1228725" y="857250"/>
                </a:lnTo>
                <a:close/>
                <a:moveTo>
                  <a:pt x="1676400" y="847725"/>
                </a:moveTo>
                <a:lnTo>
                  <a:pt x="1685925" y="847725"/>
                </a:lnTo>
                <a:lnTo>
                  <a:pt x="1685925" y="857250"/>
                </a:lnTo>
                <a:lnTo>
                  <a:pt x="1676400" y="857250"/>
                </a:lnTo>
                <a:close/>
                <a:moveTo>
                  <a:pt x="285750" y="857250"/>
                </a:moveTo>
                <a:lnTo>
                  <a:pt x="295275" y="857250"/>
                </a:lnTo>
                <a:lnTo>
                  <a:pt x="295275" y="866775"/>
                </a:lnTo>
                <a:lnTo>
                  <a:pt x="285750" y="866775"/>
                </a:lnTo>
                <a:close/>
                <a:moveTo>
                  <a:pt x="1581150" y="857250"/>
                </a:moveTo>
                <a:lnTo>
                  <a:pt x="1590675" y="857250"/>
                </a:lnTo>
                <a:lnTo>
                  <a:pt x="1590675" y="866775"/>
                </a:lnTo>
                <a:lnTo>
                  <a:pt x="1581150" y="866775"/>
                </a:lnTo>
                <a:close/>
                <a:moveTo>
                  <a:pt x="1657350" y="857250"/>
                </a:moveTo>
                <a:lnTo>
                  <a:pt x="1666875" y="857250"/>
                </a:lnTo>
                <a:lnTo>
                  <a:pt x="1666875" y="866775"/>
                </a:lnTo>
                <a:lnTo>
                  <a:pt x="1657350" y="866775"/>
                </a:lnTo>
                <a:close/>
                <a:moveTo>
                  <a:pt x="228600" y="866775"/>
                </a:moveTo>
                <a:lnTo>
                  <a:pt x="238125" y="866775"/>
                </a:lnTo>
                <a:lnTo>
                  <a:pt x="238125" y="876300"/>
                </a:lnTo>
                <a:lnTo>
                  <a:pt x="228600" y="876300"/>
                </a:lnTo>
                <a:close/>
                <a:moveTo>
                  <a:pt x="552450" y="866775"/>
                </a:moveTo>
                <a:lnTo>
                  <a:pt x="561975" y="866775"/>
                </a:lnTo>
                <a:lnTo>
                  <a:pt x="561975" y="876300"/>
                </a:lnTo>
                <a:lnTo>
                  <a:pt x="552450" y="876300"/>
                </a:lnTo>
                <a:close/>
                <a:moveTo>
                  <a:pt x="1190625" y="866775"/>
                </a:moveTo>
                <a:lnTo>
                  <a:pt x="1200150" y="866775"/>
                </a:lnTo>
                <a:lnTo>
                  <a:pt x="1200150" y="895350"/>
                </a:lnTo>
                <a:lnTo>
                  <a:pt x="1190625" y="895350"/>
                </a:lnTo>
                <a:close/>
                <a:moveTo>
                  <a:pt x="1276350" y="866775"/>
                </a:moveTo>
                <a:lnTo>
                  <a:pt x="1285875" y="866775"/>
                </a:lnTo>
                <a:lnTo>
                  <a:pt x="1285875" y="876300"/>
                </a:lnTo>
                <a:lnTo>
                  <a:pt x="1276350" y="876300"/>
                </a:lnTo>
                <a:close/>
                <a:moveTo>
                  <a:pt x="1638300" y="866775"/>
                </a:moveTo>
                <a:lnTo>
                  <a:pt x="1647825" y="866775"/>
                </a:lnTo>
                <a:lnTo>
                  <a:pt x="1647825" y="876300"/>
                </a:lnTo>
                <a:lnTo>
                  <a:pt x="1638300" y="876300"/>
                </a:lnTo>
                <a:close/>
                <a:moveTo>
                  <a:pt x="247650" y="876300"/>
                </a:moveTo>
                <a:lnTo>
                  <a:pt x="257175" y="876300"/>
                </a:lnTo>
                <a:lnTo>
                  <a:pt x="257175" y="885825"/>
                </a:lnTo>
                <a:lnTo>
                  <a:pt x="247650" y="885825"/>
                </a:lnTo>
                <a:close/>
                <a:moveTo>
                  <a:pt x="333375" y="876300"/>
                </a:moveTo>
                <a:lnTo>
                  <a:pt x="342900" y="876300"/>
                </a:lnTo>
                <a:lnTo>
                  <a:pt x="342900" y="885825"/>
                </a:lnTo>
                <a:lnTo>
                  <a:pt x="333375" y="885825"/>
                </a:lnTo>
                <a:close/>
                <a:moveTo>
                  <a:pt x="638175" y="876300"/>
                </a:moveTo>
                <a:lnTo>
                  <a:pt x="647700" y="876300"/>
                </a:lnTo>
                <a:lnTo>
                  <a:pt x="647700" y="885825"/>
                </a:lnTo>
                <a:lnTo>
                  <a:pt x="638175" y="885825"/>
                </a:lnTo>
                <a:close/>
                <a:moveTo>
                  <a:pt x="266700" y="885825"/>
                </a:moveTo>
                <a:lnTo>
                  <a:pt x="276225" y="885825"/>
                </a:lnTo>
                <a:lnTo>
                  <a:pt x="276225" y="895350"/>
                </a:lnTo>
                <a:lnTo>
                  <a:pt x="266700" y="895350"/>
                </a:lnTo>
                <a:close/>
                <a:moveTo>
                  <a:pt x="561975" y="885825"/>
                </a:moveTo>
                <a:lnTo>
                  <a:pt x="571500" y="885825"/>
                </a:lnTo>
                <a:lnTo>
                  <a:pt x="571500" y="895350"/>
                </a:lnTo>
                <a:lnTo>
                  <a:pt x="561975" y="895350"/>
                </a:lnTo>
                <a:close/>
                <a:moveTo>
                  <a:pt x="285750" y="895350"/>
                </a:moveTo>
                <a:lnTo>
                  <a:pt x="295275" y="895350"/>
                </a:lnTo>
                <a:lnTo>
                  <a:pt x="295275" y="904875"/>
                </a:lnTo>
                <a:lnTo>
                  <a:pt x="285750" y="904875"/>
                </a:lnTo>
                <a:close/>
                <a:moveTo>
                  <a:pt x="638175" y="895350"/>
                </a:moveTo>
                <a:lnTo>
                  <a:pt x="647700" y="895350"/>
                </a:lnTo>
                <a:lnTo>
                  <a:pt x="647700" y="904875"/>
                </a:lnTo>
                <a:lnTo>
                  <a:pt x="638175" y="904875"/>
                </a:lnTo>
                <a:close/>
                <a:moveTo>
                  <a:pt x="676275" y="895350"/>
                </a:moveTo>
                <a:lnTo>
                  <a:pt x="685800" y="895350"/>
                </a:lnTo>
                <a:lnTo>
                  <a:pt x="685800" y="914400"/>
                </a:lnTo>
                <a:lnTo>
                  <a:pt x="676275" y="914400"/>
                </a:lnTo>
                <a:close/>
                <a:moveTo>
                  <a:pt x="1219200" y="895350"/>
                </a:moveTo>
                <a:lnTo>
                  <a:pt x="1238250" y="895350"/>
                </a:lnTo>
                <a:lnTo>
                  <a:pt x="1238250" y="914400"/>
                </a:lnTo>
                <a:lnTo>
                  <a:pt x="1228725" y="914400"/>
                </a:lnTo>
                <a:lnTo>
                  <a:pt x="1228725" y="904875"/>
                </a:lnTo>
                <a:lnTo>
                  <a:pt x="1219200" y="904875"/>
                </a:lnTo>
                <a:close/>
                <a:moveTo>
                  <a:pt x="1247775" y="895350"/>
                </a:moveTo>
                <a:lnTo>
                  <a:pt x="1257300" y="895350"/>
                </a:lnTo>
                <a:lnTo>
                  <a:pt x="1257300" y="904875"/>
                </a:lnTo>
                <a:lnTo>
                  <a:pt x="1247775" y="904875"/>
                </a:lnTo>
                <a:close/>
                <a:moveTo>
                  <a:pt x="1295400" y="895350"/>
                </a:moveTo>
                <a:lnTo>
                  <a:pt x="1304925" y="895350"/>
                </a:lnTo>
                <a:lnTo>
                  <a:pt x="1304925" y="904875"/>
                </a:lnTo>
                <a:lnTo>
                  <a:pt x="1295400" y="904875"/>
                </a:lnTo>
                <a:close/>
                <a:moveTo>
                  <a:pt x="1533525" y="895350"/>
                </a:moveTo>
                <a:lnTo>
                  <a:pt x="1543050" y="895350"/>
                </a:lnTo>
                <a:lnTo>
                  <a:pt x="1543050" y="904875"/>
                </a:lnTo>
                <a:lnTo>
                  <a:pt x="1533525" y="904875"/>
                </a:lnTo>
                <a:close/>
                <a:moveTo>
                  <a:pt x="1581150" y="895350"/>
                </a:moveTo>
                <a:lnTo>
                  <a:pt x="1590675" y="895350"/>
                </a:lnTo>
                <a:lnTo>
                  <a:pt x="1590675" y="904875"/>
                </a:lnTo>
                <a:lnTo>
                  <a:pt x="1581150" y="904875"/>
                </a:lnTo>
                <a:close/>
                <a:moveTo>
                  <a:pt x="304800" y="904875"/>
                </a:moveTo>
                <a:lnTo>
                  <a:pt x="314325" y="904875"/>
                </a:lnTo>
                <a:lnTo>
                  <a:pt x="314325" y="914400"/>
                </a:lnTo>
                <a:lnTo>
                  <a:pt x="304800" y="914400"/>
                </a:lnTo>
                <a:close/>
                <a:moveTo>
                  <a:pt x="1285875" y="904875"/>
                </a:moveTo>
                <a:lnTo>
                  <a:pt x="1295400" y="904875"/>
                </a:lnTo>
                <a:lnTo>
                  <a:pt x="1295400" y="914400"/>
                </a:lnTo>
                <a:lnTo>
                  <a:pt x="1285875" y="914400"/>
                </a:lnTo>
                <a:close/>
                <a:moveTo>
                  <a:pt x="1543050" y="904875"/>
                </a:moveTo>
                <a:lnTo>
                  <a:pt x="1571625" y="904875"/>
                </a:lnTo>
                <a:lnTo>
                  <a:pt x="1571625" y="914400"/>
                </a:lnTo>
                <a:lnTo>
                  <a:pt x="1543050" y="914400"/>
                </a:lnTo>
                <a:close/>
                <a:moveTo>
                  <a:pt x="1276350" y="914400"/>
                </a:moveTo>
                <a:lnTo>
                  <a:pt x="1285875" y="914400"/>
                </a:lnTo>
                <a:lnTo>
                  <a:pt x="1285875" y="923925"/>
                </a:lnTo>
                <a:lnTo>
                  <a:pt x="1276350" y="923925"/>
                </a:lnTo>
                <a:close/>
                <a:moveTo>
                  <a:pt x="600075" y="923925"/>
                </a:moveTo>
                <a:lnTo>
                  <a:pt x="609600" y="923925"/>
                </a:lnTo>
                <a:lnTo>
                  <a:pt x="609600" y="933450"/>
                </a:lnTo>
                <a:lnTo>
                  <a:pt x="600075" y="933450"/>
                </a:lnTo>
                <a:close/>
                <a:moveTo>
                  <a:pt x="619125" y="933450"/>
                </a:moveTo>
                <a:lnTo>
                  <a:pt x="628650" y="933450"/>
                </a:lnTo>
                <a:lnTo>
                  <a:pt x="628650" y="942975"/>
                </a:lnTo>
                <a:lnTo>
                  <a:pt x="619125" y="942975"/>
                </a:lnTo>
                <a:close/>
                <a:moveTo>
                  <a:pt x="1181100" y="933450"/>
                </a:moveTo>
                <a:lnTo>
                  <a:pt x="1190625" y="933450"/>
                </a:lnTo>
                <a:lnTo>
                  <a:pt x="1190625" y="952500"/>
                </a:lnTo>
                <a:lnTo>
                  <a:pt x="1181100" y="952500"/>
                </a:lnTo>
                <a:close/>
                <a:moveTo>
                  <a:pt x="685800" y="952500"/>
                </a:moveTo>
                <a:lnTo>
                  <a:pt x="695325" y="952500"/>
                </a:lnTo>
                <a:lnTo>
                  <a:pt x="695325" y="962025"/>
                </a:lnTo>
                <a:lnTo>
                  <a:pt x="685800" y="962025"/>
                </a:lnTo>
                <a:close/>
                <a:moveTo>
                  <a:pt x="1209675" y="962025"/>
                </a:moveTo>
                <a:lnTo>
                  <a:pt x="1219200" y="962025"/>
                </a:lnTo>
                <a:lnTo>
                  <a:pt x="1219200" y="971550"/>
                </a:lnTo>
                <a:lnTo>
                  <a:pt x="1209675" y="971550"/>
                </a:lnTo>
                <a:close/>
                <a:moveTo>
                  <a:pt x="657225" y="971550"/>
                </a:moveTo>
                <a:lnTo>
                  <a:pt x="666750" y="971550"/>
                </a:lnTo>
                <a:lnTo>
                  <a:pt x="666750" y="981075"/>
                </a:lnTo>
                <a:lnTo>
                  <a:pt x="657225" y="981075"/>
                </a:lnTo>
                <a:close/>
                <a:moveTo>
                  <a:pt x="695325" y="971550"/>
                </a:moveTo>
                <a:lnTo>
                  <a:pt x="704850" y="971550"/>
                </a:lnTo>
                <a:lnTo>
                  <a:pt x="704850" y="981075"/>
                </a:lnTo>
                <a:lnTo>
                  <a:pt x="723900" y="981075"/>
                </a:lnTo>
                <a:lnTo>
                  <a:pt x="723900" y="990600"/>
                </a:lnTo>
                <a:lnTo>
                  <a:pt x="733425" y="990600"/>
                </a:lnTo>
                <a:lnTo>
                  <a:pt x="733425" y="1000125"/>
                </a:lnTo>
                <a:lnTo>
                  <a:pt x="742950" y="1000125"/>
                </a:lnTo>
                <a:lnTo>
                  <a:pt x="742950" y="1028700"/>
                </a:lnTo>
                <a:lnTo>
                  <a:pt x="752475" y="1028700"/>
                </a:lnTo>
                <a:lnTo>
                  <a:pt x="752475" y="1038225"/>
                </a:lnTo>
                <a:lnTo>
                  <a:pt x="762000" y="1038225"/>
                </a:lnTo>
                <a:lnTo>
                  <a:pt x="762000" y="1076325"/>
                </a:lnTo>
                <a:lnTo>
                  <a:pt x="771525" y="1076325"/>
                </a:lnTo>
                <a:lnTo>
                  <a:pt x="771525" y="1095375"/>
                </a:lnTo>
                <a:lnTo>
                  <a:pt x="762000" y="1095375"/>
                </a:lnTo>
                <a:lnTo>
                  <a:pt x="762000" y="1085850"/>
                </a:lnTo>
                <a:lnTo>
                  <a:pt x="752475" y="1085850"/>
                </a:lnTo>
                <a:lnTo>
                  <a:pt x="752475" y="1076325"/>
                </a:lnTo>
                <a:lnTo>
                  <a:pt x="742950" y="1076325"/>
                </a:lnTo>
                <a:lnTo>
                  <a:pt x="742950" y="1057275"/>
                </a:lnTo>
                <a:lnTo>
                  <a:pt x="733425" y="1057275"/>
                </a:lnTo>
                <a:lnTo>
                  <a:pt x="733425" y="1047750"/>
                </a:lnTo>
                <a:lnTo>
                  <a:pt x="723900" y="1047750"/>
                </a:lnTo>
                <a:lnTo>
                  <a:pt x="723900" y="1028700"/>
                </a:lnTo>
                <a:lnTo>
                  <a:pt x="714375" y="1028700"/>
                </a:lnTo>
                <a:lnTo>
                  <a:pt x="714375" y="1009650"/>
                </a:lnTo>
                <a:lnTo>
                  <a:pt x="704850" y="1009650"/>
                </a:lnTo>
                <a:lnTo>
                  <a:pt x="704850" y="990600"/>
                </a:lnTo>
                <a:lnTo>
                  <a:pt x="695325" y="990600"/>
                </a:lnTo>
                <a:close/>
                <a:moveTo>
                  <a:pt x="933450" y="971550"/>
                </a:moveTo>
                <a:lnTo>
                  <a:pt x="942975" y="971550"/>
                </a:lnTo>
                <a:lnTo>
                  <a:pt x="942975" y="981075"/>
                </a:lnTo>
                <a:lnTo>
                  <a:pt x="933450" y="981075"/>
                </a:lnTo>
                <a:close/>
                <a:moveTo>
                  <a:pt x="990600" y="971550"/>
                </a:moveTo>
                <a:lnTo>
                  <a:pt x="1000125" y="971550"/>
                </a:lnTo>
                <a:lnTo>
                  <a:pt x="1000125" y="981075"/>
                </a:lnTo>
                <a:lnTo>
                  <a:pt x="990600" y="981075"/>
                </a:lnTo>
                <a:close/>
                <a:moveTo>
                  <a:pt x="1171575" y="971550"/>
                </a:moveTo>
                <a:lnTo>
                  <a:pt x="1181100" y="971550"/>
                </a:lnTo>
                <a:lnTo>
                  <a:pt x="1181100" y="981075"/>
                </a:lnTo>
                <a:lnTo>
                  <a:pt x="1171575" y="981075"/>
                </a:lnTo>
                <a:close/>
                <a:moveTo>
                  <a:pt x="904875" y="981075"/>
                </a:moveTo>
                <a:lnTo>
                  <a:pt x="914400" y="981075"/>
                </a:lnTo>
                <a:lnTo>
                  <a:pt x="914400" y="990600"/>
                </a:lnTo>
                <a:lnTo>
                  <a:pt x="904875" y="990600"/>
                </a:lnTo>
                <a:close/>
                <a:moveTo>
                  <a:pt x="1009650" y="981075"/>
                </a:moveTo>
                <a:lnTo>
                  <a:pt x="1019175" y="981075"/>
                </a:lnTo>
                <a:lnTo>
                  <a:pt x="1019175" y="990600"/>
                </a:lnTo>
                <a:lnTo>
                  <a:pt x="1009650" y="990600"/>
                </a:lnTo>
                <a:close/>
                <a:moveTo>
                  <a:pt x="885825" y="990600"/>
                </a:moveTo>
                <a:lnTo>
                  <a:pt x="895350" y="990600"/>
                </a:lnTo>
                <a:lnTo>
                  <a:pt x="895350" y="1000125"/>
                </a:lnTo>
                <a:lnTo>
                  <a:pt x="885825" y="1000125"/>
                </a:lnTo>
                <a:close/>
                <a:moveTo>
                  <a:pt x="1019175" y="990600"/>
                </a:moveTo>
                <a:lnTo>
                  <a:pt x="1028700" y="990600"/>
                </a:lnTo>
                <a:lnTo>
                  <a:pt x="1028700" y="1000125"/>
                </a:lnTo>
                <a:lnTo>
                  <a:pt x="1019175" y="1000125"/>
                </a:lnTo>
                <a:close/>
                <a:moveTo>
                  <a:pt x="666750" y="1000125"/>
                </a:moveTo>
                <a:lnTo>
                  <a:pt x="676275" y="1000125"/>
                </a:lnTo>
                <a:lnTo>
                  <a:pt x="676275" y="1019175"/>
                </a:lnTo>
                <a:lnTo>
                  <a:pt x="666750" y="1019175"/>
                </a:lnTo>
                <a:close/>
                <a:moveTo>
                  <a:pt x="876300" y="1000125"/>
                </a:moveTo>
                <a:lnTo>
                  <a:pt x="885825" y="1000125"/>
                </a:lnTo>
                <a:lnTo>
                  <a:pt x="885825" y="1009650"/>
                </a:lnTo>
                <a:lnTo>
                  <a:pt x="876300" y="1009650"/>
                </a:lnTo>
                <a:close/>
                <a:moveTo>
                  <a:pt x="942975" y="1000125"/>
                </a:moveTo>
                <a:lnTo>
                  <a:pt x="990600" y="1000125"/>
                </a:lnTo>
                <a:lnTo>
                  <a:pt x="990600" y="1009650"/>
                </a:lnTo>
                <a:lnTo>
                  <a:pt x="1000125" y="1009650"/>
                </a:lnTo>
                <a:lnTo>
                  <a:pt x="1000125" y="1028700"/>
                </a:lnTo>
                <a:lnTo>
                  <a:pt x="971550" y="1028700"/>
                </a:lnTo>
                <a:lnTo>
                  <a:pt x="971550" y="1009650"/>
                </a:lnTo>
                <a:lnTo>
                  <a:pt x="942975" y="1009650"/>
                </a:lnTo>
                <a:close/>
                <a:moveTo>
                  <a:pt x="1028700" y="1000125"/>
                </a:moveTo>
                <a:lnTo>
                  <a:pt x="1038225" y="1000125"/>
                </a:lnTo>
                <a:lnTo>
                  <a:pt x="1038225" y="1009650"/>
                </a:lnTo>
                <a:lnTo>
                  <a:pt x="1028700" y="1009650"/>
                </a:lnTo>
                <a:close/>
                <a:moveTo>
                  <a:pt x="1162050" y="1000125"/>
                </a:moveTo>
                <a:lnTo>
                  <a:pt x="1171575" y="1000125"/>
                </a:lnTo>
                <a:lnTo>
                  <a:pt x="1171575" y="1009650"/>
                </a:lnTo>
                <a:lnTo>
                  <a:pt x="1162050" y="1009650"/>
                </a:lnTo>
                <a:close/>
                <a:moveTo>
                  <a:pt x="866775" y="1009650"/>
                </a:moveTo>
                <a:lnTo>
                  <a:pt x="876300" y="1009650"/>
                </a:lnTo>
                <a:lnTo>
                  <a:pt x="876300" y="1019175"/>
                </a:lnTo>
                <a:lnTo>
                  <a:pt x="866775" y="1019175"/>
                </a:lnTo>
                <a:close/>
                <a:moveTo>
                  <a:pt x="1152525" y="1009650"/>
                </a:moveTo>
                <a:lnTo>
                  <a:pt x="1162050" y="1009650"/>
                </a:lnTo>
                <a:lnTo>
                  <a:pt x="1162050" y="1028700"/>
                </a:lnTo>
                <a:lnTo>
                  <a:pt x="1152525" y="1028700"/>
                </a:lnTo>
                <a:lnTo>
                  <a:pt x="1152525" y="1038225"/>
                </a:lnTo>
                <a:lnTo>
                  <a:pt x="1143000" y="1038225"/>
                </a:lnTo>
                <a:lnTo>
                  <a:pt x="1143000" y="1057275"/>
                </a:lnTo>
                <a:lnTo>
                  <a:pt x="1133475" y="1057275"/>
                </a:lnTo>
                <a:lnTo>
                  <a:pt x="1133475" y="1066800"/>
                </a:lnTo>
                <a:lnTo>
                  <a:pt x="1123950" y="1066800"/>
                </a:lnTo>
                <a:lnTo>
                  <a:pt x="1123950" y="1085850"/>
                </a:lnTo>
                <a:lnTo>
                  <a:pt x="1114425" y="1085850"/>
                </a:lnTo>
                <a:lnTo>
                  <a:pt x="1114425" y="1095375"/>
                </a:lnTo>
                <a:lnTo>
                  <a:pt x="1104900" y="1095375"/>
                </a:lnTo>
                <a:lnTo>
                  <a:pt x="1104900" y="1104900"/>
                </a:lnTo>
                <a:lnTo>
                  <a:pt x="1095375" y="1104900"/>
                </a:lnTo>
                <a:lnTo>
                  <a:pt x="1095375" y="1114425"/>
                </a:lnTo>
                <a:lnTo>
                  <a:pt x="1085850" y="1114425"/>
                </a:lnTo>
                <a:lnTo>
                  <a:pt x="1085850" y="1123950"/>
                </a:lnTo>
                <a:lnTo>
                  <a:pt x="1066800" y="1123950"/>
                </a:lnTo>
                <a:lnTo>
                  <a:pt x="1066800" y="1133475"/>
                </a:lnTo>
                <a:lnTo>
                  <a:pt x="1057275" y="1133475"/>
                </a:lnTo>
                <a:lnTo>
                  <a:pt x="1057275" y="1143000"/>
                </a:lnTo>
                <a:lnTo>
                  <a:pt x="1038225" y="1143000"/>
                </a:lnTo>
                <a:lnTo>
                  <a:pt x="1038225" y="1152525"/>
                </a:lnTo>
                <a:lnTo>
                  <a:pt x="1028700" y="1152525"/>
                </a:lnTo>
                <a:lnTo>
                  <a:pt x="1028700" y="1162050"/>
                </a:lnTo>
                <a:lnTo>
                  <a:pt x="1000125" y="1162050"/>
                </a:lnTo>
                <a:lnTo>
                  <a:pt x="1000125" y="1171575"/>
                </a:lnTo>
                <a:lnTo>
                  <a:pt x="876300" y="1171575"/>
                </a:lnTo>
                <a:lnTo>
                  <a:pt x="876300" y="1162050"/>
                </a:lnTo>
                <a:lnTo>
                  <a:pt x="933450" y="1162050"/>
                </a:lnTo>
                <a:lnTo>
                  <a:pt x="933450" y="1152525"/>
                </a:lnTo>
                <a:lnTo>
                  <a:pt x="962025" y="1152525"/>
                </a:lnTo>
                <a:lnTo>
                  <a:pt x="962025" y="1143000"/>
                </a:lnTo>
                <a:lnTo>
                  <a:pt x="1000125" y="1143000"/>
                </a:lnTo>
                <a:lnTo>
                  <a:pt x="1000125" y="1133475"/>
                </a:lnTo>
                <a:lnTo>
                  <a:pt x="1028700" y="1133475"/>
                </a:lnTo>
                <a:lnTo>
                  <a:pt x="1028700" y="1123950"/>
                </a:lnTo>
                <a:lnTo>
                  <a:pt x="1047750" y="1123950"/>
                </a:lnTo>
                <a:lnTo>
                  <a:pt x="1047750" y="1114425"/>
                </a:lnTo>
                <a:lnTo>
                  <a:pt x="1066800" y="1114425"/>
                </a:lnTo>
                <a:lnTo>
                  <a:pt x="1066800" y="1095375"/>
                </a:lnTo>
                <a:lnTo>
                  <a:pt x="1076325" y="1095375"/>
                </a:lnTo>
                <a:lnTo>
                  <a:pt x="1076325" y="1085850"/>
                </a:lnTo>
                <a:lnTo>
                  <a:pt x="1085850" y="1085850"/>
                </a:lnTo>
                <a:lnTo>
                  <a:pt x="1085850" y="1066800"/>
                </a:lnTo>
                <a:lnTo>
                  <a:pt x="1095375" y="1066800"/>
                </a:lnTo>
                <a:lnTo>
                  <a:pt x="1095375" y="1047750"/>
                </a:lnTo>
                <a:lnTo>
                  <a:pt x="1104900" y="1047750"/>
                </a:lnTo>
                <a:lnTo>
                  <a:pt x="1104900" y="1038225"/>
                </a:lnTo>
                <a:lnTo>
                  <a:pt x="1114425" y="1038225"/>
                </a:lnTo>
                <a:lnTo>
                  <a:pt x="1114425" y="1028700"/>
                </a:lnTo>
                <a:lnTo>
                  <a:pt x="1133475" y="1028700"/>
                </a:lnTo>
                <a:lnTo>
                  <a:pt x="1133475" y="1019175"/>
                </a:lnTo>
                <a:lnTo>
                  <a:pt x="1152525" y="1019175"/>
                </a:lnTo>
                <a:close/>
                <a:moveTo>
                  <a:pt x="914400" y="1019175"/>
                </a:moveTo>
                <a:lnTo>
                  <a:pt x="923925" y="1019175"/>
                </a:lnTo>
                <a:lnTo>
                  <a:pt x="923925" y="1028700"/>
                </a:lnTo>
                <a:lnTo>
                  <a:pt x="914400" y="1028700"/>
                </a:lnTo>
                <a:close/>
                <a:moveTo>
                  <a:pt x="1190625" y="1019175"/>
                </a:moveTo>
                <a:lnTo>
                  <a:pt x="1200150" y="1019175"/>
                </a:lnTo>
                <a:lnTo>
                  <a:pt x="1200150" y="1028700"/>
                </a:lnTo>
                <a:lnTo>
                  <a:pt x="1190625" y="1028700"/>
                </a:lnTo>
                <a:close/>
                <a:moveTo>
                  <a:pt x="676275" y="1028700"/>
                </a:moveTo>
                <a:lnTo>
                  <a:pt x="685800" y="1028700"/>
                </a:lnTo>
                <a:lnTo>
                  <a:pt x="685800" y="1038225"/>
                </a:lnTo>
                <a:lnTo>
                  <a:pt x="676275" y="1038225"/>
                </a:lnTo>
                <a:close/>
                <a:moveTo>
                  <a:pt x="857250" y="1028700"/>
                </a:moveTo>
                <a:lnTo>
                  <a:pt x="866775" y="1028700"/>
                </a:lnTo>
                <a:lnTo>
                  <a:pt x="866775" y="1057275"/>
                </a:lnTo>
                <a:lnTo>
                  <a:pt x="857250" y="1057275"/>
                </a:lnTo>
                <a:close/>
                <a:moveTo>
                  <a:pt x="1181100" y="1038225"/>
                </a:moveTo>
                <a:lnTo>
                  <a:pt x="1190625" y="1038225"/>
                </a:lnTo>
                <a:lnTo>
                  <a:pt x="1190625" y="1047750"/>
                </a:lnTo>
                <a:lnTo>
                  <a:pt x="1181100" y="1047750"/>
                </a:lnTo>
                <a:close/>
                <a:moveTo>
                  <a:pt x="990600" y="1047750"/>
                </a:moveTo>
                <a:lnTo>
                  <a:pt x="1019175" y="1047750"/>
                </a:lnTo>
                <a:lnTo>
                  <a:pt x="1019175" y="1057275"/>
                </a:lnTo>
                <a:lnTo>
                  <a:pt x="990600" y="1057275"/>
                </a:lnTo>
                <a:close/>
                <a:moveTo>
                  <a:pt x="695325" y="1057275"/>
                </a:moveTo>
                <a:lnTo>
                  <a:pt x="704850" y="1057275"/>
                </a:lnTo>
                <a:lnTo>
                  <a:pt x="704850" y="1066800"/>
                </a:lnTo>
                <a:lnTo>
                  <a:pt x="695325" y="1066800"/>
                </a:lnTo>
                <a:close/>
                <a:moveTo>
                  <a:pt x="866775" y="1057275"/>
                </a:moveTo>
                <a:lnTo>
                  <a:pt x="876300" y="1057275"/>
                </a:lnTo>
                <a:lnTo>
                  <a:pt x="876300" y="1066800"/>
                </a:lnTo>
                <a:lnTo>
                  <a:pt x="866775" y="1066800"/>
                </a:lnTo>
                <a:close/>
                <a:moveTo>
                  <a:pt x="914400" y="1057275"/>
                </a:moveTo>
                <a:lnTo>
                  <a:pt x="933450" y="1057275"/>
                </a:lnTo>
                <a:lnTo>
                  <a:pt x="933450" y="1066800"/>
                </a:lnTo>
                <a:lnTo>
                  <a:pt x="914400" y="1066800"/>
                </a:lnTo>
                <a:close/>
                <a:moveTo>
                  <a:pt x="1171575" y="1057275"/>
                </a:moveTo>
                <a:lnTo>
                  <a:pt x="1181100" y="1057275"/>
                </a:lnTo>
                <a:lnTo>
                  <a:pt x="1181100" y="1066800"/>
                </a:lnTo>
                <a:lnTo>
                  <a:pt x="1171575" y="1066800"/>
                </a:lnTo>
                <a:close/>
                <a:moveTo>
                  <a:pt x="1162050" y="1066800"/>
                </a:moveTo>
                <a:lnTo>
                  <a:pt x="1171575" y="1066800"/>
                </a:lnTo>
                <a:lnTo>
                  <a:pt x="1171575" y="1076325"/>
                </a:lnTo>
                <a:lnTo>
                  <a:pt x="1162050" y="1076325"/>
                </a:lnTo>
                <a:close/>
                <a:moveTo>
                  <a:pt x="704850" y="1076325"/>
                </a:moveTo>
                <a:lnTo>
                  <a:pt x="714375" y="1076325"/>
                </a:lnTo>
                <a:lnTo>
                  <a:pt x="714375" y="1085850"/>
                </a:lnTo>
                <a:lnTo>
                  <a:pt x="704850" y="1085850"/>
                </a:lnTo>
                <a:close/>
                <a:moveTo>
                  <a:pt x="714375" y="1085850"/>
                </a:moveTo>
                <a:lnTo>
                  <a:pt x="723900" y="1085850"/>
                </a:lnTo>
                <a:lnTo>
                  <a:pt x="723900" y="1095375"/>
                </a:lnTo>
                <a:lnTo>
                  <a:pt x="714375" y="1095375"/>
                </a:lnTo>
                <a:close/>
                <a:moveTo>
                  <a:pt x="723900" y="1095375"/>
                </a:moveTo>
                <a:lnTo>
                  <a:pt x="733425" y="1095375"/>
                </a:lnTo>
                <a:lnTo>
                  <a:pt x="733425" y="1104900"/>
                </a:lnTo>
                <a:lnTo>
                  <a:pt x="723900" y="1104900"/>
                </a:lnTo>
                <a:close/>
                <a:moveTo>
                  <a:pt x="1133475" y="1104900"/>
                </a:moveTo>
                <a:lnTo>
                  <a:pt x="1143000" y="1104900"/>
                </a:lnTo>
                <a:lnTo>
                  <a:pt x="1143000" y="1114425"/>
                </a:lnTo>
                <a:lnTo>
                  <a:pt x="1133475" y="1114425"/>
                </a:lnTo>
                <a:close/>
                <a:moveTo>
                  <a:pt x="1123950" y="1114425"/>
                </a:moveTo>
                <a:lnTo>
                  <a:pt x="1133475" y="1114425"/>
                </a:lnTo>
                <a:lnTo>
                  <a:pt x="1133475" y="1123950"/>
                </a:lnTo>
                <a:lnTo>
                  <a:pt x="1123950" y="1123950"/>
                </a:lnTo>
                <a:close/>
                <a:moveTo>
                  <a:pt x="800100" y="1123950"/>
                </a:moveTo>
                <a:lnTo>
                  <a:pt x="809625" y="1123950"/>
                </a:lnTo>
                <a:lnTo>
                  <a:pt x="809625" y="1133475"/>
                </a:lnTo>
                <a:lnTo>
                  <a:pt x="800100" y="1133475"/>
                </a:lnTo>
                <a:close/>
                <a:moveTo>
                  <a:pt x="1114425" y="1123950"/>
                </a:moveTo>
                <a:lnTo>
                  <a:pt x="1123950" y="1123950"/>
                </a:lnTo>
                <a:lnTo>
                  <a:pt x="1123950" y="1133475"/>
                </a:lnTo>
                <a:lnTo>
                  <a:pt x="1114425" y="1133475"/>
                </a:lnTo>
                <a:close/>
                <a:moveTo>
                  <a:pt x="762000" y="1133475"/>
                </a:moveTo>
                <a:lnTo>
                  <a:pt x="771525" y="1133475"/>
                </a:lnTo>
                <a:lnTo>
                  <a:pt x="771525" y="1143000"/>
                </a:lnTo>
                <a:lnTo>
                  <a:pt x="762000" y="1143000"/>
                </a:lnTo>
                <a:close/>
                <a:moveTo>
                  <a:pt x="1104900" y="1133475"/>
                </a:moveTo>
                <a:lnTo>
                  <a:pt x="1114425" y="1133475"/>
                </a:lnTo>
                <a:lnTo>
                  <a:pt x="1114425" y="1143000"/>
                </a:lnTo>
                <a:lnTo>
                  <a:pt x="1104900" y="1143000"/>
                </a:lnTo>
                <a:close/>
                <a:moveTo>
                  <a:pt x="771525" y="1143000"/>
                </a:moveTo>
                <a:lnTo>
                  <a:pt x="781050" y="1143000"/>
                </a:lnTo>
                <a:lnTo>
                  <a:pt x="781050" y="1190625"/>
                </a:lnTo>
                <a:lnTo>
                  <a:pt x="771525" y="1190625"/>
                </a:lnTo>
                <a:close/>
                <a:moveTo>
                  <a:pt x="1047750" y="1171575"/>
                </a:moveTo>
                <a:lnTo>
                  <a:pt x="1057275" y="1171575"/>
                </a:lnTo>
                <a:lnTo>
                  <a:pt x="1057275" y="1181100"/>
                </a:lnTo>
                <a:lnTo>
                  <a:pt x="1066800" y="1181100"/>
                </a:lnTo>
                <a:lnTo>
                  <a:pt x="1066800" y="1238250"/>
                </a:lnTo>
                <a:lnTo>
                  <a:pt x="1057275" y="1238250"/>
                </a:lnTo>
                <a:lnTo>
                  <a:pt x="1057275" y="1228725"/>
                </a:lnTo>
                <a:lnTo>
                  <a:pt x="1038225" y="1228725"/>
                </a:lnTo>
                <a:lnTo>
                  <a:pt x="1038225" y="1219200"/>
                </a:lnTo>
                <a:lnTo>
                  <a:pt x="1009650" y="1219200"/>
                </a:lnTo>
                <a:lnTo>
                  <a:pt x="1009650" y="1228725"/>
                </a:lnTo>
                <a:lnTo>
                  <a:pt x="942975" y="1228725"/>
                </a:lnTo>
                <a:lnTo>
                  <a:pt x="942975" y="1219200"/>
                </a:lnTo>
                <a:lnTo>
                  <a:pt x="904875" y="1219200"/>
                </a:lnTo>
                <a:lnTo>
                  <a:pt x="904875" y="1228725"/>
                </a:lnTo>
                <a:lnTo>
                  <a:pt x="857250" y="1228725"/>
                </a:lnTo>
                <a:lnTo>
                  <a:pt x="857250" y="1238250"/>
                </a:lnTo>
                <a:lnTo>
                  <a:pt x="847725" y="1238250"/>
                </a:lnTo>
                <a:lnTo>
                  <a:pt x="847725" y="1247775"/>
                </a:lnTo>
                <a:lnTo>
                  <a:pt x="819150" y="1247775"/>
                </a:lnTo>
                <a:lnTo>
                  <a:pt x="819150" y="1257300"/>
                </a:lnTo>
                <a:lnTo>
                  <a:pt x="809625" y="1257300"/>
                </a:lnTo>
                <a:lnTo>
                  <a:pt x="809625" y="1181100"/>
                </a:lnTo>
                <a:lnTo>
                  <a:pt x="847725" y="1181100"/>
                </a:lnTo>
                <a:lnTo>
                  <a:pt x="847725" y="1190625"/>
                </a:lnTo>
                <a:lnTo>
                  <a:pt x="866775" y="1190625"/>
                </a:lnTo>
                <a:lnTo>
                  <a:pt x="866775" y="1200150"/>
                </a:lnTo>
                <a:lnTo>
                  <a:pt x="1009650" y="1200150"/>
                </a:lnTo>
                <a:lnTo>
                  <a:pt x="1009650" y="1190625"/>
                </a:lnTo>
                <a:lnTo>
                  <a:pt x="1028700" y="1190625"/>
                </a:lnTo>
                <a:lnTo>
                  <a:pt x="1028700" y="1181100"/>
                </a:lnTo>
                <a:lnTo>
                  <a:pt x="1047750" y="1181100"/>
                </a:lnTo>
                <a:close/>
                <a:moveTo>
                  <a:pt x="762000" y="1190625"/>
                </a:moveTo>
                <a:lnTo>
                  <a:pt x="771525" y="1190625"/>
                </a:lnTo>
                <a:lnTo>
                  <a:pt x="771525" y="1200150"/>
                </a:lnTo>
                <a:lnTo>
                  <a:pt x="762000" y="1200150"/>
                </a:lnTo>
                <a:close/>
                <a:moveTo>
                  <a:pt x="1104900" y="1190625"/>
                </a:moveTo>
                <a:lnTo>
                  <a:pt x="1114425" y="1190625"/>
                </a:lnTo>
                <a:lnTo>
                  <a:pt x="1114425" y="1200150"/>
                </a:lnTo>
                <a:lnTo>
                  <a:pt x="1104900" y="1200150"/>
                </a:lnTo>
                <a:close/>
                <a:moveTo>
                  <a:pt x="733425" y="1209675"/>
                </a:moveTo>
                <a:lnTo>
                  <a:pt x="742950" y="1209675"/>
                </a:lnTo>
                <a:lnTo>
                  <a:pt x="742950" y="1219200"/>
                </a:lnTo>
                <a:lnTo>
                  <a:pt x="733425" y="1219200"/>
                </a:lnTo>
                <a:close/>
                <a:moveTo>
                  <a:pt x="1066800" y="1247775"/>
                </a:moveTo>
                <a:lnTo>
                  <a:pt x="1076325" y="1247775"/>
                </a:lnTo>
                <a:lnTo>
                  <a:pt x="1076325" y="1257300"/>
                </a:lnTo>
                <a:lnTo>
                  <a:pt x="1066800" y="1257300"/>
                </a:lnTo>
                <a:close/>
                <a:moveTo>
                  <a:pt x="1171575" y="1247775"/>
                </a:moveTo>
                <a:lnTo>
                  <a:pt x="1181100" y="1247775"/>
                </a:lnTo>
                <a:lnTo>
                  <a:pt x="1181100" y="1257300"/>
                </a:lnTo>
                <a:lnTo>
                  <a:pt x="1171575" y="1257300"/>
                </a:lnTo>
                <a:close/>
                <a:moveTo>
                  <a:pt x="800100" y="1257300"/>
                </a:moveTo>
                <a:lnTo>
                  <a:pt x="809625" y="1257300"/>
                </a:lnTo>
                <a:lnTo>
                  <a:pt x="809625" y="1295400"/>
                </a:lnTo>
                <a:lnTo>
                  <a:pt x="800100" y="1295400"/>
                </a:lnTo>
                <a:close/>
                <a:moveTo>
                  <a:pt x="685800" y="1266825"/>
                </a:moveTo>
                <a:lnTo>
                  <a:pt x="695325" y="1266825"/>
                </a:lnTo>
                <a:lnTo>
                  <a:pt x="695325" y="1276350"/>
                </a:lnTo>
                <a:lnTo>
                  <a:pt x="685800" y="1276350"/>
                </a:lnTo>
                <a:close/>
                <a:moveTo>
                  <a:pt x="657225" y="1295400"/>
                </a:moveTo>
                <a:lnTo>
                  <a:pt x="666750" y="1295400"/>
                </a:lnTo>
                <a:lnTo>
                  <a:pt x="666750" y="1304925"/>
                </a:lnTo>
                <a:lnTo>
                  <a:pt x="657225" y="1304925"/>
                </a:lnTo>
                <a:close/>
                <a:moveTo>
                  <a:pt x="1066800" y="1295400"/>
                </a:moveTo>
                <a:lnTo>
                  <a:pt x="1076325" y="1295400"/>
                </a:lnTo>
                <a:lnTo>
                  <a:pt x="1076325" y="1304925"/>
                </a:lnTo>
                <a:lnTo>
                  <a:pt x="1066800" y="1304925"/>
                </a:lnTo>
                <a:close/>
                <a:moveTo>
                  <a:pt x="1228725" y="1295400"/>
                </a:moveTo>
                <a:lnTo>
                  <a:pt x="1238250" y="1295400"/>
                </a:lnTo>
                <a:lnTo>
                  <a:pt x="1238250" y="1304925"/>
                </a:lnTo>
                <a:lnTo>
                  <a:pt x="1228725" y="1304925"/>
                </a:lnTo>
                <a:close/>
                <a:moveTo>
                  <a:pt x="619125" y="1304925"/>
                </a:moveTo>
                <a:lnTo>
                  <a:pt x="628650" y="1304925"/>
                </a:lnTo>
                <a:lnTo>
                  <a:pt x="628650" y="1314450"/>
                </a:lnTo>
                <a:lnTo>
                  <a:pt x="619125" y="1314450"/>
                </a:lnTo>
                <a:close/>
                <a:moveTo>
                  <a:pt x="1057275" y="1304925"/>
                </a:moveTo>
                <a:lnTo>
                  <a:pt x="1066800" y="1304925"/>
                </a:lnTo>
                <a:lnTo>
                  <a:pt x="1066800" y="1314450"/>
                </a:lnTo>
                <a:lnTo>
                  <a:pt x="1057275" y="1314450"/>
                </a:lnTo>
                <a:close/>
                <a:moveTo>
                  <a:pt x="1257300" y="1304925"/>
                </a:moveTo>
                <a:lnTo>
                  <a:pt x="1266825" y="1304925"/>
                </a:lnTo>
                <a:lnTo>
                  <a:pt x="1266825" y="1314450"/>
                </a:lnTo>
                <a:lnTo>
                  <a:pt x="1257300" y="1314450"/>
                </a:lnTo>
                <a:close/>
                <a:moveTo>
                  <a:pt x="590550" y="1314450"/>
                </a:moveTo>
                <a:lnTo>
                  <a:pt x="600075" y="1314450"/>
                </a:lnTo>
                <a:lnTo>
                  <a:pt x="600075" y="1323975"/>
                </a:lnTo>
                <a:lnTo>
                  <a:pt x="590550" y="1323975"/>
                </a:lnTo>
                <a:close/>
                <a:moveTo>
                  <a:pt x="1047750" y="1314450"/>
                </a:moveTo>
                <a:lnTo>
                  <a:pt x="1057275" y="1314450"/>
                </a:lnTo>
                <a:lnTo>
                  <a:pt x="1057275" y="1323975"/>
                </a:lnTo>
                <a:lnTo>
                  <a:pt x="1047750" y="1323975"/>
                </a:lnTo>
                <a:close/>
                <a:moveTo>
                  <a:pt x="1285875" y="1314450"/>
                </a:moveTo>
                <a:lnTo>
                  <a:pt x="1295400" y="1314450"/>
                </a:lnTo>
                <a:lnTo>
                  <a:pt x="1295400" y="1323975"/>
                </a:lnTo>
                <a:lnTo>
                  <a:pt x="1285875" y="1323975"/>
                </a:lnTo>
                <a:close/>
                <a:moveTo>
                  <a:pt x="561975" y="1323975"/>
                </a:moveTo>
                <a:lnTo>
                  <a:pt x="571500" y="1323975"/>
                </a:lnTo>
                <a:lnTo>
                  <a:pt x="571500" y="1333500"/>
                </a:lnTo>
                <a:lnTo>
                  <a:pt x="561975" y="1333500"/>
                </a:lnTo>
                <a:close/>
                <a:moveTo>
                  <a:pt x="1038225" y="1323975"/>
                </a:moveTo>
                <a:lnTo>
                  <a:pt x="1047750" y="1323975"/>
                </a:lnTo>
                <a:lnTo>
                  <a:pt x="1047750" y="1333500"/>
                </a:lnTo>
                <a:lnTo>
                  <a:pt x="1038225" y="1333500"/>
                </a:lnTo>
                <a:close/>
                <a:moveTo>
                  <a:pt x="1314450" y="1323975"/>
                </a:moveTo>
                <a:lnTo>
                  <a:pt x="1323975" y="1323975"/>
                </a:lnTo>
                <a:lnTo>
                  <a:pt x="1323975" y="1333500"/>
                </a:lnTo>
                <a:lnTo>
                  <a:pt x="1314450" y="1333500"/>
                </a:lnTo>
                <a:close/>
                <a:moveTo>
                  <a:pt x="533400" y="1333500"/>
                </a:moveTo>
                <a:lnTo>
                  <a:pt x="542925" y="1333500"/>
                </a:lnTo>
                <a:lnTo>
                  <a:pt x="542925" y="1343025"/>
                </a:lnTo>
                <a:lnTo>
                  <a:pt x="533400" y="1343025"/>
                </a:lnTo>
                <a:close/>
                <a:moveTo>
                  <a:pt x="847725" y="1333500"/>
                </a:moveTo>
                <a:lnTo>
                  <a:pt x="857250" y="1333500"/>
                </a:lnTo>
                <a:lnTo>
                  <a:pt x="857250" y="1343025"/>
                </a:lnTo>
                <a:lnTo>
                  <a:pt x="847725" y="1343025"/>
                </a:lnTo>
                <a:close/>
                <a:moveTo>
                  <a:pt x="1343025" y="1333500"/>
                </a:moveTo>
                <a:lnTo>
                  <a:pt x="1352550" y="1333500"/>
                </a:lnTo>
                <a:lnTo>
                  <a:pt x="1352550" y="1343025"/>
                </a:lnTo>
                <a:lnTo>
                  <a:pt x="1343025" y="1343025"/>
                </a:lnTo>
                <a:close/>
                <a:moveTo>
                  <a:pt x="514350" y="1343025"/>
                </a:moveTo>
                <a:lnTo>
                  <a:pt x="523875" y="1343025"/>
                </a:lnTo>
                <a:lnTo>
                  <a:pt x="523875" y="1352550"/>
                </a:lnTo>
                <a:lnTo>
                  <a:pt x="514350" y="1352550"/>
                </a:lnTo>
                <a:close/>
                <a:moveTo>
                  <a:pt x="857250" y="1343025"/>
                </a:moveTo>
                <a:lnTo>
                  <a:pt x="866775" y="1343025"/>
                </a:lnTo>
                <a:lnTo>
                  <a:pt x="866775" y="1352550"/>
                </a:lnTo>
                <a:lnTo>
                  <a:pt x="857250" y="1352550"/>
                </a:lnTo>
                <a:close/>
                <a:moveTo>
                  <a:pt x="1009650" y="1343025"/>
                </a:moveTo>
                <a:lnTo>
                  <a:pt x="1019175" y="1343025"/>
                </a:lnTo>
                <a:lnTo>
                  <a:pt x="1019175" y="1352550"/>
                </a:lnTo>
                <a:lnTo>
                  <a:pt x="1009650" y="1352550"/>
                </a:lnTo>
                <a:close/>
                <a:moveTo>
                  <a:pt x="1362075" y="1343025"/>
                </a:moveTo>
                <a:lnTo>
                  <a:pt x="1371600" y="1343025"/>
                </a:lnTo>
                <a:lnTo>
                  <a:pt x="1371600" y="1352550"/>
                </a:lnTo>
                <a:lnTo>
                  <a:pt x="1362075" y="1352550"/>
                </a:lnTo>
                <a:close/>
                <a:moveTo>
                  <a:pt x="495300" y="1352550"/>
                </a:moveTo>
                <a:lnTo>
                  <a:pt x="504825" y="1352550"/>
                </a:lnTo>
                <a:lnTo>
                  <a:pt x="504825" y="1362075"/>
                </a:lnTo>
                <a:lnTo>
                  <a:pt x="495300" y="1362075"/>
                </a:lnTo>
                <a:close/>
                <a:moveTo>
                  <a:pt x="866775" y="1352550"/>
                </a:moveTo>
                <a:lnTo>
                  <a:pt x="876300" y="1352550"/>
                </a:lnTo>
                <a:lnTo>
                  <a:pt x="876300" y="1362075"/>
                </a:lnTo>
                <a:lnTo>
                  <a:pt x="866775" y="1362075"/>
                </a:lnTo>
                <a:close/>
                <a:moveTo>
                  <a:pt x="1000125" y="1352550"/>
                </a:moveTo>
                <a:lnTo>
                  <a:pt x="1009650" y="1352550"/>
                </a:lnTo>
                <a:lnTo>
                  <a:pt x="1009650" y="1362075"/>
                </a:lnTo>
                <a:lnTo>
                  <a:pt x="1000125" y="1362075"/>
                </a:lnTo>
                <a:close/>
                <a:moveTo>
                  <a:pt x="876300" y="1362075"/>
                </a:moveTo>
                <a:lnTo>
                  <a:pt x="885825" y="1362075"/>
                </a:lnTo>
                <a:lnTo>
                  <a:pt x="885825" y="1371600"/>
                </a:lnTo>
                <a:lnTo>
                  <a:pt x="876300" y="1371600"/>
                </a:lnTo>
                <a:close/>
                <a:moveTo>
                  <a:pt x="990600" y="1362075"/>
                </a:moveTo>
                <a:lnTo>
                  <a:pt x="1000125" y="1362075"/>
                </a:lnTo>
                <a:lnTo>
                  <a:pt x="1000125" y="1371600"/>
                </a:lnTo>
                <a:lnTo>
                  <a:pt x="990600" y="1371600"/>
                </a:lnTo>
                <a:close/>
                <a:moveTo>
                  <a:pt x="885825" y="1381125"/>
                </a:moveTo>
                <a:lnTo>
                  <a:pt x="895350" y="1381125"/>
                </a:lnTo>
                <a:lnTo>
                  <a:pt x="895350" y="1390650"/>
                </a:lnTo>
                <a:lnTo>
                  <a:pt x="885825" y="1390650"/>
                </a:lnTo>
                <a:close/>
                <a:moveTo>
                  <a:pt x="981075" y="1381125"/>
                </a:moveTo>
                <a:lnTo>
                  <a:pt x="990600" y="1381125"/>
                </a:lnTo>
                <a:lnTo>
                  <a:pt x="990600" y="1390650"/>
                </a:lnTo>
                <a:lnTo>
                  <a:pt x="981075" y="1390650"/>
                </a:lnTo>
                <a:close/>
                <a:moveTo>
                  <a:pt x="1457325" y="1390650"/>
                </a:moveTo>
                <a:lnTo>
                  <a:pt x="1466850" y="1390650"/>
                </a:lnTo>
                <a:lnTo>
                  <a:pt x="1466850" y="1400175"/>
                </a:lnTo>
                <a:lnTo>
                  <a:pt x="1457325" y="1400175"/>
                </a:lnTo>
                <a:close/>
                <a:moveTo>
                  <a:pt x="400050" y="1400175"/>
                </a:moveTo>
                <a:lnTo>
                  <a:pt x="409575" y="1400175"/>
                </a:lnTo>
                <a:lnTo>
                  <a:pt x="409575" y="1409700"/>
                </a:lnTo>
                <a:lnTo>
                  <a:pt x="400050" y="1409700"/>
                </a:lnTo>
                <a:close/>
                <a:moveTo>
                  <a:pt x="895350" y="1409700"/>
                </a:moveTo>
                <a:lnTo>
                  <a:pt x="904875" y="1409700"/>
                </a:lnTo>
                <a:lnTo>
                  <a:pt x="904875" y="1419225"/>
                </a:lnTo>
                <a:lnTo>
                  <a:pt x="895350" y="1419225"/>
                </a:lnTo>
                <a:close/>
                <a:moveTo>
                  <a:pt x="971550" y="1409700"/>
                </a:moveTo>
                <a:lnTo>
                  <a:pt x="981075" y="1409700"/>
                </a:lnTo>
                <a:lnTo>
                  <a:pt x="981075" y="1419225"/>
                </a:lnTo>
                <a:lnTo>
                  <a:pt x="971550" y="1419225"/>
                </a:lnTo>
                <a:close/>
                <a:moveTo>
                  <a:pt x="371475" y="1419225"/>
                </a:moveTo>
                <a:lnTo>
                  <a:pt x="381000" y="1419225"/>
                </a:lnTo>
                <a:lnTo>
                  <a:pt x="381000" y="1428750"/>
                </a:lnTo>
                <a:lnTo>
                  <a:pt x="371475" y="1428750"/>
                </a:lnTo>
                <a:close/>
                <a:moveTo>
                  <a:pt x="904875" y="1428750"/>
                </a:moveTo>
                <a:lnTo>
                  <a:pt x="914400" y="1428750"/>
                </a:lnTo>
                <a:lnTo>
                  <a:pt x="914400" y="1438275"/>
                </a:lnTo>
                <a:lnTo>
                  <a:pt x="904875" y="1438275"/>
                </a:lnTo>
                <a:close/>
                <a:moveTo>
                  <a:pt x="962025" y="1428750"/>
                </a:moveTo>
                <a:lnTo>
                  <a:pt x="971550" y="1428750"/>
                </a:lnTo>
                <a:lnTo>
                  <a:pt x="971550" y="1438275"/>
                </a:lnTo>
                <a:lnTo>
                  <a:pt x="962025" y="1438275"/>
                </a:lnTo>
                <a:close/>
                <a:moveTo>
                  <a:pt x="1514475" y="1428750"/>
                </a:moveTo>
                <a:lnTo>
                  <a:pt x="1524000" y="1428750"/>
                </a:lnTo>
                <a:lnTo>
                  <a:pt x="1524000" y="1438275"/>
                </a:lnTo>
                <a:lnTo>
                  <a:pt x="1514475" y="1438275"/>
                </a:lnTo>
                <a:close/>
                <a:moveTo>
                  <a:pt x="333375" y="1447800"/>
                </a:moveTo>
                <a:lnTo>
                  <a:pt x="342900" y="1447800"/>
                </a:lnTo>
                <a:lnTo>
                  <a:pt x="342900" y="1457325"/>
                </a:lnTo>
                <a:lnTo>
                  <a:pt x="333375" y="1457325"/>
                </a:lnTo>
                <a:close/>
                <a:moveTo>
                  <a:pt x="952500" y="1447800"/>
                </a:moveTo>
                <a:lnTo>
                  <a:pt x="962025" y="1447800"/>
                </a:lnTo>
                <a:lnTo>
                  <a:pt x="962025" y="1457325"/>
                </a:lnTo>
                <a:lnTo>
                  <a:pt x="952500" y="1457325"/>
                </a:lnTo>
                <a:close/>
                <a:moveTo>
                  <a:pt x="323850" y="1457325"/>
                </a:moveTo>
                <a:lnTo>
                  <a:pt x="333375" y="1457325"/>
                </a:lnTo>
                <a:lnTo>
                  <a:pt x="333375" y="1466850"/>
                </a:lnTo>
                <a:lnTo>
                  <a:pt x="323850" y="1466850"/>
                </a:lnTo>
                <a:close/>
                <a:moveTo>
                  <a:pt x="923925" y="1457325"/>
                </a:moveTo>
                <a:lnTo>
                  <a:pt x="933450" y="1457325"/>
                </a:lnTo>
                <a:lnTo>
                  <a:pt x="933450" y="1466850"/>
                </a:lnTo>
                <a:lnTo>
                  <a:pt x="923925" y="1466850"/>
                </a:lnTo>
                <a:close/>
                <a:moveTo>
                  <a:pt x="942975" y="1457325"/>
                </a:moveTo>
                <a:lnTo>
                  <a:pt x="952500" y="1457325"/>
                </a:lnTo>
                <a:lnTo>
                  <a:pt x="952500" y="1466850"/>
                </a:lnTo>
                <a:lnTo>
                  <a:pt x="942975" y="1466850"/>
                </a:lnTo>
                <a:close/>
                <a:moveTo>
                  <a:pt x="933450" y="1466850"/>
                </a:moveTo>
                <a:lnTo>
                  <a:pt x="942975" y="1466850"/>
                </a:lnTo>
                <a:lnTo>
                  <a:pt x="942975" y="1476375"/>
                </a:lnTo>
                <a:lnTo>
                  <a:pt x="933450" y="1476375"/>
                </a:lnTo>
                <a:close/>
                <a:moveTo>
                  <a:pt x="1571625" y="1485900"/>
                </a:moveTo>
                <a:lnTo>
                  <a:pt x="1581150" y="1485900"/>
                </a:lnTo>
                <a:lnTo>
                  <a:pt x="1581150" y="1495425"/>
                </a:lnTo>
                <a:lnTo>
                  <a:pt x="1571625" y="1495425"/>
                </a:lnTo>
                <a:close/>
                <a:moveTo>
                  <a:pt x="285750" y="1504950"/>
                </a:moveTo>
                <a:lnTo>
                  <a:pt x="295275" y="1504950"/>
                </a:lnTo>
                <a:lnTo>
                  <a:pt x="295275" y="1514475"/>
                </a:lnTo>
                <a:lnTo>
                  <a:pt x="285750" y="1514475"/>
                </a:lnTo>
                <a:close/>
                <a:moveTo>
                  <a:pt x="1590675" y="1514475"/>
                </a:moveTo>
                <a:lnTo>
                  <a:pt x="1600200" y="1514475"/>
                </a:lnTo>
                <a:lnTo>
                  <a:pt x="1600200" y="1524000"/>
                </a:lnTo>
                <a:lnTo>
                  <a:pt x="1590675" y="1524000"/>
                </a:lnTo>
                <a:close/>
                <a:moveTo>
                  <a:pt x="276225" y="1524000"/>
                </a:moveTo>
                <a:lnTo>
                  <a:pt x="285750" y="1524000"/>
                </a:lnTo>
                <a:lnTo>
                  <a:pt x="285750" y="1533525"/>
                </a:lnTo>
                <a:lnTo>
                  <a:pt x="276225" y="1533525"/>
                </a:lnTo>
                <a:close/>
                <a:moveTo>
                  <a:pt x="1600200" y="1533525"/>
                </a:moveTo>
                <a:lnTo>
                  <a:pt x="1609725" y="1533525"/>
                </a:lnTo>
                <a:lnTo>
                  <a:pt x="1609725" y="1543050"/>
                </a:lnTo>
                <a:lnTo>
                  <a:pt x="1600200" y="1543050"/>
                </a:lnTo>
                <a:close/>
                <a:moveTo>
                  <a:pt x="266700" y="1543050"/>
                </a:moveTo>
                <a:lnTo>
                  <a:pt x="276225" y="1543050"/>
                </a:lnTo>
                <a:lnTo>
                  <a:pt x="276225" y="1552575"/>
                </a:lnTo>
                <a:lnTo>
                  <a:pt x="266700" y="1552575"/>
                </a:lnTo>
                <a:close/>
                <a:moveTo>
                  <a:pt x="1609725" y="1552575"/>
                </a:moveTo>
                <a:lnTo>
                  <a:pt x="1619250" y="1552575"/>
                </a:lnTo>
                <a:lnTo>
                  <a:pt x="1619250" y="1562100"/>
                </a:lnTo>
                <a:lnTo>
                  <a:pt x="1609725" y="1562100"/>
                </a:lnTo>
                <a:close/>
                <a:moveTo>
                  <a:pt x="247650" y="1590675"/>
                </a:moveTo>
                <a:lnTo>
                  <a:pt x="257175" y="1590675"/>
                </a:lnTo>
                <a:lnTo>
                  <a:pt x="257175" y="1600200"/>
                </a:lnTo>
                <a:lnTo>
                  <a:pt x="247650" y="1600200"/>
                </a:lnTo>
                <a:close/>
                <a:moveTo>
                  <a:pt x="1638300" y="1619250"/>
                </a:moveTo>
                <a:lnTo>
                  <a:pt x="1647825" y="1619250"/>
                </a:lnTo>
                <a:lnTo>
                  <a:pt x="1647825" y="1628775"/>
                </a:lnTo>
                <a:lnTo>
                  <a:pt x="1638300" y="1628775"/>
                </a:lnTo>
                <a:close/>
                <a:moveTo>
                  <a:pt x="228600" y="1638300"/>
                </a:moveTo>
                <a:lnTo>
                  <a:pt x="238125" y="1638300"/>
                </a:lnTo>
                <a:lnTo>
                  <a:pt x="238125" y="1647825"/>
                </a:lnTo>
                <a:lnTo>
                  <a:pt x="228600" y="1647825"/>
                </a:lnTo>
                <a:close/>
                <a:moveTo>
                  <a:pt x="1647825" y="1647825"/>
                </a:moveTo>
                <a:lnTo>
                  <a:pt x="1657350" y="1647825"/>
                </a:lnTo>
                <a:lnTo>
                  <a:pt x="1657350" y="1657350"/>
                </a:lnTo>
                <a:lnTo>
                  <a:pt x="1647825" y="1657350"/>
                </a:lnTo>
                <a:close/>
              </a:path>
            </a:pathLst>
          </a:custGeom>
          <a:solidFill xmlns:a="http://schemas.openxmlformats.org/drawingml/2006/main">
            <a:srgbClr val="F4D2C1"/>
          </a:solidFill>
          <a:ln xmlns:a="http://schemas.openxmlformats.org/drawingml/2006/main" w="0">
            <a:noFill/>
          </a:ln>
        </p:spPr>
      </p:sp>
      <p:sp>
        <p:nvSpPr>
          <p:cNvPr id="63" name="juan vector #dfc5bb">
            <a:extLst xmlns:a="http://schemas.openxmlformats.org/drawingml/2006/main">
              <a:ext uri="{FF2B5EF4-FFF2-40B4-BE49-F238E27FC236}">
                <a16:creationId xmlns:a16="http://schemas.microsoft.com/office/drawing/2014/main" id="{25509E5E-E5DE-4C23-84AC-9AA5165934A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48900" y="2552700"/>
            <a:ext cx="2085975" cy="2085975"/>
          </a:xfrm>
          <a:custGeom xmlns:a="http://schemas.openxmlformats.org/drawingml/2006/main">
            <a:pathLst>
              <a:path w="2085975" h="2085975">
                <a:moveTo>
                  <a:pt x="447675" y="57150"/>
                </a:moveTo>
                <a:lnTo>
                  <a:pt x="457200" y="57150"/>
                </a:lnTo>
                <a:lnTo>
                  <a:pt x="457200" y="66675"/>
                </a:lnTo>
                <a:lnTo>
                  <a:pt x="447675" y="66675"/>
                </a:lnTo>
                <a:close/>
                <a:moveTo>
                  <a:pt x="1419225" y="57150"/>
                </a:moveTo>
                <a:lnTo>
                  <a:pt x="1428750" y="57150"/>
                </a:lnTo>
                <a:lnTo>
                  <a:pt x="1428750" y="66675"/>
                </a:lnTo>
                <a:lnTo>
                  <a:pt x="1419225" y="66675"/>
                </a:lnTo>
                <a:close/>
                <a:moveTo>
                  <a:pt x="1438275" y="76200"/>
                </a:moveTo>
                <a:lnTo>
                  <a:pt x="1447800" y="76200"/>
                </a:lnTo>
                <a:lnTo>
                  <a:pt x="1447800" y="85725"/>
                </a:lnTo>
                <a:lnTo>
                  <a:pt x="1438275" y="85725"/>
                </a:lnTo>
                <a:close/>
                <a:moveTo>
                  <a:pt x="438150" y="85725"/>
                </a:moveTo>
                <a:lnTo>
                  <a:pt x="447675" y="85725"/>
                </a:lnTo>
                <a:lnTo>
                  <a:pt x="447675" y="95250"/>
                </a:lnTo>
                <a:lnTo>
                  <a:pt x="438150" y="95250"/>
                </a:lnTo>
                <a:close/>
                <a:moveTo>
                  <a:pt x="476250" y="95250"/>
                </a:moveTo>
                <a:lnTo>
                  <a:pt x="485775" y="95250"/>
                </a:lnTo>
                <a:lnTo>
                  <a:pt x="485775" y="104775"/>
                </a:lnTo>
                <a:lnTo>
                  <a:pt x="476250" y="104775"/>
                </a:lnTo>
                <a:close/>
                <a:moveTo>
                  <a:pt x="1419225" y="104775"/>
                </a:moveTo>
                <a:lnTo>
                  <a:pt x="1428750" y="104775"/>
                </a:lnTo>
                <a:lnTo>
                  <a:pt x="1428750" y="114300"/>
                </a:lnTo>
                <a:lnTo>
                  <a:pt x="1419225" y="114300"/>
                </a:lnTo>
                <a:close/>
                <a:moveTo>
                  <a:pt x="457200" y="114300"/>
                </a:moveTo>
                <a:lnTo>
                  <a:pt x="466725" y="114300"/>
                </a:lnTo>
                <a:lnTo>
                  <a:pt x="466725" y="123825"/>
                </a:lnTo>
                <a:lnTo>
                  <a:pt x="457200" y="123825"/>
                </a:lnTo>
                <a:close/>
                <a:moveTo>
                  <a:pt x="1381125" y="114300"/>
                </a:moveTo>
                <a:lnTo>
                  <a:pt x="1390650" y="114300"/>
                </a:lnTo>
                <a:lnTo>
                  <a:pt x="1390650" y="123825"/>
                </a:lnTo>
                <a:lnTo>
                  <a:pt x="1381125" y="123825"/>
                </a:lnTo>
                <a:close/>
                <a:moveTo>
                  <a:pt x="1409700" y="114300"/>
                </a:moveTo>
                <a:lnTo>
                  <a:pt x="1419225" y="114300"/>
                </a:lnTo>
                <a:lnTo>
                  <a:pt x="1419225" y="123825"/>
                </a:lnTo>
                <a:lnTo>
                  <a:pt x="1409700" y="123825"/>
                </a:lnTo>
                <a:close/>
                <a:moveTo>
                  <a:pt x="1400175" y="133350"/>
                </a:moveTo>
                <a:lnTo>
                  <a:pt x="1409700" y="133350"/>
                </a:lnTo>
                <a:lnTo>
                  <a:pt x="1409700" y="142875"/>
                </a:lnTo>
                <a:lnTo>
                  <a:pt x="1400175" y="142875"/>
                </a:lnTo>
                <a:close/>
                <a:moveTo>
                  <a:pt x="1733550" y="133350"/>
                </a:moveTo>
                <a:lnTo>
                  <a:pt x="1752600" y="133350"/>
                </a:lnTo>
                <a:lnTo>
                  <a:pt x="1752600" y="142875"/>
                </a:lnTo>
                <a:lnTo>
                  <a:pt x="1733550" y="142875"/>
                </a:lnTo>
                <a:close/>
                <a:moveTo>
                  <a:pt x="504825" y="142875"/>
                </a:moveTo>
                <a:lnTo>
                  <a:pt x="514350" y="142875"/>
                </a:lnTo>
                <a:lnTo>
                  <a:pt x="514350" y="152400"/>
                </a:lnTo>
                <a:lnTo>
                  <a:pt x="504825" y="152400"/>
                </a:lnTo>
                <a:close/>
                <a:moveTo>
                  <a:pt x="1704975" y="142875"/>
                </a:moveTo>
                <a:lnTo>
                  <a:pt x="1714500" y="142875"/>
                </a:lnTo>
                <a:lnTo>
                  <a:pt x="1714500" y="152400"/>
                </a:lnTo>
                <a:lnTo>
                  <a:pt x="1704975" y="152400"/>
                </a:lnTo>
                <a:close/>
                <a:moveTo>
                  <a:pt x="1771650" y="142875"/>
                </a:moveTo>
                <a:lnTo>
                  <a:pt x="1781175" y="142875"/>
                </a:lnTo>
                <a:lnTo>
                  <a:pt x="1781175" y="152400"/>
                </a:lnTo>
                <a:lnTo>
                  <a:pt x="1771650" y="152400"/>
                </a:lnTo>
                <a:close/>
                <a:moveTo>
                  <a:pt x="1695450" y="152400"/>
                </a:moveTo>
                <a:lnTo>
                  <a:pt x="1704975" y="152400"/>
                </a:lnTo>
                <a:lnTo>
                  <a:pt x="1704975" y="161925"/>
                </a:lnTo>
                <a:lnTo>
                  <a:pt x="1695450" y="161925"/>
                </a:lnTo>
                <a:close/>
                <a:moveTo>
                  <a:pt x="1781175" y="152400"/>
                </a:moveTo>
                <a:lnTo>
                  <a:pt x="1790700" y="152400"/>
                </a:lnTo>
                <a:lnTo>
                  <a:pt x="1790700" y="161925"/>
                </a:lnTo>
                <a:lnTo>
                  <a:pt x="1781175" y="161925"/>
                </a:lnTo>
                <a:close/>
                <a:moveTo>
                  <a:pt x="1962150" y="161925"/>
                </a:moveTo>
                <a:lnTo>
                  <a:pt x="1971675" y="161925"/>
                </a:lnTo>
                <a:lnTo>
                  <a:pt x="1971675" y="171450"/>
                </a:lnTo>
                <a:lnTo>
                  <a:pt x="1962150" y="171450"/>
                </a:lnTo>
                <a:close/>
                <a:moveTo>
                  <a:pt x="104775" y="171450"/>
                </a:moveTo>
                <a:lnTo>
                  <a:pt x="133350" y="171450"/>
                </a:lnTo>
                <a:lnTo>
                  <a:pt x="133350" y="180975"/>
                </a:lnTo>
                <a:lnTo>
                  <a:pt x="104775" y="180975"/>
                </a:lnTo>
                <a:close/>
                <a:moveTo>
                  <a:pt x="209550" y="171450"/>
                </a:moveTo>
                <a:lnTo>
                  <a:pt x="238125" y="171450"/>
                </a:lnTo>
                <a:lnTo>
                  <a:pt x="238125" y="180975"/>
                </a:lnTo>
                <a:lnTo>
                  <a:pt x="209550" y="180975"/>
                </a:lnTo>
                <a:close/>
                <a:moveTo>
                  <a:pt x="485775" y="171450"/>
                </a:moveTo>
                <a:lnTo>
                  <a:pt x="495300" y="171450"/>
                </a:lnTo>
                <a:lnTo>
                  <a:pt x="495300" y="180975"/>
                </a:lnTo>
                <a:lnTo>
                  <a:pt x="485775" y="180975"/>
                </a:lnTo>
                <a:close/>
                <a:moveTo>
                  <a:pt x="1352550" y="171450"/>
                </a:moveTo>
                <a:lnTo>
                  <a:pt x="1362075" y="171450"/>
                </a:lnTo>
                <a:lnTo>
                  <a:pt x="1362075" y="180975"/>
                </a:lnTo>
                <a:lnTo>
                  <a:pt x="1352550" y="180975"/>
                </a:lnTo>
                <a:close/>
                <a:moveTo>
                  <a:pt x="1381125" y="171450"/>
                </a:moveTo>
                <a:lnTo>
                  <a:pt x="1390650" y="171450"/>
                </a:lnTo>
                <a:lnTo>
                  <a:pt x="1390650" y="180975"/>
                </a:lnTo>
                <a:lnTo>
                  <a:pt x="1381125" y="180975"/>
                </a:lnTo>
                <a:close/>
                <a:moveTo>
                  <a:pt x="2057400" y="171450"/>
                </a:moveTo>
                <a:lnTo>
                  <a:pt x="2085975" y="171450"/>
                </a:lnTo>
                <a:lnTo>
                  <a:pt x="2085975" y="180975"/>
                </a:lnTo>
                <a:lnTo>
                  <a:pt x="2057400" y="180975"/>
                </a:lnTo>
                <a:close/>
                <a:moveTo>
                  <a:pt x="142875" y="180975"/>
                </a:moveTo>
                <a:lnTo>
                  <a:pt x="152400" y="180975"/>
                </a:lnTo>
                <a:lnTo>
                  <a:pt x="152400" y="190500"/>
                </a:lnTo>
                <a:lnTo>
                  <a:pt x="142875" y="190500"/>
                </a:lnTo>
                <a:close/>
                <a:moveTo>
                  <a:pt x="190500" y="180975"/>
                </a:moveTo>
                <a:lnTo>
                  <a:pt x="200025" y="180975"/>
                </a:lnTo>
                <a:lnTo>
                  <a:pt x="200025" y="190500"/>
                </a:lnTo>
                <a:lnTo>
                  <a:pt x="190500" y="190500"/>
                </a:lnTo>
                <a:close/>
                <a:moveTo>
                  <a:pt x="1809750" y="180975"/>
                </a:moveTo>
                <a:lnTo>
                  <a:pt x="1828800" y="180975"/>
                </a:lnTo>
                <a:lnTo>
                  <a:pt x="1828800" y="190500"/>
                </a:lnTo>
                <a:lnTo>
                  <a:pt x="1809750" y="190500"/>
                </a:lnTo>
                <a:close/>
                <a:moveTo>
                  <a:pt x="1981200" y="180975"/>
                </a:moveTo>
                <a:lnTo>
                  <a:pt x="1990725" y="180975"/>
                </a:lnTo>
                <a:lnTo>
                  <a:pt x="1990725" y="190500"/>
                </a:lnTo>
                <a:lnTo>
                  <a:pt x="1981200" y="190500"/>
                </a:lnTo>
                <a:close/>
                <a:moveTo>
                  <a:pt x="2028825" y="180975"/>
                </a:moveTo>
                <a:lnTo>
                  <a:pt x="2038350" y="180975"/>
                </a:lnTo>
                <a:lnTo>
                  <a:pt x="2038350" y="190500"/>
                </a:lnTo>
                <a:lnTo>
                  <a:pt x="2028825" y="190500"/>
                </a:lnTo>
                <a:close/>
                <a:moveTo>
                  <a:pt x="180975" y="190500"/>
                </a:moveTo>
                <a:lnTo>
                  <a:pt x="190500" y="190500"/>
                </a:lnTo>
                <a:lnTo>
                  <a:pt x="190500" y="200025"/>
                </a:lnTo>
                <a:lnTo>
                  <a:pt x="180975" y="200025"/>
                </a:lnTo>
                <a:close/>
                <a:moveTo>
                  <a:pt x="495300" y="190500"/>
                </a:moveTo>
                <a:lnTo>
                  <a:pt x="504825" y="190500"/>
                </a:lnTo>
                <a:lnTo>
                  <a:pt x="504825" y="200025"/>
                </a:lnTo>
                <a:lnTo>
                  <a:pt x="495300" y="200025"/>
                </a:lnTo>
                <a:close/>
                <a:moveTo>
                  <a:pt x="523875" y="190500"/>
                </a:moveTo>
                <a:lnTo>
                  <a:pt x="533400" y="190500"/>
                </a:lnTo>
                <a:lnTo>
                  <a:pt x="533400" y="200025"/>
                </a:lnTo>
                <a:lnTo>
                  <a:pt x="523875" y="200025"/>
                </a:lnTo>
                <a:close/>
                <a:moveTo>
                  <a:pt x="1371600" y="190500"/>
                </a:moveTo>
                <a:lnTo>
                  <a:pt x="1381125" y="190500"/>
                </a:lnTo>
                <a:lnTo>
                  <a:pt x="1381125" y="200025"/>
                </a:lnTo>
                <a:lnTo>
                  <a:pt x="1371600" y="200025"/>
                </a:lnTo>
                <a:close/>
                <a:moveTo>
                  <a:pt x="1924050" y="190500"/>
                </a:moveTo>
                <a:lnTo>
                  <a:pt x="1933575" y="190500"/>
                </a:lnTo>
                <a:lnTo>
                  <a:pt x="1933575" y="200025"/>
                </a:lnTo>
                <a:lnTo>
                  <a:pt x="1943100" y="200025"/>
                </a:lnTo>
                <a:lnTo>
                  <a:pt x="1943100" y="190500"/>
                </a:lnTo>
                <a:lnTo>
                  <a:pt x="1971675" y="190500"/>
                </a:lnTo>
                <a:lnTo>
                  <a:pt x="1971675" y="200025"/>
                </a:lnTo>
                <a:lnTo>
                  <a:pt x="1943100" y="200025"/>
                </a:lnTo>
                <a:lnTo>
                  <a:pt x="1943100" y="209550"/>
                </a:lnTo>
                <a:lnTo>
                  <a:pt x="1924050" y="209550"/>
                </a:lnTo>
                <a:close/>
                <a:moveTo>
                  <a:pt x="1990725" y="190500"/>
                </a:moveTo>
                <a:lnTo>
                  <a:pt x="2000250" y="190500"/>
                </a:lnTo>
                <a:lnTo>
                  <a:pt x="2000250" y="200025"/>
                </a:lnTo>
                <a:lnTo>
                  <a:pt x="1990725" y="200025"/>
                </a:lnTo>
                <a:close/>
                <a:moveTo>
                  <a:pt x="76200" y="200025"/>
                </a:moveTo>
                <a:lnTo>
                  <a:pt x="85725" y="200025"/>
                </a:lnTo>
                <a:lnTo>
                  <a:pt x="85725" y="219075"/>
                </a:lnTo>
                <a:lnTo>
                  <a:pt x="76200" y="219075"/>
                </a:lnTo>
                <a:close/>
                <a:moveTo>
                  <a:pt x="1638300" y="200025"/>
                </a:moveTo>
                <a:lnTo>
                  <a:pt x="1647825" y="200025"/>
                </a:lnTo>
                <a:lnTo>
                  <a:pt x="1647825" y="219075"/>
                </a:lnTo>
                <a:lnTo>
                  <a:pt x="1628775" y="219075"/>
                </a:lnTo>
                <a:lnTo>
                  <a:pt x="1628775" y="209550"/>
                </a:lnTo>
                <a:lnTo>
                  <a:pt x="1638300" y="209550"/>
                </a:lnTo>
                <a:close/>
                <a:moveTo>
                  <a:pt x="1971675" y="200025"/>
                </a:moveTo>
                <a:lnTo>
                  <a:pt x="1981200" y="200025"/>
                </a:lnTo>
                <a:lnTo>
                  <a:pt x="1981200" y="209550"/>
                </a:lnTo>
                <a:lnTo>
                  <a:pt x="1971675" y="209550"/>
                </a:lnTo>
                <a:close/>
                <a:moveTo>
                  <a:pt x="171450" y="209550"/>
                </a:moveTo>
                <a:lnTo>
                  <a:pt x="180975" y="209550"/>
                </a:lnTo>
                <a:lnTo>
                  <a:pt x="180975" y="247650"/>
                </a:lnTo>
                <a:lnTo>
                  <a:pt x="171450" y="247650"/>
                </a:lnTo>
                <a:close/>
                <a:moveTo>
                  <a:pt x="123825" y="219075"/>
                </a:moveTo>
                <a:lnTo>
                  <a:pt x="133350" y="219075"/>
                </a:lnTo>
                <a:lnTo>
                  <a:pt x="133350" y="228600"/>
                </a:lnTo>
                <a:lnTo>
                  <a:pt x="123825" y="228600"/>
                </a:lnTo>
                <a:close/>
                <a:moveTo>
                  <a:pt x="504825" y="219075"/>
                </a:moveTo>
                <a:lnTo>
                  <a:pt x="514350" y="219075"/>
                </a:lnTo>
                <a:lnTo>
                  <a:pt x="514350" y="228600"/>
                </a:lnTo>
                <a:lnTo>
                  <a:pt x="504825" y="228600"/>
                </a:lnTo>
                <a:close/>
                <a:moveTo>
                  <a:pt x="1362075" y="219075"/>
                </a:moveTo>
                <a:lnTo>
                  <a:pt x="1371600" y="219075"/>
                </a:lnTo>
                <a:lnTo>
                  <a:pt x="1371600" y="238125"/>
                </a:lnTo>
                <a:lnTo>
                  <a:pt x="1362075" y="238125"/>
                </a:lnTo>
                <a:close/>
                <a:moveTo>
                  <a:pt x="1933575" y="219075"/>
                </a:moveTo>
                <a:lnTo>
                  <a:pt x="1943100" y="219075"/>
                </a:lnTo>
                <a:lnTo>
                  <a:pt x="1943100" y="228600"/>
                </a:lnTo>
                <a:lnTo>
                  <a:pt x="1933575" y="228600"/>
                </a:lnTo>
                <a:close/>
                <a:moveTo>
                  <a:pt x="533400" y="228600"/>
                </a:moveTo>
                <a:lnTo>
                  <a:pt x="542925" y="228600"/>
                </a:lnTo>
                <a:lnTo>
                  <a:pt x="542925" y="238125"/>
                </a:lnTo>
                <a:lnTo>
                  <a:pt x="533400" y="238125"/>
                </a:lnTo>
                <a:close/>
                <a:moveTo>
                  <a:pt x="1333500" y="228600"/>
                </a:moveTo>
                <a:lnTo>
                  <a:pt x="1343025" y="228600"/>
                </a:lnTo>
                <a:lnTo>
                  <a:pt x="1343025" y="238125"/>
                </a:lnTo>
                <a:lnTo>
                  <a:pt x="1333500" y="238125"/>
                </a:lnTo>
                <a:close/>
                <a:moveTo>
                  <a:pt x="1619250" y="228600"/>
                </a:moveTo>
                <a:lnTo>
                  <a:pt x="1628775" y="228600"/>
                </a:lnTo>
                <a:lnTo>
                  <a:pt x="1628775" y="238125"/>
                </a:lnTo>
                <a:lnTo>
                  <a:pt x="1619250" y="238125"/>
                </a:lnTo>
                <a:close/>
                <a:moveTo>
                  <a:pt x="1704975" y="228600"/>
                </a:moveTo>
                <a:lnTo>
                  <a:pt x="1714500" y="228600"/>
                </a:lnTo>
                <a:lnTo>
                  <a:pt x="1714500" y="238125"/>
                </a:lnTo>
                <a:lnTo>
                  <a:pt x="1704975" y="238125"/>
                </a:lnTo>
                <a:close/>
                <a:moveTo>
                  <a:pt x="247650" y="238125"/>
                </a:moveTo>
                <a:lnTo>
                  <a:pt x="257175" y="238125"/>
                </a:lnTo>
                <a:lnTo>
                  <a:pt x="257175" y="257175"/>
                </a:lnTo>
                <a:lnTo>
                  <a:pt x="247650" y="257175"/>
                </a:lnTo>
                <a:close/>
                <a:moveTo>
                  <a:pt x="1609725" y="238125"/>
                </a:moveTo>
                <a:lnTo>
                  <a:pt x="1619250" y="238125"/>
                </a:lnTo>
                <a:lnTo>
                  <a:pt x="1619250" y="247650"/>
                </a:lnTo>
                <a:lnTo>
                  <a:pt x="1609725" y="247650"/>
                </a:lnTo>
                <a:close/>
                <a:moveTo>
                  <a:pt x="1600200" y="247650"/>
                </a:moveTo>
                <a:lnTo>
                  <a:pt x="1609725" y="247650"/>
                </a:lnTo>
                <a:lnTo>
                  <a:pt x="1609725" y="257175"/>
                </a:lnTo>
                <a:lnTo>
                  <a:pt x="1600200" y="257175"/>
                </a:lnTo>
                <a:close/>
                <a:moveTo>
                  <a:pt x="1685925" y="247650"/>
                </a:moveTo>
                <a:lnTo>
                  <a:pt x="1695450" y="247650"/>
                </a:lnTo>
                <a:lnTo>
                  <a:pt x="1695450" y="257175"/>
                </a:lnTo>
                <a:lnTo>
                  <a:pt x="1685925" y="257175"/>
                </a:lnTo>
                <a:close/>
                <a:moveTo>
                  <a:pt x="1866900" y="247650"/>
                </a:moveTo>
                <a:lnTo>
                  <a:pt x="1876425" y="247650"/>
                </a:lnTo>
                <a:lnTo>
                  <a:pt x="1876425" y="257175"/>
                </a:lnTo>
                <a:lnTo>
                  <a:pt x="1866900" y="257175"/>
                </a:lnTo>
                <a:close/>
                <a:moveTo>
                  <a:pt x="1933575" y="247650"/>
                </a:moveTo>
                <a:lnTo>
                  <a:pt x="1943100" y="247650"/>
                </a:lnTo>
                <a:lnTo>
                  <a:pt x="1943100" y="257175"/>
                </a:lnTo>
                <a:lnTo>
                  <a:pt x="1933575" y="257175"/>
                </a:lnTo>
                <a:close/>
                <a:moveTo>
                  <a:pt x="1971675" y="247650"/>
                </a:moveTo>
                <a:lnTo>
                  <a:pt x="1981200" y="247650"/>
                </a:lnTo>
                <a:lnTo>
                  <a:pt x="1981200" y="257175"/>
                </a:lnTo>
                <a:lnTo>
                  <a:pt x="1971675" y="257175"/>
                </a:lnTo>
                <a:close/>
                <a:moveTo>
                  <a:pt x="9525" y="257175"/>
                </a:moveTo>
                <a:lnTo>
                  <a:pt x="19050" y="257175"/>
                </a:lnTo>
                <a:lnTo>
                  <a:pt x="19050" y="266700"/>
                </a:lnTo>
                <a:lnTo>
                  <a:pt x="9525" y="266700"/>
                </a:lnTo>
                <a:close/>
                <a:moveTo>
                  <a:pt x="257175" y="257175"/>
                </a:moveTo>
                <a:lnTo>
                  <a:pt x="266700" y="257175"/>
                </a:lnTo>
                <a:lnTo>
                  <a:pt x="266700" y="266700"/>
                </a:lnTo>
                <a:lnTo>
                  <a:pt x="257175" y="266700"/>
                </a:lnTo>
                <a:close/>
                <a:moveTo>
                  <a:pt x="514350" y="257175"/>
                </a:moveTo>
                <a:lnTo>
                  <a:pt x="523875" y="257175"/>
                </a:lnTo>
                <a:lnTo>
                  <a:pt x="523875" y="285750"/>
                </a:lnTo>
                <a:lnTo>
                  <a:pt x="514350" y="285750"/>
                </a:lnTo>
                <a:close/>
                <a:moveTo>
                  <a:pt x="1590675" y="257175"/>
                </a:moveTo>
                <a:lnTo>
                  <a:pt x="1600200" y="257175"/>
                </a:lnTo>
                <a:lnTo>
                  <a:pt x="1600200" y="266700"/>
                </a:lnTo>
                <a:lnTo>
                  <a:pt x="1590675" y="266700"/>
                </a:lnTo>
                <a:close/>
                <a:moveTo>
                  <a:pt x="1752600" y="257175"/>
                </a:moveTo>
                <a:lnTo>
                  <a:pt x="1762125" y="257175"/>
                </a:lnTo>
                <a:lnTo>
                  <a:pt x="1762125" y="266700"/>
                </a:lnTo>
                <a:lnTo>
                  <a:pt x="1752600" y="266700"/>
                </a:lnTo>
                <a:close/>
                <a:moveTo>
                  <a:pt x="1857375" y="257175"/>
                </a:moveTo>
                <a:lnTo>
                  <a:pt x="1866900" y="257175"/>
                </a:lnTo>
                <a:lnTo>
                  <a:pt x="1866900" y="266700"/>
                </a:lnTo>
                <a:lnTo>
                  <a:pt x="1857375" y="266700"/>
                </a:lnTo>
                <a:close/>
                <a:moveTo>
                  <a:pt x="1962150" y="257175"/>
                </a:moveTo>
                <a:lnTo>
                  <a:pt x="1971675" y="257175"/>
                </a:lnTo>
                <a:lnTo>
                  <a:pt x="1971675" y="266700"/>
                </a:lnTo>
                <a:lnTo>
                  <a:pt x="1962150" y="266700"/>
                </a:lnTo>
                <a:close/>
                <a:moveTo>
                  <a:pt x="1352550" y="266700"/>
                </a:moveTo>
                <a:lnTo>
                  <a:pt x="1362075" y="266700"/>
                </a:lnTo>
                <a:lnTo>
                  <a:pt x="1362075" y="285750"/>
                </a:lnTo>
                <a:lnTo>
                  <a:pt x="1352550" y="285750"/>
                </a:lnTo>
                <a:close/>
                <a:moveTo>
                  <a:pt x="1809750" y="266700"/>
                </a:moveTo>
                <a:lnTo>
                  <a:pt x="1819275" y="266700"/>
                </a:lnTo>
                <a:lnTo>
                  <a:pt x="1819275" y="276225"/>
                </a:lnTo>
                <a:lnTo>
                  <a:pt x="1809750" y="276225"/>
                </a:lnTo>
                <a:close/>
                <a:moveTo>
                  <a:pt x="542925" y="276225"/>
                </a:moveTo>
                <a:lnTo>
                  <a:pt x="552450" y="276225"/>
                </a:lnTo>
                <a:lnTo>
                  <a:pt x="552450" y="295275"/>
                </a:lnTo>
                <a:lnTo>
                  <a:pt x="542925" y="295275"/>
                </a:lnTo>
                <a:close/>
                <a:moveTo>
                  <a:pt x="1323975" y="276225"/>
                </a:moveTo>
                <a:lnTo>
                  <a:pt x="1333500" y="276225"/>
                </a:lnTo>
                <a:lnTo>
                  <a:pt x="1333500" y="295275"/>
                </a:lnTo>
                <a:lnTo>
                  <a:pt x="1323975" y="295275"/>
                </a:lnTo>
                <a:close/>
                <a:moveTo>
                  <a:pt x="1819275" y="276225"/>
                </a:moveTo>
                <a:lnTo>
                  <a:pt x="1828800" y="276225"/>
                </a:lnTo>
                <a:lnTo>
                  <a:pt x="1828800" y="285750"/>
                </a:lnTo>
                <a:lnTo>
                  <a:pt x="1819275" y="285750"/>
                </a:lnTo>
                <a:close/>
                <a:moveTo>
                  <a:pt x="1971675" y="276225"/>
                </a:moveTo>
                <a:lnTo>
                  <a:pt x="1990725" y="276225"/>
                </a:lnTo>
                <a:lnTo>
                  <a:pt x="1990725" y="285750"/>
                </a:lnTo>
                <a:lnTo>
                  <a:pt x="1971675" y="285750"/>
                </a:lnTo>
                <a:close/>
                <a:moveTo>
                  <a:pt x="895350" y="295275"/>
                </a:moveTo>
                <a:lnTo>
                  <a:pt x="904875" y="295275"/>
                </a:lnTo>
                <a:lnTo>
                  <a:pt x="904875" y="304800"/>
                </a:lnTo>
                <a:lnTo>
                  <a:pt x="895350" y="304800"/>
                </a:lnTo>
                <a:close/>
                <a:moveTo>
                  <a:pt x="1028700" y="295275"/>
                </a:moveTo>
                <a:lnTo>
                  <a:pt x="1038225" y="295275"/>
                </a:lnTo>
                <a:lnTo>
                  <a:pt x="1038225" y="304800"/>
                </a:lnTo>
                <a:lnTo>
                  <a:pt x="1028700" y="304800"/>
                </a:lnTo>
                <a:close/>
                <a:moveTo>
                  <a:pt x="866775" y="304800"/>
                </a:moveTo>
                <a:lnTo>
                  <a:pt x="876300" y="304800"/>
                </a:lnTo>
                <a:lnTo>
                  <a:pt x="876300" y="314325"/>
                </a:lnTo>
                <a:lnTo>
                  <a:pt x="866775" y="314325"/>
                </a:lnTo>
                <a:close/>
                <a:moveTo>
                  <a:pt x="733425" y="333375"/>
                </a:moveTo>
                <a:lnTo>
                  <a:pt x="762000" y="333375"/>
                </a:lnTo>
                <a:lnTo>
                  <a:pt x="762000" y="342900"/>
                </a:lnTo>
                <a:lnTo>
                  <a:pt x="733425" y="342900"/>
                </a:lnTo>
                <a:close/>
                <a:moveTo>
                  <a:pt x="1104900" y="333375"/>
                </a:moveTo>
                <a:lnTo>
                  <a:pt x="1114425" y="333375"/>
                </a:lnTo>
                <a:lnTo>
                  <a:pt x="1114425" y="342900"/>
                </a:lnTo>
                <a:lnTo>
                  <a:pt x="1104900" y="342900"/>
                </a:lnTo>
                <a:close/>
                <a:moveTo>
                  <a:pt x="714375" y="342900"/>
                </a:moveTo>
                <a:lnTo>
                  <a:pt x="723900" y="342900"/>
                </a:lnTo>
                <a:lnTo>
                  <a:pt x="723900" y="352425"/>
                </a:lnTo>
                <a:lnTo>
                  <a:pt x="714375" y="352425"/>
                </a:lnTo>
                <a:close/>
                <a:moveTo>
                  <a:pt x="542925" y="352425"/>
                </a:moveTo>
                <a:lnTo>
                  <a:pt x="552450" y="352425"/>
                </a:lnTo>
                <a:lnTo>
                  <a:pt x="552450" y="381000"/>
                </a:lnTo>
                <a:lnTo>
                  <a:pt x="542925" y="381000"/>
                </a:lnTo>
                <a:close/>
                <a:moveTo>
                  <a:pt x="704850" y="352425"/>
                </a:moveTo>
                <a:lnTo>
                  <a:pt x="714375" y="352425"/>
                </a:lnTo>
                <a:lnTo>
                  <a:pt x="714375" y="361950"/>
                </a:lnTo>
                <a:lnTo>
                  <a:pt x="704850" y="361950"/>
                </a:lnTo>
                <a:close/>
                <a:moveTo>
                  <a:pt x="209550" y="361950"/>
                </a:moveTo>
                <a:lnTo>
                  <a:pt x="228600" y="361950"/>
                </a:lnTo>
                <a:lnTo>
                  <a:pt x="228600" y="371475"/>
                </a:lnTo>
                <a:lnTo>
                  <a:pt x="209550" y="371475"/>
                </a:lnTo>
                <a:close/>
                <a:moveTo>
                  <a:pt x="514350" y="361950"/>
                </a:moveTo>
                <a:lnTo>
                  <a:pt x="523875" y="361950"/>
                </a:lnTo>
                <a:lnTo>
                  <a:pt x="523875" y="390525"/>
                </a:lnTo>
                <a:lnTo>
                  <a:pt x="514350" y="390525"/>
                </a:lnTo>
                <a:close/>
                <a:moveTo>
                  <a:pt x="1323975" y="371475"/>
                </a:moveTo>
                <a:lnTo>
                  <a:pt x="1333500" y="371475"/>
                </a:lnTo>
                <a:lnTo>
                  <a:pt x="1333500" y="390525"/>
                </a:lnTo>
                <a:lnTo>
                  <a:pt x="1323975" y="390525"/>
                </a:lnTo>
                <a:close/>
                <a:moveTo>
                  <a:pt x="1352550" y="371475"/>
                </a:moveTo>
                <a:lnTo>
                  <a:pt x="1362075" y="371475"/>
                </a:lnTo>
                <a:lnTo>
                  <a:pt x="1362075" y="390525"/>
                </a:lnTo>
                <a:lnTo>
                  <a:pt x="1352550" y="390525"/>
                </a:lnTo>
                <a:close/>
                <a:moveTo>
                  <a:pt x="114300" y="381000"/>
                </a:moveTo>
                <a:lnTo>
                  <a:pt x="123825" y="381000"/>
                </a:lnTo>
                <a:lnTo>
                  <a:pt x="123825" y="400050"/>
                </a:lnTo>
                <a:lnTo>
                  <a:pt x="104775" y="400050"/>
                </a:lnTo>
                <a:lnTo>
                  <a:pt x="104775" y="390525"/>
                </a:lnTo>
                <a:lnTo>
                  <a:pt x="114300" y="390525"/>
                </a:lnTo>
                <a:close/>
                <a:moveTo>
                  <a:pt x="200025" y="390525"/>
                </a:moveTo>
                <a:lnTo>
                  <a:pt x="209550" y="390525"/>
                </a:lnTo>
                <a:lnTo>
                  <a:pt x="209550" y="400050"/>
                </a:lnTo>
                <a:lnTo>
                  <a:pt x="200025" y="400050"/>
                </a:lnTo>
                <a:close/>
                <a:moveTo>
                  <a:pt x="95250" y="400050"/>
                </a:moveTo>
                <a:lnTo>
                  <a:pt x="104775" y="400050"/>
                </a:lnTo>
                <a:lnTo>
                  <a:pt x="104775" y="409575"/>
                </a:lnTo>
                <a:lnTo>
                  <a:pt x="95250" y="409575"/>
                </a:lnTo>
                <a:close/>
                <a:moveTo>
                  <a:pt x="123825" y="400050"/>
                </a:moveTo>
                <a:lnTo>
                  <a:pt x="133350" y="400050"/>
                </a:lnTo>
                <a:lnTo>
                  <a:pt x="133350" y="409575"/>
                </a:lnTo>
                <a:lnTo>
                  <a:pt x="123825" y="409575"/>
                </a:lnTo>
                <a:close/>
                <a:moveTo>
                  <a:pt x="180975" y="400050"/>
                </a:moveTo>
                <a:lnTo>
                  <a:pt x="190500" y="400050"/>
                </a:lnTo>
                <a:lnTo>
                  <a:pt x="190500" y="409575"/>
                </a:lnTo>
                <a:lnTo>
                  <a:pt x="180975" y="409575"/>
                </a:lnTo>
                <a:close/>
                <a:moveTo>
                  <a:pt x="685800" y="400050"/>
                </a:moveTo>
                <a:lnTo>
                  <a:pt x="695325" y="400050"/>
                </a:lnTo>
                <a:lnTo>
                  <a:pt x="695325" y="419100"/>
                </a:lnTo>
                <a:lnTo>
                  <a:pt x="685800" y="419100"/>
                </a:lnTo>
                <a:close/>
                <a:moveTo>
                  <a:pt x="1238250" y="400050"/>
                </a:moveTo>
                <a:lnTo>
                  <a:pt x="1247775" y="400050"/>
                </a:lnTo>
                <a:lnTo>
                  <a:pt x="1247775" y="409575"/>
                </a:lnTo>
                <a:lnTo>
                  <a:pt x="1238250" y="409575"/>
                </a:lnTo>
                <a:close/>
                <a:moveTo>
                  <a:pt x="1905000" y="400050"/>
                </a:moveTo>
                <a:lnTo>
                  <a:pt x="1914525" y="400050"/>
                </a:lnTo>
                <a:lnTo>
                  <a:pt x="1914525" y="409575"/>
                </a:lnTo>
                <a:lnTo>
                  <a:pt x="1905000" y="409575"/>
                </a:lnTo>
                <a:close/>
                <a:moveTo>
                  <a:pt x="1981200" y="400050"/>
                </a:moveTo>
                <a:lnTo>
                  <a:pt x="1990725" y="400050"/>
                </a:lnTo>
                <a:lnTo>
                  <a:pt x="1990725" y="409575"/>
                </a:lnTo>
                <a:lnTo>
                  <a:pt x="1981200" y="409575"/>
                </a:lnTo>
                <a:close/>
                <a:moveTo>
                  <a:pt x="2009775" y="400050"/>
                </a:moveTo>
                <a:lnTo>
                  <a:pt x="2019300" y="400050"/>
                </a:lnTo>
                <a:lnTo>
                  <a:pt x="2019300" y="409575"/>
                </a:lnTo>
                <a:lnTo>
                  <a:pt x="2009775" y="409575"/>
                </a:lnTo>
                <a:close/>
                <a:moveTo>
                  <a:pt x="1257300" y="409575"/>
                </a:moveTo>
                <a:lnTo>
                  <a:pt x="1266825" y="409575"/>
                </a:lnTo>
                <a:lnTo>
                  <a:pt x="1266825" y="419100"/>
                </a:lnTo>
                <a:lnTo>
                  <a:pt x="1257300" y="419100"/>
                </a:lnTo>
                <a:close/>
                <a:moveTo>
                  <a:pt x="1714500" y="409575"/>
                </a:moveTo>
                <a:lnTo>
                  <a:pt x="1724025" y="409575"/>
                </a:lnTo>
                <a:lnTo>
                  <a:pt x="1724025" y="438150"/>
                </a:lnTo>
                <a:lnTo>
                  <a:pt x="1714500" y="438150"/>
                </a:lnTo>
                <a:close/>
                <a:moveTo>
                  <a:pt x="1743075" y="409575"/>
                </a:moveTo>
                <a:lnTo>
                  <a:pt x="1771650" y="409575"/>
                </a:lnTo>
                <a:lnTo>
                  <a:pt x="1771650" y="428625"/>
                </a:lnTo>
                <a:lnTo>
                  <a:pt x="1762125" y="428625"/>
                </a:lnTo>
                <a:lnTo>
                  <a:pt x="1762125" y="419100"/>
                </a:lnTo>
                <a:lnTo>
                  <a:pt x="1743075" y="419100"/>
                </a:lnTo>
                <a:close/>
                <a:moveTo>
                  <a:pt x="1809750" y="409575"/>
                </a:moveTo>
                <a:lnTo>
                  <a:pt x="1828800" y="409575"/>
                </a:lnTo>
                <a:lnTo>
                  <a:pt x="1828800" y="419100"/>
                </a:lnTo>
                <a:lnTo>
                  <a:pt x="1809750" y="419100"/>
                </a:lnTo>
                <a:close/>
                <a:moveTo>
                  <a:pt x="104775" y="419100"/>
                </a:moveTo>
                <a:lnTo>
                  <a:pt x="123825" y="419100"/>
                </a:lnTo>
                <a:lnTo>
                  <a:pt x="123825" y="428625"/>
                </a:lnTo>
                <a:lnTo>
                  <a:pt x="104775" y="428625"/>
                </a:lnTo>
                <a:close/>
                <a:moveTo>
                  <a:pt x="504825" y="419100"/>
                </a:moveTo>
                <a:lnTo>
                  <a:pt x="514350" y="419100"/>
                </a:lnTo>
                <a:lnTo>
                  <a:pt x="514350" y="438150"/>
                </a:lnTo>
                <a:lnTo>
                  <a:pt x="504825" y="438150"/>
                </a:lnTo>
                <a:close/>
                <a:moveTo>
                  <a:pt x="533400" y="419100"/>
                </a:moveTo>
                <a:lnTo>
                  <a:pt x="542925" y="419100"/>
                </a:lnTo>
                <a:lnTo>
                  <a:pt x="542925" y="428625"/>
                </a:lnTo>
                <a:lnTo>
                  <a:pt x="533400" y="428625"/>
                </a:lnTo>
                <a:close/>
                <a:moveTo>
                  <a:pt x="676275" y="419100"/>
                </a:moveTo>
                <a:lnTo>
                  <a:pt x="685800" y="419100"/>
                </a:lnTo>
                <a:lnTo>
                  <a:pt x="685800" y="428625"/>
                </a:lnTo>
                <a:lnTo>
                  <a:pt x="676275" y="428625"/>
                </a:lnTo>
                <a:close/>
                <a:moveTo>
                  <a:pt x="1266825" y="419100"/>
                </a:moveTo>
                <a:lnTo>
                  <a:pt x="1276350" y="419100"/>
                </a:lnTo>
                <a:lnTo>
                  <a:pt x="1276350" y="438150"/>
                </a:lnTo>
                <a:lnTo>
                  <a:pt x="1266825" y="438150"/>
                </a:lnTo>
                <a:close/>
                <a:moveTo>
                  <a:pt x="1333500" y="419100"/>
                </a:moveTo>
                <a:lnTo>
                  <a:pt x="1343025" y="419100"/>
                </a:lnTo>
                <a:lnTo>
                  <a:pt x="1343025" y="428625"/>
                </a:lnTo>
                <a:lnTo>
                  <a:pt x="1333500" y="428625"/>
                </a:lnTo>
                <a:close/>
                <a:moveTo>
                  <a:pt x="1362075" y="419100"/>
                </a:moveTo>
                <a:lnTo>
                  <a:pt x="1371600" y="419100"/>
                </a:lnTo>
                <a:lnTo>
                  <a:pt x="1371600" y="428625"/>
                </a:lnTo>
                <a:lnTo>
                  <a:pt x="1362075" y="428625"/>
                </a:lnTo>
                <a:close/>
                <a:moveTo>
                  <a:pt x="1666875" y="419100"/>
                </a:moveTo>
                <a:lnTo>
                  <a:pt x="1685925" y="419100"/>
                </a:lnTo>
                <a:lnTo>
                  <a:pt x="1685925" y="428625"/>
                </a:lnTo>
                <a:lnTo>
                  <a:pt x="1666875" y="428625"/>
                </a:lnTo>
                <a:close/>
                <a:moveTo>
                  <a:pt x="1885950" y="419100"/>
                </a:moveTo>
                <a:lnTo>
                  <a:pt x="1905000" y="419100"/>
                </a:lnTo>
                <a:lnTo>
                  <a:pt x="1905000" y="428625"/>
                </a:lnTo>
                <a:lnTo>
                  <a:pt x="1885950" y="428625"/>
                </a:lnTo>
                <a:close/>
                <a:moveTo>
                  <a:pt x="1990725" y="419100"/>
                </a:moveTo>
                <a:lnTo>
                  <a:pt x="2009775" y="419100"/>
                </a:lnTo>
                <a:lnTo>
                  <a:pt x="2009775" y="428625"/>
                </a:lnTo>
                <a:lnTo>
                  <a:pt x="1990725" y="428625"/>
                </a:lnTo>
                <a:close/>
                <a:moveTo>
                  <a:pt x="2076450" y="419100"/>
                </a:moveTo>
                <a:lnTo>
                  <a:pt x="2085975" y="419100"/>
                </a:lnTo>
                <a:lnTo>
                  <a:pt x="2085975" y="438150"/>
                </a:lnTo>
                <a:lnTo>
                  <a:pt x="2076450" y="438150"/>
                </a:lnTo>
                <a:close/>
                <a:moveTo>
                  <a:pt x="95250" y="428625"/>
                </a:moveTo>
                <a:lnTo>
                  <a:pt x="104775" y="428625"/>
                </a:lnTo>
                <a:lnTo>
                  <a:pt x="104775" y="438150"/>
                </a:lnTo>
                <a:lnTo>
                  <a:pt x="95250" y="438150"/>
                </a:lnTo>
                <a:close/>
                <a:moveTo>
                  <a:pt x="666750" y="428625"/>
                </a:moveTo>
                <a:lnTo>
                  <a:pt x="676275" y="428625"/>
                </a:lnTo>
                <a:lnTo>
                  <a:pt x="676275" y="438150"/>
                </a:lnTo>
                <a:lnTo>
                  <a:pt x="666750" y="438150"/>
                </a:lnTo>
                <a:close/>
                <a:moveTo>
                  <a:pt x="1657350" y="428625"/>
                </a:moveTo>
                <a:lnTo>
                  <a:pt x="1666875" y="428625"/>
                </a:lnTo>
                <a:lnTo>
                  <a:pt x="1666875" y="438150"/>
                </a:lnTo>
                <a:lnTo>
                  <a:pt x="1657350" y="438150"/>
                </a:lnTo>
                <a:close/>
                <a:moveTo>
                  <a:pt x="1685925" y="428625"/>
                </a:moveTo>
                <a:lnTo>
                  <a:pt x="1695450" y="428625"/>
                </a:lnTo>
                <a:lnTo>
                  <a:pt x="1695450" y="438150"/>
                </a:lnTo>
                <a:lnTo>
                  <a:pt x="1685925" y="438150"/>
                </a:lnTo>
                <a:close/>
                <a:moveTo>
                  <a:pt x="1876425" y="428625"/>
                </a:moveTo>
                <a:lnTo>
                  <a:pt x="1885950" y="428625"/>
                </a:lnTo>
                <a:lnTo>
                  <a:pt x="1885950" y="447675"/>
                </a:lnTo>
                <a:lnTo>
                  <a:pt x="1876425" y="447675"/>
                </a:lnTo>
                <a:close/>
                <a:moveTo>
                  <a:pt x="1905000" y="428625"/>
                </a:moveTo>
                <a:lnTo>
                  <a:pt x="1914525" y="428625"/>
                </a:lnTo>
                <a:lnTo>
                  <a:pt x="1914525" y="447675"/>
                </a:lnTo>
                <a:lnTo>
                  <a:pt x="1905000" y="447675"/>
                </a:lnTo>
                <a:close/>
                <a:moveTo>
                  <a:pt x="1933575" y="428625"/>
                </a:moveTo>
                <a:lnTo>
                  <a:pt x="1943100" y="428625"/>
                </a:lnTo>
                <a:lnTo>
                  <a:pt x="1943100" y="438150"/>
                </a:lnTo>
                <a:lnTo>
                  <a:pt x="1933575" y="438150"/>
                </a:lnTo>
                <a:close/>
                <a:moveTo>
                  <a:pt x="1981200" y="428625"/>
                </a:moveTo>
                <a:lnTo>
                  <a:pt x="1990725" y="428625"/>
                </a:lnTo>
                <a:lnTo>
                  <a:pt x="1990725" y="438150"/>
                </a:lnTo>
                <a:lnTo>
                  <a:pt x="1981200" y="438150"/>
                </a:lnTo>
                <a:close/>
                <a:moveTo>
                  <a:pt x="1647825" y="438150"/>
                </a:moveTo>
                <a:lnTo>
                  <a:pt x="1657350" y="438150"/>
                </a:lnTo>
                <a:lnTo>
                  <a:pt x="1657350" y="447675"/>
                </a:lnTo>
                <a:lnTo>
                  <a:pt x="1647825" y="447675"/>
                </a:lnTo>
                <a:close/>
                <a:moveTo>
                  <a:pt x="1943100" y="438150"/>
                </a:moveTo>
                <a:lnTo>
                  <a:pt x="1962150" y="438150"/>
                </a:lnTo>
                <a:lnTo>
                  <a:pt x="1962150" y="447675"/>
                </a:lnTo>
                <a:lnTo>
                  <a:pt x="1943100" y="447675"/>
                </a:lnTo>
                <a:close/>
                <a:moveTo>
                  <a:pt x="523875" y="447675"/>
                </a:moveTo>
                <a:lnTo>
                  <a:pt x="533400" y="447675"/>
                </a:lnTo>
                <a:lnTo>
                  <a:pt x="533400" y="457200"/>
                </a:lnTo>
                <a:lnTo>
                  <a:pt x="523875" y="457200"/>
                </a:lnTo>
                <a:close/>
                <a:moveTo>
                  <a:pt x="1257300" y="447675"/>
                </a:moveTo>
                <a:lnTo>
                  <a:pt x="1266825" y="447675"/>
                </a:lnTo>
                <a:lnTo>
                  <a:pt x="1266825" y="457200"/>
                </a:lnTo>
                <a:lnTo>
                  <a:pt x="1257300" y="457200"/>
                </a:lnTo>
                <a:close/>
                <a:moveTo>
                  <a:pt x="1371600" y="447675"/>
                </a:moveTo>
                <a:lnTo>
                  <a:pt x="1381125" y="447675"/>
                </a:lnTo>
                <a:lnTo>
                  <a:pt x="1381125" y="457200"/>
                </a:lnTo>
                <a:lnTo>
                  <a:pt x="1371600" y="457200"/>
                </a:lnTo>
                <a:close/>
                <a:moveTo>
                  <a:pt x="495300" y="457200"/>
                </a:moveTo>
                <a:lnTo>
                  <a:pt x="504825" y="457200"/>
                </a:lnTo>
                <a:lnTo>
                  <a:pt x="504825" y="466725"/>
                </a:lnTo>
                <a:lnTo>
                  <a:pt x="495300" y="466725"/>
                </a:lnTo>
                <a:close/>
                <a:moveTo>
                  <a:pt x="1343025" y="457200"/>
                </a:moveTo>
                <a:lnTo>
                  <a:pt x="1352550" y="457200"/>
                </a:lnTo>
                <a:lnTo>
                  <a:pt x="1352550" y="466725"/>
                </a:lnTo>
                <a:lnTo>
                  <a:pt x="1343025" y="466725"/>
                </a:lnTo>
                <a:close/>
                <a:moveTo>
                  <a:pt x="1714500" y="457200"/>
                </a:moveTo>
                <a:lnTo>
                  <a:pt x="1724025" y="457200"/>
                </a:lnTo>
                <a:lnTo>
                  <a:pt x="1724025" y="495300"/>
                </a:lnTo>
                <a:lnTo>
                  <a:pt x="1714500" y="495300"/>
                </a:lnTo>
                <a:close/>
                <a:moveTo>
                  <a:pt x="1943100" y="457200"/>
                </a:moveTo>
                <a:lnTo>
                  <a:pt x="1952625" y="457200"/>
                </a:lnTo>
                <a:lnTo>
                  <a:pt x="1952625" y="466725"/>
                </a:lnTo>
                <a:lnTo>
                  <a:pt x="1943100" y="466725"/>
                </a:lnTo>
                <a:close/>
                <a:moveTo>
                  <a:pt x="1952625" y="466725"/>
                </a:moveTo>
                <a:lnTo>
                  <a:pt x="1962150" y="466725"/>
                </a:lnTo>
                <a:lnTo>
                  <a:pt x="1962150" y="476250"/>
                </a:lnTo>
                <a:lnTo>
                  <a:pt x="1952625" y="476250"/>
                </a:lnTo>
                <a:close/>
                <a:moveTo>
                  <a:pt x="66675" y="476250"/>
                </a:moveTo>
                <a:lnTo>
                  <a:pt x="76200" y="476250"/>
                </a:lnTo>
                <a:lnTo>
                  <a:pt x="76200" y="485775"/>
                </a:lnTo>
                <a:lnTo>
                  <a:pt x="66675" y="485775"/>
                </a:lnTo>
                <a:close/>
                <a:moveTo>
                  <a:pt x="209550" y="476250"/>
                </a:moveTo>
                <a:lnTo>
                  <a:pt x="219075" y="476250"/>
                </a:lnTo>
                <a:lnTo>
                  <a:pt x="219075" y="485775"/>
                </a:lnTo>
                <a:lnTo>
                  <a:pt x="209550" y="485775"/>
                </a:lnTo>
                <a:close/>
                <a:moveTo>
                  <a:pt x="485775" y="476250"/>
                </a:moveTo>
                <a:lnTo>
                  <a:pt x="495300" y="476250"/>
                </a:lnTo>
                <a:lnTo>
                  <a:pt x="495300" y="485775"/>
                </a:lnTo>
                <a:lnTo>
                  <a:pt x="485775" y="485775"/>
                </a:lnTo>
                <a:close/>
                <a:moveTo>
                  <a:pt x="514350" y="476250"/>
                </a:moveTo>
                <a:lnTo>
                  <a:pt x="523875" y="476250"/>
                </a:lnTo>
                <a:lnTo>
                  <a:pt x="523875" y="485775"/>
                </a:lnTo>
                <a:lnTo>
                  <a:pt x="514350" y="485775"/>
                </a:lnTo>
                <a:close/>
                <a:moveTo>
                  <a:pt x="1247775" y="476250"/>
                </a:moveTo>
                <a:lnTo>
                  <a:pt x="1257300" y="476250"/>
                </a:lnTo>
                <a:lnTo>
                  <a:pt x="1257300" y="485775"/>
                </a:lnTo>
                <a:lnTo>
                  <a:pt x="1247775" y="485775"/>
                </a:lnTo>
                <a:close/>
                <a:moveTo>
                  <a:pt x="1352550" y="476250"/>
                </a:moveTo>
                <a:lnTo>
                  <a:pt x="1362075" y="476250"/>
                </a:lnTo>
                <a:lnTo>
                  <a:pt x="1362075" y="485775"/>
                </a:lnTo>
                <a:lnTo>
                  <a:pt x="1352550" y="485775"/>
                </a:lnTo>
                <a:close/>
                <a:moveTo>
                  <a:pt x="1381125" y="476250"/>
                </a:moveTo>
                <a:lnTo>
                  <a:pt x="1390650" y="476250"/>
                </a:lnTo>
                <a:lnTo>
                  <a:pt x="1390650" y="485775"/>
                </a:lnTo>
                <a:lnTo>
                  <a:pt x="1381125" y="485775"/>
                </a:lnTo>
                <a:close/>
                <a:moveTo>
                  <a:pt x="1647825" y="476250"/>
                </a:moveTo>
                <a:lnTo>
                  <a:pt x="1657350" y="476250"/>
                </a:lnTo>
                <a:lnTo>
                  <a:pt x="1657350" y="485775"/>
                </a:lnTo>
                <a:lnTo>
                  <a:pt x="1647825" y="485775"/>
                </a:lnTo>
                <a:close/>
                <a:moveTo>
                  <a:pt x="1847850" y="476250"/>
                </a:moveTo>
                <a:lnTo>
                  <a:pt x="1857375" y="476250"/>
                </a:lnTo>
                <a:lnTo>
                  <a:pt x="1857375" y="485775"/>
                </a:lnTo>
                <a:lnTo>
                  <a:pt x="1847850" y="485775"/>
                </a:lnTo>
                <a:close/>
                <a:moveTo>
                  <a:pt x="1628775" y="485775"/>
                </a:moveTo>
                <a:lnTo>
                  <a:pt x="1638300" y="485775"/>
                </a:lnTo>
                <a:lnTo>
                  <a:pt x="1638300" y="495300"/>
                </a:lnTo>
                <a:lnTo>
                  <a:pt x="1628775" y="495300"/>
                </a:lnTo>
                <a:close/>
                <a:moveTo>
                  <a:pt x="1657350" y="485775"/>
                </a:moveTo>
                <a:lnTo>
                  <a:pt x="1666875" y="485775"/>
                </a:lnTo>
                <a:lnTo>
                  <a:pt x="1666875" y="495300"/>
                </a:lnTo>
                <a:lnTo>
                  <a:pt x="1657350" y="495300"/>
                </a:lnTo>
                <a:close/>
                <a:moveTo>
                  <a:pt x="1743075" y="485775"/>
                </a:moveTo>
                <a:lnTo>
                  <a:pt x="1752600" y="485775"/>
                </a:lnTo>
                <a:lnTo>
                  <a:pt x="1752600" y="495300"/>
                </a:lnTo>
                <a:lnTo>
                  <a:pt x="1743075" y="495300"/>
                </a:lnTo>
                <a:close/>
                <a:moveTo>
                  <a:pt x="476250" y="495300"/>
                </a:moveTo>
                <a:lnTo>
                  <a:pt x="485775" y="495300"/>
                </a:lnTo>
                <a:lnTo>
                  <a:pt x="485775" y="504825"/>
                </a:lnTo>
                <a:lnTo>
                  <a:pt x="476250" y="504825"/>
                </a:lnTo>
                <a:close/>
                <a:moveTo>
                  <a:pt x="1390650" y="495300"/>
                </a:moveTo>
                <a:lnTo>
                  <a:pt x="1400175" y="495300"/>
                </a:lnTo>
                <a:lnTo>
                  <a:pt x="1400175" y="504825"/>
                </a:lnTo>
                <a:lnTo>
                  <a:pt x="1390650" y="504825"/>
                </a:lnTo>
                <a:close/>
                <a:moveTo>
                  <a:pt x="1638300" y="495300"/>
                </a:moveTo>
                <a:lnTo>
                  <a:pt x="1647825" y="495300"/>
                </a:lnTo>
                <a:lnTo>
                  <a:pt x="1647825" y="504825"/>
                </a:lnTo>
                <a:lnTo>
                  <a:pt x="1638300" y="504825"/>
                </a:lnTo>
                <a:close/>
                <a:moveTo>
                  <a:pt x="1924050" y="495300"/>
                </a:moveTo>
                <a:lnTo>
                  <a:pt x="1933575" y="495300"/>
                </a:lnTo>
                <a:lnTo>
                  <a:pt x="1933575" y="504825"/>
                </a:lnTo>
                <a:lnTo>
                  <a:pt x="1924050" y="504825"/>
                </a:lnTo>
                <a:close/>
                <a:moveTo>
                  <a:pt x="2066925" y="495300"/>
                </a:moveTo>
                <a:lnTo>
                  <a:pt x="2076450" y="495300"/>
                </a:lnTo>
                <a:lnTo>
                  <a:pt x="2076450" y="504825"/>
                </a:lnTo>
                <a:lnTo>
                  <a:pt x="2066925" y="504825"/>
                </a:lnTo>
                <a:close/>
                <a:moveTo>
                  <a:pt x="133350" y="504825"/>
                </a:moveTo>
                <a:lnTo>
                  <a:pt x="142875" y="504825"/>
                </a:lnTo>
                <a:lnTo>
                  <a:pt x="142875" y="514350"/>
                </a:lnTo>
                <a:lnTo>
                  <a:pt x="133350" y="514350"/>
                </a:lnTo>
                <a:close/>
                <a:moveTo>
                  <a:pt x="1647825" y="504825"/>
                </a:moveTo>
                <a:lnTo>
                  <a:pt x="1657350" y="504825"/>
                </a:lnTo>
                <a:lnTo>
                  <a:pt x="1657350" y="514350"/>
                </a:lnTo>
                <a:lnTo>
                  <a:pt x="1647825" y="514350"/>
                </a:lnTo>
                <a:close/>
                <a:moveTo>
                  <a:pt x="1914525" y="504825"/>
                </a:moveTo>
                <a:lnTo>
                  <a:pt x="1924050" y="504825"/>
                </a:lnTo>
                <a:lnTo>
                  <a:pt x="1924050" y="514350"/>
                </a:lnTo>
                <a:lnTo>
                  <a:pt x="1914525" y="514350"/>
                </a:lnTo>
                <a:close/>
                <a:moveTo>
                  <a:pt x="2076450" y="504825"/>
                </a:moveTo>
                <a:lnTo>
                  <a:pt x="2085975" y="504825"/>
                </a:lnTo>
                <a:lnTo>
                  <a:pt x="2085975" y="514350"/>
                </a:lnTo>
                <a:lnTo>
                  <a:pt x="2076450" y="514350"/>
                </a:lnTo>
                <a:close/>
                <a:moveTo>
                  <a:pt x="466725" y="514350"/>
                </a:moveTo>
                <a:lnTo>
                  <a:pt x="476250" y="514350"/>
                </a:lnTo>
                <a:lnTo>
                  <a:pt x="476250" y="523875"/>
                </a:lnTo>
                <a:lnTo>
                  <a:pt x="466725" y="523875"/>
                </a:lnTo>
                <a:close/>
                <a:moveTo>
                  <a:pt x="600075" y="514350"/>
                </a:moveTo>
                <a:lnTo>
                  <a:pt x="609600" y="514350"/>
                </a:lnTo>
                <a:lnTo>
                  <a:pt x="609600" y="523875"/>
                </a:lnTo>
                <a:lnTo>
                  <a:pt x="600075" y="523875"/>
                </a:lnTo>
                <a:close/>
                <a:moveTo>
                  <a:pt x="1400175" y="514350"/>
                </a:moveTo>
                <a:lnTo>
                  <a:pt x="1409700" y="514350"/>
                </a:lnTo>
                <a:lnTo>
                  <a:pt x="1409700" y="523875"/>
                </a:lnTo>
                <a:lnTo>
                  <a:pt x="1400175" y="523875"/>
                </a:lnTo>
                <a:close/>
                <a:moveTo>
                  <a:pt x="1685925" y="514350"/>
                </a:moveTo>
                <a:lnTo>
                  <a:pt x="1695450" y="514350"/>
                </a:lnTo>
                <a:lnTo>
                  <a:pt x="1695450" y="523875"/>
                </a:lnTo>
                <a:lnTo>
                  <a:pt x="1685925" y="523875"/>
                </a:lnTo>
                <a:close/>
                <a:moveTo>
                  <a:pt x="485775" y="533400"/>
                </a:moveTo>
                <a:lnTo>
                  <a:pt x="495300" y="533400"/>
                </a:lnTo>
                <a:lnTo>
                  <a:pt x="495300" y="542925"/>
                </a:lnTo>
                <a:lnTo>
                  <a:pt x="485775" y="542925"/>
                </a:lnTo>
                <a:close/>
                <a:moveTo>
                  <a:pt x="1381125" y="533400"/>
                </a:moveTo>
                <a:lnTo>
                  <a:pt x="1390650" y="533400"/>
                </a:lnTo>
                <a:lnTo>
                  <a:pt x="1390650" y="542925"/>
                </a:lnTo>
                <a:lnTo>
                  <a:pt x="1381125" y="542925"/>
                </a:lnTo>
                <a:close/>
                <a:moveTo>
                  <a:pt x="1714500" y="533400"/>
                </a:moveTo>
                <a:lnTo>
                  <a:pt x="1724025" y="533400"/>
                </a:lnTo>
                <a:lnTo>
                  <a:pt x="1724025" y="542925"/>
                </a:lnTo>
                <a:lnTo>
                  <a:pt x="1714500" y="542925"/>
                </a:lnTo>
                <a:close/>
                <a:moveTo>
                  <a:pt x="447675" y="542925"/>
                </a:moveTo>
                <a:lnTo>
                  <a:pt x="457200" y="542925"/>
                </a:lnTo>
                <a:lnTo>
                  <a:pt x="457200" y="552450"/>
                </a:lnTo>
                <a:lnTo>
                  <a:pt x="447675" y="552450"/>
                </a:lnTo>
                <a:close/>
                <a:moveTo>
                  <a:pt x="809625" y="542925"/>
                </a:moveTo>
                <a:lnTo>
                  <a:pt x="838200" y="542925"/>
                </a:lnTo>
                <a:lnTo>
                  <a:pt x="838200" y="552450"/>
                </a:lnTo>
                <a:lnTo>
                  <a:pt x="809625" y="552450"/>
                </a:lnTo>
                <a:close/>
                <a:moveTo>
                  <a:pt x="1266825" y="542925"/>
                </a:moveTo>
                <a:lnTo>
                  <a:pt x="1276350" y="542925"/>
                </a:lnTo>
                <a:lnTo>
                  <a:pt x="1276350" y="552450"/>
                </a:lnTo>
                <a:lnTo>
                  <a:pt x="1266825" y="552450"/>
                </a:lnTo>
                <a:close/>
                <a:moveTo>
                  <a:pt x="1419225" y="542925"/>
                </a:moveTo>
                <a:lnTo>
                  <a:pt x="1428750" y="542925"/>
                </a:lnTo>
                <a:lnTo>
                  <a:pt x="1428750" y="552450"/>
                </a:lnTo>
                <a:lnTo>
                  <a:pt x="1419225" y="552450"/>
                </a:lnTo>
                <a:close/>
                <a:moveTo>
                  <a:pt x="1704975" y="542925"/>
                </a:moveTo>
                <a:lnTo>
                  <a:pt x="1714500" y="542925"/>
                </a:lnTo>
                <a:lnTo>
                  <a:pt x="1714500" y="552450"/>
                </a:lnTo>
                <a:lnTo>
                  <a:pt x="1704975" y="552450"/>
                </a:lnTo>
                <a:close/>
                <a:moveTo>
                  <a:pt x="438150" y="552450"/>
                </a:moveTo>
                <a:lnTo>
                  <a:pt x="447675" y="552450"/>
                </a:lnTo>
                <a:lnTo>
                  <a:pt x="447675" y="561975"/>
                </a:lnTo>
                <a:lnTo>
                  <a:pt x="438150" y="561975"/>
                </a:lnTo>
                <a:close/>
                <a:moveTo>
                  <a:pt x="590550" y="552450"/>
                </a:moveTo>
                <a:lnTo>
                  <a:pt x="600075" y="552450"/>
                </a:lnTo>
                <a:lnTo>
                  <a:pt x="600075" y="561975"/>
                </a:lnTo>
                <a:lnTo>
                  <a:pt x="590550" y="561975"/>
                </a:lnTo>
                <a:close/>
                <a:moveTo>
                  <a:pt x="752475" y="561975"/>
                </a:moveTo>
                <a:lnTo>
                  <a:pt x="762000" y="561975"/>
                </a:lnTo>
                <a:lnTo>
                  <a:pt x="762000" y="571500"/>
                </a:lnTo>
                <a:lnTo>
                  <a:pt x="752475" y="571500"/>
                </a:lnTo>
                <a:close/>
                <a:moveTo>
                  <a:pt x="876300" y="561975"/>
                </a:moveTo>
                <a:lnTo>
                  <a:pt x="885825" y="561975"/>
                </a:lnTo>
                <a:lnTo>
                  <a:pt x="885825" y="571500"/>
                </a:lnTo>
                <a:lnTo>
                  <a:pt x="876300" y="571500"/>
                </a:lnTo>
                <a:close/>
                <a:moveTo>
                  <a:pt x="1400175" y="561975"/>
                </a:moveTo>
                <a:lnTo>
                  <a:pt x="1409700" y="561975"/>
                </a:lnTo>
                <a:lnTo>
                  <a:pt x="1409700" y="571500"/>
                </a:lnTo>
                <a:lnTo>
                  <a:pt x="1400175" y="571500"/>
                </a:lnTo>
                <a:close/>
                <a:moveTo>
                  <a:pt x="742950" y="571500"/>
                </a:moveTo>
                <a:lnTo>
                  <a:pt x="752475" y="571500"/>
                </a:lnTo>
                <a:lnTo>
                  <a:pt x="752475" y="581025"/>
                </a:lnTo>
                <a:lnTo>
                  <a:pt x="742950" y="581025"/>
                </a:lnTo>
                <a:close/>
                <a:moveTo>
                  <a:pt x="895350" y="571500"/>
                </a:moveTo>
                <a:lnTo>
                  <a:pt x="904875" y="571500"/>
                </a:lnTo>
                <a:lnTo>
                  <a:pt x="904875" y="581025"/>
                </a:lnTo>
                <a:lnTo>
                  <a:pt x="895350" y="581025"/>
                </a:lnTo>
                <a:close/>
                <a:moveTo>
                  <a:pt x="419100" y="581025"/>
                </a:moveTo>
                <a:lnTo>
                  <a:pt x="428625" y="581025"/>
                </a:lnTo>
                <a:lnTo>
                  <a:pt x="428625" y="590550"/>
                </a:lnTo>
                <a:lnTo>
                  <a:pt x="419100" y="590550"/>
                </a:lnTo>
                <a:close/>
                <a:moveTo>
                  <a:pt x="914400" y="581025"/>
                </a:moveTo>
                <a:lnTo>
                  <a:pt x="923925" y="581025"/>
                </a:lnTo>
                <a:lnTo>
                  <a:pt x="923925" y="590550"/>
                </a:lnTo>
                <a:lnTo>
                  <a:pt x="914400" y="590550"/>
                </a:lnTo>
                <a:close/>
                <a:moveTo>
                  <a:pt x="1447800" y="581025"/>
                </a:moveTo>
                <a:lnTo>
                  <a:pt x="1457325" y="581025"/>
                </a:lnTo>
                <a:lnTo>
                  <a:pt x="1457325" y="590550"/>
                </a:lnTo>
                <a:lnTo>
                  <a:pt x="1447800" y="590550"/>
                </a:lnTo>
                <a:close/>
                <a:moveTo>
                  <a:pt x="409575" y="590550"/>
                </a:moveTo>
                <a:lnTo>
                  <a:pt x="419100" y="590550"/>
                </a:lnTo>
                <a:lnTo>
                  <a:pt x="419100" y="600075"/>
                </a:lnTo>
                <a:lnTo>
                  <a:pt x="409575" y="600075"/>
                </a:lnTo>
                <a:close/>
                <a:moveTo>
                  <a:pt x="942975" y="590550"/>
                </a:moveTo>
                <a:lnTo>
                  <a:pt x="952500" y="590550"/>
                </a:lnTo>
                <a:lnTo>
                  <a:pt x="952500" y="600075"/>
                </a:lnTo>
                <a:lnTo>
                  <a:pt x="942975" y="600075"/>
                </a:lnTo>
                <a:close/>
                <a:moveTo>
                  <a:pt x="1457325" y="590550"/>
                </a:moveTo>
                <a:lnTo>
                  <a:pt x="1466850" y="590550"/>
                </a:lnTo>
                <a:lnTo>
                  <a:pt x="1466850" y="600075"/>
                </a:lnTo>
                <a:lnTo>
                  <a:pt x="1457325" y="600075"/>
                </a:lnTo>
                <a:close/>
                <a:moveTo>
                  <a:pt x="400050" y="600075"/>
                </a:moveTo>
                <a:lnTo>
                  <a:pt x="409575" y="600075"/>
                </a:lnTo>
                <a:lnTo>
                  <a:pt x="409575" y="609600"/>
                </a:lnTo>
                <a:lnTo>
                  <a:pt x="400050" y="609600"/>
                </a:lnTo>
                <a:close/>
                <a:moveTo>
                  <a:pt x="438150" y="600075"/>
                </a:moveTo>
                <a:lnTo>
                  <a:pt x="447675" y="600075"/>
                </a:lnTo>
                <a:lnTo>
                  <a:pt x="447675" y="609600"/>
                </a:lnTo>
                <a:lnTo>
                  <a:pt x="438150" y="609600"/>
                </a:lnTo>
                <a:close/>
                <a:moveTo>
                  <a:pt x="981075" y="600075"/>
                </a:moveTo>
                <a:lnTo>
                  <a:pt x="990600" y="600075"/>
                </a:lnTo>
                <a:lnTo>
                  <a:pt x="990600" y="609600"/>
                </a:lnTo>
                <a:lnTo>
                  <a:pt x="981075" y="609600"/>
                </a:lnTo>
                <a:close/>
                <a:moveTo>
                  <a:pt x="1428750" y="600075"/>
                </a:moveTo>
                <a:lnTo>
                  <a:pt x="1438275" y="600075"/>
                </a:lnTo>
                <a:lnTo>
                  <a:pt x="1438275" y="609600"/>
                </a:lnTo>
                <a:lnTo>
                  <a:pt x="1428750" y="609600"/>
                </a:lnTo>
                <a:close/>
                <a:moveTo>
                  <a:pt x="1466850" y="600075"/>
                </a:moveTo>
                <a:lnTo>
                  <a:pt x="1476375" y="600075"/>
                </a:lnTo>
                <a:lnTo>
                  <a:pt x="1476375" y="609600"/>
                </a:lnTo>
                <a:lnTo>
                  <a:pt x="1466850" y="609600"/>
                </a:lnTo>
                <a:close/>
                <a:moveTo>
                  <a:pt x="390525" y="609600"/>
                </a:moveTo>
                <a:lnTo>
                  <a:pt x="400050" y="609600"/>
                </a:lnTo>
                <a:lnTo>
                  <a:pt x="400050" y="619125"/>
                </a:lnTo>
                <a:lnTo>
                  <a:pt x="390525" y="619125"/>
                </a:lnTo>
                <a:close/>
                <a:moveTo>
                  <a:pt x="428625" y="609600"/>
                </a:moveTo>
                <a:lnTo>
                  <a:pt x="438150" y="609600"/>
                </a:lnTo>
                <a:lnTo>
                  <a:pt x="438150" y="619125"/>
                </a:lnTo>
                <a:lnTo>
                  <a:pt x="428625" y="619125"/>
                </a:lnTo>
                <a:close/>
                <a:moveTo>
                  <a:pt x="733425" y="609600"/>
                </a:moveTo>
                <a:lnTo>
                  <a:pt x="742950" y="609600"/>
                </a:lnTo>
                <a:lnTo>
                  <a:pt x="742950" y="619125"/>
                </a:lnTo>
                <a:lnTo>
                  <a:pt x="733425" y="619125"/>
                </a:lnTo>
                <a:close/>
                <a:moveTo>
                  <a:pt x="1476375" y="609600"/>
                </a:moveTo>
                <a:lnTo>
                  <a:pt x="1485900" y="609600"/>
                </a:lnTo>
                <a:lnTo>
                  <a:pt x="1485900" y="619125"/>
                </a:lnTo>
                <a:lnTo>
                  <a:pt x="1476375" y="619125"/>
                </a:lnTo>
                <a:close/>
                <a:moveTo>
                  <a:pt x="419100" y="619125"/>
                </a:moveTo>
                <a:lnTo>
                  <a:pt x="428625" y="619125"/>
                </a:lnTo>
                <a:lnTo>
                  <a:pt x="428625" y="628650"/>
                </a:lnTo>
                <a:lnTo>
                  <a:pt x="419100" y="628650"/>
                </a:lnTo>
                <a:close/>
                <a:moveTo>
                  <a:pt x="1485900" y="619125"/>
                </a:moveTo>
                <a:lnTo>
                  <a:pt x="1495425" y="619125"/>
                </a:lnTo>
                <a:lnTo>
                  <a:pt x="1495425" y="628650"/>
                </a:lnTo>
                <a:lnTo>
                  <a:pt x="1485900" y="628650"/>
                </a:lnTo>
                <a:close/>
                <a:moveTo>
                  <a:pt x="371475" y="628650"/>
                </a:moveTo>
                <a:lnTo>
                  <a:pt x="381000" y="628650"/>
                </a:lnTo>
                <a:lnTo>
                  <a:pt x="381000" y="638175"/>
                </a:lnTo>
                <a:lnTo>
                  <a:pt x="371475" y="638175"/>
                </a:lnTo>
                <a:close/>
                <a:moveTo>
                  <a:pt x="409575" y="628650"/>
                </a:moveTo>
                <a:lnTo>
                  <a:pt x="419100" y="628650"/>
                </a:lnTo>
                <a:lnTo>
                  <a:pt x="419100" y="638175"/>
                </a:lnTo>
                <a:lnTo>
                  <a:pt x="409575" y="638175"/>
                </a:lnTo>
                <a:close/>
                <a:moveTo>
                  <a:pt x="1495425" y="628650"/>
                </a:moveTo>
                <a:lnTo>
                  <a:pt x="1504950" y="628650"/>
                </a:lnTo>
                <a:lnTo>
                  <a:pt x="1504950" y="638175"/>
                </a:lnTo>
                <a:lnTo>
                  <a:pt x="1495425" y="638175"/>
                </a:lnTo>
                <a:close/>
                <a:moveTo>
                  <a:pt x="361950" y="638175"/>
                </a:moveTo>
                <a:lnTo>
                  <a:pt x="371475" y="638175"/>
                </a:lnTo>
                <a:lnTo>
                  <a:pt x="371475" y="647700"/>
                </a:lnTo>
                <a:lnTo>
                  <a:pt x="361950" y="647700"/>
                </a:lnTo>
                <a:close/>
                <a:moveTo>
                  <a:pt x="400050" y="638175"/>
                </a:moveTo>
                <a:lnTo>
                  <a:pt x="409575" y="638175"/>
                </a:lnTo>
                <a:lnTo>
                  <a:pt x="409575" y="647700"/>
                </a:lnTo>
                <a:lnTo>
                  <a:pt x="400050" y="647700"/>
                </a:lnTo>
                <a:close/>
                <a:moveTo>
                  <a:pt x="590550" y="638175"/>
                </a:moveTo>
                <a:lnTo>
                  <a:pt x="600075" y="638175"/>
                </a:lnTo>
                <a:lnTo>
                  <a:pt x="600075" y="657225"/>
                </a:lnTo>
                <a:lnTo>
                  <a:pt x="590550" y="657225"/>
                </a:lnTo>
                <a:close/>
                <a:moveTo>
                  <a:pt x="1504950" y="638175"/>
                </a:moveTo>
                <a:lnTo>
                  <a:pt x="1514475" y="638175"/>
                </a:lnTo>
                <a:lnTo>
                  <a:pt x="1514475" y="647700"/>
                </a:lnTo>
                <a:lnTo>
                  <a:pt x="1504950" y="647700"/>
                </a:lnTo>
                <a:close/>
                <a:moveTo>
                  <a:pt x="352425" y="647700"/>
                </a:moveTo>
                <a:lnTo>
                  <a:pt x="361950" y="647700"/>
                </a:lnTo>
                <a:lnTo>
                  <a:pt x="361950" y="657225"/>
                </a:lnTo>
                <a:lnTo>
                  <a:pt x="352425" y="657225"/>
                </a:lnTo>
                <a:close/>
                <a:moveTo>
                  <a:pt x="390525" y="647700"/>
                </a:moveTo>
                <a:lnTo>
                  <a:pt x="400050" y="647700"/>
                </a:lnTo>
                <a:lnTo>
                  <a:pt x="400050" y="657225"/>
                </a:lnTo>
                <a:lnTo>
                  <a:pt x="390525" y="657225"/>
                </a:lnTo>
                <a:close/>
                <a:moveTo>
                  <a:pt x="1143000" y="647700"/>
                </a:moveTo>
                <a:lnTo>
                  <a:pt x="1152525" y="647700"/>
                </a:lnTo>
                <a:lnTo>
                  <a:pt x="1152525" y="657225"/>
                </a:lnTo>
                <a:lnTo>
                  <a:pt x="1143000" y="657225"/>
                </a:lnTo>
                <a:close/>
                <a:moveTo>
                  <a:pt x="1476375" y="647700"/>
                </a:moveTo>
                <a:lnTo>
                  <a:pt x="1485900" y="647700"/>
                </a:lnTo>
                <a:lnTo>
                  <a:pt x="1485900" y="657225"/>
                </a:lnTo>
                <a:lnTo>
                  <a:pt x="1476375" y="657225"/>
                </a:lnTo>
                <a:close/>
                <a:moveTo>
                  <a:pt x="1514475" y="647700"/>
                </a:moveTo>
                <a:lnTo>
                  <a:pt x="1524000" y="647700"/>
                </a:lnTo>
                <a:lnTo>
                  <a:pt x="1524000" y="657225"/>
                </a:lnTo>
                <a:lnTo>
                  <a:pt x="1514475" y="657225"/>
                </a:lnTo>
                <a:close/>
                <a:moveTo>
                  <a:pt x="381000" y="657225"/>
                </a:moveTo>
                <a:lnTo>
                  <a:pt x="390525" y="657225"/>
                </a:lnTo>
                <a:lnTo>
                  <a:pt x="390525" y="666750"/>
                </a:lnTo>
                <a:lnTo>
                  <a:pt x="381000" y="666750"/>
                </a:lnTo>
                <a:close/>
                <a:moveTo>
                  <a:pt x="723900" y="657225"/>
                </a:moveTo>
                <a:lnTo>
                  <a:pt x="733425" y="657225"/>
                </a:lnTo>
                <a:lnTo>
                  <a:pt x="733425" y="666750"/>
                </a:lnTo>
                <a:lnTo>
                  <a:pt x="723900" y="666750"/>
                </a:lnTo>
                <a:close/>
                <a:moveTo>
                  <a:pt x="1266825" y="657225"/>
                </a:moveTo>
                <a:lnTo>
                  <a:pt x="1276350" y="657225"/>
                </a:lnTo>
                <a:lnTo>
                  <a:pt x="1276350" y="666750"/>
                </a:lnTo>
                <a:lnTo>
                  <a:pt x="1266825" y="666750"/>
                </a:lnTo>
                <a:close/>
                <a:moveTo>
                  <a:pt x="1485900" y="657225"/>
                </a:moveTo>
                <a:lnTo>
                  <a:pt x="1495425" y="657225"/>
                </a:lnTo>
                <a:lnTo>
                  <a:pt x="1495425" y="666750"/>
                </a:lnTo>
                <a:lnTo>
                  <a:pt x="1485900" y="666750"/>
                </a:lnTo>
                <a:close/>
                <a:moveTo>
                  <a:pt x="809625" y="666750"/>
                </a:moveTo>
                <a:lnTo>
                  <a:pt x="819150" y="666750"/>
                </a:lnTo>
                <a:lnTo>
                  <a:pt x="819150" y="676275"/>
                </a:lnTo>
                <a:lnTo>
                  <a:pt x="809625" y="676275"/>
                </a:lnTo>
                <a:close/>
                <a:moveTo>
                  <a:pt x="847725" y="666750"/>
                </a:moveTo>
                <a:lnTo>
                  <a:pt x="857250" y="666750"/>
                </a:lnTo>
                <a:lnTo>
                  <a:pt x="857250" y="676275"/>
                </a:lnTo>
                <a:lnTo>
                  <a:pt x="847725" y="676275"/>
                </a:lnTo>
                <a:close/>
                <a:moveTo>
                  <a:pt x="1495425" y="666750"/>
                </a:moveTo>
                <a:lnTo>
                  <a:pt x="1504950" y="666750"/>
                </a:lnTo>
                <a:lnTo>
                  <a:pt x="1504950" y="676275"/>
                </a:lnTo>
                <a:lnTo>
                  <a:pt x="1495425" y="676275"/>
                </a:lnTo>
                <a:close/>
                <a:moveTo>
                  <a:pt x="1543050" y="666750"/>
                </a:moveTo>
                <a:lnTo>
                  <a:pt x="1552575" y="666750"/>
                </a:lnTo>
                <a:lnTo>
                  <a:pt x="1552575" y="676275"/>
                </a:lnTo>
                <a:lnTo>
                  <a:pt x="1543050" y="676275"/>
                </a:lnTo>
                <a:close/>
                <a:moveTo>
                  <a:pt x="314325" y="676275"/>
                </a:moveTo>
                <a:lnTo>
                  <a:pt x="323850" y="676275"/>
                </a:lnTo>
                <a:lnTo>
                  <a:pt x="323850" y="685800"/>
                </a:lnTo>
                <a:lnTo>
                  <a:pt x="314325" y="685800"/>
                </a:lnTo>
                <a:close/>
                <a:moveTo>
                  <a:pt x="857250" y="676275"/>
                </a:moveTo>
                <a:lnTo>
                  <a:pt x="866775" y="676275"/>
                </a:lnTo>
                <a:lnTo>
                  <a:pt x="866775" y="685800"/>
                </a:lnTo>
                <a:lnTo>
                  <a:pt x="857250" y="685800"/>
                </a:lnTo>
                <a:close/>
                <a:moveTo>
                  <a:pt x="847725" y="685800"/>
                </a:moveTo>
                <a:lnTo>
                  <a:pt x="857250" y="685800"/>
                </a:lnTo>
                <a:lnTo>
                  <a:pt x="857250" y="695325"/>
                </a:lnTo>
                <a:lnTo>
                  <a:pt x="847725" y="695325"/>
                </a:lnTo>
                <a:close/>
                <a:moveTo>
                  <a:pt x="1571625" y="685800"/>
                </a:moveTo>
                <a:lnTo>
                  <a:pt x="1581150" y="685800"/>
                </a:lnTo>
                <a:lnTo>
                  <a:pt x="1581150" y="695325"/>
                </a:lnTo>
                <a:lnTo>
                  <a:pt x="1571625" y="695325"/>
                </a:lnTo>
                <a:close/>
                <a:moveTo>
                  <a:pt x="285750" y="695325"/>
                </a:moveTo>
                <a:lnTo>
                  <a:pt x="295275" y="695325"/>
                </a:lnTo>
                <a:lnTo>
                  <a:pt x="295275" y="704850"/>
                </a:lnTo>
                <a:lnTo>
                  <a:pt x="285750" y="704850"/>
                </a:lnTo>
                <a:close/>
                <a:moveTo>
                  <a:pt x="333375" y="695325"/>
                </a:moveTo>
                <a:lnTo>
                  <a:pt x="342900" y="695325"/>
                </a:lnTo>
                <a:lnTo>
                  <a:pt x="342900" y="704850"/>
                </a:lnTo>
                <a:lnTo>
                  <a:pt x="333375" y="704850"/>
                </a:lnTo>
                <a:close/>
                <a:moveTo>
                  <a:pt x="819150" y="695325"/>
                </a:moveTo>
                <a:lnTo>
                  <a:pt x="828675" y="695325"/>
                </a:lnTo>
                <a:lnTo>
                  <a:pt x="828675" y="704850"/>
                </a:lnTo>
                <a:lnTo>
                  <a:pt x="819150" y="704850"/>
                </a:lnTo>
                <a:close/>
                <a:moveTo>
                  <a:pt x="1028700" y="695325"/>
                </a:moveTo>
                <a:lnTo>
                  <a:pt x="1047750" y="695325"/>
                </a:lnTo>
                <a:lnTo>
                  <a:pt x="1047750" y="704850"/>
                </a:lnTo>
                <a:lnTo>
                  <a:pt x="1038225" y="704850"/>
                </a:lnTo>
                <a:lnTo>
                  <a:pt x="1038225" y="714375"/>
                </a:lnTo>
                <a:lnTo>
                  <a:pt x="1028700" y="714375"/>
                </a:lnTo>
                <a:close/>
                <a:moveTo>
                  <a:pt x="276225" y="704850"/>
                </a:moveTo>
                <a:lnTo>
                  <a:pt x="285750" y="704850"/>
                </a:lnTo>
                <a:lnTo>
                  <a:pt x="285750" y="714375"/>
                </a:lnTo>
                <a:lnTo>
                  <a:pt x="276225" y="714375"/>
                </a:lnTo>
                <a:close/>
                <a:moveTo>
                  <a:pt x="600075" y="704850"/>
                </a:moveTo>
                <a:lnTo>
                  <a:pt x="609600" y="704850"/>
                </a:lnTo>
                <a:lnTo>
                  <a:pt x="609600" y="714375"/>
                </a:lnTo>
                <a:lnTo>
                  <a:pt x="600075" y="714375"/>
                </a:lnTo>
                <a:close/>
                <a:moveTo>
                  <a:pt x="790575" y="704850"/>
                </a:moveTo>
                <a:lnTo>
                  <a:pt x="800100" y="704850"/>
                </a:lnTo>
                <a:lnTo>
                  <a:pt x="800100" y="714375"/>
                </a:lnTo>
                <a:lnTo>
                  <a:pt x="790575" y="714375"/>
                </a:lnTo>
                <a:close/>
                <a:moveTo>
                  <a:pt x="1057275" y="704850"/>
                </a:moveTo>
                <a:lnTo>
                  <a:pt x="1066800" y="704850"/>
                </a:lnTo>
                <a:lnTo>
                  <a:pt x="1066800" y="714375"/>
                </a:lnTo>
                <a:lnTo>
                  <a:pt x="1057275" y="714375"/>
                </a:lnTo>
                <a:close/>
                <a:moveTo>
                  <a:pt x="1162050" y="704850"/>
                </a:moveTo>
                <a:lnTo>
                  <a:pt x="1171575" y="704850"/>
                </a:lnTo>
                <a:lnTo>
                  <a:pt x="1171575" y="714375"/>
                </a:lnTo>
                <a:lnTo>
                  <a:pt x="1162050" y="714375"/>
                </a:lnTo>
                <a:close/>
                <a:moveTo>
                  <a:pt x="1257300" y="704850"/>
                </a:moveTo>
                <a:lnTo>
                  <a:pt x="1266825" y="704850"/>
                </a:lnTo>
                <a:lnTo>
                  <a:pt x="1266825" y="723900"/>
                </a:lnTo>
                <a:lnTo>
                  <a:pt x="1257300" y="723900"/>
                </a:lnTo>
                <a:close/>
                <a:moveTo>
                  <a:pt x="1552575" y="704850"/>
                </a:moveTo>
                <a:lnTo>
                  <a:pt x="1562100" y="704850"/>
                </a:lnTo>
                <a:lnTo>
                  <a:pt x="1562100" y="714375"/>
                </a:lnTo>
                <a:lnTo>
                  <a:pt x="1552575" y="714375"/>
                </a:lnTo>
                <a:close/>
                <a:moveTo>
                  <a:pt x="266700" y="714375"/>
                </a:moveTo>
                <a:lnTo>
                  <a:pt x="276225" y="714375"/>
                </a:lnTo>
                <a:lnTo>
                  <a:pt x="276225" y="771525"/>
                </a:lnTo>
                <a:lnTo>
                  <a:pt x="266700" y="771525"/>
                </a:lnTo>
                <a:close/>
                <a:moveTo>
                  <a:pt x="304800" y="714375"/>
                </a:moveTo>
                <a:lnTo>
                  <a:pt x="314325" y="714375"/>
                </a:lnTo>
                <a:lnTo>
                  <a:pt x="314325" y="723900"/>
                </a:lnTo>
                <a:lnTo>
                  <a:pt x="304800" y="723900"/>
                </a:lnTo>
                <a:close/>
                <a:moveTo>
                  <a:pt x="695325" y="714375"/>
                </a:moveTo>
                <a:lnTo>
                  <a:pt x="704850" y="714375"/>
                </a:lnTo>
                <a:lnTo>
                  <a:pt x="704850" y="723900"/>
                </a:lnTo>
                <a:lnTo>
                  <a:pt x="695325" y="723900"/>
                </a:lnTo>
                <a:close/>
                <a:moveTo>
                  <a:pt x="1085850" y="714375"/>
                </a:moveTo>
                <a:lnTo>
                  <a:pt x="1095375" y="714375"/>
                </a:lnTo>
                <a:lnTo>
                  <a:pt x="1095375" y="723900"/>
                </a:lnTo>
                <a:lnTo>
                  <a:pt x="1085850" y="723900"/>
                </a:lnTo>
                <a:close/>
                <a:moveTo>
                  <a:pt x="1600200" y="714375"/>
                </a:moveTo>
                <a:lnTo>
                  <a:pt x="1609725" y="714375"/>
                </a:lnTo>
                <a:lnTo>
                  <a:pt x="1609725" y="723900"/>
                </a:lnTo>
                <a:lnTo>
                  <a:pt x="1600200" y="723900"/>
                </a:lnTo>
                <a:close/>
                <a:moveTo>
                  <a:pt x="295275" y="723900"/>
                </a:moveTo>
                <a:lnTo>
                  <a:pt x="304800" y="723900"/>
                </a:lnTo>
                <a:lnTo>
                  <a:pt x="304800" y="771525"/>
                </a:lnTo>
                <a:lnTo>
                  <a:pt x="295275" y="771525"/>
                </a:lnTo>
                <a:close/>
                <a:moveTo>
                  <a:pt x="762000" y="723900"/>
                </a:moveTo>
                <a:lnTo>
                  <a:pt x="771525" y="723900"/>
                </a:lnTo>
                <a:lnTo>
                  <a:pt x="771525" y="733425"/>
                </a:lnTo>
                <a:lnTo>
                  <a:pt x="762000" y="733425"/>
                </a:lnTo>
                <a:close/>
                <a:moveTo>
                  <a:pt x="1057275" y="733425"/>
                </a:moveTo>
                <a:lnTo>
                  <a:pt x="1066800" y="733425"/>
                </a:lnTo>
                <a:lnTo>
                  <a:pt x="1066800" y="742950"/>
                </a:lnTo>
                <a:lnTo>
                  <a:pt x="1057275" y="742950"/>
                </a:lnTo>
                <a:close/>
                <a:moveTo>
                  <a:pt x="1133475" y="733425"/>
                </a:moveTo>
                <a:lnTo>
                  <a:pt x="1143000" y="733425"/>
                </a:lnTo>
                <a:lnTo>
                  <a:pt x="1143000" y="742950"/>
                </a:lnTo>
                <a:lnTo>
                  <a:pt x="1133475" y="742950"/>
                </a:lnTo>
                <a:close/>
                <a:moveTo>
                  <a:pt x="676275" y="742950"/>
                </a:moveTo>
                <a:lnTo>
                  <a:pt x="685800" y="742950"/>
                </a:lnTo>
                <a:lnTo>
                  <a:pt x="685800" y="752475"/>
                </a:lnTo>
                <a:lnTo>
                  <a:pt x="676275" y="752475"/>
                </a:lnTo>
                <a:close/>
                <a:moveTo>
                  <a:pt x="1104900" y="742950"/>
                </a:moveTo>
                <a:lnTo>
                  <a:pt x="1114425" y="742950"/>
                </a:lnTo>
                <a:lnTo>
                  <a:pt x="1114425" y="752475"/>
                </a:lnTo>
                <a:lnTo>
                  <a:pt x="1104900" y="752475"/>
                </a:lnTo>
                <a:close/>
                <a:moveTo>
                  <a:pt x="1257300" y="742950"/>
                </a:moveTo>
                <a:lnTo>
                  <a:pt x="1266825" y="742950"/>
                </a:lnTo>
                <a:lnTo>
                  <a:pt x="1266825" y="752475"/>
                </a:lnTo>
                <a:lnTo>
                  <a:pt x="1257300" y="752475"/>
                </a:lnTo>
                <a:close/>
                <a:moveTo>
                  <a:pt x="1600200" y="742950"/>
                </a:moveTo>
                <a:lnTo>
                  <a:pt x="1609725" y="742950"/>
                </a:lnTo>
                <a:lnTo>
                  <a:pt x="1609725" y="762000"/>
                </a:lnTo>
                <a:lnTo>
                  <a:pt x="1600200" y="762000"/>
                </a:lnTo>
                <a:close/>
                <a:moveTo>
                  <a:pt x="952500" y="752475"/>
                </a:moveTo>
                <a:lnTo>
                  <a:pt x="962025" y="752475"/>
                </a:lnTo>
                <a:lnTo>
                  <a:pt x="962025" y="762000"/>
                </a:lnTo>
                <a:lnTo>
                  <a:pt x="952500" y="762000"/>
                </a:lnTo>
                <a:close/>
                <a:moveTo>
                  <a:pt x="1190625" y="752475"/>
                </a:moveTo>
                <a:lnTo>
                  <a:pt x="1200150" y="752475"/>
                </a:lnTo>
                <a:lnTo>
                  <a:pt x="1200150" y="762000"/>
                </a:lnTo>
                <a:lnTo>
                  <a:pt x="1190625" y="762000"/>
                </a:lnTo>
                <a:close/>
                <a:moveTo>
                  <a:pt x="1266825" y="752475"/>
                </a:moveTo>
                <a:lnTo>
                  <a:pt x="1276350" y="752475"/>
                </a:lnTo>
                <a:lnTo>
                  <a:pt x="1276350" y="762000"/>
                </a:lnTo>
                <a:lnTo>
                  <a:pt x="1266825" y="762000"/>
                </a:lnTo>
                <a:close/>
                <a:moveTo>
                  <a:pt x="1571625" y="752475"/>
                </a:moveTo>
                <a:lnTo>
                  <a:pt x="1581150" y="752475"/>
                </a:lnTo>
                <a:lnTo>
                  <a:pt x="1581150" y="771525"/>
                </a:lnTo>
                <a:lnTo>
                  <a:pt x="1571625" y="771525"/>
                </a:lnTo>
                <a:close/>
                <a:moveTo>
                  <a:pt x="581025" y="762000"/>
                </a:moveTo>
                <a:lnTo>
                  <a:pt x="590550" y="762000"/>
                </a:lnTo>
                <a:lnTo>
                  <a:pt x="590550" y="771525"/>
                </a:lnTo>
                <a:lnTo>
                  <a:pt x="581025" y="771525"/>
                </a:lnTo>
                <a:close/>
                <a:moveTo>
                  <a:pt x="666750" y="762000"/>
                </a:moveTo>
                <a:lnTo>
                  <a:pt x="676275" y="762000"/>
                </a:lnTo>
                <a:lnTo>
                  <a:pt x="676275" y="771525"/>
                </a:lnTo>
                <a:lnTo>
                  <a:pt x="666750" y="771525"/>
                </a:lnTo>
                <a:close/>
                <a:moveTo>
                  <a:pt x="942975" y="762000"/>
                </a:moveTo>
                <a:lnTo>
                  <a:pt x="952500" y="762000"/>
                </a:lnTo>
                <a:lnTo>
                  <a:pt x="952500" y="771525"/>
                </a:lnTo>
                <a:lnTo>
                  <a:pt x="942975" y="771525"/>
                </a:lnTo>
                <a:close/>
                <a:moveTo>
                  <a:pt x="962025" y="762000"/>
                </a:moveTo>
                <a:lnTo>
                  <a:pt x="971550" y="762000"/>
                </a:lnTo>
                <a:lnTo>
                  <a:pt x="971550" y="771525"/>
                </a:lnTo>
                <a:lnTo>
                  <a:pt x="962025" y="771525"/>
                </a:lnTo>
                <a:close/>
                <a:moveTo>
                  <a:pt x="1285875" y="762000"/>
                </a:moveTo>
                <a:lnTo>
                  <a:pt x="1295400" y="762000"/>
                </a:lnTo>
                <a:lnTo>
                  <a:pt x="1295400" y="771525"/>
                </a:lnTo>
                <a:lnTo>
                  <a:pt x="1285875" y="771525"/>
                </a:lnTo>
                <a:close/>
                <a:moveTo>
                  <a:pt x="66675" y="771525"/>
                </a:moveTo>
                <a:lnTo>
                  <a:pt x="85725" y="771525"/>
                </a:lnTo>
                <a:lnTo>
                  <a:pt x="85725" y="781050"/>
                </a:lnTo>
                <a:lnTo>
                  <a:pt x="66675" y="781050"/>
                </a:lnTo>
                <a:close/>
                <a:moveTo>
                  <a:pt x="114300" y="771525"/>
                </a:moveTo>
                <a:lnTo>
                  <a:pt x="123825" y="771525"/>
                </a:lnTo>
                <a:lnTo>
                  <a:pt x="123825" y="781050"/>
                </a:lnTo>
                <a:lnTo>
                  <a:pt x="114300" y="781050"/>
                </a:lnTo>
                <a:close/>
                <a:moveTo>
                  <a:pt x="571500" y="771525"/>
                </a:moveTo>
                <a:lnTo>
                  <a:pt x="581025" y="771525"/>
                </a:lnTo>
                <a:lnTo>
                  <a:pt x="581025" y="781050"/>
                </a:lnTo>
                <a:lnTo>
                  <a:pt x="571500" y="781050"/>
                </a:lnTo>
                <a:close/>
                <a:moveTo>
                  <a:pt x="1076325" y="771525"/>
                </a:moveTo>
                <a:lnTo>
                  <a:pt x="1085850" y="771525"/>
                </a:lnTo>
                <a:lnTo>
                  <a:pt x="1085850" y="781050"/>
                </a:lnTo>
                <a:lnTo>
                  <a:pt x="1076325" y="781050"/>
                </a:lnTo>
                <a:close/>
                <a:moveTo>
                  <a:pt x="1200150" y="771525"/>
                </a:moveTo>
                <a:lnTo>
                  <a:pt x="1209675" y="771525"/>
                </a:lnTo>
                <a:lnTo>
                  <a:pt x="1209675" y="800100"/>
                </a:lnTo>
                <a:lnTo>
                  <a:pt x="1200150" y="800100"/>
                </a:lnTo>
                <a:close/>
                <a:moveTo>
                  <a:pt x="1295400" y="771525"/>
                </a:moveTo>
                <a:lnTo>
                  <a:pt x="1304925" y="771525"/>
                </a:lnTo>
                <a:lnTo>
                  <a:pt x="1304925" y="781050"/>
                </a:lnTo>
                <a:lnTo>
                  <a:pt x="1295400" y="781050"/>
                </a:lnTo>
                <a:close/>
                <a:moveTo>
                  <a:pt x="1790700" y="771525"/>
                </a:moveTo>
                <a:lnTo>
                  <a:pt x="1800225" y="771525"/>
                </a:lnTo>
                <a:lnTo>
                  <a:pt x="1800225" y="781050"/>
                </a:lnTo>
                <a:lnTo>
                  <a:pt x="1790700" y="781050"/>
                </a:lnTo>
                <a:close/>
                <a:moveTo>
                  <a:pt x="9525" y="781050"/>
                </a:moveTo>
                <a:lnTo>
                  <a:pt x="38100" y="781050"/>
                </a:lnTo>
                <a:lnTo>
                  <a:pt x="38100" y="790575"/>
                </a:lnTo>
                <a:lnTo>
                  <a:pt x="9525" y="790575"/>
                </a:lnTo>
                <a:close/>
                <a:moveTo>
                  <a:pt x="133350" y="781050"/>
                </a:moveTo>
                <a:lnTo>
                  <a:pt x="142875" y="781050"/>
                </a:lnTo>
                <a:lnTo>
                  <a:pt x="142875" y="790575"/>
                </a:lnTo>
                <a:lnTo>
                  <a:pt x="133350" y="790575"/>
                </a:lnTo>
                <a:close/>
                <a:moveTo>
                  <a:pt x="561975" y="781050"/>
                </a:moveTo>
                <a:lnTo>
                  <a:pt x="571500" y="781050"/>
                </a:lnTo>
                <a:lnTo>
                  <a:pt x="571500" y="790575"/>
                </a:lnTo>
                <a:lnTo>
                  <a:pt x="561975" y="790575"/>
                </a:lnTo>
                <a:close/>
                <a:moveTo>
                  <a:pt x="628650" y="781050"/>
                </a:moveTo>
                <a:lnTo>
                  <a:pt x="638175" y="781050"/>
                </a:lnTo>
                <a:lnTo>
                  <a:pt x="638175" y="790575"/>
                </a:lnTo>
                <a:lnTo>
                  <a:pt x="628650" y="790575"/>
                </a:lnTo>
                <a:close/>
                <a:moveTo>
                  <a:pt x="1085850" y="781050"/>
                </a:moveTo>
                <a:lnTo>
                  <a:pt x="1095375" y="781050"/>
                </a:lnTo>
                <a:lnTo>
                  <a:pt x="1095375" y="790575"/>
                </a:lnTo>
                <a:lnTo>
                  <a:pt x="1085850" y="790575"/>
                </a:lnTo>
                <a:close/>
                <a:moveTo>
                  <a:pt x="1733550" y="781050"/>
                </a:moveTo>
                <a:lnTo>
                  <a:pt x="1743075" y="781050"/>
                </a:lnTo>
                <a:lnTo>
                  <a:pt x="1743075" y="790575"/>
                </a:lnTo>
                <a:lnTo>
                  <a:pt x="1733550" y="790575"/>
                </a:lnTo>
                <a:close/>
                <a:moveTo>
                  <a:pt x="1838325" y="781050"/>
                </a:moveTo>
                <a:lnTo>
                  <a:pt x="1866900" y="781050"/>
                </a:lnTo>
                <a:lnTo>
                  <a:pt x="1866900" y="790575"/>
                </a:lnTo>
                <a:lnTo>
                  <a:pt x="1838325" y="790575"/>
                </a:lnTo>
                <a:close/>
                <a:moveTo>
                  <a:pt x="2028825" y="781050"/>
                </a:moveTo>
                <a:lnTo>
                  <a:pt x="2057400" y="781050"/>
                </a:lnTo>
                <a:lnTo>
                  <a:pt x="2057400" y="790575"/>
                </a:lnTo>
                <a:lnTo>
                  <a:pt x="2028825" y="790575"/>
                </a:lnTo>
                <a:close/>
                <a:moveTo>
                  <a:pt x="152400" y="790575"/>
                </a:moveTo>
                <a:lnTo>
                  <a:pt x="161925" y="790575"/>
                </a:lnTo>
                <a:lnTo>
                  <a:pt x="161925" y="800100"/>
                </a:lnTo>
                <a:lnTo>
                  <a:pt x="152400" y="800100"/>
                </a:lnTo>
                <a:close/>
                <a:moveTo>
                  <a:pt x="276225" y="790575"/>
                </a:moveTo>
                <a:lnTo>
                  <a:pt x="285750" y="790575"/>
                </a:lnTo>
                <a:lnTo>
                  <a:pt x="285750" y="800100"/>
                </a:lnTo>
                <a:lnTo>
                  <a:pt x="276225" y="800100"/>
                </a:lnTo>
                <a:close/>
                <a:moveTo>
                  <a:pt x="590550" y="790575"/>
                </a:moveTo>
                <a:lnTo>
                  <a:pt x="600075" y="790575"/>
                </a:lnTo>
                <a:lnTo>
                  <a:pt x="600075" y="800100"/>
                </a:lnTo>
                <a:lnTo>
                  <a:pt x="590550" y="800100"/>
                </a:lnTo>
                <a:close/>
                <a:moveTo>
                  <a:pt x="942975" y="790575"/>
                </a:moveTo>
                <a:lnTo>
                  <a:pt x="952500" y="790575"/>
                </a:lnTo>
                <a:lnTo>
                  <a:pt x="952500" y="809625"/>
                </a:lnTo>
                <a:lnTo>
                  <a:pt x="942975" y="809625"/>
                </a:lnTo>
                <a:close/>
                <a:moveTo>
                  <a:pt x="1038225" y="790575"/>
                </a:moveTo>
                <a:lnTo>
                  <a:pt x="1047750" y="790575"/>
                </a:lnTo>
                <a:lnTo>
                  <a:pt x="1047750" y="809625"/>
                </a:lnTo>
                <a:lnTo>
                  <a:pt x="1038225" y="809625"/>
                </a:lnTo>
                <a:close/>
                <a:moveTo>
                  <a:pt x="1266825" y="790575"/>
                </a:moveTo>
                <a:lnTo>
                  <a:pt x="1276350" y="790575"/>
                </a:lnTo>
                <a:lnTo>
                  <a:pt x="1276350" y="809625"/>
                </a:lnTo>
                <a:lnTo>
                  <a:pt x="1285875" y="809625"/>
                </a:lnTo>
                <a:lnTo>
                  <a:pt x="1285875" y="828675"/>
                </a:lnTo>
                <a:lnTo>
                  <a:pt x="1276350" y="828675"/>
                </a:lnTo>
                <a:lnTo>
                  <a:pt x="1276350" y="819150"/>
                </a:lnTo>
                <a:lnTo>
                  <a:pt x="1266825" y="819150"/>
                </a:lnTo>
                <a:close/>
                <a:moveTo>
                  <a:pt x="1590675" y="790575"/>
                </a:moveTo>
                <a:lnTo>
                  <a:pt x="1600200" y="790575"/>
                </a:lnTo>
                <a:lnTo>
                  <a:pt x="1600200" y="809625"/>
                </a:lnTo>
                <a:lnTo>
                  <a:pt x="1590675" y="809625"/>
                </a:lnTo>
                <a:close/>
                <a:moveTo>
                  <a:pt x="1714500" y="790575"/>
                </a:moveTo>
                <a:lnTo>
                  <a:pt x="1724025" y="790575"/>
                </a:lnTo>
                <a:lnTo>
                  <a:pt x="1724025" y="800100"/>
                </a:lnTo>
                <a:lnTo>
                  <a:pt x="1714500" y="800100"/>
                </a:lnTo>
                <a:close/>
                <a:moveTo>
                  <a:pt x="66675" y="800100"/>
                </a:moveTo>
                <a:lnTo>
                  <a:pt x="85725" y="800100"/>
                </a:lnTo>
                <a:lnTo>
                  <a:pt x="85725" y="809625"/>
                </a:lnTo>
                <a:lnTo>
                  <a:pt x="66675" y="809625"/>
                </a:lnTo>
                <a:close/>
                <a:moveTo>
                  <a:pt x="304800" y="800100"/>
                </a:moveTo>
                <a:lnTo>
                  <a:pt x="314325" y="800100"/>
                </a:lnTo>
                <a:lnTo>
                  <a:pt x="314325" y="809625"/>
                </a:lnTo>
                <a:lnTo>
                  <a:pt x="304800" y="809625"/>
                </a:lnTo>
                <a:close/>
                <a:moveTo>
                  <a:pt x="552450" y="800100"/>
                </a:moveTo>
                <a:lnTo>
                  <a:pt x="561975" y="800100"/>
                </a:lnTo>
                <a:lnTo>
                  <a:pt x="561975" y="809625"/>
                </a:lnTo>
                <a:lnTo>
                  <a:pt x="552450" y="809625"/>
                </a:lnTo>
                <a:close/>
                <a:moveTo>
                  <a:pt x="581025" y="800100"/>
                </a:moveTo>
                <a:lnTo>
                  <a:pt x="590550" y="800100"/>
                </a:lnTo>
                <a:lnTo>
                  <a:pt x="590550" y="809625"/>
                </a:lnTo>
                <a:lnTo>
                  <a:pt x="581025" y="809625"/>
                </a:lnTo>
                <a:close/>
                <a:moveTo>
                  <a:pt x="619125" y="800100"/>
                </a:moveTo>
                <a:lnTo>
                  <a:pt x="628650" y="800100"/>
                </a:lnTo>
                <a:lnTo>
                  <a:pt x="628650" y="809625"/>
                </a:lnTo>
                <a:lnTo>
                  <a:pt x="619125" y="809625"/>
                </a:lnTo>
                <a:close/>
                <a:moveTo>
                  <a:pt x="971550" y="800100"/>
                </a:moveTo>
                <a:lnTo>
                  <a:pt x="981075" y="800100"/>
                </a:lnTo>
                <a:lnTo>
                  <a:pt x="981075" y="809625"/>
                </a:lnTo>
                <a:lnTo>
                  <a:pt x="971550" y="809625"/>
                </a:lnTo>
                <a:close/>
                <a:moveTo>
                  <a:pt x="1228725" y="800100"/>
                </a:moveTo>
                <a:lnTo>
                  <a:pt x="1247775" y="800100"/>
                </a:lnTo>
                <a:lnTo>
                  <a:pt x="1247775" y="819150"/>
                </a:lnTo>
                <a:lnTo>
                  <a:pt x="1238250" y="819150"/>
                </a:lnTo>
                <a:lnTo>
                  <a:pt x="1238250" y="809625"/>
                </a:lnTo>
                <a:lnTo>
                  <a:pt x="1228725" y="809625"/>
                </a:lnTo>
                <a:close/>
                <a:moveTo>
                  <a:pt x="1695450" y="800100"/>
                </a:moveTo>
                <a:lnTo>
                  <a:pt x="1704975" y="800100"/>
                </a:lnTo>
                <a:lnTo>
                  <a:pt x="1704975" y="809625"/>
                </a:lnTo>
                <a:lnTo>
                  <a:pt x="1695450" y="809625"/>
                </a:lnTo>
                <a:close/>
                <a:moveTo>
                  <a:pt x="1752600" y="800100"/>
                </a:moveTo>
                <a:lnTo>
                  <a:pt x="1762125" y="800100"/>
                </a:lnTo>
                <a:lnTo>
                  <a:pt x="1762125" y="809625"/>
                </a:lnTo>
                <a:lnTo>
                  <a:pt x="1752600" y="809625"/>
                </a:lnTo>
                <a:close/>
                <a:moveTo>
                  <a:pt x="1800225" y="800100"/>
                </a:moveTo>
                <a:lnTo>
                  <a:pt x="1809750" y="800100"/>
                </a:lnTo>
                <a:lnTo>
                  <a:pt x="1809750" y="809625"/>
                </a:lnTo>
                <a:lnTo>
                  <a:pt x="1800225" y="809625"/>
                </a:lnTo>
                <a:close/>
                <a:moveTo>
                  <a:pt x="0" y="809625"/>
                </a:moveTo>
                <a:lnTo>
                  <a:pt x="28575" y="809625"/>
                </a:lnTo>
                <a:lnTo>
                  <a:pt x="28575" y="819150"/>
                </a:lnTo>
                <a:lnTo>
                  <a:pt x="0" y="819150"/>
                </a:lnTo>
                <a:close/>
                <a:moveTo>
                  <a:pt x="133350" y="809625"/>
                </a:moveTo>
                <a:lnTo>
                  <a:pt x="142875" y="809625"/>
                </a:lnTo>
                <a:lnTo>
                  <a:pt x="142875" y="819150"/>
                </a:lnTo>
                <a:lnTo>
                  <a:pt x="133350" y="819150"/>
                </a:lnTo>
                <a:close/>
                <a:moveTo>
                  <a:pt x="180975" y="809625"/>
                </a:moveTo>
                <a:lnTo>
                  <a:pt x="190500" y="809625"/>
                </a:lnTo>
                <a:lnTo>
                  <a:pt x="190500" y="819150"/>
                </a:lnTo>
                <a:lnTo>
                  <a:pt x="180975" y="819150"/>
                </a:lnTo>
                <a:close/>
                <a:moveTo>
                  <a:pt x="790575" y="809625"/>
                </a:moveTo>
                <a:lnTo>
                  <a:pt x="800100" y="809625"/>
                </a:lnTo>
                <a:lnTo>
                  <a:pt x="800100" y="819150"/>
                </a:lnTo>
                <a:lnTo>
                  <a:pt x="790575" y="819150"/>
                </a:lnTo>
                <a:close/>
                <a:moveTo>
                  <a:pt x="828675" y="809625"/>
                </a:moveTo>
                <a:lnTo>
                  <a:pt x="838200" y="809625"/>
                </a:lnTo>
                <a:lnTo>
                  <a:pt x="838200" y="819150"/>
                </a:lnTo>
                <a:lnTo>
                  <a:pt x="828675" y="819150"/>
                </a:lnTo>
                <a:close/>
                <a:moveTo>
                  <a:pt x="1085850" y="809625"/>
                </a:moveTo>
                <a:lnTo>
                  <a:pt x="1095375" y="809625"/>
                </a:lnTo>
                <a:lnTo>
                  <a:pt x="1095375" y="819150"/>
                </a:lnTo>
                <a:lnTo>
                  <a:pt x="1085850" y="819150"/>
                </a:lnTo>
                <a:close/>
                <a:moveTo>
                  <a:pt x="1733550" y="809625"/>
                </a:moveTo>
                <a:lnTo>
                  <a:pt x="1743075" y="809625"/>
                </a:lnTo>
                <a:lnTo>
                  <a:pt x="1743075" y="819150"/>
                </a:lnTo>
                <a:lnTo>
                  <a:pt x="1733550" y="819150"/>
                </a:lnTo>
                <a:close/>
                <a:moveTo>
                  <a:pt x="1857375" y="809625"/>
                </a:moveTo>
                <a:lnTo>
                  <a:pt x="1876425" y="809625"/>
                </a:lnTo>
                <a:lnTo>
                  <a:pt x="1876425" y="819150"/>
                </a:lnTo>
                <a:lnTo>
                  <a:pt x="1857375" y="819150"/>
                </a:lnTo>
                <a:close/>
                <a:moveTo>
                  <a:pt x="2009775" y="809625"/>
                </a:moveTo>
                <a:lnTo>
                  <a:pt x="2028825" y="809625"/>
                </a:lnTo>
                <a:lnTo>
                  <a:pt x="2028825" y="819150"/>
                </a:lnTo>
                <a:lnTo>
                  <a:pt x="2009775" y="819150"/>
                </a:lnTo>
                <a:close/>
                <a:moveTo>
                  <a:pt x="152400" y="819150"/>
                </a:moveTo>
                <a:lnTo>
                  <a:pt x="161925" y="819150"/>
                </a:lnTo>
                <a:lnTo>
                  <a:pt x="161925" y="828675"/>
                </a:lnTo>
                <a:lnTo>
                  <a:pt x="152400" y="828675"/>
                </a:lnTo>
                <a:close/>
                <a:moveTo>
                  <a:pt x="200025" y="819150"/>
                </a:moveTo>
                <a:lnTo>
                  <a:pt x="209550" y="819150"/>
                </a:lnTo>
                <a:lnTo>
                  <a:pt x="209550" y="828675"/>
                </a:lnTo>
                <a:lnTo>
                  <a:pt x="200025" y="828675"/>
                </a:lnTo>
                <a:close/>
                <a:moveTo>
                  <a:pt x="600075" y="819150"/>
                </a:moveTo>
                <a:lnTo>
                  <a:pt x="609600" y="819150"/>
                </a:lnTo>
                <a:lnTo>
                  <a:pt x="609600" y="828675"/>
                </a:lnTo>
                <a:lnTo>
                  <a:pt x="600075" y="828675"/>
                </a:lnTo>
                <a:close/>
                <a:moveTo>
                  <a:pt x="800100" y="819150"/>
                </a:moveTo>
                <a:lnTo>
                  <a:pt x="828675" y="819150"/>
                </a:lnTo>
                <a:lnTo>
                  <a:pt x="828675" y="828675"/>
                </a:lnTo>
                <a:lnTo>
                  <a:pt x="800100" y="828675"/>
                </a:lnTo>
                <a:close/>
                <a:moveTo>
                  <a:pt x="1076325" y="819150"/>
                </a:moveTo>
                <a:lnTo>
                  <a:pt x="1085850" y="819150"/>
                </a:lnTo>
                <a:lnTo>
                  <a:pt x="1085850" y="828675"/>
                </a:lnTo>
                <a:lnTo>
                  <a:pt x="1076325" y="828675"/>
                </a:lnTo>
                <a:close/>
                <a:moveTo>
                  <a:pt x="1666875" y="819150"/>
                </a:moveTo>
                <a:lnTo>
                  <a:pt x="1676400" y="819150"/>
                </a:lnTo>
                <a:lnTo>
                  <a:pt x="1676400" y="828675"/>
                </a:lnTo>
                <a:lnTo>
                  <a:pt x="1666875" y="828675"/>
                </a:lnTo>
                <a:close/>
                <a:moveTo>
                  <a:pt x="219075" y="828675"/>
                </a:moveTo>
                <a:lnTo>
                  <a:pt x="228600" y="828675"/>
                </a:lnTo>
                <a:lnTo>
                  <a:pt x="228600" y="838200"/>
                </a:lnTo>
                <a:lnTo>
                  <a:pt x="219075" y="838200"/>
                </a:lnTo>
                <a:close/>
                <a:moveTo>
                  <a:pt x="285750" y="828675"/>
                </a:moveTo>
                <a:lnTo>
                  <a:pt x="295275" y="828675"/>
                </a:lnTo>
                <a:lnTo>
                  <a:pt x="295275" y="838200"/>
                </a:lnTo>
                <a:lnTo>
                  <a:pt x="285750" y="838200"/>
                </a:lnTo>
                <a:close/>
                <a:moveTo>
                  <a:pt x="314325" y="828675"/>
                </a:moveTo>
                <a:lnTo>
                  <a:pt x="323850" y="828675"/>
                </a:lnTo>
                <a:lnTo>
                  <a:pt x="323850" y="838200"/>
                </a:lnTo>
                <a:lnTo>
                  <a:pt x="314325" y="838200"/>
                </a:lnTo>
                <a:close/>
                <a:moveTo>
                  <a:pt x="609600" y="828675"/>
                </a:moveTo>
                <a:lnTo>
                  <a:pt x="619125" y="828675"/>
                </a:lnTo>
                <a:lnTo>
                  <a:pt x="619125" y="838200"/>
                </a:lnTo>
                <a:lnTo>
                  <a:pt x="609600" y="838200"/>
                </a:lnTo>
                <a:close/>
                <a:moveTo>
                  <a:pt x="952500" y="828675"/>
                </a:moveTo>
                <a:lnTo>
                  <a:pt x="962025" y="828675"/>
                </a:lnTo>
                <a:lnTo>
                  <a:pt x="962025" y="838200"/>
                </a:lnTo>
                <a:lnTo>
                  <a:pt x="952500" y="838200"/>
                </a:lnTo>
                <a:close/>
                <a:moveTo>
                  <a:pt x="981075" y="828675"/>
                </a:moveTo>
                <a:lnTo>
                  <a:pt x="990600" y="828675"/>
                </a:lnTo>
                <a:lnTo>
                  <a:pt x="990600" y="838200"/>
                </a:lnTo>
                <a:lnTo>
                  <a:pt x="981075" y="838200"/>
                </a:lnTo>
                <a:close/>
                <a:moveTo>
                  <a:pt x="1285875" y="828675"/>
                </a:moveTo>
                <a:lnTo>
                  <a:pt x="1295400" y="828675"/>
                </a:lnTo>
                <a:lnTo>
                  <a:pt x="1295400" y="847725"/>
                </a:lnTo>
                <a:lnTo>
                  <a:pt x="1285875" y="847725"/>
                </a:lnTo>
                <a:close/>
                <a:moveTo>
                  <a:pt x="1552575" y="828675"/>
                </a:moveTo>
                <a:lnTo>
                  <a:pt x="1562100" y="828675"/>
                </a:lnTo>
                <a:lnTo>
                  <a:pt x="1562100" y="838200"/>
                </a:lnTo>
                <a:lnTo>
                  <a:pt x="1552575" y="838200"/>
                </a:lnTo>
                <a:close/>
                <a:moveTo>
                  <a:pt x="1581150" y="828675"/>
                </a:moveTo>
                <a:lnTo>
                  <a:pt x="1590675" y="828675"/>
                </a:lnTo>
                <a:lnTo>
                  <a:pt x="1590675" y="838200"/>
                </a:lnTo>
                <a:lnTo>
                  <a:pt x="1581150" y="838200"/>
                </a:lnTo>
                <a:close/>
                <a:moveTo>
                  <a:pt x="1647825" y="828675"/>
                </a:moveTo>
                <a:lnTo>
                  <a:pt x="1657350" y="828675"/>
                </a:lnTo>
                <a:lnTo>
                  <a:pt x="1657350" y="838200"/>
                </a:lnTo>
                <a:lnTo>
                  <a:pt x="1647825" y="838200"/>
                </a:lnTo>
                <a:close/>
                <a:moveTo>
                  <a:pt x="666750" y="838200"/>
                </a:moveTo>
                <a:lnTo>
                  <a:pt x="676275" y="838200"/>
                </a:lnTo>
                <a:lnTo>
                  <a:pt x="676275" y="857250"/>
                </a:lnTo>
                <a:lnTo>
                  <a:pt x="666750" y="857250"/>
                </a:lnTo>
                <a:close/>
                <a:moveTo>
                  <a:pt x="1628775" y="838200"/>
                </a:moveTo>
                <a:lnTo>
                  <a:pt x="1638300" y="838200"/>
                </a:lnTo>
                <a:lnTo>
                  <a:pt x="1638300" y="847725"/>
                </a:lnTo>
                <a:lnTo>
                  <a:pt x="1628775" y="847725"/>
                </a:lnTo>
                <a:close/>
                <a:moveTo>
                  <a:pt x="1685925" y="838200"/>
                </a:moveTo>
                <a:lnTo>
                  <a:pt x="1695450" y="838200"/>
                </a:lnTo>
                <a:lnTo>
                  <a:pt x="1695450" y="847725"/>
                </a:lnTo>
                <a:lnTo>
                  <a:pt x="1685925" y="847725"/>
                </a:lnTo>
                <a:close/>
                <a:moveTo>
                  <a:pt x="200025" y="847725"/>
                </a:moveTo>
                <a:lnTo>
                  <a:pt x="209550" y="847725"/>
                </a:lnTo>
                <a:lnTo>
                  <a:pt x="209550" y="857250"/>
                </a:lnTo>
                <a:lnTo>
                  <a:pt x="200025" y="857250"/>
                </a:lnTo>
                <a:close/>
                <a:moveTo>
                  <a:pt x="1666875" y="847725"/>
                </a:moveTo>
                <a:lnTo>
                  <a:pt x="1676400" y="847725"/>
                </a:lnTo>
                <a:lnTo>
                  <a:pt x="1676400" y="857250"/>
                </a:lnTo>
                <a:lnTo>
                  <a:pt x="1666875" y="857250"/>
                </a:lnTo>
                <a:close/>
                <a:moveTo>
                  <a:pt x="266700" y="857250"/>
                </a:moveTo>
                <a:lnTo>
                  <a:pt x="276225" y="857250"/>
                </a:lnTo>
                <a:lnTo>
                  <a:pt x="276225" y="866775"/>
                </a:lnTo>
                <a:lnTo>
                  <a:pt x="266700" y="866775"/>
                </a:lnTo>
                <a:close/>
                <a:moveTo>
                  <a:pt x="295275" y="857250"/>
                </a:moveTo>
                <a:lnTo>
                  <a:pt x="304800" y="857250"/>
                </a:lnTo>
                <a:lnTo>
                  <a:pt x="304800" y="866775"/>
                </a:lnTo>
                <a:lnTo>
                  <a:pt x="295275" y="866775"/>
                </a:lnTo>
                <a:close/>
                <a:moveTo>
                  <a:pt x="323850" y="857250"/>
                </a:moveTo>
                <a:lnTo>
                  <a:pt x="333375" y="857250"/>
                </a:lnTo>
                <a:lnTo>
                  <a:pt x="333375" y="866775"/>
                </a:lnTo>
                <a:lnTo>
                  <a:pt x="323850" y="866775"/>
                </a:lnTo>
                <a:close/>
                <a:moveTo>
                  <a:pt x="581025" y="857250"/>
                </a:moveTo>
                <a:lnTo>
                  <a:pt x="590550" y="857250"/>
                </a:lnTo>
                <a:lnTo>
                  <a:pt x="590550" y="866775"/>
                </a:lnTo>
                <a:lnTo>
                  <a:pt x="581025" y="866775"/>
                </a:lnTo>
                <a:close/>
                <a:moveTo>
                  <a:pt x="638175" y="857250"/>
                </a:moveTo>
                <a:lnTo>
                  <a:pt x="647700" y="857250"/>
                </a:lnTo>
                <a:lnTo>
                  <a:pt x="647700" y="876300"/>
                </a:lnTo>
                <a:lnTo>
                  <a:pt x="638175" y="876300"/>
                </a:lnTo>
                <a:close/>
                <a:moveTo>
                  <a:pt x="962025" y="857250"/>
                </a:moveTo>
                <a:lnTo>
                  <a:pt x="971550" y="857250"/>
                </a:lnTo>
                <a:lnTo>
                  <a:pt x="971550" y="866775"/>
                </a:lnTo>
                <a:lnTo>
                  <a:pt x="962025" y="866775"/>
                </a:lnTo>
                <a:close/>
                <a:moveTo>
                  <a:pt x="990600" y="857250"/>
                </a:moveTo>
                <a:lnTo>
                  <a:pt x="1000125" y="857250"/>
                </a:lnTo>
                <a:lnTo>
                  <a:pt x="1000125" y="866775"/>
                </a:lnTo>
                <a:lnTo>
                  <a:pt x="990600" y="866775"/>
                </a:lnTo>
                <a:close/>
                <a:moveTo>
                  <a:pt x="285750" y="866775"/>
                </a:moveTo>
                <a:lnTo>
                  <a:pt x="295275" y="866775"/>
                </a:lnTo>
                <a:lnTo>
                  <a:pt x="295275" y="876300"/>
                </a:lnTo>
                <a:lnTo>
                  <a:pt x="285750" y="876300"/>
                </a:lnTo>
                <a:close/>
                <a:moveTo>
                  <a:pt x="590550" y="876300"/>
                </a:moveTo>
                <a:lnTo>
                  <a:pt x="600075" y="876300"/>
                </a:lnTo>
                <a:lnTo>
                  <a:pt x="600075" y="885825"/>
                </a:lnTo>
                <a:lnTo>
                  <a:pt x="590550" y="885825"/>
                </a:lnTo>
                <a:close/>
                <a:moveTo>
                  <a:pt x="1304925" y="876300"/>
                </a:moveTo>
                <a:lnTo>
                  <a:pt x="1314450" y="876300"/>
                </a:lnTo>
                <a:lnTo>
                  <a:pt x="1314450" y="885825"/>
                </a:lnTo>
                <a:lnTo>
                  <a:pt x="1304925" y="885825"/>
                </a:lnTo>
                <a:close/>
                <a:moveTo>
                  <a:pt x="1533525" y="876300"/>
                </a:moveTo>
                <a:lnTo>
                  <a:pt x="1543050" y="876300"/>
                </a:lnTo>
                <a:lnTo>
                  <a:pt x="1543050" y="895350"/>
                </a:lnTo>
                <a:lnTo>
                  <a:pt x="1533525" y="895350"/>
                </a:lnTo>
                <a:close/>
                <a:moveTo>
                  <a:pt x="1619250" y="876300"/>
                </a:moveTo>
                <a:lnTo>
                  <a:pt x="1628775" y="876300"/>
                </a:lnTo>
                <a:lnTo>
                  <a:pt x="1628775" y="885825"/>
                </a:lnTo>
                <a:lnTo>
                  <a:pt x="1619250" y="885825"/>
                </a:lnTo>
                <a:close/>
                <a:moveTo>
                  <a:pt x="333375" y="885825"/>
                </a:moveTo>
                <a:lnTo>
                  <a:pt x="342900" y="885825"/>
                </a:lnTo>
                <a:lnTo>
                  <a:pt x="342900" y="904875"/>
                </a:lnTo>
                <a:lnTo>
                  <a:pt x="333375" y="904875"/>
                </a:lnTo>
                <a:lnTo>
                  <a:pt x="333375" y="914400"/>
                </a:lnTo>
                <a:lnTo>
                  <a:pt x="314325" y="914400"/>
                </a:lnTo>
                <a:lnTo>
                  <a:pt x="314325" y="904875"/>
                </a:lnTo>
                <a:lnTo>
                  <a:pt x="323850" y="904875"/>
                </a:lnTo>
                <a:lnTo>
                  <a:pt x="323850" y="895350"/>
                </a:lnTo>
                <a:lnTo>
                  <a:pt x="333375" y="895350"/>
                </a:lnTo>
                <a:close/>
                <a:moveTo>
                  <a:pt x="600075" y="885825"/>
                </a:moveTo>
                <a:lnTo>
                  <a:pt x="609600" y="885825"/>
                </a:lnTo>
                <a:lnTo>
                  <a:pt x="609600" y="895350"/>
                </a:lnTo>
                <a:lnTo>
                  <a:pt x="600075" y="895350"/>
                </a:lnTo>
                <a:close/>
                <a:moveTo>
                  <a:pt x="1219200" y="885825"/>
                </a:moveTo>
                <a:lnTo>
                  <a:pt x="1228725" y="885825"/>
                </a:lnTo>
                <a:lnTo>
                  <a:pt x="1228725" y="895350"/>
                </a:lnTo>
                <a:lnTo>
                  <a:pt x="1219200" y="895350"/>
                </a:lnTo>
                <a:close/>
                <a:moveTo>
                  <a:pt x="1600200" y="885825"/>
                </a:moveTo>
                <a:lnTo>
                  <a:pt x="1609725" y="885825"/>
                </a:lnTo>
                <a:lnTo>
                  <a:pt x="1609725" y="895350"/>
                </a:lnTo>
                <a:lnTo>
                  <a:pt x="1600200" y="895350"/>
                </a:lnTo>
                <a:close/>
                <a:moveTo>
                  <a:pt x="609600" y="895350"/>
                </a:moveTo>
                <a:lnTo>
                  <a:pt x="619125" y="895350"/>
                </a:lnTo>
                <a:lnTo>
                  <a:pt x="619125" y="904875"/>
                </a:lnTo>
                <a:lnTo>
                  <a:pt x="609600" y="904875"/>
                </a:lnTo>
                <a:close/>
                <a:moveTo>
                  <a:pt x="1190625" y="895350"/>
                </a:moveTo>
                <a:lnTo>
                  <a:pt x="1200150" y="895350"/>
                </a:lnTo>
                <a:lnTo>
                  <a:pt x="1200150" y="904875"/>
                </a:lnTo>
                <a:lnTo>
                  <a:pt x="1190625" y="904875"/>
                </a:lnTo>
                <a:close/>
                <a:moveTo>
                  <a:pt x="628650" y="904875"/>
                </a:moveTo>
                <a:lnTo>
                  <a:pt x="638175" y="904875"/>
                </a:lnTo>
                <a:lnTo>
                  <a:pt x="638175" y="914400"/>
                </a:lnTo>
                <a:lnTo>
                  <a:pt x="628650" y="914400"/>
                </a:lnTo>
                <a:close/>
                <a:moveTo>
                  <a:pt x="990600" y="904875"/>
                </a:moveTo>
                <a:lnTo>
                  <a:pt x="1000125" y="904875"/>
                </a:lnTo>
                <a:lnTo>
                  <a:pt x="1000125" y="914400"/>
                </a:lnTo>
                <a:lnTo>
                  <a:pt x="990600" y="914400"/>
                </a:lnTo>
                <a:close/>
                <a:moveTo>
                  <a:pt x="590550" y="914400"/>
                </a:moveTo>
                <a:lnTo>
                  <a:pt x="600075" y="914400"/>
                </a:lnTo>
                <a:lnTo>
                  <a:pt x="600075" y="923925"/>
                </a:lnTo>
                <a:lnTo>
                  <a:pt x="590550" y="923925"/>
                </a:lnTo>
                <a:close/>
                <a:moveTo>
                  <a:pt x="676275" y="914400"/>
                </a:moveTo>
                <a:lnTo>
                  <a:pt x="685800" y="914400"/>
                </a:lnTo>
                <a:lnTo>
                  <a:pt x="685800" y="923925"/>
                </a:lnTo>
                <a:lnTo>
                  <a:pt x="676275" y="923925"/>
                </a:lnTo>
                <a:close/>
                <a:moveTo>
                  <a:pt x="923925" y="914400"/>
                </a:moveTo>
                <a:lnTo>
                  <a:pt x="933450" y="914400"/>
                </a:lnTo>
                <a:lnTo>
                  <a:pt x="933450" y="923925"/>
                </a:lnTo>
                <a:lnTo>
                  <a:pt x="923925" y="923925"/>
                </a:lnTo>
                <a:close/>
                <a:moveTo>
                  <a:pt x="981075" y="914400"/>
                </a:moveTo>
                <a:lnTo>
                  <a:pt x="990600" y="914400"/>
                </a:lnTo>
                <a:lnTo>
                  <a:pt x="990600" y="923925"/>
                </a:lnTo>
                <a:lnTo>
                  <a:pt x="981075" y="923925"/>
                </a:lnTo>
                <a:close/>
                <a:moveTo>
                  <a:pt x="962025" y="923925"/>
                </a:moveTo>
                <a:lnTo>
                  <a:pt x="971550" y="923925"/>
                </a:lnTo>
                <a:lnTo>
                  <a:pt x="971550" y="933450"/>
                </a:lnTo>
                <a:lnTo>
                  <a:pt x="962025" y="933450"/>
                </a:lnTo>
                <a:close/>
                <a:moveTo>
                  <a:pt x="1257300" y="923925"/>
                </a:moveTo>
                <a:lnTo>
                  <a:pt x="1266825" y="923925"/>
                </a:lnTo>
                <a:lnTo>
                  <a:pt x="1266825" y="933450"/>
                </a:lnTo>
                <a:lnTo>
                  <a:pt x="1257300" y="933450"/>
                </a:lnTo>
                <a:close/>
                <a:moveTo>
                  <a:pt x="628650" y="933450"/>
                </a:moveTo>
                <a:lnTo>
                  <a:pt x="638175" y="933450"/>
                </a:lnTo>
                <a:lnTo>
                  <a:pt x="638175" y="942975"/>
                </a:lnTo>
                <a:lnTo>
                  <a:pt x="628650" y="942975"/>
                </a:lnTo>
                <a:close/>
                <a:moveTo>
                  <a:pt x="1238250" y="933450"/>
                </a:moveTo>
                <a:lnTo>
                  <a:pt x="1247775" y="933450"/>
                </a:lnTo>
                <a:lnTo>
                  <a:pt x="1247775" y="942975"/>
                </a:lnTo>
                <a:lnTo>
                  <a:pt x="1238250" y="942975"/>
                </a:lnTo>
                <a:close/>
                <a:moveTo>
                  <a:pt x="1219200" y="942975"/>
                </a:moveTo>
                <a:lnTo>
                  <a:pt x="1228725" y="942975"/>
                </a:lnTo>
                <a:lnTo>
                  <a:pt x="1228725" y="952500"/>
                </a:lnTo>
                <a:lnTo>
                  <a:pt x="1219200" y="952500"/>
                </a:lnTo>
                <a:close/>
                <a:moveTo>
                  <a:pt x="1181100" y="952500"/>
                </a:moveTo>
                <a:lnTo>
                  <a:pt x="1190625" y="952500"/>
                </a:lnTo>
                <a:lnTo>
                  <a:pt x="1190625" y="962025"/>
                </a:lnTo>
                <a:lnTo>
                  <a:pt x="1181100" y="962025"/>
                </a:lnTo>
                <a:close/>
                <a:moveTo>
                  <a:pt x="1209675" y="952500"/>
                </a:moveTo>
                <a:lnTo>
                  <a:pt x="1219200" y="952500"/>
                </a:lnTo>
                <a:lnTo>
                  <a:pt x="1219200" y="962025"/>
                </a:lnTo>
                <a:lnTo>
                  <a:pt x="1209675" y="962025"/>
                </a:lnTo>
                <a:close/>
                <a:moveTo>
                  <a:pt x="657225" y="962025"/>
                </a:moveTo>
                <a:lnTo>
                  <a:pt x="666750" y="962025"/>
                </a:lnTo>
                <a:lnTo>
                  <a:pt x="666750" y="971550"/>
                </a:lnTo>
                <a:lnTo>
                  <a:pt x="657225" y="971550"/>
                </a:lnTo>
                <a:close/>
                <a:moveTo>
                  <a:pt x="685800" y="962025"/>
                </a:moveTo>
                <a:lnTo>
                  <a:pt x="695325" y="962025"/>
                </a:lnTo>
                <a:lnTo>
                  <a:pt x="695325" y="971550"/>
                </a:lnTo>
                <a:lnTo>
                  <a:pt x="685800" y="971550"/>
                </a:lnTo>
                <a:close/>
                <a:moveTo>
                  <a:pt x="942975" y="971550"/>
                </a:moveTo>
                <a:lnTo>
                  <a:pt x="952500" y="971550"/>
                </a:lnTo>
                <a:lnTo>
                  <a:pt x="952500" y="981075"/>
                </a:lnTo>
                <a:lnTo>
                  <a:pt x="942975" y="981075"/>
                </a:lnTo>
                <a:close/>
                <a:moveTo>
                  <a:pt x="981075" y="971550"/>
                </a:moveTo>
                <a:lnTo>
                  <a:pt x="990600" y="971550"/>
                </a:lnTo>
                <a:lnTo>
                  <a:pt x="990600" y="981075"/>
                </a:lnTo>
                <a:lnTo>
                  <a:pt x="981075" y="981075"/>
                </a:lnTo>
                <a:close/>
                <a:moveTo>
                  <a:pt x="1171575" y="981075"/>
                </a:moveTo>
                <a:lnTo>
                  <a:pt x="1181100" y="981075"/>
                </a:lnTo>
                <a:lnTo>
                  <a:pt x="1181100" y="990600"/>
                </a:lnTo>
                <a:lnTo>
                  <a:pt x="1171575" y="990600"/>
                </a:lnTo>
                <a:close/>
                <a:moveTo>
                  <a:pt x="695325" y="990600"/>
                </a:moveTo>
                <a:lnTo>
                  <a:pt x="704850" y="990600"/>
                </a:lnTo>
                <a:lnTo>
                  <a:pt x="704850" y="1000125"/>
                </a:lnTo>
                <a:lnTo>
                  <a:pt x="695325" y="1000125"/>
                </a:lnTo>
                <a:close/>
                <a:moveTo>
                  <a:pt x="1200150" y="990600"/>
                </a:moveTo>
                <a:lnTo>
                  <a:pt x="1209675" y="990600"/>
                </a:lnTo>
                <a:lnTo>
                  <a:pt x="1209675" y="1000125"/>
                </a:lnTo>
                <a:lnTo>
                  <a:pt x="1200150" y="1000125"/>
                </a:lnTo>
                <a:close/>
                <a:moveTo>
                  <a:pt x="704850" y="1009650"/>
                </a:moveTo>
                <a:lnTo>
                  <a:pt x="714375" y="1009650"/>
                </a:lnTo>
                <a:lnTo>
                  <a:pt x="714375" y="1019175"/>
                </a:lnTo>
                <a:lnTo>
                  <a:pt x="704850" y="1019175"/>
                </a:lnTo>
                <a:close/>
                <a:moveTo>
                  <a:pt x="914400" y="1009650"/>
                </a:moveTo>
                <a:lnTo>
                  <a:pt x="923925" y="1009650"/>
                </a:lnTo>
                <a:lnTo>
                  <a:pt x="923925" y="1019175"/>
                </a:lnTo>
                <a:lnTo>
                  <a:pt x="914400" y="1019175"/>
                </a:lnTo>
                <a:close/>
                <a:moveTo>
                  <a:pt x="676275" y="1019175"/>
                </a:moveTo>
                <a:lnTo>
                  <a:pt x="685800" y="1019175"/>
                </a:lnTo>
                <a:lnTo>
                  <a:pt x="685800" y="1028700"/>
                </a:lnTo>
                <a:lnTo>
                  <a:pt x="676275" y="1028700"/>
                </a:lnTo>
                <a:close/>
                <a:moveTo>
                  <a:pt x="904875" y="1019175"/>
                </a:moveTo>
                <a:lnTo>
                  <a:pt x="914400" y="1019175"/>
                </a:lnTo>
                <a:lnTo>
                  <a:pt x="914400" y="1028700"/>
                </a:lnTo>
                <a:lnTo>
                  <a:pt x="923925" y="1028700"/>
                </a:lnTo>
                <a:lnTo>
                  <a:pt x="923925" y="1038225"/>
                </a:lnTo>
                <a:lnTo>
                  <a:pt x="904875" y="1038225"/>
                </a:lnTo>
                <a:close/>
                <a:moveTo>
                  <a:pt x="714375" y="1028700"/>
                </a:moveTo>
                <a:lnTo>
                  <a:pt x="723900" y="1028700"/>
                </a:lnTo>
                <a:lnTo>
                  <a:pt x="723900" y="1038225"/>
                </a:lnTo>
                <a:lnTo>
                  <a:pt x="714375" y="1038225"/>
                </a:lnTo>
                <a:close/>
                <a:moveTo>
                  <a:pt x="685800" y="1038225"/>
                </a:moveTo>
                <a:lnTo>
                  <a:pt x="695325" y="1038225"/>
                </a:lnTo>
                <a:lnTo>
                  <a:pt x="695325" y="1047750"/>
                </a:lnTo>
                <a:lnTo>
                  <a:pt x="685800" y="1047750"/>
                </a:lnTo>
                <a:close/>
                <a:moveTo>
                  <a:pt x="1143000" y="1038225"/>
                </a:moveTo>
                <a:lnTo>
                  <a:pt x="1152525" y="1038225"/>
                </a:lnTo>
                <a:lnTo>
                  <a:pt x="1152525" y="1047750"/>
                </a:lnTo>
                <a:lnTo>
                  <a:pt x="1143000" y="1047750"/>
                </a:lnTo>
                <a:close/>
                <a:moveTo>
                  <a:pt x="962025" y="1047750"/>
                </a:moveTo>
                <a:lnTo>
                  <a:pt x="990600" y="1047750"/>
                </a:lnTo>
                <a:lnTo>
                  <a:pt x="990600" y="1057275"/>
                </a:lnTo>
                <a:lnTo>
                  <a:pt x="962025" y="1057275"/>
                </a:lnTo>
                <a:close/>
                <a:moveTo>
                  <a:pt x="1171575" y="1047750"/>
                </a:moveTo>
                <a:lnTo>
                  <a:pt x="1181100" y="1047750"/>
                </a:lnTo>
                <a:lnTo>
                  <a:pt x="1181100" y="1057275"/>
                </a:lnTo>
                <a:lnTo>
                  <a:pt x="1171575" y="1057275"/>
                </a:lnTo>
                <a:close/>
                <a:moveTo>
                  <a:pt x="733425" y="1057275"/>
                </a:moveTo>
                <a:lnTo>
                  <a:pt x="742950" y="1057275"/>
                </a:lnTo>
                <a:lnTo>
                  <a:pt x="742950" y="1066800"/>
                </a:lnTo>
                <a:lnTo>
                  <a:pt x="733425" y="1066800"/>
                </a:lnTo>
                <a:close/>
                <a:moveTo>
                  <a:pt x="904875" y="1057275"/>
                </a:moveTo>
                <a:lnTo>
                  <a:pt x="914400" y="1057275"/>
                </a:lnTo>
                <a:lnTo>
                  <a:pt x="914400" y="1066800"/>
                </a:lnTo>
                <a:lnTo>
                  <a:pt x="904875" y="1066800"/>
                </a:lnTo>
                <a:close/>
                <a:moveTo>
                  <a:pt x="1123950" y="1066800"/>
                </a:moveTo>
                <a:lnTo>
                  <a:pt x="1133475" y="1066800"/>
                </a:lnTo>
                <a:lnTo>
                  <a:pt x="1133475" y="1076325"/>
                </a:lnTo>
                <a:lnTo>
                  <a:pt x="1123950" y="1076325"/>
                </a:lnTo>
                <a:close/>
                <a:moveTo>
                  <a:pt x="1152525" y="1076325"/>
                </a:moveTo>
                <a:lnTo>
                  <a:pt x="1162050" y="1076325"/>
                </a:lnTo>
                <a:lnTo>
                  <a:pt x="1162050" y="1085850"/>
                </a:lnTo>
                <a:lnTo>
                  <a:pt x="1152525" y="1085850"/>
                </a:lnTo>
                <a:close/>
                <a:moveTo>
                  <a:pt x="762000" y="1095375"/>
                </a:moveTo>
                <a:lnTo>
                  <a:pt x="771525" y="1095375"/>
                </a:lnTo>
                <a:lnTo>
                  <a:pt x="771525" y="1104900"/>
                </a:lnTo>
                <a:lnTo>
                  <a:pt x="762000" y="1104900"/>
                </a:lnTo>
                <a:close/>
                <a:moveTo>
                  <a:pt x="733425" y="1104900"/>
                </a:moveTo>
                <a:lnTo>
                  <a:pt x="742950" y="1104900"/>
                </a:lnTo>
                <a:lnTo>
                  <a:pt x="742950" y="1114425"/>
                </a:lnTo>
                <a:lnTo>
                  <a:pt x="733425" y="1114425"/>
                </a:lnTo>
                <a:close/>
                <a:moveTo>
                  <a:pt x="771525" y="1104900"/>
                </a:moveTo>
                <a:lnTo>
                  <a:pt x="781050" y="1104900"/>
                </a:lnTo>
                <a:lnTo>
                  <a:pt x="781050" y="1114425"/>
                </a:lnTo>
                <a:lnTo>
                  <a:pt x="771525" y="1114425"/>
                </a:lnTo>
                <a:close/>
                <a:moveTo>
                  <a:pt x="742950" y="1114425"/>
                </a:moveTo>
                <a:lnTo>
                  <a:pt x="752475" y="1114425"/>
                </a:lnTo>
                <a:lnTo>
                  <a:pt x="752475" y="1123950"/>
                </a:lnTo>
                <a:lnTo>
                  <a:pt x="742950" y="1123950"/>
                </a:lnTo>
                <a:close/>
                <a:moveTo>
                  <a:pt x="752475" y="1123950"/>
                </a:moveTo>
                <a:lnTo>
                  <a:pt x="762000" y="1123950"/>
                </a:lnTo>
                <a:lnTo>
                  <a:pt x="762000" y="1133475"/>
                </a:lnTo>
                <a:lnTo>
                  <a:pt x="752475" y="1133475"/>
                </a:lnTo>
                <a:close/>
                <a:moveTo>
                  <a:pt x="1066800" y="1123950"/>
                </a:moveTo>
                <a:lnTo>
                  <a:pt x="1076325" y="1123950"/>
                </a:lnTo>
                <a:lnTo>
                  <a:pt x="1076325" y="1133475"/>
                </a:lnTo>
                <a:lnTo>
                  <a:pt x="1066800" y="1133475"/>
                </a:lnTo>
                <a:close/>
                <a:moveTo>
                  <a:pt x="809625" y="1133475"/>
                </a:moveTo>
                <a:lnTo>
                  <a:pt x="819150" y="1133475"/>
                </a:lnTo>
                <a:lnTo>
                  <a:pt x="819150" y="1143000"/>
                </a:lnTo>
                <a:lnTo>
                  <a:pt x="809625" y="1143000"/>
                </a:lnTo>
                <a:close/>
                <a:moveTo>
                  <a:pt x="828675" y="1143000"/>
                </a:moveTo>
                <a:lnTo>
                  <a:pt x="838200" y="1143000"/>
                </a:lnTo>
                <a:lnTo>
                  <a:pt x="838200" y="1152525"/>
                </a:lnTo>
                <a:lnTo>
                  <a:pt x="828675" y="1152525"/>
                </a:lnTo>
                <a:close/>
                <a:moveTo>
                  <a:pt x="1038225" y="1143000"/>
                </a:moveTo>
                <a:lnTo>
                  <a:pt x="1047750" y="1143000"/>
                </a:lnTo>
                <a:lnTo>
                  <a:pt x="1047750" y="1152525"/>
                </a:lnTo>
                <a:lnTo>
                  <a:pt x="1038225" y="1152525"/>
                </a:lnTo>
                <a:close/>
                <a:moveTo>
                  <a:pt x="1095375" y="1143000"/>
                </a:moveTo>
                <a:lnTo>
                  <a:pt x="1104900" y="1143000"/>
                </a:lnTo>
                <a:lnTo>
                  <a:pt x="1104900" y="1190625"/>
                </a:lnTo>
                <a:lnTo>
                  <a:pt x="1095375" y="1190625"/>
                </a:lnTo>
                <a:close/>
                <a:moveTo>
                  <a:pt x="847725" y="1152525"/>
                </a:moveTo>
                <a:lnTo>
                  <a:pt x="857250" y="1152525"/>
                </a:lnTo>
                <a:lnTo>
                  <a:pt x="857250" y="1162050"/>
                </a:lnTo>
                <a:lnTo>
                  <a:pt x="847725" y="1162050"/>
                </a:lnTo>
                <a:close/>
                <a:moveTo>
                  <a:pt x="1000125" y="1162050"/>
                </a:moveTo>
                <a:lnTo>
                  <a:pt x="1009650" y="1162050"/>
                </a:lnTo>
                <a:lnTo>
                  <a:pt x="1009650" y="1171575"/>
                </a:lnTo>
                <a:lnTo>
                  <a:pt x="1000125" y="1171575"/>
                </a:lnTo>
                <a:close/>
                <a:moveTo>
                  <a:pt x="819150" y="1171575"/>
                </a:moveTo>
                <a:lnTo>
                  <a:pt x="828675" y="1171575"/>
                </a:lnTo>
                <a:lnTo>
                  <a:pt x="828675" y="1181100"/>
                </a:lnTo>
                <a:lnTo>
                  <a:pt x="819150" y="1181100"/>
                </a:lnTo>
                <a:close/>
                <a:moveTo>
                  <a:pt x="923925" y="1171575"/>
                </a:moveTo>
                <a:lnTo>
                  <a:pt x="952500" y="1171575"/>
                </a:lnTo>
                <a:lnTo>
                  <a:pt x="952500" y="1181100"/>
                </a:lnTo>
                <a:lnTo>
                  <a:pt x="923925" y="1181100"/>
                </a:lnTo>
                <a:close/>
                <a:moveTo>
                  <a:pt x="866775" y="1190625"/>
                </a:moveTo>
                <a:lnTo>
                  <a:pt x="876300" y="1190625"/>
                </a:lnTo>
                <a:lnTo>
                  <a:pt x="876300" y="1200150"/>
                </a:lnTo>
                <a:lnTo>
                  <a:pt x="866775" y="1200150"/>
                </a:lnTo>
                <a:close/>
                <a:moveTo>
                  <a:pt x="1000125" y="1190625"/>
                </a:moveTo>
                <a:lnTo>
                  <a:pt x="1009650" y="1190625"/>
                </a:lnTo>
                <a:lnTo>
                  <a:pt x="1009650" y="1200150"/>
                </a:lnTo>
                <a:lnTo>
                  <a:pt x="1000125" y="1200150"/>
                </a:lnTo>
                <a:close/>
                <a:moveTo>
                  <a:pt x="752475" y="1200150"/>
                </a:moveTo>
                <a:lnTo>
                  <a:pt x="762000" y="1200150"/>
                </a:lnTo>
                <a:lnTo>
                  <a:pt x="762000" y="1209675"/>
                </a:lnTo>
                <a:lnTo>
                  <a:pt x="752475" y="1209675"/>
                </a:lnTo>
                <a:close/>
                <a:moveTo>
                  <a:pt x="1123950" y="1200150"/>
                </a:moveTo>
                <a:lnTo>
                  <a:pt x="1133475" y="1200150"/>
                </a:lnTo>
                <a:lnTo>
                  <a:pt x="1133475" y="1209675"/>
                </a:lnTo>
                <a:lnTo>
                  <a:pt x="1123950" y="1209675"/>
                </a:lnTo>
                <a:close/>
                <a:moveTo>
                  <a:pt x="1066800" y="1209675"/>
                </a:moveTo>
                <a:lnTo>
                  <a:pt x="1076325" y="1209675"/>
                </a:lnTo>
                <a:lnTo>
                  <a:pt x="1076325" y="1247775"/>
                </a:lnTo>
                <a:lnTo>
                  <a:pt x="1066800" y="1247775"/>
                </a:lnTo>
                <a:close/>
                <a:moveTo>
                  <a:pt x="800100" y="1228725"/>
                </a:moveTo>
                <a:lnTo>
                  <a:pt x="809625" y="1228725"/>
                </a:lnTo>
                <a:lnTo>
                  <a:pt x="809625" y="1257300"/>
                </a:lnTo>
                <a:lnTo>
                  <a:pt x="800100" y="1257300"/>
                </a:lnTo>
                <a:close/>
                <a:moveTo>
                  <a:pt x="704850" y="1238250"/>
                </a:moveTo>
                <a:lnTo>
                  <a:pt x="714375" y="1238250"/>
                </a:lnTo>
                <a:lnTo>
                  <a:pt x="714375" y="1247775"/>
                </a:lnTo>
                <a:lnTo>
                  <a:pt x="704850" y="1247775"/>
                </a:lnTo>
                <a:close/>
                <a:moveTo>
                  <a:pt x="742950" y="1238250"/>
                </a:moveTo>
                <a:lnTo>
                  <a:pt x="771525" y="1238250"/>
                </a:lnTo>
                <a:lnTo>
                  <a:pt x="771525" y="1266825"/>
                </a:lnTo>
                <a:lnTo>
                  <a:pt x="762000" y="1266825"/>
                </a:lnTo>
                <a:lnTo>
                  <a:pt x="762000" y="1295400"/>
                </a:lnTo>
                <a:lnTo>
                  <a:pt x="771525" y="1295400"/>
                </a:lnTo>
                <a:lnTo>
                  <a:pt x="771525" y="1304925"/>
                </a:lnTo>
                <a:lnTo>
                  <a:pt x="781050" y="1304925"/>
                </a:lnTo>
                <a:lnTo>
                  <a:pt x="781050" y="1323975"/>
                </a:lnTo>
                <a:lnTo>
                  <a:pt x="790575" y="1323975"/>
                </a:lnTo>
                <a:lnTo>
                  <a:pt x="790575" y="1333500"/>
                </a:lnTo>
                <a:lnTo>
                  <a:pt x="800100" y="1333500"/>
                </a:lnTo>
                <a:lnTo>
                  <a:pt x="800100" y="1343025"/>
                </a:lnTo>
                <a:lnTo>
                  <a:pt x="809625" y="1343025"/>
                </a:lnTo>
                <a:lnTo>
                  <a:pt x="809625" y="1352550"/>
                </a:lnTo>
                <a:lnTo>
                  <a:pt x="819150" y="1352550"/>
                </a:lnTo>
                <a:lnTo>
                  <a:pt x="819150" y="1362075"/>
                </a:lnTo>
                <a:lnTo>
                  <a:pt x="838200" y="1362075"/>
                </a:lnTo>
                <a:lnTo>
                  <a:pt x="838200" y="1390650"/>
                </a:lnTo>
                <a:lnTo>
                  <a:pt x="828675" y="1390650"/>
                </a:lnTo>
                <a:lnTo>
                  <a:pt x="828675" y="1400175"/>
                </a:lnTo>
                <a:lnTo>
                  <a:pt x="819150" y="1400175"/>
                </a:lnTo>
                <a:lnTo>
                  <a:pt x="819150" y="1409700"/>
                </a:lnTo>
                <a:lnTo>
                  <a:pt x="809625" y="1409700"/>
                </a:lnTo>
                <a:lnTo>
                  <a:pt x="809625" y="1419225"/>
                </a:lnTo>
                <a:lnTo>
                  <a:pt x="800100" y="1419225"/>
                </a:lnTo>
                <a:lnTo>
                  <a:pt x="800100" y="1428750"/>
                </a:lnTo>
                <a:lnTo>
                  <a:pt x="790575" y="1428750"/>
                </a:lnTo>
                <a:lnTo>
                  <a:pt x="790575" y="1447800"/>
                </a:lnTo>
                <a:lnTo>
                  <a:pt x="781050" y="1447800"/>
                </a:lnTo>
                <a:lnTo>
                  <a:pt x="781050" y="1457325"/>
                </a:lnTo>
                <a:lnTo>
                  <a:pt x="752475" y="1457325"/>
                </a:lnTo>
                <a:lnTo>
                  <a:pt x="752475" y="1438275"/>
                </a:lnTo>
                <a:lnTo>
                  <a:pt x="742950" y="1438275"/>
                </a:lnTo>
                <a:lnTo>
                  <a:pt x="742950" y="1419225"/>
                </a:lnTo>
                <a:lnTo>
                  <a:pt x="733425" y="1419225"/>
                </a:lnTo>
                <a:lnTo>
                  <a:pt x="733425" y="1400175"/>
                </a:lnTo>
                <a:lnTo>
                  <a:pt x="723900" y="1400175"/>
                </a:lnTo>
                <a:lnTo>
                  <a:pt x="723900" y="1371600"/>
                </a:lnTo>
                <a:lnTo>
                  <a:pt x="714375" y="1371600"/>
                </a:lnTo>
                <a:lnTo>
                  <a:pt x="714375" y="1343025"/>
                </a:lnTo>
                <a:lnTo>
                  <a:pt x="704850" y="1343025"/>
                </a:lnTo>
                <a:lnTo>
                  <a:pt x="704850" y="1295400"/>
                </a:lnTo>
                <a:lnTo>
                  <a:pt x="714375" y="1295400"/>
                </a:lnTo>
                <a:lnTo>
                  <a:pt x="714375" y="1276350"/>
                </a:lnTo>
                <a:lnTo>
                  <a:pt x="723900" y="1276350"/>
                </a:lnTo>
                <a:lnTo>
                  <a:pt x="723900" y="1257300"/>
                </a:lnTo>
                <a:lnTo>
                  <a:pt x="733425" y="1257300"/>
                </a:lnTo>
                <a:lnTo>
                  <a:pt x="733425" y="1247775"/>
                </a:lnTo>
                <a:lnTo>
                  <a:pt x="742950" y="1247775"/>
                </a:lnTo>
                <a:close/>
                <a:moveTo>
                  <a:pt x="1104900" y="1238250"/>
                </a:moveTo>
                <a:lnTo>
                  <a:pt x="1133475" y="1238250"/>
                </a:lnTo>
                <a:lnTo>
                  <a:pt x="1133475" y="1247775"/>
                </a:lnTo>
                <a:lnTo>
                  <a:pt x="1143000" y="1247775"/>
                </a:lnTo>
                <a:lnTo>
                  <a:pt x="1143000" y="1257300"/>
                </a:lnTo>
                <a:lnTo>
                  <a:pt x="1152525" y="1257300"/>
                </a:lnTo>
                <a:lnTo>
                  <a:pt x="1152525" y="1276350"/>
                </a:lnTo>
                <a:lnTo>
                  <a:pt x="1162050" y="1276350"/>
                </a:lnTo>
                <a:lnTo>
                  <a:pt x="1162050" y="1295400"/>
                </a:lnTo>
                <a:lnTo>
                  <a:pt x="1171575" y="1295400"/>
                </a:lnTo>
                <a:lnTo>
                  <a:pt x="1171575" y="1352550"/>
                </a:lnTo>
                <a:lnTo>
                  <a:pt x="1162050" y="1352550"/>
                </a:lnTo>
                <a:lnTo>
                  <a:pt x="1162050" y="1381125"/>
                </a:lnTo>
                <a:lnTo>
                  <a:pt x="1152525" y="1381125"/>
                </a:lnTo>
                <a:lnTo>
                  <a:pt x="1152525" y="1400175"/>
                </a:lnTo>
                <a:lnTo>
                  <a:pt x="1143000" y="1400175"/>
                </a:lnTo>
                <a:lnTo>
                  <a:pt x="1143000" y="1419225"/>
                </a:lnTo>
                <a:lnTo>
                  <a:pt x="1133475" y="1419225"/>
                </a:lnTo>
                <a:lnTo>
                  <a:pt x="1133475" y="1438275"/>
                </a:lnTo>
                <a:lnTo>
                  <a:pt x="1123950" y="1438275"/>
                </a:lnTo>
                <a:lnTo>
                  <a:pt x="1123950" y="1457325"/>
                </a:lnTo>
                <a:lnTo>
                  <a:pt x="1095375" y="1457325"/>
                </a:lnTo>
                <a:lnTo>
                  <a:pt x="1095375" y="1447800"/>
                </a:lnTo>
                <a:lnTo>
                  <a:pt x="1085850" y="1447800"/>
                </a:lnTo>
                <a:lnTo>
                  <a:pt x="1085850" y="1428750"/>
                </a:lnTo>
                <a:lnTo>
                  <a:pt x="1076325" y="1428750"/>
                </a:lnTo>
                <a:lnTo>
                  <a:pt x="1076325" y="1419225"/>
                </a:lnTo>
                <a:lnTo>
                  <a:pt x="1066800" y="1419225"/>
                </a:lnTo>
                <a:lnTo>
                  <a:pt x="1066800" y="1409700"/>
                </a:lnTo>
                <a:lnTo>
                  <a:pt x="1057275" y="1409700"/>
                </a:lnTo>
                <a:lnTo>
                  <a:pt x="1057275" y="1400175"/>
                </a:lnTo>
                <a:lnTo>
                  <a:pt x="1047750" y="1400175"/>
                </a:lnTo>
                <a:lnTo>
                  <a:pt x="1047750" y="1390650"/>
                </a:lnTo>
                <a:lnTo>
                  <a:pt x="1038225" y="1390650"/>
                </a:lnTo>
                <a:lnTo>
                  <a:pt x="1038225" y="1371600"/>
                </a:lnTo>
                <a:lnTo>
                  <a:pt x="1047750" y="1371600"/>
                </a:lnTo>
                <a:lnTo>
                  <a:pt x="1047750" y="1362075"/>
                </a:lnTo>
                <a:lnTo>
                  <a:pt x="1057275" y="1362075"/>
                </a:lnTo>
                <a:lnTo>
                  <a:pt x="1057275" y="1352550"/>
                </a:lnTo>
                <a:lnTo>
                  <a:pt x="1066800" y="1352550"/>
                </a:lnTo>
                <a:lnTo>
                  <a:pt x="1066800" y="1343025"/>
                </a:lnTo>
                <a:lnTo>
                  <a:pt x="1076325" y="1343025"/>
                </a:lnTo>
                <a:lnTo>
                  <a:pt x="1076325" y="1333500"/>
                </a:lnTo>
                <a:lnTo>
                  <a:pt x="1085850" y="1333500"/>
                </a:lnTo>
                <a:lnTo>
                  <a:pt x="1085850" y="1323975"/>
                </a:lnTo>
                <a:lnTo>
                  <a:pt x="1095375" y="1323975"/>
                </a:lnTo>
                <a:lnTo>
                  <a:pt x="1095375" y="1314450"/>
                </a:lnTo>
                <a:lnTo>
                  <a:pt x="1104900" y="1314450"/>
                </a:lnTo>
                <a:lnTo>
                  <a:pt x="1104900" y="1295400"/>
                </a:lnTo>
                <a:lnTo>
                  <a:pt x="1114425" y="1295400"/>
                </a:lnTo>
                <a:lnTo>
                  <a:pt x="1114425" y="1266825"/>
                </a:lnTo>
                <a:lnTo>
                  <a:pt x="1104900" y="1266825"/>
                </a:lnTo>
                <a:close/>
                <a:moveTo>
                  <a:pt x="1181100" y="1266825"/>
                </a:moveTo>
                <a:lnTo>
                  <a:pt x="1190625" y="1266825"/>
                </a:lnTo>
                <a:lnTo>
                  <a:pt x="1190625" y="1276350"/>
                </a:lnTo>
                <a:lnTo>
                  <a:pt x="1181100" y="1276350"/>
                </a:lnTo>
                <a:close/>
                <a:moveTo>
                  <a:pt x="1076325" y="1276350"/>
                </a:moveTo>
                <a:lnTo>
                  <a:pt x="1085850" y="1276350"/>
                </a:lnTo>
                <a:lnTo>
                  <a:pt x="1085850" y="1295400"/>
                </a:lnTo>
                <a:lnTo>
                  <a:pt x="1076325" y="1295400"/>
                </a:lnTo>
                <a:close/>
                <a:moveTo>
                  <a:pt x="676275" y="1285875"/>
                </a:moveTo>
                <a:lnTo>
                  <a:pt x="685800" y="1285875"/>
                </a:lnTo>
                <a:lnTo>
                  <a:pt x="685800" y="1295400"/>
                </a:lnTo>
                <a:lnTo>
                  <a:pt x="676275" y="1295400"/>
                </a:lnTo>
                <a:close/>
                <a:moveTo>
                  <a:pt x="666750" y="1295400"/>
                </a:moveTo>
                <a:lnTo>
                  <a:pt x="676275" y="1295400"/>
                </a:lnTo>
                <a:lnTo>
                  <a:pt x="676275" y="1304925"/>
                </a:lnTo>
                <a:lnTo>
                  <a:pt x="666750" y="1304925"/>
                </a:lnTo>
                <a:close/>
                <a:moveTo>
                  <a:pt x="800100" y="1295400"/>
                </a:moveTo>
                <a:lnTo>
                  <a:pt x="809625" y="1295400"/>
                </a:lnTo>
                <a:lnTo>
                  <a:pt x="809625" y="1304925"/>
                </a:lnTo>
                <a:lnTo>
                  <a:pt x="800100" y="1304925"/>
                </a:lnTo>
                <a:close/>
                <a:moveTo>
                  <a:pt x="1219200" y="1295400"/>
                </a:moveTo>
                <a:lnTo>
                  <a:pt x="1228725" y="1295400"/>
                </a:lnTo>
                <a:lnTo>
                  <a:pt x="1228725" y="1304925"/>
                </a:lnTo>
                <a:lnTo>
                  <a:pt x="1219200" y="1304925"/>
                </a:lnTo>
                <a:close/>
                <a:moveTo>
                  <a:pt x="628650" y="1304925"/>
                </a:moveTo>
                <a:lnTo>
                  <a:pt x="638175" y="1304925"/>
                </a:lnTo>
                <a:lnTo>
                  <a:pt x="638175" y="1314450"/>
                </a:lnTo>
                <a:lnTo>
                  <a:pt x="628650" y="1314450"/>
                </a:lnTo>
                <a:close/>
                <a:moveTo>
                  <a:pt x="809625" y="1304925"/>
                </a:moveTo>
                <a:lnTo>
                  <a:pt x="819150" y="1304925"/>
                </a:lnTo>
                <a:lnTo>
                  <a:pt x="819150" y="1314450"/>
                </a:lnTo>
                <a:lnTo>
                  <a:pt x="809625" y="1314450"/>
                </a:lnTo>
                <a:close/>
                <a:moveTo>
                  <a:pt x="1247775" y="1304925"/>
                </a:moveTo>
                <a:lnTo>
                  <a:pt x="1257300" y="1304925"/>
                </a:lnTo>
                <a:lnTo>
                  <a:pt x="1257300" y="1314450"/>
                </a:lnTo>
                <a:lnTo>
                  <a:pt x="1247775" y="1314450"/>
                </a:lnTo>
                <a:close/>
                <a:moveTo>
                  <a:pt x="600075" y="1314450"/>
                </a:moveTo>
                <a:lnTo>
                  <a:pt x="609600" y="1314450"/>
                </a:lnTo>
                <a:lnTo>
                  <a:pt x="609600" y="1323975"/>
                </a:lnTo>
                <a:lnTo>
                  <a:pt x="600075" y="1323975"/>
                </a:lnTo>
                <a:close/>
                <a:moveTo>
                  <a:pt x="819150" y="1314450"/>
                </a:moveTo>
                <a:lnTo>
                  <a:pt x="828675" y="1314450"/>
                </a:lnTo>
                <a:lnTo>
                  <a:pt x="828675" y="1323975"/>
                </a:lnTo>
                <a:lnTo>
                  <a:pt x="819150" y="1323975"/>
                </a:lnTo>
                <a:close/>
                <a:moveTo>
                  <a:pt x="1276350" y="1314450"/>
                </a:moveTo>
                <a:lnTo>
                  <a:pt x="1285875" y="1314450"/>
                </a:lnTo>
                <a:lnTo>
                  <a:pt x="1285875" y="1323975"/>
                </a:lnTo>
                <a:lnTo>
                  <a:pt x="1276350" y="1323975"/>
                </a:lnTo>
                <a:close/>
                <a:moveTo>
                  <a:pt x="571500" y="1323975"/>
                </a:moveTo>
                <a:lnTo>
                  <a:pt x="581025" y="1323975"/>
                </a:lnTo>
                <a:lnTo>
                  <a:pt x="581025" y="1333500"/>
                </a:lnTo>
                <a:lnTo>
                  <a:pt x="571500" y="1333500"/>
                </a:lnTo>
                <a:close/>
                <a:moveTo>
                  <a:pt x="828675" y="1323975"/>
                </a:moveTo>
                <a:lnTo>
                  <a:pt x="838200" y="1323975"/>
                </a:lnTo>
                <a:lnTo>
                  <a:pt x="838200" y="1333500"/>
                </a:lnTo>
                <a:lnTo>
                  <a:pt x="828675" y="1333500"/>
                </a:lnTo>
                <a:close/>
                <a:moveTo>
                  <a:pt x="1304925" y="1323975"/>
                </a:moveTo>
                <a:lnTo>
                  <a:pt x="1314450" y="1323975"/>
                </a:lnTo>
                <a:lnTo>
                  <a:pt x="1314450" y="1333500"/>
                </a:lnTo>
                <a:lnTo>
                  <a:pt x="1304925" y="1333500"/>
                </a:lnTo>
                <a:close/>
                <a:moveTo>
                  <a:pt x="542925" y="1333500"/>
                </a:moveTo>
                <a:lnTo>
                  <a:pt x="552450" y="1333500"/>
                </a:lnTo>
                <a:lnTo>
                  <a:pt x="552450" y="1343025"/>
                </a:lnTo>
                <a:lnTo>
                  <a:pt x="542925" y="1343025"/>
                </a:lnTo>
                <a:close/>
                <a:moveTo>
                  <a:pt x="1028700" y="1333500"/>
                </a:moveTo>
                <a:lnTo>
                  <a:pt x="1038225" y="1333500"/>
                </a:lnTo>
                <a:lnTo>
                  <a:pt x="1038225" y="1343025"/>
                </a:lnTo>
                <a:lnTo>
                  <a:pt x="1028700" y="1343025"/>
                </a:lnTo>
                <a:close/>
                <a:moveTo>
                  <a:pt x="1333500" y="1333500"/>
                </a:moveTo>
                <a:lnTo>
                  <a:pt x="1343025" y="1333500"/>
                </a:lnTo>
                <a:lnTo>
                  <a:pt x="1343025" y="1343025"/>
                </a:lnTo>
                <a:lnTo>
                  <a:pt x="1333500" y="1343025"/>
                </a:lnTo>
                <a:close/>
                <a:moveTo>
                  <a:pt x="523875" y="1343025"/>
                </a:moveTo>
                <a:lnTo>
                  <a:pt x="533400" y="1343025"/>
                </a:lnTo>
                <a:lnTo>
                  <a:pt x="533400" y="1352550"/>
                </a:lnTo>
                <a:lnTo>
                  <a:pt x="523875" y="1352550"/>
                </a:lnTo>
                <a:close/>
                <a:moveTo>
                  <a:pt x="1381125" y="1352550"/>
                </a:moveTo>
                <a:lnTo>
                  <a:pt x="1390650" y="1352550"/>
                </a:lnTo>
                <a:lnTo>
                  <a:pt x="1390650" y="1362075"/>
                </a:lnTo>
                <a:lnTo>
                  <a:pt x="1381125" y="1362075"/>
                </a:lnTo>
                <a:close/>
                <a:moveTo>
                  <a:pt x="476250" y="1362075"/>
                </a:moveTo>
                <a:lnTo>
                  <a:pt x="485775" y="1362075"/>
                </a:lnTo>
                <a:lnTo>
                  <a:pt x="485775" y="1371600"/>
                </a:lnTo>
                <a:lnTo>
                  <a:pt x="476250" y="1371600"/>
                </a:lnTo>
                <a:close/>
                <a:moveTo>
                  <a:pt x="1400175" y="1362075"/>
                </a:moveTo>
                <a:lnTo>
                  <a:pt x="1409700" y="1362075"/>
                </a:lnTo>
                <a:lnTo>
                  <a:pt x="1409700" y="1371600"/>
                </a:lnTo>
                <a:lnTo>
                  <a:pt x="1400175" y="1371600"/>
                </a:lnTo>
                <a:close/>
                <a:moveTo>
                  <a:pt x="457200" y="1371600"/>
                </a:moveTo>
                <a:lnTo>
                  <a:pt x="466725" y="1371600"/>
                </a:lnTo>
                <a:lnTo>
                  <a:pt x="466725" y="1381125"/>
                </a:lnTo>
                <a:lnTo>
                  <a:pt x="457200" y="1381125"/>
                </a:lnTo>
                <a:close/>
                <a:moveTo>
                  <a:pt x="1419225" y="1371600"/>
                </a:moveTo>
                <a:lnTo>
                  <a:pt x="1428750" y="1371600"/>
                </a:lnTo>
                <a:lnTo>
                  <a:pt x="1428750" y="1381125"/>
                </a:lnTo>
                <a:lnTo>
                  <a:pt x="1419225" y="1381125"/>
                </a:lnTo>
                <a:close/>
                <a:moveTo>
                  <a:pt x="438150" y="1381125"/>
                </a:moveTo>
                <a:lnTo>
                  <a:pt x="447675" y="1381125"/>
                </a:lnTo>
                <a:lnTo>
                  <a:pt x="447675" y="1390650"/>
                </a:lnTo>
                <a:lnTo>
                  <a:pt x="438150" y="1390650"/>
                </a:lnTo>
                <a:close/>
                <a:moveTo>
                  <a:pt x="1438275" y="1381125"/>
                </a:moveTo>
                <a:lnTo>
                  <a:pt x="1447800" y="1381125"/>
                </a:lnTo>
                <a:lnTo>
                  <a:pt x="1447800" y="1390650"/>
                </a:lnTo>
                <a:lnTo>
                  <a:pt x="1438275" y="1390650"/>
                </a:lnTo>
                <a:close/>
                <a:moveTo>
                  <a:pt x="419100" y="1390650"/>
                </a:moveTo>
                <a:lnTo>
                  <a:pt x="428625" y="1390650"/>
                </a:lnTo>
                <a:lnTo>
                  <a:pt x="428625" y="1400175"/>
                </a:lnTo>
                <a:lnTo>
                  <a:pt x="419100" y="1400175"/>
                </a:lnTo>
                <a:close/>
                <a:moveTo>
                  <a:pt x="885825" y="1390650"/>
                </a:moveTo>
                <a:lnTo>
                  <a:pt x="895350" y="1390650"/>
                </a:lnTo>
                <a:lnTo>
                  <a:pt x="895350" y="1400175"/>
                </a:lnTo>
                <a:lnTo>
                  <a:pt x="885825" y="1400175"/>
                </a:lnTo>
                <a:close/>
                <a:moveTo>
                  <a:pt x="981075" y="1390650"/>
                </a:moveTo>
                <a:lnTo>
                  <a:pt x="990600" y="1390650"/>
                </a:lnTo>
                <a:lnTo>
                  <a:pt x="990600" y="1400175"/>
                </a:lnTo>
                <a:lnTo>
                  <a:pt x="981075" y="1400175"/>
                </a:lnTo>
                <a:close/>
                <a:moveTo>
                  <a:pt x="1485900" y="1409700"/>
                </a:moveTo>
                <a:lnTo>
                  <a:pt x="1495425" y="1409700"/>
                </a:lnTo>
                <a:lnTo>
                  <a:pt x="1495425" y="1419225"/>
                </a:lnTo>
                <a:lnTo>
                  <a:pt x="1485900" y="1419225"/>
                </a:lnTo>
                <a:close/>
                <a:moveTo>
                  <a:pt x="1524000" y="1438275"/>
                </a:moveTo>
                <a:lnTo>
                  <a:pt x="1533525" y="1438275"/>
                </a:lnTo>
                <a:lnTo>
                  <a:pt x="1533525" y="1447800"/>
                </a:lnTo>
                <a:lnTo>
                  <a:pt x="1524000" y="1447800"/>
                </a:lnTo>
                <a:close/>
                <a:moveTo>
                  <a:pt x="914400" y="1447800"/>
                </a:moveTo>
                <a:lnTo>
                  <a:pt x="923925" y="1447800"/>
                </a:lnTo>
                <a:lnTo>
                  <a:pt x="923925" y="1457325"/>
                </a:lnTo>
                <a:lnTo>
                  <a:pt x="914400" y="1457325"/>
                </a:lnTo>
                <a:close/>
                <a:moveTo>
                  <a:pt x="1533525" y="1447800"/>
                </a:moveTo>
                <a:lnTo>
                  <a:pt x="1543050" y="1447800"/>
                </a:lnTo>
                <a:lnTo>
                  <a:pt x="1543050" y="1457325"/>
                </a:lnTo>
                <a:lnTo>
                  <a:pt x="1533525" y="1457325"/>
                </a:lnTo>
                <a:close/>
                <a:moveTo>
                  <a:pt x="1543050" y="1457325"/>
                </a:moveTo>
                <a:lnTo>
                  <a:pt x="1552575" y="1457325"/>
                </a:lnTo>
                <a:lnTo>
                  <a:pt x="1552575" y="1466850"/>
                </a:lnTo>
                <a:lnTo>
                  <a:pt x="1543050" y="1466850"/>
                </a:lnTo>
                <a:close/>
                <a:moveTo>
                  <a:pt x="942975" y="1466850"/>
                </a:moveTo>
                <a:lnTo>
                  <a:pt x="952500" y="1466850"/>
                </a:lnTo>
                <a:lnTo>
                  <a:pt x="952500" y="1476375"/>
                </a:lnTo>
                <a:lnTo>
                  <a:pt x="942975" y="1476375"/>
                </a:lnTo>
                <a:close/>
                <a:moveTo>
                  <a:pt x="1552575" y="1466850"/>
                </a:moveTo>
                <a:lnTo>
                  <a:pt x="1562100" y="1466850"/>
                </a:lnTo>
                <a:lnTo>
                  <a:pt x="1562100" y="1476375"/>
                </a:lnTo>
                <a:lnTo>
                  <a:pt x="1552575" y="1476375"/>
                </a:lnTo>
                <a:close/>
                <a:moveTo>
                  <a:pt x="1562100" y="1476375"/>
                </a:moveTo>
                <a:lnTo>
                  <a:pt x="1571625" y="1476375"/>
                </a:lnTo>
                <a:lnTo>
                  <a:pt x="1571625" y="1485900"/>
                </a:lnTo>
                <a:lnTo>
                  <a:pt x="1562100" y="1485900"/>
                </a:lnTo>
                <a:close/>
                <a:moveTo>
                  <a:pt x="295275" y="1495425"/>
                </a:moveTo>
                <a:lnTo>
                  <a:pt x="304800" y="1495425"/>
                </a:lnTo>
                <a:lnTo>
                  <a:pt x="304800" y="1504950"/>
                </a:lnTo>
                <a:lnTo>
                  <a:pt x="295275" y="1504950"/>
                </a:lnTo>
                <a:close/>
                <a:moveTo>
                  <a:pt x="1581150" y="1504950"/>
                </a:moveTo>
                <a:lnTo>
                  <a:pt x="1590675" y="1504950"/>
                </a:lnTo>
                <a:lnTo>
                  <a:pt x="1590675" y="1514475"/>
                </a:lnTo>
                <a:lnTo>
                  <a:pt x="1581150" y="1514475"/>
                </a:lnTo>
                <a:close/>
                <a:moveTo>
                  <a:pt x="257175" y="1571625"/>
                </a:moveTo>
                <a:lnTo>
                  <a:pt x="266700" y="1571625"/>
                </a:lnTo>
                <a:lnTo>
                  <a:pt x="266700" y="1581150"/>
                </a:lnTo>
                <a:lnTo>
                  <a:pt x="257175" y="1581150"/>
                </a:lnTo>
                <a:close/>
                <a:moveTo>
                  <a:pt x="1619250" y="1581150"/>
                </a:moveTo>
                <a:lnTo>
                  <a:pt x="1628775" y="1581150"/>
                </a:lnTo>
                <a:lnTo>
                  <a:pt x="1628775" y="1590675"/>
                </a:lnTo>
                <a:lnTo>
                  <a:pt x="1619250" y="1590675"/>
                </a:lnTo>
                <a:close/>
                <a:moveTo>
                  <a:pt x="1628775" y="1600200"/>
                </a:moveTo>
                <a:lnTo>
                  <a:pt x="1638300" y="1600200"/>
                </a:lnTo>
                <a:lnTo>
                  <a:pt x="1638300" y="1609725"/>
                </a:lnTo>
                <a:lnTo>
                  <a:pt x="1628775" y="1609725"/>
                </a:lnTo>
                <a:close/>
                <a:moveTo>
                  <a:pt x="238125" y="1619250"/>
                </a:moveTo>
                <a:lnTo>
                  <a:pt x="247650" y="1619250"/>
                </a:lnTo>
                <a:lnTo>
                  <a:pt x="247650" y="1628775"/>
                </a:lnTo>
                <a:lnTo>
                  <a:pt x="238125" y="1628775"/>
                </a:lnTo>
                <a:close/>
                <a:moveTo>
                  <a:pt x="1638300" y="1628775"/>
                </a:moveTo>
                <a:lnTo>
                  <a:pt x="1647825" y="1628775"/>
                </a:lnTo>
                <a:lnTo>
                  <a:pt x="1647825" y="1638300"/>
                </a:lnTo>
                <a:lnTo>
                  <a:pt x="1638300" y="1638300"/>
                </a:lnTo>
                <a:close/>
                <a:moveTo>
                  <a:pt x="228600" y="1647825"/>
                </a:moveTo>
                <a:lnTo>
                  <a:pt x="238125" y="1647825"/>
                </a:lnTo>
                <a:lnTo>
                  <a:pt x="238125" y="1657350"/>
                </a:lnTo>
                <a:lnTo>
                  <a:pt x="228600" y="1657350"/>
                </a:lnTo>
                <a:close/>
                <a:moveTo>
                  <a:pt x="1647825" y="1657350"/>
                </a:moveTo>
                <a:lnTo>
                  <a:pt x="1657350" y="1657350"/>
                </a:lnTo>
                <a:lnTo>
                  <a:pt x="1657350" y="1666875"/>
                </a:lnTo>
                <a:lnTo>
                  <a:pt x="1647825" y="1666875"/>
                </a:lnTo>
                <a:close/>
                <a:moveTo>
                  <a:pt x="219075" y="1666875"/>
                </a:moveTo>
                <a:lnTo>
                  <a:pt x="228600" y="1666875"/>
                </a:lnTo>
                <a:lnTo>
                  <a:pt x="228600" y="1685925"/>
                </a:lnTo>
                <a:lnTo>
                  <a:pt x="219075" y="1685925"/>
                </a:lnTo>
                <a:close/>
                <a:moveTo>
                  <a:pt x="228600" y="1685925"/>
                </a:moveTo>
                <a:lnTo>
                  <a:pt x="238125" y="1685925"/>
                </a:lnTo>
                <a:lnTo>
                  <a:pt x="238125" y="1695450"/>
                </a:lnTo>
                <a:lnTo>
                  <a:pt x="228600" y="1695450"/>
                </a:lnTo>
                <a:close/>
                <a:moveTo>
                  <a:pt x="238125" y="1695450"/>
                </a:moveTo>
                <a:lnTo>
                  <a:pt x="247650" y="1695450"/>
                </a:lnTo>
                <a:lnTo>
                  <a:pt x="247650" y="1704975"/>
                </a:lnTo>
                <a:lnTo>
                  <a:pt x="238125" y="1704975"/>
                </a:lnTo>
                <a:close/>
                <a:moveTo>
                  <a:pt x="247650" y="1704975"/>
                </a:moveTo>
                <a:lnTo>
                  <a:pt x="257175" y="1704975"/>
                </a:lnTo>
                <a:lnTo>
                  <a:pt x="257175" y="1714500"/>
                </a:lnTo>
                <a:lnTo>
                  <a:pt x="247650" y="1714500"/>
                </a:lnTo>
                <a:close/>
                <a:moveTo>
                  <a:pt x="257175" y="1714500"/>
                </a:moveTo>
                <a:lnTo>
                  <a:pt x="266700" y="1714500"/>
                </a:lnTo>
                <a:lnTo>
                  <a:pt x="266700" y="1724025"/>
                </a:lnTo>
                <a:lnTo>
                  <a:pt x="257175" y="1724025"/>
                </a:lnTo>
                <a:close/>
                <a:moveTo>
                  <a:pt x="1552575" y="1771650"/>
                </a:moveTo>
                <a:lnTo>
                  <a:pt x="1562100" y="1771650"/>
                </a:lnTo>
                <a:lnTo>
                  <a:pt x="1562100" y="1781175"/>
                </a:lnTo>
                <a:lnTo>
                  <a:pt x="1552575" y="1781175"/>
                </a:lnTo>
                <a:close/>
                <a:moveTo>
                  <a:pt x="333375" y="1781175"/>
                </a:moveTo>
                <a:lnTo>
                  <a:pt x="342900" y="1781175"/>
                </a:lnTo>
                <a:lnTo>
                  <a:pt x="342900" y="1790700"/>
                </a:lnTo>
                <a:lnTo>
                  <a:pt x="333375" y="1790700"/>
                </a:lnTo>
                <a:close/>
                <a:moveTo>
                  <a:pt x="371475" y="1809750"/>
                </a:moveTo>
                <a:lnTo>
                  <a:pt x="381000" y="1809750"/>
                </a:lnTo>
                <a:lnTo>
                  <a:pt x="381000" y="1819275"/>
                </a:lnTo>
                <a:lnTo>
                  <a:pt x="371475" y="1819275"/>
                </a:lnTo>
                <a:close/>
                <a:moveTo>
                  <a:pt x="1504950" y="1809750"/>
                </a:moveTo>
                <a:lnTo>
                  <a:pt x="1514475" y="1809750"/>
                </a:lnTo>
                <a:lnTo>
                  <a:pt x="1514475" y="1819275"/>
                </a:lnTo>
                <a:lnTo>
                  <a:pt x="1504950" y="1819275"/>
                </a:lnTo>
                <a:close/>
                <a:moveTo>
                  <a:pt x="1476375" y="1828800"/>
                </a:moveTo>
                <a:lnTo>
                  <a:pt x="1485900" y="1828800"/>
                </a:lnTo>
                <a:lnTo>
                  <a:pt x="1485900" y="1838325"/>
                </a:lnTo>
                <a:lnTo>
                  <a:pt x="1476375" y="1838325"/>
                </a:lnTo>
                <a:close/>
                <a:moveTo>
                  <a:pt x="428625" y="1847850"/>
                </a:moveTo>
                <a:lnTo>
                  <a:pt x="438150" y="1847850"/>
                </a:lnTo>
                <a:lnTo>
                  <a:pt x="438150" y="1857375"/>
                </a:lnTo>
                <a:lnTo>
                  <a:pt x="428625" y="1857375"/>
                </a:lnTo>
                <a:close/>
                <a:moveTo>
                  <a:pt x="1447800" y="1847850"/>
                </a:moveTo>
                <a:lnTo>
                  <a:pt x="1457325" y="1847850"/>
                </a:lnTo>
                <a:lnTo>
                  <a:pt x="1457325" y="1857375"/>
                </a:lnTo>
                <a:lnTo>
                  <a:pt x="1447800" y="1857375"/>
                </a:lnTo>
                <a:close/>
                <a:moveTo>
                  <a:pt x="476250" y="1876425"/>
                </a:moveTo>
                <a:lnTo>
                  <a:pt x="485775" y="1876425"/>
                </a:lnTo>
                <a:lnTo>
                  <a:pt x="485775" y="1885950"/>
                </a:lnTo>
                <a:lnTo>
                  <a:pt x="476250" y="1885950"/>
                </a:lnTo>
                <a:close/>
                <a:moveTo>
                  <a:pt x="1400175" y="1876425"/>
                </a:moveTo>
                <a:lnTo>
                  <a:pt x="1409700" y="1876425"/>
                </a:lnTo>
                <a:lnTo>
                  <a:pt x="1409700" y="1885950"/>
                </a:lnTo>
                <a:lnTo>
                  <a:pt x="1400175" y="1885950"/>
                </a:lnTo>
                <a:close/>
                <a:moveTo>
                  <a:pt x="1381125" y="1885950"/>
                </a:moveTo>
                <a:lnTo>
                  <a:pt x="1390650" y="1885950"/>
                </a:lnTo>
                <a:lnTo>
                  <a:pt x="1390650" y="1895475"/>
                </a:lnTo>
                <a:lnTo>
                  <a:pt x="1381125" y="1895475"/>
                </a:lnTo>
                <a:close/>
                <a:moveTo>
                  <a:pt x="1362075" y="1895475"/>
                </a:moveTo>
                <a:lnTo>
                  <a:pt x="1371600" y="1895475"/>
                </a:lnTo>
                <a:lnTo>
                  <a:pt x="1371600" y="1905000"/>
                </a:lnTo>
                <a:lnTo>
                  <a:pt x="1362075" y="1905000"/>
                </a:lnTo>
                <a:close/>
                <a:moveTo>
                  <a:pt x="1343025" y="1905000"/>
                </a:moveTo>
                <a:lnTo>
                  <a:pt x="1352550" y="1905000"/>
                </a:lnTo>
                <a:lnTo>
                  <a:pt x="1352550" y="1914525"/>
                </a:lnTo>
                <a:lnTo>
                  <a:pt x="1343025" y="1914525"/>
                </a:lnTo>
                <a:close/>
                <a:moveTo>
                  <a:pt x="552450" y="1914525"/>
                </a:moveTo>
                <a:lnTo>
                  <a:pt x="561975" y="1914525"/>
                </a:lnTo>
                <a:lnTo>
                  <a:pt x="561975" y="1924050"/>
                </a:lnTo>
                <a:lnTo>
                  <a:pt x="552450" y="1924050"/>
                </a:lnTo>
                <a:close/>
                <a:moveTo>
                  <a:pt x="1295400" y="1924050"/>
                </a:moveTo>
                <a:lnTo>
                  <a:pt x="1304925" y="1924050"/>
                </a:lnTo>
                <a:lnTo>
                  <a:pt x="1304925" y="1933575"/>
                </a:lnTo>
                <a:lnTo>
                  <a:pt x="1295400" y="1933575"/>
                </a:lnTo>
                <a:close/>
                <a:moveTo>
                  <a:pt x="600075" y="1933575"/>
                </a:moveTo>
                <a:lnTo>
                  <a:pt x="609600" y="1933575"/>
                </a:lnTo>
                <a:lnTo>
                  <a:pt x="609600" y="1943100"/>
                </a:lnTo>
                <a:lnTo>
                  <a:pt x="600075" y="1943100"/>
                </a:lnTo>
                <a:close/>
                <a:moveTo>
                  <a:pt x="628650" y="1943100"/>
                </a:moveTo>
                <a:lnTo>
                  <a:pt x="638175" y="1943100"/>
                </a:lnTo>
                <a:lnTo>
                  <a:pt x="638175" y="1952625"/>
                </a:lnTo>
                <a:lnTo>
                  <a:pt x="628650" y="1952625"/>
                </a:lnTo>
                <a:close/>
                <a:moveTo>
                  <a:pt x="1247775" y="1943100"/>
                </a:moveTo>
                <a:lnTo>
                  <a:pt x="1257300" y="1943100"/>
                </a:lnTo>
                <a:lnTo>
                  <a:pt x="1257300" y="1952625"/>
                </a:lnTo>
                <a:lnTo>
                  <a:pt x="1247775" y="1952625"/>
                </a:lnTo>
                <a:close/>
                <a:moveTo>
                  <a:pt x="657225" y="1952625"/>
                </a:moveTo>
                <a:lnTo>
                  <a:pt x="666750" y="1952625"/>
                </a:lnTo>
                <a:lnTo>
                  <a:pt x="666750" y="1962150"/>
                </a:lnTo>
                <a:lnTo>
                  <a:pt x="657225" y="1962150"/>
                </a:lnTo>
                <a:close/>
                <a:moveTo>
                  <a:pt x="1143000" y="1971675"/>
                </a:moveTo>
                <a:lnTo>
                  <a:pt x="1152525" y="1971675"/>
                </a:lnTo>
                <a:lnTo>
                  <a:pt x="1152525" y="1981200"/>
                </a:lnTo>
                <a:lnTo>
                  <a:pt x="1143000" y="1981200"/>
                </a:lnTo>
                <a:close/>
                <a:moveTo>
                  <a:pt x="781050" y="1981200"/>
                </a:moveTo>
                <a:lnTo>
                  <a:pt x="790575" y="1981200"/>
                </a:lnTo>
                <a:lnTo>
                  <a:pt x="790575" y="1990725"/>
                </a:lnTo>
                <a:lnTo>
                  <a:pt x="781050" y="1990725"/>
                </a:lnTo>
                <a:close/>
                <a:moveTo>
                  <a:pt x="1095375" y="1981200"/>
                </a:moveTo>
                <a:lnTo>
                  <a:pt x="1104900" y="1981200"/>
                </a:lnTo>
                <a:lnTo>
                  <a:pt x="1104900" y="1990725"/>
                </a:lnTo>
                <a:lnTo>
                  <a:pt x="1095375" y="1990725"/>
                </a:lnTo>
                <a:close/>
                <a:moveTo>
                  <a:pt x="857250" y="1990725"/>
                </a:moveTo>
                <a:lnTo>
                  <a:pt x="876300" y="1990725"/>
                </a:lnTo>
                <a:lnTo>
                  <a:pt x="876300" y="2000250"/>
                </a:lnTo>
                <a:lnTo>
                  <a:pt x="857250" y="2000250"/>
                </a:lnTo>
                <a:close/>
                <a:moveTo>
                  <a:pt x="1019175" y="1990725"/>
                </a:moveTo>
                <a:lnTo>
                  <a:pt x="1038225" y="1990725"/>
                </a:lnTo>
                <a:lnTo>
                  <a:pt x="1038225" y="2000250"/>
                </a:lnTo>
                <a:lnTo>
                  <a:pt x="1019175" y="2000250"/>
                </a:lnTo>
                <a:close/>
              </a:path>
            </a:pathLst>
          </a:custGeom>
          <a:solidFill xmlns:a="http://schemas.openxmlformats.org/drawingml/2006/main">
            <a:srgbClr val="DFC5BB"/>
          </a:solidFill>
          <a:ln xmlns:a="http://schemas.openxmlformats.org/drawingml/2006/main" w="0">
            <a:noFill/>
          </a:ln>
        </p:spPr>
      </p:sp>
      <p:sp>
        <p:nvSpPr>
          <p:cNvPr id="64" name="juan vector #d17e5e">
            <a:extLst xmlns:a="http://schemas.openxmlformats.org/drawingml/2006/main">
              <a:ext uri="{FF2B5EF4-FFF2-40B4-BE49-F238E27FC236}">
                <a16:creationId xmlns:a16="http://schemas.microsoft.com/office/drawing/2014/main" id="{2257F768-DA86-474B-80DF-C8DD0FB6A9C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48900" y="2552700"/>
            <a:ext cx="2085975" cy="2085975"/>
          </a:xfrm>
          <a:custGeom xmlns:a="http://schemas.openxmlformats.org/drawingml/2006/main">
            <a:pathLst>
              <a:path w="2085975" h="2085975">
                <a:moveTo>
                  <a:pt x="523875" y="200025"/>
                </a:moveTo>
                <a:lnTo>
                  <a:pt x="533400" y="200025"/>
                </a:lnTo>
                <a:lnTo>
                  <a:pt x="533400" y="209550"/>
                </a:lnTo>
                <a:lnTo>
                  <a:pt x="523875" y="209550"/>
                </a:lnTo>
                <a:close/>
                <a:moveTo>
                  <a:pt x="1333500" y="247650"/>
                </a:moveTo>
                <a:lnTo>
                  <a:pt x="1343025" y="247650"/>
                </a:lnTo>
                <a:lnTo>
                  <a:pt x="1343025" y="257175"/>
                </a:lnTo>
                <a:lnTo>
                  <a:pt x="1333500" y="257175"/>
                </a:lnTo>
                <a:close/>
                <a:moveTo>
                  <a:pt x="542925" y="295275"/>
                </a:moveTo>
                <a:lnTo>
                  <a:pt x="552450" y="295275"/>
                </a:lnTo>
                <a:lnTo>
                  <a:pt x="552450" y="352425"/>
                </a:lnTo>
                <a:lnTo>
                  <a:pt x="542925" y="352425"/>
                </a:lnTo>
                <a:close/>
                <a:moveTo>
                  <a:pt x="876300" y="304800"/>
                </a:moveTo>
                <a:lnTo>
                  <a:pt x="885825" y="304800"/>
                </a:lnTo>
                <a:lnTo>
                  <a:pt x="885825" y="314325"/>
                </a:lnTo>
                <a:lnTo>
                  <a:pt x="876300" y="314325"/>
                </a:lnTo>
                <a:close/>
                <a:moveTo>
                  <a:pt x="1047750" y="304800"/>
                </a:moveTo>
                <a:lnTo>
                  <a:pt x="1057275" y="304800"/>
                </a:lnTo>
                <a:lnTo>
                  <a:pt x="1057275" y="314325"/>
                </a:lnTo>
                <a:lnTo>
                  <a:pt x="1047750" y="314325"/>
                </a:lnTo>
                <a:close/>
                <a:moveTo>
                  <a:pt x="847725" y="314325"/>
                </a:moveTo>
                <a:lnTo>
                  <a:pt x="857250" y="314325"/>
                </a:lnTo>
                <a:lnTo>
                  <a:pt x="857250" y="323850"/>
                </a:lnTo>
                <a:lnTo>
                  <a:pt x="847725" y="323850"/>
                </a:lnTo>
                <a:close/>
                <a:moveTo>
                  <a:pt x="952500" y="314325"/>
                </a:moveTo>
                <a:lnTo>
                  <a:pt x="990600" y="314325"/>
                </a:lnTo>
                <a:lnTo>
                  <a:pt x="990600" y="323850"/>
                </a:lnTo>
                <a:lnTo>
                  <a:pt x="1038225" y="323850"/>
                </a:lnTo>
                <a:lnTo>
                  <a:pt x="1038225" y="333375"/>
                </a:lnTo>
                <a:lnTo>
                  <a:pt x="1057275" y="333375"/>
                </a:lnTo>
                <a:lnTo>
                  <a:pt x="1057275" y="342900"/>
                </a:lnTo>
                <a:lnTo>
                  <a:pt x="1076325" y="342900"/>
                </a:lnTo>
                <a:lnTo>
                  <a:pt x="1076325" y="352425"/>
                </a:lnTo>
                <a:lnTo>
                  <a:pt x="1095375" y="352425"/>
                </a:lnTo>
                <a:lnTo>
                  <a:pt x="1095375" y="361950"/>
                </a:lnTo>
                <a:lnTo>
                  <a:pt x="1104900" y="361950"/>
                </a:lnTo>
                <a:lnTo>
                  <a:pt x="1104900" y="371475"/>
                </a:lnTo>
                <a:lnTo>
                  <a:pt x="1123950" y="371475"/>
                </a:lnTo>
                <a:lnTo>
                  <a:pt x="1123950" y="381000"/>
                </a:lnTo>
                <a:lnTo>
                  <a:pt x="1133475" y="381000"/>
                </a:lnTo>
                <a:lnTo>
                  <a:pt x="1133475" y="390525"/>
                </a:lnTo>
                <a:lnTo>
                  <a:pt x="1152525" y="390525"/>
                </a:lnTo>
                <a:lnTo>
                  <a:pt x="1152525" y="400050"/>
                </a:lnTo>
                <a:lnTo>
                  <a:pt x="1162050" y="400050"/>
                </a:lnTo>
                <a:lnTo>
                  <a:pt x="1162050" y="409575"/>
                </a:lnTo>
                <a:lnTo>
                  <a:pt x="1181100" y="409575"/>
                </a:lnTo>
                <a:lnTo>
                  <a:pt x="1181100" y="419100"/>
                </a:lnTo>
                <a:lnTo>
                  <a:pt x="1209675" y="419100"/>
                </a:lnTo>
                <a:lnTo>
                  <a:pt x="1209675" y="428625"/>
                </a:lnTo>
                <a:lnTo>
                  <a:pt x="1228725" y="428625"/>
                </a:lnTo>
                <a:lnTo>
                  <a:pt x="1228725" y="438150"/>
                </a:lnTo>
                <a:lnTo>
                  <a:pt x="1238250" y="438150"/>
                </a:lnTo>
                <a:lnTo>
                  <a:pt x="1238250" y="447675"/>
                </a:lnTo>
                <a:lnTo>
                  <a:pt x="1228725" y="447675"/>
                </a:lnTo>
                <a:lnTo>
                  <a:pt x="1228725" y="476250"/>
                </a:lnTo>
                <a:lnTo>
                  <a:pt x="1219200" y="476250"/>
                </a:lnTo>
                <a:lnTo>
                  <a:pt x="1219200" y="523875"/>
                </a:lnTo>
                <a:lnTo>
                  <a:pt x="1228725" y="523875"/>
                </a:lnTo>
                <a:lnTo>
                  <a:pt x="1228725" y="533400"/>
                </a:lnTo>
                <a:lnTo>
                  <a:pt x="1238250" y="533400"/>
                </a:lnTo>
                <a:lnTo>
                  <a:pt x="1238250" y="552450"/>
                </a:lnTo>
                <a:lnTo>
                  <a:pt x="1247775" y="552450"/>
                </a:lnTo>
                <a:lnTo>
                  <a:pt x="1247775" y="676275"/>
                </a:lnTo>
                <a:lnTo>
                  <a:pt x="1238250" y="676275"/>
                </a:lnTo>
                <a:lnTo>
                  <a:pt x="1238250" y="714375"/>
                </a:lnTo>
                <a:lnTo>
                  <a:pt x="1228725" y="714375"/>
                </a:lnTo>
                <a:lnTo>
                  <a:pt x="1228725" y="733425"/>
                </a:lnTo>
                <a:lnTo>
                  <a:pt x="1209675" y="733425"/>
                </a:lnTo>
                <a:lnTo>
                  <a:pt x="1209675" y="723900"/>
                </a:lnTo>
                <a:lnTo>
                  <a:pt x="1200150" y="723900"/>
                </a:lnTo>
                <a:lnTo>
                  <a:pt x="1200150" y="704850"/>
                </a:lnTo>
                <a:lnTo>
                  <a:pt x="1190625" y="704850"/>
                </a:lnTo>
                <a:lnTo>
                  <a:pt x="1190625" y="695325"/>
                </a:lnTo>
                <a:lnTo>
                  <a:pt x="1181100" y="695325"/>
                </a:lnTo>
                <a:lnTo>
                  <a:pt x="1181100" y="666750"/>
                </a:lnTo>
                <a:lnTo>
                  <a:pt x="1171575" y="666750"/>
                </a:lnTo>
                <a:lnTo>
                  <a:pt x="1171575" y="609600"/>
                </a:lnTo>
                <a:lnTo>
                  <a:pt x="1162050" y="609600"/>
                </a:lnTo>
                <a:lnTo>
                  <a:pt x="1162050" y="590550"/>
                </a:lnTo>
                <a:lnTo>
                  <a:pt x="1152525" y="590550"/>
                </a:lnTo>
                <a:lnTo>
                  <a:pt x="1152525" y="581025"/>
                </a:lnTo>
                <a:lnTo>
                  <a:pt x="990600" y="581025"/>
                </a:lnTo>
                <a:lnTo>
                  <a:pt x="990600" y="571500"/>
                </a:lnTo>
                <a:lnTo>
                  <a:pt x="952500" y="571500"/>
                </a:lnTo>
                <a:lnTo>
                  <a:pt x="952500" y="561975"/>
                </a:lnTo>
                <a:lnTo>
                  <a:pt x="923925" y="561975"/>
                </a:lnTo>
                <a:lnTo>
                  <a:pt x="923925" y="552450"/>
                </a:lnTo>
                <a:lnTo>
                  <a:pt x="895350" y="552450"/>
                </a:lnTo>
                <a:lnTo>
                  <a:pt x="895350" y="542925"/>
                </a:lnTo>
                <a:lnTo>
                  <a:pt x="876300" y="542925"/>
                </a:lnTo>
                <a:lnTo>
                  <a:pt x="876300" y="533400"/>
                </a:lnTo>
                <a:lnTo>
                  <a:pt x="857250" y="533400"/>
                </a:lnTo>
                <a:lnTo>
                  <a:pt x="857250" y="523875"/>
                </a:lnTo>
                <a:lnTo>
                  <a:pt x="781050" y="523875"/>
                </a:lnTo>
                <a:lnTo>
                  <a:pt x="781050" y="533400"/>
                </a:lnTo>
                <a:lnTo>
                  <a:pt x="762000" y="533400"/>
                </a:lnTo>
                <a:lnTo>
                  <a:pt x="762000" y="542925"/>
                </a:lnTo>
                <a:lnTo>
                  <a:pt x="742950" y="542925"/>
                </a:lnTo>
                <a:lnTo>
                  <a:pt x="742950" y="552450"/>
                </a:lnTo>
                <a:lnTo>
                  <a:pt x="733425" y="552450"/>
                </a:lnTo>
                <a:lnTo>
                  <a:pt x="733425" y="561975"/>
                </a:lnTo>
                <a:lnTo>
                  <a:pt x="723900" y="561975"/>
                </a:lnTo>
                <a:lnTo>
                  <a:pt x="723900" y="581025"/>
                </a:lnTo>
                <a:lnTo>
                  <a:pt x="714375" y="581025"/>
                </a:lnTo>
                <a:lnTo>
                  <a:pt x="714375" y="628650"/>
                </a:lnTo>
                <a:lnTo>
                  <a:pt x="704850" y="628650"/>
                </a:lnTo>
                <a:lnTo>
                  <a:pt x="704850" y="647700"/>
                </a:lnTo>
                <a:lnTo>
                  <a:pt x="695325" y="647700"/>
                </a:lnTo>
                <a:lnTo>
                  <a:pt x="695325" y="676275"/>
                </a:lnTo>
                <a:lnTo>
                  <a:pt x="685800" y="676275"/>
                </a:lnTo>
                <a:lnTo>
                  <a:pt x="685800" y="695325"/>
                </a:lnTo>
                <a:lnTo>
                  <a:pt x="676275" y="695325"/>
                </a:lnTo>
                <a:lnTo>
                  <a:pt x="676275" y="704850"/>
                </a:lnTo>
                <a:lnTo>
                  <a:pt x="666750" y="704850"/>
                </a:lnTo>
                <a:lnTo>
                  <a:pt x="666750" y="723900"/>
                </a:lnTo>
                <a:lnTo>
                  <a:pt x="657225" y="723900"/>
                </a:lnTo>
                <a:lnTo>
                  <a:pt x="657225" y="733425"/>
                </a:lnTo>
                <a:lnTo>
                  <a:pt x="638175" y="733425"/>
                </a:lnTo>
                <a:lnTo>
                  <a:pt x="638175" y="704850"/>
                </a:lnTo>
                <a:lnTo>
                  <a:pt x="628650" y="704850"/>
                </a:lnTo>
                <a:lnTo>
                  <a:pt x="628650" y="657225"/>
                </a:lnTo>
                <a:lnTo>
                  <a:pt x="619125" y="657225"/>
                </a:lnTo>
                <a:lnTo>
                  <a:pt x="619125" y="542925"/>
                </a:lnTo>
                <a:lnTo>
                  <a:pt x="628650" y="542925"/>
                </a:lnTo>
                <a:lnTo>
                  <a:pt x="628650" y="514350"/>
                </a:lnTo>
                <a:lnTo>
                  <a:pt x="638175" y="514350"/>
                </a:lnTo>
                <a:lnTo>
                  <a:pt x="638175" y="495300"/>
                </a:lnTo>
                <a:lnTo>
                  <a:pt x="647700" y="495300"/>
                </a:lnTo>
                <a:lnTo>
                  <a:pt x="647700" y="485775"/>
                </a:lnTo>
                <a:lnTo>
                  <a:pt x="657225" y="485775"/>
                </a:lnTo>
                <a:lnTo>
                  <a:pt x="657225" y="476250"/>
                </a:lnTo>
                <a:lnTo>
                  <a:pt x="666750" y="476250"/>
                </a:lnTo>
                <a:lnTo>
                  <a:pt x="666750" y="466725"/>
                </a:lnTo>
                <a:lnTo>
                  <a:pt x="676275" y="466725"/>
                </a:lnTo>
                <a:lnTo>
                  <a:pt x="676275" y="457200"/>
                </a:lnTo>
                <a:lnTo>
                  <a:pt x="695325" y="457200"/>
                </a:lnTo>
                <a:lnTo>
                  <a:pt x="695325" y="447675"/>
                </a:lnTo>
                <a:lnTo>
                  <a:pt x="704850" y="447675"/>
                </a:lnTo>
                <a:lnTo>
                  <a:pt x="704850" y="438150"/>
                </a:lnTo>
                <a:lnTo>
                  <a:pt x="714375" y="438150"/>
                </a:lnTo>
                <a:lnTo>
                  <a:pt x="714375" y="428625"/>
                </a:lnTo>
                <a:lnTo>
                  <a:pt x="723900" y="428625"/>
                </a:lnTo>
                <a:lnTo>
                  <a:pt x="723900" y="381000"/>
                </a:lnTo>
                <a:lnTo>
                  <a:pt x="733425" y="381000"/>
                </a:lnTo>
                <a:lnTo>
                  <a:pt x="733425" y="371475"/>
                </a:lnTo>
                <a:lnTo>
                  <a:pt x="742950" y="371475"/>
                </a:lnTo>
                <a:lnTo>
                  <a:pt x="742950" y="361950"/>
                </a:lnTo>
                <a:lnTo>
                  <a:pt x="762000" y="361950"/>
                </a:lnTo>
                <a:lnTo>
                  <a:pt x="762000" y="371475"/>
                </a:lnTo>
                <a:lnTo>
                  <a:pt x="819150" y="371475"/>
                </a:lnTo>
                <a:lnTo>
                  <a:pt x="819150" y="361950"/>
                </a:lnTo>
                <a:lnTo>
                  <a:pt x="838200" y="361950"/>
                </a:lnTo>
                <a:lnTo>
                  <a:pt x="838200" y="352425"/>
                </a:lnTo>
                <a:lnTo>
                  <a:pt x="857250" y="352425"/>
                </a:lnTo>
                <a:lnTo>
                  <a:pt x="857250" y="342900"/>
                </a:lnTo>
                <a:lnTo>
                  <a:pt x="876300" y="342900"/>
                </a:lnTo>
                <a:lnTo>
                  <a:pt x="876300" y="333375"/>
                </a:lnTo>
                <a:lnTo>
                  <a:pt x="904875" y="333375"/>
                </a:lnTo>
                <a:lnTo>
                  <a:pt x="904875" y="323850"/>
                </a:lnTo>
                <a:lnTo>
                  <a:pt x="952500" y="323850"/>
                </a:lnTo>
                <a:close/>
                <a:moveTo>
                  <a:pt x="1066800" y="314325"/>
                </a:moveTo>
                <a:lnTo>
                  <a:pt x="1076325" y="314325"/>
                </a:lnTo>
                <a:lnTo>
                  <a:pt x="1076325" y="323850"/>
                </a:lnTo>
                <a:lnTo>
                  <a:pt x="1066800" y="323850"/>
                </a:lnTo>
                <a:close/>
                <a:moveTo>
                  <a:pt x="828675" y="323850"/>
                </a:moveTo>
                <a:lnTo>
                  <a:pt x="838200" y="323850"/>
                </a:lnTo>
                <a:lnTo>
                  <a:pt x="838200" y="333375"/>
                </a:lnTo>
                <a:lnTo>
                  <a:pt x="828675" y="333375"/>
                </a:lnTo>
                <a:close/>
                <a:moveTo>
                  <a:pt x="1085850" y="323850"/>
                </a:moveTo>
                <a:lnTo>
                  <a:pt x="1095375" y="323850"/>
                </a:lnTo>
                <a:lnTo>
                  <a:pt x="1095375" y="333375"/>
                </a:lnTo>
                <a:lnTo>
                  <a:pt x="1085850" y="333375"/>
                </a:lnTo>
                <a:close/>
                <a:moveTo>
                  <a:pt x="809625" y="333375"/>
                </a:moveTo>
                <a:lnTo>
                  <a:pt x="819150" y="333375"/>
                </a:lnTo>
                <a:lnTo>
                  <a:pt x="819150" y="342900"/>
                </a:lnTo>
                <a:lnTo>
                  <a:pt x="809625" y="342900"/>
                </a:lnTo>
                <a:close/>
                <a:moveTo>
                  <a:pt x="771525" y="342900"/>
                </a:moveTo>
                <a:lnTo>
                  <a:pt x="800100" y="342900"/>
                </a:lnTo>
                <a:lnTo>
                  <a:pt x="800100" y="352425"/>
                </a:lnTo>
                <a:lnTo>
                  <a:pt x="771525" y="352425"/>
                </a:lnTo>
                <a:close/>
                <a:moveTo>
                  <a:pt x="1114425" y="342900"/>
                </a:moveTo>
                <a:lnTo>
                  <a:pt x="1123950" y="342900"/>
                </a:lnTo>
                <a:lnTo>
                  <a:pt x="1123950" y="352425"/>
                </a:lnTo>
                <a:lnTo>
                  <a:pt x="1114425" y="352425"/>
                </a:lnTo>
                <a:close/>
                <a:moveTo>
                  <a:pt x="1143000" y="361950"/>
                </a:moveTo>
                <a:lnTo>
                  <a:pt x="1152525" y="361950"/>
                </a:lnTo>
                <a:lnTo>
                  <a:pt x="1152525" y="371475"/>
                </a:lnTo>
                <a:lnTo>
                  <a:pt x="1143000" y="371475"/>
                </a:lnTo>
                <a:close/>
                <a:moveTo>
                  <a:pt x="695325" y="371475"/>
                </a:moveTo>
                <a:lnTo>
                  <a:pt x="704850" y="371475"/>
                </a:lnTo>
                <a:lnTo>
                  <a:pt x="704850" y="381000"/>
                </a:lnTo>
                <a:lnTo>
                  <a:pt x="695325" y="381000"/>
                </a:lnTo>
                <a:close/>
                <a:moveTo>
                  <a:pt x="1171575" y="381000"/>
                </a:moveTo>
                <a:lnTo>
                  <a:pt x="1181100" y="381000"/>
                </a:lnTo>
                <a:lnTo>
                  <a:pt x="1181100" y="390525"/>
                </a:lnTo>
                <a:lnTo>
                  <a:pt x="1171575" y="390525"/>
                </a:lnTo>
                <a:close/>
                <a:moveTo>
                  <a:pt x="1219200" y="400050"/>
                </a:moveTo>
                <a:lnTo>
                  <a:pt x="1238250" y="400050"/>
                </a:lnTo>
                <a:lnTo>
                  <a:pt x="1238250" y="409575"/>
                </a:lnTo>
                <a:lnTo>
                  <a:pt x="1219200" y="409575"/>
                </a:lnTo>
                <a:close/>
                <a:moveTo>
                  <a:pt x="1333500" y="409575"/>
                </a:moveTo>
                <a:lnTo>
                  <a:pt x="1343025" y="409575"/>
                </a:lnTo>
                <a:lnTo>
                  <a:pt x="1343025" y="419100"/>
                </a:lnTo>
                <a:lnTo>
                  <a:pt x="1333500" y="419100"/>
                </a:lnTo>
                <a:close/>
                <a:moveTo>
                  <a:pt x="657225" y="438150"/>
                </a:moveTo>
                <a:lnTo>
                  <a:pt x="666750" y="438150"/>
                </a:lnTo>
                <a:lnTo>
                  <a:pt x="666750" y="447675"/>
                </a:lnTo>
                <a:lnTo>
                  <a:pt x="657225" y="447675"/>
                </a:lnTo>
                <a:close/>
                <a:moveTo>
                  <a:pt x="1247775" y="466725"/>
                </a:moveTo>
                <a:lnTo>
                  <a:pt x="1257300" y="466725"/>
                </a:lnTo>
                <a:lnTo>
                  <a:pt x="1257300" y="476250"/>
                </a:lnTo>
                <a:lnTo>
                  <a:pt x="1247775" y="476250"/>
                </a:lnTo>
                <a:close/>
                <a:moveTo>
                  <a:pt x="619125" y="476250"/>
                </a:moveTo>
                <a:lnTo>
                  <a:pt x="628650" y="476250"/>
                </a:lnTo>
                <a:lnTo>
                  <a:pt x="628650" y="485775"/>
                </a:lnTo>
                <a:lnTo>
                  <a:pt x="619125" y="485775"/>
                </a:lnTo>
                <a:close/>
                <a:moveTo>
                  <a:pt x="504825" y="495300"/>
                </a:moveTo>
                <a:lnTo>
                  <a:pt x="514350" y="495300"/>
                </a:lnTo>
                <a:lnTo>
                  <a:pt x="514350" y="504825"/>
                </a:lnTo>
                <a:lnTo>
                  <a:pt x="504825" y="504825"/>
                </a:lnTo>
                <a:close/>
                <a:moveTo>
                  <a:pt x="609600" y="495300"/>
                </a:moveTo>
                <a:lnTo>
                  <a:pt x="619125" y="495300"/>
                </a:lnTo>
                <a:lnTo>
                  <a:pt x="619125" y="504825"/>
                </a:lnTo>
                <a:lnTo>
                  <a:pt x="609600" y="504825"/>
                </a:lnTo>
                <a:close/>
                <a:moveTo>
                  <a:pt x="790575" y="542925"/>
                </a:moveTo>
                <a:lnTo>
                  <a:pt x="809625" y="542925"/>
                </a:lnTo>
                <a:lnTo>
                  <a:pt x="809625" y="552450"/>
                </a:lnTo>
                <a:lnTo>
                  <a:pt x="790575" y="552450"/>
                </a:lnTo>
                <a:close/>
                <a:moveTo>
                  <a:pt x="838200" y="542925"/>
                </a:moveTo>
                <a:lnTo>
                  <a:pt x="847725" y="542925"/>
                </a:lnTo>
                <a:lnTo>
                  <a:pt x="847725" y="552450"/>
                </a:lnTo>
                <a:lnTo>
                  <a:pt x="838200" y="552450"/>
                </a:lnTo>
                <a:close/>
                <a:moveTo>
                  <a:pt x="857250" y="552450"/>
                </a:moveTo>
                <a:lnTo>
                  <a:pt x="866775" y="552450"/>
                </a:lnTo>
                <a:lnTo>
                  <a:pt x="866775" y="561975"/>
                </a:lnTo>
                <a:lnTo>
                  <a:pt x="857250" y="561975"/>
                </a:lnTo>
                <a:close/>
                <a:moveTo>
                  <a:pt x="1266825" y="552450"/>
                </a:moveTo>
                <a:lnTo>
                  <a:pt x="1276350" y="552450"/>
                </a:lnTo>
                <a:lnTo>
                  <a:pt x="1276350" y="571500"/>
                </a:lnTo>
                <a:lnTo>
                  <a:pt x="1266825" y="571500"/>
                </a:lnTo>
                <a:close/>
                <a:moveTo>
                  <a:pt x="466725" y="561975"/>
                </a:moveTo>
                <a:lnTo>
                  <a:pt x="476250" y="561975"/>
                </a:lnTo>
                <a:lnTo>
                  <a:pt x="476250" y="571500"/>
                </a:lnTo>
                <a:lnTo>
                  <a:pt x="466725" y="571500"/>
                </a:lnTo>
                <a:close/>
                <a:moveTo>
                  <a:pt x="590550" y="561975"/>
                </a:moveTo>
                <a:lnTo>
                  <a:pt x="600075" y="561975"/>
                </a:lnTo>
                <a:lnTo>
                  <a:pt x="600075" y="638175"/>
                </a:lnTo>
                <a:lnTo>
                  <a:pt x="590550" y="638175"/>
                </a:lnTo>
                <a:close/>
                <a:moveTo>
                  <a:pt x="1409700" y="571500"/>
                </a:moveTo>
                <a:lnTo>
                  <a:pt x="1419225" y="571500"/>
                </a:lnTo>
                <a:lnTo>
                  <a:pt x="1419225" y="581025"/>
                </a:lnTo>
                <a:lnTo>
                  <a:pt x="1409700" y="581025"/>
                </a:lnTo>
                <a:close/>
                <a:moveTo>
                  <a:pt x="733425" y="581025"/>
                </a:moveTo>
                <a:lnTo>
                  <a:pt x="742950" y="581025"/>
                </a:lnTo>
                <a:lnTo>
                  <a:pt x="742950" y="609600"/>
                </a:lnTo>
                <a:lnTo>
                  <a:pt x="733425" y="609600"/>
                </a:lnTo>
                <a:close/>
                <a:moveTo>
                  <a:pt x="923925" y="581025"/>
                </a:moveTo>
                <a:lnTo>
                  <a:pt x="933450" y="581025"/>
                </a:lnTo>
                <a:lnTo>
                  <a:pt x="933450" y="590550"/>
                </a:lnTo>
                <a:lnTo>
                  <a:pt x="923925" y="590550"/>
                </a:lnTo>
                <a:close/>
                <a:moveTo>
                  <a:pt x="952500" y="590550"/>
                </a:moveTo>
                <a:lnTo>
                  <a:pt x="962025" y="590550"/>
                </a:lnTo>
                <a:lnTo>
                  <a:pt x="962025" y="600075"/>
                </a:lnTo>
                <a:lnTo>
                  <a:pt x="952500" y="600075"/>
                </a:lnTo>
                <a:close/>
                <a:moveTo>
                  <a:pt x="990600" y="600075"/>
                </a:moveTo>
                <a:lnTo>
                  <a:pt x="1009650" y="600075"/>
                </a:lnTo>
                <a:lnTo>
                  <a:pt x="1009650" y="609600"/>
                </a:lnTo>
                <a:lnTo>
                  <a:pt x="990600" y="609600"/>
                </a:lnTo>
                <a:close/>
                <a:moveTo>
                  <a:pt x="1114425" y="600075"/>
                </a:moveTo>
                <a:lnTo>
                  <a:pt x="1133475" y="600075"/>
                </a:lnTo>
                <a:lnTo>
                  <a:pt x="1133475" y="609600"/>
                </a:lnTo>
                <a:lnTo>
                  <a:pt x="1114425" y="609600"/>
                </a:lnTo>
                <a:close/>
                <a:moveTo>
                  <a:pt x="1133475" y="609600"/>
                </a:moveTo>
                <a:lnTo>
                  <a:pt x="1143000" y="609600"/>
                </a:lnTo>
                <a:lnTo>
                  <a:pt x="1143000" y="619125"/>
                </a:lnTo>
                <a:lnTo>
                  <a:pt x="1133475" y="619125"/>
                </a:lnTo>
                <a:close/>
                <a:moveTo>
                  <a:pt x="1447800" y="619125"/>
                </a:moveTo>
                <a:lnTo>
                  <a:pt x="1457325" y="619125"/>
                </a:lnTo>
                <a:lnTo>
                  <a:pt x="1457325" y="628650"/>
                </a:lnTo>
                <a:lnTo>
                  <a:pt x="1447800" y="628650"/>
                </a:lnTo>
                <a:close/>
                <a:moveTo>
                  <a:pt x="1143000" y="628650"/>
                </a:moveTo>
                <a:lnTo>
                  <a:pt x="1152525" y="628650"/>
                </a:lnTo>
                <a:lnTo>
                  <a:pt x="1152525" y="647700"/>
                </a:lnTo>
                <a:lnTo>
                  <a:pt x="1143000" y="647700"/>
                </a:lnTo>
                <a:close/>
                <a:moveTo>
                  <a:pt x="1457325" y="628650"/>
                </a:moveTo>
                <a:lnTo>
                  <a:pt x="1466850" y="628650"/>
                </a:lnTo>
                <a:lnTo>
                  <a:pt x="1466850" y="638175"/>
                </a:lnTo>
                <a:lnTo>
                  <a:pt x="1457325" y="638175"/>
                </a:lnTo>
                <a:close/>
                <a:moveTo>
                  <a:pt x="1266825" y="638175"/>
                </a:moveTo>
                <a:lnTo>
                  <a:pt x="1276350" y="638175"/>
                </a:lnTo>
                <a:lnTo>
                  <a:pt x="1276350" y="657225"/>
                </a:lnTo>
                <a:lnTo>
                  <a:pt x="1266825" y="657225"/>
                </a:lnTo>
                <a:close/>
                <a:moveTo>
                  <a:pt x="1466850" y="638175"/>
                </a:moveTo>
                <a:lnTo>
                  <a:pt x="1476375" y="638175"/>
                </a:lnTo>
                <a:lnTo>
                  <a:pt x="1476375" y="647700"/>
                </a:lnTo>
                <a:lnTo>
                  <a:pt x="1466850" y="647700"/>
                </a:lnTo>
                <a:close/>
                <a:moveTo>
                  <a:pt x="723900" y="647700"/>
                </a:moveTo>
                <a:lnTo>
                  <a:pt x="733425" y="647700"/>
                </a:lnTo>
                <a:lnTo>
                  <a:pt x="733425" y="657225"/>
                </a:lnTo>
                <a:lnTo>
                  <a:pt x="723900" y="657225"/>
                </a:lnTo>
                <a:close/>
                <a:moveTo>
                  <a:pt x="819150" y="666750"/>
                </a:moveTo>
                <a:lnTo>
                  <a:pt x="838200" y="666750"/>
                </a:lnTo>
                <a:lnTo>
                  <a:pt x="838200" y="676275"/>
                </a:lnTo>
                <a:lnTo>
                  <a:pt x="819150" y="676275"/>
                </a:lnTo>
                <a:close/>
                <a:moveTo>
                  <a:pt x="352425" y="676275"/>
                </a:moveTo>
                <a:lnTo>
                  <a:pt x="361950" y="676275"/>
                </a:lnTo>
                <a:lnTo>
                  <a:pt x="361950" y="685800"/>
                </a:lnTo>
                <a:lnTo>
                  <a:pt x="352425" y="685800"/>
                </a:lnTo>
                <a:close/>
                <a:moveTo>
                  <a:pt x="714375" y="676275"/>
                </a:moveTo>
                <a:lnTo>
                  <a:pt x="723900" y="676275"/>
                </a:lnTo>
                <a:lnTo>
                  <a:pt x="723900" y="685800"/>
                </a:lnTo>
                <a:lnTo>
                  <a:pt x="714375" y="685800"/>
                </a:lnTo>
                <a:close/>
                <a:moveTo>
                  <a:pt x="1152525" y="676275"/>
                </a:moveTo>
                <a:lnTo>
                  <a:pt x="1162050" y="676275"/>
                </a:lnTo>
                <a:lnTo>
                  <a:pt x="1162050" y="685800"/>
                </a:lnTo>
                <a:lnTo>
                  <a:pt x="1152525" y="685800"/>
                </a:lnTo>
                <a:close/>
                <a:moveTo>
                  <a:pt x="600075" y="685800"/>
                </a:moveTo>
                <a:lnTo>
                  <a:pt x="609600" y="685800"/>
                </a:lnTo>
                <a:lnTo>
                  <a:pt x="609600" y="695325"/>
                </a:lnTo>
                <a:lnTo>
                  <a:pt x="600075" y="695325"/>
                </a:lnTo>
                <a:close/>
                <a:moveTo>
                  <a:pt x="771525" y="685800"/>
                </a:moveTo>
                <a:lnTo>
                  <a:pt x="781050" y="685800"/>
                </a:lnTo>
                <a:lnTo>
                  <a:pt x="781050" y="695325"/>
                </a:lnTo>
                <a:lnTo>
                  <a:pt x="771525" y="695325"/>
                </a:lnTo>
                <a:close/>
                <a:moveTo>
                  <a:pt x="704850" y="695325"/>
                </a:moveTo>
                <a:lnTo>
                  <a:pt x="714375" y="695325"/>
                </a:lnTo>
                <a:lnTo>
                  <a:pt x="714375" y="704850"/>
                </a:lnTo>
                <a:lnTo>
                  <a:pt x="704850" y="704850"/>
                </a:lnTo>
                <a:close/>
                <a:moveTo>
                  <a:pt x="809625" y="695325"/>
                </a:moveTo>
                <a:lnTo>
                  <a:pt x="819150" y="695325"/>
                </a:lnTo>
                <a:lnTo>
                  <a:pt x="819150" y="704850"/>
                </a:lnTo>
                <a:lnTo>
                  <a:pt x="809625" y="704850"/>
                </a:lnTo>
                <a:close/>
                <a:moveTo>
                  <a:pt x="1162050" y="695325"/>
                </a:moveTo>
                <a:lnTo>
                  <a:pt x="1171575" y="695325"/>
                </a:lnTo>
                <a:lnTo>
                  <a:pt x="1171575" y="704850"/>
                </a:lnTo>
                <a:lnTo>
                  <a:pt x="1162050" y="704850"/>
                </a:lnTo>
                <a:close/>
                <a:moveTo>
                  <a:pt x="771525" y="714375"/>
                </a:moveTo>
                <a:lnTo>
                  <a:pt x="781050" y="714375"/>
                </a:lnTo>
                <a:lnTo>
                  <a:pt x="781050" y="723900"/>
                </a:lnTo>
                <a:lnTo>
                  <a:pt x="771525" y="723900"/>
                </a:lnTo>
                <a:close/>
                <a:moveTo>
                  <a:pt x="1171575" y="714375"/>
                </a:moveTo>
                <a:lnTo>
                  <a:pt x="1181100" y="714375"/>
                </a:lnTo>
                <a:lnTo>
                  <a:pt x="1181100" y="723900"/>
                </a:lnTo>
                <a:lnTo>
                  <a:pt x="1171575" y="723900"/>
                </a:lnTo>
                <a:close/>
                <a:moveTo>
                  <a:pt x="685800" y="723900"/>
                </a:moveTo>
                <a:lnTo>
                  <a:pt x="695325" y="723900"/>
                </a:lnTo>
                <a:lnTo>
                  <a:pt x="695325" y="733425"/>
                </a:lnTo>
                <a:lnTo>
                  <a:pt x="685800" y="733425"/>
                </a:lnTo>
                <a:close/>
                <a:moveTo>
                  <a:pt x="609600" y="733425"/>
                </a:moveTo>
                <a:lnTo>
                  <a:pt x="619125" y="733425"/>
                </a:lnTo>
                <a:lnTo>
                  <a:pt x="619125" y="752475"/>
                </a:lnTo>
                <a:lnTo>
                  <a:pt x="609600" y="752475"/>
                </a:lnTo>
                <a:close/>
                <a:moveTo>
                  <a:pt x="1066800" y="733425"/>
                </a:moveTo>
                <a:lnTo>
                  <a:pt x="1076325" y="733425"/>
                </a:lnTo>
                <a:lnTo>
                  <a:pt x="1076325" y="742950"/>
                </a:lnTo>
                <a:lnTo>
                  <a:pt x="1066800" y="742950"/>
                </a:lnTo>
                <a:close/>
                <a:moveTo>
                  <a:pt x="1181100" y="733425"/>
                </a:moveTo>
                <a:lnTo>
                  <a:pt x="1190625" y="733425"/>
                </a:lnTo>
                <a:lnTo>
                  <a:pt x="1190625" y="742950"/>
                </a:lnTo>
                <a:lnTo>
                  <a:pt x="1181100" y="742950"/>
                </a:lnTo>
                <a:close/>
                <a:moveTo>
                  <a:pt x="600075" y="752475"/>
                </a:moveTo>
                <a:lnTo>
                  <a:pt x="609600" y="752475"/>
                </a:lnTo>
                <a:lnTo>
                  <a:pt x="609600" y="762000"/>
                </a:lnTo>
                <a:lnTo>
                  <a:pt x="600075" y="762000"/>
                </a:lnTo>
                <a:close/>
                <a:moveTo>
                  <a:pt x="666750" y="752475"/>
                </a:moveTo>
                <a:lnTo>
                  <a:pt x="676275" y="752475"/>
                </a:lnTo>
                <a:lnTo>
                  <a:pt x="676275" y="762000"/>
                </a:lnTo>
                <a:lnTo>
                  <a:pt x="666750" y="762000"/>
                </a:lnTo>
                <a:close/>
                <a:moveTo>
                  <a:pt x="1200150" y="762000"/>
                </a:moveTo>
                <a:lnTo>
                  <a:pt x="1209675" y="762000"/>
                </a:lnTo>
                <a:lnTo>
                  <a:pt x="1209675" y="771525"/>
                </a:lnTo>
                <a:lnTo>
                  <a:pt x="1200150" y="771525"/>
                </a:lnTo>
                <a:close/>
                <a:moveTo>
                  <a:pt x="295275" y="771525"/>
                </a:moveTo>
                <a:lnTo>
                  <a:pt x="304800" y="771525"/>
                </a:lnTo>
                <a:lnTo>
                  <a:pt x="304800" y="790575"/>
                </a:lnTo>
                <a:lnTo>
                  <a:pt x="295275" y="790575"/>
                </a:lnTo>
                <a:close/>
                <a:moveTo>
                  <a:pt x="609600" y="771525"/>
                </a:moveTo>
                <a:lnTo>
                  <a:pt x="638175" y="771525"/>
                </a:lnTo>
                <a:lnTo>
                  <a:pt x="638175" y="781050"/>
                </a:lnTo>
                <a:lnTo>
                  <a:pt x="609600" y="781050"/>
                </a:lnTo>
                <a:close/>
                <a:moveTo>
                  <a:pt x="962025" y="771525"/>
                </a:moveTo>
                <a:lnTo>
                  <a:pt x="971550" y="771525"/>
                </a:lnTo>
                <a:lnTo>
                  <a:pt x="971550" y="781050"/>
                </a:lnTo>
                <a:lnTo>
                  <a:pt x="962025" y="781050"/>
                </a:lnTo>
                <a:close/>
                <a:moveTo>
                  <a:pt x="1238250" y="771525"/>
                </a:moveTo>
                <a:lnTo>
                  <a:pt x="1257300" y="771525"/>
                </a:lnTo>
                <a:lnTo>
                  <a:pt x="1257300" y="781050"/>
                </a:lnTo>
                <a:lnTo>
                  <a:pt x="1238250" y="781050"/>
                </a:lnTo>
                <a:close/>
                <a:moveTo>
                  <a:pt x="638175" y="781050"/>
                </a:moveTo>
                <a:lnTo>
                  <a:pt x="647700" y="781050"/>
                </a:lnTo>
                <a:lnTo>
                  <a:pt x="647700" y="809625"/>
                </a:lnTo>
                <a:lnTo>
                  <a:pt x="638175" y="809625"/>
                </a:lnTo>
                <a:lnTo>
                  <a:pt x="638175" y="819150"/>
                </a:lnTo>
                <a:lnTo>
                  <a:pt x="628650" y="819150"/>
                </a:lnTo>
                <a:lnTo>
                  <a:pt x="628650" y="800100"/>
                </a:lnTo>
                <a:lnTo>
                  <a:pt x="638175" y="800100"/>
                </a:lnTo>
                <a:close/>
                <a:moveTo>
                  <a:pt x="1228725" y="781050"/>
                </a:moveTo>
                <a:lnTo>
                  <a:pt x="1238250" y="781050"/>
                </a:lnTo>
                <a:lnTo>
                  <a:pt x="1238250" y="800100"/>
                </a:lnTo>
                <a:lnTo>
                  <a:pt x="1228725" y="800100"/>
                </a:lnTo>
                <a:close/>
                <a:moveTo>
                  <a:pt x="95250" y="790575"/>
                </a:moveTo>
                <a:lnTo>
                  <a:pt x="114300" y="790575"/>
                </a:lnTo>
                <a:lnTo>
                  <a:pt x="114300" y="800100"/>
                </a:lnTo>
                <a:lnTo>
                  <a:pt x="95250" y="800100"/>
                </a:lnTo>
                <a:close/>
                <a:moveTo>
                  <a:pt x="1200150" y="800100"/>
                </a:moveTo>
                <a:lnTo>
                  <a:pt x="1209675" y="800100"/>
                </a:lnTo>
                <a:lnTo>
                  <a:pt x="1209675" y="847725"/>
                </a:lnTo>
                <a:lnTo>
                  <a:pt x="1200150" y="847725"/>
                </a:lnTo>
                <a:close/>
                <a:moveTo>
                  <a:pt x="1304925" y="800100"/>
                </a:moveTo>
                <a:lnTo>
                  <a:pt x="1314450" y="800100"/>
                </a:lnTo>
                <a:lnTo>
                  <a:pt x="1314450" y="809625"/>
                </a:lnTo>
                <a:lnTo>
                  <a:pt x="1304925" y="809625"/>
                </a:lnTo>
                <a:close/>
                <a:moveTo>
                  <a:pt x="1562100" y="800100"/>
                </a:moveTo>
                <a:lnTo>
                  <a:pt x="1571625" y="800100"/>
                </a:lnTo>
                <a:lnTo>
                  <a:pt x="1571625" y="819150"/>
                </a:lnTo>
                <a:lnTo>
                  <a:pt x="1562100" y="819150"/>
                </a:lnTo>
                <a:close/>
                <a:moveTo>
                  <a:pt x="552450" y="809625"/>
                </a:moveTo>
                <a:lnTo>
                  <a:pt x="561975" y="809625"/>
                </a:lnTo>
                <a:lnTo>
                  <a:pt x="561975" y="819150"/>
                </a:lnTo>
                <a:lnTo>
                  <a:pt x="552450" y="819150"/>
                </a:lnTo>
                <a:close/>
                <a:moveTo>
                  <a:pt x="952500" y="819150"/>
                </a:moveTo>
                <a:lnTo>
                  <a:pt x="962025" y="819150"/>
                </a:lnTo>
                <a:lnTo>
                  <a:pt x="962025" y="828675"/>
                </a:lnTo>
                <a:lnTo>
                  <a:pt x="952500" y="828675"/>
                </a:lnTo>
                <a:close/>
                <a:moveTo>
                  <a:pt x="1257300" y="819150"/>
                </a:moveTo>
                <a:lnTo>
                  <a:pt x="1266825" y="819150"/>
                </a:lnTo>
                <a:lnTo>
                  <a:pt x="1266825" y="828675"/>
                </a:lnTo>
                <a:lnTo>
                  <a:pt x="1257300" y="828675"/>
                </a:lnTo>
                <a:close/>
                <a:moveTo>
                  <a:pt x="1247775" y="828675"/>
                </a:moveTo>
                <a:lnTo>
                  <a:pt x="1257300" y="828675"/>
                </a:lnTo>
                <a:lnTo>
                  <a:pt x="1257300" y="838200"/>
                </a:lnTo>
                <a:lnTo>
                  <a:pt x="1247775" y="838200"/>
                </a:lnTo>
                <a:close/>
                <a:moveTo>
                  <a:pt x="1695450" y="828675"/>
                </a:moveTo>
                <a:lnTo>
                  <a:pt x="1704975" y="828675"/>
                </a:lnTo>
                <a:lnTo>
                  <a:pt x="1704975" y="838200"/>
                </a:lnTo>
                <a:lnTo>
                  <a:pt x="1695450" y="838200"/>
                </a:lnTo>
                <a:close/>
                <a:moveTo>
                  <a:pt x="628650" y="838200"/>
                </a:moveTo>
                <a:lnTo>
                  <a:pt x="638175" y="838200"/>
                </a:lnTo>
                <a:lnTo>
                  <a:pt x="638175" y="847725"/>
                </a:lnTo>
                <a:lnTo>
                  <a:pt x="628650" y="847725"/>
                </a:lnTo>
                <a:close/>
                <a:moveTo>
                  <a:pt x="981075" y="838200"/>
                </a:moveTo>
                <a:lnTo>
                  <a:pt x="990600" y="838200"/>
                </a:lnTo>
                <a:lnTo>
                  <a:pt x="990600" y="847725"/>
                </a:lnTo>
                <a:lnTo>
                  <a:pt x="981075" y="847725"/>
                </a:lnTo>
                <a:close/>
                <a:moveTo>
                  <a:pt x="552450" y="847725"/>
                </a:moveTo>
                <a:lnTo>
                  <a:pt x="561975" y="847725"/>
                </a:lnTo>
                <a:lnTo>
                  <a:pt x="561975" y="866775"/>
                </a:lnTo>
                <a:lnTo>
                  <a:pt x="552450" y="866775"/>
                </a:lnTo>
                <a:close/>
                <a:moveTo>
                  <a:pt x="638175" y="847725"/>
                </a:moveTo>
                <a:lnTo>
                  <a:pt x="647700" y="847725"/>
                </a:lnTo>
                <a:lnTo>
                  <a:pt x="647700" y="857250"/>
                </a:lnTo>
                <a:lnTo>
                  <a:pt x="638175" y="857250"/>
                </a:lnTo>
                <a:close/>
                <a:moveTo>
                  <a:pt x="962025" y="847725"/>
                </a:moveTo>
                <a:lnTo>
                  <a:pt x="971550" y="847725"/>
                </a:lnTo>
                <a:lnTo>
                  <a:pt x="971550" y="857250"/>
                </a:lnTo>
                <a:lnTo>
                  <a:pt x="962025" y="857250"/>
                </a:lnTo>
                <a:close/>
                <a:moveTo>
                  <a:pt x="1543050" y="857250"/>
                </a:moveTo>
                <a:lnTo>
                  <a:pt x="1552575" y="857250"/>
                </a:lnTo>
                <a:lnTo>
                  <a:pt x="1552575" y="866775"/>
                </a:lnTo>
                <a:lnTo>
                  <a:pt x="1543050" y="866775"/>
                </a:lnTo>
                <a:close/>
                <a:moveTo>
                  <a:pt x="295275" y="866775"/>
                </a:moveTo>
                <a:lnTo>
                  <a:pt x="304800" y="866775"/>
                </a:lnTo>
                <a:lnTo>
                  <a:pt x="304800" y="876300"/>
                </a:lnTo>
                <a:lnTo>
                  <a:pt x="295275" y="876300"/>
                </a:lnTo>
                <a:close/>
                <a:moveTo>
                  <a:pt x="323850" y="866775"/>
                </a:moveTo>
                <a:lnTo>
                  <a:pt x="333375" y="866775"/>
                </a:lnTo>
                <a:lnTo>
                  <a:pt x="333375" y="876300"/>
                </a:lnTo>
                <a:lnTo>
                  <a:pt x="323850" y="876300"/>
                </a:lnTo>
                <a:close/>
                <a:moveTo>
                  <a:pt x="581025" y="866775"/>
                </a:moveTo>
                <a:lnTo>
                  <a:pt x="590550" y="866775"/>
                </a:lnTo>
                <a:lnTo>
                  <a:pt x="590550" y="876300"/>
                </a:lnTo>
                <a:lnTo>
                  <a:pt x="581025" y="876300"/>
                </a:lnTo>
                <a:close/>
                <a:moveTo>
                  <a:pt x="990600" y="866775"/>
                </a:moveTo>
                <a:lnTo>
                  <a:pt x="1000125" y="866775"/>
                </a:lnTo>
                <a:lnTo>
                  <a:pt x="1000125" y="876300"/>
                </a:lnTo>
                <a:lnTo>
                  <a:pt x="990600" y="876300"/>
                </a:lnTo>
                <a:close/>
                <a:moveTo>
                  <a:pt x="1304925" y="866775"/>
                </a:moveTo>
                <a:lnTo>
                  <a:pt x="1314450" y="866775"/>
                </a:lnTo>
                <a:lnTo>
                  <a:pt x="1314450" y="876300"/>
                </a:lnTo>
                <a:lnTo>
                  <a:pt x="1304925" y="876300"/>
                </a:lnTo>
                <a:close/>
                <a:moveTo>
                  <a:pt x="1628775" y="866775"/>
                </a:moveTo>
                <a:lnTo>
                  <a:pt x="1638300" y="866775"/>
                </a:lnTo>
                <a:lnTo>
                  <a:pt x="1638300" y="876300"/>
                </a:lnTo>
                <a:lnTo>
                  <a:pt x="1628775" y="876300"/>
                </a:lnTo>
                <a:close/>
                <a:moveTo>
                  <a:pt x="276225" y="885825"/>
                </a:moveTo>
                <a:lnTo>
                  <a:pt x="285750" y="885825"/>
                </a:lnTo>
                <a:lnTo>
                  <a:pt x="285750" y="895350"/>
                </a:lnTo>
                <a:lnTo>
                  <a:pt x="276225" y="895350"/>
                </a:lnTo>
                <a:close/>
                <a:moveTo>
                  <a:pt x="1266825" y="885825"/>
                </a:moveTo>
                <a:lnTo>
                  <a:pt x="1276350" y="885825"/>
                </a:lnTo>
                <a:lnTo>
                  <a:pt x="1276350" y="895350"/>
                </a:lnTo>
                <a:lnTo>
                  <a:pt x="1266825" y="895350"/>
                </a:lnTo>
                <a:close/>
                <a:moveTo>
                  <a:pt x="1590675" y="885825"/>
                </a:moveTo>
                <a:lnTo>
                  <a:pt x="1600200" y="885825"/>
                </a:lnTo>
                <a:lnTo>
                  <a:pt x="1600200" y="895350"/>
                </a:lnTo>
                <a:lnTo>
                  <a:pt x="1590675" y="895350"/>
                </a:lnTo>
                <a:close/>
                <a:moveTo>
                  <a:pt x="962025" y="895350"/>
                </a:moveTo>
                <a:lnTo>
                  <a:pt x="971550" y="895350"/>
                </a:lnTo>
                <a:lnTo>
                  <a:pt x="971550" y="904875"/>
                </a:lnTo>
                <a:lnTo>
                  <a:pt x="962025" y="904875"/>
                </a:lnTo>
                <a:close/>
                <a:moveTo>
                  <a:pt x="990600" y="895350"/>
                </a:moveTo>
                <a:lnTo>
                  <a:pt x="1000125" y="895350"/>
                </a:lnTo>
                <a:lnTo>
                  <a:pt x="1000125" y="904875"/>
                </a:lnTo>
                <a:lnTo>
                  <a:pt x="990600" y="904875"/>
                </a:lnTo>
                <a:close/>
                <a:moveTo>
                  <a:pt x="1257300" y="895350"/>
                </a:moveTo>
                <a:lnTo>
                  <a:pt x="1266825" y="895350"/>
                </a:lnTo>
                <a:lnTo>
                  <a:pt x="1266825" y="904875"/>
                </a:lnTo>
                <a:lnTo>
                  <a:pt x="1257300" y="904875"/>
                </a:lnTo>
                <a:close/>
                <a:moveTo>
                  <a:pt x="619125" y="904875"/>
                </a:moveTo>
                <a:lnTo>
                  <a:pt x="628650" y="904875"/>
                </a:lnTo>
                <a:lnTo>
                  <a:pt x="628650" y="914400"/>
                </a:lnTo>
                <a:lnTo>
                  <a:pt x="619125" y="914400"/>
                </a:lnTo>
                <a:close/>
                <a:moveTo>
                  <a:pt x="638175" y="904875"/>
                </a:moveTo>
                <a:lnTo>
                  <a:pt x="647700" y="904875"/>
                </a:lnTo>
                <a:lnTo>
                  <a:pt x="647700" y="914400"/>
                </a:lnTo>
                <a:lnTo>
                  <a:pt x="638175" y="914400"/>
                </a:lnTo>
                <a:close/>
                <a:moveTo>
                  <a:pt x="942975" y="904875"/>
                </a:moveTo>
                <a:lnTo>
                  <a:pt x="952500" y="904875"/>
                </a:lnTo>
                <a:lnTo>
                  <a:pt x="952500" y="914400"/>
                </a:lnTo>
                <a:lnTo>
                  <a:pt x="942975" y="914400"/>
                </a:lnTo>
                <a:close/>
                <a:moveTo>
                  <a:pt x="609600" y="923925"/>
                </a:moveTo>
                <a:lnTo>
                  <a:pt x="619125" y="923925"/>
                </a:lnTo>
                <a:lnTo>
                  <a:pt x="619125" y="933450"/>
                </a:lnTo>
                <a:lnTo>
                  <a:pt x="609600" y="933450"/>
                </a:lnTo>
                <a:close/>
                <a:moveTo>
                  <a:pt x="676275" y="923925"/>
                </a:moveTo>
                <a:lnTo>
                  <a:pt x="685800" y="923925"/>
                </a:lnTo>
                <a:lnTo>
                  <a:pt x="685800" y="942975"/>
                </a:lnTo>
                <a:lnTo>
                  <a:pt x="676275" y="942975"/>
                </a:lnTo>
                <a:close/>
                <a:moveTo>
                  <a:pt x="952500" y="923925"/>
                </a:moveTo>
                <a:lnTo>
                  <a:pt x="962025" y="923925"/>
                </a:lnTo>
                <a:lnTo>
                  <a:pt x="962025" y="933450"/>
                </a:lnTo>
                <a:lnTo>
                  <a:pt x="952500" y="933450"/>
                </a:lnTo>
                <a:close/>
                <a:moveTo>
                  <a:pt x="1219200" y="933450"/>
                </a:moveTo>
                <a:lnTo>
                  <a:pt x="1228725" y="933450"/>
                </a:lnTo>
                <a:lnTo>
                  <a:pt x="1228725" y="942975"/>
                </a:lnTo>
                <a:lnTo>
                  <a:pt x="1219200" y="942975"/>
                </a:lnTo>
                <a:close/>
                <a:moveTo>
                  <a:pt x="1209675" y="942975"/>
                </a:moveTo>
                <a:lnTo>
                  <a:pt x="1219200" y="942975"/>
                </a:lnTo>
                <a:lnTo>
                  <a:pt x="1219200" y="952500"/>
                </a:lnTo>
                <a:lnTo>
                  <a:pt x="1209675" y="952500"/>
                </a:lnTo>
                <a:close/>
                <a:moveTo>
                  <a:pt x="1181100" y="962025"/>
                </a:moveTo>
                <a:lnTo>
                  <a:pt x="1190625" y="962025"/>
                </a:lnTo>
                <a:lnTo>
                  <a:pt x="1190625" y="971550"/>
                </a:lnTo>
                <a:lnTo>
                  <a:pt x="1181100" y="971550"/>
                </a:lnTo>
                <a:close/>
                <a:moveTo>
                  <a:pt x="685800" y="971550"/>
                </a:moveTo>
                <a:lnTo>
                  <a:pt x="695325" y="971550"/>
                </a:lnTo>
                <a:lnTo>
                  <a:pt x="695325" y="981075"/>
                </a:lnTo>
                <a:lnTo>
                  <a:pt x="685800" y="981075"/>
                </a:lnTo>
                <a:close/>
                <a:moveTo>
                  <a:pt x="952500" y="971550"/>
                </a:moveTo>
                <a:lnTo>
                  <a:pt x="981075" y="971550"/>
                </a:lnTo>
                <a:lnTo>
                  <a:pt x="981075" y="981075"/>
                </a:lnTo>
                <a:lnTo>
                  <a:pt x="952500" y="981075"/>
                </a:lnTo>
                <a:close/>
                <a:moveTo>
                  <a:pt x="666750" y="990600"/>
                </a:moveTo>
                <a:lnTo>
                  <a:pt x="676275" y="990600"/>
                </a:lnTo>
                <a:lnTo>
                  <a:pt x="676275" y="1000125"/>
                </a:lnTo>
                <a:lnTo>
                  <a:pt x="666750" y="1000125"/>
                </a:lnTo>
                <a:close/>
                <a:moveTo>
                  <a:pt x="895350" y="990600"/>
                </a:moveTo>
                <a:lnTo>
                  <a:pt x="904875" y="990600"/>
                </a:lnTo>
                <a:lnTo>
                  <a:pt x="904875" y="1000125"/>
                </a:lnTo>
                <a:lnTo>
                  <a:pt x="895350" y="1000125"/>
                </a:lnTo>
                <a:close/>
                <a:moveTo>
                  <a:pt x="1171575" y="990600"/>
                </a:moveTo>
                <a:lnTo>
                  <a:pt x="1181100" y="990600"/>
                </a:lnTo>
                <a:lnTo>
                  <a:pt x="1181100" y="1000125"/>
                </a:lnTo>
                <a:lnTo>
                  <a:pt x="1171575" y="1000125"/>
                </a:lnTo>
                <a:close/>
                <a:moveTo>
                  <a:pt x="695325" y="1000125"/>
                </a:moveTo>
                <a:lnTo>
                  <a:pt x="704850" y="1000125"/>
                </a:lnTo>
                <a:lnTo>
                  <a:pt x="704850" y="1009650"/>
                </a:lnTo>
                <a:lnTo>
                  <a:pt x="695325" y="1009650"/>
                </a:lnTo>
                <a:close/>
                <a:moveTo>
                  <a:pt x="933450" y="1000125"/>
                </a:moveTo>
                <a:lnTo>
                  <a:pt x="942975" y="1000125"/>
                </a:lnTo>
                <a:lnTo>
                  <a:pt x="942975" y="1009650"/>
                </a:lnTo>
                <a:lnTo>
                  <a:pt x="933450" y="1009650"/>
                </a:lnTo>
                <a:close/>
                <a:moveTo>
                  <a:pt x="990600" y="1000125"/>
                </a:moveTo>
                <a:lnTo>
                  <a:pt x="1000125" y="1000125"/>
                </a:lnTo>
                <a:lnTo>
                  <a:pt x="1000125" y="1009650"/>
                </a:lnTo>
                <a:lnTo>
                  <a:pt x="990600" y="1009650"/>
                </a:lnTo>
                <a:close/>
                <a:moveTo>
                  <a:pt x="1000125" y="1009650"/>
                </a:moveTo>
                <a:lnTo>
                  <a:pt x="1009650" y="1009650"/>
                </a:lnTo>
                <a:lnTo>
                  <a:pt x="1009650" y="1019175"/>
                </a:lnTo>
                <a:lnTo>
                  <a:pt x="1000125" y="1019175"/>
                </a:lnTo>
                <a:close/>
                <a:moveTo>
                  <a:pt x="1162050" y="1009650"/>
                </a:moveTo>
                <a:lnTo>
                  <a:pt x="1171575" y="1009650"/>
                </a:lnTo>
                <a:lnTo>
                  <a:pt x="1171575" y="1019175"/>
                </a:lnTo>
                <a:lnTo>
                  <a:pt x="1162050" y="1019175"/>
                </a:lnTo>
                <a:close/>
                <a:moveTo>
                  <a:pt x="1190625" y="1009650"/>
                </a:moveTo>
                <a:lnTo>
                  <a:pt x="1200150" y="1009650"/>
                </a:lnTo>
                <a:lnTo>
                  <a:pt x="1200150" y="1019175"/>
                </a:lnTo>
                <a:lnTo>
                  <a:pt x="1190625" y="1019175"/>
                </a:lnTo>
                <a:close/>
                <a:moveTo>
                  <a:pt x="704850" y="1019175"/>
                </a:moveTo>
                <a:lnTo>
                  <a:pt x="714375" y="1019175"/>
                </a:lnTo>
                <a:lnTo>
                  <a:pt x="714375" y="1028700"/>
                </a:lnTo>
                <a:lnTo>
                  <a:pt x="704850" y="1028700"/>
                </a:lnTo>
                <a:close/>
                <a:moveTo>
                  <a:pt x="895350" y="1019175"/>
                </a:moveTo>
                <a:lnTo>
                  <a:pt x="904875" y="1019175"/>
                </a:lnTo>
                <a:lnTo>
                  <a:pt x="904875" y="1038225"/>
                </a:lnTo>
                <a:lnTo>
                  <a:pt x="895350" y="1038225"/>
                </a:lnTo>
                <a:close/>
                <a:moveTo>
                  <a:pt x="923925" y="1028700"/>
                </a:moveTo>
                <a:lnTo>
                  <a:pt x="952500" y="1028700"/>
                </a:lnTo>
                <a:lnTo>
                  <a:pt x="952500" y="1038225"/>
                </a:lnTo>
                <a:lnTo>
                  <a:pt x="923925" y="1038225"/>
                </a:lnTo>
                <a:close/>
                <a:moveTo>
                  <a:pt x="1152525" y="1028700"/>
                </a:moveTo>
                <a:lnTo>
                  <a:pt x="1162050" y="1028700"/>
                </a:lnTo>
                <a:lnTo>
                  <a:pt x="1162050" y="1038225"/>
                </a:lnTo>
                <a:lnTo>
                  <a:pt x="1152525" y="1038225"/>
                </a:lnTo>
                <a:close/>
                <a:moveTo>
                  <a:pt x="695325" y="1047750"/>
                </a:moveTo>
                <a:lnTo>
                  <a:pt x="704850" y="1047750"/>
                </a:lnTo>
                <a:lnTo>
                  <a:pt x="704850" y="1057275"/>
                </a:lnTo>
                <a:lnTo>
                  <a:pt x="695325" y="1057275"/>
                </a:lnTo>
                <a:close/>
                <a:moveTo>
                  <a:pt x="723900" y="1047750"/>
                </a:moveTo>
                <a:lnTo>
                  <a:pt x="733425" y="1047750"/>
                </a:lnTo>
                <a:lnTo>
                  <a:pt x="733425" y="1057275"/>
                </a:lnTo>
                <a:lnTo>
                  <a:pt x="723900" y="1057275"/>
                </a:lnTo>
                <a:close/>
                <a:moveTo>
                  <a:pt x="1143000" y="1047750"/>
                </a:moveTo>
                <a:lnTo>
                  <a:pt x="1152525" y="1047750"/>
                </a:lnTo>
                <a:lnTo>
                  <a:pt x="1152525" y="1057275"/>
                </a:lnTo>
                <a:lnTo>
                  <a:pt x="1143000" y="1057275"/>
                </a:lnTo>
                <a:close/>
                <a:moveTo>
                  <a:pt x="876300" y="1057275"/>
                </a:moveTo>
                <a:lnTo>
                  <a:pt x="904875" y="1057275"/>
                </a:lnTo>
                <a:lnTo>
                  <a:pt x="904875" y="1066800"/>
                </a:lnTo>
                <a:lnTo>
                  <a:pt x="876300" y="1066800"/>
                </a:lnTo>
                <a:close/>
                <a:moveTo>
                  <a:pt x="1133475" y="1057275"/>
                </a:moveTo>
                <a:lnTo>
                  <a:pt x="1143000" y="1057275"/>
                </a:lnTo>
                <a:lnTo>
                  <a:pt x="1143000" y="1066800"/>
                </a:lnTo>
                <a:lnTo>
                  <a:pt x="1133475" y="1066800"/>
                </a:lnTo>
                <a:close/>
                <a:moveTo>
                  <a:pt x="704850" y="1066800"/>
                </a:moveTo>
                <a:lnTo>
                  <a:pt x="714375" y="1066800"/>
                </a:lnTo>
                <a:lnTo>
                  <a:pt x="714375" y="1076325"/>
                </a:lnTo>
                <a:lnTo>
                  <a:pt x="704850" y="1076325"/>
                </a:lnTo>
                <a:close/>
                <a:moveTo>
                  <a:pt x="742950" y="1076325"/>
                </a:moveTo>
                <a:lnTo>
                  <a:pt x="752475" y="1076325"/>
                </a:lnTo>
                <a:lnTo>
                  <a:pt x="752475" y="1085850"/>
                </a:lnTo>
                <a:lnTo>
                  <a:pt x="742950" y="1085850"/>
                </a:lnTo>
                <a:close/>
                <a:moveTo>
                  <a:pt x="752475" y="1085850"/>
                </a:moveTo>
                <a:lnTo>
                  <a:pt x="762000" y="1085850"/>
                </a:lnTo>
                <a:lnTo>
                  <a:pt x="762000" y="1095375"/>
                </a:lnTo>
                <a:lnTo>
                  <a:pt x="752475" y="1095375"/>
                </a:lnTo>
                <a:close/>
                <a:moveTo>
                  <a:pt x="1133475" y="1095375"/>
                </a:moveTo>
                <a:lnTo>
                  <a:pt x="1143000" y="1095375"/>
                </a:lnTo>
                <a:lnTo>
                  <a:pt x="1143000" y="1104900"/>
                </a:lnTo>
                <a:lnTo>
                  <a:pt x="1133475" y="1104900"/>
                </a:lnTo>
                <a:close/>
                <a:moveTo>
                  <a:pt x="790575" y="1123950"/>
                </a:moveTo>
                <a:lnTo>
                  <a:pt x="800100" y="1123950"/>
                </a:lnTo>
                <a:lnTo>
                  <a:pt x="800100" y="1133475"/>
                </a:lnTo>
                <a:lnTo>
                  <a:pt x="790575" y="1133475"/>
                </a:lnTo>
                <a:close/>
                <a:moveTo>
                  <a:pt x="1057275" y="1133475"/>
                </a:moveTo>
                <a:lnTo>
                  <a:pt x="1066800" y="1133475"/>
                </a:lnTo>
                <a:lnTo>
                  <a:pt x="1066800" y="1143000"/>
                </a:lnTo>
                <a:lnTo>
                  <a:pt x="1057275" y="1143000"/>
                </a:lnTo>
                <a:close/>
                <a:moveTo>
                  <a:pt x="838200" y="1152525"/>
                </a:moveTo>
                <a:lnTo>
                  <a:pt x="847725" y="1152525"/>
                </a:lnTo>
                <a:lnTo>
                  <a:pt x="847725" y="1162050"/>
                </a:lnTo>
                <a:lnTo>
                  <a:pt x="838200" y="1162050"/>
                </a:lnTo>
                <a:close/>
                <a:moveTo>
                  <a:pt x="1028700" y="1152525"/>
                </a:moveTo>
                <a:lnTo>
                  <a:pt x="1038225" y="1152525"/>
                </a:lnTo>
                <a:lnTo>
                  <a:pt x="1038225" y="1162050"/>
                </a:lnTo>
                <a:lnTo>
                  <a:pt x="1028700" y="1162050"/>
                </a:lnTo>
                <a:close/>
                <a:moveTo>
                  <a:pt x="809625" y="1162050"/>
                </a:moveTo>
                <a:lnTo>
                  <a:pt x="819150" y="1162050"/>
                </a:lnTo>
                <a:lnTo>
                  <a:pt x="819150" y="1181100"/>
                </a:lnTo>
                <a:lnTo>
                  <a:pt x="809625" y="1181100"/>
                </a:lnTo>
                <a:lnTo>
                  <a:pt x="809625" y="1219200"/>
                </a:lnTo>
                <a:lnTo>
                  <a:pt x="800100" y="1219200"/>
                </a:lnTo>
                <a:lnTo>
                  <a:pt x="800100" y="1171575"/>
                </a:lnTo>
                <a:lnTo>
                  <a:pt x="809625" y="1171575"/>
                </a:lnTo>
                <a:close/>
                <a:moveTo>
                  <a:pt x="866775" y="1162050"/>
                </a:moveTo>
                <a:lnTo>
                  <a:pt x="876300" y="1162050"/>
                </a:lnTo>
                <a:lnTo>
                  <a:pt x="876300" y="1171575"/>
                </a:lnTo>
                <a:lnTo>
                  <a:pt x="866775" y="1171575"/>
                </a:lnTo>
                <a:close/>
                <a:moveTo>
                  <a:pt x="1009650" y="1162050"/>
                </a:moveTo>
                <a:lnTo>
                  <a:pt x="1019175" y="1162050"/>
                </a:lnTo>
                <a:lnTo>
                  <a:pt x="1019175" y="1171575"/>
                </a:lnTo>
                <a:lnTo>
                  <a:pt x="1009650" y="1171575"/>
                </a:lnTo>
                <a:close/>
                <a:moveTo>
                  <a:pt x="1057275" y="1162050"/>
                </a:moveTo>
                <a:lnTo>
                  <a:pt x="1066800" y="1162050"/>
                </a:lnTo>
                <a:lnTo>
                  <a:pt x="1066800" y="1171575"/>
                </a:lnTo>
                <a:lnTo>
                  <a:pt x="1076325" y="1171575"/>
                </a:lnTo>
                <a:lnTo>
                  <a:pt x="1076325" y="1209675"/>
                </a:lnTo>
                <a:lnTo>
                  <a:pt x="1066800" y="1209675"/>
                </a:lnTo>
                <a:lnTo>
                  <a:pt x="1066800" y="1181100"/>
                </a:lnTo>
                <a:lnTo>
                  <a:pt x="1057275" y="1181100"/>
                </a:lnTo>
                <a:close/>
                <a:moveTo>
                  <a:pt x="904875" y="1171575"/>
                </a:moveTo>
                <a:lnTo>
                  <a:pt x="923925" y="1171575"/>
                </a:lnTo>
                <a:lnTo>
                  <a:pt x="923925" y="1181100"/>
                </a:lnTo>
                <a:lnTo>
                  <a:pt x="904875" y="1181100"/>
                </a:lnTo>
                <a:close/>
                <a:moveTo>
                  <a:pt x="962025" y="1171575"/>
                </a:moveTo>
                <a:lnTo>
                  <a:pt x="981075" y="1171575"/>
                </a:lnTo>
                <a:lnTo>
                  <a:pt x="981075" y="1181100"/>
                </a:lnTo>
                <a:lnTo>
                  <a:pt x="962025" y="1181100"/>
                </a:lnTo>
                <a:close/>
                <a:moveTo>
                  <a:pt x="1038225" y="1171575"/>
                </a:moveTo>
                <a:lnTo>
                  <a:pt x="1047750" y="1171575"/>
                </a:lnTo>
                <a:lnTo>
                  <a:pt x="1047750" y="1181100"/>
                </a:lnTo>
                <a:lnTo>
                  <a:pt x="1038225" y="1181100"/>
                </a:lnTo>
                <a:close/>
                <a:moveTo>
                  <a:pt x="771525" y="1190625"/>
                </a:moveTo>
                <a:lnTo>
                  <a:pt x="781050" y="1190625"/>
                </a:lnTo>
                <a:lnTo>
                  <a:pt x="781050" y="1200150"/>
                </a:lnTo>
                <a:lnTo>
                  <a:pt x="771525" y="1200150"/>
                </a:lnTo>
                <a:close/>
                <a:moveTo>
                  <a:pt x="876300" y="1190625"/>
                </a:moveTo>
                <a:lnTo>
                  <a:pt x="895350" y="1190625"/>
                </a:lnTo>
                <a:lnTo>
                  <a:pt x="895350" y="1200150"/>
                </a:lnTo>
                <a:lnTo>
                  <a:pt x="876300" y="1200150"/>
                </a:lnTo>
                <a:close/>
                <a:moveTo>
                  <a:pt x="981075" y="1190625"/>
                </a:moveTo>
                <a:lnTo>
                  <a:pt x="1000125" y="1190625"/>
                </a:lnTo>
                <a:lnTo>
                  <a:pt x="1000125" y="1200150"/>
                </a:lnTo>
                <a:lnTo>
                  <a:pt x="981075" y="1200150"/>
                </a:lnTo>
                <a:close/>
                <a:moveTo>
                  <a:pt x="762000" y="1200150"/>
                </a:moveTo>
                <a:lnTo>
                  <a:pt x="771525" y="1200150"/>
                </a:lnTo>
                <a:lnTo>
                  <a:pt x="771525" y="1209675"/>
                </a:lnTo>
                <a:lnTo>
                  <a:pt x="762000" y="1209675"/>
                </a:lnTo>
                <a:close/>
                <a:moveTo>
                  <a:pt x="723900" y="1219200"/>
                </a:moveTo>
                <a:lnTo>
                  <a:pt x="733425" y="1219200"/>
                </a:lnTo>
                <a:lnTo>
                  <a:pt x="733425" y="1228725"/>
                </a:lnTo>
                <a:lnTo>
                  <a:pt x="723900" y="1228725"/>
                </a:lnTo>
                <a:close/>
                <a:moveTo>
                  <a:pt x="1143000" y="1219200"/>
                </a:moveTo>
                <a:lnTo>
                  <a:pt x="1152525" y="1219200"/>
                </a:lnTo>
                <a:lnTo>
                  <a:pt x="1152525" y="1228725"/>
                </a:lnTo>
                <a:lnTo>
                  <a:pt x="1143000" y="1228725"/>
                </a:lnTo>
                <a:close/>
                <a:moveTo>
                  <a:pt x="714375" y="1228725"/>
                </a:moveTo>
                <a:lnTo>
                  <a:pt x="723900" y="1228725"/>
                </a:lnTo>
                <a:lnTo>
                  <a:pt x="723900" y="1238250"/>
                </a:lnTo>
                <a:lnTo>
                  <a:pt x="714375" y="1238250"/>
                </a:lnTo>
                <a:close/>
                <a:moveTo>
                  <a:pt x="752475" y="1228725"/>
                </a:moveTo>
                <a:lnTo>
                  <a:pt x="781050" y="1228725"/>
                </a:lnTo>
                <a:lnTo>
                  <a:pt x="781050" y="1257300"/>
                </a:lnTo>
                <a:lnTo>
                  <a:pt x="771525" y="1257300"/>
                </a:lnTo>
                <a:lnTo>
                  <a:pt x="771525" y="1238250"/>
                </a:lnTo>
                <a:lnTo>
                  <a:pt x="752475" y="1238250"/>
                </a:lnTo>
                <a:close/>
                <a:moveTo>
                  <a:pt x="1095375" y="1228725"/>
                </a:moveTo>
                <a:lnTo>
                  <a:pt x="1123950" y="1228725"/>
                </a:lnTo>
                <a:lnTo>
                  <a:pt x="1123950" y="1238250"/>
                </a:lnTo>
                <a:lnTo>
                  <a:pt x="1104900" y="1238250"/>
                </a:lnTo>
                <a:lnTo>
                  <a:pt x="1104900" y="1247775"/>
                </a:lnTo>
                <a:lnTo>
                  <a:pt x="1095375" y="1247775"/>
                </a:lnTo>
                <a:close/>
                <a:moveTo>
                  <a:pt x="1152525" y="1228725"/>
                </a:moveTo>
                <a:lnTo>
                  <a:pt x="1162050" y="1228725"/>
                </a:lnTo>
                <a:lnTo>
                  <a:pt x="1162050" y="1238250"/>
                </a:lnTo>
                <a:lnTo>
                  <a:pt x="1152525" y="1238250"/>
                </a:lnTo>
                <a:close/>
                <a:moveTo>
                  <a:pt x="714375" y="1266825"/>
                </a:moveTo>
                <a:lnTo>
                  <a:pt x="723900" y="1266825"/>
                </a:lnTo>
                <a:lnTo>
                  <a:pt x="723900" y="1276350"/>
                </a:lnTo>
                <a:lnTo>
                  <a:pt x="714375" y="1276350"/>
                </a:lnTo>
                <a:close/>
                <a:moveTo>
                  <a:pt x="762000" y="1266825"/>
                </a:moveTo>
                <a:lnTo>
                  <a:pt x="771525" y="1266825"/>
                </a:lnTo>
                <a:lnTo>
                  <a:pt x="771525" y="1295400"/>
                </a:lnTo>
                <a:lnTo>
                  <a:pt x="762000" y="1295400"/>
                </a:lnTo>
                <a:close/>
                <a:moveTo>
                  <a:pt x="1104900" y="1266825"/>
                </a:moveTo>
                <a:lnTo>
                  <a:pt x="1114425" y="1266825"/>
                </a:lnTo>
                <a:lnTo>
                  <a:pt x="1114425" y="1276350"/>
                </a:lnTo>
                <a:lnTo>
                  <a:pt x="1104900" y="1276350"/>
                </a:lnTo>
                <a:close/>
                <a:moveTo>
                  <a:pt x="1152525" y="1266825"/>
                </a:moveTo>
                <a:lnTo>
                  <a:pt x="1162050" y="1266825"/>
                </a:lnTo>
                <a:lnTo>
                  <a:pt x="1162050" y="1276350"/>
                </a:lnTo>
                <a:lnTo>
                  <a:pt x="1152525" y="1276350"/>
                </a:lnTo>
                <a:close/>
                <a:moveTo>
                  <a:pt x="685800" y="1276350"/>
                </a:moveTo>
                <a:lnTo>
                  <a:pt x="695325" y="1276350"/>
                </a:lnTo>
                <a:lnTo>
                  <a:pt x="695325" y="1285875"/>
                </a:lnTo>
                <a:lnTo>
                  <a:pt x="685800" y="1285875"/>
                </a:lnTo>
                <a:close/>
                <a:moveTo>
                  <a:pt x="790575" y="1276350"/>
                </a:moveTo>
                <a:lnTo>
                  <a:pt x="800100" y="1276350"/>
                </a:lnTo>
                <a:lnTo>
                  <a:pt x="800100" y="1295400"/>
                </a:lnTo>
                <a:lnTo>
                  <a:pt x="790575" y="1295400"/>
                </a:lnTo>
                <a:close/>
                <a:moveTo>
                  <a:pt x="1162050" y="1276350"/>
                </a:moveTo>
                <a:lnTo>
                  <a:pt x="1171575" y="1276350"/>
                </a:lnTo>
                <a:lnTo>
                  <a:pt x="1171575" y="1295400"/>
                </a:lnTo>
                <a:lnTo>
                  <a:pt x="1162050" y="1295400"/>
                </a:lnTo>
                <a:close/>
                <a:moveTo>
                  <a:pt x="704850" y="1285875"/>
                </a:moveTo>
                <a:lnTo>
                  <a:pt x="714375" y="1285875"/>
                </a:lnTo>
                <a:lnTo>
                  <a:pt x="714375" y="1295400"/>
                </a:lnTo>
                <a:lnTo>
                  <a:pt x="704850" y="1295400"/>
                </a:lnTo>
                <a:close/>
                <a:moveTo>
                  <a:pt x="1209675" y="1295400"/>
                </a:moveTo>
                <a:lnTo>
                  <a:pt x="1219200" y="1295400"/>
                </a:lnTo>
                <a:lnTo>
                  <a:pt x="1219200" y="1304925"/>
                </a:lnTo>
                <a:lnTo>
                  <a:pt x="1209675" y="1304925"/>
                </a:lnTo>
                <a:close/>
                <a:moveTo>
                  <a:pt x="695325" y="1304925"/>
                </a:moveTo>
                <a:lnTo>
                  <a:pt x="704850" y="1304925"/>
                </a:lnTo>
                <a:lnTo>
                  <a:pt x="704850" y="1323975"/>
                </a:lnTo>
                <a:lnTo>
                  <a:pt x="695325" y="1323975"/>
                </a:lnTo>
                <a:close/>
                <a:moveTo>
                  <a:pt x="1066800" y="1304925"/>
                </a:moveTo>
                <a:lnTo>
                  <a:pt x="1076325" y="1304925"/>
                </a:lnTo>
                <a:lnTo>
                  <a:pt x="1076325" y="1314450"/>
                </a:lnTo>
                <a:lnTo>
                  <a:pt x="1066800" y="1314450"/>
                </a:lnTo>
                <a:close/>
                <a:moveTo>
                  <a:pt x="1095375" y="1304925"/>
                </a:moveTo>
                <a:lnTo>
                  <a:pt x="1104900" y="1304925"/>
                </a:lnTo>
                <a:lnTo>
                  <a:pt x="1104900" y="1314450"/>
                </a:lnTo>
                <a:lnTo>
                  <a:pt x="1095375" y="1314450"/>
                </a:lnTo>
                <a:close/>
                <a:moveTo>
                  <a:pt x="1171575" y="1304925"/>
                </a:moveTo>
                <a:lnTo>
                  <a:pt x="1181100" y="1304925"/>
                </a:lnTo>
                <a:lnTo>
                  <a:pt x="1181100" y="1333500"/>
                </a:lnTo>
                <a:lnTo>
                  <a:pt x="1171575" y="1333500"/>
                </a:lnTo>
                <a:close/>
                <a:moveTo>
                  <a:pt x="781050" y="1314450"/>
                </a:moveTo>
                <a:lnTo>
                  <a:pt x="790575" y="1314450"/>
                </a:lnTo>
                <a:lnTo>
                  <a:pt x="790575" y="1323975"/>
                </a:lnTo>
                <a:lnTo>
                  <a:pt x="781050" y="1323975"/>
                </a:lnTo>
                <a:close/>
                <a:moveTo>
                  <a:pt x="1057275" y="1314450"/>
                </a:moveTo>
                <a:lnTo>
                  <a:pt x="1066800" y="1314450"/>
                </a:lnTo>
                <a:lnTo>
                  <a:pt x="1066800" y="1323975"/>
                </a:lnTo>
                <a:lnTo>
                  <a:pt x="1057275" y="1323975"/>
                </a:lnTo>
                <a:close/>
                <a:moveTo>
                  <a:pt x="790575" y="1323975"/>
                </a:moveTo>
                <a:lnTo>
                  <a:pt x="800100" y="1323975"/>
                </a:lnTo>
                <a:lnTo>
                  <a:pt x="800100" y="1333500"/>
                </a:lnTo>
                <a:lnTo>
                  <a:pt x="790575" y="1333500"/>
                </a:lnTo>
                <a:close/>
                <a:moveTo>
                  <a:pt x="800100" y="1333500"/>
                </a:moveTo>
                <a:lnTo>
                  <a:pt x="809625" y="1333500"/>
                </a:lnTo>
                <a:lnTo>
                  <a:pt x="809625" y="1343025"/>
                </a:lnTo>
                <a:lnTo>
                  <a:pt x="800100" y="1343025"/>
                </a:lnTo>
                <a:close/>
                <a:moveTo>
                  <a:pt x="838200" y="1333500"/>
                </a:moveTo>
                <a:lnTo>
                  <a:pt x="847725" y="1333500"/>
                </a:lnTo>
                <a:lnTo>
                  <a:pt x="847725" y="1343025"/>
                </a:lnTo>
                <a:lnTo>
                  <a:pt x="838200" y="1343025"/>
                </a:lnTo>
                <a:close/>
                <a:moveTo>
                  <a:pt x="704850" y="1343025"/>
                </a:moveTo>
                <a:lnTo>
                  <a:pt x="714375" y="1343025"/>
                </a:lnTo>
                <a:lnTo>
                  <a:pt x="714375" y="1362075"/>
                </a:lnTo>
                <a:lnTo>
                  <a:pt x="704850" y="1362075"/>
                </a:lnTo>
                <a:close/>
                <a:moveTo>
                  <a:pt x="809625" y="1343025"/>
                </a:moveTo>
                <a:lnTo>
                  <a:pt x="819150" y="1343025"/>
                </a:lnTo>
                <a:lnTo>
                  <a:pt x="819150" y="1352550"/>
                </a:lnTo>
                <a:lnTo>
                  <a:pt x="809625" y="1352550"/>
                </a:lnTo>
                <a:close/>
                <a:moveTo>
                  <a:pt x="1019175" y="1343025"/>
                </a:moveTo>
                <a:lnTo>
                  <a:pt x="1028700" y="1343025"/>
                </a:lnTo>
                <a:lnTo>
                  <a:pt x="1028700" y="1352550"/>
                </a:lnTo>
                <a:lnTo>
                  <a:pt x="1019175" y="1352550"/>
                </a:lnTo>
                <a:close/>
                <a:moveTo>
                  <a:pt x="1057275" y="1343025"/>
                </a:moveTo>
                <a:lnTo>
                  <a:pt x="1066800" y="1343025"/>
                </a:lnTo>
                <a:lnTo>
                  <a:pt x="1066800" y="1352550"/>
                </a:lnTo>
                <a:lnTo>
                  <a:pt x="1057275" y="1352550"/>
                </a:lnTo>
                <a:close/>
                <a:moveTo>
                  <a:pt x="819150" y="1352550"/>
                </a:moveTo>
                <a:lnTo>
                  <a:pt x="828675" y="1352550"/>
                </a:lnTo>
                <a:lnTo>
                  <a:pt x="828675" y="1362075"/>
                </a:lnTo>
                <a:lnTo>
                  <a:pt x="819150" y="1362075"/>
                </a:lnTo>
                <a:close/>
                <a:moveTo>
                  <a:pt x="1047750" y="1352550"/>
                </a:moveTo>
                <a:lnTo>
                  <a:pt x="1057275" y="1352550"/>
                </a:lnTo>
                <a:lnTo>
                  <a:pt x="1057275" y="1362075"/>
                </a:lnTo>
                <a:lnTo>
                  <a:pt x="1047750" y="1362075"/>
                </a:lnTo>
                <a:close/>
                <a:moveTo>
                  <a:pt x="1162050" y="1352550"/>
                </a:moveTo>
                <a:lnTo>
                  <a:pt x="1171575" y="1352550"/>
                </a:lnTo>
                <a:lnTo>
                  <a:pt x="1171575" y="1362075"/>
                </a:lnTo>
                <a:lnTo>
                  <a:pt x="1162050" y="1362075"/>
                </a:lnTo>
                <a:close/>
                <a:moveTo>
                  <a:pt x="1038225" y="1362075"/>
                </a:moveTo>
                <a:lnTo>
                  <a:pt x="1047750" y="1362075"/>
                </a:lnTo>
                <a:lnTo>
                  <a:pt x="1047750" y="1371600"/>
                </a:lnTo>
                <a:lnTo>
                  <a:pt x="1038225" y="1371600"/>
                </a:lnTo>
                <a:close/>
                <a:moveTo>
                  <a:pt x="714375" y="1371600"/>
                </a:moveTo>
                <a:lnTo>
                  <a:pt x="723900" y="1371600"/>
                </a:lnTo>
                <a:lnTo>
                  <a:pt x="723900" y="1390650"/>
                </a:lnTo>
                <a:lnTo>
                  <a:pt x="714375" y="1390650"/>
                </a:lnTo>
                <a:close/>
                <a:moveTo>
                  <a:pt x="990600" y="1371600"/>
                </a:moveTo>
                <a:lnTo>
                  <a:pt x="1000125" y="1371600"/>
                </a:lnTo>
                <a:lnTo>
                  <a:pt x="1000125" y="1381125"/>
                </a:lnTo>
                <a:lnTo>
                  <a:pt x="990600" y="1381125"/>
                </a:lnTo>
                <a:close/>
                <a:moveTo>
                  <a:pt x="1152525" y="1381125"/>
                </a:moveTo>
                <a:lnTo>
                  <a:pt x="1162050" y="1381125"/>
                </a:lnTo>
                <a:lnTo>
                  <a:pt x="1162050" y="1390650"/>
                </a:lnTo>
                <a:lnTo>
                  <a:pt x="1152525" y="1390650"/>
                </a:lnTo>
                <a:close/>
                <a:moveTo>
                  <a:pt x="723900" y="1400175"/>
                </a:moveTo>
                <a:lnTo>
                  <a:pt x="733425" y="1400175"/>
                </a:lnTo>
                <a:lnTo>
                  <a:pt x="733425" y="1409700"/>
                </a:lnTo>
                <a:lnTo>
                  <a:pt x="723900" y="1409700"/>
                </a:lnTo>
                <a:close/>
                <a:moveTo>
                  <a:pt x="885825" y="1400175"/>
                </a:moveTo>
                <a:lnTo>
                  <a:pt x="895350" y="1400175"/>
                </a:lnTo>
                <a:lnTo>
                  <a:pt x="895350" y="1409700"/>
                </a:lnTo>
                <a:lnTo>
                  <a:pt x="885825" y="1409700"/>
                </a:lnTo>
                <a:close/>
                <a:moveTo>
                  <a:pt x="1143000" y="1400175"/>
                </a:moveTo>
                <a:lnTo>
                  <a:pt x="1152525" y="1400175"/>
                </a:lnTo>
                <a:lnTo>
                  <a:pt x="1152525" y="1409700"/>
                </a:lnTo>
                <a:lnTo>
                  <a:pt x="1143000" y="1409700"/>
                </a:lnTo>
                <a:close/>
                <a:moveTo>
                  <a:pt x="809625" y="1409700"/>
                </a:moveTo>
                <a:lnTo>
                  <a:pt x="819150" y="1409700"/>
                </a:lnTo>
                <a:lnTo>
                  <a:pt x="819150" y="1419225"/>
                </a:lnTo>
                <a:lnTo>
                  <a:pt x="809625" y="1419225"/>
                </a:lnTo>
                <a:close/>
                <a:moveTo>
                  <a:pt x="1057275" y="1409700"/>
                </a:moveTo>
                <a:lnTo>
                  <a:pt x="1066800" y="1409700"/>
                </a:lnTo>
                <a:lnTo>
                  <a:pt x="1066800" y="1419225"/>
                </a:lnTo>
                <a:lnTo>
                  <a:pt x="1057275" y="1419225"/>
                </a:lnTo>
                <a:close/>
                <a:moveTo>
                  <a:pt x="733425" y="1419225"/>
                </a:moveTo>
                <a:lnTo>
                  <a:pt x="742950" y="1419225"/>
                </a:lnTo>
                <a:lnTo>
                  <a:pt x="742950" y="1428750"/>
                </a:lnTo>
                <a:lnTo>
                  <a:pt x="733425" y="1428750"/>
                </a:lnTo>
                <a:close/>
                <a:moveTo>
                  <a:pt x="800100" y="1419225"/>
                </a:moveTo>
                <a:lnTo>
                  <a:pt x="809625" y="1419225"/>
                </a:lnTo>
                <a:lnTo>
                  <a:pt x="809625" y="1428750"/>
                </a:lnTo>
                <a:lnTo>
                  <a:pt x="800100" y="1428750"/>
                </a:lnTo>
                <a:close/>
                <a:moveTo>
                  <a:pt x="1066800" y="1419225"/>
                </a:moveTo>
                <a:lnTo>
                  <a:pt x="1076325" y="1419225"/>
                </a:lnTo>
                <a:lnTo>
                  <a:pt x="1076325" y="1428750"/>
                </a:lnTo>
                <a:lnTo>
                  <a:pt x="1066800" y="1428750"/>
                </a:lnTo>
                <a:close/>
                <a:moveTo>
                  <a:pt x="1133475" y="1419225"/>
                </a:moveTo>
                <a:lnTo>
                  <a:pt x="1143000" y="1419225"/>
                </a:lnTo>
                <a:lnTo>
                  <a:pt x="1143000" y="1428750"/>
                </a:lnTo>
                <a:lnTo>
                  <a:pt x="1133475" y="1428750"/>
                </a:lnTo>
                <a:close/>
                <a:moveTo>
                  <a:pt x="790575" y="1428750"/>
                </a:moveTo>
                <a:lnTo>
                  <a:pt x="800100" y="1428750"/>
                </a:lnTo>
                <a:lnTo>
                  <a:pt x="800100" y="1438275"/>
                </a:lnTo>
                <a:lnTo>
                  <a:pt x="790575" y="1438275"/>
                </a:lnTo>
                <a:close/>
                <a:moveTo>
                  <a:pt x="1076325" y="1428750"/>
                </a:moveTo>
                <a:lnTo>
                  <a:pt x="1085850" y="1428750"/>
                </a:lnTo>
                <a:lnTo>
                  <a:pt x="1085850" y="1438275"/>
                </a:lnTo>
                <a:lnTo>
                  <a:pt x="1076325" y="1438275"/>
                </a:lnTo>
                <a:close/>
                <a:moveTo>
                  <a:pt x="742950" y="1438275"/>
                </a:moveTo>
                <a:lnTo>
                  <a:pt x="752475" y="1438275"/>
                </a:lnTo>
                <a:lnTo>
                  <a:pt x="752475" y="1447800"/>
                </a:lnTo>
                <a:lnTo>
                  <a:pt x="742950" y="1447800"/>
                </a:lnTo>
                <a:close/>
                <a:moveTo>
                  <a:pt x="1123950" y="1438275"/>
                </a:moveTo>
                <a:lnTo>
                  <a:pt x="1133475" y="1438275"/>
                </a:lnTo>
                <a:lnTo>
                  <a:pt x="1133475" y="1447800"/>
                </a:lnTo>
                <a:lnTo>
                  <a:pt x="1123950" y="1447800"/>
                </a:lnTo>
                <a:close/>
                <a:moveTo>
                  <a:pt x="762000" y="1457325"/>
                </a:moveTo>
                <a:lnTo>
                  <a:pt x="771525" y="1457325"/>
                </a:lnTo>
                <a:lnTo>
                  <a:pt x="771525" y="1466850"/>
                </a:lnTo>
                <a:lnTo>
                  <a:pt x="762000" y="1466850"/>
                </a:lnTo>
                <a:close/>
                <a:moveTo>
                  <a:pt x="952500" y="1457325"/>
                </a:moveTo>
                <a:lnTo>
                  <a:pt x="962025" y="1457325"/>
                </a:lnTo>
                <a:lnTo>
                  <a:pt x="962025" y="1466850"/>
                </a:lnTo>
                <a:lnTo>
                  <a:pt x="952500" y="1466850"/>
                </a:lnTo>
                <a:close/>
                <a:moveTo>
                  <a:pt x="1104900" y="1457325"/>
                </a:moveTo>
                <a:lnTo>
                  <a:pt x="1114425" y="1457325"/>
                </a:lnTo>
                <a:lnTo>
                  <a:pt x="1114425" y="1466850"/>
                </a:lnTo>
                <a:lnTo>
                  <a:pt x="1104900" y="1466850"/>
                </a:lnTo>
                <a:close/>
                <a:moveTo>
                  <a:pt x="1628775" y="1609725"/>
                </a:moveTo>
                <a:lnTo>
                  <a:pt x="1638300" y="1609725"/>
                </a:lnTo>
                <a:lnTo>
                  <a:pt x="1638300" y="1619250"/>
                </a:lnTo>
                <a:lnTo>
                  <a:pt x="1628775" y="1619250"/>
                </a:lnTo>
                <a:close/>
              </a:path>
            </a:pathLst>
          </a:custGeom>
          <a:solidFill xmlns:a="http://schemas.openxmlformats.org/drawingml/2006/main">
            <a:srgbClr val="D17E5E"/>
          </a:solidFill>
          <a:ln xmlns:a="http://schemas.openxmlformats.org/drawingml/2006/main" w="0">
            <a:noFill/>
          </a:ln>
        </p:spPr>
      </p:sp>
      <p:sp>
        <p:nvSpPr>
          <p:cNvPr id="65" name="juan vector #a8857e">
            <a:extLst xmlns:a="http://schemas.openxmlformats.org/drawingml/2006/main">
              <a:ext uri="{FF2B5EF4-FFF2-40B4-BE49-F238E27FC236}">
                <a16:creationId xmlns:a16="http://schemas.microsoft.com/office/drawing/2014/main" id="{A9DAB3FB-336F-41BB-8984-80E1B08CE9D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48900" y="2552700"/>
            <a:ext cx="2085975" cy="2085975"/>
          </a:xfrm>
          <a:custGeom xmlns:a="http://schemas.openxmlformats.org/drawingml/2006/main">
            <a:pathLst>
              <a:path w="2085975" h="2085975">
                <a:moveTo>
                  <a:pt x="361950" y="0"/>
                </a:moveTo>
                <a:lnTo>
                  <a:pt x="371475" y="0"/>
                </a:lnTo>
                <a:lnTo>
                  <a:pt x="371475" y="9525"/>
                </a:lnTo>
                <a:lnTo>
                  <a:pt x="361950" y="9525"/>
                </a:lnTo>
                <a:close/>
                <a:moveTo>
                  <a:pt x="390525" y="0"/>
                </a:moveTo>
                <a:lnTo>
                  <a:pt x="400050" y="0"/>
                </a:lnTo>
                <a:lnTo>
                  <a:pt x="400050" y="9525"/>
                </a:lnTo>
                <a:lnTo>
                  <a:pt x="390525" y="9525"/>
                </a:lnTo>
                <a:close/>
                <a:moveTo>
                  <a:pt x="1476375" y="0"/>
                </a:moveTo>
                <a:lnTo>
                  <a:pt x="1485900" y="0"/>
                </a:lnTo>
                <a:lnTo>
                  <a:pt x="1485900" y="9525"/>
                </a:lnTo>
                <a:lnTo>
                  <a:pt x="1476375" y="9525"/>
                </a:lnTo>
                <a:close/>
                <a:moveTo>
                  <a:pt x="1504950" y="0"/>
                </a:moveTo>
                <a:lnTo>
                  <a:pt x="1514475" y="0"/>
                </a:lnTo>
                <a:lnTo>
                  <a:pt x="1514475" y="9525"/>
                </a:lnTo>
                <a:lnTo>
                  <a:pt x="1504950" y="9525"/>
                </a:lnTo>
                <a:close/>
                <a:moveTo>
                  <a:pt x="371475" y="9525"/>
                </a:moveTo>
                <a:lnTo>
                  <a:pt x="381000" y="9525"/>
                </a:lnTo>
                <a:lnTo>
                  <a:pt x="381000" y="19050"/>
                </a:lnTo>
                <a:lnTo>
                  <a:pt x="371475" y="19050"/>
                </a:lnTo>
                <a:close/>
                <a:moveTo>
                  <a:pt x="400050" y="9525"/>
                </a:moveTo>
                <a:lnTo>
                  <a:pt x="409575" y="9525"/>
                </a:lnTo>
                <a:lnTo>
                  <a:pt x="409575" y="19050"/>
                </a:lnTo>
                <a:lnTo>
                  <a:pt x="400050" y="19050"/>
                </a:lnTo>
                <a:close/>
                <a:moveTo>
                  <a:pt x="1466850" y="9525"/>
                </a:moveTo>
                <a:lnTo>
                  <a:pt x="1476375" y="9525"/>
                </a:lnTo>
                <a:lnTo>
                  <a:pt x="1476375" y="19050"/>
                </a:lnTo>
                <a:lnTo>
                  <a:pt x="1466850" y="19050"/>
                </a:lnTo>
                <a:close/>
                <a:moveTo>
                  <a:pt x="1495425" y="9525"/>
                </a:moveTo>
                <a:lnTo>
                  <a:pt x="1504950" y="9525"/>
                </a:lnTo>
                <a:lnTo>
                  <a:pt x="1504950" y="19050"/>
                </a:lnTo>
                <a:lnTo>
                  <a:pt x="1495425" y="19050"/>
                </a:lnTo>
                <a:close/>
                <a:moveTo>
                  <a:pt x="381000" y="19050"/>
                </a:moveTo>
                <a:lnTo>
                  <a:pt x="390525" y="19050"/>
                </a:lnTo>
                <a:lnTo>
                  <a:pt x="390525" y="28575"/>
                </a:lnTo>
                <a:lnTo>
                  <a:pt x="381000" y="28575"/>
                </a:lnTo>
                <a:close/>
                <a:moveTo>
                  <a:pt x="409575" y="19050"/>
                </a:moveTo>
                <a:lnTo>
                  <a:pt x="419100" y="19050"/>
                </a:lnTo>
                <a:lnTo>
                  <a:pt x="419100" y="28575"/>
                </a:lnTo>
                <a:lnTo>
                  <a:pt x="409575" y="28575"/>
                </a:lnTo>
                <a:close/>
                <a:moveTo>
                  <a:pt x="1457325" y="19050"/>
                </a:moveTo>
                <a:lnTo>
                  <a:pt x="1466850" y="19050"/>
                </a:lnTo>
                <a:lnTo>
                  <a:pt x="1466850" y="28575"/>
                </a:lnTo>
                <a:lnTo>
                  <a:pt x="1457325" y="28575"/>
                </a:lnTo>
                <a:close/>
                <a:moveTo>
                  <a:pt x="1485900" y="19050"/>
                </a:moveTo>
                <a:lnTo>
                  <a:pt x="1495425" y="19050"/>
                </a:lnTo>
                <a:lnTo>
                  <a:pt x="1495425" y="28575"/>
                </a:lnTo>
                <a:lnTo>
                  <a:pt x="1485900" y="28575"/>
                </a:lnTo>
                <a:close/>
                <a:moveTo>
                  <a:pt x="390525" y="28575"/>
                </a:moveTo>
                <a:lnTo>
                  <a:pt x="400050" y="28575"/>
                </a:lnTo>
                <a:lnTo>
                  <a:pt x="400050" y="38100"/>
                </a:lnTo>
                <a:lnTo>
                  <a:pt x="390525" y="38100"/>
                </a:lnTo>
                <a:close/>
                <a:moveTo>
                  <a:pt x="419100" y="28575"/>
                </a:moveTo>
                <a:lnTo>
                  <a:pt x="428625" y="28575"/>
                </a:lnTo>
                <a:lnTo>
                  <a:pt x="428625" y="38100"/>
                </a:lnTo>
                <a:lnTo>
                  <a:pt x="419100" y="38100"/>
                </a:lnTo>
                <a:close/>
                <a:moveTo>
                  <a:pt x="1447800" y="28575"/>
                </a:moveTo>
                <a:lnTo>
                  <a:pt x="1457325" y="28575"/>
                </a:lnTo>
                <a:lnTo>
                  <a:pt x="1457325" y="38100"/>
                </a:lnTo>
                <a:lnTo>
                  <a:pt x="1447800" y="38100"/>
                </a:lnTo>
                <a:close/>
                <a:moveTo>
                  <a:pt x="1476375" y="28575"/>
                </a:moveTo>
                <a:lnTo>
                  <a:pt x="1485900" y="28575"/>
                </a:lnTo>
                <a:lnTo>
                  <a:pt x="1485900" y="38100"/>
                </a:lnTo>
                <a:lnTo>
                  <a:pt x="1476375" y="38100"/>
                </a:lnTo>
                <a:close/>
                <a:moveTo>
                  <a:pt x="400050" y="38100"/>
                </a:moveTo>
                <a:lnTo>
                  <a:pt x="409575" y="38100"/>
                </a:lnTo>
                <a:lnTo>
                  <a:pt x="409575" y="47625"/>
                </a:lnTo>
                <a:lnTo>
                  <a:pt x="400050" y="47625"/>
                </a:lnTo>
                <a:close/>
                <a:moveTo>
                  <a:pt x="428625" y="38100"/>
                </a:moveTo>
                <a:lnTo>
                  <a:pt x="438150" y="38100"/>
                </a:lnTo>
                <a:lnTo>
                  <a:pt x="438150" y="47625"/>
                </a:lnTo>
                <a:lnTo>
                  <a:pt x="428625" y="47625"/>
                </a:lnTo>
                <a:close/>
                <a:moveTo>
                  <a:pt x="1438275" y="38100"/>
                </a:moveTo>
                <a:lnTo>
                  <a:pt x="1447800" y="38100"/>
                </a:lnTo>
                <a:lnTo>
                  <a:pt x="1447800" y="47625"/>
                </a:lnTo>
                <a:lnTo>
                  <a:pt x="1438275" y="47625"/>
                </a:lnTo>
                <a:close/>
                <a:moveTo>
                  <a:pt x="1466850" y="38100"/>
                </a:moveTo>
                <a:lnTo>
                  <a:pt x="1476375" y="38100"/>
                </a:lnTo>
                <a:lnTo>
                  <a:pt x="1476375" y="47625"/>
                </a:lnTo>
                <a:lnTo>
                  <a:pt x="1466850" y="47625"/>
                </a:lnTo>
                <a:close/>
                <a:moveTo>
                  <a:pt x="409575" y="47625"/>
                </a:moveTo>
                <a:lnTo>
                  <a:pt x="419100" y="47625"/>
                </a:lnTo>
                <a:lnTo>
                  <a:pt x="419100" y="57150"/>
                </a:lnTo>
                <a:lnTo>
                  <a:pt x="409575" y="57150"/>
                </a:lnTo>
                <a:close/>
                <a:moveTo>
                  <a:pt x="438150" y="47625"/>
                </a:moveTo>
                <a:lnTo>
                  <a:pt x="447675" y="47625"/>
                </a:lnTo>
                <a:lnTo>
                  <a:pt x="447675" y="57150"/>
                </a:lnTo>
                <a:lnTo>
                  <a:pt x="438150" y="57150"/>
                </a:lnTo>
                <a:close/>
                <a:moveTo>
                  <a:pt x="1428750" y="47625"/>
                </a:moveTo>
                <a:lnTo>
                  <a:pt x="1438275" y="47625"/>
                </a:lnTo>
                <a:lnTo>
                  <a:pt x="1438275" y="57150"/>
                </a:lnTo>
                <a:lnTo>
                  <a:pt x="1428750" y="57150"/>
                </a:lnTo>
                <a:close/>
                <a:moveTo>
                  <a:pt x="1457325" y="47625"/>
                </a:moveTo>
                <a:lnTo>
                  <a:pt x="1466850" y="47625"/>
                </a:lnTo>
                <a:lnTo>
                  <a:pt x="1466850" y="57150"/>
                </a:lnTo>
                <a:lnTo>
                  <a:pt x="1457325" y="57150"/>
                </a:lnTo>
                <a:close/>
                <a:moveTo>
                  <a:pt x="419100" y="57150"/>
                </a:moveTo>
                <a:lnTo>
                  <a:pt x="428625" y="57150"/>
                </a:lnTo>
                <a:lnTo>
                  <a:pt x="428625" y="66675"/>
                </a:lnTo>
                <a:lnTo>
                  <a:pt x="419100" y="66675"/>
                </a:lnTo>
                <a:close/>
                <a:moveTo>
                  <a:pt x="428625" y="66675"/>
                </a:moveTo>
                <a:lnTo>
                  <a:pt x="438150" y="66675"/>
                </a:lnTo>
                <a:lnTo>
                  <a:pt x="438150" y="76200"/>
                </a:lnTo>
                <a:lnTo>
                  <a:pt x="428625" y="76200"/>
                </a:lnTo>
                <a:close/>
                <a:moveTo>
                  <a:pt x="466725" y="85725"/>
                </a:moveTo>
                <a:lnTo>
                  <a:pt x="476250" y="85725"/>
                </a:lnTo>
                <a:lnTo>
                  <a:pt x="476250" y="95250"/>
                </a:lnTo>
                <a:lnTo>
                  <a:pt x="466725" y="95250"/>
                </a:lnTo>
                <a:close/>
                <a:moveTo>
                  <a:pt x="1400175" y="85725"/>
                </a:moveTo>
                <a:lnTo>
                  <a:pt x="1409700" y="85725"/>
                </a:lnTo>
                <a:lnTo>
                  <a:pt x="1409700" y="95250"/>
                </a:lnTo>
                <a:lnTo>
                  <a:pt x="1400175" y="95250"/>
                </a:lnTo>
                <a:close/>
                <a:moveTo>
                  <a:pt x="1428750" y="85725"/>
                </a:moveTo>
                <a:lnTo>
                  <a:pt x="1438275" y="85725"/>
                </a:lnTo>
                <a:lnTo>
                  <a:pt x="1438275" y="95250"/>
                </a:lnTo>
                <a:lnTo>
                  <a:pt x="1428750" y="95250"/>
                </a:lnTo>
                <a:close/>
                <a:moveTo>
                  <a:pt x="447675" y="95250"/>
                </a:moveTo>
                <a:lnTo>
                  <a:pt x="457200" y="95250"/>
                </a:lnTo>
                <a:lnTo>
                  <a:pt x="457200" y="104775"/>
                </a:lnTo>
                <a:lnTo>
                  <a:pt x="447675" y="104775"/>
                </a:lnTo>
                <a:close/>
                <a:moveTo>
                  <a:pt x="1419225" y="95250"/>
                </a:moveTo>
                <a:lnTo>
                  <a:pt x="1428750" y="95250"/>
                </a:lnTo>
                <a:lnTo>
                  <a:pt x="1428750" y="104775"/>
                </a:lnTo>
                <a:lnTo>
                  <a:pt x="1419225" y="104775"/>
                </a:lnTo>
                <a:close/>
                <a:moveTo>
                  <a:pt x="457200" y="104775"/>
                </a:moveTo>
                <a:lnTo>
                  <a:pt x="466725" y="104775"/>
                </a:lnTo>
                <a:lnTo>
                  <a:pt x="466725" y="114300"/>
                </a:lnTo>
                <a:lnTo>
                  <a:pt x="457200" y="114300"/>
                </a:lnTo>
                <a:close/>
                <a:moveTo>
                  <a:pt x="485775" y="114300"/>
                </a:moveTo>
                <a:lnTo>
                  <a:pt x="495300" y="114300"/>
                </a:lnTo>
                <a:lnTo>
                  <a:pt x="495300" y="123825"/>
                </a:lnTo>
                <a:lnTo>
                  <a:pt x="485775" y="123825"/>
                </a:lnTo>
                <a:close/>
                <a:moveTo>
                  <a:pt x="466725" y="123825"/>
                </a:moveTo>
                <a:lnTo>
                  <a:pt x="476250" y="123825"/>
                </a:lnTo>
                <a:lnTo>
                  <a:pt x="476250" y="133350"/>
                </a:lnTo>
                <a:lnTo>
                  <a:pt x="466725" y="133350"/>
                </a:lnTo>
                <a:close/>
                <a:moveTo>
                  <a:pt x="1400175" y="123825"/>
                </a:moveTo>
                <a:lnTo>
                  <a:pt x="1409700" y="123825"/>
                </a:lnTo>
                <a:lnTo>
                  <a:pt x="1409700" y="133350"/>
                </a:lnTo>
                <a:lnTo>
                  <a:pt x="1400175" y="133350"/>
                </a:lnTo>
                <a:close/>
                <a:moveTo>
                  <a:pt x="495300" y="133350"/>
                </a:moveTo>
                <a:lnTo>
                  <a:pt x="504825" y="133350"/>
                </a:lnTo>
                <a:lnTo>
                  <a:pt x="504825" y="142875"/>
                </a:lnTo>
                <a:lnTo>
                  <a:pt x="495300" y="142875"/>
                </a:lnTo>
                <a:close/>
                <a:moveTo>
                  <a:pt x="1371600" y="133350"/>
                </a:moveTo>
                <a:lnTo>
                  <a:pt x="1381125" y="133350"/>
                </a:lnTo>
                <a:lnTo>
                  <a:pt x="1381125" y="142875"/>
                </a:lnTo>
                <a:lnTo>
                  <a:pt x="1371600" y="142875"/>
                </a:lnTo>
                <a:close/>
                <a:moveTo>
                  <a:pt x="1962150" y="133350"/>
                </a:moveTo>
                <a:lnTo>
                  <a:pt x="1981200" y="133350"/>
                </a:lnTo>
                <a:lnTo>
                  <a:pt x="1981200" y="152400"/>
                </a:lnTo>
                <a:lnTo>
                  <a:pt x="1971675" y="152400"/>
                </a:lnTo>
                <a:lnTo>
                  <a:pt x="1971675" y="142875"/>
                </a:lnTo>
                <a:lnTo>
                  <a:pt x="1962150" y="142875"/>
                </a:lnTo>
                <a:close/>
                <a:moveTo>
                  <a:pt x="476250" y="142875"/>
                </a:moveTo>
                <a:lnTo>
                  <a:pt x="485775" y="142875"/>
                </a:lnTo>
                <a:lnTo>
                  <a:pt x="485775" y="152400"/>
                </a:lnTo>
                <a:lnTo>
                  <a:pt x="476250" y="152400"/>
                </a:lnTo>
                <a:close/>
                <a:moveTo>
                  <a:pt x="1390650" y="142875"/>
                </a:moveTo>
                <a:lnTo>
                  <a:pt x="1400175" y="142875"/>
                </a:lnTo>
                <a:lnTo>
                  <a:pt x="1400175" y="152400"/>
                </a:lnTo>
                <a:lnTo>
                  <a:pt x="1390650" y="152400"/>
                </a:lnTo>
                <a:close/>
                <a:moveTo>
                  <a:pt x="1952625" y="142875"/>
                </a:moveTo>
                <a:lnTo>
                  <a:pt x="1962150" y="142875"/>
                </a:lnTo>
                <a:lnTo>
                  <a:pt x="1962150" y="152400"/>
                </a:lnTo>
                <a:lnTo>
                  <a:pt x="1971675" y="152400"/>
                </a:lnTo>
                <a:lnTo>
                  <a:pt x="1971675" y="161925"/>
                </a:lnTo>
                <a:lnTo>
                  <a:pt x="1962150" y="161925"/>
                </a:lnTo>
                <a:lnTo>
                  <a:pt x="1962150" y="171450"/>
                </a:lnTo>
                <a:lnTo>
                  <a:pt x="1971675" y="171450"/>
                </a:lnTo>
                <a:lnTo>
                  <a:pt x="1971675" y="180975"/>
                </a:lnTo>
                <a:lnTo>
                  <a:pt x="1981200" y="180975"/>
                </a:lnTo>
                <a:lnTo>
                  <a:pt x="1981200" y="190500"/>
                </a:lnTo>
                <a:lnTo>
                  <a:pt x="1933575" y="190500"/>
                </a:lnTo>
                <a:lnTo>
                  <a:pt x="1933575" y="180975"/>
                </a:lnTo>
                <a:lnTo>
                  <a:pt x="1943100" y="180975"/>
                </a:lnTo>
                <a:lnTo>
                  <a:pt x="1943100" y="171450"/>
                </a:lnTo>
                <a:lnTo>
                  <a:pt x="1952625" y="171450"/>
                </a:lnTo>
                <a:close/>
                <a:moveTo>
                  <a:pt x="504825" y="152400"/>
                </a:moveTo>
                <a:lnTo>
                  <a:pt x="514350" y="152400"/>
                </a:lnTo>
                <a:lnTo>
                  <a:pt x="514350" y="161925"/>
                </a:lnTo>
                <a:lnTo>
                  <a:pt x="504825" y="161925"/>
                </a:lnTo>
                <a:close/>
                <a:moveTo>
                  <a:pt x="1362075" y="152400"/>
                </a:moveTo>
                <a:lnTo>
                  <a:pt x="1371600" y="152400"/>
                </a:lnTo>
                <a:lnTo>
                  <a:pt x="1371600" y="161925"/>
                </a:lnTo>
                <a:lnTo>
                  <a:pt x="1362075" y="161925"/>
                </a:lnTo>
                <a:close/>
                <a:moveTo>
                  <a:pt x="485775" y="161925"/>
                </a:moveTo>
                <a:lnTo>
                  <a:pt x="495300" y="161925"/>
                </a:lnTo>
                <a:lnTo>
                  <a:pt x="495300" y="171450"/>
                </a:lnTo>
                <a:lnTo>
                  <a:pt x="485775" y="171450"/>
                </a:lnTo>
                <a:close/>
                <a:moveTo>
                  <a:pt x="1381125" y="161925"/>
                </a:moveTo>
                <a:lnTo>
                  <a:pt x="1390650" y="161925"/>
                </a:lnTo>
                <a:lnTo>
                  <a:pt x="1390650" y="171450"/>
                </a:lnTo>
                <a:lnTo>
                  <a:pt x="1381125" y="171450"/>
                </a:lnTo>
                <a:close/>
                <a:moveTo>
                  <a:pt x="514350" y="171450"/>
                </a:moveTo>
                <a:lnTo>
                  <a:pt x="523875" y="171450"/>
                </a:lnTo>
                <a:lnTo>
                  <a:pt x="523875" y="180975"/>
                </a:lnTo>
                <a:lnTo>
                  <a:pt x="514350" y="180975"/>
                </a:lnTo>
                <a:close/>
                <a:moveTo>
                  <a:pt x="1685925" y="171450"/>
                </a:moveTo>
                <a:lnTo>
                  <a:pt x="1695450" y="171450"/>
                </a:lnTo>
                <a:lnTo>
                  <a:pt x="1695450" y="180975"/>
                </a:lnTo>
                <a:lnTo>
                  <a:pt x="1685925" y="180975"/>
                </a:lnTo>
                <a:close/>
                <a:moveTo>
                  <a:pt x="1771650" y="171450"/>
                </a:moveTo>
                <a:lnTo>
                  <a:pt x="1781175" y="171450"/>
                </a:lnTo>
                <a:lnTo>
                  <a:pt x="1781175" y="180975"/>
                </a:lnTo>
                <a:lnTo>
                  <a:pt x="1771650" y="180975"/>
                </a:lnTo>
                <a:close/>
                <a:moveTo>
                  <a:pt x="114300" y="180975"/>
                </a:moveTo>
                <a:lnTo>
                  <a:pt x="142875" y="180975"/>
                </a:lnTo>
                <a:lnTo>
                  <a:pt x="142875" y="190500"/>
                </a:lnTo>
                <a:lnTo>
                  <a:pt x="152400" y="190500"/>
                </a:lnTo>
                <a:lnTo>
                  <a:pt x="152400" y="200025"/>
                </a:lnTo>
                <a:lnTo>
                  <a:pt x="114300" y="200025"/>
                </a:lnTo>
                <a:close/>
                <a:moveTo>
                  <a:pt x="200025" y="180975"/>
                </a:moveTo>
                <a:lnTo>
                  <a:pt x="228600" y="180975"/>
                </a:lnTo>
                <a:lnTo>
                  <a:pt x="228600" y="200025"/>
                </a:lnTo>
                <a:lnTo>
                  <a:pt x="209550" y="200025"/>
                </a:lnTo>
                <a:lnTo>
                  <a:pt x="209550" y="190500"/>
                </a:lnTo>
                <a:lnTo>
                  <a:pt x="200025" y="190500"/>
                </a:lnTo>
                <a:close/>
                <a:moveTo>
                  <a:pt x="495300" y="180975"/>
                </a:moveTo>
                <a:lnTo>
                  <a:pt x="504825" y="180975"/>
                </a:lnTo>
                <a:lnTo>
                  <a:pt x="504825" y="190500"/>
                </a:lnTo>
                <a:lnTo>
                  <a:pt x="495300" y="190500"/>
                </a:lnTo>
                <a:close/>
                <a:moveTo>
                  <a:pt x="1371600" y="180975"/>
                </a:moveTo>
                <a:lnTo>
                  <a:pt x="1381125" y="180975"/>
                </a:lnTo>
                <a:lnTo>
                  <a:pt x="1381125" y="190500"/>
                </a:lnTo>
                <a:lnTo>
                  <a:pt x="1371600" y="190500"/>
                </a:lnTo>
                <a:close/>
                <a:moveTo>
                  <a:pt x="1619250" y="180975"/>
                </a:moveTo>
                <a:lnTo>
                  <a:pt x="1628775" y="180975"/>
                </a:lnTo>
                <a:lnTo>
                  <a:pt x="1628775" y="200025"/>
                </a:lnTo>
                <a:lnTo>
                  <a:pt x="1619250" y="200025"/>
                </a:lnTo>
                <a:close/>
                <a:moveTo>
                  <a:pt x="1638300" y="180975"/>
                </a:moveTo>
                <a:lnTo>
                  <a:pt x="1647825" y="180975"/>
                </a:lnTo>
                <a:lnTo>
                  <a:pt x="1647825" y="200025"/>
                </a:lnTo>
                <a:lnTo>
                  <a:pt x="1638300" y="200025"/>
                </a:lnTo>
                <a:close/>
                <a:moveTo>
                  <a:pt x="1704975" y="180975"/>
                </a:moveTo>
                <a:lnTo>
                  <a:pt x="1714500" y="180975"/>
                </a:lnTo>
                <a:lnTo>
                  <a:pt x="1714500" y="190500"/>
                </a:lnTo>
                <a:lnTo>
                  <a:pt x="1704975" y="190500"/>
                </a:lnTo>
                <a:close/>
                <a:moveTo>
                  <a:pt x="2047875" y="180975"/>
                </a:moveTo>
                <a:lnTo>
                  <a:pt x="2076450" y="180975"/>
                </a:lnTo>
                <a:lnTo>
                  <a:pt x="2076450" y="200025"/>
                </a:lnTo>
                <a:lnTo>
                  <a:pt x="2057400" y="200025"/>
                </a:lnTo>
                <a:lnTo>
                  <a:pt x="2057400" y="190500"/>
                </a:lnTo>
                <a:lnTo>
                  <a:pt x="2047875" y="190500"/>
                </a:lnTo>
                <a:close/>
                <a:moveTo>
                  <a:pt x="0" y="190500"/>
                </a:moveTo>
                <a:lnTo>
                  <a:pt x="9525" y="190500"/>
                </a:lnTo>
                <a:lnTo>
                  <a:pt x="9525" y="200025"/>
                </a:lnTo>
                <a:lnTo>
                  <a:pt x="0" y="200025"/>
                </a:lnTo>
                <a:close/>
                <a:moveTo>
                  <a:pt x="9525" y="200025"/>
                </a:moveTo>
                <a:lnTo>
                  <a:pt x="19050" y="200025"/>
                </a:lnTo>
                <a:lnTo>
                  <a:pt x="19050" y="209550"/>
                </a:lnTo>
                <a:lnTo>
                  <a:pt x="9525" y="209550"/>
                </a:lnTo>
                <a:close/>
                <a:moveTo>
                  <a:pt x="104775" y="200025"/>
                </a:moveTo>
                <a:lnTo>
                  <a:pt x="114300" y="200025"/>
                </a:lnTo>
                <a:lnTo>
                  <a:pt x="114300" y="209550"/>
                </a:lnTo>
                <a:lnTo>
                  <a:pt x="104775" y="209550"/>
                </a:lnTo>
                <a:close/>
                <a:moveTo>
                  <a:pt x="180975" y="200025"/>
                </a:moveTo>
                <a:lnTo>
                  <a:pt x="190500" y="200025"/>
                </a:lnTo>
                <a:lnTo>
                  <a:pt x="190500" y="209550"/>
                </a:lnTo>
                <a:lnTo>
                  <a:pt x="180975" y="209550"/>
                </a:lnTo>
                <a:close/>
                <a:moveTo>
                  <a:pt x="200025" y="200025"/>
                </a:moveTo>
                <a:lnTo>
                  <a:pt x="209550" y="200025"/>
                </a:lnTo>
                <a:lnTo>
                  <a:pt x="209550" y="219075"/>
                </a:lnTo>
                <a:lnTo>
                  <a:pt x="200025" y="219075"/>
                </a:lnTo>
                <a:close/>
                <a:moveTo>
                  <a:pt x="1343025" y="200025"/>
                </a:moveTo>
                <a:lnTo>
                  <a:pt x="1352550" y="200025"/>
                </a:lnTo>
                <a:lnTo>
                  <a:pt x="1352550" y="219075"/>
                </a:lnTo>
                <a:lnTo>
                  <a:pt x="1343025" y="219075"/>
                </a:lnTo>
                <a:close/>
                <a:moveTo>
                  <a:pt x="1628775" y="200025"/>
                </a:moveTo>
                <a:lnTo>
                  <a:pt x="1638300" y="200025"/>
                </a:lnTo>
                <a:lnTo>
                  <a:pt x="1638300" y="209550"/>
                </a:lnTo>
                <a:lnTo>
                  <a:pt x="1628775" y="209550"/>
                </a:lnTo>
                <a:close/>
                <a:moveTo>
                  <a:pt x="2047875" y="200025"/>
                </a:moveTo>
                <a:lnTo>
                  <a:pt x="2057400" y="200025"/>
                </a:lnTo>
                <a:lnTo>
                  <a:pt x="2057400" y="209550"/>
                </a:lnTo>
                <a:lnTo>
                  <a:pt x="2047875" y="209550"/>
                </a:lnTo>
                <a:close/>
                <a:moveTo>
                  <a:pt x="504825" y="209550"/>
                </a:moveTo>
                <a:lnTo>
                  <a:pt x="514350" y="209550"/>
                </a:lnTo>
                <a:lnTo>
                  <a:pt x="514350" y="219075"/>
                </a:lnTo>
                <a:lnTo>
                  <a:pt x="504825" y="219075"/>
                </a:lnTo>
                <a:close/>
                <a:moveTo>
                  <a:pt x="1362075" y="209550"/>
                </a:moveTo>
                <a:lnTo>
                  <a:pt x="1371600" y="209550"/>
                </a:lnTo>
                <a:lnTo>
                  <a:pt x="1371600" y="219075"/>
                </a:lnTo>
                <a:lnTo>
                  <a:pt x="1362075" y="219075"/>
                </a:lnTo>
                <a:close/>
                <a:moveTo>
                  <a:pt x="1628775" y="219075"/>
                </a:moveTo>
                <a:lnTo>
                  <a:pt x="1647825" y="219075"/>
                </a:lnTo>
                <a:lnTo>
                  <a:pt x="1647825" y="228600"/>
                </a:lnTo>
                <a:lnTo>
                  <a:pt x="1628775" y="228600"/>
                </a:lnTo>
                <a:close/>
                <a:moveTo>
                  <a:pt x="142875" y="228600"/>
                </a:moveTo>
                <a:lnTo>
                  <a:pt x="152400" y="228600"/>
                </a:lnTo>
                <a:lnTo>
                  <a:pt x="152400" y="238125"/>
                </a:lnTo>
                <a:lnTo>
                  <a:pt x="142875" y="238125"/>
                </a:lnTo>
                <a:close/>
                <a:moveTo>
                  <a:pt x="1924050" y="228600"/>
                </a:moveTo>
                <a:lnTo>
                  <a:pt x="1933575" y="228600"/>
                </a:lnTo>
                <a:lnTo>
                  <a:pt x="1933575" y="238125"/>
                </a:lnTo>
                <a:lnTo>
                  <a:pt x="1924050" y="238125"/>
                </a:lnTo>
                <a:close/>
                <a:moveTo>
                  <a:pt x="0" y="238125"/>
                </a:moveTo>
                <a:lnTo>
                  <a:pt x="9525" y="238125"/>
                </a:lnTo>
                <a:lnTo>
                  <a:pt x="9525" y="257175"/>
                </a:lnTo>
                <a:lnTo>
                  <a:pt x="0" y="257175"/>
                </a:lnTo>
                <a:close/>
                <a:moveTo>
                  <a:pt x="123825" y="238125"/>
                </a:moveTo>
                <a:lnTo>
                  <a:pt x="133350" y="238125"/>
                </a:lnTo>
                <a:lnTo>
                  <a:pt x="133350" y="247650"/>
                </a:lnTo>
                <a:lnTo>
                  <a:pt x="123825" y="247650"/>
                </a:lnTo>
                <a:close/>
                <a:moveTo>
                  <a:pt x="152400" y="238125"/>
                </a:moveTo>
                <a:lnTo>
                  <a:pt x="161925" y="238125"/>
                </a:lnTo>
                <a:lnTo>
                  <a:pt x="161925" y="247650"/>
                </a:lnTo>
                <a:lnTo>
                  <a:pt x="152400" y="247650"/>
                </a:lnTo>
                <a:close/>
                <a:moveTo>
                  <a:pt x="200025" y="238125"/>
                </a:moveTo>
                <a:lnTo>
                  <a:pt x="209550" y="238125"/>
                </a:lnTo>
                <a:lnTo>
                  <a:pt x="209550" y="247650"/>
                </a:lnTo>
                <a:lnTo>
                  <a:pt x="200025" y="247650"/>
                </a:lnTo>
                <a:close/>
                <a:moveTo>
                  <a:pt x="514350" y="238125"/>
                </a:moveTo>
                <a:lnTo>
                  <a:pt x="523875" y="238125"/>
                </a:lnTo>
                <a:lnTo>
                  <a:pt x="523875" y="257175"/>
                </a:lnTo>
                <a:lnTo>
                  <a:pt x="514350" y="257175"/>
                </a:lnTo>
                <a:close/>
                <a:moveTo>
                  <a:pt x="533400" y="238125"/>
                </a:moveTo>
                <a:lnTo>
                  <a:pt x="542925" y="238125"/>
                </a:lnTo>
                <a:lnTo>
                  <a:pt x="542925" y="247650"/>
                </a:lnTo>
                <a:lnTo>
                  <a:pt x="533400" y="247650"/>
                </a:lnTo>
                <a:close/>
                <a:moveTo>
                  <a:pt x="1333500" y="238125"/>
                </a:moveTo>
                <a:lnTo>
                  <a:pt x="1343025" y="238125"/>
                </a:lnTo>
                <a:lnTo>
                  <a:pt x="1343025" y="247650"/>
                </a:lnTo>
                <a:lnTo>
                  <a:pt x="1333500" y="247650"/>
                </a:lnTo>
                <a:close/>
                <a:moveTo>
                  <a:pt x="1704975" y="238125"/>
                </a:moveTo>
                <a:lnTo>
                  <a:pt x="1714500" y="238125"/>
                </a:lnTo>
                <a:lnTo>
                  <a:pt x="1714500" y="247650"/>
                </a:lnTo>
                <a:lnTo>
                  <a:pt x="1704975" y="247650"/>
                </a:lnTo>
                <a:close/>
                <a:moveTo>
                  <a:pt x="133350" y="247650"/>
                </a:moveTo>
                <a:lnTo>
                  <a:pt x="142875" y="247650"/>
                </a:lnTo>
                <a:lnTo>
                  <a:pt x="142875" y="257175"/>
                </a:lnTo>
                <a:lnTo>
                  <a:pt x="133350" y="257175"/>
                </a:lnTo>
                <a:close/>
                <a:moveTo>
                  <a:pt x="1352550" y="247650"/>
                </a:moveTo>
                <a:lnTo>
                  <a:pt x="1362075" y="247650"/>
                </a:lnTo>
                <a:lnTo>
                  <a:pt x="1362075" y="266700"/>
                </a:lnTo>
                <a:lnTo>
                  <a:pt x="1352550" y="266700"/>
                </a:lnTo>
                <a:close/>
                <a:moveTo>
                  <a:pt x="85725" y="257175"/>
                </a:moveTo>
                <a:lnTo>
                  <a:pt x="104775" y="257175"/>
                </a:lnTo>
                <a:lnTo>
                  <a:pt x="104775" y="266700"/>
                </a:lnTo>
                <a:lnTo>
                  <a:pt x="95250" y="266700"/>
                </a:lnTo>
                <a:lnTo>
                  <a:pt x="95250" y="276225"/>
                </a:lnTo>
                <a:lnTo>
                  <a:pt x="85725" y="276225"/>
                </a:lnTo>
                <a:close/>
                <a:moveTo>
                  <a:pt x="247650" y="257175"/>
                </a:moveTo>
                <a:lnTo>
                  <a:pt x="257175" y="257175"/>
                </a:lnTo>
                <a:lnTo>
                  <a:pt x="257175" y="276225"/>
                </a:lnTo>
                <a:lnTo>
                  <a:pt x="247650" y="276225"/>
                </a:lnTo>
                <a:close/>
                <a:moveTo>
                  <a:pt x="1619250" y="257175"/>
                </a:moveTo>
                <a:lnTo>
                  <a:pt x="1628775" y="257175"/>
                </a:lnTo>
                <a:lnTo>
                  <a:pt x="1628775" y="266700"/>
                </a:lnTo>
                <a:lnTo>
                  <a:pt x="1619250" y="266700"/>
                </a:lnTo>
                <a:close/>
                <a:moveTo>
                  <a:pt x="190500" y="266700"/>
                </a:moveTo>
                <a:lnTo>
                  <a:pt x="200025" y="266700"/>
                </a:lnTo>
                <a:lnTo>
                  <a:pt x="200025" y="276225"/>
                </a:lnTo>
                <a:lnTo>
                  <a:pt x="190500" y="276225"/>
                </a:lnTo>
                <a:close/>
                <a:moveTo>
                  <a:pt x="1609725" y="266700"/>
                </a:moveTo>
                <a:lnTo>
                  <a:pt x="1619250" y="266700"/>
                </a:lnTo>
                <a:lnTo>
                  <a:pt x="1619250" y="276225"/>
                </a:lnTo>
                <a:lnTo>
                  <a:pt x="1609725" y="276225"/>
                </a:lnTo>
                <a:close/>
                <a:moveTo>
                  <a:pt x="1914525" y="266700"/>
                </a:moveTo>
                <a:lnTo>
                  <a:pt x="1924050" y="266700"/>
                </a:lnTo>
                <a:lnTo>
                  <a:pt x="1924050" y="276225"/>
                </a:lnTo>
                <a:lnTo>
                  <a:pt x="1914525" y="276225"/>
                </a:lnTo>
                <a:close/>
                <a:moveTo>
                  <a:pt x="95250" y="276225"/>
                </a:moveTo>
                <a:lnTo>
                  <a:pt x="104775" y="276225"/>
                </a:lnTo>
                <a:lnTo>
                  <a:pt x="104775" y="285750"/>
                </a:lnTo>
                <a:lnTo>
                  <a:pt x="95250" y="285750"/>
                </a:lnTo>
                <a:close/>
                <a:moveTo>
                  <a:pt x="200025" y="276225"/>
                </a:moveTo>
                <a:lnTo>
                  <a:pt x="209550" y="276225"/>
                </a:lnTo>
                <a:lnTo>
                  <a:pt x="209550" y="285750"/>
                </a:lnTo>
                <a:lnTo>
                  <a:pt x="200025" y="285750"/>
                </a:lnTo>
                <a:close/>
                <a:moveTo>
                  <a:pt x="238125" y="276225"/>
                </a:moveTo>
                <a:lnTo>
                  <a:pt x="247650" y="276225"/>
                </a:lnTo>
                <a:lnTo>
                  <a:pt x="247650" y="285750"/>
                </a:lnTo>
                <a:lnTo>
                  <a:pt x="238125" y="285750"/>
                </a:lnTo>
                <a:close/>
                <a:moveTo>
                  <a:pt x="1714500" y="276225"/>
                </a:moveTo>
                <a:lnTo>
                  <a:pt x="1724025" y="276225"/>
                </a:lnTo>
                <a:lnTo>
                  <a:pt x="1724025" y="285750"/>
                </a:lnTo>
                <a:lnTo>
                  <a:pt x="1714500" y="285750"/>
                </a:lnTo>
                <a:close/>
                <a:moveTo>
                  <a:pt x="1762125" y="276225"/>
                </a:moveTo>
                <a:lnTo>
                  <a:pt x="1771650" y="276225"/>
                </a:lnTo>
                <a:lnTo>
                  <a:pt x="1771650" y="285750"/>
                </a:lnTo>
                <a:lnTo>
                  <a:pt x="1762125" y="285750"/>
                </a:lnTo>
                <a:close/>
                <a:moveTo>
                  <a:pt x="1876425" y="276225"/>
                </a:moveTo>
                <a:lnTo>
                  <a:pt x="1885950" y="276225"/>
                </a:lnTo>
                <a:lnTo>
                  <a:pt x="1885950" y="285750"/>
                </a:lnTo>
                <a:lnTo>
                  <a:pt x="1876425" y="285750"/>
                </a:lnTo>
                <a:close/>
                <a:moveTo>
                  <a:pt x="1924050" y="276225"/>
                </a:moveTo>
                <a:lnTo>
                  <a:pt x="1933575" y="276225"/>
                </a:lnTo>
                <a:lnTo>
                  <a:pt x="1933575" y="285750"/>
                </a:lnTo>
                <a:lnTo>
                  <a:pt x="1924050" y="285750"/>
                </a:lnTo>
                <a:close/>
                <a:moveTo>
                  <a:pt x="1657350" y="285750"/>
                </a:moveTo>
                <a:lnTo>
                  <a:pt x="1666875" y="285750"/>
                </a:lnTo>
                <a:lnTo>
                  <a:pt x="1666875" y="295275"/>
                </a:lnTo>
                <a:lnTo>
                  <a:pt x="1657350" y="295275"/>
                </a:lnTo>
                <a:close/>
                <a:moveTo>
                  <a:pt x="904875" y="295275"/>
                </a:moveTo>
                <a:lnTo>
                  <a:pt x="923925" y="295275"/>
                </a:lnTo>
                <a:lnTo>
                  <a:pt x="923925" y="304800"/>
                </a:lnTo>
                <a:lnTo>
                  <a:pt x="904875" y="304800"/>
                </a:lnTo>
                <a:close/>
                <a:moveTo>
                  <a:pt x="1019175" y="295275"/>
                </a:moveTo>
                <a:lnTo>
                  <a:pt x="1028700" y="295275"/>
                </a:lnTo>
                <a:lnTo>
                  <a:pt x="1028700" y="304800"/>
                </a:lnTo>
                <a:lnTo>
                  <a:pt x="1019175" y="304800"/>
                </a:lnTo>
                <a:close/>
                <a:moveTo>
                  <a:pt x="1323975" y="295275"/>
                </a:moveTo>
                <a:lnTo>
                  <a:pt x="1333500" y="295275"/>
                </a:lnTo>
                <a:lnTo>
                  <a:pt x="1333500" y="371475"/>
                </a:lnTo>
                <a:lnTo>
                  <a:pt x="1323975" y="371475"/>
                </a:lnTo>
                <a:close/>
                <a:moveTo>
                  <a:pt x="1666875" y="295275"/>
                </a:moveTo>
                <a:lnTo>
                  <a:pt x="1676400" y="295275"/>
                </a:lnTo>
                <a:lnTo>
                  <a:pt x="1676400" y="304800"/>
                </a:lnTo>
                <a:lnTo>
                  <a:pt x="1666875" y="304800"/>
                </a:lnTo>
                <a:close/>
                <a:moveTo>
                  <a:pt x="523875" y="304800"/>
                </a:moveTo>
                <a:lnTo>
                  <a:pt x="542925" y="304800"/>
                </a:lnTo>
                <a:lnTo>
                  <a:pt x="542925" y="323850"/>
                </a:lnTo>
                <a:lnTo>
                  <a:pt x="523875" y="323850"/>
                </a:lnTo>
                <a:close/>
                <a:moveTo>
                  <a:pt x="1657350" y="304800"/>
                </a:moveTo>
                <a:lnTo>
                  <a:pt x="1666875" y="304800"/>
                </a:lnTo>
                <a:lnTo>
                  <a:pt x="1666875" y="314325"/>
                </a:lnTo>
                <a:lnTo>
                  <a:pt x="1657350" y="314325"/>
                </a:lnTo>
                <a:close/>
                <a:moveTo>
                  <a:pt x="1647825" y="314325"/>
                </a:moveTo>
                <a:lnTo>
                  <a:pt x="1657350" y="314325"/>
                </a:lnTo>
                <a:lnTo>
                  <a:pt x="1657350" y="323850"/>
                </a:lnTo>
                <a:lnTo>
                  <a:pt x="1647825" y="323850"/>
                </a:lnTo>
                <a:close/>
                <a:moveTo>
                  <a:pt x="123825" y="352425"/>
                </a:moveTo>
                <a:lnTo>
                  <a:pt x="133350" y="352425"/>
                </a:lnTo>
                <a:lnTo>
                  <a:pt x="133350" y="361950"/>
                </a:lnTo>
                <a:lnTo>
                  <a:pt x="142875" y="361950"/>
                </a:lnTo>
                <a:lnTo>
                  <a:pt x="142875" y="371475"/>
                </a:lnTo>
                <a:lnTo>
                  <a:pt x="123825" y="371475"/>
                </a:lnTo>
                <a:lnTo>
                  <a:pt x="123825" y="381000"/>
                </a:lnTo>
                <a:lnTo>
                  <a:pt x="114300" y="381000"/>
                </a:lnTo>
                <a:lnTo>
                  <a:pt x="114300" y="361950"/>
                </a:lnTo>
                <a:lnTo>
                  <a:pt x="123825" y="361950"/>
                </a:lnTo>
                <a:close/>
                <a:moveTo>
                  <a:pt x="238125" y="371475"/>
                </a:moveTo>
                <a:lnTo>
                  <a:pt x="247650" y="371475"/>
                </a:lnTo>
                <a:lnTo>
                  <a:pt x="247650" y="381000"/>
                </a:lnTo>
                <a:lnTo>
                  <a:pt x="238125" y="381000"/>
                </a:lnTo>
                <a:close/>
                <a:moveTo>
                  <a:pt x="247650" y="381000"/>
                </a:moveTo>
                <a:lnTo>
                  <a:pt x="257175" y="381000"/>
                </a:lnTo>
                <a:lnTo>
                  <a:pt x="257175" y="390525"/>
                </a:lnTo>
                <a:lnTo>
                  <a:pt x="247650" y="390525"/>
                </a:lnTo>
                <a:close/>
                <a:moveTo>
                  <a:pt x="514350" y="390525"/>
                </a:moveTo>
                <a:lnTo>
                  <a:pt x="523875" y="390525"/>
                </a:lnTo>
                <a:lnTo>
                  <a:pt x="523875" y="409575"/>
                </a:lnTo>
                <a:lnTo>
                  <a:pt x="514350" y="409575"/>
                </a:lnTo>
                <a:close/>
                <a:moveTo>
                  <a:pt x="1190625" y="390525"/>
                </a:moveTo>
                <a:lnTo>
                  <a:pt x="1200150" y="390525"/>
                </a:lnTo>
                <a:lnTo>
                  <a:pt x="1200150" y="400050"/>
                </a:lnTo>
                <a:lnTo>
                  <a:pt x="1190625" y="400050"/>
                </a:lnTo>
                <a:close/>
                <a:moveTo>
                  <a:pt x="1352550" y="390525"/>
                </a:moveTo>
                <a:lnTo>
                  <a:pt x="1362075" y="390525"/>
                </a:lnTo>
                <a:lnTo>
                  <a:pt x="1362075" y="409575"/>
                </a:lnTo>
                <a:lnTo>
                  <a:pt x="1352550" y="409575"/>
                </a:lnTo>
                <a:close/>
                <a:moveTo>
                  <a:pt x="104775" y="400050"/>
                </a:moveTo>
                <a:lnTo>
                  <a:pt x="123825" y="400050"/>
                </a:lnTo>
                <a:lnTo>
                  <a:pt x="123825" y="409575"/>
                </a:lnTo>
                <a:lnTo>
                  <a:pt x="142875" y="409575"/>
                </a:lnTo>
                <a:lnTo>
                  <a:pt x="142875" y="419100"/>
                </a:lnTo>
                <a:lnTo>
                  <a:pt x="133350" y="419100"/>
                </a:lnTo>
                <a:lnTo>
                  <a:pt x="133350" y="428625"/>
                </a:lnTo>
                <a:lnTo>
                  <a:pt x="123825" y="428625"/>
                </a:lnTo>
                <a:lnTo>
                  <a:pt x="123825" y="419100"/>
                </a:lnTo>
                <a:lnTo>
                  <a:pt x="104775" y="419100"/>
                </a:lnTo>
                <a:close/>
                <a:moveTo>
                  <a:pt x="533400" y="400050"/>
                </a:moveTo>
                <a:lnTo>
                  <a:pt x="542925" y="400050"/>
                </a:lnTo>
                <a:lnTo>
                  <a:pt x="542925" y="419100"/>
                </a:lnTo>
                <a:lnTo>
                  <a:pt x="533400" y="419100"/>
                </a:lnTo>
                <a:close/>
                <a:moveTo>
                  <a:pt x="1657350" y="400050"/>
                </a:moveTo>
                <a:lnTo>
                  <a:pt x="1685925" y="400050"/>
                </a:lnTo>
                <a:lnTo>
                  <a:pt x="1685925" y="409575"/>
                </a:lnTo>
                <a:lnTo>
                  <a:pt x="1695450" y="409575"/>
                </a:lnTo>
                <a:lnTo>
                  <a:pt x="1695450" y="419100"/>
                </a:lnTo>
                <a:lnTo>
                  <a:pt x="1666875" y="419100"/>
                </a:lnTo>
                <a:lnTo>
                  <a:pt x="1666875" y="409575"/>
                </a:lnTo>
                <a:lnTo>
                  <a:pt x="1657350" y="409575"/>
                </a:lnTo>
                <a:close/>
                <a:moveTo>
                  <a:pt x="1885950" y="400050"/>
                </a:moveTo>
                <a:lnTo>
                  <a:pt x="1905000" y="400050"/>
                </a:lnTo>
                <a:lnTo>
                  <a:pt x="1905000" y="419100"/>
                </a:lnTo>
                <a:lnTo>
                  <a:pt x="1866900" y="419100"/>
                </a:lnTo>
                <a:lnTo>
                  <a:pt x="1866900" y="409575"/>
                </a:lnTo>
                <a:lnTo>
                  <a:pt x="1885950" y="409575"/>
                </a:lnTo>
                <a:close/>
                <a:moveTo>
                  <a:pt x="1990725" y="400050"/>
                </a:moveTo>
                <a:lnTo>
                  <a:pt x="2009775" y="400050"/>
                </a:lnTo>
                <a:lnTo>
                  <a:pt x="2009775" y="409575"/>
                </a:lnTo>
                <a:lnTo>
                  <a:pt x="2019300" y="409575"/>
                </a:lnTo>
                <a:lnTo>
                  <a:pt x="2019300" y="428625"/>
                </a:lnTo>
                <a:lnTo>
                  <a:pt x="2009775" y="428625"/>
                </a:lnTo>
                <a:lnTo>
                  <a:pt x="2009775" y="419100"/>
                </a:lnTo>
                <a:lnTo>
                  <a:pt x="1990725" y="419100"/>
                </a:lnTo>
                <a:close/>
                <a:moveTo>
                  <a:pt x="1704975" y="409575"/>
                </a:moveTo>
                <a:lnTo>
                  <a:pt x="1714500" y="409575"/>
                </a:lnTo>
                <a:lnTo>
                  <a:pt x="1714500" y="419100"/>
                </a:lnTo>
                <a:lnTo>
                  <a:pt x="1704975" y="419100"/>
                </a:lnTo>
                <a:close/>
                <a:moveTo>
                  <a:pt x="1743075" y="419100"/>
                </a:moveTo>
                <a:lnTo>
                  <a:pt x="1762125" y="419100"/>
                </a:lnTo>
                <a:lnTo>
                  <a:pt x="1762125" y="428625"/>
                </a:lnTo>
                <a:lnTo>
                  <a:pt x="1771650" y="428625"/>
                </a:lnTo>
                <a:lnTo>
                  <a:pt x="1771650" y="485775"/>
                </a:lnTo>
                <a:lnTo>
                  <a:pt x="1743075" y="485775"/>
                </a:lnTo>
                <a:close/>
                <a:moveTo>
                  <a:pt x="1857375" y="419100"/>
                </a:moveTo>
                <a:lnTo>
                  <a:pt x="1866900" y="419100"/>
                </a:lnTo>
                <a:lnTo>
                  <a:pt x="1866900" y="438150"/>
                </a:lnTo>
                <a:lnTo>
                  <a:pt x="1857375" y="438150"/>
                </a:lnTo>
                <a:close/>
                <a:moveTo>
                  <a:pt x="133350" y="428625"/>
                </a:moveTo>
                <a:lnTo>
                  <a:pt x="142875" y="428625"/>
                </a:lnTo>
                <a:lnTo>
                  <a:pt x="142875" y="438150"/>
                </a:lnTo>
                <a:lnTo>
                  <a:pt x="133350" y="438150"/>
                </a:lnTo>
                <a:close/>
                <a:moveTo>
                  <a:pt x="1362075" y="428625"/>
                </a:moveTo>
                <a:lnTo>
                  <a:pt x="1371600" y="428625"/>
                </a:lnTo>
                <a:lnTo>
                  <a:pt x="1371600" y="447675"/>
                </a:lnTo>
                <a:lnTo>
                  <a:pt x="1362075" y="447675"/>
                </a:lnTo>
                <a:close/>
                <a:moveTo>
                  <a:pt x="2019300" y="428625"/>
                </a:moveTo>
                <a:lnTo>
                  <a:pt x="2028825" y="428625"/>
                </a:lnTo>
                <a:lnTo>
                  <a:pt x="2028825" y="438150"/>
                </a:lnTo>
                <a:lnTo>
                  <a:pt x="2019300" y="438150"/>
                </a:lnTo>
                <a:close/>
                <a:moveTo>
                  <a:pt x="66675" y="438150"/>
                </a:moveTo>
                <a:lnTo>
                  <a:pt x="76200" y="438150"/>
                </a:lnTo>
                <a:lnTo>
                  <a:pt x="76200" y="447675"/>
                </a:lnTo>
                <a:lnTo>
                  <a:pt x="66675" y="447675"/>
                </a:lnTo>
                <a:close/>
                <a:moveTo>
                  <a:pt x="504825" y="438150"/>
                </a:moveTo>
                <a:lnTo>
                  <a:pt x="514350" y="438150"/>
                </a:lnTo>
                <a:lnTo>
                  <a:pt x="514350" y="447675"/>
                </a:lnTo>
                <a:lnTo>
                  <a:pt x="504825" y="447675"/>
                </a:lnTo>
                <a:close/>
                <a:moveTo>
                  <a:pt x="523875" y="438150"/>
                </a:moveTo>
                <a:lnTo>
                  <a:pt x="533400" y="438150"/>
                </a:lnTo>
                <a:lnTo>
                  <a:pt x="533400" y="447675"/>
                </a:lnTo>
                <a:lnTo>
                  <a:pt x="523875" y="447675"/>
                </a:lnTo>
                <a:close/>
                <a:moveTo>
                  <a:pt x="1714500" y="438150"/>
                </a:moveTo>
                <a:lnTo>
                  <a:pt x="1724025" y="438150"/>
                </a:lnTo>
                <a:lnTo>
                  <a:pt x="1724025" y="457200"/>
                </a:lnTo>
                <a:lnTo>
                  <a:pt x="1714500" y="457200"/>
                </a:lnTo>
                <a:lnTo>
                  <a:pt x="1714500" y="476250"/>
                </a:lnTo>
                <a:lnTo>
                  <a:pt x="1695450" y="476250"/>
                </a:lnTo>
                <a:lnTo>
                  <a:pt x="1695450" y="447675"/>
                </a:lnTo>
                <a:lnTo>
                  <a:pt x="1714500" y="447675"/>
                </a:lnTo>
                <a:close/>
                <a:moveTo>
                  <a:pt x="1847850" y="438150"/>
                </a:moveTo>
                <a:lnTo>
                  <a:pt x="1857375" y="438150"/>
                </a:lnTo>
                <a:lnTo>
                  <a:pt x="1857375" y="447675"/>
                </a:lnTo>
                <a:lnTo>
                  <a:pt x="1847850" y="447675"/>
                </a:lnTo>
                <a:close/>
                <a:moveTo>
                  <a:pt x="85725" y="447675"/>
                </a:moveTo>
                <a:lnTo>
                  <a:pt x="95250" y="447675"/>
                </a:lnTo>
                <a:lnTo>
                  <a:pt x="95250" y="476250"/>
                </a:lnTo>
                <a:lnTo>
                  <a:pt x="85725" y="476250"/>
                </a:lnTo>
                <a:close/>
                <a:moveTo>
                  <a:pt x="200025" y="447675"/>
                </a:moveTo>
                <a:lnTo>
                  <a:pt x="209550" y="447675"/>
                </a:lnTo>
                <a:lnTo>
                  <a:pt x="209550" y="457200"/>
                </a:lnTo>
                <a:lnTo>
                  <a:pt x="228600" y="457200"/>
                </a:lnTo>
                <a:lnTo>
                  <a:pt x="228600" y="466725"/>
                </a:lnTo>
                <a:lnTo>
                  <a:pt x="219075" y="466725"/>
                </a:lnTo>
                <a:lnTo>
                  <a:pt x="219075" y="476250"/>
                </a:lnTo>
                <a:lnTo>
                  <a:pt x="209550" y="476250"/>
                </a:lnTo>
                <a:lnTo>
                  <a:pt x="209550" y="466725"/>
                </a:lnTo>
                <a:lnTo>
                  <a:pt x="200025" y="466725"/>
                </a:lnTo>
                <a:close/>
                <a:moveTo>
                  <a:pt x="1343025" y="447675"/>
                </a:moveTo>
                <a:lnTo>
                  <a:pt x="1352550" y="447675"/>
                </a:lnTo>
                <a:lnTo>
                  <a:pt x="1352550" y="457200"/>
                </a:lnTo>
                <a:lnTo>
                  <a:pt x="1343025" y="457200"/>
                </a:lnTo>
                <a:close/>
                <a:moveTo>
                  <a:pt x="1943100" y="447675"/>
                </a:moveTo>
                <a:lnTo>
                  <a:pt x="1981200" y="447675"/>
                </a:lnTo>
                <a:lnTo>
                  <a:pt x="1981200" y="476250"/>
                </a:lnTo>
                <a:lnTo>
                  <a:pt x="1962150" y="476250"/>
                </a:lnTo>
                <a:lnTo>
                  <a:pt x="1962150" y="466725"/>
                </a:lnTo>
                <a:lnTo>
                  <a:pt x="1952625" y="466725"/>
                </a:lnTo>
                <a:lnTo>
                  <a:pt x="1952625" y="457200"/>
                </a:lnTo>
                <a:lnTo>
                  <a:pt x="1943100" y="457200"/>
                </a:lnTo>
                <a:close/>
                <a:moveTo>
                  <a:pt x="1371600" y="457200"/>
                </a:moveTo>
                <a:lnTo>
                  <a:pt x="1381125" y="457200"/>
                </a:lnTo>
                <a:lnTo>
                  <a:pt x="1381125" y="476250"/>
                </a:lnTo>
                <a:lnTo>
                  <a:pt x="1371600" y="476250"/>
                </a:lnTo>
                <a:close/>
                <a:moveTo>
                  <a:pt x="66675" y="466725"/>
                </a:moveTo>
                <a:lnTo>
                  <a:pt x="76200" y="466725"/>
                </a:lnTo>
                <a:lnTo>
                  <a:pt x="76200" y="476250"/>
                </a:lnTo>
                <a:lnTo>
                  <a:pt x="66675" y="476250"/>
                </a:lnTo>
                <a:close/>
                <a:moveTo>
                  <a:pt x="495300" y="466725"/>
                </a:moveTo>
                <a:lnTo>
                  <a:pt x="504825" y="466725"/>
                </a:lnTo>
                <a:lnTo>
                  <a:pt x="504825" y="476250"/>
                </a:lnTo>
                <a:lnTo>
                  <a:pt x="495300" y="476250"/>
                </a:lnTo>
                <a:close/>
                <a:moveTo>
                  <a:pt x="514350" y="466725"/>
                </a:moveTo>
                <a:lnTo>
                  <a:pt x="523875" y="466725"/>
                </a:lnTo>
                <a:lnTo>
                  <a:pt x="523875" y="476250"/>
                </a:lnTo>
                <a:lnTo>
                  <a:pt x="514350" y="476250"/>
                </a:lnTo>
                <a:close/>
                <a:moveTo>
                  <a:pt x="1847850" y="466725"/>
                </a:moveTo>
                <a:lnTo>
                  <a:pt x="1857375" y="466725"/>
                </a:lnTo>
                <a:lnTo>
                  <a:pt x="1857375" y="476250"/>
                </a:lnTo>
                <a:lnTo>
                  <a:pt x="1847850" y="476250"/>
                </a:lnTo>
                <a:close/>
                <a:moveTo>
                  <a:pt x="152400" y="485775"/>
                </a:moveTo>
                <a:lnTo>
                  <a:pt x="161925" y="485775"/>
                </a:lnTo>
                <a:lnTo>
                  <a:pt x="161925" y="495300"/>
                </a:lnTo>
                <a:lnTo>
                  <a:pt x="152400" y="495300"/>
                </a:lnTo>
                <a:close/>
                <a:moveTo>
                  <a:pt x="209550" y="485775"/>
                </a:moveTo>
                <a:lnTo>
                  <a:pt x="219075" y="485775"/>
                </a:lnTo>
                <a:lnTo>
                  <a:pt x="219075" y="495300"/>
                </a:lnTo>
                <a:lnTo>
                  <a:pt x="209550" y="495300"/>
                </a:lnTo>
                <a:close/>
                <a:moveTo>
                  <a:pt x="485775" y="485775"/>
                </a:moveTo>
                <a:lnTo>
                  <a:pt x="495300" y="485775"/>
                </a:lnTo>
                <a:lnTo>
                  <a:pt x="495300" y="495300"/>
                </a:lnTo>
                <a:lnTo>
                  <a:pt x="485775" y="495300"/>
                </a:lnTo>
                <a:close/>
                <a:moveTo>
                  <a:pt x="1381125" y="485775"/>
                </a:moveTo>
                <a:lnTo>
                  <a:pt x="1390650" y="485775"/>
                </a:lnTo>
                <a:lnTo>
                  <a:pt x="1390650" y="495300"/>
                </a:lnTo>
                <a:lnTo>
                  <a:pt x="1381125" y="495300"/>
                </a:lnTo>
                <a:close/>
                <a:moveTo>
                  <a:pt x="1771650" y="485775"/>
                </a:moveTo>
                <a:lnTo>
                  <a:pt x="1781175" y="485775"/>
                </a:lnTo>
                <a:lnTo>
                  <a:pt x="1781175" y="495300"/>
                </a:lnTo>
                <a:lnTo>
                  <a:pt x="1771650" y="495300"/>
                </a:lnTo>
                <a:close/>
                <a:moveTo>
                  <a:pt x="1914525" y="485775"/>
                </a:moveTo>
                <a:lnTo>
                  <a:pt x="1933575" y="485775"/>
                </a:lnTo>
                <a:lnTo>
                  <a:pt x="1933575" y="495300"/>
                </a:lnTo>
                <a:lnTo>
                  <a:pt x="1914525" y="495300"/>
                </a:lnTo>
                <a:close/>
                <a:moveTo>
                  <a:pt x="142875" y="495300"/>
                </a:moveTo>
                <a:lnTo>
                  <a:pt x="152400" y="495300"/>
                </a:lnTo>
                <a:lnTo>
                  <a:pt x="152400" y="504825"/>
                </a:lnTo>
                <a:lnTo>
                  <a:pt x="142875" y="504825"/>
                </a:lnTo>
                <a:close/>
                <a:moveTo>
                  <a:pt x="200025" y="495300"/>
                </a:moveTo>
                <a:lnTo>
                  <a:pt x="209550" y="495300"/>
                </a:lnTo>
                <a:lnTo>
                  <a:pt x="209550" y="504825"/>
                </a:lnTo>
                <a:lnTo>
                  <a:pt x="200025" y="504825"/>
                </a:lnTo>
                <a:close/>
                <a:moveTo>
                  <a:pt x="219075" y="495300"/>
                </a:moveTo>
                <a:lnTo>
                  <a:pt x="228600" y="495300"/>
                </a:lnTo>
                <a:lnTo>
                  <a:pt x="228600" y="504825"/>
                </a:lnTo>
                <a:lnTo>
                  <a:pt x="219075" y="504825"/>
                </a:lnTo>
                <a:close/>
                <a:moveTo>
                  <a:pt x="1362075" y="495300"/>
                </a:moveTo>
                <a:lnTo>
                  <a:pt x="1371600" y="495300"/>
                </a:lnTo>
                <a:lnTo>
                  <a:pt x="1371600" y="504825"/>
                </a:lnTo>
                <a:lnTo>
                  <a:pt x="1362075" y="504825"/>
                </a:lnTo>
                <a:close/>
                <a:moveTo>
                  <a:pt x="1714500" y="495300"/>
                </a:moveTo>
                <a:lnTo>
                  <a:pt x="1724025" y="495300"/>
                </a:lnTo>
                <a:lnTo>
                  <a:pt x="1724025" y="533400"/>
                </a:lnTo>
                <a:lnTo>
                  <a:pt x="1714500" y="533400"/>
                </a:lnTo>
                <a:lnTo>
                  <a:pt x="1714500" y="542925"/>
                </a:lnTo>
                <a:lnTo>
                  <a:pt x="1695450" y="542925"/>
                </a:lnTo>
                <a:lnTo>
                  <a:pt x="1695450" y="514350"/>
                </a:lnTo>
                <a:lnTo>
                  <a:pt x="1685925" y="514350"/>
                </a:lnTo>
                <a:lnTo>
                  <a:pt x="1685925" y="504825"/>
                </a:lnTo>
                <a:lnTo>
                  <a:pt x="1695450" y="504825"/>
                </a:lnTo>
                <a:lnTo>
                  <a:pt x="1695450" y="514350"/>
                </a:lnTo>
                <a:lnTo>
                  <a:pt x="1704975" y="514350"/>
                </a:lnTo>
                <a:lnTo>
                  <a:pt x="1704975" y="504825"/>
                </a:lnTo>
                <a:lnTo>
                  <a:pt x="1714500" y="504825"/>
                </a:lnTo>
                <a:close/>
                <a:moveTo>
                  <a:pt x="209550" y="504825"/>
                </a:moveTo>
                <a:lnTo>
                  <a:pt x="219075" y="504825"/>
                </a:lnTo>
                <a:lnTo>
                  <a:pt x="219075" y="514350"/>
                </a:lnTo>
                <a:lnTo>
                  <a:pt x="209550" y="514350"/>
                </a:lnTo>
                <a:close/>
                <a:moveTo>
                  <a:pt x="476250" y="504825"/>
                </a:moveTo>
                <a:lnTo>
                  <a:pt x="485775" y="504825"/>
                </a:lnTo>
                <a:lnTo>
                  <a:pt x="485775" y="514350"/>
                </a:lnTo>
                <a:lnTo>
                  <a:pt x="476250" y="514350"/>
                </a:lnTo>
                <a:close/>
                <a:moveTo>
                  <a:pt x="1390650" y="504825"/>
                </a:moveTo>
                <a:lnTo>
                  <a:pt x="1400175" y="504825"/>
                </a:lnTo>
                <a:lnTo>
                  <a:pt x="1400175" y="514350"/>
                </a:lnTo>
                <a:lnTo>
                  <a:pt x="1390650" y="514350"/>
                </a:lnTo>
                <a:close/>
                <a:moveTo>
                  <a:pt x="495300" y="514350"/>
                </a:moveTo>
                <a:lnTo>
                  <a:pt x="504825" y="514350"/>
                </a:lnTo>
                <a:lnTo>
                  <a:pt x="504825" y="523875"/>
                </a:lnTo>
                <a:lnTo>
                  <a:pt x="495300" y="523875"/>
                </a:lnTo>
                <a:close/>
                <a:moveTo>
                  <a:pt x="1371600" y="514350"/>
                </a:moveTo>
                <a:lnTo>
                  <a:pt x="1381125" y="514350"/>
                </a:lnTo>
                <a:lnTo>
                  <a:pt x="1381125" y="523875"/>
                </a:lnTo>
                <a:lnTo>
                  <a:pt x="1371600" y="523875"/>
                </a:lnTo>
                <a:close/>
                <a:moveTo>
                  <a:pt x="600075" y="523875"/>
                </a:moveTo>
                <a:lnTo>
                  <a:pt x="609600" y="523875"/>
                </a:lnTo>
                <a:lnTo>
                  <a:pt x="609600" y="533400"/>
                </a:lnTo>
                <a:lnTo>
                  <a:pt x="600075" y="533400"/>
                </a:lnTo>
                <a:close/>
                <a:moveTo>
                  <a:pt x="1257300" y="523875"/>
                </a:moveTo>
                <a:lnTo>
                  <a:pt x="1266825" y="523875"/>
                </a:lnTo>
                <a:lnTo>
                  <a:pt x="1266825" y="533400"/>
                </a:lnTo>
                <a:lnTo>
                  <a:pt x="1257300" y="533400"/>
                </a:lnTo>
                <a:close/>
                <a:moveTo>
                  <a:pt x="457200" y="533400"/>
                </a:moveTo>
                <a:lnTo>
                  <a:pt x="466725" y="533400"/>
                </a:lnTo>
                <a:lnTo>
                  <a:pt x="466725" y="542925"/>
                </a:lnTo>
                <a:lnTo>
                  <a:pt x="457200" y="542925"/>
                </a:lnTo>
                <a:close/>
                <a:moveTo>
                  <a:pt x="1409700" y="533400"/>
                </a:moveTo>
                <a:lnTo>
                  <a:pt x="1419225" y="533400"/>
                </a:lnTo>
                <a:lnTo>
                  <a:pt x="1419225" y="542925"/>
                </a:lnTo>
                <a:lnTo>
                  <a:pt x="1409700" y="542925"/>
                </a:lnTo>
                <a:close/>
                <a:moveTo>
                  <a:pt x="1390650" y="542925"/>
                </a:moveTo>
                <a:lnTo>
                  <a:pt x="1400175" y="542925"/>
                </a:lnTo>
                <a:lnTo>
                  <a:pt x="1400175" y="552450"/>
                </a:lnTo>
                <a:lnTo>
                  <a:pt x="1390650" y="552450"/>
                </a:lnTo>
                <a:close/>
                <a:moveTo>
                  <a:pt x="771525" y="552450"/>
                </a:moveTo>
                <a:lnTo>
                  <a:pt x="781050" y="552450"/>
                </a:lnTo>
                <a:lnTo>
                  <a:pt x="781050" y="561975"/>
                </a:lnTo>
                <a:lnTo>
                  <a:pt x="771525" y="561975"/>
                </a:lnTo>
                <a:close/>
                <a:moveTo>
                  <a:pt x="438150" y="561975"/>
                </a:moveTo>
                <a:lnTo>
                  <a:pt x="447675" y="561975"/>
                </a:lnTo>
                <a:lnTo>
                  <a:pt x="447675" y="571500"/>
                </a:lnTo>
                <a:lnTo>
                  <a:pt x="438150" y="571500"/>
                </a:lnTo>
                <a:close/>
                <a:moveTo>
                  <a:pt x="1428750" y="561975"/>
                </a:moveTo>
                <a:lnTo>
                  <a:pt x="1438275" y="561975"/>
                </a:lnTo>
                <a:lnTo>
                  <a:pt x="1438275" y="571500"/>
                </a:lnTo>
                <a:lnTo>
                  <a:pt x="1428750" y="571500"/>
                </a:lnTo>
                <a:close/>
                <a:moveTo>
                  <a:pt x="428625" y="571500"/>
                </a:moveTo>
                <a:lnTo>
                  <a:pt x="438150" y="571500"/>
                </a:lnTo>
                <a:lnTo>
                  <a:pt x="438150" y="581025"/>
                </a:lnTo>
                <a:lnTo>
                  <a:pt x="428625" y="581025"/>
                </a:lnTo>
                <a:close/>
                <a:moveTo>
                  <a:pt x="457200" y="571500"/>
                </a:moveTo>
                <a:lnTo>
                  <a:pt x="466725" y="571500"/>
                </a:lnTo>
                <a:lnTo>
                  <a:pt x="466725" y="581025"/>
                </a:lnTo>
                <a:lnTo>
                  <a:pt x="457200" y="581025"/>
                </a:lnTo>
                <a:close/>
                <a:moveTo>
                  <a:pt x="1438275" y="571500"/>
                </a:moveTo>
                <a:lnTo>
                  <a:pt x="1447800" y="571500"/>
                </a:lnTo>
                <a:lnTo>
                  <a:pt x="1447800" y="581025"/>
                </a:lnTo>
                <a:lnTo>
                  <a:pt x="1438275" y="581025"/>
                </a:lnTo>
                <a:close/>
                <a:moveTo>
                  <a:pt x="1438275" y="609600"/>
                </a:moveTo>
                <a:lnTo>
                  <a:pt x="1447800" y="609600"/>
                </a:lnTo>
                <a:lnTo>
                  <a:pt x="1447800" y="619125"/>
                </a:lnTo>
                <a:lnTo>
                  <a:pt x="1438275" y="619125"/>
                </a:lnTo>
                <a:close/>
                <a:moveTo>
                  <a:pt x="342900" y="657225"/>
                </a:moveTo>
                <a:lnTo>
                  <a:pt x="352425" y="657225"/>
                </a:lnTo>
                <a:lnTo>
                  <a:pt x="352425" y="666750"/>
                </a:lnTo>
                <a:lnTo>
                  <a:pt x="342900" y="666750"/>
                </a:lnTo>
                <a:close/>
                <a:moveTo>
                  <a:pt x="1524000" y="657225"/>
                </a:moveTo>
                <a:lnTo>
                  <a:pt x="1533525" y="657225"/>
                </a:lnTo>
                <a:lnTo>
                  <a:pt x="1533525" y="666750"/>
                </a:lnTo>
                <a:lnTo>
                  <a:pt x="1524000" y="666750"/>
                </a:lnTo>
                <a:close/>
                <a:moveTo>
                  <a:pt x="333375" y="666750"/>
                </a:moveTo>
                <a:lnTo>
                  <a:pt x="342900" y="666750"/>
                </a:lnTo>
                <a:lnTo>
                  <a:pt x="342900" y="676275"/>
                </a:lnTo>
                <a:lnTo>
                  <a:pt x="333375" y="676275"/>
                </a:lnTo>
                <a:close/>
                <a:moveTo>
                  <a:pt x="790575" y="676275"/>
                </a:moveTo>
                <a:lnTo>
                  <a:pt x="800100" y="676275"/>
                </a:lnTo>
                <a:lnTo>
                  <a:pt x="800100" y="685800"/>
                </a:lnTo>
                <a:lnTo>
                  <a:pt x="790575" y="685800"/>
                </a:lnTo>
                <a:close/>
                <a:moveTo>
                  <a:pt x="1552575" y="676275"/>
                </a:moveTo>
                <a:lnTo>
                  <a:pt x="1562100" y="676275"/>
                </a:lnTo>
                <a:lnTo>
                  <a:pt x="1562100" y="685800"/>
                </a:lnTo>
                <a:lnTo>
                  <a:pt x="1552575" y="685800"/>
                </a:lnTo>
                <a:close/>
                <a:moveTo>
                  <a:pt x="304800" y="685800"/>
                </a:moveTo>
                <a:lnTo>
                  <a:pt x="314325" y="685800"/>
                </a:lnTo>
                <a:lnTo>
                  <a:pt x="314325" y="695325"/>
                </a:lnTo>
                <a:lnTo>
                  <a:pt x="304800" y="695325"/>
                </a:lnTo>
                <a:close/>
                <a:moveTo>
                  <a:pt x="342900" y="685800"/>
                </a:moveTo>
                <a:lnTo>
                  <a:pt x="352425" y="685800"/>
                </a:lnTo>
                <a:lnTo>
                  <a:pt x="352425" y="695325"/>
                </a:lnTo>
                <a:lnTo>
                  <a:pt x="342900" y="695325"/>
                </a:lnTo>
                <a:close/>
                <a:moveTo>
                  <a:pt x="1524000" y="685800"/>
                </a:moveTo>
                <a:lnTo>
                  <a:pt x="1533525" y="685800"/>
                </a:lnTo>
                <a:lnTo>
                  <a:pt x="1533525" y="695325"/>
                </a:lnTo>
                <a:lnTo>
                  <a:pt x="1524000" y="695325"/>
                </a:lnTo>
                <a:close/>
                <a:moveTo>
                  <a:pt x="600075" y="695325"/>
                </a:moveTo>
                <a:lnTo>
                  <a:pt x="609600" y="695325"/>
                </a:lnTo>
                <a:lnTo>
                  <a:pt x="609600" y="704850"/>
                </a:lnTo>
                <a:lnTo>
                  <a:pt x="600075" y="704850"/>
                </a:lnTo>
                <a:close/>
                <a:moveTo>
                  <a:pt x="1257300" y="695325"/>
                </a:moveTo>
                <a:lnTo>
                  <a:pt x="1266825" y="695325"/>
                </a:lnTo>
                <a:lnTo>
                  <a:pt x="1266825" y="704850"/>
                </a:lnTo>
                <a:lnTo>
                  <a:pt x="1257300" y="704850"/>
                </a:lnTo>
                <a:close/>
                <a:moveTo>
                  <a:pt x="1581150" y="695325"/>
                </a:moveTo>
                <a:lnTo>
                  <a:pt x="1590675" y="695325"/>
                </a:lnTo>
                <a:lnTo>
                  <a:pt x="1590675" y="704850"/>
                </a:lnTo>
                <a:lnTo>
                  <a:pt x="1581150" y="704850"/>
                </a:lnTo>
                <a:close/>
                <a:moveTo>
                  <a:pt x="314325" y="704850"/>
                </a:moveTo>
                <a:lnTo>
                  <a:pt x="323850" y="704850"/>
                </a:lnTo>
                <a:lnTo>
                  <a:pt x="323850" y="714375"/>
                </a:lnTo>
                <a:lnTo>
                  <a:pt x="314325" y="714375"/>
                </a:lnTo>
                <a:close/>
                <a:moveTo>
                  <a:pt x="1590675" y="704850"/>
                </a:moveTo>
                <a:lnTo>
                  <a:pt x="1600200" y="704850"/>
                </a:lnTo>
                <a:lnTo>
                  <a:pt x="1600200" y="714375"/>
                </a:lnTo>
                <a:lnTo>
                  <a:pt x="1590675" y="714375"/>
                </a:lnTo>
                <a:close/>
                <a:moveTo>
                  <a:pt x="742950" y="714375"/>
                </a:moveTo>
                <a:lnTo>
                  <a:pt x="752475" y="714375"/>
                </a:lnTo>
                <a:lnTo>
                  <a:pt x="752475" y="723900"/>
                </a:lnTo>
                <a:lnTo>
                  <a:pt x="742950" y="723900"/>
                </a:lnTo>
                <a:close/>
                <a:moveTo>
                  <a:pt x="1028700" y="714375"/>
                </a:moveTo>
                <a:lnTo>
                  <a:pt x="1038225" y="714375"/>
                </a:lnTo>
                <a:lnTo>
                  <a:pt x="1038225" y="723900"/>
                </a:lnTo>
                <a:lnTo>
                  <a:pt x="1028700" y="723900"/>
                </a:lnTo>
                <a:close/>
                <a:moveTo>
                  <a:pt x="1076325" y="714375"/>
                </a:moveTo>
                <a:lnTo>
                  <a:pt x="1085850" y="714375"/>
                </a:lnTo>
                <a:lnTo>
                  <a:pt x="1085850" y="723900"/>
                </a:lnTo>
                <a:lnTo>
                  <a:pt x="1076325" y="723900"/>
                </a:lnTo>
                <a:close/>
                <a:moveTo>
                  <a:pt x="752475" y="723900"/>
                </a:moveTo>
                <a:lnTo>
                  <a:pt x="762000" y="723900"/>
                </a:lnTo>
                <a:lnTo>
                  <a:pt x="762000" y="733425"/>
                </a:lnTo>
                <a:lnTo>
                  <a:pt x="752475" y="733425"/>
                </a:lnTo>
                <a:close/>
                <a:moveTo>
                  <a:pt x="1038225" y="723900"/>
                </a:moveTo>
                <a:lnTo>
                  <a:pt x="1047750" y="723900"/>
                </a:lnTo>
                <a:lnTo>
                  <a:pt x="1047750" y="733425"/>
                </a:lnTo>
                <a:lnTo>
                  <a:pt x="1038225" y="733425"/>
                </a:lnTo>
                <a:close/>
                <a:moveTo>
                  <a:pt x="1123950" y="723900"/>
                </a:moveTo>
                <a:lnTo>
                  <a:pt x="1133475" y="723900"/>
                </a:lnTo>
                <a:lnTo>
                  <a:pt x="1133475" y="752475"/>
                </a:lnTo>
                <a:lnTo>
                  <a:pt x="1114425" y="752475"/>
                </a:lnTo>
                <a:lnTo>
                  <a:pt x="1114425" y="742950"/>
                </a:lnTo>
                <a:lnTo>
                  <a:pt x="1123950" y="742950"/>
                </a:lnTo>
                <a:close/>
                <a:moveTo>
                  <a:pt x="1600200" y="723900"/>
                </a:moveTo>
                <a:lnTo>
                  <a:pt x="1609725" y="723900"/>
                </a:lnTo>
                <a:lnTo>
                  <a:pt x="1609725" y="742950"/>
                </a:lnTo>
                <a:lnTo>
                  <a:pt x="1600200" y="742950"/>
                </a:lnTo>
                <a:close/>
                <a:moveTo>
                  <a:pt x="952500" y="762000"/>
                </a:moveTo>
                <a:lnTo>
                  <a:pt x="962025" y="762000"/>
                </a:lnTo>
                <a:lnTo>
                  <a:pt x="962025" y="781050"/>
                </a:lnTo>
                <a:lnTo>
                  <a:pt x="952500" y="781050"/>
                </a:lnTo>
                <a:lnTo>
                  <a:pt x="952500" y="790575"/>
                </a:lnTo>
                <a:lnTo>
                  <a:pt x="942975" y="790575"/>
                </a:lnTo>
                <a:lnTo>
                  <a:pt x="942975" y="771525"/>
                </a:lnTo>
                <a:lnTo>
                  <a:pt x="952500" y="771525"/>
                </a:lnTo>
                <a:close/>
                <a:moveTo>
                  <a:pt x="85725" y="771525"/>
                </a:moveTo>
                <a:lnTo>
                  <a:pt x="95250" y="771525"/>
                </a:lnTo>
                <a:lnTo>
                  <a:pt x="95250" y="781050"/>
                </a:lnTo>
                <a:lnTo>
                  <a:pt x="85725" y="781050"/>
                </a:lnTo>
                <a:close/>
                <a:moveTo>
                  <a:pt x="1571625" y="771525"/>
                </a:moveTo>
                <a:lnTo>
                  <a:pt x="1581150" y="771525"/>
                </a:lnTo>
                <a:lnTo>
                  <a:pt x="1581150" y="781050"/>
                </a:lnTo>
                <a:lnTo>
                  <a:pt x="1571625" y="781050"/>
                </a:lnTo>
                <a:close/>
                <a:moveTo>
                  <a:pt x="1752600" y="771525"/>
                </a:moveTo>
                <a:lnTo>
                  <a:pt x="1790700" y="771525"/>
                </a:lnTo>
                <a:lnTo>
                  <a:pt x="1790700" y="781050"/>
                </a:lnTo>
                <a:lnTo>
                  <a:pt x="1752600" y="781050"/>
                </a:lnTo>
                <a:close/>
                <a:moveTo>
                  <a:pt x="38100" y="781050"/>
                </a:moveTo>
                <a:lnTo>
                  <a:pt x="57150" y="781050"/>
                </a:lnTo>
                <a:lnTo>
                  <a:pt x="57150" y="790575"/>
                </a:lnTo>
                <a:lnTo>
                  <a:pt x="38100" y="790575"/>
                </a:lnTo>
                <a:close/>
                <a:moveTo>
                  <a:pt x="276225" y="781050"/>
                </a:moveTo>
                <a:lnTo>
                  <a:pt x="285750" y="781050"/>
                </a:lnTo>
                <a:lnTo>
                  <a:pt x="285750" y="790575"/>
                </a:lnTo>
                <a:lnTo>
                  <a:pt x="276225" y="790575"/>
                </a:lnTo>
                <a:close/>
                <a:moveTo>
                  <a:pt x="1590675" y="781050"/>
                </a:moveTo>
                <a:lnTo>
                  <a:pt x="1600200" y="781050"/>
                </a:lnTo>
                <a:lnTo>
                  <a:pt x="1600200" y="790575"/>
                </a:lnTo>
                <a:lnTo>
                  <a:pt x="1590675" y="790575"/>
                </a:lnTo>
                <a:close/>
                <a:moveTo>
                  <a:pt x="1819275" y="781050"/>
                </a:moveTo>
                <a:lnTo>
                  <a:pt x="1838325" y="781050"/>
                </a:lnTo>
                <a:lnTo>
                  <a:pt x="1838325" y="790575"/>
                </a:lnTo>
                <a:lnTo>
                  <a:pt x="1819275" y="790575"/>
                </a:lnTo>
                <a:close/>
                <a:moveTo>
                  <a:pt x="2057400" y="781050"/>
                </a:moveTo>
                <a:lnTo>
                  <a:pt x="2076450" y="781050"/>
                </a:lnTo>
                <a:lnTo>
                  <a:pt x="2076450" y="790575"/>
                </a:lnTo>
                <a:lnTo>
                  <a:pt x="2057400" y="790575"/>
                </a:lnTo>
                <a:close/>
                <a:moveTo>
                  <a:pt x="142875" y="790575"/>
                </a:moveTo>
                <a:lnTo>
                  <a:pt x="152400" y="790575"/>
                </a:lnTo>
                <a:lnTo>
                  <a:pt x="152400" y="800100"/>
                </a:lnTo>
                <a:lnTo>
                  <a:pt x="142875" y="800100"/>
                </a:lnTo>
                <a:close/>
                <a:moveTo>
                  <a:pt x="1724025" y="790575"/>
                </a:moveTo>
                <a:lnTo>
                  <a:pt x="1733550" y="790575"/>
                </a:lnTo>
                <a:lnTo>
                  <a:pt x="1733550" y="800100"/>
                </a:lnTo>
                <a:lnTo>
                  <a:pt x="1724025" y="800100"/>
                </a:lnTo>
                <a:close/>
                <a:moveTo>
                  <a:pt x="1895475" y="790575"/>
                </a:moveTo>
                <a:lnTo>
                  <a:pt x="2009775" y="790575"/>
                </a:lnTo>
                <a:lnTo>
                  <a:pt x="2009775" y="819150"/>
                </a:lnTo>
                <a:lnTo>
                  <a:pt x="1876425" y="819150"/>
                </a:lnTo>
                <a:lnTo>
                  <a:pt x="1876425" y="809625"/>
                </a:lnTo>
                <a:lnTo>
                  <a:pt x="1895475" y="809625"/>
                </a:lnTo>
                <a:close/>
                <a:moveTo>
                  <a:pt x="47625" y="800100"/>
                </a:moveTo>
                <a:lnTo>
                  <a:pt x="66675" y="800100"/>
                </a:lnTo>
                <a:lnTo>
                  <a:pt x="66675" y="809625"/>
                </a:lnTo>
                <a:lnTo>
                  <a:pt x="47625" y="809625"/>
                </a:lnTo>
                <a:close/>
                <a:moveTo>
                  <a:pt x="123825" y="800100"/>
                </a:moveTo>
                <a:lnTo>
                  <a:pt x="133350" y="800100"/>
                </a:lnTo>
                <a:lnTo>
                  <a:pt x="133350" y="809625"/>
                </a:lnTo>
                <a:lnTo>
                  <a:pt x="123825" y="809625"/>
                </a:lnTo>
                <a:close/>
                <a:moveTo>
                  <a:pt x="161925" y="800100"/>
                </a:moveTo>
                <a:lnTo>
                  <a:pt x="171450" y="800100"/>
                </a:lnTo>
                <a:lnTo>
                  <a:pt x="171450" y="809625"/>
                </a:lnTo>
                <a:lnTo>
                  <a:pt x="161925" y="809625"/>
                </a:lnTo>
                <a:close/>
                <a:moveTo>
                  <a:pt x="609600" y="800100"/>
                </a:moveTo>
                <a:lnTo>
                  <a:pt x="619125" y="800100"/>
                </a:lnTo>
                <a:lnTo>
                  <a:pt x="619125" y="809625"/>
                </a:lnTo>
                <a:lnTo>
                  <a:pt x="609600" y="809625"/>
                </a:lnTo>
                <a:close/>
                <a:moveTo>
                  <a:pt x="1276350" y="800100"/>
                </a:moveTo>
                <a:lnTo>
                  <a:pt x="1285875" y="800100"/>
                </a:lnTo>
                <a:lnTo>
                  <a:pt x="1285875" y="809625"/>
                </a:lnTo>
                <a:lnTo>
                  <a:pt x="1276350" y="809625"/>
                </a:lnTo>
                <a:close/>
                <a:moveTo>
                  <a:pt x="1704975" y="800100"/>
                </a:moveTo>
                <a:lnTo>
                  <a:pt x="1714500" y="800100"/>
                </a:lnTo>
                <a:lnTo>
                  <a:pt x="1714500" y="809625"/>
                </a:lnTo>
                <a:lnTo>
                  <a:pt x="1704975" y="809625"/>
                </a:lnTo>
                <a:close/>
                <a:moveTo>
                  <a:pt x="1809750" y="800100"/>
                </a:moveTo>
                <a:lnTo>
                  <a:pt x="1828800" y="800100"/>
                </a:lnTo>
                <a:lnTo>
                  <a:pt x="1828800" y="809625"/>
                </a:lnTo>
                <a:lnTo>
                  <a:pt x="1809750" y="809625"/>
                </a:lnTo>
                <a:close/>
                <a:moveTo>
                  <a:pt x="2066925" y="800100"/>
                </a:moveTo>
                <a:lnTo>
                  <a:pt x="2085975" y="800100"/>
                </a:lnTo>
                <a:lnTo>
                  <a:pt x="2085975" y="809625"/>
                </a:lnTo>
                <a:lnTo>
                  <a:pt x="2066925" y="809625"/>
                </a:lnTo>
                <a:close/>
                <a:moveTo>
                  <a:pt x="285750" y="809625"/>
                </a:moveTo>
                <a:lnTo>
                  <a:pt x="314325" y="809625"/>
                </a:lnTo>
                <a:lnTo>
                  <a:pt x="314325" y="828675"/>
                </a:lnTo>
                <a:lnTo>
                  <a:pt x="285750" y="828675"/>
                </a:lnTo>
                <a:close/>
                <a:moveTo>
                  <a:pt x="600075" y="809625"/>
                </a:moveTo>
                <a:lnTo>
                  <a:pt x="609600" y="809625"/>
                </a:lnTo>
                <a:lnTo>
                  <a:pt x="609600" y="819150"/>
                </a:lnTo>
                <a:lnTo>
                  <a:pt x="600075" y="819150"/>
                </a:lnTo>
                <a:close/>
                <a:moveTo>
                  <a:pt x="971550" y="809625"/>
                </a:moveTo>
                <a:lnTo>
                  <a:pt x="981075" y="809625"/>
                </a:lnTo>
                <a:lnTo>
                  <a:pt x="981075" y="819150"/>
                </a:lnTo>
                <a:lnTo>
                  <a:pt x="971550" y="819150"/>
                </a:lnTo>
                <a:close/>
                <a:moveTo>
                  <a:pt x="1047750" y="809625"/>
                </a:moveTo>
                <a:lnTo>
                  <a:pt x="1057275" y="809625"/>
                </a:lnTo>
                <a:lnTo>
                  <a:pt x="1057275" y="819150"/>
                </a:lnTo>
                <a:lnTo>
                  <a:pt x="1047750" y="819150"/>
                </a:lnTo>
                <a:close/>
                <a:moveTo>
                  <a:pt x="1257300" y="809625"/>
                </a:moveTo>
                <a:lnTo>
                  <a:pt x="1266825" y="809625"/>
                </a:lnTo>
                <a:lnTo>
                  <a:pt x="1266825" y="819150"/>
                </a:lnTo>
                <a:lnTo>
                  <a:pt x="1257300" y="819150"/>
                </a:lnTo>
                <a:close/>
                <a:moveTo>
                  <a:pt x="1685925" y="809625"/>
                </a:moveTo>
                <a:lnTo>
                  <a:pt x="1695450" y="809625"/>
                </a:lnTo>
                <a:lnTo>
                  <a:pt x="1695450" y="819150"/>
                </a:lnTo>
                <a:lnTo>
                  <a:pt x="1685925" y="819150"/>
                </a:lnTo>
                <a:close/>
                <a:moveTo>
                  <a:pt x="190500" y="819150"/>
                </a:moveTo>
                <a:lnTo>
                  <a:pt x="200025" y="819150"/>
                </a:lnTo>
                <a:lnTo>
                  <a:pt x="200025" y="828675"/>
                </a:lnTo>
                <a:lnTo>
                  <a:pt x="190500" y="828675"/>
                </a:lnTo>
                <a:close/>
                <a:moveTo>
                  <a:pt x="1057275" y="819150"/>
                </a:moveTo>
                <a:lnTo>
                  <a:pt x="1076325" y="819150"/>
                </a:lnTo>
                <a:lnTo>
                  <a:pt x="1076325" y="828675"/>
                </a:lnTo>
                <a:lnTo>
                  <a:pt x="1057275" y="828675"/>
                </a:lnTo>
                <a:close/>
                <a:moveTo>
                  <a:pt x="1285875" y="819150"/>
                </a:moveTo>
                <a:lnTo>
                  <a:pt x="1295400" y="819150"/>
                </a:lnTo>
                <a:lnTo>
                  <a:pt x="1295400" y="828675"/>
                </a:lnTo>
                <a:lnTo>
                  <a:pt x="1285875" y="828675"/>
                </a:lnTo>
                <a:close/>
                <a:moveTo>
                  <a:pt x="1581150" y="819150"/>
                </a:moveTo>
                <a:lnTo>
                  <a:pt x="1590675" y="819150"/>
                </a:lnTo>
                <a:lnTo>
                  <a:pt x="1590675" y="828675"/>
                </a:lnTo>
                <a:lnTo>
                  <a:pt x="1581150" y="828675"/>
                </a:lnTo>
                <a:close/>
                <a:moveTo>
                  <a:pt x="1714500" y="819150"/>
                </a:moveTo>
                <a:lnTo>
                  <a:pt x="1724025" y="819150"/>
                </a:lnTo>
                <a:lnTo>
                  <a:pt x="1724025" y="828675"/>
                </a:lnTo>
                <a:lnTo>
                  <a:pt x="1714500" y="828675"/>
                </a:lnTo>
                <a:close/>
                <a:moveTo>
                  <a:pt x="171450" y="828675"/>
                </a:moveTo>
                <a:lnTo>
                  <a:pt x="190500" y="828675"/>
                </a:lnTo>
                <a:lnTo>
                  <a:pt x="190500" y="838200"/>
                </a:lnTo>
                <a:lnTo>
                  <a:pt x="171450" y="838200"/>
                </a:lnTo>
                <a:close/>
                <a:moveTo>
                  <a:pt x="200025" y="828675"/>
                </a:moveTo>
                <a:lnTo>
                  <a:pt x="219075" y="828675"/>
                </a:lnTo>
                <a:lnTo>
                  <a:pt x="219075" y="838200"/>
                </a:lnTo>
                <a:lnTo>
                  <a:pt x="200025" y="838200"/>
                </a:lnTo>
                <a:close/>
                <a:moveTo>
                  <a:pt x="1657350" y="828675"/>
                </a:moveTo>
                <a:lnTo>
                  <a:pt x="1666875" y="828675"/>
                </a:lnTo>
                <a:lnTo>
                  <a:pt x="1666875" y="838200"/>
                </a:lnTo>
                <a:lnTo>
                  <a:pt x="1657350" y="838200"/>
                </a:lnTo>
                <a:close/>
                <a:moveTo>
                  <a:pt x="190500" y="838200"/>
                </a:moveTo>
                <a:lnTo>
                  <a:pt x="200025" y="838200"/>
                </a:lnTo>
                <a:lnTo>
                  <a:pt x="200025" y="847725"/>
                </a:lnTo>
                <a:lnTo>
                  <a:pt x="190500" y="847725"/>
                </a:lnTo>
                <a:close/>
                <a:moveTo>
                  <a:pt x="228600" y="838200"/>
                </a:moveTo>
                <a:lnTo>
                  <a:pt x="238125" y="838200"/>
                </a:lnTo>
                <a:lnTo>
                  <a:pt x="238125" y="847725"/>
                </a:lnTo>
                <a:lnTo>
                  <a:pt x="228600" y="847725"/>
                </a:lnTo>
                <a:close/>
                <a:moveTo>
                  <a:pt x="295275" y="838200"/>
                </a:moveTo>
                <a:lnTo>
                  <a:pt x="304800" y="838200"/>
                </a:lnTo>
                <a:lnTo>
                  <a:pt x="304800" y="857250"/>
                </a:lnTo>
                <a:lnTo>
                  <a:pt x="295275" y="857250"/>
                </a:lnTo>
                <a:close/>
                <a:moveTo>
                  <a:pt x="314325" y="838200"/>
                </a:moveTo>
                <a:lnTo>
                  <a:pt x="323850" y="838200"/>
                </a:lnTo>
                <a:lnTo>
                  <a:pt x="323850" y="847725"/>
                </a:lnTo>
                <a:lnTo>
                  <a:pt x="314325" y="847725"/>
                </a:lnTo>
                <a:close/>
                <a:moveTo>
                  <a:pt x="1552575" y="838200"/>
                </a:moveTo>
                <a:lnTo>
                  <a:pt x="1562100" y="838200"/>
                </a:lnTo>
                <a:lnTo>
                  <a:pt x="1562100" y="847725"/>
                </a:lnTo>
                <a:lnTo>
                  <a:pt x="1552575" y="847725"/>
                </a:lnTo>
                <a:close/>
                <a:moveTo>
                  <a:pt x="1638300" y="838200"/>
                </a:moveTo>
                <a:lnTo>
                  <a:pt x="1647825" y="838200"/>
                </a:lnTo>
                <a:lnTo>
                  <a:pt x="1647825" y="847725"/>
                </a:lnTo>
                <a:lnTo>
                  <a:pt x="1638300" y="847725"/>
                </a:lnTo>
                <a:close/>
                <a:moveTo>
                  <a:pt x="247650" y="847725"/>
                </a:moveTo>
                <a:lnTo>
                  <a:pt x="257175" y="847725"/>
                </a:lnTo>
                <a:lnTo>
                  <a:pt x="257175" y="857250"/>
                </a:lnTo>
                <a:lnTo>
                  <a:pt x="247650" y="857250"/>
                </a:lnTo>
                <a:close/>
                <a:moveTo>
                  <a:pt x="1285875" y="847725"/>
                </a:moveTo>
                <a:lnTo>
                  <a:pt x="1295400" y="847725"/>
                </a:lnTo>
                <a:lnTo>
                  <a:pt x="1295400" y="857250"/>
                </a:lnTo>
                <a:lnTo>
                  <a:pt x="1285875" y="857250"/>
                </a:lnTo>
                <a:close/>
                <a:moveTo>
                  <a:pt x="1571625" y="847725"/>
                </a:moveTo>
                <a:lnTo>
                  <a:pt x="1581150" y="847725"/>
                </a:lnTo>
                <a:lnTo>
                  <a:pt x="1581150" y="866775"/>
                </a:lnTo>
                <a:lnTo>
                  <a:pt x="1571625" y="866775"/>
                </a:lnTo>
                <a:close/>
                <a:moveTo>
                  <a:pt x="1619250" y="847725"/>
                </a:moveTo>
                <a:lnTo>
                  <a:pt x="1628775" y="847725"/>
                </a:lnTo>
                <a:lnTo>
                  <a:pt x="1628775" y="857250"/>
                </a:lnTo>
                <a:lnTo>
                  <a:pt x="1619250" y="857250"/>
                </a:lnTo>
                <a:close/>
                <a:moveTo>
                  <a:pt x="219075" y="857250"/>
                </a:moveTo>
                <a:lnTo>
                  <a:pt x="228600" y="857250"/>
                </a:lnTo>
                <a:lnTo>
                  <a:pt x="228600" y="866775"/>
                </a:lnTo>
                <a:lnTo>
                  <a:pt x="219075" y="866775"/>
                </a:lnTo>
                <a:close/>
                <a:moveTo>
                  <a:pt x="666750" y="857250"/>
                </a:moveTo>
                <a:lnTo>
                  <a:pt x="676275" y="857250"/>
                </a:lnTo>
                <a:lnTo>
                  <a:pt x="676275" y="885825"/>
                </a:lnTo>
                <a:lnTo>
                  <a:pt x="666750" y="885825"/>
                </a:lnTo>
                <a:close/>
                <a:moveTo>
                  <a:pt x="1219200" y="857250"/>
                </a:moveTo>
                <a:lnTo>
                  <a:pt x="1228725" y="857250"/>
                </a:lnTo>
                <a:lnTo>
                  <a:pt x="1228725" y="885825"/>
                </a:lnTo>
                <a:lnTo>
                  <a:pt x="1219200" y="885825"/>
                </a:lnTo>
                <a:close/>
                <a:moveTo>
                  <a:pt x="1600200" y="857250"/>
                </a:moveTo>
                <a:lnTo>
                  <a:pt x="1609725" y="857250"/>
                </a:lnTo>
                <a:lnTo>
                  <a:pt x="1609725" y="866775"/>
                </a:lnTo>
                <a:lnTo>
                  <a:pt x="1600200" y="866775"/>
                </a:lnTo>
                <a:close/>
                <a:moveTo>
                  <a:pt x="1647825" y="857250"/>
                </a:moveTo>
                <a:lnTo>
                  <a:pt x="1657350" y="857250"/>
                </a:lnTo>
                <a:lnTo>
                  <a:pt x="1657350" y="866775"/>
                </a:lnTo>
                <a:lnTo>
                  <a:pt x="1647825" y="866775"/>
                </a:lnTo>
                <a:close/>
                <a:moveTo>
                  <a:pt x="238125" y="866775"/>
                </a:moveTo>
                <a:lnTo>
                  <a:pt x="247650" y="866775"/>
                </a:lnTo>
                <a:lnTo>
                  <a:pt x="247650" y="876300"/>
                </a:lnTo>
                <a:lnTo>
                  <a:pt x="238125" y="876300"/>
                </a:lnTo>
                <a:close/>
                <a:moveTo>
                  <a:pt x="1581150" y="866775"/>
                </a:moveTo>
                <a:lnTo>
                  <a:pt x="1590675" y="866775"/>
                </a:lnTo>
                <a:lnTo>
                  <a:pt x="1590675" y="876300"/>
                </a:lnTo>
                <a:lnTo>
                  <a:pt x="1581150" y="876300"/>
                </a:lnTo>
                <a:close/>
                <a:moveTo>
                  <a:pt x="257175" y="876300"/>
                </a:moveTo>
                <a:lnTo>
                  <a:pt x="266700" y="876300"/>
                </a:lnTo>
                <a:lnTo>
                  <a:pt x="266700" y="885825"/>
                </a:lnTo>
                <a:lnTo>
                  <a:pt x="257175" y="885825"/>
                </a:lnTo>
                <a:close/>
                <a:moveTo>
                  <a:pt x="1609725" y="876300"/>
                </a:moveTo>
                <a:lnTo>
                  <a:pt x="1619250" y="876300"/>
                </a:lnTo>
                <a:lnTo>
                  <a:pt x="1619250" y="885825"/>
                </a:lnTo>
                <a:lnTo>
                  <a:pt x="1609725" y="885825"/>
                </a:lnTo>
                <a:close/>
                <a:moveTo>
                  <a:pt x="1295400" y="885825"/>
                </a:moveTo>
                <a:lnTo>
                  <a:pt x="1304925" y="885825"/>
                </a:lnTo>
                <a:lnTo>
                  <a:pt x="1304925" y="895350"/>
                </a:lnTo>
                <a:lnTo>
                  <a:pt x="1295400" y="895350"/>
                </a:lnTo>
                <a:close/>
                <a:moveTo>
                  <a:pt x="295275" y="895350"/>
                </a:moveTo>
                <a:lnTo>
                  <a:pt x="304800" y="895350"/>
                </a:lnTo>
                <a:lnTo>
                  <a:pt x="304800" y="904875"/>
                </a:lnTo>
                <a:lnTo>
                  <a:pt x="295275" y="904875"/>
                </a:lnTo>
                <a:close/>
                <a:moveTo>
                  <a:pt x="571500" y="895350"/>
                </a:moveTo>
                <a:lnTo>
                  <a:pt x="581025" y="895350"/>
                </a:lnTo>
                <a:lnTo>
                  <a:pt x="581025" y="904875"/>
                </a:lnTo>
                <a:lnTo>
                  <a:pt x="571500" y="904875"/>
                </a:lnTo>
                <a:close/>
                <a:moveTo>
                  <a:pt x="1543050" y="895350"/>
                </a:moveTo>
                <a:lnTo>
                  <a:pt x="1552575" y="895350"/>
                </a:lnTo>
                <a:lnTo>
                  <a:pt x="1552575" y="904875"/>
                </a:lnTo>
                <a:lnTo>
                  <a:pt x="1543050" y="904875"/>
                </a:lnTo>
                <a:close/>
                <a:moveTo>
                  <a:pt x="1571625" y="895350"/>
                </a:moveTo>
                <a:lnTo>
                  <a:pt x="1581150" y="895350"/>
                </a:lnTo>
                <a:lnTo>
                  <a:pt x="1581150" y="904875"/>
                </a:lnTo>
                <a:lnTo>
                  <a:pt x="1571625" y="904875"/>
                </a:lnTo>
                <a:close/>
                <a:moveTo>
                  <a:pt x="581025" y="904875"/>
                </a:moveTo>
                <a:lnTo>
                  <a:pt x="590550" y="904875"/>
                </a:lnTo>
                <a:lnTo>
                  <a:pt x="590550" y="914400"/>
                </a:lnTo>
                <a:lnTo>
                  <a:pt x="581025" y="914400"/>
                </a:lnTo>
                <a:close/>
                <a:moveTo>
                  <a:pt x="933450" y="904875"/>
                </a:moveTo>
                <a:lnTo>
                  <a:pt x="942975" y="904875"/>
                </a:lnTo>
                <a:lnTo>
                  <a:pt x="942975" y="933450"/>
                </a:lnTo>
                <a:lnTo>
                  <a:pt x="933450" y="933450"/>
                </a:lnTo>
                <a:close/>
                <a:moveTo>
                  <a:pt x="1190625" y="904875"/>
                </a:moveTo>
                <a:lnTo>
                  <a:pt x="1200150" y="904875"/>
                </a:lnTo>
                <a:lnTo>
                  <a:pt x="1200150" y="923925"/>
                </a:lnTo>
                <a:lnTo>
                  <a:pt x="1190625" y="923925"/>
                </a:lnTo>
                <a:close/>
                <a:moveTo>
                  <a:pt x="1238250" y="904875"/>
                </a:moveTo>
                <a:lnTo>
                  <a:pt x="1247775" y="904875"/>
                </a:lnTo>
                <a:lnTo>
                  <a:pt x="1247775" y="914400"/>
                </a:lnTo>
                <a:lnTo>
                  <a:pt x="1238250" y="914400"/>
                </a:lnTo>
                <a:close/>
                <a:moveTo>
                  <a:pt x="638175" y="933450"/>
                </a:moveTo>
                <a:lnTo>
                  <a:pt x="647700" y="933450"/>
                </a:lnTo>
                <a:lnTo>
                  <a:pt x="647700" y="942975"/>
                </a:lnTo>
                <a:lnTo>
                  <a:pt x="638175" y="942975"/>
                </a:lnTo>
                <a:close/>
                <a:moveTo>
                  <a:pt x="1228725" y="933450"/>
                </a:moveTo>
                <a:lnTo>
                  <a:pt x="1238250" y="933450"/>
                </a:lnTo>
                <a:lnTo>
                  <a:pt x="1238250" y="942975"/>
                </a:lnTo>
                <a:lnTo>
                  <a:pt x="1228725" y="942975"/>
                </a:lnTo>
                <a:close/>
                <a:moveTo>
                  <a:pt x="647700" y="942975"/>
                </a:moveTo>
                <a:lnTo>
                  <a:pt x="657225" y="942975"/>
                </a:lnTo>
                <a:lnTo>
                  <a:pt x="657225" y="952500"/>
                </a:lnTo>
                <a:lnTo>
                  <a:pt x="647700" y="952500"/>
                </a:lnTo>
                <a:close/>
                <a:moveTo>
                  <a:pt x="657225" y="952500"/>
                </a:moveTo>
                <a:lnTo>
                  <a:pt x="666750" y="952500"/>
                </a:lnTo>
                <a:lnTo>
                  <a:pt x="666750" y="962025"/>
                </a:lnTo>
                <a:lnTo>
                  <a:pt x="657225" y="962025"/>
                </a:lnTo>
                <a:close/>
                <a:moveTo>
                  <a:pt x="914400" y="981075"/>
                </a:moveTo>
                <a:lnTo>
                  <a:pt x="923925" y="981075"/>
                </a:lnTo>
                <a:lnTo>
                  <a:pt x="923925" y="990600"/>
                </a:lnTo>
                <a:lnTo>
                  <a:pt x="914400" y="990600"/>
                </a:lnTo>
                <a:close/>
                <a:moveTo>
                  <a:pt x="1000125" y="981075"/>
                </a:moveTo>
                <a:lnTo>
                  <a:pt x="1009650" y="981075"/>
                </a:lnTo>
                <a:lnTo>
                  <a:pt x="1009650" y="990600"/>
                </a:lnTo>
                <a:lnTo>
                  <a:pt x="1000125" y="990600"/>
                </a:lnTo>
                <a:close/>
                <a:moveTo>
                  <a:pt x="1200150" y="981075"/>
                </a:moveTo>
                <a:lnTo>
                  <a:pt x="1209675" y="981075"/>
                </a:lnTo>
                <a:lnTo>
                  <a:pt x="1209675" y="990600"/>
                </a:lnTo>
                <a:lnTo>
                  <a:pt x="1200150" y="990600"/>
                </a:lnTo>
                <a:close/>
                <a:moveTo>
                  <a:pt x="1028700" y="1009650"/>
                </a:moveTo>
                <a:lnTo>
                  <a:pt x="1038225" y="1009650"/>
                </a:lnTo>
                <a:lnTo>
                  <a:pt x="1038225" y="1019175"/>
                </a:lnTo>
                <a:lnTo>
                  <a:pt x="1028700" y="1019175"/>
                </a:lnTo>
                <a:close/>
                <a:moveTo>
                  <a:pt x="866775" y="1019175"/>
                </a:moveTo>
                <a:lnTo>
                  <a:pt x="876300" y="1019175"/>
                </a:lnTo>
                <a:lnTo>
                  <a:pt x="876300" y="1028700"/>
                </a:lnTo>
                <a:lnTo>
                  <a:pt x="866775" y="1028700"/>
                </a:lnTo>
                <a:close/>
                <a:moveTo>
                  <a:pt x="1181100" y="1028700"/>
                </a:moveTo>
                <a:lnTo>
                  <a:pt x="1190625" y="1028700"/>
                </a:lnTo>
                <a:lnTo>
                  <a:pt x="1190625" y="1038225"/>
                </a:lnTo>
                <a:lnTo>
                  <a:pt x="1181100" y="1038225"/>
                </a:lnTo>
                <a:close/>
                <a:moveTo>
                  <a:pt x="942975" y="1047750"/>
                </a:moveTo>
                <a:lnTo>
                  <a:pt x="962025" y="1047750"/>
                </a:lnTo>
                <a:lnTo>
                  <a:pt x="962025" y="1057275"/>
                </a:lnTo>
                <a:lnTo>
                  <a:pt x="942975" y="1057275"/>
                </a:lnTo>
                <a:close/>
                <a:moveTo>
                  <a:pt x="1143000" y="1085850"/>
                </a:moveTo>
                <a:lnTo>
                  <a:pt x="1152525" y="1085850"/>
                </a:lnTo>
                <a:lnTo>
                  <a:pt x="1152525" y="1095375"/>
                </a:lnTo>
                <a:lnTo>
                  <a:pt x="1143000" y="1095375"/>
                </a:lnTo>
                <a:close/>
                <a:moveTo>
                  <a:pt x="781050" y="1114425"/>
                </a:moveTo>
                <a:lnTo>
                  <a:pt x="790575" y="1114425"/>
                </a:lnTo>
                <a:lnTo>
                  <a:pt x="790575" y="1123950"/>
                </a:lnTo>
                <a:lnTo>
                  <a:pt x="781050" y="1123950"/>
                </a:lnTo>
                <a:close/>
                <a:moveTo>
                  <a:pt x="952500" y="1171575"/>
                </a:moveTo>
                <a:lnTo>
                  <a:pt x="962025" y="1171575"/>
                </a:lnTo>
                <a:lnTo>
                  <a:pt x="962025" y="1181100"/>
                </a:lnTo>
                <a:lnTo>
                  <a:pt x="952500" y="1181100"/>
                </a:lnTo>
                <a:close/>
                <a:moveTo>
                  <a:pt x="847725" y="1181100"/>
                </a:moveTo>
                <a:lnTo>
                  <a:pt x="857250" y="1181100"/>
                </a:lnTo>
                <a:lnTo>
                  <a:pt x="857250" y="1190625"/>
                </a:lnTo>
                <a:lnTo>
                  <a:pt x="847725" y="1190625"/>
                </a:lnTo>
                <a:close/>
                <a:moveTo>
                  <a:pt x="1019175" y="1181100"/>
                </a:moveTo>
                <a:lnTo>
                  <a:pt x="1028700" y="1181100"/>
                </a:lnTo>
                <a:lnTo>
                  <a:pt x="1028700" y="1190625"/>
                </a:lnTo>
                <a:lnTo>
                  <a:pt x="1019175" y="1190625"/>
                </a:lnTo>
                <a:close/>
                <a:moveTo>
                  <a:pt x="1133475" y="1209675"/>
                </a:moveTo>
                <a:lnTo>
                  <a:pt x="1143000" y="1209675"/>
                </a:lnTo>
                <a:lnTo>
                  <a:pt x="1143000" y="1219200"/>
                </a:lnTo>
                <a:lnTo>
                  <a:pt x="1133475" y="1219200"/>
                </a:lnTo>
                <a:close/>
                <a:moveTo>
                  <a:pt x="800100" y="1219200"/>
                </a:moveTo>
                <a:lnTo>
                  <a:pt x="809625" y="1219200"/>
                </a:lnTo>
                <a:lnTo>
                  <a:pt x="809625" y="1228725"/>
                </a:lnTo>
                <a:lnTo>
                  <a:pt x="800100" y="1228725"/>
                </a:lnTo>
                <a:close/>
                <a:moveTo>
                  <a:pt x="1162050" y="1238250"/>
                </a:moveTo>
                <a:lnTo>
                  <a:pt x="1171575" y="1238250"/>
                </a:lnTo>
                <a:lnTo>
                  <a:pt x="1171575" y="1247775"/>
                </a:lnTo>
                <a:lnTo>
                  <a:pt x="1162050" y="1247775"/>
                </a:lnTo>
                <a:close/>
                <a:moveTo>
                  <a:pt x="695325" y="1257300"/>
                </a:moveTo>
                <a:lnTo>
                  <a:pt x="704850" y="1257300"/>
                </a:lnTo>
                <a:lnTo>
                  <a:pt x="704850" y="1266825"/>
                </a:lnTo>
                <a:lnTo>
                  <a:pt x="695325" y="1266825"/>
                </a:lnTo>
                <a:close/>
                <a:moveTo>
                  <a:pt x="1076325" y="1266825"/>
                </a:moveTo>
                <a:lnTo>
                  <a:pt x="1085850" y="1266825"/>
                </a:lnTo>
                <a:lnTo>
                  <a:pt x="1085850" y="1276350"/>
                </a:lnTo>
                <a:lnTo>
                  <a:pt x="1076325" y="1276350"/>
                </a:lnTo>
                <a:close/>
                <a:moveTo>
                  <a:pt x="638175" y="1304925"/>
                </a:moveTo>
                <a:lnTo>
                  <a:pt x="647700" y="1304925"/>
                </a:lnTo>
                <a:lnTo>
                  <a:pt x="647700" y="1314450"/>
                </a:lnTo>
                <a:lnTo>
                  <a:pt x="638175" y="1314450"/>
                </a:lnTo>
                <a:close/>
                <a:moveTo>
                  <a:pt x="1238250" y="1304925"/>
                </a:moveTo>
                <a:lnTo>
                  <a:pt x="1247775" y="1304925"/>
                </a:lnTo>
                <a:lnTo>
                  <a:pt x="1247775" y="1314450"/>
                </a:lnTo>
                <a:lnTo>
                  <a:pt x="1238250" y="1314450"/>
                </a:lnTo>
                <a:close/>
                <a:moveTo>
                  <a:pt x="609600" y="1314450"/>
                </a:moveTo>
                <a:lnTo>
                  <a:pt x="619125" y="1314450"/>
                </a:lnTo>
                <a:lnTo>
                  <a:pt x="619125" y="1323975"/>
                </a:lnTo>
                <a:lnTo>
                  <a:pt x="609600" y="1323975"/>
                </a:lnTo>
                <a:close/>
                <a:moveTo>
                  <a:pt x="1266825" y="1314450"/>
                </a:moveTo>
                <a:lnTo>
                  <a:pt x="1276350" y="1314450"/>
                </a:lnTo>
                <a:lnTo>
                  <a:pt x="1276350" y="1323975"/>
                </a:lnTo>
                <a:lnTo>
                  <a:pt x="1266825" y="1323975"/>
                </a:lnTo>
                <a:close/>
                <a:moveTo>
                  <a:pt x="581025" y="1323975"/>
                </a:moveTo>
                <a:lnTo>
                  <a:pt x="590550" y="1323975"/>
                </a:lnTo>
                <a:lnTo>
                  <a:pt x="590550" y="1333500"/>
                </a:lnTo>
                <a:lnTo>
                  <a:pt x="581025" y="1333500"/>
                </a:lnTo>
                <a:close/>
                <a:moveTo>
                  <a:pt x="1295400" y="1323975"/>
                </a:moveTo>
                <a:lnTo>
                  <a:pt x="1304925" y="1323975"/>
                </a:lnTo>
                <a:lnTo>
                  <a:pt x="1304925" y="1333500"/>
                </a:lnTo>
                <a:lnTo>
                  <a:pt x="1295400" y="1333500"/>
                </a:lnTo>
                <a:close/>
                <a:moveTo>
                  <a:pt x="552450" y="1333500"/>
                </a:moveTo>
                <a:lnTo>
                  <a:pt x="561975" y="1333500"/>
                </a:lnTo>
                <a:lnTo>
                  <a:pt x="561975" y="1343025"/>
                </a:lnTo>
                <a:lnTo>
                  <a:pt x="552450" y="1343025"/>
                </a:lnTo>
                <a:close/>
                <a:moveTo>
                  <a:pt x="1323975" y="1333500"/>
                </a:moveTo>
                <a:lnTo>
                  <a:pt x="1333500" y="1333500"/>
                </a:lnTo>
                <a:lnTo>
                  <a:pt x="1333500" y="1343025"/>
                </a:lnTo>
                <a:lnTo>
                  <a:pt x="1323975" y="1343025"/>
                </a:lnTo>
                <a:close/>
                <a:moveTo>
                  <a:pt x="1352550" y="1343025"/>
                </a:moveTo>
                <a:lnTo>
                  <a:pt x="1362075" y="1343025"/>
                </a:lnTo>
                <a:lnTo>
                  <a:pt x="1362075" y="1352550"/>
                </a:lnTo>
                <a:lnTo>
                  <a:pt x="1352550" y="1352550"/>
                </a:lnTo>
                <a:close/>
                <a:moveTo>
                  <a:pt x="504825" y="1352550"/>
                </a:moveTo>
                <a:lnTo>
                  <a:pt x="514350" y="1352550"/>
                </a:lnTo>
                <a:lnTo>
                  <a:pt x="514350" y="1362075"/>
                </a:lnTo>
                <a:lnTo>
                  <a:pt x="504825" y="1362075"/>
                </a:lnTo>
                <a:close/>
                <a:moveTo>
                  <a:pt x="1371600" y="1352550"/>
                </a:moveTo>
                <a:lnTo>
                  <a:pt x="1381125" y="1352550"/>
                </a:lnTo>
                <a:lnTo>
                  <a:pt x="1381125" y="1362075"/>
                </a:lnTo>
                <a:lnTo>
                  <a:pt x="1371600" y="1362075"/>
                </a:lnTo>
                <a:close/>
                <a:moveTo>
                  <a:pt x="485775" y="1362075"/>
                </a:moveTo>
                <a:lnTo>
                  <a:pt x="495300" y="1362075"/>
                </a:lnTo>
                <a:lnTo>
                  <a:pt x="495300" y="1371600"/>
                </a:lnTo>
                <a:lnTo>
                  <a:pt x="485775" y="1371600"/>
                </a:lnTo>
                <a:close/>
                <a:moveTo>
                  <a:pt x="1390650" y="1362075"/>
                </a:moveTo>
                <a:lnTo>
                  <a:pt x="1400175" y="1362075"/>
                </a:lnTo>
                <a:lnTo>
                  <a:pt x="1400175" y="1371600"/>
                </a:lnTo>
                <a:lnTo>
                  <a:pt x="1390650" y="1371600"/>
                </a:lnTo>
                <a:close/>
                <a:moveTo>
                  <a:pt x="876300" y="1371600"/>
                </a:moveTo>
                <a:lnTo>
                  <a:pt x="885825" y="1371600"/>
                </a:lnTo>
                <a:lnTo>
                  <a:pt x="885825" y="1381125"/>
                </a:lnTo>
                <a:lnTo>
                  <a:pt x="876300" y="1381125"/>
                </a:lnTo>
                <a:close/>
                <a:moveTo>
                  <a:pt x="1428750" y="1381125"/>
                </a:moveTo>
                <a:lnTo>
                  <a:pt x="1438275" y="1381125"/>
                </a:lnTo>
                <a:lnTo>
                  <a:pt x="1438275" y="1390650"/>
                </a:lnTo>
                <a:lnTo>
                  <a:pt x="1428750" y="1390650"/>
                </a:lnTo>
                <a:close/>
                <a:moveTo>
                  <a:pt x="1447800" y="1390650"/>
                </a:moveTo>
                <a:lnTo>
                  <a:pt x="1457325" y="1390650"/>
                </a:lnTo>
                <a:lnTo>
                  <a:pt x="1457325" y="1400175"/>
                </a:lnTo>
                <a:lnTo>
                  <a:pt x="1447800" y="1400175"/>
                </a:lnTo>
                <a:close/>
                <a:moveTo>
                  <a:pt x="409575" y="1400175"/>
                </a:moveTo>
                <a:lnTo>
                  <a:pt x="419100" y="1400175"/>
                </a:lnTo>
                <a:lnTo>
                  <a:pt x="419100" y="1409700"/>
                </a:lnTo>
                <a:lnTo>
                  <a:pt x="409575" y="1409700"/>
                </a:lnTo>
                <a:close/>
                <a:moveTo>
                  <a:pt x="981075" y="1400175"/>
                </a:moveTo>
                <a:lnTo>
                  <a:pt x="990600" y="1400175"/>
                </a:lnTo>
                <a:lnTo>
                  <a:pt x="990600" y="1409700"/>
                </a:lnTo>
                <a:lnTo>
                  <a:pt x="981075" y="1409700"/>
                </a:lnTo>
                <a:close/>
                <a:moveTo>
                  <a:pt x="1466850" y="1400175"/>
                </a:moveTo>
                <a:lnTo>
                  <a:pt x="1476375" y="1400175"/>
                </a:lnTo>
                <a:lnTo>
                  <a:pt x="1476375" y="1409700"/>
                </a:lnTo>
                <a:lnTo>
                  <a:pt x="1466850" y="1409700"/>
                </a:lnTo>
                <a:close/>
                <a:moveTo>
                  <a:pt x="390525" y="1409700"/>
                </a:moveTo>
                <a:lnTo>
                  <a:pt x="400050" y="1409700"/>
                </a:lnTo>
                <a:lnTo>
                  <a:pt x="400050" y="1419225"/>
                </a:lnTo>
                <a:lnTo>
                  <a:pt x="390525" y="1419225"/>
                </a:lnTo>
                <a:close/>
                <a:moveTo>
                  <a:pt x="895350" y="1419225"/>
                </a:moveTo>
                <a:lnTo>
                  <a:pt x="904875" y="1419225"/>
                </a:lnTo>
                <a:lnTo>
                  <a:pt x="904875" y="1428750"/>
                </a:lnTo>
                <a:lnTo>
                  <a:pt x="895350" y="1428750"/>
                </a:lnTo>
                <a:close/>
                <a:moveTo>
                  <a:pt x="971550" y="1419225"/>
                </a:moveTo>
                <a:lnTo>
                  <a:pt x="981075" y="1419225"/>
                </a:lnTo>
                <a:lnTo>
                  <a:pt x="981075" y="1428750"/>
                </a:lnTo>
                <a:lnTo>
                  <a:pt x="971550" y="1428750"/>
                </a:lnTo>
                <a:close/>
                <a:moveTo>
                  <a:pt x="1495425" y="1419225"/>
                </a:moveTo>
                <a:lnTo>
                  <a:pt x="1504950" y="1419225"/>
                </a:lnTo>
                <a:lnTo>
                  <a:pt x="1504950" y="1428750"/>
                </a:lnTo>
                <a:lnTo>
                  <a:pt x="1495425" y="1428750"/>
                </a:lnTo>
                <a:close/>
                <a:moveTo>
                  <a:pt x="361950" y="1428750"/>
                </a:moveTo>
                <a:lnTo>
                  <a:pt x="371475" y="1428750"/>
                </a:lnTo>
                <a:lnTo>
                  <a:pt x="371475" y="1438275"/>
                </a:lnTo>
                <a:lnTo>
                  <a:pt x="361950" y="1438275"/>
                </a:lnTo>
                <a:close/>
                <a:moveTo>
                  <a:pt x="352425" y="1438275"/>
                </a:moveTo>
                <a:lnTo>
                  <a:pt x="361950" y="1438275"/>
                </a:lnTo>
                <a:lnTo>
                  <a:pt x="361950" y="1447800"/>
                </a:lnTo>
                <a:lnTo>
                  <a:pt x="352425" y="1447800"/>
                </a:lnTo>
                <a:close/>
                <a:moveTo>
                  <a:pt x="904875" y="1438275"/>
                </a:moveTo>
                <a:lnTo>
                  <a:pt x="914400" y="1438275"/>
                </a:lnTo>
                <a:lnTo>
                  <a:pt x="914400" y="1447800"/>
                </a:lnTo>
                <a:lnTo>
                  <a:pt x="904875" y="1447800"/>
                </a:lnTo>
                <a:close/>
                <a:moveTo>
                  <a:pt x="962025" y="1438275"/>
                </a:moveTo>
                <a:lnTo>
                  <a:pt x="971550" y="1438275"/>
                </a:lnTo>
                <a:lnTo>
                  <a:pt x="971550" y="1447800"/>
                </a:lnTo>
                <a:lnTo>
                  <a:pt x="962025" y="1447800"/>
                </a:lnTo>
                <a:close/>
                <a:moveTo>
                  <a:pt x="923925" y="1466850"/>
                </a:moveTo>
                <a:lnTo>
                  <a:pt x="933450" y="1466850"/>
                </a:lnTo>
                <a:lnTo>
                  <a:pt x="933450" y="1476375"/>
                </a:lnTo>
                <a:lnTo>
                  <a:pt x="923925" y="1476375"/>
                </a:lnTo>
                <a:close/>
                <a:moveTo>
                  <a:pt x="314325" y="1476375"/>
                </a:moveTo>
                <a:lnTo>
                  <a:pt x="323850" y="1476375"/>
                </a:lnTo>
                <a:lnTo>
                  <a:pt x="323850" y="1485900"/>
                </a:lnTo>
                <a:lnTo>
                  <a:pt x="314325" y="1485900"/>
                </a:lnTo>
                <a:close/>
                <a:moveTo>
                  <a:pt x="933450" y="1476375"/>
                </a:moveTo>
                <a:lnTo>
                  <a:pt x="942975" y="1476375"/>
                </a:lnTo>
                <a:lnTo>
                  <a:pt x="942975" y="1485900"/>
                </a:lnTo>
                <a:lnTo>
                  <a:pt x="933450" y="1485900"/>
                </a:lnTo>
                <a:close/>
                <a:moveTo>
                  <a:pt x="304800" y="1485900"/>
                </a:moveTo>
                <a:lnTo>
                  <a:pt x="314325" y="1485900"/>
                </a:lnTo>
                <a:lnTo>
                  <a:pt x="314325" y="1495425"/>
                </a:lnTo>
                <a:lnTo>
                  <a:pt x="304800" y="1495425"/>
                </a:lnTo>
                <a:close/>
                <a:moveTo>
                  <a:pt x="1571625" y="1495425"/>
                </a:moveTo>
                <a:lnTo>
                  <a:pt x="1581150" y="1495425"/>
                </a:lnTo>
                <a:lnTo>
                  <a:pt x="1581150" y="1504950"/>
                </a:lnTo>
                <a:lnTo>
                  <a:pt x="1571625" y="1504950"/>
                </a:lnTo>
                <a:close/>
                <a:moveTo>
                  <a:pt x="285750" y="1514475"/>
                </a:moveTo>
                <a:lnTo>
                  <a:pt x="295275" y="1514475"/>
                </a:lnTo>
                <a:lnTo>
                  <a:pt x="295275" y="1524000"/>
                </a:lnTo>
                <a:lnTo>
                  <a:pt x="285750" y="1524000"/>
                </a:lnTo>
                <a:close/>
                <a:moveTo>
                  <a:pt x="1590675" y="1524000"/>
                </a:moveTo>
                <a:lnTo>
                  <a:pt x="1600200" y="1524000"/>
                </a:lnTo>
                <a:lnTo>
                  <a:pt x="1600200" y="1533525"/>
                </a:lnTo>
                <a:lnTo>
                  <a:pt x="1590675" y="1533525"/>
                </a:lnTo>
                <a:close/>
                <a:moveTo>
                  <a:pt x="276225" y="1533525"/>
                </a:moveTo>
                <a:lnTo>
                  <a:pt x="285750" y="1533525"/>
                </a:lnTo>
                <a:lnTo>
                  <a:pt x="285750" y="1543050"/>
                </a:lnTo>
                <a:lnTo>
                  <a:pt x="276225" y="1543050"/>
                </a:lnTo>
                <a:close/>
                <a:moveTo>
                  <a:pt x="1600200" y="1543050"/>
                </a:moveTo>
                <a:lnTo>
                  <a:pt x="1609725" y="1543050"/>
                </a:lnTo>
                <a:lnTo>
                  <a:pt x="1609725" y="1552575"/>
                </a:lnTo>
                <a:lnTo>
                  <a:pt x="1600200" y="1552575"/>
                </a:lnTo>
                <a:close/>
                <a:moveTo>
                  <a:pt x="266700" y="1552575"/>
                </a:moveTo>
                <a:lnTo>
                  <a:pt x="276225" y="1552575"/>
                </a:lnTo>
                <a:lnTo>
                  <a:pt x="276225" y="1562100"/>
                </a:lnTo>
                <a:lnTo>
                  <a:pt x="266700" y="1562100"/>
                </a:lnTo>
                <a:close/>
                <a:moveTo>
                  <a:pt x="1609725" y="1562100"/>
                </a:moveTo>
                <a:lnTo>
                  <a:pt x="1619250" y="1562100"/>
                </a:lnTo>
                <a:lnTo>
                  <a:pt x="1619250" y="1571625"/>
                </a:lnTo>
                <a:lnTo>
                  <a:pt x="1609725" y="1571625"/>
                </a:lnTo>
                <a:close/>
                <a:moveTo>
                  <a:pt x="1619250" y="1590675"/>
                </a:moveTo>
                <a:lnTo>
                  <a:pt x="1628775" y="1590675"/>
                </a:lnTo>
                <a:lnTo>
                  <a:pt x="1628775" y="1600200"/>
                </a:lnTo>
                <a:lnTo>
                  <a:pt x="1619250" y="1600200"/>
                </a:lnTo>
                <a:close/>
                <a:moveTo>
                  <a:pt x="247650" y="1600200"/>
                </a:moveTo>
                <a:lnTo>
                  <a:pt x="257175" y="1600200"/>
                </a:lnTo>
                <a:lnTo>
                  <a:pt x="257175" y="1609725"/>
                </a:lnTo>
                <a:lnTo>
                  <a:pt x="247650" y="1609725"/>
                </a:lnTo>
                <a:close/>
                <a:moveTo>
                  <a:pt x="238125" y="1628775"/>
                </a:moveTo>
                <a:lnTo>
                  <a:pt x="247650" y="1628775"/>
                </a:lnTo>
                <a:lnTo>
                  <a:pt x="247650" y="1638300"/>
                </a:lnTo>
                <a:lnTo>
                  <a:pt x="238125" y="1638300"/>
                </a:lnTo>
                <a:close/>
                <a:moveTo>
                  <a:pt x="1638300" y="1638300"/>
                </a:moveTo>
                <a:lnTo>
                  <a:pt x="1647825" y="1638300"/>
                </a:lnTo>
                <a:lnTo>
                  <a:pt x="1647825" y="1647825"/>
                </a:lnTo>
                <a:lnTo>
                  <a:pt x="1638300" y="1647825"/>
                </a:lnTo>
                <a:close/>
                <a:moveTo>
                  <a:pt x="1571625" y="1752600"/>
                </a:moveTo>
                <a:lnTo>
                  <a:pt x="1581150" y="1752600"/>
                </a:lnTo>
                <a:lnTo>
                  <a:pt x="1581150" y="1762125"/>
                </a:lnTo>
                <a:lnTo>
                  <a:pt x="1571625" y="1762125"/>
                </a:lnTo>
                <a:close/>
                <a:moveTo>
                  <a:pt x="1562100" y="1762125"/>
                </a:moveTo>
                <a:lnTo>
                  <a:pt x="1571625" y="1762125"/>
                </a:lnTo>
                <a:lnTo>
                  <a:pt x="1571625" y="1771650"/>
                </a:lnTo>
                <a:lnTo>
                  <a:pt x="1562100" y="1771650"/>
                </a:lnTo>
                <a:close/>
                <a:moveTo>
                  <a:pt x="323850" y="1771650"/>
                </a:moveTo>
                <a:lnTo>
                  <a:pt x="333375" y="1771650"/>
                </a:lnTo>
                <a:lnTo>
                  <a:pt x="333375" y="1781175"/>
                </a:lnTo>
                <a:lnTo>
                  <a:pt x="323850" y="1781175"/>
                </a:lnTo>
                <a:close/>
                <a:moveTo>
                  <a:pt x="1514475" y="1800225"/>
                </a:moveTo>
                <a:lnTo>
                  <a:pt x="1524000" y="1800225"/>
                </a:lnTo>
                <a:lnTo>
                  <a:pt x="1524000" y="1809750"/>
                </a:lnTo>
                <a:lnTo>
                  <a:pt x="1514475" y="1809750"/>
                </a:lnTo>
                <a:close/>
                <a:moveTo>
                  <a:pt x="400050" y="1828800"/>
                </a:moveTo>
                <a:lnTo>
                  <a:pt x="409575" y="1828800"/>
                </a:lnTo>
                <a:lnTo>
                  <a:pt x="409575" y="1838325"/>
                </a:lnTo>
                <a:lnTo>
                  <a:pt x="400050" y="1838325"/>
                </a:lnTo>
                <a:close/>
                <a:moveTo>
                  <a:pt x="1428750" y="1857375"/>
                </a:moveTo>
                <a:lnTo>
                  <a:pt x="1438275" y="1857375"/>
                </a:lnTo>
                <a:lnTo>
                  <a:pt x="1438275" y="1866900"/>
                </a:lnTo>
                <a:lnTo>
                  <a:pt x="1428750" y="1866900"/>
                </a:lnTo>
                <a:close/>
                <a:moveTo>
                  <a:pt x="495300" y="1885950"/>
                </a:moveTo>
                <a:lnTo>
                  <a:pt x="504825" y="1885950"/>
                </a:lnTo>
                <a:lnTo>
                  <a:pt x="504825" y="1895475"/>
                </a:lnTo>
                <a:lnTo>
                  <a:pt x="495300" y="1895475"/>
                </a:lnTo>
                <a:close/>
                <a:moveTo>
                  <a:pt x="514350" y="1895475"/>
                </a:moveTo>
                <a:lnTo>
                  <a:pt x="523875" y="1895475"/>
                </a:lnTo>
                <a:lnTo>
                  <a:pt x="523875" y="1905000"/>
                </a:lnTo>
                <a:lnTo>
                  <a:pt x="514350" y="1905000"/>
                </a:lnTo>
                <a:close/>
                <a:moveTo>
                  <a:pt x="533400" y="1905000"/>
                </a:moveTo>
                <a:lnTo>
                  <a:pt x="542925" y="1905000"/>
                </a:lnTo>
                <a:lnTo>
                  <a:pt x="542925" y="1914525"/>
                </a:lnTo>
                <a:lnTo>
                  <a:pt x="533400" y="1914525"/>
                </a:lnTo>
                <a:close/>
                <a:moveTo>
                  <a:pt x="1314450" y="1914525"/>
                </a:moveTo>
                <a:lnTo>
                  <a:pt x="1323975" y="1914525"/>
                </a:lnTo>
                <a:lnTo>
                  <a:pt x="1323975" y="1924050"/>
                </a:lnTo>
                <a:lnTo>
                  <a:pt x="1314450" y="1924050"/>
                </a:lnTo>
                <a:close/>
                <a:moveTo>
                  <a:pt x="581025" y="1924050"/>
                </a:moveTo>
                <a:lnTo>
                  <a:pt x="590550" y="1924050"/>
                </a:lnTo>
                <a:lnTo>
                  <a:pt x="590550" y="1933575"/>
                </a:lnTo>
                <a:lnTo>
                  <a:pt x="581025" y="1933575"/>
                </a:lnTo>
                <a:close/>
                <a:moveTo>
                  <a:pt x="1266825" y="1933575"/>
                </a:moveTo>
                <a:lnTo>
                  <a:pt x="1276350" y="1933575"/>
                </a:lnTo>
                <a:lnTo>
                  <a:pt x="1276350" y="1943100"/>
                </a:lnTo>
                <a:lnTo>
                  <a:pt x="1266825" y="1943100"/>
                </a:lnTo>
                <a:close/>
                <a:moveTo>
                  <a:pt x="695325" y="1962150"/>
                </a:moveTo>
                <a:lnTo>
                  <a:pt x="704850" y="1962150"/>
                </a:lnTo>
                <a:lnTo>
                  <a:pt x="704850" y="1971675"/>
                </a:lnTo>
                <a:lnTo>
                  <a:pt x="695325" y="1971675"/>
                </a:lnTo>
                <a:close/>
                <a:moveTo>
                  <a:pt x="1181100" y="1962150"/>
                </a:moveTo>
                <a:lnTo>
                  <a:pt x="1190625" y="1962150"/>
                </a:lnTo>
                <a:lnTo>
                  <a:pt x="1190625" y="1971675"/>
                </a:lnTo>
                <a:lnTo>
                  <a:pt x="1181100" y="1971675"/>
                </a:lnTo>
                <a:close/>
                <a:moveTo>
                  <a:pt x="733425" y="1971675"/>
                </a:moveTo>
                <a:lnTo>
                  <a:pt x="742950" y="1971675"/>
                </a:lnTo>
                <a:lnTo>
                  <a:pt x="742950" y="1981200"/>
                </a:lnTo>
                <a:lnTo>
                  <a:pt x="733425" y="1981200"/>
                </a:lnTo>
                <a:close/>
                <a:moveTo>
                  <a:pt x="790575" y="1981200"/>
                </a:moveTo>
                <a:lnTo>
                  <a:pt x="800100" y="1981200"/>
                </a:lnTo>
                <a:lnTo>
                  <a:pt x="800100" y="1990725"/>
                </a:lnTo>
                <a:lnTo>
                  <a:pt x="790575" y="1990725"/>
                </a:lnTo>
                <a:close/>
                <a:moveTo>
                  <a:pt x="1085850" y="1981200"/>
                </a:moveTo>
                <a:lnTo>
                  <a:pt x="1095375" y="1981200"/>
                </a:lnTo>
                <a:lnTo>
                  <a:pt x="1095375" y="1990725"/>
                </a:lnTo>
                <a:lnTo>
                  <a:pt x="1085850" y="1990725"/>
                </a:lnTo>
                <a:close/>
                <a:moveTo>
                  <a:pt x="876300" y="1990725"/>
                </a:moveTo>
                <a:lnTo>
                  <a:pt x="895350" y="1990725"/>
                </a:lnTo>
                <a:lnTo>
                  <a:pt x="895350" y="2000250"/>
                </a:lnTo>
                <a:lnTo>
                  <a:pt x="876300" y="2000250"/>
                </a:lnTo>
                <a:close/>
                <a:moveTo>
                  <a:pt x="1000125" y="1990725"/>
                </a:moveTo>
                <a:lnTo>
                  <a:pt x="1019175" y="1990725"/>
                </a:lnTo>
                <a:lnTo>
                  <a:pt x="1019175" y="2000250"/>
                </a:lnTo>
                <a:lnTo>
                  <a:pt x="1000125" y="2000250"/>
                </a:lnTo>
                <a:close/>
              </a:path>
            </a:pathLst>
          </a:custGeom>
          <a:solidFill xmlns:a="http://schemas.openxmlformats.org/drawingml/2006/main">
            <a:srgbClr val="A8857E"/>
          </a:solidFill>
          <a:ln xmlns:a="http://schemas.openxmlformats.org/drawingml/2006/main" w="0">
            <a:noFill/>
          </a:ln>
        </p:spPr>
      </p:sp>
      <p:sp>
        <p:nvSpPr>
          <p:cNvPr id="66" name="juan vector #a25e4b">
            <a:extLst xmlns:a="http://schemas.openxmlformats.org/drawingml/2006/main">
              <a:ext uri="{FF2B5EF4-FFF2-40B4-BE49-F238E27FC236}">
                <a16:creationId xmlns:a16="http://schemas.microsoft.com/office/drawing/2014/main" id="{C692726A-BBB0-417C-84D7-B960B342C90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48900" y="2552700"/>
            <a:ext cx="2085975" cy="2085975"/>
          </a:xfrm>
          <a:custGeom xmlns:a="http://schemas.openxmlformats.org/drawingml/2006/main">
            <a:pathLst>
              <a:path w="2085975" h="2085975">
                <a:moveTo>
                  <a:pt x="381000" y="9525"/>
                </a:moveTo>
                <a:lnTo>
                  <a:pt x="400050" y="9525"/>
                </a:lnTo>
                <a:lnTo>
                  <a:pt x="400050" y="19050"/>
                </a:lnTo>
                <a:lnTo>
                  <a:pt x="409575" y="19050"/>
                </a:lnTo>
                <a:lnTo>
                  <a:pt x="409575" y="28575"/>
                </a:lnTo>
                <a:lnTo>
                  <a:pt x="419100" y="28575"/>
                </a:lnTo>
                <a:lnTo>
                  <a:pt x="419100" y="47625"/>
                </a:lnTo>
                <a:lnTo>
                  <a:pt x="409575" y="47625"/>
                </a:lnTo>
                <a:lnTo>
                  <a:pt x="409575" y="38100"/>
                </a:lnTo>
                <a:lnTo>
                  <a:pt x="400050" y="38100"/>
                </a:lnTo>
                <a:lnTo>
                  <a:pt x="400050" y="28575"/>
                </a:lnTo>
                <a:lnTo>
                  <a:pt x="390525" y="28575"/>
                </a:lnTo>
                <a:lnTo>
                  <a:pt x="390525" y="19050"/>
                </a:lnTo>
                <a:lnTo>
                  <a:pt x="381000" y="19050"/>
                </a:lnTo>
                <a:close/>
                <a:moveTo>
                  <a:pt x="1447800" y="57150"/>
                </a:moveTo>
                <a:lnTo>
                  <a:pt x="1457325" y="57150"/>
                </a:lnTo>
                <a:lnTo>
                  <a:pt x="1457325" y="66675"/>
                </a:lnTo>
                <a:lnTo>
                  <a:pt x="1447800" y="66675"/>
                </a:lnTo>
                <a:close/>
                <a:moveTo>
                  <a:pt x="447675" y="66675"/>
                </a:moveTo>
                <a:lnTo>
                  <a:pt x="457200" y="66675"/>
                </a:lnTo>
                <a:lnTo>
                  <a:pt x="457200" y="76200"/>
                </a:lnTo>
                <a:lnTo>
                  <a:pt x="466725" y="76200"/>
                </a:lnTo>
                <a:lnTo>
                  <a:pt x="466725" y="95250"/>
                </a:lnTo>
                <a:lnTo>
                  <a:pt x="476250" y="95250"/>
                </a:lnTo>
                <a:lnTo>
                  <a:pt x="476250" y="104775"/>
                </a:lnTo>
                <a:lnTo>
                  <a:pt x="485775" y="104775"/>
                </a:lnTo>
                <a:lnTo>
                  <a:pt x="485775" y="123825"/>
                </a:lnTo>
                <a:lnTo>
                  <a:pt x="495300" y="123825"/>
                </a:lnTo>
                <a:lnTo>
                  <a:pt x="495300" y="133350"/>
                </a:lnTo>
                <a:lnTo>
                  <a:pt x="485775" y="133350"/>
                </a:lnTo>
                <a:lnTo>
                  <a:pt x="485775" y="142875"/>
                </a:lnTo>
                <a:lnTo>
                  <a:pt x="476250" y="142875"/>
                </a:lnTo>
                <a:lnTo>
                  <a:pt x="476250" y="123825"/>
                </a:lnTo>
                <a:lnTo>
                  <a:pt x="466725" y="123825"/>
                </a:lnTo>
                <a:lnTo>
                  <a:pt x="466725" y="104775"/>
                </a:lnTo>
                <a:lnTo>
                  <a:pt x="457200" y="104775"/>
                </a:lnTo>
                <a:lnTo>
                  <a:pt x="457200" y="95250"/>
                </a:lnTo>
                <a:lnTo>
                  <a:pt x="447675" y="95250"/>
                </a:lnTo>
                <a:lnTo>
                  <a:pt x="447675" y="85725"/>
                </a:lnTo>
                <a:lnTo>
                  <a:pt x="438150" y="85725"/>
                </a:lnTo>
                <a:lnTo>
                  <a:pt x="438150" y="76200"/>
                </a:lnTo>
                <a:lnTo>
                  <a:pt x="447675" y="76200"/>
                </a:lnTo>
                <a:close/>
                <a:moveTo>
                  <a:pt x="1438275" y="66675"/>
                </a:moveTo>
                <a:lnTo>
                  <a:pt x="1447800" y="66675"/>
                </a:lnTo>
                <a:lnTo>
                  <a:pt x="1447800" y="76200"/>
                </a:lnTo>
                <a:lnTo>
                  <a:pt x="1438275" y="76200"/>
                </a:lnTo>
                <a:close/>
                <a:moveTo>
                  <a:pt x="1409700" y="76200"/>
                </a:moveTo>
                <a:lnTo>
                  <a:pt x="1419225" y="76200"/>
                </a:lnTo>
                <a:lnTo>
                  <a:pt x="1419225" y="85725"/>
                </a:lnTo>
                <a:lnTo>
                  <a:pt x="1409700" y="85725"/>
                </a:lnTo>
                <a:close/>
                <a:moveTo>
                  <a:pt x="1390650" y="104775"/>
                </a:moveTo>
                <a:lnTo>
                  <a:pt x="1400175" y="104775"/>
                </a:lnTo>
                <a:lnTo>
                  <a:pt x="1400175" y="123825"/>
                </a:lnTo>
                <a:lnTo>
                  <a:pt x="1390650" y="123825"/>
                </a:lnTo>
                <a:close/>
                <a:moveTo>
                  <a:pt x="1381125" y="123825"/>
                </a:moveTo>
                <a:lnTo>
                  <a:pt x="1390650" y="123825"/>
                </a:lnTo>
                <a:lnTo>
                  <a:pt x="1390650" y="133350"/>
                </a:lnTo>
                <a:lnTo>
                  <a:pt x="1381125" y="133350"/>
                </a:lnTo>
                <a:close/>
                <a:moveTo>
                  <a:pt x="1390650" y="133350"/>
                </a:moveTo>
                <a:lnTo>
                  <a:pt x="1400175" y="133350"/>
                </a:lnTo>
                <a:lnTo>
                  <a:pt x="1400175" y="142875"/>
                </a:lnTo>
                <a:lnTo>
                  <a:pt x="1390650" y="142875"/>
                </a:lnTo>
                <a:close/>
                <a:moveTo>
                  <a:pt x="485775" y="142875"/>
                </a:moveTo>
                <a:lnTo>
                  <a:pt x="504825" y="142875"/>
                </a:lnTo>
                <a:lnTo>
                  <a:pt x="504825" y="152400"/>
                </a:lnTo>
                <a:lnTo>
                  <a:pt x="495300" y="152400"/>
                </a:lnTo>
                <a:lnTo>
                  <a:pt x="495300" y="161925"/>
                </a:lnTo>
                <a:lnTo>
                  <a:pt x="485775" y="161925"/>
                </a:lnTo>
                <a:close/>
                <a:moveTo>
                  <a:pt x="495300" y="161925"/>
                </a:moveTo>
                <a:lnTo>
                  <a:pt x="514350" y="161925"/>
                </a:lnTo>
                <a:lnTo>
                  <a:pt x="514350" y="180975"/>
                </a:lnTo>
                <a:lnTo>
                  <a:pt x="523875" y="180975"/>
                </a:lnTo>
                <a:lnTo>
                  <a:pt x="523875" y="209550"/>
                </a:lnTo>
                <a:lnTo>
                  <a:pt x="533400" y="209550"/>
                </a:lnTo>
                <a:lnTo>
                  <a:pt x="533400" y="247650"/>
                </a:lnTo>
                <a:lnTo>
                  <a:pt x="542925" y="247650"/>
                </a:lnTo>
                <a:lnTo>
                  <a:pt x="542925" y="304800"/>
                </a:lnTo>
                <a:lnTo>
                  <a:pt x="523875" y="304800"/>
                </a:lnTo>
                <a:lnTo>
                  <a:pt x="523875" y="238125"/>
                </a:lnTo>
                <a:lnTo>
                  <a:pt x="514350" y="238125"/>
                </a:lnTo>
                <a:lnTo>
                  <a:pt x="514350" y="209550"/>
                </a:lnTo>
                <a:lnTo>
                  <a:pt x="504825" y="209550"/>
                </a:lnTo>
                <a:lnTo>
                  <a:pt x="504825" y="180975"/>
                </a:lnTo>
                <a:lnTo>
                  <a:pt x="495300" y="180975"/>
                </a:lnTo>
                <a:close/>
                <a:moveTo>
                  <a:pt x="1362075" y="161925"/>
                </a:moveTo>
                <a:lnTo>
                  <a:pt x="1371600" y="161925"/>
                </a:lnTo>
                <a:lnTo>
                  <a:pt x="1371600" y="171450"/>
                </a:lnTo>
                <a:lnTo>
                  <a:pt x="1381125" y="171450"/>
                </a:lnTo>
                <a:lnTo>
                  <a:pt x="1381125" y="180975"/>
                </a:lnTo>
                <a:lnTo>
                  <a:pt x="1362075" y="180975"/>
                </a:lnTo>
                <a:close/>
                <a:moveTo>
                  <a:pt x="1352550" y="180975"/>
                </a:moveTo>
                <a:lnTo>
                  <a:pt x="1362075" y="180975"/>
                </a:lnTo>
                <a:lnTo>
                  <a:pt x="1362075" y="190500"/>
                </a:lnTo>
                <a:lnTo>
                  <a:pt x="1371600" y="190500"/>
                </a:lnTo>
                <a:lnTo>
                  <a:pt x="1371600" y="209550"/>
                </a:lnTo>
                <a:lnTo>
                  <a:pt x="1362075" y="209550"/>
                </a:lnTo>
                <a:lnTo>
                  <a:pt x="1362075" y="247650"/>
                </a:lnTo>
                <a:lnTo>
                  <a:pt x="1352550" y="247650"/>
                </a:lnTo>
                <a:lnTo>
                  <a:pt x="1352550" y="371475"/>
                </a:lnTo>
                <a:lnTo>
                  <a:pt x="1333500" y="371475"/>
                </a:lnTo>
                <a:lnTo>
                  <a:pt x="1333500" y="257175"/>
                </a:lnTo>
                <a:lnTo>
                  <a:pt x="1343025" y="257175"/>
                </a:lnTo>
                <a:lnTo>
                  <a:pt x="1343025" y="219075"/>
                </a:lnTo>
                <a:lnTo>
                  <a:pt x="1352550" y="219075"/>
                </a:lnTo>
                <a:close/>
                <a:moveTo>
                  <a:pt x="923925" y="295275"/>
                </a:moveTo>
                <a:lnTo>
                  <a:pt x="942975" y="295275"/>
                </a:lnTo>
                <a:lnTo>
                  <a:pt x="942975" y="304800"/>
                </a:lnTo>
                <a:lnTo>
                  <a:pt x="933450" y="304800"/>
                </a:lnTo>
                <a:lnTo>
                  <a:pt x="933450" y="314325"/>
                </a:lnTo>
                <a:lnTo>
                  <a:pt x="952500" y="314325"/>
                </a:lnTo>
                <a:lnTo>
                  <a:pt x="952500" y="323850"/>
                </a:lnTo>
                <a:lnTo>
                  <a:pt x="923925" y="323850"/>
                </a:lnTo>
                <a:close/>
                <a:moveTo>
                  <a:pt x="1000125" y="295275"/>
                </a:moveTo>
                <a:lnTo>
                  <a:pt x="1019175" y="295275"/>
                </a:lnTo>
                <a:lnTo>
                  <a:pt x="1019175" y="323850"/>
                </a:lnTo>
                <a:lnTo>
                  <a:pt x="990600" y="323850"/>
                </a:lnTo>
                <a:lnTo>
                  <a:pt x="990600" y="314325"/>
                </a:lnTo>
                <a:lnTo>
                  <a:pt x="1009650" y="314325"/>
                </a:lnTo>
                <a:lnTo>
                  <a:pt x="1009650" y="304800"/>
                </a:lnTo>
                <a:lnTo>
                  <a:pt x="1000125" y="304800"/>
                </a:lnTo>
                <a:close/>
                <a:moveTo>
                  <a:pt x="885825" y="304800"/>
                </a:moveTo>
                <a:lnTo>
                  <a:pt x="895350" y="304800"/>
                </a:lnTo>
                <a:lnTo>
                  <a:pt x="895350" y="314325"/>
                </a:lnTo>
                <a:lnTo>
                  <a:pt x="885825" y="314325"/>
                </a:lnTo>
                <a:close/>
                <a:moveTo>
                  <a:pt x="1038225" y="304800"/>
                </a:moveTo>
                <a:lnTo>
                  <a:pt x="1047750" y="304800"/>
                </a:lnTo>
                <a:lnTo>
                  <a:pt x="1047750" y="314325"/>
                </a:lnTo>
                <a:lnTo>
                  <a:pt x="1038225" y="314325"/>
                </a:lnTo>
                <a:close/>
                <a:moveTo>
                  <a:pt x="1047750" y="314325"/>
                </a:moveTo>
                <a:lnTo>
                  <a:pt x="1066800" y="314325"/>
                </a:lnTo>
                <a:lnTo>
                  <a:pt x="1066800" y="323850"/>
                </a:lnTo>
                <a:lnTo>
                  <a:pt x="1057275" y="323850"/>
                </a:lnTo>
                <a:lnTo>
                  <a:pt x="1057275" y="333375"/>
                </a:lnTo>
                <a:lnTo>
                  <a:pt x="1038225" y="333375"/>
                </a:lnTo>
                <a:lnTo>
                  <a:pt x="1038225" y="323850"/>
                </a:lnTo>
                <a:lnTo>
                  <a:pt x="1047750" y="323850"/>
                </a:lnTo>
                <a:close/>
                <a:moveTo>
                  <a:pt x="523875" y="323850"/>
                </a:moveTo>
                <a:lnTo>
                  <a:pt x="542925" y="323850"/>
                </a:lnTo>
                <a:lnTo>
                  <a:pt x="542925" y="400050"/>
                </a:lnTo>
                <a:lnTo>
                  <a:pt x="533400" y="400050"/>
                </a:lnTo>
                <a:lnTo>
                  <a:pt x="533400" y="438150"/>
                </a:lnTo>
                <a:lnTo>
                  <a:pt x="523875" y="438150"/>
                </a:lnTo>
                <a:lnTo>
                  <a:pt x="523875" y="466725"/>
                </a:lnTo>
                <a:lnTo>
                  <a:pt x="514350" y="466725"/>
                </a:lnTo>
                <a:lnTo>
                  <a:pt x="514350" y="495300"/>
                </a:lnTo>
                <a:lnTo>
                  <a:pt x="504825" y="495300"/>
                </a:lnTo>
                <a:lnTo>
                  <a:pt x="504825" y="485775"/>
                </a:lnTo>
                <a:lnTo>
                  <a:pt x="495300" y="485775"/>
                </a:lnTo>
                <a:lnTo>
                  <a:pt x="495300" y="476250"/>
                </a:lnTo>
                <a:lnTo>
                  <a:pt x="504825" y="476250"/>
                </a:lnTo>
                <a:lnTo>
                  <a:pt x="504825" y="447675"/>
                </a:lnTo>
                <a:lnTo>
                  <a:pt x="514350" y="447675"/>
                </a:lnTo>
                <a:lnTo>
                  <a:pt x="514350" y="409575"/>
                </a:lnTo>
                <a:lnTo>
                  <a:pt x="523875" y="409575"/>
                </a:lnTo>
                <a:close/>
                <a:moveTo>
                  <a:pt x="885825" y="323850"/>
                </a:moveTo>
                <a:lnTo>
                  <a:pt x="904875" y="323850"/>
                </a:lnTo>
                <a:lnTo>
                  <a:pt x="904875" y="333375"/>
                </a:lnTo>
                <a:lnTo>
                  <a:pt x="885825" y="333375"/>
                </a:lnTo>
                <a:close/>
                <a:moveTo>
                  <a:pt x="1066800" y="323850"/>
                </a:moveTo>
                <a:lnTo>
                  <a:pt x="1085850" y="323850"/>
                </a:lnTo>
                <a:lnTo>
                  <a:pt x="1085850" y="333375"/>
                </a:lnTo>
                <a:lnTo>
                  <a:pt x="1076325" y="333375"/>
                </a:lnTo>
                <a:lnTo>
                  <a:pt x="1076325" y="342900"/>
                </a:lnTo>
                <a:lnTo>
                  <a:pt x="1057275" y="342900"/>
                </a:lnTo>
                <a:lnTo>
                  <a:pt x="1057275" y="333375"/>
                </a:lnTo>
                <a:lnTo>
                  <a:pt x="1066800" y="333375"/>
                </a:lnTo>
                <a:close/>
                <a:moveTo>
                  <a:pt x="866775" y="333375"/>
                </a:moveTo>
                <a:lnTo>
                  <a:pt x="876300" y="333375"/>
                </a:lnTo>
                <a:lnTo>
                  <a:pt x="876300" y="342900"/>
                </a:lnTo>
                <a:lnTo>
                  <a:pt x="866775" y="342900"/>
                </a:lnTo>
                <a:close/>
                <a:moveTo>
                  <a:pt x="1085850" y="333375"/>
                </a:moveTo>
                <a:lnTo>
                  <a:pt x="1104900" y="333375"/>
                </a:lnTo>
                <a:lnTo>
                  <a:pt x="1104900" y="342900"/>
                </a:lnTo>
                <a:lnTo>
                  <a:pt x="1085850" y="342900"/>
                </a:lnTo>
                <a:close/>
                <a:moveTo>
                  <a:pt x="762000" y="342900"/>
                </a:moveTo>
                <a:lnTo>
                  <a:pt x="771525" y="342900"/>
                </a:lnTo>
                <a:lnTo>
                  <a:pt x="771525" y="352425"/>
                </a:lnTo>
                <a:lnTo>
                  <a:pt x="762000" y="352425"/>
                </a:lnTo>
                <a:close/>
                <a:moveTo>
                  <a:pt x="847725" y="342900"/>
                </a:moveTo>
                <a:lnTo>
                  <a:pt x="857250" y="342900"/>
                </a:lnTo>
                <a:lnTo>
                  <a:pt x="857250" y="352425"/>
                </a:lnTo>
                <a:lnTo>
                  <a:pt x="847725" y="352425"/>
                </a:lnTo>
                <a:close/>
                <a:moveTo>
                  <a:pt x="1076325" y="342900"/>
                </a:moveTo>
                <a:lnTo>
                  <a:pt x="1085850" y="342900"/>
                </a:lnTo>
                <a:lnTo>
                  <a:pt x="1085850" y="352425"/>
                </a:lnTo>
                <a:lnTo>
                  <a:pt x="1076325" y="352425"/>
                </a:lnTo>
                <a:close/>
                <a:moveTo>
                  <a:pt x="1104900" y="342900"/>
                </a:moveTo>
                <a:lnTo>
                  <a:pt x="1114425" y="342900"/>
                </a:lnTo>
                <a:lnTo>
                  <a:pt x="1114425" y="352425"/>
                </a:lnTo>
                <a:lnTo>
                  <a:pt x="1104900" y="352425"/>
                </a:lnTo>
                <a:close/>
                <a:moveTo>
                  <a:pt x="828675" y="352425"/>
                </a:moveTo>
                <a:lnTo>
                  <a:pt x="838200" y="352425"/>
                </a:lnTo>
                <a:lnTo>
                  <a:pt x="838200" y="361950"/>
                </a:lnTo>
                <a:lnTo>
                  <a:pt x="828675" y="361950"/>
                </a:lnTo>
                <a:close/>
                <a:moveTo>
                  <a:pt x="1095375" y="352425"/>
                </a:moveTo>
                <a:lnTo>
                  <a:pt x="1104900" y="352425"/>
                </a:lnTo>
                <a:lnTo>
                  <a:pt x="1104900" y="361950"/>
                </a:lnTo>
                <a:lnTo>
                  <a:pt x="1095375" y="361950"/>
                </a:lnTo>
                <a:close/>
                <a:moveTo>
                  <a:pt x="1123950" y="352425"/>
                </a:moveTo>
                <a:lnTo>
                  <a:pt x="1133475" y="352425"/>
                </a:lnTo>
                <a:lnTo>
                  <a:pt x="1133475" y="361950"/>
                </a:lnTo>
                <a:lnTo>
                  <a:pt x="1123950" y="361950"/>
                </a:lnTo>
                <a:close/>
                <a:moveTo>
                  <a:pt x="733425" y="361950"/>
                </a:moveTo>
                <a:lnTo>
                  <a:pt x="742950" y="361950"/>
                </a:lnTo>
                <a:lnTo>
                  <a:pt x="742950" y="371475"/>
                </a:lnTo>
                <a:lnTo>
                  <a:pt x="733425" y="371475"/>
                </a:lnTo>
                <a:close/>
                <a:moveTo>
                  <a:pt x="762000" y="361950"/>
                </a:moveTo>
                <a:lnTo>
                  <a:pt x="781050" y="361950"/>
                </a:lnTo>
                <a:lnTo>
                  <a:pt x="781050" y="371475"/>
                </a:lnTo>
                <a:lnTo>
                  <a:pt x="762000" y="371475"/>
                </a:lnTo>
                <a:close/>
                <a:moveTo>
                  <a:pt x="800100" y="361950"/>
                </a:moveTo>
                <a:lnTo>
                  <a:pt x="819150" y="361950"/>
                </a:lnTo>
                <a:lnTo>
                  <a:pt x="819150" y="371475"/>
                </a:lnTo>
                <a:lnTo>
                  <a:pt x="800100" y="371475"/>
                </a:lnTo>
                <a:close/>
                <a:moveTo>
                  <a:pt x="1104900" y="361950"/>
                </a:moveTo>
                <a:lnTo>
                  <a:pt x="1114425" y="361950"/>
                </a:lnTo>
                <a:lnTo>
                  <a:pt x="1114425" y="371475"/>
                </a:lnTo>
                <a:lnTo>
                  <a:pt x="1104900" y="371475"/>
                </a:lnTo>
                <a:close/>
                <a:moveTo>
                  <a:pt x="723900" y="371475"/>
                </a:moveTo>
                <a:lnTo>
                  <a:pt x="733425" y="371475"/>
                </a:lnTo>
                <a:lnTo>
                  <a:pt x="733425" y="381000"/>
                </a:lnTo>
                <a:lnTo>
                  <a:pt x="723900" y="381000"/>
                </a:lnTo>
                <a:close/>
                <a:moveTo>
                  <a:pt x="1123950" y="371475"/>
                </a:moveTo>
                <a:lnTo>
                  <a:pt x="1133475" y="371475"/>
                </a:lnTo>
                <a:lnTo>
                  <a:pt x="1133475" y="381000"/>
                </a:lnTo>
                <a:lnTo>
                  <a:pt x="1123950" y="381000"/>
                </a:lnTo>
                <a:close/>
                <a:moveTo>
                  <a:pt x="1152525" y="371475"/>
                </a:moveTo>
                <a:lnTo>
                  <a:pt x="1162050" y="371475"/>
                </a:lnTo>
                <a:lnTo>
                  <a:pt x="1162050" y="381000"/>
                </a:lnTo>
                <a:lnTo>
                  <a:pt x="1152525" y="381000"/>
                </a:lnTo>
                <a:close/>
                <a:moveTo>
                  <a:pt x="695325" y="381000"/>
                </a:moveTo>
                <a:lnTo>
                  <a:pt x="704850" y="381000"/>
                </a:lnTo>
                <a:lnTo>
                  <a:pt x="704850" y="390525"/>
                </a:lnTo>
                <a:lnTo>
                  <a:pt x="695325" y="390525"/>
                </a:lnTo>
                <a:close/>
                <a:moveTo>
                  <a:pt x="1133475" y="381000"/>
                </a:moveTo>
                <a:lnTo>
                  <a:pt x="1143000" y="381000"/>
                </a:lnTo>
                <a:lnTo>
                  <a:pt x="1143000" y="390525"/>
                </a:lnTo>
                <a:lnTo>
                  <a:pt x="1133475" y="390525"/>
                </a:lnTo>
                <a:close/>
                <a:moveTo>
                  <a:pt x="1162050" y="381000"/>
                </a:moveTo>
                <a:lnTo>
                  <a:pt x="1171575" y="381000"/>
                </a:lnTo>
                <a:lnTo>
                  <a:pt x="1171575" y="390525"/>
                </a:lnTo>
                <a:lnTo>
                  <a:pt x="1162050" y="390525"/>
                </a:lnTo>
                <a:close/>
                <a:moveTo>
                  <a:pt x="714375" y="390525"/>
                </a:moveTo>
                <a:lnTo>
                  <a:pt x="723900" y="390525"/>
                </a:lnTo>
                <a:lnTo>
                  <a:pt x="723900" y="428625"/>
                </a:lnTo>
                <a:lnTo>
                  <a:pt x="714375" y="428625"/>
                </a:lnTo>
                <a:close/>
                <a:moveTo>
                  <a:pt x="1152525" y="390525"/>
                </a:moveTo>
                <a:lnTo>
                  <a:pt x="1162050" y="390525"/>
                </a:lnTo>
                <a:lnTo>
                  <a:pt x="1162050" y="400050"/>
                </a:lnTo>
                <a:lnTo>
                  <a:pt x="1152525" y="400050"/>
                </a:lnTo>
                <a:close/>
                <a:moveTo>
                  <a:pt x="1171575" y="390525"/>
                </a:moveTo>
                <a:lnTo>
                  <a:pt x="1190625" y="390525"/>
                </a:lnTo>
                <a:lnTo>
                  <a:pt x="1190625" y="400050"/>
                </a:lnTo>
                <a:lnTo>
                  <a:pt x="1181100" y="400050"/>
                </a:lnTo>
                <a:lnTo>
                  <a:pt x="1181100" y="409575"/>
                </a:lnTo>
                <a:lnTo>
                  <a:pt x="1162050" y="409575"/>
                </a:lnTo>
                <a:lnTo>
                  <a:pt x="1162050" y="400050"/>
                </a:lnTo>
                <a:lnTo>
                  <a:pt x="1171575" y="400050"/>
                </a:lnTo>
                <a:close/>
                <a:moveTo>
                  <a:pt x="1333500" y="390525"/>
                </a:moveTo>
                <a:lnTo>
                  <a:pt x="1352550" y="390525"/>
                </a:lnTo>
                <a:lnTo>
                  <a:pt x="1352550" y="409575"/>
                </a:lnTo>
                <a:lnTo>
                  <a:pt x="1362075" y="409575"/>
                </a:lnTo>
                <a:lnTo>
                  <a:pt x="1362075" y="419100"/>
                </a:lnTo>
                <a:lnTo>
                  <a:pt x="1343025" y="419100"/>
                </a:lnTo>
                <a:lnTo>
                  <a:pt x="1343025" y="409575"/>
                </a:lnTo>
                <a:lnTo>
                  <a:pt x="1333500" y="409575"/>
                </a:lnTo>
                <a:close/>
                <a:moveTo>
                  <a:pt x="1209675" y="400050"/>
                </a:moveTo>
                <a:lnTo>
                  <a:pt x="1219200" y="400050"/>
                </a:lnTo>
                <a:lnTo>
                  <a:pt x="1219200" y="409575"/>
                </a:lnTo>
                <a:lnTo>
                  <a:pt x="1228725" y="409575"/>
                </a:lnTo>
                <a:lnTo>
                  <a:pt x="1228725" y="428625"/>
                </a:lnTo>
                <a:lnTo>
                  <a:pt x="1209675" y="428625"/>
                </a:lnTo>
                <a:close/>
                <a:moveTo>
                  <a:pt x="1181100" y="409575"/>
                </a:moveTo>
                <a:lnTo>
                  <a:pt x="1200150" y="409575"/>
                </a:lnTo>
                <a:lnTo>
                  <a:pt x="1200150" y="419100"/>
                </a:lnTo>
                <a:lnTo>
                  <a:pt x="1181100" y="419100"/>
                </a:lnTo>
                <a:close/>
                <a:moveTo>
                  <a:pt x="685800" y="419100"/>
                </a:moveTo>
                <a:lnTo>
                  <a:pt x="695325" y="419100"/>
                </a:lnTo>
                <a:lnTo>
                  <a:pt x="695325" y="428625"/>
                </a:lnTo>
                <a:lnTo>
                  <a:pt x="685800" y="428625"/>
                </a:lnTo>
                <a:close/>
                <a:moveTo>
                  <a:pt x="676275" y="428625"/>
                </a:moveTo>
                <a:lnTo>
                  <a:pt x="685800" y="428625"/>
                </a:lnTo>
                <a:lnTo>
                  <a:pt x="685800" y="438150"/>
                </a:lnTo>
                <a:lnTo>
                  <a:pt x="676275" y="438150"/>
                </a:lnTo>
                <a:close/>
                <a:moveTo>
                  <a:pt x="704850" y="428625"/>
                </a:moveTo>
                <a:lnTo>
                  <a:pt x="714375" y="428625"/>
                </a:lnTo>
                <a:lnTo>
                  <a:pt x="714375" y="438150"/>
                </a:lnTo>
                <a:lnTo>
                  <a:pt x="704850" y="438150"/>
                </a:lnTo>
                <a:close/>
                <a:moveTo>
                  <a:pt x="1228725" y="428625"/>
                </a:moveTo>
                <a:lnTo>
                  <a:pt x="1238250" y="428625"/>
                </a:lnTo>
                <a:lnTo>
                  <a:pt x="1238250" y="438150"/>
                </a:lnTo>
                <a:lnTo>
                  <a:pt x="1228725" y="438150"/>
                </a:lnTo>
                <a:close/>
                <a:moveTo>
                  <a:pt x="695325" y="438150"/>
                </a:moveTo>
                <a:lnTo>
                  <a:pt x="704850" y="438150"/>
                </a:lnTo>
                <a:lnTo>
                  <a:pt x="704850" y="447675"/>
                </a:lnTo>
                <a:lnTo>
                  <a:pt x="695325" y="447675"/>
                </a:lnTo>
                <a:close/>
                <a:moveTo>
                  <a:pt x="1257300" y="438150"/>
                </a:moveTo>
                <a:lnTo>
                  <a:pt x="1266825" y="438150"/>
                </a:lnTo>
                <a:lnTo>
                  <a:pt x="1266825" y="447675"/>
                </a:lnTo>
                <a:lnTo>
                  <a:pt x="1257300" y="447675"/>
                </a:lnTo>
                <a:close/>
                <a:moveTo>
                  <a:pt x="1343025" y="438150"/>
                </a:moveTo>
                <a:lnTo>
                  <a:pt x="1362075" y="438150"/>
                </a:lnTo>
                <a:lnTo>
                  <a:pt x="1362075" y="447675"/>
                </a:lnTo>
                <a:lnTo>
                  <a:pt x="1371600" y="447675"/>
                </a:lnTo>
                <a:lnTo>
                  <a:pt x="1371600" y="476250"/>
                </a:lnTo>
                <a:lnTo>
                  <a:pt x="1381125" y="476250"/>
                </a:lnTo>
                <a:lnTo>
                  <a:pt x="1381125" y="495300"/>
                </a:lnTo>
                <a:lnTo>
                  <a:pt x="1390650" y="495300"/>
                </a:lnTo>
                <a:lnTo>
                  <a:pt x="1390650" y="514350"/>
                </a:lnTo>
                <a:lnTo>
                  <a:pt x="1400175" y="514350"/>
                </a:lnTo>
                <a:lnTo>
                  <a:pt x="1400175" y="523875"/>
                </a:lnTo>
                <a:lnTo>
                  <a:pt x="1409700" y="523875"/>
                </a:lnTo>
                <a:lnTo>
                  <a:pt x="1409700" y="542925"/>
                </a:lnTo>
                <a:lnTo>
                  <a:pt x="1419225" y="542925"/>
                </a:lnTo>
                <a:lnTo>
                  <a:pt x="1419225" y="552450"/>
                </a:lnTo>
                <a:lnTo>
                  <a:pt x="1428750" y="552450"/>
                </a:lnTo>
                <a:lnTo>
                  <a:pt x="1428750" y="561975"/>
                </a:lnTo>
                <a:lnTo>
                  <a:pt x="1419225" y="561975"/>
                </a:lnTo>
                <a:lnTo>
                  <a:pt x="1419225" y="571500"/>
                </a:lnTo>
                <a:lnTo>
                  <a:pt x="1409700" y="571500"/>
                </a:lnTo>
                <a:lnTo>
                  <a:pt x="1409700" y="561975"/>
                </a:lnTo>
                <a:lnTo>
                  <a:pt x="1400175" y="561975"/>
                </a:lnTo>
                <a:lnTo>
                  <a:pt x="1400175" y="542925"/>
                </a:lnTo>
                <a:lnTo>
                  <a:pt x="1390650" y="542925"/>
                </a:lnTo>
                <a:lnTo>
                  <a:pt x="1390650" y="533400"/>
                </a:lnTo>
                <a:lnTo>
                  <a:pt x="1381125" y="533400"/>
                </a:lnTo>
                <a:lnTo>
                  <a:pt x="1381125" y="514350"/>
                </a:lnTo>
                <a:lnTo>
                  <a:pt x="1371600" y="514350"/>
                </a:lnTo>
                <a:lnTo>
                  <a:pt x="1371600" y="495300"/>
                </a:lnTo>
                <a:lnTo>
                  <a:pt x="1362075" y="495300"/>
                </a:lnTo>
                <a:lnTo>
                  <a:pt x="1362075" y="476250"/>
                </a:lnTo>
                <a:lnTo>
                  <a:pt x="1352550" y="476250"/>
                </a:lnTo>
                <a:lnTo>
                  <a:pt x="1352550" y="447675"/>
                </a:lnTo>
                <a:lnTo>
                  <a:pt x="1343025" y="447675"/>
                </a:lnTo>
                <a:close/>
                <a:moveTo>
                  <a:pt x="647700" y="447675"/>
                </a:moveTo>
                <a:lnTo>
                  <a:pt x="657225" y="447675"/>
                </a:lnTo>
                <a:lnTo>
                  <a:pt x="657225" y="457200"/>
                </a:lnTo>
                <a:lnTo>
                  <a:pt x="647700" y="457200"/>
                </a:lnTo>
                <a:close/>
                <a:moveTo>
                  <a:pt x="685800" y="447675"/>
                </a:moveTo>
                <a:lnTo>
                  <a:pt x="695325" y="447675"/>
                </a:lnTo>
                <a:lnTo>
                  <a:pt x="695325" y="457200"/>
                </a:lnTo>
                <a:lnTo>
                  <a:pt x="685800" y="457200"/>
                </a:lnTo>
                <a:close/>
                <a:moveTo>
                  <a:pt x="1228725" y="447675"/>
                </a:moveTo>
                <a:lnTo>
                  <a:pt x="1238250" y="447675"/>
                </a:lnTo>
                <a:lnTo>
                  <a:pt x="1238250" y="457200"/>
                </a:lnTo>
                <a:lnTo>
                  <a:pt x="1228725" y="457200"/>
                </a:lnTo>
                <a:close/>
                <a:moveTo>
                  <a:pt x="638175" y="457200"/>
                </a:moveTo>
                <a:lnTo>
                  <a:pt x="647700" y="457200"/>
                </a:lnTo>
                <a:lnTo>
                  <a:pt x="647700" y="466725"/>
                </a:lnTo>
                <a:lnTo>
                  <a:pt x="638175" y="466725"/>
                </a:lnTo>
                <a:close/>
                <a:moveTo>
                  <a:pt x="666750" y="457200"/>
                </a:moveTo>
                <a:lnTo>
                  <a:pt x="676275" y="457200"/>
                </a:lnTo>
                <a:lnTo>
                  <a:pt x="676275" y="466725"/>
                </a:lnTo>
                <a:lnTo>
                  <a:pt x="666750" y="466725"/>
                </a:lnTo>
                <a:close/>
                <a:moveTo>
                  <a:pt x="1247775" y="457200"/>
                </a:moveTo>
                <a:lnTo>
                  <a:pt x="1257300" y="457200"/>
                </a:lnTo>
                <a:lnTo>
                  <a:pt x="1257300" y="466725"/>
                </a:lnTo>
                <a:lnTo>
                  <a:pt x="1247775" y="466725"/>
                </a:lnTo>
                <a:close/>
                <a:moveTo>
                  <a:pt x="628650" y="466725"/>
                </a:moveTo>
                <a:lnTo>
                  <a:pt x="638175" y="466725"/>
                </a:lnTo>
                <a:lnTo>
                  <a:pt x="638175" y="476250"/>
                </a:lnTo>
                <a:lnTo>
                  <a:pt x="628650" y="476250"/>
                </a:lnTo>
                <a:close/>
                <a:moveTo>
                  <a:pt x="657225" y="466725"/>
                </a:moveTo>
                <a:lnTo>
                  <a:pt x="666750" y="466725"/>
                </a:lnTo>
                <a:lnTo>
                  <a:pt x="666750" y="476250"/>
                </a:lnTo>
                <a:lnTo>
                  <a:pt x="657225" y="476250"/>
                </a:lnTo>
                <a:close/>
                <a:moveTo>
                  <a:pt x="647700" y="476250"/>
                </a:moveTo>
                <a:lnTo>
                  <a:pt x="657225" y="476250"/>
                </a:lnTo>
                <a:lnTo>
                  <a:pt x="657225" y="485775"/>
                </a:lnTo>
                <a:lnTo>
                  <a:pt x="647700" y="485775"/>
                </a:lnTo>
                <a:close/>
                <a:moveTo>
                  <a:pt x="1219200" y="476250"/>
                </a:moveTo>
                <a:lnTo>
                  <a:pt x="1228725" y="476250"/>
                </a:lnTo>
                <a:lnTo>
                  <a:pt x="1228725" y="485775"/>
                </a:lnTo>
                <a:lnTo>
                  <a:pt x="1219200" y="485775"/>
                </a:lnTo>
                <a:close/>
                <a:moveTo>
                  <a:pt x="638175" y="485775"/>
                </a:moveTo>
                <a:lnTo>
                  <a:pt x="647700" y="485775"/>
                </a:lnTo>
                <a:lnTo>
                  <a:pt x="647700" y="495300"/>
                </a:lnTo>
                <a:lnTo>
                  <a:pt x="638175" y="495300"/>
                </a:lnTo>
                <a:close/>
                <a:moveTo>
                  <a:pt x="1238250" y="485775"/>
                </a:moveTo>
                <a:lnTo>
                  <a:pt x="1247775" y="485775"/>
                </a:lnTo>
                <a:lnTo>
                  <a:pt x="1247775" y="514350"/>
                </a:lnTo>
                <a:lnTo>
                  <a:pt x="1238250" y="514350"/>
                </a:lnTo>
                <a:close/>
                <a:moveTo>
                  <a:pt x="485775" y="495300"/>
                </a:moveTo>
                <a:lnTo>
                  <a:pt x="504825" y="495300"/>
                </a:lnTo>
                <a:lnTo>
                  <a:pt x="504825" y="514350"/>
                </a:lnTo>
                <a:lnTo>
                  <a:pt x="495300" y="514350"/>
                </a:lnTo>
                <a:lnTo>
                  <a:pt x="495300" y="504825"/>
                </a:lnTo>
                <a:lnTo>
                  <a:pt x="485775" y="504825"/>
                </a:lnTo>
                <a:close/>
                <a:moveTo>
                  <a:pt x="609600" y="504825"/>
                </a:moveTo>
                <a:lnTo>
                  <a:pt x="619125" y="504825"/>
                </a:lnTo>
                <a:lnTo>
                  <a:pt x="619125" y="514350"/>
                </a:lnTo>
                <a:lnTo>
                  <a:pt x="609600" y="514350"/>
                </a:lnTo>
                <a:close/>
                <a:moveTo>
                  <a:pt x="628650" y="504825"/>
                </a:moveTo>
                <a:lnTo>
                  <a:pt x="638175" y="504825"/>
                </a:lnTo>
                <a:lnTo>
                  <a:pt x="638175" y="514350"/>
                </a:lnTo>
                <a:lnTo>
                  <a:pt x="628650" y="514350"/>
                </a:lnTo>
                <a:close/>
                <a:moveTo>
                  <a:pt x="476250" y="514350"/>
                </a:moveTo>
                <a:lnTo>
                  <a:pt x="495300" y="514350"/>
                </a:lnTo>
                <a:lnTo>
                  <a:pt x="495300" y="533400"/>
                </a:lnTo>
                <a:lnTo>
                  <a:pt x="485775" y="533400"/>
                </a:lnTo>
                <a:lnTo>
                  <a:pt x="485775" y="523875"/>
                </a:lnTo>
                <a:lnTo>
                  <a:pt x="476250" y="523875"/>
                </a:lnTo>
                <a:close/>
                <a:moveTo>
                  <a:pt x="1219200" y="514350"/>
                </a:moveTo>
                <a:lnTo>
                  <a:pt x="1228725" y="514350"/>
                </a:lnTo>
                <a:lnTo>
                  <a:pt x="1228725" y="523875"/>
                </a:lnTo>
                <a:lnTo>
                  <a:pt x="1219200" y="523875"/>
                </a:lnTo>
                <a:close/>
                <a:moveTo>
                  <a:pt x="1247775" y="514350"/>
                </a:moveTo>
                <a:lnTo>
                  <a:pt x="1257300" y="514350"/>
                </a:lnTo>
                <a:lnTo>
                  <a:pt x="1257300" y="523875"/>
                </a:lnTo>
                <a:lnTo>
                  <a:pt x="1247775" y="523875"/>
                </a:lnTo>
                <a:close/>
                <a:moveTo>
                  <a:pt x="466725" y="523875"/>
                </a:moveTo>
                <a:lnTo>
                  <a:pt x="476250" y="523875"/>
                </a:lnTo>
                <a:lnTo>
                  <a:pt x="476250" y="533400"/>
                </a:lnTo>
                <a:lnTo>
                  <a:pt x="466725" y="533400"/>
                </a:lnTo>
                <a:close/>
                <a:moveTo>
                  <a:pt x="619125" y="523875"/>
                </a:moveTo>
                <a:lnTo>
                  <a:pt x="628650" y="523875"/>
                </a:lnTo>
                <a:lnTo>
                  <a:pt x="628650" y="542925"/>
                </a:lnTo>
                <a:lnTo>
                  <a:pt x="619125" y="542925"/>
                </a:lnTo>
                <a:close/>
                <a:moveTo>
                  <a:pt x="781050" y="523875"/>
                </a:moveTo>
                <a:lnTo>
                  <a:pt x="800100" y="523875"/>
                </a:lnTo>
                <a:lnTo>
                  <a:pt x="800100" y="542925"/>
                </a:lnTo>
                <a:lnTo>
                  <a:pt x="790575" y="542925"/>
                </a:lnTo>
                <a:lnTo>
                  <a:pt x="790575" y="552450"/>
                </a:lnTo>
                <a:lnTo>
                  <a:pt x="771525" y="552450"/>
                </a:lnTo>
                <a:lnTo>
                  <a:pt x="771525" y="542925"/>
                </a:lnTo>
                <a:lnTo>
                  <a:pt x="762000" y="542925"/>
                </a:lnTo>
                <a:lnTo>
                  <a:pt x="762000" y="533400"/>
                </a:lnTo>
                <a:lnTo>
                  <a:pt x="781050" y="533400"/>
                </a:lnTo>
                <a:close/>
                <a:moveTo>
                  <a:pt x="838200" y="523875"/>
                </a:moveTo>
                <a:lnTo>
                  <a:pt x="857250" y="523875"/>
                </a:lnTo>
                <a:lnTo>
                  <a:pt x="857250" y="533400"/>
                </a:lnTo>
                <a:lnTo>
                  <a:pt x="876300" y="533400"/>
                </a:lnTo>
                <a:lnTo>
                  <a:pt x="876300" y="542925"/>
                </a:lnTo>
                <a:lnTo>
                  <a:pt x="857250" y="542925"/>
                </a:lnTo>
                <a:lnTo>
                  <a:pt x="857250" y="552450"/>
                </a:lnTo>
                <a:lnTo>
                  <a:pt x="847725" y="552450"/>
                </a:lnTo>
                <a:lnTo>
                  <a:pt x="847725" y="542925"/>
                </a:lnTo>
                <a:lnTo>
                  <a:pt x="838200" y="542925"/>
                </a:lnTo>
                <a:close/>
                <a:moveTo>
                  <a:pt x="1228725" y="523875"/>
                </a:moveTo>
                <a:lnTo>
                  <a:pt x="1238250" y="523875"/>
                </a:lnTo>
                <a:lnTo>
                  <a:pt x="1238250" y="533400"/>
                </a:lnTo>
                <a:lnTo>
                  <a:pt x="1228725" y="533400"/>
                </a:lnTo>
                <a:close/>
                <a:moveTo>
                  <a:pt x="476250" y="533400"/>
                </a:moveTo>
                <a:lnTo>
                  <a:pt x="485775" y="533400"/>
                </a:lnTo>
                <a:lnTo>
                  <a:pt x="485775" y="552450"/>
                </a:lnTo>
                <a:lnTo>
                  <a:pt x="476250" y="552450"/>
                </a:lnTo>
                <a:close/>
                <a:moveTo>
                  <a:pt x="600075" y="533400"/>
                </a:moveTo>
                <a:lnTo>
                  <a:pt x="609600" y="533400"/>
                </a:lnTo>
                <a:lnTo>
                  <a:pt x="609600" y="542925"/>
                </a:lnTo>
                <a:lnTo>
                  <a:pt x="600075" y="542925"/>
                </a:lnTo>
                <a:close/>
                <a:moveTo>
                  <a:pt x="1257300" y="533400"/>
                </a:moveTo>
                <a:lnTo>
                  <a:pt x="1266825" y="533400"/>
                </a:lnTo>
                <a:lnTo>
                  <a:pt x="1266825" y="542925"/>
                </a:lnTo>
                <a:lnTo>
                  <a:pt x="1257300" y="542925"/>
                </a:lnTo>
                <a:close/>
                <a:moveTo>
                  <a:pt x="742950" y="542925"/>
                </a:moveTo>
                <a:lnTo>
                  <a:pt x="752475" y="542925"/>
                </a:lnTo>
                <a:lnTo>
                  <a:pt x="752475" y="552450"/>
                </a:lnTo>
                <a:lnTo>
                  <a:pt x="742950" y="552450"/>
                </a:lnTo>
                <a:close/>
                <a:moveTo>
                  <a:pt x="885825" y="542925"/>
                </a:moveTo>
                <a:lnTo>
                  <a:pt x="895350" y="542925"/>
                </a:lnTo>
                <a:lnTo>
                  <a:pt x="895350" y="552450"/>
                </a:lnTo>
                <a:lnTo>
                  <a:pt x="885825" y="552450"/>
                </a:lnTo>
                <a:close/>
                <a:moveTo>
                  <a:pt x="1238250" y="542925"/>
                </a:moveTo>
                <a:lnTo>
                  <a:pt x="1247775" y="542925"/>
                </a:lnTo>
                <a:lnTo>
                  <a:pt x="1247775" y="552450"/>
                </a:lnTo>
                <a:lnTo>
                  <a:pt x="1238250" y="552450"/>
                </a:lnTo>
                <a:close/>
                <a:moveTo>
                  <a:pt x="447675" y="552450"/>
                </a:moveTo>
                <a:lnTo>
                  <a:pt x="457200" y="552450"/>
                </a:lnTo>
                <a:lnTo>
                  <a:pt x="457200" y="561975"/>
                </a:lnTo>
                <a:lnTo>
                  <a:pt x="447675" y="561975"/>
                </a:lnTo>
                <a:close/>
                <a:moveTo>
                  <a:pt x="733425" y="552450"/>
                </a:moveTo>
                <a:lnTo>
                  <a:pt x="742950" y="552450"/>
                </a:lnTo>
                <a:lnTo>
                  <a:pt x="742950" y="561975"/>
                </a:lnTo>
                <a:lnTo>
                  <a:pt x="733425" y="561975"/>
                </a:lnTo>
                <a:close/>
                <a:moveTo>
                  <a:pt x="762000" y="552450"/>
                </a:moveTo>
                <a:lnTo>
                  <a:pt x="771525" y="552450"/>
                </a:lnTo>
                <a:lnTo>
                  <a:pt x="771525" y="561975"/>
                </a:lnTo>
                <a:lnTo>
                  <a:pt x="762000" y="561975"/>
                </a:lnTo>
                <a:close/>
                <a:moveTo>
                  <a:pt x="866775" y="552450"/>
                </a:moveTo>
                <a:lnTo>
                  <a:pt x="876300" y="552450"/>
                </a:lnTo>
                <a:lnTo>
                  <a:pt x="876300" y="561975"/>
                </a:lnTo>
                <a:lnTo>
                  <a:pt x="866775" y="561975"/>
                </a:lnTo>
                <a:close/>
                <a:moveTo>
                  <a:pt x="904875" y="552450"/>
                </a:moveTo>
                <a:lnTo>
                  <a:pt x="923925" y="552450"/>
                </a:lnTo>
                <a:lnTo>
                  <a:pt x="923925" y="561975"/>
                </a:lnTo>
                <a:lnTo>
                  <a:pt x="904875" y="561975"/>
                </a:lnTo>
                <a:close/>
                <a:moveTo>
                  <a:pt x="723900" y="561975"/>
                </a:moveTo>
                <a:lnTo>
                  <a:pt x="733425" y="561975"/>
                </a:lnTo>
                <a:lnTo>
                  <a:pt x="733425" y="609600"/>
                </a:lnTo>
                <a:lnTo>
                  <a:pt x="714375" y="609600"/>
                </a:lnTo>
                <a:lnTo>
                  <a:pt x="714375" y="581025"/>
                </a:lnTo>
                <a:lnTo>
                  <a:pt x="723900" y="581025"/>
                </a:lnTo>
                <a:close/>
                <a:moveTo>
                  <a:pt x="885825" y="561975"/>
                </a:moveTo>
                <a:lnTo>
                  <a:pt x="895350" y="561975"/>
                </a:lnTo>
                <a:lnTo>
                  <a:pt x="895350" y="571500"/>
                </a:lnTo>
                <a:lnTo>
                  <a:pt x="885825" y="571500"/>
                </a:lnTo>
                <a:close/>
                <a:moveTo>
                  <a:pt x="933450" y="561975"/>
                </a:moveTo>
                <a:lnTo>
                  <a:pt x="952500" y="561975"/>
                </a:lnTo>
                <a:lnTo>
                  <a:pt x="952500" y="571500"/>
                </a:lnTo>
                <a:lnTo>
                  <a:pt x="933450" y="571500"/>
                </a:lnTo>
                <a:close/>
                <a:moveTo>
                  <a:pt x="1247775" y="561975"/>
                </a:moveTo>
                <a:lnTo>
                  <a:pt x="1266825" y="561975"/>
                </a:lnTo>
                <a:lnTo>
                  <a:pt x="1266825" y="571500"/>
                </a:lnTo>
                <a:lnTo>
                  <a:pt x="1276350" y="571500"/>
                </a:lnTo>
                <a:lnTo>
                  <a:pt x="1276350" y="638175"/>
                </a:lnTo>
                <a:lnTo>
                  <a:pt x="1266825" y="638175"/>
                </a:lnTo>
                <a:lnTo>
                  <a:pt x="1266825" y="647700"/>
                </a:lnTo>
                <a:lnTo>
                  <a:pt x="1247775" y="647700"/>
                </a:lnTo>
                <a:close/>
                <a:moveTo>
                  <a:pt x="600075" y="571500"/>
                </a:moveTo>
                <a:lnTo>
                  <a:pt x="619125" y="571500"/>
                </a:lnTo>
                <a:lnTo>
                  <a:pt x="619125" y="619125"/>
                </a:lnTo>
                <a:lnTo>
                  <a:pt x="600075" y="619125"/>
                </a:lnTo>
                <a:close/>
                <a:moveTo>
                  <a:pt x="904875" y="571500"/>
                </a:moveTo>
                <a:lnTo>
                  <a:pt x="914400" y="571500"/>
                </a:lnTo>
                <a:lnTo>
                  <a:pt x="914400" y="581025"/>
                </a:lnTo>
                <a:lnTo>
                  <a:pt x="904875" y="581025"/>
                </a:lnTo>
                <a:close/>
                <a:moveTo>
                  <a:pt x="971550" y="571500"/>
                </a:moveTo>
                <a:lnTo>
                  <a:pt x="990600" y="571500"/>
                </a:lnTo>
                <a:lnTo>
                  <a:pt x="990600" y="581025"/>
                </a:lnTo>
                <a:lnTo>
                  <a:pt x="971550" y="581025"/>
                </a:lnTo>
                <a:close/>
                <a:moveTo>
                  <a:pt x="428625" y="581025"/>
                </a:moveTo>
                <a:lnTo>
                  <a:pt x="438150" y="581025"/>
                </a:lnTo>
                <a:lnTo>
                  <a:pt x="438150" y="590550"/>
                </a:lnTo>
                <a:lnTo>
                  <a:pt x="428625" y="590550"/>
                </a:lnTo>
                <a:close/>
                <a:moveTo>
                  <a:pt x="447675" y="581025"/>
                </a:moveTo>
                <a:lnTo>
                  <a:pt x="457200" y="581025"/>
                </a:lnTo>
                <a:lnTo>
                  <a:pt x="457200" y="590550"/>
                </a:lnTo>
                <a:lnTo>
                  <a:pt x="447675" y="590550"/>
                </a:lnTo>
                <a:close/>
                <a:moveTo>
                  <a:pt x="933450" y="581025"/>
                </a:moveTo>
                <a:lnTo>
                  <a:pt x="942975" y="581025"/>
                </a:lnTo>
                <a:lnTo>
                  <a:pt x="942975" y="590550"/>
                </a:lnTo>
                <a:lnTo>
                  <a:pt x="933450" y="590550"/>
                </a:lnTo>
                <a:close/>
                <a:moveTo>
                  <a:pt x="1009650" y="581025"/>
                </a:moveTo>
                <a:lnTo>
                  <a:pt x="1152525" y="581025"/>
                </a:lnTo>
                <a:lnTo>
                  <a:pt x="1152525" y="590550"/>
                </a:lnTo>
                <a:lnTo>
                  <a:pt x="1133475" y="590550"/>
                </a:lnTo>
                <a:lnTo>
                  <a:pt x="1133475" y="600075"/>
                </a:lnTo>
                <a:lnTo>
                  <a:pt x="1114425" y="600075"/>
                </a:lnTo>
                <a:lnTo>
                  <a:pt x="1114425" y="609600"/>
                </a:lnTo>
                <a:lnTo>
                  <a:pt x="1066800" y="609600"/>
                </a:lnTo>
                <a:lnTo>
                  <a:pt x="1066800" y="590550"/>
                </a:lnTo>
                <a:lnTo>
                  <a:pt x="1038225" y="590550"/>
                </a:lnTo>
                <a:lnTo>
                  <a:pt x="1038225" y="609600"/>
                </a:lnTo>
                <a:lnTo>
                  <a:pt x="1009650" y="609600"/>
                </a:lnTo>
                <a:close/>
                <a:moveTo>
                  <a:pt x="1419225" y="581025"/>
                </a:moveTo>
                <a:lnTo>
                  <a:pt x="1428750" y="581025"/>
                </a:lnTo>
                <a:lnTo>
                  <a:pt x="1428750" y="590550"/>
                </a:lnTo>
                <a:lnTo>
                  <a:pt x="1419225" y="590550"/>
                </a:lnTo>
                <a:close/>
                <a:moveTo>
                  <a:pt x="419100" y="590550"/>
                </a:moveTo>
                <a:lnTo>
                  <a:pt x="428625" y="590550"/>
                </a:lnTo>
                <a:lnTo>
                  <a:pt x="428625" y="600075"/>
                </a:lnTo>
                <a:lnTo>
                  <a:pt x="419100" y="600075"/>
                </a:lnTo>
                <a:close/>
                <a:moveTo>
                  <a:pt x="438150" y="590550"/>
                </a:moveTo>
                <a:lnTo>
                  <a:pt x="447675" y="590550"/>
                </a:lnTo>
                <a:lnTo>
                  <a:pt x="447675" y="600075"/>
                </a:lnTo>
                <a:lnTo>
                  <a:pt x="438150" y="600075"/>
                </a:lnTo>
                <a:close/>
                <a:moveTo>
                  <a:pt x="962025" y="590550"/>
                </a:moveTo>
                <a:lnTo>
                  <a:pt x="971550" y="590550"/>
                </a:lnTo>
                <a:lnTo>
                  <a:pt x="971550" y="600075"/>
                </a:lnTo>
                <a:lnTo>
                  <a:pt x="962025" y="600075"/>
                </a:lnTo>
                <a:close/>
                <a:moveTo>
                  <a:pt x="1152525" y="590550"/>
                </a:moveTo>
                <a:lnTo>
                  <a:pt x="1162050" y="590550"/>
                </a:lnTo>
                <a:lnTo>
                  <a:pt x="1162050" y="600075"/>
                </a:lnTo>
                <a:lnTo>
                  <a:pt x="1152525" y="600075"/>
                </a:lnTo>
                <a:close/>
                <a:moveTo>
                  <a:pt x="409575" y="600075"/>
                </a:moveTo>
                <a:lnTo>
                  <a:pt x="419100" y="600075"/>
                </a:lnTo>
                <a:lnTo>
                  <a:pt x="419100" y="609600"/>
                </a:lnTo>
                <a:lnTo>
                  <a:pt x="409575" y="609600"/>
                </a:lnTo>
                <a:close/>
                <a:moveTo>
                  <a:pt x="428625" y="600075"/>
                </a:moveTo>
                <a:lnTo>
                  <a:pt x="438150" y="600075"/>
                </a:lnTo>
                <a:lnTo>
                  <a:pt x="438150" y="609600"/>
                </a:lnTo>
                <a:lnTo>
                  <a:pt x="428625" y="609600"/>
                </a:lnTo>
                <a:close/>
                <a:moveTo>
                  <a:pt x="1133475" y="600075"/>
                </a:moveTo>
                <a:lnTo>
                  <a:pt x="1143000" y="600075"/>
                </a:lnTo>
                <a:lnTo>
                  <a:pt x="1143000" y="609600"/>
                </a:lnTo>
                <a:lnTo>
                  <a:pt x="1133475" y="609600"/>
                </a:lnTo>
                <a:close/>
                <a:moveTo>
                  <a:pt x="1457325" y="600075"/>
                </a:moveTo>
                <a:lnTo>
                  <a:pt x="1466850" y="600075"/>
                </a:lnTo>
                <a:lnTo>
                  <a:pt x="1466850" y="609600"/>
                </a:lnTo>
                <a:lnTo>
                  <a:pt x="1457325" y="609600"/>
                </a:lnTo>
                <a:close/>
                <a:moveTo>
                  <a:pt x="400050" y="609600"/>
                </a:moveTo>
                <a:lnTo>
                  <a:pt x="409575" y="609600"/>
                </a:lnTo>
                <a:lnTo>
                  <a:pt x="409575" y="619125"/>
                </a:lnTo>
                <a:lnTo>
                  <a:pt x="419100" y="619125"/>
                </a:lnTo>
                <a:lnTo>
                  <a:pt x="419100" y="609600"/>
                </a:lnTo>
                <a:lnTo>
                  <a:pt x="428625" y="609600"/>
                </a:lnTo>
                <a:lnTo>
                  <a:pt x="428625" y="619125"/>
                </a:lnTo>
                <a:lnTo>
                  <a:pt x="419100" y="619125"/>
                </a:lnTo>
                <a:lnTo>
                  <a:pt x="419100" y="628650"/>
                </a:lnTo>
                <a:lnTo>
                  <a:pt x="409575" y="628650"/>
                </a:lnTo>
                <a:lnTo>
                  <a:pt x="409575" y="638175"/>
                </a:lnTo>
                <a:lnTo>
                  <a:pt x="400050" y="638175"/>
                </a:lnTo>
                <a:lnTo>
                  <a:pt x="400050" y="647700"/>
                </a:lnTo>
                <a:lnTo>
                  <a:pt x="390525" y="647700"/>
                </a:lnTo>
                <a:lnTo>
                  <a:pt x="390525" y="657225"/>
                </a:lnTo>
                <a:lnTo>
                  <a:pt x="381000" y="657225"/>
                </a:lnTo>
                <a:lnTo>
                  <a:pt x="381000" y="666750"/>
                </a:lnTo>
                <a:lnTo>
                  <a:pt x="371475" y="666750"/>
                </a:lnTo>
                <a:lnTo>
                  <a:pt x="371475" y="676275"/>
                </a:lnTo>
                <a:lnTo>
                  <a:pt x="361950" y="676275"/>
                </a:lnTo>
                <a:lnTo>
                  <a:pt x="361950" y="666750"/>
                </a:lnTo>
                <a:lnTo>
                  <a:pt x="352425" y="666750"/>
                </a:lnTo>
                <a:lnTo>
                  <a:pt x="352425" y="657225"/>
                </a:lnTo>
                <a:lnTo>
                  <a:pt x="361950" y="657225"/>
                </a:lnTo>
                <a:lnTo>
                  <a:pt x="361950" y="647700"/>
                </a:lnTo>
                <a:lnTo>
                  <a:pt x="371475" y="647700"/>
                </a:lnTo>
                <a:lnTo>
                  <a:pt x="371475" y="638175"/>
                </a:lnTo>
                <a:lnTo>
                  <a:pt x="381000" y="638175"/>
                </a:lnTo>
                <a:lnTo>
                  <a:pt x="381000" y="628650"/>
                </a:lnTo>
                <a:lnTo>
                  <a:pt x="390525" y="628650"/>
                </a:lnTo>
                <a:lnTo>
                  <a:pt x="390525" y="619125"/>
                </a:lnTo>
                <a:lnTo>
                  <a:pt x="400050" y="619125"/>
                </a:lnTo>
                <a:close/>
                <a:moveTo>
                  <a:pt x="1143000" y="609600"/>
                </a:moveTo>
                <a:lnTo>
                  <a:pt x="1171575" y="609600"/>
                </a:lnTo>
                <a:lnTo>
                  <a:pt x="1171575" y="647700"/>
                </a:lnTo>
                <a:lnTo>
                  <a:pt x="1152525" y="647700"/>
                </a:lnTo>
                <a:lnTo>
                  <a:pt x="1152525" y="628650"/>
                </a:lnTo>
                <a:lnTo>
                  <a:pt x="1143000" y="628650"/>
                </a:lnTo>
                <a:close/>
                <a:moveTo>
                  <a:pt x="1466850" y="609600"/>
                </a:moveTo>
                <a:lnTo>
                  <a:pt x="1476375" y="609600"/>
                </a:lnTo>
                <a:lnTo>
                  <a:pt x="1476375" y="619125"/>
                </a:lnTo>
                <a:lnTo>
                  <a:pt x="1466850" y="619125"/>
                </a:lnTo>
                <a:close/>
                <a:moveTo>
                  <a:pt x="1476375" y="619125"/>
                </a:moveTo>
                <a:lnTo>
                  <a:pt x="1485900" y="619125"/>
                </a:lnTo>
                <a:lnTo>
                  <a:pt x="1485900" y="628650"/>
                </a:lnTo>
                <a:lnTo>
                  <a:pt x="1476375" y="628650"/>
                </a:lnTo>
                <a:close/>
                <a:moveTo>
                  <a:pt x="704850" y="628650"/>
                </a:moveTo>
                <a:lnTo>
                  <a:pt x="714375" y="628650"/>
                </a:lnTo>
                <a:lnTo>
                  <a:pt x="714375" y="638175"/>
                </a:lnTo>
                <a:lnTo>
                  <a:pt x="704850" y="638175"/>
                </a:lnTo>
                <a:close/>
                <a:moveTo>
                  <a:pt x="723900" y="628650"/>
                </a:moveTo>
                <a:lnTo>
                  <a:pt x="733425" y="628650"/>
                </a:lnTo>
                <a:lnTo>
                  <a:pt x="733425" y="647700"/>
                </a:lnTo>
                <a:lnTo>
                  <a:pt x="723900" y="647700"/>
                </a:lnTo>
                <a:close/>
                <a:moveTo>
                  <a:pt x="1485900" y="628650"/>
                </a:moveTo>
                <a:lnTo>
                  <a:pt x="1495425" y="628650"/>
                </a:lnTo>
                <a:lnTo>
                  <a:pt x="1495425" y="638175"/>
                </a:lnTo>
                <a:lnTo>
                  <a:pt x="1485900" y="638175"/>
                </a:lnTo>
                <a:close/>
                <a:moveTo>
                  <a:pt x="695325" y="647700"/>
                </a:moveTo>
                <a:lnTo>
                  <a:pt x="704850" y="647700"/>
                </a:lnTo>
                <a:lnTo>
                  <a:pt x="704850" y="666750"/>
                </a:lnTo>
                <a:lnTo>
                  <a:pt x="695325" y="666750"/>
                </a:lnTo>
                <a:close/>
                <a:moveTo>
                  <a:pt x="619125" y="657225"/>
                </a:moveTo>
                <a:lnTo>
                  <a:pt x="628650" y="657225"/>
                </a:lnTo>
                <a:lnTo>
                  <a:pt x="628650" y="676275"/>
                </a:lnTo>
                <a:lnTo>
                  <a:pt x="619125" y="676275"/>
                </a:lnTo>
                <a:close/>
                <a:moveTo>
                  <a:pt x="714375" y="666750"/>
                </a:moveTo>
                <a:lnTo>
                  <a:pt x="723900" y="666750"/>
                </a:lnTo>
                <a:lnTo>
                  <a:pt x="723900" y="676275"/>
                </a:lnTo>
                <a:lnTo>
                  <a:pt x="714375" y="676275"/>
                </a:lnTo>
                <a:close/>
                <a:moveTo>
                  <a:pt x="838200" y="666750"/>
                </a:moveTo>
                <a:lnTo>
                  <a:pt x="847725" y="666750"/>
                </a:lnTo>
                <a:lnTo>
                  <a:pt x="847725" y="676275"/>
                </a:lnTo>
                <a:lnTo>
                  <a:pt x="857250" y="676275"/>
                </a:lnTo>
                <a:lnTo>
                  <a:pt x="857250" y="685800"/>
                </a:lnTo>
                <a:lnTo>
                  <a:pt x="847725" y="685800"/>
                </a:lnTo>
                <a:lnTo>
                  <a:pt x="847725" y="695325"/>
                </a:lnTo>
                <a:lnTo>
                  <a:pt x="828675" y="695325"/>
                </a:lnTo>
                <a:lnTo>
                  <a:pt x="828675" y="676275"/>
                </a:lnTo>
                <a:lnTo>
                  <a:pt x="838200" y="676275"/>
                </a:lnTo>
                <a:close/>
                <a:moveTo>
                  <a:pt x="1152525" y="666750"/>
                </a:moveTo>
                <a:lnTo>
                  <a:pt x="1162050" y="666750"/>
                </a:lnTo>
                <a:lnTo>
                  <a:pt x="1162050" y="676275"/>
                </a:lnTo>
                <a:lnTo>
                  <a:pt x="1152525" y="676275"/>
                </a:lnTo>
                <a:close/>
                <a:moveTo>
                  <a:pt x="1171575" y="666750"/>
                </a:moveTo>
                <a:lnTo>
                  <a:pt x="1181100" y="666750"/>
                </a:lnTo>
                <a:lnTo>
                  <a:pt x="1181100" y="676275"/>
                </a:lnTo>
                <a:lnTo>
                  <a:pt x="1171575" y="676275"/>
                </a:lnTo>
                <a:close/>
                <a:moveTo>
                  <a:pt x="1504950" y="666750"/>
                </a:moveTo>
                <a:lnTo>
                  <a:pt x="1514475" y="666750"/>
                </a:lnTo>
                <a:lnTo>
                  <a:pt x="1514475" y="676275"/>
                </a:lnTo>
                <a:lnTo>
                  <a:pt x="1504950" y="676275"/>
                </a:lnTo>
                <a:close/>
                <a:moveTo>
                  <a:pt x="1533525" y="666750"/>
                </a:moveTo>
                <a:lnTo>
                  <a:pt x="1543050" y="666750"/>
                </a:lnTo>
                <a:lnTo>
                  <a:pt x="1543050" y="676275"/>
                </a:lnTo>
                <a:lnTo>
                  <a:pt x="1552575" y="676275"/>
                </a:lnTo>
                <a:lnTo>
                  <a:pt x="1552575" y="685800"/>
                </a:lnTo>
                <a:lnTo>
                  <a:pt x="1571625" y="685800"/>
                </a:lnTo>
                <a:lnTo>
                  <a:pt x="1571625" y="695325"/>
                </a:lnTo>
                <a:lnTo>
                  <a:pt x="1581150" y="695325"/>
                </a:lnTo>
                <a:lnTo>
                  <a:pt x="1581150" y="704850"/>
                </a:lnTo>
                <a:lnTo>
                  <a:pt x="1590675" y="704850"/>
                </a:lnTo>
                <a:lnTo>
                  <a:pt x="1590675" y="714375"/>
                </a:lnTo>
                <a:lnTo>
                  <a:pt x="1600200" y="714375"/>
                </a:lnTo>
                <a:lnTo>
                  <a:pt x="1600200" y="733425"/>
                </a:lnTo>
                <a:lnTo>
                  <a:pt x="1581150" y="733425"/>
                </a:lnTo>
                <a:lnTo>
                  <a:pt x="1581150" y="723900"/>
                </a:lnTo>
                <a:lnTo>
                  <a:pt x="1571625" y="723900"/>
                </a:lnTo>
                <a:lnTo>
                  <a:pt x="1571625" y="714375"/>
                </a:lnTo>
                <a:lnTo>
                  <a:pt x="1562100" y="714375"/>
                </a:lnTo>
                <a:lnTo>
                  <a:pt x="1562100" y="704850"/>
                </a:lnTo>
                <a:lnTo>
                  <a:pt x="1543050" y="704850"/>
                </a:lnTo>
                <a:lnTo>
                  <a:pt x="1543050" y="695325"/>
                </a:lnTo>
                <a:lnTo>
                  <a:pt x="1533525" y="695325"/>
                </a:lnTo>
                <a:lnTo>
                  <a:pt x="1533525" y="685800"/>
                </a:lnTo>
                <a:lnTo>
                  <a:pt x="1514475" y="685800"/>
                </a:lnTo>
                <a:lnTo>
                  <a:pt x="1514475" y="676275"/>
                </a:lnTo>
                <a:lnTo>
                  <a:pt x="1533525" y="676275"/>
                </a:lnTo>
                <a:close/>
                <a:moveTo>
                  <a:pt x="323850" y="676275"/>
                </a:moveTo>
                <a:lnTo>
                  <a:pt x="333375" y="676275"/>
                </a:lnTo>
                <a:lnTo>
                  <a:pt x="333375" y="685800"/>
                </a:lnTo>
                <a:lnTo>
                  <a:pt x="323850" y="685800"/>
                </a:lnTo>
                <a:close/>
                <a:moveTo>
                  <a:pt x="600075" y="676275"/>
                </a:moveTo>
                <a:lnTo>
                  <a:pt x="609600" y="676275"/>
                </a:lnTo>
                <a:lnTo>
                  <a:pt x="609600" y="685800"/>
                </a:lnTo>
                <a:lnTo>
                  <a:pt x="600075" y="685800"/>
                </a:lnTo>
                <a:close/>
                <a:moveTo>
                  <a:pt x="685800" y="676275"/>
                </a:moveTo>
                <a:lnTo>
                  <a:pt x="695325" y="676275"/>
                </a:lnTo>
                <a:lnTo>
                  <a:pt x="695325" y="685800"/>
                </a:lnTo>
                <a:lnTo>
                  <a:pt x="685800" y="685800"/>
                </a:lnTo>
                <a:close/>
                <a:moveTo>
                  <a:pt x="800100" y="676275"/>
                </a:moveTo>
                <a:lnTo>
                  <a:pt x="809625" y="676275"/>
                </a:lnTo>
                <a:lnTo>
                  <a:pt x="809625" y="685800"/>
                </a:lnTo>
                <a:lnTo>
                  <a:pt x="800100" y="685800"/>
                </a:lnTo>
                <a:close/>
                <a:moveTo>
                  <a:pt x="1238250" y="676275"/>
                </a:moveTo>
                <a:lnTo>
                  <a:pt x="1247775" y="676275"/>
                </a:lnTo>
                <a:lnTo>
                  <a:pt x="1247775" y="685800"/>
                </a:lnTo>
                <a:lnTo>
                  <a:pt x="1266825" y="685800"/>
                </a:lnTo>
                <a:lnTo>
                  <a:pt x="1266825" y="695325"/>
                </a:lnTo>
                <a:lnTo>
                  <a:pt x="1238250" y="695325"/>
                </a:lnTo>
                <a:close/>
                <a:moveTo>
                  <a:pt x="314325" y="685800"/>
                </a:moveTo>
                <a:lnTo>
                  <a:pt x="323850" y="685800"/>
                </a:lnTo>
                <a:lnTo>
                  <a:pt x="323850" y="695325"/>
                </a:lnTo>
                <a:lnTo>
                  <a:pt x="314325" y="695325"/>
                </a:lnTo>
                <a:close/>
                <a:moveTo>
                  <a:pt x="333375" y="685800"/>
                </a:moveTo>
                <a:lnTo>
                  <a:pt x="342900" y="685800"/>
                </a:lnTo>
                <a:lnTo>
                  <a:pt x="342900" y="695325"/>
                </a:lnTo>
                <a:lnTo>
                  <a:pt x="333375" y="695325"/>
                </a:lnTo>
                <a:close/>
                <a:moveTo>
                  <a:pt x="704850" y="685800"/>
                </a:moveTo>
                <a:lnTo>
                  <a:pt x="714375" y="685800"/>
                </a:lnTo>
                <a:lnTo>
                  <a:pt x="714375" y="695325"/>
                </a:lnTo>
                <a:lnTo>
                  <a:pt x="704850" y="695325"/>
                </a:lnTo>
                <a:close/>
                <a:moveTo>
                  <a:pt x="781050" y="685800"/>
                </a:moveTo>
                <a:lnTo>
                  <a:pt x="800100" y="685800"/>
                </a:lnTo>
                <a:lnTo>
                  <a:pt x="800100" y="695325"/>
                </a:lnTo>
                <a:lnTo>
                  <a:pt x="809625" y="695325"/>
                </a:lnTo>
                <a:lnTo>
                  <a:pt x="809625" y="704850"/>
                </a:lnTo>
                <a:lnTo>
                  <a:pt x="790575" y="704850"/>
                </a:lnTo>
                <a:lnTo>
                  <a:pt x="790575" y="695325"/>
                </a:lnTo>
                <a:lnTo>
                  <a:pt x="781050" y="695325"/>
                </a:lnTo>
                <a:close/>
                <a:moveTo>
                  <a:pt x="295275" y="695325"/>
                </a:moveTo>
                <a:lnTo>
                  <a:pt x="304800" y="695325"/>
                </a:lnTo>
                <a:lnTo>
                  <a:pt x="304800" y="704850"/>
                </a:lnTo>
                <a:lnTo>
                  <a:pt x="295275" y="704850"/>
                </a:lnTo>
                <a:close/>
                <a:moveTo>
                  <a:pt x="323850" y="695325"/>
                </a:moveTo>
                <a:lnTo>
                  <a:pt x="333375" y="695325"/>
                </a:lnTo>
                <a:lnTo>
                  <a:pt x="333375" y="704850"/>
                </a:lnTo>
                <a:lnTo>
                  <a:pt x="323850" y="704850"/>
                </a:lnTo>
                <a:close/>
                <a:moveTo>
                  <a:pt x="762000" y="695325"/>
                </a:moveTo>
                <a:lnTo>
                  <a:pt x="781050" y="695325"/>
                </a:lnTo>
                <a:lnTo>
                  <a:pt x="781050" y="704850"/>
                </a:lnTo>
                <a:lnTo>
                  <a:pt x="762000" y="704850"/>
                </a:lnTo>
                <a:close/>
                <a:moveTo>
                  <a:pt x="285750" y="704850"/>
                </a:moveTo>
                <a:lnTo>
                  <a:pt x="295275" y="704850"/>
                </a:lnTo>
                <a:lnTo>
                  <a:pt x="295275" y="714375"/>
                </a:lnTo>
                <a:lnTo>
                  <a:pt x="285750" y="714375"/>
                </a:lnTo>
                <a:close/>
                <a:moveTo>
                  <a:pt x="304800" y="704850"/>
                </a:moveTo>
                <a:lnTo>
                  <a:pt x="314325" y="704850"/>
                </a:lnTo>
                <a:lnTo>
                  <a:pt x="314325" y="714375"/>
                </a:lnTo>
                <a:lnTo>
                  <a:pt x="304800" y="714375"/>
                </a:lnTo>
                <a:close/>
                <a:moveTo>
                  <a:pt x="628650" y="704850"/>
                </a:moveTo>
                <a:lnTo>
                  <a:pt x="638175" y="704850"/>
                </a:lnTo>
                <a:lnTo>
                  <a:pt x="638175" y="714375"/>
                </a:lnTo>
                <a:lnTo>
                  <a:pt x="628650" y="714375"/>
                </a:lnTo>
                <a:close/>
                <a:moveTo>
                  <a:pt x="666750" y="704850"/>
                </a:moveTo>
                <a:lnTo>
                  <a:pt x="676275" y="704850"/>
                </a:lnTo>
                <a:lnTo>
                  <a:pt x="676275" y="714375"/>
                </a:lnTo>
                <a:lnTo>
                  <a:pt x="666750" y="714375"/>
                </a:lnTo>
                <a:close/>
                <a:moveTo>
                  <a:pt x="695325" y="704850"/>
                </a:moveTo>
                <a:lnTo>
                  <a:pt x="704850" y="704850"/>
                </a:lnTo>
                <a:lnTo>
                  <a:pt x="704850" y="714375"/>
                </a:lnTo>
                <a:lnTo>
                  <a:pt x="695325" y="714375"/>
                </a:lnTo>
                <a:close/>
                <a:moveTo>
                  <a:pt x="752475" y="704850"/>
                </a:moveTo>
                <a:lnTo>
                  <a:pt x="762000" y="704850"/>
                </a:lnTo>
                <a:lnTo>
                  <a:pt x="762000" y="714375"/>
                </a:lnTo>
                <a:lnTo>
                  <a:pt x="771525" y="714375"/>
                </a:lnTo>
                <a:lnTo>
                  <a:pt x="771525" y="723900"/>
                </a:lnTo>
                <a:lnTo>
                  <a:pt x="752475" y="723900"/>
                </a:lnTo>
                <a:close/>
                <a:moveTo>
                  <a:pt x="781050" y="704850"/>
                </a:moveTo>
                <a:lnTo>
                  <a:pt x="790575" y="704850"/>
                </a:lnTo>
                <a:lnTo>
                  <a:pt x="790575" y="714375"/>
                </a:lnTo>
                <a:lnTo>
                  <a:pt x="781050" y="714375"/>
                </a:lnTo>
                <a:close/>
                <a:moveTo>
                  <a:pt x="1038225" y="704850"/>
                </a:moveTo>
                <a:lnTo>
                  <a:pt x="1057275" y="704850"/>
                </a:lnTo>
                <a:lnTo>
                  <a:pt x="1057275" y="714375"/>
                </a:lnTo>
                <a:lnTo>
                  <a:pt x="1047750" y="714375"/>
                </a:lnTo>
                <a:lnTo>
                  <a:pt x="1047750" y="723900"/>
                </a:lnTo>
                <a:lnTo>
                  <a:pt x="1038225" y="723900"/>
                </a:lnTo>
                <a:close/>
                <a:moveTo>
                  <a:pt x="1190625" y="704850"/>
                </a:moveTo>
                <a:lnTo>
                  <a:pt x="1200150" y="704850"/>
                </a:lnTo>
                <a:lnTo>
                  <a:pt x="1200150" y="714375"/>
                </a:lnTo>
                <a:lnTo>
                  <a:pt x="1190625" y="714375"/>
                </a:lnTo>
                <a:close/>
                <a:moveTo>
                  <a:pt x="1057275" y="714375"/>
                </a:moveTo>
                <a:lnTo>
                  <a:pt x="1076325" y="714375"/>
                </a:lnTo>
                <a:lnTo>
                  <a:pt x="1076325" y="723900"/>
                </a:lnTo>
                <a:lnTo>
                  <a:pt x="1095375" y="723900"/>
                </a:lnTo>
                <a:lnTo>
                  <a:pt x="1095375" y="742950"/>
                </a:lnTo>
                <a:lnTo>
                  <a:pt x="1076325" y="742950"/>
                </a:lnTo>
                <a:lnTo>
                  <a:pt x="1076325" y="733425"/>
                </a:lnTo>
                <a:lnTo>
                  <a:pt x="1047750" y="733425"/>
                </a:lnTo>
                <a:lnTo>
                  <a:pt x="1047750" y="723900"/>
                </a:lnTo>
                <a:lnTo>
                  <a:pt x="1057275" y="723900"/>
                </a:lnTo>
                <a:close/>
                <a:moveTo>
                  <a:pt x="1228725" y="714375"/>
                </a:moveTo>
                <a:lnTo>
                  <a:pt x="1238250" y="714375"/>
                </a:lnTo>
                <a:lnTo>
                  <a:pt x="1238250" y="733425"/>
                </a:lnTo>
                <a:lnTo>
                  <a:pt x="1228725" y="733425"/>
                </a:lnTo>
                <a:close/>
                <a:moveTo>
                  <a:pt x="609600" y="723900"/>
                </a:moveTo>
                <a:lnTo>
                  <a:pt x="619125" y="723900"/>
                </a:lnTo>
                <a:lnTo>
                  <a:pt x="619125" y="733425"/>
                </a:lnTo>
                <a:lnTo>
                  <a:pt x="609600" y="733425"/>
                </a:lnTo>
                <a:close/>
                <a:moveTo>
                  <a:pt x="657225" y="723900"/>
                </a:moveTo>
                <a:lnTo>
                  <a:pt x="666750" y="723900"/>
                </a:lnTo>
                <a:lnTo>
                  <a:pt x="666750" y="733425"/>
                </a:lnTo>
                <a:lnTo>
                  <a:pt x="657225" y="733425"/>
                </a:lnTo>
                <a:close/>
                <a:moveTo>
                  <a:pt x="1114425" y="723900"/>
                </a:moveTo>
                <a:lnTo>
                  <a:pt x="1123950" y="723900"/>
                </a:lnTo>
                <a:lnTo>
                  <a:pt x="1123950" y="742950"/>
                </a:lnTo>
                <a:lnTo>
                  <a:pt x="1114425" y="742950"/>
                </a:lnTo>
                <a:close/>
                <a:moveTo>
                  <a:pt x="1200150" y="723900"/>
                </a:moveTo>
                <a:lnTo>
                  <a:pt x="1209675" y="723900"/>
                </a:lnTo>
                <a:lnTo>
                  <a:pt x="1209675" y="733425"/>
                </a:lnTo>
                <a:lnTo>
                  <a:pt x="1200150" y="733425"/>
                </a:lnTo>
                <a:close/>
                <a:moveTo>
                  <a:pt x="638175" y="733425"/>
                </a:moveTo>
                <a:lnTo>
                  <a:pt x="657225" y="733425"/>
                </a:lnTo>
                <a:lnTo>
                  <a:pt x="657225" y="742950"/>
                </a:lnTo>
                <a:lnTo>
                  <a:pt x="638175" y="742950"/>
                </a:lnTo>
                <a:close/>
                <a:moveTo>
                  <a:pt x="676275" y="733425"/>
                </a:moveTo>
                <a:lnTo>
                  <a:pt x="685800" y="733425"/>
                </a:lnTo>
                <a:lnTo>
                  <a:pt x="685800" y="742950"/>
                </a:lnTo>
                <a:lnTo>
                  <a:pt x="676275" y="742950"/>
                </a:lnTo>
                <a:close/>
                <a:moveTo>
                  <a:pt x="1209675" y="733425"/>
                </a:moveTo>
                <a:lnTo>
                  <a:pt x="1228725" y="733425"/>
                </a:lnTo>
                <a:lnTo>
                  <a:pt x="1228725" y="742950"/>
                </a:lnTo>
                <a:lnTo>
                  <a:pt x="1209675" y="742950"/>
                </a:lnTo>
                <a:close/>
                <a:moveTo>
                  <a:pt x="1247775" y="733425"/>
                </a:moveTo>
                <a:lnTo>
                  <a:pt x="1257300" y="733425"/>
                </a:lnTo>
                <a:lnTo>
                  <a:pt x="1257300" y="752475"/>
                </a:lnTo>
                <a:lnTo>
                  <a:pt x="1247775" y="752475"/>
                </a:lnTo>
                <a:close/>
                <a:moveTo>
                  <a:pt x="1190625" y="742950"/>
                </a:moveTo>
                <a:lnTo>
                  <a:pt x="1200150" y="742950"/>
                </a:lnTo>
                <a:lnTo>
                  <a:pt x="1200150" y="752475"/>
                </a:lnTo>
                <a:lnTo>
                  <a:pt x="1190625" y="752475"/>
                </a:lnTo>
                <a:close/>
                <a:moveTo>
                  <a:pt x="1257300" y="752475"/>
                </a:moveTo>
                <a:lnTo>
                  <a:pt x="1266825" y="752475"/>
                </a:lnTo>
                <a:lnTo>
                  <a:pt x="1266825" y="762000"/>
                </a:lnTo>
                <a:lnTo>
                  <a:pt x="1257300" y="762000"/>
                </a:lnTo>
                <a:close/>
                <a:moveTo>
                  <a:pt x="1266825" y="762000"/>
                </a:moveTo>
                <a:lnTo>
                  <a:pt x="1285875" y="762000"/>
                </a:lnTo>
                <a:lnTo>
                  <a:pt x="1285875" y="771525"/>
                </a:lnTo>
                <a:lnTo>
                  <a:pt x="1266825" y="771525"/>
                </a:lnTo>
                <a:close/>
                <a:moveTo>
                  <a:pt x="1581150" y="762000"/>
                </a:moveTo>
                <a:lnTo>
                  <a:pt x="1600200" y="762000"/>
                </a:lnTo>
                <a:lnTo>
                  <a:pt x="1600200" y="781050"/>
                </a:lnTo>
                <a:lnTo>
                  <a:pt x="1590675" y="781050"/>
                </a:lnTo>
                <a:lnTo>
                  <a:pt x="1590675" y="790575"/>
                </a:lnTo>
                <a:lnTo>
                  <a:pt x="1571625" y="790575"/>
                </a:lnTo>
                <a:lnTo>
                  <a:pt x="1571625" y="781050"/>
                </a:lnTo>
                <a:lnTo>
                  <a:pt x="1581150" y="781050"/>
                </a:lnTo>
                <a:close/>
                <a:moveTo>
                  <a:pt x="95250" y="771525"/>
                </a:moveTo>
                <a:lnTo>
                  <a:pt x="114300" y="771525"/>
                </a:lnTo>
                <a:lnTo>
                  <a:pt x="114300" y="781050"/>
                </a:lnTo>
                <a:lnTo>
                  <a:pt x="133350" y="781050"/>
                </a:lnTo>
                <a:lnTo>
                  <a:pt x="133350" y="790575"/>
                </a:lnTo>
                <a:lnTo>
                  <a:pt x="123825" y="790575"/>
                </a:lnTo>
                <a:lnTo>
                  <a:pt x="123825" y="800100"/>
                </a:lnTo>
                <a:lnTo>
                  <a:pt x="114300" y="800100"/>
                </a:lnTo>
                <a:lnTo>
                  <a:pt x="114300" y="790575"/>
                </a:lnTo>
                <a:lnTo>
                  <a:pt x="95250" y="790575"/>
                </a:lnTo>
                <a:lnTo>
                  <a:pt x="95250" y="800100"/>
                </a:lnTo>
                <a:lnTo>
                  <a:pt x="85725" y="800100"/>
                </a:lnTo>
                <a:lnTo>
                  <a:pt x="85725" y="781050"/>
                </a:lnTo>
                <a:lnTo>
                  <a:pt x="95250" y="781050"/>
                </a:lnTo>
                <a:close/>
                <a:moveTo>
                  <a:pt x="276225" y="771525"/>
                </a:moveTo>
                <a:lnTo>
                  <a:pt x="295275" y="771525"/>
                </a:lnTo>
                <a:lnTo>
                  <a:pt x="295275" y="790575"/>
                </a:lnTo>
                <a:lnTo>
                  <a:pt x="304800" y="790575"/>
                </a:lnTo>
                <a:lnTo>
                  <a:pt x="304800" y="809625"/>
                </a:lnTo>
                <a:lnTo>
                  <a:pt x="285750" y="809625"/>
                </a:lnTo>
                <a:lnTo>
                  <a:pt x="285750" y="781050"/>
                </a:lnTo>
                <a:lnTo>
                  <a:pt x="276225" y="781050"/>
                </a:lnTo>
                <a:close/>
                <a:moveTo>
                  <a:pt x="800100" y="771525"/>
                </a:moveTo>
                <a:lnTo>
                  <a:pt x="809625" y="771525"/>
                </a:lnTo>
                <a:lnTo>
                  <a:pt x="809625" y="781050"/>
                </a:lnTo>
                <a:lnTo>
                  <a:pt x="800100" y="781050"/>
                </a:lnTo>
                <a:close/>
                <a:moveTo>
                  <a:pt x="1057275" y="771525"/>
                </a:moveTo>
                <a:lnTo>
                  <a:pt x="1076325" y="771525"/>
                </a:lnTo>
                <a:lnTo>
                  <a:pt x="1076325" y="781050"/>
                </a:lnTo>
                <a:lnTo>
                  <a:pt x="1057275" y="781050"/>
                </a:lnTo>
                <a:close/>
                <a:moveTo>
                  <a:pt x="1257300" y="771525"/>
                </a:moveTo>
                <a:lnTo>
                  <a:pt x="1266825" y="771525"/>
                </a:lnTo>
                <a:lnTo>
                  <a:pt x="1266825" y="781050"/>
                </a:lnTo>
                <a:lnTo>
                  <a:pt x="1257300" y="781050"/>
                </a:lnTo>
                <a:close/>
                <a:moveTo>
                  <a:pt x="1285875" y="771525"/>
                </a:moveTo>
                <a:lnTo>
                  <a:pt x="1295400" y="771525"/>
                </a:lnTo>
                <a:lnTo>
                  <a:pt x="1295400" y="781050"/>
                </a:lnTo>
                <a:lnTo>
                  <a:pt x="1285875" y="781050"/>
                </a:lnTo>
                <a:close/>
                <a:moveTo>
                  <a:pt x="57150" y="781050"/>
                </a:moveTo>
                <a:lnTo>
                  <a:pt x="66675" y="781050"/>
                </a:lnTo>
                <a:lnTo>
                  <a:pt x="66675" y="800100"/>
                </a:lnTo>
                <a:lnTo>
                  <a:pt x="47625" y="800100"/>
                </a:lnTo>
                <a:lnTo>
                  <a:pt x="47625" y="809625"/>
                </a:lnTo>
                <a:lnTo>
                  <a:pt x="28575" y="809625"/>
                </a:lnTo>
                <a:lnTo>
                  <a:pt x="28575" y="790575"/>
                </a:lnTo>
                <a:lnTo>
                  <a:pt x="57150" y="790575"/>
                </a:lnTo>
                <a:close/>
                <a:moveTo>
                  <a:pt x="590550" y="781050"/>
                </a:moveTo>
                <a:lnTo>
                  <a:pt x="600075" y="781050"/>
                </a:lnTo>
                <a:lnTo>
                  <a:pt x="600075" y="790575"/>
                </a:lnTo>
                <a:lnTo>
                  <a:pt x="590550" y="790575"/>
                </a:lnTo>
                <a:close/>
                <a:moveTo>
                  <a:pt x="790575" y="781050"/>
                </a:moveTo>
                <a:lnTo>
                  <a:pt x="800100" y="781050"/>
                </a:lnTo>
                <a:lnTo>
                  <a:pt x="800100" y="790575"/>
                </a:lnTo>
                <a:lnTo>
                  <a:pt x="790575" y="790575"/>
                </a:lnTo>
                <a:close/>
                <a:moveTo>
                  <a:pt x="952500" y="781050"/>
                </a:moveTo>
                <a:lnTo>
                  <a:pt x="971550" y="781050"/>
                </a:lnTo>
                <a:lnTo>
                  <a:pt x="971550" y="819150"/>
                </a:lnTo>
                <a:lnTo>
                  <a:pt x="981075" y="819150"/>
                </a:lnTo>
                <a:lnTo>
                  <a:pt x="981075" y="847725"/>
                </a:lnTo>
                <a:lnTo>
                  <a:pt x="990600" y="847725"/>
                </a:lnTo>
                <a:lnTo>
                  <a:pt x="990600" y="857250"/>
                </a:lnTo>
                <a:lnTo>
                  <a:pt x="971550" y="857250"/>
                </a:lnTo>
                <a:lnTo>
                  <a:pt x="971550" y="847725"/>
                </a:lnTo>
                <a:lnTo>
                  <a:pt x="962025" y="847725"/>
                </a:lnTo>
                <a:lnTo>
                  <a:pt x="962025" y="819150"/>
                </a:lnTo>
                <a:lnTo>
                  <a:pt x="952500" y="819150"/>
                </a:lnTo>
                <a:close/>
                <a:moveTo>
                  <a:pt x="1047750" y="781050"/>
                </a:moveTo>
                <a:lnTo>
                  <a:pt x="1057275" y="781050"/>
                </a:lnTo>
                <a:lnTo>
                  <a:pt x="1057275" y="790575"/>
                </a:lnTo>
                <a:lnTo>
                  <a:pt x="1047750" y="790575"/>
                </a:lnTo>
                <a:close/>
                <a:moveTo>
                  <a:pt x="1076325" y="781050"/>
                </a:moveTo>
                <a:lnTo>
                  <a:pt x="1085850" y="781050"/>
                </a:lnTo>
                <a:lnTo>
                  <a:pt x="1085850" y="790575"/>
                </a:lnTo>
                <a:lnTo>
                  <a:pt x="1076325" y="790575"/>
                </a:lnTo>
                <a:close/>
                <a:moveTo>
                  <a:pt x="1266825" y="781050"/>
                </a:moveTo>
                <a:lnTo>
                  <a:pt x="1276350" y="781050"/>
                </a:lnTo>
                <a:lnTo>
                  <a:pt x="1276350" y="790575"/>
                </a:lnTo>
                <a:lnTo>
                  <a:pt x="1266825" y="790575"/>
                </a:lnTo>
                <a:close/>
                <a:moveTo>
                  <a:pt x="1295400" y="781050"/>
                </a:moveTo>
                <a:lnTo>
                  <a:pt x="1304925" y="781050"/>
                </a:lnTo>
                <a:lnTo>
                  <a:pt x="1304925" y="790575"/>
                </a:lnTo>
                <a:lnTo>
                  <a:pt x="1295400" y="790575"/>
                </a:lnTo>
                <a:close/>
                <a:moveTo>
                  <a:pt x="1743075" y="781050"/>
                </a:moveTo>
                <a:lnTo>
                  <a:pt x="1819275" y="781050"/>
                </a:lnTo>
                <a:lnTo>
                  <a:pt x="1819275" y="790575"/>
                </a:lnTo>
                <a:lnTo>
                  <a:pt x="1895475" y="790575"/>
                </a:lnTo>
                <a:lnTo>
                  <a:pt x="1895475" y="809625"/>
                </a:lnTo>
                <a:lnTo>
                  <a:pt x="1828800" y="809625"/>
                </a:lnTo>
                <a:lnTo>
                  <a:pt x="1828800" y="800100"/>
                </a:lnTo>
                <a:lnTo>
                  <a:pt x="1752600" y="800100"/>
                </a:lnTo>
                <a:lnTo>
                  <a:pt x="1752600" y="790575"/>
                </a:lnTo>
                <a:lnTo>
                  <a:pt x="1743075" y="790575"/>
                </a:lnTo>
                <a:close/>
                <a:moveTo>
                  <a:pt x="2076450" y="781050"/>
                </a:moveTo>
                <a:lnTo>
                  <a:pt x="2085975" y="781050"/>
                </a:lnTo>
                <a:lnTo>
                  <a:pt x="2085975" y="800100"/>
                </a:lnTo>
                <a:lnTo>
                  <a:pt x="2066925" y="800100"/>
                </a:lnTo>
                <a:lnTo>
                  <a:pt x="2066925" y="809625"/>
                </a:lnTo>
                <a:lnTo>
                  <a:pt x="2047875" y="809625"/>
                </a:lnTo>
                <a:lnTo>
                  <a:pt x="2047875" y="790575"/>
                </a:lnTo>
                <a:lnTo>
                  <a:pt x="2076450" y="790575"/>
                </a:lnTo>
                <a:close/>
                <a:moveTo>
                  <a:pt x="0" y="790575"/>
                </a:moveTo>
                <a:lnTo>
                  <a:pt x="9525" y="790575"/>
                </a:lnTo>
                <a:lnTo>
                  <a:pt x="9525" y="809625"/>
                </a:lnTo>
                <a:lnTo>
                  <a:pt x="0" y="809625"/>
                </a:lnTo>
                <a:close/>
                <a:moveTo>
                  <a:pt x="133350" y="790575"/>
                </a:moveTo>
                <a:lnTo>
                  <a:pt x="142875" y="790575"/>
                </a:lnTo>
                <a:lnTo>
                  <a:pt x="142875" y="809625"/>
                </a:lnTo>
                <a:lnTo>
                  <a:pt x="133350" y="809625"/>
                </a:lnTo>
                <a:close/>
                <a:moveTo>
                  <a:pt x="581025" y="790575"/>
                </a:moveTo>
                <a:lnTo>
                  <a:pt x="590550" y="790575"/>
                </a:lnTo>
                <a:lnTo>
                  <a:pt x="590550" y="800100"/>
                </a:lnTo>
                <a:lnTo>
                  <a:pt x="581025" y="800100"/>
                </a:lnTo>
                <a:close/>
                <a:moveTo>
                  <a:pt x="1085850" y="790575"/>
                </a:moveTo>
                <a:lnTo>
                  <a:pt x="1095375" y="790575"/>
                </a:lnTo>
                <a:lnTo>
                  <a:pt x="1095375" y="809625"/>
                </a:lnTo>
                <a:lnTo>
                  <a:pt x="1085850" y="809625"/>
                </a:lnTo>
                <a:close/>
                <a:moveTo>
                  <a:pt x="1276350" y="790575"/>
                </a:moveTo>
                <a:lnTo>
                  <a:pt x="1285875" y="790575"/>
                </a:lnTo>
                <a:lnTo>
                  <a:pt x="1285875" y="800100"/>
                </a:lnTo>
                <a:lnTo>
                  <a:pt x="1276350" y="800100"/>
                </a:lnTo>
                <a:close/>
                <a:moveTo>
                  <a:pt x="1733550" y="790575"/>
                </a:moveTo>
                <a:lnTo>
                  <a:pt x="1743075" y="790575"/>
                </a:lnTo>
                <a:lnTo>
                  <a:pt x="1743075" y="800100"/>
                </a:lnTo>
                <a:lnTo>
                  <a:pt x="1752600" y="800100"/>
                </a:lnTo>
                <a:lnTo>
                  <a:pt x="1752600" y="809625"/>
                </a:lnTo>
                <a:lnTo>
                  <a:pt x="1733550" y="809625"/>
                </a:lnTo>
                <a:close/>
                <a:moveTo>
                  <a:pt x="2009775" y="790575"/>
                </a:moveTo>
                <a:lnTo>
                  <a:pt x="2028825" y="790575"/>
                </a:lnTo>
                <a:lnTo>
                  <a:pt x="2028825" y="809625"/>
                </a:lnTo>
                <a:lnTo>
                  <a:pt x="2009775" y="809625"/>
                </a:lnTo>
                <a:close/>
                <a:moveTo>
                  <a:pt x="152400" y="800100"/>
                </a:moveTo>
                <a:lnTo>
                  <a:pt x="161925" y="800100"/>
                </a:lnTo>
                <a:lnTo>
                  <a:pt x="161925" y="809625"/>
                </a:lnTo>
                <a:lnTo>
                  <a:pt x="180975" y="809625"/>
                </a:lnTo>
                <a:lnTo>
                  <a:pt x="180975" y="819150"/>
                </a:lnTo>
                <a:lnTo>
                  <a:pt x="190500" y="819150"/>
                </a:lnTo>
                <a:lnTo>
                  <a:pt x="190500" y="828675"/>
                </a:lnTo>
                <a:lnTo>
                  <a:pt x="161925" y="828675"/>
                </a:lnTo>
                <a:lnTo>
                  <a:pt x="161925" y="819150"/>
                </a:lnTo>
                <a:lnTo>
                  <a:pt x="142875" y="819150"/>
                </a:lnTo>
                <a:lnTo>
                  <a:pt x="142875" y="809625"/>
                </a:lnTo>
                <a:lnTo>
                  <a:pt x="152400" y="809625"/>
                </a:lnTo>
                <a:close/>
                <a:moveTo>
                  <a:pt x="1714500" y="800100"/>
                </a:moveTo>
                <a:lnTo>
                  <a:pt x="1724025" y="800100"/>
                </a:lnTo>
                <a:lnTo>
                  <a:pt x="1724025" y="809625"/>
                </a:lnTo>
                <a:lnTo>
                  <a:pt x="1714500" y="809625"/>
                </a:lnTo>
                <a:close/>
                <a:moveTo>
                  <a:pt x="1076325" y="809625"/>
                </a:moveTo>
                <a:lnTo>
                  <a:pt x="1085850" y="809625"/>
                </a:lnTo>
                <a:lnTo>
                  <a:pt x="1085850" y="819150"/>
                </a:lnTo>
                <a:lnTo>
                  <a:pt x="1076325" y="819150"/>
                </a:lnTo>
                <a:close/>
                <a:moveTo>
                  <a:pt x="1247775" y="809625"/>
                </a:moveTo>
                <a:lnTo>
                  <a:pt x="1257300" y="809625"/>
                </a:lnTo>
                <a:lnTo>
                  <a:pt x="1257300" y="828675"/>
                </a:lnTo>
                <a:lnTo>
                  <a:pt x="1247775" y="828675"/>
                </a:lnTo>
                <a:lnTo>
                  <a:pt x="1247775" y="838200"/>
                </a:lnTo>
                <a:lnTo>
                  <a:pt x="1238250" y="838200"/>
                </a:lnTo>
                <a:lnTo>
                  <a:pt x="1238250" y="819150"/>
                </a:lnTo>
                <a:lnTo>
                  <a:pt x="1247775" y="819150"/>
                </a:lnTo>
                <a:close/>
                <a:moveTo>
                  <a:pt x="1285875" y="809625"/>
                </a:moveTo>
                <a:lnTo>
                  <a:pt x="1295400" y="809625"/>
                </a:lnTo>
                <a:lnTo>
                  <a:pt x="1295400" y="819150"/>
                </a:lnTo>
                <a:lnTo>
                  <a:pt x="1285875" y="819150"/>
                </a:lnTo>
                <a:close/>
                <a:moveTo>
                  <a:pt x="1304925" y="809625"/>
                </a:moveTo>
                <a:lnTo>
                  <a:pt x="1314450" y="809625"/>
                </a:lnTo>
                <a:lnTo>
                  <a:pt x="1314450" y="819150"/>
                </a:lnTo>
                <a:lnTo>
                  <a:pt x="1304925" y="819150"/>
                </a:lnTo>
                <a:close/>
                <a:moveTo>
                  <a:pt x="1581150" y="809625"/>
                </a:moveTo>
                <a:lnTo>
                  <a:pt x="1590675" y="809625"/>
                </a:lnTo>
                <a:lnTo>
                  <a:pt x="1590675" y="819150"/>
                </a:lnTo>
                <a:lnTo>
                  <a:pt x="1581150" y="819150"/>
                </a:lnTo>
                <a:close/>
                <a:moveTo>
                  <a:pt x="1695450" y="809625"/>
                </a:moveTo>
                <a:lnTo>
                  <a:pt x="1704975" y="809625"/>
                </a:lnTo>
                <a:lnTo>
                  <a:pt x="1704975" y="819150"/>
                </a:lnTo>
                <a:lnTo>
                  <a:pt x="1695450" y="819150"/>
                </a:lnTo>
                <a:close/>
                <a:moveTo>
                  <a:pt x="1724025" y="809625"/>
                </a:moveTo>
                <a:lnTo>
                  <a:pt x="1733550" y="809625"/>
                </a:lnTo>
                <a:lnTo>
                  <a:pt x="1733550" y="819150"/>
                </a:lnTo>
                <a:lnTo>
                  <a:pt x="1724025" y="819150"/>
                </a:lnTo>
                <a:close/>
                <a:moveTo>
                  <a:pt x="552450" y="819150"/>
                </a:moveTo>
                <a:lnTo>
                  <a:pt x="581025" y="819150"/>
                </a:lnTo>
                <a:lnTo>
                  <a:pt x="581025" y="857250"/>
                </a:lnTo>
                <a:lnTo>
                  <a:pt x="561975" y="857250"/>
                </a:lnTo>
                <a:lnTo>
                  <a:pt x="561975" y="847725"/>
                </a:lnTo>
                <a:lnTo>
                  <a:pt x="552450" y="847725"/>
                </a:lnTo>
                <a:close/>
                <a:moveTo>
                  <a:pt x="1676400" y="819150"/>
                </a:moveTo>
                <a:lnTo>
                  <a:pt x="1695450" y="819150"/>
                </a:lnTo>
                <a:lnTo>
                  <a:pt x="1695450" y="838200"/>
                </a:lnTo>
                <a:lnTo>
                  <a:pt x="1685925" y="838200"/>
                </a:lnTo>
                <a:lnTo>
                  <a:pt x="1685925" y="828675"/>
                </a:lnTo>
                <a:lnTo>
                  <a:pt x="1676400" y="828675"/>
                </a:lnTo>
                <a:close/>
                <a:moveTo>
                  <a:pt x="1704975" y="819150"/>
                </a:moveTo>
                <a:lnTo>
                  <a:pt x="1714500" y="819150"/>
                </a:lnTo>
                <a:lnTo>
                  <a:pt x="1714500" y="828675"/>
                </a:lnTo>
                <a:lnTo>
                  <a:pt x="1704975" y="828675"/>
                </a:lnTo>
                <a:close/>
                <a:moveTo>
                  <a:pt x="190500" y="828675"/>
                </a:moveTo>
                <a:lnTo>
                  <a:pt x="200025" y="828675"/>
                </a:lnTo>
                <a:lnTo>
                  <a:pt x="200025" y="838200"/>
                </a:lnTo>
                <a:lnTo>
                  <a:pt x="190500" y="838200"/>
                </a:lnTo>
                <a:close/>
                <a:moveTo>
                  <a:pt x="295275" y="828675"/>
                </a:moveTo>
                <a:lnTo>
                  <a:pt x="314325" y="828675"/>
                </a:lnTo>
                <a:lnTo>
                  <a:pt x="314325" y="847725"/>
                </a:lnTo>
                <a:lnTo>
                  <a:pt x="323850" y="847725"/>
                </a:lnTo>
                <a:lnTo>
                  <a:pt x="323850" y="876300"/>
                </a:lnTo>
                <a:lnTo>
                  <a:pt x="314325" y="876300"/>
                </a:lnTo>
                <a:lnTo>
                  <a:pt x="314325" y="885825"/>
                </a:lnTo>
                <a:lnTo>
                  <a:pt x="304800" y="885825"/>
                </a:lnTo>
                <a:lnTo>
                  <a:pt x="304800" y="895350"/>
                </a:lnTo>
                <a:lnTo>
                  <a:pt x="285750" y="895350"/>
                </a:lnTo>
                <a:lnTo>
                  <a:pt x="285750" y="885825"/>
                </a:lnTo>
                <a:lnTo>
                  <a:pt x="266700" y="885825"/>
                </a:lnTo>
                <a:lnTo>
                  <a:pt x="266700" y="876300"/>
                </a:lnTo>
                <a:lnTo>
                  <a:pt x="247650" y="876300"/>
                </a:lnTo>
                <a:lnTo>
                  <a:pt x="247650" y="866775"/>
                </a:lnTo>
                <a:lnTo>
                  <a:pt x="228600" y="866775"/>
                </a:lnTo>
                <a:lnTo>
                  <a:pt x="228600" y="857250"/>
                </a:lnTo>
                <a:lnTo>
                  <a:pt x="209550" y="857250"/>
                </a:lnTo>
                <a:lnTo>
                  <a:pt x="209550" y="847725"/>
                </a:lnTo>
                <a:lnTo>
                  <a:pt x="200025" y="847725"/>
                </a:lnTo>
                <a:lnTo>
                  <a:pt x="200025" y="838200"/>
                </a:lnTo>
                <a:lnTo>
                  <a:pt x="228600" y="838200"/>
                </a:lnTo>
                <a:lnTo>
                  <a:pt x="228600" y="847725"/>
                </a:lnTo>
                <a:lnTo>
                  <a:pt x="247650" y="847725"/>
                </a:lnTo>
                <a:lnTo>
                  <a:pt x="247650" y="857250"/>
                </a:lnTo>
                <a:lnTo>
                  <a:pt x="266700" y="857250"/>
                </a:lnTo>
                <a:lnTo>
                  <a:pt x="266700" y="866775"/>
                </a:lnTo>
                <a:lnTo>
                  <a:pt x="285750" y="866775"/>
                </a:lnTo>
                <a:lnTo>
                  <a:pt x="285750" y="876300"/>
                </a:lnTo>
                <a:lnTo>
                  <a:pt x="304800" y="876300"/>
                </a:lnTo>
                <a:lnTo>
                  <a:pt x="304800" y="838200"/>
                </a:lnTo>
                <a:lnTo>
                  <a:pt x="295275" y="838200"/>
                </a:lnTo>
                <a:close/>
                <a:moveTo>
                  <a:pt x="619125" y="828675"/>
                </a:moveTo>
                <a:lnTo>
                  <a:pt x="628650" y="828675"/>
                </a:lnTo>
                <a:lnTo>
                  <a:pt x="628650" y="838200"/>
                </a:lnTo>
                <a:lnTo>
                  <a:pt x="619125" y="838200"/>
                </a:lnTo>
                <a:close/>
                <a:moveTo>
                  <a:pt x="1666875" y="828675"/>
                </a:moveTo>
                <a:lnTo>
                  <a:pt x="1676400" y="828675"/>
                </a:lnTo>
                <a:lnTo>
                  <a:pt x="1676400" y="838200"/>
                </a:lnTo>
                <a:lnTo>
                  <a:pt x="1685925" y="838200"/>
                </a:lnTo>
                <a:lnTo>
                  <a:pt x="1685925" y="847725"/>
                </a:lnTo>
                <a:lnTo>
                  <a:pt x="1666875" y="847725"/>
                </a:lnTo>
                <a:close/>
                <a:moveTo>
                  <a:pt x="1209675" y="838200"/>
                </a:moveTo>
                <a:lnTo>
                  <a:pt x="1219200" y="838200"/>
                </a:lnTo>
                <a:lnTo>
                  <a:pt x="1219200" y="847725"/>
                </a:lnTo>
                <a:lnTo>
                  <a:pt x="1228725" y="847725"/>
                </a:lnTo>
                <a:lnTo>
                  <a:pt x="1228725" y="838200"/>
                </a:lnTo>
                <a:lnTo>
                  <a:pt x="1238250" y="838200"/>
                </a:lnTo>
                <a:lnTo>
                  <a:pt x="1238250" y="847725"/>
                </a:lnTo>
                <a:lnTo>
                  <a:pt x="1228725" y="847725"/>
                </a:lnTo>
                <a:lnTo>
                  <a:pt x="1228725" y="857250"/>
                </a:lnTo>
                <a:lnTo>
                  <a:pt x="1219200" y="857250"/>
                </a:lnTo>
                <a:lnTo>
                  <a:pt x="1219200" y="876300"/>
                </a:lnTo>
                <a:lnTo>
                  <a:pt x="1200150" y="876300"/>
                </a:lnTo>
                <a:lnTo>
                  <a:pt x="1200150" y="847725"/>
                </a:lnTo>
                <a:lnTo>
                  <a:pt x="1209675" y="847725"/>
                </a:lnTo>
                <a:close/>
                <a:moveTo>
                  <a:pt x="1571625" y="838200"/>
                </a:moveTo>
                <a:lnTo>
                  <a:pt x="1581150" y="838200"/>
                </a:lnTo>
                <a:lnTo>
                  <a:pt x="1581150" y="847725"/>
                </a:lnTo>
                <a:lnTo>
                  <a:pt x="1571625" y="847725"/>
                </a:lnTo>
                <a:close/>
                <a:moveTo>
                  <a:pt x="1647825" y="838200"/>
                </a:moveTo>
                <a:lnTo>
                  <a:pt x="1657350" y="838200"/>
                </a:lnTo>
                <a:lnTo>
                  <a:pt x="1657350" y="847725"/>
                </a:lnTo>
                <a:lnTo>
                  <a:pt x="1647825" y="847725"/>
                </a:lnTo>
                <a:close/>
                <a:moveTo>
                  <a:pt x="1628775" y="847725"/>
                </a:moveTo>
                <a:lnTo>
                  <a:pt x="1638300" y="847725"/>
                </a:lnTo>
                <a:lnTo>
                  <a:pt x="1638300" y="857250"/>
                </a:lnTo>
                <a:lnTo>
                  <a:pt x="1628775" y="857250"/>
                </a:lnTo>
                <a:close/>
                <a:moveTo>
                  <a:pt x="1657350" y="847725"/>
                </a:moveTo>
                <a:lnTo>
                  <a:pt x="1666875" y="847725"/>
                </a:lnTo>
                <a:lnTo>
                  <a:pt x="1666875" y="857250"/>
                </a:lnTo>
                <a:lnTo>
                  <a:pt x="1657350" y="857250"/>
                </a:lnTo>
                <a:close/>
                <a:moveTo>
                  <a:pt x="1285875" y="857250"/>
                </a:moveTo>
                <a:lnTo>
                  <a:pt x="1295400" y="857250"/>
                </a:lnTo>
                <a:lnTo>
                  <a:pt x="1295400" y="866775"/>
                </a:lnTo>
                <a:lnTo>
                  <a:pt x="1285875" y="866775"/>
                </a:lnTo>
                <a:close/>
                <a:moveTo>
                  <a:pt x="1304925" y="857250"/>
                </a:moveTo>
                <a:lnTo>
                  <a:pt x="1314450" y="857250"/>
                </a:lnTo>
                <a:lnTo>
                  <a:pt x="1314450" y="866775"/>
                </a:lnTo>
                <a:lnTo>
                  <a:pt x="1304925" y="866775"/>
                </a:lnTo>
                <a:close/>
                <a:moveTo>
                  <a:pt x="1609725" y="857250"/>
                </a:moveTo>
                <a:lnTo>
                  <a:pt x="1628775" y="857250"/>
                </a:lnTo>
                <a:lnTo>
                  <a:pt x="1628775" y="876300"/>
                </a:lnTo>
                <a:lnTo>
                  <a:pt x="1619250" y="876300"/>
                </a:lnTo>
                <a:lnTo>
                  <a:pt x="1619250" y="866775"/>
                </a:lnTo>
                <a:lnTo>
                  <a:pt x="1609725" y="866775"/>
                </a:lnTo>
                <a:close/>
                <a:moveTo>
                  <a:pt x="1638300" y="857250"/>
                </a:moveTo>
                <a:lnTo>
                  <a:pt x="1647825" y="857250"/>
                </a:lnTo>
                <a:lnTo>
                  <a:pt x="1647825" y="866775"/>
                </a:lnTo>
                <a:lnTo>
                  <a:pt x="1638300" y="866775"/>
                </a:lnTo>
                <a:close/>
                <a:moveTo>
                  <a:pt x="1543050" y="866775"/>
                </a:moveTo>
                <a:lnTo>
                  <a:pt x="1552575" y="866775"/>
                </a:lnTo>
                <a:lnTo>
                  <a:pt x="1552575" y="876300"/>
                </a:lnTo>
                <a:lnTo>
                  <a:pt x="1543050" y="876300"/>
                </a:lnTo>
                <a:close/>
                <a:moveTo>
                  <a:pt x="1562100" y="866775"/>
                </a:moveTo>
                <a:lnTo>
                  <a:pt x="1581150" y="866775"/>
                </a:lnTo>
                <a:lnTo>
                  <a:pt x="1581150" y="876300"/>
                </a:lnTo>
                <a:lnTo>
                  <a:pt x="1590675" y="876300"/>
                </a:lnTo>
                <a:lnTo>
                  <a:pt x="1590675" y="866775"/>
                </a:lnTo>
                <a:lnTo>
                  <a:pt x="1609725" y="866775"/>
                </a:lnTo>
                <a:lnTo>
                  <a:pt x="1609725" y="885825"/>
                </a:lnTo>
                <a:lnTo>
                  <a:pt x="1600200" y="885825"/>
                </a:lnTo>
                <a:lnTo>
                  <a:pt x="1600200" y="876300"/>
                </a:lnTo>
                <a:lnTo>
                  <a:pt x="1590675" y="876300"/>
                </a:lnTo>
                <a:lnTo>
                  <a:pt x="1590675" y="895350"/>
                </a:lnTo>
                <a:lnTo>
                  <a:pt x="1571625" y="895350"/>
                </a:lnTo>
                <a:lnTo>
                  <a:pt x="1571625" y="876300"/>
                </a:lnTo>
                <a:lnTo>
                  <a:pt x="1562100" y="876300"/>
                </a:lnTo>
                <a:close/>
                <a:moveTo>
                  <a:pt x="323850" y="876300"/>
                </a:moveTo>
                <a:lnTo>
                  <a:pt x="333375" y="876300"/>
                </a:lnTo>
                <a:lnTo>
                  <a:pt x="333375" y="885825"/>
                </a:lnTo>
                <a:lnTo>
                  <a:pt x="323850" y="885825"/>
                </a:lnTo>
                <a:close/>
                <a:moveTo>
                  <a:pt x="561975" y="876300"/>
                </a:moveTo>
                <a:lnTo>
                  <a:pt x="571500" y="876300"/>
                </a:lnTo>
                <a:lnTo>
                  <a:pt x="571500" y="885825"/>
                </a:lnTo>
                <a:lnTo>
                  <a:pt x="561975" y="885825"/>
                </a:lnTo>
                <a:close/>
                <a:moveTo>
                  <a:pt x="971550" y="876300"/>
                </a:moveTo>
                <a:lnTo>
                  <a:pt x="1000125" y="876300"/>
                </a:lnTo>
                <a:lnTo>
                  <a:pt x="1000125" y="895350"/>
                </a:lnTo>
                <a:lnTo>
                  <a:pt x="971550" y="895350"/>
                </a:lnTo>
                <a:close/>
                <a:moveTo>
                  <a:pt x="1276350" y="876300"/>
                </a:moveTo>
                <a:lnTo>
                  <a:pt x="1285875" y="876300"/>
                </a:lnTo>
                <a:lnTo>
                  <a:pt x="1285875" y="885825"/>
                </a:lnTo>
                <a:lnTo>
                  <a:pt x="1276350" y="885825"/>
                </a:lnTo>
                <a:close/>
                <a:moveTo>
                  <a:pt x="590550" y="885825"/>
                </a:moveTo>
                <a:lnTo>
                  <a:pt x="600075" y="885825"/>
                </a:lnTo>
                <a:lnTo>
                  <a:pt x="600075" y="895350"/>
                </a:lnTo>
                <a:lnTo>
                  <a:pt x="590550" y="895350"/>
                </a:lnTo>
                <a:close/>
                <a:moveTo>
                  <a:pt x="647700" y="885825"/>
                </a:moveTo>
                <a:lnTo>
                  <a:pt x="676275" y="885825"/>
                </a:lnTo>
                <a:lnTo>
                  <a:pt x="676275" y="904875"/>
                </a:lnTo>
                <a:lnTo>
                  <a:pt x="657225" y="904875"/>
                </a:lnTo>
                <a:lnTo>
                  <a:pt x="657225" y="914400"/>
                </a:lnTo>
                <a:lnTo>
                  <a:pt x="647700" y="914400"/>
                </a:lnTo>
                <a:close/>
                <a:moveTo>
                  <a:pt x="304800" y="895350"/>
                </a:moveTo>
                <a:lnTo>
                  <a:pt x="314325" y="895350"/>
                </a:lnTo>
                <a:lnTo>
                  <a:pt x="314325" y="904875"/>
                </a:lnTo>
                <a:lnTo>
                  <a:pt x="304800" y="904875"/>
                </a:lnTo>
                <a:close/>
                <a:moveTo>
                  <a:pt x="600075" y="895350"/>
                </a:moveTo>
                <a:lnTo>
                  <a:pt x="609600" y="895350"/>
                </a:lnTo>
                <a:lnTo>
                  <a:pt x="609600" y="904875"/>
                </a:lnTo>
                <a:lnTo>
                  <a:pt x="600075" y="904875"/>
                </a:lnTo>
                <a:close/>
                <a:moveTo>
                  <a:pt x="1285875" y="895350"/>
                </a:moveTo>
                <a:lnTo>
                  <a:pt x="1295400" y="895350"/>
                </a:lnTo>
                <a:lnTo>
                  <a:pt x="1295400" y="904875"/>
                </a:lnTo>
                <a:lnTo>
                  <a:pt x="1285875" y="904875"/>
                </a:lnTo>
                <a:close/>
                <a:moveTo>
                  <a:pt x="1562100" y="895350"/>
                </a:moveTo>
                <a:lnTo>
                  <a:pt x="1571625" y="895350"/>
                </a:lnTo>
                <a:lnTo>
                  <a:pt x="1571625" y="904875"/>
                </a:lnTo>
                <a:lnTo>
                  <a:pt x="1562100" y="904875"/>
                </a:lnTo>
                <a:close/>
                <a:moveTo>
                  <a:pt x="952500" y="904875"/>
                </a:moveTo>
                <a:lnTo>
                  <a:pt x="962025" y="904875"/>
                </a:lnTo>
                <a:lnTo>
                  <a:pt x="962025" y="914400"/>
                </a:lnTo>
                <a:lnTo>
                  <a:pt x="981075" y="914400"/>
                </a:lnTo>
                <a:lnTo>
                  <a:pt x="981075" y="904875"/>
                </a:lnTo>
                <a:lnTo>
                  <a:pt x="990600" y="904875"/>
                </a:lnTo>
                <a:lnTo>
                  <a:pt x="990600" y="914400"/>
                </a:lnTo>
                <a:lnTo>
                  <a:pt x="981075" y="914400"/>
                </a:lnTo>
                <a:lnTo>
                  <a:pt x="981075" y="923925"/>
                </a:lnTo>
                <a:lnTo>
                  <a:pt x="952500" y="923925"/>
                </a:lnTo>
                <a:lnTo>
                  <a:pt x="952500" y="933450"/>
                </a:lnTo>
                <a:lnTo>
                  <a:pt x="942975" y="933450"/>
                </a:lnTo>
                <a:lnTo>
                  <a:pt x="942975" y="914400"/>
                </a:lnTo>
                <a:lnTo>
                  <a:pt x="952500" y="914400"/>
                </a:lnTo>
                <a:close/>
                <a:moveTo>
                  <a:pt x="1219200" y="904875"/>
                </a:moveTo>
                <a:lnTo>
                  <a:pt x="1228725" y="904875"/>
                </a:lnTo>
                <a:lnTo>
                  <a:pt x="1228725" y="914400"/>
                </a:lnTo>
                <a:lnTo>
                  <a:pt x="1219200" y="914400"/>
                </a:lnTo>
                <a:close/>
                <a:moveTo>
                  <a:pt x="1247775" y="904875"/>
                </a:moveTo>
                <a:lnTo>
                  <a:pt x="1257300" y="904875"/>
                </a:lnTo>
                <a:lnTo>
                  <a:pt x="1257300" y="914400"/>
                </a:lnTo>
                <a:lnTo>
                  <a:pt x="1247775" y="914400"/>
                </a:lnTo>
                <a:close/>
                <a:moveTo>
                  <a:pt x="1276350" y="904875"/>
                </a:moveTo>
                <a:lnTo>
                  <a:pt x="1285875" y="904875"/>
                </a:lnTo>
                <a:lnTo>
                  <a:pt x="1285875" y="914400"/>
                </a:lnTo>
                <a:lnTo>
                  <a:pt x="1276350" y="914400"/>
                </a:lnTo>
                <a:close/>
                <a:moveTo>
                  <a:pt x="638175" y="914400"/>
                </a:moveTo>
                <a:lnTo>
                  <a:pt x="647700" y="914400"/>
                </a:lnTo>
                <a:lnTo>
                  <a:pt x="647700" y="933450"/>
                </a:lnTo>
                <a:lnTo>
                  <a:pt x="638175" y="933450"/>
                </a:lnTo>
                <a:close/>
                <a:moveTo>
                  <a:pt x="1257300" y="914400"/>
                </a:moveTo>
                <a:lnTo>
                  <a:pt x="1276350" y="914400"/>
                </a:lnTo>
                <a:lnTo>
                  <a:pt x="1276350" y="923925"/>
                </a:lnTo>
                <a:lnTo>
                  <a:pt x="1257300" y="923925"/>
                </a:lnTo>
                <a:close/>
                <a:moveTo>
                  <a:pt x="1190625" y="923925"/>
                </a:moveTo>
                <a:lnTo>
                  <a:pt x="1200150" y="923925"/>
                </a:lnTo>
                <a:lnTo>
                  <a:pt x="1200150" y="942975"/>
                </a:lnTo>
                <a:lnTo>
                  <a:pt x="1190625" y="942975"/>
                </a:lnTo>
                <a:close/>
                <a:moveTo>
                  <a:pt x="1247775" y="923925"/>
                </a:moveTo>
                <a:lnTo>
                  <a:pt x="1257300" y="923925"/>
                </a:lnTo>
                <a:lnTo>
                  <a:pt x="1257300" y="933450"/>
                </a:lnTo>
                <a:lnTo>
                  <a:pt x="1247775" y="933450"/>
                </a:lnTo>
                <a:close/>
                <a:moveTo>
                  <a:pt x="647700" y="933450"/>
                </a:moveTo>
                <a:lnTo>
                  <a:pt x="657225" y="933450"/>
                </a:lnTo>
                <a:lnTo>
                  <a:pt x="657225" y="942975"/>
                </a:lnTo>
                <a:lnTo>
                  <a:pt x="647700" y="942975"/>
                </a:lnTo>
                <a:close/>
                <a:moveTo>
                  <a:pt x="657225" y="942975"/>
                </a:moveTo>
                <a:lnTo>
                  <a:pt x="666750" y="942975"/>
                </a:lnTo>
                <a:lnTo>
                  <a:pt x="666750" y="952500"/>
                </a:lnTo>
                <a:lnTo>
                  <a:pt x="657225" y="952500"/>
                </a:lnTo>
                <a:close/>
                <a:moveTo>
                  <a:pt x="676275" y="942975"/>
                </a:moveTo>
                <a:lnTo>
                  <a:pt x="685800" y="942975"/>
                </a:lnTo>
                <a:lnTo>
                  <a:pt x="685800" y="952500"/>
                </a:lnTo>
                <a:lnTo>
                  <a:pt x="676275" y="952500"/>
                </a:lnTo>
                <a:close/>
                <a:moveTo>
                  <a:pt x="1200150" y="971550"/>
                </a:moveTo>
                <a:lnTo>
                  <a:pt x="1209675" y="971550"/>
                </a:lnTo>
                <a:lnTo>
                  <a:pt x="1209675" y="981075"/>
                </a:lnTo>
                <a:lnTo>
                  <a:pt x="1200150" y="981075"/>
                </a:lnTo>
                <a:close/>
                <a:moveTo>
                  <a:pt x="666750" y="981075"/>
                </a:moveTo>
                <a:lnTo>
                  <a:pt x="676275" y="981075"/>
                </a:lnTo>
                <a:lnTo>
                  <a:pt x="676275" y="990600"/>
                </a:lnTo>
                <a:lnTo>
                  <a:pt x="666750" y="990600"/>
                </a:lnTo>
                <a:close/>
                <a:moveTo>
                  <a:pt x="685800" y="981075"/>
                </a:moveTo>
                <a:lnTo>
                  <a:pt x="695325" y="981075"/>
                </a:lnTo>
                <a:lnTo>
                  <a:pt x="695325" y="990600"/>
                </a:lnTo>
                <a:lnTo>
                  <a:pt x="685800" y="990600"/>
                </a:lnTo>
                <a:close/>
                <a:moveTo>
                  <a:pt x="923925" y="981075"/>
                </a:moveTo>
                <a:lnTo>
                  <a:pt x="933450" y="981075"/>
                </a:lnTo>
                <a:lnTo>
                  <a:pt x="933450" y="990600"/>
                </a:lnTo>
                <a:lnTo>
                  <a:pt x="923925" y="990600"/>
                </a:lnTo>
                <a:close/>
                <a:moveTo>
                  <a:pt x="1009650" y="990600"/>
                </a:moveTo>
                <a:lnTo>
                  <a:pt x="1019175" y="990600"/>
                </a:lnTo>
                <a:lnTo>
                  <a:pt x="1019175" y="1000125"/>
                </a:lnTo>
                <a:lnTo>
                  <a:pt x="1009650" y="1000125"/>
                </a:lnTo>
                <a:close/>
                <a:moveTo>
                  <a:pt x="885825" y="1000125"/>
                </a:moveTo>
                <a:lnTo>
                  <a:pt x="895350" y="1000125"/>
                </a:lnTo>
                <a:lnTo>
                  <a:pt x="895350" y="1009650"/>
                </a:lnTo>
                <a:lnTo>
                  <a:pt x="885825" y="1009650"/>
                </a:lnTo>
                <a:close/>
                <a:moveTo>
                  <a:pt x="923925" y="1000125"/>
                </a:moveTo>
                <a:lnTo>
                  <a:pt x="933450" y="1000125"/>
                </a:lnTo>
                <a:lnTo>
                  <a:pt x="933450" y="1009650"/>
                </a:lnTo>
                <a:lnTo>
                  <a:pt x="923925" y="1009650"/>
                </a:lnTo>
                <a:close/>
                <a:moveTo>
                  <a:pt x="1019175" y="1000125"/>
                </a:moveTo>
                <a:lnTo>
                  <a:pt x="1028700" y="1000125"/>
                </a:lnTo>
                <a:lnTo>
                  <a:pt x="1028700" y="1019175"/>
                </a:lnTo>
                <a:lnTo>
                  <a:pt x="1019175" y="1019175"/>
                </a:lnTo>
                <a:close/>
                <a:moveTo>
                  <a:pt x="1190625" y="1000125"/>
                </a:moveTo>
                <a:lnTo>
                  <a:pt x="1200150" y="1000125"/>
                </a:lnTo>
                <a:lnTo>
                  <a:pt x="1200150" y="1009650"/>
                </a:lnTo>
                <a:lnTo>
                  <a:pt x="1190625" y="1009650"/>
                </a:lnTo>
                <a:close/>
                <a:moveTo>
                  <a:pt x="676275" y="1009650"/>
                </a:moveTo>
                <a:lnTo>
                  <a:pt x="685800" y="1009650"/>
                </a:lnTo>
                <a:lnTo>
                  <a:pt x="685800" y="1019175"/>
                </a:lnTo>
                <a:lnTo>
                  <a:pt x="676275" y="1019175"/>
                </a:lnTo>
                <a:close/>
                <a:moveTo>
                  <a:pt x="876300" y="1009650"/>
                </a:moveTo>
                <a:lnTo>
                  <a:pt x="885825" y="1009650"/>
                </a:lnTo>
                <a:lnTo>
                  <a:pt x="885825" y="1019175"/>
                </a:lnTo>
                <a:lnTo>
                  <a:pt x="876300" y="1019175"/>
                </a:lnTo>
                <a:close/>
                <a:moveTo>
                  <a:pt x="904875" y="1009650"/>
                </a:moveTo>
                <a:lnTo>
                  <a:pt x="914400" y="1009650"/>
                </a:lnTo>
                <a:lnTo>
                  <a:pt x="914400" y="1019175"/>
                </a:lnTo>
                <a:lnTo>
                  <a:pt x="904875" y="1019175"/>
                </a:lnTo>
                <a:close/>
                <a:moveTo>
                  <a:pt x="1000125" y="1019175"/>
                </a:moveTo>
                <a:lnTo>
                  <a:pt x="1009650" y="1019175"/>
                </a:lnTo>
                <a:lnTo>
                  <a:pt x="1009650" y="1028700"/>
                </a:lnTo>
                <a:lnTo>
                  <a:pt x="1000125" y="1028700"/>
                </a:lnTo>
                <a:close/>
                <a:moveTo>
                  <a:pt x="1028700" y="1019175"/>
                </a:moveTo>
                <a:lnTo>
                  <a:pt x="1038225" y="1019175"/>
                </a:lnTo>
                <a:lnTo>
                  <a:pt x="1038225" y="1038225"/>
                </a:lnTo>
                <a:lnTo>
                  <a:pt x="1028700" y="1038225"/>
                </a:lnTo>
                <a:lnTo>
                  <a:pt x="1028700" y="1047750"/>
                </a:lnTo>
                <a:lnTo>
                  <a:pt x="1019175" y="1047750"/>
                </a:lnTo>
                <a:lnTo>
                  <a:pt x="1019175" y="1028700"/>
                </a:lnTo>
                <a:lnTo>
                  <a:pt x="1028700" y="1028700"/>
                </a:lnTo>
                <a:close/>
                <a:moveTo>
                  <a:pt x="685800" y="1028700"/>
                </a:moveTo>
                <a:lnTo>
                  <a:pt x="695325" y="1028700"/>
                </a:lnTo>
                <a:lnTo>
                  <a:pt x="695325" y="1038225"/>
                </a:lnTo>
                <a:lnTo>
                  <a:pt x="685800" y="1038225"/>
                </a:lnTo>
                <a:close/>
                <a:moveTo>
                  <a:pt x="952500" y="1028700"/>
                </a:moveTo>
                <a:lnTo>
                  <a:pt x="971550" y="1028700"/>
                </a:lnTo>
                <a:lnTo>
                  <a:pt x="971550" y="1047750"/>
                </a:lnTo>
                <a:lnTo>
                  <a:pt x="942975" y="1047750"/>
                </a:lnTo>
                <a:lnTo>
                  <a:pt x="942975" y="1057275"/>
                </a:lnTo>
                <a:lnTo>
                  <a:pt x="923925" y="1057275"/>
                </a:lnTo>
                <a:lnTo>
                  <a:pt x="923925" y="1038225"/>
                </a:lnTo>
                <a:lnTo>
                  <a:pt x="952500" y="1038225"/>
                </a:lnTo>
                <a:close/>
                <a:moveTo>
                  <a:pt x="714375" y="1038225"/>
                </a:moveTo>
                <a:lnTo>
                  <a:pt x="723900" y="1038225"/>
                </a:lnTo>
                <a:lnTo>
                  <a:pt x="723900" y="1047750"/>
                </a:lnTo>
                <a:lnTo>
                  <a:pt x="714375" y="1047750"/>
                </a:lnTo>
                <a:close/>
                <a:moveTo>
                  <a:pt x="866775" y="1047750"/>
                </a:moveTo>
                <a:lnTo>
                  <a:pt x="876300" y="1047750"/>
                </a:lnTo>
                <a:lnTo>
                  <a:pt x="876300" y="1057275"/>
                </a:lnTo>
                <a:lnTo>
                  <a:pt x="866775" y="1057275"/>
                </a:lnTo>
                <a:close/>
                <a:moveTo>
                  <a:pt x="1162050" y="1057275"/>
                </a:moveTo>
                <a:lnTo>
                  <a:pt x="1171575" y="1057275"/>
                </a:lnTo>
                <a:lnTo>
                  <a:pt x="1171575" y="1066800"/>
                </a:lnTo>
                <a:lnTo>
                  <a:pt x="1162050" y="1066800"/>
                </a:lnTo>
                <a:close/>
                <a:moveTo>
                  <a:pt x="733425" y="1066800"/>
                </a:moveTo>
                <a:lnTo>
                  <a:pt x="742950" y="1066800"/>
                </a:lnTo>
                <a:lnTo>
                  <a:pt x="742950" y="1076325"/>
                </a:lnTo>
                <a:lnTo>
                  <a:pt x="733425" y="1076325"/>
                </a:lnTo>
                <a:close/>
                <a:moveTo>
                  <a:pt x="714375" y="1076325"/>
                </a:moveTo>
                <a:lnTo>
                  <a:pt x="723900" y="1076325"/>
                </a:lnTo>
                <a:lnTo>
                  <a:pt x="723900" y="1085850"/>
                </a:lnTo>
                <a:lnTo>
                  <a:pt x="714375" y="1085850"/>
                </a:lnTo>
                <a:close/>
                <a:moveTo>
                  <a:pt x="1123950" y="1076325"/>
                </a:moveTo>
                <a:lnTo>
                  <a:pt x="1133475" y="1076325"/>
                </a:lnTo>
                <a:lnTo>
                  <a:pt x="1133475" y="1085850"/>
                </a:lnTo>
                <a:lnTo>
                  <a:pt x="1123950" y="1085850"/>
                </a:lnTo>
                <a:close/>
                <a:moveTo>
                  <a:pt x="723900" y="1085850"/>
                </a:moveTo>
                <a:lnTo>
                  <a:pt x="733425" y="1085850"/>
                </a:lnTo>
                <a:lnTo>
                  <a:pt x="733425" y="1095375"/>
                </a:lnTo>
                <a:lnTo>
                  <a:pt x="723900" y="1095375"/>
                </a:lnTo>
                <a:close/>
                <a:moveTo>
                  <a:pt x="1114425" y="1085850"/>
                </a:moveTo>
                <a:lnTo>
                  <a:pt x="1123950" y="1085850"/>
                </a:lnTo>
                <a:lnTo>
                  <a:pt x="1123950" y="1095375"/>
                </a:lnTo>
                <a:lnTo>
                  <a:pt x="1114425" y="1095375"/>
                </a:lnTo>
                <a:close/>
                <a:moveTo>
                  <a:pt x="1104900" y="1095375"/>
                </a:moveTo>
                <a:lnTo>
                  <a:pt x="1114425" y="1095375"/>
                </a:lnTo>
                <a:lnTo>
                  <a:pt x="1114425" y="1104900"/>
                </a:lnTo>
                <a:lnTo>
                  <a:pt x="1104900" y="1104900"/>
                </a:lnTo>
                <a:close/>
                <a:moveTo>
                  <a:pt x="1095375" y="1104900"/>
                </a:moveTo>
                <a:lnTo>
                  <a:pt x="1104900" y="1104900"/>
                </a:lnTo>
                <a:lnTo>
                  <a:pt x="1104900" y="1114425"/>
                </a:lnTo>
                <a:lnTo>
                  <a:pt x="1095375" y="1114425"/>
                </a:lnTo>
                <a:close/>
                <a:moveTo>
                  <a:pt x="1123950" y="1104900"/>
                </a:moveTo>
                <a:lnTo>
                  <a:pt x="1133475" y="1104900"/>
                </a:lnTo>
                <a:lnTo>
                  <a:pt x="1133475" y="1114425"/>
                </a:lnTo>
                <a:lnTo>
                  <a:pt x="1123950" y="1114425"/>
                </a:lnTo>
                <a:close/>
                <a:moveTo>
                  <a:pt x="1085850" y="1114425"/>
                </a:moveTo>
                <a:lnTo>
                  <a:pt x="1095375" y="1114425"/>
                </a:lnTo>
                <a:lnTo>
                  <a:pt x="1095375" y="1123950"/>
                </a:lnTo>
                <a:lnTo>
                  <a:pt x="1085850" y="1123950"/>
                </a:lnTo>
                <a:close/>
                <a:moveTo>
                  <a:pt x="1114425" y="1114425"/>
                </a:moveTo>
                <a:lnTo>
                  <a:pt x="1123950" y="1114425"/>
                </a:lnTo>
                <a:lnTo>
                  <a:pt x="1123950" y="1123950"/>
                </a:lnTo>
                <a:lnTo>
                  <a:pt x="1114425" y="1123950"/>
                </a:lnTo>
                <a:close/>
                <a:moveTo>
                  <a:pt x="1076325" y="1123950"/>
                </a:moveTo>
                <a:lnTo>
                  <a:pt x="1085850" y="1123950"/>
                </a:lnTo>
                <a:lnTo>
                  <a:pt x="1085850" y="1133475"/>
                </a:lnTo>
                <a:lnTo>
                  <a:pt x="1076325" y="1133475"/>
                </a:lnTo>
                <a:close/>
                <a:moveTo>
                  <a:pt x="1104900" y="1123950"/>
                </a:moveTo>
                <a:lnTo>
                  <a:pt x="1114425" y="1123950"/>
                </a:lnTo>
                <a:lnTo>
                  <a:pt x="1114425" y="1133475"/>
                </a:lnTo>
                <a:lnTo>
                  <a:pt x="1104900" y="1133475"/>
                </a:lnTo>
                <a:close/>
                <a:moveTo>
                  <a:pt x="771525" y="1133475"/>
                </a:moveTo>
                <a:lnTo>
                  <a:pt x="781050" y="1133475"/>
                </a:lnTo>
                <a:lnTo>
                  <a:pt x="781050" y="1143000"/>
                </a:lnTo>
                <a:lnTo>
                  <a:pt x="771525" y="1143000"/>
                </a:lnTo>
                <a:close/>
                <a:moveTo>
                  <a:pt x="800100" y="1133475"/>
                </a:moveTo>
                <a:lnTo>
                  <a:pt x="809625" y="1133475"/>
                </a:lnTo>
                <a:lnTo>
                  <a:pt x="809625" y="1143000"/>
                </a:lnTo>
                <a:lnTo>
                  <a:pt x="800100" y="1143000"/>
                </a:lnTo>
                <a:close/>
                <a:moveTo>
                  <a:pt x="1095375" y="1133475"/>
                </a:moveTo>
                <a:lnTo>
                  <a:pt x="1104900" y="1133475"/>
                </a:lnTo>
                <a:lnTo>
                  <a:pt x="1104900" y="1143000"/>
                </a:lnTo>
                <a:lnTo>
                  <a:pt x="1095375" y="1143000"/>
                </a:lnTo>
                <a:close/>
                <a:moveTo>
                  <a:pt x="819150" y="1143000"/>
                </a:moveTo>
                <a:lnTo>
                  <a:pt x="828675" y="1143000"/>
                </a:lnTo>
                <a:lnTo>
                  <a:pt x="828675" y="1152525"/>
                </a:lnTo>
                <a:lnTo>
                  <a:pt x="819150" y="1152525"/>
                </a:lnTo>
                <a:close/>
                <a:moveTo>
                  <a:pt x="1047750" y="1143000"/>
                </a:moveTo>
                <a:lnTo>
                  <a:pt x="1057275" y="1143000"/>
                </a:lnTo>
                <a:lnTo>
                  <a:pt x="1057275" y="1152525"/>
                </a:lnTo>
                <a:lnTo>
                  <a:pt x="1047750" y="1152525"/>
                </a:lnTo>
                <a:close/>
                <a:moveTo>
                  <a:pt x="857250" y="1162050"/>
                </a:moveTo>
                <a:lnTo>
                  <a:pt x="866775" y="1162050"/>
                </a:lnTo>
                <a:lnTo>
                  <a:pt x="866775" y="1171575"/>
                </a:lnTo>
                <a:lnTo>
                  <a:pt x="857250" y="1171575"/>
                </a:lnTo>
                <a:close/>
                <a:moveTo>
                  <a:pt x="828675" y="1171575"/>
                </a:moveTo>
                <a:lnTo>
                  <a:pt x="838200" y="1171575"/>
                </a:lnTo>
                <a:lnTo>
                  <a:pt x="838200" y="1181100"/>
                </a:lnTo>
                <a:lnTo>
                  <a:pt x="828675" y="1181100"/>
                </a:lnTo>
                <a:close/>
                <a:moveTo>
                  <a:pt x="885825" y="1171575"/>
                </a:moveTo>
                <a:lnTo>
                  <a:pt x="904875" y="1171575"/>
                </a:lnTo>
                <a:lnTo>
                  <a:pt x="904875" y="1200150"/>
                </a:lnTo>
                <a:lnTo>
                  <a:pt x="895350" y="1200150"/>
                </a:lnTo>
                <a:lnTo>
                  <a:pt x="895350" y="1190625"/>
                </a:lnTo>
                <a:lnTo>
                  <a:pt x="885825" y="1190625"/>
                </a:lnTo>
                <a:close/>
                <a:moveTo>
                  <a:pt x="981075" y="1171575"/>
                </a:moveTo>
                <a:lnTo>
                  <a:pt x="990600" y="1171575"/>
                </a:lnTo>
                <a:lnTo>
                  <a:pt x="990600" y="1190625"/>
                </a:lnTo>
                <a:lnTo>
                  <a:pt x="981075" y="1190625"/>
                </a:lnTo>
                <a:lnTo>
                  <a:pt x="981075" y="1200150"/>
                </a:lnTo>
                <a:lnTo>
                  <a:pt x="971550" y="1200150"/>
                </a:lnTo>
                <a:lnTo>
                  <a:pt x="971550" y="1181100"/>
                </a:lnTo>
                <a:lnTo>
                  <a:pt x="981075" y="1181100"/>
                </a:lnTo>
                <a:close/>
                <a:moveTo>
                  <a:pt x="857250" y="1181100"/>
                </a:moveTo>
                <a:lnTo>
                  <a:pt x="866775" y="1181100"/>
                </a:lnTo>
                <a:lnTo>
                  <a:pt x="866775" y="1190625"/>
                </a:lnTo>
                <a:lnTo>
                  <a:pt x="857250" y="1190625"/>
                </a:lnTo>
                <a:close/>
                <a:moveTo>
                  <a:pt x="1009650" y="1181100"/>
                </a:moveTo>
                <a:lnTo>
                  <a:pt x="1019175" y="1181100"/>
                </a:lnTo>
                <a:lnTo>
                  <a:pt x="1019175" y="1190625"/>
                </a:lnTo>
                <a:lnTo>
                  <a:pt x="1009650" y="1190625"/>
                </a:lnTo>
                <a:close/>
                <a:moveTo>
                  <a:pt x="1114425" y="1200150"/>
                </a:moveTo>
                <a:lnTo>
                  <a:pt x="1123950" y="1200150"/>
                </a:lnTo>
                <a:lnTo>
                  <a:pt x="1123950" y="1209675"/>
                </a:lnTo>
                <a:lnTo>
                  <a:pt x="1114425" y="1209675"/>
                </a:lnTo>
                <a:close/>
                <a:moveTo>
                  <a:pt x="742950" y="1209675"/>
                </a:moveTo>
                <a:lnTo>
                  <a:pt x="771525" y="1209675"/>
                </a:lnTo>
                <a:lnTo>
                  <a:pt x="771525" y="1228725"/>
                </a:lnTo>
                <a:lnTo>
                  <a:pt x="762000" y="1228725"/>
                </a:lnTo>
                <a:lnTo>
                  <a:pt x="762000" y="1219200"/>
                </a:lnTo>
                <a:lnTo>
                  <a:pt x="742950" y="1219200"/>
                </a:lnTo>
                <a:close/>
                <a:moveTo>
                  <a:pt x="1104900" y="1219200"/>
                </a:moveTo>
                <a:lnTo>
                  <a:pt x="1114425" y="1219200"/>
                </a:lnTo>
                <a:lnTo>
                  <a:pt x="1114425" y="1228725"/>
                </a:lnTo>
                <a:lnTo>
                  <a:pt x="1104900" y="1228725"/>
                </a:lnTo>
                <a:close/>
                <a:moveTo>
                  <a:pt x="714375" y="1238250"/>
                </a:moveTo>
                <a:lnTo>
                  <a:pt x="723900" y="1238250"/>
                </a:lnTo>
                <a:lnTo>
                  <a:pt x="723900" y="1247775"/>
                </a:lnTo>
                <a:lnTo>
                  <a:pt x="714375" y="1247775"/>
                </a:lnTo>
                <a:close/>
                <a:moveTo>
                  <a:pt x="733425" y="1238250"/>
                </a:moveTo>
                <a:lnTo>
                  <a:pt x="742950" y="1238250"/>
                </a:lnTo>
                <a:lnTo>
                  <a:pt x="742950" y="1247775"/>
                </a:lnTo>
                <a:lnTo>
                  <a:pt x="733425" y="1247775"/>
                </a:lnTo>
                <a:close/>
                <a:moveTo>
                  <a:pt x="1133475" y="1238250"/>
                </a:moveTo>
                <a:lnTo>
                  <a:pt x="1143000" y="1238250"/>
                </a:lnTo>
                <a:lnTo>
                  <a:pt x="1143000" y="1247775"/>
                </a:lnTo>
                <a:lnTo>
                  <a:pt x="1133475" y="1247775"/>
                </a:lnTo>
                <a:close/>
                <a:moveTo>
                  <a:pt x="704850" y="1247775"/>
                </a:moveTo>
                <a:lnTo>
                  <a:pt x="714375" y="1247775"/>
                </a:lnTo>
                <a:lnTo>
                  <a:pt x="714375" y="1257300"/>
                </a:lnTo>
                <a:lnTo>
                  <a:pt x="704850" y="1257300"/>
                </a:lnTo>
                <a:close/>
                <a:moveTo>
                  <a:pt x="723900" y="1247775"/>
                </a:moveTo>
                <a:lnTo>
                  <a:pt x="733425" y="1247775"/>
                </a:lnTo>
                <a:lnTo>
                  <a:pt x="733425" y="1257300"/>
                </a:lnTo>
                <a:lnTo>
                  <a:pt x="723900" y="1257300"/>
                </a:lnTo>
                <a:close/>
                <a:moveTo>
                  <a:pt x="1095375" y="1247775"/>
                </a:moveTo>
                <a:lnTo>
                  <a:pt x="1104900" y="1247775"/>
                </a:lnTo>
                <a:lnTo>
                  <a:pt x="1104900" y="1266825"/>
                </a:lnTo>
                <a:lnTo>
                  <a:pt x="1095375" y="1266825"/>
                </a:lnTo>
                <a:close/>
                <a:moveTo>
                  <a:pt x="1143000" y="1247775"/>
                </a:moveTo>
                <a:lnTo>
                  <a:pt x="1152525" y="1247775"/>
                </a:lnTo>
                <a:lnTo>
                  <a:pt x="1152525" y="1257300"/>
                </a:lnTo>
                <a:lnTo>
                  <a:pt x="1143000" y="1257300"/>
                </a:lnTo>
                <a:close/>
                <a:moveTo>
                  <a:pt x="1162050" y="1247775"/>
                </a:moveTo>
                <a:lnTo>
                  <a:pt x="1171575" y="1247775"/>
                </a:lnTo>
                <a:lnTo>
                  <a:pt x="1171575" y="1257300"/>
                </a:lnTo>
                <a:lnTo>
                  <a:pt x="1162050" y="1257300"/>
                </a:lnTo>
                <a:close/>
                <a:moveTo>
                  <a:pt x="714375" y="1257300"/>
                </a:moveTo>
                <a:lnTo>
                  <a:pt x="723900" y="1257300"/>
                </a:lnTo>
                <a:lnTo>
                  <a:pt x="723900" y="1266825"/>
                </a:lnTo>
                <a:lnTo>
                  <a:pt x="714375" y="1266825"/>
                </a:lnTo>
                <a:close/>
                <a:moveTo>
                  <a:pt x="771525" y="1257300"/>
                </a:moveTo>
                <a:lnTo>
                  <a:pt x="781050" y="1257300"/>
                </a:lnTo>
                <a:lnTo>
                  <a:pt x="781050" y="1276350"/>
                </a:lnTo>
                <a:lnTo>
                  <a:pt x="771525" y="1276350"/>
                </a:lnTo>
                <a:close/>
                <a:moveTo>
                  <a:pt x="1076325" y="1257300"/>
                </a:moveTo>
                <a:lnTo>
                  <a:pt x="1085850" y="1257300"/>
                </a:lnTo>
                <a:lnTo>
                  <a:pt x="1085850" y="1266825"/>
                </a:lnTo>
                <a:lnTo>
                  <a:pt x="1076325" y="1266825"/>
                </a:lnTo>
                <a:close/>
                <a:moveTo>
                  <a:pt x="1152525" y="1257300"/>
                </a:moveTo>
                <a:lnTo>
                  <a:pt x="1162050" y="1257300"/>
                </a:lnTo>
                <a:lnTo>
                  <a:pt x="1162050" y="1266825"/>
                </a:lnTo>
                <a:lnTo>
                  <a:pt x="1152525" y="1266825"/>
                </a:lnTo>
                <a:close/>
                <a:moveTo>
                  <a:pt x="1171575" y="1257300"/>
                </a:moveTo>
                <a:lnTo>
                  <a:pt x="1181100" y="1257300"/>
                </a:lnTo>
                <a:lnTo>
                  <a:pt x="1181100" y="1276350"/>
                </a:lnTo>
                <a:lnTo>
                  <a:pt x="1162050" y="1276350"/>
                </a:lnTo>
                <a:lnTo>
                  <a:pt x="1162050" y="1266825"/>
                </a:lnTo>
                <a:lnTo>
                  <a:pt x="1171575" y="1266825"/>
                </a:lnTo>
                <a:close/>
                <a:moveTo>
                  <a:pt x="695325" y="1266825"/>
                </a:moveTo>
                <a:lnTo>
                  <a:pt x="704850" y="1266825"/>
                </a:lnTo>
                <a:lnTo>
                  <a:pt x="704850" y="1276350"/>
                </a:lnTo>
                <a:lnTo>
                  <a:pt x="695325" y="1276350"/>
                </a:lnTo>
                <a:close/>
                <a:moveTo>
                  <a:pt x="790575" y="1266825"/>
                </a:moveTo>
                <a:lnTo>
                  <a:pt x="800100" y="1266825"/>
                </a:lnTo>
                <a:lnTo>
                  <a:pt x="800100" y="1276350"/>
                </a:lnTo>
                <a:lnTo>
                  <a:pt x="790575" y="1276350"/>
                </a:lnTo>
                <a:close/>
                <a:moveTo>
                  <a:pt x="704850" y="1276350"/>
                </a:moveTo>
                <a:lnTo>
                  <a:pt x="714375" y="1276350"/>
                </a:lnTo>
                <a:lnTo>
                  <a:pt x="714375" y="1285875"/>
                </a:lnTo>
                <a:lnTo>
                  <a:pt x="704850" y="1285875"/>
                </a:lnTo>
                <a:close/>
                <a:moveTo>
                  <a:pt x="1104900" y="1276350"/>
                </a:moveTo>
                <a:lnTo>
                  <a:pt x="1114425" y="1276350"/>
                </a:lnTo>
                <a:lnTo>
                  <a:pt x="1114425" y="1295400"/>
                </a:lnTo>
                <a:lnTo>
                  <a:pt x="1104900" y="1295400"/>
                </a:lnTo>
                <a:close/>
                <a:moveTo>
                  <a:pt x="1181100" y="1276350"/>
                </a:moveTo>
                <a:lnTo>
                  <a:pt x="1190625" y="1276350"/>
                </a:lnTo>
                <a:lnTo>
                  <a:pt x="1190625" y="1285875"/>
                </a:lnTo>
                <a:lnTo>
                  <a:pt x="1181100" y="1285875"/>
                </a:lnTo>
                <a:close/>
                <a:moveTo>
                  <a:pt x="685800" y="1285875"/>
                </a:moveTo>
                <a:lnTo>
                  <a:pt x="695325" y="1285875"/>
                </a:lnTo>
                <a:lnTo>
                  <a:pt x="695325" y="1295400"/>
                </a:lnTo>
                <a:lnTo>
                  <a:pt x="685800" y="1295400"/>
                </a:lnTo>
                <a:close/>
                <a:moveTo>
                  <a:pt x="1171575" y="1285875"/>
                </a:moveTo>
                <a:lnTo>
                  <a:pt x="1181100" y="1285875"/>
                </a:lnTo>
                <a:lnTo>
                  <a:pt x="1181100" y="1304925"/>
                </a:lnTo>
                <a:lnTo>
                  <a:pt x="1171575" y="1304925"/>
                </a:lnTo>
                <a:close/>
                <a:moveTo>
                  <a:pt x="1190625" y="1285875"/>
                </a:moveTo>
                <a:lnTo>
                  <a:pt x="1200150" y="1285875"/>
                </a:lnTo>
                <a:lnTo>
                  <a:pt x="1200150" y="1295400"/>
                </a:lnTo>
                <a:lnTo>
                  <a:pt x="1190625" y="1295400"/>
                </a:lnTo>
                <a:close/>
                <a:moveTo>
                  <a:pt x="695325" y="1295400"/>
                </a:moveTo>
                <a:lnTo>
                  <a:pt x="704850" y="1295400"/>
                </a:lnTo>
                <a:lnTo>
                  <a:pt x="704850" y="1304925"/>
                </a:lnTo>
                <a:lnTo>
                  <a:pt x="695325" y="1304925"/>
                </a:lnTo>
                <a:close/>
                <a:moveTo>
                  <a:pt x="771525" y="1295400"/>
                </a:moveTo>
                <a:lnTo>
                  <a:pt x="781050" y="1295400"/>
                </a:lnTo>
                <a:lnTo>
                  <a:pt x="781050" y="1304925"/>
                </a:lnTo>
                <a:lnTo>
                  <a:pt x="771525" y="1304925"/>
                </a:lnTo>
                <a:close/>
                <a:moveTo>
                  <a:pt x="1076325" y="1295400"/>
                </a:moveTo>
                <a:lnTo>
                  <a:pt x="1085850" y="1295400"/>
                </a:lnTo>
                <a:lnTo>
                  <a:pt x="1085850" y="1304925"/>
                </a:lnTo>
                <a:lnTo>
                  <a:pt x="1076325" y="1304925"/>
                </a:lnTo>
                <a:close/>
                <a:moveTo>
                  <a:pt x="1200150" y="1295400"/>
                </a:moveTo>
                <a:lnTo>
                  <a:pt x="1209675" y="1295400"/>
                </a:lnTo>
                <a:lnTo>
                  <a:pt x="1209675" y="1304925"/>
                </a:lnTo>
                <a:lnTo>
                  <a:pt x="1200150" y="1304925"/>
                </a:lnTo>
                <a:close/>
                <a:moveTo>
                  <a:pt x="647700" y="1304925"/>
                </a:moveTo>
                <a:lnTo>
                  <a:pt x="657225" y="1304925"/>
                </a:lnTo>
                <a:lnTo>
                  <a:pt x="657225" y="1314450"/>
                </a:lnTo>
                <a:lnTo>
                  <a:pt x="647700" y="1314450"/>
                </a:lnTo>
                <a:close/>
                <a:moveTo>
                  <a:pt x="619125" y="1314450"/>
                </a:moveTo>
                <a:lnTo>
                  <a:pt x="628650" y="1314450"/>
                </a:lnTo>
                <a:lnTo>
                  <a:pt x="628650" y="1323975"/>
                </a:lnTo>
                <a:lnTo>
                  <a:pt x="619125" y="1323975"/>
                </a:lnTo>
                <a:close/>
                <a:moveTo>
                  <a:pt x="1085850" y="1314450"/>
                </a:moveTo>
                <a:lnTo>
                  <a:pt x="1095375" y="1314450"/>
                </a:lnTo>
                <a:lnTo>
                  <a:pt x="1095375" y="1323975"/>
                </a:lnTo>
                <a:lnTo>
                  <a:pt x="1085850" y="1323975"/>
                </a:lnTo>
                <a:close/>
                <a:moveTo>
                  <a:pt x="695325" y="1323975"/>
                </a:moveTo>
                <a:lnTo>
                  <a:pt x="704850" y="1323975"/>
                </a:lnTo>
                <a:lnTo>
                  <a:pt x="704850" y="1333500"/>
                </a:lnTo>
                <a:lnTo>
                  <a:pt x="695325" y="1333500"/>
                </a:lnTo>
                <a:close/>
                <a:moveTo>
                  <a:pt x="1047750" y="1323975"/>
                </a:moveTo>
                <a:lnTo>
                  <a:pt x="1057275" y="1323975"/>
                </a:lnTo>
                <a:lnTo>
                  <a:pt x="1057275" y="1333500"/>
                </a:lnTo>
                <a:lnTo>
                  <a:pt x="1047750" y="1333500"/>
                </a:lnTo>
                <a:close/>
                <a:moveTo>
                  <a:pt x="1076325" y="1323975"/>
                </a:moveTo>
                <a:lnTo>
                  <a:pt x="1085850" y="1323975"/>
                </a:lnTo>
                <a:lnTo>
                  <a:pt x="1085850" y="1333500"/>
                </a:lnTo>
                <a:lnTo>
                  <a:pt x="1076325" y="1333500"/>
                </a:lnTo>
                <a:close/>
                <a:moveTo>
                  <a:pt x="1066800" y="1333500"/>
                </a:moveTo>
                <a:lnTo>
                  <a:pt x="1076325" y="1333500"/>
                </a:lnTo>
                <a:lnTo>
                  <a:pt x="1076325" y="1343025"/>
                </a:lnTo>
                <a:lnTo>
                  <a:pt x="1066800" y="1343025"/>
                </a:lnTo>
                <a:close/>
                <a:moveTo>
                  <a:pt x="1171575" y="1333500"/>
                </a:moveTo>
                <a:lnTo>
                  <a:pt x="1181100" y="1333500"/>
                </a:lnTo>
                <a:lnTo>
                  <a:pt x="1181100" y="1343025"/>
                </a:lnTo>
                <a:lnTo>
                  <a:pt x="1171575" y="1343025"/>
                </a:lnTo>
                <a:close/>
                <a:moveTo>
                  <a:pt x="533400" y="1343025"/>
                </a:moveTo>
                <a:lnTo>
                  <a:pt x="542925" y="1343025"/>
                </a:lnTo>
                <a:lnTo>
                  <a:pt x="542925" y="1352550"/>
                </a:lnTo>
                <a:lnTo>
                  <a:pt x="533400" y="1352550"/>
                </a:lnTo>
                <a:close/>
                <a:moveTo>
                  <a:pt x="847725" y="1343025"/>
                </a:moveTo>
                <a:lnTo>
                  <a:pt x="857250" y="1343025"/>
                </a:lnTo>
                <a:lnTo>
                  <a:pt x="857250" y="1352550"/>
                </a:lnTo>
                <a:lnTo>
                  <a:pt x="847725" y="1352550"/>
                </a:lnTo>
                <a:close/>
                <a:moveTo>
                  <a:pt x="1343025" y="1343025"/>
                </a:moveTo>
                <a:lnTo>
                  <a:pt x="1352550" y="1343025"/>
                </a:lnTo>
                <a:lnTo>
                  <a:pt x="1352550" y="1352550"/>
                </a:lnTo>
                <a:lnTo>
                  <a:pt x="1343025" y="1352550"/>
                </a:lnTo>
                <a:close/>
                <a:moveTo>
                  <a:pt x="857250" y="1352550"/>
                </a:moveTo>
                <a:lnTo>
                  <a:pt x="866775" y="1352550"/>
                </a:lnTo>
                <a:lnTo>
                  <a:pt x="866775" y="1362075"/>
                </a:lnTo>
                <a:lnTo>
                  <a:pt x="857250" y="1362075"/>
                </a:lnTo>
                <a:close/>
                <a:moveTo>
                  <a:pt x="1009650" y="1352550"/>
                </a:moveTo>
                <a:lnTo>
                  <a:pt x="1019175" y="1352550"/>
                </a:lnTo>
                <a:lnTo>
                  <a:pt x="1019175" y="1362075"/>
                </a:lnTo>
                <a:lnTo>
                  <a:pt x="1009650" y="1362075"/>
                </a:lnTo>
                <a:close/>
                <a:moveTo>
                  <a:pt x="704850" y="1362075"/>
                </a:moveTo>
                <a:lnTo>
                  <a:pt x="714375" y="1362075"/>
                </a:lnTo>
                <a:lnTo>
                  <a:pt x="714375" y="1371600"/>
                </a:lnTo>
                <a:lnTo>
                  <a:pt x="704850" y="1371600"/>
                </a:lnTo>
                <a:close/>
                <a:moveTo>
                  <a:pt x="838200" y="1362075"/>
                </a:moveTo>
                <a:lnTo>
                  <a:pt x="847725" y="1362075"/>
                </a:lnTo>
                <a:lnTo>
                  <a:pt x="847725" y="1390650"/>
                </a:lnTo>
                <a:lnTo>
                  <a:pt x="838200" y="1390650"/>
                </a:lnTo>
                <a:close/>
                <a:moveTo>
                  <a:pt x="866775" y="1362075"/>
                </a:moveTo>
                <a:lnTo>
                  <a:pt x="876300" y="1362075"/>
                </a:lnTo>
                <a:lnTo>
                  <a:pt x="876300" y="1371600"/>
                </a:lnTo>
                <a:lnTo>
                  <a:pt x="866775" y="1371600"/>
                </a:lnTo>
                <a:close/>
                <a:moveTo>
                  <a:pt x="1000125" y="1362075"/>
                </a:moveTo>
                <a:lnTo>
                  <a:pt x="1009650" y="1362075"/>
                </a:lnTo>
                <a:lnTo>
                  <a:pt x="1009650" y="1371600"/>
                </a:lnTo>
                <a:lnTo>
                  <a:pt x="1000125" y="1371600"/>
                </a:lnTo>
                <a:close/>
                <a:moveTo>
                  <a:pt x="1162050" y="1362075"/>
                </a:moveTo>
                <a:lnTo>
                  <a:pt x="1171575" y="1362075"/>
                </a:lnTo>
                <a:lnTo>
                  <a:pt x="1171575" y="1371600"/>
                </a:lnTo>
                <a:lnTo>
                  <a:pt x="1162050" y="1371600"/>
                </a:lnTo>
                <a:close/>
                <a:moveTo>
                  <a:pt x="466725" y="1371600"/>
                </a:moveTo>
                <a:lnTo>
                  <a:pt x="476250" y="1371600"/>
                </a:lnTo>
                <a:lnTo>
                  <a:pt x="476250" y="1381125"/>
                </a:lnTo>
                <a:lnTo>
                  <a:pt x="466725" y="1381125"/>
                </a:lnTo>
                <a:close/>
                <a:moveTo>
                  <a:pt x="1028700" y="1371600"/>
                </a:moveTo>
                <a:lnTo>
                  <a:pt x="1038225" y="1371600"/>
                </a:lnTo>
                <a:lnTo>
                  <a:pt x="1038225" y="1390650"/>
                </a:lnTo>
                <a:lnTo>
                  <a:pt x="1028700" y="1390650"/>
                </a:lnTo>
                <a:close/>
                <a:moveTo>
                  <a:pt x="1409700" y="1371600"/>
                </a:moveTo>
                <a:lnTo>
                  <a:pt x="1419225" y="1371600"/>
                </a:lnTo>
                <a:lnTo>
                  <a:pt x="1419225" y="1381125"/>
                </a:lnTo>
                <a:lnTo>
                  <a:pt x="1409700" y="1381125"/>
                </a:lnTo>
                <a:close/>
                <a:moveTo>
                  <a:pt x="447675" y="1381125"/>
                </a:moveTo>
                <a:lnTo>
                  <a:pt x="457200" y="1381125"/>
                </a:lnTo>
                <a:lnTo>
                  <a:pt x="457200" y="1390650"/>
                </a:lnTo>
                <a:lnTo>
                  <a:pt x="447675" y="1390650"/>
                </a:lnTo>
                <a:close/>
                <a:moveTo>
                  <a:pt x="876300" y="1381125"/>
                </a:moveTo>
                <a:lnTo>
                  <a:pt x="885825" y="1381125"/>
                </a:lnTo>
                <a:lnTo>
                  <a:pt x="885825" y="1390650"/>
                </a:lnTo>
                <a:lnTo>
                  <a:pt x="876300" y="1390650"/>
                </a:lnTo>
                <a:close/>
                <a:moveTo>
                  <a:pt x="990600" y="1381125"/>
                </a:moveTo>
                <a:lnTo>
                  <a:pt x="1000125" y="1381125"/>
                </a:lnTo>
                <a:lnTo>
                  <a:pt x="1000125" y="1390650"/>
                </a:lnTo>
                <a:lnTo>
                  <a:pt x="990600" y="1390650"/>
                </a:lnTo>
                <a:close/>
                <a:moveTo>
                  <a:pt x="428625" y="1390650"/>
                </a:moveTo>
                <a:lnTo>
                  <a:pt x="438150" y="1390650"/>
                </a:lnTo>
                <a:lnTo>
                  <a:pt x="438150" y="1400175"/>
                </a:lnTo>
                <a:lnTo>
                  <a:pt x="428625" y="1400175"/>
                </a:lnTo>
                <a:close/>
                <a:moveTo>
                  <a:pt x="714375" y="1390650"/>
                </a:moveTo>
                <a:lnTo>
                  <a:pt x="723900" y="1390650"/>
                </a:lnTo>
                <a:lnTo>
                  <a:pt x="723900" y="1400175"/>
                </a:lnTo>
                <a:lnTo>
                  <a:pt x="714375" y="1400175"/>
                </a:lnTo>
                <a:close/>
                <a:moveTo>
                  <a:pt x="828675" y="1390650"/>
                </a:moveTo>
                <a:lnTo>
                  <a:pt x="838200" y="1390650"/>
                </a:lnTo>
                <a:lnTo>
                  <a:pt x="838200" y="1400175"/>
                </a:lnTo>
                <a:lnTo>
                  <a:pt x="828675" y="1400175"/>
                </a:lnTo>
                <a:close/>
                <a:moveTo>
                  <a:pt x="1038225" y="1390650"/>
                </a:moveTo>
                <a:lnTo>
                  <a:pt x="1047750" y="1390650"/>
                </a:lnTo>
                <a:lnTo>
                  <a:pt x="1047750" y="1400175"/>
                </a:lnTo>
                <a:lnTo>
                  <a:pt x="1038225" y="1400175"/>
                </a:lnTo>
                <a:close/>
                <a:moveTo>
                  <a:pt x="1152525" y="1390650"/>
                </a:moveTo>
                <a:lnTo>
                  <a:pt x="1162050" y="1390650"/>
                </a:lnTo>
                <a:lnTo>
                  <a:pt x="1162050" y="1400175"/>
                </a:lnTo>
                <a:lnTo>
                  <a:pt x="1152525" y="1400175"/>
                </a:lnTo>
                <a:close/>
                <a:moveTo>
                  <a:pt x="419100" y="1400175"/>
                </a:moveTo>
                <a:lnTo>
                  <a:pt x="428625" y="1400175"/>
                </a:lnTo>
                <a:lnTo>
                  <a:pt x="428625" y="1409700"/>
                </a:lnTo>
                <a:lnTo>
                  <a:pt x="419100" y="1409700"/>
                </a:lnTo>
                <a:close/>
                <a:moveTo>
                  <a:pt x="819150" y="1400175"/>
                </a:moveTo>
                <a:lnTo>
                  <a:pt x="828675" y="1400175"/>
                </a:lnTo>
                <a:lnTo>
                  <a:pt x="828675" y="1409700"/>
                </a:lnTo>
                <a:lnTo>
                  <a:pt x="819150" y="1409700"/>
                </a:lnTo>
                <a:close/>
                <a:moveTo>
                  <a:pt x="847725" y="1400175"/>
                </a:moveTo>
                <a:lnTo>
                  <a:pt x="866775" y="1400175"/>
                </a:lnTo>
                <a:lnTo>
                  <a:pt x="866775" y="1409700"/>
                </a:lnTo>
                <a:lnTo>
                  <a:pt x="847725" y="1409700"/>
                </a:lnTo>
                <a:close/>
                <a:moveTo>
                  <a:pt x="1009650" y="1400175"/>
                </a:moveTo>
                <a:lnTo>
                  <a:pt x="1028700" y="1400175"/>
                </a:lnTo>
                <a:lnTo>
                  <a:pt x="1028700" y="1409700"/>
                </a:lnTo>
                <a:lnTo>
                  <a:pt x="1009650" y="1409700"/>
                </a:lnTo>
                <a:close/>
                <a:moveTo>
                  <a:pt x="1047750" y="1400175"/>
                </a:moveTo>
                <a:lnTo>
                  <a:pt x="1057275" y="1400175"/>
                </a:lnTo>
                <a:lnTo>
                  <a:pt x="1057275" y="1409700"/>
                </a:lnTo>
                <a:lnTo>
                  <a:pt x="1047750" y="1409700"/>
                </a:lnTo>
                <a:close/>
                <a:moveTo>
                  <a:pt x="400050" y="1409700"/>
                </a:moveTo>
                <a:lnTo>
                  <a:pt x="409575" y="1409700"/>
                </a:lnTo>
                <a:lnTo>
                  <a:pt x="409575" y="1419225"/>
                </a:lnTo>
                <a:lnTo>
                  <a:pt x="400050" y="1419225"/>
                </a:lnTo>
                <a:close/>
                <a:moveTo>
                  <a:pt x="723900" y="1409700"/>
                </a:moveTo>
                <a:lnTo>
                  <a:pt x="733425" y="1409700"/>
                </a:lnTo>
                <a:lnTo>
                  <a:pt x="733425" y="1419225"/>
                </a:lnTo>
                <a:lnTo>
                  <a:pt x="723900" y="1419225"/>
                </a:lnTo>
                <a:close/>
                <a:moveTo>
                  <a:pt x="866775" y="1409700"/>
                </a:moveTo>
                <a:lnTo>
                  <a:pt x="876300" y="1409700"/>
                </a:lnTo>
                <a:lnTo>
                  <a:pt x="876300" y="1419225"/>
                </a:lnTo>
                <a:lnTo>
                  <a:pt x="866775" y="1419225"/>
                </a:lnTo>
                <a:close/>
                <a:moveTo>
                  <a:pt x="981075" y="1409700"/>
                </a:moveTo>
                <a:lnTo>
                  <a:pt x="990600" y="1409700"/>
                </a:lnTo>
                <a:lnTo>
                  <a:pt x="990600" y="1419225"/>
                </a:lnTo>
                <a:lnTo>
                  <a:pt x="981075" y="1419225"/>
                </a:lnTo>
                <a:close/>
                <a:moveTo>
                  <a:pt x="1000125" y="1409700"/>
                </a:moveTo>
                <a:lnTo>
                  <a:pt x="1009650" y="1409700"/>
                </a:lnTo>
                <a:lnTo>
                  <a:pt x="1009650" y="1419225"/>
                </a:lnTo>
                <a:lnTo>
                  <a:pt x="1000125" y="1419225"/>
                </a:lnTo>
                <a:close/>
                <a:moveTo>
                  <a:pt x="1028700" y="1409700"/>
                </a:moveTo>
                <a:lnTo>
                  <a:pt x="1038225" y="1409700"/>
                </a:lnTo>
                <a:lnTo>
                  <a:pt x="1038225" y="1419225"/>
                </a:lnTo>
                <a:lnTo>
                  <a:pt x="1028700" y="1419225"/>
                </a:lnTo>
                <a:close/>
                <a:moveTo>
                  <a:pt x="1143000" y="1409700"/>
                </a:moveTo>
                <a:lnTo>
                  <a:pt x="1152525" y="1409700"/>
                </a:lnTo>
                <a:lnTo>
                  <a:pt x="1152525" y="1419225"/>
                </a:lnTo>
                <a:lnTo>
                  <a:pt x="1143000" y="1419225"/>
                </a:lnTo>
                <a:close/>
                <a:moveTo>
                  <a:pt x="1476375" y="1409700"/>
                </a:moveTo>
                <a:lnTo>
                  <a:pt x="1485900" y="1409700"/>
                </a:lnTo>
                <a:lnTo>
                  <a:pt x="1485900" y="1419225"/>
                </a:lnTo>
                <a:lnTo>
                  <a:pt x="1476375" y="1419225"/>
                </a:lnTo>
                <a:close/>
                <a:moveTo>
                  <a:pt x="381000" y="1419225"/>
                </a:moveTo>
                <a:lnTo>
                  <a:pt x="390525" y="1419225"/>
                </a:lnTo>
                <a:lnTo>
                  <a:pt x="390525" y="1428750"/>
                </a:lnTo>
                <a:lnTo>
                  <a:pt x="381000" y="1428750"/>
                </a:lnTo>
                <a:close/>
                <a:moveTo>
                  <a:pt x="1038225" y="1419225"/>
                </a:moveTo>
                <a:lnTo>
                  <a:pt x="1047750" y="1419225"/>
                </a:lnTo>
                <a:lnTo>
                  <a:pt x="1047750" y="1428750"/>
                </a:lnTo>
                <a:lnTo>
                  <a:pt x="1038225" y="1428750"/>
                </a:lnTo>
                <a:close/>
                <a:moveTo>
                  <a:pt x="733425" y="1428750"/>
                </a:moveTo>
                <a:lnTo>
                  <a:pt x="742950" y="1428750"/>
                </a:lnTo>
                <a:lnTo>
                  <a:pt x="742950" y="1438275"/>
                </a:lnTo>
                <a:lnTo>
                  <a:pt x="733425" y="1438275"/>
                </a:lnTo>
                <a:close/>
                <a:moveTo>
                  <a:pt x="971550" y="1428750"/>
                </a:moveTo>
                <a:lnTo>
                  <a:pt x="981075" y="1428750"/>
                </a:lnTo>
                <a:lnTo>
                  <a:pt x="981075" y="1438275"/>
                </a:lnTo>
                <a:lnTo>
                  <a:pt x="971550" y="1438275"/>
                </a:lnTo>
                <a:close/>
                <a:moveTo>
                  <a:pt x="1133475" y="1428750"/>
                </a:moveTo>
                <a:lnTo>
                  <a:pt x="1143000" y="1428750"/>
                </a:lnTo>
                <a:lnTo>
                  <a:pt x="1143000" y="1438275"/>
                </a:lnTo>
                <a:lnTo>
                  <a:pt x="1133475" y="1438275"/>
                </a:lnTo>
                <a:close/>
                <a:moveTo>
                  <a:pt x="1504950" y="1428750"/>
                </a:moveTo>
                <a:lnTo>
                  <a:pt x="1514475" y="1428750"/>
                </a:lnTo>
                <a:lnTo>
                  <a:pt x="1514475" y="1438275"/>
                </a:lnTo>
                <a:lnTo>
                  <a:pt x="1504950" y="1438275"/>
                </a:lnTo>
                <a:close/>
                <a:moveTo>
                  <a:pt x="1514475" y="1438275"/>
                </a:moveTo>
                <a:lnTo>
                  <a:pt x="1524000" y="1438275"/>
                </a:lnTo>
                <a:lnTo>
                  <a:pt x="1524000" y="1447800"/>
                </a:lnTo>
                <a:lnTo>
                  <a:pt x="1514475" y="1447800"/>
                </a:lnTo>
                <a:close/>
                <a:moveTo>
                  <a:pt x="342900" y="1447800"/>
                </a:moveTo>
                <a:lnTo>
                  <a:pt x="352425" y="1447800"/>
                </a:lnTo>
                <a:lnTo>
                  <a:pt x="352425" y="1457325"/>
                </a:lnTo>
                <a:lnTo>
                  <a:pt x="342900" y="1457325"/>
                </a:lnTo>
                <a:close/>
                <a:moveTo>
                  <a:pt x="742950" y="1447800"/>
                </a:moveTo>
                <a:lnTo>
                  <a:pt x="752475" y="1447800"/>
                </a:lnTo>
                <a:lnTo>
                  <a:pt x="752475" y="1457325"/>
                </a:lnTo>
                <a:lnTo>
                  <a:pt x="742950" y="1457325"/>
                </a:lnTo>
                <a:close/>
                <a:moveTo>
                  <a:pt x="781050" y="1447800"/>
                </a:moveTo>
                <a:lnTo>
                  <a:pt x="790575" y="1447800"/>
                </a:lnTo>
                <a:lnTo>
                  <a:pt x="790575" y="1457325"/>
                </a:lnTo>
                <a:lnTo>
                  <a:pt x="781050" y="1457325"/>
                </a:lnTo>
                <a:close/>
                <a:moveTo>
                  <a:pt x="1085850" y="1447800"/>
                </a:moveTo>
                <a:lnTo>
                  <a:pt x="1095375" y="1447800"/>
                </a:lnTo>
                <a:lnTo>
                  <a:pt x="1095375" y="1457325"/>
                </a:lnTo>
                <a:lnTo>
                  <a:pt x="1085850" y="1457325"/>
                </a:lnTo>
                <a:close/>
                <a:moveTo>
                  <a:pt x="333375" y="1457325"/>
                </a:moveTo>
                <a:lnTo>
                  <a:pt x="342900" y="1457325"/>
                </a:lnTo>
                <a:lnTo>
                  <a:pt x="342900" y="1466850"/>
                </a:lnTo>
                <a:lnTo>
                  <a:pt x="333375" y="1466850"/>
                </a:lnTo>
                <a:close/>
                <a:moveTo>
                  <a:pt x="752475" y="1457325"/>
                </a:moveTo>
                <a:lnTo>
                  <a:pt x="762000" y="1457325"/>
                </a:lnTo>
                <a:lnTo>
                  <a:pt x="762000" y="1466850"/>
                </a:lnTo>
                <a:lnTo>
                  <a:pt x="752475" y="1466850"/>
                </a:lnTo>
                <a:close/>
                <a:moveTo>
                  <a:pt x="771525" y="1457325"/>
                </a:moveTo>
                <a:lnTo>
                  <a:pt x="781050" y="1457325"/>
                </a:lnTo>
                <a:lnTo>
                  <a:pt x="781050" y="1466850"/>
                </a:lnTo>
                <a:lnTo>
                  <a:pt x="771525" y="1466850"/>
                </a:lnTo>
                <a:close/>
                <a:moveTo>
                  <a:pt x="914400" y="1457325"/>
                </a:moveTo>
                <a:lnTo>
                  <a:pt x="923925" y="1457325"/>
                </a:lnTo>
                <a:lnTo>
                  <a:pt x="923925" y="1466850"/>
                </a:lnTo>
                <a:lnTo>
                  <a:pt x="914400" y="1466850"/>
                </a:lnTo>
                <a:close/>
                <a:moveTo>
                  <a:pt x="1095375" y="1457325"/>
                </a:moveTo>
                <a:lnTo>
                  <a:pt x="1104900" y="1457325"/>
                </a:lnTo>
                <a:lnTo>
                  <a:pt x="1104900" y="1466850"/>
                </a:lnTo>
                <a:lnTo>
                  <a:pt x="1095375" y="1466850"/>
                </a:lnTo>
                <a:close/>
                <a:moveTo>
                  <a:pt x="1114425" y="1457325"/>
                </a:moveTo>
                <a:lnTo>
                  <a:pt x="1123950" y="1457325"/>
                </a:lnTo>
                <a:lnTo>
                  <a:pt x="1123950" y="1466850"/>
                </a:lnTo>
                <a:lnTo>
                  <a:pt x="1114425" y="1466850"/>
                </a:lnTo>
                <a:close/>
                <a:moveTo>
                  <a:pt x="323850" y="1466850"/>
                </a:moveTo>
                <a:lnTo>
                  <a:pt x="333375" y="1466850"/>
                </a:lnTo>
                <a:lnTo>
                  <a:pt x="333375" y="1476375"/>
                </a:lnTo>
                <a:lnTo>
                  <a:pt x="323850" y="1476375"/>
                </a:lnTo>
                <a:close/>
                <a:moveTo>
                  <a:pt x="762000" y="1466850"/>
                </a:moveTo>
                <a:lnTo>
                  <a:pt x="771525" y="1466850"/>
                </a:lnTo>
                <a:lnTo>
                  <a:pt x="771525" y="1476375"/>
                </a:lnTo>
                <a:lnTo>
                  <a:pt x="762000" y="1476375"/>
                </a:lnTo>
                <a:close/>
                <a:moveTo>
                  <a:pt x="1104900" y="1466850"/>
                </a:moveTo>
                <a:lnTo>
                  <a:pt x="1114425" y="1466850"/>
                </a:lnTo>
                <a:lnTo>
                  <a:pt x="1114425" y="1476375"/>
                </a:lnTo>
                <a:lnTo>
                  <a:pt x="1104900" y="1476375"/>
                </a:lnTo>
                <a:close/>
                <a:moveTo>
                  <a:pt x="1133475" y="1466850"/>
                </a:moveTo>
                <a:lnTo>
                  <a:pt x="1143000" y="1466850"/>
                </a:lnTo>
                <a:lnTo>
                  <a:pt x="1143000" y="1476375"/>
                </a:lnTo>
                <a:lnTo>
                  <a:pt x="1133475" y="1476375"/>
                </a:lnTo>
                <a:close/>
                <a:moveTo>
                  <a:pt x="942975" y="1476375"/>
                </a:moveTo>
                <a:lnTo>
                  <a:pt x="952500" y="1476375"/>
                </a:lnTo>
                <a:lnTo>
                  <a:pt x="952500" y="1485900"/>
                </a:lnTo>
                <a:lnTo>
                  <a:pt x="942975" y="1485900"/>
                </a:lnTo>
                <a:close/>
                <a:moveTo>
                  <a:pt x="1095375" y="1476375"/>
                </a:moveTo>
                <a:lnTo>
                  <a:pt x="1104900" y="1476375"/>
                </a:lnTo>
                <a:lnTo>
                  <a:pt x="1104900" y="1485900"/>
                </a:lnTo>
                <a:lnTo>
                  <a:pt x="1095375" y="1485900"/>
                </a:lnTo>
                <a:close/>
                <a:moveTo>
                  <a:pt x="1123950" y="1476375"/>
                </a:moveTo>
                <a:lnTo>
                  <a:pt x="1133475" y="1476375"/>
                </a:lnTo>
                <a:lnTo>
                  <a:pt x="1133475" y="1485900"/>
                </a:lnTo>
                <a:lnTo>
                  <a:pt x="1123950" y="1485900"/>
                </a:lnTo>
                <a:close/>
                <a:moveTo>
                  <a:pt x="1562100" y="1485900"/>
                </a:moveTo>
                <a:lnTo>
                  <a:pt x="1571625" y="1485900"/>
                </a:lnTo>
                <a:lnTo>
                  <a:pt x="1571625" y="1495425"/>
                </a:lnTo>
                <a:lnTo>
                  <a:pt x="1562100" y="1495425"/>
                </a:lnTo>
                <a:close/>
                <a:moveTo>
                  <a:pt x="295275" y="1504950"/>
                </a:moveTo>
                <a:lnTo>
                  <a:pt x="304800" y="1504950"/>
                </a:lnTo>
                <a:lnTo>
                  <a:pt x="304800" y="1514475"/>
                </a:lnTo>
                <a:lnTo>
                  <a:pt x="295275" y="1514475"/>
                </a:lnTo>
                <a:close/>
                <a:moveTo>
                  <a:pt x="1581150" y="1514475"/>
                </a:moveTo>
                <a:lnTo>
                  <a:pt x="1590675" y="1514475"/>
                </a:lnTo>
                <a:lnTo>
                  <a:pt x="1590675" y="1524000"/>
                </a:lnTo>
                <a:lnTo>
                  <a:pt x="1581150" y="1524000"/>
                </a:lnTo>
                <a:close/>
                <a:moveTo>
                  <a:pt x="1600200" y="1552575"/>
                </a:moveTo>
                <a:lnTo>
                  <a:pt x="1609725" y="1552575"/>
                </a:lnTo>
                <a:lnTo>
                  <a:pt x="1609725" y="1562100"/>
                </a:lnTo>
                <a:lnTo>
                  <a:pt x="1600200" y="1562100"/>
                </a:lnTo>
                <a:close/>
                <a:moveTo>
                  <a:pt x="266700" y="1562100"/>
                </a:moveTo>
                <a:lnTo>
                  <a:pt x="276225" y="1562100"/>
                </a:lnTo>
                <a:lnTo>
                  <a:pt x="276225" y="1571625"/>
                </a:lnTo>
                <a:lnTo>
                  <a:pt x="266700" y="1571625"/>
                </a:lnTo>
                <a:close/>
                <a:moveTo>
                  <a:pt x="1609725" y="1571625"/>
                </a:moveTo>
                <a:lnTo>
                  <a:pt x="1619250" y="1571625"/>
                </a:lnTo>
                <a:lnTo>
                  <a:pt x="1619250" y="1581150"/>
                </a:lnTo>
                <a:lnTo>
                  <a:pt x="1609725" y="1581150"/>
                </a:lnTo>
                <a:close/>
                <a:moveTo>
                  <a:pt x="257175" y="1581150"/>
                </a:moveTo>
                <a:lnTo>
                  <a:pt x="266700" y="1581150"/>
                </a:lnTo>
                <a:lnTo>
                  <a:pt x="266700" y="1590675"/>
                </a:lnTo>
                <a:lnTo>
                  <a:pt x="257175" y="1590675"/>
                </a:lnTo>
                <a:close/>
                <a:moveTo>
                  <a:pt x="247650" y="1609725"/>
                </a:moveTo>
                <a:lnTo>
                  <a:pt x="257175" y="1609725"/>
                </a:lnTo>
                <a:lnTo>
                  <a:pt x="257175" y="1619250"/>
                </a:lnTo>
                <a:lnTo>
                  <a:pt x="247650" y="1619250"/>
                </a:lnTo>
                <a:close/>
                <a:moveTo>
                  <a:pt x="1628775" y="1619250"/>
                </a:moveTo>
                <a:lnTo>
                  <a:pt x="1638300" y="1619250"/>
                </a:lnTo>
                <a:lnTo>
                  <a:pt x="1638300" y="1628775"/>
                </a:lnTo>
                <a:lnTo>
                  <a:pt x="1628775" y="1628775"/>
                </a:lnTo>
                <a:close/>
                <a:moveTo>
                  <a:pt x="228600" y="1657350"/>
                </a:moveTo>
                <a:lnTo>
                  <a:pt x="238125" y="1657350"/>
                </a:lnTo>
                <a:lnTo>
                  <a:pt x="238125" y="1666875"/>
                </a:lnTo>
                <a:lnTo>
                  <a:pt x="228600" y="1666875"/>
                </a:lnTo>
                <a:close/>
                <a:moveTo>
                  <a:pt x="1009650" y="1666875"/>
                </a:moveTo>
                <a:lnTo>
                  <a:pt x="1019175" y="1666875"/>
                </a:lnTo>
                <a:lnTo>
                  <a:pt x="1019175" y="1676400"/>
                </a:lnTo>
                <a:lnTo>
                  <a:pt x="1028700" y="1676400"/>
                </a:lnTo>
                <a:lnTo>
                  <a:pt x="1028700" y="1685925"/>
                </a:lnTo>
                <a:lnTo>
                  <a:pt x="1019175" y="1685925"/>
                </a:lnTo>
                <a:lnTo>
                  <a:pt x="1019175" y="1695450"/>
                </a:lnTo>
                <a:lnTo>
                  <a:pt x="1009650" y="1695450"/>
                </a:lnTo>
                <a:close/>
                <a:moveTo>
                  <a:pt x="1647825" y="1666875"/>
                </a:moveTo>
                <a:lnTo>
                  <a:pt x="1657350" y="1666875"/>
                </a:lnTo>
                <a:lnTo>
                  <a:pt x="1657350" y="1685925"/>
                </a:lnTo>
                <a:lnTo>
                  <a:pt x="1647825" y="1685925"/>
                </a:lnTo>
                <a:close/>
                <a:moveTo>
                  <a:pt x="1638300" y="1685925"/>
                </a:moveTo>
                <a:lnTo>
                  <a:pt x="1647825" y="1685925"/>
                </a:lnTo>
                <a:lnTo>
                  <a:pt x="1647825" y="1695450"/>
                </a:lnTo>
                <a:lnTo>
                  <a:pt x="1638300" y="1695450"/>
                </a:lnTo>
                <a:close/>
              </a:path>
            </a:pathLst>
          </a:custGeom>
          <a:solidFill xmlns:a="http://schemas.openxmlformats.org/drawingml/2006/main">
            <a:srgbClr val="A25E4B"/>
          </a:solidFill>
          <a:ln xmlns:a="http://schemas.openxmlformats.org/drawingml/2006/main" w="0">
            <a:noFill/>
          </a:ln>
        </p:spPr>
      </p:sp>
      <p:sp>
        <p:nvSpPr>
          <p:cNvPr id="67" name="juan vector #8f4738">
            <a:extLst xmlns:a="http://schemas.openxmlformats.org/drawingml/2006/main">
              <a:ext uri="{FF2B5EF4-FFF2-40B4-BE49-F238E27FC236}">
                <a16:creationId xmlns:a16="http://schemas.microsoft.com/office/drawing/2014/main" id="{E98D1F7D-C711-43B3-9596-37735550EF8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48900" y="2552700"/>
            <a:ext cx="2085975" cy="2085975"/>
          </a:xfrm>
          <a:custGeom xmlns:a="http://schemas.openxmlformats.org/drawingml/2006/main">
            <a:pathLst>
              <a:path w="2085975" h="2085975">
                <a:moveTo>
                  <a:pt x="371475" y="0"/>
                </a:moveTo>
                <a:lnTo>
                  <a:pt x="390525" y="0"/>
                </a:lnTo>
                <a:lnTo>
                  <a:pt x="390525" y="9525"/>
                </a:lnTo>
                <a:lnTo>
                  <a:pt x="371475" y="9525"/>
                </a:lnTo>
                <a:close/>
                <a:moveTo>
                  <a:pt x="1485900" y="0"/>
                </a:moveTo>
                <a:lnTo>
                  <a:pt x="1504950" y="0"/>
                </a:lnTo>
                <a:lnTo>
                  <a:pt x="1504950" y="9525"/>
                </a:lnTo>
                <a:lnTo>
                  <a:pt x="1495425" y="9525"/>
                </a:lnTo>
                <a:lnTo>
                  <a:pt x="1495425" y="19050"/>
                </a:lnTo>
                <a:lnTo>
                  <a:pt x="1485900" y="19050"/>
                </a:lnTo>
                <a:lnTo>
                  <a:pt x="1485900" y="28575"/>
                </a:lnTo>
                <a:lnTo>
                  <a:pt x="1476375" y="28575"/>
                </a:lnTo>
                <a:lnTo>
                  <a:pt x="1476375" y="38100"/>
                </a:lnTo>
                <a:lnTo>
                  <a:pt x="1466850" y="38100"/>
                </a:lnTo>
                <a:lnTo>
                  <a:pt x="1466850" y="47625"/>
                </a:lnTo>
                <a:lnTo>
                  <a:pt x="1457325" y="47625"/>
                </a:lnTo>
                <a:lnTo>
                  <a:pt x="1457325" y="57150"/>
                </a:lnTo>
                <a:lnTo>
                  <a:pt x="1447800" y="57150"/>
                </a:lnTo>
                <a:lnTo>
                  <a:pt x="1447800" y="66675"/>
                </a:lnTo>
                <a:lnTo>
                  <a:pt x="1438275" y="66675"/>
                </a:lnTo>
                <a:lnTo>
                  <a:pt x="1438275" y="85725"/>
                </a:lnTo>
                <a:lnTo>
                  <a:pt x="1428750" y="85725"/>
                </a:lnTo>
                <a:lnTo>
                  <a:pt x="1428750" y="95250"/>
                </a:lnTo>
                <a:lnTo>
                  <a:pt x="1419225" y="95250"/>
                </a:lnTo>
                <a:lnTo>
                  <a:pt x="1419225" y="114300"/>
                </a:lnTo>
                <a:lnTo>
                  <a:pt x="1409700" y="114300"/>
                </a:lnTo>
                <a:lnTo>
                  <a:pt x="1409700" y="123825"/>
                </a:lnTo>
                <a:lnTo>
                  <a:pt x="1400175" y="123825"/>
                </a:lnTo>
                <a:lnTo>
                  <a:pt x="1400175" y="95250"/>
                </a:lnTo>
                <a:lnTo>
                  <a:pt x="1409700" y="95250"/>
                </a:lnTo>
                <a:lnTo>
                  <a:pt x="1409700" y="85725"/>
                </a:lnTo>
                <a:lnTo>
                  <a:pt x="1419225" y="85725"/>
                </a:lnTo>
                <a:lnTo>
                  <a:pt x="1419225" y="66675"/>
                </a:lnTo>
                <a:lnTo>
                  <a:pt x="1428750" y="66675"/>
                </a:lnTo>
                <a:lnTo>
                  <a:pt x="1428750" y="57150"/>
                </a:lnTo>
                <a:lnTo>
                  <a:pt x="1438275" y="57150"/>
                </a:lnTo>
                <a:lnTo>
                  <a:pt x="1438275" y="47625"/>
                </a:lnTo>
                <a:lnTo>
                  <a:pt x="1447800" y="47625"/>
                </a:lnTo>
                <a:lnTo>
                  <a:pt x="1447800" y="38100"/>
                </a:lnTo>
                <a:lnTo>
                  <a:pt x="1457325" y="38100"/>
                </a:lnTo>
                <a:lnTo>
                  <a:pt x="1457325" y="28575"/>
                </a:lnTo>
                <a:lnTo>
                  <a:pt x="1466850" y="28575"/>
                </a:lnTo>
                <a:lnTo>
                  <a:pt x="1466850" y="19050"/>
                </a:lnTo>
                <a:lnTo>
                  <a:pt x="1476375" y="19050"/>
                </a:lnTo>
                <a:lnTo>
                  <a:pt x="1476375" y="9525"/>
                </a:lnTo>
                <a:lnTo>
                  <a:pt x="1485900" y="9525"/>
                </a:lnTo>
                <a:close/>
                <a:moveTo>
                  <a:pt x="419100" y="38100"/>
                </a:moveTo>
                <a:lnTo>
                  <a:pt x="428625" y="38100"/>
                </a:lnTo>
                <a:lnTo>
                  <a:pt x="428625" y="47625"/>
                </a:lnTo>
                <a:lnTo>
                  <a:pt x="438150" y="47625"/>
                </a:lnTo>
                <a:lnTo>
                  <a:pt x="438150" y="57150"/>
                </a:lnTo>
                <a:lnTo>
                  <a:pt x="447675" y="57150"/>
                </a:lnTo>
                <a:lnTo>
                  <a:pt x="447675" y="76200"/>
                </a:lnTo>
                <a:lnTo>
                  <a:pt x="438150" y="76200"/>
                </a:lnTo>
                <a:lnTo>
                  <a:pt x="438150" y="66675"/>
                </a:lnTo>
                <a:lnTo>
                  <a:pt x="428625" y="66675"/>
                </a:lnTo>
                <a:lnTo>
                  <a:pt x="428625" y="57150"/>
                </a:lnTo>
                <a:lnTo>
                  <a:pt x="419100" y="57150"/>
                </a:lnTo>
                <a:close/>
                <a:moveTo>
                  <a:pt x="1390650" y="123825"/>
                </a:moveTo>
                <a:lnTo>
                  <a:pt x="1400175" y="123825"/>
                </a:lnTo>
                <a:lnTo>
                  <a:pt x="1400175" y="133350"/>
                </a:lnTo>
                <a:lnTo>
                  <a:pt x="1390650" y="133350"/>
                </a:lnTo>
                <a:close/>
                <a:moveTo>
                  <a:pt x="485775" y="133350"/>
                </a:moveTo>
                <a:lnTo>
                  <a:pt x="495300" y="133350"/>
                </a:lnTo>
                <a:lnTo>
                  <a:pt x="495300" y="142875"/>
                </a:lnTo>
                <a:lnTo>
                  <a:pt x="485775" y="142875"/>
                </a:lnTo>
                <a:close/>
                <a:moveTo>
                  <a:pt x="1381125" y="133350"/>
                </a:moveTo>
                <a:lnTo>
                  <a:pt x="1390650" y="133350"/>
                </a:lnTo>
                <a:lnTo>
                  <a:pt x="1390650" y="161925"/>
                </a:lnTo>
                <a:lnTo>
                  <a:pt x="1381125" y="161925"/>
                </a:lnTo>
                <a:lnTo>
                  <a:pt x="1381125" y="171450"/>
                </a:lnTo>
                <a:lnTo>
                  <a:pt x="1371600" y="171450"/>
                </a:lnTo>
                <a:lnTo>
                  <a:pt x="1371600" y="142875"/>
                </a:lnTo>
                <a:lnTo>
                  <a:pt x="1381125" y="142875"/>
                </a:lnTo>
                <a:close/>
                <a:moveTo>
                  <a:pt x="495300" y="152400"/>
                </a:moveTo>
                <a:lnTo>
                  <a:pt x="504825" y="152400"/>
                </a:lnTo>
                <a:lnTo>
                  <a:pt x="504825" y="161925"/>
                </a:lnTo>
                <a:lnTo>
                  <a:pt x="495300" y="161925"/>
                </a:lnTo>
                <a:close/>
                <a:moveTo>
                  <a:pt x="1362075" y="180975"/>
                </a:moveTo>
                <a:lnTo>
                  <a:pt x="1371600" y="180975"/>
                </a:lnTo>
                <a:lnTo>
                  <a:pt x="1371600" y="190500"/>
                </a:lnTo>
                <a:lnTo>
                  <a:pt x="1362075" y="190500"/>
                </a:lnTo>
                <a:close/>
                <a:moveTo>
                  <a:pt x="942975" y="295275"/>
                </a:moveTo>
                <a:lnTo>
                  <a:pt x="1000125" y="295275"/>
                </a:lnTo>
                <a:lnTo>
                  <a:pt x="1000125" y="304800"/>
                </a:lnTo>
                <a:lnTo>
                  <a:pt x="1009650" y="304800"/>
                </a:lnTo>
                <a:lnTo>
                  <a:pt x="1009650" y="314325"/>
                </a:lnTo>
                <a:lnTo>
                  <a:pt x="933450" y="314325"/>
                </a:lnTo>
                <a:lnTo>
                  <a:pt x="933450" y="304800"/>
                </a:lnTo>
                <a:lnTo>
                  <a:pt x="942975" y="304800"/>
                </a:lnTo>
                <a:close/>
                <a:moveTo>
                  <a:pt x="895350" y="304800"/>
                </a:moveTo>
                <a:lnTo>
                  <a:pt x="923925" y="304800"/>
                </a:lnTo>
                <a:lnTo>
                  <a:pt x="923925" y="323850"/>
                </a:lnTo>
                <a:lnTo>
                  <a:pt x="885825" y="323850"/>
                </a:lnTo>
                <a:lnTo>
                  <a:pt x="885825" y="333375"/>
                </a:lnTo>
                <a:lnTo>
                  <a:pt x="866775" y="333375"/>
                </a:lnTo>
                <a:lnTo>
                  <a:pt x="866775" y="342900"/>
                </a:lnTo>
                <a:lnTo>
                  <a:pt x="847725" y="342900"/>
                </a:lnTo>
                <a:lnTo>
                  <a:pt x="847725" y="352425"/>
                </a:lnTo>
                <a:lnTo>
                  <a:pt x="828675" y="352425"/>
                </a:lnTo>
                <a:lnTo>
                  <a:pt x="828675" y="361950"/>
                </a:lnTo>
                <a:lnTo>
                  <a:pt x="800100" y="361950"/>
                </a:lnTo>
                <a:lnTo>
                  <a:pt x="800100" y="371475"/>
                </a:lnTo>
                <a:lnTo>
                  <a:pt x="781050" y="371475"/>
                </a:lnTo>
                <a:lnTo>
                  <a:pt x="781050" y="361950"/>
                </a:lnTo>
                <a:lnTo>
                  <a:pt x="733425" y="361950"/>
                </a:lnTo>
                <a:lnTo>
                  <a:pt x="733425" y="371475"/>
                </a:lnTo>
                <a:lnTo>
                  <a:pt x="723900" y="371475"/>
                </a:lnTo>
                <a:lnTo>
                  <a:pt x="723900" y="390525"/>
                </a:lnTo>
                <a:lnTo>
                  <a:pt x="714375" y="390525"/>
                </a:lnTo>
                <a:lnTo>
                  <a:pt x="714375" y="428625"/>
                </a:lnTo>
                <a:lnTo>
                  <a:pt x="704850" y="428625"/>
                </a:lnTo>
                <a:lnTo>
                  <a:pt x="704850" y="438150"/>
                </a:lnTo>
                <a:lnTo>
                  <a:pt x="695325" y="438150"/>
                </a:lnTo>
                <a:lnTo>
                  <a:pt x="695325" y="447675"/>
                </a:lnTo>
                <a:lnTo>
                  <a:pt x="685800" y="447675"/>
                </a:lnTo>
                <a:lnTo>
                  <a:pt x="685800" y="457200"/>
                </a:lnTo>
                <a:lnTo>
                  <a:pt x="666750" y="457200"/>
                </a:lnTo>
                <a:lnTo>
                  <a:pt x="666750" y="466725"/>
                </a:lnTo>
                <a:lnTo>
                  <a:pt x="657225" y="466725"/>
                </a:lnTo>
                <a:lnTo>
                  <a:pt x="657225" y="476250"/>
                </a:lnTo>
                <a:lnTo>
                  <a:pt x="647700" y="476250"/>
                </a:lnTo>
                <a:lnTo>
                  <a:pt x="647700" y="485775"/>
                </a:lnTo>
                <a:lnTo>
                  <a:pt x="638175" y="485775"/>
                </a:lnTo>
                <a:lnTo>
                  <a:pt x="638175" y="504825"/>
                </a:lnTo>
                <a:lnTo>
                  <a:pt x="628650" y="504825"/>
                </a:lnTo>
                <a:lnTo>
                  <a:pt x="628650" y="523875"/>
                </a:lnTo>
                <a:lnTo>
                  <a:pt x="619125" y="523875"/>
                </a:lnTo>
                <a:lnTo>
                  <a:pt x="619125" y="571500"/>
                </a:lnTo>
                <a:lnTo>
                  <a:pt x="600075" y="571500"/>
                </a:lnTo>
                <a:lnTo>
                  <a:pt x="600075" y="542925"/>
                </a:lnTo>
                <a:lnTo>
                  <a:pt x="609600" y="542925"/>
                </a:lnTo>
                <a:lnTo>
                  <a:pt x="609600" y="514350"/>
                </a:lnTo>
                <a:lnTo>
                  <a:pt x="619125" y="514350"/>
                </a:lnTo>
                <a:lnTo>
                  <a:pt x="619125" y="485775"/>
                </a:lnTo>
                <a:lnTo>
                  <a:pt x="628650" y="485775"/>
                </a:lnTo>
                <a:lnTo>
                  <a:pt x="628650" y="476250"/>
                </a:lnTo>
                <a:lnTo>
                  <a:pt x="638175" y="476250"/>
                </a:lnTo>
                <a:lnTo>
                  <a:pt x="638175" y="466725"/>
                </a:lnTo>
                <a:lnTo>
                  <a:pt x="647700" y="466725"/>
                </a:lnTo>
                <a:lnTo>
                  <a:pt x="647700" y="457200"/>
                </a:lnTo>
                <a:lnTo>
                  <a:pt x="657225" y="457200"/>
                </a:lnTo>
                <a:lnTo>
                  <a:pt x="657225" y="447675"/>
                </a:lnTo>
                <a:lnTo>
                  <a:pt x="666750" y="447675"/>
                </a:lnTo>
                <a:lnTo>
                  <a:pt x="666750" y="438150"/>
                </a:lnTo>
                <a:lnTo>
                  <a:pt x="685800" y="438150"/>
                </a:lnTo>
                <a:lnTo>
                  <a:pt x="685800" y="428625"/>
                </a:lnTo>
                <a:lnTo>
                  <a:pt x="695325" y="428625"/>
                </a:lnTo>
                <a:lnTo>
                  <a:pt x="695325" y="390525"/>
                </a:lnTo>
                <a:lnTo>
                  <a:pt x="704850" y="390525"/>
                </a:lnTo>
                <a:lnTo>
                  <a:pt x="704850" y="361950"/>
                </a:lnTo>
                <a:lnTo>
                  <a:pt x="714375" y="361950"/>
                </a:lnTo>
                <a:lnTo>
                  <a:pt x="714375" y="352425"/>
                </a:lnTo>
                <a:lnTo>
                  <a:pt x="723900" y="352425"/>
                </a:lnTo>
                <a:lnTo>
                  <a:pt x="723900" y="342900"/>
                </a:lnTo>
                <a:lnTo>
                  <a:pt x="762000" y="342900"/>
                </a:lnTo>
                <a:lnTo>
                  <a:pt x="762000" y="352425"/>
                </a:lnTo>
                <a:lnTo>
                  <a:pt x="800100" y="352425"/>
                </a:lnTo>
                <a:lnTo>
                  <a:pt x="800100" y="342900"/>
                </a:lnTo>
                <a:lnTo>
                  <a:pt x="819150" y="342900"/>
                </a:lnTo>
                <a:lnTo>
                  <a:pt x="819150" y="333375"/>
                </a:lnTo>
                <a:lnTo>
                  <a:pt x="838200" y="333375"/>
                </a:lnTo>
                <a:lnTo>
                  <a:pt x="838200" y="323850"/>
                </a:lnTo>
                <a:lnTo>
                  <a:pt x="857250" y="323850"/>
                </a:lnTo>
                <a:lnTo>
                  <a:pt x="857250" y="314325"/>
                </a:lnTo>
                <a:lnTo>
                  <a:pt x="895350" y="314325"/>
                </a:lnTo>
                <a:close/>
                <a:moveTo>
                  <a:pt x="1019175" y="304800"/>
                </a:moveTo>
                <a:lnTo>
                  <a:pt x="1038225" y="304800"/>
                </a:lnTo>
                <a:lnTo>
                  <a:pt x="1038225" y="314325"/>
                </a:lnTo>
                <a:lnTo>
                  <a:pt x="1047750" y="314325"/>
                </a:lnTo>
                <a:lnTo>
                  <a:pt x="1047750" y="323850"/>
                </a:lnTo>
                <a:lnTo>
                  <a:pt x="1019175" y="323850"/>
                </a:lnTo>
                <a:close/>
                <a:moveTo>
                  <a:pt x="1057275" y="323850"/>
                </a:moveTo>
                <a:lnTo>
                  <a:pt x="1066800" y="323850"/>
                </a:lnTo>
                <a:lnTo>
                  <a:pt x="1066800" y="333375"/>
                </a:lnTo>
                <a:lnTo>
                  <a:pt x="1057275" y="333375"/>
                </a:lnTo>
                <a:close/>
                <a:moveTo>
                  <a:pt x="1076325" y="333375"/>
                </a:moveTo>
                <a:lnTo>
                  <a:pt x="1085850" y="333375"/>
                </a:lnTo>
                <a:lnTo>
                  <a:pt x="1085850" y="342900"/>
                </a:lnTo>
                <a:lnTo>
                  <a:pt x="1076325" y="342900"/>
                </a:lnTo>
                <a:close/>
                <a:moveTo>
                  <a:pt x="1085850" y="342900"/>
                </a:moveTo>
                <a:lnTo>
                  <a:pt x="1104900" y="342900"/>
                </a:lnTo>
                <a:lnTo>
                  <a:pt x="1104900" y="352425"/>
                </a:lnTo>
                <a:lnTo>
                  <a:pt x="1085850" y="352425"/>
                </a:lnTo>
                <a:close/>
                <a:moveTo>
                  <a:pt x="1104900" y="352425"/>
                </a:moveTo>
                <a:lnTo>
                  <a:pt x="1123950" y="352425"/>
                </a:lnTo>
                <a:lnTo>
                  <a:pt x="1123950" y="361950"/>
                </a:lnTo>
                <a:lnTo>
                  <a:pt x="1143000" y="361950"/>
                </a:lnTo>
                <a:lnTo>
                  <a:pt x="1143000" y="371475"/>
                </a:lnTo>
                <a:lnTo>
                  <a:pt x="1152525" y="371475"/>
                </a:lnTo>
                <a:lnTo>
                  <a:pt x="1152525" y="381000"/>
                </a:lnTo>
                <a:lnTo>
                  <a:pt x="1162050" y="381000"/>
                </a:lnTo>
                <a:lnTo>
                  <a:pt x="1162050" y="390525"/>
                </a:lnTo>
                <a:lnTo>
                  <a:pt x="1143000" y="390525"/>
                </a:lnTo>
                <a:lnTo>
                  <a:pt x="1143000" y="381000"/>
                </a:lnTo>
                <a:lnTo>
                  <a:pt x="1133475" y="381000"/>
                </a:lnTo>
                <a:lnTo>
                  <a:pt x="1133475" y="371475"/>
                </a:lnTo>
                <a:lnTo>
                  <a:pt x="1114425" y="371475"/>
                </a:lnTo>
                <a:lnTo>
                  <a:pt x="1114425" y="361950"/>
                </a:lnTo>
                <a:lnTo>
                  <a:pt x="1104900" y="361950"/>
                </a:lnTo>
                <a:close/>
                <a:moveTo>
                  <a:pt x="1333500" y="371475"/>
                </a:moveTo>
                <a:lnTo>
                  <a:pt x="1352550" y="371475"/>
                </a:lnTo>
                <a:lnTo>
                  <a:pt x="1352550" y="390525"/>
                </a:lnTo>
                <a:lnTo>
                  <a:pt x="1333500" y="390525"/>
                </a:lnTo>
                <a:close/>
                <a:moveTo>
                  <a:pt x="1162050" y="390525"/>
                </a:moveTo>
                <a:lnTo>
                  <a:pt x="1171575" y="390525"/>
                </a:lnTo>
                <a:lnTo>
                  <a:pt x="1171575" y="400050"/>
                </a:lnTo>
                <a:lnTo>
                  <a:pt x="1162050" y="400050"/>
                </a:lnTo>
                <a:close/>
                <a:moveTo>
                  <a:pt x="1181100" y="400050"/>
                </a:moveTo>
                <a:lnTo>
                  <a:pt x="1209675" y="400050"/>
                </a:lnTo>
                <a:lnTo>
                  <a:pt x="1209675" y="419100"/>
                </a:lnTo>
                <a:lnTo>
                  <a:pt x="1200150" y="419100"/>
                </a:lnTo>
                <a:lnTo>
                  <a:pt x="1200150" y="409575"/>
                </a:lnTo>
                <a:lnTo>
                  <a:pt x="1181100" y="409575"/>
                </a:lnTo>
                <a:close/>
                <a:moveTo>
                  <a:pt x="1228725" y="409575"/>
                </a:moveTo>
                <a:lnTo>
                  <a:pt x="1257300" y="409575"/>
                </a:lnTo>
                <a:lnTo>
                  <a:pt x="1257300" y="419100"/>
                </a:lnTo>
                <a:lnTo>
                  <a:pt x="1266825" y="419100"/>
                </a:lnTo>
                <a:lnTo>
                  <a:pt x="1266825" y="438150"/>
                </a:lnTo>
                <a:lnTo>
                  <a:pt x="1257300" y="438150"/>
                </a:lnTo>
                <a:lnTo>
                  <a:pt x="1257300" y="457200"/>
                </a:lnTo>
                <a:lnTo>
                  <a:pt x="1247775" y="457200"/>
                </a:lnTo>
                <a:lnTo>
                  <a:pt x="1247775" y="485775"/>
                </a:lnTo>
                <a:lnTo>
                  <a:pt x="1238250" y="485775"/>
                </a:lnTo>
                <a:lnTo>
                  <a:pt x="1238250" y="514350"/>
                </a:lnTo>
                <a:lnTo>
                  <a:pt x="1247775" y="514350"/>
                </a:lnTo>
                <a:lnTo>
                  <a:pt x="1247775" y="523875"/>
                </a:lnTo>
                <a:lnTo>
                  <a:pt x="1257300" y="523875"/>
                </a:lnTo>
                <a:lnTo>
                  <a:pt x="1257300" y="542925"/>
                </a:lnTo>
                <a:lnTo>
                  <a:pt x="1266825" y="542925"/>
                </a:lnTo>
                <a:lnTo>
                  <a:pt x="1266825" y="561975"/>
                </a:lnTo>
                <a:lnTo>
                  <a:pt x="1247775" y="561975"/>
                </a:lnTo>
                <a:lnTo>
                  <a:pt x="1247775" y="542925"/>
                </a:lnTo>
                <a:lnTo>
                  <a:pt x="1238250" y="542925"/>
                </a:lnTo>
                <a:lnTo>
                  <a:pt x="1238250" y="523875"/>
                </a:lnTo>
                <a:lnTo>
                  <a:pt x="1228725" y="523875"/>
                </a:lnTo>
                <a:lnTo>
                  <a:pt x="1228725" y="514350"/>
                </a:lnTo>
                <a:lnTo>
                  <a:pt x="1219200" y="514350"/>
                </a:lnTo>
                <a:lnTo>
                  <a:pt x="1219200" y="485775"/>
                </a:lnTo>
                <a:lnTo>
                  <a:pt x="1228725" y="485775"/>
                </a:lnTo>
                <a:lnTo>
                  <a:pt x="1228725" y="457200"/>
                </a:lnTo>
                <a:lnTo>
                  <a:pt x="1238250" y="457200"/>
                </a:lnTo>
                <a:lnTo>
                  <a:pt x="1238250" y="428625"/>
                </a:lnTo>
                <a:lnTo>
                  <a:pt x="1228725" y="428625"/>
                </a:lnTo>
                <a:close/>
                <a:moveTo>
                  <a:pt x="1343025" y="419100"/>
                </a:moveTo>
                <a:lnTo>
                  <a:pt x="1362075" y="419100"/>
                </a:lnTo>
                <a:lnTo>
                  <a:pt x="1362075" y="438150"/>
                </a:lnTo>
                <a:lnTo>
                  <a:pt x="1343025" y="438150"/>
                </a:lnTo>
                <a:close/>
                <a:moveTo>
                  <a:pt x="495300" y="485775"/>
                </a:moveTo>
                <a:lnTo>
                  <a:pt x="504825" y="485775"/>
                </a:lnTo>
                <a:lnTo>
                  <a:pt x="504825" y="495300"/>
                </a:lnTo>
                <a:lnTo>
                  <a:pt x="495300" y="495300"/>
                </a:lnTo>
                <a:close/>
                <a:moveTo>
                  <a:pt x="1695450" y="485775"/>
                </a:moveTo>
                <a:lnTo>
                  <a:pt x="1704975" y="485775"/>
                </a:lnTo>
                <a:lnTo>
                  <a:pt x="1704975" y="504825"/>
                </a:lnTo>
                <a:lnTo>
                  <a:pt x="1695450" y="504825"/>
                </a:lnTo>
                <a:close/>
                <a:moveTo>
                  <a:pt x="485775" y="504825"/>
                </a:moveTo>
                <a:lnTo>
                  <a:pt x="495300" y="504825"/>
                </a:lnTo>
                <a:lnTo>
                  <a:pt x="495300" y="514350"/>
                </a:lnTo>
                <a:lnTo>
                  <a:pt x="485775" y="514350"/>
                </a:lnTo>
                <a:close/>
                <a:moveTo>
                  <a:pt x="476250" y="523875"/>
                </a:moveTo>
                <a:lnTo>
                  <a:pt x="485775" y="523875"/>
                </a:lnTo>
                <a:lnTo>
                  <a:pt x="485775" y="533400"/>
                </a:lnTo>
                <a:lnTo>
                  <a:pt x="476250" y="533400"/>
                </a:lnTo>
                <a:close/>
                <a:moveTo>
                  <a:pt x="800100" y="523875"/>
                </a:moveTo>
                <a:lnTo>
                  <a:pt x="838200" y="523875"/>
                </a:lnTo>
                <a:lnTo>
                  <a:pt x="838200" y="542925"/>
                </a:lnTo>
                <a:lnTo>
                  <a:pt x="800100" y="542925"/>
                </a:lnTo>
                <a:close/>
                <a:moveTo>
                  <a:pt x="466725" y="533400"/>
                </a:moveTo>
                <a:lnTo>
                  <a:pt x="476250" y="533400"/>
                </a:lnTo>
                <a:lnTo>
                  <a:pt x="476250" y="561975"/>
                </a:lnTo>
                <a:lnTo>
                  <a:pt x="466725" y="561975"/>
                </a:lnTo>
                <a:lnTo>
                  <a:pt x="466725" y="571500"/>
                </a:lnTo>
                <a:lnTo>
                  <a:pt x="457200" y="571500"/>
                </a:lnTo>
                <a:lnTo>
                  <a:pt x="457200" y="581025"/>
                </a:lnTo>
                <a:lnTo>
                  <a:pt x="447675" y="581025"/>
                </a:lnTo>
                <a:lnTo>
                  <a:pt x="447675" y="590550"/>
                </a:lnTo>
                <a:lnTo>
                  <a:pt x="438150" y="590550"/>
                </a:lnTo>
                <a:lnTo>
                  <a:pt x="438150" y="571500"/>
                </a:lnTo>
                <a:lnTo>
                  <a:pt x="447675" y="571500"/>
                </a:lnTo>
                <a:lnTo>
                  <a:pt x="447675" y="561975"/>
                </a:lnTo>
                <a:lnTo>
                  <a:pt x="457200" y="561975"/>
                </a:lnTo>
                <a:lnTo>
                  <a:pt x="457200" y="542925"/>
                </a:lnTo>
                <a:lnTo>
                  <a:pt x="466725" y="542925"/>
                </a:lnTo>
                <a:close/>
                <a:moveTo>
                  <a:pt x="752475" y="542925"/>
                </a:moveTo>
                <a:lnTo>
                  <a:pt x="771525" y="542925"/>
                </a:lnTo>
                <a:lnTo>
                  <a:pt x="771525" y="552450"/>
                </a:lnTo>
                <a:lnTo>
                  <a:pt x="762000" y="552450"/>
                </a:lnTo>
                <a:lnTo>
                  <a:pt x="762000" y="561975"/>
                </a:lnTo>
                <a:lnTo>
                  <a:pt x="752475" y="561975"/>
                </a:lnTo>
                <a:lnTo>
                  <a:pt x="752475" y="571500"/>
                </a:lnTo>
                <a:lnTo>
                  <a:pt x="742950" y="571500"/>
                </a:lnTo>
                <a:lnTo>
                  <a:pt x="742950" y="581025"/>
                </a:lnTo>
                <a:lnTo>
                  <a:pt x="733425" y="581025"/>
                </a:lnTo>
                <a:lnTo>
                  <a:pt x="733425" y="561975"/>
                </a:lnTo>
                <a:lnTo>
                  <a:pt x="742950" y="561975"/>
                </a:lnTo>
                <a:lnTo>
                  <a:pt x="742950" y="552450"/>
                </a:lnTo>
                <a:lnTo>
                  <a:pt x="752475" y="552450"/>
                </a:lnTo>
                <a:close/>
                <a:moveTo>
                  <a:pt x="857250" y="542925"/>
                </a:moveTo>
                <a:lnTo>
                  <a:pt x="885825" y="542925"/>
                </a:lnTo>
                <a:lnTo>
                  <a:pt x="885825" y="552450"/>
                </a:lnTo>
                <a:lnTo>
                  <a:pt x="904875" y="552450"/>
                </a:lnTo>
                <a:lnTo>
                  <a:pt x="904875" y="561975"/>
                </a:lnTo>
                <a:lnTo>
                  <a:pt x="933450" y="561975"/>
                </a:lnTo>
                <a:lnTo>
                  <a:pt x="933450" y="571500"/>
                </a:lnTo>
                <a:lnTo>
                  <a:pt x="971550" y="571500"/>
                </a:lnTo>
                <a:lnTo>
                  <a:pt x="971550" y="581025"/>
                </a:lnTo>
                <a:lnTo>
                  <a:pt x="1009650" y="581025"/>
                </a:lnTo>
                <a:lnTo>
                  <a:pt x="1009650" y="600075"/>
                </a:lnTo>
                <a:lnTo>
                  <a:pt x="971550" y="600075"/>
                </a:lnTo>
                <a:lnTo>
                  <a:pt x="971550" y="590550"/>
                </a:lnTo>
                <a:lnTo>
                  <a:pt x="942975" y="590550"/>
                </a:lnTo>
                <a:lnTo>
                  <a:pt x="942975" y="581025"/>
                </a:lnTo>
                <a:lnTo>
                  <a:pt x="914400" y="581025"/>
                </a:lnTo>
                <a:lnTo>
                  <a:pt x="914400" y="571500"/>
                </a:lnTo>
                <a:lnTo>
                  <a:pt x="895350" y="571500"/>
                </a:lnTo>
                <a:lnTo>
                  <a:pt x="895350" y="561975"/>
                </a:lnTo>
                <a:lnTo>
                  <a:pt x="876300" y="561975"/>
                </a:lnTo>
                <a:lnTo>
                  <a:pt x="876300" y="552450"/>
                </a:lnTo>
                <a:lnTo>
                  <a:pt x="857250" y="552450"/>
                </a:lnTo>
                <a:close/>
                <a:moveTo>
                  <a:pt x="1419225" y="561975"/>
                </a:moveTo>
                <a:lnTo>
                  <a:pt x="1428750" y="561975"/>
                </a:lnTo>
                <a:lnTo>
                  <a:pt x="1428750" y="571500"/>
                </a:lnTo>
                <a:lnTo>
                  <a:pt x="1438275" y="571500"/>
                </a:lnTo>
                <a:lnTo>
                  <a:pt x="1438275" y="581025"/>
                </a:lnTo>
                <a:lnTo>
                  <a:pt x="1447800" y="581025"/>
                </a:lnTo>
                <a:lnTo>
                  <a:pt x="1447800" y="590550"/>
                </a:lnTo>
                <a:lnTo>
                  <a:pt x="1457325" y="590550"/>
                </a:lnTo>
                <a:lnTo>
                  <a:pt x="1457325" y="609600"/>
                </a:lnTo>
                <a:lnTo>
                  <a:pt x="1466850" y="609600"/>
                </a:lnTo>
                <a:lnTo>
                  <a:pt x="1466850" y="619125"/>
                </a:lnTo>
                <a:lnTo>
                  <a:pt x="1476375" y="619125"/>
                </a:lnTo>
                <a:lnTo>
                  <a:pt x="1476375" y="628650"/>
                </a:lnTo>
                <a:lnTo>
                  <a:pt x="1485900" y="628650"/>
                </a:lnTo>
                <a:lnTo>
                  <a:pt x="1485900" y="638175"/>
                </a:lnTo>
                <a:lnTo>
                  <a:pt x="1504950" y="638175"/>
                </a:lnTo>
                <a:lnTo>
                  <a:pt x="1504950" y="647700"/>
                </a:lnTo>
                <a:lnTo>
                  <a:pt x="1514475" y="647700"/>
                </a:lnTo>
                <a:lnTo>
                  <a:pt x="1514475" y="657225"/>
                </a:lnTo>
                <a:lnTo>
                  <a:pt x="1524000" y="657225"/>
                </a:lnTo>
                <a:lnTo>
                  <a:pt x="1524000" y="666750"/>
                </a:lnTo>
                <a:lnTo>
                  <a:pt x="1533525" y="666750"/>
                </a:lnTo>
                <a:lnTo>
                  <a:pt x="1533525" y="676275"/>
                </a:lnTo>
                <a:lnTo>
                  <a:pt x="1514475" y="676275"/>
                </a:lnTo>
                <a:lnTo>
                  <a:pt x="1514475" y="666750"/>
                </a:lnTo>
                <a:lnTo>
                  <a:pt x="1495425" y="666750"/>
                </a:lnTo>
                <a:lnTo>
                  <a:pt x="1495425" y="657225"/>
                </a:lnTo>
                <a:lnTo>
                  <a:pt x="1485900" y="657225"/>
                </a:lnTo>
                <a:lnTo>
                  <a:pt x="1485900" y="647700"/>
                </a:lnTo>
                <a:lnTo>
                  <a:pt x="1476375" y="647700"/>
                </a:lnTo>
                <a:lnTo>
                  <a:pt x="1476375" y="638175"/>
                </a:lnTo>
                <a:lnTo>
                  <a:pt x="1466850" y="638175"/>
                </a:lnTo>
                <a:lnTo>
                  <a:pt x="1466850" y="628650"/>
                </a:lnTo>
                <a:lnTo>
                  <a:pt x="1457325" y="628650"/>
                </a:lnTo>
                <a:lnTo>
                  <a:pt x="1457325" y="619125"/>
                </a:lnTo>
                <a:lnTo>
                  <a:pt x="1447800" y="619125"/>
                </a:lnTo>
                <a:lnTo>
                  <a:pt x="1447800" y="609600"/>
                </a:lnTo>
                <a:lnTo>
                  <a:pt x="1438275" y="609600"/>
                </a:lnTo>
                <a:lnTo>
                  <a:pt x="1438275" y="600075"/>
                </a:lnTo>
                <a:lnTo>
                  <a:pt x="1428750" y="600075"/>
                </a:lnTo>
                <a:lnTo>
                  <a:pt x="1428750" y="581025"/>
                </a:lnTo>
                <a:lnTo>
                  <a:pt x="1419225" y="581025"/>
                </a:lnTo>
                <a:close/>
                <a:moveTo>
                  <a:pt x="428625" y="590550"/>
                </a:moveTo>
                <a:lnTo>
                  <a:pt x="438150" y="590550"/>
                </a:lnTo>
                <a:lnTo>
                  <a:pt x="438150" y="600075"/>
                </a:lnTo>
                <a:lnTo>
                  <a:pt x="428625" y="600075"/>
                </a:lnTo>
                <a:close/>
                <a:moveTo>
                  <a:pt x="1038225" y="590550"/>
                </a:moveTo>
                <a:lnTo>
                  <a:pt x="1066800" y="590550"/>
                </a:lnTo>
                <a:lnTo>
                  <a:pt x="1066800" y="609600"/>
                </a:lnTo>
                <a:lnTo>
                  <a:pt x="1038225" y="609600"/>
                </a:lnTo>
                <a:close/>
                <a:moveTo>
                  <a:pt x="1133475" y="590550"/>
                </a:moveTo>
                <a:lnTo>
                  <a:pt x="1152525" y="590550"/>
                </a:lnTo>
                <a:lnTo>
                  <a:pt x="1152525" y="600075"/>
                </a:lnTo>
                <a:lnTo>
                  <a:pt x="1162050" y="600075"/>
                </a:lnTo>
                <a:lnTo>
                  <a:pt x="1162050" y="609600"/>
                </a:lnTo>
                <a:lnTo>
                  <a:pt x="1143000" y="609600"/>
                </a:lnTo>
                <a:lnTo>
                  <a:pt x="1143000" y="600075"/>
                </a:lnTo>
                <a:lnTo>
                  <a:pt x="1133475" y="600075"/>
                </a:lnTo>
                <a:close/>
                <a:moveTo>
                  <a:pt x="419100" y="600075"/>
                </a:moveTo>
                <a:lnTo>
                  <a:pt x="428625" y="600075"/>
                </a:lnTo>
                <a:lnTo>
                  <a:pt x="428625" y="609600"/>
                </a:lnTo>
                <a:lnTo>
                  <a:pt x="419100" y="609600"/>
                </a:lnTo>
                <a:close/>
                <a:moveTo>
                  <a:pt x="409575" y="609600"/>
                </a:moveTo>
                <a:lnTo>
                  <a:pt x="419100" y="609600"/>
                </a:lnTo>
                <a:lnTo>
                  <a:pt x="419100" y="619125"/>
                </a:lnTo>
                <a:lnTo>
                  <a:pt x="409575" y="619125"/>
                </a:lnTo>
                <a:close/>
                <a:moveTo>
                  <a:pt x="714375" y="609600"/>
                </a:moveTo>
                <a:lnTo>
                  <a:pt x="733425" y="609600"/>
                </a:lnTo>
                <a:lnTo>
                  <a:pt x="733425" y="628650"/>
                </a:lnTo>
                <a:lnTo>
                  <a:pt x="723900" y="628650"/>
                </a:lnTo>
                <a:lnTo>
                  <a:pt x="723900" y="666750"/>
                </a:lnTo>
                <a:lnTo>
                  <a:pt x="714375" y="666750"/>
                </a:lnTo>
                <a:lnTo>
                  <a:pt x="714375" y="685800"/>
                </a:lnTo>
                <a:lnTo>
                  <a:pt x="704850" y="685800"/>
                </a:lnTo>
                <a:lnTo>
                  <a:pt x="704850" y="704850"/>
                </a:lnTo>
                <a:lnTo>
                  <a:pt x="695325" y="704850"/>
                </a:lnTo>
                <a:lnTo>
                  <a:pt x="695325" y="723900"/>
                </a:lnTo>
                <a:lnTo>
                  <a:pt x="685800" y="723900"/>
                </a:lnTo>
                <a:lnTo>
                  <a:pt x="685800" y="733425"/>
                </a:lnTo>
                <a:lnTo>
                  <a:pt x="676275" y="733425"/>
                </a:lnTo>
                <a:lnTo>
                  <a:pt x="676275" y="752475"/>
                </a:lnTo>
                <a:lnTo>
                  <a:pt x="666750" y="752475"/>
                </a:lnTo>
                <a:lnTo>
                  <a:pt x="666750" y="885825"/>
                </a:lnTo>
                <a:lnTo>
                  <a:pt x="647700" y="885825"/>
                </a:lnTo>
                <a:lnTo>
                  <a:pt x="647700" y="847725"/>
                </a:lnTo>
                <a:lnTo>
                  <a:pt x="638175" y="847725"/>
                </a:lnTo>
                <a:lnTo>
                  <a:pt x="638175" y="838200"/>
                </a:lnTo>
                <a:lnTo>
                  <a:pt x="628650" y="838200"/>
                </a:lnTo>
                <a:lnTo>
                  <a:pt x="628650" y="828675"/>
                </a:lnTo>
                <a:lnTo>
                  <a:pt x="609600" y="828675"/>
                </a:lnTo>
                <a:lnTo>
                  <a:pt x="609600" y="809625"/>
                </a:lnTo>
                <a:lnTo>
                  <a:pt x="628650" y="809625"/>
                </a:lnTo>
                <a:lnTo>
                  <a:pt x="628650" y="819150"/>
                </a:lnTo>
                <a:lnTo>
                  <a:pt x="638175" y="819150"/>
                </a:lnTo>
                <a:lnTo>
                  <a:pt x="638175" y="809625"/>
                </a:lnTo>
                <a:lnTo>
                  <a:pt x="647700" y="809625"/>
                </a:lnTo>
                <a:lnTo>
                  <a:pt x="647700" y="781050"/>
                </a:lnTo>
                <a:lnTo>
                  <a:pt x="638175" y="781050"/>
                </a:lnTo>
                <a:lnTo>
                  <a:pt x="638175" y="771525"/>
                </a:lnTo>
                <a:lnTo>
                  <a:pt x="609600" y="771525"/>
                </a:lnTo>
                <a:lnTo>
                  <a:pt x="609600" y="781050"/>
                </a:lnTo>
                <a:lnTo>
                  <a:pt x="590550" y="781050"/>
                </a:lnTo>
                <a:lnTo>
                  <a:pt x="590550" y="790575"/>
                </a:lnTo>
                <a:lnTo>
                  <a:pt x="581025" y="790575"/>
                </a:lnTo>
                <a:lnTo>
                  <a:pt x="581025" y="819150"/>
                </a:lnTo>
                <a:lnTo>
                  <a:pt x="561975" y="819150"/>
                </a:lnTo>
                <a:lnTo>
                  <a:pt x="561975" y="790575"/>
                </a:lnTo>
                <a:lnTo>
                  <a:pt x="571500" y="790575"/>
                </a:lnTo>
                <a:lnTo>
                  <a:pt x="571500" y="781050"/>
                </a:lnTo>
                <a:lnTo>
                  <a:pt x="581025" y="781050"/>
                </a:lnTo>
                <a:lnTo>
                  <a:pt x="581025" y="771525"/>
                </a:lnTo>
                <a:lnTo>
                  <a:pt x="590550" y="771525"/>
                </a:lnTo>
                <a:lnTo>
                  <a:pt x="590550" y="762000"/>
                </a:lnTo>
                <a:lnTo>
                  <a:pt x="609600" y="762000"/>
                </a:lnTo>
                <a:lnTo>
                  <a:pt x="609600" y="752475"/>
                </a:lnTo>
                <a:lnTo>
                  <a:pt x="619125" y="752475"/>
                </a:lnTo>
                <a:lnTo>
                  <a:pt x="619125" y="723900"/>
                </a:lnTo>
                <a:lnTo>
                  <a:pt x="609600" y="723900"/>
                </a:lnTo>
                <a:lnTo>
                  <a:pt x="609600" y="676275"/>
                </a:lnTo>
                <a:lnTo>
                  <a:pt x="600075" y="676275"/>
                </a:lnTo>
                <a:lnTo>
                  <a:pt x="600075" y="619125"/>
                </a:lnTo>
                <a:lnTo>
                  <a:pt x="619125" y="619125"/>
                </a:lnTo>
                <a:lnTo>
                  <a:pt x="619125" y="676275"/>
                </a:lnTo>
                <a:lnTo>
                  <a:pt x="628650" y="676275"/>
                </a:lnTo>
                <a:lnTo>
                  <a:pt x="628650" y="714375"/>
                </a:lnTo>
                <a:lnTo>
                  <a:pt x="638175" y="714375"/>
                </a:lnTo>
                <a:lnTo>
                  <a:pt x="638175" y="742950"/>
                </a:lnTo>
                <a:lnTo>
                  <a:pt x="657225" y="742950"/>
                </a:lnTo>
                <a:lnTo>
                  <a:pt x="657225" y="733425"/>
                </a:lnTo>
                <a:lnTo>
                  <a:pt x="666750" y="733425"/>
                </a:lnTo>
                <a:lnTo>
                  <a:pt x="666750" y="714375"/>
                </a:lnTo>
                <a:lnTo>
                  <a:pt x="676275" y="714375"/>
                </a:lnTo>
                <a:lnTo>
                  <a:pt x="676275" y="695325"/>
                </a:lnTo>
                <a:lnTo>
                  <a:pt x="685800" y="695325"/>
                </a:lnTo>
                <a:lnTo>
                  <a:pt x="685800" y="685800"/>
                </a:lnTo>
                <a:lnTo>
                  <a:pt x="695325" y="685800"/>
                </a:lnTo>
                <a:lnTo>
                  <a:pt x="695325" y="666750"/>
                </a:lnTo>
                <a:lnTo>
                  <a:pt x="704850" y="666750"/>
                </a:lnTo>
                <a:lnTo>
                  <a:pt x="704850" y="638175"/>
                </a:lnTo>
                <a:lnTo>
                  <a:pt x="714375" y="638175"/>
                </a:lnTo>
                <a:close/>
                <a:moveTo>
                  <a:pt x="1152525" y="647700"/>
                </a:moveTo>
                <a:lnTo>
                  <a:pt x="1171575" y="647700"/>
                </a:lnTo>
                <a:lnTo>
                  <a:pt x="1171575" y="676275"/>
                </a:lnTo>
                <a:lnTo>
                  <a:pt x="1181100" y="676275"/>
                </a:lnTo>
                <a:lnTo>
                  <a:pt x="1181100" y="695325"/>
                </a:lnTo>
                <a:lnTo>
                  <a:pt x="1190625" y="695325"/>
                </a:lnTo>
                <a:lnTo>
                  <a:pt x="1190625" y="714375"/>
                </a:lnTo>
                <a:lnTo>
                  <a:pt x="1200150" y="714375"/>
                </a:lnTo>
                <a:lnTo>
                  <a:pt x="1200150" y="733425"/>
                </a:lnTo>
                <a:lnTo>
                  <a:pt x="1209675" y="733425"/>
                </a:lnTo>
                <a:lnTo>
                  <a:pt x="1209675" y="742950"/>
                </a:lnTo>
                <a:lnTo>
                  <a:pt x="1228725" y="742950"/>
                </a:lnTo>
                <a:lnTo>
                  <a:pt x="1228725" y="733425"/>
                </a:lnTo>
                <a:lnTo>
                  <a:pt x="1238250" y="733425"/>
                </a:lnTo>
                <a:lnTo>
                  <a:pt x="1238250" y="695325"/>
                </a:lnTo>
                <a:lnTo>
                  <a:pt x="1257300" y="695325"/>
                </a:lnTo>
                <a:lnTo>
                  <a:pt x="1257300" y="733425"/>
                </a:lnTo>
                <a:lnTo>
                  <a:pt x="1247775" y="733425"/>
                </a:lnTo>
                <a:lnTo>
                  <a:pt x="1247775" y="752475"/>
                </a:lnTo>
                <a:lnTo>
                  <a:pt x="1257300" y="752475"/>
                </a:lnTo>
                <a:lnTo>
                  <a:pt x="1257300" y="762000"/>
                </a:lnTo>
                <a:lnTo>
                  <a:pt x="1266825" y="762000"/>
                </a:lnTo>
                <a:lnTo>
                  <a:pt x="1266825" y="771525"/>
                </a:lnTo>
                <a:lnTo>
                  <a:pt x="1238250" y="771525"/>
                </a:lnTo>
                <a:lnTo>
                  <a:pt x="1238250" y="781050"/>
                </a:lnTo>
                <a:lnTo>
                  <a:pt x="1228725" y="781050"/>
                </a:lnTo>
                <a:lnTo>
                  <a:pt x="1228725" y="809625"/>
                </a:lnTo>
                <a:lnTo>
                  <a:pt x="1238250" y="809625"/>
                </a:lnTo>
                <a:lnTo>
                  <a:pt x="1238250" y="838200"/>
                </a:lnTo>
                <a:lnTo>
                  <a:pt x="1228725" y="838200"/>
                </a:lnTo>
                <a:lnTo>
                  <a:pt x="1228725" y="847725"/>
                </a:lnTo>
                <a:lnTo>
                  <a:pt x="1219200" y="847725"/>
                </a:lnTo>
                <a:lnTo>
                  <a:pt x="1219200" y="838200"/>
                </a:lnTo>
                <a:lnTo>
                  <a:pt x="1209675" y="838200"/>
                </a:lnTo>
                <a:lnTo>
                  <a:pt x="1209675" y="762000"/>
                </a:lnTo>
                <a:lnTo>
                  <a:pt x="1200150" y="762000"/>
                </a:lnTo>
                <a:lnTo>
                  <a:pt x="1200150" y="742950"/>
                </a:lnTo>
                <a:lnTo>
                  <a:pt x="1190625" y="742950"/>
                </a:lnTo>
                <a:lnTo>
                  <a:pt x="1190625" y="733425"/>
                </a:lnTo>
                <a:lnTo>
                  <a:pt x="1181100" y="733425"/>
                </a:lnTo>
                <a:lnTo>
                  <a:pt x="1181100" y="714375"/>
                </a:lnTo>
                <a:lnTo>
                  <a:pt x="1171575" y="714375"/>
                </a:lnTo>
                <a:lnTo>
                  <a:pt x="1171575" y="695325"/>
                </a:lnTo>
                <a:lnTo>
                  <a:pt x="1162050" y="695325"/>
                </a:lnTo>
                <a:lnTo>
                  <a:pt x="1162050" y="666750"/>
                </a:lnTo>
                <a:lnTo>
                  <a:pt x="1152525" y="666750"/>
                </a:lnTo>
                <a:close/>
                <a:moveTo>
                  <a:pt x="1247775" y="647700"/>
                </a:moveTo>
                <a:lnTo>
                  <a:pt x="1266825" y="647700"/>
                </a:lnTo>
                <a:lnTo>
                  <a:pt x="1266825" y="685800"/>
                </a:lnTo>
                <a:lnTo>
                  <a:pt x="1247775" y="685800"/>
                </a:lnTo>
                <a:close/>
                <a:moveTo>
                  <a:pt x="342900" y="666750"/>
                </a:moveTo>
                <a:lnTo>
                  <a:pt x="361950" y="666750"/>
                </a:lnTo>
                <a:lnTo>
                  <a:pt x="361950" y="676275"/>
                </a:lnTo>
                <a:lnTo>
                  <a:pt x="352425" y="676275"/>
                </a:lnTo>
                <a:lnTo>
                  <a:pt x="352425" y="685800"/>
                </a:lnTo>
                <a:lnTo>
                  <a:pt x="333375" y="685800"/>
                </a:lnTo>
                <a:lnTo>
                  <a:pt x="333375" y="676275"/>
                </a:lnTo>
                <a:lnTo>
                  <a:pt x="342900" y="676275"/>
                </a:lnTo>
                <a:close/>
                <a:moveTo>
                  <a:pt x="809625" y="676275"/>
                </a:moveTo>
                <a:lnTo>
                  <a:pt x="828675" y="676275"/>
                </a:lnTo>
                <a:lnTo>
                  <a:pt x="828675" y="695325"/>
                </a:lnTo>
                <a:lnTo>
                  <a:pt x="800100" y="695325"/>
                </a:lnTo>
                <a:lnTo>
                  <a:pt x="800100" y="685800"/>
                </a:lnTo>
                <a:lnTo>
                  <a:pt x="809625" y="685800"/>
                </a:lnTo>
                <a:close/>
                <a:moveTo>
                  <a:pt x="323850" y="685800"/>
                </a:moveTo>
                <a:lnTo>
                  <a:pt x="333375" y="685800"/>
                </a:lnTo>
                <a:lnTo>
                  <a:pt x="333375" y="695325"/>
                </a:lnTo>
                <a:lnTo>
                  <a:pt x="323850" y="695325"/>
                </a:lnTo>
                <a:close/>
                <a:moveTo>
                  <a:pt x="304800" y="695325"/>
                </a:moveTo>
                <a:lnTo>
                  <a:pt x="323850" y="695325"/>
                </a:lnTo>
                <a:lnTo>
                  <a:pt x="323850" y="704850"/>
                </a:lnTo>
                <a:lnTo>
                  <a:pt x="304800" y="704850"/>
                </a:lnTo>
                <a:close/>
                <a:moveTo>
                  <a:pt x="781050" y="695325"/>
                </a:moveTo>
                <a:lnTo>
                  <a:pt x="790575" y="695325"/>
                </a:lnTo>
                <a:lnTo>
                  <a:pt x="790575" y="704850"/>
                </a:lnTo>
                <a:lnTo>
                  <a:pt x="781050" y="704850"/>
                </a:lnTo>
                <a:close/>
                <a:moveTo>
                  <a:pt x="295275" y="704850"/>
                </a:moveTo>
                <a:lnTo>
                  <a:pt x="304800" y="704850"/>
                </a:lnTo>
                <a:lnTo>
                  <a:pt x="304800" y="723900"/>
                </a:lnTo>
                <a:lnTo>
                  <a:pt x="295275" y="723900"/>
                </a:lnTo>
                <a:lnTo>
                  <a:pt x="295275" y="771525"/>
                </a:lnTo>
                <a:lnTo>
                  <a:pt x="276225" y="771525"/>
                </a:lnTo>
                <a:lnTo>
                  <a:pt x="276225" y="714375"/>
                </a:lnTo>
                <a:lnTo>
                  <a:pt x="295275" y="714375"/>
                </a:lnTo>
                <a:close/>
                <a:moveTo>
                  <a:pt x="762000" y="704850"/>
                </a:moveTo>
                <a:lnTo>
                  <a:pt x="781050" y="704850"/>
                </a:lnTo>
                <a:lnTo>
                  <a:pt x="781050" y="714375"/>
                </a:lnTo>
                <a:lnTo>
                  <a:pt x="762000" y="714375"/>
                </a:lnTo>
                <a:close/>
                <a:moveTo>
                  <a:pt x="1047750" y="714375"/>
                </a:moveTo>
                <a:lnTo>
                  <a:pt x="1057275" y="714375"/>
                </a:lnTo>
                <a:lnTo>
                  <a:pt x="1057275" y="723900"/>
                </a:lnTo>
                <a:lnTo>
                  <a:pt x="1047750" y="723900"/>
                </a:lnTo>
                <a:close/>
                <a:moveTo>
                  <a:pt x="1095375" y="723900"/>
                </a:moveTo>
                <a:lnTo>
                  <a:pt x="1114425" y="723900"/>
                </a:lnTo>
                <a:lnTo>
                  <a:pt x="1114425" y="742950"/>
                </a:lnTo>
                <a:lnTo>
                  <a:pt x="1095375" y="742950"/>
                </a:lnTo>
                <a:close/>
                <a:moveTo>
                  <a:pt x="1581150" y="733425"/>
                </a:moveTo>
                <a:lnTo>
                  <a:pt x="1600200" y="733425"/>
                </a:lnTo>
                <a:lnTo>
                  <a:pt x="1600200" y="762000"/>
                </a:lnTo>
                <a:lnTo>
                  <a:pt x="1581150" y="762000"/>
                </a:lnTo>
                <a:close/>
                <a:moveTo>
                  <a:pt x="809625" y="771525"/>
                </a:moveTo>
                <a:lnTo>
                  <a:pt x="828675" y="771525"/>
                </a:lnTo>
                <a:lnTo>
                  <a:pt x="828675" y="781050"/>
                </a:lnTo>
                <a:lnTo>
                  <a:pt x="838200" y="781050"/>
                </a:lnTo>
                <a:lnTo>
                  <a:pt x="838200" y="809625"/>
                </a:lnTo>
                <a:lnTo>
                  <a:pt x="828675" y="809625"/>
                </a:lnTo>
                <a:lnTo>
                  <a:pt x="828675" y="819150"/>
                </a:lnTo>
                <a:lnTo>
                  <a:pt x="800100" y="819150"/>
                </a:lnTo>
                <a:lnTo>
                  <a:pt x="800100" y="809625"/>
                </a:lnTo>
                <a:lnTo>
                  <a:pt x="790575" y="809625"/>
                </a:lnTo>
                <a:lnTo>
                  <a:pt x="790575" y="790575"/>
                </a:lnTo>
                <a:lnTo>
                  <a:pt x="800100" y="790575"/>
                </a:lnTo>
                <a:lnTo>
                  <a:pt x="800100" y="781050"/>
                </a:lnTo>
                <a:lnTo>
                  <a:pt x="809625" y="781050"/>
                </a:lnTo>
                <a:close/>
                <a:moveTo>
                  <a:pt x="1266825" y="771525"/>
                </a:moveTo>
                <a:lnTo>
                  <a:pt x="1285875" y="771525"/>
                </a:lnTo>
                <a:lnTo>
                  <a:pt x="1285875" y="781050"/>
                </a:lnTo>
                <a:lnTo>
                  <a:pt x="1295400" y="781050"/>
                </a:lnTo>
                <a:lnTo>
                  <a:pt x="1295400" y="790575"/>
                </a:lnTo>
                <a:lnTo>
                  <a:pt x="1304925" y="790575"/>
                </a:lnTo>
                <a:lnTo>
                  <a:pt x="1304925" y="819150"/>
                </a:lnTo>
                <a:lnTo>
                  <a:pt x="1314450" y="819150"/>
                </a:lnTo>
                <a:lnTo>
                  <a:pt x="1314450" y="857250"/>
                </a:lnTo>
                <a:lnTo>
                  <a:pt x="1304925" y="857250"/>
                </a:lnTo>
                <a:lnTo>
                  <a:pt x="1304925" y="885825"/>
                </a:lnTo>
                <a:lnTo>
                  <a:pt x="1295400" y="885825"/>
                </a:lnTo>
                <a:lnTo>
                  <a:pt x="1295400" y="895350"/>
                </a:lnTo>
                <a:lnTo>
                  <a:pt x="1285875" y="895350"/>
                </a:lnTo>
                <a:lnTo>
                  <a:pt x="1285875" y="904875"/>
                </a:lnTo>
                <a:lnTo>
                  <a:pt x="1276350" y="904875"/>
                </a:lnTo>
                <a:lnTo>
                  <a:pt x="1276350" y="914400"/>
                </a:lnTo>
                <a:lnTo>
                  <a:pt x="1257300" y="914400"/>
                </a:lnTo>
                <a:lnTo>
                  <a:pt x="1257300" y="904875"/>
                </a:lnTo>
                <a:lnTo>
                  <a:pt x="1266825" y="904875"/>
                </a:lnTo>
                <a:lnTo>
                  <a:pt x="1266825" y="895350"/>
                </a:lnTo>
                <a:lnTo>
                  <a:pt x="1276350" y="895350"/>
                </a:lnTo>
                <a:lnTo>
                  <a:pt x="1276350" y="885825"/>
                </a:lnTo>
                <a:lnTo>
                  <a:pt x="1285875" y="885825"/>
                </a:lnTo>
                <a:lnTo>
                  <a:pt x="1285875" y="866775"/>
                </a:lnTo>
                <a:lnTo>
                  <a:pt x="1295400" y="866775"/>
                </a:lnTo>
                <a:lnTo>
                  <a:pt x="1295400" y="809625"/>
                </a:lnTo>
                <a:lnTo>
                  <a:pt x="1285875" y="809625"/>
                </a:lnTo>
                <a:lnTo>
                  <a:pt x="1285875" y="790575"/>
                </a:lnTo>
                <a:lnTo>
                  <a:pt x="1276350" y="790575"/>
                </a:lnTo>
                <a:lnTo>
                  <a:pt x="1276350" y="781050"/>
                </a:lnTo>
                <a:lnTo>
                  <a:pt x="1266825" y="781050"/>
                </a:lnTo>
                <a:close/>
                <a:moveTo>
                  <a:pt x="66675" y="781050"/>
                </a:moveTo>
                <a:lnTo>
                  <a:pt x="85725" y="781050"/>
                </a:lnTo>
                <a:lnTo>
                  <a:pt x="85725" y="800100"/>
                </a:lnTo>
                <a:lnTo>
                  <a:pt x="66675" y="800100"/>
                </a:lnTo>
                <a:close/>
                <a:moveTo>
                  <a:pt x="1057275" y="781050"/>
                </a:moveTo>
                <a:lnTo>
                  <a:pt x="1076325" y="781050"/>
                </a:lnTo>
                <a:lnTo>
                  <a:pt x="1076325" y="790575"/>
                </a:lnTo>
                <a:lnTo>
                  <a:pt x="1085850" y="790575"/>
                </a:lnTo>
                <a:lnTo>
                  <a:pt x="1085850" y="809625"/>
                </a:lnTo>
                <a:lnTo>
                  <a:pt x="1076325" y="809625"/>
                </a:lnTo>
                <a:lnTo>
                  <a:pt x="1076325" y="819150"/>
                </a:lnTo>
                <a:lnTo>
                  <a:pt x="1057275" y="819150"/>
                </a:lnTo>
                <a:lnTo>
                  <a:pt x="1057275" y="809625"/>
                </a:lnTo>
                <a:lnTo>
                  <a:pt x="1047750" y="809625"/>
                </a:lnTo>
                <a:lnTo>
                  <a:pt x="1047750" y="790575"/>
                </a:lnTo>
                <a:lnTo>
                  <a:pt x="1057275" y="790575"/>
                </a:lnTo>
                <a:close/>
                <a:moveTo>
                  <a:pt x="9525" y="790575"/>
                </a:moveTo>
                <a:lnTo>
                  <a:pt x="28575" y="790575"/>
                </a:lnTo>
                <a:lnTo>
                  <a:pt x="28575" y="809625"/>
                </a:lnTo>
                <a:lnTo>
                  <a:pt x="9525" y="809625"/>
                </a:lnTo>
                <a:close/>
                <a:moveTo>
                  <a:pt x="123825" y="790575"/>
                </a:moveTo>
                <a:lnTo>
                  <a:pt x="133350" y="790575"/>
                </a:lnTo>
                <a:lnTo>
                  <a:pt x="133350" y="800100"/>
                </a:lnTo>
                <a:lnTo>
                  <a:pt x="123825" y="800100"/>
                </a:lnTo>
                <a:close/>
                <a:moveTo>
                  <a:pt x="1571625" y="790575"/>
                </a:moveTo>
                <a:lnTo>
                  <a:pt x="1590675" y="790575"/>
                </a:lnTo>
                <a:lnTo>
                  <a:pt x="1590675" y="809625"/>
                </a:lnTo>
                <a:lnTo>
                  <a:pt x="1581150" y="809625"/>
                </a:lnTo>
                <a:lnTo>
                  <a:pt x="1581150" y="838200"/>
                </a:lnTo>
                <a:lnTo>
                  <a:pt x="1571625" y="838200"/>
                </a:lnTo>
                <a:lnTo>
                  <a:pt x="1571625" y="866775"/>
                </a:lnTo>
                <a:lnTo>
                  <a:pt x="1562100" y="866775"/>
                </a:lnTo>
                <a:lnTo>
                  <a:pt x="1562100" y="876300"/>
                </a:lnTo>
                <a:lnTo>
                  <a:pt x="1571625" y="876300"/>
                </a:lnTo>
                <a:lnTo>
                  <a:pt x="1571625" y="895350"/>
                </a:lnTo>
                <a:lnTo>
                  <a:pt x="1562100" y="895350"/>
                </a:lnTo>
                <a:lnTo>
                  <a:pt x="1562100" y="904875"/>
                </a:lnTo>
                <a:lnTo>
                  <a:pt x="1552575" y="904875"/>
                </a:lnTo>
                <a:lnTo>
                  <a:pt x="1552575" y="895350"/>
                </a:lnTo>
                <a:lnTo>
                  <a:pt x="1543050" y="895350"/>
                </a:lnTo>
                <a:lnTo>
                  <a:pt x="1543050" y="876300"/>
                </a:lnTo>
                <a:lnTo>
                  <a:pt x="1552575" y="876300"/>
                </a:lnTo>
                <a:lnTo>
                  <a:pt x="1552575" y="847725"/>
                </a:lnTo>
                <a:lnTo>
                  <a:pt x="1562100" y="847725"/>
                </a:lnTo>
                <a:lnTo>
                  <a:pt x="1562100" y="819150"/>
                </a:lnTo>
                <a:lnTo>
                  <a:pt x="1571625" y="819150"/>
                </a:lnTo>
                <a:close/>
                <a:moveTo>
                  <a:pt x="1743075" y="790575"/>
                </a:moveTo>
                <a:lnTo>
                  <a:pt x="1752600" y="790575"/>
                </a:lnTo>
                <a:lnTo>
                  <a:pt x="1752600" y="800100"/>
                </a:lnTo>
                <a:lnTo>
                  <a:pt x="1743075" y="800100"/>
                </a:lnTo>
                <a:close/>
                <a:moveTo>
                  <a:pt x="2028825" y="790575"/>
                </a:moveTo>
                <a:lnTo>
                  <a:pt x="2047875" y="790575"/>
                </a:lnTo>
                <a:lnTo>
                  <a:pt x="2047875" y="809625"/>
                </a:lnTo>
                <a:lnTo>
                  <a:pt x="2028825" y="809625"/>
                </a:lnTo>
                <a:close/>
                <a:moveTo>
                  <a:pt x="142875" y="800100"/>
                </a:moveTo>
                <a:lnTo>
                  <a:pt x="152400" y="800100"/>
                </a:lnTo>
                <a:lnTo>
                  <a:pt x="152400" y="809625"/>
                </a:lnTo>
                <a:lnTo>
                  <a:pt x="142875" y="809625"/>
                </a:lnTo>
                <a:close/>
                <a:moveTo>
                  <a:pt x="1724025" y="800100"/>
                </a:moveTo>
                <a:lnTo>
                  <a:pt x="1733550" y="800100"/>
                </a:lnTo>
                <a:lnTo>
                  <a:pt x="1733550" y="809625"/>
                </a:lnTo>
                <a:lnTo>
                  <a:pt x="1724025" y="809625"/>
                </a:lnTo>
                <a:close/>
                <a:moveTo>
                  <a:pt x="1704975" y="809625"/>
                </a:moveTo>
                <a:lnTo>
                  <a:pt x="1724025" y="809625"/>
                </a:lnTo>
                <a:lnTo>
                  <a:pt x="1724025" y="819150"/>
                </a:lnTo>
                <a:lnTo>
                  <a:pt x="1704975" y="819150"/>
                </a:lnTo>
                <a:close/>
                <a:moveTo>
                  <a:pt x="1695450" y="819150"/>
                </a:moveTo>
                <a:lnTo>
                  <a:pt x="1704975" y="819150"/>
                </a:lnTo>
                <a:lnTo>
                  <a:pt x="1704975" y="828675"/>
                </a:lnTo>
                <a:lnTo>
                  <a:pt x="1695450" y="828675"/>
                </a:lnTo>
                <a:close/>
                <a:moveTo>
                  <a:pt x="1676400" y="828675"/>
                </a:moveTo>
                <a:lnTo>
                  <a:pt x="1685925" y="828675"/>
                </a:lnTo>
                <a:lnTo>
                  <a:pt x="1685925" y="838200"/>
                </a:lnTo>
                <a:lnTo>
                  <a:pt x="1676400" y="838200"/>
                </a:lnTo>
                <a:close/>
                <a:moveTo>
                  <a:pt x="1657350" y="838200"/>
                </a:moveTo>
                <a:lnTo>
                  <a:pt x="1666875" y="838200"/>
                </a:lnTo>
                <a:lnTo>
                  <a:pt x="1666875" y="847725"/>
                </a:lnTo>
                <a:lnTo>
                  <a:pt x="1657350" y="847725"/>
                </a:lnTo>
                <a:close/>
                <a:moveTo>
                  <a:pt x="1638300" y="847725"/>
                </a:moveTo>
                <a:lnTo>
                  <a:pt x="1657350" y="847725"/>
                </a:lnTo>
                <a:lnTo>
                  <a:pt x="1657350" y="857250"/>
                </a:lnTo>
                <a:lnTo>
                  <a:pt x="1638300" y="857250"/>
                </a:lnTo>
                <a:close/>
                <a:moveTo>
                  <a:pt x="561975" y="857250"/>
                </a:moveTo>
                <a:lnTo>
                  <a:pt x="581025" y="857250"/>
                </a:lnTo>
                <a:lnTo>
                  <a:pt x="581025" y="876300"/>
                </a:lnTo>
                <a:lnTo>
                  <a:pt x="590550" y="876300"/>
                </a:lnTo>
                <a:lnTo>
                  <a:pt x="590550" y="895350"/>
                </a:lnTo>
                <a:lnTo>
                  <a:pt x="600075" y="895350"/>
                </a:lnTo>
                <a:lnTo>
                  <a:pt x="600075" y="904875"/>
                </a:lnTo>
                <a:lnTo>
                  <a:pt x="619125" y="904875"/>
                </a:lnTo>
                <a:lnTo>
                  <a:pt x="619125" y="914400"/>
                </a:lnTo>
                <a:lnTo>
                  <a:pt x="638175" y="914400"/>
                </a:lnTo>
                <a:lnTo>
                  <a:pt x="638175" y="933450"/>
                </a:lnTo>
                <a:lnTo>
                  <a:pt x="619125" y="933450"/>
                </a:lnTo>
                <a:lnTo>
                  <a:pt x="619125" y="923925"/>
                </a:lnTo>
                <a:lnTo>
                  <a:pt x="600075" y="923925"/>
                </a:lnTo>
                <a:lnTo>
                  <a:pt x="600075" y="914400"/>
                </a:lnTo>
                <a:lnTo>
                  <a:pt x="590550" y="914400"/>
                </a:lnTo>
                <a:lnTo>
                  <a:pt x="590550" y="904875"/>
                </a:lnTo>
                <a:lnTo>
                  <a:pt x="581025" y="904875"/>
                </a:lnTo>
                <a:lnTo>
                  <a:pt x="581025" y="895350"/>
                </a:lnTo>
                <a:lnTo>
                  <a:pt x="571500" y="895350"/>
                </a:lnTo>
                <a:lnTo>
                  <a:pt x="571500" y="876300"/>
                </a:lnTo>
                <a:lnTo>
                  <a:pt x="561975" y="876300"/>
                </a:lnTo>
                <a:close/>
                <a:moveTo>
                  <a:pt x="971550" y="857250"/>
                </a:moveTo>
                <a:lnTo>
                  <a:pt x="990600" y="857250"/>
                </a:lnTo>
                <a:lnTo>
                  <a:pt x="990600" y="876300"/>
                </a:lnTo>
                <a:lnTo>
                  <a:pt x="971550" y="876300"/>
                </a:lnTo>
                <a:close/>
                <a:moveTo>
                  <a:pt x="1628775" y="857250"/>
                </a:moveTo>
                <a:lnTo>
                  <a:pt x="1638300" y="857250"/>
                </a:lnTo>
                <a:lnTo>
                  <a:pt x="1638300" y="866775"/>
                </a:lnTo>
                <a:lnTo>
                  <a:pt x="1628775" y="866775"/>
                </a:lnTo>
                <a:close/>
                <a:moveTo>
                  <a:pt x="1609725" y="866775"/>
                </a:moveTo>
                <a:lnTo>
                  <a:pt x="1619250" y="866775"/>
                </a:lnTo>
                <a:lnTo>
                  <a:pt x="1619250" y="876300"/>
                </a:lnTo>
                <a:lnTo>
                  <a:pt x="1609725" y="876300"/>
                </a:lnTo>
                <a:close/>
                <a:moveTo>
                  <a:pt x="314325" y="876300"/>
                </a:moveTo>
                <a:lnTo>
                  <a:pt x="323850" y="876300"/>
                </a:lnTo>
                <a:lnTo>
                  <a:pt x="323850" y="885825"/>
                </a:lnTo>
                <a:lnTo>
                  <a:pt x="333375" y="885825"/>
                </a:lnTo>
                <a:lnTo>
                  <a:pt x="333375" y="895350"/>
                </a:lnTo>
                <a:lnTo>
                  <a:pt x="323850" y="895350"/>
                </a:lnTo>
                <a:lnTo>
                  <a:pt x="323850" y="904875"/>
                </a:lnTo>
                <a:lnTo>
                  <a:pt x="314325" y="904875"/>
                </a:lnTo>
                <a:lnTo>
                  <a:pt x="314325" y="895350"/>
                </a:lnTo>
                <a:lnTo>
                  <a:pt x="304800" y="895350"/>
                </a:lnTo>
                <a:lnTo>
                  <a:pt x="304800" y="885825"/>
                </a:lnTo>
                <a:lnTo>
                  <a:pt x="314325" y="885825"/>
                </a:lnTo>
                <a:close/>
                <a:moveTo>
                  <a:pt x="1200150" y="876300"/>
                </a:moveTo>
                <a:lnTo>
                  <a:pt x="1219200" y="876300"/>
                </a:lnTo>
                <a:lnTo>
                  <a:pt x="1219200" y="914400"/>
                </a:lnTo>
                <a:lnTo>
                  <a:pt x="1257300" y="914400"/>
                </a:lnTo>
                <a:lnTo>
                  <a:pt x="1257300" y="923925"/>
                </a:lnTo>
                <a:lnTo>
                  <a:pt x="1247775" y="923925"/>
                </a:lnTo>
                <a:lnTo>
                  <a:pt x="1247775" y="933450"/>
                </a:lnTo>
                <a:lnTo>
                  <a:pt x="1219200" y="933450"/>
                </a:lnTo>
                <a:lnTo>
                  <a:pt x="1219200" y="942975"/>
                </a:lnTo>
                <a:lnTo>
                  <a:pt x="1209675" y="942975"/>
                </a:lnTo>
                <a:lnTo>
                  <a:pt x="1209675" y="971550"/>
                </a:lnTo>
                <a:lnTo>
                  <a:pt x="1200150" y="971550"/>
                </a:lnTo>
                <a:lnTo>
                  <a:pt x="1200150" y="1000125"/>
                </a:lnTo>
                <a:lnTo>
                  <a:pt x="1190625" y="1000125"/>
                </a:lnTo>
                <a:lnTo>
                  <a:pt x="1190625" y="1028700"/>
                </a:lnTo>
                <a:lnTo>
                  <a:pt x="1181100" y="1028700"/>
                </a:lnTo>
                <a:lnTo>
                  <a:pt x="1181100" y="1047750"/>
                </a:lnTo>
                <a:lnTo>
                  <a:pt x="1171575" y="1047750"/>
                </a:lnTo>
                <a:lnTo>
                  <a:pt x="1171575" y="1057275"/>
                </a:lnTo>
                <a:lnTo>
                  <a:pt x="1162050" y="1057275"/>
                </a:lnTo>
                <a:lnTo>
                  <a:pt x="1162050" y="1076325"/>
                </a:lnTo>
                <a:lnTo>
                  <a:pt x="1152525" y="1076325"/>
                </a:lnTo>
                <a:lnTo>
                  <a:pt x="1152525" y="1085850"/>
                </a:lnTo>
                <a:lnTo>
                  <a:pt x="1143000" y="1085850"/>
                </a:lnTo>
                <a:lnTo>
                  <a:pt x="1143000" y="1095375"/>
                </a:lnTo>
                <a:lnTo>
                  <a:pt x="1133475" y="1095375"/>
                </a:lnTo>
                <a:lnTo>
                  <a:pt x="1133475" y="1104900"/>
                </a:lnTo>
                <a:lnTo>
                  <a:pt x="1123950" y="1104900"/>
                </a:lnTo>
                <a:lnTo>
                  <a:pt x="1123950" y="1114425"/>
                </a:lnTo>
                <a:lnTo>
                  <a:pt x="1114425" y="1114425"/>
                </a:lnTo>
                <a:lnTo>
                  <a:pt x="1114425" y="1123950"/>
                </a:lnTo>
                <a:lnTo>
                  <a:pt x="1104900" y="1123950"/>
                </a:lnTo>
                <a:lnTo>
                  <a:pt x="1104900" y="1133475"/>
                </a:lnTo>
                <a:lnTo>
                  <a:pt x="1095375" y="1133475"/>
                </a:lnTo>
                <a:lnTo>
                  <a:pt x="1095375" y="1190625"/>
                </a:lnTo>
                <a:lnTo>
                  <a:pt x="1104900" y="1190625"/>
                </a:lnTo>
                <a:lnTo>
                  <a:pt x="1104900" y="1200150"/>
                </a:lnTo>
                <a:lnTo>
                  <a:pt x="1114425" y="1200150"/>
                </a:lnTo>
                <a:lnTo>
                  <a:pt x="1114425" y="1209675"/>
                </a:lnTo>
                <a:lnTo>
                  <a:pt x="1133475" y="1209675"/>
                </a:lnTo>
                <a:lnTo>
                  <a:pt x="1133475" y="1219200"/>
                </a:lnTo>
                <a:lnTo>
                  <a:pt x="1143000" y="1219200"/>
                </a:lnTo>
                <a:lnTo>
                  <a:pt x="1143000" y="1228725"/>
                </a:lnTo>
                <a:lnTo>
                  <a:pt x="1152525" y="1228725"/>
                </a:lnTo>
                <a:lnTo>
                  <a:pt x="1152525" y="1238250"/>
                </a:lnTo>
                <a:lnTo>
                  <a:pt x="1162050" y="1238250"/>
                </a:lnTo>
                <a:lnTo>
                  <a:pt x="1162050" y="1257300"/>
                </a:lnTo>
                <a:lnTo>
                  <a:pt x="1152525" y="1257300"/>
                </a:lnTo>
                <a:lnTo>
                  <a:pt x="1152525" y="1247775"/>
                </a:lnTo>
                <a:lnTo>
                  <a:pt x="1143000" y="1247775"/>
                </a:lnTo>
                <a:lnTo>
                  <a:pt x="1143000" y="1238250"/>
                </a:lnTo>
                <a:lnTo>
                  <a:pt x="1123950" y="1238250"/>
                </a:lnTo>
                <a:lnTo>
                  <a:pt x="1123950" y="1228725"/>
                </a:lnTo>
                <a:lnTo>
                  <a:pt x="1114425" y="1228725"/>
                </a:lnTo>
                <a:lnTo>
                  <a:pt x="1114425" y="1219200"/>
                </a:lnTo>
                <a:lnTo>
                  <a:pt x="1104900" y="1219200"/>
                </a:lnTo>
                <a:lnTo>
                  <a:pt x="1104900" y="1228725"/>
                </a:lnTo>
                <a:lnTo>
                  <a:pt x="1095375" y="1228725"/>
                </a:lnTo>
                <a:lnTo>
                  <a:pt x="1095375" y="1266825"/>
                </a:lnTo>
                <a:lnTo>
                  <a:pt x="1104900" y="1266825"/>
                </a:lnTo>
                <a:lnTo>
                  <a:pt x="1104900" y="1304925"/>
                </a:lnTo>
                <a:lnTo>
                  <a:pt x="1095375" y="1304925"/>
                </a:lnTo>
                <a:lnTo>
                  <a:pt x="1095375" y="1314450"/>
                </a:lnTo>
                <a:lnTo>
                  <a:pt x="1085850" y="1314450"/>
                </a:lnTo>
                <a:lnTo>
                  <a:pt x="1085850" y="1323975"/>
                </a:lnTo>
                <a:lnTo>
                  <a:pt x="1076325" y="1323975"/>
                </a:lnTo>
                <a:lnTo>
                  <a:pt x="1076325" y="1333500"/>
                </a:lnTo>
                <a:lnTo>
                  <a:pt x="1066800" y="1333500"/>
                </a:lnTo>
                <a:lnTo>
                  <a:pt x="1066800" y="1343025"/>
                </a:lnTo>
                <a:lnTo>
                  <a:pt x="1057275" y="1343025"/>
                </a:lnTo>
                <a:lnTo>
                  <a:pt x="1057275" y="1352550"/>
                </a:lnTo>
                <a:lnTo>
                  <a:pt x="1047750" y="1352550"/>
                </a:lnTo>
                <a:lnTo>
                  <a:pt x="1047750" y="1362075"/>
                </a:lnTo>
                <a:lnTo>
                  <a:pt x="1038225" y="1362075"/>
                </a:lnTo>
                <a:lnTo>
                  <a:pt x="1038225" y="1371600"/>
                </a:lnTo>
                <a:lnTo>
                  <a:pt x="1028700" y="1371600"/>
                </a:lnTo>
                <a:lnTo>
                  <a:pt x="1028700" y="1390650"/>
                </a:lnTo>
                <a:lnTo>
                  <a:pt x="1038225" y="1390650"/>
                </a:lnTo>
                <a:lnTo>
                  <a:pt x="1038225" y="1400175"/>
                </a:lnTo>
                <a:lnTo>
                  <a:pt x="1047750" y="1400175"/>
                </a:lnTo>
                <a:lnTo>
                  <a:pt x="1047750" y="1409700"/>
                </a:lnTo>
                <a:lnTo>
                  <a:pt x="1057275" y="1409700"/>
                </a:lnTo>
                <a:lnTo>
                  <a:pt x="1057275" y="1419225"/>
                </a:lnTo>
                <a:lnTo>
                  <a:pt x="1066800" y="1419225"/>
                </a:lnTo>
                <a:lnTo>
                  <a:pt x="1066800" y="1428750"/>
                </a:lnTo>
                <a:lnTo>
                  <a:pt x="1076325" y="1428750"/>
                </a:lnTo>
                <a:lnTo>
                  <a:pt x="1076325" y="1438275"/>
                </a:lnTo>
                <a:lnTo>
                  <a:pt x="1085850" y="1438275"/>
                </a:lnTo>
                <a:lnTo>
                  <a:pt x="1085850" y="1457325"/>
                </a:lnTo>
                <a:lnTo>
                  <a:pt x="1095375" y="1457325"/>
                </a:lnTo>
                <a:lnTo>
                  <a:pt x="1095375" y="1466850"/>
                </a:lnTo>
                <a:lnTo>
                  <a:pt x="1104900" y="1466850"/>
                </a:lnTo>
                <a:lnTo>
                  <a:pt x="1104900" y="1476375"/>
                </a:lnTo>
                <a:lnTo>
                  <a:pt x="1085850" y="1476375"/>
                </a:lnTo>
                <a:lnTo>
                  <a:pt x="1085850" y="1466850"/>
                </a:lnTo>
                <a:lnTo>
                  <a:pt x="1076325" y="1466850"/>
                </a:lnTo>
                <a:lnTo>
                  <a:pt x="1076325" y="1457325"/>
                </a:lnTo>
                <a:lnTo>
                  <a:pt x="1066800" y="1457325"/>
                </a:lnTo>
                <a:lnTo>
                  <a:pt x="1066800" y="1447800"/>
                </a:lnTo>
                <a:lnTo>
                  <a:pt x="1057275" y="1447800"/>
                </a:lnTo>
                <a:lnTo>
                  <a:pt x="1057275" y="1438275"/>
                </a:lnTo>
                <a:lnTo>
                  <a:pt x="1047750" y="1438275"/>
                </a:lnTo>
                <a:lnTo>
                  <a:pt x="1047750" y="1419225"/>
                </a:lnTo>
                <a:lnTo>
                  <a:pt x="1038225" y="1419225"/>
                </a:lnTo>
                <a:lnTo>
                  <a:pt x="1038225" y="1409700"/>
                </a:lnTo>
                <a:lnTo>
                  <a:pt x="1028700" y="1409700"/>
                </a:lnTo>
                <a:lnTo>
                  <a:pt x="1028700" y="1400175"/>
                </a:lnTo>
                <a:lnTo>
                  <a:pt x="1009650" y="1400175"/>
                </a:lnTo>
                <a:lnTo>
                  <a:pt x="1009650" y="1409700"/>
                </a:lnTo>
                <a:lnTo>
                  <a:pt x="1000125" y="1409700"/>
                </a:lnTo>
                <a:lnTo>
                  <a:pt x="1000125" y="1428750"/>
                </a:lnTo>
                <a:lnTo>
                  <a:pt x="990600" y="1428750"/>
                </a:lnTo>
                <a:lnTo>
                  <a:pt x="990600" y="1457325"/>
                </a:lnTo>
                <a:lnTo>
                  <a:pt x="981075" y="1457325"/>
                </a:lnTo>
                <a:lnTo>
                  <a:pt x="981075" y="1466850"/>
                </a:lnTo>
                <a:lnTo>
                  <a:pt x="971550" y="1466850"/>
                </a:lnTo>
                <a:lnTo>
                  <a:pt x="971550" y="1495425"/>
                </a:lnTo>
                <a:lnTo>
                  <a:pt x="962025" y="1495425"/>
                </a:lnTo>
                <a:lnTo>
                  <a:pt x="962025" y="1504950"/>
                </a:lnTo>
                <a:lnTo>
                  <a:pt x="952500" y="1504950"/>
                </a:lnTo>
                <a:lnTo>
                  <a:pt x="952500" y="1724025"/>
                </a:lnTo>
                <a:lnTo>
                  <a:pt x="933450" y="1724025"/>
                </a:lnTo>
                <a:lnTo>
                  <a:pt x="933450" y="1524000"/>
                </a:lnTo>
                <a:lnTo>
                  <a:pt x="923925" y="1524000"/>
                </a:lnTo>
                <a:lnTo>
                  <a:pt x="923925" y="1504950"/>
                </a:lnTo>
                <a:lnTo>
                  <a:pt x="914400" y="1504950"/>
                </a:lnTo>
                <a:lnTo>
                  <a:pt x="914400" y="1476375"/>
                </a:lnTo>
                <a:lnTo>
                  <a:pt x="904875" y="1476375"/>
                </a:lnTo>
                <a:lnTo>
                  <a:pt x="904875" y="1466850"/>
                </a:lnTo>
                <a:lnTo>
                  <a:pt x="895350" y="1466850"/>
                </a:lnTo>
                <a:lnTo>
                  <a:pt x="895350" y="1447800"/>
                </a:lnTo>
                <a:lnTo>
                  <a:pt x="885825" y="1447800"/>
                </a:lnTo>
                <a:lnTo>
                  <a:pt x="885825" y="1438275"/>
                </a:lnTo>
                <a:lnTo>
                  <a:pt x="876300" y="1438275"/>
                </a:lnTo>
                <a:lnTo>
                  <a:pt x="876300" y="1409700"/>
                </a:lnTo>
                <a:lnTo>
                  <a:pt x="866775" y="1409700"/>
                </a:lnTo>
                <a:lnTo>
                  <a:pt x="866775" y="1400175"/>
                </a:lnTo>
                <a:lnTo>
                  <a:pt x="847725" y="1400175"/>
                </a:lnTo>
                <a:lnTo>
                  <a:pt x="847725" y="1409700"/>
                </a:lnTo>
                <a:lnTo>
                  <a:pt x="838200" y="1409700"/>
                </a:lnTo>
                <a:lnTo>
                  <a:pt x="838200" y="1419225"/>
                </a:lnTo>
                <a:lnTo>
                  <a:pt x="828675" y="1419225"/>
                </a:lnTo>
                <a:lnTo>
                  <a:pt x="828675" y="1428750"/>
                </a:lnTo>
                <a:lnTo>
                  <a:pt x="819150" y="1428750"/>
                </a:lnTo>
                <a:lnTo>
                  <a:pt x="819150" y="1447800"/>
                </a:lnTo>
                <a:lnTo>
                  <a:pt x="809625" y="1447800"/>
                </a:lnTo>
                <a:lnTo>
                  <a:pt x="809625" y="1457325"/>
                </a:lnTo>
                <a:lnTo>
                  <a:pt x="800100" y="1457325"/>
                </a:lnTo>
                <a:lnTo>
                  <a:pt x="800100" y="1466850"/>
                </a:lnTo>
                <a:lnTo>
                  <a:pt x="790575" y="1466850"/>
                </a:lnTo>
                <a:lnTo>
                  <a:pt x="790575" y="1476375"/>
                </a:lnTo>
                <a:lnTo>
                  <a:pt x="781050" y="1476375"/>
                </a:lnTo>
                <a:lnTo>
                  <a:pt x="781050" y="1485900"/>
                </a:lnTo>
                <a:lnTo>
                  <a:pt x="742950" y="1485900"/>
                </a:lnTo>
                <a:lnTo>
                  <a:pt x="742950" y="1476375"/>
                </a:lnTo>
                <a:lnTo>
                  <a:pt x="733425" y="1476375"/>
                </a:lnTo>
                <a:lnTo>
                  <a:pt x="733425" y="1457325"/>
                </a:lnTo>
                <a:lnTo>
                  <a:pt x="723900" y="1457325"/>
                </a:lnTo>
                <a:lnTo>
                  <a:pt x="723900" y="1438275"/>
                </a:lnTo>
                <a:lnTo>
                  <a:pt x="714375" y="1438275"/>
                </a:lnTo>
                <a:lnTo>
                  <a:pt x="714375" y="1428750"/>
                </a:lnTo>
                <a:lnTo>
                  <a:pt x="704850" y="1428750"/>
                </a:lnTo>
                <a:lnTo>
                  <a:pt x="704850" y="1400175"/>
                </a:lnTo>
                <a:lnTo>
                  <a:pt x="695325" y="1400175"/>
                </a:lnTo>
                <a:lnTo>
                  <a:pt x="695325" y="1381125"/>
                </a:lnTo>
                <a:lnTo>
                  <a:pt x="685800" y="1381125"/>
                </a:lnTo>
                <a:lnTo>
                  <a:pt x="685800" y="1343025"/>
                </a:lnTo>
                <a:lnTo>
                  <a:pt x="676275" y="1343025"/>
                </a:lnTo>
                <a:lnTo>
                  <a:pt x="676275" y="1333500"/>
                </a:lnTo>
                <a:lnTo>
                  <a:pt x="666750" y="1333500"/>
                </a:lnTo>
                <a:lnTo>
                  <a:pt x="666750" y="1323975"/>
                </a:lnTo>
                <a:lnTo>
                  <a:pt x="657225" y="1323975"/>
                </a:lnTo>
                <a:lnTo>
                  <a:pt x="657225" y="1333500"/>
                </a:lnTo>
                <a:lnTo>
                  <a:pt x="619125" y="1333500"/>
                </a:lnTo>
                <a:lnTo>
                  <a:pt x="619125" y="1343025"/>
                </a:lnTo>
                <a:lnTo>
                  <a:pt x="590550" y="1343025"/>
                </a:lnTo>
                <a:lnTo>
                  <a:pt x="590550" y="1352550"/>
                </a:lnTo>
                <a:lnTo>
                  <a:pt x="561975" y="1352550"/>
                </a:lnTo>
                <a:lnTo>
                  <a:pt x="561975" y="1362075"/>
                </a:lnTo>
                <a:lnTo>
                  <a:pt x="542925" y="1362075"/>
                </a:lnTo>
                <a:lnTo>
                  <a:pt x="542925" y="1371600"/>
                </a:lnTo>
                <a:lnTo>
                  <a:pt x="514350" y="1371600"/>
                </a:lnTo>
                <a:lnTo>
                  <a:pt x="514350" y="1381125"/>
                </a:lnTo>
                <a:lnTo>
                  <a:pt x="495300" y="1381125"/>
                </a:lnTo>
                <a:lnTo>
                  <a:pt x="495300" y="1390650"/>
                </a:lnTo>
                <a:lnTo>
                  <a:pt x="476250" y="1390650"/>
                </a:lnTo>
                <a:lnTo>
                  <a:pt x="476250" y="1400175"/>
                </a:lnTo>
                <a:lnTo>
                  <a:pt x="457200" y="1400175"/>
                </a:lnTo>
                <a:lnTo>
                  <a:pt x="457200" y="1409700"/>
                </a:lnTo>
                <a:lnTo>
                  <a:pt x="438150" y="1409700"/>
                </a:lnTo>
                <a:lnTo>
                  <a:pt x="438150" y="1419225"/>
                </a:lnTo>
                <a:lnTo>
                  <a:pt x="419100" y="1419225"/>
                </a:lnTo>
                <a:lnTo>
                  <a:pt x="419100" y="1428750"/>
                </a:lnTo>
                <a:lnTo>
                  <a:pt x="400050" y="1428750"/>
                </a:lnTo>
                <a:lnTo>
                  <a:pt x="400050" y="1438275"/>
                </a:lnTo>
                <a:lnTo>
                  <a:pt x="390525" y="1438275"/>
                </a:lnTo>
                <a:lnTo>
                  <a:pt x="390525" y="1447800"/>
                </a:lnTo>
                <a:lnTo>
                  <a:pt x="381000" y="1447800"/>
                </a:lnTo>
                <a:lnTo>
                  <a:pt x="381000" y="1457325"/>
                </a:lnTo>
                <a:lnTo>
                  <a:pt x="371475" y="1457325"/>
                </a:lnTo>
                <a:lnTo>
                  <a:pt x="371475" y="1466850"/>
                </a:lnTo>
                <a:lnTo>
                  <a:pt x="352425" y="1466850"/>
                </a:lnTo>
                <a:lnTo>
                  <a:pt x="352425" y="1476375"/>
                </a:lnTo>
                <a:lnTo>
                  <a:pt x="342900" y="1476375"/>
                </a:lnTo>
                <a:lnTo>
                  <a:pt x="342900" y="1495425"/>
                </a:lnTo>
                <a:lnTo>
                  <a:pt x="333375" y="1495425"/>
                </a:lnTo>
                <a:lnTo>
                  <a:pt x="333375" y="1504950"/>
                </a:lnTo>
                <a:lnTo>
                  <a:pt x="323850" y="1504950"/>
                </a:lnTo>
                <a:lnTo>
                  <a:pt x="323850" y="1514475"/>
                </a:lnTo>
                <a:lnTo>
                  <a:pt x="314325" y="1514475"/>
                </a:lnTo>
                <a:lnTo>
                  <a:pt x="314325" y="1533525"/>
                </a:lnTo>
                <a:lnTo>
                  <a:pt x="304800" y="1533525"/>
                </a:lnTo>
                <a:lnTo>
                  <a:pt x="304800" y="1552575"/>
                </a:lnTo>
                <a:lnTo>
                  <a:pt x="295275" y="1552575"/>
                </a:lnTo>
                <a:lnTo>
                  <a:pt x="295275" y="1571625"/>
                </a:lnTo>
                <a:lnTo>
                  <a:pt x="285750" y="1571625"/>
                </a:lnTo>
                <a:lnTo>
                  <a:pt x="285750" y="1590675"/>
                </a:lnTo>
                <a:lnTo>
                  <a:pt x="276225" y="1590675"/>
                </a:lnTo>
                <a:lnTo>
                  <a:pt x="276225" y="1609725"/>
                </a:lnTo>
                <a:lnTo>
                  <a:pt x="266700" y="1609725"/>
                </a:lnTo>
                <a:lnTo>
                  <a:pt x="266700" y="1647825"/>
                </a:lnTo>
                <a:lnTo>
                  <a:pt x="257175" y="1647825"/>
                </a:lnTo>
                <a:lnTo>
                  <a:pt x="257175" y="1666875"/>
                </a:lnTo>
                <a:lnTo>
                  <a:pt x="247650" y="1666875"/>
                </a:lnTo>
                <a:lnTo>
                  <a:pt x="247650" y="1676400"/>
                </a:lnTo>
                <a:lnTo>
                  <a:pt x="238125" y="1676400"/>
                </a:lnTo>
                <a:lnTo>
                  <a:pt x="238125" y="1685925"/>
                </a:lnTo>
                <a:lnTo>
                  <a:pt x="228600" y="1685925"/>
                </a:lnTo>
                <a:lnTo>
                  <a:pt x="228600" y="1666875"/>
                </a:lnTo>
                <a:lnTo>
                  <a:pt x="238125" y="1666875"/>
                </a:lnTo>
                <a:lnTo>
                  <a:pt x="238125" y="1638300"/>
                </a:lnTo>
                <a:lnTo>
                  <a:pt x="247650" y="1638300"/>
                </a:lnTo>
                <a:lnTo>
                  <a:pt x="247650" y="1619250"/>
                </a:lnTo>
                <a:lnTo>
                  <a:pt x="257175" y="1619250"/>
                </a:lnTo>
                <a:lnTo>
                  <a:pt x="257175" y="1590675"/>
                </a:lnTo>
                <a:lnTo>
                  <a:pt x="266700" y="1590675"/>
                </a:lnTo>
                <a:lnTo>
                  <a:pt x="266700" y="1571625"/>
                </a:lnTo>
                <a:lnTo>
                  <a:pt x="276225" y="1571625"/>
                </a:lnTo>
                <a:lnTo>
                  <a:pt x="276225" y="1543050"/>
                </a:lnTo>
                <a:lnTo>
                  <a:pt x="285750" y="1543050"/>
                </a:lnTo>
                <a:lnTo>
                  <a:pt x="285750" y="1524000"/>
                </a:lnTo>
                <a:lnTo>
                  <a:pt x="295275" y="1524000"/>
                </a:lnTo>
                <a:lnTo>
                  <a:pt x="295275" y="1514475"/>
                </a:lnTo>
                <a:lnTo>
                  <a:pt x="304800" y="1514475"/>
                </a:lnTo>
                <a:lnTo>
                  <a:pt x="304800" y="1495425"/>
                </a:lnTo>
                <a:lnTo>
                  <a:pt x="314325" y="1495425"/>
                </a:lnTo>
                <a:lnTo>
                  <a:pt x="314325" y="1485900"/>
                </a:lnTo>
                <a:lnTo>
                  <a:pt x="323850" y="1485900"/>
                </a:lnTo>
                <a:lnTo>
                  <a:pt x="323850" y="1476375"/>
                </a:lnTo>
                <a:lnTo>
                  <a:pt x="333375" y="1476375"/>
                </a:lnTo>
                <a:lnTo>
                  <a:pt x="333375" y="1466850"/>
                </a:lnTo>
                <a:lnTo>
                  <a:pt x="342900" y="1466850"/>
                </a:lnTo>
                <a:lnTo>
                  <a:pt x="342900" y="1457325"/>
                </a:lnTo>
                <a:lnTo>
                  <a:pt x="352425" y="1457325"/>
                </a:lnTo>
                <a:lnTo>
                  <a:pt x="352425" y="1447800"/>
                </a:lnTo>
                <a:lnTo>
                  <a:pt x="361950" y="1447800"/>
                </a:lnTo>
                <a:lnTo>
                  <a:pt x="361950" y="1438275"/>
                </a:lnTo>
                <a:lnTo>
                  <a:pt x="371475" y="1438275"/>
                </a:lnTo>
                <a:lnTo>
                  <a:pt x="371475" y="1428750"/>
                </a:lnTo>
                <a:lnTo>
                  <a:pt x="390525" y="1428750"/>
                </a:lnTo>
                <a:lnTo>
                  <a:pt x="390525" y="1419225"/>
                </a:lnTo>
                <a:lnTo>
                  <a:pt x="409575" y="1419225"/>
                </a:lnTo>
                <a:lnTo>
                  <a:pt x="409575" y="1409700"/>
                </a:lnTo>
                <a:lnTo>
                  <a:pt x="428625" y="1409700"/>
                </a:lnTo>
                <a:lnTo>
                  <a:pt x="428625" y="1400175"/>
                </a:lnTo>
                <a:lnTo>
                  <a:pt x="438150" y="1400175"/>
                </a:lnTo>
                <a:lnTo>
                  <a:pt x="438150" y="1390650"/>
                </a:lnTo>
                <a:lnTo>
                  <a:pt x="457200" y="1390650"/>
                </a:lnTo>
                <a:lnTo>
                  <a:pt x="457200" y="1381125"/>
                </a:lnTo>
                <a:lnTo>
                  <a:pt x="476250" y="1381125"/>
                </a:lnTo>
                <a:lnTo>
                  <a:pt x="476250" y="1371600"/>
                </a:lnTo>
                <a:lnTo>
                  <a:pt x="495300" y="1371600"/>
                </a:lnTo>
                <a:lnTo>
                  <a:pt x="495300" y="1362075"/>
                </a:lnTo>
                <a:lnTo>
                  <a:pt x="514350" y="1362075"/>
                </a:lnTo>
                <a:lnTo>
                  <a:pt x="514350" y="1352550"/>
                </a:lnTo>
                <a:lnTo>
                  <a:pt x="542925" y="1352550"/>
                </a:lnTo>
                <a:lnTo>
                  <a:pt x="542925" y="1343025"/>
                </a:lnTo>
                <a:lnTo>
                  <a:pt x="561975" y="1343025"/>
                </a:lnTo>
                <a:lnTo>
                  <a:pt x="561975" y="1333500"/>
                </a:lnTo>
                <a:lnTo>
                  <a:pt x="590550" y="1333500"/>
                </a:lnTo>
                <a:lnTo>
                  <a:pt x="590550" y="1323975"/>
                </a:lnTo>
                <a:lnTo>
                  <a:pt x="628650" y="1323975"/>
                </a:lnTo>
                <a:lnTo>
                  <a:pt x="628650" y="1314450"/>
                </a:lnTo>
                <a:lnTo>
                  <a:pt x="657225" y="1314450"/>
                </a:lnTo>
                <a:lnTo>
                  <a:pt x="657225" y="1304925"/>
                </a:lnTo>
                <a:lnTo>
                  <a:pt x="676275" y="1304925"/>
                </a:lnTo>
                <a:lnTo>
                  <a:pt x="676275" y="1295400"/>
                </a:lnTo>
                <a:lnTo>
                  <a:pt x="695325" y="1295400"/>
                </a:lnTo>
                <a:lnTo>
                  <a:pt x="695325" y="1276350"/>
                </a:lnTo>
                <a:lnTo>
                  <a:pt x="704850" y="1276350"/>
                </a:lnTo>
                <a:lnTo>
                  <a:pt x="704850" y="1257300"/>
                </a:lnTo>
                <a:lnTo>
                  <a:pt x="714375" y="1257300"/>
                </a:lnTo>
                <a:lnTo>
                  <a:pt x="714375" y="1247775"/>
                </a:lnTo>
                <a:lnTo>
                  <a:pt x="723900" y="1247775"/>
                </a:lnTo>
                <a:lnTo>
                  <a:pt x="723900" y="1228725"/>
                </a:lnTo>
                <a:lnTo>
                  <a:pt x="733425" y="1228725"/>
                </a:lnTo>
                <a:lnTo>
                  <a:pt x="733425" y="1219200"/>
                </a:lnTo>
                <a:lnTo>
                  <a:pt x="762000" y="1219200"/>
                </a:lnTo>
                <a:lnTo>
                  <a:pt x="762000" y="1228725"/>
                </a:lnTo>
                <a:lnTo>
                  <a:pt x="752475" y="1228725"/>
                </a:lnTo>
                <a:lnTo>
                  <a:pt x="752475" y="1238250"/>
                </a:lnTo>
                <a:lnTo>
                  <a:pt x="733425" y="1238250"/>
                </a:lnTo>
                <a:lnTo>
                  <a:pt x="733425" y="1247775"/>
                </a:lnTo>
                <a:lnTo>
                  <a:pt x="723900" y="1247775"/>
                </a:lnTo>
                <a:lnTo>
                  <a:pt x="723900" y="1257300"/>
                </a:lnTo>
                <a:lnTo>
                  <a:pt x="714375" y="1257300"/>
                </a:lnTo>
                <a:lnTo>
                  <a:pt x="714375" y="1276350"/>
                </a:lnTo>
                <a:lnTo>
                  <a:pt x="704850" y="1276350"/>
                </a:lnTo>
                <a:lnTo>
                  <a:pt x="704850" y="1295400"/>
                </a:lnTo>
                <a:lnTo>
                  <a:pt x="695325" y="1295400"/>
                </a:lnTo>
                <a:lnTo>
                  <a:pt x="695325" y="1333500"/>
                </a:lnTo>
                <a:lnTo>
                  <a:pt x="704850" y="1333500"/>
                </a:lnTo>
                <a:lnTo>
                  <a:pt x="704850" y="1371600"/>
                </a:lnTo>
                <a:lnTo>
                  <a:pt x="714375" y="1371600"/>
                </a:lnTo>
                <a:lnTo>
                  <a:pt x="714375" y="1400175"/>
                </a:lnTo>
                <a:lnTo>
                  <a:pt x="723900" y="1400175"/>
                </a:lnTo>
                <a:lnTo>
                  <a:pt x="723900" y="1419225"/>
                </a:lnTo>
                <a:lnTo>
                  <a:pt x="733425" y="1419225"/>
                </a:lnTo>
                <a:lnTo>
                  <a:pt x="733425" y="1438275"/>
                </a:lnTo>
                <a:lnTo>
                  <a:pt x="742950" y="1438275"/>
                </a:lnTo>
                <a:lnTo>
                  <a:pt x="742950" y="1457325"/>
                </a:lnTo>
                <a:lnTo>
                  <a:pt x="752475" y="1457325"/>
                </a:lnTo>
                <a:lnTo>
                  <a:pt x="752475" y="1466850"/>
                </a:lnTo>
                <a:lnTo>
                  <a:pt x="762000" y="1466850"/>
                </a:lnTo>
                <a:lnTo>
                  <a:pt x="762000" y="1476375"/>
                </a:lnTo>
                <a:lnTo>
                  <a:pt x="771525" y="1476375"/>
                </a:lnTo>
                <a:lnTo>
                  <a:pt x="771525" y="1466850"/>
                </a:lnTo>
                <a:lnTo>
                  <a:pt x="781050" y="1466850"/>
                </a:lnTo>
                <a:lnTo>
                  <a:pt x="781050" y="1457325"/>
                </a:lnTo>
                <a:lnTo>
                  <a:pt x="790575" y="1457325"/>
                </a:lnTo>
                <a:lnTo>
                  <a:pt x="790575" y="1438275"/>
                </a:lnTo>
                <a:lnTo>
                  <a:pt x="800100" y="1438275"/>
                </a:lnTo>
                <a:lnTo>
                  <a:pt x="800100" y="1428750"/>
                </a:lnTo>
                <a:lnTo>
                  <a:pt x="809625" y="1428750"/>
                </a:lnTo>
                <a:lnTo>
                  <a:pt x="809625" y="1419225"/>
                </a:lnTo>
                <a:lnTo>
                  <a:pt x="819150" y="1419225"/>
                </a:lnTo>
                <a:lnTo>
                  <a:pt x="819150" y="1409700"/>
                </a:lnTo>
                <a:lnTo>
                  <a:pt x="828675" y="1409700"/>
                </a:lnTo>
                <a:lnTo>
                  <a:pt x="828675" y="1400175"/>
                </a:lnTo>
                <a:lnTo>
                  <a:pt x="838200" y="1400175"/>
                </a:lnTo>
                <a:lnTo>
                  <a:pt x="838200" y="1390650"/>
                </a:lnTo>
                <a:lnTo>
                  <a:pt x="847725" y="1390650"/>
                </a:lnTo>
                <a:lnTo>
                  <a:pt x="847725" y="1362075"/>
                </a:lnTo>
                <a:lnTo>
                  <a:pt x="828675" y="1362075"/>
                </a:lnTo>
                <a:lnTo>
                  <a:pt x="828675" y="1352550"/>
                </a:lnTo>
                <a:lnTo>
                  <a:pt x="819150" y="1352550"/>
                </a:lnTo>
                <a:lnTo>
                  <a:pt x="819150" y="1343025"/>
                </a:lnTo>
                <a:lnTo>
                  <a:pt x="809625" y="1343025"/>
                </a:lnTo>
                <a:lnTo>
                  <a:pt x="809625" y="1333500"/>
                </a:lnTo>
                <a:lnTo>
                  <a:pt x="800100" y="1333500"/>
                </a:lnTo>
                <a:lnTo>
                  <a:pt x="800100" y="1323975"/>
                </a:lnTo>
                <a:lnTo>
                  <a:pt x="790575" y="1323975"/>
                </a:lnTo>
                <a:lnTo>
                  <a:pt x="790575" y="1314450"/>
                </a:lnTo>
                <a:lnTo>
                  <a:pt x="781050" y="1314450"/>
                </a:lnTo>
                <a:lnTo>
                  <a:pt x="781050" y="1295400"/>
                </a:lnTo>
                <a:lnTo>
                  <a:pt x="771525" y="1295400"/>
                </a:lnTo>
                <a:lnTo>
                  <a:pt x="771525" y="1276350"/>
                </a:lnTo>
                <a:lnTo>
                  <a:pt x="781050" y="1276350"/>
                </a:lnTo>
                <a:lnTo>
                  <a:pt x="781050" y="1228725"/>
                </a:lnTo>
                <a:lnTo>
                  <a:pt x="771525" y="1228725"/>
                </a:lnTo>
                <a:lnTo>
                  <a:pt x="771525" y="1200150"/>
                </a:lnTo>
                <a:lnTo>
                  <a:pt x="781050" y="1200150"/>
                </a:lnTo>
                <a:lnTo>
                  <a:pt x="781050" y="1133475"/>
                </a:lnTo>
                <a:lnTo>
                  <a:pt x="762000" y="1133475"/>
                </a:lnTo>
                <a:lnTo>
                  <a:pt x="762000" y="1123950"/>
                </a:lnTo>
                <a:lnTo>
                  <a:pt x="752475" y="1123950"/>
                </a:lnTo>
                <a:lnTo>
                  <a:pt x="752475" y="1114425"/>
                </a:lnTo>
                <a:lnTo>
                  <a:pt x="742950" y="1114425"/>
                </a:lnTo>
                <a:lnTo>
                  <a:pt x="742950" y="1104900"/>
                </a:lnTo>
                <a:lnTo>
                  <a:pt x="733425" y="1104900"/>
                </a:lnTo>
                <a:lnTo>
                  <a:pt x="733425" y="1085850"/>
                </a:lnTo>
                <a:lnTo>
                  <a:pt x="723900" y="1085850"/>
                </a:lnTo>
                <a:lnTo>
                  <a:pt x="723900" y="1076325"/>
                </a:lnTo>
                <a:lnTo>
                  <a:pt x="714375" y="1076325"/>
                </a:lnTo>
                <a:lnTo>
                  <a:pt x="714375" y="1066800"/>
                </a:lnTo>
                <a:lnTo>
                  <a:pt x="704850" y="1066800"/>
                </a:lnTo>
                <a:lnTo>
                  <a:pt x="704850" y="1047750"/>
                </a:lnTo>
                <a:lnTo>
                  <a:pt x="695325" y="1047750"/>
                </a:lnTo>
                <a:lnTo>
                  <a:pt x="695325" y="1028700"/>
                </a:lnTo>
                <a:lnTo>
                  <a:pt x="685800" y="1028700"/>
                </a:lnTo>
                <a:lnTo>
                  <a:pt x="685800" y="1009650"/>
                </a:lnTo>
                <a:lnTo>
                  <a:pt x="676275" y="1009650"/>
                </a:lnTo>
                <a:lnTo>
                  <a:pt x="676275" y="981075"/>
                </a:lnTo>
                <a:lnTo>
                  <a:pt x="666750" y="981075"/>
                </a:lnTo>
                <a:lnTo>
                  <a:pt x="666750" y="942975"/>
                </a:lnTo>
                <a:lnTo>
                  <a:pt x="657225" y="942975"/>
                </a:lnTo>
                <a:lnTo>
                  <a:pt x="657225" y="933450"/>
                </a:lnTo>
                <a:lnTo>
                  <a:pt x="647700" y="933450"/>
                </a:lnTo>
                <a:lnTo>
                  <a:pt x="647700" y="914400"/>
                </a:lnTo>
                <a:lnTo>
                  <a:pt x="657225" y="914400"/>
                </a:lnTo>
                <a:lnTo>
                  <a:pt x="657225" y="904875"/>
                </a:lnTo>
                <a:lnTo>
                  <a:pt x="676275" y="904875"/>
                </a:lnTo>
                <a:lnTo>
                  <a:pt x="676275" y="952500"/>
                </a:lnTo>
                <a:lnTo>
                  <a:pt x="685800" y="952500"/>
                </a:lnTo>
                <a:lnTo>
                  <a:pt x="685800" y="990600"/>
                </a:lnTo>
                <a:lnTo>
                  <a:pt x="695325" y="990600"/>
                </a:lnTo>
                <a:lnTo>
                  <a:pt x="695325" y="1009650"/>
                </a:lnTo>
                <a:lnTo>
                  <a:pt x="704850" y="1009650"/>
                </a:lnTo>
                <a:lnTo>
                  <a:pt x="704850" y="1028700"/>
                </a:lnTo>
                <a:lnTo>
                  <a:pt x="714375" y="1028700"/>
                </a:lnTo>
                <a:lnTo>
                  <a:pt x="714375" y="1047750"/>
                </a:lnTo>
                <a:lnTo>
                  <a:pt x="723900" y="1047750"/>
                </a:lnTo>
                <a:lnTo>
                  <a:pt x="723900" y="1057275"/>
                </a:lnTo>
                <a:lnTo>
                  <a:pt x="733425" y="1057275"/>
                </a:lnTo>
                <a:lnTo>
                  <a:pt x="733425" y="1076325"/>
                </a:lnTo>
                <a:lnTo>
                  <a:pt x="742950" y="1076325"/>
                </a:lnTo>
                <a:lnTo>
                  <a:pt x="742950" y="1085850"/>
                </a:lnTo>
                <a:lnTo>
                  <a:pt x="752475" y="1085850"/>
                </a:lnTo>
                <a:lnTo>
                  <a:pt x="752475" y="1095375"/>
                </a:lnTo>
                <a:lnTo>
                  <a:pt x="762000" y="1095375"/>
                </a:lnTo>
                <a:lnTo>
                  <a:pt x="762000" y="1104900"/>
                </a:lnTo>
                <a:lnTo>
                  <a:pt x="771525" y="1104900"/>
                </a:lnTo>
                <a:lnTo>
                  <a:pt x="771525" y="1114425"/>
                </a:lnTo>
                <a:lnTo>
                  <a:pt x="781050" y="1114425"/>
                </a:lnTo>
                <a:lnTo>
                  <a:pt x="781050" y="1123950"/>
                </a:lnTo>
                <a:lnTo>
                  <a:pt x="790575" y="1123950"/>
                </a:lnTo>
                <a:lnTo>
                  <a:pt x="790575" y="1133475"/>
                </a:lnTo>
                <a:lnTo>
                  <a:pt x="800100" y="1133475"/>
                </a:lnTo>
                <a:lnTo>
                  <a:pt x="800100" y="1143000"/>
                </a:lnTo>
                <a:lnTo>
                  <a:pt x="819150" y="1143000"/>
                </a:lnTo>
                <a:lnTo>
                  <a:pt x="819150" y="1152525"/>
                </a:lnTo>
                <a:lnTo>
                  <a:pt x="838200" y="1152525"/>
                </a:lnTo>
                <a:lnTo>
                  <a:pt x="838200" y="1162050"/>
                </a:lnTo>
                <a:lnTo>
                  <a:pt x="857250" y="1162050"/>
                </a:lnTo>
                <a:lnTo>
                  <a:pt x="857250" y="1171575"/>
                </a:lnTo>
                <a:lnTo>
                  <a:pt x="885825" y="1171575"/>
                </a:lnTo>
                <a:lnTo>
                  <a:pt x="885825" y="1190625"/>
                </a:lnTo>
                <a:lnTo>
                  <a:pt x="866775" y="1190625"/>
                </a:lnTo>
                <a:lnTo>
                  <a:pt x="866775" y="1181100"/>
                </a:lnTo>
                <a:lnTo>
                  <a:pt x="838200" y="1181100"/>
                </a:lnTo>
                <a:lnTo>
                  <a:pt x="838200" y="1171575"/>
                </a:lnTo>
                <a:lnTo>
                  <a:pt x="819150" y="1171575"/>
                </a:lnTo>
                <a:lnTo>
                  <a:pt x="819150" y="1162050"/>
                </a:lnTo>
                <a:lnTo>
                  <a:pt x="809625" y="1162050"/>
                </a:lnTo>
                <a:lnTo>
                  <a:pt x="809625" y="1171575"/>
                </a:lnTo>
                <a:lnTo>
                  <a:pt x="800100" y="1171575"/>
                </a:lnTo>
                <a:lnTo>
                  <a:pt x="800100" y="1266825"/>
                </a:lnTo>
                <a:lnTo>
                  <a:pt x="790575" y="1266825"/>
                </a:lnTo>
                <a:lnTo>
                  <a:pt x="790575" y="1295400"/>
                </a:lnTo>
                <a:lnTo>
                  <a:pt x="800100" y="1295400"/>
                </a:lnTo>
                <a:lnTo>
                  <a:pt x="800100" y="1304925"/>
                </a:lnTo>
                <a:lnTo>
                  <a:pt x="809625" y="1304925"/>
                </a:lnTo>
                <a:lnTo>
                  <a:pt x="809625" y="1314450"/>
                </a:lnTo>
                <a:lnTo>
                  <a:pt x="819150" y="1314450"/>
                </a:lnTo>
                <a:lnTo>
                  <a:pt x="819150" y="1323975"/>
                </a:lnTo>
                <a:lnTo>
                  <a:pt x="828675" y="1323975"/>
                </a:lnTo>
                <a:lnTo>
                  <a:pt x="828675" y="1333500"/>
                </a:lnTo>
                <a:lnTo>
                  <a:pt x="838200" y="1333500"/>
                </a:lnTo>
                <a:lnTo>
                  <a:pt x="838200" y="1343025"/>
                </a:lnTo>
                <a:lnTo>
                  <a:pt x="847725" y="1343025"/>
                </a:lnTo>
                <a:lnTo>
                  <a:pt x="847725" y="1352550"/>
                </a:lnTo>
                <a:lnTo>
                  <a:pt x="857250" y="1352550"/>
                </a:lnTo>
                <a:lnTo>
                  <a:pt x="857250" y="1362075"/>
                </a:lnTo>
                <a:lnTo>
                  <a:pt x="866775" y="1362075"/>
                </a:lnTo>
                <a:lnTo>
                  <a:pt x="866775" y="1371600"/>
                </a:lnTo>
                <a:lnTo>
                  <a:pt x="876300" y="1371600"/>
                </a:lnTo>
                <a:lnTo>
                  <a:pt x="876300" y="1390650"/>
                </a:lnTo>
                <a:lnTo>
                  <a:pt x="885825" y="1390650"/>
                </a:lnTo>
                <a:lnTo>
                  <a:pt x="885825" y="1409700"/>
                </a:lnTo>
                <a:lnTo>
                  <a:pt x="895350" y="1409700"/>
                </a:lnTo>
                <a:lnTo>
                  <a:pt x="895350" y="1428750"/>
                </a:lnTo>
                <a:lnTo>
                  <a:pt x="904875" y="1428750"/>
                </a:lnTo>
                <a:lnTo>
                  <a:pt x="904875" y="1447800"/>
                </a:lnTo>
                <a:lnTo>
                  <a:pt x="914400" y="1447800"/>
                </a:lnTo>
                <a:lnTo>
                  <a:pt x="914400" y="1466850"/>
                </a:lnTo>
                <a:lnTo>
                  <a:pt x="923925" y="1466850"/>
                </a:lnTo>
                <a:lnTo>
                  <a:pt x="923925" y="1476375"/>
                </a:lnTo>
                <a:lnTo>
                  <a:pt x="933450" y="1476375"/>
                </a:lnTo>
                <a:lnTo>
                  <a:pt x="933450" y="1485900"/>
                </a:lnTo>
                <a:lnTo>
                  <a:pt x="952500" y="1485900"/>
                </a:lnTo>
                <a:lnTo>
                  <a:pt x="952500" y="1466850"/>
                </a:lnTo>
                <a:lnTo>
                  <a:pt x="962025" y="1466850"/>
                </a:lnTo>
                <a:lnTo>
                  <a:pt x="962025" y="1447800"/>
                </a:lnTo>
                <a:lnTo>
                  <a:pt x="971550" y="1447800"/>
                </a:lnTo>
                <a:lnTo>
                  <a:pt x="971550" y="1438275"/>
                </a:lnTo>
                <a:lnTo>
                  <a:pt x="981075" y="1438275"/>
                </a:lnTo>
                <a:lnTo>
                  <a:pt x="981075" y="1419225"/>
                </a:lnTo>
                <a:lnTo>
                  <a:pt x="990600" y="1419225"/>
                </a:lnTo>
                <a:lnTo>
                  <a:pt x="990600" y="1390650"/>
                </a:lnTo>
                <a:lnTo>
                  <a:pt x="1000125" y="1390650"/>
                </a:lnTo>
                <a:lnTo>
                  <a:pt x="1000125" y="1371600"/>
                </a:lnTo>
                <a:lnTo>
                  <a:pt x="1009650" y="1371600"/>
                </a:lnTo>
                <a:lnTo>
                  <a:pt x="1009650" y="1362075"/>
                </a:lnTo>
                <a:lnTo>
                  <a:pt x="1019175" y="1362075"/>
                </a:lnTo>
                <a:lnTo>
                  <a:pt x="1019175" y="1352550"/>
                </a:lnTo>
                <a:lnTo>
                  <a:pt x="1028700" y="1352550"/>
                </a:lnTo>
                <a:lnTo>
                  <a:pt x="1028700" y="1343025"/>
                </a:lnTo>
                <a:lnTo>
                  <a:pt x="1038225" y="1343025"/>
                </a:lnTo>
                <a:lnTo>
                  <a:pt x="1038225" y="1333500"/>
                </a:lnTo>
                <a:lnTo>
                  <a:pt x="1057275" y="1333500"/>
                </a:lnTo>
                <a:lnTo>
                  <a:pt x="1057275" y="1323975"/>
                </a:lnTo>
                <a:lnTo>
                  <a:pt x="1066800" y="1323975"/>
                </a:lnTo>
                <a:lnTo>
                  <a:pt x="1066800" y="1314450"/>
                </a:lnTo>
                <a:lnTo>
                  <a:pt x="1076325" y="1314450"/>
                </a:lnTo>
                <a:lnTo>
                  <a:pt x="1076325" y="1304925"/>
                </a:lnTo>
                <a:lnTo>
                  <a:pt x="1085850" y="1304925"/>
                </a:lnTo>
                <a:lnTo>
                  <a:pt x="1085850" y="1257300"/>
                </a:lnTo>
                <a:lnTo>
                  <a:pt x="1076325" y="1257300"/>
                </a:lnTo>
                <a:lnTo>
                  <a:pt x="1076325" y="1171575"/>
                </a:lnTo>
                <a:lnTo>
                  <a:pt x="1066800" y="1171575"/>
                </a:lnTo>
                <a:lnTo>
                  <a:pt x="1066800" y="1162050"/>
                </a:lnTo>
                <a:lnTo>
                  <a:pt x="1057275" y="1162050"/>
                </a:lnTo>
                <a:lnTo>
                  <a:pt x="1057275" y="1171575"/>
                </a:lnTo>
                <a:lnTo>
                  <a:pt x="1038225" y="1171575"/>
                </a:lnTo>
                <a:lnTo>
                  <a:pt x="1038225" y="1181100"/>
                </a:lnTo>
                <a:lnTo>
                  <a:pt x="1009650" y="1181100"/>
                </a:lnTo>
                <a:lnTo>
                  <a:pt x="1009650" y="1190625"/>
                </a:lnTo>
                <a:lnTo>
                  <a:pt x="990600" y="1190625"/>
                </a:lnTo>
                <a:lnTo>
                  <a:pt x="990600" y="1171575"/>
                </a:lnTo>
                <a:lnTo>
                  <a:pt x="1019175" y="1171575"/>
                </a:lnTo>
                <a:lnTo>
                  <a:pt x="1019175" y="1162050"/>
                </a:lnTo>
                <a:lnTo>
                  <a:pt x="1038225" y="1162050"/>
                </a:lnTo>
                <a:lnTo>
                  <a:pt x="1038225" y="1152525"/>
                </a:lnTo>
                <a:lnTo>
                  <a:pt x="1057275" y="1152525"/>
                </a:lnTo>
                <a:lnTo>
                  <a:pt x="1057275" y="1143000"/>
                </a:lnTo>
                <a:lnTo>
                  <a:pt x="1066800" y="1143000"/>
                </a:lnTo>
                <a:lnTo>
                  <a:pt x="1066800" y="1133475"/>
                </a:lnTo>
                <a:lnTo>
                  <a:pt x="1085850" y="1133475"/>
                </a:lnTo>
                <a:lnTo>
                  <a:pt x="1085850" y="1123950"/>
                </a:lnTo>
                <a:lnTo>
                  <a:pt x="1095375" y="1123950"/>
                </a:lnTo>
                <a:lnTo>
                  <a:pt x="1095375" y="1114425"/>
                </a:lnTo>
                <a:lnTo>
                  <a:pt x="1104900" y="1114425"/>
                </a:lnTo>
                <a:lnTo>
                  <a:pt x="1104900" y="1104900"/>
                </a:lnTo>
                <a:lnTo>
                  <a:pt x="1114425" y="1104900"/>
                </a:lnTo>
                <a:lnTo>
                  <a:pt x="1114425" y="1095375"/>
                </a:lnTo>
                <a:lnTo>
                  <a:pt x="1123950" y="1095375"/>
                </a:lnTo>
                <a:lnTo>
                  <a:pt x="1123950" y="1085850"/>
                </a:lnTo>
                <a:lnTo>
                  <a:pt x="1133475" y="1085850"/>
                </a:lnTo>
                <a:lnTo>
                  <a:pt x="1133475" y="1066800"/>
                </a:lnTo>
                <a:lnTo>
                  <a:pt x="1143000" y="1066800"/>
                </a:lnTo>
                <a:lnTo>
                  <a:pt x="1143000" y="1057275"/>
                </a:lnTo>
                <a:lnTo>
                  <a:pt x="1152525" y="1057275"/>
                </a:lnTo>
                <a:lnTo>
                  <a:pt x="1152525" y="1038225"/>
                </a:lnTo>
                <a:lnTo>
                  <a:pt x="1162050" y="1038225"/>
                </a:lnTo>
                <a:lnTo>
                  <a:pt x="1162050" y="1019175"/>
                </a:lnTo>
                <a:lnTo>
                  <a:pt x="1171575" y="1019175"/>
                </a:lnTo>
                <a:lnTo>
                  <a:pt x="1171575" y="1000125"/>
                </a:lnTo>
                <a:lnTo>
                  <a:pt x="1181100" y="1000125"/>
                </a:lnTo>
                <a:lnTo>
                  <a:pt x="1181100" y="971550"/>
                </a:lnTo>
                <a:lnTo>
                  <a:pt x="1190625" y="971550"/>
                </a:lnTo>
                <a:lnTo>
                  <a:pt x="1190625" y="942975"/>
                </a:lnTo>
                <a:lnTo>
                  <a:pt x="1200150" y="942975"/>
                </a:lnTo>
                <a:close/>
                <a:moveTo>
                  <a:pt x="1590675" y="876300"/>
                </a:moveTo>
                <a:lnTo>
                  <a:pt x="1600200" y="876300"/>
                </a:lnTo>
                <a:lnTo>
                  <a:pt x="1600200" y="885825"/>
                </a:lnTo>
                <a:lnTo>
                  <a:pt x="1590675" y="885825"/>
                </a:lnTo>
                <a:close/>
                <a:moveTo>
                  <a:pt x="971550" y="895350"/>
                </a:moveTo>
                <a:lnTo>
                  <a:pt x="990600" y="895350"/>
                </a:lnTo>
                <a:lnTo>
                  <a:pt x="990600" y="904875"/>
                </a:lnTo>
                <a:lnTo>
                  <a:pt x="981075" y="904875"/>
                </a:lnTo>
                <a:lnTo>
                  <a:pt x="981075" y="914400"/>
                </a:lnTo>
                <a:lnTo>
                  <a:pt x="962025" y="914400"/>
                </a:lnTo>
                <a:lnTo>
                  <a:pt x="962025" y="904875"/>
                </a:lnTo>
                <a:lnTo>
                  <a:pt x="971550" y="904875"/>
                </a:lnTo>
                <a:close/>
                <a:moveTo>
                  <a:pt x="933450" y="981075"/>
                </a:moveTo>
                <a:lnTo>
                  <a:pt x="1000125" y="981075"/>
                </a:lnTo>
                <a:lnTo>
                  <a:pt x="1000125" y="990600"/>
                </a:lnTo>
                <a:lnTo>
                  <a:pt x="1009650" y="990600"/>
                </a:lnTo>
                <a:lnTo>
                  <a:pt x="1009650" y="1000125"/>
                </a:lnTo>
                <a:lnTo>
                  <a:pt x="1019175" y="1000125"/>
                </a:lnTo>
                <a:lnTo>
                  <a:pt x="1019175" y="1019175"/>
                </a:lnTo>
                <a:lnTo>
                  <a:pt x="1028700" y="1019175"/>
                </a:lnTo>
                <a:lnTo>
                  <a:pt x="1028700" y="1028700"/>
                </a:lnTo>
                <a:lnTo>
                  <a:pt x="1019175" y="1028700"/>
                </a:lnTo>
                <a:lnTo>
                  <a:pt x="1019175" y="1047750"/>
                </a:lnTo>
                <a:lnTo>
                  <a:pt x="971550" y="1047750"/>
                </a:lnTo>
                <a:lnTo>
                  <a:pt x="971550" y="1028700"/>
                </a:lnTo>
                <a:lnTo>
                  <a:pt x="1009650" y="1028700"/>
                </a:lnTo>
                <a:lnTo>
                  <a:pt x="1009650" y="1009650"/>
                </a:lnTo>
                <a:lnTo>
                  <a:pt x="1000125" y="1009650"/>
                </a:lnTo>
                <a:lnTo>
                  <a:pt x="1000125" y="1000125"/>
                </a:lnTo>
                <a:lnTo>
                  <a:pt x="923925" y="1000125"/>
                </a:lnTo>
                <a:lnTo>
                  <a:pt x="923925" y="1009650"/>
                </a:lnTo>
                <a:lnTo>
                  <a:pt x="904875" y="1009650"/>
                </a:lnTo>
                <a:lnTo>
                  <a:pt x="904875" y="1019175"/>
                </a:lnTo>
                <a:lnTo>
                  <a:pt x="895350" y="1019175"/>
                </a:lnTo>
                <a:lnTo>
                  <a:pt x="895350" y="1038225"/>
                </a:lnTo>
                <a:lnTo>
                  <a:pt x="923925" y="1038225"/>
                </a:lnTo>
                <a:lnTo>
                  <a:pt x="923925" y="1057275"/>
                </a:lnTo>
                <a:lnTo>
                  <a:pt x="876300" y="1057275"/>
                </a:lnTo>
                <a:lnTo>
                  <a:pt x="876300" y="1047750"/>
                </a:lnTo>
                <a:lnTo>
                  <a:pt x="866775" y="1047750"/>
                </a:lnTo>
                <a:lnTo>
                  <a:pt x="866775" y="1028700"/>
                </a:lnTo>
                <a:lnTo>
                  <a:pt x="876300" y="1028700"/>
                </a:lnTo>
                <a:lnTo>
                  <a:pt x="876300" y="1019175"/>
                </a:lnTo>
                <a:lnTo>
                  <a:pt x="885825" y="1019175"/>
                </a:lnTo>
                <a:lnTo>
                  <a:pt x="885825" y="1009650"/>
                </a:lnTo>
                <a:lnTo>
                  <a:pt x="895350" y="1009650"/>
                </a:lnTo>
                <a:lnTo>
                  <a:pt x="895350" y="1000125"/>
                </a:lnTo>
                <a:lnTo>
                  <a:pt x="904875" y="1000125"/>
                </a:lnTo>
                <a:lnTo>
                  <a:pt x="904875" y="990600"/>
                </a:lnTo>
                <a:lnTo>
                  <a:pt x="933450" y="990600"/>
                </a:lnTo>
                <a:close/>
                <a:moveTo>
                  <a:pt x="904875" y="1181100"/>
                </a:moveTo>
                <a:lnTo>
                  <a:pt x="971550" y="1181100"/>
                </a:lnTo>
                <a:lnTo>
                  <a:pt x="971550" y="1200150"/>
                </a:lnTo>
                <a:lnTo>
                  <a:pt x="904875" y="1200150"/>
                </a:lnTo>
                <a:close/>
                <a:moveTo>
                  <a:pt x="1162050" y="1257300"/>
                </a:moveTo>
                <a:lnTo>
                  <a:pt x="1171575" y="1257300"/>
                </a:lnTo>
                <a:lnTo>
                  <a:pt x="1171575" y="1266825"/>
                </a:lnTo>
                <a:lnTo>
                  <a:pt x="1162050" y="1266825"/>
                </a:lnTo>
                <a:close/>
                <a:moveTo>
                  <a:pt x="1171575" y="1276350"/>
                </a:moveTo>
                <a:lnTo>
                  <a:pt x="1181100" y="1276350"/>
                </a:lnTo>
                <a:lnTo>
                  <a:pt x="1181100" y="1285875"/>
                </a:lnTo>
                <a:lnTo>
                  <a:pt x="1171575" y="1285875"/>
                </a:lnTo>
                <a:close/>
                <a:moveTo>
                  <a:pt x="1181100" y="1285875"/>
                </a:moveTo>
                <a:lnTo>
                  <a:pt x="1190625" y="1285875"/>
                </a:lnTo>
                <a:lnTo>
                  <a:pt x="1190625" y="1295400"/>
                </a:lnTo>
                <a:lnTo>
                  <a:pt x="1200150" y="1295400"/>
                </a:lnTo>
                <a:lnTo>
                  <a:pt x="1200150" y="1304925"/>
                </a:lnTo>
                <a:lnTo>
                  <a:pt x="1238250" y="1304925"/>
                </a:lnTo>
                <a:lnTo>
                  <a:pt x="1238250" y="1314450"/>
                </a:lnTo>
                <a:lnTo>
                  <a:pt x="1266825" y="1314450"/>
                </a:lnTo>
                <a:lnTo>
                  <a:pt x="1266825" y="1323975"/>
                </a:lnTo>
                <a:lnTo>
                  <a:pt x="1295400" y="1323975"/>
                </a:lnTo>
                <a:lnTo>
                  <a:pt x="1295400" y="1333500"/>
                </a:lnTo>
                <a:lnTo>
                  <a:pt x="1323975" y="1333500"/>
                </a:lnTo>
                <a:lnTo>
                  <a:pt x="1323975" y="1343025"/>
                </a:lnTo>
                <a:lnTo>
                  <a:pt x="1343025" y="1343025"/>
                </a:lnTo>
                <a:lnTo>
                  <a:pt x="1343025" y="1352550"/>
                </a:lnTo>
                <a:lnTo>
                  <a:pt x="1371600" y="1352550"/>
                </a:lnTo>
                <a:lnTo>
                  <a:pt x="1371600" y="1362075"/>
                </a:lnTo>
                <a:lnTo>
                  <a:pt x="1390650" y="1362075"/>
                </a:lnTo>
                <a:lnTo>
                  <a:pt x="1390650" y="1371600"/>
                </a:lnTo>
                <a:lnTo>
                  <a:pt x="1409700" y="1371600"/>
                </a:lnTo>
                <a:lnTo>
                  <a:pt x="1409700" y="1381125"/>
                </a:lnTo>
                <a:lnTo>
                  <a:pt x="1428750" y="1381125"/>
                </a:lnTo>
                <a:lnTo>
                  <a:pt x="1428750" y="1390650"/>
                </a:lnTo>
                <a:lnTo>
                  <a:pt x="1447800" y="1390650"/>
                </a:lnTo>
                <a:lnTo>
                  <a:pt x="1447800" y="1400175"/>
                </a:lnTo>
                <a:lnTo>
                  <a:pt x="1466850" y="1400175"/>
                </a:lnTo>
                <a:lnTo>
                  <a:pt x="1466850" y="1409700"/>
                </a:lnTo>
                <a:lnTo>
                  <a:pt x="1476375" y="1409700"/>
                </a:lnTo>
                <a:lnTo>
                  <a:pt x="1476375" y="1419225"/>
                </a:lnTo>
                <a:lnTo>
                  <a:pt x="1495425" y="1419225"/>
                </a:lnTo>
                <a:lnTo>
                  <a:pt x="1495425" y="1428750"/>
                </a:lnTo>
                <a:lnTo>
                  <a:pt x="1504950" y="1428750"/>
                </a:lnTo>
                <a:lnTo>
                  <a:pt x="1504950" y="1438275"/>
                </a:lnTo>
                <a:lnTo>
                  <a:pt x="1514475" y="1438275"/>
                </a:lnTo>
                <a:lnTo>
                  <a:pt x="1514475" y="1447800"/>
                </a:lnTo>
                <a:lnTo>
                  <a:pt x="1533525" y="1447800"/>
                </a:lnTo>
                <a:lnTo>
                  <a:pt x="1533525" y="1457325"/>
                </a:lnTo>
                <a:lnTo>
                  <a:pt x="1543050" y="1457325"/>
                </a:lnTo>
                <a:lnTo>
                  <a:pt x="1543050" y="1466850"/>
                </a:lnTo>
                <a:lnTo>
                  <a:pt x="1552575" y="1466850"/>
                </a:lnTo>
                <a:lnTo>
                  <a:pt x="1552575" y="1476375"/>
                </a:lnTo>
                <a:lnTo>
                  <a:pt x="1562100" y="1476375"/>
                </a:lnTo>
                <a:lnTo>
                  <a:pt x="1562100" y="1495425"/>
                </a:lnTo>
                <a:lnTo>
                  <a:pt x="1571625" y="1495425"/>
                </a:lnTo>
                <a:lnTo>
                  <a:pt x="1571625" y="1504950"/>
                </a:lnTo>
                <a:lnTo>
                  <a:pt x="1581150" y="1504950"/>
                </a:lnTo>
                <a:lnTo>
                  <a:pt x="1581150" y="1524000"/>
                </a:lnTo>
                <a:lnTo>
                  <a:pt x="1590675" y="1524000"/>
                </a:lnTo>
                <a:lnTo>
                  <a:pt x="1590675" y="1533525"/>
                </a:lnTo>
                <a:lnTo>
                  <a:pt x="1600200" y="1533525"/>
                </a:lnTo>
                <a:lnTo>
                  <a:pt x="1600200" y="1562100"/>
                </a:lnTo>
                <a:lnTo>
                  <a:pt x="1609725" y="1562100"/>
                </a:lnTo>
                <a:lnTo>
                  <a:pt x="1609725" y="1581150"/>
                </a:lnTo>
                <a:lnTo>
                  <a:pt x="1619250" y="1581150"/>
                </a:lnTo>
                <a:lnTo>
                  <a:pt x="1619250" y="1600200"/>
                </a:lnTo>
                <a:lnTo>
                  <a:pt x="1628775" y="1600200"/>
                </a:lnTo>
                <a:lnTo>
                  <a:pt x="1628775" y="1628775"/>
                </a:lnTo>
                <a:lnTo>
                  <a:pt x="1638300" y="1628775"/>
                </a:lnTo>
                <a:lnTo>
                  <a:pt x="1638300" y="1647825"/>
                </a:lnTo>
                <a:lnTo>
                  <a:pt x="1647825" y="1647825"/>
                </a:lnTo>
                <a:lnTo>
                  <a:pt x="1647825" y="1685925"/>
                </a:lnTo>
                <a:lnTo>
                  <a:pt x="1638300" y="1685925"/>
                </a:lnTo>
                <a:lnTo>
                  <a:pt x="1638300" y="1676400"/>
                </a:lnTo>
                <a:lnTo>
                  <a:pt x="1628775" y="1676400"/>
                </a:lnTo>
                <a:lnTo>
                  <a:pt x="1628775" y="1657350"/>
                </a:lnTo>
                <a:lnTo>
                  <a:pt x="1619250" y="1657350"/>
                </a:lnTo>
                <a:lnTo>
                  <a:pt x="1619250" y="1628775"/>
                </a:lnTo>
                <a:lnTo>
                  <a:pt x="1609725" y="1628775"/>
                </a:lnTo>
                <a:lnTo>
                  <a:pt x="1609725" y="1600200"/>
                </a:lnTo>
                <a:lnTo>
                  <a:pt x="1600200" y="1600200"/>
                </a:lnTo>
                <a:lnTo>
                  <a:pt x="1600200" y="1571625"/>
                </a:lnTo>
                <a:lnTo>
                  <a:pt x="1590675" y="1571625"/>
                </a:lnTo>
                <a:lnTo>
                  <a:pt x="1590675" y="1562100"/>
                </a:lnTo>
                <a:lnTo>
                  <a:pt x="1581150" y="1562100"/>
                </a:lnTo>
                <a:lnTo>
                  <a:pt x="1581150" y="1543050"/>
                </a:lnTo>
                <a:lnTo>
                  <a:pt x="1571625" y="1543050"/>
                </a:lnTo>
                <a:lnTo>
                  <a:pt x="1571625" y="1533525"/>
                </a:lnTo>
                <a:lnTo>
                  <a:pt x="1562100" y="1533525"/>
                </a:lnTo>
                <a:lnTo>
                  <a:pt x="1562100" y="1514475"/>
                </a:lnTo>
                <a:lnTo>
                  <a:pt x="1552575" y="1514475"/>
                </a:lnTo>
                <a:lnTo>
                  <a:pt x="1552575" y="1504950"/>
                </a:lnTo>
                <a:lnTo>
                  <a:pt x="1543050" y="1504950"/>
                </a:lnTo>
                <a:lnTo>
                  <a:pt x="1543050" y="1485900"/>
                </a:lnTo>
                <a:lnTo>
                  <a:pt x="1533525" y="1485900"/>
                </a:lnTo>
                <a:lnTo>
                  <a:pt x="1533525" y="1476375"/>
                </a:lnTo>
                <a:lnTo>
                  <a:pt x="1524000" y="1476375"/>
                </a:lnTo>
                <a:lnTo>
                  <a:pt x="1524000" y="1466850"/>
                </a:lnTo>
                <a:lnTo>
                  <a:pt x="1514475" y="1466850"/>
                </a:lnTo>
                <a:lnTo>
                  <a:pt x="1514475" y="1457325"/>
                </a:lnTo>
                <a:lnTo>
                  <a:pt x="1504950" y="1457325"/>
                </a:lnTo>
                <a:lnTo>
                  <a:pt x="1504950" y="1447800"/>
                </a:lnTo>
                <a:lnTo>
                  <a:pt x="1485900" y="1447800"/>
                </a:lnTo>
                <a:lnTo>
                  <a:pt x="1485900" y="1438275"/>
                </a:lnTo>
                <a:lnTo>
                  <a:pt x="1476375" y="1438275"/>
                </a:lnTo>
                <a:lnTo>
                  <a:pt x="1476375" y="1428750"/>
                </a:lnTo>
                <a:lnTo>
                  <a:pt x="1457325" y="1428750"/>
                </a:lnTo>
                <a:lnTo>
                  <a:pt x="1457325" y="1419225"/>
                </a:lnTo>
                <a:lnTo>
                  <a:pt x="1447800" y="1419225"/>
                </a:lnTo>
                <a:lnTo>
                  <a:pt x="1447800" y="1409700"/>
                </a:lnTo>
                <a:lnTo>
                  <a:pt x="1428750" y="1409700"/>
                </a:lnTo>
                <a:lnTo>
                  <a:pt x="1428750" y="1400175"/>
                </a:lnTo>
                <a:lnTo>
                  <a:pt x="1409700" y="1400175"/>
                </a:lnTo>
                <a:lnTo>
                  <a:pt x="1409700" y="1390650"/>
                </a:lnTo>
                <a:lnTo>
                  <a:pt x="1390650" y="1390650"/>
                </a:lnTo>
                <a:lnTo>
                  <a:pt x="1390650" y="1381125"/>
                </a:lnTo>
                <a:lnTo>
                  <a:pt x="1371600" y="1381125"/>
                </a:lnTo>
                <a:lnTo>
                  <a:pt x="1371600" y="1371600"/>
                </a:lnTo>
                <a:lnTo>
                  <a:pt x="1343025" y="1371600"/>
                </a:lnTo>
                <a:lnTo>
                  <a:pt x="1343025" y="1362075"/>
                </a:lnTo>
                <a:lnTo>
                  <a:pt x="1323975" y="1362075"/>
                </a:lnTo>
                <a:lnTo>
                  <a:pt x="1323975" y="1352550"/>
                </a:lnTo>
                <a:lnTo>
                  <a:pt x="1285875" y="1352550"/>
                </a:lnTo>
                <a:lnTo>
                  <a:pt x="1285875" y="1343025"/>
                </a:lnTo>
                <a:lnTo>
                  <a:pt x="1266825" y="1343025"/>
                </a:lnTo>
                <a:lnTo>
                  <a:pt x="1266825" y="1333500"/>
                </a:lnTo>
                <a:lnTo>
                  <a:pt x="1228725" y="1333500"/>
                </a:lnTo>
                <a:lnTo>
                  <a:pt x="1228725" y="1323975"/>
                </a:lnTo>
                <a:lnTo>
                  <a:pt x="1209675" y="1323975"/>
                </a:lnTo>
                <a:lnTo>
                  <a:pt x="1209675" y="1333500"/>
                </a:lnTo>
                <a:lnTo>
                  <a:pt x="1200150" y="1333500"/>
                </a:lnTo>
                <a:lnTo>
                  <a:pt x="1200150" y="1352550"/>
                </a:lnTo>
                <a:lnTo>
                  <a:pt x="1190625" y="1352550"/>
                </a:lnTo>
                <a:lnTo>
                  <a:pt x="1190625" y="1371600"/>
                </a:lnTo>
                <a:lnTo>
                  <a:pt x="1181100" y="1371600"/>
                </a:lnTo>
                <a:lnTo>
                  <a:pt x="1181100" y="1400175"/>
                </a:lnTo>
                <a:lnTo>
                  <a:pt x="1171575" y="1400175"/>
                </a:lnTo>
                <a:lnTo>
                  <a:pt x="1171575" y="1419225"/>
                </a:lnTo>
                <a:lnTo>
                  <a:pt x="1162050" y="1419225"/>
                </a:lnTo>
                <a:lnTo>
                  <a:pt x="1162050" y="1438275"/>
                </a:lnTo>
                <a:lnTo>
                  <a:pt x="1152525" y="1438275"/>
                </a:lnTo>
                <a:lnTo>
                  <a:pt x="1152525" y="1457325"/>
                </a:lnTo>
                <a:lnTo>
                  <a:pt x="1143000" y="1457325"/>
                </a:lnTo>
                <a:lnTo>
                  <a:pt x="1143000" y="1466850"/>
                </a:lnTo>
                <a:lnTo>
                  <a:pt x="1133475" y="1466850"/>
                </a:lnTo>
                <a:lnTo>
                  <a:pt x="1133475" y="1476375"/>
                </a:lnTo>
                <a:lnTo>
                  <a:pt x="1123950" y="1476375"/>
                </a:lnTo>
                <a:lnTo>
                  <a:pt x="1123950" y="1485900"/>
                </a:lnTo>
                <a:lnTo>
                  <a:pt x="1104900" y="1485900"/>
                </a:lnTo>
                <a:lnTo>
                  <a:pt x="1104900" y="1476375"/>
                </a:lnTo>
                <a:lnTo>
                  <a:pt x="1114425" y="1476375"/>
                </a:lnTo>
                <a:lnTo>
                  <a:pt x="1114425" y="1466850"/>
                </a:lnTo>
                <a:lnTo>
                  <a:pt x="1123950" y="1466850"/>
                </a:lnTo>
                <a:lnTo>
                  <a:pt x="1123950" y="1447800"/>
                </a:lnTo>
                <a:lnTo>
                  <a:pt x="1133475" y="1447800"/>
                </a:lnTo>
                <a:lnTo>
                  <a:pt x="1133475" y="1438275"/>
                </a:lnTo>
                <a:lnTo>
                  <a:pt x="1143000" y="1438275"/>
                </a:lnTo>
                <a:lnTo>
                  <a:pt x="1143000" y="1419225"/>
                </a:lnTo>
                <a:lnTo>
                  <a:pt x="1152525" y="1419225"/>
                </a:lnTo>
                <a:lnTo>
                  <a:pt x="1152525" y="1400175"/>
                </a:lnTo>
                <a:lnTo>
                  <a:pt x="1162050" y="1400175"/>
                </a:lnTo>
                <a:lnTo>
                  <a:pt x="1162050" y="1371600"/>
                </a:lnTo>
                <a:lnTo>
                  <a:pt x="1171575" y="1371600"/>
                </a:lnTo>
                <a:lnTo>
                  <a:pt x="1171575" y="1343025"/>
                </a:lnTo>
                <a:lnTo>
                  <a:pt x="1181100" y="1343025"/>
                </a:lnTo>
                <a:close/>
                <a:moveTo>
                  <a:pt x="1000125" y="1562100"/>
                </a:moveTo>
                <a:lnTo>
                  <a:pt x="1019175" y="1562100"/>
                </a:lnTo>
                <a:lnTo>
                  <a:pt x="1019175" y="1571625"/>
                </a:lnTo>
                <a:lnTo>
                  <a:pt x="1028700" y="1571625"/>
                </a:lnTo>
                <a:lnTo>
                  <a:pt x="1028700" y="1581150"/>
                </a:lnTo>
                <a:lnTo>
                  <a:pt x="1019175" y="1581150"/>
                </a:lnTo>
                <a:lnTo>
                  <a:pt x="1019175" y="1590675"/>
                </a:lnTo>
                <a:lnTo>
                  <a:pt x="1000125" y="1590675"/>
                </a:lnTo>
                <a:close/>
                <a:moveTo>
                  <a:pt x="1000125" y="1676400"/>
                </a:moveTo>
                <a:lnTo>
                  <a:pt x="1009650" y="1676400"/>
                </a:lnTo>
                <a:lnTo>
                  <a:pt x="1009650" y="1685925"/>
                </a:lnTo>
                <a:lnTo>
                  <a:pt x="1000125" y="1685925"/>
                </a:lnTo>
                <a:close/>
                <a:moveTo>
                  <a:pt x="1352550" y="1762125"/>
                </a:moveTo>
                <a:lnTo>
                  <a:pt x="1371600" y="1762125"/>
                </a:lnTo>
                <a:lnTo>
                  <a:pt x="1371600" y="1809750"/>
                </a:lnTo>
                <a:lnTo>
                  <a:pt x="1381125" y="1809750"/>
                </a:lnTo>
                <a:lnTo>
                  <a:pt x="1381125" y="1838325"/>
                </a:lnTo>
                <a:lnTo>
                  <a:pt x="1362075" y="1838325"/>
                </a:lnTo>
                <a:lnTo>
                  <a:pt x="1362075" y="1809750"/>
                </a:lnTo>
                <a:lnTo>
                  <a:pt x="1352550" y="1809750"/>
                </a:lnTo>
                <a:close/>
                <a:moveTo>
                  <a:pt x="495300" y="1771650"/>
                </a:moveTo>
                <a:lnTo>
                  <a:pt x="514350" y="1771650"/>
                </a:lnTo>
                <a:lnTo>
                  <a:pt x="514350" y="1847850"/>
                </a:lnTo>
                <a:lnTo>
                  <a:pt x="495300" y="1847850"/>
                </a:lnTo>
                <a:close/>
                <a:moveTo>
                  <a:pt x="1371600" y="1857375"/>
                </a:moveTo>
                <a:lnTo>
                  <a:pt x="1390650" y="1857375"/>
                </a:lnTo>
                <a:lnTo>
                  <a:pt x="1390650" y="1876425"/>
                </a:lnTo>
                <a:lnTo>
                  <a:pt x="1371600" y="1876425"/>
                </a:lnTo>
                <a:close/>
              </a:path>
            </a:pathLst>
          </a:custGeom>
          <a:solidFill xmlns:a="http://schemas.openxmlformats.org/drawingml/2006/main">
            <a:srgbClr val="8F4738"/>
          </a:solidFill>
          <a:ln xmlns:a="http://schemas.openxmlformats.org/drawingml/2006/main" w="0">
            <a:noFill/>
          </a:ln>
        </p:spPr>
      </p:sp>
      <p:sp>
        <p:nvSpPr>
          <p:cNvPr id="68" name="juan vector #3d67a4">
            <a:extLst xmlns:a="http://schemas.openxmlformats.org/drawingml/2006/main">
              <a:ext uri="{FF2B5EF4-FFF2-40B4-BE49-F238E27FC236}">
                <a16:creationId xmlns:a16="http://schemas.microsoft.com/office/drawing/2014/main" id="{909DCCBD-79DE-441A-A211-20F3E450D2E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48900" y="2552700"/>
            <a:ext cx="2085975" cy="2085975"/>
          </a:xfrm>
          <a:custGeom xmlns:a="http://schemas.openxmlformats.org/drawingml/2006/main">
            <a:pathLst>
              <a:path w="2085975" h="2085975">
                <a:moveTo>
                  <a:pt x="628650" y="1352550"/>
                </a:moveTo>
                <a:lnTo>
                  <a:pt x="657225" y="1352550"/>
                </a:lnTo>
                <a:lnTo>
                  <a:pt x="657225" y="1362075"/>
                </a:lnTo>
                <a:lnTo>
                  <a:pt x="666750" y="1362075"/>
                </a:lnTo>
                <a:lnTo>
                  <a:pt x="666750" y="1371600"/>
                </a:lnTo>
                <a:lnTo>
                  <a:pt x="676275" y="1371600"/>
                </a:lnTo>
                <a:lnTo>
                  <a:pt x="676275" y="1400175"/>
                </a:lnTo>
                <a:lnTo>
                  <a:pt x="685800" y="1400175"/>
                </a:lnTo>
                <a:lnTo>
                  <a:pt x="685800" y="1419225"/>
                </a:lnTo>
                <a:lnTo>
                  <a:pt x="695325" y="1419225"/>
                </a:lnTo>
                <a:lnTo>
                  <a:pt x="695325" y="1438275"/>
                </a:lnTo>
                <a:lnTo>
                  <a:pt x="704850" y="1438275"/>
                </a:lnTo>
                <a:lnTo>
                  <a:pt x="704850" y="1457325"/>
                </a:lnTo>
                <a:lnTo>
                  <a:pt x="714375" y="1457325"/>
                </a:lnTo>
                <a:lnTo>
                  <a:pt x="714375" y="1476375"/>
                </a:lnTo>
                <a:lnTo>
                  <a:pt x="704850" y="1476375"/>
                </a:lnTo>
                <a:lnTo>
                  <a:pt x="704850" y="1466850"/>
                </a:lnTo>
                <a:lnTo>
                  <a:pt x="695325" y="1466850"/>
                </a:lnTo>
                <a:lnTo>
                  <a:pt x="695325" y="1447800"/>
                </a:lnTo>
                <a:lnTo>
                  <a:pt x="685800" y="1447800"/>
                </a:lnTo>
                <a:lnTo>
                  <a:pt x="685800" y="1438275"/>
                </a:lnTo>
                <a:lnTo>
                  <a:pt x="676275" y="1438275"/>
                </a:lnTo>
                <a:lnTo>
                  <a:pt x="676275" y="1419225"/>
                </a:lnTo>
                <a:lnTo>
                  <a:pt x="666750" y="1419225"/>
                </a:lnTo>
                <a:lnTo>
                  <a:pt x="666750" y="1400175"/>
                </a:lnTo>
                <a:lnTo>
                  <a:pt x="657225" y="1400175"/>
                </a:lnTo>
                <a:lnTo>
                  <a:pt x="657225" y="1381125"/>
                </a:lnTo>
                <a:lnTo>
                  <a:pt x="647700" y="1381125"/>
                </a:lnTo>
                <a:lnTo>
                  <a:pt x="647700" y="1371600"/>
                </a:lnTo>
                <a:lnTo>
                  <a:pt x="628650" y="1371600"/>
                </a:lnTo>
                <a:lnTo>
                  <a:pt x="628650" y="1381125"/>
                </a:lnTo>
                <a:lnTo>
                  <a:pt x="581025" y="1381125"/>
                </a:lnTo>
                <a:lnTo>
                  <a:pt x="581025" y="1390650"/>
                </a:lnTo>
                <a:lnTo>
                  <a:pt x="571500" y="1390650"/>
                </a:lnTo>
                <a:lnTo>
                  <a:pt x="571500" y="1400175"/>
                </a:lnTo>
                <a:lnTo>
                  <a:pt x="542925" y="1400175"/>
                </a:lnTo>
                <a:lnTo>
                  <a:pt x="542925" y="1409700"/>
                </a:lnTo>
                <a:lnTo>
                  <a:pt x="504825" y="1409700"/>
                </a:lnTo>
                <a:lnTo>
                  <a:pt x="504825" y="1419225"/>
                </a:lnTo>
                <a:lnTo>
                  <a:pt x="485775" y="1419225"/>
                </a:lnTo>
                <a:lnTo>
                  <a:pt x="485775" y="1428750"/>
                </a:lnTo>
                <a:lnTo>
                  <a:pt x="466725" y="1428750"/>
                </a:lnTo>
                <a:lnTo>
                  <a:pt x="466725" y="1438275"/>
                </a:lnTo>
                <a:lnTo>
                  <a:pt x="447675" y="1438275"/>
                </a:lnTo>
                <a:lnTo>
                  <a:pt x="447675" y="1447800"/>
                </a:lnTo>
                <a:lnTo>
                  <a:pt x="428625" y="1447800"/>
                </a:lnTo>
                <a:lnTo>
                  <a:pt x="428625" y="1457325"/>
                </a:lnTo>
                <a:lnTo>
                  <a:pt x="419100" y="1457325"/>
                </a:lnTo>
                <a:lnTo>
                  <a:pt x="419100" y="1466850"/>
                </a:lnTo>
                <a:lnTo>
                  <a:pt x="409575" y="1466850"/>
                </a:lnTo>
                <a:lnTo>
                  <a:pt x="409575" y="1476375"/>
                </a:lnTo>
                <a:lnTo>
                  <a:pt x="390525" y="1476375"/>
                </a:lnTo>
                <a:lnTo>
                  <a:pt x="390525" y="1485900"/>
                </a:lnTo>
                <a:lnTo>
                  <a:pt x="381000" y="1485900"/>
                </a:lnTo>
                <a:lnTo>
                  <a:pt x="381000" y="1466850"/>
                </a:lnTo>
                <a:lnTo>
                  <a:pt x="400050" y="1466850"/>
                </a:lnTo>
                <a:lnTo>
                  <a:pt x="400050" y="1447800"/>
                </a:lnTo>
                <a:lnTo>
                  <a:pt x="419100" y="1447800"/>
                </a:lnTo>
                <a:lnTo>
                  <a:pt x="419100" y="1438275"/>
                </a:lnTo>
                <a:lnTo>
                  <a:pt x="438150" y="1438275"/>
                </a:lnTo>
                <a:lnTo>
                  <a:pt x="438150" y="1428750"/>
                </a:lnTo>
                <a:lnTo>
                  <a:pt x="447675" y="1428750"/>
                </a:lnTo>
                <a:lnTo>
                  <a:pt x="447675" y="1419225"/>
                </a:lnTo>
                <a:lnTo>
                  <a:pt x="466725" y="1419225"/>
                </a:lnTo>
                <a:lnTo>
                  <a:pt x="466725" y="1409700"/>
                </a:lnTo>
                <a:lnTo>
                  <a:pt x="495300" y="1409700"/>
                </a:lnTo>
                <a:lnTo>
                  <a:pt x="495300" y="1400175"/>
                </a:lnTo>
                <a:lnTo>
                  <a:pt x="514350" y="1400175"/>
                </a:lnTo>
                <a:lnTo>
                  <a:pt x="514350" y="1390650"/>
                </a:lnTo>
                <a:lnTo>
                  <a:pt x="542925" y="1390650"/>
                </a:lnTo>
                <a:lnTo>
                  <a:pt x="542925" y="1381125"/>
                </a:lnTo>
                <a:lnTo>
                  <a:pt x="571500" y="1381125"/>
                </a:lnTo>
                <a:lnTo>
                  <a:pt x="571500" y="1371600"/>
                </a:lnTo>
                <a:lnTo>
                  <a:pt x="590550" y="1371600"/>
                </a:lnTo>
                <a:lnTo>
                  <a:pt x="590550" y="1362075"/>
                </a:lnTo>
                <a:lnTo>
                  <a:pt x="628650" y="1362075"/>
                </a:lnTo>
                <a:close/>
                <a:moveTo>
                  <a:pt x="1209675" y="1352550"/>
                </a:moveTo>
                <a:lnTo>
                  <a:pt x="1257300" y="1352550"/>
                </a:lnTo>
                <a:lnTo>
                  <a:pt x="1257300" y="1362075"/>
                </a:lnTo>
                <a:lnTo>
                  <a:pt x="1219200" y="1362075"/>
                </a:lnTo>
                <a:lnTo>
                  <a:pt x="1219200" y="1381125"/>
                </a:lnTo>
                <a:lnTo>
                  <a:pt x="1209675" y="1381125"/>
                </a:lnTo>
                <a:close/>
                <a:moveTo>
                  <a:pt x="1266825" y="1362075"/>
                </a:moveTo>
                <a:lnTo>
                  <a:pt x="1295400" y="1362075"/>
                </a:lnTo>
                <a:lnTo>
                  <a:pt x="1295400" y="1371600"/>
                </a:lnTo>
                <a:lnTo>
                  <a:pt x="1314450" y="1371600"/>
                </a:lnTo>
                <a:lnTo>
                  <a:pt x="1314450" y="1381125"/>
                </a:lnTo>
                <a:lnTo>
                  <a:pt x="1285875" y="1381125"/>
                </a:lnTo>
                <a:lnTo>
                  <a:pt x="1285875" y="1371600"/>
                </a:lnTo>
                <a:lnTo>
                  <a:pt x="1266825" y="1371600"/>
                </a:lnTo>
                <a:close/>
                <a:moveTo>
                  <a:pt x="1314450" y="1381125"/>
                </a:moveTo>
                <a:lnTo>
                  <a:pt x="1352550" y="1381125"/>
                </a:lnTo>
                <a:lnTo>
                  <a:pt x="1352550" y="1390650"/>
                </a:lnTo>
                <a:lnTo>
                  <a:pt x="1371600" y="1390650"/>
                </a:lnTo>
                <a:lnTo>
                  <a:pt x="1371600" y="1400175"/>
                </a:lnTo>
                <a:lnTo>
                  <a:pt x="1390650" y="1400175"/>
                </a:lnTo>
                <a:lnTo>
                  <a:pt x="1390650" y="1409700"/>
                </a:lnTo>
                <a:lnTo>
                  <a:pt x="1409700" y="1409700"/>
                </a:lnTo>
                <a:lnTo>
                  <a:pt x="1409700" y="1419225"/>
                </a:lnTo>
                <a:lnTo>
                  <a:pt x="1428750" y="1419225"/>
                </a:lnTo>
                <a:lnTo>
                  <a:pt x="1428750" y="1428750"/>
                </a:lnTo>
                <a:lnTo>
                  <a:pt x="1447800" y="1428750"/>
                </a:lnTo>
                <a:lnTo>
                  <a:pt x="1447800" y="1438275"/>
                </a:lnTo>
                <a:lnTo>
                  <a:pt x="1457325" y="1438275"/>
                </a:lnTo>
                <a:lnTo>
                  <a:pt x="1457325" y="1447800"/>
                </a:lnTo>
                <a:lnTo>
                  <a:pt x="1476375" y="1447800"/>
                </a:lnTo>
                <a:lnTo>
                  <a:pt x="1476375" y="1457325"/>
                </a:lnTo>
                <a:lnTo>
                  <a:pt x="1485900" y="1457325"/>
                </a:lnTo>
                <a:lnTo>
                  <a:pt x="1485900" y="1466850"/>
                </a:lnTo>
                <a:lnTo>
                  <a:pt x="1495425" y="1466850"/>
                </a:lnTo>
                <a:lnTo>
                  <a:pt x="1495425" y="1476375"/>
                </a:lnTo>
                <a:lnTo>
                  <a:pt x="1504950" y="1476375"/>
                </a:lnTo>
                <a:lnTo>
                  <a:pt x="1504950" y="1485900"/>
                </a:lnTo>
                <a:lnTo>
                  <a:pt x="1485900" y="1485900"/>
                </a:lnTo>
                <a:lnTo>
                  <a:pt x="1485900" y="1476375"/>
                </a:lnTo>
                <a:lnTo>
                  <a:pt x="1476375" y="1476375"/>
                </a:lnTo>
                <a:lnTo>
                  <a:pt x="1476375" y="1466850"/>
                </a:lnTo>
                <a:lnTo>
                  <a:pt x="1457325" y="1466850"/>
                </a:lnTo>
                <a:lnTo>
                  <a:pt x="1457325" y="1457325"/>
                </a:lnTo>
                <a:lnTo>
                  <a:pt x="1447800" y="1457325"/>
                </a:lnTo>
                <a:lnTo>
                  <a:pt x="1447800" y="1447800"/>
                </a:lnTo>
                <a:lnTo>
                  <a:pt x="1438275" y="1447800"/>
                </a:lnTo>
                <a:lnTo>
                  <a:pt x="1438275" y="1438275"/>
                </a:lnTo>
                <a:lnTo>
                  <a:pt x="1419225" y="1438275"/>
                </a:lnTo>
                <a:lnTo>
                  <a:pt x="1419225" y="1428750"/>
                </a:lnTo>
                <a:lnTo>
                  <a:pt x="1400175" y="1428750"/>
                </a:lnTo>
                <a:lnTo>
                  <a:pt x="1400175" y="1419225"/>
                </a:lnTo>
                <a:lnTo>
                  <a:pt x="1371600" y="1419225"/>
                </a:lnTo>
                <a:lnTo>
                  <a:pt x="1371600" y="1409700"/>
                </a:lnTo>
                <a:lnTo>
                  <a:pt x="1352550" y="1409700"/>
                </a:lnTo>
                <a:lnTo>
                  <a:pt x="1352550" y="1400175"/>
                </a:lnTo>
                <a:lnTo>
                  <a:pt x="1333500" y="1400175"/>
                </a:lnTo>
                <a:lnTo>
                  <a:pt x="1333500" y="1390650"/>
                </a:lnTo>
                <a:lnTo>
                  <a:pt x="1314450" y="1390650"/>
                </a:lnTo>
                <a:close/>
                <a:moveTo>
                  <a:pt x="1200150" y="1390650"/>
                </a:moveTo>
                <a:lnTo>
                  <a:pt x="1209675" y="1390650"/>
                </a:lnTo>
                <a:lnTo>
                  <a:pt x="1209675" y="1409700"/>
                </a:lnTo>
                <a:lnTo>
                  <a:pt x="1200150" y="1409700"/>
                </a:lnTo>
                <a:close/>
                <a:moveTo>
                  <a:pt x="1190625" y="1409700"/>
                </a:moveTo>
                <a:lnTo>
                  <a:pt x="1200150" y="1409700"/>
                </a:lnTo>
                <a:lnTo>
                  <a:pt x="1200150" y="1419225"/>
                </a:lnTo>
                <a:lnTo>
                  <a:pt x="1190625" y="1419225"/>
                </a:lnTo>
                <a:close/>
                <a:moveTo>
                  <a:pt x="1181100" y="1419225"/>
                </a:moveTo>
                <a:lnTo>
                  <a:pt x="1190625" y="1419225"/>
                </a:lnTo>
                <a:lnTo>
                  <a:pt x="1190625" y="1438275"/>
                </a:lnTo>
                <a:lnTo>
                  <a:pt x="1181100" y="1438275"/>
                </a:lnTo>
                <a:close/>
                <a:moveTo>
                  <a:pt x="847725" y="1428750"/>
                </a:moveTo>
                <a:lnTo>
                  <a:pt x="857250" y="1428750"/>
                </a:lnTo>
                <a:lnTo>
                  <a:pt x="857250" y="1438275"/>
                </a:lnTo>
                <a:lnTo>
                  <a:pt x="866775" y="1438275"/>
                </a:lnTo>
                <a:lnTo>
                  <a:pt x="866775" y="1447800"/>
                </a:lnTo>
                <a:lnTo>
                  <a:pt x="876300" y="1447800"/>
                </a:lnTo>
                <a:lnTo>
                  <a:pt x="876300" y="1466850"/>
                </a:lnTo>
                <a:lnTo>
                  <a:pt x="885825" y="1466850"/>
                </a:lnTo>
                <a:lnTo>
                  <a:pt x="885825" y="1485900"/>
                </a:lnTo>
                <a:lnTo>
                  <a:pt x="876300" y="1485900"/>
                </a:lnTo>
                <a:lnTo>
                  <a:pt x="876300" y="1476375"/>
                </a:lnTo>
                <a:lnTo>
                  <a:pt x="866775" y="1476375"/>
                </a:lnTo>
                <a:lnTo>
                  <a:pt x="866775" y="1457325"/>
                </a:lnTo>
                <a:lnTo>
                  <a:pt x="857250" y="1457325"/>
                </a:lnTo>
                <a:lnTo>
                  <a:pt x="857250" y="1447800"/>
                </a:lnTo>
                <a:lnTo>
                  <a:pt x="838200" y="1447800"/>
                </a:lnTo>
                <a:lnTo>
                  <a:pt x="838200" y="1438275"/>
                </a:lnTo>
                <a:lnTo>
                  <a:pt x="847725" y="1438275"/>
                </a:lnTo>
                <a:close/>
                <a:moveTo>
                  <a:pt x="1019175" y="1428750"/>
                </a:moveTo>
                <a:lnTo>
                  <a:pt x="1028700" y="1428750"/>
                </a:lnTo>
                <a:lnTo>
                  <a:pt x="1028700" y="1438275"/>
                </a:lnTo>
                <a:lnTo>
                  <a:pt x="1038225" y="1438275"/>
                </a:lnTo>
                <a:lnTo>
                  <a:pt x="1038225" y="1447800"/>
                </a:lnTo>
                <a:lnTo>
                  <a:pt x="1047750" y="1447800"/>
                </a:lnTo>
                <a:lnTo>
                  <a:pt x="1047750" y="1457325"/>
                </a:lnTo>
                <a:lnTo>
                  <a:pt x="1057275" y="1457325"/>
                </a:lnTo>
                <a:lnTo>
                  <a:pt x="1057275" y="1466850"/>
                </a:lnTo>
                <a:lnTo>
                  <a:pt x="1066800" y="1466850"/>
                </a:lnTo>
                <a:lnTo>
                  <a:pt x="1066800" y="1476375"/>
                </a:lnTo>
                <a:lnTo>
                  <a:pt x="1076325" y="1476375"/>
                </a:lnTo>
                <a:lnTo>
                  <a:pt x="1076325" y="1485900"/>
                </a:lnTo>
                <a:lnTo>
                  <a:pt x="1085850" y="1485900"/>
                </a:lnTo>
                <a:lnTo>
                  <a:pt x="1085850" y="1495425"/>
                </a:lnTo>
                <a:lnTo>
                  <a:pt x="1095375" y="1495425"/>
                </a:lnTo>
                <a:lnTo>
                  <a:pt x="1095375" y="1504950"/>
                </a:lnTo>
                <a:lnTo>
                  <a:pt x="1133475" y="1504950"/>
                </a:lnTo>
                <a:lnTo>
                  <a:pt x="1133475" y="1495425"/>
                </a:lnTo>
                <a:lnTo>
                  <a:pt x="1143000" y="1495425"/>
                </a:lnTo>
                <a:lnTo>
                  <a:pt x="1143000" y="1485900"/>
                </a:lnTo>
                <a:lnTo>
                  <a:pt x="1152525" y="1485900"/>
                </a:lnTo>
                <a:lnTo>
                  <a:pt x="1152525" y="1466850"/>
                </a:lnTo>
                <a:lnTo>
                  <a:pt x="1162050" y="1466850"/>
                </a:lnTo>
                <a:lnTo>
                  <a:pt x="1162050" y="1457325"/>
                </a:lnTo>
                <a:lnTo>
                  <a:pt x="1171575" y="1457325"/>
                </a:lnTo>
                <a:lnTo>
                  <a:pt x="1171575" y="1438275"/>
                </a:lnTo>
                <a:lnTo>
                  <a:pt x="1181100" y="1438275"/>
                </a:lnTo>
                <a:lnTo>
                  <a:pt x="1181100" y="1457325"/>
                </a:lnTo>
                <a:lnTo>
                  <a:pt x="1171575" y="1457325"/>
                </a:lnTo>
                <a:lnTo>
                  <a:pt x="1171575" y="1476375"/>
                </a:lnTo>
                <a:lnTo>
                  <a:pt x="1162050" y="1476375"/>
                </a:lnTo>
                <a:lnTo>
                  <a:pt x="1162050" y="1495425"/>
                </a:lnTo>
                <a:lnTo>
                  <a:pt x="1152525" y="1495425"/>
                </a:lnTo>
                <a:lnTo>
                  <a:pt x="1152525" y="1504950"/>
                </a:lnTo>
                <a:lnTo>
                  <a:pt x="1143000" y="1504950"/>
                </a:lnTo>
                <a:lnTo>
                  <a:pt x="1143000" y="1514475"/>
                </a:lnTo>
                <a:lnTo>
                  <a:pt x="1123950" y="1514475"/>
                </a:lnTo>
                <a:lnTo>
                  <a:pt x="1123950" y="1524000"/>
                </a:lnTo>
                <a:lnTo>
                  <a:pt x="1104900" y="1524000"/>
                </a:lnTo>
                <a:lnTo>
                  <a:pt x="1104900" y="1514475"/>
                </a:lnTo>
                <a:lnTo>
                  <a:pt x="1085850" y="1514475"/>
                </a:lnTo>
                <a:lnTo>
                  <a:pt x="1085850" y="1504950"/>
                </a:lnTo>
                <a:lnTo>
                  <a:pt x="1076325" y="1504950"/>
                </a:lnTo>
                <a:lnTo>
                  <a:pt x="1076325" y="1495425"/>
                </a:lnTo>
                <a:lnTo>
                  <a:pt x="1066800" y="1495425"/>
                </a:lnTo>
                <a:lnTo>
                  <a:pt x="1066800" y="1485900"/>
                </a:lnTo>
                <a:lnTo>
                  <a:pt x="1057275" y="1485900"/>
                </a:lnTo>
                <a:lnTo>
                  <a:pt x="1057275" y="1476375"/>
                </a:lnTo>
                <a:lnTo>
                  <a:pt x="1047750" y="1476375"/>
                </a:lnTo>
                <a:lnTo>
                  <a:pt x="1047750" y="1466850"/>
                </a:lnTo>
                <a:lnTo>
                  <a:pt x="1038225" y="1466850"/>
                </a:lnTo>
                <a:lnTo>
                  <a:pt x="1038225" y="1457325"/>
                </a:lnTo>
                <a:lnTo>
                  <a:pt x="1028700" y="1457325"/>
                </a:lnTo>
                <a:lnTo>
                  <a:pt x="1028700" y="1447800"/>
                </a:lnTo>
                <a:lnTo>
                  <a:pt x="1019175" y="1447800"/>
                </a:lnTo>
                <a:lnTo>
                  <a:pt x="1019175" y="1457325"/>
                </a:lnTo>
                <a:lnTo>
                  <a:pt x="1009650" y="1457325"/>
                </a:lnTo>
                <a:lnTo>
                  <a:pt x="1009650" y="1485900"/>
                </a:lnTo>
                <a:lnTo>
                  <a:pt x="1000125" y="1485900"/>
                </a:lnTo>
                <a:lnTo>
                  <a:pt x="1000125" y="1504950"/>
                </a:lnTo>
                <a:lnTo>
                  <a:pt x="990600" y="1504950"/>
                </a:lnTo>
                <a:lnTo>
                  <a:pt x="990600" y="1533525"/>
                </a:lnTo>
                <a:lnTo>
                  <a:pt x="1009650" y="1533525"/>
                </a:lnTo>
                <a:lnTo>
                  <a:pt x="1009650" y="1524000"/>
                </a:lnTo>
                <a:lnTo>
                  <a:pt x="1019175" y="1524000"/>
                </a:lnTo>
                <a:lnTo>
                  <a:pt x="1019175" y="1533525"/>
                </a:lnTo>
                <a:lnTo>
                  <a:pt x="1038225" y="1533525"/>
                </a:lnTo>
                <a:lnTo>
                  <a:pt x="1038225" y="1543050"/>
                </a:lnTo>
                <a:lnTo>
                  <a:pt x="1047750" y="1543050"/>
                </a:lnTo>
                <a:lnTo>
                  <a:pt x="1047750" y="1552575"/>
                </a:lnTo>
                <a:lnTo>
                  <a:pt x="1057275" y="1552575"/>
                </a:lnTo>
                <a:lnTo>
                  <a:pt x="1057275" y="1600200"/>
                </a:lnTo>
                <a:lnTo>
                  <a:pt x="1047750" y="1600200"/>
                </a:lnTo>
                <a:lnTo>
                  <a:pt x="1047750" y="1609725"/>
                </a:lnTo>
                <a:lnTo>
                  <a:pt x="1038225" y="1609725"/>
                </a:lnTo>
                <a:lnTo>
                  <a:pt x="1038225" y="1619250"/>
                </a:lnTo>
                <a:lnTo>
                  <a:pt x="990600" y="1619250"/>
                </a:lnTo>
                <a:lnTo>
                  <a:pt x="990600" y="1638300"/>
                </a:lnTo>
                <a:lnTo>
                  <a:pt x="1028700" y="1638300"/>
                </a:lnTo>
                <a:lnTo>
                  <a:pt x="1028700" y="1647825"/>
                </a:lnTo>
                <a:lnTo>
                  <a:pt x="1038225" y="1647825"/>
                </a:lnTo>
                <a:lnTo>
                  <a:pt x="1038225" y="1657350"/>
                </a:lnTo>
                <a:lnTo>
                  <a:pt x="1047750" y="1657350"/>
                </a:lnTo>
                <a:lnTo>
                  <a:pt x="1047750" y="1666875"/>
                </a:lnTo>
                <a:lnTo>
                  <a:pt x="1057275" y="1666875"/>
                </a:lnTo>
                <a:lnTo>
                  <a:pt x="1057275" y="1695450"/>
                </a:lnTo>
                <a:lnTo>
                  <a:pt x="1047750" y="1695450"/>
                </a:lnTo>
                <a:lnTo>
                  <a:pt x="1047750" y="1714500"/>
                </a:lnTo>
                <a:lnTo>
                  <a:pt x="1038225" y="1714500"/>
                </a:lnTo>
                <a:lnTo>
                  <a:pt x="1038225" y="1724025"/>
                </a:lnTo>
                <a:lnTo>
                  <a:pt x="990600" y="1724025"/>
                </a:lnTo>
                <a:lnTo>
                  <a:pt x="990600" y="1733550"/>
                </a:lnTo>
                <a:lnTo>
                  <a:pt x="971550" y="1733550"/>
                </a:lnTo>
                <a:lnTo>
                  <a:pt x="971550" y="1752600"/>
                </a:lnTo>
                <a:lnTo>
                  <a:pt x="962025" y="1752600"/>
                </a:lnTo>
                <a:lnTo>
                  <a:pt x="962025" y="1762125"/>
                </a:lnTo>
                <a:lnTo>
                  <a:pt x="923925" y="1762125"/>
                </a:lnTo>
                <a:lnTo>
                  <a:pt x="923925" y="1752600"/>
                </a:lnTo>
                <a:lnTo>
                  <a:pt x="904875" y="1752600"/>
                </a:lnTo>
                <a:lnTo>
                  <a:pt x="904875" y="1724025"/>
                </a:lnTo>
                <a:lnTo>
                  <a:pt x="895350" y="1724025"/>
                </a:lnTo>
                <a:lnTo>
                  <a:pt x="895350" y="1628775"/>
                </a:lnTo>
                <a:lnTo>
                  <a:pt x="885825" y="1628775"/>
                </a:lnTo>
                <a:lnTo>
                  <a:pt x="885825" y="1619250"/>
                </a:lnTo>
                <a:lnTo>
                  <a:pt x="895350" y="1619250"/>
                </a:lnTo>
                <a:lnTo>
                  <a:pt x="895350" y="1552575"/>
                </a:lnTo>
                <a:lnTo>
                  <a:pt x="904875" y="1552575"/>
                </a:lnTo>
                <a:lnTo>
                  <a:pt x="904875" y="1609725"/>
                </a:lnTo>
                <a:lnTo>
                  <a:pt x="914400" y="1609725"/>
                </a:lnTo>
                <a:lnTo>
                  <a:pt x="914400" y="1733550"/>
                </a:lnTo>
                <a:lnTo>
                  <a:pt x="923925" y="1733550"/>
                </a:lnTo>
                <a:lnTo>
                  <a:pt x="923925" y="1743075"/>
                </a:lnTo>
                <a:lnTo>
                  <a:pt x="933450" y="1743075"/>
                </a:lnTo>
                <a:lnTo>
                  <a:pt x="933450" y="1752600"/>
                </a:lnTo>
                <a:lnTo>
                  <a:pt x="952500" y="1752600"/>
                </a:lnTo>
                <a:lnTo>
                  <a:pt x="952500" y="1743075"/>
                </a:lnTo>
                <a:lnTo>
                  <a:pt x="962025" y="1743075"/>
                </a:lnTo>
                <a:lnTo>
                  <a:pt x="962025" y="1714500"/>
                </a:lnTo>
                <a:lnTo>
                  <a:pt x="971550" y="1714500"/>
                </a:lnTo>
                <a:lnTo>
                  <a:pt x="971550" y="1685925"/>
                </a:lnTo>
                <a:lnTo>
                  <a:pt x="962025" y="1685925"/>
                </a:lnTo>
                <a:lnTo>
                  <a:pt x="962025" y="1590675"/>
                </a:lnTo>
                <a:lnTo>
                  <a:pt x="990600" y="1590675"/>
                </a:lnTo>
                <a:lnTo>
                  <a:pt x="990600" y="1600200"/>
                </a:lnTo>
                <a:lnTo>
                  <a:pt x="1000125" y="1600200"/>
                </a:lnTo>
                <a:lnTo>
                  <a:pt x="1000125" y="1609725"/>
                </a:lnTo>
                <a:lnTo>
                  <a:pt x="1028700" y="1609725"/>
                </a:lnTo>
                <a:lnTo>
                  <a:pt x="1028700" y="1600200"/>
                </a:lnTo>
                <a:lnTo>
                  <a:pt x="1038225" y="1600200"/>
                </a:lnTo>
                <a:lnTo>
                  <a:pt x="1038225" y="1590675"/>
                </a:lnTo>
                <a:lnTo>
                  <a:pt x="1047750" y="1590675"/>
                </a:lnTo>
                <a:lnTo>
                  <a:pt x="1047750" y="1562100"/>
                </a:lnTo>
                <a:lnTo>
                  <a:pt x="1038225" y="1562100"/>
                </a:lnTo>
                <a:lnTo>
                  <a:pt x="1038225" y="1552575"/>
                </a:lnTo>
                <a:lnTo>
                  <a:pt x="1028700" y="1552575"/>
                </a:lnTo>
                <a:lnTo>
                  <a:pt x="1028700" y="1543050"/>
                </a:lnTo>
                <a:lnTo>
                  <a:pt x="1000125" y="1543050"/>
                </a:lnTo>
                <a:lnTo>
                  <a:pt x="1000125" y="1552575"/>
                </a:lnTo>
                <a:lnTo>
                  <a:pt x="990600" y="1552575"/>
                </a:lnTo>
                <a:lnTo>
                  <a:pt x="990600" y="1562100"/>
                </a:lnTo>
                <a:lnTo>
                  <a:pt x="981075" y="1562100"/>
                </a:lnTo>
                <a:lnTo>
                  <a:pt x="981075" y="1571625"/>
                </a:lnTo>
                <a:lnTo>
                  <a:pt x="971550" y="1571625"/>
                </a:lnTo>
                <a:lnTo>
                  <a:pt x="971550" y="1562100"/>
                </a:lnTo>
                <a:lnTo>
                  <a:pt x="962025" y="1562100"/>
                </a:lnTo>
                <a:lnTo>
                  <a:pt x="962025" y="1533525"/>
                </a:lnTo>
                <a:lnTo>
                  <a:pt x="971550" y="1533525"/>
                </a:lnTo>
                <a:lnTo>
                  <a:pt x="971550" y="1514475"/>
                </a:lnTo>
                <a:lnTo>
                  <a:pt x="981075" y="1514475"/>
                </a:lnTo>
                <a:lnTo>
                  <a:pt x="981075" y="1495425"/>
                </a:lnTo>
                <a:lnTo>
                  <a:pt x="990600" y="1495425"/>
                </a:lnTo>
                <a:lnTo>
                  <a:pt x="990600" y="1476375"/>
                </a:lnTo>
                <a:lnTo>
                  <a:pt x="1000125" y="1476375"/>
                </a:lnTo>
                <a:lnTo>
                  <a:pt x="1000125" y="1447800"/>
                </a:lnTo>
                <a:lnTo>
                  <a:pt x="1009650" y="1447800"/>
                </a:lnTo>
                <a:lnTo>
                  <a:pt x="1009650" y="1438275"/>
                </a:lnTo>
                <a:lnTo>
                  <a:pt x="1019175" y="1438275"/>
                </a:lnTo>
                <a:close/>
                <a:moveTo>
                  <a:pt x="828675" y="1447800"/>
                </a:moveTo>
                <a:lnTo>
                  <a:pt x="838200" y="1447800"/>
                </a:lnTo>
                <a:lnTo>
                  <a:pt x="838200" y="1457325"/>
                </a:lnTo>
                <a:lnTo>
                  <a:pt x="828675" y="1457325"/>
                </a:lnTo>
                <a:close/>
                <a:moveTo>
                  <a:pt x="819150" y="1457325"/>
                </a:moveTo>
                <a:lnTo>
                  <a:pt x="828675" y="1457325"/>
                </a:lnTo>
                <a:lnTo>
                  <a:pt x="828675" y="1476375"/>
                </a:lnTo>
                <a:lnTo>
                  <a:pt x="819150" y="1476375"/>
                </a:lnTo>
                <a:lnTo>
                  <a:pt x="819150" y="1485900"/>
                </a:lnTo>
                <a:lnTo>
                  <a:pt x="809625" y="1485900"/>
                </a:lnTo>
                <a:lnTo>
                  <a:pt x="809625" y="1495425"/>
                </a:lnTo>
                <a:lnTo>
                  <a:pt x="800100" y="1495425"/>
                </a:lnTo>
                <a:lnTo>
                  <a:pt x="800100" y="1504950"/>
                </a:lnTo>
                <a:lnTo>
                  <a:pt x="790575" y="1504950"/>
                </a:lnTo>
                <a:lnTo>
                  <a:pt x="790575" y="1514475"/>
                </a:lnTo>
                <a:lnTo>
                  <a:pt x="733425" y="1514475"/>
                </a:lnTo>
                <a:lnTo>
                  <a:pt x="733425" y="1504950"/>
                </a:lnTo>
                <a:lnTo>
                  <a:pt x="723900" y="1504950"/>
                </a:lnTo>
                <a:lnTo>
                  <a:pt x="723900" y="1495425"/>
                </a:lnTo>
                <a:lnTo>
                  <a:pt x="714375" y="1495425"/>
                </a:lnTo>
                <a:lnTo>
                  <a:pt x="714375" y="1476375"/>
                </a:lnTo>
                <a:lnTo>
                  <a:pt x="723900" y="1476375"/>
                </a:lnTo>
                <a:lnTo>
                  <a:pt x="723900" y="1485900"/>
                </a:lnTo>
                <a:lnTo>
                  <a:pt x="733425" y="1485900"/>
                </a:lnTo>
                <a:lnTo>
                  <a:pt x="733425" y="1495425"/>
                </a:lnTo>
                <a:lnTo>
                  <a:pt x="742950" y="1495425"/>
                </a:lnTo>
                <a:lnTo>
                  <a:pt x="742950" y="1504950"/>
                </a:lnTo>
                <a:lnTo>
                  <a:pt x="781050" y="1504950"/>
                </a:lnTo>
                <a:lnTo>
                  <a:pt x="781050" y="1495425"/>
                </a:lnTo>
                <a:lnTo>
                  <a:pt x="790575" y="1495425"/>
                </a:lnTo>
                <a:lnTo>
                  <a:pt x="790575" y="1485900"/>
                </a:lnTo>
                <a:lnTo>
                  <a:pt x="800100" y="1485900"/>
                </a:lnTo>
                <a:lnTo>
                  <a:pt x="800100" y="1476375"/>
                </a:lnTo>
                <a:lnTo>
                  <a:pt x="809625" y="1476375"/>
                </a:lnTo>
                <a:lnTo>
                  <a:pt x="809625" y="1466850"/>
                </a:lnTo>
                <a:lnTo>
                  <a:pt x="819150" y="1466850"/>
                </a:lnTo>
                <a:close/>
                <a:moveTo>
                  <a:pt x="361950" y="1485900"/>
                </a:moveTo>
                <a:lnTo>
                  <a:pt x="381000" y="1485900"/>
                </a:lnTo>
                <a:lnTo>
                  <a:pt x="381000" y="1504950"/>
                </a:lnTo>
                <a:lnTo>
                  <a:pt x="371475" y="1504950"/>
                </a:lnTo>
                <a:lnTo>
                  <a:pt x="371475" y="1514475"/>
                </a:lnTo>
                <a:lnTo>
                  <a:pt x="361950" y="1514475"/>
                </a:lnTo>
                <a:lnTo>
                  <a:pt x="361950" y="1524000"/>
                </a:lnTo>
                <a:lnTo>
                  <a:pt x="352425" y="1524000"/>
                </a:lnTo>
                <a:lnTo>
                  <a:pt x="352425" y="1533525"/>
                </a:lnTo>
                <a:lnTo>
                  <a:pt x="342900" y="1533525"/>
                </a:lnTo>
                <a:lnTo>
                  <a:pt x="342900" y="1543050"/>
                </a:lnTo>
                <a:lnTo>
                  <a:pt x="333375" y="1543050"/>
                </a:lnTo>
                <a:lnTo>
                  <a:pt x="333375" y="1524000"/>
                </a:lnTo>
                <a:lnTo>
                  <a:pt x="342900" y="1524000"/>
                </a:lnTo>
                <a:lnTo>
                  <a:pt x="342900" y="1514475"/>
                </a:lnTo>
                <a:lnTo>
                  <a:pt x="352425" y="1514475"/>
                </a:lnTo>
                <a:lnTo>
                  <a:pt x="352425" y="1504950"/>
                </a:lnTo>
                <a:lnTo>
                  <a:pt x="361950" y="1504950"/>
                </a:lnTo>
                <a:close/>
                <a:moveTo>
                  <a:pt x="885825" y="1485900"/>
                </a:moveTo>
                <a:lnTo>
                  <a:pt x="895350" y="1485900"/>
                </a:lnTo>
                <a:lnTo>
                  <a:pt x="895350" y="1514475"/>
                </a:lnTo>
                <a:lnTo>
                  <a:pt x="885825" y="1514475"/>
                </a:lnTo>
                <a:close/>
                <a:moveTo>
                  <a:pt x="1504950" y="1485900"/>
                </a:moveTo>
                <a:lnTo>
                  <a:pt x="1514475" y="1485900"/>
                </a:lnTo>
                <a:lnTo>
                  <a:pt x="1514475" y="1495425"/>
                </a:lnTo>
                <a:lnTo>
                  <a:pt x="1504950" y="1495425"/>
                </a:lnTo>
                <a:close/>
                <a:moveTo>
                  <a:pt x="1514475" y="1495425"/>
                </a:moveTo>
                <a:lnTo>
                  <a:pt x="1524000" y="1495425"/>
                </a:lnTo>
                <a:lnTo>
                  <a:pt x="1524000" y="1504950"/>
                </a:lnTo>
                <a:lnTo>
                  <a:pt x="1533525" y="1504950"/>
                </a:lnTo>
                <a:lnTo>
                  <a:pt x="1533525" y="1524000"/>
                </a:lnTo>
                <a:lnTo>
                  <a:pt x="1524000" y="1524000"/>
                </a:lnTo>
                <a:lnTo>
                  <a:pt x="1524000" y="1514475"/>
                </a:lnTo>
                <a:lnTo>
                  <a:pt x="1514475" y="1514475"/>
                </a:lnTo>
                <a:close/>
                <a:moveTo>
                  <a:pt x="895350" y="1514475"/>
                </a:moveTo>
                <a:lnTo>
                  <a:pt x="904875" y="1514475"/>
                </a:lnTo>
                <a:lnTo>
                  <a:pt x="904875" y="1533525"/>
                </a:lnTo>
                <a:lnTo>
                  <a:pt x="895350" y="1533525"/>
                </a:lnTo>
                <a:close/>
                <a:moveTo>
                  <a:pt x="1533525" y="1524000"/>
                </a:moveTo>
                <a:lnTo>
                  <a:pt x="1543050" y="1524000"/>
                </a:lnTo>
                <a:lnTo>
                  <a:pt x="1543050" y="1533525"/>
                </a:lnTo>
                <a:lnTo>
                  <a:pt x="1552575" y="1533525"/>
                </a:lnTo>
                <a:lnTo>
                  <a:pt x="1552575" y="1543050"/>
                </a:lnTo>
                <a:lnTo>
                  <a:pt x="1562100" y="1543050"/>
                </a:lnTo>
                <a:lnTo>
                  <a:pt x="1562100" y="1552575"/>
                </a:lnTo>
                <a:lnTo>
                  <a:pt x="1571625" y="1552575"/>
                </a:lnTo>
                <a:lnTo>
                  <a:pt x="1571625" y="1571625"/>
                </a:lnTo>
                <a:lnTo>
                  <a:pt x="1581150" y="1571625"/>
                </a:lnTo>
                <a:lnTo>
                  <a:pt x="1581150" y="1590675"/>
                </a:lnTo>
                <a:lnTo>
                  <a:pt x="1590675" y="1590675"/>
                </a:lnTo>
                <a:lnTo>
                  <a:pt x="1590675" y="1619250"/>
                </a:lnTo>
                <a:lnTo>
                  <a:pt x="1600200" y="1619250"/>
                </a:lnTo>
                <a:lnTo>
                  <a:pt x="1600200" y="1647825"/>
                </a:lnTo>
                <a:lnTo>
                  <a:pt x="1609725" y="1647825"/>
                </a:lnTo>
                <a:lnTo>
                  <a:pt x="1609725" y="1676400"/>
                </a:lnTo>
                <a:lnTo>
                  <a:pt x="1619250" y="1676400"/>
                </a:lnTo>
                <a:lnTo>
                  <a:pt x="1619250" y="1724025"/>
                </a:lnTo>
                <a:lnTo>
                  <a:pt x="1609725" y="1724025"/>
                </a:lnTo>
                <a:lnTo>
                  <a:pt x="1609725" y="1733550"/>
                </a:lnTo>
                <a:lnTo>
                  <a:pt x="1600200" y="1733550"/>
                </a:lnTo>
                <a:lnTo>
                  <a:pt x="1600200" y="1743075"/>
                </a:lnTo>
                <a:lnTo>
                  <a:pt x="1590675" y="1743075"/>
                </a:lnTo>
                <a:lnTo>
                  <a:pt x="1590675" y="1752600"/>
                </a:lnTo>
                <a:lnTo>
                  <a:pt x="1571625" y="1752600"/>
                </a:lnTo>
                <a:lnTo>
                  <a:pt x="1571625" y="1762125"/>
                </a:lnTo>
                <a:lnTo>
                  <a:pt x="1562100" y="1762125"/>
                </a:lnTo>
                <a:lnTo>
                  <a:pt x="1562100" y="1771650"/>
                </a:lnTo>
                <a:lnTo>
                  <a:pt x="1552575" y="1771650"/>
                </a:lnTo>
                <a:lnTo>
                  <a:pt x="1552575" y="1781175"/>
                </a:lnTo>
                <a:lnTo>
                  <a:pt x="1543050" y="1781175"/>
                </a:lnTo>
                <a:lnTo>
                  <a:pt x="1543050" y="1790700"/>
                </a:lnTo>
                <a:lnTo>
                  <a:pt x="1533525" y="1790700"/>
                </a:lnTo>
                <a:lnTo>
                  <a:pt x="1533525" y="1800225"/>
                </a:lnTo>
                <a:lnTo>
                  <a:pt x="1514475" y="1800225"/>
                </a:lnTo>
                <a:lnTo>
                  <a:pt x="1514475" y="1809750"/>
                </a:lnTo>
                <a:lnTo>
                  <a:pt x="1504950" y="1809750"/>
                </a:lnTo>
                <a:lnTo>
                  <a:pt x="1504950" y="1819275"/>
                </a:lnTo>
                <a:lnTo>
                  <a:pt x="1495425" y="1819275"/>
                </a:lnTo>
                <a:lnTo>
                  <a:pt x="1495425" y="1828800"/>
                </a:lnTo>
                <a:lnTo>
                  <a:pt x="1476375" y="1828800"/>
                </a:lnTo>
                <a:lnTo>
                  <a:pt x="1476375" y="1838325"/>
                </a:lnTo>
                <a:lnTo>
                  <a:pt x="1466850" y="1838325"/>
                </a:lnTo>
                <a:lnTo>
                  <a:pt x="1466850" y="1847850"/>
                </a:lnTo>
                <a:lnTo>
                  <a:pt x="1447800" y="1847850"/>
                </a:lnTo>
                <a:lnTo>
                  <a:pt x="1447800" y="1857375"/>
                </a:lnTo>
                <a:lnTo>
                  <a:pt x="1428750" y="1857375"/>
                </a:lnTo>
                <a:lnTo>
                  <a:pt x="1428750" y="1866900"/>
                </a:lnTo>
                <a:lnTo>
                  <a:pt x="1419225" y="1866900"/>
                </a:lnTo>
                <a:lnTo>
                  <a:pt x="1419225" y="1876425"/>
                </a:lnTo>
                <a:lnTo>
                  <a:pt x="1409700" y="1876425"/>
                </a:lnTo>
                <a:lnTo>
                  <a:pt x="1409700" y="1847850"/>
                </a:lnTo>
                <a:lnTo>
                  <a:pt x="1400175" y="1847850"/>
                </a:lnTo>
                <a:lnTo>
                  <a:pt x="1400175" y="1781175"/>
                </a:lnTo>
                <a:lnTo>
                  <a:pt x="1390650" y="1781175"/>
                </a:lnTo>
                <a:lnTo>
                  <a:pt x="1390650" y="1752600"/>
                </a:lnTo>
                <a:lnTo>
                  <a:pt x="1381125" y="1752600"/>
                </a:lnTo>
                <a:lnTo>
                  <a:pt x="1381125" y="1743075"/>
                </a:lnTo>
                <a:lnTo>
                  <a:pt x="1371600" y="1743075"/>
                </a:lnTo>
                <a:lnTo>
                  <a:pt x="1371600" y="1733550"/>
                </a:lnTo>
                <a:lnTo>
                  <a:pt x="1352550" y="1733550"/>
                </a:lnTo>
                <a:lnTo>
                  <a:pt x="1352550" y="1743075"/>
                </a:lnTo>
                <a:lnTo>
                  <a:pt x="1343025" y="1743075"/>
                </a:lnTo>
                <a:lnTo>
                  <a:pt x="1343025" y="1866900"/>
                </a:lnTo>
                <a:lnTo>
                  <a:pt x="1352550" y="1866900"/>
                </a:lnTo>
                <a:lnTo>
                  <a:pt x="1352550" y="1905000"/>
                </a:lnTo>
                <a:lnTo>
                  <a:pt x="1343025" y="1905000"/>
                </a:lnTo>
                <a:lnTo>
                  <a:pt x="1343025" y="1914525"/>
                </a:lnTo>
                <a:lnTo>
                  <a:pt x="1314450" y="1914525"/>
                </a:lnTo>
                <a:lnTo>
                  <a:pt x="1314450" y="1924050"/>
                </a:lnTo>
                <a:lnTo>
                  <a:pt x="1295400" y="1924050"/>
                </a:lnTo>
                <a:lnTo>
                  <a:pt x="1295400" y="1933575"/>
                </a:lnTo>
                <a:lnTo>
                  <a:pt x="1266825" y="1933575"/>
                </a:lnTo>
                <a:lnTo>
                  <a:pt x="1266825" y="1943100"/>
                </a:lnTo>
                <a:lnTo>
                  <a:pt x="1247775" y="1943100"/>
                </a:lnTo>
                <a:lnTo>
                  <a:pt x="1247775" y="1952625"/>
                </a:lnTo>
                <a:lnTo>
                  <a:pt x="1219200" y="1952625"/>
                </a:lnTo>
                <a:lnTo>
                  <a:pt x="1219200" y="1962150"/>
                </a:lnTo>
                <a:lnTo>
                  <a:pt x="1181100" y="1962150"/>
                </a:lnTo>
                <a:lnTo>
                  <a:pt x="1181100" y="1971675"/>
                </a:lnTo>
                <a:lnTo>
                  <a:pt x="1143000" y="1971675"/>
                </a:lnTo>
                <a:lnTo>
                  <a:pt x="1143000" y="1981200"/>
                </a:lnTo>
                <a:lnTo>
                  <a:pt x="1085850" y="1981200"/>
                </a:lnTo>
                <a:lnTo>
                  <a:pt x="1085850" y="1990725"/>
                </a:lnTo>
                <a:lnTo>
                  <a:pt x="1000125" y="1990725"/>
                </a:lnTo>
                <a:lnTo>
                  <a:pt x="1000125" y="2000250"/>
                </a:lnTo>
                <a:lnTo>
                  <a:pt x="895350" y="2000250"/>
                </a:lnTo>
                <a:lnTo>
                  <a:pt x="895350" y="1990725"/>
                </a:lnTo>
                <a:lnTo>
                  <a:pt x="800100" y="1990725"/>
                </a:lnTo>
                <a:lnTo>
                  <a:pt x="800100" y="1981200"/>
                </a:lnTo>
                <a:lnTo>
                  <a:pt x="742950" y="1981200"/>
                </a:lnTo>
                <a:lnTo>
                  <a:pt x="742950" y="1971675"/>
                </a:lnTo>
                <a:lnTo>
                  <a:pt x="704850" y="1971675"/>
                </a:lnTo>
                <a:lnTo>
                  <a:pt x="704850" y="1962150"/>
                </a:lnTo>
                <a:lnTo>
                  <a:pt x="666750" y="1962150"/>
                </a:lnTo>
                <a:lnTo>
                  <a:pt x="666750" y="1952625"/>
                </a:lnTo>
                <a:lnTo>
                  <a:pt x="638175" y="1952625"/>
                </a:lnTo>
                <a:lnTo>
                  <a:pt x="638175" y="1943100"/>
                </a:lnTo>
                <a:lnTo>
                  <a:pt x="609600" y="1943100"/>
                </a:lnTo>
                <a:lnTo>
                  <a:pt x="609600" y="1933575"/>
                </a:lnTo>
                <a:lnTo>
                  <a:pt x="590550" y="1933575"/>
                </a:lnTo>
                <a:lnTo>
                  <a:pt x="590550" y="1924050"/>
                </a:lnTo>
                <a:lnTo>
                  <a:pt x="561975" y="1924050"/>
                </a:lnTo>
                <a:lnTo>
                  <a:pt x="561975" y="1914525"/>
                </a:lnTo>
                <a:lnTo>
                  <a:pt x="542925" y="1914525"/>
                </a:lnTo>
                <a:lnTo>
                  <a:pt x="542925" y="1905000"/>
                </a:lnTo>
                <a:lnTo>
                  <a:pt x="523875" y="1905000"/>
                </a:lnTo>
                <a:lnTo>
                  <a:pt x="523875" y="1838325"/>
                </a:lnTo>
                <a:lnTo>
                  <a:pt x="533400" y="1838325"/>
                </a:lnTo>
                <a:lnTo>
                  <a:pt x="533400" y="1752600"/>
                </a:lnTo>
                <a:lnTo>
                  <a:pt x="523875" y="1752600"/>
                </a:lnTo>
                <a:lnTo>
                  <a:pt x="523875" y="1743075"/>
                </a:lnTo>
                <a:lnTo>
                  <a:pt x="495300" y="1743075"/>
                </a:lnTo>
                <a:lnTo>
                  <a:pt x="495300" y="1752600"/>
                </a:lnTo>
                <a:lnTo>
                  <a:pt x="485775" y="1752600"/>
                </a:lnTo>
                <a:lnTo>
                  <a:pt x="485775" y="1790700"/>
                </a:lnTo>
                <a:lnTo>
                  <a:pt x="476250" y="1790700"/>
                </a:lnTo>
                <a:lnTo>
                  <a:pt x="476250" y="1838325"/>
                </a:lnTo>
                <a:lnTo>
                  <a:pt x="466725" y="1838325"/>
                </a:lnTo>
                <a:lnTo>
                  <a:pt x="466725" y="1847850"/>
                </a:lnTo>
                <a:lnTo>
                  <a:pt x="457200" y="1847850"/>
                </a:lnTo>
                <a:lnTo>
                  <a:pt x="457200" y="1866900"/>
                </a:lnTo>
                <a:lnTo>
                  <a:pt x="447675" y="1866900"/>
                </a:lnTo>
                <a:lnTo>
                  <a:pt x="447675" y="1857375"/>
                </a:lnTo>
                <a:lnTo>
                  <a:pt x="438150" y="1857375"/>
                </a:lnTo>
                <a:lnTo>
                  <a:pt x="438150" y="1847850"/>
                </a:lnTo>
                <a:lnTo>
                  <a:pt x="419100" y="1847850"/>
                </a:lnTo>
                <a:lnTo>
                  <a:pt x="419100" y="1838325"/>
                </a:lnTo>
                <a:lnTo>
                  <a:pt x="409575" y="1838325"/>
                </a:lnTo>
                <a:lnTo>
                  <a:pt x="409575" y="1828800"/>
                </a:lnTo>
                <a:lnTo>
                  <a:pt x="390525" y="1828800"/>
                </a:lnTo>
                <a:lnTo>
                  <a:pt x="390525" y="1819275"/>
                </a:lnTo>
                <a:lnTo>
                  <a:pt x="381000" y="1819275"/>
                </a:lnTo>
                <a:lnTo>
                  <a:pt x="381000" y="1809750"/>
                </a:lnTo>
                <a:lnTo>
                  <a:pt x="361950" y="1809750"/>
                </a:lnTo>
                <a:lnTo>
                  <a:pt x="361950" y="1800225"/>
                </a:lnTo>
                <a:lnTo>
                  <a:pt x="352425" y="1800225"/>
                </a:lnTo>
                <a:lnTo>
                  <a:pt x="352425" y="1790700"/>
                </a:lnTo>
                <a:lnTo>
                  <a:pt x="342900" y="1790700"/>
                </a:lnTo>
                <a:lnTo>
                  <a:pt x="342900" y="1781175"/>
                </a:lnTo>
                <a:lnTo>
                  <a:pt x="333375" y="1781175"/>
                </a:lnTo>
                <a:lnTo>
                  <a:pt x="333375" y="1771650"/>
                </a:lnTo>
                <a:lnTo>
                  <a:pt x="314325" y="1771650"/>
                </a:lnTo>
                <a:lnTo>
                  <a:pt x="314325" y="1762125"/>
                </a:lnTo>
                <a:lnTo>
                  <a:pt x="304800" y="1762125"/>
                </a:lnTo>
                <a:lnTo>
                  <a:pt x="304800" y="1752600"/>
                </a:lnTo>
                <a:lnTo>
                  <a:pt x="295275" y="1752600"/>
                </a:lnTo>
                <a:lnTo>
                  <a:pt x="295275" y="1743075"/>
                </a:lnTo>
                <a:lnTo>
                  <a:pt x="285750" y="1743075"/>
                </a:lnTo>
                <a:lnTo>
                  <a:pt x="285750" y="1733550"/>
                </a:lnTo>
                <a:lnTo>
                  <a:pt x="276225" y="1733550"/>
                </a:lnTo>
                <a:lnTo>
                  <a:pt x="276225" y="1724025"/>
                </a:lnTo>
                <a:lnTo>
                  <a:pt x="266700" y="1724025"/>
                </a:lnTo>
                <a:lnTo>
                  <a:pt x="266700" y="1666875"/>
                </a:lnTo>
                <a:lnTo>
                  <a:pt x="276225" y="1666875"/>
                </a:lnTo>
                <a:lnTo>
                  <a:pt x="276225" y="1704975"/>
                </a:lnTo>
                <a:lnTo>
                  <a:pt x="285750" y="1704975"/>
                </a:lnTo>
                <a:lnTo>
                  <a:pt x="285750" y="1714500"/>
                </a:lnTo>
                <a:lnTo>
                  <a:pt x="295275" y="1714500"/>
                </a:lnTo>
                <a:lnTo>
                  <a:pt x="295275" y="1724025"/>
                </a:lnTo>
                <a:lnTo>
                  <a:pt x="304800" y="1724025"/>
                </a:lnTo>
                <a:lnTo>
                  <a:pt x="304800" y="1733550"/>
                </a:lnTo>
                <a:lnTo>
                  <a:pt x="314325" y="1733550"/>
                </a:lnTo>
                <a:lnTo>
                  <a:pt x="314325" y="1743075"/>
                </a:lnTo>
                <a:lnTo>
                  <a:pt x="323850" y="1743075"/>
                </a:lnTo>
                <a:lnTo>
                  <a:pt x="323850" y="1752600"/>
                </a:lnTo>
                <a:lnTo>
                  <a:pt x="333375" y="1752600"/>
                </a:lnTo>
                <a:lnTo>
                  <a:pt x="333375" y="1762125"/>
                </a:lnTo>
                <a:lnTo>
                  <a:pt x="342900" y="1762125"/>
                </a:lnTo>
                <a:lnTo>
                  <a:pt x="342900" y="1771650"/>
                </a:lnTo>
                <a:lnTo>
                  <a:pt x="361950" y="1771650"/>
                </a:lnTo>
                <a:lnTo>
                  <a:pt x="361950" y="1781175"/>
                </a:lnTo>
                <a:lnTo>
                  <a:pt x="371475" y="1781175"/>
                </a:lnTo>
                <a:lnTo>
                  <a:pt x="371475" y="1790700"/>
                </a:lnTo>
                <a:lnTo>
                  <a:pt x="390525" y="1790700"/>
                </a:lnTo>
                <a:lnTo>
                  <a:pt x="390525" y="1800225"/>
                </a:lnTo>
                <a:lnTo>
                  <a:pt x="400050" y="1800225"/>
                </a:lnTo>
                <a:lnTo>
                  <a:pt x="400050" y="1809750"/>
                </a:lnTo>
                <a:lnTo>
                  <a:pt x="409575" y="1809750"/>
                </a:lnTo>
                <a:lnTo>
                  <a:pt x="409575" y="1819275"/>
                </a:lnTo>
                <a:lnTo>
                  <a:pt x="428625" y="1819275"/>
                </a:lnTo>
                <a:lnTo>
                  <a:pt x="428625" y="1828800"/>
                </a:lnTo>
                <a:lnTo>
                  <a:pt x="438150" y="1828800"/>
                </a:lnTo>
                <a:lnTo>
                  <a:pt x="438150" y="1838325"/>
                </a:lnTo>
                <a:lnTo>
                  <a:pt x="457200" y="1838325"/>
                </a:lnTo>
                <a:lnTo>
                  <a:pt x="457200" y="1819275"/>
                </a:lnTo>
                <a:lnTo>
                  <a:pt x="466725" y="1819275"/>
                </a:lnTo>
                <a:lnTo>
                  <a:pt x="466725" y="1762125"/>
                </a:lnTo>
                <a:lnTo>
                  <a:pt x="476250" y="1762125"/>
                </a:lnTo>
                <a:lnTo>
                  <a:pt x="476250" y="1743075"/>
                </a:lnTo>
                <a:lnTo>
                  <a:pt x="485775" y="1743075"/>
                </a:lnTo>
                <a:lnTo>
                  <a:pt x="485775" y="1733550"/>
                </a:lnTo>
                <a:lnTo>
                  <a:pt x="495300" y="1733550"/>
                </a:lnTo>
                <a:lnTo>
                  <a:pt x="495300" y="1724025"/>
                </a:lnTo>
                <a:lnTo>
                  <a:pt x="533400" y="1724025"/>
                </a:lnTo>
                <a:lnTo>
                  <a:pt x="533400" y="1733550"/>
                </a:lnTo>
                <a:lnTo>
                  <a:pt x="542925" y="1733550"/>
                </a:lnTo>
                <a:lnTo>
                  <a:pt x="542925" y="1752600"/>
                </a:lnTo>
                <a:lnTo>
                  <a:pt x="552450" y="1752600"/>
                </a:lnTo>
                <a:lnTo>
                  <a:pt x="552450" y="1800225"/>
                </a:lnTo>
                <a:lnTo>
                  <a:pt x="542925" y="1800225"/>
                </a:lnTo>
                <a:lnTo>
                  <a:pt x="542925" y="1857375"/>
                </a:lnTo>
                <a:lnTo>
                  <a:pt x="533400" y="1857375"/>
                </a:lnTo>
                <a:lnTo>
                  <a:pt x="533400" y="1876425"/>
                </a:lnTo>
                <a:lnTo>
                  <a:pt x="542925" y="1876425"/>
                </a:lnTo>
                <a:lnTo>
                  <a:pt x="542925" y="1885950"/>
                </a:lnTo>
                <a:lnTo>
                  <a:pt x="552450" y="1885950"/>
                </a:lnTo>
                <a:lnTo>
                  <a:pt x="552450" y="1895475"/>
                </a:lnTo>
                <a:lnTo>
                  <a:pt x="581025" y="1895475"/>
                </a:lnTo>
                <a:lnTo>
                  <a:pt x="581025" y="1905000"/>
                </a:lnTo>
                <a:lnTo>
                  <a:pt x="590550" y="1905000"/>
                </a:lnTo>
                <a:lnTo>
                  <a:pt x="590550" y="1914525"/>
                </a:lnTo>
                <a:lnTo>
                  <a:pt x="628650" y="1914525"/>
                </a:lnTo>
                <a:lnTo>
                  <a:pt x="628650" y="1924050"/>
                </a:lnTo>
                <a:lnTo>
                  <a:pt x="657225" y="1924050"/>
                </a:lnTo>
                <a:lnTo>
                  <a:pt x="657225" y="1933575"/>
                </a:lnTo>
                <a:lnTo>
                  <a:pt x="704850" y="1933575"/>
                </a:lnTo>
                <a:lnTo>
                  <a:pt x="704850" y="1943100"/>
                </a:lnTo>
                <a:lnTo>
                  <a:pt x="723900" y="1943100"/>
                </a:lnTo>
                <a:lnTo>
                  <a:pt x="723900" y="1952625"/>
                </a:lnTo>
                <a:lnTo>
                  <a:pt x="752475" y="1952625"/>
                </a:lnTo>
                <a:lnTo>
                  <a:pt x="752475" y="1962150"/>
                </a:lnTo>
                <a:lnTo>
                  <a:pt x="809625" y="1962150"/>
                </a:lnTo>
                <a:lnTo>
                  <a:pt x="809625" y="1971675"/>
                </a:lnTo>
                <a:lnTo>
                  <a:pt x="819150" y="1971675"/>
                </a:lnTo>
                <a:lnTo>
                  <a:pt x="819150" y="1962150"/>
                </a:lnTo>
                <a:lnTo>
                  <a:pt x="857250" y="1962150"/>
                </a:lnTo>
                <a:lnTo>
                  <a:pt x="857250" y="1971675"/>
                </a:lnTo>
                <a:lnTo>
                  <a:pt x="866775" y="1971675"/>
                </a:lnTo>
                <a:lnTo>
                  <a:pt x="866775" y="1962150"/>
                </a:lnTo>
                <a:lnTo>
                  <a:pt x="904875" y="1962150"/>
                </a:lnTo>
                <a:lnTo>
                  <a:pt x="904875" y="1971675"/>
                </a:lnTo>
                <a:lnTo>
                  <a:pt x="933450" y="1971675"/>
                </a:lnTo>
                <a:lnTo>
                  <a:pt x="933450" y="1981200"/>
                </a:lnTo>
                <a:lnTo>
                  <a:pt x="962025" y="1981200"/>
                </a:lnTo>
                <a:lnTo>
                  <a:pt x="962025" y="1971675"/>
                </a:lnTo>
                <a:lnTo>
                  <a:pt x="1028700" y="1971675"/>
                </a:lnTo>
                <a:lnTo>
                  <a:pt x="1028700" y="1962150"/>
                </a:lnTo>
                <a:lnTo>
                  <a:pt x="1038225" y="1962150"/>
                </a:lnTo>
                <a:lnTo>
                  <a:pt x="1038225" y="1971675"/>
                </a:lnTo>
                <a:lnTo>
                  <a:pt x="1047750" y="1971675"/>
                </a:lnTo>
                <a:lnTo>
                  <a:pt x="1047750" y="1962150"/>
                </a:lnTo>
                <a:lnTo>
                  <a:pt x="1114425" y="1962150"/>
                </a:lnTo>
                <a:lnTo>
                  <a:pt x="1114425" y="1952625"/>
                </a:lnTo>
                <a:lnTo>
                  <a:pt x="1143000" y="1952625"/>
                </a:lnTo>
                <a:lnTo>
                  <a:pt x="1143000" y="1943100"/>
                </a:lnTo>
                <a:lnTo>
                  <a:pt x="1200150" y="1943100"/>
                </a:lnTo>
                <a:lnTo>
                  <a:pt x="1200150" y="1933575"/>
                </a:lnTo>
                <a:lnTo>
                  <a:pt x="1228725" y="1933575"/>
                </a:lnTo>
                <a:lnTo>
                  <a:pt x="1228725" y="1924050"/>
                </a:lnTo>
                <a:lnTo>
                  <a:pt x="1247775" y="1924050"/>
                </a:lnTo>
                <a:lnTo>
                  <a:pt x="1247775" y="1914525"/>
                </a:lnTo>
                <a:lnTo>
                  <a:pt x="1276350" y="1914525"/>
                </a:lnTo>
                <a:lnTo>
                  <a:pt x="1276350" y="1905000"/>
                </a:lnTo>
                <a:lnTo>
                  <a:pt x="1304925" y="1905000"/>
                </a:lnTo>
                <a:lnTo>
                  <a:pt x="1304925" y="1895475"/>
                </a:lnTo>
                <a:lnTo>
                  <a:pt x="1314450" y="1895475"/>
                </a:lnTo>
                <a:lnTo>
                  <a:pt x="1314450" y="1885950"/>
                </a:lnTo>
                <a:lnTo>
                  <a:pt x="1323975" y="1885950"/>
                </a:lnTo>
                <a:lnTo>
                  <a:pt x="1323975" y="1876425"/>
                </a:lnTo>
                <a:lnTo>
                  <a:pt x="1333500" y="1876425"/>
                </a:lnTo>
                <a:lnTo>
                  <a:pt x="1333500" y="1866900"/>
                </a:lnTo>
                <a:lnTo>
                  <a:pt x="1323975" y="1866900"/>
                </a:lnTo>
                <a:lnTo>
                  <a:pt x="1323975" y="1828800"/>
                </a:lnTo>
                <a:lnTo>
                  <a:pt x="1333500" y="1828800"/>
                </a:lnTo>
                <a:lnTo>
                  <a:pt x="1333500" y="1809750"/>
                </a:lnTo>
                <a:lnTo>
                  <a:pt x="1323975" y="1809750"/>
                </a:lnTo>
                <a:lnTo>
                  <a:pt x="1323975" y="1752600"/>
                </a:lnTo>
                <a:lnTo>
                  <a:pt x="1333500" y="1752600"/>
                </a:lnTo>
                <a:lnTo>
                  <a:pt x="1333500" y="1733550"/>
                </a:lnTo>
                <a:lnTo>
                  <a:pt x="1343025" y="1733550"/>
                </a:lnTo>
                <a:lnTo>
                  <a:pt x="1343025" y="1724025"/>
                </a:lnTo>
                <a:lnTo>
                  <a:pt x="1352550" y="1724025"/>
                </a:lnTo>
                <a:lnTo>
                  <a:pt x="1352550" y="1714500"/>
                </a:lnTo>
                <a:lnTo>
                  <a:pt x="1390650" y="1714500"/>
                </a:lnTo>
                <a:lnTo>
                  <a:pt x="1390650" y="1724025"/>
                </a:lnTo>
                <a:lnTo>
                  <a:pt x="1400175" y="1724025"/>
                </a:lnTo>
                <a:lnTo>
                  <a:pt x="1400175" y="1762125"/>
                </a:lnTo>
                <a:lnTo>
                  <a:pt x="1409700" y="1762125"/>
                </a:lnTo>
                <a:lnTo>
                  <a:pt x="1409700" y="1838325"/>
                </a:lnTo>
                <a:lnTo>
                  <a:pt x="1438275" y="1838325"/>
                </a:lnTo>
                <a:lnTo>
                  <a:pt x="1438275" y="1828800"/>
                </a:lnTo>
                <a:lnTo>
                  <a:pt x="1457325" y="1828800"/>
                </a:lnTo>
                <a:lnTo>
                  <a:pt x="1457325" y="1819275"/>
                </a:lnTo>
                <a:lnTo>
                  <a:pt x="1476375" y="1819275"/>
                </a:lnTo>
                <a:lnTo>
                  <a:pt x="1476375" y="1800225"/>
                </a:lnTo>
                <a:lnTo>
                  <a:pt x="1495425" y="1800225"/>
                </a:lnTo>
                <a:lnTo>
                  <a:pt x="1495425" y="1790700"/>
                </a:lnTo>
                <a:lnTo>
                  <a:pt x="1504950" y="1790700"/>
                </a:lnTo>
                <a:lnTo>
                  <a:pt x="1504950" y="1781175"/>
                </a:lnTo>
                <a:lnTo>
                  <a:pt x="1514475" y="1781175"/>
                </a:lnTo>
                <a:lnTo>
                  <a:pt x="1514475" y="1771650"/>
                </a:lnTo>
                <a:lnTo>
                  <a:pt x="1533525" y="1771650"/>
                </a:lnTo>
                <a:lnTo>
                  <a:pt x="1533525" y="1762125"/>
                </a:lnTo>
                <a:lnTo>
                  <a:pt x="1543050" y="1762125"/>
                </a:lnTo>
                <a:lnTo>
                  <a:pt x="1543050" y="1752600"/>
                </a:lnTo>
                <a:lnTo>
                  <a:pt x="1552575" y="1752600"/>
                </a:lnTo>
                <a:lnTo>
                  <a:pt x="1552575" y="1743075"/>
                </a:lnTo>
                <a:lnTo>
                  <a:pt x="1562100" y="1743075"/>
                </a:lnTo>
                <a:lnTo>
                  <a:pt x="1562100" y="1733550"/>
                </a:lnTo>
                <a:lnTo>
                  <a:pt x="1571625" y="1733550"/>
                </a:lnTo>
                <a:lnTo>
                  <a:pt x="1571625" y="1724025"/>
                </a:lnTo>
                <a:lnTo>
                  <a:pt x="1581150" y="1724025"/>
                </a:lnTo>
                <a:lnTo>
                  <a:pt x="1581150" y="1714500"/>
                </a:lnTo>
                <a:lnTo>
                  <a:pt x="1590675" y="1714500"/>
                </a:lnTo>
                <a:lnTo>
                  <a:pt x="1590675" y="1704975"/>
                </a:lnTo>
                <a:lnTo>
                  <a:pt x="1600200" y="1704975"/>
                </a:lnTo>
                <a:lnTo>
                  <a:pt x="1600200" y="1666875"/>
                </a:lnTo>
                <a:lnTo>
                  <a:pt x="1590675" y="1666875"/>
                </a:lnTo>
                <a:lnTo>
                  <a:pt x="1590675" y="1638300"/>
                </a:lnTo>
                <a:lnTo>
                  <a:pt x="1581150" y="1638300"/>
                </a:lnTo>
                <a:lnTo>
                  <a:pt x="1581150" y="1619250"/>
                </a:lnTo>
                <a:lnTo>
                  <a:pt x="1571625" y="1619250"/>
                </a:lnTo>
                <a:lnTo>
                  <a:pt x="1571625" y="1600200"/>
                </a:lnTo>
                <a:lnTo>
                  <a:pt x="1562100" y="1600200"/>
                </a:lnTo>
                <a:lnTo>
                  <a:pt x="1562100" y="1581150"/>
                </a:lnTo>
                <a:lnTo>
                  <a:pt x="1552575" y="1581150"/>
                </a:lnTo>
                <a:lnTo>
                  <a:pt x="1552575" y="1562100"/>
                </a:lnTo>
                <a:lnTo>
                  <a:pt x="1543050" y="1562100"/>
                </a:lnTo>
                <a:lnTo>
                  <a:pt x="1543050" y="1552575"/>
                </a:lnTo>
                <a:lnTo>
                  <a:pt x="1533525" y="1552575"/>
                </a:lnTo>
                <a:close/>
                <a:moveTo>
                  <a:pt x="323850" y="1543050"/>
                </a:moveTo>
                <a:lnTo>
                  <a:pt x="333375" y="1543050"/>
                </a:lnTo>
                <a:lnTo>
                  <a:pt x="333375" y="1562100"/>
                </a:lnTo>
                <a:lnTo>
                  <a:pt x="323850" y="1562100"/>
                </a:lnTo>
                <a:lnTo>
                  <a:pt x="323850" y="1581150"/>
                </a:lnTo>
                <a:lnTo>
                  <a:pt x="314325" y="1581150"/>
                </a:lnTo>
                <a:lnTo>
                  <a:pt x="314325" y="1600200"/>
                </a:lnTo>
                <a:lnTo>
                  <a:pt x="304800" y="1600200"/>
                </a:lnTo>
                <a:lnTo>
                  <a:pt x="304800" y="1619250"/>
                </a:lnTo>
                <a:lnTo>
                  <a:pt x="295275" y="1619250"/>
                </a:lnTo>
                <a:lnTo>
                  <a:pt x="295275" y="1647825"/>
                </a:lnTo>
                <a:lnTo>
                  <a:pt x="285750" y="1647825"/>
                </a:lnTo>
                <a:lnTo>
                  <a:pt x="285750" y="1657350"/>
                </a:lnTo>
                <a:lnTo>
                  <a:pt x="276225" y="1657350"/>
                </a:lnTo>
                <a:lnTo>
                  <a:pt x="276225" y="1628775"/>
                </a:lnTo>
                <a:lnTo>
                  <a:pt x="285750" y="1628775"/>
                </a:lnTo>
                <a:lnTo>
                  <a:pt x="285750" y="1609725"/>
                </a:lnTo>
                <a:lnTo>
                  <a:pt x="295275" y="1609725"/>
                </a:lnTo>
                <a:lnTo>
                  <a:pt x="295275" y="1590675"/>
                </a:lnTo>
                <a:lnTo>
                  <a:pt x="304800" y="1590675"/>
                </a:lnTo>
                <a:lnTo>
                  <a:pt x="304800" y="1571625"/>
                </a:lnTo>
                <a:lnTo>
                  <a:pt x="314325" y="1571625"/>
                </a:lnTo>
                <a:lnTo>
                  <a:pt x="314325" y="1552575"/>
                </a:lnTo>
                <a:lnTo>
                  <a:pt x="323850" y="1552575"/>
                </a:lnTo>
                <a:close/>
                <a:moveTo>
                  <a:pt x="247650" y="1695450"/>
                </a:moveTo>
                <a:lnTo>
                  <a:pt x="257175" y="1695450"/>
                </a:lnTo>
                <a:lnTo>
                  <a:pt x="257175" y="1704975"/>
                </a:lnTo>
                <a:lnTo>
                  <a:pt x="247650" y="1704975"/>
                </a:lnTo>
                <a:close/>
                <a:moveTo>
                  <a:pt x="981075" y="1695450"/>
                </a:moveTo>
                <a:lnTo>
                  <a:pt x="990600" y="1695450"/>
                </a:lnTo>
                <a:lnTo>
                  <a:pt x="990600" y="1704975"/>
                </a:lnTo>
                <a:lnTo>
                  <a:pt x="1000125" y="1704975"/>
                </a:lnTo>
                <a:lnTo>
                  <a:pt x="1000125" y="1714500"/>
                </a:lnTo>
                <a:lnTo>
                  <a:pt x="1019175" y="1714500"/>
                </a:lnTo>
                <a:lnTo>
                  <a:pt x="1019175" y="1704975"/>
                </a:lnTo>
                <a:lnTo>
                  <a:pt x="1028700" y="1704975"/>
                </a:lnTo>
                <a:lnTo>
                  <a:pt x="1028700" y="1695450"/>
                </a:lnTo>
                <a:lnTo>
                  <a:pt x="1038225" y="1695450"/>
                </a:lnTo>
                <a:lnTo>
                  <a:pt x="1038225" y="1666875"/>
                </a:lnTo>
                <a:lnTo>
                  <a:pt x="1028700" y="1666875"/>
                </a:lnTo>
                <a:lnTo>
                  <a:pt x="1028700" y="1657350"/>
                </a:lnTo>
                <a:lnTo>
                  <a:pt x="1019175" y="1657350"/>
                </a:lnTo>
                <a:lnTo>
                  <a:pt x="1019175" y="1647825"/>
                </a:lnTo>
                <a:lnTo>
                  <a:pt x="1000125" y="1647825"/>
                </a:lnTo>
                <a:lnTo>
                  <a:pt x="1000125" y="1657350"/>
                </a:lnTo>
                <a:lnTo>
                  <a:pt x="990600" y="1657350"/>
                </a:lnTo>
                <a:lnTo>
                  <a:pt x="990600" y="1666875"/>
                </a:lnTo>
                <a:lnTo>
                  <a:pt x="981075" y="1666875"/>
                </a:lnTo>
                <a:close/>
              </a:path>
            </a:pathLst>
          </a:custGeom>
          <a:solidFill xmlns:a="http://schemas.openxmlformats.org/drawingml/2006/main">
            <a:srgbClr val="3D67A4"/>
          </a:solidFill>
          <a:ln xmlns:a="http://schemas.openxmlformats.org/drawingml/2006/main" w="0">
            <a:noFill/>
          </a:ln>
        </p:spPr>
      </p:sp>
      <p:sp>
        <p:nvSpPr>
          <p:cNvPr id="69" name="juan vector #4c5b83">
            <a:extLst xmlns:a="http://schemas.openxmlformats.org/drawingml/2006/main">
              <a:ext uri="{FF2B5EF4-FFF2-40B4-BE49-F238E27FC236}">
                <a16:creationId xmlns:a16="http://schemas.microsoft.com/office/drawing/2014/main" id="{C802BC95-4BD9-4C3E-AF69-883294F83F3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48900" y="2552700"/>
            <a:ext cx="2085975" cy="2085975"/>
          </a:xfrm>
          <a:custGeom xmlns:a="http://schemas.openxmlformats.org/drawingml/2006/main">
            <a:pathLst>
              <a:path w="2085975" h="2085975">
                <a:moveTo>
                  <a:pt x="1714500" y="142875"/>
                </a:moveTo>
                <a:lnTo>
                  <a:pt x="1771650" y="142875"/>
                </a:lnTo>
                <a:lnTo>
                  <a:pt x="1771650" y="152400"/>
                </a:lnTo>
                <a:lnTo>
                  <a:pt x="1781175" y="152400"/>
                </a:lnTo>
                <a:lnTo>
                  <a:pt x="1781175" y="161925"/>
                </a:lnTo>
                <a:lnTo>
                  <a:pt x="1790700" y="161925"/>
                </a:lnTo>
                <a:lnTo>
                  <a:pt x="1790700" y="171450"/>
                </a:lnTo>
                <a:lnTo>
                  <a:pt x="1762125" y="171450"/>
                </a:lnTo>
                <a:lnTo>
                  <a:pt x="1762125" y="161925"/>
                </a:lnTo>
                <a:lnTo>
                  <a:pt x="1724025" y="161925"/>
                </a:lnTo>
                <a:lnTo>
                  <a:pt x="1724025" y="171450"/>
                </a:lnTo>
                <a:lnTo>
                  <a:pt x="1714500" y="171450"/>
                </a:lnTo>
                <a:lnTo>
                  <a:pt x="1714500" y="180975"/>
                </a:lnTo>
                <a:lnTo>
                  <a:pt x="1704975" y="180975"/>
                </a:lnTo>
                <a:lnTo>
                  <a:pt x="1704975" y="247650"/>
                </a:lnTo>
                <a:lnTo>
                  <a:pt x="1714500" y="247650"/>
                </a:lnTo>
                <a:lnTo>
                  <a:pt x="1714500" y="257175"/>
                </a:lnTo>
                <a:lnTo>
                  <a:pt x="1724025" y="257175"/>
                </a:lnTo>
                <a:lnTo>
                  <a:pt x="1724025" y="266700"/>
                </a:lnTo>
                <a:lnTo>
                  <a:pt x="1762125" y="266700"/>
                </a:lnTo>
                <a:lnTo>
                  <a:pt x="1762125" y="257175"/>
                </a:lnTo>
                <a:lnTo>
                  <a:pt x="1771650" y="257175"/>
                </a:lnTo>
                <a:lnTo>
                  <a:pt x="1771650" y="247650"/>
                </a:lnTo>
                <a:lnTo>
                  <a:pt x="1781175" y="247650"/>
                </a:lnTo>
                <a:lnTo>
                  <a:pt x="1781175" y="257175"/>
                </a:lnTo>
                <a:lnTo>
                  <a:pt x="1790700" y="257175"/>
                </a:lnTo>
                <a:lnTo>
                  <a:pt x="1790700" y="266700"/>
                </a:lnTo>
                <a:lnTo>
                  <a:pt x="1781175" y="266700"/>
                </a:lnTo>
                <a:lnTo>
                  <a:pt x="1781175" y="276225"/>
                </a:lnTo>
                <a:lnTo>
                  <a:pt x="1762125" y="276225"/>
                </a:lnTo>
                <a:lnTo>
                  <a:pt x="1762125" y="285750"/>
                </a:lnTo>
                <a:lnTo>
                  <a:pt x="1724025" y="285750"/>
                </a:lnTo>
                <a:lnTo>
                  <a:pt x="1724025" y="276225"/>
                </a:lnTo>
                <a:lnTo>
                  <a:pt x="1704975" y="276225"/>
                </a:lnTo>
                <a:lnTo>
                  <a:pt x="1704975" y="266700"/>
                </a:lnTo>
                <a:lnTo>
                  <a:pt x="1695450" y="266700"/>
                </a:lnTo>
                <a:lnTo>
                  <a:pt x="1695450" y="247650"/>
                </a:lnTo>
                <a:lnTo>
                  <a:pt x="1685925" y="247650"/>
                </a:lnTo>
                <a:lnTo>
                  <a:pt x="1685925" y="180975"/>
                </a:lnTo>
                <a:lnTo>
                  <a:pt x="1695450" y="180975"/>
                </a:lnTo>
                <a:lnTo>
                  <a:pt x="1695450" y="161925"/>
                </a:lnTo>
                <a:lnTo>
                  <a:pt x="1704975" y="161925"/>
                </a:lnTo>
                <a:lnTo>
                  <a:pt x="1704975" y="152400"/>
                </a:lnTo>
                <a:lnTo>
                  <a:pt x="1714500" y="152400"/>
                </a:lnTo>
                <a:close/>
                <a:moveTo>
                  <a:pt x="1962150" y="142875"/>
                </a:moveTo>
                <a:lnTo>
                  <a:pt x="1971675" y="142875"/>
                </a:lnTo>
                <a:lnTo>
                  <a:pt x="1971675" y="152400"/>
                </a:lnTo>
                <a:lnTo>
                  <a:pt x="1962150" y="152400"/>
                </a:lnTo>
                <a:close/>
                <a:moveTo>
                  <a:pt x="95250" y="180975"/>
                </a:moveTo>
                <a:lnTo>
                  <a:pt x="114300" y="180975"/>
                </a:lnTo>
                <a:lnTo>
                  <a:pt x="114300" y="200025"/>
                </a:lnTo>
                <a:lnTo>
                  <a:pt x="104775" y="200025"/>
                </a:lnTo>
                <a:lnTo>
                  <a:pt x="104775" y="209550"/>
                </a:lnTo>
                <a:lnTo>
                  <a:pt x="114300" y="209550"/>
                </a:lnTo>
                <a:lnTo>
                  <a:pt x="114300" y="219075"/>
                </a:lnTo>
                <a:lnTo>
                  <a:pt x="123825" y="219075"/>
                </a:lnTo>
                <a:lnTo>
                  <a:pt x="123825" y="228600"/>
                </a:lnTo>
                <a:lnTo>
                  <a:pt x="142875" y="228600"/>
                </a:lnTo>
                <a:lnTo>
                  <a:pt x="142875" y="238125"/>
                </a:lnTo>
                <a:lnTo>
                  <a:pt x="152400" y="238125"/>
                </a:lnTo>
                <a:lnTo>
                  <a:pt x="152400" y="247650"/>
                </a:lnTo>
                <a:lnTo>
                  <a:pt x="161925" y="247650"/>
                </a:lnTo>
                <a:lnTo>
                  <a:pt x="161925" y="266700"/>
                </a:lnTo>
                <a:lnTo>
                  <a:pt x="152400" y="266700"/>
                </a:lnTo>
                <a:lnTo>
                  <a:pt x="152400" y="276225"/>
                </a:lnTo>
                <a:lnTo>
                  <a:pt x="142875" y="276225"/>
                </a:lnTo>
                <a:lnTo>
                  <a:pt x="142875" y="285750"/>
                </a:lnTo>
                <a:lnTo>
                  <a:pt x="104775" y="285750"/>
                </a:lnTo>
                <a:lnTo>
                  <a:pt x="104775" y="276225"/>
                </a:lnTo>
                <a:lnTo>
                  <a:pt x="95250" y="276225"/>
                </a:lnTo>
                <a:lnTo>
                  <a:pt x="95250" y="266700"/>
                </a:lnTo>
                <a:lnTo>
                  <a:pt x="133350" y="266700"/>
                </a:lnTo>
                <a:lnTo>
                  <a:pt x="133350" y="257175"/>
                </a:lnTo>
                <a:lnTo>
                  <a:pt x="142875" y="257175"/>
                </a:lnTo>
                <a:lnTo>
                  <a:pt x="142875" y="247650"/>
                </a:lnTo>
                <a:lnTo>
                  <a:pt x="133350" y="247650"/>
                </a:lnTo>
                <a:lnTo>
                  <a:pt x="133350" y="238125"/>
                </a:lnTo>
                <a:lnTo>
                  <a:pt x="95250" y="238125"/>
                </a:lnTo>
                <a:lnTo>
                  <a:pt x="95250" y="228600"/>
                </a:lnTo>
                <a:lnTo>
                  <a:pt x="85725" y="228600"/>
                </a:lnTo>
                <a:lnTo>
                  <a:pt x="85725" y="190500"/>
                </a:lnTo>
                <a:lnTo>
                  <a:pt x="95250" y="190500"/>
                </a:lnTo>
                <a:close/>
                <a:moveTo>
                  <a:pt x="228600" y="180975"/>
                </a:moveTo>
                <a:lnTo>
                  <a:pt x="247650" y="180975"/>
                </a:lnTo>
                <a:lnTo>
                  <a:pt x="247650" y="190500"/>
                </a:lnTo>
                <a:lnTo>
                  <a:pt x="257175" y="190500"/>
                </a:lnTo>
                <a:lnTo>
                  <a:pt x="257175" y="200025"/>
                </a:lnTo>
                <a:lnTo>
                  <a:pt x="266700" y="200025"/>
                </a:lnTo>
                <a:lnTo>
                  <a:pt x="266700" y="228600"/>
                </a:lnTo>
                <a:lnTo>
                  <a:pt x="257175" y="228600"/>
                </a:lnTo>
                <a:lnTo>
                  <a:pt x="257175" y="238125"/>
                </a:lnTo>
                <a:lnTo>
                  <a:pt x="200025" y="238125"/>
                </a:lnTo>
                <a:lnTo>
                  <a:pt x="200025" y="257175"/>
                </a:lnTo>
                <a:lnTo>
                  <a:pt x="209550" y="257175"/>
                </a:lnTo>
                <a:lnTo>
                  <a:pt x="209550" y="266700"/>
                </a:lnTo>
                <a:lnTo>
                  <a:pt x="238125" y="266700"/>
                </a:lnTo>
                <a:lnTo>
                  <a:pt x="238125" y="257175"/>
                </a:lnTo>
                <a:lnTo>
                  <a:pt x="247650" y="257175"/>
                </a:lnTo>
                <a:lnTo>
                  <a:pt x="247650" y="276225"/>
                </a:lnTo>
                <a:lnTo>
                  <a:pt x="238125" y="276225"/>
                </a:lnTo>
                <a:lnTo>
                  <a:pt x="238125" y="285750"/>
                </a:lnTo>
                <a:lnTo>
                  <a:pt x="209550" y="285750"/>
                </a:lnTo>
                <a:lnTo>
                  <a:pt x="209550" y="276225"/>
                </a:lnTo>
                <a:lnTo>
                  <a:pt x="200025" y="276225"/>
                </a:lnTo>
                <a:lnTo>
                  <a:pt x="200025" y="266700"/>
                </a:lnTo>
                <a:lnTo>
                  <a:pt x="180975" y="266700"/>
                </a:lnTo>
                <a:lnTo>
                  <a:pt x="180975" y="209550"/>
                </a:lnTo>
                <a:lnTo>
                  <a:pt x="190500" y="209550"/>
                </a:lnTo>
                <a:lnTo>
                  <a:pt x="190500" y="190500"/>
                </a:lnTo>
                <a:lnTo>
                  <a:pt x="209550" y="190500"/>
                </a:lnTo>
                <a:lnTo>
                  <a:pt x="209550" y="200025"/>
                </a:lnTo>
                <a:lnTo>
                  <a:pt x="200025" y="200025"/>
                </a:lnTo>
                <a:lnTo>
                  <a:pt x="200025" y="219075"/>
                </a:lnTo>
                <a:lnTo>
                  <a:pt x="238125" y="219075"/>
                </a:lnTo>
                <a:lnTo>
                  <a:pt x="238125" y="200025"/>
                </a:lnTo>
                <a:lnTo>
                  <a:pt x="228600" y="200025"/>
                </a:lnTo>
                <a:close/>
                <a:moveTo>
                  <a:pt x="1628775" y="180975"/>
                </a:moveTo>
                <a:lnTo>
                  <a:pt x="1638300" y="180975"/>
                </a:lnTo>
                <a:lnTo>
                  <a:pt x="1638300" y="200025"/>
                </a:lnTo>
                <a:lnTo>
                  <a:pt x="1628775" y="200025"/>
                </a:lnTo>
                <a:close/>
                <a:moveTo>
                  <a:pt x="2038350" y="180975"/>
                </a:moveTo>
                <a:lnTo>
                  <a:pt x="2047875" y="180975"/>
                </a:lnTo>
                <a:lnTo>
                  <a:pt x="2047875" y="190500"/>
                </a:lnTo>
                <a:lnTo>
                  <a:pt x="2057400" y="190500"/>
                </a:lnTo>
                <a:lnTo>
                  <a:pt x="2057400" y="200025"/>
                </a:lnTo>
                <a:lnTo>
                  <a:pt x="2047875" y="200025"/>
                </a:lnTo>
                <a:lnTo>
                  <a:pt x="2047875" y="276225"/>
                </a:lnTo>
                <a:lnTo>
                  <a:pt x="2028825" y="276225"/>
                </a:lnTo>
                <a:lnTo>
                  <a:pt x="2028825" y="190500"/>
                </a:lnTo>
                <a:lnTo>
                  <a:pt x="2038350" y="190500"/>
                </a:lnTo>
                <a:close/>
                <a:moveTo>
                  <a:pt x="2076450" y="180975"/>
                </a:moveTo>
                <a:lnTo>
                  <a:pt x="2085975" y="180975"/>
                </a:lnTo>
                <a:lnTo>
                  <a:pt x="2085975" y="200025"/>
                </a:lnTo>
                <a:lnTo>
                  <a:pt x="2076450" y="200025"/>
                </a:lnTo>
                <a:close/>
                <a:moveTo>
                  <a:pt x="1809750" y="190500"/>
                </a:moveTo>
                <a:lnTo>
                  <a:pt x="1828800" y="190500"/>
                </a:lnTo>
                <a:lnTo>
                  <a:pt x="1828800" y="257175"/>
                </a:lnTo>
                <a:lnTo>
                  <a:pt x="1838325" y="257175"/>
                </a:lnTo>
                <a:lnTo>
                  <a:pt x="1838325" y="266700"/>
                </a:lnTo>
                <a:lnTo>
                  <a:pt x="1866900" y="266700"/>
                </a:lnTo>
                <a:lnTo>
                  <a:pt x="1866900" y="257175"/>
                </a:lnTo>
                <a:lnTo>
                  <a:pt x="1876425" y="257175"/>
                </a:lnTo>
                <a:lnTo>
                  <a:pt x="1876425" y="190500"/>
                </a:lnTo>
                <a:lnTo>
                  <a:pt x="1895475" y="190500"/>
                </a:lnTo>
                <a:lnTo>
                  <a:pt x="1895475" y="276225"/>
                </a:lnTo>
                <a:lnTo>
                  <a:pt x="1876425" y="276225"/>
                </a:lnTo>
                <a:lnTo>
                  <a:pt x="1876425" y="285750"/>
                </a:lnTo>
                <a:lnTo>
                  <a:pt x="1828800" y="285750"/>
                </a:lnTo>
                <a:lnTo>
                  <a:pt x="1828800" y="276225"/>
                </a:lnTo>
                <a:lnTo>
                  <a:pt x="1819275" y="276225"/>
                </a:lnTo>
                <a:lnTo>
                  <a:pt x="1819275" y="266700"/>
                </a:lnTo>
                <a:lnTo>
                  <a:pt x="1809750" y="266700"/>
                </a:lnTo>
                <a:close/>
                <a:moveTo>
                  <a:pt x="1933575" y="190500"/>
                </a:moveTo>
                <a:lnTo>
                  <a:pt x="1943100" y="190500"/>
                </a:lnTo>
                <a:lnTo>
                  <a:pt x="1943100" y="200025"/>
                </a:lnTo>
                <a:lnTo>
                  <a:pt x="1933575" y="200025"/>
                </a:lnTo>
                <a:close/>
                <a:moveTo>
                  <a:pt x="1971675" y="190500"/>
                </a:moveTo>
                <a:lnTo>
                  <a:pt x="1990725" y="190500"/>
                </a:lnTo>
                <a:lnTo>
                  <a:pt x="1990725" y="200025"/>
                </a:lnTo>
                <a:lnTo>
                  <a:pt x="2000250" y="200025"/>
                </a:lnTo>
                <a:lnTo>
                  <a:pt x="2000250" y="266700"/>
                </a:lnTo>
                <a:lnTo>
                  <a:pt x="2009775" y="266700"/>
                </a:lnTo>
                <a:lnTo>
                  <a:pt x="2009775" y="276225"/>
                </a:lnTo>
                <a:lnTo>
                  <a:pt x="2000250" y="276225"/>
                </a:lnTo>
                <a:lnTo>
                  <a:pt x="2000250" y="285750"/>
                </a:lnTo>
                <a:lnTo>
                  <a:pt x="1990725" y="285750"/>
                </a:lnTo>
                <a:lnTo>
                  <a:pt x="1990725" y="276225"/>
                </a:lnTo>
                <a:lnTo>
                  <a:pt x="1971675" y="276225"/>
                </a:lnTo>
                <a:lnTo>
                  <a:pt x="1971675" y="285750"/>
                </a:lnTo>
                <a:lnTo>
                  <a:pt x="1933575" y="285750"/>
                </a:lnTo>
                <a:lnTo>
                  <a:pt x="1933575" y="276225"/>
                </a:lnTo>
                <a:lnTo>
                  <a:pt x="1924050" y="276225"/>
                </a:lnTo>
                <a:lnTo>
                  <a:pt x="1924050" y="266700"/>
                </a:lnTo>
                <a:lnTo>
                  <a:pt x="1914525" y="266700"/>
                </a:lnTo>
                <a:lnTo>
                  <a:pt x="1914525" y="238125"/>
                </a:lnTo>
                <a:lnTo>
                  <a:pt x="1933575" y="238125"/>
                </a:lnTo>
                <a:lnTo>
                  <a:pt x="1933575" y="228600"/>
                </a:lnTo>
                <a:lnTo>
                  <a:pt x="1943100" y="228600"/>
                </a:lnTo>
                <a:lnTo>
                  <a:pt x="1943100" y="219075"/>
                </a:lnTo>
                <a:lnTo>
                  <a:pt x="1971675" y="219075"/>
                </a:lnTo>
                <a:lnTo>
                  <a:pt x="1971675" y="209550"/>
                </a:lnTo>
                <a:lnTo>
                  <a:pt x="1981200" y="209550"/>
                </a:lnTo>
                <a:lnTo>
                  <a:pt x="1981200" y="200025"/>
                </a:lnTo>
                <a:lnTo>
                  <a:pt x="1971675" y="200025"/>
                </a:lnTo>
                <a:close/>
                <a:moveTo>
                  <a:pt x="0" y="200025"/>
                </a:moveTo>
                <a:lnTo>
                  <a:pt x="9525" y="200025"/>
                </a:lnTo>
                <a:lnTo>
                  <a:pt x="9525" y="209550"/>
                </a:lnTo>
                <a:lnTo>
                  <a:pt x="19050" y="209550"/>
                </a:lnTo>
                <a:lnTo>
                  <a:pt x="19050" y="228600"/>
                </a:lnTo>
                <a:lnTo>
                  <a:pt x="9525" y="228600"/>
                </a:lnTo>
                <a:lnTo>
                  <a:pt x="9525" y="238125"/>
                </a:lnTo>
                <a:lnTo>
                  <a:pt x="0" y="238125"/>
                </a:lnTo>
                <a:close/>
                <a:moveTo>
                  <a:pt x="1628775" y="228600"/>
                </a:moveTo>
                <a:lnTo>
                  <a:pt x="1647825" y="228600"/>
                </a:lnTo>
                <a:lnTo>
                  <a:pt x="1647825" y="247650"/>
                </a:lnTo>
                <a:lnTo>
                  <a:pt x="1638300" y="247650"/>
                </a:lnTo>
                <a:lnTo>
                  <a:pt x="1638300" y="257175"/>
                </a:lnTo>
                <a:lnTo>
                  <a:pt x="1619250" y="257175"/>
                </a:lnTo>
                <a:lnTo>
                  <a:pt x="1619250" y="266700"/>
                </a:lnTo>
                <a:lnTo>
                  <a:pt x="1609725" y="266700"/>
                </a:lnTo>
                <a:lnTo>
                  <a:pt x="1609725" y="295275"/>
                </a:lnTo>
                <a:lnTo>
                  <a:pt x="1619250" y="295275"/>
                </a:lnTo>
                <a:lnTo>
                  <a:pt x="1619250" y="304800"/>
                </a:lnTo>
                <a:lnTo>
                  <a:pt x="1647825" y="304800"/>
                </a:lnTo>
                <a:lnTo>
                  <a:pt x="1647825" y="295275"/>
                </a:lnTo>
                <a:lnTo>
                  <a:pt x="1666875" y="295275"/>
                </a:lnTo>
                <a:lnTo>
                  <a:pt x="1666875" y="304800"/>
                </a:lnTo>
                <a:lnTo>
                  <a:pt x="1657350" y="304800"/>
                </a:lnTo>
                <a:lnTo>
                  <a:pt x="1657350" y="314325"/>
                </a:lnTo>
                <a:lnTo>
                  <a:pt x="1647825" y="314325"/>
                </a:lnTo>
                <a:lnTo>
                  <a:pt x="1647825" y="323850"/>
                </a:lnTo>
                <a:lnTo>
                  <a:pt x="1609725" y="323850"/>
                </a:lnTo>
                <a:lnTo>
                  <a:pt x="1609725" y="314325"/>
                </a:lnTo>
                <a:lnTo>
                  <a:pt x="1600200" y="314325"/>
                </a:lnTo>
                <a:lnTo>
                  <a:pt x="1600200" y="304800"/>
                </a:lnTo>
                <a:lnTo>
                  <a:pt x="1590675" y="304800"/>
                </a:lnTo>
                <a:lnTo>
                  <a:pt x="1590675" y="266700"/>
                </a:lnTo>
                <a:lnTo>
                  <a:pt x="1600200" y="266700"/>
                </a:lnTo>
                <a:lnTo>
                  <a:pt x="1600200" y="257175"/>
                </a:lnTo>
                <a:lnTo>
                  <a:pt x="1609725" y="257175"/>
                </a:lnTo>
                <a:lnTo>
                  <a:pt x="1609725" y="247650"/>
                </a:lnTo>
                <a:lnTo>
                  <a:pt x="1619250" y="247650"/>
                </a:lnTo>
                <a:lnTo>
                  <a:pt x="1619250" y="238125"/>
                </a:lnTo>
                <a:lnTo>
                  <a:pt x="1628775" y="238125"/>
                </a:lnTo>
                <a:close/>
                <a:moveTo>
                  <a:pt x="0" y="257175"/>
                </a:moveTo>
                <a:lnTo>
                  <a:pt x="9525" y="257175"/>
                </a:lnTo>
                <a:lnTo>
                  <a:pt x="9525" y="276225"/>
                </a:lnTo>
                <a:lnTo>
                  <a:pt x="0" y="276225"/>
                </a:lnTo>
                <a:close/>
                <a:moveTo>
                  <a:pt x="1933575" y="257175"/>
                </a:moveTo>
                <a:lnTo>
                  <a:pt x="1943100" y="257175"/>
                </a:lnTo>
                <a:lnTo>
                  <a:pt x="1943100" y="266700"/>
                </a:lnTo>
                <a:lnTo>
                  <a:pt x="1971675" y="266700"/>
                </a:lnTo>
                <a:lnTo>
                  <a:pt x="1971675" y="257175"/>
                </a:lnTo>
                <a:lnTo>
                  <a:pt x="1981200" y="257175"/>
                </a:lnTo>
                <a:lnTo>
                  <a:pt x="1981200" y="247650"/>
                </a:lnTo>
                <a:lnTo>
                  <a:pt x="1971675" y="247650"/>
                </a:lnTo>
                <a:lnTo>
                  <a:pt x="1971675" y="238125"/>
                </a:lnTo>
                <a:lnTo>
                  <a:pt x="1943100" y="238125"/>
                </a:lnTo>
                <a:lnTo>
                  <a:pt x="1943100" y="247650"/>
                </a:lnTo>
                <a:lnTo>
                  <a:pt x="1933575" y="247650"/>
                </a:lnTo>
                <a:close/>
                <a:moveTo>
                  <a:pt x="28575" y="371475"/>
                </a:moveTo>
                <a:lnTo>
                  <a:pt x="47625" y="371475"/>
                </a:lnTo>
                <a:lnTo>
                  <a:pt x="47625" y="381000"/>
                </a:lnTo>
                <a:lnTo>
                  <a:pt x="28575" y="381000"/>
                </a:lnTo>
                <a:close/>
                <a:moveTo>
                  <a:pt x="123825" y="371475"/>
                </a:moveTo>
                <a:lnTo>
                  <a:pt x="133350" y="371475"/>
                </a:lnTo>
                <a:lnTo>
                  <a:pt x="133350" y="381000"/>
                </a:lnTo>
                <a:lnTo>
                  <a:pt x="123825" y="381000"/>
                </a:lnTo>
                <a:close/>
                <a:moveTo>
                  <a:pt x="190500" y="371475"/>
                </a:moveTo>
                <a:lnTo>
                  <a:pt x="238125" y="371475"/>
                </a:lnTo>
                <a:lnTo>
                  <a:pt x="238125" y="381000"/>
                </a:lnTo>
                <a:lnTo>
                  <a:pt x="247650" y="381000"/>
                </a:lnTo>
                <a:lnTo>
                  <a:pt x="247650" y="390525"/>
                </a:lnTo>
                <a:lnTo>
                  <a:pt x="257175" y="390525"/>
                </a:lnTo>
                <a:lnTo>
                  <a:pt x="257175" y="428625"/>
                </a:lnTo>
                <a:lnTo>
                  <a:pt x="247650" y="428625"/>
                </a:lnTo>
                <a:lnTo>
                  <a:pt x="247650" y="438150"/>
                </a:lnTo>
                <a:lnTo>
                  <a:pt x="238125" y="438150"/>
                </a:lnTo>
                <a:lnTo>
                  <a:pt x="238125" y="447675"/>
                </a:lnTo>
                <a:lnTo>
                  <a:pt x="228600" y="447675"/>
                </a:lnTo>
                <a:lnTo>
                  <a:pt x="228600" y="457200"/>
                </a:lnTo>
                <a:lnTo>
                  <a:pt x="209550" y="457200"/>
                </a:lnTo>
                <a:lnTo>
                  <a:pt x="209550" y="438150"/>
                </a:lnTo>
                <a:lnTo>
                  <a:pt x="219075" y="438150"/>
                </a:lnTo>
                <a:lnTo>
                  <a:pt x="219075" y="428625"/>
                </a:lnTo>
                <a:lnTo>
                  <a:pt x="228600" y="428625"/>
                </a:lnTo>
                <a:lnTo>
                  <a:pt x="228600" y="419100"/>
                </a:lnTo>
                <a:lnTo>
                  <a:pt x="238125" y="419100"/>
                </a:lnTo>
                <a:lnTo>
                  <a:pt x="238125" y="400050"/>
                </a:lnTo>
                <a:lnTo>
                  <a:pt x="228600" y="400050"/>
                </a:lnTo>
                <a:lnTo>
                  <a:pt x="228600" y="390525"/>
                </a:lnTo>
                <a:lnTo>
                  <a:pt x="200025" y="390525"/>
                </a:lnTo>
                <a:lnTo>
                  <a:pt x="200025" y="400050"/>
                </a:lnTo>
                <a:lnTo>
                  <a:pt x="180975" y="400050"/>
                </a:lnTo>
                <a:lnTo>
                  <a:pt x="180975" y="381000"/>
                </a:lnTo>
                <a:lnTo>
                  <a:pt x="190500" y="381000"/>
                </a:lnTo>
                <a:close/>
                <a:moveTo>
                  <a:pt x="2028825" y="371475"/>
                </a:moveTo>
                <a:lnTo>
                  <a:pt x="2047875" y="371475"/>
                </a:lnTo>
                <a:lnTo>
                  <a:pt x="2047875" y="504825"/>
                </a:lnTo>
                <a:lnTo>
                  <a:pt x="2038350" y="504825"/>
                </a:lnTo>
                <a:lnTo>
                  <a:pt x="2038350" y="514350"/>
                </a:lnTo>
                <a:lnTo>
                  <a:pt x="1981200" y="514350"/>
                </a:lnTo>
                <a:lnTo>
                  <a:pt x="1981200" y="504825"/>
                </a:lnTo>
                <a:lnTo>
                  <a:pt x="1971675" y="504825"/>
                </a:lnTo>
                <a:lnTo>
                  <a:pt x="1971675" y="495300"/>
                </a:lnTo>
                <a:lnTo>
                  <a:pt x="1962150" y="495300"/>
                </a:lnTo>
                <a:lnTo>
                  <a:pt x="1962150" y="476250"/>
                </a:lnTo>
                <a:lnTo>
                  <a:pt x="1981200" y="476250"/>
                </a:lnTo>
                <a:lnTo>
                  <a:pt x="1981200" y="485775"/>
                </a:lnTo>
                <a:lnTo>
                  <a:pt x="1990725" y="485775"/>
                </a:lnTo>
                <a:lnTo>
                  <a:pt x="1990725" y="495300"/>
                </a:lnTo>
                <a:lnTo>
                  <a:pt x="2019300" y="495300"/>
                </a:lnTo>
                <a:lnTo>
                  <a:pt x="2019300" y="485775"/>
                </a:lnTo>
                <a:lnTo>
                  <a:pt x="2028825" y="485775"/>
                </a:lnTo>
                <a:lnTo>
                  <a:pt x="2028825" y="428625"/>
                </a:lnTo>
                <a:lnTo>
                  <a:pt x="2019300" y="428625"/>
                </a:lnTo>
                <a:lnTo>
                  <a:pt x="2019300" y="400050"/>
                </a:lnTo>
                <a:lnTo>
                  <a:pt x="2028825" y="400050"/>
                </a:lnTo>
                <a:close/>
                <a:moveTo>
                  <a:pt x="85725" y="409575"/>
                </a:moveTo>
                <a:lnTo>
                  <a:pt x="104775" y="409575"/>
                </a:lnTo>
                <a:lnTo>
                  <a:pt x="104775" y="428625"/>
                </a:lnTo>
                <a:lnTo>
                  <a:pt x="95250" y="428625"/>
                </a:lnTo>
                <a:lnTo>
                  <a:pt x="95250" y="447675"/>
                </a:lnTo>
                <a:lnTo>
                  <a:pt x="85725" y="447675"/>
                </a:lnTo>
                <a:lnTo>
                  <a:pt x="85725" y="476250"/>
                </a:lnTo>
                <a:lnTo>
                  <a:pt x="95250" y="476250"/>
                </a:lnTo>
                <a:lnTo>
                  <a:pt x="95250" y="485775"/>
                </a:lnTo>
                <a:lnTo>
                  <a:pt x="104775" y="485775"/>
                </a:lnTo>
                <a:lnTo>
                  <a:pt x="104775" y="495300"/>
                </a:lnTo>
                <a:lnTo>
                  <a:pt x="133350" y="495300"/>
                </a:lnTo>
                <a:lnTo>
                  <a:pt x="133350" y="485775"/>
                </a:lnTo>
                <a:lnTo>
                  <a:pt x="142875" y="485775"/>
                </a:lnTo>
                <a:lnTo>
                  <a:pt x="142875" y="428625"/>
                </a:lnTo>
                <a:lnTo>
                  <a:pt x="133350" y="428625"/>
                </a:lnTo>
                <a:lnTo>
                  <a:pt x="133350" y="419100"/>
                </a:lnTo>
                <a:lnTo>
                  <a:pt x="152400" y="419100"/>
                </a:lnTo>
                <a:lnTo>
                  <a:pt x="152400" y="428625"/>
                </a:lnTo>
                <a:lnTo>
                  <a:pt x="161925" y="428625"/>
                </a:lnTo>
                <a:lnTo>
                  <a:pt x="161925" y="485775"/>
                </a:lnTo>
                <a:lnTo>
                  <a:pt x="152400" y="485775"/>
                </a:lnTo>
                <a:lnTo>
                  <a:pt x="152400" y="495300"/>
                </a:lnTo>
                <a:lnTo>
                  <a:pt x="142875" y="495300"/>
                </a:lnTo>
                <a:lnTo>
                  <a:pt x="142875" y="504825"/>
                </a:lnTo>
                <a:lnTo>
                  <a:pt x="133350" y="504825"/>
                </a:lnTo>
                <a:lnTo>
                  <a:pt x="133350" y="514350"/>
                </a:lnTo>
                <a:lnTo>
                  <a:pt x="95250" y="514350"/>
                </a:lnTo>
                <a:lnTo>
                  <a:pt x="95250" y="504825"/>
                </a:lnTo>
                <a:lnTo>
                  <a:pt x="85725" y="504825"/>
                </a:lnTo>
                <a:lnTo>
                  <a:pt x="85725" y="495300"/>
                </a:lnTo>
                <a:lnTo>
                  <a:pt x="76200" y="495300"/>
                </a:lnTo>
                <a:lnTo>
                  <a:pt x="76200" y="466725"/>
                </a:lnTo>
                <a:lnTo>
                  <a:pt x="66675" y="466725"/>
                </a:lnTo>
                <a:lnTo>
                  <a:pt x="66675" y="447675"/>
                </a:lnTo>
                <a:lnTo>
                  <a:pt x="76200" y="447675"/>
                </a:lnTo>
                <a:lnTo>
                  <a:pt x="76200" y="419100"/>
                </a:lnTo>
                <a:lnTo>
                  <a:pt x="85725" y="419100"/>
                </a:lnTo>
                <a:close/>
                <a:moveTo>
                  <a:pt x="1647825" y="409575"/>
                </a:moveTo>
                <a:lnTo>
                  <a:pt x="1666875" y="409575"/>
                </a:lnTo>
                <a:lnTo>
                  <a:pt x="1666875" y="428625"/>
                </a:lnTo>
                <a:lnTo>
                  <a:pt x="1657350" y="428625"/>
                </a:lnTo>
                <a:lnTo>
                  <a:pt x="1657350" y="438150"/>
                </a:lnTo>
                <a:lnTo>
                  <a:pt x="1647825" y="438150"/>
                </a:lnTo>
                <a:lnTo>
                  <a:pt x="1647825" y="485775"/>
                </a:lnTo>
                <a:lnTo>
                  <a:pt x="1657350" y="485775"/>
                </a:lnTo>
                <a:lnTo>
                  <a:pt x="1657350" y="495300"/>
                </a:lnTo>
                <a:lnTo>
                  <a:pt x="1685925" y="495300"/>
                </a:lnTo>
                <a:lnTo>
                  <a:pt x="1685925" y="485775"/>
                </a:lnTo>
                <a:lnTo>
                  <a:pt x="1695450" y="485775"/>
                </a:lnTo>
                <a:lnTo>
                  <a:pt x="1695450" y="476250"/>
                </a:lnTo>
                <a:lnTo>
                  <a:pt x="1714500" y="476250"/>
                </a:lnTo>
                <a:lnTo>
                  <a:pt x="1714500" y="504825"/>
                </a:lnTo>
                <a:lnTo>
                  <a:pt x="1704975" y="504825"/>
                </a:lnTo>
                <a:lnTo>
                  <a:pt x="1704975" y="485775"/>
                </a:lnTo>
                <a:lnTo>
                  <a:pt x="1695450" y="485775"/>
                </a:lnTo>
                <a:lnTo>
                  <a:pt x="1695450" y="504825"/>
                </a:lnTo>
                <a:lnTo>
                  <a:pt x="1685925" y="504825"/>
                </a:lnTo>
                <a:lnTo>
                  <a:pt x="1685925" y="514350"/>
                </a:lnTo>
                <a:lnTo>
                  <a:pt x="1657350" y="514350"/>
                </a:lnTo>
                <a:lnTo>
                  <a:pt x="1657350" y="504825"/>
                </a:lnTo>
                <a:lnTo>
                  <a:pt x="1647825" y="504825"/>
                </a:lnTo>
                <a:lnTo>
                  <a:pt x="1647825" y="495300"/>
                </a:lnTo>
                <a:lnTo>
                  <a:pt x="1638300" y="495300"/>
                </a:lnTo>
                <a:lnTo>
                  <a:pt x="1638300" y="485775"/>
                </a:lnTo>
                <a:lnTo>
                  <a:pt x="1628775" y="485775"/>
                </a:lnTo>
                <a:lnTo>
                  <a:pt x="1628775" y="428625"/>
                </a:lnTo>
                <a:lnTo>
                  <a:pt x="1638300" y="428625"/>
                </a:lnTo>
                <a:lnTo>
                  <a:pt x="1638300" y="419100"/>
                </a:lnTo>
                <a:lnTo>
                  <a:pt x="1647825" y="419100"/>
                </a:lnTo>
                <a:close/>
                <a:moveTo>
                  <a:pt x="1695450" y="409575"/>
                </a:moveTo>
                <a:lnTo>
                  <a:pt x="1704975" y="409575"/>
                </a:lnTo>
                <a:lnTo>
                  <a:pt x="1704975" y="419100"/>
                </a:lnTo>
                <a:lnTo>
                  <a:pt x="1714500" y="419100"/>
                </a:lnTo>
                <a:lnTo>
                  <a:pt x="1714500" y="447675"/>
                </a:lnTo>
                <a:lnTo>
                  <a:pt x="1695450" y="447675"/>
                </a:lnTo>
                <a:lnTo>
                  <a:pt x="1695450" y="428625"/>
                </a:lnTo>
                <a:lnTo>
                  <a:pt x="1685925" y="428625"/>
                </a:lnTo>
                <a:lnTo>
                  <a:pt x="1685925" y="419100"/>
                </a:lnTo>
                <a:lnTo>
                  <a:pt x="1695450" y="419100"/>
                </a:lnTo>
                <a:close/>
                <a:moveTo>
                  <a:pt x="1905000" y="409575"/>
                </a:moveTo>
                <a:lnTo>
                  <a:pt x="1924050" y="409575"/>
                </a:lnTo>
                <a:lnTo>
                  <a:pt x="1924050" y="419100"/>
                </a:lnTo>
                <a:lnTo>
                  <a:pt x="1933575" y="419100"/>
                </a:lnTo>
                <a:lnTo>
                  <a:pt x="1933575" y="438150"/>
                </a:lnTo>
                <a:lnTo>
                  <a:pt x="1943100" y="438150"/>
                </a:lnTo>
                <a:lnTo>
                  <a:pt x="1943100" y="457200"/>
                </a:lnTo>
                <a:lnTo>
                  <a:pt x="1933575" y="457200"/>
                </a:lnTo>
                <a:lnTo>
                  <a:pt x="1933575" y="466725"/>
                </a:lnTo>
                <a:lnTo>
                  <a:pt x="1876425" y="466725"/>
                </a:lnTo>
                <a:lnTo>
                  <a:pt x="1876425" y="485775"/>
                </a:lnTo>
                <a:lnTo>
                  <a:pt x="1885950" y="485775"/>
                </a:lnTo>
                <a:lnTo>
                  <a:pt x="1885950" y="495300"/>
                </a:lnTo>
                <a:lnTo>
                  <a:pt x="1924050" y="495300"/>
                </a:lnTo>
                <a:lnTo>
                  <a:pt x="1924050" y="504825"/>
                </a:lnTo>
                <a:lnTo>
                  <a:pt x="1914525" y="504825"/>
                </a:lnTo>
                <a:lnTo>
                  <a:pt x="1914525" y="514350"/>
                </a:lnTo>
                <a:lnTo>
                  <a:pt x="1876425" y="514350"/>
                </a:lnTo>
                <a:lnTo>
                  <a:pt x="1876425" y="504825"/>
                </a:lnTo>
                <a:lnTo>
                  <a:pt x="1866900" y="504825"/>
                </a:lnTo>
                <a:lnTo>
                  <a:pt x="1866900" y="495300"/>
                </a:lnTo>
                <a:lnTo>
                  <a:pt x="1857375" y="495300"/>
                </a:lnTo>
                <a:lnTo>
                  <a:pt x="1857375" y="466725"/>
                </a:lnTo>
                <a:lnTo>
                  <a:pt x="1847850" y="466725"/>
                </a:lnTo>
                <a:lnTo>
                  <a:pt x="1847850" y="447675"/>
                </a:lnTo>
                <a:lnTo>
                  <a:pt x="1857375" y="447675"/>
                </a:lnTo>
                <a:lnTo>
                  <a:pt x="1857375" y="438150"/>
                </a:lnTo>
                <a:lnTo>
                  <a:pt x="1866900" y="438150"/>
                </a:lnTo>
                <a:lnTo>
                  <a:pt x="1866900" y="419100"/>
                </a:lnTo>
                <a:lnTo>
                  <a:pt x="1885950" y="419100"/>
                </a:lnTo>
                <a:lnTo>
                  <a:pt x="1885950" y="428625"/>
                </a:lnTo>
                <a:lnTo>
                  <a:pt x="1876425" y="428625"/>
                </a:lnTo>
                <a:lnTo>
                  <a:pt x="1876425" y="447675"/>
                </a:lnTo>
                <a:lnTo>
                  <a:pt x="1914525" y="447675"/>
                </a:lnTo>
                <a:lnTo>
                  <a:pt x="1914525" y="428625"/>
                </a:lnTo>
                <a:lnTo>
                  <a:pt x="1905000" y="428625"/>
                </a:lnTo>
                <a:close/>
                <a:moveTo>
                  <a:pt x="1971675" y="409575"/>
                </a:moveTo>
                <a:lnTo>
                  <a:pt x="1990725" y="409575"/>
                </a:lnTo>
                <a:lnTo>
                  <a:pt x="1990725" y="428625"/>
                </a:lnTo>
                <a:lnTo>
                  <a:pt x="1981200" y="428625"/>
                </a:lnTo>
                <a:lnTo>
                  <a:pt x="1981200" y="447675"/>
                </a:lnTo>
                <a:lnTo>
                  <a:pt x="1962150" y="447675"/>
                </a:lnTo>
                <a:lnTo>
                  <a:pt x="1962150" y="419100"/>
                </a:lnTo>
                <a:lnTo>
                  <a:pt x="1971675" y="419100"/>
                </a:lnTo>
                <a:close/>
                <a:moveTo>
                  <a:pt x="28575" y="419100"/>
                </a:moveTo>
                <a:lnTo>
                  <a:pt x="47625" y="419100"/>
                </a:lnTo>
                <a:lnTo>
                  <a:pt x="47625" y="504825"/>
                </a:lnTo>
                <a:lnTo>
                  <a:pt x="28575" y="504825"/>
                </a:lnTo>
                <a:close/>
                <a:moveTo>
                  <a:pt x="1809750" y="419100"/>
                </a:moveTo>
                <a:lnTo>
                  <a:pt x="1828800" y="419100"/>
                </a:lnTo>
                <a:lnTo>
                  <a:pt x="1828800" y="504825"/>
                </a:lnTo>
                <a:lnTo>
                  <a:pt x="1819275" y="504825"/>
                </a:lnTo>
                <a:lnTo>
                  <a:pt x="1819275" y="514350"/>
                </a:lnTo>
                <a:lnTo>
                  <a:pt x="1762125" y="514350"/>
                </a:lnTo>
                <a:lnTo>
                  <a:pt x="1762125" y="504825"/>
                </a:lnTo>
                <a:lnTo>
                  <a:pt x="1752600" y="504825"/>
                </a:lnTo>
                <a:lnTo>
                  <a:pt x="1752600" y="485775"/>
                </a:lnTo>
                <a:lnTo>
                  <a:pt x="1771650" y="485775"/>
                </a:lnTo>
                <a:lnTo>
                  <a:pt x="1771650" y="495300"/>
                </a:lnTo>
                <a:lnTo>
                  <a:pt x="1800225" y="495300"/>
                </a:lnTo>
                <a:lnTo>
                  <a:pt x="1800225" y="485775"/>
                </a:lnTo>
                <a:lnTo>
                  <a:pt x="1809750" y="485775"/>
                </a:lnTo>
                <a:close/>
                <a:moveTo>
                  <a:pt x="2076450" y="457200"/>
                </a:moveTo>
                <a:lnTo>
                  <a:pt x="2085975" y="457200"/>
                </a:lnTo>
                <a:lnTo>
                  <a:pt x="2085975" y="504825"/>
                </a:lnTo>
                <a:lnTo>
                  <a:pt x="2076450" y="504825"/>
                </a:lnTo>
                <a:lnTo>
                  <a:pt x="2076450" y="495300"/>
                </a:lnTo>
                <a:lnTo>
                  <a:pt x="2066925" y="495300"/>
                </a:lnTo>
                <a:lnTo>
                  <a:pt x="2066925" y="466725"/>
                </a:lnTo>
                <a:lnTo>
                  <a:pt x="2076450" y="466725"/>
                </a:lnTo>
                <a:close/>
                <a:moveTo>
                  <a:pt x="209550" y="495300"/>
                </a:moveTo>
                <a:lnTo>
                  <a:pt x="219075" y="495300"/>
                </a:lnTo>
                <a:lnTo>
                  <a:pt x="219075" y="504825"/>
                </a:lnTo>
                <a:lnTo>
                  <a:pt x="209550" y="504825"/>
                </a:lnTo>
                <a:close/>
                <a:moveTo>
                  <a:pt x="1695450" y="504825"/>
                </a:moveTo>
                <a:lnTo>
                  <a:pt x="1704975" y="504825"/>
                </a:lnTo>
                <a:lnTo>
                  <a:pt x="1704975" y="514350"/>
                </a:lnTo>
                <a:lnTo>
                  <a:pt x="1695450" y="514350"/>
                </a:lnTo>
                <a:close/>
                <a:moveTo>
                  <a:pt x="657225" y="1323975"/>
                </a:moveTo>
                <a:lnTo>
                  <a:pt x="666750" y="1323975"/>
                </a:lnTo>
                <a:lnTo>
                  <a:pt x="666750" y="1333500"/>
                </a:lnTo>
                <a:lnTo>
                  <a:pt x="676275" y="1333500"/>
                </a:lnTo>
                <a:lnTo>
                  <a:pt x="676275" y="1343025"/>
                </a:lnTo>
                <a:lnTo>
                  <a:pt x="685800" y="1343025"/>
                </a:lnTo>
                <a:lnTo>
                  <a:pt x="685800" y="1381125"/>
                </a:lnTo>
                <a:lnTo>
                  <a:pt x="695325" y="1381125"/>
                </a:lnTo>
                <a:lnTo>
                  <a:pt x="695325" y="1400175"/>
                </a:lnTo>
                <a:lnTo>
                  <a:pt x="704850" y="1400175"/>
                </a:lnTo>
                <a:lnTo>
                  <a:pt x="704850" y="1428750"/>
                </a:lnTo>
                <a:lnTo>
                  <a:pt x="714375" y="1428750"/>
                </a:lnTo>
                <a:lnTo>
                  <a:pt x="714375" y="1438275"/>
                </a:lnTo>
                <a:lnTo>
                  <a:pt x="723900" y="1438275"/>
                </a:lnTo>
                <a:lnTo>
                  <a:pt x="723900" y="1457325"/>
                </a:lnTo>
                <a:lnTo>
                  <a:pt x="733425" y="1457325"/>
                </a:lnTo>
                <a:lnTo>
                  <a:pt x="733425" y="1476375"/>
                </a:lnTo>
                <a:lnTo>
                  <a:pt x="742950" y="1476375"/>
                </a:lnTo>
                <a:lnTo>
                  <a:pt x="742950" y="1485900"/>
                </a:lnTo>
                <a:lnTo>
                  <a:pt x="781050" y="1485900"/>
                </a:lnTo>
                <a:lnTo>
                  <a:pt x="781050" y="1476375"/>
                </a:lnTo>
                <a:lnTo>
                  <a:pt x="790575" y="1476375"/>
                </a:lnTo>
                <a:lnTo>
                  <a:pt x="790575" y="1466850"/>
                </a:lnTo>
                <a:lnTo>
                  <a:pt x="800100" y="1466850"/>
                </a:lnTo>
                <a:lnTo>
                  <a:pt x="800100" y="1457325"/>
                </a:lnTo>
                <a:lnTo>
                  <a:pt x="809625" y="1457325"/>
                </a:lnTo>
                <a:lnTo>
                  <a:pt x="809625" y="1447800"/>
                </a:lnTo>
                <a:lnTo>
                  <a:pt x="819150" y="1447800"/>
                </a:lnTo>
                <a:lnTo>
                  <a:pt x="819150" y="1428750"/>
                </a:lnTo>
                <a:lnTo>
                  <a:pt x="828675" y="1428750"/>
                </a:lnTo>
                <a:lnTo>
                  <a:pt x="828675" y="1419225"/>
                </a:lnTo>
                <a:lnTo>
                  <a:pt x="838200" y="1419225"/>
                </a:lnTo>
                <a:lnTo>
                  <a:pt x="838200" y="1409700"/>
                </a:lnTo>
                <a:lnTo>
                  <a:pt x="866775" y="1409700"/>
                </a:lnTo>
                <a:lnTo>
                  <a:pt x="866775" y="1419225"/>
                </a:lnTo>
                <a:lnTo>
                  <a:pt x="876300" y="1419225"/>
                </a:lnTo>
                <a:lnTo>
                  <a:pt x="876300" y="1438275"/>
                </a:lnTo>
                <a:lnTo>
                  <a:pt x="885825" y="1438275"/>
                </a:lnTo>
                <a:lnTo>
                  <a:pt x="885825" y="1447800"/>
                </a:lnTo>
                <a:lnTo>
                  <a:pt x="895350" y="1447800"/>
                </a:lnTo>
                <a:lnTo>
                  <a:pt x="895350" y="1466850"/>
                </a:lnTo>
                <a:lnTo>
                  <a:pt x="904875" y="1466850"/>
                </a:lnTo>
                <a:lnTo>
                  <a:pt x="904875" y="1476375"/>
                </a:lnTo>
                <a:lnTo>
                  <a:pt x="914400" y="1476375"/>
                </a:lnTo>
                <a:lnTo>
                  <a:pt x="914400" y="1504950"/>
                </a:lnTo>
                <a:lnTo>
                  <a:pt x="923925" y="1504950"/>
                </a:lnTo>
                <a:lnTo>
                  <a:pt x="923925" y="1524000"/>
                </a:lnTo>
                <a:lnTo>
                  <a:pt x="933450" y="1524000"/>
                </a:lnTo>
                <a:lnTo>
                  <a:pt x="933450" y="1724025"/>
                </a:lnTo>
                <a:lnTo>
                  <a:pt x="952500" y="1724025"/>
                </a:lnTo>
                <a:lnTo>
                  <a:pt x="952500" y="1504950"/>
                </a:lnTo>
                <a:lnTo>
                  <a:pt x="962025" y="1504950"/>
                </a:lnTo>
                <a:lnTo>
                  <a:pt x="962025" y="1495425"/>
                </a:lnTo>
                <a:lnTo>
                  <a:pt x="971550" y="1495425"/>
                </a:lnTo>
                <a:lnTo>
                  <a:pt x="971550" y="1466850"/>
                </a:lnTo>
                <a:lnTo>
                  <a:pt x="981075" y="1466850"/>
                </a:lnTo>
                <a:lnTo>
                  <a:pt x="981075" y="1457325"/>
                </a:lnTo>
                <a:lnTo>
                  <a:pt x="990600" y="1457325"/>
                </a:lnTo>
                <a:lnTo>
                  <a:pt x="990600" y="1428750"/>
                </a:lnTo>
                <a:lnTo>
                  <a:pt x="1000125" y="1428750"/>
                </a:lnTo>
                <a:lnTo>
                  <a:pt x="1000125" y="1419225"/>
                </a:lnTo>
                <a:lnTo>
                  <a:pt x="1009650" y="1419225"/>
                </a:lnTo>
                <a:lnTo>
                  <a:pt x="1009650" y="1409700"/>
                </a:lnTo>
                <a:lnTo>
                  <a:pt x="1028700" y="1409700"/>
                </a:lnTo>
                <a:lnTo>
                  <a:pt x="1028700" y="1419225"/>
                </a:lnTo>
                <a:lnTo>
                  <a:pt x="1038225" y="1419225"/>
                </a:lnTo>
                <a:lnTo>
                  <a:pt x="1038225" y="1428750"/>
                </a:lnTo>
                <a:lnTo>
                  <a:pt x="1047750" y="1428750"/>
                </a:lnTo>
                <a:lnTo>
                  <a:pt x="1047750" y="1438275"/>
                </a:lnTo>
                <a:lnTo>
                  <a:pt x="1057275" y="1438275"/>
                </a:lnTo>
                <a:lnTo>
                  <a:pt x="1057275" y="1447800"/>
                </a:lnTo>
                <a:lnTo>
                  <a:pt x="1066800" y="1447800"/>
                </a:lnTo>
                <a:lnTo>
                  <a:pt x="1066800" y="1457325"/>
                </a:lnTo>
                <a:lnTo>
                  <a:pt x="1076325" y="1457325"/>
                </a:lnTo>
                <a:lnTo>
                  <a:pt x="1076325" y="1466850"/>
                </a:lnTo>
                <a:lnTo>
                  <a:pt x="1085850" y="1466850"/>
                </a:lnTo>
                <a:lnTo>
                  <a:pt x="1085850" y="1476375"/>
                </a:lnTo>
                <a:lnTo>
                  <a:pt x="1095375" y="1476375"/>
                </a:lnTo>
                <a:lnTo>
                  <a:pt x="1095375" y="1485900"/>
                </a:lnTo>
                <a:lnTo>
                  <a:pt x="1133475" y="1485900"/>
                </a:lnTo>
                <a:lnTo>
                  <a:pt x="1133475" y="1476375"/>
                </a:lnTo>
                <a:lnTo>
                  <a:pt x="1143000" y="1476375"/>
                </a:lnTo>
                <a:lnTo>
                  <a:pt x="1143000" y="1457325"/>
                </a:lnTo>
                <a:lnTo>
                  <a:pt x="1152525" y="1457325"/>
                </a:lnTo>
                <a:lnTo>
                  <a:pt x="1152525" y="1438275"/>
                </a:lnTo>
                <a:lnTo>
                  <a:pt x="1162050" y="1438275"/>
                </a:lnTo>
                <a:lnTo>
                  <a:pt x="1162050" y="1419225"/>
                </a:lnTo>
                <a:lnTo>
                  <a:pt x="1171575" y="1419225"/>
                </a:lnTo>
                <a:lnTo>
                  <a:pt x="1171575" y="1400175"/>
                </a:lnTo>
                <a:lnTo>
                  <a:pt x="1181100" y="1400175"/>
                </a:lnTo>
                <a:lnTo>
                  <a:pt x="1181100" y="1371600"/>
                </a:lnTo>
                <a:lnTo>
                  <a:pt x="1190625" y="1371600"/>
                </a:lnTo>
                <a:lnTo>
                  <a:pt x="1190625" y="1352550"/>
                </a:lnTo>
                <a:lnTo>
                  <a:pt x="1200150" y="1352550"/>
                </a:lnTo>
                <a:lnTo>
                  <a:pt x="1200150" y="1333500"/>
                </a:lnTo>
                <a:lnTo>
                  <a:pt x="1209675" y="1333500"/>
                </a:lnTo>
                <a:lnTo>
                  <a:pt x="1209675" y="1323975"/>
                </a:lnTo>
                <a:lnTo>
                  <a:pt x="1228725" y="1323975"/>
                </a:lnTo>
                <a:lnTo>
                  <a:pt x="1228725" y="1333500"/>
                </a:lnTo>
                <a:lnTo>
                  <a:pt x="1266825" y="1333500"/>
                </a:lnTo>
                <a:lnTo>
                  <a:pt x="1266825" y="1343025"/>
                </a:lnTo>
                <a:lnTo>
                  <a:pt x="1285875" y="1343025"/>
                </a:lnTo>
                <a:lnTo>
                  <a:pt x="1285875" y="1352550"/>
                </a:lnTo>
                <a:lnTo>
                  <a:pt x="1323975" y="1352550"/>
                </a:lnTo>
                <a:lnTo>
                  <a:pt x="1323975" y="1362075"/>
                </a:lnTo>
                <a:lnTo>
                  <a:pt x="1343025" y="1362075"/>
                </a:lnTo>
                <a:lnTo>
                  <a:pt x="1343025" y="1371600"/>
                </a:lnTo>
                <a:lnTo>
                  <a:pt x="1371600" y="1371600"/>
                </a:lnTo>
                <a:lnTo>
                  <a:pt x="1371600" y="1381125"/>
                </a:lnTo>
                <a:lnTo>
                  <a:pt x="1390650" y="1381125"/>
                </a:lnTo>
                <a:lnTo>
                  <a:pt x="1390650" y="1390650"/>
                </a:lnTo>
                <a:lnTo>
                  <a:pt x="1409700" y="1390650"/>
                </a:lnTo>
                <a:lnTo>
                  <a:pt x="1409700" y="1400175"/>
                </a:lnTo>
                <a:lnTo>
                  <a:pt x="1428750" y="1400175"/>
                </a:lnTo>
                <a:lnTo>
                  <a:pt x="1428750" y="1409700"/>
                </a:lnTo>
                <a:lnTo>
                  <a:pt x="1447800" y="1409700"/>
                </a:lnTo>
                <a:lnTo>
                  <a:pt x="1447800" y="1419225"/>
                </a:lnTo>
                <a:lnTo>
                  <a:pt x="1457325" y="1419225"/>
                </a:lnTo>
                <a:lnTo>
                  <a:pt x="1457325" y="1428750"/>
                </a:lnTo>
                <a:lnTo>
                  <a:pt x="1476375" y="1428750"/>
                </a:lnTo>
                <a:lnTo>
                  <a:pt x="1476375" y="1438275"/>
                </a:lnTo>
                <a:lnTo>
                  <a:pt x="1485900" y="1438275"/>
                </a:lnTo>
                <a:lnTo>
                  <a:pt x="1485900" y="1447800"/>
                </a:lnTo>
                <a:lnTo>
                  <a:pt x="1504950" y="1447800"/>
                </a:lnTo>
                <a:lnTo>
                  <a:pt x="1504950" y="1457325"/>
                </a:lnTo>
                <a:lnTo>
                  <a:pt x="1514475" y="1457325"/>
                </a:lnTo>
                <a:lnTo>
                  <a:pt x="1514475" y="1466850"/>
                </a:lnTo>
                <a:lnTo>
                  <a:pt x="1524000" y="1466850"/>
                </a:lnTo>
                <a:lnTo>
                  <a:pt x="1524000" y="1476375"/>
                </a:lnTo>
                <a:lnTo>
                  <a:pt x="1533525" y="1476375"/>
                </a:lnTo>
                <a:lnTo>
                  <a:pt x="1533525" y="1485900"/>
                </a:lnTo>
                <a:lnTo>
                  <a:pt x="1543050" y="1485900"/>
                </a:lnTo>
                <a:lnTo>
                  <a:pt x="1543050" y="1504950"/>
                </a:lnTo>
                <a:lnTo>
                  <a:pt x="1552575" y="1504950"/>
                </a:lnTo>
                <a:lnTo>
                  <a:pt x="1552575" y="1514475"/>
                </a:lnTo>
                <a:lnTo>
                  <a:pt x="1562100" y="1514475"/>
                </a:lnTo>
                <a:lnTo>
                  <a:pt x="1562100" y="1533525"/>
                </a:lnTo>
                <a:lnTo>
                  <a:pt x="1571625" y="1533525"/>
                </a:lnTo>
                <a:lnTo>
                  <a:pt x="1571625" y="1543050"/>
                </a:lnTo>
                <a:lnTo>
                  <a:pt x="1581150" y="1543050"/>
                </a:lnTo>
                <a:lnTo>
                  <a:pt x="1581150" y="1562100"/>
                </a:lnTo>
                <a:lnTo>
                  <a:pt x="1590675" y="1562100"/>
                </a:lnTo>
                <a:lnTo>
                  <a:pt x="1590675" y="1571625"/>
                </a:lnTo>
                <a:lnTo>
                  <a:pt x="1600200" y="1571625"/>
                </a:lnTo>
                <a:lnTo>
                  <a:pt x="1600200" y="1600200"/>
                </a:lnTo>
                <a:lnTo>
                  <a:pt x="1609725" y="1600200"/>
                </a:lnTo>
                <a:lnTo>
                  <a:pt x="1609725" y="1628775"/>
                </a:lnTo>
                <a:lnTo>
                  <a:pt x="1619250" y="1628775"/>
                </a:lnTo>
                <a:lnTo>
                  <a:pt x="1619250" y="1657350"/>
                </a:lnTo>
                <a:lnTo>
                  <a:pt x="1628775" y="1657350"/>
                </a:lnTo>
                <a:lnTo>
                  <a:pt x="1628775" y="1676400"/>
                </a:lnTo>
                <a:lnTo>
                  <a:pt x="1638300" y="1676400"/>
                </a:lnTo>
                <a:lnTo>
                  <a:pt x="1638300" y="1704975"/>
                </a:lnTo>
                <a:lnTo>
                  <a:pt x="1628775" y="1704975"/>
                </a:lnTo>
                <a:lnTo>
                  <a:pt x="1628775" y="1714500"/>
                </a:lnTo>
                <a:lnTo>
                  <a:pt x="1619250" y="1714500"/>
                </a:lnTo>
                <a:lnTo>
                  <a:pt x="1619250" y="1676400"/>
                </a:lnTo>
                <a:lnTo>
                  <a:pt x="1609725" y="1676400"/>
                </a:lnTo>
                <a:lnTo>
                  <a:pt x="1609725" y="1647825"/>
                </a:lnTo>
                <a:lnTo>
                  <a:pt x="1600200" y="1647825"/>
                </a:lnTo>
                <a:lnTo>
                  <a:pt x="1600200" y="1619250"/>
                </a:lnTo>
                <a:lnTo>
                  <a:pt x="1590675" y="1619250"/>
                </a:lnTo>
                <a:lnTo>
                  <a:pt x="1590675" y="1590675"/>
                </a:lnTo>
                <a:lnTo>
                  <a:pt x="1581150" y="1590675"/>
                </a:lnTo>
                <a:lnTo>
                  <a:pt x="1581150" y="1571625"/>
                </a:lnTo>
                <a:lnTo>
                  <a:pt x="1571625" y="1571625"/>
                </a:lnTo>
                <a:lnTo>
                  <a:pt x="1571625" y="1552575"/>
                </a:lnTo>
                <a:lnTo>
                  <a:pt x="1562100" y="1552575"/>
                </a:lnTo>
                <a:lnTo>
                  <a:pt x="1562100" y="1543050"/>
                </a:lnTo>
                <a:lnTo>
                  <a:pt x="1552575" y="1543050"/>
                </a:lnTo>
                <a:lnTo>
                  <a:pt x="1552575" y="1524000"/>
                </a:lnTo>
                <a:lnTo>
                  <a:pt x="1543050" y="1524000"/>
                </a:lnTo>
                <a:lnTo>
                  <a:pt x="1543050" y="1514475"/>
                </a:lnTo>
                <a:lnTo>
                  <a:pt x="1533525" y="1514475"/>
                </a:lnTo>
                <a:lnTo>
                  <a:pt x="1533525" y="1504950"/>
                </a:lnTo>
                <a:lnTo>
                  <a:pt x="1524000" y="1504950"/>
                </a:lnTo>
                <a:lnTo>
                  <a:pt x="1524000" y="1495425"/>
                </a:lnTo>
                <a:lnTo>
                  <a:pt x="1514475" y="1495425"/>
                </a:lnTo>
                <a:lnTo>
                  <a:pt x="1514475" y="1476375"/>
                </a:lnTo>
                <a:lnTo>
                  <a:pt x="1495425" y="1476375"/>
                </a:lnTo>
                <a:lnTo>
                  <a:pt x="1495425" y="1466850"/>
                </a:lnTo>
                <a:lnTo>
                  <a:pt x="1485900" y="1466850"/>
                </a:lnTo>
                <a:lnTo>
                  <a:pt x="1485900" y="1457325"/>
                </a:lnTo>
                <a:lnTo>
                  <a:pt x="1476375" y="1457325"/>
                </a:lnTo>
                <a:lnTo>
                  <a:pt x="1476375" y="1447800"/>
                </a:lnTo>
                <a:lnTo>
                  <a:pt x="1457325" y="1447800"/>
                </a:lnTo>
                <a:lnTo>
                  <a:pt x="1457325" y="1438275"/>
                </a:lnTo>
                <a:lnTo>
                  <a:pt x="1447800" y="1438275"/>
                </a:lnTo>
                <a:lnTo>
                  <a:pt x="1447800" y="1428750"/>
                </a:lnTo>
                <a:lnTo>
                  <a:pt x="1428750" y="1428750"/>
                </a:lnTo>
                <a:lnTo>
                  <a:pt x="1428750" y="1419225"/>
                </a:lnTo>
                <a:lnTo>
                  <a:pt x="1409700" y="1419225"/>
                </a:lnTo>
                <a:lnTo>
                  <a:pt x="1409700" y="1409700"/>
                </a:lnTo>
                <a:lnTo>
                  <a:pt x="1390650" y="1409700"/>
                </a:lnTo>
                <a:lnTo>
                  <a:pt x="1390650" y="1400175"/>
                </a:lnTo>
                <a:lnTo>
                  <a:pt x="1371600" y="1400175"/>
                </a:lnTo>
                <a:lnTo>
                  <a:pt x="1371600" y="1390650"/>
                </a:lnTo>
                <a:lnTo>
                  <a:pt x="1352550" y="1390650"/>
                </a:lnTo>
                <a:lnTo>
                  <a:pt x="1352550" y="1381125"/>
                </a:lnTo>
                <a:lnTo>
                  <a:pt x="1323975" y="1381125"/>
                </a:lnTo>
                <a:lnTo>
                  <a:pt x="1323975" y="1371600"/>
                </a:lnTo>
                <a:lnTo>
                  <a:pt x="1304925" y="1371600"/>
                </a:lnTo>
                <a:lnTo>
                  <a:pt x="1304925" y="1362075"/>
                </a:lnTo>
                <a:lnTo>
                  <a:pt x="1276350" y="1362075"/>
                </a:lnTo>
                <a:lnTo>
                  <a:pt x="1276350" y="1352550"/>
                </a:lnTo>
                <a:lnTo>
                  <a:pt x="1247775" y="1352550"/>
                </a:lnTo>
                <a:lnTo>
                  <a:pt x="1247775" y="1343025"/>
                </a:lnTo>
                <a:lnTo>
                  <a:pt x="1219200" y="1343025"/>
                </a:lnTo>
                <a:lnTo>
                  <a:pt x="1219200" y="1352550"/>
                </a:lnTo>
                <a:lnTo>
                  <a:pt x="1209675" y="1352550"/>
                </a:lnTo>
                <a:lnTo>
                  <a:pt x="1209675" y="1371600"/>
                </a:lnTo>
                <a:lnTo>
                  <a:pt x="1200150" y="1371600"/>
                </a:lnTo>
                <a:lnTo>
                  <a:pt x="1200150" y="1390650"/>
                </a:lnTo>
                <a:lnTo>
                  <a:pt x="1190625" y="1390650"/>
                </a:lnTo>
                <a:lnTo>
                  <a:pt x="1190625" y="1419225"/>
                </a:lnTo>
                <a:lnTo>
                  <a:pt x="1181100" y="1419225"/>
                </a:lnTo>
                <a:lnTo>
                  <a:pt x="1181100" y="1428750"/>
                </a:lnTo>
                <a:lnTo>
                  <a:pt x="1171575" y="1428750"/>
                </a:lnTo>
                <a:lnTo>
                  <a:pt x="1171575" y="1457325"/>
                </a:lnTo>
                <a:lnTo>
                  <a:pt x="1162050" y="1457325"/>
                </a:lnTo>
                <a:lnTo>
                  <a:pt x="1162050" y="1466850"/>
                </a:lnTo>
                <a:lnTo>
                  <a:pt x="1152525" y="1466850"/>
                </a:lnTo>
                <a:lnTo>
                  <a:pt x="1152525" y="1485900"/>
                </a:lnTo>
                <a:lnTo>
                  <a:pt x="1143000" y="1485900"/>
                </a:lnTo>
                <a:lnTo>
                  <a:pt x="1143000" y="1495425"/>
                </a:lnTo>
                <a:lnTo>
                  <a:pt x="1133475" y="1495425"/>
                </a:lnTo>
                <a:lnTo>
                  <a:pt x="1133475" y="1504950"/>
                </a:lnTo>
                <a:lnTo>
                  <a:pt x="1095375" y="1504950"/>
                </a:lnTo>
                <a:lnTo>
                  <a:pt x="1095375" y="1495425"/>
                </a:lnTo>
                <a:lnTo>
                  <a:pt x="1085850" y="1495425"/>
                </a:lnTo>
                <a:lnTo>
                  <a:pt x="1085850" y="1485900"/>
                </a:lnTo>
                <a:lnTo>
                  <a:pt x="1076325" y="1485900"/>
                </a:lnTo>
                <a:lnTo>
                  <a:pt x="1076325" y="1476375"/>
                </a:lnTo>
                <a:lnTo>
                  <a:pt x="1066800" y="1476375"/>
                </a:lnTo>
                <a:lnTo>
                  <a:pt x="1066800" y="1466850"/>
                </a:lnTo>
                <a:lnTo>
                  <a:pt x="1057275" y="1466850"/>
                </a:lnTo>
                <a:lnTo>
                  <a:pt x="1057275" y="1457325"/>
                </a:lnTo>
                <a:lnTo>
                  <a:pt x="1047750" y="1457325"/>
                </a:lnTo>
                <a:lnTo>
                  <a:pt x="1047750" y="1447800"/>
                </a:lnTo>
                <a:lnTo>
                  <a:pt x="1038225" y="1447800"/>
                </a:lnTo>
                <a:lnTo>
                  <a:pt x="1038225" y="1438275"/>
                </a:lnTo>
                <a:lnTo>
                  <a:pt x="1028700" y="1438275"/>
                </a:lnTo>
                <a:lnTo>
                  <a:pt x="1028700" y="1428750"/>
                </a:lnTo>
                <a:lnTo>
                  <a:pt x="1019175" y="1428750"/>
                </a:lnTo>
                <a:lnTo>
                  <a:pt x="1019175" y="1438275"/>
                </a:lnTo>
                <a:lnTo>
                  <a:pt x="1009650" y="1438275"/>
                </a:lnTo>
                <a:lnTo>
                  <a:pt x="1009650" y="1447800"/>
                </a:lnTo>
                <a:lnTo>
                  <a:pt x="1000125" y="1447800"/>
                </a:lnTo>
                <a:lnTo>
                  <a:pt x="1000125" y="1466850"/>
                </a:lnTo>
                <a:lnTo>
                  <a:pt x="990600" y="1466850"/>
                </a:lnTo>
                <a:lnTo>
                  <a:pt x="990600" y="1485900"/>
                </a:lnTo>
                <a:lnTo>
                  <a:pt x="981075" y="1485900"/>
                </a:lnTo>
                <a:lnTo>
                  <a:pt x="981075" y="1504950"/>
                </a:lnTo>
                <a:lnTo>
                  <a:pt x="971550" y="1504950"/>
                </a:lnTo>
                <a:lnTo>
                  <a:pt x="971550" y="1524000"/>
                </a:lnTo>
                <a:lnTo>
                  <a:pt x="962025" y="1524000"/>
                </a:lnTo>
                <a:lnTo>
                  <a:pt x="962025" y="1685925"/>
                </a:lnTo>
                <a:lnTo>
                  <a:pt x="971550" y="1685925"/>
                </a:lnTo>
                <a:lnTo>
                  <a:pt x="971550" y="1714500"/>
                </a:lnTo>
                <a:lnTo>
                  <a:pt x="962025" y="1714500"/>
                </a:lnTo>
                <a:lnTo>
                  <a:pt x="962025" y="1743075"/>
                </a:lnTo>
                <a:lnTo>
                  <a:pt x="952500" y="1743075"/>
                </a:lnTo>
                <a:lnTo>
                  <a:pt x="952500" y="1752600"/>
                </a:lnTo>
                <a:lnTo>
                  <a:pt x="933450" y="1752600"/>
                </a:lnTo>
                <a:lnTo>
                  <a:pt x="933450" y="1743075"/>
                </a:lnTo>
                <a:lnTo>
                  <a:pt x="923925" y="1743075"/>
                </a:lnTo>
                <a:lnTo>
                  <a:pt x="923925" y="1733550"/>
                </a:lnTo>
                <a:lnTo>
                  <a:pt x="914400" y="1733550"/>
                </a:lnTo>
                <a:lnTo>
                  <a:pt x="914400" y="1524000"/>
                </a:lnTo>
                <a:lnTo>
                  <a:pt x="904875" y="1524000"/>
                </a:lnTo>
                <a:lnTo>
                  <a:pt x="904875" y="1495425"/>
                </a:lnTo>
                <a:lnTo>
                  <a:pt x="895350" y="1495425"/>
                </a:lnTo>
                <a:lnTo>
                  <a:pt x="895350" y="1485900"/>
                </a:lnTo>
                <a:lnTo>
                  <a:pt x="885825" y="1485900"/>
                </a:lnTo>
                <a:lnTo>
                  <a:pt x="885825" y="1466850"/>
                </a:lnTo>
                <a:lnTo>
                  <a:pt x="876300" y="1466850"/>
                </a:lnTo>
                <a:lnTo>
                  <a:pt x="876300" y="1447800"/>
                </a:lnTo>
                <a:lnTo>
                  <a:pt x="866775" y="1447800"/>
                </a:lnTo>
                <a:lnTo>
                  <a:pt x="866775" y="1438275"/>
                </a:lnTo>
                <a:lnTo>
                  <a:pt x="857250" y="1438275"/>
                </a:lnTo>
                <a:lnTo>
                  <a:pt x="857250" y="1428750"/>
                </a:lnTo>
                <a:lnTo>
                  <a:pt x="847725" y="1428750"/>
                </a:lnTo>
                <a:lnTo>
                  <a:pt x="847725" y="1438275"/>
                </a:lnTo>
                <a:lnTo>
                  <a:pt x="838200" y="1438275"/>
                </a:lnTo>
                <a:lnTo>
                  <a:pt x="838200" y="1447800"/>
                </a:lnTo>
                <a:lnTo>
                  <a:pt x="828675" y="1447800"/>
                </a:lnTo>
                <a:lnTo>
                  <a:pt x="828675" y="1457325"/>
                </a:lnTo>
                <a:lnTo>
                  <a:pt x="819150" y="1457325"/>
                </a:lnTo>
                <a:lnTo>
                  <a:pt x="819150" y="1466850"/>
                </a:lnTo>
                <a:lnTo>
                  <a:pt x="809625" y="1466850"/>
                </a:lnTo>
                <a:lnTo>
                  <a:pt x="809625" y="1476375"/>
                </a:lnTo>
                <a:lnTo>
                  <a:pt x="800100" y="1476375"/>
                </a:lnTo>
                <a:lnTo>
                  <a:pt x="800100" y="1485900"/>
                </a:lnTo>
                <a:lnTo>
                  <a:pt x="790575" y="1485900"/>
                </a:lnTo>
                <a:lnTo>
                  <a:pt x="790575" y="1495425"/>
                </a:lnTo>
                <a:lnTo>
                  <a:pt x="781050" y="1495425"/>
                </a:lnTo>
                <a:lnTo>
                  <a:pt x="781050" y="1504950"/>
                </a:lnTo>
                <a:lnTo>
                  <a:pt x="742950" y="1504950"/>
                </a:lnTo>
                <a:lnTo>
                  <a:pt x="742950" y="1495425"/>
                </a:lnTo>
                <a:lnTo>
                  <a:pt x="733425" y="1495425"/>
                </a:lnTo>
                <a:lnTo>
                  <a:pt x="733425" y="1485900"/>
                </a:lnTo>
                <a:lnTo>
                  <a:pt x="723900" y="1485900"/>
                </a:lnTo>
                <a:lnTo>
                  <a:pt x="723900" y="1476375"/>
                </a:lnTo>
                <a:lnTo>
                  <a:pt x="714375" y="1476375"/>
                </a:lnTo>
                <a:lnTo>
                  <a:pt x="714375" y="1457325"/>
                </a:lnTo>
                <a:lnTo>
                  <a:pt x="704850" y="1457325"/>
                </a:lnTo>
                <a:lnTo>
                  <a:pt x="704850" y="1438275"/>
                </a:lnTo>
                <a:lnTo>
                  <a:pt x="695325" y="1438275"/>
                </a:lnTo>
                <a:lnTo>
                  <a:pt x="695325" y="1419225"/>
                </a:lnTo>
                <a:lnTo>
                  <a:pt x="685800" y="1419225"/>
                </a:lnTo>
                <a:lnTo>
                  <a:pt x="685800" y="1400175"/>
                </a:lnTo>
                <a:lnTo>
                  <a:pt x="676275" y="1400175"/>
                </a:lnTo>
                <a:lnTo>
                  <a:pt x="676275" y="1362075"/>
                </a:lnTo>
                <a:lnTo>
                  <a:pt x="666750" y="1362075"/>
                </a:lnTo>
                <a:lnTo>
                  <a:pt x="666750" y="1352550"/>
                </a:lnTo>
                <a:lnTo>
                  <a:pt x="657225" y="1352550"/>
                </a:lnTo>
                <a:lnTo>
                  <a:pt x="657225" y="1343025"/>
                </a:lnTo>
                <a:lnTo>
                  <a:pt x="638175" y="1343025"/>
                </a:lnTo>
                <a:lnTo>
                  <a:pt x="638175" y="1352550"/>
                </a:lnTo>
                <a:lnTo>
                  <a:pt x="619125" y="1352550"/>
                </a:lnTo>
                <a:lnTo>
                  <a:pt x="619125" y="1362075"/>
                </a:lnTo>
                <a:lnTo>
                  <a:pt x="581025" y="1362075"/>
                </a:lnTo>
                <a:lnTo>
                  <a:pt x="581025" y="1371600"/>
                </a:lnTo>
                <a:lnTo>
                  <a:pt x="561975" y="1371600"/>
                </a:lnTo>
                <a:lnTo>
                  <a:pt x="561975" y="1381125"/>
                </a:lnTo>
                <a:lnTo>
                  <a:pt x="533400" y="1381125"/>
                </a:lnTo>
                <a:lnTo>
                  <a:pt x="533400" y="1390650"/>
                </a:lnTo>
                <a:lnTo>
                  <a:pt x="514350" y="1390650"/>
                </a:lnTo>
                <a:lnTo>
                  <a:pt x="514350" y="1400175"/>
                </a:lnTo>
                <a:lnTo>
                  <a:pt x="495300" y="1400175"/>
                </a:lnTo>
                <a:lnTo>
                  <a:pt x="495300" y="1409700"/>
                </a:lnTo>
                <a:lnTo>
                  <a:pt x="466725" y="1409700"/>
                </a:lnTo>
                <a:lnTo>
                  <a:pt x="466725" y="1419225"/>
                </a:lnTo>
                <a:lnTo>
                  <a:pt x="447675" y="1419225"/>
                </a:lnTo>
                <a:lnTo>
                  <a:pt x="447675" y="1428750"/>
                </a:lnTo>
                <a:lnTo>
                  <a:pt x="438150" y="1428750"/>
                </a:lnTo>
                <a:lnTo>
                  <a:pt x="438150" y="1438275"/>
                </a:lnTo>
                <a:lnTo>
                  <a:pt x="419100" y="1438275"/>
                </a:lnTo>
                <a:lnTo>
                  <a:pt x="419100" y="1447800"/>
                </a:lnTo>
                <a:lnTo>
                  <a:pt x="400050" y="1447800"/>
                </a:lnTo>
                <a:lnTo>
                  <a:pt x="400050" y="1457325"/>
                </a:lnTo>
                <a:lnTo>
                  <a:pt x="390525" y="1457325"/>
                </a:lnTo>
                <a:lnTo>
                  <a:pt x="390525" y="1466850"/>
                </a:lnTo>
                <a:lnTo>
                  <a:pt x="381000" y="1466850"/>
                </a:lnTo>
                <a:lnTo>
                  <a:pt x="381000" y="1476375"/>
                </a:lnTo>
                <a:lnTo>
                  <a:pt x="371475" y="1476375"/>
                </a:lnTo>
                <a:lnTo>
                  <a:pt x="371475" y="1485900"/>
                </a:lnTo>
                <a:lnTo>
                  <a:pt x="361950" y="1485900"/>
                </a:lnTo>
                <a:lnTo>
                  <a:pt x="361950" y="1495425"/>
                </a:lnTo>
                <a:lnTo>
                  <a:pt x="352425" y="1495425"/>
                </a:lnTo>
                <a:lnTo>
                  <a:pt x="352425" y="1504950"/>
                </a:lnTo>
                <a:lnTo>
                  <a:pt x="342900" y="1504950"/>
                </a:lnTo>
                <a:lnTo>
                  <a:pt x="342900" y="1514475"/>
                </a:lnTo>
                <a:lnTo>
                  <a:pt x="333375" y="1514475"/>
                </a:lnTo>
                <a:lnTo>
                  <a:pt x="333375" y="1533525"/>
                </a:lnTo>
                <a:lnTo>
                  <a:pt x="323850" y="1533525"/>
                </a:lnTo>
                <a:lnTo>
                  <a:pt x="323850" y="1543050"/>
                </a:lnTo>
                <a:lnTo>
                  <a:pt x="314325" y="1543050"/>
                </a:lnTo>
                <a:lnTo>
                  <a:pt x="314325" y="1571625"/>
                </a:lnTo>
                <a:lnTo>
                  <a:pt x="304800" y="1571625"/>
                </a:lnTo>
                <a:lnTo>
                  <a:pt x="304800" y="1590675"/>
                </a:lnTo>
                <a:lnTo>
                  <a:pt x="295275" y="1590675"/>
                </a:lnTo>
                <a:lnTo>
                  <a:pt x="295275" y="1609725"/>
                </a:lnTo>
                <a:lnTo>
                  <a:pt x="285750" y="1609725"/>
                </a:lnTo>
                <a:lnTo>
                  <a:pt x="285750" y="1628775"/>
                </a:lnTo>
                <a:lnTo>
                  <a:pt x="276225" y="1628775"/>
                </a:lnTo>
                <a:lnTo>
                  <a:pt x="276225" y="1657350"/>
                </a:lnTo>
                <a:lnTo>
                  <a:pt x="266700" y="1657350"/>
                </a:lnTo>
                <a:lnTo>
                  <a:pt x="266700" y="1676400"/>
                </a:lnTo>
                <a:lnTo>
                  <a:pt x="257175" y="1676400"/>
                </a:lnTo>
                <a:lnTo>
                  <a:pt x="257175" y="1695450"/>
                </a:lnTo>
                <a:lnTo>
                  <a:pt x="238125" y="1695450"/>
                </a:lnTo>
                <a:lnTo>
                  <a:pt x="238125" y="1676400"/>
                </a:lnTo>
                <a:lnTo>
                  <a:pt x="247650" y="1676400"/>
                </a:lnTo>
                <a:lnTo>
                  <a:pt x="247650" y="1666875"/>
                </a:lnTo>
                <a:lnTo>
                  <a:pt x="257175" y="1666875"/>
                </a:lnTo>
                <a:lnTo>
                  <a:pt x="257175" y="1647825"/>
                </a:lnTo>
                <a:lnTo>
                  <a:pt x="266700" y="1647825"/>
                </a:lnTo>
                <a:lnTo>
                  <a:pt x="266700" y="1609725"/>
                </a:lnTo>
                <a:lnTo>
                  <a:pt x="276225" y="1609725"/>
                </a:lnTo>
                <a:lnTo>
                  <a:pt x="276225" y="1590675"/>
                </a:lnTo>
                <a:lnTo>
                  <a:pt x="285750" y="1590675"/>
                </a:lnTo>
                <a:lnTo>
                  <a:pt x="285750" y="1571625"/>
                </a:lnTo>
                <a:lnTo>
                  <a:pt x="295275" y="1571625"/>
                </a:lnTo>
                <a:lnTo>
                  <a:pt x="295275" y="1552575"/>
                </a:lnTo>
                <a:lnTo>
                  <a:pt x="304800" y="1552575"/>
                </a:lnTo>
                <a:lnTo>
                  <a:pt x="304800" y="1533525"/>
                </a:lnTo>
                <a:lnTo>
                  <a:pt x="314325" y="1533525"/>
                </a:lnTo>
                <a:lnTo>
                  <a:pt x="314325" y="1514475"/>
                </a:lnTo>
                <a:lnTo>
                  <a:pt x="323850" y="1514475"/>
                </a:lnTo>
                <a:lnTo>
                  <a:pt x="323850" y="1504950"/>
                </a:lnTo>
                <a:lnTo>
                  <a:pt x="333375" y="1504950"/>
                </a:lnTo>
                <a:lnTo>
                  <a:pt x="333375" y="1495425"/>
                </a:lnTo>
                <a:lnTo>
                  <a:pt x="342900" y="1495425"/>
                </a:lnTo>
                <a:lnTo>
                  <a:pt x="342900" y="1476375"/>
                </a:lnTo>
                <a:lnTo>
                  <a:pt x="352425" y="1476375"/>
                </a:lnTo>
                <a:lnTo>
                  <a:pt x="352425" y="1466850"/>
                </a:lnTo>
                <a:lnTo>
                  <a:pt x="371475" y="1466850"/>
                </a:lnTo>
                <a:lnTo>
                  <a:pt x="371475" y="1457325"/>
                </a:lnTo>
                <a:lnTo>
                  <a:pt x="381000" y="1457325"/>
                </a:lnTo>
                <a:lnTo>
                  <a:pt x="381000" y="1447800"/>
                </a:lnTo>
                <a:lnTo>
                  <a:pt x="390525" y="1447800"/>
                </a:lnTo>
                <a:lnTo>
                  <a:pt x="390525" y="1438275"/>
                </a:lnTo>
                <a:lnTo>
                  <a:pt x="400050" y="1438275"/>
                </a:lnTo>
                <a:lnTo>
                  <a:pt x="400050" y="1428750"/>
                </a:lnTo>
                <a:lnTo>
                  <a:pt x="419100" y="1428750"/>
                </a:lnTo>
                <a:lnTo>
                  <a:pt x="419100" y="1419225"/>
                </a:lnTo>
                <a:lnTo>
                  <a:pt x="438150" y="1419225"/>
                </a:lnTo>
                <a:lnTo>
                  <a:pt x="438150" y="1409700"/>
                </a:lnTo>
                <a:lnTo>
                  <a:pt x="457200" y="1409700"/>
                </a:lnTo>
                <a:lnTo>
                  <a:pt x="457200" y="1400175"/>
                </a:lnTo>
                <a:lnTo>
                  <a:pt x="476250" y="1400175"/>
                </a:lnTo>
                <a:lnTo>
                  <a:pt x="476250" y="1390650"/>
                </a:lnTo>
                <a:lnTo>
                  <a:pt x="495300" y="1390650"/>
                </a:lnTo>
                <a:lnTo>
                  <a:pt x="495300" y="1381125"/>
                </a:lnTo>
                <a:lnTo>
                  <a:pt x="514350" y="1381125"/>
                </a:lnTo>
                <a:lnTo>
                  <a:pt x="514350" y="1371600"/>
                </a:lnTo>
                <a:lnTo>
                  <a:pt x="542925" y="1371600"/>
                </a:lnTo>
                <a:lnTo>
                  <a:pt x="542925" y="1362075"/>
                </a:lnTo>
                <a:lnTo>
                  <a:pt x="561975" y="1362075"/>
                </a:lnTo>
                <a:lnTo>
                  <a:pt x="561975" y="1352550"/>
                </a:lnTo>
                <a:lnTo>
                  <a:pt x="590550" y="1352550"/>
                </a:lnTo>
                <a:lnTo>
                  <a:pt x="590550" y="1343025"/>
                </a:lnTo>
                <a:lnTo>
                  <a:pt x="619125" y="1343025"/>
                </a:lnTo>
                <a:lnTo>
                  <a:pt x="619125" y="1333500"/>
                </a:lnTo>
                <a:lnTo>
                  <a:pt x="657225" y="1333500"/>
                </a:lnTo>
                <a:close/>
                <a:moveTo>
                  <a:pt x="1000125" y="1543050"/>
                </a:moveTo>
                <a:lnTo>
                  <a:pt x="1028700" y="1543050"/>
                </a:lnTo>
                <a:lnTo>
                  <a:pt x="1028700" y="1552575"/>
                </a:lnTo>
                <a:lnTo>
                  <a:pt x="1038225" y="1552575"/>
                </a:lnTo>
                <a:lnTo>
                  <a:pt x="1038225" y="1562100"/>
                </a:lnTo>
                <a:lnTo>
                  <a:pt x="1047750" y="1562100"/>
                </a:lnTo>
                <a:lnTo>
                  <a:pt x="1047750" y="1590675"/>
                </a:lnTo>
                <a:lnTo>
                  <a:pt x="1038225" y="1590675"/>
                </a:lnTo>
                <a:lnTo>
                  <a:pt x="1038225" y="1600200"/>
                </a:lnTo>
                <a:lnTo>
                  <a:pt x="1028700" y="1600200"/>
                </a:lnTo>
                <a:lnTo>
                  <a:pt x="1028700" y="1609725"/>
                </a:lnTo>
                <a:lnTo>
                  <a:pt x="1000125" y="1609725"/>
                </a:lnTo>
                <a:lnTo>
                  <a:pt x="1000125" y="1600200"/>
                </a:lnTo>
                <a:lnTo>
                  <a:pt x="990600" y="1600200"/>
                </a:lnTo>
                <a:lnTo>
                  <a:pt x="990600" y="1590675"/>
                </a:lnTo>
                <a:lnTo>
                  <a:pt x="981075" y="1590675"/>
                </a:lnTo>
                <a:lnTo>
                  <a:pt x="981075" y="1562100"/>
                </a:lnTo>
                <a:lnTo>
                  <a:pt x="990600" y="1562100"/>
                </a:lnTo>
                <a:lnTo>
                  <a:pt x="990600" y="1552575"/>
                </a:lnTo>
                <a:lnTo>
                  <a:pt x="1000125" y="1552575"/>
                </a:lnTo>
                <a:close/>
                <a:moveTo>
                  <a:pt x="1019175" y="1581150"/>
                </a:moveTo>
                <a:lnTo>
                  <a:pt x="1028700" y="1581150"/>
                </a:lnTo>
                <a:lnTo>
                  <a:pt x="1028700" y="1571625"/>
                </a:lnTo>
                <a:lnTo>
                  <a:pt x="1019175" y="1571625"/>
                </a:lnTo>
                <a:lnTo>
                  <a:pt x="1019175" y="1562100"/>
                </a:lnTo>
                <a:lnTo>
                  <a:pt x="1000125" y="1562100"/>
                </a:lnTo>
                <a:lnTo>
                  <a:pt x="1000125" y="1590675"/>
                </a:lnTo>
                <a:lnTo>
                  <a:pt x="1019175" y="1590675"/>
                </a:lnTo>
                <a:close/>
                <a:moveTo>
                  <a:pt x="1000125" y="1647825"/>
                </a:moveTo>
                <a:lnTo>
                  <a:pt x="1019175" y="1647825"/>
                </a:lnTo>
                <a:lnTo>
                  <a:pt x="1019175" y="1657350"/>
                </a:lnTo>
                <a:lnTo>
                  <a:pt x="1028700" y="1657350"/>
                </a:lnTo>
                <a:lnTo>
                  <a:pt x="1028700" y="1666875"/>
                </a:lnTo>
                <a:lnTo>
                  <a:pt x="1038225" y="1666875"/>
                </a:lnTo>
                <a:lnTo>
                  <a:pt x="1038225" y="1695450"/>
                </a:lnTo>
                <a:lnTo>
                  <a:pt x="1028700" y="1695450"/>
                </a:lnTo>
                <a:lnTo>
                  <a:pt x="1028700" y="1704975"/>
                </a:lnTo>
                <a:lnTo>
                  <a:pt x="1019175" y="1704975"/>
                </a:lnTo>
                <a:lnTo>
                  <a:pt x="1019175" y="1714500"/>
                </a:lnTo>
                <a:lnTo>
                  <a:pt x="1000125" y="1714500"/>
                </a:lnTo>
                <a:lnTo>
                  <a:pt x="1000125" y="1704975"/>
                </a:lnTo>
                <a:lnTo>
                  <a:pt x="990600" y="1704975"/>
                </a:lnTo>
                <a:lnTo>
                  <a:pt x="990600" y="1695450"/>
                </a:lnTo>
                <a:lnTo>
                  <a:pt x="981075" y="1695450"/>
                </a:lnTo>
                <a:lnTo>
                  <a:pt x="981075" y="1666875"/>
                </a:lnTo>
                <a:lnTo>
                  <a:pt x="990600" y="1666875"/>
                </a:lnTo>
                <a:lnTo>
                  <a:pt x="990600" y="1657350"/>
                </a:lnTo>
                <a:lnTo>
                  <a:pt x="1000125" y="1657350"/>
                </a:lnTo>
                <a:close/>
                <a:moveTo>
                  <a:pt x="1000125" y="1685925"/>
                </a:moveTo>
                <a:lnTo>
                  <a:pt x="1009650" y="1685925"/>
                </a:lnTo>
                <a:lnTo>
                  <a:pt x="1009650" y="1695450"/>
                </a:lnTo>
                <a:lnTo>
                  <a:pt x="1019175" y="1695450"/>
                </a:lnTo>
                <a:lnTo>
                  <a:pt x="1019175" y="1685925"/>
                </a:lnTo>
                <a:lnTo>
                  <a:pt x="1028700" y="1685925"/>
                </a:lnTo>
                <a:lnTo>
                  <a:pt x="1028700" y="1676400"/>
                </a:lnTo>
                <a:lnTo>
                  <a:pt x="1019175" y="1676400"/>
                </a:lnTo>
                <a:lnTo>
                  <a:pt x="1019175" y="1666875"/>
                </a:lnTo>
                <a:lnTo>
                  <a:pt x="1009650" y="1666875"/>
                </a:lnTo>
                <a:lnTo>
                  <a:pt x="1009650" y="1676400"/>
                </a:lnTo>
                <a:lnTo>
                  <a:pt x="1000125" y="1676400"/>
                </a:lnTo>
                <a:close/>
                <a:moveTo>
                  <a:pt x="1352550" y="1733550"/>
                </a:moveTo>
                <a:lnTo>
                  <a:pt x="1371600" y="1733550"/>
                </a:lnTo>
                <a:lnTo>
                  <a:pt x="1371600" y="1743075"/>
                </a:lnTo>
                <a:lnTo>
                  <a:pt x="1381125" y="1743075"/>
                </a:lnTo>
                <a:lnTo>
                  <a:pt x="1381125" y="1752600"/>
                </a:lnTo>
                <a:lnTo>
                  <a:pt x="1390650" y="1752600"/>
                </a:lnTo>
                <a:lnTo>
                  <a:pt x="1390650" y="1800225"/>
                </a:lnTo>
                <a:lnTo>
                  <a:pt x="1400175" y="1800225"/>
                </a:lnTo>
                <a:lnTo>
                  <a:pt x="1400175" y="1866900"/>
                </a:lnTo>
                <a:lnTo>
                  <a:pt x="1409700" y="1866900"/>
                </a:lnTo>
                <a:lnTo>
                  <a:pt x="1409700" y="1876425"/>
                </a:lnTo>
                <a:lnTo>
                  <a:pt x="1400175" y="1876425"/>
                </a:lnTo>
                <a:lnTo>
                  <a:pt x="1400175" y="1885950"/>
                </a:lnTo>
                <a:lnTo>
                  <a:pt x="1381125" y="1885950"/>
                </a:lnTo>
                <a:lnTo>
                  <a:pt x="1381125" y="1895475"/>
                </a:lnTo>
                <a:lnTo>
                  <a:pt x="1362075" y="1895475"/>
                </a:lnTo>
                <a:lnTo>
                  <a:pt x="1362075" y="1905000"/>
                </a:lnTo>
                <a:lnTo>
                  <a:pt x="1352550" y="1905000"/>
                </a:lnTo>
                <a:lnTo>
                  <a:pt x="1352550" y="1866900"/>
                </a:lnTo>
                <a:lnTo>
                  <a:pt x="1343025" y="1866900"/>
                </a:lnTo>
                <a:lnTo>
                  <a:pt x="1343025" y="1743075"/>
                </a:lnTo>
                <a:lnTo>
                  <a:pt x="1352550" y="1743075"/>
                </a:lnTo>
                <a:close/>
                <a:moveTo>
                  <a:pt x="495300" y="1743075"/>
                </a:moveTo>
                <a:lnTo>
                  <a:pt x="523875" y="1743075"/>
                </a:lnTo>
                <a:lnTo>
                  <a:pt x="523875" y="1752600"/>
                </a:lnTo>
                <a:lnTo>
                  <a:pt x="533400" y="1752600"/>
                </a:lnTo>
                <a:lnTo>
                  <a:pt x="533400" y="1819275"/>
                </a:lnTo>
                <a:lnTo>
                  <a:pt x="523875" y="1819275"/>
                </a:lnTo>
                <a:lnTo>
                  <a:pt x="523875" y="1895475"/>
                </a:lnTo>
                <a:lnTo>
                  <a:pt x="504825" y="1895475"/>
                </a:lnTo>
                <a:lnTo>
                  <a:pt x="504825" y="1885950"/>
                </a:lnTo>
                <a:lnTo>
                  <a:pt x="485775" y="1885950"/>
                </a:lnTo>
                <a:lnTo>
                  <a:pt x="485775" y="1876425"/>
                </a:lnTo>
                <a:lnTo>
                  <a:pt x="466725" y="1876425"/>
                </a:lnTo>
                <a:lnTo>
                  <a:pt x="466725" y="1866900"/>
                </a:lnTo>
                <a:lnTo>
                  <a:pt x="457200" y="1866900"/>
                </a:lnTo>
                <a:lnTo>
                  <a:pt x="457200" y="1857375"/>
                </a:lnTo>
                <a:lnTo>
                  <a:pt x="466725" y="1857375"/>
                </a:lnTo>
                <a:lnTo>
                  <a:pt x="466725" y="1847850"/>
                </a:lnTo>
                <a:lnTo>
                  <a:pt x="476250" y="1847850"/>
                </a:lnTo>
                <a:lnTo>
                  <a:pt x="476250" y="1790700"/>
                </a:lnTo>
                <a:lnTo>
                  <a:pt x="485775" y="1790700"/>
                </a:lnTo>
                <a:lnTo>
                  <a:pt x="485775" y="1752600"/>
                </a:lnTo>
                <a:lnTo>
                  <a:pt x="495300" y="1752600"/>
                </a:lnTo>
                <a:close/>
                <a:moveTo>
                  <a:pt x="1352550" y="1809750"/>
                </a:moveTo>
                <a:lnTo>
                  <a:pt x="1362075" y="1809750"/>
                </a:lnTo>
                <a:lnTo>
                  <a:pt x="1362075" y="1838325"/>
                </a:lnTo>
                <a:lnTo>
                  <a:pt x="1381125" y="1838325"/>
                </a:lnTo>
                <a:lnTo>
                  <a:pt x="1381125" y="1809750"/>
                </a:lnTo>
                <a:lnTo>
                  <a:pt x="1371600" y="1809750"/>
                </a:lnTo>
                <a:lnTo>
                  <a:pt x="1371600" y="1762125"/>
                </a:lnTo>
                <a:lnTo>
                  <a:pt x="1352550" y="1762125"/>
                </a:lnTo>
                <a:close/>
                <a:moveTo>
                  <a:pt x="495300" y="1847850"/>
                </a:moveTo>
                <a:lnTo>
                  <a:pt x="514350" y="1847850"/>
                </a:lnTo>
                <a:lnTo>
                  <a:pt x="514350" y="1771650"/>
                </a:lnTo>
                <a:lnTo>
                  <a:pt x="495300" y="1771650"/>
                </a:lnTo>
                <a:close/>
                <a:moveTo>
                  <a:pt x="1371600" y="1876425"/>
                </a:moveTo>
                <a:lnTo>
                  <a:pt x="1390650" y="1876425"/>
                </a:lnTo>
                <a:lnTo>
                  <a:pt x="1390650" y="1857375"/>
                </a:lnTo>
                <a:lnTo>
                  <a:pt x="1371600" y="1857375"/>
                </a:lnTo>
                <a:close/>
              </a:path>
            </a:pathLst>
          </a:custGeom>
          <a:solidFill xmlns:a="http://schemas.openxmlformats.org/drawingml/2006/main">
            <a:srgbClr val="4C5B83"/>
          </a:solidFill>
          <a:ln xmlns:a="http://schemas.openxmlformats.org/drawingml/2006/main" w="0">
            <a:noFill/>
          </a:ln>
        </p:spPr>
      </p:sp>
      <p:sp>
        <p:nvSpPr>
          <p:cNvPr id="70" name="juan vector #3767a9">
            <a:extLst xmlns:a="http://schemas.openxmlformats.org/drawingml/2006/main">
              <a:ext uri="{FF2B5EF4-FFF2-40B4-BE49-F238E27FC236}">
                <a16:creationId xmlns:a16="http://schemas.microsoft.com/office/drawing/2014/main" id="{154191EA-D7B5-4739-B5BD-C5F0EB90288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48900" y="2552700"/>
            <a:ext cx="2085975" cy="2085975"/>
          </a:xfrm>
          <a:custGeom xmlns:a="http://schemas.openxmlformats.org/drawingml/2006/main">
            <a:pathLst>
              <a:path w="2085975" h="2085975">
                <a:moveTo>
                  <a:pt x="1362075" y="1409700"/>
                </a:moveTo>
                <a:lnTo>
                  <a:pt x="1371600" y="1409700"/>
                </a:lnTo>
                <a:lnTo>
                  <a:pt x="1371600" y="1419225"/>
                </a:lnTo>
                <a:lnTo>
                  <a:pt x="1362075" y="1419225"/>
                </a:lnTo>
                <a:close/>
                <a:moveTo>
                  <a:pt x="485775" y="1419225"/>
                </a:moveTo>
                <a:lnTo>
                  <a:pt x="523875" y="1419225"/>
                </a:lnTo>
                <a:lnTo>
                  <a:pt x="523875" y="1438275"/>
                </a:lnTo>
                <a:lnTo>
                  <a:pt x="533400" y="1438275"/>
                </a:lnTo>
                <a:lnTo>
                  <a:pt x="533400" y="1447800"/>
                </a:lnTo>
                <a:lnTo>
                  <a:pt x="552450" y="1447800"/>
                </a:lnTo>
                <a:lnTo>
                  <a:pt x="552450" y="1438275"/>
                </a:lnTo>
                <a:lnTo>
                  <a:pt x="561975" y="1438275"/>
                </a:lnTo>
                <a:lnTo>
                  <a:pt x="561975" y="1428750"/>
                </a:lnTo>
                <a:lnTo>
                  <a:pt x="571500" y="1428750"/>
                </a:lnTo>
                <a:lnTo>
                  <a:pt x="571500" y="1447800"/>
                </a:lnTo>
                <a:lnTo>
                  <a:pt x="581025" y="1447800"/>
                </a:lnTo>
                <a:lnTo>
                  <a:pt x="581025" y="1457325"/>
                </a:lnTo>
                <a:lnTo>
                  <a:pt x="590550" y="1457325"/>
                </a:lnTo>
                <a:lnTo>
                  <a:pt x="590550" y="1466850"/>
                </a:lnTo>
                <a:lnTo>
                  <a:pt x="600075" y="1466850"/>
                </a:lnTo>
                <a:lnTo>
                  <a:pt x="600075" y="1476375"/>
                </a:lnTo>
                <a:lnTo>
                  <a:pt x="609600" y="1476375"/>
                </a:lnTo>
                <a:lnTo>
                  <a:pt x="609600" y="1485900"/>
                </a:lnTo>
                <a:lnTo>
                  <a:pt x="619125" y="1485900"/>
                </a:lnTo>
                <a:lnTo>
                  <a:pt x="619125" y="1495425"/>
                </a:lnTo>
                <a:lnTo>
                  <a:pt x="628650" y="1495425"/>
                </a:lnTo>
                <a:lnTo>
                  <a:pt x="628650" y="1485900"/>
                </a:lnTo>
                <a:lnTo>
                  <a:pt x="666750" y="1485900"/>
                </a:lnTo>
                <a:lnTo>
                  <a:pt x="666750" y="1476375"/>
                </a:lnTo>
                <a:lnTo>
                  <a:pt x="676275" y="1476375"/>
                </a:lnTo>
                <a:lnTo>
                  <a:pt x="676275" y="1466850"/>
                </a:lnTo>
                <a:lnTo>
                  <a:pt x="704850" y="1466850"/>
                </a:lnTo>
                <a:lnTo>
                  <a:pt x="704850" y="1476375"/>
                </a:lnTo>
                <a:lnTo>
                  <a:pt x="714375" y="1476375"/>
                </a:lnTo>
                <a:lnTo>
                  <a:pt x="714375" y="1485900"/>
                </a:lnTo>
                <a:lnTo>
                  <a:pt x="704850" y="1485900"/>
                </a:lnTo>
                <a:lnTo>
                  <a:pt x="704850" y="1495425"/>
                </a:lnTo>
                <a:lnTo>
                  <a:pt x="695325" y="1495425"/>
                </a:lnTo>
                <a:lnTo>
                  <a:pt x="695325" y="1504950"/>
                </a:lnTo>
                <a:lnTo>
                  <a:pt x="714375" y="1504950"/>
                </a:lnTo>
                <a:lnTo>
                  <a:pt x="714375" y="1495425"/>
                </a:lnTo>
                <a:lnTo>
                  <a:pt x="723900" y="1495425"/>
                </a:lnTo>
                <a:lnTo>
                  <a:pt x="723900" y="1504950"/>
                </a:lnTo>
                <a:lnTo>
                  <a:pt x="714375" y="1504950"/>
                </a:lnTo>
                <a:lnTo>
                  <a:pt x="714375" y="1514475"/>
                </a:lnTo>
                <a:lnTo>
                  <a:pt x="723900" y="1514475"/>
                </a:lnTo>
                <a:lnTo>
                  <a:pt x="723900" y="1524000"/>
                </a:lnTo>
                <a:lnTo>
                  <a:pt x="733425" y="1524000"/>
                </a:lnTo>
                <a:lnTo>
                  <a:pt x="733425" y="1514475"/>
                </a:lnTo>
                <a:lnTo>
                  <a:pt x="742950" y="1514475"/>
                </a:lnTo>
                <a:lnTo>
                  <a:pt x="742950" y="1524000"/>
                </a:lnTo>
                <a:lnTo>
                  <a:pt x="771525" y="1524000"/>
                </a:lnTo>
                <a:lnTo>
                  <a:pt x="771525" y="1533525"/>
                </a:lnTo>
                <a:lnTo>
                  <a:pt x="762000" y="1533525"/>
                </a:lnTo>
                <a:lnTo>
                  <a:pt x="762000" y="1552575"/>
                </a:lnTo>
                <a:lnTo>
                  <a:pt x="781050" y="1552575"/>
                </a:lnTo>
                <a:lnTo>
                  <a:pt x="781050" y="1590675"/>
                </a:lnTo>
                <a:lnTo>
                  <a:pt x="762000" y="1590675"/>
                </a:lnTo>
                <a:lnTo>
                  <a:pt x="762000" y="1571625"/>
                </a:lnTo>
                <a:lnTo>
                  <a:pt x="752475" y="1571625"/>
                </a:lnTo>
                <a:lnTo>
                  <a:pt x="752475" y="1562100"/>
                </a:lnTo>
                <a:lnTo>
                  <a:pt x="733425" y="1562100"/>
                </a:lnTo>
                <a:lnTo>
                  <a:pt x="733425" y="1552575"/>
                </a:lnTo>
                <a:lnTo>
                  <a:pt x="723900" y="1552575"/>
                </a:lnTo>
                <a:lnTo>
                  <a:pt x="723900" y="1562100"/>
                </a:lnTo>
                <a:lnTo>
                  <a:pt x="704850" y="1562100"/>
                </a:lnTo>
                <a:lnTo>
                  <a:pt x="704850" y="1552575"/>
                </a:lnTo>
                <a:lnTo>
                  <a:pt x="695325" y="1552575"/>
                </a:lnTo>
                <a:lnTo>
                  <a:pt x="695325" y="1562100"/>
                </a:lnTo>
                <a:lnTo>
                  <a:pt x="685800" y="1562100"/>
                </a:lnTo>
                <a:lnTo>
                  <a:pt x="685800" y="1571625"/>
                </a:lnTo>
                <a:lnTo>
                  <a:pt x="666750" y="1571625"/>
                </a:lnTo>
                <a:lnTo>
                  <a:pt x="666750" y="1552575"/>
                </a:lnTo>
                <a:lnTo>
                  <a:pt x="676275" y="1552575"/>
                </a:lnTo>
                <a:lnTo>
                  <a:pt x="676275" y="1543050"/>
                </a:lnTo>
                <a:lnTo>
                  <a:pt x="666750" y="1543050"/>
                </a:lnTo>
                <a:lnTo>
                  <a:pt x="666750" y="1533525"/>
                </a:lnTo>
                <a:lnTo>
                  <a:pt x="638175" y="1533525"/>
                </a:lnTo>
                <a:lnTo>
                  <a:pt x="638175" y="1524000"/>
                </a:lnTo>
                <a:lnTo>
                  <a:pt x="628650" y="1524000"/>
                </a:lnTo>
                <a:lnTo>
                  <a:pt x="628650" y="1514475"/>
                </a:lnTo>
                <a:lnTo>
                  <a:pt x="609600" y="1514475"/>
                </a:lnTo>
                <a:lnTo>
                  <a:pt x="609600" y="1524000"/>
                </a:lnTo>
                <a:lnTo>
                  <a:pt x="590550" y="1524000"/>
                </a:lnTo>
                <a:lnTo>
                  <a:pt x="590550" y="1533525"/>
                </a:lnTo>
                <a:lnTo>
                  <a:pt x="561975" y="1533525"/>
                </a:lnTo>
                <a:lnTo>
                  <a:pt x="561975" y="1524000"/>
                </a:lnTo>
                <a:lnTo>
                  <a:pt x="571500" y="1524000"/>
                </a:lnTo>
                <a:lnTo>
                  <a:pt x="571500" y="1514475"/>
                </a:lnTo>
                <a:lnTo>
                  <a:pt x="581025" y="1514475"/>
                </a:lnTo>
                <a:lnTo>
                  <a:pt x="581025" y="1504950"/>
                </a:lnTo>
                <a:lnTo>
                  <a:pt x="590550" y="1504950"/>
                </a:lnTo>
                <a:lnTo>
                  <a:pt x="590550" y="1495425"/>
                </a:lnTo>
                <a:lnTo>
                  <a:pt x="581025" y="1495425"/>
                </a:lnTo>
                <a:lnTo>
                  <a:pt x="581025" y="1485900"/>
                </a:lnTo>
                <a:lnTo>
                  <a:pt x="561975" y="1485900"/>
                </a:lnTo>
                <a:lnTo>
                  <a:pt x="561975" y="1495425"/>
                </a:lnTo>
                <a:lnTo>
                  <a:pt x="552450" y="1495425"/>
                </a:lnTo>
                <a:lnTo>
                  <a:pt x="552450" y="1514475"/>
                </a:lnTo>
                <a:lnTo>
                  <a:pt x="514350" y="1514475"/>
                </a:lnTo>
                <a:lnTo>
                  <a:pt x="514350" y="1504950"/>
                </a:lnTo>
                <a:lnTo>
                  <a:pt x="504825" y="1504950"/>
                </a:lnTo>
                <a:lnTo>
                  <a:pt x="504825" y="1495425"/>
                </a:lnTo>
                <a:lnTo>
                  <a:pt x="514350" y="1495425"/>
                </a:lnTo>
                <a:lnTo>
                  <a:pt x="514350" y="1466850"/>
                </a:lnTo>
                <a:lnTo>
                  <a:pt x="504825" y="1466850"/>
                </a:lnTo>
                <a:lnTo>
                  <a:pt x="504825" y="1447800"/>
                </a:lnTo>
                <a:lnTo>
                  <a:pt x="485775" y="1447800"/>
                </a:lnTo>
                <a:lnTo>
                  <a:pt x="485775" y="1457325"/>
                </a:lnTo>
                <a:lnTo>
                  <a:pt x="476250" y="1457325"/>
                </a:lnTo>
                <a:lnTo>
                  <a:pt x="476250" y="1476375"/>
                </a:lnTo>
                <a:lnTo>
                  <a:pt x="466725" y="1476375"/>
                </a:lnTo>
                <a:lnTo>
                  <a:pt x="466725" y="1466850"/>
                </a:lnTo>
                <a:lnTo>
                  <a:pt x="447675" y="1466850"/>
                </a:lnTo>
                <a:lnTo>
                  <a:pt x="447675" y="1457325"/>
                </a:lnTo>
                <a:lnTo>
                  <a:pt x="428625" y="1457325"/>
                </a:lnTo>
                <a:lnTo>
                  <a:pt x="428625" y="1447800"/>
                </a:lnTo>
                <a:lnTo>
                  <a:pt x="447675" y="1447800"/>
                </a:lnTo>
                <a:lnTo>
                  <a:pt x="447675" y="1438275"/>
                </a:lnTo>
                <a:lnTo>
                  <a:pt x="466725" y="1438275"/>
                </a:lnTo>
                <a:lnTo>
                  <a:pt x="466725" y="1428750"/>
                </a:lnTo>
                <a:lnTo>
                  <a:pt x="485775" y="1428750"/>
                </a:lnTo>
                <a:close/>
                <a:moveTo>
                  <a:pt x="1390650" y="1419225"/>
                </a:moveTo>
                <a:lnTo>
                  <a:pt x="1400175" y="1419225"/>
                </a:lnTo>
                <a:lnTo>
                  <a:pt x="1400175" y="1428750"/>
                </a:lnTo>
                <a:lnTo>
                  <a:pt x="1419225" y="1428750"/>
                </a:lnTo>
                <a:lnTo>
                  <a:pt x="1419225" y="1438275"/>
                </a:lnTo>
                <a:lnTo>
                  <a:pt x="1400175" y="1438275"/>
                </a:lnTo>
                <a:lnTo>
                  <a:pt x="1400175" y="1447800"/>
                </a:lnTo>
                <a:lnTo>
                  <a:pt x="1390650" y="1447800"/>
                </a:lnTo>
                <a:lnTo>
                  <a:pt x="1390650" y="1457325"/>
                </a:lnTo>
                <a:lnTo>
                  <a:pt x="1381125" y="1457325"/>
                </a:lnTo>
                <a:lnTo>
                  <a:pt x="1381125" y="1466850"/>
                </a:lnTo>
                <a:lnTo>
                  <a:pt x="1371600" y="1466850"/>
                </a:lnTo>
                <a:lnTo>
                  <a:pt x="1371600" y="1428750"/>
                </a:lnTo>
                <a:lnTo>
                  <a:pt x="1390650" y="1428750"/>
                </a:lnTo>
                <a:close/>
                <a:moveTo>
                  <a:pt x="1295400" y="1428750"/>
                </a:moveTo>
                <a:lnTo>
                  <a:pt x="1304925" y="1428750"/>
                </a:lnTo>
                <a:lnTo>
                  <a:pt x="1304925" y="1438275"/>
                </a:lnTo>
                <a:lnTo>
                  <a:pt x="1323975" y="1438275"/>
                </a:lnTo>
                <a:lnTo>
                  <a:pt x="1323975" y="1447800"/>
                </a:lnTo>
                <a:lnTo>
                  <a:pt x="1333500" y="1447800"/>
                </a:lnTo>
                <a:lnTo>
                  <a:pt x="1333500" y="1457325"/>
                </a:lnTo>
                <a:lnTo>
                  <a:pt x="1352550" y="1457325"/>
                </a:lnTo>
                <a:lnTo>
                  <a:pt x="1352550" y="1466850"/>
                </a:lnTo>
                <a:lnTo>
                  <a:pt x="1371600" y="1466850"/>
                </a:lnTo>
                <a:lnTo>
                  <a:pt x="1371600" y="1476375"/>
                </a:lnTo>
                <a:lnTo>
                  <a:pt x="1362075" y="1476375"/>
                </a:lnTo>
                <a:lnTo>
                  <a:pt x="1362075" y="1485900"/>
                </a:lnTo>
                <a:lnTo>
                  <a:pt x="1352550" y="1485900"/>
                </a:lnTo>
                <a:lnTo>
                  <a:pt x="1352550" y="1476375"/>
                </a:lnTo>
                <a:lnTo>
                  <a:pt x="1323975" y="1476375"/>
                </a:lnTo>
                <a:lnTo>
                  <a:pt x="1323975" y="1466850"/>
                </a:lnTo>
                <a:lnTo>
                  <a:pt x="1304925" y="1466850"/>
                </a:lnTo>
                <a:lnTo>
                  <a:pt x="1304925" y="1447800"/>
                </a:lnTo>
                <a:lnTo>
                  <a:pt x="1295400" y="1447800"/>
                </a:lnTo>
                <a:close/>
                <a:moveTo>
                  <a:pt x="1419225" y="1438275"/>
                </a:moveTo>
                <a:lnTo>
                  <a:pt x="1438275" y="1438275"/>
                </a:lnTo>
                <a:lnTo>
                  <a:pt x="1438275" y="1447800"/>
                </a:lnTo>
                <a:lnTo>
                  <a:pt x="1419225" y="1447800"/>
                </a:lnTo>
                <a:close/>
                <a:moveTo>
                  <a:pt x="838200" y="1447800"/>
                </a:moveTo>
                <a:lnTo>
                  <a:pt x="857250" y="1447800"/>
                </a:lnTo>
                <a:lnTo>
                  <a:pt x="857250" y="1457325"/>
                </a:lnTo>
                <a:lnTo>
                  <a:pt x="866775" y="1457325"/>
                </a:lnTo>
                <a:lnTo>
                  <a:pt x="866775" y="1466850"/>
                </a:lnTo>
                <a:lnTo>
                  <a:pt x="838200" y="1466850"/>
                </a:lnTo>
                <a:lnTo>
                  <a:pt x="838200" y="1476375"/>
                </a:lnTo>
                <a:lnTo>
                  <a:pt x="828675" y="1476375"/>
                </a:lnTo>
                <a:lnTo>
                  <a:pt x="828675" y="1457325"/>
                </a:lnTo>
                <a:lnTo>
                  <a:pt x="838200" y="1457325"/>
                </a:lnTo>
                <a:close/>
                <a:moveTo>
                  <a:pt x="1438275" y="1447800"/>
                </a:moveTo>
                <a:lnTo>
                  <a:pt x="1447800" y="1447800"/>
                </a:lnTo>
                <a:lnTo>
                  <a:pt x="1447800" y="1457325"/>
                </a:lnTo>
                <a:lnTo>
                  <a:pt x="1438275" y="1457325"/>
                </a:lnTo>
                <a:close/>
                <a:moveTo>
                  <a:pt x="476250" y="1476375"/>
                </a:moveTo>
                <a:lnTo>
                  <a:pt x="485775" y="1476375"/>
                </a:lnTo>
                <a:lnTo>
                  <a:pt x="485775" y="1485900"/>
                </a:lnTo>
                <a:lnTo>
                  <a:pt x="476250" y="1485900"/>
                </a:lnTo>
                <a:close/>
                <a:moveTo>
                  <a:pt x="1047750" y="1476375"/>
                </a:moveTo>
                <a:lnTo>
                  <a:pt x="1057275" y="1476375"/>
                </a:lnTo>
                <a:lnTo>
                  <a:pt x="1057275" y="1485900"/>
                </a:lnTo>
                <a:lnTo>
                  <a:pt x="1047750" y="1485900"/>
                </a:lnTo>
                <a:close/>
                <a:moveTo>
                  <a:pt x="1162050" y="1476375"/>
                </a:moveTo>
                <a:lnTo>
                  <a:pt x="1181100" y="1476375"/>
                </a:lnTo>
                <a:lnTo>
                  <a:pt x="1181100" y="1504950"/>
                </a:lnTo>
                <a:lnTo>
                  <a:pt x="1190625" y="1504950"/>
                </a:lnTo>
                <a:lnTo>
                  <a:pt x="1190625" y="1495425"/>
                </a:lnTo>
                <a:lnTo>
                  <a:pt x="1209675" y="1495425"/>
                </a:lnTo>
                <a:lnTo>
                  <a:pt x="1209675" y="1476375"/>
                </a:lnTo>
                <a:lnTo>
                  <a:pt x="1266825" y="1476375"/>
                </a:lnTo>
                <a:lnTo>
                  <a:pt x="1266825" y="1485900"/>
                </a:lnTo>
                <a:lnTo>
                  <a:pt x="1276350" y="1485900"/>
                </a:lnTo>
                <a:lnTo>
                  <a:pt x="1276350" y="1504950"/>
                </a:lnTo>
                <a:lnTo>
                  <a:pt x="1285875" y="1504950"/>
                </a:lnTo>
                <a:lnTo>
                  <a:pt x="1285875" y="1514475"/>
                </a:lnTo>
                <a:lnTo>
                  <a:pt x="1304925" y="1514475"/>
                </a:lnTo>
                <a:lnTo>
                  <a:pt x="1304925" y="1524000"/>
                </a:lnTo>
                <a:lnTo>
                  <a:pt x="1314450" y="1524000"/>
                </a:lnTo>
                <a:lnTo>
                  <a:pt x="1314450" y="1533525"/>
                </a:lnTo>
                <a:lnTo>
                  <a:pt x="1276350" y="1533525"/>
                </a:lnTo>
                <a:lnTo>
                  <a:pt x="1276350" y="1524000"/>
                </a:lnTo>
                <a:lnTo>
                  <a:pt x="1266825" y="1524000"/>
                </a:lnTo>
                <a:lnTo>
                  <a:pt x="1266825" y="1514475"/>
                </a:lnTo>
                <a:lnTo>
                  <a:pt x="1257300" y="1514475"/>
                </a:lnTo>
                <a:lnTo>
                  <a:pt x="1257300" y="1504950"/>
                </a:lnTo>
                <a:lnTo>
                  <a:pt x="1238250" y="1504950"/>
                </a:lnTo>
                <a:lnTo>
                  <a:pt x="1238250" y="1495425"/>
                </a:lnTo>
                <a:lnTo>
                  <a:pt x="1219200" y="1495425"/>
                </a:lnTo>
                <a:lnTo>
                  <a:pt x="1219200" y="1514475"/>
                </a:lnTo>
                <a:lnTo>
                  <a:pt x="1228725" y="1514475"/>
                </a:lnTo>
                <a:lnTo>
                  <a:pt x="1228725" y="1524000"/>
                </a:lnTo>
                <a:lnTo>
                  <a:pt x="1238250" y="1524000"/>
                </a:lnTo>
                <a:lnTo>
                  <a:pt x="1238250" y="1543050"/>
                </a:lnTo>
                <a:lnTo>
                  <a:pt x="1162050" y="1543050"/>
                </a:lnTo>
                <a:lnTo>
                  <a:pt x="1162050" y="1552575"/>
                </a:lnTo>
                <a:lnTo>
                  <a:pt x="1143000" y="1552575"/>
                </a:lnTo>
                <a:lnTo>
                  <a:pt x="1143000" y="1562100"/>
                </a:lnTo>
                <a:lnTo>
                  <a:pt x="1133475" y="1562100"/>
                </a:lnTo>
                <a:lnTo>
                  <a:pt x="1133475" y="1600200"/>
                </a:lnTo>
                <a:lnTo>
                  <a:pt x="1123950" y="1600200"/>
                </a:lnTo>
                <a:lnTo>
                  <a:pt x="1123950" y="1619250"/>
                </a:lnTo>
                <a:lnTo>
                  <a:pt x="1114425" y="1619250"/>
                </a:lnTo>
                <a:lnTo>
                  <a:pt x="1114425" y="1628775"/>
                </a:lnTo>
                <a:lnTo>
                  <a:pt x="1123950" y="1628775"/>
                </a:lnTo>
                <a:lnTo>
                  <a:pt x="1123950" y="1638300"/>
                </a:lnTo>
                <a:lnTo>
                  <a:pt x="1152525" y="1638300"/>
                </a:lnTo>
                <a:lnTo>
                  <a:pt x="1152525" y="1657350"/>
                </a:lnTo>
                <a:lnTo>
                  <a:pt x="1143000" y="1657350"/>
                </a:lnTo>
                <a:lnTo>
                  <a:pt x="1143000" y="1666875"/>
                </a:lnTo>
                <a:lnTo>
                  <a:pt x="1152525" y="1666875"/>
                </a:lnTo>
                <a:lnTo>
                  <a:pt x="1152525" y="1676400"/>
                </a:lnTo>
                <a:lnTo>
                  <a:pt x="1143000" y="1676400"/>
                </a:lnTo>
                <a:lnTo>
                  <a:pt x="1143000" y="1685925"/>
                </a:lnTo>
                <a:lnTo>
                  <a:pt x="1152525" y="1685925"/>
                </a:lnTo>
                <a:lnTo>
                  <a:pt x="1152525" y="1695450"/>
                </a:lnTo>
                <a:lnTo>
                  <a:pt x="1162050" y="1695450"/>
                </a:lnTo>
                <a:lnTo>
                  <a:pt x="1162050" y="1685925"/>
                </a:lnTo>
                <a:lnTo>
                  <a:pt x="1171575" y="1685925"/>
                </a:lnTo>
                <a:lnTo>
                  <a:pt x="1171575" y="1695450"/>
                </a:lnTo>
                <a:lnTo>
                  <a:pt x="1181100" y="1695450"/>
                </a:lnTo>
                <a:lnTo>
                  <a:pt x="1181100" y="1714500"/>
                </a:lnTo>
                <a:lnTo>
                  <a:pt x="1171575" y="1714500"/>
                </a:lnTo>
                <a:lnTo>
                  <a:pt x="1171575" y="1733550"/>
                </a:lnTo>
                <a:lnTo>
                  <a:pt x="1162050" y="1733550"/>
                </a:lnTo>
                <a:lnTo>
                  <a:pt x="1162050" y="1752600"/>
                </a:lnTo>
                <a:lnTo>
                  <a:pt x="1181100" y="1752600"/>
                </a:lnTo>
                <a:lnTo>
                  <a:pt x="1181100" y="1762125"/>
                </a:lnTo>
                <a:lnTo>
                  <a:pt x="1247775" y="1762125"/>
                </a:lnTo>
                <a:lnTo>
                  <a:pt x="1247775" y="1752600"/>
                </a:lnTo>
                <a:lnTo>
                  <a:pt x="1257300" y="1752600"/>
                </a:lnTo>
                <a:lnTo>
                  <a:pt x="1257300" y="1762125"/>
                </a:lnTo>
                <a:lnTo>
                  <a:pt x="1276350" y="1762125"/>
                </a:lnTo>
                <a:lnTo>
                  <a:pt x="1276350" y="1752600"/>
                </a:lnTo>
                <a:lnTo>
                  <a:pt x="1295400" y="1752600"/>
                </a:lnTo>
                <a:lnTo>
                  <a:pt x="1295400" y="1781175"/>
                </a:lnTo>
                <a:lnTo>
                  <a:pt x="1285875" y="1781175"/>
                </a:lnTo>
                <a:lnTo>
                  <a:pt x="1285875" y="1771650"/>
                </a:lnTo>
                <a:lnTo>
                  <a:pt x="1247775" y="1771650"/>
                </a:lnTo>
                <a:lnTo>
                  <a:pt x="1247775" y="1781175"/>
                </a:lnTo>
                <a:lnTo>
                  <a:pt x="1238250" y="1781175"/>
                </a:lnTo>
                <a:lnTo>
                  <a:pt x="1238250" y="1771650"/>
                </a:lnTo>
                <a:lnTo>
                  <a:pt x="1228725" y="1771650"/>
                </a:lnTo>
                <a:lnTo>
                  <a:pt x="1228725" y="1790700"/>
                </a:lnTo>
                <a:lnTo>
                  <a:pt x="1247775" y="1790700"/>
                </a:lnTo>
                <a:lnTo>
                  <a:pt x="1247775" y="1800225"/>
                </a:lnTo>
                <a:lnTo>
                  <a:pt x="1257300" y="1800225"/>
                </a:lnTo>
                <a:lnTo>
                  <a:pt x="1257300" y="1809750"/>
                </a:lnTo>
                <a:lnTo>
                  <a:pt x="1276350" y="1809750"/>
                </a:lnTo>
                <a:lnTo>
                  <a:pt x="1276350" y="1819275"/>
                </a:lnTo>
                <a:lnTo>
                  <a:pt x="1285875" y="1819275"/>
                </a:lnTo>
                <a:lnTo>
                  <a:pt x="1285875" y="1838325"/>
                </a:lnTo>
                <a:lnTo>
                  <a:pt x="1295400" y="1838325"/>
                </a:lnTo>
                <a:lnTo>
                  <a:pt x="1295400" y="1857375"/>
                </a:lnTo>
                <a:lnTo>
                  <a:pt x="1314450" y="1857375"/>
                </a:lnTo>
                <a:lnTo>
                  <a:pt x="1314450" y="1866900"/>
                </a:lnTo>
                <a:lnTo>
                  <a:pt x="1333500" y="1866900"/>
                </a:lnTo>
                <a:lnTo>
                  <a:pt x="1333500" y="1876425"/>
                </a:lnTo>
                <a:lnTo>
                  <a:pt x="1323975" y="1876425"/>
                </a:lnTo>
                <a:lnTo>
                  <a:pt x="1323975" y="1885950"/>
                </a:lnTo>
                <a:lnTo>
                  <a:pt x="1314450" y="1885950"/>
                </a:lnTo>
                <a:lnTo>
                  <a:pt x="1314450" y="1895475"/>
                </a:lnTo>
                <a:lnTo>
                  <a:pt x="1304925" y="1895475"/>
                </a:lnTo>
                <a:lnTo>
                  <a:pt x="1304925" y="1905000"/>
                </a:lnTo>
                <a:lnTo>
                  <a:pt x="1276350" y="1905000"/>
                </a:lnTo>
                <a:lnTo>
                  <a:pt x="1276350" y="1914525"/>
                </a:lnTo>
                <a:lnTo>
                  <a:pt x="1247775" y="1914525"/>
                </a:lnTo>
                <a:lnTo>
                  <a:pt x="1247775" y="1924050"/>
                </a:lnTo>
                <a:lnTo>
                  <a:pt x="1228725" y="1924050"/>
                </a:lnTo>
                <a:lnTo>
                  <a:pt x="1228725" y="1933575"/>
                </a:lnTo>
                <a:lnTo>
                  <a:pt x="1200150" y="1933575"/>
                </a:lnTo>
                <a:lnTo>
                  <a:pt x="1200150" y="1943100"/>
                </a:lnTo>
                <a:lnTo>
                  <a:pt x="1143000" y="1943100"/>
                </a:lnTo>
                <a:lnTo>
                  <a:pt x="1143000" y="1952625"/>
                </a:lnTo>
                <a:lnTo>
                  <a:pt x="1114425" y="1952625"/>
                </a:lnTo>
                <a:lnTo>
                  <a:pt x="1114425" y="1962150"/>
                </a:lnTo>
                <a:lnTo>
                  <a:pt x="1047750" y="1962150"/>
                </a:lnTo>
                <a:lnTo>
                  <a:pt x="1047750" y="1971675"/>
                </a:lnTo>
                <a:lnTo>
                  <a:pt x="1038225" y="1971675"/>
                </a:lnTo>
                <a:lnTo>
                  <a:pt x="1038225" y="1962150"/>
                </a:lnTo>
                <a:lnTo>
                  <a:pt x="1028700" y="1962150"/>
                </a:lnTo>
                <a:lnTo>
                  <a:pt x="1028700" y="1971675"/>
                </a:lnTo>
                <a:lnTo>
                  <a:pt x="962025" y="1971675"/>
                </a:lnTo>
                <a:lnTo>
                  <a:pt x="962025" y="1981200"/>
                </a:lnTo>
                <a:lnTo>
                  <a:pt x="933450" y="1981200"/>
                </a:lnTo>
                <a:lnTo>
                  <a:pt x="933450" y="1971675"/>
                </a:lnTo>
                <a:lnTo>
                  <a:pt x="904875" y="1971675"/>
                </a:lnTo>
                <a:lnTo>
                  <a:pt x="904875" y="1962150"/>
                </a:lnTo>
                <a:lnTo>
                  <a:pt x="866775" y="1962150"/>
                </a:lnTo>
                <a:lnTo>
                  <a:pt x="866775" y="1971675"/>
                </a:lnTo>
                <a:lnTo>
                  <a:pt x="857250" y="1971675"/>
                </a:lnTo>
                <a:lnTo>
                  <a:pt x="857250" y="1962150"/>
                </a:lnTo>
                <a:lnTo>
                  <a:pt x="819150" y="1962150"/>
                </a:lnTo>
                <a:lnTo>
                  <a:pt x="819150" y="1971675"/>
                </a:lnTo>
                <a:lnTo>
                  <a:pt x="809625" y="1971675"/>
                </a:lnTo>
                <a:lnTo>
                  <a:pt x="809625" y="1962150"/>
                </a:lnTo>
                <a:lnTo>
                  <a:pt x="752475" y="1962150"/>
                </a:lnTo>
                <a:lnTo>
                  <a:pt x="752475" y="1952625"/>
                </a:lnTo>
                <a:lnTo>
                  <a:pt x="723900" y="1952625"/>
                </a:lnTo>
                <a:lnTo>
                  <a:pt x="723900" y="1943100"/>
                </a:lnTo>
                <a:lnTo>
                  <a:pt x="704850" y="1943100"/>
                </a:lnTo>
                <a:lnTo>
                  <a:pt x="704850" y="1933575"/>
                </a:lnTo>
                <a:lnTo>
                  <a:pt x="657225" y="1933575"/>
                </a:lnTo>
                <a:lnTo>
                  <a:pt x="657225" y="1924050"/>
                </a:lnTo>
                <a:lnTo>
                  <a:pt x="628650" y="1924050"/>
                </a:lnTo>
                <a:lnTo>
                  <a:pt x="628650" y="1914525"/>
                </a:lnTo>
                <a:lnTo>
                  <a:pt x="590550" y="1914525"/>
                </a:lnTo>
                <a:lnTo>
                  <a:pt x="590550" y="1905000"/>
                </a:lnTo>
                <a:lnTo>
                  <a:pt x="581025" y="1905000"/>
                </a:lnTo>
                <a:lnTo>
                  <a:pt x="581025" y="1895475"/>
                </a:lnTo>
                <a:lnTo>
                  <a:pt x="552450" y="1895475"/>
                </a:lnTo>
                <a:lnTo>
                  <a:pt x="552450" y="1885950"/>
                </a:lnTo>
                <a:lnTo>
                  <a:pt x="542925" y="1885950"/>
                </a:lnTo>
                <a:lnTo>
                  <a:pt x="542925" y="1876425"/>
                </a:lnTo>
                <a:lnTo>
                  <a:pt x="552450" y="1876425"/>
                </a:lnTo>
                <a:lnTo>
                  <a:pt x="552450" y="1866900"/>
                </a:lnTo>
                <a:lnTo>
                  <a:pt x="571500" y="1866900"/>
                </a:lnTo>
                <a:lnTo>
                  <a:pt x="571500" y="1847850"/>
                </a:lnTo>
                <a:lnTo>
                  <a:pt x="581025" y="1847850"/>
                </a:lnTo>
                <a:lnTo>
                  <a:pt x="581025" y="1838325"/>
                </a:lnTo>
                <a:lnTo>
                  <a:pt x="590550" y="1838325"/>
                </a:lnTo>
                <a:lnTo>
                  <a:pt x="590550" y="1847850"/>
                </a:lnTo>
                <a:lnTo>
                  <a:pt x="619125" y="1847850"/>
                </a:lnTo>
                <a:lnTo>
                  <a:pt x="619125" y="1838325"/>
                </a:lnTo>
                <a:lnTo>
                  <a:pt x="638175" y="1838325"/>
                </a:lnTo>
                <a:lnTo>
                  <a:pt x="638175" y="1828800"/>
                </a:lnTo>
                <a:lnTo>
                  <a:pt x="628650" y="1828800"/>
                </a:lnTo>
                <a:lnTo>
                  <a:pt x="628650" y="1819275"/>
                </a:lnTo>
                <a:lnTo>
                  <a:pt x="657225" y="1819275"/>
                </a:lnTo>
                <a:lnTo>
                  <a:pt x="657225" y="1809750"/>
                </a:lnTo>
                <a:lnTo>
                  <a:pt x="695325" y="1809750"/>
                </a:lnTo>
                <a:lnTo>
                  <a:pt x="695325" y="1800225"/>
                </a:lnTo>
                <a:lnTo>
                  <a:pt x="704850" y="1800225"/>
                </a:lnTo>
                <a:lnTo>
                  <a:pt x="704850" y="1781175"/>
                </a:lnTo>
                <a:lnTo>
                  <a:pt x="714375" y="1781175"/>
                </a:lnTo>
                <a:lnTo>
                  <a:pt x="714375" y="1771650"/>
                </a:lnTo>
                <a:lnTo>
                  <a:pt x="723900" y="1771650"/>
                </a:lnTo>
                <a:lnTo>
                  <a:pt x="723900" y="1762125"/>
                </a:lnTo>
                <a:lnTo>
                  <a:pt x="762000" y="1762125"/>
                </a:lnTo>
                <a:lnTo>
                  <a:pt x="762000" y="1800225"/>
                </a:lnTo>
                <a:lnTo>
                  <a:pt x="771525" y="1800225"/>
                </a:lnTo>
                <a:lnTo>
                  <a:pt x="771525" y="1828800"/>
                </a:lnTo>
                <a:lnTo>
                  <a:pt x="790575" y="1828800"/>
                </a:lnTo>
                <a:lnTo>
                  <a:pt x="790575" y="1781175"/>
                </a:lnTo>
                <a:lnTo>
                  <a:pt x="800100" y="1781175"/>
                </a:lnTo>
                <a:lnTo>
                  <a:pt x="800100" y="1771650"/>
                </a:lnTo>
                <a:lnTo>
                  <a:pt x="809625" y="1771650"/>
                </a:lnTo>
                <a:lnTo>
                  <a:pt x="809625" y="1743075"/>
                </a:lnTo>
                <a:lnTo>
                  <a:pt x="800100" y="1743075"/>
                </a:lnTo>
                <a:lnTo>
                  <a:pt x="800100" y="1752600"/>
                </a:lnTo>
                <a:lnTo>
                  <a:pt x="790575" y="1752600"/>
                </a:lnTo>
                <a:lnTo>
                  <a:pt x="790575" y="1724025"/>
                </a:lnTo>
                <a:lnTo>
                  <a:pt x="781050" y="1724025"/>
                </a:lnTo>
                <a:lnTo>
                  <a:pt x="781050" y="1704975"/>
                </a:lnTo>
                <a:lnTo>
                  <a:pt x="790575" y="1704975"/>
                </a:lnTo>
                <a:lnTo>
                  <a:pt x="790575" y="1657350"/>
                </a:lnTo>
                <a:lnTo>
                  <a:pt x="809625" y="1657350"/>
                </a:lnTo>
                <a:lnTo>
                  <a:pt x="809625" y="1600200"/>
                </a:lnTo>
                <a:lnTo>
                  <a:pt x="828675" y="1600200"/>
                </a:lnTo>
                <a:lnTo>
                  <a:pt x="828675" y="1590675"/>
                </a:lnTo>
                <a:lnTo>
                  <a:pt x="847725" y="1590675"/>
                </a:lnTo>
                <a:lnTo>
                  <a:pt x="847725" y="1600200"/>
                </a:lnTo>
                <a:lnTo>
                  <a:pt x="876300" y="1600200"/>
                </a:lnTo>
                <a:lnTo>
                  <a:pt x="876300" y="1590675"/>
                </a:lnTo>
                <a:lnTo>
                  <a:pt x="885825" y="1590675"/>
                </a:lnTo>
                <a:lnTo>
                  <a:pt x="885825" y="1638300"/>
                </a:lnTo>
                <a:lnTo>
                  <a:pt x="895350" y="1638300"/>
                </a:lnTo>
                <a:lnTo>
                  <a:pt x="895350" y="1724025"/>
                </a:lnTo>
                <a:lnTo>
                  <a:pt x="904875" y="1724025"/>
                </a:lnTo>
                <a:lnTo>
                  <a:pt x="904875" y="1752600"/>
                </a:lnTo>
                <a:lnTo>
                  <a:pt x="914400" y="1752600"/>
                </a:lnTo>
                <a:lnTo>
                  <a:pt x="914400" y="1762125"/>
                </a:lnTo>
                <a:lnTo>
                  <a:pt x="962025" y="1762125"/>
                </a:lnTo>
                <a:lnTo>
                  <a:pt x="962025" y="1752600"/>
                </a:lnTo>
                <a:lnTo>
                  <a:pt x="971550" y="1752600"/>
                </a:lnTo>
                <a:lnTo>
                  <a:pt x="971550" y="1733550"/>
                </a:lnTo>
                <a:lnTo>
                  <a:pt x="990600" y="1733550"/>
                </a:lnTo>
                <a:lnTo>
                  <a:pt x="990600" y="1724025"/>
                </a:lnTo>
                <a:lnTo>
                  <a:pt x="1038225" y="1724025"/>
                </a:lnTo>
                <a:lnTo>
                  <a:pt x="1038225" y="1714500"/>
                </a:lnTo>
                <a:lnTo>
                  <a:pt x="1047750" y="1714500"/>
                </a:lnTo>
                <a:lnTo>
                  <a:pt x="1047750" y="1695450"/>
                </a:lnTo>
                <a:lnTo>
                  <a:pt x="1057275" y="1695450"/>
                </a:lnTo>
                <a:lnTo>
                  <a:pt x="1057275" y="1666875"/>
                </a:lnTo>
                <a:lnTo>
                  <a:pt x="1066800" y="1666875"/>
                </a:lnTo>
                <a:lnTo>
                  <a:pt x="1066800" y="1657350"/>
                </a:lnTo>
                <a:lnTo>
                  <a:pt x="1085850" y="1657350"/>
                </a:lnTo>
                <a:lnTo>
                  <a:pt x="1085850" y="1638300"/>
                </a:lnTo>
                <a:lnTo>
                  <a:pt x="1095375" y="1638300"/>
                </a:lnTo>
                <a:lnTo>
                  <a:pt x="1095375" y="1628775"/>
                </a:lnTo>
                <a:lnTo>
                  <a:pt x="1104900" y="1628775"/>
                </a:lnTo>
                <a:lnTo>
                  <a:pt x="1104900" y="1600200"/>
                </a:lnTo>
                <a:lnTo>
                  <a:pt x="1095375" y="1600200"/>
                </a:lnTo>
                <a:lnTo>
                  <a:pt x="1095375" y="1590675"/>
                </a:lnTo>
                <a:lnTo>
                  <a:pt x="1085850" y="1590675"/>
                </a:lnTo>
                <a:lnTo>
                  <a:pt x="1085850" y="1581150"/>
                </a:lnTo>
                <a:lnTo>
                  <a:pt x="1095375" y="1581150"/>
                </a:lnTo>
                <a:lnTo>
                  <a:pt x="1095375" y="1590675"/>
                </a:lnTo>
                <a:lnTo>
                  <a:pt x="1104900" y="1590675"/>
                </a:lnTo>
                <a:lnTo>
                  <a:pt x="1104900" y="1533525"/>
                </a:lnTo>
                <a:lnTo>
                  <a:pt x="1114425" y="1533525"/>
                </a:lnTo>
                <a:lnTo>
                  <a:pt x="1114425" y="1524000"/>
                </a:lnTo>
                <a:lnTo>
                  <a:pt x="1123950" y="1524000"/>
                </a:lnTo>
                <a:lnTo>
                  <a:pt x="1123950" y="1514475"/>
                </a:lnTo>
                <a:lnTo>
                  <a:pt x="1143000" y="1514475"/>
                </a:lnTo>
                <a:lnTo>
                  <a:pt x="1143000" y="1504950"/>
                </a:lnTo>
                <a:lnTo>
                  <a:pt x="1152525" y="1504950"/>
                </a:lnTo>
                <a:lnTo>
                  <a:pt x="1152525" y="1495425"/>
                </a:lnTo>
                <a:lnTo>
                  <a:pt x="1162050" y="1495425"/>
                </a:lnTo>
                <a:close/>
                <a:moveTo>
                  <a:pt x="485775" y="1485900"/>
                </a:moveTo>
                <a:lnTo>
                  <a:pt x="495300" y="1485900"/>
                </a:lnTo>
                <a:lnTo>
                  <a:pt x="495300" y="1495425"/>
                </a:lnTo>
                <a:lnTo>
                  <a:pt x="485775" y="1495425"/>
                </a:lnTo>
                <a:close/>
                <a:moveTo>
                  <a:pt x="1095375" y="1514475"/>
                </a:moveTo>
                <a:lnTo>
                  <a:pt x="1104900" y="1514475"/>
                </a:lnTo>
                <a:lnTo>
                  <a:pt x="1104900" y="1524000"/>
                </a:lnTo>
                <a:lnTo>
                  <a:pt x="1095375" y="1524000"/>
                </a:lnTo>
                <a:close/>
                <a:moveTo>
                  <a:pt x="619125" y="1533525"/>
                </a:moveTo>
                <a:lnTo>
                  <a:pt x="638175" y="1533525"/>
                </a:lnTo>
                <a:lnTo>
                  <a:pt x="638175" y="1543050"/>
                </a:lnTo>
                <a:lnTo>
                  <a:pt x="628650" y="1543050"/>
                </a:lnTo>
                <a:lnTo>
                  <a:pt x="628650" y="1562100"/>
                </a:lnTo>
                <a:lnTo>
                  <a:pt x="619125" y="1562100"/>
                </a:lnTo>
                <a:lnTo>
                  <a:pt x="619125" y="1571625"/>
                </a:lnTo>
                <a:lnTo>
                  <a:pt x="609600" y="1571625"/>
                </a:lnTo>
                <a:lnTo>
                  <a:pt x="609600" y="1581150"/>
                </a:lnTo>
                <a:lnTo>
                  <a:pt x="600075" y="1581150"/>
                </a:lnTo>
                <a:lnTo>
                  <a:pt x="600075" y="1571625"/>
                </a:lnTo>
                <a:lnTo>
                  <a:pt x="590550" y="1571625"/>
                </a:lnTo>
                <a:lnTo>
                  <a:pt x="590550" y="1552575"/>
                </a:lnTo>
                <a:lnTo>
                  <a:pt x="609600" y="1552575"/>
                </a:lnTo>
                <a:lnTo>
                  <a:pt x="609600" y="1543050"/>
                </a:lnTo>
                <a:lnTo>
                  <a:pt x="619125" y="1543050"/>
                </a:lnTo>
                <a:close/>
                <a:moveTo>
                  <a:pt x="1257300" y="1552575"/>
                </a:moveTo>
                <a:lnTo>
                  <a:pt x="1285875" y="1552575"/>
                </a:lnTo>
                <a:lnTo>
                  <a:pt x="1285875" y="1562100"/>
                </a:lnTo>
                <a:lnTo>
                  <a:pt x="1304925" y="1562100"/>
                </a:lnTo>
                <a:lnTo>
                  <a:pt x="1304925" y="1571625"/>
                </a:lnTo>
                <a:lnTo>
                  <a:pt x="1314450" y="1571625"/>
                </a:lnTo>
                <a:lnTo>
                  <a:pt x="1314450" y="1581150"/>
                </a:lnTo>
                <a:lnTo>
                  <a:pt x="1304925" y="1581150"/>
                </a:lnTo>
                <a:lnTo>
                  <a:pt x="1304925" y="1590675"/>
                </a:lnTo>
                <a:lnTo>
                  <a:pt x="1295400" y="1590675"/>
                </a:lnTo>
                <a:lnTo>
                  <a:pt x="1295400" y="1600200"/>
                </a:lnTo>
                <a:lnTo>
                  <a:pt x="1285875" y="1600200"/>
                </a:lnTo>
                <a:lnTo>
                  <a:pt x="1285875" y="1581150"/>
                </a:lnTo>
                <a:lnTo>
                  <a:pt x="1266825" y="1581150"/>
                </a:lnTo>
                <a:lnTo>
                  <a:pt x="1266825" y="1562100"/>
                </a:lnTo>
                <a:lnTo>
                  <a:pt x="1257300" y="1562100"/>
                </a:lnTo>
                <a:close/>
                <a:moveTo>
                  <a:pt x="1181100" y="1562100"/>
                </a:moveTo>
                <a:lnTo>
                  <a:pt x="1238250" y="1562100"/>
                </a:lnTo>
                <a:lnTo>
                  <a:pt x="1238250" y="1581150"/>
                </a:lnTo>
                <a:lnTo>
                  <a:pt x="1228725" y="1581150"/>
                </a:lnTo>
                <a:lnTo>
                  <a:pt x="1228725" y="1590675"/>
                </a:lnTo>
                <a:lnTo>
                  <a:pt x="1181100" y="1590675"/>
                </a:lnTo>
                <a:lnTo>
                  <a:pt x="1181100" y="1600200"/>
                </a:lnTo>
                <a:lnTo>
                  <a:pt x="1171575" y="1600200"/>
                </a:lnTo>
                <a:lnTo>
                  <a:pt x="1171575" y="1571625"/>
                </a:lnTo>
                <a:lnTo>
                  <a:pt x="1181100" y="1571625"/>
                </a:lnTo>
                <a:close/>
                <a:moveTo>
                  <a:pt x="1485900" y="1562100"/>
                </a:moveTo>
                <a:lnTo>
                  <a:pt x="1504950" y="1562100"/>
                </a:lnTo>
                <a:lnTo>
                  <a:pt x="1504950" y="1571625"/>
                </a:lnTo>
                <a:lnTo>
                  <a:pt x="1514475" y="1571625"/>
                </a:lnTo>
                <a:lnTo>
                  <a:pt x="1514475" y="1581150"/>
                </a:lnTo>
                <a:lnTo>
                  <a:pt x="1533525" y="1581150"/>
                </a:lnTo>
                <a:lnTo>
                  <a:pt x="1533525" y="1562100"/>
                </a:lnTo>
                <a:lnTo>
                  <a:pt x="1552575" y="1562100"/>
                </a:lnTo>
                <a:lnTo>
                  <a:pt x="1552575" y="1581150"/>
                </a:lnTo>
                <a:lnTo>
                  <a:pt x="1562100" y="1581150"/>
                </a:lnTo>
                <a:lnTo>
                  <a:pt x="1562100" y="1600200"/>
                </a:lnTo>
                <a:lnTo>
                  <a:pt x="1571625" y="1600200"/>
                </a:lnTo>
                <a:lnTo>
                  <a:pt x="1571625" y="1619250"/>
                </a:lnTo>
                <a:lnTo>
                  <a:pt x="1581150" y="1619250"/>
                </a:lnTo>
                <a:lnTo>
                  <a:pt x="1581150" y="1638300"/>
                </a:lnTo>
                <a:lnTo>
                  <a:pt x="1590675" y="1638300"/>
                </a:lnTo>
                <a:lnTo>
                  <a:pt x="1590675" y="1666875"/>
                </a:lnTo>
                <a:lnTo>
                  <a:pt x="1600200" y="1666875"/>
                </a:lnTo>
                <a:lnTo>
                  <a:pt x="1600200" y="1704975"/>
                </a:lnTo>
                <a:lnTo>
                  <a:pt x="1590675" y="1704975"/>
                </a:lnTo>
                <a:lnTo>
                  <a:pt x="1590675" y="1714500"/>
                </a:lnTo>
                <a:lnTo>
                  <a:pt x="1581150" y="1714500"/>
                </a:lnTo>
                <a:lnTo>
                  <a:pt x="1581150" y="1724025"/>
                </a:lnTo>
                <a:lnTo>
                  <a:pt x="1571625" y="1724025"/>
                </a:lnTo>
                <a:lnTo>
                  <a:pt x="1571625" y="1733550"/>
                </a:lnTo>
                <a:lnTo>
                  <a:pt x="1562100" y="1733550"/>
                </a:lnTo>
                <a:lnTo>
                  <a:pt x="1562100" y="1743075"/>
                </a:lnTo>
                <a:lnTo>
                  <a:pt x="1552575" y="1743075"/>
                </a:lnTo>
                <a:lnTo>
                  <a:pt x="1552575" y="1752600"/>
                </a:lnTo>
                <a:lnTo>
                  <a:pt x="1543050" y="1752600"/>
                </a:lnTo>
                <a:lnTo>
                  <a:pt x="1543050" y="1762125"/>
                </a:lnTo>
                <a:lnTo>
                  <a:pt x="1533525" y="1762125"/>
                </a:lnTo>
                <a:lnTo>
                  <a:pt x="1533525" y="1771650"/>
                </a:lnTo>
                <a:lnTo>
                  <a:pt x="1514475" y="1771650"/>
                </a:lnTo>
                <a:lnTo>
                  <a:pt x="1514475" y="1781175"/>
                </a:lnTo>
                <a:lnTo>
                  <a:pt x="1504950" y="1781175"/>
                </a:lnTo>
                <a:lnTo>
                  <a:pt x="1504950" y="1790700"/>
                </a:lnTo>
                <a:lnTo>
                  <a:pt x="1495425" y="1790700"/>
                </a:lnTo>
                <a:lnTo>
                  <a:pt x="1495425" y="1800225"/>
                </a:lnTo>
                <a:lnTo>
                  <a:pt x="1476375" y="1800225"/>
                </a:lnTo>
                <a:lnTo>
                  <a:pt x="1476375" y="1790700"/>
                </a:lnTo>
                <a:lnTo>
                  <a:pt x="1466850" y="1790700"/>
                </a:lnTo>
                <a:lnTo>
                  <a:pt x="1466850" y="1752600"/>
                </a:lnTo>
                <a:lnTo>
                  <a:pt x="1457325" y="1752600"/>
                </a:lnTo>
                <a:lnTo>
                  <a:pt x="1457325" y="1771650"/>
                </a:lnTo>
                <a:lnTo>
                  <a:pt x="1447800" y="1771650"/>
                </a:lnTo>
                <a:lnTo>
                  <a:pt x="1447800" y="1781175"/>
                </a:lnTo>
                <a:lnTo>
                  <a:pt x="1438275" y="1781175"/>
                </a:lnTo>
                <a:lnTo>
                  <a:pt x="1438275" y="1771650"/>
                </a:lnTo>
                <a:lnTo>
                  <a:pt x="1428750" y="1771650"/>
                </a:lnTo>
                <a:lnTo>
                  <a:pt x="1428750" y="1762125"/>
                </a:lnTo>
                <a:lnTo>
                  <a:pt x="1419225" y="1762125"/>
                </a:lnTo>
                <a:lnTo>
                  <a:pt x="1419225" y="1752600"/>
                </a:lnTo>
                <a:lnTo>
                  <a:pt x="1409700" y="1752600"/>
                </a:lnTo>
                <a:lnTo>
                  <a:pt x="1409700" y="1733550"/>
                </a:lnTo>
                <a:lnTo>
                  <a:pt x="1400175" y="1733550"/>
                </a:lnTo>
                <a:lnTo>
                  <a:pt x="1400175" y="1724025"/>
                </a:lnTo>
                <a:lnTo>
                  <a:pt x="1390650" y="1724025"/>
                </a:lnTo>
                <a:lnTo>
                  <a:pt x="1390650" y="1704975"/>
                </a:lnTo>
                <a:lnTo>
                  <a:pt x="1400175" y="1704975"/>
                </a:lnTo>
                <a:lnTo>
                  <a:pt x="1400175" y="1685925"/>
                </a:lnTo>
                <a:lnTo>
                  <a:pt x="1409700" y="1685925"/>
                </a:lnTo>
                <a:lnTo>
                  <a:pt x="1409700" y="1676400"/>
                </a:lnTo>
                <a:lnTo>
                  <a:pt x="1428750" y="1676400"/>
                </a:lnTo>
                <a:lnTo>
                  <a:pt x="1428750" y="1666875"/>
                </a:lnTo>
                <a:lnTo>
                  <a:pt x="1447800" y="1666875"/>
                </a:lnTo>
                <a:lnTo>
                  <a:pt x="1447800" y="1657350"/>
                </a:lnTo>
                <a:lnTo>
                  <a:pt x="1457325" y="1657350"/>
                </a:lnTo>
                <a:lnTo>
                  <a:pt x="1457325" y="1647825"/>
                </a:lnTo>
                <a:lnTo>
                  <a:pt x="1466850" y="1647825"/>
                </a:lnTo>
                <a:lnTo>
                  <a:pt x="1466850" y="1638300"/>
                </a:lnTo>
                <a:lnTo>
                  <a:pt x="1476375" y="1638300"/>
                </a:lnTo>
                <a:lnTo>
                  <a:pt x="1476375" y="1619250"/>
                </a:lnTo>
                <a:lnTo>
                  <a:pt x="1485900" y="1619250"/>
                </a:lnTo>
                <a:lnTo>
                  <a:pt x="1485900" y="1590675"/>
                </a:lnTo>
                <a:lnTo>
                  <a:pt x="1476375" y="1590675"/>
                </a:lnTo>
                <a:lnTo>
                  <a:pt x="1476375" y="1581150"/>
                </a:lnTo>
                <a:lnTo>
                  <a:pt x="1485900" y="1581150"/>
                </a:lnTo>
                <a:close/>
                <a:moveTo>
                  <a:pt x="628650" y="1571625"/>
                </a:moveTo>
                <a:lnTo>
                  <a:pt x="638175" y="1571625"/>
                </a:lnTo>
                <a:lnTo>
                  <a:pt x="638175" y="1581150"/>
                </a:lnTo>
                <a:lnTo>
                  <a:pt x="628650" y="1581150"/>
                </a:lnTo>
                <a:close/>
                <a:moveTo>
                  <a:pt x="1428750" y="1571625"/>
                </a:moveTo>
                <a:lnTo>
                  <a:pt x="1438275" y="1571625"/>
                </a:lnTo>
                <a:lnTo>
                  <a:pt x="1438275" y="1581150"/>
                </a:lnTo>
                <a:lnTo>
                  <a:pt x="1428750" y="1581150"/>
                </a:lnTo>
                <a:close/>
                <a:moveTo>
                  <a:pt x="323850" y="1581150"/>
                </a:moveTo>
                <a:lnTo>
                  <a:pt x="342900" y="1581150"/>
                </a:lnTo>
                <a:lnTo>
                  <a:pt x="342900" y="1600200"/>
                </a:lnTo>
                <a:lnTo>
                  <a:pt x="352425" y="1600200"/>
                </a:lnTo>
                <a:lnTo>
                  <a:pt x="352425" y="1609725"/>
                </a:lnTo>
                <a:lnTo>
                  <a:pt x="361950" y="1609725"/>
                </a:lnTo>
                <a:lnTo>
                  <a:pt x="361950" y="1619250"/>
                </a:lnTo>
                <a:lnTo>
                  <a:pt x="381000" y="1619250"/>
                </a:lnTo>
                <a:lnTo>
                  <a:pt x="381000" y="1628775"/>
                </a:lnTo>
                <a:lnTo>
                  <a:pt x="390525" y="1628775"/>
                </a:lnTo>
                <a:lnTo>
                  <a:pt x="390525" y="1638300"/>
                </a:lnTo>
                <a:lnTo>
                  <a:pt x="400050" y="1638300"/>
                </a:lnTo>
                <a:lnTo>
                  <a:pt x="400050" y="1685925"/>
                </a:lnTo>
                <a:lnTo>
                  <a:pt x="409575" y="1685925"/>
                </a:lnTo>
                <a:lnTo>
                  <a:pt x="409575" y="1695450"/>
                </a:lnTo>
                <a:lnTo>
                  <a:pt x="438150" y="1695450"/>
                </a:lnTo>
                <a:lnTo>
                  <a:pt x="438150" y="1685925"/>
                </a:lnTo>
                <a:lnTo>
                  <a:pt x="457200" y="1685925"/>
                </a:lnTo>
                <a:lnTo>
                  <a:pt x="457200" y="1704975"/>
                </a:lnTo>
                <a:lnTo>
                  <a:pt x="476250" y="1704975"/>
                </a:lnTo>
                <a:lnTo>
                  <a:pt x="476250" y="1695450"/>
                </a:lnTo>
                <a:lnTo>
                  <a:pt x="514350" y="1695450"/>
                </a:lnTo>
                <a:lnTo>
                  <a:pt x="514350" y="1724025"/>
                </a:lnTo>
                <a:lnTo>
                  <a:pt x="504825" y="1724025"/>
                </a:lnTo>
                <a:lnTo>
                  <a:pt x="504825" y="1714500"/>
                </a:lnTo>
                <a:lnTo>
                  <a:pt x="495300" y="1714500"/>
                </a:lnTo>
                <a:lnTo>
                  <a:pt x="495300" y="1724025"/>
                </a:lnTo>
                <a:lnTo>
                  <a:pt x="485775" y="1724025"/>
                </a:lnTo>
                <a:lnTo>
                  <a:pt x="485775" y="1733550"/>
                </a:lnTo>
                <a:lnTo>
                  <a:pt x="476250" y="1733550"/>
                </a:lnTo>
                <a:lnTo>
                  <a:pt x="476250" y="1743075"/>
                </a:lnTo>
                <a:lnTo>
                  <a:pt x="438150" y="1743075"/>
                </a:lnTo>
                <a:lnTo>
                  <a:pt x="438150" y="1771650"/>
                </a:lnTo>
                <a:lnTo>
                  <a:pt x="419100" y="1771650"/>
                </a:lnTo>
                <a:lnTo>
                  <a:pt x="419100" y="1781175"/>
                </a:lnTo>
                <a:lnTo>
                  <a:pt x="409575" y="1781175"/>
                </a:lnTo>
                <a:lnTo>
                  <a:pt x="409575" y="1790700"/>
                </a:lnTo>
                <a:lnTo>
                  <a:pt x="371475" y="1790700"/>
                </a:lnTo>
                <a:lnTo>
                  <a:pt x="371475" y="1781175"/>
                </a:lnTo>
                <a:lnTo>
                  <a:pt x="361950" y="1781175"/>
                </a:lnTo>
                <a:lnTo>
                  <a:pt x="361950" y="1771650"/>
                </a:lnTo>
                <a:lnTo>
                  <a:pt x="342900" y="1771650"/>
                </a:lnTo>
                <a:lnTo>
                  <a:pt x="342900" y="1762125"/>
                </a:lnTo>
                <a:lnTo>
                  <a:pt x="333375" y="1762125"/>
                </a:lnTo>
                <a:lnTo>
                  <a:pt x="333375" y="1752600"/>
                </a:lnTo>
                <a:lnTo>
                  <a:pt x="323850" y="1752600"/>
                </a:lnTo>
                <a:lnTo>
                  <a:pt x="323850" y="1743075"/>
                </a:lnTo>
                <a:lnTo>
                  <a:pt x="314325" y="1743075"/>
                </a:lnTo>
                <a:lnTo>
                  <a:pt x="314325" y="1733550"/>
                </a:lnTo>
                <a:lnTo>
                  <a:pt x="304800" y="1733550"/>
                </a:lnTo>
                <a:lnTo>
                  <a:pt x="304800" y="1724025"/>
                </a:lnTo>
                <a:lnTo>
                  <a:pt x="295275" y="1724025"/>
                </a:lnTo>
                <a:lnTo>
                  <a:pt x="295275" y="1714500"/>
                </a:lnTo>
                <a:lnTo>
                  <a:pt x="285750" y="1714500"/>
                </a:lnTo>
                <a:lnTo>
                  <a:pt x="285750" y="1695450"/>
                </a:lnTo>
                <a:lnTo>
                  <a:pt x="295275" y="1695450"/>
                </a:lnTo>
                <a:lnTo>
                  <a:pt x="295275" y="1685925"/>
                </a:lnTo>
                <a:lnTo>
                  <a:pt x="333375" y="1685925"/>
                </a:lnTo>
                <a:lnTo>
                  <a:pt x="333375" y="1657350"/>
                </a:lnTo>
                <a:lnTo>
                  <a:pt x="323850" y="1657350"/>
                </a:lnTo>
                <a:lnTo>
                  <a:pt x="323850" y="1638300"/>
                </a:lnTo>
                <a:lnTo>
                  <a:pt x="295275" y="1638300"/>
                </a:lnTo>
                <a:lnTo>
                  <a:pt x="295275" y="1619250"/>
                </a:lnTo>
                <a:lnTo>
                  <a:pt x="314325" y="1619250"/>
                </a:lnTo>
                <a:lnTo>
                  <a:pt x="314325" y="1609725"/>
                </a:lnTo>
                <a:lnTo>
                  <a:pt x="304800" y="1609725"/>
                </a:lnTo>
                <a:lnTo>
                  <a:pt x="304800" y="1600200"/>
                </a:lnTo>
                <a:lnTo>
                  <a:pt x="314325" y="1600200"/>
                </a:lnTo>
                <a:lnTo>
                  <a:pt x="314325" y="1590675"/>
                </a:lnTo>
                <a:lnTo>
                  <a:pt x="323850" y="1590675"/>
                </a:lnTo>
                <a:close/>
                <a:moveTo>
                  <a:pt x="1352550" y="1590675"/>
                </a:moveTo>
                <a:lnTo>
                  <a:pt x="1362075" y="1590675"/>
                </a:lnTo>
                <a:lnTo>
                  <a:pt x="1362075" y="1600200"/>
                </a:lnTo>
                <a:lnTo>
                  <a:pt x="1352550" y="1600200"/>
                </a:lnTo>
                <a:close/>
                <a:moveTo>
                  <a:pt x="1400175" y="1600200"/>
                </a:moveTo>
                <a:lnTo>
                  <a:pt x="1428750" y="1600200"/>
                </a:lnTo>
                <a:lnTo>
                  <a:pt x="1428750" y="1638300"/>
                </a:lnTo>
                <a:lnTo>
                  <a:pt x="1409700" y="1638300"/>
                </a:lnTo>
                <a:lnTo>
                  <a:pt x="1409700" y="1647825"/>
                </a:lnTo>
                <a:lnTo>
                  <a:pt x="1381125" y="1647825"/>
                </a:lnTo>
                <a:lnTo>
                  <a:pt x="1381125" y="1657350"/>
                </a:lnTo>
                <a:lnTo>
                  <a:pt x="1371600" y="1657350"/>
                </a:lnTo>
                <a:lnTo>
                  <a:pt x="1371600" y="1638300"/>
                </a:lnTo>
                <a:lnTo>
                  <a:pt x="1390650" y="1638300"/>
                </a:lnTo>
                <a:lnTo>
                  <a:pt x="1390650" y="1619250"/>
                </a:lnTo>
                <a:lnTo>
                  <a:pt x="1400175" y="1619250"/>
                </a:lnTo>
                <a:close/>
                <a:moveTo>
                  <a:pt x="666750" y="1609725"/>
                </a:moveTo>
                <a:lnTo>
                  <a:pt x="685800" y="1609725"/>
                </a:lnTo>
                <a:lnTo>
                  <a:pt x="685800" y="1628775"/>
                </a:lnTo>
                <a:lnTo>
                  <a:pt x="666750" y="1628775"/>
                </a:lnTo>
                <a:close/>
                <a:moveTo>
                  <a:pt x="990600" y="1619250"/>
                </a:moveTo>
                <a:lnTo>
                  <a:pt x="1000125" y="1619250"/>
                </a:lnTo>
                <a:lnTo>
                  <a:pt x="1000125" y="1628775"/>
                </a:lnTo>
                <a:lnTo>
                  <a:pt x="1019175" y="1628775"/>
                </a:lnTo>
                <a:lnTo>
                  <a:pt x="1019175" y="1638300"/>
                </a:lnTo>
                <a:lnTo>
                  <a:pt x="990600" y="1638300"/>
                </a:lnTo>
                <a:close/>
                <a:moveTo>
                  <a:pt x="1304925" y="1619250"/>
                </a:moveTo>
                <a:lnTo>
                  <a:pt x="1323975" y="1619250"/>
                </a:lnTo>
                <a:lnTo>
                  <a:pt x="1323975" y="1628775"/>
                </a:lnTo>
                <a:lnTo>
                  <a:pt x="1333500" y="1628775"/>
                </a:lnTo>
                <a:lnTo>
                  <a:pt x="1333500" y="1638300"/>
                </a:lnTo>
                <a:lnTo>
                  <a:pt x="1343025" y="1638300"/>
                </a:lnTo>
                <a:lnTo>
                  <a:pt x="1343025" y="1647825"/>
                </a:lnTo>
                <a:lnTo>
                  <a:pt x="1323975" y="1647825"/>
                </a:lnTo>
                <a:lnTo>
                  <a:pt x="1323975" y="1638300"/>
                </a:lnTo>
                <a:lnTo>
                  <a:pt x="1304925" y="1638300"/>
                </a:lnTo>
                <a:lnTo>
                  <a:pt x="1304925" y="1647825"/>
                </a:lnTo>
                <a:lnTo>
                  <a:pt x="1295400" y="1647825"/>
                </a:lnTo>
                <a:lnTo>
                  <a:pt x="1295400" y="1657350"/>
                </a:lnTo>
                <a:lnTo>
                  <a:pt x="1266825" y="1657350"/>
                </a:lnTo>
                <a:lnTo>
                  <a:pt x="1266825" y="1647825"/>
                </a:lnTo>
                <a:lnTo>
                  <a:pt x="1257300" y="1647825"/>
                </a:lnTo>
                <a:lnTo>
                  <a:pt x="1257300" y="1638300"/>
                </a:lnTo>
                <a:lnTo>
                  <a:pt x="1238250" y="1638300"/>
                </a:lnTo>
                <a:lnTo>
                  <a:pt x="1238250" y="1628775"/>
                </a:lnTo>
                <a:lnTo>
                  <a:pt x="1304925" y="1628775"/>
                </a:lnTo>
                <a:close/>
                <a:moveTo>
                  <a:pt x="1190625" y="1628775"/>
                </a:moveTo>
                <a:lnTo>
                  <a:pt x="1228725" y="1628775"/>
                </a:lnTo>
                <a:lnTo>
                  <a:pt x="1228725" y="1647825"/>
                </a:lnTo>
                <a:lnTo>
                  <a:pt x="1190625" y="1647825"/>
                </a:lnTo>
                <a:close/>
                <a:moveTo>
                  <a:pt x="561975" y="1638300"/>
                </a:moveTo>
                <a:lnTo>
                  <a:pt x="571500" y="1638300"/>
                </a:lnTo>
                <a:lnTo>
                  <a:pt x="571500" y="1657350"/>
                </a:lnTo>
                <a:lnTo>
                  <a:pt x="561975" y="1657350"/>
                </a:lnTo>
                <a:close/>
                <a:moveTo>
                  <a:pt x="714375" y="1647825"/>
                </a:moveTo>
                <a:lnTo>
                  <a:pt x="733425" y="1647825"/>
                </a:lnTo>
                <a:lnTo>
                  <a:pt x="733425" y="1666875"/>
                </a:lnTo>
                <a:lnTo>
                  <a:pt x="714375" y="1666875"/>
                </a:lnTo>
                <a:close/>
                <a:moveTo>
                  <a:pt x="1162050" y="1647825"/>
                </a:moveTo>
                <a:lnTo>
                  <a:pt x="1181100" y="1647825"/>
                </a:lnTo>
                <a:lnTo>
                  <a:pt x="1181100" y="1657350"/>
                </a:lnTo>
                <a:lnTo>
                  <a:pt x="1162050" y="1657350"/>
                </a:lnTo>
                <a:close/>
                <a:moveTo>
                  <a:pt x="333375" y="1657350"/>
                </a:moveTo>
                <a:lnTo>
                  <a:pt x="342900" y="1657350"/>
                </a:lnTo>
                <a:lnTo>
                  <a:pt x="342900" y="1638300"/>
                </a:lnTo>
                <a:lnTo>
                  <a:pt x="333375" y="1638300"/>
                </a:lnTo>
                <a:close/>
                <a:moveTo>
                  <a:pt x="666750" y="1657350"/>
                </a:moveTo>
                <a:lnTo>
                  <a:pt x="685800" y="1657350"/>
                </a:lnTo>
                <a:lnTo>
                  <a:pt x="685800" y="1666875"/>
                </a:lnTo>
                <a:lnTo>
                  <a:pt x="704850" y="1666875"/>
                </a:lnTo>
                <a:lnTo>
                  <a:pt x="704850" y="1695450"/>
                </a:lnTo>
                <a:lnTo>
                  <a:pt x="676275" y="1695450"/>
                </a:lnTo>
                <a:lnTo>
                  <a:pt x="676275" y="1685925"/>
                </a:lnTo>
                <a:lnTo>
                  <a:pt x="666750" y="1685925"/>
                </a:lnTo>
                <a:close/>
                <a:moveTo>
                  <a:pt x="600075" y="1666875"/>
                </a:moveTo>
                <a:lnTo>
                  <a:pt x="609600" y="1666875"/>
                </a:lnTo>
                <a:lnTo>
                  <a:pt x="609600" y="1685925"/>
                </a:lnTo>
                <a:lnTo>
                  <a:pt x="600075" y="1685925"/>
                </a:lnTo>
                <a:close/>
                <a:moveTo>
                  <a:pt x="752475" y="1666875"/>
                </a:moveTo>
                <a:lnTo>
                  <a:pt x="762000" y="1666875"/>
                </a:lnTo>
                <a:lnTo>
                  <a:pt x="762000" y="1685925"/>
                </a:lnTo>
                <a:lnTo>
                  <a:pt x="752475" y="1685925"/>
                </a:lnTo>
                <a:close/>
                <a:moveTo>
                  <a:pt x="723900" y="1676400"/>
                </a:moveTo>
                <a:lnTo>
                  <a:pt x="742950" y="1676400"/>
                </a:lnTo>
                <a:lnTo>
                  <a:pt x="742950" y="1704975"/>
                </a:lnTo>
                <a:lnTo>
                  <a:pt x="733425" y="1704975"/>
                </a:lnTo>
                <a:lnTo>
                  <a:pt x="733425" y="1724025"/>
                </a:lnTo>
                <a:lnTo>
                  <a:pt x="723900" y="1724025"/>
                </a:lnTo>
                <a:lnTo>
                  <a:pt x="723900" y="1733550"/>
                </a:lnTo>
                <a:lnTo>
                  <a:pt x="714375" y="1733550"/>
                </a:lnTo>
                <a:lnTo>
                  <a:pt x="714375" y="1724025"/>
                </a:lnTo>
                <a:lnTo>
                  <a:pt x="704850" y="1724025"/>
                </a:lnTo>
                <a:lnTo>
                  <a:pt x="704850" y="1695450"/>
                </a:lnTo>
                <a:lnTo>
                  <a:pt x="733425" y="1695450"/>
                </a:lnTo>
                <a:lnTo>
                  <a:pt x="733425" y="1685925"/>
                </a:lnTo>
                <a:lnTo>
                  <a:pt x="723900" y="1685925"/>
                </a:lnTo>
                <a:close/>
                <a:moveTo>
                  <a:pt x="638175" y="1695450"/>
                </a:moveTo>
                <a:lnTo>
                  <a:pt x="647700" y="1695450"/>
                </a:lnTo>
                <a:lnTo>
                  <a:pt x="647700" y="1714500"/>
                </a:lnTo>
                <a:lnTo>
                  <a:pt x="638175" y="1714500"/>
                </a:lnTo>
                <a:close/>
                <a:moveTo>
                  <a:pt x="1200150" y="1704975"/>
                </a:moveTo>
                <a:lnTo>
                  <a:pt x="1219200" y="1704975"/>
                </a:lnTo>
                <a:lnTo>
                  <a:pt x="1219200" y="1714500"/>
                </a:lnTo>
                <a:lnTo>
                  <a:pt x="1200150" y="1714500"/>
                </a:lnTo>
                <a:close/>
                <a:moveTo>
                  <a:pt x="771525" y="1733550"/>
                </a:moveTo>
                <a:lnTo>
                  <a:pt x="781050" y="1733550"/>
                </a:lnTo>
                <a:lnTo>
                  <a:pt x="781050" y="1743075"/>
                </a:lnTo>
                <a:lnTo>
                  <a:pt x="771525" y="1743075"/>
                </a:lnTo>
                <a:close/>
                <a:moveTo>
                  <a:pt x="1114425" y="1733550"/>
                </a:moveTo>
                <a:lnTo>
                  <a:pt x="1143000" y="1733550"/>
                </a:lnTo>
                <a:lnTo>
                  <a:pt x="1143000" y="1724025"/>
                </a:lnTo>
                <a:lnTo>
                  <a:pt x="1114425" y="1724025"/>
                </a:lnTo>
                <a:close/>
                <a:moveTo>
                  <a:pt x="752475" y="1743075"/>
                </a:moveTo>
                <a:lnTo>
                  <a:pt x="762000" y="1743075"/>
                </a:lnTo>
                <a:lnTo>
                  <a:pt x="762000" y="1752600"/>
                </a:lnTo>
                <a:lnTo>
                  <a:pt x="752475" y="1752600"/>
                </a:lnTo>
                <a:close/>
                <a:moveTo>
                  <a:pt x="819150" y="1752600"/>
                </a:moveTo>
                <a:lnTo>
                  <a:pt x="828675" y="1752600"/>
                </a:lnTo>
                <a:lnTo>
                  <a:pt x="828675" y="1743075"/>
                </a:lnTo>
                <a:lnTo>
                  <a:pt x="819150" y="1743075"/>
                </a:lnTo>
                <a:close/>
                <a:moveTo>
                  <a:pt x="942975" y="1781175"/>
                </a:moveTo>
                <a:lnTo>
                  <a:pt x="952500" y="1781175"/>
                </a:lnTo>
                <a:lnTo>
                  <a:pt x="952500" y="1771650"/>
                </a:lnTo>
                <a:lnTo>
                  <a:pt x="942975" y="1771650"/>
                </a:lnTo>
                <a:close/>
                <a:moveTo>
                  <a:pt x="809625" y="1790700"/>
                </a:moveTo>
                <a:lnTo>
                  <a:pt x="819150" y="1790700"/>
                </a:lnTo>
                <a:lnTo>
                  <a:pt x="819150" y="1800225"/>
                </a:lnTo>
                <a:lnTo>
                  <a:pt x="838200" y="1800225"/>
                </a:lnTo>
                <a:lnTo>
                  <a:pt x="838200" y="1809750"/>
                </a:lnTo>
                <a:lnTo>
                  <a:pt x="857250" y="1809750"/>
                </a:lnTo>
                <a:lnTo>
                  <a:pt x="857250" y="1819275"/>
                </a:lnTo>
                <a:lnTo>
                  <a:pt x="895350" y="1819275"/>
                </a:lnTo>
                <a:lnTo>
                  <a:pt x="895350" y="1800225"/>
                </a:lnTo>
                <a:lnTo>
                  <a:pt x="904875" y="1800225"/>
                </a:lnTo>
                <a:lnTo>
                  <a:pt x="904875" y="1809750"/>
                </a:lnTo>
                <a:lnTo>
                  <a:pt x="923925" y="1809750"/>
                </a:lnTo>
                <a:lnTo>
                  <a:pt x="923925" y="1771650"/>
                </a:lnTo>
                <a:lnTo>
                  <a:pt x="885825" y="1771650"/>
                </a:lnTo>
                <a:lnTo>
                  <a:pt x="885825" y="1790700"/>
                </a:lnTo>
                <a:lnTo>
                  <a:pt x="876300" y="1790700"/>
                </a:lnTo>
                <a:lnTo>
                  <a:pt x="876300" y="1781175"/>
                </a:lnTo>
                <a:lnTo>
                  <a:pt x="847725" y="1781175"/>
                </a:lnTo>
                <a:lnTo>
                  <a:pt x="847725" y="1790700"/>
                </a:lnTo>
                <a:lnTo>
                  <a:pt x="838200" y="1790700"/>
                </a:lnTo>
                <a:lnTo>
                  <a:pt x="838200" y="1771650"/>
                </a:lnTo>
                <a:lnTo>
                  <a:pt x="828675" y="1771650"/>
                </a:lnTo>
                <a:lnTo>
                  <a:pt x="828675" y="1762125"/>
                </a:lnTo>
                <a:lnTo>
                  <a:pt x="819150" y="1762125"/>
                </a:lnTo>
                <a:lnTo>
                  <a:pt x="819150" y="1781175"/>
                </a:lnTo>
                <a:lnTo>
                  <a:pt x="809625" y="1781175"/>
                </a:lnTo>
                <a:close/>
                <a:moveTo>
                  <a:pt x="923925" y="1819275"/>
                </a:moveTo>
                <a:lnTo>
                  <a:pt x="933450" y="1819275"/>
                </a:lnTo>
                <a:lnTo>
                  <a:pt x="933450" y="1809750"/>
                </a:lnTo>
                <a:lnTo>
                  <a:pt x="923925" y="1809750"/>
                </a:lnTo>
                <a:close/>
                <a:moveTo>
                  <a:pt x="952500" y="1819275"/>
                </a:moveTo>
                <a:lnTo>
                  <a:pt x="971550" y="1819275"/>
                </a:lnTo>
                <a:lnTo>
                  <a:pt x="971550" y="1800225"/>
                </a:lnTo>
                <a:lnTo>
                  <a:pt x="952500" y="1800225"/>
                </a:lnTo>
                <a:close/>
              </a:path>
            </a:pathLst>
          </a:custGeom>
          <a:solidFill xmlns:a="http://schemas.openxmlformats.org/drawingml/2006/main">
            <a:srgbClr val="3767A9"/>
          </a:solidFill>
          <a:ln xmlns:a="http://schemas.openxmlformats.org/drawingml/2006/main" w="0">
            <a:noFill/>
          </a:ln>
        </p:spPr>
      </p:sp>
      <p:sp>
        <p:nvSpPr>
          <p:cNvPr id="71" name="juan vector #3666a8">
            <a:extLst xmlns:a="http://schemas.openxmlformats.org/drawingml/2006/main">
              <a:ext uri="{FF2B5EF4-FFF2-40B4-BE49-F238E27FC236}">
                <a16:creationId xmlns:a16="http://schemas.microsoft.com/office/drawing/2014/main" id="{FF19EAAA-9CBA-4D3F-9FB6-30908AA0F22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48900" y="2552700"/>
            <a:ext cx="2085975" cy="2085975"/>
          </a:xfrm>
          <a:custGeom xmlns:a="http://schemas.openxmlformats.org/drawingml/2006/main">
            <a:pathLst>
              <a:path w="2085975" h="2085975">
                <a:moveTo>
                  <a:pt x="1219200" y="1362075"/>
                </a:moveTo>
                <a:lnTo>
                  <a:pt x="1266825" y="1362075"/>
                </a:lnTo>
                <a:lnTo>
                  <a:pt x="1266825" y="1371600"/>
                </a:lnTo>
                <a:lnTo>
                  <a:pt x="1285875" y="1371600"/>
                </a:lnTo>
                <a:lnTo>
                  <a:pt x="1285875" y="1381125"/>
                </a:lnTo>
                <a:lnTo>
                  <a:pt x="1314450" y="1381125"/>
                </a:lnTo>
                <a:lnTo>
                  <a:pt x="1314450" y="1390650"/>
                </a:lnTo>
                <a:lnTo>
                  <a:pt x="1333500" y="1390650"/>
                </a:lnTo>
                <a:lnTo>
                  <a:pt x="1333500" y="1400175"/>
                </a:lnTo>
                <a:lnTo>
                  <a:pt x="1352550" y="1400175"/>
                </a:lnTo>
                <a:lnTo>
                  <a:pt x="1352550" y="1409700"/>
                </a:lnTo>
                <a:lnTo>
                  <a:pt x="1362075" y="1409700"/>
                </a:lnTo>
                <a:lnTo>
                  <a:pt x="1362075" y="1419225"/>
                </a:lnTo>
                <a:lnTo>
                  <a:pt x="1390650" y="1419225"/>
                </a:lnTo>
                <a:lnTo>
                  <a:pt x="1390650" y="1428750"/>
                </a:lnTo>
                <a:lnTo>
                  <a:pt x="1371600" y="1428750"/>
                </a:lnTo>
                <a:lnTo>
                  <a:pt x="1371600" y="1466850"/>
                </a:lnTo>
                <a:lnTo>
                  <a:pt x="1352550" y="1466850"/>
                </a:lnTo>
                <a:lnTo>
                  <a:pt x="1352550" y="1457325"/>
                </a:lnTo>
                <a:lnTo>
                  <a:pt x="1333500" y="1457325"/>
                </a:lnTo>
                <a:lnTo>
                  <a:pt x="1333500" y="1447800"/>
                </a:lnTo>
                <a:lnTo>
                  <a:pt x="1323975" y="1447800"/>
                </a:lnTo>
                <a:lnTo>
                  <a:pt x="1323975" y="1438275"/>
                </a:lnTo>
                <a:lnTo>
                  <a:pt x="1304925" y="1438275"/>
                </a:lnTo>
                <a:lnTo>
                  <a:pt x="1304925" y="1428750"/>
                </a:lnTo>
                <a:lnTo>
                  <a:pt x="1295400" y="1428750"/>
                </a:lnTo>
                <a:lnTo>
                  <a:pt x="1295400" y="1447800"/>
                </a:lnTo>
                <a:lnTo>
                  <a:pt x="1304925" y="1447800"/>
                </a:lnTo>
                <a:lnTo>
                  <a:pt x="1304925" y="1466850"/>
                </a:lnTo>
                <a:lnTo>
                  <a:pt x="1323975" y="1466850"/>
                </a:lnTo>
                <a:lnTo>
                  <a:pt x="1323975" y="1476375"/>
                </a:lnTo>
                <a:lnTo>
                  <a:pt x="1352550" y="1476375"/>
                </a:lnTo>
                <a:lnTo>
                  <a:pt x="1352550" y="1485900"/>
                </a:lnTo>
                <a:lnTo>
                  <a:pt x="1362075" y="1485900"/>
                </a:lnTo>
                <a:lnTo>
                  <a:pt x="1362075" y="1476375"/>
                </a:lnTo>
                <a:lnTo>
                  <a:pt x="1371600" y="1476375"/>
                </a:lnTo>
                <a:lnTo>
                  <a:pt x="1371600" y="1466850"/>
                </a:lnTo>
                <a:lnTo>
                  <a:pt x="1381125" y="1466850"/>
                </a:lnTo>
                <a:lnTo>
                  <a:pt x="1381125" y="1457325"/>
                </a:lnTo>
                <a:lnTo>
                  <a:pt x="1390650" y="1457325"/>
                </a:lnTo>
                <a:lnTo>
                  <a:pt x="1390650" y="1447800"/>
                </a:lnTo>
                <a:lnTo>
                  <a:pt x="1400175" y="1447800"/>
                </a:lnTo>
                <a:lnTo>
                  <a:pt x="1400175" y="1438275"/>
                </a:lnTo>
                <a:lnTo>
                  <a:pt x="1419225" y="1438275"/>
                </a:lnTo>
                <a:lnTo>
                  <a:pt x="1419225" y="1447800"/>
                </a:lnTo>
                <a:lnTo>
                  <a:pt x="1438275" y="1447800"/>
                </a:lnTo>
                <a:lnTo>
                  <a:pt x="1438275" y="1457325"/>
                </a:lnTo>
                <a:lnTo>
                  <a:pt x="1457325" y="1457325"/>
                </a:lnTo>
                <a:lnTo>
                  <a:pt x="1457325" y="1466850"/>
                </a:lnTo>
                <a:lnTo>
                  <a:pt x="1476375" y="1466850"/>
                </a:lnTo>
                <a:lnTo>
                  <a:pt x="1476375" y="1476375"/>
                </a:lnTo>
                <a:lnTo>
                  <a:pt x="1485900" y="1476375"/>
                </a:lnTo>
                <a:lnTo>
                  <a:pt x="1485900" y="1485900"/>
                </a:lnTo>
                <a:lnTo>
                  <a:pt x="1504950" y="1485900"/>
                </a:lnTo>
                <a:lnTo>
                  <a:pt x="1504950" y="1495425"/>
                </a:lnTo>
                <a:lnTo>
                  <a:pt x="1514475" y="1495425"/>
                </a:lnTo>
                <a:lnTo>
                  <a:pt x="1514475" y="1514475"/>
                </a:lnTo>
                <a:lnTo>
                  <a:pt x="1524000" y="1514475"/>
                </a:lnTo>
                <a:lnTo>
                  <a:pt x="1524000" y="1524000"/>
                </a:lnTo>
                <a:lnTo>
                  <a:pt x="1533525" y="1524000"/>
                </a:lnTo>
                <a:lnTo>
                  <a:pt x="1533525" y="1552575"/>
                </a:lnTo>
                <a:lnTo>
                  <a:pt x="1543050" y="1552575"/>
                </a:lnTo>
                <a:lnTo>
                  <a:pt x="1543050" y="1562100"/>
                </a:lnTo>
                <a:lnTo>
                  <a:pt x="1533525" y="1562100"/>
                </a:lnTo>
                <a:lnTo>
                  <a:pt x="1533525" y="1581150"/>
                </a:lnTo>
                <a:lnTo>
                  <a:pt x="1514475" y="1581150"/>
                </a:lnTo>
                <a:lnTo>
                  <a:pt x="1514475" y="1571625"/>
                </a:lnTo>
                <a:lnTo>
                  <a:pt x="1504950" y="1571625"/>
                </a:lnTo>
                <a:lnTo>
                  <a:pt x="1504950" y="1562100"/>
                </a:lnTo>
                <a:lnTo>
                  <a:pt x="1485900" y="1562100"/>
                </a:lnTo>
                <a:lnTo>
                  <a:pt x="1485900" y="1581150"/>
                </a:lnTo>
                <a:lnTo>
                  <a:pt x="1476375" y="1581150"/>
                </a:lnTo>
                <a:lnTo>
                  <a:pt x="1476375" y="1590675"/>
                </a:lnTo>
                <a:lnTo>
                  <a:pt x="1485900" y="1590675"/>
                </a:lnTo>
                <a:lnTo>
                  <a:pt x="1485900" y="1619250"/>
                </a:lnTo>
                <a:lnTo>
                  <a:pt x="1476375" y="1619250"/>
                </a:lnTo>
                <a:lnTo>
                  <a:pt x="1476375" y="1638300"/>
                </a:lnTo>
                <a:lnTo>
                  <a:pt x="1466850" y="1638300"/>
                </a:lnTo>
                <a:lnTo>
                  <a:pt x="1466850" y="1647825"/>
                </a:lnTo>
                <a:lnTo>
                  <a:pt x="1457325" y="1647825"/>
                </a:lnTo>
                <a:lnTo>
                  <a:pt x="1457325" y="1657350"/>
                </a:lnTo>
                <a:lnTo>
                  <a:pt x="1447800" y="1657350"/>
                </a:lnTo>
                <a:lnTo>
                  <a:pt x="1447800" y="1666875"/>
                </a:lnTo>
                <a:lnTo>
                  <a:pt x="1428750" y="1666875"/>
                </a:lnTo>
                <a:lnTo>
                  <a:pt x="1428750" y="1676400"/>
                </a:lnTo>
                <a:lnTo>
                  <a:pt x="1409700" y="1676400"/>
                </a:lnTo>
                <a:lnTo>
                  <a:pt x="1409700" y="1685925"/>
                </a:lnTo>
                <a:lnTo>
                  <a:pt x="1400175" y="1685925"/>
                </a:lnTo>
                <a:lnTo>
                  <a:pt x="1400175" y="1704975"/>
                </a:lnTo>
                <a:lnTo>
                  <a:pt x="1390650" y="1704975"/>
                </a:lnTo>
                <a:lnTo>
                  <a:pt x="1390650" y="1714500"/>
                </a:lnTo>
                <a:lnTo>
                  <a:pt x="1352550" y="1714500"/>
                </a:lnTo>
                <a:lnTo>
                  <a:pt x="1352550" y="1724025"/>
                </a:lnTo>
                <a:lnTo>
                  <a:pt x="1343025" y="1724025"/>
                </a:lnTo>
                <a:lnTo>
                  <a:pt x="1343025" y="1733550"/>
                </a:lnTo>
                <a:lnTo>
                  <a:pt x="1333500" y="1733550"/>
                </a:lnTo>
                <a:lnTo>
                  <a:pt x="1333500" y="1752600"/>
                </a:lnTo>
                <a:lnTo>
                  <a:pt x="1323975" y="1752600"/>
                </a:lnTo>
                <a:lnTo>
                  <a:pt x="1323975" y="1809750"/>
                </a:lnTo>
                <a:lnTo>
                  <a:pt x="1333500" y="1809750"/>
                </a:lnTo>
                <a:lnTo>
                  <a:pt x="1333500" y="1828800"/>
                </a:lnTo>
                <a:lnTo>
                  <a:pt x="1323975" y="1828800"/>
                </a:lnTo>
                <a:lnTo>
                  <a:pt x="1323975" y="1866900"/>
                </a:lnTo>
                <a:lnTo>
                  <a:pt x="1314450" y="1866900"/>
                </a:lnTo>
                <a:lnTo>
                  <a:pt x="1314450" y="1857375"/>
                </a:lnTo>
                <a:lnTo>
                  <a:pt x="1295400" y="1857375"/>
                </a:lnTo>
                <a:lnTo>
                  <a:pt x="1295400" y="1838325"/>
                </a:lnTo>
                <a:lnTo>
                  <a:pt x="1285875" y="1838325"/>
                </a:lnTo>
                <a:lnTo>
                  <a:pt x="1285875" y="1819275"/>
                </a:lnTo>
                <a:lnTo>
                  <a:pt x="1276350" y="1819275"/>
                </a:lnTo>
                <a:lnTo>
                  <a:pt x="1276350" y="1809750"/>
                </a:lnTo>
                <a:lnTo>
                  <a:pt x="1257300" y="1809750"/>
                </a:lnTo>
                <a:lnTo>
                  <a:pt x="1257300" y="1800225"/>
                </a:lnTo>
                <a:lnTo>
                  <a:pt x="1247775" y="1800225"/>
                </a:lnTo>
                <a:lnTo>
                  <a:pt x="1247775" y="1790700"/>
                </a:lnTo>
                <a:lnTo>
                  <a:pt x="1228725" y="1790700"/>
                </a:lnTo>
                <a:lnTo>
                  <a:pt x="1228725" y="1771650"/>
                </a:lnTo>
                <a:lnTo>
                  <a:pt x="1238250" y="1771650"/>
                </a:lnTo>
                <a:lnTo>
                  <a:pt x="1238250" y="1781175"/>
                </a:lnTo>
                <a:lnTo>
                  <a:pt x="1247775" y="1781175"/>
                </a:lnTo>
                <a:lnTo>
                  <a:pt x="1247775" y="1771650"/>
                </a:lnTo>
                <a:lnTo>
                  <a:pt x="1285875" y="1771650"/>
                </a:lnTo>
                <a:lnTo>
                  <a:pt x="1285875" y="1781175"/>
                </a:lnTo>
                <a:lnTo>
                  <a:pt x="1295400" y="1781175"/>
                </a:lnTo>
                <a:lnTo>
                  <a:pt x="1295400" y="1752600"/>
                </a:lnTo>
                <a:lnTo>
                  <a:pt x="1276350" y="1752600"/>
                </a:lnTo>
                <a:lnTo>
                  <a:pt x="1276350" y="1762125"/>
                </a:lnTo>
                <a:lnTo>
                  <a:pt x="1257300" y="1762125"/>
                </a:lnTo>
                <a:lnTo>
                  <a:pt x="1257300" y="1752600"/>
                </a:lnTo>
                <a:lnTo>
                  <a:pt x="1247775" y="1752600"/>
                </a:lnTo>
                <a:lnTo>
                  <a:pt x="1247775" y="1762125"/>
                </a:lnTo>
                <a:lnTo>
                  <a:pt x="1181100" y="1762125"/>
                </a:lnTo>
                <a:lnTo>
                  <a:pt x="1181100" y="1752600"/>
                </a:lnTo>
                <a:lnTo>
                  <a:pt x="1162050" y="1752600"/>
                </a:lnTo>
                <a:lnTo>
                  <a:pt x="1162050" y="1733550"/>
                </a:lnTo>
                <a:lnTo>
                  <a:pt x="1171575" y="1733550"/>
                </a:lnTo>
                <a:lnTo>
                  <a:pt x="1171575" y="1714500"/>
                </a:lnTo>
                <a:lnTo>
                  <a:pt x="1181100" y="1714500"/>
                </a:lnTo>
                <a:lnTo>
                  <a:pt x="1181100" y="1695450"/>
                </a:lnTo>
                <a:lnTo>
                  <a:pt x="1171575" y="1695450"/>
                </a:lnTo>
                <a:lnTo>
                  <a:pt x="1171575" y="1685925"/>
                </a:lnTo>
                <a:lnTo>
                  <a:pt x="1162050" y="1685925"/>
                </a:lnTo>
                <a:lnTo>
                  <a:pt x="1162050" y="1695450"/>
                </a:lnTo>
                <a:lnTo>
                  <a:pt x="1152525" y="1695450"/>
                </a:lnTo>
                <a:lnTo>
                  <a:pt x="1152525" y="1685925"/>
                </a:lnTo>
                <a:lnTo>
                  <a:pt x="1143000" y="1685925"/>
                </a:lnTo>
                <a:lnTo>
                  <a:pt x="1143000" y="1676400"/>
                </a:lnTo>
                <a:lnTo>
                  <a:pt x="1152525" y="1676400"/>
                </a:lnTo>
                <a:lnTo>
                  <a:pt x="1152525" y="1666875"/>
                </a:lnTo>
                <a:lnTo>
                  <a:pt x="1143000" y="1666875"/>
                </a:lnTo>
                <a:lnTo>
                  <a:pt x="1143000" y="1657350"/>
                </a:lnTo>
                <a:lnTo>
                  <a:pt x="1152525" y="1657350"/>
                </a:lnTo>
                <a:lnTo>
                  <a:pt x="1152525" y="1638300"/>
                </a:lnTo>
                <a:lnTo>
                  <a:pt x="1123950" y="1638300"/>
                </a:lnTo>
                <a:lnTo>
                  <a:pt x="1123950" y="1628775"/>
                </a:lnTo>
                <a:lnTo>
                  <a:pt x="1114425" y="1628775"/>
                </a:lnTo>
                <a:lnTo>
                  <a:pt x="1114425" y="1619250"/>
                </a:lnTo>
                <a:lnTo>
                  <a:pt x="1123950" y="1619250"/>
                </a:lnTo>
                <a:lnTo>
                  <a:pt x="1123950" y="1600200"/>
                </a:lnTo>
                <a:lnTo>
                  <a:pt x="1133475" y="1600200"/>
                </a:lnTo>
                <a:lnTo>
                  <a:pt x="1133475" y="1562100"/>
                </a:lnTo>
                <a:lnTo>
                  <a:pt x="1143000" y="1562100"/>
                </a:lnTo>
                <a:lnTo>
                  <a:pt x="1143000" y="1552575"/>
                </a:lnTo>
                <a:lnTo>
                  <a:pt x="1162050" y="1552575"/>
                </a:lnTo>
                <a:lnTo>
                  <a:pt x="1162050" y="1543050"/>
                </a:lnTo>
                <a:lnTo>
                  <a:pt x="1238250" y="1543050"/>
                </a:lnTo>
                <a:lnTo>
                  <a:pt x="1238250" y="1524000"/>
                </a:lnTo>
                <a:lnTo>
                  <a:pt x="1228725" y="1524000"/>
                </a:lnTo>
                <a:lnTo>
                  <a:pt x="1228725" y="1514475"/>
                </a:lnTo>
                <a:lnTo>
                  <a:pt x="1219200" y="1514475"/>
                </a:lnTo>
                <a:lnTo>
                  <a:pt x="1219200" y="1495425"/>
                </a:lnTo>
                <a:lnTo>
                  <a:pt x="1238250" y="1495425"/>
                </a:lnTo>
                <a:lnTo>
                  <a:pt x="1238250" y="1504950"/>
                </a:lnTo>
                <a:lnTo>
                  <a:pt x="1257300" y="1504950"/>
                </a:lnTo>
                <a:lnTo>
                  <a:pt x="1257300" y="1514475"/>
                </a:lnTo>
                <a:lnTo>
                  <a:pt x="1266825" y="1514475"/>
                </a:lnTo>
                <a:lnTo>
                  <a:pt x="1266825" y="1524000"/>
                </a:lnTo>
                <a:lnTo>
                  <a:pt x="1276350" y="1524000"/>
                </a:lnTo>
                <a:lnTo>
                  <a:pt x="1276350" y="1533525"/>
                </a:lnTo>
                <a:lnTo>
                  <a:pt x="1314450" y="1533525"/>
                </a:lnTo>
                <a:lnTo>
                  <a:pt x="1314450" y="1524000"/>
                </a:lnTo>
                <a:lnTo>
                  <a:pt x="1304925" y="1524000"/>
                </a:lnTo>
                <a:lnTo>
                  <a:pt x="1304925" y="1514475"/>
                </a:lnTo>
                <a:lnTo>
                  <a:pt x="1285875" y="1514475"/>
                </a:lnTo>
                <a:lnTo>
                  <a:pt x="1285875" y="1504950"/>
                </a:lnTo>
                <a:lnTo>
                  <a:pt x="1276350" y="1504950"/>
                </a:lnTo>
                <a:lnTo>
                  <a:pt x="1276350" y="1485900"/>
                </a:lnTo>
                <a:lnTo>
                  <a:pt x="1266825" y="1485900"/>
                </a:lnTo>
                <a:lnTo>
                  <a:pt x="1266825" y="1476375"/>
                </a:lnTo>
                <a:lnTo>
                  <a:pt x="1209675" y="1476375"/>
                </a:lnTo>
                <a:lnTo>
                  <a:pt x="1209675" y="1495425"/>
                </a:lnTo>
                <a:lnTo>
                  <a:pt x="1190625" y="1495425"/>
                </a:lnTo>
                <a:lnTo>
                  <a:pt x="1190625" y="1504950"/>
                </a:lnTo>
                <a:lnTo>
                  <a:pt x="1181100" y="1504950"/>
                </a:lnTo>
                <a:lnTo>
                  <a:pt x="1181100" y="1476375"/>
                </a:lnTo>
                <a:lnTo>
                  <a:pt x="1171575" y="1476375"/>
                </a:lnTo>
                <a:lnTo>
                  <a:pt x="1171575" y="1457325"/>
                </a:lnTo>
                <a:lnTo>
                  <a:pt x="1181100" y="1457325"/>
                </a:lnTo>
                <a:lnTo>
                  <a:pt x="1181100" y="1438275"/>
                </a:lnTo>
                <a:lnTo>
                  <a:pt x="1190625" y="1438275"/>
                </a:lnTo>
                <a:lnTo>
                  <a:pt x="1190625" y="1419225"/>
                </a:lnTo>
                <a:lnTo>
                  <a:pt x="1200150" y="1419225"/>
                </a:lnTo>
                <a:lnTo>
                  <a:pt x="1200150" y="1409700"/>
                </a:lnTo>
                <a:lnTo>
                  <a:pt x="1209675" y="1409700"/>
                </a:lnTo>
                <a:lnTo>
                  <a:pt x="1209675" y="1381125"/>
                </a:lnTo>
                <a:lnTo>
                  <a:pt x="1219200" y="1381125"/>
                </a:lnTo>
                <a:close/>
                <a:moveTo>
                  <a:pt x="628650" y="1371600"/>
                </a:moveTo>
                <a:lnTo>
                  <a:pt x="647700" y="1371600"/>
                </a:lnTo>
                <a:lnTo>
                  <a:pt x="647700" y="1381125"/>
                </a:lnTo>
                <a:lnTo>
                  <a:pt x="657225" y="1381125"/>
                </a:lnTo>
                <a:lnTo>
                  <a:pt x="657225" y="1400175"/>
                </a:lnTo>
                <a:lnTo>
                  <a:pt x="666750" y="1400175"/>
                </a:lnTo>
                <a:lnTo>
                  <a:pt x="666750" y="1419225"/>
                </a:lnTo>
                <a:lnTo>
                  <a:pt x="676275" y="1419225"/>
                </a:lnTo>
                <a:lnTo>
                  <a:pt x="676275" y="1438275"/>
                </a:lnTo>
                <a:lnTo>
                  <a:pt x="685800" y="1438275"/>
                </a:lnTo>
                <a:lnTo>
                  <a:pt x="685800" y="1447800"/>
                </a:lnTo>
                <a:lnTo>
                  <a:pt x="695325" y="1447800"/>
                </a:lnTo>
                <a:lnTo>
                  <a:pt x="695325" y="1466850"/>
                </a:lnTo>
                <a:lnTo>
                  <a:pt x="676275" y="1466850"/>
                </a:lnTo>
                <a:lnTo>
                  <a:pt x="676275" y="1476375"/>
                </a:lnTo>
                <a:lnTo>
                  <a:pt x="666750" y="1476375"/>
                </a:lnTo>
                <a:lnTo>
                  <a:pt x="666750" y="1485900"/>
                </a:lnTo>
                <a:lnTo>
                  <a:pt x="628650" y="1485900"/>
                </a:lnTo>
                <a:lnTo>
                  <a:pt x="628650" y="1495425"/>
                </a:lnTo>
                <a:lnTo>
                  <a:pt x="619125" y="1495425"/>
                </a:lnTo>
                <a:lnTo>
                  <a:pt x="619125" y="1485900"/>
                </a:lnTo>
                <a:lnTo>
                  <a:pt x="609600" y="1485900"/>
                </a:lnTo>
                <a:lnTo>
                  <a:pt x="609600" y="1476375"/>
                </a:lnTo>
                <a:lnTo>
                  <a:pt x="600075" y="1476375"/>
                </a:lnTo>
                <a:lnTo>
                  <a:pt x="600075" y="1466850"/>
                </a:lnTo>
                <a:lnTo>
                  <a:pt x="590550" y="1466850"/>
                </a:lnTo>
                <a:lnTo>
                  <a:pt x="590550" y="1457325"/>
                </a:lnTo>
                <a:lnTo>
                  <a:pt x="581025" y="1457325"/>
                </a:lnTo>
                <a:lnTo>
                  <a:pt x="581025" y="1447800"/>
                </a:lnTo>
                <a:lnTo>
                  <a:pt x="571500" y="1447800"/>
                </a:lnTo>
                <a:lnTo>
                  <a:pt x="571500" y="1428750"/>
                </a:lnTo>
                <a:lnTo>
                  <a:pt x="561975" y="1428750"/>
                </a:lnTo>
                <a:lnTo>
                  <a:pt x="561975" y="1438275"/>
                </a:lnTo>
                <a:lnTo>
                  <a:pt x="552450" y="1438275"/>
                </a:lnTo>
                <a:lnTo>
                  <a:pt x="552450" y="1447800"/>
                </a:lnTo>
                <a:lnTo>
                  <a:pt x="533400" y="1447800"/>
                </a:lnTo>
                <a:lnTo>
                  <a:pt x="533400" y="1438275"/>
                </a:lnTo>
                <a:lnTo>
                  <a:pt x="523875" y="1438275"/>
                </a:lnTo>
                <a:lnTo>
                  <a:pt x="523875" y="1419225"/>
                </a:lnTo>
                <a:lnTo>
                  <a:pt x="504825" y="1419225"/>
                </a:lnTo>
                <a:lnTo>
                  <a:pt x="504825" y="1409700"/>
                </a:lnTo>
                <a:lnTo>
                  <a:pt x="542925" y="1409700"/>
                </a:lnTo>
                <a:lnTo>
                  <a:pt x="542925" y="1400175"/>
                </a:lnTo>
                <a:lnTo>
                  <a:pt x="571500" y="1400175"/>
                </a:lnTo>
                <a:lnTo>
                  <a:pt x="571500" y="1390650"/>
                </a:lnTo>
                <a:lnTo>
                  <a:pt x="581025" y="1390650"/>
                </a:lnTo>
                <a:lnTo>
                  <a:pt x="581025" y="1381125"/>
                </a:lnTo>
                <a:lnTo>
                  <a:pt x="628650" y="1381125"/>
                </a:lnTo>
                <a:close/>
                <a:moveTo>
                  <a:pt x="485775" y="1447800"/>
                </a:moveTo>
                <a:lnTo>
                  <a:pt x="504825" y="1447800"/>
                </a:lnTo>
                <a:lnTo>
                  <a:pt x="504825" y="1466850"/>
                </a:lnTo>
                <a:lnTo>
                  <a:pt x="514350" y="1466850"/>
                </a:lnTo>
                <a:lnTo>
                  <a:pt x="514350" y="1495425"/>
                </a:lnTo>
                <a:lnTo>
                  <a:pt x="504825" y="1495425"/>
                </a:lnTo>
                <a:lnTo>
                  <a:pt x="504825" y="1504950"/>
                </a:lnTo>
                <a:lnTo>
                  <a:pt x="514350" y="1504950"/>
                </a:lnTo>
                <a:lnTo>
                  <a:pt x="514350" y="1514475"/>
                </a:lnTo>
                <a:lnTo>
                  <a:pt x="552450" y="1514475"/>
                </a:lnTo>
                <a:lnTo>
                  <a:pt x="552450" y="1495425"/>
                </a:lnTo>
                <a:lnTo>
                  <a:pt x="561975" y="1495425"/>
                </a:lnTo>
                <a:lnTo>
                  <a:pt x="561975" y="1485900"/>
                </a:lnTo>
                <a:lnTo>
                  <a:pt x="581025" y="1485900"/>
                </a:lnTo>
                <a:lnTo>
                  <a:pt x="581025" y="1495425"/>
                </a:lnTo>
                <a:lnTo>
                  <a:pt x="590550" y="1495425"/>
                </a:lnTo>
                <a:lnTo>
                  <a:pt x="590550" y="1504950"/>
                </a:lnTo>
                <a:lnTo>
                  <a:pt x="581025" y="1504950"/>
                </a:lnTo>
                <a:lnTo>
                  <a:pt x="581025" y="1514475"/>
                </a:lnTo>
                <a:lnTo>
                  <a:pt x="571500" y="1514475"/>
                </a:lnTo>
                <a:lnTo>
                  <a:pt x="571500" y="1524000"/>
                </a:lnTo>
                <a:lnTo>
                  <a:pt x="561975" y="1524000"/>
                </a:lnTo>
                <a:lnTo>
                  <a:pt x="561975" y="1533525"/>
                </a:lnTo>
                <a:lnTo>
                  <a:pt x="590550" y="1533525"/>
                </a:lnTo>
                <a:lnTo>
                  <a:pt x="590550" y="1524000"/>
                </a:lnTo>
                <a:lnTo>
                  <a:pt x="609600" y="1524000"/>
                </a:lnTo>
                <a:lnTo>
                  <a:pt x="609600" y="1514475"/>
                </a:lnTo>
                <a:lnTo>
                  <a:pt x="628650" y="1514475"/>
                </a:lnTo>
                <a:lnTo>
                  <a:pt x="628650" y="1524000"/>
                </a:lnTo>
                <a:lnTo>
                  <a:pt x="638175" y="1524000"/>
                </a:lnTo>
                <a:lnTo>
                  <a:pt x="638175" y="1533525"/>
                </a:lnTo>
                <a:lnTo>
                  <a:pt x="619125" y="1533525"/>
                </a:lnTo>
                <a:lnTo>
                  <a:pt x="619125" y="1543050"/>
                </a:lnTo>
                <a:lnTo>
                  <a:pt x="609600" y="1543050"/>
                </a:lnTo>
                <a:lnTo>
                  <a:pt x="609600" y="1552575"/>
                </a:lnTo>
                <a:lnTo>
                  <a:pt x="590550" y="1552575"/>
                </a:lnTo>
                <a:lnTo>
                  <a:pt x="590550" y="1571625"/>
                </a:lnTo>
                <a:lnTo>
                  <a:pt x="600075" y="1571625"/>
                </a:lnTo>
                <a:lnTo>
                  <a:pt x="600075" y="1581150"/>
                </a:lnTo>
                <a:lnTo>
                  <a:pt x="609600" y="1581150"/>
                </a:lnTo>
                <a:lnTo>
                  <a:pt x="609600" y="1571625"/>
                </a:lnTo>
                <a:lnTo>
                  <a:pt x="619125" y="1571625"/>
                </a:lnTo>
                <a:lnTo>
                  <a:pt x="619125" y="1562100"/>
                </a:lnTo>
                <a:lnTo>
                  <a:pt x="628650" y="1562100"/>
                </a:lnTo>
                <a:lnTo>
                  <a:pt x="628650" y="1543050"/>
                </a:lnTo>
                <a:lnTo>
                  <a:pt x="638175" y="1543050"/>
                </a:lnTo>
                <a:lnTo>
                  <a:pt x="638175" y="1533525"/>
                </a:lnTo>
                <a:lnTo>
                  <a:pt x="666750" y="1533525"/>
                </a:lnTo>
                <a:lnTo>
                  <a:pt x="666750" y="1543050"/>
                </a:lnTo>
                <a:lnTo>
                  <a:pt x="676275" y="1543050"/>
                </a:lnTo>
                <a:lnTo>
                  <a:pt x="676275" y="1552575"/>
                </a:lnTo>
                <a:lnTo>
                  <a:pt x="666750" y="1552575"/>
                </a:lnTo>
                <a:lnTo>
                  <a:pt x="666750" y="1571625"/>
                </a:lnTo>
                <a:lnTo>
                  <a:pt x="685800" y="1571625"/>
                </a:lnTo>
                <a:lnTo>
                  <a:pt x="685800" y="1562100"/>
                </a:lnTo>
                <a:lnTo>
                  <a:pt x="695325" y="1562100"/>
                </a:lnTo>
                <a:lnTo>
                  <a:pt x="695325" y="1552575"/>
                </a:lnTo>
                <a:lnTo>
                  <a:pt x="704850" y="1552575"/>
                </a:lnTo>
                <a:lnTo>
                  <a:pt x="704850" y="1562100"/>
                </a:lnTo>
                <a:lnTo>
                  <a:pt x="723900" y="1562100"/>
                </a:lnTo>
                <a:lnTo>
                  <a:pt x="723900" y="1552575"/>
                </a:lnTo>
                <a:lnTo>
                  <a:pt x="733425" y="1552575"/>
                </a:lnTo>
                <a:lnTo>
                  <a:pt x="733425" y="1562100"/>
                </a:lnTo>
                <a:lnTo>
                  <a:pt x="752475" y="1562100"/>
                </a:lnTo>
                <a:lnTo>
                  <a:pt x="752475" y="1571625"/>
                </a:lnTo>
                <a:lnTo>
                  <a:pt x="762000" y="1571625"/>
                </a:lnTo>
                <a:lnTo>
                  <a:pt x="762000" y="1590675"/>
                </a:lnTo>
                <a:lnTo>
                  <a:pt x="781050" y="1590675"/>
                </a:lnTo>
                <a:lnTo>
                  <a:pt x="781050" y="1552575"/>
                </a:lnTo>
                <a:lnTo>
                  <a:pt x="762000" y="1552575"/>
                </a:lnTo>
                <a:lnTo>
                  <a:pt x="762000" y="1533525"/>
                </a:lnTo>
                <a:lnTo>
                  <a:pt x="771525" y="1533525"/>
                </a:lnTo>
                <a:lnTo>
                  <a:pt x="771525" y="1524000"/>
                </a:lnTo>
                <a:lnTo>
                  <a:pt x="742950" y="1524000"/>
                </a:lnTo>
                <a:lnTo>
                  <a:pt x="742950" y="1514475"/>
                </a:lnTo>
                <a:lnTo>
                  <a:pt x="790575" y="1514475"/>
                </a:lnTo>
                <a:lnTo>
                  <a:pt x="790575" y="1504950"/>
                </a:lnTo>
                <a:lnTo>
                  <a:pt x="800100" y="1504950"/>
                </a:lnTo>
                <a:lnTo>
                  <a:pt x="800100" y="1495425"/>
                </a:lnTo>
                <a:lnTo>
                  <a:pt x="809625" y="1495425"/>
                </a:lnTo>
                <a:lnTo>
                  <a:pt x="809625" y="1485900"/>
                </a:lnTo>
                <a:lnTo>
                  <a:pt x="819150" y="1485900"/>
                </a:lnTo>
                <a:lnTo>
                  <a:pt x="819150" y="1476375"/>
                </a:lnTo>
                <a:lnTo>
                  <a:pt x="838200" y="1476375"/>
                </a:lnTo>
                <a:lnTo>
                  <a:pt x="838200" y="1466850"/>
                </a:lnTo>
                <a:lnTo>
                  <a:pt x="866775" y="1466850"/>
                </a:lnTo>
                <a:lnTo>
                  <a:pt x="866775" y="1476375"/>
                </a:lnTo>
                <a:lnTo>
                  <a:pt x="876300" y="1476375"/>
                </a:lnTo>
                <a:lnTo>
                  <a:pt x="876300" y="1485900"/>
                </a:lnTo>
                <a:lnTo>
                  <a:pt x="885825" y="1485900"/>
                </a:lnTo>
                <a:lnTo>
                  <a:pt x="885825" y="1514475"/>
                </a:lnTo>
                <a:lnTo>
                  <a:pt x="895350" y="1514475"/>
                </a:lnTo>
                <a:lnTo>
                  <a:pt x="895350" y="1533525"/>
                </a:lnTo>
                <a:lnTo>
                  <a:pt x="904875" y="1533525"/>
                </a:lnTo>
                <a:lnTo>
                  <a:pt x="904875" y="1552575"/>
                </a:lnTo>
                <a:lnTo>
                  <a:pt x="895350" y="1552575"/>
                </a:lnTo>
                <a:lnTo>
                  <a:pt x="895350" y="1619250"/>
                </a:lnTo>
                <a:lnTo>
                  <a:pt x="885825" y="1619250"/>
                </a:lnTo>
                <a:lnTo>
                  <a:pt x="885825" y="1590675"/>
                </a:lnTo>
                <a:lnTo>
                  <a:pt x="876300" y="1590675"/>
                </a:lnTo>
                <a:lnTo>
                  <a:pt x="876300" y="1600200"/>
                </a:lnTo>
                <a:lnTo>
                  <a:pt x="847725" y="1600200"/>
                </a:lnTo>
                <a:lnTo>
                  <a:pt x="847725" y="1590675"/>
                </a:lnTo>
                <a:lnTo>
                  <a:pt x="828675" y="1590675"/>
                </a:lnTo>
                <a:lnTo>
                  <a:pt x="828675" y="1600200"/>
                </a:lnTo>
                <a:lnTo>
                  <a:pt x="809625" y="1600200"/>
                </a:lnTo>
                <a:lnTo>
                  <a:pt x="809625" y="1657350"/>
                </a:lnTo>
                <a:lnTo>
                  <a:pt x="790575" y="1657350"/>
                </a:lnTo>
                <a:lnTo>
                  <a:pt x="790575" y="1704975"/>
                </a:lnTo>
                <a:lnTo>
                  <a:pt x="781050" y="1704975"/>
                </a:lnTo>
                <a:lnTo>
                  <a:pt x="781050" y="1724025"/>
                </a:lnTo>
                <a:lnTo>
                  <a:pt x="790575" y="1724025"/>
                </a:lnTo>
                <a:lnTo>
                  <a:pt x="790575" y="1752600"/>
                </a:lnTo>
                <a:lnTo>
                  <a:pt x="800100" y="1752600"/>
                </a:lnTo>
                <a:lnTo>
                  <a:pt x="800100" y="1743075"/>
                </a:lnTo>
                <a:lnTo>
                  <a:pt x="809625" y="1743075"/>
                </a:lnTo>
                <a:lnTo>
                  <a:pt x="809625" y="1771650"/>
                </a:lnTo>
                <a:lnTo>
                  <a:pt x="800100" y="1771650"/>
                </a:lnTo>
                <a:lnTo>
                  <a:pt x="800100" y="1781175"/>
                </a:lnTo>
                <a:lnTo>
                  <a:pt x="790575" y="1781175"/>
                </a:lnTo>
                <a:lnTo>
                  <a:pt x="790575" y="1828800"/>
                </a:lnTo>
                <a:lnTo>
                  <a:pt x="771525" y="1828800"/>
                </a:lnTo>
                <a:lnTo>
                  <a:pt x="771525" y="1800225"/>
                </a:lnTo>
                <a:lnTo>
                  <a:pt x="762000" y="1800225"/>
                </a:lnTo>
                <a:lnTo>
                  <a:pt x="762000" y="1762125"/>
                </a:lnTo>
                <a:lnTo>
                  <a:pt x="723900" y="1762125"/>
                </a:lnTo>
                <a:lnTo>
                  <a:pt x="723900" y="1771650"/>
                </a:lnTo>
                <a:lnTo>
                  <a:pt x="714375" y="1771650"/>
                </a:lnTo>
                <a:lnTo>
                  <a:pt x="714375" y="1781175"/>
                </a:lnTo>
                <a:lnTo>
                  <a:pt x="704850" y="1781175"/>
                </a:lnTo>
                <a:lnTo>
                  <a:pt x="704850" y="1800225"/>
                </a:lnTo>
                <a:lnTo>
                  <a:pt x="695325" y="1800225"/>
                </a:lnTo>
                <a:lnTo>
                  <a:pt x="695325" y="1809750"/>
                </a:lnTo>
                <a:lnTo>
                  <a:pt x="657225" y="1809750"/>
                </a:lnTo>
                <a:lnTo>
                  <a:pt x="657225" y="1819275"/>
                </a:lnTo>
                <a:lnTo>
                  <a:pt x="628650" y="1819275"/>
                </a:lnTo>
                <a:lnTo>
                  <a:pt x="628650" y="1828800"/>
                </a:lnTo>
                <a:lnTo>
                  <a:pt x="638175" y="1828800"/>
                </a:lnTo>
                <a:lnTo>
                  <a:pt x="638175" y="1838325"/>
                </a:lnTo>
                <a:lnTo>
                  <a:pt x="619125" y="1838325"/>
                </a:lnTo>
                <a:lnTo>
                  <a:pt x="619125" y="1847850"/>
                </a:lnTo>
                <a:lnTo>
                  <a:pt x="590550" y="1847850"/>
                </a:lnTo>
                <a:lnTo>
                  <a:pt x="590550" y="1838325"/>
                </a:lnTo>
                <a:lnTo>
                  <a:pt x="581025" y="1838325"/>
                </a:lnTo>
                <a:lnTo>
                  <a:pt x="581025" y="1847850"/>
                </a:lnTo>
                <a:lnTo>
                  <a:pt x="571500" y="1847850"/>
                </a:lnTo>
                <a:lnTo>
                  <a:pt x="571500" y="1866900"/>
                </a:lnTo>
                <a:lnTo>
                  <a:pt x="552450" y="1866900"/>
                </a:lnTo>
                <a:lnTo>
                  <a:pt x="552450" y="1876425"/>
                </a:lnTo>
                <a:lnTo>
                  <a:pt x="533400" y="1876425"/>
                </a:lnTo>
                <a:lnTo>
                  <a:pt x="533400" y="1857375"/>
                </a:lnTo>
                <a:lnTo>
                  <a:pt x="542925" y="1857375"/>
                </a:lnTo>
                <a:lnTo>
                  <a:pt x="542925" y="1800225"/>
                </a:lnTo>
                <a:lnTo>
                  <a:pt x="552450" y="1800225"/>
                </a:lnTo>
                <a:lnTo>
                  <a:pt x="552450" y="1752600"/>
                </a:lnTo>
                <a:lnTo>
                  <a:pt x="542925" y="1752600"/>
                </a:lnTo>
                <a:lnTo>
                  <a:pt x="542925" y="1733550"/>
                </a:lnTo>
                <a:lnTo>
                  <a:pt x="533400" y="1733550"/>
                </a:lnTo>
                <a:lnTo>
                  <a:pt x="533400" y="1724025"/>
                </a:lnTo>
                <a:lnTo>
                  <a:pt x="514350" y="1724025"/>
                </a:lnTo>
                <a:lnTo>
                  <a:pt x="514350" y="1695450"/>
                </a:lnTo>
                <a:lnTo>
                  <a:pt x="476250" y="1695450"/>
                </a:lnTo>
                <a:lnTo>
                  <a:pt x="476250" y="1704975"/>
                </a:lnTo>
                <a:lnTo>
                  <a:pt x="457200" y="1704975"/>
                </a:lnTo>
                <a:lnTo>
                  <a:pt x="457200" y="1685925"/>
                </a:lnTo>
                <a:lnTo>
                  <a:pt x="438150" y="1685925"/>
                </a:lnTo>
                <a:lnTo>
                  <a:pt x="438150" y="1695450"/>
                </a:lnTo>
                <a:lnTo>
                  <a:pt x="409575" y="1695450"/>
                </a:lnTo>
                <a:lnTo>
                  <a:pt x="409575" y="1685925"/>
                </a:lnTo>
                <a:lnTo>
                  <a:pt x="400050" y="1685925"/>
                </a:lnTo>
                <a:lnTo>
                  <a:pt x="400050" y="1638300"/>
                </a:lnTo>
                <a:lnTo>
                  <a:pt x="390525" y="1638300"/>
                </a:lnTo>
                <a:lnTo>
                  <a:pt x="390525" y="1628775"/>
                </a:lnTo>
                <a:lnTo>
                  <a:pt x="381000" y="1628775"/>
                </a:lnTo>
                <a:lnTo>
                  <a:pt x="381000" y="1619250"/>
                </a:lnTo>
                <a:lnTo>
                  <a:pt x="361950" y="1619250"/>
                </a:lnTo>
                <a:lnTo>
                  <a:pt x="361950" y="1609725"/>
                </a:lnTo>
                <a:lnTo>
                  <a:pt x="352425" y="1609725"/>
                </a:lnTo>
                <a:lnTo>
                  <a:pt x="352425" y="1600200"/>
                </a:lnTo>
                <a:lnTo>
                  <a:pt x="342900" y="1600200"/>
                </a:lnTo>
                <a:lnTo>
                  <a:pt x="342900" y="1581150"/>
                </a:lnTo>
                <a:lnTo>
                  <a:pt x="323850" y="1581150"/>
                </a:lnTo>
                <a:lnTo>
                  <a:pt x="323850" y="1562100"/>
                </a:lnTo>
                <a:lnTo>
                  <a:pt x="333375" y="1562100"/>
                </a:lnTo>
                <a:lnTo>
                  <a:pt x="333375" y="1543050"/>
                </a:lnTo>
                <a:lnTo>
                  <a:pt x="342900" y="1543050"/>
                </a:lnTo>
                <a:lnTo>
                  <a:pt x="342900" y="1533525"/>
                </a:lnTo>
                <a:lnTo>
                  <a:pt x="352425" y="1533525"/>
                </a:lnTo>
                <a:lnTo>
                  <a:pt x="352425" y="1524000"/>
                </a:lnTo>
                <a:lnTo>
                  <a:pt x="361950" y="1524000"/>
                </a:lnTo>
                <a:lnTo>
                  <a:pt x="361950" y="1514475"/>
                </a:lnTo>
                <a:lnTo>
                  <a:pt x="371475" y="1514475"/>
                </a:lnTo>
                <a:lnTo>
                  <a:pt x="371475" y="1504950"/>
                </a:lnTo>
                <a:lnTo>
                  <a:pt x="381000" y="1504950"/>
                </a:lnTo>
                <a:lnTo>
                  <a:pt x="381000" y="1485900"/>
                </a:lnTo>
                <a:lnTo>
                  <a:pt x="390525" y="1485900"/>
                </a:lnTo>
                <a:lnTo>
                  <a:pt x="390525" y="1476375"/>
                </a:lnTo>
                <a:lnTo>
                  <a:pt x="409575" y="1476375"/>
                </a:lnTo>
                <a:lnTo>
                  <a:pt x="409575" y="1466850"/>
                </a:lnTo>
                <a:lnTo>
                  <a:pt x="419100" y="1466850"/>
                </a:lnTo>
                <a:lnTo>
                  <a:pt x="419100" y="1457325"/>
                </a:lnTo>
                <a:lnTo>
                  <a:pt x="447675" y="1457325"/>
                </a:lnTo>
                <a:lnTo>
                  <a:pt x="447675" y="1466850"/>
                </a:lnTo>
                <a:lnTo>
                  <a:pt x="466725" y="1466850"/>
                </a:lnTo>
                <a:lnTo>
                  <a:pt x="466725" y="1476375"/>
                </a:lnTo>
                <a:lnTo>
                  <a:pt x="476250" y="1476375"/>
                </a:lnTo>
                <a:lnTo>
                  <a:pt x="476250" y="1457325"/>
                </a:lnTo>
                <a:lnTo>
                  <a:pt x="485775" y="1457325"/>
                </a:lnTo>
                <a:close/>
                <a:moveTo>
                  <a:pt x="1019175" y="1447800"/>
                </a:moveTo>
                <a:lnTo>
                  <a:pt x="1028700" y="1447800"/>
                </a:lnTo>
                <a:lnTo>
                  <a:pt x="1028700" y="1457325"/>
                </a:lnTo>
                <a:lnTo>
                  <a:pt x="1038225" y="1457325"/>
                </a:lnTo>
                <a:lnTo>
                  <a:pt x="1038225" y="1466850"/>
                </a:lnTo>
                <a:lnTo>
                  <a:pt x="1047750" y="1466850"/>
                </a:lnTo>
                <a:lnTo>
                  <a:pt x="1047750" y="1485900"/>
                </a:lnTo>
                <a:lnTo>
                  <a:pt x="1066800" y="1485900"/>
                </a:lnTo>
                <a:lnTo>
                  <a:pt x="1066800" y="1495425"/>
                </a:lnTo>
                <a:lnTo>
                  <a:pt x="1076325" y="1495425"/>
                </a:lnTo>
                <a:lnTo>
                  <a:pt x="1076325" y="1504950"/>
                </a:lnTo>
                <a:lnTo>
                  <a:pt x="1085850" y="1504950"/>
                </a:lnTo>
                <a:lnTo>
                  <a:pt x="1085850" y="1514475"/>
                </a:lnTo>
                <a:lnTo>
                  <a:pt x="1095375" y="1514475"/>
                </a:lnTo>
                <a:lnTo>
                  <a:pt x="1095375" y="1524000"/>
                </a:lnTo>
                <a:lnTo>
                  <a:pt x="1114425" y="1524000"/>
                </a:lnTo>
                <a:lnTo>
                  <a:pt x="1114425" y="1533525"/>
                </a:lnTo>
                <a:lnTo>
                  <a:pt x="1104900" y="1533525"/>
                </a:lnTo>
                <a:lnTo>
                  <a:pt x="1104900" y="1590675"/>
                </a:lnTo>
                <a:lnTo>
                  <a:pt x="1095375" y="1590675"/>
                </a:lnTo>
                <a:lnTo>
                  <a:pt x="1095375" y="1581150"/>
                </a:lnTo>
                <a:lnTo>
                  <a:pt x="1085850" y="1581150"/>
                </a:lnTo>
                <a:lnTo>
                  <a:pt x="1085850" y="1590675"/>
                </a:lnTo>
                <a:lnTo>
                  <a:pt x="1095375" y="1590675"/>
                </a:lnTo>
                <a:lnTo>
                  <a:pt x="1095375" y="1600200"/>
                </a:lnTo>
                <a:lnTo>
                  <a:pt x="1104900" y="1600200"/>
                </a:lnTo>
                <a:lnTo>
                  <a:pt x="1104900" y="1628775"/>
                </a:lnTo>
                <a:lnTo>
                  <a:pt x="1095375" y="1628775"/>
                </a:lnTo>
                <a:lnTo>
                  <a:pt x="1095375" y="1638300"/>
                </a:lnTo>
                <a:lnTo>
                  <a:pt x="1085850" y="1638300"/>
                </a:lnTo>
                <a:lnTo>
                  <a:pt x="1085850" y="1657350"/>
                </a:lnTo>
                <a:lnTo>
                  <a:pt x="1066800" y="1657350"/>
                </a:lnTo>
                <a:lnTo>
                  <a:pt x="1066800" y="1666875"/>
                </a:lnTo>
                <a:lnTo>
                  <a:pt x="1047750" y="1666875"/>
                </a:lnTo>
                <a:lnTo>
                  <a:pt x="1047750" y="1657350"/>
                </a:lnTo>
                <a:lnTo>
                  <a:pt x="1038225" y="1657350"/>
                </a:lnTo>
                <a:lnTo>
                  <a:pt x="1038225" y="1647825"/>
                </a:lnTo>
                <a:lnTo>
                  <a:pt x="1028700" y="1647825"/>
                </a:lnTo>
                <a:lnTo>
                  <a:pt x="1028700" y="1638300"/>
                </a:lnTo>
                <a:lnTo>
                  <a:pt x="1019175" y="1638300"/>
                </a:lnTo>
                <a:lnTo>
                  <a:pt x="1019175" y="1628775"/>
                </a:lnTo>
                <a:lnTo>
                  <a:pt x="1000125" y="1628775"/>
                </a:lnTo>
                <a:lnTo>
                  <a:pt x="1000125" y="1619250"/>
                </a:lnTo>
                <a:lnTo>
                  <a:pt x="1038225" y="1619250"/>
                </a:lnTo>
                <a:lnTo>
                  <a:pt x="1038225" y="1609725"/>
                </a:lnTo>
                <a:lnTo>
                  <a:pt x="1047750" y="1609725"/>
                </a:lnTo>
                <a:lnTo>
                  <a:pt x="1047750" y="1600200"/>
                </a:lnTo>
                <a:lnTo>
                  <a:pt x="1057275" y="1600200"/>
                </a:lnTo>
                <a:lnTo>
                  <a:pt x="1057275" y="1552575"/>
                </a:lnTo>
                <a:lnTo>
                  <a:pt x="1047750" y="1552575"/>
                </a:lnTo>
                <a:lnTo>
                  <a:pt x="1047750" y="1543050"/>
                </a:lnTo>
                <a:lnTo>
                  <a:pt x="1038225" y="1543050"/>
                </a:lnTo>
                <a:lnTo>
                  <a:pt x="1038225" y="1533525"/>
                </a:lnTo>
                <a:lnTo>
                  <a:pt x="1019175" y="1533525"/>
                </a:lnTo>
                <a:lnTo>
                  <a:pt x="1019175" y="1524000"/>
                </a:lnTo>
                <a:lnTo>
                  <a:pt x="1009650" y="1524000"/>
                </a:lnTo>
                <a:lnTo>
                  <a:pt x="1009650" y="1533525"/>
                </a:lnTo>
                <a:lnTo>
                  <a:pt x="990600" y="1533525"/>
                </a:lnTo>
                <a:lnTo>
                  <a:pt x="990600" y="1504950"/>
                </a:lnTo>
                <a:lnTo>
                  <a:pt x="1000125" y="1504950"/>
                </a:lnTo>
                <a:lnTo>
                  <a:pt x="1000125" y="1485900"/>
                </a:lnTo>
                <a:lnTo>
                  <a:pt x="1009650" y="1485900"/>
                </a:lnTo>
                <a:lnTo>
                  <a:pt x="1009650" y="1457325"/>
                </a:lnTo>
                <a:lnTo>
                  <a:pt x="1019175" y="1457325"/>
                </a:lnTo>
                <a:close/>
                <a:moveTo>
                  <a:pt x="476250" y="1485900"/>
                </a:moveTo>
                <a:lnTo>
                  <a:pt x="485775" y="1485900"/>
                </a:lnTo>
                <a:lnTo>
                  <a:pt x="485775" y="1476375"/>
                </a:lnTo>
                <a:lnTo>
                  <a:pt x="476250" y="1476375"/>
                </a:lnTo>
                <a:close/>
                <a:moveTo>
                  <a:pt x="704850" y="1485900"/>
                </a:moveTo>
                <a:lnTo>
                  <a:pt x="714375" y="1485900"/>
                </a:lnTo>
                <a:lnTo>
                  <a:pt x="714375" y="1504950"/>
                </a:lnTo>
                <a:lnTo>
                  <a:pt x="695325" y="1504950"/>
                </a:lnTo>
                <a:lnTo>
                  <a:pt x="695325" y="1495425"/>
                </a:lnTo>
                <a:lnTo>
                  <a:pt x="704850" y="1495425"/>
                </a:lnTo>
                <a:close/>
                <a:moveTo>
                  <a:pt x="485775" y="1495425"/>
                </a:moveTo>
                <a:lnTo>
                  <a:pt x="495300" y="1495425"/>
                </a:lnTo>
                <a:lnTo>
                  <a:pt x="495300" y="1485900"/>
                </a:lnTo>
                <a:lnTo>
                  <a:pt x="485775" y="1485900"/>
                </a:lnTo>
                <a:close/>
                <a:moveTo>
                  <a:pt x="714375" y="1504950"/>
                </a:moveTo>
                <a:lnTo>
                  <a:pt x="733425" y="1504950"/>
                </a:lnTo>
                <a:lnTo>
                  <a:pt x="733425" y="1524000"/>
                </a:lnTo>
                <a:lnTo>
                  <a:pt x="723900" y="1524000"/>
                </a:lnTo>
                <a:lnTo>
                  <a:pt x="723900" y="1514475"/>
                </a:lnTo>
                <a:lnTo>
                  <a:pt x="714375" y="1514475"/>
                </a:lnTo>
                <a:close/>
                <a:moveTo>
                  <a:pt x="1257300" y="1562100"/>
                </a:moveTo>
                <a:lnTo>
                  <a:pt x="1266825" y="1562100"/>
                </a:lnTo>
                <a:lnTo>
                  <a:pt x="1266825" y="1581150"/>
                </a:lnTo>
                <a:lnTo>
                  <a:pt x="1285875" y="1581150"/>
                </a:lnTo>
                <a:lnTo>
                  <a:pt x="1285875" y="1600200"/>
                </a:lnTo>
                <a:lnTo>
                  <a:pt x="1295400" y="1600200"/>
                </a:lnTo>
                <a:lnTo>
                  <a:pt x="1295400" y="1590675"/>
                </a:lnTo>
                <a:lnTo>
                  <a:pt x="1304925" y="1590675"/>
                </a:lnTo>
                <a:lnTo>
                  <a:pt x="1304925" y="1581150"/>
                </a:lnTo>
                <a:lnTo>
                  <a:pt x="1314450" y="1581150"/>
                </a:lnTo>
                <a:lnTo>
                  <a:pt x="1314450" y="1571625"/>
                </a:lnTo>
                <a:lnTo>
                  <a:pt x="1304925" y="1571625"/>
                </a:lnTo>
                <a:lnTo>
                  <a:pt x="1304925" y="1562100"/>
                </a:lnTo>
                <a:lnTo>
                  <a:pt x="1285875" y="1562100"/>
                </a:lnTo>
                <a:lnTo>
                  <a:pt x="1285875" y="1552575"/>
                </a:lnTo>
                <a:lnTo>
                  <a:pt x="1257300" y="1552575"/>
                </a:lnTo>
                <a:close/>
                <a:moveTo>
                  <a:pt x="314325" y="1581150"/>
                </a:moveTo>
                <a:lnTo>
                  <a:pt x="323850" y="1581150"/>
                </a:lnTo>
                <a:lnTo>
                  <a:pt x="323850" y="1590675"/>
                </a:lnTo>
                <a:lnTo>
                  <a:pt x="314325" y="1590675"/>
                </a:lnTo>
                <a:close/>
                <a:moveTo>
                  <a:pt x="628650" y="1581150"/>
                </a:moveTo>
                <a:lnTo>
                  <a:pt x="638175" y="1581150"/>
                </a:lnTo>
                <a:lnTo>
                  <a:pt x="638175" y="1571625"/>
                </a:lnTo>
                <a:lnTo>
                  <a:pt x="628650" y="1571625"/>
                </a:lnTo>
                <a:close/>
                <a:moveTo>
                  <a:pt x="1228725" y="1581150"/>
                </a:moveTo>
                <a:lnTo>
                  <a:pt x="1238250" y="1581150"/>
                </a:lnTo>
                <a:lnTo>
                  <a:pt x="1238250" y="1562100"/>
                </a:lnTo>
                <a:lnTo>
                  <a:pt x="1181100" y="1562100"/>
                </a:lnTo>
                <a:lnTo>
                  <a:pt x="1181100" y="1571625"/>
                </a:lnTo>
                <a:lnTo>
                  <a:pt x="1171575" y="1571625"/>
                </a:lnTo>
                <a:lnTo>
                  <a:pt x="1171575" y="1600200"/>
                </a:lnTo>
                <a:lnTo>
                  <a:pt x="1181100" y="1600200"/>
                </a:lnTo>
                <a:lnTo>
                  <a:pt x="1181100" y="1590675"/>
                </a:lnTo>
                <a:lnTo>
                  <a:pt x="1228725" y="1590675"/>
                </a:lnTo>
                <a:close/>
                <a:moveTo>
                  <a:pt x="1428750" y="1581150"/>
                </a:moveTo>
                <a:lnTo>
                  <a:pt x="1438275" y="1581150"/>
                </a:lnTo>
                <a:lnTo>
                  <a:pt x="1438275" y="1571625"/>
                </a:lnTo>
                <a:lnTo>
                  <a:pt x="1428750" y="1571625"/>
                </a:lnTo>
                <a:close/>
                <a:moveTo>
                  <a:pt x="1352550" y="1600200"/>
                </a:moveTo>
                <a:lnTo>
                  <a:pt x="1362075" y="1600200"/>
                </a:lnTo>
                <a:lnTo>
                  <a:pt x="1362075" y="1590675"/>
                </a:lnTo>
                <a:lnTo>
                  <a:pt x="1352550" y="1590675"/>
                </a:lnTo>
                <a:close/>
                <a:moveTo>
                  <a:pt x="304800" y="1609725"/>
                </a:moveTo>
                <a:lnTo>
                  <a:pt x="314325" y="1609725"/>
                </a:lnTo>
                <a:lnTo>
                  <a:pt x="314325" y="1619250"/>
                </a:lnTo>
                <a:lnTo>
                  <a:pt x="304800" y="1619250"/>
                </a:lnTo>
                <a:close/>
                <a:moveTo>
                  <a:pt x="666750" y="1628775"/>
                </a:moveTo>
                <a:lnTo>
                  <a:pt x="685800" y="1628775"/>
                </a:lnTo>
                <a:lnTo>
                  <a:pt x="685800" y="1609725"/>
                </a:lnTo>
                <a:lnTo>
                  <a:pt x="666750" y="1609725"/>
                </a:lnTo>
                <a:close/>
                <a:moveTo>
                  <a:pt x="885825" y="1628775"/>
                </a:moveTo>
                <a:lnTo>
                  <a:pt x="895350" y="1628775"/>
                </a:lnTo>
                <a:lnTo>
                  <a:pt x="895350" y="1638300"/>
                </a:lnTo>
                <a:lnTo>
                  <a:pt x="885825" y="1638300"/>
                </a:lnTo>
                <a:close/>
                <a:moveTo>
                  <a:pt x="295275" y="1638300"/>
                </a:moveTo>
                <a:lnTo>
                  <a:pt x="323850" y="1638300"/>
                </a:lnTo>
                <a:lnTo>
                  <a:pt x="323850" y="1657350"/>
                </a:lnTo>
                <a:lnTo>
                  <a:pt x="333375" y="1657350"/>
                </a:lnTo>
                <a:lnTo>
                  <a:pt x="333375" y="1638300"/>
                </a:lnTo>
                <a:lnTo>
                  <a:pt x="342900" y="1638300"/>
                </a:lnTo>
                <a:lnTo>
                  <a:pt x="342900" y="1657350"/>
                </a:lnTo>
                <a:lnTo>
                  <a:pt x="333375" y="1657350"/>
                </a:lnTo>
                <a:lnTo>
                  <a:pt x="333375" y="1685925"/>
                </a:lnTo>
                <a:lnTo>
                  <a:pt x="295275" y="1685925"/>
                </a:lnTo>
                <a:lnTo>
                  <a:pt x="295275" y="1695450"/>
                </a:lnTo>
                <a:lnTo>
                  <a:pt x="285750" y="1695450"/>
                </a:lnTo>
                <a:lnTo>
                  <a:pt x="285750" y="1704975"/>
                </a:lnTo>
                <a:lnTo>
                  <a:pt x="276225" y="1704975"/>
                </a:lnTo>
                <a:lnTo>
                  <a:pt x="276225" y="1657350"/>
                </a:lnTo>
                <a:lnTo>
                  <a:pt x="285750" y="1657350"/>
                </a:lnTo>
                <a:lnTo>
                  <a:pt x="285750" y="1647825"/>
                </a:lnTo>
                <a:lnTo>
                  <a:pt x="295275" y="1647825"/>
                </a:lnTo>
                <a:close/>
                <a:moveTo>
                  <a:pt x="1238250" y="1638300"/>
                </a:moveTo>
                <a:lnTo>
                  <a:pt x="1257300" y="1638300"/>
                </a:lnTo>
                <a:lnTo>
                  <a:pt x="1257300" y="1647825"/>
                </a:lnTo>
                <a:lnTo>
                  <a:pt x="1266825" y="1647825"/>
                </a:lnTo>
                <a:lnTo>
                  <a:pt x="1266825" y="1657350"/>
                </a:lnTo>
                <a:lnTo>
                  <a:pt x="1295400" y="1657350"/>
                </a:lnTo>
                <a:lnTo>
                  <a:pt x="1295400" y="1647825"/>
                </a:lnTo>
                <a:lnTo>
                  <a:pt x="1304925" y="1647825"/>
                </a:lnTo>
                <a:lnTo>
                  <a:pt x="1304925" y="1638300"/>
                </a:lnTo>
                <a:lnTo>
                  <a:pt x="1323975" y="1638300"/>
                </a:lnTo>
                <a:lnTo>
                  <a:pt x="1323975" y="1647825"/>
                </a:lnTo>
                <a:lnTo>
                  <a:pt x="1343025" y="1647825"/>
                </a:lnTo>
                <a:lnTo>
                  <a:pt x="1343025" y="1638300"/>
                </a:lnTo>
                <a:lnTo>
                  <a:pt x="1333500" y="1638300"/>
                </a:lnTo>
                <a:lnTo>
                  <a:pt x="1333500" y="1628775"/>
                </a:lnTo>
                <a:lnTo>
                  <a:pt x="1323975" y="1628775"/>
                </a:lnTo>
                <a:lnTo>
                  <a:pt x="1323975" y="1619250"/>
                </a:lnTo>
                <a:lnTo>
                  <a:pt x="1304925" y="1619250"/>
                </a:lnTo>
                <a:lnTo>
                  <a:pt x="1304925" y="1628775"/>
                </a:lnTo>
                <a:lnTo>
                  <a:pt x="1238250" y="1628775"/>
                </a:lnTo>
                <a:close/>
                <a:moveTo>
                  <a:pt x="1409700" y="1638300"/>
                </a:moveTo>
                <a:lnTo>
                  <a:pt x="1428750" y="1638300"/>
                </a:lnTo>
                <a:lnTo>
                  <a:pt x="1428750" y="1600200"/>
                </a:lnTo>
                <a:lnTo>
                  <a:pt x="1400175" y="1600200"/>
                </a:lnTo>
                <a:lnTo>
                  <a:pt x="1400175" y="1619250"/>
                </a:lnTo>
                <a:lnTo>
                  <a:pt x="1390650" y="1619250"/>
                </a:lnTo>
                <a:lnTo>
                  <a:pt x="1390650" y="1638300"/>
                </a:lnTo>
                <a:lnTo>
                  <a:pt x="1371600" y="1638300"/>
                </a:lnTo>
                <a:lnTo>
                  <a:pt x="1371600" y="1657350"/>
                </a:lnTo>
                <a:lnTo>
                  <a:pt x="1381125" y="1657350"/>
                </a:lnTo>
                <a:lnTo>
                  <a:pt x="1381125" y="1647825"/>
                </a:lnTo>
                <a:lnTo>
                  <a:pt x="1409700" y="1647825"/>
                </a:lnTo>
                <a:close/>
                <a:moveTo>
                  <a:pt x="1190625" y="1647825"/>
                </a:moveTo>
                <a:lnTo>
                  <a:pt x="1228725" y="1647825"/>
                </a:lnTo>
                <a:lnTo>
                  <a:pt x="1228725" y="1628775"/>
                </a:lnTo>
                <a:lnTo>
                  <a:pt x="1190625" y="1628775"/>
                </a:lnTo>
                <a:close/>
                <a:moveTo>
                  <a:pt x="561975" y="1657350"/>
                </a:moveTo>
                <a:lnTo>
                  <a:pt x="571500" y="1657350"/>
                </a:lnTo>
                <a:lnTo>
                  <a:pt x="571500" y="1638300"/>
                </a:lnTo>
                <a:lnTo>
                  <a:pt x="561975" y="1638300"/>
                </a:lnTo>
                <a:close/>
                <a:moveTo>
                  <a:pt x="1162050" y="1657350"/>
                </a:moveTo>
                <a:lnTo>
                  <a:pt x="1181100" y="1657350"/>
                </a:lnTo>
                <a:lnTo>
                  <a:pt x="1181100" y="1647825"/>
                </a:lnTo>
                <a:lnTo>
                  <a:pt x="1162050" y="1647825"/>
                </a:lnTo>
                <a:close/>
                <a:moveTo>
                  <a:pt x="714375" y="1666875"/>
                </a:moveTo>
                <a:lnTo>
                  <a:pt x="733425" y="1666875"/>
                </a:lnTo>
                <a:lnTo>
                  <a:pt x="733425" y="1647825"/>
                </a:lnTo>
                <a:lnTo>
                  <a:pt x="714375" y="1647825"/>
                </a:lnTo>
                <a:close/>
                <a:moveTo>
                  <a:pt x="600075" y="1685925"/>
                </a:moveTo>
                <a:lnTo>
                  <a:pt x="609600" y="1685925"/>
                </a:lnTo>
                <a:lnTo>
                  <a:pt x="609600" y="1666875"/>
                </a:lnTo>
                <a:lnTo>
                  <a:pt x="600075" y="1666875"/>
                </a:lnTo>
                <a:close/>
                <a:moveTo>
                  <a:pt x="666750" y="1685925"/>
                </a:moveTo>
                <a:lnTo>
                  <a:pt x="676275" y="1685925"/>
                </a:lnTo>
                <a:lnTo>
                  <a:pt x="676275" y="1695450"/>
                </a:lnTo>
                <a:lnTo>
                  <a:pt x="704850" y="1695450"/>
                </a:lnTo>
                <a:lnTo>
                  <a:pt x="704850" y="1666875"/>
                </a:lnTo>
                <a:lnTo>
                  <a:pt x="685800" y="1666875"/>
                </a:lnTo>
                <a:lnTo>
                  <a:pt x="685800" y="1657350"/>
                </a:lnTo>
                <a:lnTo>
                  <a:pt x="666750" y="1657350"/>
                </a:lnTo>
                <a:close/>
                <a:moveTo>
                  <a:pt x="723900" y="1685925"/>
                </a:moveTo>
                <a:lnTo>
                  <a:pt x="733425" y="1685925"/>
                </a:lnTo>
                <a:lnTo>
                  <a:pt x="733425" y="1695450"/>
                </a:lnTo>
                <a:lnTo>
                  <a:pt x="704850" y="1695450"/>
                </a:lnTo>
                <a:lnTo>
                  <a:pt x="704850" y="1724025"/>
                </a:lnTo>
                <a:lnTo>
                  <a:pt x="714375" y="1724025"/>
                </a:lnTo>
                <a:lnTo>
                  <a:pt x="714375" y="1733550"/>
                </a:lnTo>
                <a:lnTo>
                  <a:pt x="723900" y="1733550"/>
                </a:lnTo>
                <a:lnTo>
                  <a:pt x="723900" y="1724025"/>
                </a:lnTo>
                <a:lnTo>
                  <a:pt x="733425" y="1724025"/>
                </a:lnTo>
                <a:lnTo>
                  <a:pt x="733425" y="1704975"/>
                </a:lnTo>
                <a:lnTo>
                  <a:pt x="742950" y="1704975"/>
                </a:lnTo>
                <a:lnTo>
                  <a:pt x="742950" y="1676400"/>
                </a:lnTo>
                <a:lnTo>
                  <a:pt x="723900" y="1676400"/>
                </a:lnTo>
                <a:close/>
                <a:moveTo>
                  <a:pt x="752475" y="1685925"/>
                </a:moveTo>
                <a:lnTo>
                  <a:pt x="762000" y="1685925"/>
                </a:lnTo>
                <a:lnTo>
                  <a:pt x="762000" y="1666875"/>
                </a:lnTo>
                <a:lnTo>
                  <a:pt x="752475" y="1666875"/>
                </a:lnTo>
                <a:close/>
                <a:moveTo>
                  <a:pt x="495300" y="1714500"/>
                </a:moveTo>
                <a:lnTo>
                  <a:pt x="504825" y="1714500"/>
                </a:lnTo>
                <a:lnTo>
                  <a:pt x="504825" y="1724025"/>
                </a:lnTo>
                <a:lnTo>
                  <a:pt x="495300" y="1724025"/>
                </a:lnTo>
                <a:close/>
                <a:moveTo>
                  <a:pt x="638175" y="1714500"/>
                </a:moveTo>
                <a:lnTo>
                  <a:pt x="647700" y="1714500"/>
                </a:lnTo>
                <a:lnTo>
                  <a:pt x="647700" y="1695450"/>
                </a:lnTo>
                <a:lnTo>
                  <a:pt x="638175" y="1695450"/>
                </a:lnTo>
                <a:close/>
                <a:moveTo>
                  <a:pt x="1200150" y="1714500"/>
                </a:moveTo>
                <a:lnTo>
                  <a:pt x="1219200" y="1714500"/>
                </a:lnTo>
                <a:lnTo>
                  <a:pt x="1219200" y="1704975"/>
                </a:lnTo>
                <a:lnTo>
                  <a:pt x="1200150" y="1704975"/>
                </a:lnTo>
                <a:close/>
                <a:moveTo>
                  <a:pt x="485775" y="1724025"/>
                </a:moveTo>
                <a:lnTo>
                  <a:pt x="495300" y="1724025"/>
                </a:lnTo>
                <a:lnTo>
                  <a:pt x="495300" y="1733550"/>
                </a:lnTo>
                <a:lnTo>
                  <a:pt x="485775" y="1733550"/>
                </a:lnTo>
                <a:close/>
                <a:moveTo>
                  <a:pt x="1114425" y="1724025"/>
                </a:moveTo>
                <a:lnTo>
                  <a:pt x="1143000" y="1724025"/>
                </a:lnTo>
                <a:lnTo>
                  <a:pt x="1143000" y="1733550"/>
                </a:lnTo>
                <a:lnTo>
                  <a:pt x="1114425" y="1733550"/>
                </a:lnTo>
                <a:close/>
                <a:moveTo>
                  <a:pt x="476250" y="1733550"/>
                </a:moveTo>
                <a:lnTo>
                  <a:pt x="485775" y="1733550"/>
                </a:lnTo>
                <a:lnTo>
                  <a:pt x="485775" y="1743075"/>
                </a:lnTo>
                <a:lnTo>
                  <a:pt x="476250" y="1743075"/>
                </a:lnTo>
                <a:close/>
                <a:moveTo>
                  <a:pt x="1400175" y="1733550"/>
                </a:moveTo>
                <a:lnTo>
                  <a:pt x="1409700" y="1733550"/>
                </a:lnTo>
                <a:lnTo>
                  <a:pt x="1409700" y="1752600"/>
                </a:lnTo>
                <a:lnTo>
                  <a:pt x="1419225" y="1752600"/>
                </a:lnTo>
                <a:lnTo>
                  <a:pt x="1419225" y="1762125"/>
                </a:lnTo>
                <a:lnTo>
                  <a:pt x="1428750" y="1762125"/>
                </a:lnTo>
                <a:lnTo>
                  <a:pt x="1428750" y="1771650"/>
                </a:lnTo>
                <a:lnTo>
                  <a:pt x="1438275" y="1771650"/>
                </a:lnTo>
                <a:lnTo>
                  <a:pt x="1438275" y="1781175"/>
                </a:lnTo>
                <a:lnTo>
                  <a:pt x="1447800" y="1781175"/>
                </a:lnTo>
                <a:lnTo>
                  <a:pt x="1447800" y="1771650"/>
                </a:lnTo>
                <a:lnTo>
                  <a:pt x="1457325" y="1771650"/>
                </a:lnTo>
                <a:lnTo>
                  <a:pt x="1457325" y="1752600"/>
                </a:lnTo>
                <a:lnTo>
                  <a:pt x="1466850" y="1752600"/>
                </a:lnTo>
                <a:lnTo>
                  <a:pt x="1466850" y="1790700"/>
                </a:lnTo>
                <a:lnTo>
                  <a:pt x="1476375" y="1790700"/>
                </a:lnTo>
                <a:lnTo>
                  <a:pt x="1476375" y="1819275"/>
                </a:lnTo>
                <a:lnTo>
                  <a:pt x="1457325" y="1819275"/>
                </a:lnTo>
                <a:lnTo>
                  <a:pt x="1457325" y="1828800"/>
                </a:lnTo>
                <a:lnTo>
                  <a:pt x="1438275" y="1828800"/>
                </a:lnTo>
                <a:lnTo>
                  <a:pt x="1438275" y="1838325"/>
                </a:lnTo>
                <a:lnTo>
                  <a:pt x="1409700" y="1838325"/>
                </a:lnTo>
                <a:lnTo>
                  <a:pt x="1409700" y="1762125"/>
                </a:lnTo>
                <a:lnTo>
                  <a:pt x="1400175" y="1762125"/>
                </a:lnTo>
                <a:close/>
                <a:moveTo>
                  <a:pt x="438150" y="1743075"/>
                </a:moveTo>
                <a:lnTo>
                  <a:pt x="476250" y="1743075"/>
                </a:lnTo>
                <a:lnTo>
                  <a:pt x="476250" y="1762125"/>
                </a:lnTo>
                <a:lnTo>
                  <a:pt x="466725" y="1762125"/>
                </a:lnTo>
                <a:lnTo>
                  <a:pt x="466725" y="1819275"/>
                </a:lnTo>
                <a:lnTo>
                  <a:pt x="457200" y="1819275"/>
                </a:lnTo>
                <a:lnTo>
                  <a:pt x="457200" y="1838325"/>
                </a:lnTo>
                <a:lnTo>
                  <a:pt x="438150" y="1838325"/>
                </a:lnTo>
                <a:lnTo>
                  <a:pt x="438150" y="1828800"/>
                </a:lnTo>
                <a:lnTo>
                  <a:pt x="428625" y="1828800"/>
                </a:lnTo>
                <a:lnTo>
                  <a:pt x="428625" y="1819275"/>
                </a:lnTo>
                <a:lnTo>
                  <a:pt x="409575" y="1819275"/>
                </a:lnTo>
                <a:lnTo>
                  <a:pt x="409575" y="1809750"/>
                </a:lnTo>
                <a:lnTo>
                  <a:pt x="400050" y="1809750"/>
                </a:lnTo>
                <a:lnTo>
                  <a:pt x="400050" y="1800225"/>
                </a:lnTo>
                <a:lnTo>
                  <a:pt x="390525" y="1800225"/>
                </a:lnTo>
                <a:lnTo>
                  <a:pt x="390525" y="1790700"/>
                </a:lnTo>
                <a:lnTo>
                  <a:pt x="409575" y="1790700"/>
                </a:lnTo>
                <a:lnTo>
                  <a:pt x="409575" y="1781175"/>
                </a:lnTo>
                <a:lnTo>
                  <a:pt x="419100" y="1781175"/>
                </a:lnTo>
                <a:lnTo>
                  <a:pt x="419100" y="1771650"/>
                </a:lnTo>
                <a:lnTo>
                  <a:pt x="438150" y="1771650"/>
                </a:lnTo>
                <a:close/>
                <a:moveTo>
                  <a:pt x="771525" y="1743075"/>
                </a:moveTo>
                <a:lnTo>
                  <a:pt x="781050" y="1743075"/>
                </a:lnTo>
                <a:lnTo>
                  <a:pt x="781050" y="1733550"/>
                </a:lnTo>
                <a:lnTo>
                  <a:pt x="771525" y="1733550"/>
                </a:lnTo>
                <a:close/>
                <a:moveTo>
                  <a:pt x="819150" y="1743075"/>
                </a:moveTo>
                <a:lnTo>
                  <a:pt x="828675" y="1743075"/>
                </a:lnTo>
                <a:lnTo>
                  <a:pt x="828675" y="1752600"/>
                </a:lnTo>
                <a:lnTo>
                  <a:pt x="819150" y="1752600"/>
                </a:lnTo>
                <a:close/>
                <a:moveTo>
                  <a:pt x="752475" y="1752600"/>
                </a:moveTo>
                <a:lnTo>
                  <a:pt x="762000" y="1752600"/>
                </a:lnTo>
                <a:lnTo>
                  <a:pt x="762000" y="1743075"/>
                </a:lnTo>
                <a:lnTo>
                  <a:pt x="752475" y="1743075"/>
                </a:lnTo>
                <a:close/>
                <a:moveTo>
                  <a:pt x="914400" y="1752600"/>
                </a:moveTo>
                <a:lnTo>
                  <a:pt x="923925" y="1752600"/>
                </a:lnTo>
                <a:lnTo>
                  <a:pt x="923925" y="1762125"/>
                </a:lnTo>
                <a:lnTo>
                  <a:pt x="914400" y="1762125"/>
                </a:lnTo>
                <a:close/>
                <a:moveTo>
                  <a:pt x="819150" y="1762125"/>
                </a:moveTo>
                <a:lnTo>
                  <a:pt x="828675" y="1762125"/>
                </a:lnTo>
                <a:lnTo>
                  <a:pt x="828675" y="1771650"/>
                </a:lnTo>
                <a:lnTo>
                  <a:pt x="838200" y="1771650"/>
                </a:lnTo>
                <a:lnTo>
                  <a:pt x="838200" y="1790700"/>
                </a:lnTo>
                <a:lnTo>
                  <a:pt x="847725" y="1790700"/>
                </a:lnTo>
                <a:lnTo>
                  <a:pt x="847725" y="1781175"/>
                </a:lnTo>
                <a:lnTo>
                  <a:pt x="876300" y="1781175"/>
                </a:lnTo>
                <a:lnTo>
                  <a:pt x="876300" y="1790700"/>
                </a:lnTo>
                <a:lnTo>
                  <a:pt x="885825" y="1790700"/>
                </a:lnTo>
                <a:lnTo>
                  <a:pt x="885825" y="1771650"/>
                </a:lnTo>
                <a:lnTo>
                  <a:pt x="923925" y="1771650"/>
                </a:lnTo>
                <a:lnTo>
                  <a:pt x="923925" y="1809750"/>
                </a:lnTo>
                <a:lnTo>
                  <a:pt x="904875" y="1809750"/>
                </a:lnTo>
                <a:lnTo>
                  <a:pt x="904875" y="1800225"/>
                </a:lnTo>
                <a:lnTo>
                  <a:pt x="895350" y="1800225"/>
                </a:lnTo>
                <a:lnTo>
                  <a:pt x="895350" y="1819275"/>
                </a:lnTo>
                <a:lnTo>
                  <a:pt x="857250" y="1819275"/>
                </a:lnTo>
                <a:lnTo>
                  <a:pt x="857250" y="1809750"/>
                </a:lnTo>
                <a:lnTo>
                  <a:pt x="838200" y="1809750"/>
                </a:lnTo>
                <a:lnTo>
                  <a:pt x="838200" y="1800225"/>
                </a:lnTo>
                <a:lnTo>
                  <a:pt x="819150" y="1800225"/>
                </a:lnTo>
                <a:lnTo>
                  <a:pt x="819150" y="1790700"/>
                </a:lnTo>
                <a:lnTo>
                  <a:pt x="809625" y="1790700"/>
                </a:lnTo>
                <a:lnTo>
                  <a:pt x="809625" y="1781175"/>
                </a:lnTo>
                <a:lnTo>
                  <a:pt x="819150" y="1781175"/>
                </a:lnTo>
                <a:close/>
                <a:moveTo>
                  <a:pt x="942975" y="1771650"/>
                </a:moveTo>
                <a:lnTo>
                  <a:pt x="952500" y="1771650"/>
                </a:lnTo>
                <a:lnTo>
                  <a:pt x="952500" y="1781175"/>
                </a:lnTo>
                <a:lnTo>
                  <a:pt x="942975" y="1781175"/>
                </a:lnTo>
                <a:close/>
                <a:moveTo>
                  <a:pt x="952500" y="1800225"/>
                </a:moveTo>
                <a:lnTo>
                  <a:pt x="971550" y="1800225"/>
                </a:lnTo>
                <a:lnTo>
                  <a:pt x="971550" y="1819275"/>
                </a:lnTo>
                <a:lnTo>
                  <a:pt x="952500" y="1819275"/>
                </a:lnTo>
                <a:close/>
                <a:moveTo>
                  <a:pt x="923925" y="1809750"/>
                </a:moveTo>
                <a:lnTo>
                  <a:pt x="933450" y="1809750"/>
                </a:lnTo>
                <a:lnTo>
                  <a:pt x="933450" y="1819275"/>
                </a:lnTo>
                <a:lnTo>
                  <a:pt x="923925" y="1819275"/>
                </a:lnTo>
                <a:close/>
              </a:path>
            </a:pathLst>
          </a:custGeom>
          <a:solidFill xmlns:a="http://schemas.openxmlformats.org/drawingml/2006/main">
            <a:srgbClr val="3666A8"/>
          </a:solidFill>
          <a:ln xmlns:a="http://schemas.openxmlformats.org/drawingml/2006/main" w="0">
            <a:noFill/>
          </a:ln>
        </p:spPr>
      </p:sp>
      <p:sp>
        <p:nvSpPr>
          <p:cNvPr id="72" name="juan vector #345b93">
            <a:extLst xmlns:a="http://schemas.openxmlformats.org/drawingml/2006/main">
              <a:ext uri="{FF2B5EF4-FFF2-40B4-BE49-F238E27FC236}">
                <a16:creationId xmlns:a16="http://schemas.microsoft.com/office/drawing/2014/main" id="{A5F6C005-2205-4307-B5DF-A7FF9D58CC3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48900" y="2552700"/>
            <a:ext cx="2085975" cy="2085975"/>
          </a:xfrm>
          <a:custGeom xmlns:a="http://schemas.openxmlformats.org/drawingml/2006/main">
            <a:pathLst>
              <a:path w="2085975" h="2085975">
                <a:moveTo>
                  <a:pt x="638175" y="1343025"/>
                </a:moveTo>
                <a:lnTo>
                  <a:pt x="657225" y="1343025"/>
                </a:lnTo>
                <a:lnTo>
                  <a:pt x="657225" y="1352550"/>
                </a:lnTo>
                <a:lnTo>
                  <a:pt x="638175" y="1352550"/>
                </a:lnTo>
                <a:close/>
                <a:moveTo>
                  <a:pt x="1219200" y="1343025"/>
                </a:moveTo>
                <a:lnTo>
                  <a:pt x="1247775" y="1343025"/>
                </a:lnTo>
                <a:lnTo>
                  <a:pt x="1247775" y="1352550"/>
                </a:lnTo>
                <a:lnTo>
                  <a:pt x="1219200" y="1352550"/>
                </a:lnTo>
                <a:close/>
                <a:moveTo>
                  <a:pt x="619125" y="1352550"/>
                </a:moveTo>
                <a:lnTo>
                  <a:pt x="628650" y="1352550"/>
                </a:lnTo>
                <a:lnTo>
                  <a:pt x="628650" y="1362075"/>
                </a:lnTo>
                <a:lnTo>
                  <a:pt x="619125" y="1362075"/>
                </a:lnTo>
                <a:close/>
                <a:moveTo>
                  <a:pt x="657225" y="1352550"/>
                </a:moveTo>
                <a:lnTo>
                  <a:pt x="666750" y="1352550"/>
                </a:lnTo>
                <a:lnTo>
                  <a:pt x="666750" y="1362075"/>
                </a:lnTo>
                <a:lnTo>
                  <a:pt x="657225" y="1362075"/>
                </a:lnTo>
                <a:close/>
                <a:moveTo>
                  <a:pt x="1257300" y="1352550"/>
                </a:moveTo>
                <a:lnTo>
                  <a:pt x="1276350" y="1352550"/>
                </a:lnTo>
                <a:lnTo>
                  <a:pt x="1276350" y="1362075"/>
                </a:lnTo>
                <a:lnTo>
                  <a:pt x="1257300" y="1362075"/>
                </a:lnTo>
                <a:close/>
                <a:moveTo>
                  <a:pt x="581025" y="1362075"/>
                </a:moveTo>
                <a:lnTo>
                  <a:pt x="590550" y="1362075"/>
                </a:lnTo>
                <a:lnTo>
                  <a:pt x="590550" y="1371600"/>
                </a:lnTo>
                <a:lnTo>
                  <a:pt x="581025" y="1371600"/>
                </a:lnTo>
                <a:close/>
                <a:moveTo>
                  <a:pt x="666750" y="1362075"/>
                </a:moveTo>
                <a:lnTo>
                  <a:pt x="676275" y="1362075"/>
                </a:lnTo>
                <a:lnTo>
                  <a:pt x="676275" y="1371600"/>
                </a:lnTo>
                <a:lnTo>
                  <a:pt x="666750" y="1371600"/>
                </a:lnTo>
                <a:close/>
                <a:moveTo>
                  <a:pt x="1295400" y="1362075"/>
                </a:moveTo>
                <a:lnTo>
                  <a:pt x="1304925" y="1362075"/>
                </a:lnTo>
                <a:lnTo>
                  <a:pt x="1304925" y="1371600"/>
                </a:lnTo>
                <a:lnTo>
                  <a:pt x="1295400" y="1371600"/>
                </a:lnTo>
                <a:close/>
                <a:moveTo>
                  <a:pt x="561975" y="1371600"/>
                </a:moveTo>
                <a:lnTo>
                  <a:pt x="571500" y="1371600"/>
                </a:lnTo>
                <a:lnTo>
                  <a:pt x="571500" y="1381125"/>
                </a:lnTo>
                <a:lnTo>
                  <a:pt x="561975" y="1381125"/>
                </a:lnTo>
                <a:close/>
                <a:moveTo>
                  <a:pt x="1200150" y="1371600"/>
                </a:moveTo>
                <a:lnTo>
                  <a:pt x="1209675" y="1371600"/>
                </a:lnTo>
                <a:lnTo>
                  <a:pt x="1209675" y="1390650"/>
                </a:lnTo>
                <a:lnTo>
                  <a:pt x="1200150" y="1390650"/>
                </a:lnTo>
                <a:close/>
                <a:moveTo>
                  <a:pt x="1314450" y="1371600"/>
                </a:moveTo>
                <a:lnTo>
                  <a:pt x="1323975" y="1371600"/>
                </a:lnTo>
                <a:lnTo>
                  <a:pt x="1323975" y="1381125"/>
                </a:lnTo>
                <a:lnTo>
                  <a:pt x="1314450" y="1381125"/>
                </a:lnTo>
                <a:close/>
                <a:moveTo>
                  <a:pt x="533400" y="1381125"/>
                </a:moveTo>
                <a:lnTo>
                  <a:pt x="542925" y="1381125"/>
                </a:lnTo>
                <a:lnTo>
                  <a:pt x="542925" y="1390650"/>
                </a:lnTo>
                <a:lnTo>
                  <a:pt x="533400" y="1390650"/>
                </a:lnTo>
                <a:close/>
                <a:moveTo>
                  <a:pt x="1190625" y="1390650"/>
                </a:moveTo>
                <a:lnTo>
                  <a:pt x="1200150" y="1390650"/>
                </a:lnTo>
                <a:lnTo>
                  <a:pt x="1200150" y="1409700"/>
                </a:lnTo>
                <a:lnTo>
                  <a:pt x="1190625" y="1409700"/>
                </a:lnTo>
                <a:close/>
                <a:moveTo>
                  <a:pt x="1171575" y="1428750"/>
                </a:moveTo>
                <a:lnTo>
                  <a:pt x="1181100" y="1428750"/>
                </a:lnTo>
                <a:lnTo>
                  <a:pt x="1181100" y="1438275"/>
                </a:lnTo>
                <a:lnTo>
                  <a:pt x="1171575" y="1438275"/>
                </a:lnTo>
                <a:close/>
                <a:moveTo>
                  <a:pt x="390525" y="1457325"/>
                </a:moveTo>
                <a:lnTo>
                  <a:pt x="400050" y="1457325"/>
                </a:lnTo>
                <a:lnTo>
                  <a:pt x="400050" y="1466850"/>
                </a:lnTo>
                <a:lnTo>
                  <a:pt x="390525" y="1466850"/>
                </a:lnTo>
                <a:close/>
                <a:moveTo>
                  <a:pt x="990600" y="1466850"/>
                </a:moveTo>
                <a:lnTo>
                  <a:pt x="1000125" y="1466850"/>
                </a:lnTo>
                <a:lnTo>
                  <a:pt x="1000125" y="1476375"/>
                </a:lnTo>
                <a:lnTo>
                  <a:pt x="990600" y="1476375"/>
                </a:lnTo>
                <a:close/>
                <a:moveTo>
                  <a:pt x="371475" y="1476375"/>
                </a:moveTo>
                <a:lnTo>
                  <a:pt x="381000" y="1476375"/>
                </a:lnTo>
                <a:lnTo>
                  <a:pt x="381000" y="1485900"/>
                </a:lnTo>
                <a:lnTo>
                  <a:pt x="371475" y="1485900"/>
                </a:lnTo>
                <a:close/>
                <a:moveTo>
                  <a:pt x="1504950" y="1476375"/>
                </a:moveTo>
                <a:lnTo>
                  <a:pt x="1514475" y="1476375"/>
                </a:lnTo>
                <a:lnTo>
                  <a:pt x="1514475" y="1485900"/>
                </a:lnTo>
                <a:lnTo>
                  <a:pt x="1504950" y="1485900"/>
                </a:lnTo>
                <a:close/>
                <a:moveTo>
                  <a:pt x="981075" y="1485900"/>
                </a:moveTo>
                <a:lnTo>
                  <a:pt x="990600" y="1485900"/>
                </a:lnTo>
                <a:lnTo>
                  <a:pt x="990600" y="1495425"/>
                </a:lnTo>
                <a:lnTo>
                  <a:pt x="981075" y="1495425"/>
                </a:lnTo>
                <a:close/>
                <a:moveTo>
                  <a:pt x="352425" y="1495425"/>
                </a:moveTo>
                <a:lnTo>
                  <a:pt x="361950" y="1495425"/>
                </a:lnTo>
                <a:lnTo>
                  <a:pt x="361950" y="1504950"/>
                </a:lnTo>
                <a:lnTo>
                  <a:pt x="352425" y="1504950"/>
                </a:lnTo>
                <a:close/>
                <a:moveTo>
                  <a:pt x="895350" y="1495425"/>
                </a:moveTo>
                <a:lnTo>
                  <a:pt x="904875" y="1495425"/>
                </a:lnTo>
                <a:lnTo>
                  <a:pt x="904875" y="1514475"/>
                </a:lnTo>
                <a:lnTo>
                  <a:pt x="895350" y="1514475"/>
                </a:lnTo>
                <a:close/>
                <a:moveTo>
                  <a:pt x="342900" y="1504950"/>
                </a:moveTo>
                <a:lnTo>
                  <a:pt x="352425" y="1504950"/>
                </a:lnTo>
                <a:lnTo>
                  <a:pt x="352425" y="1514475"/>
                </a:lnTo>
                <a:lnTo>
                  <a:pt x="342900" y="1514475"/>
                </a:lnTo>
                <a:close/>
                <a:moveTo>
                  <a:pt x="971550" y="1504950"/>
                </a:moveTo>
                <a:lnTo>
                  <a:pt x="981075" y="1504950"/>
                </a:lnTo>
                <a:lnTo>
                  <a:pt x="981075" y="1514475"/>
                </a:lnTo>
                <a:lnTo>
                  <a:pt x="971550" y="1514475"/>
                </a:lnTo>
                <a:close/>
                <a:moveTo>
                  <a:pt x="333375" y="1514475"/>
                </a:moveTo>
                <a:lnTo>
                  <a:pt x="342900" y="1514475"/>
                </a:lnTo>
                <a:lnTo>
                  <a:pt x="342900" y="1524000"/>
                </a:lnTo>
                <a:lnTo>
                  <a:pt x="333375" y="1524000"/>
                </a:lnTo>
                <a:close/>
                <a:moveTo>
                  <a:pt x="1533525" y="1514475"/>
                </a:moveTo>
                <a:lnTo>
                  <a:pt x="1543050" y="1514475"/>
                </a:lnTo>
                <a:lnTo>
                  <a:pt x="1543050" y="1524000"/>
                </a:lnTo>
                <a:lnTo>
                  <a:pt x="1533525" y="1524000"/>
                </a:lnTo>
                <a:close/>
                <a:moveTo>
                  <a:pt x="904875" y="1524000"/>
                </a:moveTo>
                <a:lnTo>
                  <a:pt x="914400" y="1524000"/>
                </a:lnTo>
                <a:lnTo>
                  <a:pt x="914400" y="1609725"/>
                </a:lnTo>
                <a:lnTo>
                  <a:pt x="904875" y="1609725"/>
                </a:lnTo>
                <a:close/>
                <a:moveTo>
                  <a:pt x="962025" y="1524000"/>
                </a:moveTo>
                <a:lnTo>
                  <a:pt x="971550" y="1524000"/>
                </a:lnTo>
                <a:lnTo>
                  <a:pt x="971550" y="1533525"/>
                </a:lnTo>
                <a:lnTo>
                  <a:pt x="962025" y="1533525"/>
                </a:lnTo>
                <a:close/>
                <a:moveTo>
                  <a:pt x="1543050" y="1524000"/>
                </a:moveTo>
                <a:lnTo>
                  <a:pt x="1552575" y="1524000"/>
                </a:lnTo>
                <a:lnTo>
                  <a:pt x="1552575" y="1533525"/>
                </a:lnTo>
                <a:lnTo>
                  <a:pt x="1543050" y="1533525"/>
                </a:lnTo>
                <a:close/>
                <a:moveTo>
                  <a:pt x="323850" y="1533525"/>
                </a:moveTo>
                <a:lnTo>
                  <a:pt x="333375" y="1533525"/>
                </a:lnTo>
                <a:lnTo>
                  <a:pt x="333375" y="1543050"/>
                </a:lnTo>
                <a:lnTo>
                  <a:pt x="323850" y="1543050"/>
                </a:lnTo>
                <a:close/>
                <a:moveTo>
                  <a:pt x="314325" y="1543050"/>
                </a:moveTo>
                <a:lnTo>
                  <a:pt x="323850" y="1543050"/>
                </a:lnTo>
                <a:lnTo>
                  <a:pt x="323850" y="1552575"/>
                </a:lnTo>
                <a:lnTo>
                  <a:pt x="314325" y="1552575"/>
                </a:lnTo>
                <a:close/>
                <a:moveTo>
                  <a:pt x="962025" y="1562100"/>
                </a:moveTo>
                <a:lnTo>
                  <a:pt x="971550" y="1562100"/>
                </a:lnTo>
                <a:lnTo>
                  <a:pt x="971550" y="1571625"/>
                </a:lnTo>
                <a:lnTo>
                  <a:pt x="981075" y="1571625"/>
                </a:lnTo>
                <a:lnTo>
                  <a:pt x="981075" y="1590675"/>
                </a:lnTo>
                <a:lnTo>
                  <a:pt x="962025" y="1590675"/>
                </a:lnTo>
                <a:close/>
                <a:moveTo>
                  <a:pt x="266700" y="1657350"/>
                </a:moveTo>
                <a:lnTo>
                  <a:pt x="276225" y="1657350"/>
                </a:lnTo>
                <a:lnTo>
                  <a:pt x="276225" y="1666875"/>
                </a:lnTo>
                <a:lnTo>
                  <a:pt x="266700" y="1666875"/>
                </a:lnTo>
                <a:close/>
                <a:moveTo>
                  <a:pt x="257175" y="1676400"/>
                </a:moveTo>
                <a:lnTo>
                  <a:pt x="266700" y="1676400"/>
                </a:lnTo>
                <a:lnTo>
                  <a:pt x="266700" y="1714500"/>
                </a:lnTo>
                <a:lnTo>
                  <a:pt x="257175" y="1714500"/>
                </a:lnTo>
                <a:close/>
                <a:moveTo>
                  <a:pt x="1390650" y="1781175"/>
                </a:moveTo>
                <a:lnTo>
                  <a:pt x="1400175" y="1781175"/>
                </a:lnTo>
                <a:lnTo>
                  <a:pt x="1400175" y="1800225"/>
                </a:lnTo>
                <a:lnTo>
                  <a:pt x="1390650" y="1800225"/>
                </a:lnTo>
                <a:close/>
                <a:moveTo>
                  <a:pt x="523875" y="1819275"/>
                </a:moveTo>
                <a:lnTo>
                  <a:pt x="533400" y="1819275"/>
                </a:lnTo>
                <a:lnTo>
                  <a:pt x="533400" y="1838325"/>
                </a:lnTo>
                <a:lnTo>
                  <a:pt x="523875" y="1838325"/>
                </a:lnTo>
                <a:close/>
                <a:moveTo>
                  <a:pt x="466725" y="1838325"/>
                </a:moveTo>
                <a:lnTo>
                  <a:pt x="476250" y="1838325"/>
                </a:lnTo>
                <a:lnTo>
                  <a:pt x="476250" y="1847850"/>
                </a:lnTo>
                <a:lnTo>
                  <a:pt x="466725" y="1847850"/>
                </a:lnTo>
                <a:close/>
                <a:moveTo>
                  <a:pt x="457200" y="1847850"/>
                </a:moveTo>
                <a:lnTo>
                  <a:pt x="466725" y="1847850"/>
                </a:lnTo>
                <a:lnTo>
                  <a:pt x="466725" y="1857375"/>
                </a:lnTo>
                <a:lnTo>
                  <a:pt x="457200" y="1857375"/>
                </a:lnTo>
                <a:close/>
                <a:moveTo>
                  <a:pt x="1400175" y="1847850"/>
                </a:moveTo>
                <a:lnTo>
                  <a:pt x="1409700" y="1847850"/>
                </a:lnTo>
                <a:lnTo>
                  <a:pt x="1409700" y="1866900"/>
                </a:lnTo>
                <a:lnTo>
                  <a:pt x="1400175" y="1866900"/>
                </a:lnTo>
                <a:close/>
              </a:path>
            </a:pathLst>
          </a:custGeom>
          <a:solidFill xmlns:a="http://schemas.openxmlformats.org/drawingml/2006/main">
            <a:srgbClr val="345B93"/>
          </a:solidFill>
          <a:ln xmlns:a="http://schemas.openxmlformats.org/drawingml/2006/main" w="0">
            <a:noFill/>
          </a:ln>
        </p:spPr>
      </p:sp>
      <p:sp>
        <p:nvSpPr>
          <p:cNvPr id="73" name="">
            <a:extLst xmlns:a="http://schemas.openxmlformats.org/drawingml/2006/main">
              <a:ext uri="{FF2B5EF4-FFF2-40B4-BE49-F238E27FC236}">
                <a16:creationId xmlns:a16="http://schemas.microsoft.com/office/drawing/2014/main" id="{DABF2435-3AEA-42BC-BDC7-4CC37AD344F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0191750" y="4848225"/>
            <a:ext cx="2047875" cy="35242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/>
          <a:lstStyle xmlns:a="http://schemas.openxmlformats.org/drawingml/2006/main">
            <a:defPPr algn="ctr">
              <a:defRPr sz="180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defPPr>
            <a:lvl1pPr algn="ctr">
              <a:defRPr sz="180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1pPr>
            <a:lvl2pPr algn="ctr">
              <a:defRPr sz="180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2pPr>
            <a:lvl3pPr algn="ctr">
              <a:defRPr sz="180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3pPr>
            <a:lvl4pPr algn="ctr">
              <a:defRPr sz="180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4pPr>
            <a:lvl5pPr algn="ctr">
              <a:defRPr sz="180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5pPr>
            <a:lvl6pPr algn="ctr">
              <a:defRPr sz="180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6pPr>
            <a:lvl7pPr algn="ctr">
              <a:defRPr sz="180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7pPr>
            <a:lvl8pPr algn="ctr">
              <a:defRPr sz="180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8pPr>
            <a:lvl9pPr algn="ctr">
              <a:defRPr sz="180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9pPr>
          </a:lstStyle>
          <a:p xmlns:a="http://schemas.openxmlformats.org/drawingml/2006/main">
            <a:pPr algn="ctr">
              <a:lnSpc>
                <a:spcPct val="105000"/>
              </a:lnSpc>
              <a:buNone/>
              <a:defRPr sz="180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pPr>
            <a:r>
              <a:rPr sz="1800" b="0">
                <a:solidFill>
                  <a:srgbClr val="111111"/>
                </a:solidFill>
                <a:latin typeface="Arial"/>
                <a:ea typeface="Arial"/>
                <a:cs typeface="Arial"/>
              </a:rPr>
              <a:t>Turno de Juan</a:t>
            </a:r>
          </a:p>
        </p:txBody>
      </p:sp>
      <p:sp>
        <p:nvSpPr>
          <p:cNvPr id="74" name="">
            <a:extLst xmlns:a="http://schemas.openxmlformats.org/drawingml/2006/main">
              <a:ext uri="{FF2B5EF4-FFF2-40B4-BE49-F238E27FC236}">
                <a16:creationId xmlns:a16="http://schemas.microsoft.com/office/drawing/2014/main" id="{6E277CD5-1EEF-4772-A3F8-4DD31AC3497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-540000">
            <a:off x="3829050" y="2295525"/>
            <a:ext cx="1457325" cy="1524000"/>
          </a:xfrm>
          <a:prstGeom xmlns:a="http://schemas.openxmlformats.org/drawingml/2006/main" prst="rect">
            <a:avLst/>
          </a:prstGeom>
          <a:solidFill xmlns:a="http://schemas.openxmlformats.org/drawingml/2006/main">
            <a:srgbClr val="F5DF89"/>
          </a:solidFill>
          <a:ln xmlns:a="http://schemas.openxmlformats.org/drawingml/2006/main" w="0">
            <a:noFill/>
          </a:ln>
        </p:spPr>
      </p:sp>
      <p:sp>
        <p:nvSpPr>
          <p:cNvPr id="75" name="">
            <a:extLst xmlns:a="http://schemas.openxmlformats.org/drawingml/2006/main">
              <a:ext uri="{FF2B5EF4-FFF2-40B4-BE49-F238E27FC236}">
                <a16:creationId xmlns:a16="http://schemas.microsoft.com/office/drawing/2014/main" id="{CB18C3C1-8BE4-4957-95A9-E6335458D0D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-540000">
            <a:off x="3829050" y="2295525"/>
            <a:ext cx="1457325" cy="228600"/>
          </a:xfrm>
          <a:prstGeom xmlns:a="http://schemas.openxmlformats.org/drawingml/2006/main" prst="rect">
            <a:avLst/>
          </a:prstGeom>
          <a:solidFill xmlns:a="http://schemas.openxmlformats.org/drawingml/2006/main">
            <a:srgbClr val="DFC76B"/>
          </a:solidFill>
          <a:ln xmlns:a="http://schemas.openxmlformats.org/drawingml/2006/main" w="0">
            <a:noFill/>
          </a:ln>
        </p:spPr>
      </p:sp>
      <p:sp>
        <p:nvSpPr>
          <p:cNvPr id="76" name="">
            <a:extLst xmlns:a="http://schemas.openxmlformats.org/drawingml/2006/main">
              <a:ext uri="{FF2B5EF4-FFF2-40B4-BE49-F238E27FC236}">
                <a16:creationId xmlns:a16="http://schemas.microsoft.com/office/drawing/2014/main" id="{0BDF0FC5-4E42-4A0D-9BC3-42F1C9F8D0F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-540000">
            <a:off x="3962400" y="2752725"/>
            <a:ext cx="1333500" cy="66675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/>
          <a:lstStyle xmlns:a="http://schemas.openxmlformats.org/drawingml/2006/main">
            <a:defPPr algn="l">
              <a:defRPr sz="172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defPPr>
            <a:lvl1pPr algn="l">
              <a:defRPr sz="172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1pPr>
            <a:lvl2pPr algn="l">
              <a:defRPr sz="172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2pPr>
            <a:lvl3pPr algn="l">
              <a:defRPr sz="172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3pPr>
            <a:lvl4pPr algn="l">
              <a:defRPr sz="172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4pPr>
            <a:lvl5pPr algn="l">
              <a:defRPr sz="172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5pPr>
            <a:lvl6pPr algn="l">
              <a:defRPr sz="172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6pPr>
            <a:lvl7pPr algn="l">
              <a:defRPr sz="172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7pPr>
            <a:lvl8pPr algn="l">
              <a:defRPr sz="172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8pPr>
            <a:lvl9pPr algn="l">
              <a:defRPr sz="172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9pPr>
          </a:lstStyle>
          <a:p xmlns:a="http://schemas.openxmlformats.org/drawingml/2006/main">
            <a:pPr algn="l">
              <a:lnSpc>
                <a:spcPct val="105000"/>
              </a:lnSpc>
              <a:buNone/>
              <a:defRPr sz="172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pPr>
            <a:r>
              <a:rPr sz="1725" b="0">
                <a:solidFill>
                  <a:srgbClr val="111111"/>
                </a:solidFill>
                <a:latin typeface="Arial"/>
                <a:ea typeface="Arial"/>
                <a:cs typeface="Arial"/>
              </a:rPr>
              <a:t>Anotaciones</a:t>
            </a:r>
          </a:p>
          <a:p xmlns:a="http://schemas.openxmlformats.org/drawingml/2006/main">
            <a:pPr algn="l">
              <a:lnSpc>
                <a:spcPct val="105000"/>
              </a:lnSpc>
              <a:buNone/>
              <a:defRPr sz="172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pPr>
            <a:r>
              <a:rPr sz="1725" b="0">
                <a:solidFill>
                  <a:srgbClr val="111111"/>
                </a:solidFill>
                <a:latin typeface="Arial"/>
                <a:ea typeface="Arial"/>
                <a:cs typeface="Arial"/>
              </a:rPr>
              <a:t>dispersas</a:t>
            </a:r>
          </a:p>
        </p:txBody>
      </p:sp>
      <p:sp>
        <p:nvSpPr>
          <p:cNvPr id="77" name="">
            <a:extLst xmlns:a="http://schemas.openxmlformats.org/drawingml/2006/main">
              <a:ext uri="{FF2B5EF4-FFF2-40B4-BE49-F238E27FC236}">
                <a16:creationId xmlns:a16="http://schemas.microsoft.com/office/drawing/2014/main" id="{11CD48E0-0F9E-4A5D-864B-841C0A3E723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540000">
            <a:off x="4629150" y="3838575"/>
            <a:ext cx="1676400" cy="1647825"/>
          </a:xfrm>
          <a:prstGeom xmlns:a="http://schemas.openxmlformats.org/drawingml/2006/main" prst="rect">
            <a:avLst/>
          </a:prstGeom>
          <a:solidFill xmlns:a="http://schemas.openxmlformats.org/drawingml/2006/main">
            <a:srgbClr val="F3F3EF"/>
          </a:solidFill>
          <a:ln xmlns:a="http://schemas.openxmlformats.org/drawingml/2006/main" w="0">
            <a:noFill/>
          </a:ln>
        </p:spPr>
      </p:sp>
      <p:sp>
        <p:nvSpPr>
          <p:cNvPr id="78" name="">
            <a:extLst xmlns:a="http://schemas.openxmlformats.org/drawingml/2006/main">
              <a:ext uri="{FF2B5EF4-FFF2-40B4-BE49-F238E27FC236}">
                <a16:creationId xmlns:a16="http://schemas.microsoft.com/office/drawing/2014/main" id="{DC090F86-D19A-4B45-9757-1F983086DE7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540000">
            <a:off x="4810125" y="4286250"/>
            <a:ext cx="1476375" cy="80962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/>
          <a:lstStyle xmlns:a="http://schemas.openxmlformats.org/drawingml/2006/main">
            <a:defPPr algn="l">
              <a:defRPr sz="172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defPPr>
            <a:lvl1pPr algn="l">
              <a:defRPr sz="172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1pPr>
            <a:lvl2pPr algn="l">
              <a:defRPr sz="172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2pPr>
            <a:lvl3pPr algn="l">
              <a:defRPr sz="172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3pPr>
            <a:lvl4pPr algn="l">
              <a:defRPr sz="172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4pPr>
            <a:lvl5pPr algn="l">
              <a:defRPr sz="172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5pPr>
            <a:lvl6pPr algn="l">
              <a:defRPr sz="172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6pPr>
            <a:lvl7pPr algn="l">
              <a:defRPr sz="172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7pPr>
            <a:lvl8pPr algn="l">
              <a:defRPr sz="172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8pPr>
            <a:lvl9pPr algn="l">
              <a:defRPr sz="172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9pPr>
          </a:lstStyle>
          <a:p xmlns:a="http://schemas.openxmlformats.org/drawingml/2006/main">
            <a:pPr algn="l">
              <a:lnSpc>
                <a:spcPct val="105000"/>
              </a:lnSpc>
              <a:buNone/>
              <a:defRPr sz="172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pPr>
            <a:r>
              <a:rPr sz="1725" b="0">
                <a:solidFill>
                  <a:srgbClr val="111111"/>
                </a:solidFill>
                <a:latin typeface="Arial"/>
                <a:ea typeface="Arial"/>
                <a:cs typeface="Arial"/>
              </a:rPr>
              <a:t>Novedades</a:t>
            </a:r>
          </a:p>
          <a:p xmlns:a="http://schemas.openxmlformats.org/drawingml/2006/main">
            <a:pPr algn="l">
              <a:lnSpc>
                <a:spcPct val="105000"/>
              </a:lnSpc>
              <a:buNone/>
              <a:defRPr sz="172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pPr>
            <a:r>
              <a:rPr sz="1725" b="0">
                <a:solidFill>
                  <a:srgbClr val="111111"/>
                </a:solidFill>
                <a:latin typeface="Arial"/>
                <a:ea typeface="Arial"/>
                <a:cs typeface="Arial"/>
              </a:rPr>
              <a:t>sin comunicar</a:t>
            </a:r>
          </a:p>
        </p:txBody>
      </p:sp>
      <p:sp>
        <p:nvSpPr>
          <p:cNvPr id="79" name="">
            <a:extLst xmlns:a="http://schemas.openxmlformats.org/drawingml/2006/main">
              <a:ext uri="{FF2B5EF4-FFF2-40B4-BE49-F238E27FC236}">
                <a16:creationId xmlns:a16="http://schemas.microsoft.com/office/drawing/2014/main" id="{309FD556-4DDA-4CE0-AA3F-BC5C61A2323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-300000">
            <a:off x="7620000" y="3562350"/>
            <a:ext cx="1419225" cy="1381125"/>
          </a:xfrm>
          <a:prstGeom xmlns:a="http://schemas.openxmlformats.org/drawingml/2006/main" prst="rect">
            <a:avLst/>
          </a:prstGeom>
          <a:solidFill xmlns:a="http://schemas.openxmlformats.org/drawingml/2006/main">
            <a:srgbClr val="F4C78F"/>
          </a:solidFill>
          <a:ln xmlns:a="http://schemas.openxmlformats.org/drawingml/2006/main" w="0">
            <a:noFill/>
          </a:ln>
        </p:spPr>
      </p:sp>
      <p:sp>
        <p:nvSpPr>
          <p:cNvPr id="80" name="">
            <a:extLst xmlns:a="http://schemas.openxmlformats.org/drawingml/2006/main">
              <a:ext uri="{FF2B5EF4-FFF2-40B4-BE49-F238E27FC236}">
                <a16:creationId xmlns:a16="http://schemas.microsoft.com/office/drawing/2014/main" id="{B8F053F8-DA5A-41F1-9CB7-A10B360A98B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-300000">
            <a:off x="7934325" y="3486150"/>
            <a:ext cx="752475" cy="190500"/>
          </a:xfrm>
          <a:prstGeom xmlns:a="http://schemas.openxmlformats.org/drawingml/2006/main" prst="rect">
            <a:avLst/>
          </a:prstGeom>
          <a:solidFill xmlns:a="http://schemas.openxmlformats.org/drawingml/2006/main">
            <a:srgbClr val="D4A56C"/>
          </a:solidFill>
          <a:ln xmlns:a="http://schemas.openxmlformats.org/drawingml/2006/main" w="0">
            <a:noFill/>
          </a:ln>
        </p:spPr>
      </p:sp>
      <p:sp>
        <p:nvSpPr>
          <p:cNvPr id="81" name="">
            <a:extLst xmlns:a="http://schemas.openxmlformats.org/drawingml/2006/main">
              <a:ext uri="{FF2B5EF4-FFF2-40B4-BE49-F238E27FC236}">
                <a16:creationId xmlns:a16="http://schemas.microsoft.com/office/drawing/2014/main" id="{A7737CF4-6A76-4B70-9247-A21D25FB108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-300000">
            <a:off x="7724775" y="3933825"/>
            <a:ext cx="1285875" cy="97155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/>
          <a:lstStyle xmlns:a="http://schemas.openxmlformats.org/drawingml/2006/main">
            <a:defPPr algn="l">
              <a:defRPr sz="157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defPPr>
            <a:lvl1pPr algn="l">
              <a:defRPr sz="157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1pPr>
            <a:lvl2pPr algn="l">
              <a:defRPr sz="157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2pPr>
            <a:lvl3pPr algn="l">
              <a:defRPr sz="157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3pPr>
            <a:lvl4pPr algn="l">
              <a:defRPr sz="157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4pPr>
            <a:lvl5pPr algn="l">
              <a:defRPr sz="157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5pPr>
            <a:lvl6pPr algn="l">
              <a:defRPr sz="157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6pPr>
            <a:lvl7pPr algn="l">
              <a:defRPr sz="157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7pPr>
            <a:lvl8pPr algn="l">
              <a:defRPr sz="157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8pPr>
            <a:lvl9pPr algn="l">
              <a:defRPr sz="157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9pPr>
          </a:lstStyle>
          <a:p xmlns:a="http://schemas.openxmlformats.org/drawingml/2006/main">
            <a:pPr algn="l">
              <a:lnSpc>
                <a:spcPct val="105000"/>
              </a:lnSpc>
              <a:buNone/>
              <a:defRPr sz="157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pPr>
            <a:r>
              <a:rPr sz="1575" b="0">
                <a:solidFill>
                  <a:srgbClr val="111111"/>
                </a:solidFill>
                <a:latin typeface="Arial"/>
                <a:ea typeface="Arial"/>
                <a:cs typeface="Arial"/>
              </a:rPr>
              <a:t>Dudas sobre</a:t>
            </a:r>
          </a:p>
          <a:p xmlns:a="http://schemas.openxmlformats.org/drawingml/2006/main">
            <a:pPr algn="l">
              <a:lnSpc>
                <a:spcPct val="105000"/>
              </a:lnSpc>
              <a:buNone/>
              <a:defRPr sz="157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pPr>
            <a:r>
              <a:rPr sz="1575" b="0">
                <a:solidFill>
                  <a:srgbClr val="111111"/>
                </a:solidFill>
                <a:latin typeface="Arial"/>
                <a:ea typeface="Arial"/>
                <a:cs typeface="Arial"/>
              </a:rPr>
              <a:t>la mercadería</a:t>
            </a:r>
          </a:p>
          <a:p xmlns:a="http://schemas.openxmlformats.org/drawingml/2006/main">
            <a:pPr algn="l">
              <a:lnSpc>
                <a:spcPct val="105000"/>
              </a:lnSpc>
              <a:buNone/>
              <a:defRPr sz="157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pPr>
            <a:r>
              <a:rPr sz="1575" b="0">
                <a:solidFill>
                  <a:srgbClr val="111111"/>
                </a:solidFill>
                <a:latin typeface="Arial"/>
                <a:ea typeface="Arial"/>
                <a:cs typeface="Arial"/>
              </a:rPr>
              <a:t>disponible</a:t>
            </a:r>
          </a:p>
        </p:txBody>
      </p:sp>
      <p:sp>
        <p:nvSpPr>
          <p:cNvPr id="82" name="">
            <a:extLst xmlns:a="http://schemas.openxmlformats.org/drawingml/2006/main">
              <a:ext uri="{FF2B5EF4-FFF2-40B4-BE49-F238E27FC236}">
                <a16:creationId xmlns:a16="http://schemas.microsoft.com/office/drawing/2014/main" id="{13A7AE42-AC94-412D-BB9E-9CE751ED2AB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410200" y="2514600"/>
            <a:ext cx="876300" cy="542925"/>
          </a:xfrm>
          <a:prstGeom xmlns:a="http://schemas.openxmlformats.org/drawingml/2006/main" prst="roundRect">
            <a:avLst>
              <a:gd name="adj" fmla="val 38596"/>
            </a:avLst>
          </a:prstGeom>
          <a:solidFill xmlns:a="http://schemas.openxmlformats.org/drawingml/2006/main">
            <a:srgbClr val="CADFF3"/>
          </a:solidFill>
          <a:ln xmlns:a="http://schemas.openxmlformats.org/drawingml/2006/main" w="0">
            <a:noFill/>
          </a:ln>
        </p:spPr>
      </p:sp>
      <p:sp>
        <p:nvSpPr>
          <p:cNvPr id="83" name="">
            <a:extLst xmlns:a="http://schemas.openxmlformats.org/drawingml/2006/main">
              <a:ext uri="{FF2B5EF4-FFF2-40B4-BE49-F238E27FC236}">
                <a16:creationId xmlns:a16="http://schemas.microsoft.com/office/drawing/2014/main" id="{B6F8075A-E00A-4EC7-B4DF-2E0C7691FE7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3752850" y="4086225"/>
            <a:ext cx="866775" cy="542925"/>
          </a:xfrm>
          <a:prstGeom xmlns:a="http://schemas.openxmlformats.org/drawingml/2006/main" prst="roundRect">
            <a:avLst>
              <a:gd name="adj" fmla="val 38596"/>
            </a:avLst>
          </a:prstGeom>
          <a:solidFill xmlns:a="http://schemas.openxmlformats.org/drawingml/2006/main">
            <a:srgbClr val="CADFF3"/>
          </a:solidFill>
          <a:ln xmlns:a="http://schemas.openxmlformats.org/drawingml/2006/main" w="0">
            <a:noFill/>
          </a:ln>
        </p:spPr>
      </p:sp>
      <p:sp>
        <p:nvSpPr>
          <p:cNvPr id="84" name="">
            <a:extLst xmlns:a="http://schemas.openxmlformats.org/drawingml/2006/main">
              <a:ext uri="{FF2B5EF4-FFF2-40B4-BE49-F238E27FC236}">
                <a16:creationId xmlns:a16="http://schemas.microsoft.com/office/drawing/2014/main" id="{8E8AC71E-3003-4BB0-A9BF-E756A5F2366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7067550" y="4429125"/>
            <a:ext cx="771525" cy="542925"/>
          </a:xfrm>
          <a:prstGeom xmlns:a="http://schemas.openxmlformats.org/drawingml/2006/main" prst="roundRect">
            <a:avLst>
              <a:gd name="adj" fmla="val 38596"/>
            </a:avLst>
          </a:prstGeom>
          <a:solidFill xmlns:a="http://schemas.openxmlformats.org/drawingml/2006/main">
            <a:srgbClr val="CADFF3"/>
          </a:solidFill>
          <a:ln xmlns:a="http://schemas.openxmlformats.org/drawingml/2006/main" w="0">
            <a:noFill/>
          </a:ln>
        </p:spPr>
      </p:sp>
      <p:sp>
        <p:nvSpPr>
          <p:cNvPr id="85" name="">
            <a:extLst xmlns:a="http://schemas.openxmlformats.org/drawingml/2006/main">
              <a:ext uri="{FF2B5EF4-FFF2-40B4-BE49-F238E27FC236}">
                <a16:creationId xmlns:a16="http://schemas.microsoft.com/office/drawing/2014/main" id="{3DD6959D-3651-486C-AF1C-BCF7835533B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6877050" y="2200275"/>
            <a:ext cx="1352550" cy="542925"/>
          </a:xfrm>
          <a:prstGeom xmlns:a="http://schemas.openxmlformats.org/drawingml/2006/main" prst="roundRect">
            <a:avLst>
              <a:gd name="adj" fmla="val 38596"/>
            </a:avLst>
          </a:prstGeom>
          <a:solidFill xmlns:a="http://schemas.openxmlformats.org/drawingml/2006/main">
            <a:srgbClr val="CADFF3"/>
          </a:solidFill>
          <a:ln xmlns:a="http://schemas.openxmlformats.org/drawingml/2006/main" w="0">
            <a:noFill/>
          </a:ln>
        </p:spPr>
      </p:sp>
      <p:sp>
        <p:nvSpPr>
          <p:cNvPr id="86" name="">
            <a:extLst xmlns:a="http://schemas.openxmlformats.org/drawingml/2006/main">
              <a:ext uri="{FF2B5EF4-FFF2-40B4-BE49-F238E27FC236}">
                <a16:creationId xmlns:a16="http://schemas.microsoft.com/office/drawing/2014/main" id="{07367DF1-1B52-46B8-A293-EF24254AD15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6753225" y="3305175"/>
            <a:ext cx="1419225" cy="542925"/>
          </a:xfrm>
          <a:prstGeom xmlns:a="http://schemas.openxmlformats.org/drawingml/2006/main" prst="roundRect">
            <a:avLst>
              <a:gd name="adj" fmla="val 38596"/>
            </a:avLst>
          </a:prstGeom>
          <a:solidFill xmlns:a="http://schemas.openxmlformats.org/drawingml/2006/main">
            <a:srgbClr val="CADFF3"/>
          </a:solidFill>
          <a:ln xmlns:a="http://schemas.openxmlformats.org/drawingml/2006/main" w="0">
            <a:noFill/>
          </a:ln>
        </p:spPr>
      </p:sp>
      <p:sp>
        <p:nvSpPr>
          <p:cNvPr id="87" name="">
            <a:extLst xmlns:a="http://schemas.openxmlformats.org/drawingml/2006/main">
              <a:ext uri="{FF2B5EF4-FFF2-40B4-BE49-F238E27FC236}">
                <a16:creationId xmlns:a16="http://schemas.microsoft.com/office/drawing/2014/main" id="{7F178A8D-4F4C-4A58-AF34-37E24320997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7639050" y="2943225"/>
            <a:ext cx="1343025" cy="542925"/>
          </a:xfrm>
          <a:prstGeom xmlns:a="http://schemas.openxmlformats.org/drawingml/2006/main" prst="roundRect">
            <a:avLst>
              <a:gd name="adj" fmla="val 38596"/>
            </a:avLst>
          </a:prstGeom>
          <a:solidFill xmlns:a="http://schemas.openxmlformats.org/drawingml/2006/main">
            <a:srgbClr val="CADFF3"/>
          </a:solidFill>
          <a:ln xmlns:a="http://schemas.openxmlformats.org/drawingml/2006/main" w="0">
            <a:noFill/>
          </a:ln>
        </p:spPr>
      </p:sp>
      <p:sp>
        <p:nvSpPr>
          <p:cNvPr id="88" name="">
            <a:extLst xmlns:a="http://schemas.openxmlformats.org/drawingml/2006/main">
              <a:ext uri="{FF2B5EF4-FFF2-40B4-BE49-F238E27FC236}">
                <a16:creationId xmlns:a16="http://schemas.microsoft.com/office/drawing/2014/main" id="{667B53FD-6078-4B2B-B3C2-02CFA6AD1A6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639300" y="2667000"/>
            <a:ext cx="1123950" cy="72390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/>
          <a:lstStyle xmlns:a="http://schemas.openxmlformats.org/drawingml/2006/main">
            <a:defPPr algn="ctr">
              <a:defRPr sz="180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defPPr>
            <a:lvl1pPr algn="ctr">
              <a:defRPr sz="180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1pPr>
            <a:lvl2pPr algn="ctr">
              <a:defRPr sz="180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2pPr>
            <a:lvl3pPr algn="ctr">
              <a:defRPr sz="180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3pPr>
            <a:lvl4pPr algn="ctr">
              <a:defRPr sz="180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4pPr>
            <a:lvl5pPr algn="ctr">
              <a:defRPr sz="180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5pPr>
            <a:lvl6pPr algn="ctr">
              <a:defRPr sz="180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6pPr>
            <a:lvl7pPr algn="ctr">
              <a:defRPr sz="180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7pPr>
            <a:lvl8pPr algn="ctr">
              <a:defRPr sz="180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8pPr>
            <a:lvl9pPr algn="ctr">
              <a:defRPr sz="180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9pPr>
          </a:lstStyle>
          <a:p xmlns:a="http://schemas.openxmlformats.org/drawingml/2006/main">
            <a:pPr algn="ctr">
              <a:lnSpc>
                <a:spcPct val="105000"/>
              </a:lnSpc>
              <a:buNone/>
              <a:defRPr sz="180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pPr>
            <a:r>
              <a:rPr sz="1800" b="0">
                <a:solidFill>
                  <a:srgbClr val="111111"/>
                </a:solidFill>
                <a:latin typeface="Arial"/>
                <a:ea typeface="Arial"/>
                <a:cs typeface="Arial"/>
              </a:rPr>
              <a:t>¿Qué se</a:t>
            </a:r>
          </a:p>
          <a:p xmlns:a="http://schemas.openxmlformats.org/drawingml/2006/main">
            <a:pPr algn="ctr">
              <a:lnSpc>
                <a:spcPct val="105000"/>
              </a:lnSpc>
              <a:buNone/>
              <a:defRPr sz="180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pPr>
            <a:r>
              <a:rPr sz="1800" b="0">
                <a:solidFill>
                  <a:srgbClr val="111111"/>
                </a:solidFill>
                <a:latin typeface="Arial"/>
                <a:ea typeface="Arial"/>
                <a:cs typeface="Arial"/>
              </a:rPr>
              <a:t>vendió?</a:t>
            </a:r>
          </a:p>
        </p:txBody>
      </p:sp>
      <p:sp>
        <p:nvSpPr>
          <p:cNvPr id="89" name="">
            <a:extLst xmlns:a="http://schemas.openxmlformats.org/drawingml/2006/main">
              <a:ext uri="{FF2B5EF4-FFF2-40B4-BE49-F238E27FC236}">
                <a16:creationId xmlns:a16="http://schemas.microsoft.com/office/drawing/2014/main" id="{5EBBDB36-EC22-4099-A58D-6252F871834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1620500" y="2667000"/>
            <a:ext cx="1133475" cy="72390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/>
          <a:lstStyle xmlns:a="http://schemas.openxmlformats.org/drawingml/2006/main">
            <a:defPPr algn="ctr">
              <a:defRPr sz="180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defPPr>
            <a:lvl1pPr algn="ctr">
              <a:defRPr sz="180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1pPr>
            <a:lvl2pPr algn="ctr">
              <a:defRPr sz="180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2pPr>
            <a:lvl3pPr algn="ctr">
              <a:defRPr sz="180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3pPr>
            <a:lvl4pPr algn="ctr">
              <a:defRPr sz="180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4pPr>
            <a:lvl5pPr algn="ctr">
              <a:defRPr sz="180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5pPr>
            <a:lvl6pPr algn="ctr">
              <a:defRPr sz="180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6pPr>
            <a:lvl7pPr algn="ctr">
              <a:defRPr sz="180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7pPr>
            <a:lvl8pPr algn="ctr">
              <a:defRPr sz="180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8pPr>
            <a:lvl9pPr algn="ctr">
              <a:defRPr sz="180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9pPr>
          </a:lstStyle>
          <a:p xmlns:a="http://schemas.openxmlformats.org/drawingml/2006/main">
            <a:pPr algn="ctr">
              <a:lnSpc>
                <a:spcPct val="105000"/>
              </a:lnSpc>
              <a:buNone/>
              <a:defRPr sz="180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pPr>
            <a:r>
              <a:rPr sz="1800" b="0">
                <a:solidFill>
                  <a:srgbClr val="111111"/>
                </a:solidFill>
                <a:latin typeface="Arial"/>
                <a:ea typeface="Arial"/>
                <a:cs typeface="Arial"/>
              </a:rPr>
              <a:t>¿Cuánto</a:t>
            </a:r>
          </a:p>
          <a:p xmlns:a="http://schemas.openxmlformats.org/drawingml/2006/main">
            <a:pPr algn="ctr">
              <a:lnSpc>
                <a:spcPct val="105000"/>
              </a:lnSpc>
              <a:buNone/>
              <a:defRPr sz="180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pPr>
            <a:r>
              <a:rPr sz="1800" b="0">
                <a:solidFill>
                  <a:srgbClr val="111111"/>
                </a:solidFill>
                <a:latin typeface="Arial"/>
                <a:ea typeface="Arial"/>
                <a:cs typeface="Arial"/>
              </a:rPr>
              <a:t>queda?</a:t>
            </a:r>
          </a:p>
        </p:txBody>
      </p:sp>
      <p:sp>
        <p:nvSpPr>
          <p:cNvPr id="90" name="">
            <a:extLst xmlns:a="http://schemas.openxmlformats.org/drawingml/2006/main">
              <a:ext uri="{FF2B5EF4-FFF2-40B4-BE49-F238E27FC236}">
                <a16:creationId xmlns:a16="http://schemas.microsoft.com/office/drawing/2014/main" id="{8A63A630-197B-493C-B2F3-A20149B1E86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582150" y="2409825"/>
            <a:ext cx="1209675" cy="971550"/>
          </a:xfrm>
          <a:prstGeom xmlns:a="http://schemas.openxmlformats.org/drawingml/2006/main" prst="ellipse">
            <a:avLst/>
          </a:prstGeom>
          <a:solidFill xmlns:a="http://schemas.openxmlformats.org/drawingml/2006/main">
            <a:srgbClr val="DCEBFA"/>
          </a:solidFill>
          <a:ln xmlns:a="http://schemas.openxmlformats.org/drawingml/2006/main" w="23813">
            <a:solidFill>
              <a:srgbClr val="B76340"/>
            </a:solidFill>
          </a:ln>
        </p:spPr>
      </p:sp>
      <p:sp>
        <p:nvSpPr>
          <p:cNvPr id="91" name="">
            <a:extLst xmlns:a="http://schemas.openxmlformats.org/drawingml/2006/main">
              <a:ext uri="{FF2B5EF4-FFF2-40B4-BE49-F238E27FC236}">
                <a16:creationId xmlns:a16="http://schemas.microsoft.com/office/drawing/2014/main" id="{FD9E7AE1-B5FB-445B-BCBE-679AB77A693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696450" y="2667000"/>
            <a:ext cx="981075" cy="64770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/>
          <a:lstStyle xmlns:a="http://schemas.openxmlformats.org/drawingml/2006/main">
            <a:defPPr algn="ctr">
              <a:defRPr sz="165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defPPr>
            <a:lvl1pPr algn="ctr">
              <a:defRPr sz="165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1pPr>
            <a:lvl2pPr algn="ctr">
              <a:defRPr sz="165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2pPr>
            <a:lvl3pPr algn="ctr">
              <a:defRPr sz="165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3pPr>
            <a:lvl4pPr algn="ctr">
              <a:defRPr sz="165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4pPr>
            <a:lvl5pPr algn="ctr">
              <a:defRPr sz="165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5pPr>
            <a:lvl6pPr algn="ctr">
              <a:defRPr sz="165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6pPr>
            <a:lvl7pPr algn="ctr">
              <a:defRPr sz="165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7pPr>
            <a:lvl8pPr algn="ctr">
              <a:defRPr sz="165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8pPr>
            <a:lvl9pPr algn="ctr">
              <a:defRPr sz="165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9pPr>
          </a:lstStyle>
          <a:p xmlns:a="http://schemas.openxmlformats.org/drawingml/2006/main">
            <a:pPr algn="ctr">
              <a:lnSpc>
                <a:spcPct val="105000"/>
              </a:lnSpc>
              <a:buNone/>
              <a:defRPr sz="165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pPr>
            <a:r>
              <a:rPr sz="1650" b="0">
                <a:solidFill>
                  <a:srgbClr val="111111"/>
                </a:solidFill>
                <a:latin typeface="Arial"/>
                <a:ea typeface="Arial"/>
                <a:cs typeface="Arial"/>
              </a:rPr>
              <a:t>¿Qué se</a:t>
            </a:r>
          </a:p>
          <a:p xmlns:a="http://schemas.openxmlformats.org/drawingml/2006/main">
            <a:pPr algn="ctr">
              <a:lnSpc>
                <a:spcPct val="105000"/>
              </a:lnSpc>
              <a:buNone/>
              <a:defRPr sz="165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pPr>
            <a:r>
              <a:rPr sz="1650" b="0">
                <a:solidFill>
                  <a:srgbClr val="111111"/>
                </a:solidFill>
                <a:latin typeface="Arial"/>
                <a:ea typeface="Arial"/>
                <a:cs typeface="Arial"/>
              </a:rPr>
              <a:t>vendió?</a:t>
            </a:r>
          </a:p>
        </p:txBody>
      </p:sp>
      <p:sp>
        <p:nvSpPr>
          <p:cNvPr id="92" name="">
            <a:extLst xmlns:a="http://schemas.openxmlformats.org/drawingml/2006/main">
              <a:ext uri="{FF2B5EF4-FFF2-40B4-BE49-F238E27FC236}">
                <a16:creationId xmlns:a16="http://schemas.microsoft.com/office/drawing/2014/main" id="{6977B1D7-8290-446B-AE78-4654E818008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1582400" y="2409825"/>
            <a:ext cx="1209675" cy="971550"/>
          </a:xfrm>
          <a:prstGeom xmlns:a="http://schemas.openxmlformats.org/drawingml/2006/main" prst="ellipse">
            <a:avLst/>
          </a:prstGeom>
          <a:solidFill xmlns:a="http://schemas.openxmlformats.org/drawingml/2006/main">
            <a:srgbClr val="DCEBFA"/>
          </a:solidFill>
          <a:ln xmlns:a="http://schemas.openxmlformats.org/drawingml/2006/main" w="23813">
            <a:solidFill>
              <a:srgbClr val="B76340"/>
            </a:solidFill>
          </a:ln>
        </p:spPr>
      </p:sp>
      <p:sp>
        <p:nvSpPr>
          <p:cNvPr id="93" name="">
            <a:extLst xmlns:a="http://schemas.openxmlformats.org/drawingml/2006/main">
              <a:ext uri="{FF2B5EF4-FFF2-40B4-BE49-F238E27FC236}">
                <a16:creationId xmlns:a16="http://schemas.microsoft.com/office/drawing/2014/main" id="{FF4E1EE9-8DC1-478B-A85A-64875CD42A1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1696700" y="2667000"/>
            <a:ext cx="981075" cy="64770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/>
          <a:lstStyle xmlns:a="http://schemas.openxmlformats.org/drawingml/2006/main">
            <a:defPPr algn="ctr">
              <a:defRPr sz="165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defPPr>
            <a:lvl1pPr algn="ctr">
              <a:defRPr sz="165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1pPr>
            <a:lvl2pPr algn="ctr">
              <a:defRPr sz="165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2pPr>
            <a:lvl3pPr algn="ctr">
              <a:defRPr sz="165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3pPr>
            <a:lvl4pPr algn="ctr">
              <a:defRPr sz="165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4pPr>
            <a:lvl5pPr algn="ctr">
              <a:defRPr sz="165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5pPr>
            <a:lvl6pPr algn="ctr">
              <a:defRPr sz="165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6pPr>
            <a:lvl7pPr algn="ctr">
              <a:defRPr sz="165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7pPr>
            <a:lvl8pPr algn="ctr">
              <a:defRPr sz="165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8pPr>
            <a:lvl9pPr algn="ctr">
              <a:defRPr sz="165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9pPr>
          </a:lstStyle>
          <a:p xmlns:a="http://schemas.openxmlformats.org/drawingml/2006/main">
            <a:pPr algn="ctr">
              <a:lnSpc>
                <a:spcPct val="105000"/>
              </a:lnSpc>
              <a:buNone/>
              <a:defRPr sz="165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pPr>
            <a:r>
              <a:rPr sz="1650" b="0">
                <a:solidFill>
                  <a:srgbClr val="111111"/>
                </a:solidFill>
                <a:latin typeface="Arial"/>
                <a:ea typeface="Arial"/>
                <a:cs typeface="Arial"/>
              </a:rPr>
              <a:t>¿Cuánto</a:t>
            </a:r>
          </a:p>
          <a:p xmlns:a="http://schemas.openxmlformats.org/drawingml/2006/main">
            <a:pPr algn="ctr">
              <a:lnSpc>
                <a:spcPct val="105000"/>
              </a:lnSpc>
              <a:buNone/>
              <a:defRPr sz="165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pPr>
            <a:r>
              <a:rPr sz="1650" b="0">
                <a:solidFill>
                  <a:srgbClr val="111111"/>
                </a:solidFill>
                <a:latin typeface="Arial"/>
                <a:ea typeface="Arial"/>
                <a:cs typeface="Arial"/>
              </a:rPr>
              <a:t>queda?</a:t>
            </a:r>
          </a:p>
        </p:txBody>
      </p:sp>
      <p:sp>
        <p:nvSpPr>
          <p:cNvPr id="94" name="">
            <a:extLst xmlns:a="http://schemas.openxmlformats.org/drawingml/2006/main">
              <a:ext uri="{FF2B5EF4-FFF2-40B4-BE49-F238E27FC236}">
                <a16:creationId xmlns:a16="http://schemas.microsoft.com/office/drawing/2014/main" id="{9FDFB1DC-1D34-4CA2-9227-5AD67BD383D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647700" y="6096000"/>
            <a:ext cx="11811000" cy="933450"/>
          </a:xfrm>
          <a:prstGeom xmlns:a="http://schemas.openxmlformats.org/drawingml/2006/main" prst="roundRect">
            <a:avLst>
              <a:gd name="adj" fmla="val 22449"/>
            </a:avLst>
          </a:prstGeom>
          <a:solidFill xmlns:a="http://schemas.openxmlformats.org/drawingml/2006/main">
            <a:srgbClr val="F6DFD2"/>
          </a:solidFill>
          <a:ln xmlns:a="http://schemas.openxmlformats.org/drawingml/2006/main" w="23813">
            <a:solidFill>
              <a:srgbClr val="B76340"/>
            </a:solidFill>
          </a:ln>
        </p:spPr>
      </p:sp>
      <p:sp>
        <p:nvSpPr>
          <p:cNvPr id="95" name="">
            <a:extLst xmlns:a="http://schemas.openxmlformats.org/drawingml/2006/main">
              <a:ext uri="{FF2B5EF4-FFF2-40B4-BE49-F238E27FC236}">
                <a16:creationId xmlns:a16="http://schemas.microsoft.com/office/drawing/2014/main" id="{D77729EE-3FC7-4554-8DE2-9FD093E8BC3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04875" y="6286500"/>
            <a:ext cx="619125" cy="552450"/>
          </a:xfrm>
          <a:prstGeom xmlns:a="http://schemas.openxmlformats.org/drawingml/2006/main" prst="triangle">
            <a:avLst/>
          </a:prstGeom>
          <a:solidFill xmlns:a="http://schemas.openxmlformats.org/drawingml/2006/main">
            <a:srgbClr val="B84520"/>
          </a:solidFill>
          <a:ln xmlns:a="http://schemas.openxmlformats.org/drawingml/2006/main" w="0">
            <a:noFill/>
          </a:ln>
        </p:spPr>
      </p:sp>
      <p:sp>
        <p:nvSpPr>
          <p:cNvPr id="96" name="">
            <a:extLst xmlns:a="http://schemas.openxmlformats.org/drawingml/2006/main">
              <a:ext uri="{FF2B5EF4-FFF2-40B4-BE49-F238E27FC236}">
                <a16:creationId xmlns:a16="http://schemas.microsoft.com/office/drawing/2014/main" id="{3DBA5243-CC81-40E9-B822-B63701556CB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143000" y="6400800"/>
            <a:ext cx="238125" cy="40957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/>
          <a:lstStyle xmlns:a="http://schemas.openxmlformats.org/drawingml/2006/main">
            <a:defPPr algn="l">
              <a:defRPr sz="2775" b="1">
                <a:solidFill>
                  <a:srgbClr val="FFFFFF"/>
                </a:solidFill>
                <a:latin typeface="Arial"/>
                <a:ea typeface="Arial"/>
                <a:cs typeface="Arial"/>
              </a:defRPr>
            </a:defPPr>
            <a:lvl1pPr algn="l">
              <a:defRPr sz="2775" b="1">
                <a:solidFill>
                  <a:srgbClr val="FFFFFF"/>
                </a:solidFill>
                <a:latin typeface="Arial"/>
                <a:ea typeface="Arial"/>
                <a:cs typeface="Arial"/>
              </a:defRPr>
            </a:lvl1pPr>
            <a:lvl2pPr algn="l">
              <a:defRPr sz="2775" b="1">
                <a:solidFill>
                  <a:srgbClr val="FFFFFF"/>
                </a:solidFill>
                <a:latin typeface="Arial"/>
                <a:ea typeface="Arial"/>
                <a:cs typeface="Arial"/>
              </a:defRPr>
            </a:lvl2pPr>
            <a:lvl3pPr algn="l">
              <a:defRPr sz="2775" b="1">
                <a:solidFill>
                  <a:srgbClr val="FFFFFF"/>
                </a:solidFill>
                <a:latin typeface="Arial"/>
                <a:ea typeface="Arial"/>
                <a:cs typeface="Arial"/>
              </a:defRPr>
            </a:lvl3pPr>
            <a:lvl4pPr algn="l">
              <a:defRPr sz="2775" b="1">
                <a:solidFill>
                  <a:srgbClr val="FFFFFF"/>
                </a:solidFill>
                <a:latin typeface="Arial"/>
                <a:ea typeface="Arial"/>
                <a:cs typeface="Arial"/>
              </a:defRPr>
            </a:lvl4pPr>
            <a:lvl5pPr algn="l">
              <a:defRPr sz="2775" b="1">
                <a:solidFill>
                  <a:srgbClr val="FFFFFF"/>
                </a:solidFill>
                <a:latin typeface="Arial"/>
                <a:ea typeface="Arial"/>
                <a:cs typeface="Arial"/>
              </a:defRPr>
            </a:lvl5pPr>
            <a:lvl6pPr algn="l">
              <a:defRPr sz="2775" b="1">
                <a:solidFill>
                  <a:srgbClr val="FFFFFF"/>
                </a:solidFill>
                <a:latin typeface="Arial"/>
                <a:ea typeface="Arial"/>
                <a:cs typeface="Arial"/>
              </a:defRPr>
            </a:lvl6pPr>
            <a:lvl7pPr algn="l">
              <a:defRPr sz="2775" b="1">
                <a:solidFill>
                  <a:srgbClr val="FFFFFF"/>
                </a:solidFill>
                <a:latin typeface="Arial"/>
                <a:ea typeface="Arial"/>
                <a:cs typeface="Arial"/>
              </a:defRPr>
            </a:lvl7pPr>
            <a:lvl8pPr algn="l">
              <a:defRPr sz="2775" b="1">
                <a:solidFill>
                  <a:srgbClr val="FFFFFF"/>
                </a:solidFill>
                <a:latin typeface="Arial"/>
                <a:ea typeface="Arial"/>
                <a:cs typeface="Arial"/>
              </a:defRPr>
            </a:lvl8pPr>
            <a:lvl9pPr algn="l">
              <a:defRPr sz="2775" b="1">
                <a:solidFill>
                  <a:srgbClr val="FFFFFF"/>
                </a:solidFill>
                <a:latin typeface="Arial"/>
                <a:ea typeface="Arial"/>
                <a:cs typeface="Arial"/>
              </a:defRPr>
            </a:lvl9pPr>
          </a:lstStyle>
          <a:p xmlns:a="http://schemas.openxmlformats.org/drawingml/2006/main">
            <a:pPr algn="l">
              <a:lnSpc>
                <a:spcPct val="105000"/>
              </a:lnSpc>
              <a:buNone/>
              <a:defRPr sz="2775" b="1">
                <a:solidFill>
                  <a:srgbClr val="FFFFFF"/>
                </a:solidFill>
                <a:latin typeface="Arial"/>
                <a:ea typeface="Arial"/>
                <a:cs typeface="Arial"/>
              </a:defRPr>
            </a:pPr>
            <a:r>
              <a:rPr sz="2775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!</a:t>
            </a:r>
          </a:p>
        </p:txBody>
      </p:sp>
      <p:sp>
        <p:nvSpPr>
          <p:cNvPr id="97" name="">
            <a:extLst xmlns:a="http://schemas.openxmlformats.org/drawingml/2006/main">
              <a:ext uri="{FF2B5EF4-FFF2-40B4-BE49-F238E27FC236}">
                <a16:creationId xmlns:a16="http://schemas.microsoft.com/office/drawing/2014/main" id="{9238ACE3-61B7-4AB2-B0A1-D28E46D76B6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885950" y="6438900"/>
            <a:ext cx="3333750" cy="42862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/>
          <a:lstStyle xmlns:a="http://schemas.openxmlformats.org/drawingml/2006/main">
            <a:defPPr algn="l">
              <a:defRPr sz="187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defPPr>
            <a:lvl1pPr algn="l">
              <a:defRPr sz="187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1pPr>
            <a:lvl2pPr algn="l">
              <a:defRPr sz="187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2pPr>
            <a:lvl3pPr algn="l">
              <a:defRPr sz="187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3pPr>
            <a:lvl4pPr algn="l">
              <a:defRPr sz="187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4pPr>
            <a:lvl5pPr algn="l">
              <a:defRPr sz="187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5pPr>
            <a:lvl6pPr algn="l">
              <a:defRPr sz="187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6pPr>
            <a:lvl7pPr algn="l">
              <a:defRPr sz="187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7pPr>
            <a:lvl8pPr algn="l">
              <a:defRPr sz="187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8pPr>
            <a:lvl9pPr algn="l">
              <a:defRPr sz="187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9pPr>
          </a:lstStyle>
          <a:p xmlns:a="http://schemas.openxmlformats.org/drawingml/2006/main">
            <a:pPr algn="l">
              <a:lnSpc>
                <a:spcPct val="105000"/>
              </a:lnSpc>
              <a:buNone/>
              <a:defRPr sz="187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pPr>
            <a:r>
              <a:rPr sz="1875" b="0">
                <a:solidFill>
                  <a:srgbClr val="111111"/>
                </a:solidFill>
                <a:latin typeface="Arial"/>
                <a:ea typeface="Arial"/>
                <a:cs typeface="Arial"/>
              </a:rPr>
              <a:t>• Volver a contar productos</a:t>
            </a:r>
          </a:p>
        </p:txBody>
      </p:sp>
      <p:sp>
        <p:nvSpPr>
          <p:cNvPr id="98" name="">
            <a:extLst xmlns:a="http://schemas.openxmlformats.org/drawingml/2006/main">
              <a:ext uri="{FF2B5EF4-FFF2-40B4-BE49-F238E27FC236}">
                <a16:creationId xmlns:a16="http://schemas.microsoft.com/office/drawing/2014/main" id="{C5FF8968-EDF1-4AAF-B395-B18AFE873CA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048250" y="6438900"/>
            <a:ext cx="3028950" cy="42862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/>
          <a:lstStyle xmlns:a="http://schemas.openxmlformats.org/drawingml/2006/main">
            <a:defPPr algn="l">
              <a:defRPr sz="187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defPPr>
            <a:lvl1pPr algn="l">
              <a:defRPr sz="187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1pPr>
            <a:lvl2pPr algn="l">
              <a:defRPr sz="187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2pPr>
            <a:lvl3pPr algn="l">
              <a:defRPr sz="187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3pPr>
            <a:lvl4pPr algn="l">
              <a:defRPr sz="187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4pPr>
            <a:lvl5pPr algn="l">
              <a:defRPr sz="187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5pPr>
            <a:lvl6pPr algn="l">
              <a:defRPr sz="187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6pPr>
            <a:lvl7pPr algn="l">
              <a:defRPr sz="187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7pPr>
            <a:lvl8pPr algn="l">
              <a:defRPr sz="187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8pPr>
            <a:lvl9pPr algn="l">
              <a:defRPr sz="187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9pPr>
          </a:lstStyle>
          <a:p xmlns:a="http://schemas.openxmlformats.org/drawingml/2006/main">
            <a:pPr algn="l">
              <a:lnSpc>
                <a:spcPct val="105000"/>
              </a:lnSpc>
              <a:buNone/>
              <a:defRPr sz="187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pPr>
            <a:r>
              <a:rPr sz="1875" b="0">
                <a:solidFill>
                  <a:srgbClr val="111111"/>
                </a:solidFill>
                <a:latin typeface="Arial"/>
                <a:ea typeface="Arial"/>
                <a:cs typeface="Arial"/>
              </a:rPr>
              <a:t>• Detectar faltantes tarde</a:t>
            </a:r>
          </a:p>
        </p:txBody>
      </p:sp>
      <p:sp>
        <p:nvSpPr>
          <p:cNvPr id="99" name="">
            <a:extLst xmlns:a="http://schemas.openxmlformats.org/drawingml/2006/main">
              <a:ext uri="{FF2B5EF4-FFF2-40B4-BE49-F238E27FC236}">
                <a16:creationId xmlns:a16="http://schemas.microsoft.com/office/drawing/2014/main" id="{953F5DC7-A06D-4DCC-945E-78824E6576B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8020050" y="6438900"/>
            <a:ext cx="4333875" cy="42862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/>
          <a:lstStyle xmlns:a="http://schemas.openxmlformats.org/drawingml/2006/main">
            <a:defPPr algn="l">
              <a:defRPr sz="187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defPPr>
            <a:lvl1pPr algn="l">
              <a:defRPr sz="187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1pPr>
            <a:lvl2pPr algn="l">
              <a:defRPr sz="187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2pPr>
            <a:lvl3pPr algn="l">
              <a:defRPr sz="187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3pPr>
            <a:lvl4pPr algn="l">
              <a:defRPr sz="187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4pPr>
            <a:lvl5pPr algn="l">
              <a:defRPr sz="187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5pPr>
            <a:lvl6pPr algn="l">
              <a:defRPr sz="187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6pPr>
            <a:lvl7pPr algn="l">
              <a:defRPr sz="187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7pPr>
            <a:lvl8pPr algn="l">
              <a:defRPr sz="187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8pPr>
            <a:lvl9pPr algn="l">
              <a:defRPr sz="187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9pPr>
          </a:lstStyle>
          <a:p xmlns:a="http://schemas.openxmlformats.org/drawingml/2006/main">
            <a:pPr algn="l">
              <a:lnSpc>
                <a:spcPct val="105000"/>
              </a:lnSpc>
              <a:buNone/>
              <a:defRPr sz="187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pPr>
            <a:r>
              <a:rPr sz="1875" b="0">
                <a:solidFill>
                  <a:srgbClr val="111111"/>
                </a:solidFill>
                <a:latin typeface="Arial"/>
                <a:ea typeface="Arial"/>
                <a:cs typeface="Arial"/>
              </a:rPr>
              <a:t>• Dedicar tiempo a reconstruir lo ocurrido</a:t>
            </a:r>
          </a:p>
        </p:txBody>
      </p:sp>
    </p:spTree>
    <p:extLst>
      <p:ext uri="{BB962C8B-B14F-4D97-AF65-F5344CB8AC3E}">
        <p14:creationId xmlns:p14="http://schemas.microsoft.com/office/powerpoint/2010/main" val="2026130620"/>
      </p:ext>
    </p:extLst>
  </p:cSld>
</p:sld>
</file>

<file path=ppt/slides/slide3.xml><?xml version="1.0" encoding="utf-8"?>
<p:sld xmlns:p="http://schemas.openxmlformats.org/presentationml/2006/main">
  <p:cSld>
    <p:bg>
      <p:bgPr>
        <a:solidFill xmlns:a="http://schemas.openxmlformats.org/drawingml/2006/main">
          <a:srgbClr val="F5F1E5"/>
        </a:solidFill>
      </p:bgPr>
    </p:bg>
    <p:spTree>
      <p:nvGrpSpPr>
        <p:cNvPr id="1" name=""/>
        <p:cNvGrpSpPr/>
        <p:nvPr/>
      </p:nvGrpSpPr>
      <p:grpSpPr>
        <a:xfrm xmlns:a="http://schemas.openxmlformats.org/drawingml/2006/main"/>
      </p:grpSpPr>
      <p:sp>
        <p:nvSpPr>
          <p:cNvPr id="138" name="">
            <a:extLst xmlns:a="http://schemas.openxmlformats.org/drawingml/2006/main">
              <a:ext uri="{FF2B5EF4-FFF2-40B4-BE49-F238E27FC236}">
                <a16:creationId xmlns:a16="http://schemas.microsoft.com/office/drawing/2014/main" id="{4ABFAC71-4331-43B9-AEA9-95D5DC821A9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2077700" y="7153275"/>
            <a:ext cx="990600" cy="17145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/>
          <a:lstStyle xmlns:a="http://schemas.openxmlformats.org/drawingml/2006/main">
            <a:defPPr algn="l">
              <a:defRPr sz="750" b="1">
                <a:solidFill>
                  <a:srgbClr val="111111"/>
                </a:solidFill>
                <a:latin typeface="Arial"/>
                <a:ea typeface="Arial"/>
                <a:cs typeface="Arial"/>
              </a:defRPr>
            </a:defPPr>
            <a:lvl1pPr algn="l">
              <a:defRPr sz="750" b="1">
                <a:solidFill>
                  <a:srgbClr val="111111"/>
                </a:solidFill>
                <a:latin typeface="Arial"/>
                <a:ea typeface="Arial"/>
                <a:cs typeface="Arial"/>
              </a:defRPr>
            </a:lvl1pPr>
            <a:lvl2pPr algn="l">
              <a:defRPr sz="750" b="1">
                <a:solidFill>
                  <a:srgbClr val="111111"/>
                </a:solidFill>
                <a:latin typeface="Arial"/>
                <a:ea typeface="Arial"/>
                <a:cs typeface="Arial"/>
              </a:defRPr>
            </a:lvl2pPr>
            <a:lvl3pPr algn="l">
              <a:defRPr sz="750" b="1">
                <a:solidFill>
                  <a:srgbClr val="111111"/>
                </a:solidFill>
                <a:latin typeface="Arial"/>
                <a:ea typeface="Arial"/>
                <a:cs typeface="Arial"/>
              </a:defRPr>
            </a:lvl3pPr>
            <a:lvl4pPr algn="l">
              <a:defRPr sz="750" b="1">
                <a:solidFill>
                  <a:srgbClr val="111111"/>
                </a:solidFill>
                <a:latin typeface="Arial"/>
                <a:ea typeface="Arial"/>
                <a:cs typeface="Arial"/>
              </a:defRPr>
            </a:lvl4pPr>
            <a:lvl5pPr algn="l">
              <a:defRPr sz="750" b="1">
                <a:solidFill>
                  <a:srgbClr val="111111"/>
                </a:solidFill>
                <a:latin typeface="Arial"/>
                <a:ea typeface="Arial"/>
                <a:cs typeface="Arial"/>
              </a:defRPr>
            </a:lvl5pPr>
            <a:lvl6pPr algn="l">
              <a:defRPr sz="750" b="1">
                <a:solidFill>
                  <a:srgbClr val="111111"/>
                </a:solidFill>
                <a:latin typeface="Arial"/>
                <a:ea typeface="Arial"/>
                <a:cs typeface="Arial"/>
              </a:defRPr>
            </a:lvl6pPr>
            <a:lvl7pPr algn="l">
              <a:defRPr sz="750" b="1">
                <a:solidFill>
                  <a:srgbClr val="111111"/>
                </a:solidFill>
                <a:latin typeface="Arial"/>
                <a:ea typeface="Arial"/>
                <a:cs typeface="Arial"/>
              </a:defRPr>
            </a:lvl7pPr>
            <a:lvl8pPr algn="l">
              <a:defRPr sz="750" b="1">
                <a:solidFill>
                  <a:srgbClr val="111111"/>
                </a:solidFill>
                <a:latin typeface="Arial"/>
                <a:ea typeface="Arial"/>
                <a:cs typeface="Arial"/>
              </a:defRPr>
            </a:lvl8pPr>
            <a:lvl9pPr algn="l">
              <a:defRPr sz="750" b="1">
                <a:solidFill>
                  <a:srgbClr val="111111"/>
                </a:solidFill>
                <a:latin typeface="Arial"/>
                <a:ea typeface="Arial"/>
                <a:cs typeface="Arial"/>
              </a:defRPr>
            </a:lvl9pPr>
          </a:lstStyle>
          <a:p xmlns:a="http://schemas.openxmlformats.org/drawingml/2006/main">
            <a:pPr algn="l">
              <a:lnSpc>
                <a:spcPct val="105000"/>
              </a:lnSpc>
              <a:buNone/>
              <a:defRPr sz="750" b="1">
                <a:solidFill>
                  <a:srgbClr val="111111"/>
                </a:solidFill>
                <a:latin typeface="Arial"/>
                <a:ea typeface="Arial"/>
                <a:cs typeface="Arial"/>
              </a:defRPr>
            </a:pPr>
            <a:r>
              <a:rPr sz="750" b="1">
                <a:solidFill>
                  <a:srgbClr val="111111"/>
                </a:solidFill>
                <a:latin typeface="Arial"/>
                <a:ea typeface="Arial"/>
                <a:cs typeface="Arial"/>
              </a:rPr>
              <a:t>◉ Gemini Notebook</a:t>
            </a:r>
          </a:p>
        </p:txBody>
      </p:sp>
      <p:sp>
        <p:nvSpPr>
          <p:cNvPr id="2" name="">
            <a:extLst xmlns:a="http://schemas.openxmlformats.org/drawingml/2006/main">
              <a:ext uri="{FF2B5EF4-FFF2-40B4-BE49-F238E27FC236}">
                <a16:creationId xmlns:a16="http://schemas.microsoft.com/office/drawing/2014/main" id="{066B6631-FC99-43B3-B291-7B51DDD1281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0" y="0"/>
            <a:ext cx="13106400" cy="7372350"/>
          </a:xfrm>
          <a:custGeom xmlns:a="http://schemas.openxmlformats.org/drawingml/2006/main">
            <a:pathLst>
              <a:path w="13106400" h="7372350">
                <a:moveTo>
                  <a:pt x="0" y="0"/>
                </a:moveTo>
                <a:lnTo>
                  <a:pt x="7000875" y="0"/>
                </a:lnTo>
                <a:cubicBezTo>
                  <a:pt x="6724650" y="1771650"/>
                  <a:pt x="6124575" y="2543175"/>
                  <a:pt x="4581525" y="3228975"/>
                </a:cubicBezTo>
                <a:cubicBezTo>
                  <a:pt x="2762250" y="4114800"/>
                  <a:pt x="1571625" y="3981450"/>
                  <a:pt x="0" y="4714875"/>
                </a:cubicBezTo>
                <a:close/>
              </a:path>
            </a:pathLst>
          </a:custGeom>
          <a:solidFill xmlns:a="http://schemas.openxmlformats.org/drawingml/2006/main">
            <a:srgbClr val="2C5E9B"/>
          </a:solidFill>
          <a:ln xmlns:a="http://schemas.openxmlformats.org/drawingml/2006/main" w="0">
            <a:noFill/>
          </a:ln>
        </p:spPr>
      </p:sp>
      <p:sp>
        <p:nvSpPr>
          <p:cNvPr id="3" name="">
            <a:extLst xmlns:a="http://schemas.openxmlformats.org/drawingml/2006/main">
              <a:ext uri="{FF2B5EF4-FFF2-40B4-BE49-F238E27FC236}">
                <a16:creationId xmlns:a16="http://schemas.microsoft.com/office/drawing/2014/main" id="{38D7F750-50CA-40F0-B5A9-DA7D3FE86BD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628650" y="495300"/>
            <a:ext cx="12001500" cy="71437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/>
          <a:lstStyle xmlns:a="http://schemas.openxmlformats.org/drawingml/2006/main">
            <a:defPPr algn="l">
              <a:defRPr sz="367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defPPr>
            <a:lvl1pPr algn="l">
              <a:defRPr sz="367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1pPr>
            <a:lvl2pPr algn="l">
              <a:defRPr sz="367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2pPr>
            <a:lvl3pPr algn="l">
              <a:defRPr sz="367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3pPr>
            <a:lvl4pPr algn="l">
              <a:defRPr sz="367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4pPr>
            <a:lvl5pPr algn="l">
              <a:defRPr sz="367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5pPr>
            <a:lvl6pPr algn="l">
              <a:defRPr sz="367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6pPr>
            <a:lvl7pPr algn="l">
              <a:defRPr sz="367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7pPr>
            <a:lvl8pPr algn="l">
              <a:defRPr sz="367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8pPr>
            <a:lvl9pPr algn="l">
              <a:defRPr sz="367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9pPr>
          </a:lstStyle>
          <a:p xmlns:a="http://schemas.openxmlformats.org/drawingml/2006/main">
            <a:pPr algn="l">
              <a:lnSpc>
                <a:spcPct val="105000"/>
              </a:lnSpc>
              <a:buNone/>
              <a:defRPr sz="367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pPr>
            <a:r>
              <a:rPr sz="3675" b="0">
                <a:solidFill>
                  <a:srgbClr val="111111"/>
                </a:solidFill>
                <a:latin typeface="Arial"/>
                <a:ea typeface="Arial"/>
                <a:cs typeface="Arial"/>
              </a:rPr>
              <a:t>De la información dispersa a una gestión compartida</a:t>
            </a:r>
          </a:p>
        </p:txBody>
      </p:sp>
      <p:sp>
        <p:nvSpPr>
          <p:cNvPr id="4" name="">
            <a:extLst xmlns:a="http://schemas.openxmlformats.org/drawingml/2006/main">
              <a:ext uri="{FF2B5EF4-FFF2-40B4-BE49-F238E27FC236}">
                <a16:creationId xmlns:a16="http://schemas.microsoft.com/office/drawing/2014/main" id="{52CB3F02-E16C-4CD2-BD81-644831B2EE5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628650" y="495300"/>
            <a:ext cx="5857875" cy="71437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/>
          <a:lstStyle xmlns:a="http://schemas.openxmlformats.org/drawingml/2006/main">
            <a:defPPr algn="l">
              <a:defRPr sz="3675" b="0">
                <a:solidFill>
                  <a:srgbClr val="FFFFFF"/>
                </a:solidFill>
                <a:latin typeface="Arial"/>
                <a:ea typeface="Arial"/>
                <a:cs typeface="Arial"/>
              </a:defRPr>
            </a:defPPr>
            <a:lvl1pPr algn="l">
              <a:defRPr sz="3675" b="0">
                <a:solidFill>
                  <a:srgbClr val="FFFFFF"/>
                </a:solidFill>
                <a:latin typeface="Arial"/>
                <a:ea typeface="Arial"/>
                <a:cs typeface="Arial"/>
              </a:defRPr>
            </a:lvl1pPr>
            <a:lvl2pPr algn="l">
              <a:defRPr sz="3675" b="0">
                <a:solidFill>
                  <a:srgbClr val="FFFFFF"/>
                </a:solidFill>
                <a:latin typeface="Arial"/>
                <a:ea typeface="Arial"/>
                <a:cs typeface="Arial"/>
              </a:defRPr>
            </a:lvl2pPr>
            <a:lvl3pPr algn="l">
              <a:defRPr sz="3675" b="0">
                <a:solidFill>
                  <a:srgbClr val="FFFFFF"/>
                </a:solidFill>
                <a:latin typeface="Arial"/>
                <a:ea typeface="Arial"/>
                <a:cs typeface="Arial"/>
              </a:defRPr>
            </a:lvl3pPr>
            <a:lvl4pPr algn="l">
              <a:defRPr sz="3675" b="0">
                <a:solidFill>
                  <a:srgbClr val="FFFFFF"/>
                </a:solidFill>
                <a:latin typeface="Arial"/>
                <a:ea typeface="Arial"/>
                <a:cs typeface="Arial"/>
              </a:defRPr>
            </a:lvl4pPr>
            <a:lvl5pPr algn="l">
              <a:defRPr sz="3675" b="0">
                <a:solidFill>
                  <a:srgbClr val="FFFFFF"/>
                </a:solidFill>
                <a:latin typeface="Arial"/>
                <a:ea typeface="Arial"/>
                <a:cs typeface="Arial"/>
              </a:defRPr>
            </a:lvl5pPr>
            <a:lvl6pPr algn="l">
              <a:defRPr sz="3675" b="0">
                <a:solidFill>
                  <a:srgbClr val="FFFFFF"/>
                </a:solidFill>
                <a:latin typeface="Arial"/>
                <a:ea typeface="Arial"/>
                <a:cs typeface="Arial"/>
              </a:defRPr>
            </a:lvl6pPr>
            <a:lvl7pPr algn="l">
              <a:defRPr sz="3675" b="0">
                <a:solidFill>
                  <a:srgbClr val="FFFFFF"/>
                </a:solidFill>
                <a:latin typeface="Arial"/>
                <a:ea typeface="Arial"/>
                <a:cs typeface="Arial"/>
              </a:defRPr>
            </a:lvl7pPr>
            <a:lvl8pPr algn="l">
              <a:defRPr sz="3675" b="0">
                <a:solidFill>
                  <a:srgbClr val="FFFFFF"/>
                </a:solidFill>
                <a:latin typeface="Arial"/>
                <a:ea typeface="Arial"/>
                <a:cs typeface="Arial"/>
              </a:defRPr>
            </a:lvl8pPr>
            <a:lvl9pPr algn="l">
              <a:defRPr sz="3675" b="0">
                <a:solidFill>
                  <a:srgbClr val="FFFFFF"/>
                </a:solidFill>
                <a:latin typeface="Arial"/>
                <a:ea typeface="Arial"/>
                <a:cs typeface="Arial"/>
              </a:defRPr>
            </a:lvl9pPr>
          </a:lstStyle>
          <a:p xmlns:a="http://schemas.openxmlformats.org/drawingml/2006/main">
            <a:pPr algn="l">
              <a:lnSpc>
                <a:spcPct val="105000"/>
              </a:lnSpc>
              <a:buNone/>
              <a:defRPr sz="3675" b="0">
                <a:solidFill>
                  <a:srgbClr val="FFFFFF"/>
                </a:solidFill>
                <a:latin typeface="Arial"/>
                <a:ea typeface="Arial"/>
                <a:cs typeface="Arial"/>
              </a:defRPr>
            </a:pPr>
            <a:r>
              <a:rPr sz="3675" b="0">
                <a:solidFill>
                  <a:srgbClr val="FFFFFF"/>
                </a:solidFill>
                <a:latin typeface="Arial"/>
                <a:ea typeface="Arial"/>
                <a:cs typeface="Arial"/>
              </a:rPr>
              <a:t>De la información dispersa</a:t>
            </a:r>
          </a:p>
        </p:txBody>
      </p:sp>
      <p:sp>
        <p:nvSpPr>
          <p:cNvPr id="5" name="">
            <a:extLst xmlns:a="http://schemas.openxmlformats.org/drawingml/2006/main">
              <a:ext uri="{FF2B5EF4-FFF2-40B4-BE49-F238E27FC236}">
                <a16:creationId xmlns:a16="http://schemas.microsoft.com/office/drawing/2014/main" id="{E9C000C0-AB72-49D3-8E90-B2129B7D202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628650" y="1524000"/>
            <a:ext cx="3400425" cy="657225"/>
          </a:xfrm>
          <a:prstGeom xmlns:a="http://schemas.openxmlformats.org/drawingml/2006/main" prst="roundRect">
            <a:avLst>
              <a:gd name="adj" fmla="val 31884"/>
            </a:avLst>
          </a:prstGeom>
          <a:solidFill xmlns:a="http://schemas.openxmlformats.org/drawingml/2006/main">
            <a:srgbClr val="192B35"/>
          </a:solidFill>
          <a:ln xmlns:a="http://schemas.openxmlformats.org/drawingml/2006/main" w="0">
            <a:noFill/>
          </a:ln>
        </p:spPr>
      </p:sp>
      <p:sp>
        <p:nvSpPr>
          <p:cNvPr id="6" name="">
            <a:extLst xmlns:a="http://schemas.openxmlformats.org/drawingml/2006/main">
              <a:ext uri="{FF2B5EF4-FFF2-40B4-BE49-F238E27FC236}">
                <a16:creationId xmlns:a16="http://schemas.microsoft.com/office/drawing/2014/main" id="{137A8067-CBA5-4499-BB2E-184804D7161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628650" y="2076450"/>
            <a:ext cx="3400425" cy="123825"/>
          </a:xfrm>
          <a:prstGeom xmlns:a="http://schemas.openxmlformats.org/drawingml/2006/main" prst="roundRect">
            <a:avLst>
              <a:gd name="adj" fmla="val 50000"/>
            </a:avLst>
          </a:prstGeom>
          <a:solidFill xmlns:a="http://schemas.openxmlformats.org/drawingml/2006/main">
            <a:srgbClr val="2C5E9B"/>
          </a:solidFill>
          <a:ln xmlns:a="http://schemas.openxmlformats.org/drawingml/2006/main" w="0">
            <a:noFill/>
          </a:ln>
        </p:spPr>
      </p:sp>
      <p:sp>
        <p:nvSpPr>
          <p:cNvPr id="7" name="">
            <a:extLst xmlns:a="http://schemas.openxmlformats.org/drawingml/2006/main">
              <a:ext uri="{FF2B5EF4-FFF2-40B4-BE49-F238E27FC236}">
                <a16:creationId xmlns:a16="http://schemas.microsoft.com/office/drawing/2014/main" id="{2A7E3CC3-DED8-4348-92F1-1A46C06B9CC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723900" y="1714500"/>
            <a:ext cx="3209925" cy="40957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/>
          <a:lstStyle xmlns:a="http://schemas.openxmlformats.org/drawingml/2006/main">
            <a:defPPr algn="ctr">
              <a:defRPr sz="2175" b="1">
                <a:solidFill>
                  <a:srgbClr val="FFFFFF"/>
                </a:solidFill>
                <a:latin typeface="Arial"/>
                <a:ea typeface="Arial"/>
                <a:cs typeface="Arial"/>
              </a:defRPr>
            </a:defPPr>
            <a:lvl1pPr algn="ctr">
              <a:defRPr sz="2175" b="1">
                <a:solidFill>
                  <a:srgbClr val="FFFFFF"/>
                </a:solidFill>
                <a:latin typeface="Arial"/>
                <a:ea typeface="Arial"/>
                <a:cs typeface="Arial"/>
              </a:defRPr>
            </a:lvl1pPr>
            <a:lvl2pPr algn="ctr">
              <a:defRPr sz="2175" b="1">
                <a:solidFill>
                  <a:srgbClr val="FFFFFF"/>
                </a:solidFill>
                <a:latin typeface="Arial"/>
                <a:ea typeface="Arial"/>
                <a:cs typeface="Arial"/>
              </a:defRPr>
            </a:lvl2pPr>
            <a:lvl3pPr algn="ctr">
              <a:defRPr sz="2175" b="1">
                <a:solidFill>
                  <a:srgbClr val="FFFFFF"/>
                </a:solidFill>
                <a:latin typeface="Arial"/>
                <a:ea typeface="Arial"/>
                <a:cs typeface="Arial"/>
              </a:defRPr>
            </a:lvl3pPr>
            <a:lvl4pPr algn="ctr">
              <a:defRPr sz="2175" b="1">
                <a:solidFill>
                  <a:srgbClr val="FFFFFF"/>
                </a:solidFill>
                <a:latin typeface="Arial"/>
                <a:ea typeface="Arial"/>
                <a:cs typeface="Arial"/>
              </a:defRPr>
            </a:lvl4pPr>
            <a:lvl5pPr algn="ctr">
              <a:defRPr sz="2175" b="1">
                <a:solidFill>
                  <a:srgbClr val="FFFFFF"/>
                </a:solidFill>
                <a:latin typeface="Arial"/>
                <a:ea typeface="Arial"/>
                <a:cs typeface="Arial"/>
              </a:defRPr>
            </a:lvl5pPr>
            <a:lvl6pPr algn="ctr">
              <a:defRPr sz="2175" b="1">
                <a:solidFill>
                  <a:srgbClr val="FFFFFF"/>
                </a:solidFill>
                <a:latin typeface="Arial"/>
                <a:ea typeface="Arial"/>
                <a:cs typeface="Arial"/>
              </a:defRPr>
            </a:lvl6pPr>
            <a:lvl7pPr algn="ctr">
              <a:defRPr sz="2175" b="1">
                <a:solidFill>
                  <a:srgbClr val="FFFFFF"/>
                </a:solidFill>
                <a:latin typeface="Arial"/>
                <a:ea typeface="Arial"/>
                <a:cs typeface="Arial"/>
              </a:defRPr>
            </a:lvl7pPr>
            <a:lvl8pPr algn="ctr">
              <a:defRPr sz="2175" b="1">
                <a:solidFill>
                  <a:srgbClr val="FFFFFF"/>
                </a:solidFill>
                <a:latin typeface="Arial"/>
                <a:ea typeface="Arial"/>
                <a:cs typeface="Arial"/>
              </a:defRPr>
            </a:lvl8pPr>
            <a:lvl9pPr algn="ctr">
              <a:defRPr sz="2175" b="1">
                <a:solidFill>
                  <a:srgbClr val="FFFFFF"/>
                </a:solidFill>
                <a:latin typeface="Arial"/>
                <a:ea typeface="Arial"/>
                <a:cs typeface="Arial"/>
              </a:defRPr>
            </a:lvl9pPr>
          </a:lstStyle>
          <a:p xmlns:a="http://schemas.openxmlformats.org/drawingml/2006/main">
            <a:pPr algn="ctr">
              <a:lnSpc>
                <a:spcPct val="105000"/>
              </a:lnSpc>
              <a:buNone/>
              <a:defRPr sz="2175" b="1">
                <a:solidFill>
                  <a:srgbClr val="FFFFFF"/>
                </a:solidFill>
                <a:latin typeface="Arial"/>
                <a:ea typeface="Arial"/>
                <a:cs typeface="Arial"/>
              </a:defRPr>
            </a:pPr>
            <a:r>
              <a:rPr sz="2175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Dificultad</a:t>
            </a:r>
          </a:p>
        </p:txBody>
      </p:sp>
      <p:sp>
        <p:nvSpPr>
          <p:cNvPr id="8" name="">
            <a:extLst xmlns:a="http://schemas.openxmlformats.org/drawingml/2006/main">
              <a:ext uri="{FF2B5EF4-FFF2-40B4-BE49-F238E27FC236}">
                <a16:creationId xmlns:a16="http://schemas.microsoft.com/office/drawing/2014/main" id="{5139145C-16DF-4A33-A3D2-446A539170D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857750" y="1524000"/>
            <a:ext cx="3400425" cy="657225"/>
          </a:xfrm>
          <a:prstGeom xmlns:a="http://schemas.openxmlformats.org/drawingml/2006/main" prst="roundRect">
            <a:avLst>
              <a:gd name="adj" fmla="val 31884"/>
            </a:avLst>
          </a:prstGeom>
          <a:solidFill xmlns:a="http://schemas.openxmlformats.org/drawingml/2006/main">
            <a:srgbClr val="192B35"/>
          </a:solidFill>
          <a:ln xmlns:a="http://schemas.openxmlformats.org/drawingml/2006/main" w="0">
            <a:noFill/>
          </a:ln>
        </p:spPr>
      </p:sp>
      <p:sp>
        <p:nvSpPr>
          <p:cNvPr id="9" name="">
            <a:extLst xmlns:a="http://schemas.openxmlformats.org/drawingml/2006/main">
              <a:ext uri="{FF2B5EF4-FFF2-40B4-BE49-F238E27FC236}">
                <a16:creationId xmlns:a16="http://schemas.microsoft.com/office/drawing/2014/main" id="{2A45A5DB-762F-49F6-8BEB-A6BC5332477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857750" y="2076450"/>
            <a:ext cx="3400425" cy="123825"/>
          </a:xfrm>
          <a:prstGeom xmlns:a="http://schemas.openxmlformats.org/drawingml/2006/main" prst="roundRect">
            <a:avLst>
              <a:gd name="adj" fmla="val 50000"/>
            </a:avLst>
          </a:prstGeom>
          <a:solidFill xmlns:a="http://schemas.openxmlformats.org/drawingml/2006/main">
            <a:srgbClr val="B76340"/>
          </a:solidFill>
          <a:ln xmlns:a="http://schemas.openxmlformats.org/drawingml/2006/main" w="0">
            <a:noFill/>
          </a:ln>
        </p:spPr>
      </p:sp>
      <p:sp>
        <p:nvSpPr>
          <p:cNvPr id="10" name="">
            <a:extLst xmlns:a="http://schemas.openxmlformats.org/drawingml/2006/main">
              <a:ext uri="{FF2B5EF4-FFF2-40B4-BE49-F238E27FC236}">
                <a16:creationId xmlns:a16="http://schemas.microsoft.com/office/drawing/2014/main" id="{56AF751C-490C-4B6E-BB13-903E4EA6239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953000" y="1714500"/>
            <a:ext cx="3209925" cy="40957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/>
          <a:lstStyle xmlns:a="http://schemas.openxmlformats.org/drawingml/2006/main">
            <a:defPPr algn="ctr">
              <a:defRPr sz="1800" b="1">
                <a:solidFill>
                  <a:srgbClr val="FFFFFF"/>
                </a:solidFill>
                <a:latin typeface="Arial"/>
                <a:ea typeface="Arial"/>
                <a:cs typeface="Arial"/>
              </a:defRPr>
            </a:defPPr>
            <a:lvl1pPr algn="ctr">
              <a:defRPr sz="1800" b="1">
                <a:solidFill>
                  <a:srgbClr val="FFFFFF"/>
                </a:solidFill>
                <a:latin typeface="Arial"/>
                <a:ea typeface="Arial"/>
                <a:cs typeface="Arial"/>
              </a:defRPr>
            </a:lvl1pPr>
            <a:lvl2pPr algn="ctr">
              <a:defRPr sz="1800" b="1">
                <a:solidFill>
                  <a:srgbClr val="FFFFFF"/>
                </a:solidFill>
                <a:latin typeface="Arial"/>
                <a:ea typeface="Arial"/>
                <a:cs typeface="Arial"/>
              </a:defRPr>
            </a:lvl2pPr>
            <a:lvl3pPr algn="ctr">
              <a:defRPr sz="1800" b="1">
                <a:solidFill>
                  <a:srgbClr val="FFFFFF"/>
                </a:solidFill>
                <a:latin typeface="Arial"/>
                <a:ea typeface="Arial"/>
                <a:cs typeface="Arial"/>
              </a:defRPr>
            </a:lvl3pPr>
            <a:lvl4pPr algn="ctr">
              <a:defRPr sz="1800" b="1">
                <a:solidFill>
                  <a:srgbClr val="FFFFFF"/>
                </a:solidFill>
                <a:latin typeface="Arial"/>
                <a:ea typeface="Arial"/>
                <a:cs typeface="Arial"/>
              </a:defRPr>
            </a:lvl4pPr>
            <a:lvl5pPr algn="ctr">
              <a:defRPr sz="1800" b="1">
                <a:solidFill>
                  <a:srgbClr val="FFFFFF"/>
                </a:solidFill>
                <a:latin typeface="Arial"/>
                <a:ea typeface="Arial"/>
                <a:cs typeface="Arial"/>
              </a:defRPr>
            </a:lvl5pPr>
            <a:lvl6pPr algn="ctr">
              <a:defRPr sz="1800" b="1">
                <a:solidFill>
                  <a:srgbClr val="FFFFFF"/>
                </a:solidFill>
                <a:latin typeface="Arial"/>
                <a:ea typeface="Arial"/>
                <a:cs typeface="Arial"/>
              </a:defRPr>
            </a:lvl6pPr>
            <a:lvl7pPr algn="ctr">
              <a:defRPr sz="1800" b="1">
                <a:solidFill>
                  <a:srgbClr val="FFFFFF"/>
                </a:solidFill>
                <a:latin typeface="Arial"/>
                <a:ea typeface="Arial"/>
                <a:cs typeface="Arial"/>
              </a:defRPr>
            </a:lvl7pPr>
            <a:lvl8pPr algn="ctr">
              <a:defRPr sz="1800" b="1">
                <a:solidFill>
                  <a:srgbClr val="FFFFFF"/>
                </a:solidFill>
                <a:latin typeface="Arial"/>
                <a:ea typeface="Arial"/>
                <a:cs typeface="Arial"/>
              </a:defRPr>
            </a:lvl8pPr>
            <a:lvl9pPr algn="ctr">
              <a:defRPr sz="1800" b="1">
                <a:solidFill>
                  <a:srgbClr val="FFFFFF"/>
                </a:solidFill>
                <a:latin typeface="Arial"/>
                <a:ea typeface="Arial"/>
                <a:cs typeface="Arial"/>
              </a:defRPr>
            </a:lvl9pPr>
          </a:lstStyle>
          <a:p xmlns:a="http://schemas.openxmlformats.org/drawingml/2006/main">
            <a:pPr algn="ctr">
              <a:lnSpc>
                <a:spcPct val="105000"/>
              </a:lnSpc>
              <a:buNone/>
              <a:defRPr sz="1800" b="1">
                <a:solidFill>
                  <a:srgbClr val="FFFFFF"/>
                </a:solidFill>
                <a:latin typeface="Arial"/>
                <a:ea typeface="Arial"/>
                <a:cs typeface="Arial"/>
              </a:defRPr>
            </a:pPr>
            <a:r>
              <a:rPr sz="180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Respuesta de la aplicación</a:t>
            </a:r>
          </a:p>
        </p:txBody>
      </p:sp>
      <p:sp>
        <p:nvSpPr>
          <p:cNvPr id="11" name="">
            <a:extLst xmlns:a="http://schemas.openxmlformats.org/drawingml/2006/main">
              <a:ext uri="{FF2B5EF4-FFF2-40B4-BE49-F238E27FC236}">
                <a16:creationId xmlns:a16="http://schemas.microsoft.com/office/drawing/2014/main" id="{79DAF3B4-1EEF-44D3-8D96-FBCFF8110A6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077325" y="1524000"/>
            <a:ext cx="3400425" cy="657225"/>
          </a:xfrm>
          <a:prstGeom xmlns:a="http://schemas.openxmlformats.org/drawingml/2006/main" prst="roundRect">
            <a:avLst>
              <a:gd name="adj" fmla="val 31884"/>
            </a:avLst>
          </a:prstGeom>
          <a:solidFill xmlns:a="http://schemas.openxmlformats.org/drawingml/2006/main">
            <a:srgbClr val="192B35"/>
          </a:solidFill>
          <a:ln xmlns:a="http://schemas.openxmlformats.org/drawingml/2006/main" w="0">
            <a:noFill/>
          </a:ln>
        </p:spPr>
      </p:sp>
      <p:sp>
        <p:nvSpPr>
          <p:cNvPr id="12" name="">
            <a:extLst xmlns:a="http://schemas.openxmlformats.org/drawingml/2006/main">
              <a:ext uri="{FF2B5EF4-FFF2-40B4-BE49-F238E27FC236}">
                <a16:creationId xmlns:a16="http://schemas.microsoft.com/office/drawing/2014/main" id="{E12EECF7-8914-49F3-86C1-46B752B735D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077325" y="2076450"/>
            <a:ext cx="3400425" cy="123825"/>
          </a:xfrm>
          <a:prstGeom xmlns:a="http://schemas.openxmlformats.org/drawingml/2006/main" prst="roundRect">
            <a:avLst>
              <a:gd name="adj" fmla="val 50000"/>
            </a:avLst>
          </a:prstGeom>
          <a:solidFill xmlns:a="http://schemas.openxmlformats.org/drawingml/2006/main">
            <a:srgbClr val="428468"/>
          </a:solidFill>
          <a:ln xmlns:a="http://schemas.openxmlformats.org/drawingml/2006/main" w="0">
            <a:noFill/>
          </a:ln>
        </p:spPr>
      </p:sp>
      <p:sp>
        <p:nvSpPr>
          <p:cNvPr id="13" name="">
            <a:extLst xmlns:a="http://schemas.openxmlformats.org/drawingml/2006/main">
              <a:ext uri="{FF2B5EF4-FFF2-40B4-BE49-F238E27FC236}">
                <a16:creationId xmlns:a16="http://schemas.microsoft.com/office/drawing/2014/main" id="{78AF6CBA-CBF8-42FC-BC55-008E9C5BC83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172575" y="1714500"/>
            <a:ext cx="3209925" cy="40957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/>
          <a:lstStyle xmlns:a="http://schemas.openxmlformats.org/drawingml/2006/main">
            <a:defPPr algn="ctr">
              <a:defRPr sz="1800" b="1">
                <a:solidFill>
                  <a:srgbClr val="FFFFFF"/>
                </a:solidFill>
                <a:latin typeface="Arial"/>
                <a:ea typeface="Arial"/>
                <a:cs typeface="Arial"/>
              </a:defRPr>
            </a:defPPr>
            <a:lvl1pPr algn="ctr">
              <a:defRPr sz="1800" b="1">
                <a:solidFill>
                  <a:srgbClr val="FFFFFF"/>
                </a:solidFill>
                <a:latin typeface="Arial"/>
                <a:ea typeface="Arial"/>
                <a:cs typeface="Arial"/>
              </a:defRPr>
            </a:lvl1pPr>
            <a:lvl2pPr algn="ctr">
              <a:defRPr sz="1800" b="1">
                <a:solidFill>
                  <a:srgbClr val="FFFFFF"/>
                </a:solidFill>
                <a:latin typeface="Arial"/>
                <a:ea typeface="Arial"/>
                <a:cs typeface="Arial"/>
              </a:defRPr>
            </a:lvl2pPr>
            <a:lvl3pPr algn="ctr">
              <a:defRPr sz="1800" b="1">
                <a:solidFill>
                  <a:srgbClr val="FFFFFF"/>
                </a:solidFill>
                <a:latin typeface="Arial"/>
                <a:ea typeface="Arial"/>
                <a:cs typeface="Arial"/>
              </a:defRPr>
            </a:lvl3pPr>
            <a:lvl4pPr algn="ctr">
              <a:defRPr sz="1800" b="1">
                <a:solidFill>
                  <a:srgbClr val="FFFFFF"/>
                </a:solidFill>
                <a:latin typeface="Arial"/>
                <a:ea typeface="Arial"/>
                <a:cs typeface="Arial"/>
              </a:defRPr>
            </a:lvl4pPr>
            <a:lvl5pPr algn="ctr">
              <a:defRPr sz="1800" b="1">
                <a:solidFill>
                  <a:srgbClr val="FFFFFF"/>
                </a:solidFill>
                <a:latin typeface="Arial"/>
                <a:ea typeface="Arial"/>
                <a:cs typeface="Arial"/>
              </a:defRPr>
            </a:lvl5pPr>
            <a:lvl6pPr algn="ctr">
              <a:defRPr sz="1800" b="1">
                <a:solidFill>
                  <a:srgbClr val="FFFFFF"/>
                </a:solidFill>
                <a:latin typeface="Arial"/>
                <a:ea typeface="Arial"/>
                <a:cs typeface="Arial"/>
              </a:defRPr>
            </a:lvl6pPr>
            <a:lvl7pPr algn="ctr">
              <a:defRPr sz="1800" b="1">
                <a:solidFill>
                  <a:srgbClr val="FFFFFF"/>
                </a:solidFill>
                <a:latin typeface="Arial"/>
                <a:ea typeface="Arial"/>
                <a:cs typeface="Arial"/>
              </a:defRPr>
            </a:lvl7pPr>
            <a:lvl8pPr algn="ctr">
              <a:defRPr sz="1800" b="1">
                <a:solidFill>
                  <a:srgbClr val="FFFFFF"/>
                </a:solidFill>
                <a:latin typeface="Arial"/>
                <a:ea typeface="Arial"/>
                <a:cs typeface="Arial"/>
              </a:defRPr>
            </a:lvl8pPr>
            <a:lvl9pPr algn="ctr">
              <a:defRPr sz="1800" b="1">
                <a:solidFill>
                  <a:srgbClr val="FFFFFF"/>
                </a:solidFill>
                <a:latin typeface="Arial"/>
                <a:ea typeface="Arial"/>
                <a:cs typeface="Arial"/>
              </a:defRPr>
            </a:lvl9pPr>
          </a:lstStyle>
          <a:p xmlns:a="http://schemas.openxmlformats.org/drawingml/2006/main">
            <a:pPr algn="ctr">
              <a:lnSpc>
                <a:spcPct val="105000"/>
              </a:lnSpc>
              <a:buNone/>
              <a:defRPr sz="1800" b="1">
                <a:solidFill>
                  <a:srgbClr val="FFFFFF"/>
                </a:solidFill>
                <a:latin typeface="Arial"/>
                <a:ea typeface="Arial"/>
                <a:cs typeface="Arial"/>
              </a:defRPr>
            </a:pPr>
            <a:r>
              <a:rPr sz="180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Utilidad para el comercio</a:t>
            </a:r>
          </a:p>
        </p:txBody>
      </p:sp>
      <p:sp>
        <p:nvSpPr>
          <p:cNvPr id="14" name="">
            <a:extLst xmlns:a="http://schemas.openxmlformats.org/drawingml/2006/main">
              <a:ext uri="{FF2B5EF4-FFF2-40B4-BE49-F238E27FC236}">
                <a16:creationId xmlns:a16="http://schemas.microsoft.com/office/drawing/2014/main" id="{53166096-591F-466E-94D0-FEE90292BC0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628650" y="2362200"/>
            <a:ext cx="3400425" cy="971550"/>
          </a:xfrm>
          <a:prstGeom xmlns:a="http://schemas.openxmlformats.org/drawingml/2006/main" prst="roundRect">
            <a:avLst>
              <a:gd name="adj" fmla="val 21569"/>
            </a:avLst>
          </a:pr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</a:ln>
        </p:spPr>
        <p:style>
          <a:lnRef xmlns:a="http://schemas.openxmlformats.org/drawingml/2006/main" idx="0"/>
          <a:fillRef xmlns:a="http://schemas.openxmlformats.org/drawingml/2006/main" idx="0"/>
          <a:effectRef xmlns:a="http://schemas.openxmlformats.org/drawingml/2006/main" idx="7"/>
          <a:fontRef xmlns:a="http://schemas.openxmlformats.org/drawingml/2006/main" idx="major"/>
        </p:style>
      </p:sp>
      <p:sp>
        <p:nvSpPr>
          <p:cNvPr id="15" name="">
            <a:extLst xmlns:a="http://schemas.openxmlformats.org/drawingml/2006/main">
              <a:ext uri="{FF2B5EF4-FFF2-40B4-BE49-F238E27FC236}">
                <a16:creationId xmlns:a16="http://schemas.microsoft.com/office/drawing/2014/main" id="{121769B8-3D38-4040-8599-A77E70F9207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857750" y="2362200"/>
            <a:ext cx="3400425" cy="971550"/>
          </a:xfrm>
          <a:prstGeom xmlns:a="http://schemas.openxmlformats.org/drawingml/2006/main" prst="roundRect">
            <a:avLst>
              <a:gd name="adj" fmla="val 21569"/>
            </a:avLst>
          </a:pr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</a:ln>
        </p:spPr>
        <p:style>
          <a:lnRef xmlns:a="http://schemas.openxmlformats.org/drawingml/2006/main" idx="0"/>
          <a:fillRef xmlns:a="http://schemas.openxmlformats.org/drawingml/2006/main" idx="0"/>
          <a:effectRef xmlns:a="http://schemas.openxmlformats.org/drawingml/2006/main" idx="7"/>
          <a:fontRef xmlns:a="http://schemas.openxmlformats.org/drawingml/2006/main" idx="major"/>
        </p:style>
      </p:sp>
      <p:sp>
        <p:nvSpPr>
          <p:cNvPr id="16" name="">
            <a:extLst xmlns:a="http://schemas.openxmlformats.org/drawingml/2006/main">
              <a:ext uri="{FF2B5EF4-FFF2-40B4-BE49-F238E27FC236}">
                <a16:creationId xmlns:a16="http://schemas.microsoft.com/office/drawing/2014/main" id="{41CE4DEF-6A01-42EB-AECF-DBDCBEBD9F6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077325" y="2362200"/>
            <a:ext cx="3400425" cy="971550"/>
          </a:xfrm>
          <a:prstGeom xmlns:a="http://schemas.openxmlformats.org/drawingml/2006/main" prst="roundRect">
            <a:avLst>
              <a:gd name="adj" fmla="val 21569"/>
            </a:avLst>
          </a:pr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</a:ln>
        </p:spPr>
        <p:style>
          <a:lnRef xmlns:a="http://schemas.openxmlformats.org/drawingml/2006/main" idx="0"/>
          <a:fillRef xmlns:a="http://schemas.openxmlformats.org/drawingml/2006/main" idx="0"/>
          <a:effectRef xmlns:a="http://schemas.openxmlformats.org/drawingml/2006/main" idx="7"/>
          <a:fontRef xmlns:a="http://schemas.openxmlformats.org/drawingml/2006/main" idx="major"/>
        </p:style>
      </p:sp>
      <p:sp>
        <p:nvSpPr>
          <p:cNvPr id="17" name="">
            <a:extLst xmlns:a="http://schemas.openxmlformats.org/drawingml/2006/main">
              <a:ext uri="{FF2B5EF4-FFF2-40B4-BE49-F238E27FC236}">
                <a16:creationId xmlns:a16="http://schemas.microsoft.com/office/drawing/2014/main" id="{B1BF1FE1-2488-4955-B26A-D46843F46C3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628775" y="2581275"/>
            <a:ext cx="2333625" cy="71437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/>
          <a:lstStyle xmlns:a="http://schemas.openxmlformats.org/drawingml/2006/main">
            <a:defPPr algn="ctr">
              <a:defRPr sz="202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defPPr>
            <a:lvl1pPr algn="ctr">
              <a:defRPr sz="202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1pPr>
            <a:lvl2pPr algn="ctr">
              <a:defRPr sz="202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2pPr>
            <a:lvl3pPr algn="ctr">
              <a:defRPr sz="202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3pPr>
            <a:lvl4pPr algn="ctr">
              <a:defRPr sz="202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4pPr>
            <a:lvl5pPr algn="ctr">
              <a:defRPr sz="202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5pPr>
            <a:lvl6pPr algn="ctr">
              <a:defRPr sz="202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6pPr>
            <a:lvl7pPr algn="ctr">
              <a:defRPr sz="202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7pPr>
            <a:lvl8pPr algn="ctr">
              <a:defRPr sz="202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8pPr>
            <a:lvl9pPr algn="ctr">
              <a:defRPr sz="202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9pPr>
          </a:lstStyle>
          <a:p xmlns:a="http://schemas.openxmlformats.org/drawingml/2006/main">
            <a:pPr algn="ctr">
              <a:lnSpc>
                <a:spcPct val="105000"/>
              </a:lnSpc>
              <a:buNone/>
              <a:defRPr sz="202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pPr>
            <a:r>
              <a:rPr sz="2025" b="0">
                <a:solidFill>
                  <a:srgbClr val="111111"/>
                </a:solidFill>
                <a:latin typeface="Arial"/>
                <a:ea typeface="Arial"/>
                <a:cs typeface="Arial"/>
              </a:rPr>
              <a:t>Anotaciones</a:t>
            </a:r>
          </a:p>
          <a:p xmlns:a="http://schemas.openxmlformats.org/drawingml/2006/main">
            <a:pPr algn="ctr">
              <a:lnSpc>
                <a:spcPct val="105000"/>
              </a:lnSpc>
              <a:buNone/>
              <a:defRPr sz="202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pPr>
            <a:r>
              <a:rPr sz="2025" b="0">
                <a:solidFill>
                  <a:srgbClr val="111111"/>
                </a:solidFill>
                <a:latin typeface="Arial"/>
                <a:ea typeface="Arial"/>
                <a:cs typeface="Arial"/>
              </a:rPr>
              <a:t>dispersas</a:t>
            </a:r>
          </a:p>
        </p:txBody>
      </p:sp>
      <p:sp>
        <p:nvSpPr>
          <p:cNvPr id="18" name="">
            <a:extLst xmlns:a="http://schemas.openxmlformats.org/drawingml/2006/main">
              <a:ext uri="{FF2B5EF4-FFF2-40B4-BE49-F238E27FC236}">
                <a16:creationId xmlns:a16="http://schemas.microsoft.com/office/drawing/2014/main" id="{EAB47605-5694-4FE2-89D5-883F08E40F2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972050" y="2581275"/>
            <a:ext cx="3171825" cy="71437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/>
          <a:lstStyle xmlns:a="http://schemas.openxmlformats.org/drawingml/2006/main">
            <a:defPPr algn="ctr">
              <a:defRPr sz="195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defPPr>
            <a:lvl1pPr algn="ctr">
              <a:defRPr sz="195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1pPr>
            <a:lvl2pPr algn="ctr">
              <a:defRPr sz="195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2pPr>
            <a:lvl3pPr algn="ctr">
              <a:defRPr sz="195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3pPr>
            <a:lvl4pPr algn="ctr">
              <a:defRPr sz="195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4pPr>
            <a:lvl5pPr algn="ctr">
              <a:defRPr sz="195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5pPr>
            <a:lvl6pPr algn="ctr">
              <a:defRPr sz="195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6pPr>
            <a:lvl7pPr algn="ctr">
              <a:defRPr sz="195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7pPr>
            <a:lvl8pPr algn="ctr">
              <a:defRPr sz="195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8pPr>
            <a:lvl9pPr algn="ctr">
              <a:defRPr sz="195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9pPr>
          </a:lstStyle>
          <a:p xmlns:a="http://schemas.openxmlformats.org/drawingml/2006/main">
            <a:pPr algn="ctr">
              <a:lnSpc>
                <a:spcPct val="105000"/>
              </a:lnSpc>
              <a:buNone/>
              <a:defRPr sz="195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pPr>
            <a:r>
              <a:rPr sz="1950" b="0">
                <a:solidFill>
                  <a:srgbClr val="111111"/>
                </a:solidFill>
                <a:latin typeface="Arial"/>
                <a:ea typeface="Arial"/>
                <a:cs typeface="Arial"/>
              </a:rPr>
              <a:t>Registro e historial</a:t>
            </a:r>
          </a:p>
          <a:p xmlns:a="http://schemas.openxmlformats.org/drawingml/2006/main">
            <a:pPr algn="ctr">
              <a:lnSpc>
                <a:spcPct val="105000"/>
              </a:lnSpc>
              <a:buNone/>
              <a:defRPr sz="195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pPr>
            <a:r>
              <a:rPr sz="1950" b="0">
                <a:solidFill>
                  <a:srgbClr val="111111"/>
                </a:solidFill>
                <a:latin typeface="Arial"/>
                <a:ea typeface="Arial"/>
                <a:cs typeface="Arial"/>
              </a:rPr>
              <a:t>de ventas</a:t>
            </a:r>
          </a:p>
        </p:txBody>
      </p:sp>
      <p:sp>
        <p:nvSpPr>
          <p:cNvPr id="19" name="">
            <a:extLst xmlns:a="http://schemas.openxmlformats.org/drawingml/2006/main">
              <a:ext uri="{FF2B5EF4-FFF2-40B4-BE49-F238E27FC236}">
                <a16:creationId xmlns:a16="http://schemas.microsoft.com/office/drawing/2014/main" id="{6FE39025-C7A3-442B-A121-546A80BBE62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210675" y="2581275"/>
            <a:ext cx="3143250" cy="71437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/>
          <a:lstStyle xmlns:a="http://schemas.openxmlformats.org/drawingml/2006/main">
            <a:defPPr algn="ctr">
              <a:defRPr sz="195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defPPr>
            <a:lvl1pPr algn="ctr">
              <a:defRPr sz="195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1pPr>
            <a:lvl2pPr algn="ctr">
              <a:defRPr sz="195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2pPr>
            <a:lvl3pPr algn="ctr">
              <a:defRPr sz="195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3pPr>
            <a:lvl4pPr algn="ctr">
              <a:defRPr sz="195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4pPr>
            <a:lvl5pPr algn="ctr">
              <a:defRPr sz="195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5pPr>
            <a:lvl6pPr algn="ctr">
              <a:defRPr sz="195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6pPr>
            <a:lvl7pPr algn="ctr">
              <a:defRPr sz="195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7pPr>
            <a:lvl8pPr algn="ctr">
              <a:defRPr sz="195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8pPr>
            <a:lvl9pPr algn="ctr">
              <a:defRPr sz="195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9pPr>
          </a:lstStyle>
          <a:p xmlns:a="http://schemas.openxmlformats.org/drawingml/2006/main">
            <a:pPr algn="ctr">
              <a:lnSpc>
                <a:spcPct val="105000"/>
              </a:lnSpc>
              <a:buNone/>
              <a:defRPr sz="195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pPr>
            <a:r>
              <a:rPr sz="1950" b="0">
                <a:solidFill>
                  <a:srgbClr val="111111"/>
                </a:solidFill>
                <a:latin typeface="Arial"/>
                <a:ea typeface="Arial"/>
                <a:cs typeface="Arial"/>
              </a:rPr>
              <a:t>Consultar qué se vendió</a:t>
            </a:r>
          </a:p>
          <a:p xmlns:a="http://schemas.openxmlformats.org/drawingml/2006/main">
            <a:pPr algn="ctr">
              <a:lnSpc>
                <a:spcPct val="105000"/>
              </a:lnSpc>
              <a:buNone/>
              <a:defRPr sz="195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pPr>
            <a:r>
              <a:rPr sz="1950" b="0">
                <a:solidFill>
                  <a:srgbClr val="111111"/>
                </a:solidFill>
                <a:latin typeface="Arial"/>
                <a:ea typeface="Arial"/>
                <a:cs typeface="Arial"/>
              </a:rPr>
              <a:t>durante cada turno</a:t>
            </a:r>
          </a:p>
        </p:txBody>
      </p:sp>
      <p:sp>
        <p:nvSpPr>
          <p:cNvPr id="20" name="">
            <a:extLst xmlns:a="http://schemas.openxmlformats.org/drawingml/2006/main">
              <a:ext uri="{FF2B5EF4-FFF2-40B4-BE49-F238E27FC236}">
                <a16:creationId xmlns:a16="http://schemas.microsoft.com/office/drawing/2014/main" id="{DB2D9F2A-DC51-46C5-B4EF-DAE8454A5F4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257675" y="2714625"/>
            <a:ext cx="361950" cy="257175"/>
          </a:xfrm>
          <a:prstGeom xmlns:a="http://schemas.openxmlformats.org/drawingml/2006/main" prst="rightArrow">
            <a:avLst/>
          </a:prstGeom>
          <a:solidFill xmlns:a="http://schemas.openxmlformats.org/drawingml/2006/main">
            <a:srgbClr val="2C5E9B"/>
          </a:solidFill>
          <a:ln xmlns:a="http://schemas.openxmlformats.org/drawingml/2006/main" w="0">
            <a:noFill/>
          </a:ln>
        </p:spPr>
      </p:sp>
      <p:sp>
        <p:nvSpPr>
          <p:cNvPr id="21" name="">
            <a:extLst xmlns:a="http://schemas.openxmlformats.org/drawingml/2006/main">
              <a:ext uri="{FF2B5EF4-FFF2-40B4-BE49-F238E27FC236}">
                <a16:creationId xmlns:a16="http://schemas.microsoft.com/office/drawing/2014/main" id="{D2D28811-8FF5-49DD-A7D8-EC94610DC9E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8477250" y="2714625"/>
            <a:ext cx="361950" cy="257175"/>
          </a:xfrm>
          <a:prstGeom xmlns:a="http://schemas.openxmlformats.org/drawingml/2006/main" prst="rightArrow">
            <a:avLst/>
          </a:prstGeom>
          <a:solidFill xmlns:a="http://schemas.openxmlformats.org/drawingml/2006/main">
            <a:srgbClr val="2C5E9B"/>
          </a:solidFill>
          <a:ln xmlns:a="http://schemas.openxmlformats.org/drawingml/2006/main" w="0">
            <a:noFill/>
          </a:ln>
        </p:spPr>
      </p:sp>
      <p:sp>
        <p:nvSpPr>
          <p:cNvPr id="22" name="cart vector #ffffff">
            <a:extLst xmlns:a="http://schemas.openxmlformats.org/drawingml/2006/main">
              <a:ext uri="{FF2B5EF4-FFF2-40B4-BE49-F238E27FC236}">
                <a16:creationId xmlns:a16="http://schemas.microsoft.com/office/drawing/2014/main" id="{677F5D73-BDCD-413D-A769-7481A507839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57250" y="2524125"/>
            <a:ext cx="704850" cy="704850"/>
          </a:xfrm>
          <a:custGeom xmlns:a="http://schemas.openxmlformats.org/drawingml/2006/main">
            <a:pathLst>
              <a:path w="695325" h="657225">
                <a:moveTo>
                  <a:pt x="228600" y="0"/>
                </a:moveTo>
                <a:lnTo>
                  <a:pt x="695325" y="0"/>
                </a:lnTo>
                <a:lnTo>
                  <a:pt x="695325" y="142875"/>
                </a:lnTo>
                <a:lnTo>
                  <a:pt x="685800" y="142875"/>
                </a:lnTo>
                <a:lnTo>
                  <a:pt x="685800" y="133350"/>
                </a:lnTo>
                <a:lnTo>
                  <a:pt x="676275" y="133350"/>
                </a:lnTo>
                <a:lnTo>
                  <a:pt x="676275" y="114300"/>
                </a:lnTo>
                <a:lnTo>
                  <a:pt x="685800" y="114300"/>
                </a:lnTo>
                <a:lnTo>
                  <a:pt x="685800" y="104775"/>
                </a:lnTo>
                <a:lnTo>
                  <a:pt x="676275" y="104775"/>
                </a:lnTo>
                <a:lnTo>
                  <a:pt x="676275" y="95250"/>
                </a:lnTo>
                <a:lnTo>
                  <a:pt x="666750" y="95250"/>
                </a:lnTo>
                <a:lnTo>
                  <a:pt x="666750" y="85725"/>
                </a:lnTo>
                <a:lnTo>
                  <a:pt x="657225" y="85725"/>
                </a:lnTo>
                <a:lnTo>
                  <a:pt x="657225" y="76200"/>
                </a:lnTo>
                <a:lnTo>
                  <a:pt x="638175" y="76200"/>
                </a:lnTo>
                <a:lnTo>
                  <a:pt x="638175" y="85725"/>
                </a:lnTo>
                <a:lnTo>
                  <a:pt x="542925" y="85725"/>
                </a:lnTo>
                <a:lnTo>
                  <a:pt x="542925" y="76200"/>
                </a:lnTo>
                <a:lnTo>
                  <a:pt x="533400" y="76200"/>
                </a:lnTo>
                <a:lnTo>
                  <a:pt x="533400" y="66675"/>
                </a:lnTo>
                <a:lnTo>
                  <a:pt x="504825" y="66675"/>
                </a:lnTo>
                <a:lnTo>
                  <a:pt x="504825" y="76200"/>
                </a:lnTo>
                <a:lnTo>
                  <a:pt x="495300" y="76200"/>
                </a:lnTo>
                <a:lnTo>
                  <a:pt x="495300" y="85725"/>
                </a:lnTo>
                <a:lnTo>
                  <a:pt x="361950" y="85725"/>
                </a:lnTo>
                <a:lnTo>
                  <a:pt x="361950" y="95250"/>
                </a:lnTo>
                <a:lnTo>
                  <a:pt x="352425" y="95250"/>
                </a:lnTo>
                <a:lnTo>
                  <a:pt x="352425" y="85725"/>
                </a:lnTo>
                <a:lnTo>
                  <a:pt x="342900" y="85725"/>
                </a:lnTo>
                <a:lnTo>
                  <a:pt x="342900" y="95250"/>
                </a:lnTo>
                <a:lnTo>
                  <a:pt x="333375" y="95250"/>
                </a:lnTo>
                <a:lnTo>
                  <a:pt x="333375" y="85725"/>
                </a:lnTo>
                <a:lnTo>
                  <a:pt x="323850" y="85725"/>
                </a:lnTo>
                <a:lnTo>
                  <a:pt x="323850" y="95250"/>
                </a:lnTo>
                <a:lnTo>
                  <a:pt x="314325" y="95250"/>
                </a:lnTo>
                <a:lnTo>
                  <a:pt x="314325" y="85725"/>
                </a:lnTo>
                <a:lnTo>
                  <a:pt x="304800" y="85725"/>
                </a:lnTo>
                <a:lnTo>
                  <a:pt x="304800" y="95250"/>
                </a:lnTo>
                <a:lnTo>
                  <a:pt x="295275" y="95250"/>
                </a:lnTo>
                <a:lnTo>
                  <a:pt x="295275" y="85725"/>
                </a:lnTo>
                <a:lnTo>
                  <a:pt x="285750" y="85725"/>
                </a:lnTo>
                <a:lnTo>
                  <a:pt x="285750" y="95250"/>
                </a:lnTo>
                <a:lnTo>
                  <a:pt x="276225" y="95250"/>
                </a:lnTo>
                <a:lnTo>
                  <a:pt x="276225" y="85725"/>
                </a:lnTo>
                <a:lnTo>
                  <a:pt x="238125" y="85725"/>
                </a:lnTo>
                <a:lnTo>
                  <a:pt x="238125" y="57150"/>
                </a:lnTo>
                <a:lnTo>
                  <a:pt x="219075" y="57150"/>
                </a:lnTo>
                <a:lnTo>
                  <a:pt x="219075" y="9525"/>
                </a:lnTo>
                <a:lnTo>
                  <a:pt x="228600" y="9525"/>
                </a:lnTo>
                <a:close/>
                <a:moveTo>
                  <a:pt x="552450" y="76200"/>
                </a:moveTo>
                <a:lnTo>
                  <a:pt x="571500" y="76200"/>
                </a:lnTo>
                <a:lnTo>
                  <a:pt x="571500" y="57150"/>
                </a:lnTo>
                <a:lnTo>
                  <a:pt x="561975" y="57150"/>
                </a:lnTo>
                <a:lnTo>
                  <a:pt x="561975" y="66675"/>
                </a:lnTo>
                <a:lnTo>
                  <a:pt x="552450" y="66675"/>
                </a:lnTo>
                <a:close/>
                <a:moveTo>
                  <a:pt x="0" y="104775"/>
                </a:moveTo>
                <a:lnTo>
                  <a:pt x="19050" y="104775"/>
                </a:lnTo>
                <a:lnTo>
                  <a:pt x="19050" y="114300"/>
                </a:lnTo>
                <a:lnTo>
                  <a:pt x="9525" y="114300"/>
                </a:lnTo>
                <a:lnTo>
                  <a:pt x="9525" y="123825"/>
                </a:lnTo>
                <a:lnTo>
                  <a:pt x="19050" y="123825"/>
                </a:lnTo>
                <a:lnTo>
                  <a:pt x="19050" y="133350"/>
                </a:lnTo>
                <a:lnTo>
                  <a:pt x="38100" y="133350"/>
                </a:lnTo>
                <a:lnTo>
                  <a:pt x="38100" y="142875"/>
                </a:lnTo>
                <a:lnTo>
                  <a:pt x="57150" y="142875"/>
                </a:lnTo>
                <a:lnTo>
                  <a:pt x="57150" y="133350"/>
                </a:lnTo>
                <a:lnTo>
                  <a:pt x="66675" y="133350"/>
                </a:lnTo>
                <a:lnTo>
                  <a:pt x="66675" y="123825"/>
                </a:lnTo>
                <a:lnTo>
                  <a:pt x="76200" y="123825"/>
                </a:lnTo>
                <a:lnTo>
                  <a:pt x="76200" y="171450"/>
                </a:lnTo>
                <a:lnTo>
                  <a:pt x="85725" y="171450"/>
                </a:lnTo>
                <a:lnTo>
                  <a:pt x="85725" y="190500"/>
                </a:lnTo>
                <a:lnTo>
                  <a:pt x="95250" y="190500"/>
                </a:lnTo>
                <a:lnTo>
                  <a:pt x="95250" y="200025"/>
                </a:lnTo>
                <a:lnTo>
                  <a:pt x="104775" y="200025"/>
                </a:lnTo>
                <a:lnTo>
                  <a:pt x="104775" y="209550"/>
                </a:lnTo>
                <a:lnTo>
                  <a:pt x="133350" y="209550"/>
                </a:lnTo>
                <a:lnTo>
                  <a:pt x="133350" y="219075"/>
                </a:lnTo>
                <a:lnTo>
                  <a:pt x="142875" y="219075"/>
                </a:lnTo>
                <a:lnTo>
                  <a:pt x="142875" y="228600"/>
                </a:lnTo>
                <a:lnTo>
                  <a:pt x="152400" y="228600"/>
                </a:lnTo>
                <a:lnTo>
                  <a:pt x="152400" y="247650"/>
                </a:lnTo>
                <a:lnTo>
                  <a:pt x="161925" y="247650"/>
                </a:lnTo>
                <a:lnTo>
                  <a:pt x="161925" y="276225"/>
                </a:lnTo>
                <a:lnTo>
                  <a:pt x="152400" y="276225"/>
                </a:lnTo>
                <a:lnTo>
                  <a:pt x="152400" y="295275"/>
                </a:lnTo>
                <a:lnTo>
                  <a:pt x="142875" y="295275"/>
                </a:lnTo>
                <a:lnTo>
                  <a:pt x="142875" y="304800"/>
                </a:lnTo>
                <a:lnTo>
                  <a:pt x="123825" y="304800"/>
                </a:lnTo>
                <a:lnTo>
                  <a:pt x="123825" y="314325"/>
                </a:lnTo>
                <a:lnTo>
                  <a:pt x="104775" y="314325"/>
                </a:lnTo>
                <a:lnTo>
                  <a:pt x="104775" y="333375"/>
                </a:lnTo>
                <a:lnTo>
                  <a:pt x="85725" y="333375"/>
                </a:lnTo>
                <a:lnTo>
                  <a:pt x="85725" y="352425"/>
                </a:lnTo>
                <a:lnTo>
                  <a:pt x="76200" y="352425"/>
                </a:lnTo>
                <a:lnTo>
                  <a:pt x="76200" y="361950"/>
                </a:lnTo>
                <a:lnTo>
                  <a:pt x="85725" y="361950"/>
                </a:lnTo>
                <a:lnTo>
                  <a:pt x="85725" y="409575"/>
                </a:lnTo>
                <a:lnTo>
                  <a:pt x="76200" y="409575"/>
                </a:lnTo>
                <a:lnTo>
                  <a:pt x="76200" y="419100"/>
                </a:lnTo>
                <a:lnTo>
                  <a:pt x="85725" y="419100"/>
                </a:lnTo>
                <a:lnTo>
                  <a:pt x="85725" y="438150"/>
                </a:lnTo>
                <a:lnTo>
                  <a:pt x="76200" y="438150"/>
                </a:lnTo>
                <a:lnTo>
                  <a:pt x="76200" y="457200"/>
                </a:lnTo>
                <a:lnTo>
                  <a:pt x="85725" y="457200"/>
                </a:lnTo>
                <a:lnTo>
                  <a:pt x="85725" y="447675"/>
                </a:lnTo>
                <a:lnTo>
                  <a:pt x="95250" y="447675"/>
                </a:lnTo>
                <a:lnTo>
                  <a:pt x="95250" y="438150"/>
                </a:lnTo>
                <a:lnTo>
                  <a:pt x="104775" y="438150"/>
                </a:lnTo>
                <a:lnTo>
                  <a:pt x="104775" y="447675"/>
                </a:lnTo>
                <a:lnTo>
                  <a:pt x="114300" y="447675"/>
                </a:lnTo>
                <a:lnTo>
                  <a:pt x="114300" y="457200"/>
                </a:lnTo>
                <a:lnTo>
                  <a:pt x="123825" y="457200"/>
                </a:lnTo>
                <a:lnTo>
                  <a:pt x="123825" y="466725"/>
                </a:lnTo>
                <a:lnTo>
                  <a:pt x="133350" y="466725"/>
                </a:lnTo>
                <a:lnTo>
                  <a:pt x="133350" y="485775"/>
                </a:lnTo>
                <a:lnTo>
                  <a:pt x="123825" y="485775"/>
                </a:lnTo>
                <a:lnTo>
                  <a:pt x="123825" y="504825"/>
                </a:lnTo>
                <a:lnTo>
                  <a:pt x="85725" y="504825"/>
                </a:lnTo>
                <a:lnTo>
                  <a:pt x="85725" y="495300"/>
                </a:lnTo>
                <a:lnTo>
                  <a:pt x="104775" y="495300"/>
                </a:lnTo>
                <a:lnTo>
                  <a:pt x="104775" y="476250"/>
                </a:lnTo>
                <a:lnTo>
                  <a:pt x="76200" y="476250"/>
                </a:lnTo>
                <a:lnTo>
                  <a:pt x="76200" y="504825"/>
                </a:lnTo>
                <a:lnTo>
                  <a:pt x="85725" y="504825"/>
                </a:lnTo>
                <a:lnTo>
                  <a:pt x="85725" y="514350"/>
                </a:lnTo>
                <a:lnTo>
                  <a:pt x="76200" y="514350"/>
                </a:lnTo>
                <a:lnTo>
                  <a:pt x="76200" y="533400"/>
                </a:lnTo>
                <a:lnTo>
                  <a:pt x="57150" y="533400"/>
                </a:lnTo>
                <a:lnTo>
                  <a:pt x="57150" y="542925"/>
                </a:lnTo>
                <a:lnTo>
                  <a:pt x="47625" y="542925"/>
                </a:lnTo>
                <a:lnTo>
                  <a:pt x="47625" y="552450"/>
                </a:lnTo>
                <a:lnTo>
                  <a:pt x="66675" y="552450"/>
                </a:lnTo>
                <a:lnTo>
                  <a:pt x="66675" y="542925"/>
                </a:lnTo>
                <a:lnTo>
                  <a:pt x="76200" y="542925"/>
                </a:lnTo>
                <a:lnTo>
                  <a:pt x="76200" y="533400"/>
                </a:lnTo>
                <a:lnTo>
                  <a:pt x="123825" y="533400"/>
                </a:lnTo>
                <a:lnTo>
                  <a:pt x="123825" y="523875"/>
                </a:lnTo>
                <a:lnTo>
                  <a:pt x="133350" y="523875"/>
                </a:lnTo>
                <a:lnTo>
                  <a:pt x="133350" y="504825"/>
                </a:lnTo>
                <a:lnTo>
                  <a:pt x="152400" y="504825"/>
                </a:lnTo>
                <a:lnTo>
                  <a:pt x="152400" y="571500"/>
                </a:lnTo>
                <a:lnTo>
                  <a:pt x="161925" y="571500"/>
                </a:lnTo>
                <a:lnTo>
                  <a:pt x="161925" y="590550"/>
                </a:lnTo>
                <a:lnTo>
                  <a:pt x="152400" y="590550"/>
                </a:lnTo>
                <a:lnTo>
                  <a:pt x="152400" y="609600"/>
                </a:lnTo>
                <a:lnTo>
                  <a:pt x="142875" y="609600"/>
                </a:lnTo>
                <a:lnTo>
                  <a:pt x="142875" y="619125"/>
                </a:lnTo>
                <a:lnTo>
                  <a:pt x="152400" y="619125"/>
                </a:lnTo>
                <a:lnTo>
                  <a:pt x="152400" y="609600"/>
                </a:lnTo>
                <a:lnTo>
                  <a:pt x="228600" y="609600"/>
                </a:lnTo>
                <a:lnTo>
                  <a:pt x="228600" y="619125"/>
                </a:lnTo>
                <a:lnTo>
                  <a:pt x="238125" y="619125"/>
                </a:lnTo>
                <a:lnTo>
                  <a:pt x="238125" y="628650"/>
                </a:lnTo>
                <a:lnTo>
                  <a:pt x="228600" y="628650"/>
                </a:lnTo>
                <a:lnTo>
                  <a:pt x="228600" y="638175"/>
                </a:lnTo>
                <a:lnTo>
                  <a:pt x="209550" y="638175"/>
                </a:lnTo>
                <a:lnTo>
                  <a:pt x="209550" y="628650"/>
                </a:lnTo>
                <a:lnTo>
                  <a:pt x="190500" y="628650"/>
                </a:lnTo>
                <a:lnTo>
                  <a:pt x="190500" y="638175"/>
                </a:lnTo>
                <a:lnTo>
                  <a:pt x="180975" y="638175"/>
                </a:lnTo>
                <a:lnTo>
                  <a:pt x="180975" y="657225"/>
                </a:lnTo>
                <a:lnTo>
                  <a:pt x="0" y="657225"/>
                </a:lnTo>
                <a:lnTo>
                  <a:pt x="0" y="390525"/>
                </a:lnTo>
                <a:lnTo>
                  <a:pt x="9525" y="390525"/>
                </a:lnTo>
                <a:lnTo>
                  <a:pt x="9525" y="400050"/>
                </a:lnTo>
                <a:lnTo>
                  <a:pt x="19050" y="400050"/>
                </a:lnTo>
                <a:lnTo>
                  <a:pt x="19050" y="428625"/>
                </a:lnTo>
                <a:lnTo>
                  <a:pt x="9525" y="428625"/>
                </a:lnTo>
                <a:lnTo>
                  <a:pt x="9525" y="438150"/>
                </a:lnTo>
                <a:lnTo>
                  <a:pt x="28575" y="438150"/>
                </a:lnTo>
                <a:lnTo>
                  <a:pt x="28575" y="400050"/>
                </a:lnTo>
                <a:lnTo>
                  <a:pt x="38100" y="400050"/>
                </a:lnTo>
                <a:lnTo>
                  <a:pt x="38100" y="381000"/>
                </a:lnTo>
                <a:lnTo>
                  <a:pt x="47625" y="381000"/>
                </a:lnTo>
                <a:lnTo>
                  <a:pt x="47625" y="371475"/>
                </a:lnTo>
                <a:lnTo>
                  <a:pt x="38100" y="371475"/>
                </a:lnTo>
                <a:lnTo>
                  <a:pt x="38100" y="361950"/>
                </a:lnTo>
                <a:lnTo>
                  <a:pt x="19050" y="361950"/>
                </a:lnTo>
                <a:lnTo>
                  <a:pt x="19050" y="381000"/>
                </a:lnTo>
                <a:lnTo>
                  <a:pt x="0" y="381000"/>
                </a:lnTo>
                <a:close/>
                <a:moveTo>
                  <a:pt x="685800" y="180975"/>
                </a:moveTo>
                <a:lnTo>
                  <a:pt x="695325" y="180975"/>
                </a:lnTo>
                <a:lnTo>
                  <a:pt x="695325" y="219075"/>
                </a:lnTo>
                <a:lnTo>
                  <a:pt x="685800" y="219075"/>
                </a:lnTo>
                <a:close/>
                <a:moveTo>
                  <a:pt x="685800" y="247650"/>
                </a:moveTo>
                <a:lnTo>
                  <a:pt x="695325" y="247650"/>
                </a:lnTo>
                <a:lnTo>
                  <a:pt x="695325" y="609600"/>
                </a:lnTo>
                <a:lnTo>
                  <a:pt x="685800" y="609600"/>
                </a:lnTo>
                <a:lnTo>
                  <a:pt x="685800" y="619125"/>
                </a:lnTo>
                <a:lnTo>
                  <a:pt x="676275" y="619125"/>
                </a:lnTo>
                <a:lnTo>
                  <a:pt x="676275" y="638175"/>
                </a:lnTo>
                <a:lnTo>
                  <a:pt x="666750" y="638175"/>
                </a:lnTo>
                <a:lnTo>
                  <a:pt x="666750" y="647700"/>
                </a:lnTo>
                <a:lnTo>
                  <a:pt x="657225" y="647700"/>
                </a:lnTo>
                <a:lnTo>
                  <a:pt x="657225" y="657225"/>
                </a:lnTo>
                <a:lnTo>
                  <a:pt x="628650" y="657225"/>
                </a:lnTo>
                <a:lnTo>
                  <a:pt x="628650" y="590550"/>
                </a:lnTo>
                <a:lnTo>
                  <a:pt x="638175" y="590550"/>
                </a:lnTo>
                <a:lnTo>
                  <a:pt x="638175" y="561975"/>
                </a:lnTo>
                <a:lnTo>
                  <a:pt x="609600" y="561975"/>
                </a:lnTo>
                <a:lnTo>
                  <a:pt x="609600" y="523875"/>
                </a:lnTo>
                <a:lnTo>
                  <a:pt x="619125" y="523875"/>
                </a:lnTo>
                <a:lnTo>
                  <a:pt x="619125" y="504825"/>
                </a:lnTo>
                <a:lnTo>
                  <a:pt x="628650" y="504825"/>
                </a:lnTo>
                <a:lnTo>
                  <a:pt x="628650" y="495300"/>
                </a:lnTo>
                <a:lnTo>
                  <a:pt x="638175" y="495300"/>
                </a:lnTo>
                <a:lnTo>
                  <a:pt x="638175" y="476250"/>
                </a:lnTo>
                <a:lnTo>
                  <a:pt x="628650" y="476250"/>
                </a:lnTo>
                <a:lnTo>
                  <a:pt x="628650" y="485775"/>
                </a:lnTo>
                <a:lnTo>
                  <a:pt x="609600" y="485775"/>
                </a:lnTo>
                <a:lnTo>
                  <a:pt x="609600" y="466725"/>
                </a:lnTo>
                <a:lnTo>
                  <a:pt x="619125" y="466725"/>
                </a:lnTo>
                <a:lnTo>
                  <a:pt x="619125" y="457200"/>
                </a:lnTo>
                <a:lnTo>
                  <a:pt x="628650" y="457200"/>
                </a:lnTo>
                <a:lnTo>
                  <a:pt x="628650" y="447675"/>
                </a:lnTo>
                <a:lnTo>
                  <a:pt x="619125" y="447675"/>
                </a:lnTo>
                <a:lnTo>
                  <a:pt x="619125" y="438150"/>
                </a:lnTo>
                <a:lnTo>
                  <a:pt x="600075" y="438150"/>
                </a:lnTo>
                <a:lnTo>
                  <a:pt x="600075" y="428625"/>
                </a:lnTo>
                <a:lnTo>
                  <a:pt x="590550" y="428625"/>
                </a:lnTo>
                <a:lnTo>
                  <a:pt x="590550" y="419100"/>
                </a:lnTo>
                <a:lnTo>
                  <a:pt x="581025" y="419100"/>
                </a:lnTo>
                <a:lnTo>
                  <a:pt x="581025" y="400050"/>
                </a:lnTo>
                <a:lnTo>
                  <a:pt x="590550" y="400050"/>
                </a:lnTo>
                <a:lnTo>
                  <a:pt x="590550" y="390525"/>
                </a:lnTo>
                <a:lnTo>
                  <a:pt x="600075" y="390525"/>
                </a:lnTo>
                <a:lnTo>
                  <a:pt x="600075" y="381000"/>
                </a:lnTo>
                <a:lnTo>
                  <a:pt x="609600" y="381000"/>
                </a:lnTo>
                <a:lnTo>
                  <a:pt x="609600" y="371475"/>
                </a:lnTo>
                <a:lnTo>
                  <a:pt x="619125" y="371475"/>
                </a:lnTo>
                <a:lnTo>
                  <a:pt x="619125" y="361950"/>
                </a:lnTo>
                <a:lnTo>
                  <a:pt x="628650" y="361950"/>
                </a:lnTo>
                <a:lnTo>
                  <a:pt x="628650" y="342900"/>
                </a:lnTo>
                <a:lnTo>
                  <a:pt x="638175" y="342900"/>
                </a:lnTo>
                <a:lnTo>
                  <a:pt x="638175" y="333375"/>
                </a:lnTo>
                <a:lnTo>
                  <a:pt x="647700" y="333375"/>
                </a:lnTo>
                <a:lnTo>
                  <a:pt x="647700" y="314325"/>
                </a:lnTo>
                <a:lnTo>
                  <a:pt x="657225" y="314325"/>
                </a:lnTo>
                <a:lnTo>
                  <a:pt x="657225" y="285750"/>
                </a:lnTo>
                <a:lnTo>
                  <a:pt x="666750" y="285750"/>
                </a:lnTo>
                <a:lnTo>
                  <a:pt x="666750" y="276225"/>
                </a:lnTo>
                <a:lnTo>
                  <a:pt x="676275" y="276225"/>
                </a:lnTo>
                <a:lnTo>
                  <a:pt x="676275" y="257175"/>
                </a:lnTo>
                <a:lnTo>
                  <a:pt x="685800" y="257175"/>
                </a:lnTo>
                <a:close/>
                <a:moveTo>
                  <a:pt x="95250" y="257175"/>
                </a:moveTo>
                <a:lnTo>
                  <a:pt x="104775" y="257175"/>
                </a:lnTo>
                <a:lnTo>
                  <a:pt x="104775" y="276225"/>
                </a:lnTo>
                <a:lnTo>
                  <a:pt x="95250" y="276225"/>
                </a:lnTo>
                <a:lnTo>
                  <a:pt x="95250" y="304800"/>
                </a:lnTo>
                <a:lnTo>
                  <a:pt x="114300" y="304800"/>
                </a:lnTo>
                <a:lnTo>
                  <a:pt x="114300" y="285750"/>
                </a:lnTo>
                <a:lnTo>
                  <a:pt x="104775" y="285750"/>
                </a:lnTo>
                <a:lnTo>
                  <a:pt x="104775" y="276225"/>
                </a:lnTo>
                <a:lnTo>
                  <a:pt x="114300" y="276225"/>
                </a:lnTo>
                <a:lnTo>
                  <a:pt x="114300" y="266700"/>
                </a:lnTo>
                <a:lnTo>
                  <a:pt x="123825" y="266700"/>
                </a:lnTo>
                <a:lnTo>
                  <a:pt x="123825" y="257175"/>
                </a:lnTo>
                <a:lnTo>
                  <a:pt x="133350" y="257175"/>
                </a:lnTo>
                <a:lnTo>
                  <a:pt x="133350" y="228600"/>
                </a:lnTo>
                <a:lnTo>
                  <a:pt x="123825" y="228600"/>
                </a:lnTo>
                <a:lnTo>
                  <a:pt x="123825" y="238125"/>
                </a:lnTo>
                <a:lnTo>
                  <a:pt x="114300" y="238125"/>
                </a:lnTo>
                <a:lnTo>
                  <a:pt x="114300" y="228600"/>
                </a:lnTo>
                <a:lnTo>
                  <a:pt x="104775" y="228600"/>
                </a:lnTo>
                <a:lnTo>
                  <a:pt x="104775" y="247650"/>
                </a:lnTo>
                <a:lnTo>
                  <a:pt x="95250" y="247650"/>
                </a:lnTo>
                <a:close/>
                <a:moveTo>
                  <a:pt x="114300" y="361950"/>
                </a:moveTo>
                <a:lnTo>
                  <a:pt x="123825" y="361950"/>
                </a:lnTo>
                <a:lnTo>
                  <a:pt x="123825" y="371475"/>
                </a:lnTo>
                <a:lnTo>
                  <a:pt x="114300" y="371475"/>
                </a:lnTo>
                <a:close/>
                <a:moveTo>
                  <a:pt x="504825" y="400050"/>
                </a:moveTo>
                <a:lnTo>
                  <a:pt x="523875" y="400050"/>
                </a:lnTo>
                <a:lnTo>
                  <a:pt x="523875" y="409575"/>
                </a:lnTo>
                <a:lnTo>
                  <a:pt x="514350" y="409575"/>
                </a:lnTo>
                <a:lnTo>
                  <a:pt x="514350" y="419100"/>
                </a:lnTo>
                <a:lnTo>
                  <a:pt x="504825" y="419100"/>
                </a:lnTo>
                <a:close/>
                <a:moveTo>
                  <a:pt x="390525" y="504825"/>
                </a:moveTo>
                <a:lnTo>
                  <a:pt x="409575" y="504825"/>
                </a:lnTo>
                <a:lnTo>
                  <a:pt x="409575" y="514350"/>
                </a:lnTo>
                <a:lnTo>
                  <a:pt x="447675" y="514350"/>
                </a:lnTo>
                <a:lnTo>
                  <a:pt x="447675" y="523875"/>
                </a:lnTo>
                <a:lnTo>
                  <a:pt x="428625" y="523875"/>
                </a:lnTo>
                <a:lnTo>
                  <a:pt x="428625" y="542925"/>
                </a:lnTo>
                <a:lnTo>
                  <a:pt x="409575" y="542925"/>
                </a:lnTo>
                <a:lnTo>
                  <a:pt x="409575" y="552450"/>
                </a:lnTo>
                <a:lnTo>
                  <a:pt x="400050" y="552450"/>
                </a:lnTo>
                <a:lnTo>
                  <a:pt x="400050" y="523875"/>
                </a:lnTo>
                <a:lnTo>
                  <a:pt x="390525" y="523875"/>
                </a:lnTo>
                <a:close/>
                <a:moveTo>
                  <a:pt x="647700" y="533400"/>
                </a:moveTo>
                <a:lnTo>
                  <a:pt x="657225" y="533400"/>
                </a:lnTo>
                <a:lnTo>
                  <a:pt x="657225" y="542925"/>
                </a:lnTo>
                <a:lnTo>
                  <a:pt x="666750" y="542925"/>
                </a:lnTo>
                <a:lnTo>
                  <a:pt x="666750" y="523875"/>
                </a:lnTo>
                <a:lnTo>
                  <a:pt x="647700" y="523875"/>
                </a:lnTo>
                <a:close/>
                <a:moveTo>
                  <a:pt x="333375" y="571500"/>
                </a:moveTo>
                <a:lnTo>
                  <a:pt x="352425" y="571500"/>
                </a:lnTo>
                <a:lnTo>
                  <a:pt x="352425" y="590550"/>
                </a:lnTo>
                <a:lnTo>
                  <a:pt x="361950" y="590550"/>
                </a:lnTo>
                <a:lnTo>
                  <a:pt x="361950" y="600075"/>
                </a:lnTo>
                <a:lnTo>
                  <a:pt x="371475" y="600075"/>
                </a:lnTo>
                <a:lnTo>
                  <a:pt x="371475" y="609600"/>
                </a:lnTo>
                <a:lnTo>
                  <a:pt x="390525" y="609600"/>
                </a:lnTo>
                <a:lnTo>
                  <a:pt x="390525" y="619125"/>
                </a:lnTo>
                <a:lnTo>
                  <a:pt x="409575" y="619125"/>
                </a:lnTo>
                <a:lnTo>
                  <a:pt x="409575" y="638175"/>
                </a:lnTo>
                <a:lnTo>
                  <a:pt x="428625" y="638175"/>
                </a:lnTo>
                <a:lnTo>
                  <a:pt x="428625" y="647700"/>
                </a:lnTo>
                <a:lnTo>
                  <a:pt x="438150" y="647700"/>
                </a:lnTo>
                <a:lnTo>
                  <a:pt x="438150" y="657225"/>
                </a:lnTo>
                <a:lnTo>
                  <a:pt x="295275" y="657225"/>
                </a:lnTo>
                <a:lnTo>
                  <a:pt x="295275" y="647700"/>
                </a:lnTo>
                <a:lnTo>
                  <a:pt x="314325" y="647700"/>
                </a:lnTo>
                <a:lnTo>
                  <a:pt x="314325" y="638175"/>
                </a:lnTo>
                <a:lnTo>
                  <a:pt x="323850" y="638175"/>
                </a:lnTo>
                <a:lnTo>
                  <a:pt x="323850" y="619125"/>
                </a:lnTo>
                <a:lnTo>
                  <a:pt x="333375" y="619125"/>
                </a:lnTo>
                <a:close/>
                <a:moveTo>
                  <a:pt x="76200" y="600075"/>
                </a:moveTo>
                <a:lnTo>
                  <a:pt x="95250" y="600075"/>
                </a:lnTo>
                <a:lnTo>
                  <a:pt x="95250" y="581025"/>
                </a:lnTo>
                <a:lnTo>
                  <a:pt x="76200" y="581025"/>
                </a:lnTo>
                <a:close/>
                <a:moveTo>
                  <a:pt x="95250" y="619125"/>
                </a:moveTo>
                <a:lnTo>
                  <a:pt x="104775" y="619125"/>
                </a:lnTo>
                <a:lnTo>
                  <a:pt x="104775" y="628650"/>
                </a:lnTo>
                <a:lnTo>
                  <a:pt x="114300" y="628650"/>
                </a:lnTo>
                <a:lnTo>
                  <a:pt x="114300" y="609600"/>
                </a:lnTo>
                <a:lnTo>
                  <a:pt x="95250" y="609600"/>
                </a:lnTo>
                <a:close/>
                <a:moveTo>
                  <a:pt x="342900" y="619125"/>
                </a:moveTo>
                <a:lnTo>
                  <a:pt x="352425" y="619125"/>
                </a:lnTo>
                <a:lnTo>
                  <a:pt x="352425" y="628650"/>
                </a:lnTo>
                <a:lnTo>
                  <a:pt x="361950" y="628650"/>
                </a:lnTo>
                <a:lnTo>
                  <a:pt x="361950" y="609600"/>
                </a:lnTo>
                <a:lnTo>
                  <a:pt x="342900" y="609600"/>
                </a:lnTo>
                <a:close/>
                <a:moveTo>
                  <a:pt x="685800" y="638175"/>
                </a:moveTo>
                <a:lnTo>
                  <a:pt x="695325" y="638175"/>
                </a:lnTo>
                <a:lnTo>
                  <a:pt x="695325" y="657225"/>
                </a:lnTo>
                <a:lnTo>
                  <a:pt x="666750" y="657225"/>
                </a:lnTo>
                <a:lnTo>
                  <a:pt x="666750" y="647700"/>
                </a:lnTo>
                <a:lnTo>
                  <a:pt x="685800" y="647700"/>
                </a:lnTo>
                <a:close/>
                <a:moveTo>
                  <a:pt x="190500" y="647700"/>
                </a:moveTo>
                <a:lnTo>
                  <a:pt x="209550" y="647700"/>
                </a:lnTo>
                <a:lnTo>
                  <a:pt x="209550" y="657225"/>
                </a:lnTo>
                <a:lnTo>
                  <a:pt x="190500" y="657225"/>
                </a:lnTo>
                <a:close/>
                <a:moveTo>
                  <a:pt x="523875" y="647700"/>
                </a:moveTo>
                <a:lnTo>
                  <a:pt x="542925" y="647700"/>
                </a:lnTo>
                <a:lnTo>
                  <a:pt x="542925" y="657225"/>
                </a:lnTo>
                <a:lnTo>
                  <a:pt x="523875" y="657225"/>
                </a:lnTo>
                <a:close/>
                <a:moveTo>
                  <a:pt x="590550" y="647700"/>
                </a:moveTo>
                <a:lnTo>
                  <a:pt x="600075" y="647700"/>
                </a:lnTo>
                <a:lnTo>
                  <a:pt x="600075" y="657225"/>
                </a:lnTo>
                <a:lnTo>
                  <a:pt x="590550" y="657225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</a:ln>
        </p:spPr>
      </p:sp>
      <p:sp>
        <p:nvSpPr>
          <p:cNvPr id="23" name="cart vector #fffffe">
            <a:extLst xmlns:a="http://schemas.openxmlformats.org/drawingml/2006/main">
              <a:ext uri="{FF2B5EF4-FFF2-40B4-BE49-F238E27FC236}">
                <a16:creationId xmlns:a16="http://schemas.microsoft.com/office/drawing/2014/main" id="{A43AD79D-75F6-42F8-9B52-341466EFF5A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57250" y="2524125"/>
            <a:ext cx="704850" cy="704850"/>
          </a:xfrm>
          <a:custGeom xmlns:a="http://schemas.openxmlformats.org/drawingml/2006/main">
            <a:pathLst>
              <a:path w="695325" h="657225">
                <a:moveTo>
                  <a:pt x="561975" y="57150"/>
                </a:moveTo>
                <a:lnTo>
                  <a:pt x="571500" y="57150"/>
                </a:lnTo>
                <a:lnTo>
                  <a:pt x="571500" y="76200"/>
                </a:lnTo>
                <a:lnTo>
                  <a:pt x="552450" y="76200"/>
                </a:lnTo>
                <a:lnTo>
                  <a:pt x="552450" y="66675"/>
                </a:lnTo>
                <a:lnTo>
                  <a:pt x="561975" y="66675"/>
                </a:lnTo>
                <a:close/>
                <a:moveTo>
                  <a:pt x="38100" y="133350"/>
                </a:moveTo>
                <a:lnTo>
                  <a:pt x="57150" y="133350"/>
                </a:lnTo>
                <a:lnTo>
                  <a:pt x="57150" y="142875"/>
                </a:lnTo>
                <a:lnTo>
                  <a:pt x="38100" y="142875"/>
                </a:lnTo>
                <a:close/>
                <a:moveTo>
                  <a:pt x="76200" y="161925"/>
                </a:moveTo>
                <a:lnTo>
                  <a:pt x="85725" y="161925"/>
                </a:lnTo>
                <a:lnTo>
                  <a:pt x="85725" y="171450"/>
                </a:lnTo>
                <a:lnTo>
                  <a:pt x="76200" y="171450"/>
                </a:lnTo>
                <a:close/>
                <a:moveTo>
                  <a:pt x="685800" y="161925"/>
                </a:moveTo>
                <a:lnTo>
                  <a:pt x="695325" y="161925"/>
                </a:lnTo>
                <a:lnTo>
                  <a:pt x="695325" y="180975"/>
                </a:lnTo>
                <a:lnTo>
                  <a:pt x="685800" y="180975"/>
                </a:lnTo>
                <a:close/>
                <a:moveTo>
                  <a:pt x="104775" y="200025"/>
                </a:moveTo>
                <a:lnTo>
                  <a:pt x="114300" y="200025"/>
                </a:lnTo>
                <a:lnTo>
                  <a:pt x="114300" y="209550"/>
                </a:lnTo>
                <a:lnTo>
                  <a:pt x="104775" y="209550"/>
                </a:lnTo>
                <a:close/>
                <a:moveTo>
                  <a:pt x="104775" y="228600"/>
                </a:moveTo>
                <a:lnTo>
                  <a:pt x="114300" y="228600"/>
                </a:lnTo>
                <a:lnTo>
                  <a:pt x="114300" y="247650"/>
                </a:lnTo>
                <a:lnTo>
                  <a:pt x="104775" y="247650"/>
                </a:lnTo>
                <a:close/>
                <a:moveTo>
                  <a:pt x="123825" y="228600"/>
                </a:moveTo>
                <a:lnTo>
                  <a:pt x="133350" y="228600"/>
                </a:lnTo>
                <a:lnTo>
                  <a:pt x="133350" y="238125"/>
                </a:lnTo>
                <a:lnTo>
                  <a:pt x="123825" y="238125"/>
                </a:lnTo>
                <a:close/>
                <a:moveTo>
                  <a:pt x="114300" y="257175"/>
                </a:moveTo>
                <a:lnTo>
                  <a:pt x="123825" y="257175"/>
                </a:lnTo>
                <a:lnTo>
                  <a:pt x="123825" y="266700"/>
                </a:lnTo>
                <a:lnTo>
                  <a:pt x="114300" y="266700"/>
                </a:lnTo>
                <a:close/>
                <a:moveTo>
                  <a:pt x="104775" y="266700"/>
                </a:moveTo>
                <a:lnTo>
                  <a:pt x="114300" y="266700"/>
                </a:lnTo>
                <a:lnTo>
                  <a:pt x="114300" y="276225"/>
                </a:lnTo>
                <a:lnTo>
                  <a:pt x="104775" y="276225"/>
                </a:lnTo>
                <a:close/>
                <a:moveTo>
                  <a:pt x="152400" y="276225"/>
                </a:moveTo>
                <a:lnTo>
                  <a:pt x="161925" y="276225"/>
                </a:lnTo>
                <a:lnTo>
                  <a:pt x="161925" y="295275"/>
                </a:lnTo>
                <a:lnTo>
                  <a:pt x="152400" y="295275"/>
                </a:lnTo>
                <a:close/>
                <a:moveTo>
                  <a:pt x="104775" y="314325"/>
                </a:moveTo>
                <a:lnTo>
                  <a:pt x="114300" y="314325"/>
                </a:lnTo>
                <a:lnTo>
                  <a:pt x="114300" y="333375"/>
                </a:lnTo>
                <a:lnTo>
                  <a:pt x="104775" y="333375"/>
                </a:lnTo>
                <a:close/>
                <a:moveTo>
                  <a:pt x="114300" y="333375"/>
                </a:moveTo>
                <a:lnTo>
                  <a:pt x="123825" y="333375"/>
                </a:lnTo>
                <a:lnTo>
                  <a:pt x="123825" y="352425"/>
                </a:lnTo>
                <a:lnTo>
                  <a:pt x="114300" y="352425"/>
                </a:lnTo>
                <a:close/>
                <a:moveTo>
                  <a:pt x="133350" y="333375"/>
                </a:moveTo>
                <a:lnTo>
                  <a:pt x="142875" y="333375"/>
                </a:lnTo>
                <a:lnTo>
                  <a:pt x="142875" y="342900"/>
                </a:lnTo>
                <a:lnTo>
                  <a:pt x="133350" y="342900"/>
                </a:lnTo>
                <a:close/>
                <a:moveTo>
                  <a:pt x="114300" y="371475"/>
                </a:moveTo>
                <a:lnTo>
                  <a:pt x="123825" y="371475"/>
                </a:lnTo>
                <a:lnTo>
                  <a:pt x="123825" y="390525"/>
                </a:lnTo>
                <a:lnTo>
                  <a:pt x="114300" y="390525"/>
                </a:lnTo>
                <a:close/>
                <a:moveTo>
                  <a:pt x="142875" y="381000"/>
                </a:moveTo>
                <a:lnTo>
                  <a:pt x="161925" y="381000"/>
                </a:lnTo>
                <a:lnTo>
                  <a:pt x="161925" y="390525"/>
                </a:lnTo>
                <a:lnTo>
                  <a:pt x="152400" y="390525"/>
                </a:lnTo>
                <a:lnTo>
                  <a:pt x="152400" y="400050"/>
                </a:lnTo>
                <a:lnTo>
                  <a:pt x="142875" y="400050"/>
                </a:lnTo>
                <a:close/>
                <a:moveTo>
                  <a:pt x="561975" y="390525"/>
                </a:moveTo>
                <a:lnTo>
                  <a:pt x="571500" y="390525"/>
                </a:lnTo>
                <a:lnTo>
                  <a:pt x="571500" y="409575"/>
                </a:lnTo>
                <a:lnTo>
                  <a:pt x="561975" y="409575"/>
                </a:lnTo>
                <a:close/>
                <a:moveTo>
                  <a:pt x="581025" y="390525"/>
                </a:moveTo>
                <a:lnTo>
                  <a:pt x="590550" y="390525"/>
                </a:lnTo>
                <a:lnTo>
                  <a:pt x="590550" y="400050"/>
                </a:lnTo>
                <a:lnTo>
                  <a:pt x="581025" y="400050"/>
                </a:lnTo>
                <a:close/>
                <a:moveTo>
                  <a:pt x="104775" y="400050"/>
                </a:moveTo>
                <a:lnTo>
                  <a:pt x="114300" y="400050"/>
                </a:lnTo>
                <a:lnTo>
                  <a:pt x="114300" y="409575"/>
                </a:lnTo>
                <a:lnTo>
                  <a:pt x="104775" y="409575"/>
                </a:lnTo>
                <a:close/>
                <a:moveTo>
                  <a:pt x="76200" y="409575"/>
                </a:moveTo>
                <a:lnTo>
                  <a:pt x="85725" y="409575"/>
                </a:lnTo>
                <a:lnTo>
                  <a:pt x="85725" y="419100"/>
                </a:lnTo>
                <a:lnTo>
                  <a:pt x="76200" y="419100"/>
                </a:lnTo>
                <a:close/>
                <a:moveTo>
                  <a:pt x="85725" y="428625"/>
                </a:moveTo>
                <a:lnTo>
                  <a:pt x="95250" y="428625"/>
                </a:lnTo>
                <a:lnTo>
                  <a:pt x="95250" y="447675"/>
                </a:lnTo>
                <a:lnTo>
                  <a:pt x="85725" y="447675"/>
                </a:lnTo>
                <a:lnTo>
                  <a:pt x="85725" y="457200"/>
                </a:lnTo>
                <a:lnTo>
                  <a:pt x="76200" y="457200"/>
                </a:lnTo>
                <a:lnTo>
                  <a:pt x="76200" y="438150"/>
                </a:lnTo>
                <a:lnTo>
                  <a:pt x="85725" y="438150"/>
                </a:lnTo>
                <a:close/>
                <a:moveTo>
                  <a:pt x="104775" y="438150"/>
                </a:moveTo>
                <a:lnTo>
                  <a:pt x="114300" y="438150"/>
                </a:lnTo>
                <a:lnTo>
                  <a:pt x="114300" y="447675"/>
                </a:lnTo>
                <a:lnTo>
                  <a:pt x="104775" y="447675"/>
                </a:lnTo>
                <a:close/>
                <a:moveTo>
                  <a:pt x="114300" y="447675"/>
                </a:moveTo>
                <a:lnTo>
                  <a:pt x="123825" y="447675"/>
                </a:lnTo>
                <a:lnTo>
                  <a:pt x="123825" y="457200"/>
                </a:lnTo>
                <a:lnTo>
                  <a:pt x="114300" y="457200"/>
                </a:lnTo>
                <a:close/>
                <a:moveTo>
                  <a:pt x="123825" y="457200"/>
                </a:moveTo>
                <a:lnTo>
                  <a:pt x="133350" y="457200"/>
                </a:lnTo>
                <a:lnTo>
                  <a:pt x="133350" y="466725"/>
                </a:lnTo>
                <a:lnTo>
                  <a:pt x="123825" y="466725"/>
                </a:lnTo>
                <a:close/>
                <a:moveTo>
                  <a:pt x="123825" y="485775"/>
                </a:moveTo>
                <a:lnTo>
                  <a:pt x="133350" y="485775"/>
                </a:lnTo>
                <a:lnTo>
                  <a:pt x="133350" y="495300"/>
                </a:lnTo>
                <a:lnTo>
                  <a:pt x="123825" y="495300"/>
                </a:lnTo>
                <a:close/>
                <a:moveTo>
                  <a:pt x="600075" y="485775"/>
                </a:moveTo>
                <a:lnTo>
                  <a:pt x="609600" y="485775"/>
                </a:lnTo>
                <a:lnTo>
                  <a:pt x="609600" y="495300"/>
                </a:lnTo>
                <a:lnTo>
                  <a:pt x="600075" y="495300"/>
                </a:lnTo>
                <a:close/>
                <a:moveTo>
                  <a:pt x="619125" y="485775"/>
                </a:moveTo>
                <a:lnTo>
                  <a:pt x="628650" y="485775"/>
                </a:lnTo>
                <a:lnTo>
                  <a:pt x="628650" y="495300"/>
                </a:lnTo>
                <a:lnTo>
                  <a:pt x="619125" y="495300"/>
                </a:lnTo>
                <a:close/>
                <a:moveTo>
                  <a:pt x="85725" y="504825"/>
                </a:moveTo>
                <a:lnTo>
                  <a:pt x="133350" y="504825"/>
                </a:lnTo>
                <a:lnTo>
                  <a:pt x="133350" y="523875"/>
                </a:lnTo>
                <a:lnTo>
                  <a:pt x="123825" y="523875"/>
                </a:lnTo>
                <a:lnTo>
                  <a:pt x="123825" y="514350"/>
                </a:lnTo>
                <a:lnTo>
                  <a:pt x="85725" y="514350"/>
                </a:lnTo>
                <a:close/>
                <a:moveTo>
                  <a:pt x="76200" y="514350"/>
                </a:moveTo>
                <a:lnTo>
                  <a:pt x="85725" y="514350"/>
                </a:lnTo>
                <a:lnTo>
                  <a:pt x="85725" y="533400"/>
                </a:lnTo>
                <a:lnTo>
                  <a:pt x="76200" y="533400"/>
                </a:lnTo>
                <a:close/>
                <a:moveTo>
                  <a:pt x="428625" y="523875"/>
                </a:moveTo>
                <a:lnTo>
                  <a:pt x="438150" y="523875"/>
                </a:lnTo>
                <a:lnTo>
                  <a:pt x="438150" y="533400"/>
                </a:lnTo>
                <a:lnTo>
                  <a:pt x="428625" y="533400"/>
                </a:lnTo>
                <a:close/>
                <a:moveTo>
                  <a:pt x="66675" y="533400"/>
                </a:moveTo>
                <a:lnTo>
                  <a:pt x="76200" y="533400"/>
                </a:lnTo>
                <a:lnTo>
                  <a:pt x="76200" y="542925"/>
                </a:lnTo>
                <a:lnTo>
                  <a:pt x="66675" y="542925"/>
                </a:lnTo>
                <a:close/>
                <a:moveTo>
                  <a:pt x="657225" y="533400"/>
                </a:moveTo>
                <a:lnTo>
                  <a:pt x="666750" y="533400"/>
                </a:lnTo>
                <a:lnTo>
                  <a:pt x="666750" y="542925"/>
                </a:lnTo>
                <a:lnTo>
                  <a:pt x="657225" y="542925"/>
                </a:lnTo>
                <a:close/>
                <a:moveTo>
                  <a:pt x="152400" y="561975"/>
                </a:moveTo>
                <a:lnTo>
                  <a:pt x="161925" y="561975"/>
                </a:lnTo>
                <a:lnTo>
                  <a:pt x="161925" y="571500"/>
                </a:lnTo>
                <a:lnTo>
                  <a:pt x="152400" y="571500"/>
                </a:lnTo>
                <a:close/>
                <a:moveTo>
                  <a:pt x="352425" y="581025"/>
                </a:moveTo>
                <a:lnTo>
                  <a:pt x="361950" y="581025"/>
                </a:lnTo>
                <a:lnTo>
                  <a:pt x="361950" y="590550"/>
                </a:lnTo>
                <a:lnTo>
                  <a:pt x="352425" y="590550"/>
                </a:lnTo>
                <a:close/>
                <a:moveTo>
                  <a:pt x="152400" y="590550"/>
                </a:moveTo>
                <a:lnTo>
                  <a:pt x="161925" y="590550"/>
                </a:lnTo>
                <a:lnTo>
                  <a:pt x="161925" y="600075"/>
                </a:lnTo>
                <a:lnTo>
                  <a:pt x="152400" y="600075"/>
                </a:lnTo>
                <a:close/>
                <a:moveTo>
                  <a:pt x="323850" y="600075"/>
                </a:moveTo>
                <a:lnTo>
                  <a:pt x="333375" y="600075"/>
                </a:lnTo>
                <a:lnTo>
                  <a:pt x="333375" y="619125"/>
                </a:lnTo>
                <a:lnTo>
                  <a:pt x="314325" y="619125"/>
                </a:lnTo>
                <a:lnTo>
                  <a:pt x="314325" y="609600"/>
                </a:lnTo>
                <a:lnTo>
                  <a:pt x="323850" y="609600"/>
                </a:lnTo>
                <a:close/>
                <a:moveTo>
                  <a:pt x="371475" y="600075"/>
                </a:moveTo>
                <a:lnTo>
                  <a:pt x="381000" y="600075"/>
                </a:lnTo>
                <a:lnTo>
                  <a:pt x="381000" y="609600"/>
                </a:lnTo>
                <a:lnTo>
                  <a:pt x="371475" y="609600"/>
                </a:lnTo>
                <a:close/>
                <a:moveTo>
                  <a:pt x="95250" y="609600"/>
                </a:moveTo>
                <a:lnTo>
                  <a:pt x="114300" y="609600"/>
                </a:lnTo>
                <a:lnTo>
                  <a:pt x="114300" y="628650"/>
                </a:lnTo>
                <a:lnTo>
                  <a:pt x="104775" y="628650"/>
                </a:lnTo>
                <a:lnTo>
                  <a:pt x="104775" y="619125"/>
                </a:lnTo>
                <a:lnTo>
                  <a:pt x="95250" y="619125"/>
                </a:lnTo>
                <a:close/>
                <a:moveTo>
                  <a:pt x="342900" y="609600"/>
                </a:moveTo>
                <a:lnTo>
                  <a:pt x="352425" y="609600"/>
                </a:lnTo>
                <a:lnTo>
                  <a:pt x="352425" y="619125"/>
                </a:lnTo>
                <a:lnTo>
                  <a:pt x="342900" y="619125"/>
                </a:lnTo>
                <a:close/>
                <a:moveTo>
                  <a:pt x="619125" y="619125"/>
                </a:moveTo>
                <a:lnTo>
                  <a:pt x="628650" y="619125"/>
                </a:lnTo>
                <a:lnTo>
                  <a:pt x="628650" y="628650"/>
                </a:lnTo>
                <a:lnTo>
                  <a:pt x="619125" y="628650"/>
                </a:lnTo>
                <a:close/>
                <a:moveTo>
                  <a:pt x="190500" y="628650"/>
                </a:moveTo>
                <a:lnTo>
                  <a:pt x="209550" y="628650"/>
                </a:lnTo>
                <a:lnTo>
                  <a:pt x="209550" y="638175"/>
                </a:lnTo>
                <a:lnTo>
                  <a:pt x="190500" y="638175"/>
                </a:lnTo>
                <a:close/>
                <a:moveTo>
                  <a:pt x="228600" y="628650"/>
                </a:moveTo>
                <a:lnTo>
                  <a:pt x="238125" y="628650"/>
                </a:lnTo>
                <a:lnTo>
                  <a:pt x="238125" y="638175"/>
                </a:lnTo>
                <a:lnTo>
                  <a:pt x="228600" y="638175"/>
                </a:lnTo>
                <a:close/>
                <a:moveTo>
                  <a:pt x="180975" y="638175"/>
                </a:moveTo>
                <a:lnTo>
                  <a:pt x="190500" y="638175"/>
                </a:lnTo>
                <a:lnTo>
                  <a:pt x="190500" y="657225"/>
                </a:lnTo>
                <a:lnTo>
                  <a:pt x="180975" y="657225"/>
                </a:lnTo>
                <a:close/>
                <a:moveTo>
                  <a:pt x="209550" y="638175"/>
                </a:moveTo>
                <a:lnTo>
                  <a:pt x="228600" y="638175"/>
                </a:lnTo>
                <a:lnTo>
                  <a:pt x="228600" y="647700"/>
                </a:lnTo>
                <a:lnTo>
                  <a:pt x="209550" y="647700"/>
                </a:lnTo>
                <a:close/>
                <a:moveTo>
                  <a:pt x="438150" y="647700"/>
                </a:moveTo>
                <a:lnTo>
                  <a:pt x="447675" y="647700"/>
                </a:lnTo>
                <a:lnTo>
                  <a:pt x="447675" y="657225"/>
                </a:lnTo>
                <a:lnTo>
                  <a:pt x="438150" y="657225"/>
                </a:lnTo>
                <a:close/>
                <a:moveTo>
                  <a:pt x="542925" y="647700"/>
                </a:moveTo>
                <a:lnTo>
                  <a:pt x="552450" y="647700"/>
                </a:lnTo>
                <a:lnTo>
                  <a:pt x="552450" y="657225"/>
                </a:lnTo>
                <a:lnTo>
                  <a:pt x="542925" y="657225"/>
                </a:lnTo>
                <a:close/>
              </a:path>
            </a:pathLst>
          </a:custGeom>
          <a:solidFill xmlns:a="http://schemas.openxmlformats.org/drawingml/2006/main">
            <a:srgbClr val="FFFFFE"/>
          </a:solidFill>
          <a:ln xmlns:a="http://schemas.openxmlformats.org/drawingml/2006/main" w="0">
            <a:noFill/>
          </a:ln>
        </p:spPr>
      </p:sp>
      <p:sp>
        <p:nvSpPr>
          <p:cNvPr id="24" name="cart vector #fffffd">
            <a:extLst xmlns:a="http://schemas.openxmlformats.org/drawingml/2006/main">
              <a:ext uri="{FF2B5EF4-FFF2-40B4-BE49-F238E27FC236}">
                <a16:creationId xmlns:a16="http://schemas.microsoft.com/office/drawing/2014/main" id="{0BE2A988-FC1A-4909-A9BD-E5E56F6D870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57250" y="2524125"/>
            <a:ext cx="704850" cy="704850"/>
          </a:xfrm>
          <a:custGeom xmlns:a="http://schemas.openxmlformats.org/drawingml/2006/main">
            <a:pathLst>
              <a:path w="695325" h="657225">
                <a:moveTo>
                  <a:pt x="0" y="0"/>
                </a:moveTo>
                <a:lnTo>
                  <a:pt x="9525" y="0"/>
                </a:lnTo>
                <a:lnTo>
                  <a:pt x="9525" y="9525"/>
                </a:lnTo>
                <a:lnTo>
                  <a:pt x="0" y="9525"/>
                </a:lnTo>
                <a:close/>
                <a:moveTo>
                  <a:pt x="180975" y="0"/>
                </a:moveTo>
                <a:lnTo>
                  <a:pt x="190500" y="0"/>
                </a:lnTo>
                <a:lnTo>
                  <a:pt x="190500" y="9525"/>
                </a:lnTo>
                <a:lnTo>
                  <a:pt x="180975" y="9525"/>
                </a:lnTo>
                <a:close/>
                <a:moveTo>
                  <a:pt x="219075" y="57150"/>
                </a:moveTo>
                <a:lnTo>
                  <a:pt x="238125" y="57150"/>
                </a:lnTo>
                <a:lnTo>
                  <a:pt x="238125" y="76200"/>
                </a:lnTo>
                <a:lnTo>
                  <a:pt x="219075" y="76200"/>
                </a:lnTo>
                <a:close/>
                <a:moveTo>
                  <a:pt x="0" y="66675"/>
                </a:moveTo>
                <a:lnTo>
                  <a:pt x="9525" y="66675"/>
                </a:lnTo>
                <a:lnTo>
                  <a:pt x="9525" y="85725"/>
                </a:lnTo>
                <a:lnTo>
                  <a:pt x="0" y="85725"/>
                </a:lnTo>
                <a:close/>
                <a:moveTo>
                  <a:pt x="104775" y="142875"/>
                </a:moveTo>
                <a:lnTo>
                  <a:pt x="114300" y="142875"/>
                </a:lnTo>
                <a:lnTo>
                  <a:pt x="114300" y="152400"/>
                </a:lnTo>
                <a:lnTo>
                  <a:pt x="123825" y="152400"/>
                </a:lnTo>
                <a:lnTo>
                  <a:pt x="123825" y="161925"/>
                </a:lnTo>
                <a:lnTo>
                  <a:pt x="114300" y="161925"/>
                </a:lnTo>
                <a:lnTo>
                  <a:pt x="114300" y="171450"/>
                </a:lnTo>
                <a:lnTo>
                  <a:pt x="104775" y="171450"/>
                </a:lnTo>
                <a:lnTo>
                  <a:pt x="104775" y="180975"/>
                </a:lnTo>
                <a:lnTo>
                  <a:pt x="85725" y="180975"/>
                </a:lnTo>
                <a:lnTo>
                  <a:pt x="85725" y="161925"/>
                </a:lnTo>
                <a:lnTo>
                  <a:pt x="76200" y="161925"/>
                </a:lnTo>
                <a:lnTo>
                  <a:pt x="76200" y="152400"/>
                </a:lnTo>
                <a:lnTo>
                  <a:pt x="104775" y="152400"/>
                </a:lnTo>
                <a:close/>
                <a:moveTo>
                  <a:pt x="676275" y="190500"/>
                </a:moveTo>
                <a:lnTo>
                  <a:pt x="685800" y="190500"/>
                </a:lnTo>
                <a:lnTo>
                  <a:pt x="685800" y="219075"/>
                </a:lnTo>
                <a:lnTo>
                  <a:pt x="676275" y="219075"/>
                </a:lnTo>
                <a:close/>
                <a:moveTo>
                  <a:pt x="114300" y="238125"/>
                </a:moveTo>
                <a:lnTo>
                  <a:pt x="133350" y="238125"/>
                </a:lnTo>
                <a:lnTo>
                  <a:pt x="133350" y="257175"/>
                </a:lnTo>
                <a:lnTo>
                  <a:pt x="114300" y="257175"/>
                </a:lnTo>
                <a:close/>
                <a:moveTo>
                  <a:pt x="142875" y="295275"/>
                </a:moveTo>
                <a:lnTo>
                  <a:pt x="161925" y="295275"/>
                </a:lnTo>
                <a:lnTo>
                  <a:pt x="161925" y="323850"/>
                </a:lnTo>
                <a:lnTo>
                  <a:pt x="171450" y="323850"/>
                </a:lnTo>
                <a:lnTo>
                  <a:pt x="171450" y="333375"/>
                </a:lnTo>
                <a:lnTo>
                  <a:pt x="161925" y="333375"/>
                </a:lnTo>
                <a:lnTo>
                  <a:pt x="161925" y="352425"/>
                </a:lnTo>
                <a:lnTo>
                  <a:pt x="152400" y="352425"/>
                </a:lnTo>
                <a:lnTo>
                  <a:pt x="152400" y="333375"/>
                </a:lnTo>
                <a:lnTo>
                  <a:pt x="133350" y="333375"/>
                </a:lnTo>
                <a:lnTo>
                  <a:pt x="133350" y="342900"/>
                </a:lnTo>
                <a:lnTo>
                  <a:pt x="123825" y="342900"/>
                </a:lnTo>
                <a:lnTo>
                  <a:pt x="123825" y="333375"/>
                </a:lnTo>
                <a:lnTo>
                  <a:pt x="114300" y="333375"/>
                </a:lnTo>
                <a:lnTo>
                  <a:pt x="114300" y="314325"/>
                </a:lnTo>
                <a:lnTo>
                  <a:pt x="123825" y="314325"/>
                </a:lnTo>
                <a:lnTo>
                  <a:pt x="123825" y="304800"/>
                </a:lnTo>
                <a:lnTo>
                  <a:pt x="142875" y="304800"/>
                </a:lnTo>
                <a:close/>
                <a:moveTo>
                  <a:pt x="133350" y="361950"/>
                </a:moveTo>
                <a:lnTo>
                  <a:pt x="161925" y="361950"/>
                </a:lnTo>
                <a:lnTo>
                  <a:pt x="161925" y="381000"/>
                </a:lnTo>
                <a:lnTo>
                  <a:pt x="142875" y="381000"/>
                </a:lnTo>
                <a:lnTo>
                  <a:pt x="142875" y="371475"/>
                </a:lnTo>
                <a:lnTo>
                  <a:pt x="133350" y="371475"/>
                </a:lnTo>
                <a:close/>
                <a:moveTo>
                  <a:pt x="123825" y="390525"/>
                </a:moveTo>
                <a:lnTo>
                  <a:pt x="133350" y="390525"/>
                </a:lnTo>
                <a:lnTo>
                  <a:pt x="133350" y="409575"/>
                </a:lnTo>
                <a:lnTo>
                  <a:pt x="114300" y="409575"/>
                </a:lnTo>
                <a:lnTo>
                  <a:pt x="114300" y="400050"/>
                </a:lnTo>
                <a:lnTo>
                  <a:pt x="123825" y="400050"/>
                </a:lnTo>
                <a:close/>
                <a:moveTo>
                  <a:pt x="571500" y="400050"/>
                </a:moveTo>
                <a:lnTo>
                  <a:pt x="581025" y="400050"/>
                </a:lnTo>
                <a:lnTo>
                  <a:pt x="581025" y="409575"/>
                </a:lnTo>
                <a:lnTo>
                  <a:pt x="571500" y="409575"/>
                </a:lnTo>
                <a:close/>
                <a:moveTo>
                  <a:pt x="114300" y="419100"/>
                </a:moveTo>
                <a:lnTo>
                  <a:pt x="123825" y="419100"/>
                </a:lnTo>
                <a:lnTo>
                  <a:pt x="123825" y="447675"/>
                </a:lnTo>
                <a:lnTo>
                  <a:pt x="114300" y="447675"/>
                </a:lnTo>
                <a:close/>
                <a:moveTo>
                  <a:pt x="133350" y="457200"/>
                </a:moveTo>
                <a:lnTo>
                  <a:pt x="142875" y="457200"/>
                </a:lnTo>
                <a:lnTo>
                  <a:pt x="142875" y="476250"/>
                </a:lnTo>
                <a:lnTo>
                  <a:pt x="133350" y="476250"/>
                </a:lnTo>
                <a:close/>
                <a:moveTo>
                  <a:pt x="609600" y="485775"/>
                </a:moveTo>
                <a:lnTo>
                  <a:pt x="619125" y="485775"/>
                </a:lnTo>
                <a:lnTo>
                  <a:pt x="619125" y="495300"/>
                </a:lnTo>
                <a:lnTo>
                  <a:pt x="628650" y="495300"/>
                </a:lnTo>
                <a:lnTo>
                  <a:pt x="628650" y="504825"/>
                </a:lnTo>
                <a:lnTo>
                  <a:pt x="619125" y="504825"/>
                </a:lnTo>
                <a:lnTo>
                  <a:pt x="619125" y="523875"/>
                </a:lnTo>
                <a:lnTo>
                  <a:pt x="600075" y="523875"/>
                </a:lnTo>
                <a:lnTo>
                  <a:pt x="600075" y="495300"/>
                </a:lnTo>
                <a:lnTo>
                  <a:pt x="609600" y="495300"/>
                </a:lnTo>
                <a:close/>
                <a:moveTo>
                  <a:pt x="152400" y="495300"/>
                </a:moveTo>
                <a:lnTo>
                  <a:pt x="161925" y="495300"/>
                </a:lnTo>
                <a:lnTo>
                  <a:pt x="161925" y="523875"/>
                </a:lnTo>
                <a:lnTo>
                  <a:pt x="152400" y="523875"/>
                </a:lnTo>
                <a:close/>
                <a:moveTo>
                  <a:pt x="85725" y="514350"/>
                </a:moveTo>
                <a:lnTo>
                  <a:pt x="123825" y="514350"/>
                </a:lnTo>
                <a:lnTo>
                  <a:pt x="123825" y="533400"/>
                </a:lnTo>
                <a:lnTo>
                  <a:pt x="85725" y="533400"/>
                </a:lnTo>
                <a:close/>
                <a:moveTo>
                  <a:pt x="381000" y="514350"/>
                </a:moveTo>
                <a:lnTo>
                  <a:pt x="390525" y="514350"/>
                </a:lnTo>
                <a:lnTo>
                  <a:pt x="390525" y="523875"/>
                </a:lnTo>
                <a:lnTo>
                  <a:pt x="400050" y="523875"/>
                </a:lnTo>
                <a:lnTo>
                  <a:pt x="400050" y="552450"/>
                </a:lnTo>
                <a:lnTo>
                  <a:pt x="381000" y="552450"/>
                </a:lnTo>
                <a:close/>
                <a:moveTo>
                  <a:pt x="152400" y="533400"/>
                </a:moveTo>
                <a:lnTo>
                  <a:pt x="161925" y="533400"/>
                </a:lnTo>
                <a:lnTo>
                  <a:pt x="161925" y="542925"/>
                </a:lnTo>
                <a:lnTo>
                  <a:pt x="152400" y="542925"/>
                </a:lnTo>
                <a:close/>
                <a:moveTo>
                  <a:pt x="152400" y="552450"/>
                </a:moveTo>
                <a:lnTo>
                  <a:pt x="161925" y="552450"/>
                </a:lnTo>
                <a:lnTo>
                  <a:pt x="161925" y="561975"/>
                </a:lnTo>
                <a:lnTo>
                  <a:pt x="152400" y="561975"/>
                </a:lnTo>
                <a:close/>
                <a:moveTo>
                  <a:pt x="171450" y="561975"/>
                </a:moveTo>
                <a:lnTo>
                  <a:pt x="180975" y="561975"/>
                </a:lnTo>
                <a:lnTo>
                  <a:pt x="180975" y="609600"/>
                </a:lnTo>
                <a:lnTo>
                  <a:pt x="152400" y="609600"/>
                </a:lnTo>
                <a:lnTo>
                  <a:pt x="152400" y="600075"/>
                </a:lnTo>
                <a:lnTo>
                  <a:pt x="161925" y="600075"/>
                </a:lnTo>
                <a:lnTo>
                  <a:pt x="161925" y="590550"/>
                </a:lnTo>
                <a:lnTo>
                  <a:pt x="171450" y="590550"/>
                </a:lnTo>
                <a:close/>
                <a:moveTo>
                  <a:pt x="352425" y="571500"/>
                </a:moveTo>
                <a:lnTo>
                  <a:pt x="361950" y="571500"/>
                </a:lnTo>
                <a:lnTo>
                  <a:pt x="361950" y="581025"/>
                </a:lnTo>
                <a:lnTo>
                  <a:pt x="352425" y="581025"/>
                </a:lnTo>
                <a:close/>
                <a:moveTo>
                  <a:pt x="381000" y="600075"/>
                </a:moveTo>
                <a:lnTo>
                  <a:pt x="419100" y="600075"/>
                </a:lnTo>
                <a:lnTo>
                  <a:pt x="419100" y="609600"/>
                </a:lnTo>
                <a:lnTo>
                  <a:pt x="428625" y="609600"/>
                </a:lnTo>
                <a:lnTo>
                  <a:pt x="428625" y="628650"/>
                </a:lnTo>
                <a:lnTo>
                  <a:pt x="438150" y="628650"/>
                </a:lnTo>
                <a:lnTo>
                  <a:pt x="438150" y="647700"/>
                </a:lnTo>
                <a:lnTo>
                  <a:pt x="428625" y="647700"/>
                </a:lnTo>
                <a:lnTo>
                  <a:pt x="428625" y="638175"/>
                </a:lnTo>
                <a:lnTo>
                  <a:pt x="409575" y="638175"/>
                </a:lnTo>
                <a:lnTo>
                  <a:pt x="409575" y="619125"/>
                </a:lnTo>
                <a:lnTo>
                  <a:pt x="390525" y="619125"/>
                </a:lnTo>
                <a:lnTo>
                  <a:pt x="390525" y="609600"/>
                </a:lnTo>
                <a:lnTo>
                  <a:pt x="381000" y="609600"/>
                </a:lnTo>
                <a:close/>
                <a:moveTo>
                  <a:pt x="619125" y="600075"/>
                </a:moveTo>
                <a:lnTo>
                  <a:pt x="628650" y="600075"/>
                </a:lnTo>
                <a:lnTo>
                  <a:pt x="628650" y="619125"/>
                </a:lnTo>
                <a:lnTo>
                  <a:pt x="619125" y="619125"/>
                </a:lnTo>
                <a:close/>
                <a:moveTo>
                  <a:pt x="142875" y="609600"/>
                </a:moveTo>
                <a:lnTo>
                  <a:pt x="152400" y="609600"/>
                </a:lnTo>
                <a:lnTo>
                  <a:pt x="152400" y="619125"/>
                </a:lnTo>
                <a:lnTo>
                  <a:pt x="142875" y="619125"/>
                </a:lnTo>
                <a:close/>
                <a:moveTo>
                  <a:pt x="295275" y="619125"/>
                </a:moveTo>
                <a:lnTo>
                  <a:pt x="323850" y="619125"/>
                </a:lnTo>
                <a:lnTo>
                  <a:pt x="323850" y="638175"/>
                </a:lnTo>
                <a:lnTo>
                  <a:pt x="314325" y="638175"/>
                </a:lnTo>
                <a:lnTo>
                  <a:pt x="314325" y="647700"/>
                </a:lnTo>
                <a:lnTo>
                  <a:pt x="285750" y="647700"/>
                </a:lnTo>
                <a:lnTo>
                  <a:pt x="285750" y="657225"/>
                </a:lnTo>
                <a:lnTo>
                  <a:pt x="209550" y="657225"/>
                </a:lnTo>
                <a:lnTo>
                  <a:pt x="209550" y="647700"/>
                </a:lnTo>
                <a:lnTo>
                  <a:pt x="190500" y="647700"/>
                </a:lnTo>
                <a:lnTo>
                  <a:pt x="190500" y="638175"/>
                </a:lnTo>
                <a:lnTo>
                  <a:pt x="209550" y="638175"/>
                </a:lnTo>
                <a:lnTo>
                  <a:pt x="209550" y="647700"/>
                </a:lnTo>
                <a:lnTo>
                  <a:pt x="228600" y="647700"/>
                </a:lnTo>
                <a:lnTo>
                  <a:pt x="228600" y="638175"/>
                </a:lnTo>
                <a:lnTo>
                  <a:pt x="238125" y="638175"/>
                </a:lnTo>
                <a:lnTo>
                  <a:pt x="238125" y="628650"/>
                </a:lnTo>
                <a:lnTo>
                  <a:pt x="247650" y="628650"/>
                </a:lnTo>
                <a:lnTo>
                  <a:pt x="247650" y="638175"/>
                </a:lnTo>
                <a:lnTo>
                  <a:pt x="257175" y="638175"/>
                </a:lnTo>
                <a:lnTo>
                  <a:pt x="257175" y="628650"/>
                </a:lnTo>
                <a:lnTo>
                  <a:pt x="295275" y="628650"/>
                </a:lnTo>
                <a:close/>
                <a:moveTo>
                  <a:pt x="514350" y="638175"/>
                </a:moveTo>
                <a:lnTo>
                  <a:pt x="542925" y="638175"/>
                </a:lnTo>
                <a:lnTo>
                  <a:pt x="542925" y="647700"/>
                </a:lnTo>
                <a:lnTo>
                  <a:pt x="523875" y="647700"/>
                </a:lnTo>
                <a:lnTo>
                  <a:pt x="523875" y="657225"/>
                </a:lnTo>
                <a:lnTo>
                  <a:pt x="514350" y="657225"/>
                </a:lnTo>
                <a:close/>
              </a:path>
            </a:pathLst>
          </a:custGeom>
          <a:solidFill xmlns:a="http://schemas.openxmlformats.org/drawingml/2006/main">
            <a:srgbClr val="FFFFFD"/>
          </a:solidFill>
          <a:ln xmlns:a="http://schemas.openxmlformats.org/drawingml/2006/main" w="0">
            <a:noFill/>
          </a:ln>
        </p:spPr>
      </p:sp>
      <p:sp>
        <p:nvSpPr>
          <p:cNvPr id="25" name="cart vector #fffffc">
            <a:extLst xmlns:a="http://schemas.openxmlformats.org/drawingml/2006/main">
              <a:ext uri="{FF2B5EF4-FFF2-40B4-BE49-F238E27FC236}">
                <a16:creationId xmlns:a16="http://schemas.microsoft.com/office/drawing/2014/main" id="{EEF22F47-3651-4AE6-B703-F114070CD2C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57250" y="2524125"/>
            <a:ext cx="704850" cy="704850"/>
          </a:xfrm>
          <a:custGeom xmlns:a="http://schemas.openxmlformats.org/drawingml/2006/main">
            <a:pathLst>
              <a:path w="695325" h="657225">
                <a:moveTo>
                  <a:pt x="142875" y="352425"/>
                </a:moveTo>
                <a:lnTo>
                  <a:pt x="161925" y="352425"/>
                </a:lnTo>
                <a:lnTo>
                  <a:pt x="161925" y="361950"/>
                </a:lnTo>
                <a:lnTo>
                  <a:pt x="142875" y="361950"/>
                </a:lnTo>
                <a:close/>
                <a:moveTo>
                  <a:pt x="352425" y="533400"/>
                </a:moveTo>
                <a:lnTo>
                  <a:pt x="371475" y="533400"/>
                </a:lnTo>
                <a:lnTo>
                  <a:pt x="371475" y="542925"/>
                </a:lnTo>
                <a:lnTo>
                  <a:pt x="352425" y="542925"/>
                </a:lnTo>
                <a:close/>
                <a:moveTo>
                  <a:pt x="371475" y="542925"/>
                </a:moveTo>
                <a:lnTo>
                  <a:pt x="381000" y="542925"/>
                </a:lnTo>
                <a:lnTo>
                  <a:pt x="381000" y="552450"/>
                </a:lnTo>
                <a:lnTo>
                  <a:pt x="371475" y="552450"/>
                </a:lnTo>
                <a:close/>
                <a:moveTo>
                  <a:pt x="428625" y="581025"/>
                </a:moveTo>
                <a:lnTo>
                  <a:pt x="438150" y="581025"/>
                </a:lnTo>
                <a:lnTo>
                  <a:pt x="438150" y="590550"/>
                </a:lnTo>
                <a:lnTo>
                  <a:pt x="428625" y="590550"/>
                </a:lnTo>
                <a:close/>
                <a:moveTo>
                  <a:pt x="447675" y="609600"/>
                </a:moveTo>
                <a:lnTo>
                  <a:pt x="457200" y="609600"/>
                </a:lnTo>
                <a:lnTo>
                  <a:pt x="457200" y="628650"/>
                </a:lnTo>
                <a:lnTo>
                  <a:pt x="447675" y="628650"/>
                </a:lnTo>
                <a:lnTo>
                  <a:pt x="447675" y="638175"/>
                </a:lnTo>
                <a:lnTo>
                  <a:pt x="438150" y="638175"/>
                </a:lnTo>
                <a:lnTo>
                  <a:pt x="438150" y="628650"/>
                </a:lnTo>
                <a:lnTo>
                  <a:pt x="428625" y="628650"/>
                </a:lnTo>
                <a:lnTo>
                  <a:pt x="428625" y="619125"/>
                </a:lnTo>
                <a:lnTo>
                  <a:pt x="447675" y="619125"/>
                </a:lnTo>
                <a:close/>
                <a:moveTo>
                  <a:pt x="571500" y="628650"/>
                </a:moveTo>
                <a:lnTo>
                  <a:pt x="590550" y="628650"/>
                </a:lnTo>
                <a:lnTo>
                  <a:pt x="590550" y="647700"/>
                </a:lnTo>
                <a:lnTo>
                  <a:pt x="571500" y="647700"/>
                </a:lnTo>
                <a:close/>
                <a:moveTo>
                  <a:pt x="504825" y="647700"/>
                </a:moveTo>
                <a:lnTo>
                  <a:pt x="514350" y="647700"/>
                </a:lnTo>
                <a:lnTo>
                  <a:pt x="514350" y="657225"/>
                </a:lnTo>
                <a:lnTo>
                  <a:pt x="504825" y="657225"/>
                </a:lnTo>
                <a:close/>
              </a:path>
            </a:pathLst>
          </a:custGeom>
          <a:solidFill xmlns:a="http://schemas.openxmlformats.org/drawingml/2006/main">
            <a:srgbClr val="FFFFFC"/>
          </a:solidFill>
          <a:ln xmlns:a="http://schemas.openxmlformats.org/drawingml/2006/main" w="0">
            <a:noFill/>
          </a:ln>
        </p:spPr>
      </p:sp>
      <p:sp>
        <p:nvSpPr>
          <p:cNvPr id="26" name="cart vector #fffefe">
            <a:extLst xmlns:a="http://schemas.openxmlformats.org/drawingml/2006/main">
              <a:ext uri="{FF2B5EF4-FFF2-40B4-BE49-F238E27FC236}">
                <a16:creationId xmlns:a16="http://schemas.microsoft.com/office/drawing/2014/main" id="{D8502798-5BA5-4135-8B9D-D46D946297A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57250" y="2524125"/>
            <a:ext cx="704850" cy="704850"/>
          </a:xfrm>
          <a:custGeom xmlns:a="http://schemas.openxmlformats.org/drawingml/2006/main">
            <a:pathLst>
              <a:path w="695325" h="657225">
                <a:moveTo>
                  <a:pt x="28575" y="123825"/>
                </a:moveTo>
                <a:lnTo>
                  <a:pt x="47625" y="123825"/>
                </a:lnTo>
                <a:lnTo>
                  <a:pt x="47625" y="133350"/>
                </a:lnTo>
                <a:lnTo>
                  <a:pt x="28575" y="133350"/>
                </a:lnTo>
                <a:close/>
                <a:moveTo>
                  <a:pt x="95250" y="276225"/>
                </a:moveTo>
                <a:lnTo>
                  <a:pt x="104775" y="276225"/>
                </a:lnTo>
                <a:lnTo>
                  <a:pt x="104775" y="285750"/>
                </a:lnTo>
                <a:lnTo>
                  <a:pt x="114300" y="285750"/>
                </a:lnTo>
                <a:lnTo>
                  <a:pt x="114300" y="304800"/>
                </a:lnTo>
                <a:lnTo>
                  <a:pt x="95250" y="304800"/>
                </a:lnTo>
                <a:close/>
                <a:moveTo>
                  <a:pt x="95250" y="333375"/>
                </a:moveTo>
                <a:lnTo>
                  <a:pt x="114300" y="333375"/>
                </a:lnTo>
                <a:lnTo>
                  <a:pt x="114300" y="352425"/>
                </a:lnTo>
                <a:lnTo>
                  <a:pt x="123825" y="352425"/>
                </a:lnTo>
                <a:lnTo>
                  <a:pt x="123825" y="342900"/>
                </a:lnTo>
                <a:lnTo>
                  <a:pt x="142875" y="342900"/>
                </a:lnTo>
                <a:lnTo>
                  <a:pt x="142875" y="333375"/>
                </a:lnTo>
                <a:lnTo>
                  <a:pt x="152400" y="333375"/>
                </a:lnTo>
                <a:lnTo>
                  <a:pt x="152400" y="352425"/>
                </a:lnTo>
                <a:lnTo>
                  <a:pt x="142875" y="352425"/>
                </a:lnTo>
                <a:lnTo>
                  <a:pt x="142875" y="361950"/>
                </a:lnTo>
                <a:lnTo>
                  <a:pt x="114300" y="361950"/>
                </a:lnTo>
                <a:lnTo>
                  <a:pt x="114300" y="371475"/>
                </a:lnTo>
                <a:lnTo>
                  <a:pt x="95250" y="371475"/>
                </a:lnTo>
                <a:lnTo>
                  <a:pt x="95250" y="361950"/>
                </a:lnTo>
                <a:lnTo>
                  <a:pt x="104775" y="361950"/>
                </a:lnTo>
                <a:lnTo>
                  <a:pt x="104775" y="352425"/>
                </a:lnTo>
                <a:lnTo>
                  <a:pt x="95250" y="352425"/>
                </a:lnTo>
                <a:close/>
                <a:moveTo>
                  <a:pt x="123825" y="381000"/>
                </a:moveTo>
                <a:lnTo>
                  <a:pt x="142875" y="381000"/>
                </a:lnTo>
                <a:lnTo>
                  <a:pt x="142875" y="390525"/>
                </a:lnTo>
                <a:lnTo>
                  <a:pt x="123825" y="390525"/>
                </a:lnTo>
                <a:close/>
                <a:moveTo>
                  <a:pt x="114300" y="390525"/>
                </a:moveTo>
                <a:lnTo>
                  <a:pt x="123825" y="390525"/>
                </a:lnTo>
                <a:lnTo>
                  <a:pt x="123825" y="400050"/>
                </a:lnTo>
                <a:lnTo>
                  <a:pt x="114300" y="400050"/>
                </a:lnTo>
                <a:close/>
                <a:moveTo>
                  <a:pt x="142875" y="466725"/>
                </a:moveTo>
                <a:lnTo>
                  <a:pt x="161925" y="466725"/>
                </a:lnTo>
                <a:lnTo>
                  <a:pt x="161925" y="495300"/>
                </a:lnTo>
                <a:lnTo>
                  <a:pt x="152400" y="495300"/>
                </a:lnTo>
                <a:lnTo>
                  <a:pt x="152400" y="504825"/>
                </a:lnTo>
                <a:lnTo>
                  <a:pt x="123825" y="504825"/>
                </a:lnTo>
                <a:lnTo>
                  <a:pt x="123825" y="495300"/>
                </a:lnTo>
                <a:lnTo>
                  <a:pt x="133350" y="495300"/>
                </a:lnTo>
                <a:lnTo>
                  <a:pt x="133350" y="476250"/>
                </a:lnTo>
                <a:lnTo>
                  <a:pt x="142875" y="476250"/>
                </a:lnTo>
                <a:close/>
                <a:moveTo>
                  <a:pt x="409575" y="542925"/>
                </a:moveTo>
                <a:lnTo>
                  <a:pt x="428625" y="542925"/>
                </a:lnTo>
                <a:lnTo>
                  <a:pt x="428625" y="552450"/>
                </a:lnTo>
                <a:lnTo>
                  <a:pt x="419100" y="552450"/>
                </a:lnTo>
                <a:lnTo>
                  <a:pt x="419100" y="561975"/>
                </a:lnTo>
                <a:lnTo>
                  <a:pt x="428625" y="561975"/>
                </a:lnTo>
                <a:lnTo>
                  <a:pt x="428625" y="571500"/>
                </a:lnTo>
                <a:lnTo>
                  <a:pt x="390525" y="571500"/>
                </a:lnTo>
                <a:lnTo>
                  <a:pt x="390525" y="552450"/>
                </a:lnTo>
                <a:lnTo>
                  <a:pt x="409575" y="552450"/>
                </a:lnTo>
                <a:close/>
                <a:moveTo>
                  <a:pt x="609600" y="561975"/>
                </a:moveTo>
                <a:lnTo>
                  <a:pt x="638175" y="561975"/>
                </a:lnTo>
                <a:lnTo>
                  <a:pt x="638175" y="590550"/>
                </a:lnTo>
                <a:lnTo>
                  <a:pt x="628650" y="590550"/>
                </a:lnTo>
                <a:lnTo>
                  <a:pt x="628650" y="600075"/>
                </a:lnTo>
                <a:lnTo>
                  <a:pt x="609600" y="600075"/>
                </a:lnTo>
                <a:lnTo>
                  <a:pt x="609600" y="590550"/>
                </a:lnTo>
                <a:lnTo>
                  <a:pt x="600075" y="590550"/>
                </a:lnTo>
                <a:lnTo>
                  <a:pt x="600075" y="581025"/>
                </a:lnTo>
                <a:lnTo>
                  <a:pt x="609600" y="581025"/>
                </a:lnTo>
                <a:close/>
                <a:moveTo>
                  <a:pt x="676275" y="619125"/>
                </a:moveTo>
                <a:lnTo>
                  <a:pt x="685800" y="619125"/>
                </a:lnTo>
                <a:lnTo>
                  <a:pt x="685800" y="628650"/>
                </a:lnTo>
                <a:lnTo>
                  <a:pt x="695325" y="628650"/>
                </a:lnTo>
                <a:lnTo>
                  <a:pt x="695325" y="638175"/>
                </a:lnTo>
                <a:lnTo>
                  <a:pt x="685800" y="638175"/>
                </a:lnTo>
                <a:lnTo>
                  <a:pt x="685800" y="647700"/>
                </a:lnTo>
                <a:lnTo>
                  <a:pt x="666750" y="647700"/>
                </a:lnTo>
                <a:lnTo>
                  <a:pt x="666750" y="638175"/>
                </a:lnTo>
                <a:lnTo>
                  <a:pt x="676275" y="638175"/>
                </a:lnTo>
                <a:close/>
                <a:moveTo>
                  <a:pt x="476250" y="638175"/>
                </a:moveTo>
                <a:lnTo>
                  <a:pt x="485775" y="638175"/>
                </a:lnTo>
                <a:lnTo>
                  <a:pt x="485775" y="657225"/>
                </a:lnTo>
                <a:lnTo>
                  <a:pt x="466725" y="657225"/>
                </a:lnTo>
                <a:lnTo>
                  <a:pt x="466725" y="647700"/>
                </a:lnTo>
                <a:lnTo>
                  <a:pt x="476250" y="647700"/>
                </a:lnTo>
                <a:close/>
                <a:moveTo>
                  <a:pt x="590550" y="638175"/>
                </a:moveTo>
                <a:lnTo>
                  <a:pt x="600075" y="638175"/>
                </a:lnTo>
                <a:lnTo>
                  <a:pt x="600075" y="647700"/>
                </a:lnTo>
                <a:lnTo>
                  <a:pt x="590550" y="647700"/>
                </a:lnTo>
                <a:close/>
                <a:moveTo>
                  <a:pt x="285750" y="647700"/>
                </a:moveTo>
                <a:lnTo>
                  <a:pt x="295275" y="647700"/>
                </a:lnTo>
                <a:lnTo>
                  <a:pt x="295275" y="657225"/>
                </a:lnTo>
                <a:lnTo>
                  <a:pt x="285750" y="657225"/>
                </a:lnTo>
                <a:close/>
                <a:moveTo>
                  <a:pt x="581025" y="647700"/>
                </a:moveTo>
                <a:lnTo>
                  <a:pt x="590550" y="647700"/>
                </a:lnTo>
                <a:lnTo>
                  <a:pt x="590550" y="657225"/>
                </a:lnTo>
                <a:lnTo>
                  <a:pt x="581025" y="657225"/>
                </a:lnTo>
                <a:close/>
              </a:path>
            </a:pathLst>
          </a:custGeom>
          <a:solidFill xmlns:a="http://schemas.openxmlformats.org/drawingml/2006/main">
            <a:srgbClr val="FFFEFE"/>
          </a:solidFill>
          <a:ln xmlns:a="http://schemas.openxmlformats.org/drawingml/2006/main" w="0">
            <a:noFill/>
          </a:ln>
        </p:spPr>
      </p:sp>
      <p:sp>
        <p:nvSpPr>
          <p:cNvPr id="27" name="cart vector #feffff">
            <a:extLst xmlns:a="http://schemas.openxmlformats.org/drawingml/2006/main">
              <a:ext uri="{FF2B5EF4-FFF2-40B4-BE49-F238E27FC236}">
                <a16:creationId xmlns:a16="http://schemas.microsoft.com/office/drawing/2014/main" id="{E530C506-13CB-4BFC-891D-29D615184F1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57250" y="2524125"/>
            <a:ext cx="704850" cy="704850"/>
          </a:xfrm>
          <a:custGeom xmlns:a="http://schemas.openxmlformats.org/drawingml/2006/main">
            <a:pathLst>
              <a:path w="695325" h="657225">
                <a:moveTo>
                  <a:pt x="133350" y="0"/>
                </a:moveTo>
                <a:lnTo>
                  <a:pt x="152400" y="0"/>
                </a:lnTo>
                <a:lnTo>
                  <a:pt x="152400" y="9525"/>
                </a:lnTo>
                <a:lnTo>
                  <a:pt x="133350" y="9525"/>
                </a:lnTo>
                <a:close/>
                <a:moveTo>
                  <a:pt x="504825" y="66675"/>
                </a:moveTo>
                <a:lnTo>
                  <a:pt x="533400" y="66675"/>
                </a:lnTo>
                <a:lnTo>
                  <a:pt x="533400" y="76200"/>
                </a:lnTo>
                <a:lnTo>
                  <a:pt x="542925" y="76200"/>
                </a:lnTo>
                <a:lnTo>
                  <a:pt x="542925" y="85725"/>
                </a:lnTo>
                <a:lnTo>
                  <a:pt x="619125" y="85725"/>
                </a:lnTo>
                <a:lnTo>
                  <a:pt x="619125" y="95250"/>
                </a:lnTo>
                <a:lnTo>
                  <a:pt x="590550" y="95250"/>
                </a:lnTo>
                <a:lnTo>
                  <a:pt x="590550" y="104775"/>
                </a:lnTo>
                <a:lnTo>
                  <a:pt x="581025" y="104775"/>
                </a:lnTo>
                <a:lnTo>
                  <a:pt x="581025" y="95250"/>
                </a:lnTo>
                <a:lnTo>
                  <a:pt x="571500" y="95250"/>
                </a:lnTo>
                <a:lnTo>
                  <a:pt x="571500" y="104775"/>
                </a:lnTo>
                <a:lnTo>
                  <a:pt x="561975" y="104775"/>
                </a:lnTo>
                <a:lnTo>
                  <a:pt x="561975" y="95250"/>
                </a:lnTo>
                <a:lnTo>
                  <a:pt x="361950" y="95250"/>
                </a:lnTo>
                <a:lnTo>
                  <a:pt x="361950" y="85725"/>
                </a:lnTo>
                <a:lnTo>
                  <a:pt x="495300" y="85725"/>
                </a:lnTo>
                <a:lnTo>
                  <a:pt x="495300" y="76200"/>
                </a:lnTo>
                <a:lnTo>
                  <a:pt x="504825" y="76200"/>
                </a:lnTo>
                <a:close/>
                <a:moveTo>
                  <a:pt x="238125" y="85725"/>
                </a:moveTo>
                <a:lnTo>
                  <a:pt x="276225" y="85725"/>
                </a:lnTo>
                <a:lnTo>
                  <a:pt x="276225" y="95250"/>
                </a:lnTo>
                <a:lnTo>
                  <a:pt x="238125" y="95250"/>
                </a:lnTo>
                <a:close/>
                <a:moveTo>
                  <a:pt x="285750" y="85725"/>
                </a:moveTo>
                <a:lnTo>
                  <a:pt x="295275" y="85725"/>
                </a:lnTo>
                <a:lnTo>
                  <a:pt x="295275" y="95250"/>
                </a:lnTo>
                <a:lnTo>
                  <a:pt x="285750" y="95250"/>
                </a:lnTo>
                <a:close/>
                <a:moveTo>
                  <a:pt x="304800" y="85725"/>
                </a:moveTo>
                <a:lnTo>
                  <a:pt x="314325" y="85725"/>
                </a:lnTo>
                <a:lnTo>
                  <a:pt x="314325" y="95250"/>
                </a:lnTo>
                <a:lnTo>
                  <a:pt x="304800" y="95250"/>
                </a:lnTo>
                <a:close/>
                <a:moveTo>
                  <a:pt x="323850" y="85725"/>
                </a:moveTo>
                <a:lnTo>
                  <a:pt x="333375" y="85725"/>
                </a:lnTo>
                <a:lnTo>
                  <a:pt x="333375" y="95250"/>
                </a:lnTo>
                <a:lnTo>
                  <a:pt x="323850" y="95250"/>
                </a:lnTo>
                <a:close/>
                <a:moveTo>
                  <a:pt x="342900" y="85725"/>
                </a:moveTo>
                <a:lnTo>
                  <a:pt x="352425" y="85725"/>
                </a:lnTo>
                <a:lnTo>
                  <a:pt x="352425" y="95250"/>
                </a:lnTo>
                <a:lnTo>
                  <a:pt x="342900" y="95250"/>
                </a:lnTo>
                <a:close/>
                <a:moveTo>
                  <a:pt x="295275" y="95250"/>
                </a:moveTo>
                <a:lnTo>
                  <a:pt x="304800" y="95250"/>
                </a:lnTo>
                <a:lnTo>
                  <a:pt x="304800" y="104775"/>
                </a:lnTo>
                <a:lnTo>
                  <a:pt x="295275" y="104775"/>
                </a:lnTo>
                <a:close/>
                <a:moveTo>
                  <a:pt x="314325" y="95250"/>
                </a:moveTo>
                <a:lnTo>
                  <a:pt x="323850" y="95250"/>
                </a:lnTo>
                <a:lnTo>
                  <a:pt x="323850" y="104775"/>
                </a:lnTo>
                <a:lnTo>
                  <a:pt x="314325" y="104775"/>
                </a:lnTo>
                <a:close/>
                <a:moveTo>
                  <a:pt x="333375" y="95250"/>
                </a:moveTo>
                <a:lnTo>
                  <a:pt x="342900" y="95250"/>
                </a:lnTo>
                <a:lnTo>
                  <a:pt x="342900" y="104775"/>
                </a:lnTo>
                <a:lnTo>
                  <a:pt x="333375" y="104775"/>
                </a:lnTo>
                <a:close/>
                <a:moveTo>
                  <a:pt x="352425" y="95250"/>
                </a:moveTo>
                <a:lnTo>
                  <a:pt x="361950" y="95250"/>
                </a:lnTo>
                <a:lnTo>
                  <a:pt x="361950" y="104775"/>
                </a:lnTo>
                <a:lnTo>
                  <a:pt x="352425" y="104775"/>
                </a:lnTo>
                <a:close/>
                <a:moveTo>
                  <a:pt x="666750" y="95250"/>
                </a:moveTo>
                <a:lnTo>
                  <a:pt x="676275" y="95250"/>
                </a:lnTo>
                <a:lnTo>
                  <a:pt x="676275" y="104775"/>
                </a:lnTo>
                <a:lnTo>
                  <a:pt x="666750" y="104775"/>
                </a:lnTo>
                <a:close/>
                <a:moveTo>
                  <a:pt x="676275" y="104775"/>
                </a:moveTo>
                <a:lnTo>
                  <a:pt x="685800" y="104775"/>
                </a:lnTo>
                <a:lnTo>
                  <a:pt x="685800" y="114300"/>
                </a:lnTo>
                <a:lnTo>
                  <a:pt x="676275" y="114300"/>
                </a:lnTo>
                <a:close/>
                <a:moveTo>
                  <a:pt x="76200" y="123825"/>
                </a:moveTo>
                <a:lnTo>
                  <a:pt x="85725" y="123825"/>
                </a:lnTo>
                <a:lnTo>
                  <a:pt x="85725" y="133350"/>
                </a:lnTo>
                <a:lnTo>
                  <a:pt x="76200" y="133350"/>
                </a:lnTo>
                <a:close/>
                <a:moveTo>
                  <a:pt x="676275" y="133350"/>
                </a:moveTo>
                <a:lnTo>
                  <a:pt x="685800" y="133350"/>
                </a:lnTo>
                <a:lnTo>
                  <a:pt x="685800" y="142875"/>
                </a:lnTo>
                <a:lnTo>
                  <a:pt x="695325" y="142875"/>
                </a:lnTo>
                <a:lnTo>
                  <a:pt x="695325" y="152400"/>
                </a:lnTo>
                <a:lnTo>
                  <a:pt x="676275" y="152400"/>
                </a:lnTo>
                <a:close/>
                <a:moveTo>
                  <a:pt x="142875" y="200025"/>
                </a:moveTo>
                <a:lnTo>
                  <a:pt x="152400" y="200025"/>
                </a:lnTo>
                <a:lnTo>
                  <a:pt x="152400" y="228600"/>
                </a:lnTo>
                <a:lnTo>
                  <a:pt x="142875" y="228600"/>
                </a:lnTo>
                <a:lnTo>
                  <a:pt x="142875" y="219075"/>
                </a:lnTo>
                <a:lnTo>
                  <a:pt x="133350" y="219075"/>
                </a:lnTo>
                <a:lnTo>
                  <a:pt x="133350" y="209550"/>
                </a:lnTo>
                <a:lnTo>
                  <a:pt x="142875" y="209550"/>
                </a:lnTo>
                <a:close/>
                <a:moveTo>
                  <a:pt x="152400" y="238125"/>
                </a:moveTo>
                <a:lnTo>
                  <a:pt x="161925" y="238125"/>
                </a:lnTo>
                <a:lnTo>
                  <a:pt x="161925" y="247650"/>
                </a:lnTo>
                <a:lnTo>
                  <a:pt x="152400" y="247650"/>
                </a:lnTo>
                <a:close/>
                <a:moveTo>
                  <a:pt x="657225" y="266700"/>
                </a:moveTo>
                <a:lnTo>
                  <a:pt x="676275" y="266700"/>
                </a:lnTo>
                <a:lnTo>
                  <a:pt x="676275" y="276225"/>
                </a:lnTo>
                <a:lnTo>
                  <a:pt x="666750" y="276225"/>
                </a:lnTo>
                <a:lnTo>
                  <a:pt x="666750" y="285750"/>
                </a:lnTo>
                <a:lnTo>
                  <a:pt x="657225" y="285750"/>
                </a:lnTo>
                <a:close/>
                <a:moveTo>
                  <a:pt x="161925" y="285750"/>
                </a:moveTo>
                <a:lnTo>
                  <a:pt x="171450" y="285750"/>
                </a:lnTo>
                <a:lnTo>
                  <a:pt x="171450" y="295275"/>
                </a:lnTo>
                <a:lnTo>
                  <a:pt x="161925" y="295275"/>
                </a:lnTo>
                <a:close/>
                <a:moveTo>
                  <a:pt x="638175" y="314325"/>
                </a:moveTo>
                <a:lnTo>
                  <a:pt x="647700" y="314325"/>
                </a:lnTo>
                <a:lnTo>
                  <a:pt x="647700" y="333375"/>
                </a:lnTo>
                <a:lnTo>
                  <a:pt x="638175" y="333375"/>
                </a:lnTo>
                <a:close/>
                <a:moveTo>
                  <a:pt x="619125" y="352425"/>
                </a:moveTo>
                <a:lnTo>
                  <a:pt x="628650" y="352425"/>
                </a:lnTo>
                <a:lnTo>
                  <a:pt x="628650" y="361950"/>
                </a:lnTo>
                <a:lnTo>
                  <a:pt x="619125" y="361950"/>
                </a:lnTo>
                <a:close/>
                <a:moveTo>
                  <a:pt x="609600" y="361950"/>
                </a:moveTo>
                <a:lnTo>
                  <a:pt x="619125" y="361950"/>
                </a:lnTo>
                <a:lnTo>
                  <a:pt x="619125" y="371475"/>
                </a:lnTo>
                <a:lnTo>
                  <a:pt x="609600" y="371475"/>
                </a:lnTo>
                <a:close/>
                <a:moveTo>
                  <a:pt x="600075" y="371475"/>
                </a:moveTo>
                <a:lnTo>
                  <a:pt x="609600" y="371475"/>
                </a:lnTo>
                <a:lnTo>
                  <a:pt x="609600" y="381000"/>
                </a:lnTo>
                <a:lnTo>
                  <a:pt x="600075" y="381000"/>
                </a:lnTo>
                <a:close/>
                <a:moveTo>
                  <a:pt x="590550" y="381000"/>
                </a:moveTo>
                <a:lnTo>
                  <a:pt x="600075" y="381000"/>
                </a:lnTo>
                <a:lnTo>
                  <a:pt x="600075" y="390525"/>
                </a:lnTo>
                <a:lnTo>
                  <a:pt x="590550" y="390525"/>
                </a:lnTo>
                <a:close/>
                <a:moveTo>
                  <a:pt x="152400" y="390525"/>
                </a:moveTo>
                <a:lnTo>
                  <a:pt x="161925" y="390525"/>
                </a:lnTo>
                <a:lnTo>
                  <a:pt x="161925" y="409575"/>
                </a:lnTo>
                <a:lnTo>
                  <a:pt x="152400" y="409575"/>
                </a:lnTo>
                <a:close/>
                <a:moveTo>
                  <a:pt x="466725" y="390525"/>
                </a:moveTo>
                <a:lnTo>
                  <a:pt x="476250" y="390525"/>
                </a:lnTo>
                <a:lnTo>
                  <a:pt x="476250" y="400050"/>
                </a:lnTo>
                <a:lnTo>
                  <a:pt x="504825" y="400050"/>
                </a:lnTo>
                <a:lnTo>
                  <a:pt x="504825" y="390525"/>
                </a:lnTo>
                <a:lnTo>
                  <a:pt x="561975" y="390525"/>
                </a:lnTo>
                <a:lnTo>
                  <a:pt x="561975" y="400050"/>
                </a:lnTo>
                <a:lnTo>
                  <a:pt x="504825" y="400050"/>
                </a:lnTo>
                <a:lnTo>
                  <a:pt x="504825" y="419100"/>
                </a:lnTo>
                <a:lnTo>
                  <a:pt x="485775" y="419100"/>
                </a:lnTo>
                <a:lnTo>
                  <a:pt x="485775" y="409575"/>
                </a:lnTo>
                <a:lnTo>
                  <a:pt x="476250" y="409575"/>
                </a:lnTo>
                <a:lnTo>
                  <a:pt x="476250" y="419100"/>
                </a:lnTo>
                <a:lnTo>
                  <a:pt x="466725" y="419100"/>
                </a:lnTo>
                <a:lnTo>
                  <a:pt x="466725" y="409575"/>
                </a:lnTo>
                <a:lnTo>
                  <a:pt x="447675" y="409575"/>
                </a:lnTo>
                <a:lnTo>
                  <a:pt x="447675" y="400050"/>
                </a:lnTo>
                <a:lnTo>
                  <a:pt x="466725" y="400050"/>
                </a:lnTo>
                <a:close/>
                <a:moveTo>
                  <a:pt x="381000" y="400050"/>
                </a:moveTo>
                <a:lnTo>
                  <a:pt x="400050" y="400050"/>
                </a:lnTo>
                <a:lnTo>
                  <a:pt x="400050" y="409575"/>
                </a:lnTo>
                <a:lnTo>
                  <a:pt x="409575" y="409575"/>
                </a:lnTo>
                <a:lnTo>
                  <a:pt x="409575" y="419100"/>
                </a:lnTo>
                <a:lnTo>
                  <a:pt x="400050" y="419100"/>
                </a:lnTo>
                <a:lnTo>
                  <a:pt x="400050" y="428625"/>
                </a:lnTo>
                <a:lnTo>
                  <a:pt x="381000" y="428625"/>
                </a:lnTo>
                <a:close/>
                <a:moveTo>
                  <a:pt x="514350" y="409575"/>
                </a:moveTo>
                <a:lnTo>
                  <a:pt x="533400" y="409575"/>
                </a:lnTo>
                <a:lnTo>
                  <a:pt x="533400" y="419100"/>
                </a:lnTo>
                <a:lnTo>
                  <a:pt x="514350" y="419100"/>
                </a:lnTo>
                <a:close/>
                <a:moveTo>
                  <a:pt x="542925" y="419100"/>
                </a:moveTo>
                <a:lnTo>
                  <a:pt x="552450" y="419100"/>
                </a:lnTo>
                <a:lnTo>
                  <a:pt x="552450" y="428625"/>
                </a:lnTo>
                <a:lnTo>
                  <a:pt x="542925" y="428625"/>
                </a:lnTo>
                <a:close/>
                <a:moveTo>
                  <a:pt x="581025" y="419100"/>
                </a:moveTo>
                <a:lnTo>
                  <a:pt x="590550" y="419100"/>
                </a:lnTo>
                <a:lnTo>
                  <a:pt x="590550" y="428625"/>
                </a:lnTo>
                <a:lnTo>
                  <a:pt x="581025" y="428625"/>
                </a:lnTo>
                <a:close/>
                <a:moveTo>
                  <a:pt x="590550" y="428625"/>
                </a:moveTo>
                <a:lnTo>
                  <a:pt x="600075" y="428625"/>
                </a:lnTo>
                <a:lnTo>
                  <a:pt x="600075" y="438150"/>
                </a:lnTo>
                <a:lnTo>
                  <a:pt x="590550" y="438150"/>
                </a:lnTo>
                <a:close/>
                <a:moveTo>
                  <a:pt x="600075" y="438150"/>
                </a:moveTo>
                <a:lnTo>
                  <a:pt x="619125" y="438150"/>
                </a:lnTo>
                <a:lnTo>
                  <a:pt x="619125" y="447675"/>
                </a:lnTo>
                <a:lnTo>
                  <a:pt x="628650" y="447675"/>
                </a:lnTo>
                <a:lnTo>
                  <a:pt x="628650" y="457200"/>
                </a:lnTo>
                <a:lnTo>
                  <a:pt x="619125" y="457200"/>
                </a:lnTo>
                <a:lnTo>
                  <a:pt x="619125" y="466725"/>
                </a:lnTo>
                <a:lnTo>
                  <a:pt x="609600" y="466725"/>
                </a:lnTo>
                <a:lnTo>
                  <a:pt x="609600" y="447675"/>
                </a:lnTo>
                <a:lnTo>
                  <a:pt x="600075" y="447675"/>
                </a:lnTo>
                <a:close/>
                <a:moveTo>
                  <a:pt x="628650" y="476250"/>
                </a:moveTo>
                <a:lnTo>
                  <a:pt x="638175" y="476250"/>
                </a:lnTo>
                <a:lnTo>
                  <a:pt x="638175" y="495300"/>
                </a:lnTo>
                <a:lnTo>
                  <a:pt x="628650" y="495300"/>
                </a:lnTo>
                <a:close/>
                <a:moveTo>
                  <a:pt x="381000" y="495300"/>
                </a:moveTo>
                <a:lnTo>
                  <a:pt x="400050" y="495300"/>
                </a:lnTo>
                <a:lnTo>
                  <a:pt x="400050" y="504825"/>
                </a:lnTo>
                <a:lnTo>
                  <a:pt x="390525" y="504825"/>
                </a:lnTo>
                <a:lnTo>
                  <a:pt x="390525" y="514350"/>
                </a:lnTo>
                <a:lnTo>
                  <a:pt x="371475" y="514350"/>
                </a:lnTo>
                <a:lnTo>
                  <a:pt x="371475" y="504825"/>
                </a:lnTo>
                <a:lnTo>
                  <a:pt x="381000" y="504825"/>
                </a:lnTo>
                <a:close/>
                <a:moveTo>
                  <a:pt x="447675" y="495300"/>
                </a:moveTo>
                <a:lnTo>
                  <a:pt x="457200" y="495300"/>
                </a:lnTo>
                <a:lnTo>
                  <a:pt x="457200" y="504825"/>
                </a:lnTo>
                <a:lnTo>
                  <a:pt x="447675" y="504825"/>
                </a:lnTo>
                <a:close/>
                <a:moveTo>
                  <a:pt x="409575" y="504825"/>
                </a:moveTo>
                <a:lnTo>
                  <a:pt x="419100" y="504825"/>
                </a:lnTo>
                <a:lnTo>
                  <a:pt x="419100" y="514350"/>
                </a:lnTo>
                <a:lnTo>
                  <a:pt x="409575" y="514350"/>
                </a:lnTo>
                <a:close/>
                <a:moveTo>
                  <a:pt x="438150" y="504825"/>
                </a:moveTo>
                <a:lnTo>
                  <a:pt x="447675" y="504825"/>
                </a:lnTo>
                <a:lnTo>
                  <a:pt x="447675" y="514350"/>
                </a:lnTo>
                <a:lnTo>
                  <a:pt x="438150" y="514350"/>
                </a:lnTo>
                <a:close/>
                <a:moveTo>
                  <a:pt x="457200" y="504825"/>
                </a:moveTo>
                <a:lnTo>
                  <a:pt x="466725" y="504825"/>
                </a:lnTo>
                <a:lnTo>
                  <a:pt x="466725" y="514350"/>
                </a:lnTo>
                <a:lnTo>
                  <a:pt x="457200" y="514350"/>
                </a:lnTo>
                <a:close/>
                <a:moveTo>
                  <a:pt x="438150" y="523875"/>
                </a:moveTo>
                <a:lnTo>
                  <a:pt x="447675" y="523875"/>
                </a:lnTo>
                <a:lnTo>
                  <a:pt x="447675" y="533400"/>
                </a:lnTo>
                <a:lnTo>
                  <a:pt x="457200" y="533400"/>
                </a:lnTo>
                <a:lnTo>
                  <a:pt x="457200" y="552450"/>
                </a:lnTo>
                <a:lnTo>
                  <a:pt x="447675" y="552450"/>
                </a:lnTo>
                <a:lnTo>
                  <a:pt x="447675" y="542925"/>
                </a:lnTo>
                <a:lnTo>
                  <a:pt x="438150" y="542925"/>
                </a:lnTo>
                <a:close/>
                <a:moveTo>
                  <a:pt x="600075" y="523875"/>
                </a:moveTo>
                <a:lnTo>
                  <a:pt x="609600" y="523875"/>
                </a:lnTo>
                <a:lnTo>
                  <a:pt x="609600" y="561975"/>
                </a:lnTo>
                <a:lnTo>
                  <a:pt x="600075" y="561975"/>
                </a:lnTo>
                <a:close/>
                <a:moveTo>
                  <a:pt x="647700" y="523875"/>
                </a:moveTo>
                <a:lnTo>
                  <a:pt x="666750" y="523875"/>
                </a:lnTo>
                <a:lnTo>
                  <a:pt x="666750" y="533400"/>
                </a:lnTo>
                <a:lnTo>
                  <a:pt x="647700" y="533400"/>
                </a:lnTo>
                <a:close/>
                <a:moveTo>
                  <a:pt x="342900" y="561975"/>
                </a:moveTo>
                <a:lnTo>
                  <a:pt x="352425" y="561975"/>
                </a:lnTo>
                <a:lnTo>
                  <a:pt x="352425" y="571500"/>
                </a:lnTo>
                <a:lnTo>
                  <a:pt x="342900" y="571500"/>
                </a:lnTo>
                <a:close/>
                <a:moveTo>
                  <a:pt x="76200" y="581025"/>
                </a:moveTo>
                <a:lnTo>
                  <a:pt x="95250" y="581025"/>
                </a:lnTo>
                <a:lnTo>
                  <a:pt x="95250" y="600075"/>
                </a:lnTo>
                <a:lnTo>
                  <a:pt x="76200" y="600075"/>
                </a:lnTo>
                <a:close/>
                <a:moveTo>
                  <a:pt x="323850" y="581025"/>
                </a:moveTo>
                <a:lnTo>
                  <a:pt x="333375" y="581025"/>
                </a:lnTo>
                <a:lnTo>
                  <a:pt x="333375" y="600075"/>
                </a:lnTo>
                <a:lnTo>
                  <a:pt x="323850" y="600075"/>
                </a:lnTo>
                <a:close/>
                <a:moveTo>
                  <a:pt x="200025" y="600075"/>
                </a:moveTo>
                <a:lnTo>
                  <a:pt x="238125" y="600075"/>
                </a:lnTo>
                <a:lnTo>
                  <a:pt x="238125" y="609600"/>
                </a:lnTo>
                <a:lnTo>
                  <a:pt x="257175" y="609600"/>
                </a:lnTo>
                <a:lnTo>
                  <a:pt x="257175" y="619125"/>
                </a:lnTo>
                <a:lnTo>
                  <a:pt x="228600" y="619125"/>
                </a:lnTo>
                <a:lnTo>
                  <a:pt x="228600" y="609600"/>
                </a:lnTo>
                <a:lnTo>
                  <a:pt x="200025" y="609600"/>
                </a:lnTo>
                <a:close/>
                <a:moveTo>
                  <a:pt x="314325" y="600075"/>
                </a:moveTo>
                <a:lnTo>
                  <a:pt x="323850" y="600075"/>
                </a:lnTo>
                <a:lnTo>
                  <a:pt x="323850" y="609600"/>
                </a:lnTo>
                <a:lnTo>
                  <a:pt x="314325" y="609600"/>
                </a:lnTo>
                <a:close/>
                <a:moveTo>
                  <a:pt x="295275" y="609600"/>
                </a:moveTo>
                <a:lnTo>
                  <a:pt x="314325" y="609600"/>
                </a:lnTo>
                <a:lnTo>
                  <a:pt x="314325" y="619125"/>
                </a:lnTo>
                <a:lnTo>
                  <a:pt x="295275" y="619125"/>
                </a:lnTo>
                <a:close/>
                <a:moveTo>
                  <a:pt x="619125" y="638175"/>
                </a:moveTo>
                <a:lnTo>
                  <a:pt x="628650" y="638175"/>
                </a:lnTo>
                <a:lnTo>
                  <a:pt x="628650" y="657225"/>
                </a:lnTo>
                <a:lnTo>
                  <a:pt x="600075" y="657225"/>
                </a:lnTo>
                <a:lnTo>
                  <a:pt x="600075" y="647700"/>
                </a:lnTo>
                <a:lnTo>
                  <a:pt x="619125" y="647700"/>
                </a:lnTo>
                <a:close/>
                <a:moveTo>
                  <a:pt x="657225" y="647700"/>
                </a:moveTo>
                <a:lnTo>
                  <a:pt x="666750" y="647700"/>
                </a:lnTo>
                <a:lnTo>
                  <a:pt x="666750" y="657225"/>
                </a:lnTo>
                <a:lnTo>
                  <a:pt x="657225" y="657225"/>
                </a:lnTo>
                <a:close/>
              </a:path>
            </a:pathLst>
          </a:custGeom>
          <a:solidFill xmlns:a="http://schemas.openxmlformats.org/drawingml/2006/main">
            <a:srgbClr val="FEFFFF"/>
          </a:solidFill>
          <a:ln xmlns:a="http://schemas.openxmlformats.org/drawingml/2006/main" w="0">
            <a:noFill/>
          </a:ln>
        </p:spPr>
      </p:sp>
      <p:sp>
        <p:nvSpPr>
          <p:cNvPr id="28" name="cart vector #fdffff">
            <a:extLst xmlns:a="http://schemas.openxmlformats.org/drawingml/2006/main">
              <a:ext uri="{FF2B5EF4-FFF2-40B4-BE49-F238E27FC236}">
                <a16:creationId xmlns:a16="http://schemas.microsoft.com/office/drawing/2014/main" id="{E83DB1E4-23B1-40FB-B64F-520D5CFEA31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57250" y="2524125"/>
            <a:ext cx="704850" cy="704850"/>
          </a:xfrm>
          <a:custGeom xmlns:a="http://schemas.openxmlformats.org/drawingml/2006/main">
            <a:pathLst>
              <a:path w="695325" h="657225">
                <a:moveTo>
                  <a:pt x="276225" y="95250"/>
                </a:moveTo>
                <a:lnTo>
                  <a:pt x="285750" y="95250"/>
                </a:lnTo>
                <a:lnTo>
                  <a:pt x="285750" y="104775"/>
                </a:lnTo>
                <a:lnTo>
                  <a:pt x="276225" y="104775"/>
                </a:lnTo>
                <a:close/>
                <a:moveTo>
                  <a:pt x="600075" y="95250"/>
                </a:moveTo>
                <a:lnTo>
                  <a:pt x="609600" y="95250"/>
                </a:lnTo>
                <a:lnTo>
                  <a:pt x="609600" y="104775"/>
                </a:lnTo>
                <a:lnTo>
                  <a:pt x="600075" y="104775"/>
                </a:lnTo>
                <a:close/>
                <a:moveTo>
                  <a:pt x="666750" y="104775"/>
                </a:moveTo>
                <a:lnTo>
                  <a:pt x="676275" y="104775"/>
                </a:lnTo>
                <a:lnTo>
                  <a:pt x="676275" y="133350"/>
                </a:lnTo>
                <a:lnTo>
                  <a:pt x="666750" y="133350"/>
                </a:lnTo>
                <a:close/>
                <a:moveTo>
                  <a:pt x="666750" y="152400"/>
                </a:moveTo>
                <a:lnTo>
                  <a:pt x="676275" y="152400"/>
                </a:lnTo>
                <a:lnTo>
                  <a:pt x="676275" y="161925"/>
                </a:lnTo>
                <a:lnTo>
                  <a:pt x="666750" y="161925"/>
                </a:lnTo>
                <a:close/>
                <a:moveTo>
                  <a:pt x="152400" y="219075"/>
                </a:moveTo>
                <a:lnTo>
                  <a:pt x="161925" y="219075"/>
                </a:lnTo>
                <a:lnTo>
                  <a:pt x="161925" y="238125"/>
                </a:lnTo>
                <a:lnTo>
                  <a:pt x="152400" y="238125"/>
                </a:lnTo>
                <a:close/>
                <a:moveTo>
                  <a:pt x="161925" y="257175"/>
                </a:moveTo>
                <a:lnTo>
                  <a:pt x="171450" y="257175"/>
                </a:lnTo>
                <a:lnTo>
                  <a:pt x="171450" y="276225"/>
                </a:lnTo>
                <a:lnTo>
                  <a:pt x="161925" y="276225"/>
                </a:lnTo>
                <a:close/>
                <a:moveTo>
                  <a:pt x="638175" y="266700"/>
                </a:moveTo>
                <a:lnTo>
                  <a:pt x="647700" y="266700"/>
                </a:lnTo>
                <a:lnTo>
                  <a:pt x="647700" y="285750"/>
                </a:lnTo>
                <a:lnTo>
                  <a:pt x="638175" y="285750"/>
                </a:lnTo>
                <a:close/>
                <a:moveTo>
                  <a:pt x="619125" y="342900"/>
                </a:moveTo>
                <a:lnTo>
                  <a:pt x="628650" y="342900"/>
                </a:lnTo>
                <a:lnTo>
                  <a:pt x="628650" y="352425"/>
                </a:lnTo>
                <a:lnTo>
                  <a:pt x="619125" y="352425"/>
                </a:lnTo>
                <a:close/>
                <a:moveTo>
                  <a:pt x="590550" y="371475"/>
                </a:moveTo>
                <a:lnTo>
                  <a:pt x="600075" y="371475"/>
                </a:lnTo>
                <a:lnTo>
                  <a:pt x="600075" y="381000"/>
                </a:lnTo>
                <a:lnTo>
                  <a:pt x="590550" y="381000"/>
                </a:lnTo>
                <a:close/>
                <a:moveTo>
                  <a:pt x="161925" y="381000"/>
                </a:moveTo>
                <a:lnTo>
                  <a:pt x="171450" y="381000"/>
                </a:lnTo>
                <a:lnTo>
                  <a:pt x="171450" y="390525"/>
                </a:lnTo>
                <a:lnTo>
                  <a:pt x="161925" y="390525"/>
                </a:lnTo>
                <a:close/>
                <a:moveTo>
                  <a:pt x="552450" y="381000"/>
                </a:moveTo>
                <a:lnTo>
                  <a:pt x="571500" y="381000"/>
                </a:lnTo>
                <a:lnTo>
                  <a:pt x="571500" y="390525"/>
                </a:lnTo>
                <a:lnTo>
                  <a:pt x="552450" y="390525"/>
                </a:lnTo>
                <a:close/>
                <a:moveTo>
                  <a:pt x="457200" y="390525"/>
                </a:moveTo>
                <a:lnTo>
                  <a:pt x="466725" y="390525"/>
                </a:lnTo>
                <a:lnTo>
                  <a:pt x="466725" y="400050"/>
                </a:lnTo>
                <a:lnTo>
                  <a:pt x="457200" y="400050"/>
                </a:lnTo>
                <a:close/>
                <a:moveTo>
                  <a:pt x="485775" y="390525"/>
                </a:moveTo>
                <a:lnTo>
                  <a:pt x="504825" y="390525"/>
                </a:lnTo>
                <a:lnTo>
                  <a:pt x="504825" y="400050"/>
                </a:lnTo>
                <a:lnTo>
                  <a:pt x="485775" y="400050"/>
                </a:lnTo>
                <a:close/>
                <a:moveTo>
                  <a:pt x="400050" y="400050"/>
                </a:moveTo>
                <a:lnTo>
                  <a:pt x="409575" y="400050"/>
                </a:lnTo>
                <a:lnTo>
                  <a:pt x="409575" y="409575"/>
                </a:lnTo>
                <a:lnTo>
                  <a:pt x="400050" y="409575"/>
                </a:lnTo>
                <a:close/>
                <a:moveTo>
                  <a:pt x="438150" y="400050"/>
                </a:moveTo>
                <a:lnTo>
                  <a:pt x="447675" y="400050"/>
                </a:lnTo>
                <a:lnTo>
                  <a:pt x="447675" y="409575"/>
                </a:lnTo>
                <a:lnTo>
                  <a:pt x="466725" y="409575"/>
                </a:lnTo>
                <a:lnTo>
                  <a:pt x="466725" y="419100"/>
                </a:lnTo>
                <a:lnTo>
                  <a:pt x="438150" y="419100"/>
                </a:lnTo>
                <a:close/>
                <a:moveTo>
                  <a:pt x="371475" y="409575"/>
                </a:moveTo>
                <a:lnTo>
                  <a:pt x="381000" y="409575"/>
                </a:lnTo>
                <a:lnTo>
                  <a:pt x="381000" y="419100"/>
                </a:lnTo>
                <a:lnTo>
                  <a:pt x="371475" y="419100"/>
                </a:lnTo>
                <a:close/>
                <a:moveTo>
                  <a:pt x="476250" y="409575"/>
                </a:moveTo>
                <a:lnTo>
                  <a:pt x="485775" y="409575"/>
                </a:lnTo>
                <a:lnTo>
                  <a:pt x="485775" y="419100"/>
                </a:lnTo>
                <a:lnTo>
                  <a:pt x="476250" y="419100"/>
                </a:lnTo>
                <a:close/>
                <a:moveTo>
                  <a:pt x="428625" y="419100"/>
                </a:moveTo>
                <a:lnTo>
                  <a:pt x="438150" y="419100"/>
                </a:lnTo>
                <a:lnTo>
                  <a:pt x="438150" y="428625"/>
                </a:lnTo>
                <a:lnTo>
                  <a:pt x="428625" y="428625"/>
                </a:lnTo>
                <a:close/>
                <a:moveTo>
                  <a:pt x="485775" y="419100"/>
                </a:moveTo>
                <a:lnTo>
                  <a:pt x="495300" y="419100"/>
                </a:lnTo>
                <a:lnTo>
                  <a:pt x="495300" y="428625"/>
                </a:lnTo>
                <a:lnTo>
                  <a:pt x="485775" y="428625"/>
                </a:lnTo>
                <a:close/>
                <a:moveTo>
                  <a:pt x="504825" y="419100"/>
                </a:moveTo>
                <a:lnTo>
                  <a:pt x="514350" y="419100"/>
                </a:lnTo>
                <a:lnTo>
                  <a:pt x="514350" y="428625"/>
                </a:lnTo>
                <a:lnTo>
                  <a:pt x="504825" y="428625"/>
                </a:lnTo>
                <a:close/>
                <a:moveTo>
                  <a:pt x="523875" y="419100"/>
                </a:moveTo>
                <a:lnTo>
                  <a:pt x="542925" y="419100"/>
                </a:lnTo>
                <a:lnTo>
                  <a:pt x="542925" y="428625"/>
                </a:lnTo>
                <a:lnTo>
                  <a:pt x="523875" y="428625"/>
                </a:lnTo>
                <a:close/>
                <a:moveTo>
                  <a:pt x="571500" y="419100"/>
                </a:moveTo>
                <a:lnTo>
                  <a:pt x="581025" y="419100"/>
                </a:lnTo>
                <a:lnTo>
                  <a:pt x="581025" y="428625"/>
                </a:lnTo>
                <a:lnTo>
                  <a:pt x="571500" y="428625"/>
                </a:lnTo>
                <a:close/>
                <a:moveTo>
                  <a:pt x="400050" y="495300"/>
                </a:moveTo>
                <a:lnTo>
                  <a:pt x="419100" y="495300"/>
                </a:lnTo>
                <a:lnTo>
                  <a:pt x="419100" y="504825"/>
                </a:lnTo>
                <a:lnTo>
                  <a:pt x="400050" y="504825"/>
                </a:lnTo>
                <a:close/>
                <a:moveTo>
                  <a:pt x="438150" y="495300"/>
                </a:moveTo>
                <a:lnTo>
                  <a:pt x="447675" y="495300"/>
                </a:lnTo>
                <a:lnTo>
                  <a:pt x="447675" y="504825"/>
                </a:lnTo>
                <a:lnTo>
                  <a:pt x="438150" y="504825"/>
                </a:lnTo>
                <a:close/>
                <a:moveTo>
                  <a:pt x="457200" y="495300"/>
                </a:moveTo>
                <a:lnTo>
                  <a:pt x="466725" y="495300"/>
                </a:lnTo>
                <a:lnTo>
                  <a:pt x="466725" y="504825"/>
                </a:lnTo>
                <a:lnTo>
                  <a:pt x="457200" y="504825"/>
                </a:lnTo>
                <a:close/>
                <a:moveTo>
                  <a:pt x="361950" y="504825"/>
                </a:moveTo>
                <a:lnTo>
                  <a:pt x="371475" y="504825"/>
                </a:lnTo>
                <a:lnTo>
                  <a:pt x="371475" y="514350"/>
                </a:lnTo>
                <a:lnTo>
                  <a:pt x="361950" y="514350"/>
                </a:lnTo>
                <a:close/>
                <a:moveTo>
                  <a:pt x="447675" y="552450"/>
                </a:moveTo>
                <a:lnTo>
                  <a:pt x="457200" y="552450"/>
                </a:lnTo>
                <a:lnTo>
                  <a:pt x="457200" y="561975"/>
                </a:lnTo>
                <a:lnTo>
                  <a:pt x="447675" y="561975"/>
                </a:lnTo>
                <a:close/>
                <a:moveTo>
                  <a:pt x="200025" y="571500"/>
                </a:moveTo>
                <a:lnTo>
                  <a:pt x="209550" y="571500"/>
                </a:lnTo>
                <a:lnTo>
                  <a:pt x="209550" y="581025"/>
                </a:lnTo>
                <a:lnTo>
                  <a:pt x="200025" y="581025"/>
                </a:lnTo>
                <a:close/>
                <a:moveTo>
                  <a:pt x="209550" y="590550"/>
                </a:moveTo>
                <a:lnTo>
                  <a:pt x="219075" y="590550"/>
                </a:lnTo>
                <a:lnTo>
                  <a:pt x="219075" y="600075"/>
                </a:lnTo>
                <a:lnTo>
                  <a:pt x="209550" y="600075"/>
                </a:lnTo>
                <a:close/>
                <a:moveTo>
                  <a:pt x="314325" y="590550"/>
                </a:moveTo>
                <a:lnTo>
                  <a:pt x="323850" y="590550"/>
                </a:lnTo>
                <a:lnTo>
                  <a:pt x="323850" y="600075"/>
                </a:lnTo>
                <a:lnTo>
                  <a:pt x="314325" y="600075"/>
                </a:lnTo>
                <a:close/>
                <a:moveTo>
                  <a:pt x="304800" y="600075"/>
                </a:moveTo>
                <a:lnTo>
                  <a:pt x="314325" y="600075"/>
                </a:lnTo>
                <a:lnTo>
                  <a:pt x="314325" y="609600"/>
                </a:lnTo>
                <a:lnTo>
                  <a:pt x="304800" y="609600"/>
                </a:lnTo>
                <a:close/>
                <a:moveTo>
                  <a:pt x="285750" y="609600"/>
                </a:moveTo>
                <a:lnTo>
                  <a:pt x="295275" y="609600"/>
                </a:lnTo>
                <a:lnTo>
                  <a:pt x="295275" y="619125"/>
                </a:lnTo>
                <a:lnTo>
                  <a:pt x="285750" y="619125"/>
                </a:lnTo>
                <a:close/>
              </a:path>
            </a:pathLst>
          </a:custGeom>
          <a:solidFill xmlns:a="http://schemas.openxmlformats.org/drawingml/2006/main">
            <a:srgbClr val="FDFFFF"/>
          </a:solidFill>
          <a:ln xmlns:a="http://schemas.openxmlformats.org/drawingml/2006/main" w="0">
            <a:noFill/>
          </a:ln>
        </p:spPr>
      </p:sp>
      <p:sp>
        <p:nvSpPr>
          <p:cNvPr id="29" name="cart vector #fefffd">
            <a:extLst xmlns:a="http://schemas.openxmlformats.org/drawingml/2006/main">
              <a:ext uri="{FF2B5EF4-FFF2-40B4-BE49-F238E27FC236}">
                <a16:creationId xmlns:a16="http://schemas.microsoft.com/office/drawing/2014/main" id="{58792159-E88B-4F94-9189-CD0A42009C1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57250" y="2524125"/>
            <a:ext cx="704850" cy="704850"/>
          </a:xfrm>
          <a:custGeom xmlns:a="http://schemas.openxmlformats.org/drawingml/2006/main">
            <a:pathLst>
              <a:path w="695325" h="657225">
                <a:moveTo>
                  <a:pt x="219075" y="76200"/>
                </a:moveTo>
                <a:lnTo>
                  <a:pt x="238125" y="76200"/>
                </a:lnTo>
                <a:lnTo>
                  <a:pt x="238125" y="95250"/>
                </a:lnTo>
                <a:lnTo>
                  <a:pt x="228600" y="95250"/>
                </a:lnTo>
                <a:lnTo>
                  <a:pt x="228600" y="85725"/>
                </a:lnTo>
                <a:lnTo>
                  <a:pt x="219075" y="85725"/>
                </a:lnTo>
                <a:close/>
                <a:moveTo>
                  <a:pt x="657225" y="85725"/>
                </a:moveTo>
                <a:lnTo>
                  <a:pt x="666750" y="85725"/>
                </a:lnTo>
                <a:lnTo>
                  <a:pt x="666750" y="95250"/>
                </a:lnTo>
                <a:lnTo>
                  <a:pt x="657225" y="95250"/>
                </a:lnTo>
                <a:close/>
                <a:moveTo>
                  <a:pt x="85725" y="95250"/>
                </a:moveTo>
                <a:lnTo>
                  <a:pt x="95250" y="95250"/>
                </a:lnTo>
                <a:lnTo>
                  <a:pt x="95250" y="104775"/>
                </a:lnTo>
                <a:lnTo>
                  <a:pt x="104775" y="104775"/>
                </a:lnTo>
                <a:lnTo>
                  <a:pt x="104775" y="114300"/>
                </a:lnTo>
                <a:lnTo>
                  <a:pt x="114300" y="114300"/>
                </a:lnTo>
                <a:lnTo>
                  <a:pt x="114300" y="123825"/>
                </a:lnTo>
                <a:lnTo>
                  <a:pt x="123825" y="123825"/>
                </a:lnTo>
                <a:lnTo>
                  <a:pt x="123825" y="142875"/>
                </a:lnTo>
                <a:lnTo>
                  <a:pt x="133350" y="142875"/>
                </a:lnTo>
                <a:lnTo>
                  <a:pt x="133350" y="161925"/>
                </a:lnTo>
                <a:lnTo>
                  <a:pt x="123825" y="161925"/>
                </a:lnTo>
                <a:lnTo>
                  <a:pt x="123825" y="152400"/>
                </a:lnTo>
                <a:lnTo>
                  <a:pt x="114300" y="152400"/>
                </a:lnTo>
                <a:lnTo>
                  <a:pt x="114300" y="142875"/>
                </a:lnTo>
                <a:lnTo>
                  <a:pt x="104775" y="142875"/>
                </a:lnTo>
                <a:lnTo>
                  <a:pt x="104775" y="152400"/>
                </a:lnTo>
                <a:lnTo>
                  <a:pt x="76200" y="152400"/>
                </a:lnTo>
                <a:lnTo>
                  <a:pt x="76200" y="133350"/>
                </a:lnTo>
                <a:lnTo>
                  <a:pt x="85725" y="133350"/>
                </a:lnTo>
                <a:close/>
                <a:moveTo>
                  <a:pt x="676275" y="152400"/>
                </a:moveTo>
                <a:lnTo>
                  <a:pt x="685800" y="152400"/>
                </a:lnTo>
                <a:lnTo>
                  <a:pt x="685800" y="171450"/>
                </a:lnTo>
                <a:lnTo>
                  <a:pt x="676275" y="171450"/>
                </a:lnTo>
                <a:close/>
                <a:moveTo>
                  <a:pt x="114300" y="161925"/>
                </a:moveTo>
                <a:lnTo>
                  <a:pt x="123825" y="161925"/>
                </a:lnTo>
                <a:lnTo>
                  <a:pt x="123825" y="180975"/>
                </a:lnTo>
                <a:lnTo>
                  <a:pt x="114300" y="180975"/>
                </a:lnTo>
                <a:lnTo>
                  <a:pt x="114300" y="200025"/>
                </a:lnTo>
                <a:lnTo>
                  <a:pt x="95250" y="200025"/>
                </a:lnTo>
                <a:lnTo>
                  <a:pt x="95250" y="190500"/>
                </a:lnTo>
                <a:lnTo>
                  <a:pt x="85725" y="190500"/>
                </a:lnTo>
                <a:lnTo>
                  <a:pt x="85725" y="180975"/>
                </a:lnTo>
                <a:lnTo>
                  <a:pt x="104775" y="180975"/>
                </a:lnTo>
                <a:lnTo>
                  <a:pt x="104775" y="171450"/>
                </a:lnTo>
                <a:lnTo>
                  <a:pt x="114300" y="171450"/>
                </a:lnTo>
                <a:close/>
                <a:moveTo>
                  <a:pt x="666750" y="171450"/>
                </a:moveTo>
                <a:lnTo>
                  <a:pt x="676275" y="171450"/>
                </a:lnTo>
                <a:lnTo>
                  <a:pt x="676275" y="180975"/>
                </a:lnTo>
                <a:lnTo>
                  <a:pt x="685800" y="180975"/>
                </a:lnTo>
                <a:lnTo>
                  <a:pt x="685800" y="190500"/>
                </a:lnTo>
                <a:lnTo>
                  <a:pt x="676275" y="190500"/>
                </a:lnTo>
                <a:lnTo>
                  <a:pt x="676275" y="209550"/>
                </a:lnTo>
                <a:lnTo>
                  <a:pt x="666750" y="209550"/>
                </a:lnTo>
                <a:close/>
                <a:moveTo>
                  <a:pt x="114300" y="200025"/>
                </a:moveTo>
                <a:lnTo>
                  <a:pt x="133350" y="200025"/>
                </a:lnTo>
                <a:lnTo>
                  <a:pt x="133350" y="209550"/>
                </a:lnTo>
                <a:lnTo>
                  <a:pt x="114300" y="209550"/>
                </a:lnTo>
                <a:close/>
                <a:moveTo>
                  <a:pt x="657225" y="257175"/>
                </a:moveTo>
                <a:lnTo>
                  <a:pt x="676275" y="257175"/>
                </a:lnTo>
                <a:lnTo>
                  <a:pt x="676275" y="266700"/>
                </a:lnTo>
                <a:lnTo>
                  <a:pt x="657225" y="266700"/>
                </a:lnTo>
                <a:close/>
                <a:moveTo>
                  <a:pt x="647700" y="276225"/>
                </a:moveTo>
                <a:lnTo>
                  <a:pt x="657225" y="276225"/>
                </a:lnTo>
                <a:lnTo>
                  <a:pt x="657225" y="285750"/>
                </a:lnTo>
                <a:lnTo>
                  <a:pt x="647700" y="285750"/>
                </a:lnTo>
                <a:close/>
                <a:moveTo>
                  <a:pt x="161925" y="295275"/>
                </a:moveTo>
                <a:lnTo>
                  <a:pt x="171450" y="295275"/>
                </a:lnTo>
                <a:lnTo>
                  <a:pt x="171450" y="314325"/>
                </a:lnTo>
                <a:lnTo>
                  <a:pt x="161925" y="314325"/>
                </a:lnTo>
                <a:close/>
                <a:moveTo>
                  <a:pt x="638175" y="304800"/>
                </a:moveTo>
                <a:lnTo>
                  <a:pt x="657225" y="304800"/>
                </a:lnTo>
                <a:lnTo>
                  <a:pt x="657225" y="314325"/>
                </a:lnTo>
                <a:lnTo>
                  <a:pt x="638175" y="314325"/>
                </a:lnTo>
                <a:close/>
                <a:moveTo>
                  <a:pt x="171450" y="323850"/>
                </a:moveTo>
                <a:lnTo>
                  <a:pt x="180975" y="323850"/>
                </a:lnTo>
                <a:lnTo>
                  <a:pt x="180975" y="333375"/>
                </a:lnTo>
                <a:lnTo>
                  <a:pt x="171450" y="333375"/>
                </a:lnTo>
                <a:close/>
                <a:moveTo>
                  <a:pt x="628650" y="323850"/>
                </a:moveTo>
                <a:lnTo>
                  <a:pt x="638175" y="323850"/>
                </a:lnTo>
                <a:lnTo>
                  <a:pt x="638175" y="342900"/>
                </a:lnTo>
                <a:lnTo>
                  <a:pt x="628650" y="342900"/>
                </a:lnTo>
                <a:close/>
                <a:moveTo>
                  <a:pt x="161925" y="371475"/>
                </a:moveTo>
                <a:lnTo>
                  <a:pt x="171450" y="371475"/>
                </a:lnTo>
                <a:lnTo>
                  <a:pt x="171450" y="381000"/>
                </a:lnTo>
                <a:lnTo>
                  <a:pt x="161925" y="381000"/>
                </a:lnTo>
                <a:close/>
                <a:moveTo>
                  <a:pt x="581025" y="381000"/>
                </a:moveTo>
                <a:lnTo>
                  <a:pt x="590550" y="381000"/>
                </a:lnTo>
                <a:lnTo>
                  <a:pt x="590550" y="390525"/>
                </a:lnTo>
                <a:lnTo>
                  <a:pt x="581025" y="390525"/>
                </a:lnTo>
                <a:close/>
                <a:moveTo>
                  <a:pt x="571500" y="390525"/>
                </a:moveTo>
                <a:lnTo>
                  <a:pt x="581025" y="390525"/>
                </a:lnTo>
                <a:lnTo>
                  <a:pt x="581025" y="400050"/>
                </a:lnTo>
                <a:lnTo>
                  <a:pt x="571500" y="400050"/>
                </a:lnTo>
                <a:close/>
                <a:moveTo>
                  <a:pt x="142875" y="400050"/>
                </a:moveTo>
                <a:lnTo>
                  <a:pt x="152400" y="400050"/>
                </a:lnTo>
                <a:lnTo>
                  <a:pt x="152400" y="409575"/>
                </a:lnTo>
                <a:lnTo>
                  <a:pt x="142875" y="409575"/>
                </a:lnTo>
                <a:close/>
                <a:moveTo>
                  <a:pt x="523875" y="400050"/>
                </a:moveTo>
                <a:lnTo>
                  <a:pt x="533400" y="400050"/>
                </a:lnTo>
                <a:lnTo>
                  <a:pt x="533400" y="409575"/>
                </a:lnTo>
                <a:lnTo>
                  <a:pt x="523875" y="409575"/>
                </a:lnTo>
                <a:close/>
                <a:moveTo>
                  <a:pt x="533400" y="409575"/>
                </a:moveTo>
                <a:lnTo>
                  <a:pt x="542925" y="409575"/>
                </a:lnTo>
                <a:lnTo>
                  <a:pt x="542925" y="419100"/>
                </a:lnTo>
                <a:lnTo>
                  <a:pt x="533400" y="419100"/>
                </a:lnTo>
                <a:close/>
                <a:moveTo>
                  <a:pt x="561975" y="409575"/>
                </a:moveTo>
                <a:lnTo>
                  <a:pt x="581025" y="409575"/>
                </a:lnTo>
                <a:lnTo>
                  <a:pt x="581025" y="419100"/>
                </a:lnTo>
                <a:lnTo>
                  <a:pt x="561975" y="419100"/>
                </a:lnTo>
                <a:close/>
                <a:moveTo>
                  <a:pt x="152400" y="447675"/>
                </a:moveTo>
                <a:lnTo>
                  <a:pt x="161925" y="447675"/>
                </a:lnTo>
                <a:lnTo>
                  <a:pt x="161925" y="457200"/>
                </a:lnTo>
                <a:lnTo>
                  <a:pt x="171450" y="457200"/>
                </a:lnTo>
                <a:lnTo>
                  <a:pt x="171450" y="466725"/>
                </a:lnTo>
                <a:lnTo>
                  <a:pt x="142875" y="466725"/>
                </a:lnTo>
                <a:lnTo>
                  <a:pt x="142875" y="457200"/>
                </a:lnTo>
                <a:lnTo>
                  <a:pt x="152400" y="457200"/>
                </a:lnTo>
                <a:close/>
                <a:moveTo>
                  <a:pt x="590550" y="495300"/>
                </a:moveTo>
                <a:lnTo>
                  <a:pt x="600075" y="495300"/>
                </a:lnTo>
                <a:lnTo>
                  <a:pt x="600075" y="514350"/>
                </a:lnTo>
                <a:lnTo>
                  <a:pt x="590550" y="514350"/>
                </a:lnTo>
                <a:close/>
                <a:moveTo>
                  <a:pt x="447675" y="504825"/>
                </a:moveTo>
                <a:lnTo>
                  <a:pt x="457200" y="504825"/>
                </a:lnTo>
                <a:lnTo>
                  <a:pt x="457200" y="533400"/>
                </a:lnTo>
                <a:lnTo>
                  <a:pt x="447675" y="533400"/>
                </a:lnTo>
                <a:close/>
                <a:moveTo>
                  <a:pt x="438150" y="542925"/>
                </a:moveTo>
                <a:lnTo>
                  <a:pt x="447675" y="542925"/>
                </a:lnTo>
                <a:lnTo>
                  <a:pt x="447675" y="571500"/>
                </a:lnTo>
                <a:lnTo>
                  <a:pt x="438150" y="571500"/>
                </a:lnTo>
                <a:close/>
                <a:moveTo>
                  <a:pt x="342900" y="552450"/>
                </a:moveTo>
                <a:lnTo>
                  <a:pt x="361950" y="552450"/>
                </a:lnTo>
                <a:lnTo>
                  <a:pt x="361950" y="561975"/>
                </a:lnTo>
                <a:lnTo>
                  <a:pt x="342900" y="561975"/>
                </a:lnTo>
                <a:close/>
                <a:moveTo>
                  <a:pt x="190500" y="561975"/>
                </a:moveTo>
                <a:lnTo>
                  <a:pt x="200025" y="561975"/>
                </a:lnTo>
                <a:lnTo>
                  <a:pt x="200025" y="581025"/>
                </a:lnTo>
                <a:lnTo>
                  <a:pt x="190500" y="581025"/>
                </a:lnTo>
                <a:close/>
                <a:moveTo>
                  <a:pt x="200025" y="590550"/>
                </a:moveTo>
                <a:lnTo>
                  <a:pt x="209550" y="590550"/>
                </a:lnTo>
                <a:lnTo>
                  <a:pt x="209550" y="600075"/>
                </a:lnTo>
                <a:lnTo>
                  <a:pt x="200025" y="600075"/>
                </a:lnTo>
                <a:close/>
                <a:moveTo>
                  <a:pt x="609600" y="600075"/>
                </a:moveTo>
                <a:lnTo>
                  <a:pt x="619125" y="600075"/>
                </a:lnTo>
                <a:lnTo>
                  <a:pt x="619125" y="609600"/>
                </a:lnTo>
                <a:lnTo>
                  <a:pt x="609600" y="609600"/>
                </a:lnTo>
                <a:close/>
                <a:moveTo>
                  <a:pt x="238125" y="619125"/>
                </a:moveTo>
                <a:lnTo>
                  <a:pt x="295275" y="619125"/>
                </a:lnTo>
                <a:lnTo>
                  <a:pt x="295275" y="628650"/>
                </a:lnTo>
                <a:lnTo>
                  <a:pt x="238125" y="628650"/>
                </a:lnTo>
                <a:close/>
                <a:moveTo>
                  <a:pt x="609600" y="619125"/>
                </a:moveTo>
                <a:lnTo>
                  <a:pt x="619125" y="619125"/>
                </a:lnTo>
                <a:lnTo>
                  <a:pt x="619125" y="628650"/>
                </a:lnTo>
                <a:lnTo>
                  <a:pt x="609600" y="628650"/>
                </a:lnTo>
                <a:close/>
                <a:moveTo>
                  <a:pt x="523875" y="628650"/>
                </a:moveTo>
                <a:lnTo>
                  <a:pt x="552450" y="628650"/>
                </a:lnTo>
                <a:lnTo>
                  <a:pt x="552450" y="647700"/>
                </a:lnTo>
                <a:lnTo>
                  <a:pt x="542925" y="647700"/>
                </a:lnTo>
                <a:lnTo>
                  <a:pt x="542925" y="638175"/>
                </a:lnTo>
                <a:lnTo>
                  <a:pt x="523875" y="638175"/>
                </a:lnTo>
                <a:close/>
                <a:moveTo>
                  <a:pt x="619125" y="628650"/>
                </a:moveTo>
                <a:lnTo>
                  <a:pt x="628650" y="628650"/>
                </a:lnTo>
                <a:lnTo>
                  <a:pt x="628650" y="638175"/>
                </a:lnTo>
                <a:lnTo>
                  <a:pt x="619125" y="638175"/>
                </a:lnTo>
                <a:close/>
                <a:moveTo>
                  <a:pt x="600075" y="638175"/>
                </a:moveTo>
                <a:lnTo>
                  <a:pt x="619125" y="638175"/>
                </a:lnTo>
                <a:lnTo>
                  <a:pt x="619125" y="647700"/>
                </a:lnTo>
                <a:lnTo>
                  <a:pt x="600075" y="647700"/>
                </a:lnTo>
                <a:close/>
              </a:path>
            </a:pathLst>
          </a:custGeom>
          <a:solidFill xmlns:a="http://schemas.openxmlformats.org/drawingml/2006/main">
            <a:srgbClr val="FEFFFD"/>
          </a:solidFill>
          <a:ln xmlns:a="http://schemas.openxmlformats.org/drawingml/2006/main" w="0">
            <a:noFill/>
          </a:ln>
        </p:spPr>
      </p:sp>
      <p:sp>
        <p:nvSpPr>
          <p:cNvPr id="30" name="cart vector #fefefe">
            <a:extLst xmlns:a="http://schemas.openxmlformats.org/drawingml/2006/main">
              <a:ext uri="{FF2B5EF4-FFF2-40B4-BE49-F238E27FC236}">
                <a16:creationId xmlns:a16="http://schemas.microsoft.com/office/drawing/2014/main" id="{A7921FE7-4215-425C-BCE8-E9E0EB5682C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57250" y="2524125"/>
            <a:ext cx="704850" cy="704850"/>
          </a:xfrm>
          <a:custGeom xmlns:a="http://schemas.openxmlformats.org/drawingml/2006/main">
            <a:pathLst>
              <a:path w="695325" h="657225">
                <a:moveTo>
                  <a:pt x="19050" y="0"/>
                </a:moveTo>
                <a:lnTo>
                  <a:pt x="38100" y="0"/>
                </a:lnTo>
                <a:lnTo>
                  <a:pt x="38100" y="9525"/>
                </a:lnTo>
                <a:lnTo>
                  <a:pt x="19050" y="9525"/>
                </a:lnTo>
                <a:close/>
                <a:moveTo>
                  <a:pt x="76200" y="0"/>
                </a:moveTo>
                <a:lnTo>
                  <a:pt x="133350" y="0"/>
                </a:lnTo>
                <a:lnTo>
                  <a:pt x="133350" y="9525"/>
                </a:lnTo>
                <a:lnTo>
                  <a:pt x="76200" y="9525"/>
                </a:lnTo>
                <a:close/>
                <a:moveTo>
                  <a:pt x="152400" y="0"/>
                </a:moveTo>
                <a:lnTo>
                  <a:pt x="171450" y="0"/>
                </a:lnTo>
                <a:lnTo>
                  <a:pt x="171450" y="9525"/>
                </a:lnTo>
                <a:lnTo>
                  <a:pt x="152400" y="9525"/>
                </a:lnTo>
                <a:close/>
                <a:moveTo>
                  <a:pt x="190500" y="0"/>
                </a:moveTo>
                <a:lnTo>
                  <a:pt x="228600" y="0"/>
                </a:lnTo>
                <a:lnTo>
                  <a:pt x="228600" y="9525"/>
                </a:lnTo>
                <a:lnTo>
                  <a:pt x="219075" y="9525"/>
                </a:lnTo>
                <a:lnTo>
                  <a:pt x="219075" y="47625"/>
                </a:lnTo>
                <a:lnTo>
                  <a:pt x="209550" y="47625"/>
                </a:lnTo>
                <a:lnTo>
                  <a:pt x="209550" y="19050"/>
                </a:lnTo>
                <a:lnTo>
                  <a:pt x="200025" y="19050"/>
                </a:lnTo>
                <a:lnTo>
                  <a:pt x="200025" y="9525"/>
                </a:lnTo>
                <a:lnTo>
                  <a:pt x="190500" y="9525"/>
                </a:lnTo>
                <a:close/>
                <a:moveTo>
                  <a:pt x="19050" y="76200"/>
                </a:moveTo>
                <a:lnTo>
                  <a:pt x="38100" y="76200"/>
                </a:lnTo>
                <a:lnTo>
                  <a:pt x="38100" y="85725"/>
                </a:lnTo>
                <a:lnTo>
                  <a:pt x="47625" y="85725"/>
                </a:lnTo>
                <a:lnTo>
                  <a:pt x="47625" y="95250"/>
                </a:lnTo>
                <a:lnTo>
                  <a:pt x="38100" y="95250"/>
                </a:lnTo>
                <a:lnTo>
                  <a:pt x="38100" y="114300"/>
                </a:lnTo>
                <a:lnTo>
                  <a:pt x="47625" y="114300"/>
                </a:lnTo>
                <a:lnTo>
                  <a:pt x="47625" y="123825"/>
                </a:lnTo>
                <a:lnTo>
                  <a:pt x="28575" y="123825"/>
                </a:lnTo>
                <a:lnTo>
                  <a:pt x="28575" y="133350"/>
                </a:lnTo>
                <a:lnTo>
                  <a:pt x="19050" y="133350"/>
                </a:lnTo>
                <a:lnTo>
                  <a:pt x="19050" y="123825"/>
                </a:lnTo>
                <a:lnTo>
                  <a:pt x="9525" y="123825"/>
                </a:lnTo>
                <a:lnTo>
                  <a:pt x="9525" y="114300"/>
                </a:lnTo>
                <a:lnTo>
                  <a:pt x="19050" y="114300"/>
                </a:lnTo>
                <a:lnTo>
                  <a:pt x="19050" y="104775"/>
                </a:lnTo>
                <a:lnTo>
                  <a:pt x="0" y="104775"/>
                </a:lnTo>
                <a:lnTo>
                  <a:pt x="0" y="95250"/>
                </a:lnTo>
                <a:lnTo>
                  <a:pt x="19050" y="95250"/>
                </a:lnTo>
                <a:close/>
                <a:moveTo>
                  <a:pt x="638175" y="76200"/>
                </a:moveTo>
                <a:lnTo>
                  <a:pt x="657225" y="76200"/>
                </a:lnTo>
                <a:lnTo>
                  <a:pt x="657225" y="95250"/>
                </a:lnTo>
                <a:lnTo>
                  <a:pt x="647700" y="95250"/>
                </a:lnTo>
                <a:lnTo>
                  <a:pt x="647700" y="85725"/>
                </a:lnTo>
                <a:lnTo>
                  <a:pt x="638175" y="85725"/>
                </a:lnTo>
                <a:close/>
                <a:moveTo>
                  <a:pt x="57150" y="114300"/>
                </a:moveTo>
                <a:lnTo>
                  <a:pt x="85725" y="114300"/>
                </a:lnTo>
                <a:lnTo>
                  <a:pt x="85725" y="123825"/>
                </a:lnTo>
                <a:lnTo>
                  <a:pt x="66675" y="123825"/>
                </a:lnTo>
                <a:lnTo>
                  <a:pt x="66675" y="133350"/>
                </a:lnTo>
                <a:lnTo>
                  <a:pt x="47625" y="133350"/>
                </a:lnTo>
                <a:lnTo>
                  <a:pt x="47625" y="123825"/>
                </a:lnTo>
                <a:lnTo>
                  <a:pt x="57150" y="123825"/>
                </a:lnTo>
                <a:close/>
                <a:moveTo>
                  <a:pt x="685800" y="152400"/>
                </a:moveTo>
                <a:lnTo>
                  <a:pt x="695325" y="152400"/>
                </a:lnTo>
                <a:lnTo>
                  <a:pt x="695325" y="161925"/>
                </a:lnTo>
                <a:lnTo>
                  <a:pt x="685800" y="161925"/>
                </a:lnTo>
                <a:close/>
                <a:moveTo>
                  <a:pt x="133350" y="190500"/>
                </a:moveTo>
                <a:lnTo>
                  <a:pt x="142875" y="190500"/>
                </a:lnTo>
                <a:lnTo>
                  <a:pt x="142875" y="209550"/>
                </a:lnTo>
                <a:lnTo>
                  <a:pt x="133350" y="209550"/>
                </a:lnTo>
                <a:close/>
                <a:moveTo>
                  <a:pt x="685800" y="219075"/>
                </a:moveTo>
                <a:lnTo>
                  <a:pt x="695325" y="219075"/>
                </a:lnTo>
                <a:lnTo>
                  <a:pt x="695325" y="247650"/>
                </a:lnTo>
                <a:lnTo>
                  <a:pt x="685800" y="247650"/>
                </a:lnTo>
                <a:lnTo>
                  <a:pt x="685800" y="257175"/>
                </a:lnTo>
                <a:lnTo>
                  <a:pt x="666750" y="257175"/>
                </a:lnTo>
                <a:lnTo>
                  <a:pt x="666750" y="238125"/>
                </a:lnTo>
                <a:lnTo>
                  <a:pt x="676275" y="238125"/>
                </a:lnTo>
                <a:lnTo>
                  <a:pt x="676275" y="228600"/>
                </a:lnTo>
                <a:lnTo>
                  <a:pt x="685800" y="228600"/>
                </a:lnTo>
                <a:close/>
                <a:moveTo>
                  <a:pt x="95250" y="247650"/>
                </a:moveTo>
                <a:lnTo>
                  <a:pt x="114300" y="247650"/>
                </a:lnTo>
                <a:lnTo>
                  <a:pt x="114300" y="266700"/>
                </a:lnTo>
                <a:lnTo>
                  <a:pt x="104775" y="266700"/>
                </a:lnTo>
                <a:lnTo>
                  <a:pt x="104775" y="257175"/>
                </a:lnTo>
                <a:lnTo>
                  <a:pt x="95250" y="257175"/>
                </a:lnTo>
                <a:close/>
                <a:moveTo>
                  <a:pt x="647700" y="285750"/>
                </a:moveTo>
                <a:lnTo>
                  <a:pt x="657225" y="285750"/>
                </a:lnTo>
                <a:lnTo>
                  <a:pt x="657225" y="304800"/>
                </a:lnTo>
                <a:lnTo>
                  <a:pt x="647700" y="304800"/>
                </a:lnTo>
                <a:close/>
                <a:moveTo>
                  <a:pt x="85725" y="333375"/>
                </a:moveTo>
                <a:lnTo>
                  <a:pt x="95250" y="333375"/>
                </a:lnTo>
                <a:lnTo>
                  <a:pt x="95250" y="352425"/>
                </a:lnTo>
                <a:lnTo>
                  <a:pt x="104775" y="352425"/>
                </a:lnTo>
                <a:lnTo>
                  <a:pt x="104775" y="361950"/>
                </a:lnTo>
                <a:lnTo>
                  <a:pt x="95250" y="361950"/>
                </a:lnTo>
                <a:lnTo>
                  <a:pt x="95250" y="371475"/>
                </a:lnTo>
                <a:lnTo>
                  <a:pt x="114300" y="371475"/>
                </a:lnTo>
                <a:lnTo>
                  <a:pt x="114300" y="400050"/>
                </a:lnTo>
                <a:lnTo>
                  <a:pt x="104775" y="400050"/>
                </a:lnTo>
                <a:lnTo>
                  <a:pt x="104775" y="409575"/>
                </a:lnTo>
                <a:lnTo>
                  <a:pt x="114300" y="409575"/>
                </a:lnTo>
                <a:lnTo>
                  <a:pt x="114300" y="438150"/>
                </a:lnTo>
                <a:lnTo>
                  <a:pt x="95250" y="438150"/>
                </a:lnTo>
                <a:lnTo>
                  <a:pt x="95250" y="428625"/>
                </a:lnTo>
                <a:lnTo>
                  <a:pt x="85725" y="428625"/>
                </a:lnTo>
                <a:lnTo>
                  <a:pt x="85725" y="419100"/>
                </a:lnTo>
                <a:lnTo>
                  <a:pt x="95250" y="419100"/>
                </a:lnTo>
                <a:lnTo>
                  <a:pt x="95250" y="409575"/>
                </a:lnTo>
                <a:lnTo>
                  <a:pt x="85725" y="409575"/>
                </a:lnTo>
                <a:lnTo>
                  <a:pt x="85725" y="361950"/>
                </a:lnTo>
                <a:lnTo>
                  <a:pt x="76200" y="361950"/>
                </a:lnTo>
                <a:lnTo>
                  <a:pt x="76200" y="352425"/>
                </a:lnTo>
                <a:lnTo>
                  <a:pt x="85725" y="352425"/>
                </a:lnTo>
                <a:close/>
                <a:moveTo>
                  <a:pt x="19050" y="361950"/>
                </a:moveTo>
                <a:lnTo>
                  <a:pt x="38100" y="361950"/>
                </a:lnTo>
                <a:lnTo>
                  <a:pt x="38100" y="371475"/>
                </a:lnTo>
                <a:lnTo>
                  <a:pt x="47625" y="371475"/>
                </a:lnTo>
                <a:lnTo>
                  <a:pt x="47625" y="381000"/>
                </a:lnTo>
                <a:lnTo>
                  <a:pt x="38100" y="381000"/>
                </a:lnTo>
                <a:lnTo>
                  <a:pt x="38100" y="400050"/>
                </a:lnTo>
                <a:lnTo>
                  <a:pt x="28575" y="400050"/>
                </a:lnTo>
                <a:lnTo>
                  <a:pt x="28575" y="438150"/>
                </a:lnTo>
                <a:lnTo>
                  <a:pt x="9525" y="438150"/>
                </a:lnTo>
                <a:lnTo>
                  <a:pt x="9525" y="428625"/>
                </a:lnTo>
                <a:lnTo>
                  <a:pt x="19050" y="428625"/>
                </a:lnTo>
                <a:lnTo>
                  <a:pt x="19050" y="400050"/>
                </a:lnTo>
                <a:lnTo>
                  <a:pt x="9525" y="400050"/>
                </a:lnTo>
                <a:lnTo>
                  <a:pt x="9525" y="390525"/>
                </a:lnTo>
                <a:lnTo>
                  <a:pt x="0" y="390525"/>
                </a:lnTo>
                <a:lnTo>
                  <a:pt x="0" y="381000"/>
                </a:lnTo>
                <a:lnTo>
                  <a:pt x="19050" y="381000"/>
                </a:lnTo>
                <a:close/>
                <a:moveTo>
                  <a:pt x="123825" y="361950"/>
                </a:moveTo>
                <a:lnTo>
                  <a:pt x="133350" y="361950"/>
                </a:lnTo>
                <a:lnTo>
                  <a:pt x="133350" y="381000"/>
                </a:lnTo>
                <a:lnTo>
                  <a:pt x="123825" y="381000"/>
                </a:lnTo>
                <a:close/>
                <a:moveTo>
                  <a:pt x="476250" y="390525"/>
                </a:moveTo>
                <a:lnTo>
                  <a:pt x="485775" y="390525"/>
                </a:lnTo>
                <a:lnTo>
                  <a:pt x="485775" y="400050"/>
                </a:lnTo>
                <a:lnTo>
                  <a:pt x="476250" y="400050"/>
                </a:lnTo>
                <a:close/>
                <a:moveTo>
                  <a:pt x="533400" y="400050"/>
                </a:moveTo>
                <a:lnTo>
                  <a:pt x="561975" y="400050"/>
                </a:lnTo>
                <a:lnTo>
                  <a:pt x="561975" y="419100"/>
                </a:lnTo>
                <a:lnTo>
                  <a:pt x="542925" y="419100"/>
                </a:lnTo>
                <a:lnTo>
                  <a:pt x="542925" y="409575"/>
                </a:lnTo>
                <a:lnTo>
                  <a:pt x="533400" y="409575"/>
                </a:lnTo>
                <a:close/>
                <a:moveTo>
                  <a:pt x="142875" y="419100"/>
                </a:moveTo>
                <a:lnTo>
                  <a:pt x="152400" y="419100"/>
                </a:lnTo>
                <a:lnTo>
                  <a:pt x="152400" y="447675"/>
                </a:lnTo>
                <a:lnTo>
                  <a:pt x="142875" y="447675"/>
                </a:lnTo>
                <a:lnTo>
                  <a:pt x="142875" y="457200"/>
                </a:lnTo>
                <a:lnTo>
                  <a:pt x="133350" y="457200"/>
                </a:lnTo>
                <a:lnTo>
                  <a:pt x="133350" y="428625"/>
                </a:lnTo>
                <a:lnTo>
                  <a:pt x="142875" y="428625"/>
                </a:lnTo>
                <a:close/>
                <a:moveTo>
                  <a:pt x="76200" y="476250"/>
                </a:moveTo>
                <a:lnTo>
                  <a:pt x="104775" y="476250"/>
                </a:lnTo>
                <a:lnTo>
                  <a:pt x="104775" y="495300"/>
                </a:lnTo>
                <a:lnTo>
                  <a:pt x="85725" y="495300"/>
                </a:lnTo>
                <a:lnTo>
                  <a:pt x="85725" y="504825"/>
                </a:lnTo>
                <a:lnTo>
                  <a:pt x="76200" y="504825"/>
                </a:lnTo>
                <a:close/>
                <a:moveTo>
                  <a:pt x="600075" y="476250"/>
                </a:moveTo>
                <a:lnTo>
                  <a:pt x="609600" y="476250"/>
                </a:lnTo>
                <a:lnTo>
                  <a:pt x="609600" y="485775"/>
                </a:lnTo>
                <a:lnTo>
                  <a:pt x="600075" y="485775"/>
                </a:lnTo>
                <a:close/>
                <a:moveTo>
                  <a:pt x="590550" y="485775"/>
                </a:moveTo>
                <a:lnTo>
                  <a:pt x="600075" y="485775"/>
                </a:lnTo>
                <a:lnTo>
                  <a:pt x="600075" y="495300"/>
                </a:lnTo>
                <a:lnTo>
                  <a:pt x="590550" y="495300"/>
                </a:lnTo>
                <a:close/>
                <a:moveTo>
                  <a:pt x="428625" y="504825"/>
                </a:moveTo>
                <a:lnTo>
                  <a:pt x="438150" y="504825"/>
                </a:lnTo>
                <a:lnTo>
                  <a:pt x="438150" y="514350"/>
                </a:lnTo>
                <a:lnTo>
                  <a:pt x="428625" y="514350"/>
                </a:lnTo>
                <a:close/>
                <a:moveTo>
                  <a:pt x="57150" y="533400"/>
                </a:moveTo>
                <a:lnTo>
                  <a:pt x="66675" y="533400"/>
                </a:lnTo>
                <a:lnTo>
                  <a:pt x="66675" y="552450"/>
                </a:lnTo>
                <a:lnTo>
                  <a:pt x="47625" y="552450"/>
                </a:lnTo>
                <a:lnTo>
                  <a:pt x="47625" y="542925"/>
                </a:lnTo>
                <a:lnTo>
                  <a:pt x="57150" y="542925"/>
                </a:lnTo>
                <a:close/>
                <a:moveTo>
                  <a:pt x="428625" y="533400"/>
                </a:moveTo>
                <a:lnTo>
                  <a:pt x="438150" y="533400"/>
                </a:lnTo>
                <a:lnTo>
                  <a:pt x="438150" y="552450"/>
                </a:lnTo>
                <a:lnTo>
                  <a:pt x="428625" y="552450"/>
                </a:lnTo>
                <a:close/>
                <a:moveTo>
                  <a:pt x="419100" y="552450"/>
                </a:moveTo>
                <a:lnTo>
                  <a:pt x="428625" y="552450"/>
                </a:lnTo>
                <a:lnTo>
                  <a:pt x="428625" y="561975"/>
                </a:lnTo>
                <a:lnTo>
                  <a:pt x="419100" y="561975"/>
                </a:lnTo>
                <a:close/>
                <a:moveTo>
                  <a:pt x="600075" y="561975"/>
                </a:moveTo>
                <a:lnTo>
                  <a:pt x="609600" y="561975"/>
                </a:lnTo>
                <a:lnTo>
                  <a:pt x="609600" y="581025"/>
                </a:lnTo>
                <a:lnTo>
                  <a:pt x="600075" y="581025"/>
                </a:lnTo>
                <a:close/>
                <a:moveTo>
                  <a:pt x="371475" y="571500"/>
                </a:moveTo>
                <a:lnTo>
                  <a:pt x="381000" y="571500"/>
                </a:lnTo>
                <a:lnTo>
                  <a:pt x="381000" y="590550"/>
                </a:lnTo>
                <a:lnTo>
                  <a:pt x="371475" y="590550"/>
                </a:lnTo>
                <a:lnTo>
                  <a:pt x="371475" y="600075"/>
                </a:lnTo>
                <a:lnTo>
                  <a:pt x="361950" y="600075"/>
                </a:lnTo>
                <a:lnTo>
                  <a:pt x="361950" y="581025"/>
                </a:lnTo>
                <a:lnTo>
                  <a:pt x="371475" y="581025"/>
                </a:lnTo>
                <a:close/>
                <a:moveTo>
                  <a:pt x="600075" y="590550"/>
                </a:moveTo>
                <a:lnTo>
                  <a:pt x="609600" y="590550"/>
                </a:lnTo>
                <a:lnTo>
                  <a:pt x="609600" y="600075"/>
                </a:lnTo>
                <a:lnTo>
                  <a:pt x="600075" y="600075"/>
                </a:lnTo>
                <a:close/>
                <a:moveTo>
                  <a:pt x="352425" y="609600"/>
                </a:moveTo>
                <a:lnTo>
                  <a:pt x="361950" y="609600"/>
                </a:lnTo>
                <a:lnTo>
                  <a:pt x="361950" y="628650"/>
                </a:lnTo>
                <a:lnTo>
                  <a:pt x="352425" y="628650"/>
                </a:lnTo>
                <a:close/>
                <a:moveTo>
                  <a:pt x="685800" y="609600"/>
                </a:moveTo>
                <a:lnTo>
                  <a:pt x="695325" y="609600"/>
                </a:lnTo>
                <a:lnTo>
                  <a:pt x="695325" y="628650"/>
                </a:lnTo>
                <a:lnTo>
                  <a:pt x="685800" y="628650"/>
                </a:lnTo>
                <a:close/>
                <a:moveTo>
                  <a:pt x="457200" y="638175"/>
                </a:moveTo>
                <a:lnTo>
                  <a:pt x="476250" y="638175"/>
                </a:lnTo>
                <a:lnTo>
                  <a:pt x="476250" y="647700"/>
                </a:lnTo>
                <a:lnTo>
                  <a:pt x="466725" y="647700"/>
                </a:lnTo>
                <a:lnTo>
                  <a:pt x="466725" y="657225"/>
                </a:lnTo>
                <a:lnTo>
                  <a:pt x="447675" y="657225"/>
                </a:lnTo>
                <a:lnTo>
                  <a:pt x="447675" y="647700"/>
                </a:lnTo>
                <a:lnTo>
                  <a:pt x="457200" y="647700"/>
                </a:lnTo>
                <a:close/>
                <a:moveTo>
                  <a:pt x="485775" y="638175"/>
                </a:moveTo>
                <a:lnTo>
                  <a:pt x="495300" y="638175"/>
                </a:lnTo>
                <a:lnTo>
                  <a:pt x="495300" y="657225"/>
                </a:lnTo>
                <a:lnTo>
                  <a:pt x="485775" y="657225"/>
                </a:lnTo>
                <a:close/>
                <a:moveTo>
                  <a:pt x="552450" y="647700"/>
                </a:moveTo>
                <a:lnTo>
                  <a:pt x="581025" y="647700"/>
                </a:lnTo>
                <a:lnTo>
                  <a:pt x="581025" y="657225"/>
                </a:lnTo>
                <a:lnTo>
                  <a:pt x="552450" y="657225"/>
                </a:lnTo>
                <a:close/>
              </a:path>
            </a:pathLst>
          </a:custGeom>
          <a:solidFill xmlns:a="http://schemas.openxmlformats.org/drawingml/2006/main">
            <a:srgbClr val="FEFEFE"/>
          </a:solidFill>
          <a:ln xmlns:a="http://schemas.openxmlformats.org/drawingml/2006/main" w="0">
            <a:noFill/>
          </a:ln>
        </p:spPr>
      </p:sp>
      <p:sp>
        <p:nvSpPr>
          <p:cNvPr id="31" name="cart vector #fefefd">
            <a:extLst xmlns:a="http://schemas.openxmlformats.org/drawingml/2006/main">
              <a:ext uri="{FF2B5EF4-FFF2-40B4-BE49-F238E27FC236}">
                <a16:creationId xmlns:a16="http://schemas.microsoft.com/office/drawing/2014/main" id="{2F428EDD-3310-49A5-96A6-242E736189C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57250" y="2524125"/>
            <a:ext cx="704850" cy="704850"/>
          </a:xfrm>
          <a:custGeom xmlns:a="http://schemas.openxmlformats.org/drawingml/2006/main">
            <a:pathLst>
              <a:path w="695325" h="657225">
                <a:moveTo>
                  <a:pt x="9525" y="0"/>
                </a:moveTo>
                <a:lnTo>
                  <a:pt x="19050" y="0"/>
                </a:lnTo>
                <a:lnTo>
                  <a:pt x="19050" y="9525"/>
                </a:lnTo>
                <a:lnTo>
                  <a:pt x="9525" y="9525"/>
                </a:lnTo>
                <a:close/>
                <a:moveTo>
                  <a:pt x="38100" y="0"/>
                </a:moveTo>
                <a:lnTo>
                  <a:pt x="47625" y="0"/>
                </a:lnTo>
                <a:lnTo>
                  <a:pt x="47625" y="19050"/>
                </a:lnTo>
                <a:lnTo>
                  <a:pt x="38100" y="19050"/>
                </a:lnTo>
                <a:close/>
                <a:moveTo>
                  <a:pt x="171450" y="0"/>
                </a:moveTo>
                <a:lnTo>
                  <a:pt x="180975" y="0"/>
                </a:lnTo>
                <a:lnTo>
                  <a:pt x="180975" y="9525"/>
                </a:lnTo>
                <a:lnTo>
                  <a:pt x="171450" y="9525"/>
                </a:lnTo>
                <a:close/>
                <a:moveTo>
                  <a:pt x="180975" y="9525"/>
                </a:moveTo>
                <a:lnTo>
                  <a:pt x="200025" y="9525"/>
                </a:lnTo>
                <a:lnTo>
                  <a:pt x="200025" y="19050"/>
                </a:lnTo>
                <a:lnTo>
                  <a:pt x="180975" y="19050"/>
                </a:lnTo>
                <a:close/>
                <a:moveTo>
                  <a:pt x="0" y="47625"/>
                </a:moveTo>
                <a:lnTo>
                  <a:pt x="9525" y="47625"/>
                </a:lnTo>
                <a:lnTo>
                  <a:pt x="9525" y="66675"/>
                </a:lnTo>
                <a:lnTo>
                  <a:pt x="0" y="66675"/>
                </a:lnTo>
                <a:close/>
                <a:moveTo>
                  <a:pt x="209550" y="47625"/>
                </a:moveTo>
                <a:lnTo>
                  <a:pt x="219075" y="47625"/>
                </a:lnTo>
                <a:lnTo>
                  <a:pt x="219075" y="57150"/>
                </a:lnTo>
                <a:lnTo>
                  <a:pt x="209550" y="57150"/>
                </a:lnTo>
                <a:close/>
                <a:moveTo>
                  <a:pt x="9525" y="66675"/>
                </a:moveTo>
                <a:lnTo>
                  <a:pt x="19050" y="66675"/>
                </a:lnTo>
                <a:lnTo>
                  <a:pt x="19050" y="95250"/>
                </a:lnTo>
                <a:lnTo>
                  <a:pt x="0" y="95250"/>
                </a:lnTo>
                <a:lnTo>
                  <a:pt x="0" y="85725"/>
                </a:lnTo>
                <a:lnTo>
                  <a:pt x="9525" y="85725"/>
                </a:lnTo>
                <a:close/>
                <a:moveTo>
                  <a:pt x="38100" y="95250"/>
                </a:moveTo>
                <a:lnTo>
                  <a:pt x="47625" y="95250"/>
                </a:lnTo>
                <a:lnTo>
                  <a:pt x="47625" y="104775"/>
                </a:lnTo>
                <a:lnTo>
                  <a:pt x="57150" y="104775"/>
                </a:lnTo>
                <a:lnTo>
                  <a:pt x="57150" y="123825"/>
                </a:lnTo>
                <a:lnTo>
                  <a:pt x="47625" y="123825"/>
                </a:lnTo>
                <a:lnTo>
                  <a:pt x="47625" y="114300"/>
                </a:lnTo>
                <a:lnTo>
                  <a:pt x="38100" y="114300"/>
                </a:lnTo>
                <a:close/>
                <a:moveTo>
                  <a:pt x="76200" y="104775"/>
                </a:moveTo>
                <a:lnTo>
                  <a:pt x="85725" y="104775"/>
                </a:lnTo>
                <a:lnTo>
                  <a:pt x="85725" y="114300"/>
                </a:lnTo>
                <a:lnTo>
                  <a:pt x="76200" y="114300"/>
                </a:lnTo>
                <a:close/>
                <a:moveTo>
                  <a:pt x="114300" y="190500"/>
                </a:moveTo>
                <a:lnTo>
                  <a:pt x="133350" y="190500"/>
                </a:lnTo>
                <a:lnTo>
                  <a:pt x="133350" y="200025"/>
                </a:lnTo>
                <a:lnTo>
                  <a:pt x="114300" y="200025"/>
                </a:lnTo>
                <a:close/>
                <a:moveTo>
                  <a:pt x="676275" y="219075"/>
                </a:moveTo>
                <a:lnTo>
                  <a:pt x="685800" y="219075"/>
                </a:lnTo>
                <a:lnTo>
                  <a:pt x="685800" y="228600"/>
                </a:lnTo>
                <a:lnTo>
                  <a:pt x="676275" y="228600"/>
                </a:lnTo>
                <a:close/>
                <a:moveTo>
                  <a:pt x="161925" y="314325"/>
                </a:moveTo>
                <a:lnTo>
                  <a:pt x="171450" y="314325"/>
                </a:lnTo>
                <a:lnTo>
                  <a:pt x="171450" y="323850"/>
                </a:lnTo>
                <a:lnTo>
                  <a:pt x="161925" y="323850"/>
                </a:lnTo>
                <a:close/>
                <a:moveTo>
                  <a:pt x="171450" y="333375"/>
                </a:moveTo>
                <a:lnTo>
                  <a:pt x="180975" y="333375"/>
                </a:lnTo>
                <a:lnTo>
                  <a:pt x="180975" y="352425"/>
                </a:lnTo>
                <a:lnTo>
                  <a:pt x="171450" y="352425"/>
                </a:lnTo>
                <a:close/>
                <a:moveTo>
                  <a:pt x="161925" y="361950"/>
                </a:moveTo>
                <a:lnTo>
                  <a:pt x="171450" y="361950"/>
                </a:lnTo>
                <a:lnTo>
                  <a:pt x="171450" y="371475"/>
                </a:lnTo>
                <a:lnTo>
                  <a:pt x="161925" y="371475"/>
                </a:lnTo>
                <a:close/>
                <a:moveTo>
                  <a:pt x="133350" y="371475"/>
                </a:moveTo>
                <a:lnTo>
                  <a:pt x="142875" y="371475"/>
                </a:lnTo>
                <a:lnTo>
                  <a:pt x="142875" y="381000"/>
                </a:lnTo>
                <a:lnTo>
                  <a:pt x="133350" y="381000"/>
                </a:lnTo>
                <a:close/>
                <a:moveTo>
                  <a:pt x="133350" y="390525"/>
                </a:moveTo>
                <a:lnTo>
                  <a:pt x="142875" y="390525"/>
                </a:lnTo>
                <a:lnTo>
                  <a:pt x="142875" y="400050"/>
                </a:lnTo>
                <a:lnTo>
                  <a:pt x="133350" y="400050"/>
                </a:lnTo>
                <a:close/>
                <a:moveTo>
                  <a:pt x="85725" y="409575"/>
                </a:moveTo>
                <a:lnTo>
                  <a:pt x="95250" y="409575"/>
                </a:lnTo>
                <a:lnTo>
                  <a:pt x="95250" y="419100"/>
                </a:lnTo>
                <a:lnTo>
                  <a:pt x="85725" y="419100"/>
                </a:lnTo>
                <a:close/>
                <a:moveTo>
                  <a:pt x="114300" y="409575"/>
                </a:moveTo>
                <a:lnTo>
                  <a:pt x="133350" y="409575"/>
                </a:lnTo>
                <a:lnTo>
                  <a:pt x="133350" y="419100"/>
                </a:lnTo>
                <a:lnTo>
                  <a:pt x="142875" y="419100"/>
                </a:lnTo>
                <a:lnTo>
                  <a:pt x="142875" y="409575"/>
                </a:lnTo>
                <a:lnTo>
                  <a:pt x="152400" y="409575"/>
                </a:lnTo>
                <a:lnTo>
                  <a:pt x="152400" y="419100"/>
                </a:lnTo>
                <a:lnTo>
                  <a:pt x="142875" y="419100"/>
                </a:lnTo>
                <a:lnTo>
                  <a:pt x="142875" y="428625"/>
                </a:lnTo>
                <a:lnTo>
                  <a:pt x="133350" y="428625"/>
                </a:lnTo>
                <a:lnTo>
                  <a:pt x="133350" y="457200"/>
                </a:lnTo>
                <a:lnTo>
                  <a:pt x="123825" y="457200"/>
                </a:lnTo>
                <a:lnTo>
                  <a:pt x="123825" y="419100"/>
                </a:lnTo>
                <a:lnTo>
                  <a:pt x="114300" y="419100"/>
                </a:lnTo>
                <a:close/>
                <a:moveTo>
                  <a:pt x="142875" y="447675"/>
                </a:moveTo>
                <a:lnTo>
                  <a:pt x="152400" y="447675"/>
                </a:lnTo>
                <a:lnTo>
                  <a:pt x="152400" y="457200"/>
                </a:lnTo>
                <a:lnTo>
                  <a:pt x="142875" y="457200"/>
                </a:lnTo>
                <a:close/>
                <a:moveTo>
                  <a:pt x="161925" y="466725"/>
                </a:moveTo>
                <a:lnTo>
                  <a:pt x="171450" y="466725"/>
                </a:lnTo>
                <a:lnTo>
                  <a:pt x="171450" y="495300"/>
                </a:lnTo>
                <a:lnTo>
                  <a:pt x="161925" y="495300"/>
                </a:lnTo>
                <a:close/>
                <a:moveTo>
                  <a:pt x="428625" y="552450"/>
                </a:moveTo>
                <a:lnTo>
                  <a:pt x="438150" y="552450"/>
                </a:lnTo>
                <a:lnTo>
                  <a:pt x="438150" y="561975"/>
                </a:lnTo>
                <a:lnTo>
                  <a:pt x="428625" y="561975"/>
                </a:lnTo>
                <a:close/>
                <a:moveTo>
                  <a:pt x="180975" y="561975"/>
                </a:moveTo>
                <a:lnTo>
                  <a:pt x="190500" y="561975"/>
                </a:lnTo>
                <a:lnTo>
                  <a:pt x="190500" y="571500"/>
                </a:lnTo>
                <a:lnTo>
                  <a:pt x="180975" y="571500"/>
                </a:lnTo>
                <a:close/>
                <a:moveTo>
                  <a:pt x="352425" y="561975"/>
                </a:moveTo>
                <a:lnTo>
                  <a:pt x="361950" y="561975"/>
                </a:lnTo>
                <a:lnTo>
                  <a:pt x="361950" y="571500"/>
                </a:lnTo>
                <a:lnTo>
                  <a:pt x="352425" y="571500"/>
                </a:lnTo>
                <a:close/>
                <a:moveTo>
                  <a:pt x="161925" y="571500"/>
                </a:moveTo>
                <a:lnTo>
                  <a:pt x="171450" y="571500"/>
                </a:lnTo>
                <a:lnTo>
                  <a:pt x="171450" y="590550"/>
                </a:lnTo>
                <a:lnTo>
                  <a:pt x="161925" y="590550"/>
                </a:lnTo>
                <a:close/>
                <a:moveTo>
                  <a:pt x="361950" y="571500"/>
                </a:moveTo>
                <a:lnTo>
                  <a:pt x="371475" y="571500"/>
                </a:lnTo>
                <a:lnTo>
                  <a:pt x="371475" y="581025"/>
                </a:lnTo>
                <a:lnTo>
                  <a:pt x="361950" y="581025"/>
                </a:lnTo>
                <a:close/>
                <a:moveTo>
                  <a:pt x="381000" y="571500"/>
                </a:moveTo>
                <a:lnTo>
                  <a:pt x="409575" y="571500"/>
                </a:lnTo>
                <a:lnTo>
                  <a:pt x="409575" y="581025"/>
                </a:lnTo>
                <a:lnTo>
                  <a:pt x="400050" y="581025"/>
                </a:lnTo>
                <a:lnTo>
                  <a:pt x="400050" y="600075"/>
                </a:lnTo>
                <a:lnTo>
                  <a:pt x="371475" y="600075"/>
                </a:lnTo>
                <a:lnTo>
                  <a:pt x="371475" y="590550"/>
                </a:lnTo>
                <a:lnTo>
                  <a:pt x="381000" y="590550"/>
                </a:lnTo>
                <a:close/>
                <a:moveTo>
                  <a:pt x="600075" y="600075"/>
                </a:moveTo>
                <a:lnTo>
                  <a:pt x="609600" y="600075"/>
                </a:lnTo>
                <a:lnTo>
                  <a:pt x="609600" y="609600"/>
                </a:lnTo>
                <a:lnTo>
                  <a:pt x="600075" y="609600"/>
                </a:lnTo>
                <a:close/>
                <a:moveTo>
                  <a:pt x="247650" y="628650"/>
                </a:moveTo>
                <a:lnTo>
                  <a:pt x="257175" y="628650"/>
                </a:lnTo>
                <a:lnTo>
                  <a:pt x="257175" y="638175"/>
                </a:lnTo>
                <a:lnTo>
                  <a:pt x="247650" y="638175"/>
                </a:lnTo>
                <a:close/>
                <a:moveTo>
                  <a:pt x="466725" y="628650"/>
                </a:moveTo>
                <a:lnTo>
                  <a:pt x="504825" y="628650"/>
                </a:lnTo>
                <a:lnTo>
                  <a:pt x="504825" y="638175"/>
                </a:lnTo>
                <a:lnTo>
                  <a:pt x="514350" y="638175"/>
                </a:lnTo>
                <a:lnTo>
                  <a:pt x="514350" y="647700"/>
                </a:lnTo>
                <a:lnTo>
                  <a:pt x="495300" y="647700"/>
                </a:lnTo>
                <a:lnTo>
                  <a:pt x="495300" y="638175"/>
                </a:lnTo>
                <a:lnTo>
                  <a:pt x="466725" y="638175"/>
                </a:lnTo>
                <a:close/>
                <a:moveTo>
                  <a:pt x="447675" y="638175"/>
                </a:moveTo>
                <a:lnTo>
                  <a:pt x="457200" y="638175"/>
                </a:lnTo>
                <a:lnTo>
                  <a:pt x="457200" y="647700"/>
                </a:lnTo>
                <a:lnTo>
                  <a:pt x="447675" y="647700"/>
                </a:lnTo>
                <a:close/>
                <a:moveTo>
                  <a:pt x="552450" y="638175"/>
                </a:moveTo>
                <a:lnTo>
                  <a:pt x="571500" y="638175"/>
                </a:lnTo>
                <a:lnTo>
                  <a:pt x="571500" y="647700"/>
                </a:lnTo>
                <a:lnTo>
                  <a:pt x="552450" y="647700"/>
                </a:lnTo>
                <a:close/>
              </a:path>
            </a:pathLst>
          </a:custGeom>
          <a:solidFill xmlns:a="http://schemas.openxmlformats.org/drawingml/2006/main">
            <a:srgbClr val="FEFEFD"/>
          </a:solidFill>
          <a:ln xmlns:a="http://schemas.openxmlformats.org/drawingml/2006/main" w="0">
            <a:noFill/>
          </a:ln>
        </p:spPr>
      </p:sp>
      <p:sp>
        <p:nvSpPr>
          <p:cNvPr id="32" name="cart vector #fdfefe">
            <a:extLst xmlns:a="http://schemas.openxmlformats.org/drawingml/2006/main">
              <a:ext uri="{FF2B5EF4-FFF2-40B4-BE49-F238E27FC236}">
                <a16:creationId xmlns:a16="http://schemas.microsoft.com/office/drawing/2014/main" id="{AB74D166-6478-4511-94F5-9BF8E1D5353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57250" y="2524125"/>
            <a:ext cx="704850" cy="704850"/>
          </a:xfrm>
          <a:custGeom xmlns:a="http://schemas.openxmlformats.org/drawingml/2006/main">
            <a:pathLst>
              <a:path w="695325" h="657225">
                <a:moveTo>
                  <a:pt x="47625" y="0"/>
                </a:moveTo>
                <a:lnTo>
                  <a:pt x="76200" y="0"/>
                </a:lnTo>
                <a:lnTo>
                  <a:pt x="76200" y="9525"/>
                </a:lnTo>
                <a:lnTo>
                  <a:pt x="95250" y="9525"/>
                </a:lnTo>
                <a:lnTo>
                  <a:pt x="95250" y="19050"/>
                </a:lnTo>
                <a:lnTo>
                  <a:pt x="66675" y="19050"/>
                </a:lnTo>
                <a:lnTo>
                  <a:pt x="66675" y="9525"/>
                </a:lnTo>
                <a:lnTo>
                  <a:pt x="57150" y="9525"/>
                </a:lnTo>
                <a:lnTo>
                  <a:pt x="57150" y="19050"/>
                </a:lnTo>
                <a:lnTo>
                  <a:pt x="47625" y="19050"/>
                </a:lnTo>
                <a:close/>
                <a:moveTo>
                  <a:pt x="171450" y="9525"/>
                </a:moveTo>
                <a:lnTo>
                  <a:pt x="180975" y="9525"/>
                </a:lnTo>
                <a:lnTo>
                  <a:pt x="180975" y="19050"/>
                </a:lnTo>
                <a:lnTo>
                  <a:pt x="171450" y="19050"/>
                </a:lnTo>
                <a:close/>
                <a:moveTo>
                  <a:pt x="180975" y="19050"/>
                </a:moveTo>
                <a:lnTo>
                  <a:pt x="209550" y="19050"/>
                </a:lnTo>
                <a:lnTo>
                  <a:pt x="209550" y="66675"/>
                </a:lnTo>
                <a:lnTo>
                  <a:pt x="200025" y="66675"/>
                </a:lnTo>
                <a:lnTo>
                  <a:pt x="200025" y="38100"/>
                </a:lnTo>
                <a:lnTo>
                  <a:pt x="190500" y="38100"/>
                </a:lnTo>
                <a:lnTo>
                  <a:pt x="190500" y="28575"/>
                </a:lnTo>
                <a:lnTo>
                  <a:pt x="180975" y="28575"/>
                </a:lnTo>
                <a:close/>
                <a:moveTo>
                  <a:pt x="28575" y="47625"/>
                </a:moveTo>
                <a:lnTo>
                  <a:pt x="38100" y="47625"/>
                </a:lnTo>
                <a:lnTo>
                  <a:pt x="38100" y="76200"/>
                </a:lnTo>
                <a:lnTo>
                  <a:pt x="19050" y="76200"/>
                </a:lnTo>
                <a:lnTo>
                  <a:pt x="19050" y="66675"/>
                </a:lnTo>
                <a:lnTo>
                  <a:pt x="9525" y="66675"/>
                </a:lnTo>
                <a:lnTo>
                  <a:pt x="9525" y="57150"/>
                </a:lnTo>
                <a:lnTo>
                  <a:pt x="28575" y="57150"/>
                </a:lnTo>
                <a:close/>
                <a:moveTo>
                  <a:pt x="619125" y="85725"/>
                </a:moveTo>
                <a:lnTo>
                  <a:pt x="647700" y="85725"/>
                </a:lnTo>
                <a:lnTo>
                  <a:pt x="647700" y="95250"/>
                </a:lnTo>
                <a:lnTo>
                  <a:pt x="619125" y="95250"/>
                </a:lnTo>
                <a:close/>
                <a:moveTo>
                  <a:pt x="647700" y="95250"/>
                </a:moveTo>
                <a:lnTo>
                  <a:pt x="666750" y="95250"/>
                </a:lnTo>
                <a:lnTo>
                  <a:pt x="666750" y="104775"/>
                </a:lnTo>
                <a:lnTo>
                  <a:pt x="647700" y="104775"/>
                </a:lnTo>
                <a:close/>
                <a:moveTo>
                  <a:pt x="57150" y="104775"/>
                </a:moveTo>
                <a:lnTo>
                  <a:pt x="76200" y="104775"/>
                </a:lnTo>
                <a:lnTo>
                  <a:pt x="76200" y="114300"/>
                </a:lnTo>
                <a:lnTo>
                  <a:pt x="57150" y="114300"/>
                </a:lnTo>
                <a:close/>
                <a:moveTo>
                  <a:pt x="123825" y="161925"/>
                </a:moveTo>
                <a:lnTo>
                  <a:pt x="133350" y="161925"/>
                </a:lnTo>
                <a:lnTo>
                  <a:pt x="133350" y="171450"/>
                </a:lnTo>
                <a:lnTo>
                  <a:pt x="123825" y="171450"/>
                </a:lnTo>
                <a:close/>
                <a:moveTo>
                  <a:pt x="666750" y="161925"/>
                </a:moveTo>
                <a:lnTo>
                  <a:pt x="676275" y="161925"/>
                </a:lnTo>
                <a:lnTo>
                  <a:pt x="676275" y="171450"/>
                </a:lnTo>
                <a:lnTo>
                  <a:pt x="666750" y="171450"/>
                </a:lnTo>
                <a:close/>
                <a:moveTo>
                  <a:pt x="676275" y="171450"/>
                </a:moveTo>
                <a:lnTo>
                  <a:pt x="685800" y="171450"/>
                </a:lnTo>
                <a:lnTo>
                  <a:pt x="685800" y="180975"/>
                </a:lnTo>
                <a:lnTo>
                  <a:pt x="676275" y="180975"/>
                </a:lnTo>
                <a:close/>
                <a:moveTo>
                  <a:pt x="133350" y="180975"/>
                </a:moveTo>
                <a:lnTo>
                  <a:pt x="142875" y="180975"/>
                </a:lnTo>
                <a:lnTo>
                  <a:pt x="142875" y="190500"/>
                </a:lnTo>
                <a:lnTo>
                  <a:pt x="133350" y="190500"/>
                </a:lnTo>
                <a:close/>
                <a:moveTo>
                  <a:pt x="657225" y="219075"/>
                </a:moveTo>
                <a:lnTo>
                  <a:pt x="666750" y="219075"/>
                </a:lnTo>
                <a:lnTo>
                  <a:pt x="666750" y="228600"/>
                </a:lnTo>
                <a:lnTo>
                  <a:pt x="657225" y="228600"/>
                </a:lnTo>
                <a:close/>
                <a:moveTo>
                  <a:pt x="666750" y="228600"/>
                </a:moveTo>
                <a:lnTo>
                  <a:pt x="676275" y="228600"/>
                </a:lnTo>
                <a:lnTo>
                  <a:pt x="676275" y="238125"/>
                </a:lnTo>
                <a:lnTo>
                  <a:pt x="666750" y="238125"/>
                </a:lnTo>
                <a:close/>
                <a:moveTo>
                  <a:pt x="657225" y="238125"/>
                </a:moveTo>
                <a:lnTo>
                  <a:pt x="666750" y="238125"/>
                </a:lnTo>
                <a:lnTo>
                  <a:pt x="666750" y="257175"/>
                </a:lnTo>
                <a:lnTo>
                  <a:pt x="657225" y="257175"/>
                </a:lnTo>
                <a:close/>
                <a:moveTo>
                  <a:pt x="647700" y="257175"/>
                </a:moveTo>
                <a:lnTo>
                  <a:pt x="657225" y="257175"/>
                </a:lnTo>
                <a:lnTo>
                  <a:pt x="657225" y="276225"/>
                </a:lnTo>
                <a:lnTo>
                  <a:pt x="647700" y="276225"/>
                </a:lnTo>
                <a:close/>
                <a:moveTo>
                  <a:pt x="161925" y="276225"/>
                </a:moveTo>
                <a:lnTo>
                  <a:pt x="171450" y="276225"/>
                </a:lnTo>
                <a:lnTo>
                  <a:pt x="171450" y="285750"/>
                </a:lnTo>
                <a:lnTo>
                  <a:pt x="161925" y="285750"/>
                </a:lnTo>
                <a:close/>
                <a:moveTo>
                  <a:pt x="638175" y="285750"/>
                </a:moveTo>
                <a:lnTo>
                  <a:pt x="647700" y="285750"/>
                </a:lnTo>
                <a:lnTo>
                  <a:pt x="647700" y="304800"/>
                </a:lnTo>
                <a:lnTo>
                  <a:pt x="638175" y="304800"/>
                </a:lnTo>
                <a:close/>
                <a:moveTo>
                  <a:pt x="171450" y="314325"/>
                </a:moveTo>
                <a:lnTo>
                  <a:pt x="180975" y="314325"/>
                </a:lnTo>
                <a:lnTo>
                  <a:pt x="180975" y="323850"/>
                </a:lnTo>
                <a:lnTo>
                  <a:pt x="171450" y="323850"/>
                </a:lnTo>
                <a:close/>
                <a:moveTo>
                  <a:pt x="628650" y="314325"/>
                </a:moveTo>
                <a:lnTo>
                  <a:pt x="638175" y="314325"/>
                </a:lnTo>
                <a:lnTo>
                  <a:pt x="638175" y="323850"/>
                </a:lnTo>
                <a:lnTo>
                  <a:pt x="628650" y="323850"/>
                </a:lnTo>
                <a:close/>
                <a:moveTo>
                  <a:pt x="171450" y="352425"/>
                </a:moveTo>
                <a:lnTo>
                  <a:pt x="180975" y="352425"/>
                </a:lnTo>
                <a:lnTo>
                  <a:pt x="180975" y="371475"/>
                </a:lnTo>
                <a:lnTo>
                  <a:pt x="171450" y="371475"/>
                </a:lnTo>
                <a:close/>
                <a:moveTo>
                  <a:pt x="571500" y="381000"/>
                </a:moveTo>
                <a:lnTo>
                  <a:pt x="581025" y="381000"/>
                </a:lnTo>
                <a:lnTo>
                  <a:pt x="581025" y="390525"/>
                </a:lnTo>
                <a:lnTo>
                  <a:pt x="571500" y="390525"/>
                </a:lnTo>
                <a:close/>
                <a:moveTo>
                  <a:pt x="428625" y="400050"/>
                </a:moveTo>
                <a:lnTo>
                  <a:pt x="438150" y="400050"/>
                </a:lnTo>
                <a:lnTo>
                  <a:pt x="438150" y="419100"/>
                </a:lnTo>
                <a:lnTo>
                  <a:pt x="409575" y="419100"/>
                </a:lnTo>
                <a:lnTo>
                  <a:pt x="409575" y="409575"/>
                </a:lnTo>
                <a:lnTo>
                  <a:pt x="428625" y="409575"/>
                </a:lnTo>
                <a:close/>
                <a:moveTo>
                  <a:pt x="447675" y="419100"/>
                </a:moveTo>
                <a:lnTo>
                  <a:pt x="457200" y="419100"/>
                </a:lnTo>
                <a:lnTo>
                  <a:pt x="457200" y="428625"/>
                </a:lnTo>
                <a:lnTo>
                  <a:pt x="447675" y="428625"/>
                </a:lnTo>
                <a:close/>
                <a:moveTo>
                  <a:pt x="466725" y="419100"/>
                </a:moveTo>
                <a:lnTo>
                  <a:pt x="476250" y="419100"/>
                </a:lnTo>
                <a:lnTo>
                  <a:pt x="476250" y="428625"/>
                </a:lnTo>
                <a:lnTo>
                  <a:pt x="466725" y="428625"/>
                </a:lnTo>
                <a:close/>
                <a:moveTo>
                  <a:pt x="552450" y="419100"/>
                </a:moveTo>
                <a:lnTo>
                  <a:pt x="571500" y="419100"/>
                </a:lnTo>
                <a:lnTo>
                  <a:pt x="571500" y="428625"/>
                </a:lnTo>
                <a:lnTo>
                  <a:pt x="552450" y="428625"/>
                </a:lnTo>
                <a:close/>
                <a:moveTo>
                  <a:pt x="152400" y="438150"/>
                </a:moveTo>
                <a:lnTo>
                  <a:pt x="161925" y="438150"/>
                </a:lnTo>
                <a:lnTo>
                  <a:pt x="161925" y="447675"/>
                </a:lnTo>
                <a:lnTo>
                  <a:pt x="152400" y="447675"/>
                </a:lnTo>
                <a:close/>
                <a:moveTo>
                  <a:pt x="161925" y="447675"/>
                </a:moveTo>
                <a:lnTo>
                  <a:pt x="171450" y="447675"/>
                </a:lnTo>
                <a:lnTo>
                  <a:pt x="171450" y="457200"/>
                </a:lnTo>
                <a:lnTo>
                  <a:pt x="161925" y="457200"/>
                </a:lnTo>
                <a:close/>
                <a:moveTo>
                  <a:pt x="419100" y="495300"/>
                </a:moveTo>
                <a:lnTo>
                  <a:pt x="438150" y="495300"/>
                </a:lnTo>
                <a:lnTo>
                  <a:pt x="438150" y="504825"/>
                </a:lnTo>
                <a:lnTo>
                  <a:pt x="428625" y="504825"/>
                </a:lnTo>
                <a:lnTo>
                  <a:pt x="428625" y="514350"/>
                </a:lnTo>
                <a:lnTo>
                  <a:pt x="419100" y="514350"/>
                </a:lnTo>
                <a:close/>
                <a:moveTo>
                  <a:pt x="457200" y="514350"/>
                </a:moveTo>
                <a:lnTo>
                  <a:pt x="466725" y="514350"/>
                </a:lnTo>
                <a:lnTo>
                  <a:pt x="466725" y="523875"/>
                </a:lnTo>
                <a:lnTo>
                  <a:pt x="457200" y="523875"/>
                </a:lnTo>
                <a:close/>
                <a:moveTo>
                  <a:pt x="590550" y="514350"/>
                </a:moveTo>
                <a:lnTo>
                  <a:pt x="600075" y="514350"/>
                </a:lnTo>
                <a:lnTo>
                  <a:pt x="600075" y="523875"/>
                </a:lnTo>
                <a:lnTo>
                  <a:pt x="590550" y="523875"/>
                </a:lnTo>
                <a:close/>
                <a:moveTo>
                  <a:pt x="180975" y="552450"/>
                </a:moveTo>
                <a:lnTo>
                  <a:pt x="190500" y="552450"/>
                </a:lnTo>
                <a:lnTo>
                  <a:pt x="190500" y="561975"/>
                </a:lnTo>
                <a:lnTo>
                  <a:pt x="180975" y="561975"/>
                </a:lnTo>
                <a:close/>
                <a:moveTo>
                  <a:pt x="447675" y="561975"/>
                </a:moveTo>
                <a:lnTo>
                  <a:pt x="457200" y="561975"/>
                </a:lnTo>
                <a:lnTo>
                  <a:pt x="457200" y="581025"/>
                </a:lnTo>
                <a:lnTo>
                  <a:pt x="447675" y="581025"/>
                </a:lnTo>
                <a:close/>
                <a:moveTo>
                  <a:pt x="590550" y="561975"/>
                </a:moveTo>
                <a:lnTo>
                  <a:pt x="600075" y="561975"/>
                </a:lnTo>
                <a:lnTo>
                  <a:pt x="600075" y="600075"/>
                </a:lnTo>
                <a:lnTo>
                  <a:pt x="590550" y="600075"/>
                </a:lnTo>
                <a:close/>
                <a:moveTo>
                  <a:pt x="200025" y="581025"/>
                </a:moveTo>
                <a:lnTo>
                  <a:pt x="209550" y="581025"/>
                </a:lnTo>
                <a:lnTo>
                  <a:pt x="209550" y="590550"/>
                </a:lnTo>
                <a:lnTo>
                  <a:pt x="200025" y="590550"/>
                </a:lnTo>
                <a:close/>
                <a:moveTo>
                  <a:pt x="590550" y="609600"/>
                </a:moveTo>
                <a:lnTo>
                  <a:pt x="600075" y="609600"/>
                </a:lnTo>
                <a:lnTo>
                  <a:pt x="600075" y="619125"/>
                </a:lnTo>
                <a:lnTo>
                  <a:pt x="590550" y="619125"/>
                </a:lnTo>
                <a:close/>
                <a:moveTo>
                  <a:pt x="476250" y="619125"/>
                </a:moveTo>
                <a:lnTo>
                  <a:pt x="485775" y="619125"/>
                </a:lnTo>
                <a:lnTo>
                  <a:pt x="485775" y="628650"/>
                </a:lnTo>
                <a:lnTo>
                  <a:pt x="476250" y="628650"/>
                </a:lnTo>
                <a:close/>
                <a:moveTo>
                  <a:pt x="561975" y="619125"/>
                </a:moveTo>
                <a:lnTo>
                  <a:pt x="571500" y="619125"/>
                </a:lnTo>
                <a:lnTo>
                  <a:pt x="571500" y="628650"/>
                </a:lnTo>
                <a:lnTo>
                  <a:pt x="561975" y="628650"/>
                </a:lnTo>
                <a:close/>
                <a:moveTo>
                  <a:pt x="504825" y="628650"/>
                </a:moveTo>
                <a:lnTo>
                  <a:pt x="523875" y="628650"/>
                </a:lnTo>
                <a:lnTo>
                  <a:pt x="523875" y="638175"/>
                </a:lnTo>
                <a:lnTo>
                  <a:pt x="504825" y="638175"/>
                </a:lnTo>
                <a:close/>
                <a:moveTo>
                  <a:pt x="600075" y="628650"/>
                </a:moveTo>
                <a:lnTo>
                  <a:pt x="619125" y="628650"/>
                </a:lnTo>
                <a:lnTo>
                  <a:pt x="619125" y="638175"/>
                </a:lnTo>
                <a:lnTo>
                  <a:pt x="600075" y="638175"/>
                </a:lnTo>
                <a:close/>
              </a:path>
            </a:pathLst>
          </a:custGeom>
          <a:solidFill xmlns:a="http://schemas.openxmlformats.org/drawingml/2006/main">
            <a:srgbClr val="FDFEFE"/>
          </a:solidFill>
          <a:ln xmlns:a="http://schemas.openxmlformats.org/drawingml/2006/main" w="0">
            <a:noFill/>
          </a:ln>
        </p:spPr>
      </p:sp>
      <p:sp>
        <p:nvSpPr>
          <p:cNvPr id="33" name="cart vector #fefefc">
            <a:extLst xmlns:a="http://schemas.openxmlformats.org/drawingml/2006/main">
              <a:ext uri="{FF2B5EF4-FFF2-40B4-BE49-F238E27FC236}">
                <a16:creationId xmlns:a16="http://schemas.microsoft.com/office/drawing/2014/main" id="{CADA1A1D-7E80-44C6-A04D-85631BEEA5B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57250" y="2524125"/>
            <a:ext cx="704850" cy="704850"/>
          </a:xfrm>
          <a:custGeom xmlns:a="http://schemas.openxmlformats.org/drawingml/2006/main">
            <a:pathLst>
              <a:path w="695325" h="657225">
                <a:moveTo>
                  <a:pt x="0" y="9525"/>
                </a:moveTo>
                <a:lnTo>
                  <a:pt x="38100" y="9525"/>
                </a:lnTo>
                <a:lnTo>
                  <a:pt x="38100" y="38100"/>
                </a:lnTo>
                <a:lnTo>
                  <a:pt x="28575" y="38100"/>
                </a:lnTo>
                <a:lnTo>
                  <a:pt x="28575" y="57150"/>
                </a:lnTo>
                <a:lnTo>
                  <a:pt x="9525" y="57150"/>
                </a:lnTo>
                <a:lnTo>
                  <a:pt x="9525" y="47625"/>
                </a:lnTo>
                <a:lnTo>
                  <a:pt x="0" y="47625"/>
                </a:lnTo>
                <a:close/>
                <a:moveTo>
                  <a:pt x="209550" y="57150"/>
                </a:moveTo>
                <a:lnTo>
                  <a:pt x="219075" y="57150"/>
                </a:lnTo>
                <a:lnTo>
                  <a:pt x="219075" y="76200"/>
                </a:lnTo>
                <a:lnTo>
                  <a:pt x="200025" y="76200"/>
                </a:lnTo>
                <a:lnTo>
                  <a:pt x="200025" y="66675"/>
                </a:lnTo>
                <a:lnTo>
                  <a:pt x="209550" y="66675"/>
                </a:lnTo>
                <a:close/>
                <a:moveTo>
                  <a:pt x="47625" y="95250"/>
                </a:moveTo>
                <a:lnTo>
                  <a:pt x="57150" y="95250"/>
                </a:lnTo>
                <a:lnTo>
                  <a:pt x="57150" y="104775"/>
                </a:lnTo>
                <a:lnTo>
                  <a:pt x="47625" y="104775"/>
                </a:lnTo>
                <a:close/>
                <a:moveTo>
                  <a:pt x="114300" y="114300"/>
                </a:moveTo>
                <a:lnTo>
                  <a:pt x="123825" y="114300"/>
                </a:lnTo>
                <a:lnTo>
                  <a:pt x="123825" y="123825"/>
                </a:lnTo>
                <a:lnTo>
                  <a:pt x="114300" y="123825"/>
                </a:lnTo>
                <a:close/>
                <a:moveTo>
                  <a:pt x="123825" y="171450"/>
                </a:moveTo>
                <a:lnTo>
                  <a:pt x="133350" y="171450"/>
                </a:lnTo>
                <a:lnTo>
                  <a:pt x="133350" y="190500"/>
                </a:lnTo>
                <a:lnTo>
                  <a:pt x="114300" y="190500"/>
                </a:lnTo>
                <a:lnTo>
                  <a:pt x="114300" y="180975"/>
                </a:lnTo>
                <a:lnTo>
                  <a:pt x="123825" y="180975"/>
                </a:lnTo>
                <a:close/>
                <a:moveTo>
                  <a:pt x="666750" y="209550"/>
                </a:moveTo>
                <a:lnTo>
                  <a:pt x="676275" y="209550"/>
                </a:lnTo>
                <a:lnTo>
                  <a:pt x="676275" y="228600"/>
                </a:lnTo>
                <a:lnTo>
                  <a:pt x="666750" y="228600"/>
                </a:lnTo>
                <a:close/>
                <a:moveTo>
                  <a:pt x="161925" y="333375"/>
                </a:moveTo>
                <a:lnTo>
                  <a:pt x="171450" y="333375"/>
                </a:lnTo>
                <a:lnTo>
                  <a:pt x="171450" y="361950"/>
                </a:lnTo>
                <a:lnTo>
                  <a:pt x="161925" y="361950"/>
                </a:lnTo>
                <a:close/>
                <a:moveTo>
                  <a:pt x="133350" y="400050"/>
                </a:moveTo>
                <a:lnTo>
                  <a:pt x="142875" y="400050"/>
                </a:lnTo>
                <a:lnTo>
                  <a:pt x="142875" y="419100"/>
                </a:lnTo>
                <a:lnTo>
                  <a:pt x="133350" y="419100"/>
                </a:lnTo>
                <a:close/>
                <a:moveTo>
                  <a:pt x="171450" y="485775"/>
                </a:moveTo>
                <a:lnTo>
                  <a:pt x="190500" y="485775"/>
                </a:lnTo>
                <a:lnTo>
                  <a:pt x="190500" y="495300"/>
                </a:lnTo>
                <a:lnTo>
                  <a:pt x="200025" y="495300"/>
                </a:lnTo>
                <a:lnTo>
                  <a:pt x="200025" y="514350"/>
                </a:lnTo>
                <a:lnTo>
                  <a:pt x="190500" y="514350"/>
                </a:lnTo>
                <a:lnTo>
                  <a:pt x="190500" y="523875"/>
                </a:lnTo>
                <a:lnTo>
                  <a:pt x="180975" y="523875"/>
                </a:lnTo>
                <a:lnTo>
                  <a:pt x="180975" y="561975"/>
                </a:lnTo>
                <a:lnTo>
                  <a:pt x="171450" y="561975"/>
                </a:lnTo>
                <a:lnTo>
                  <a:pt x="171450" y="571500"/>
                </a:lnTo>
                <a:lnTo>
                  <a:pt x="161925" y="571500"/>
                </a:lnTo>
                <a:lnTo>
                  <a:pt x="161925" y="552450"/>
                </a:lnTo>
                <a:lnTo>
                  <a:pt x="152400" y="552450"/>
                </a:lnTo>
                <a:lnTo>
                  <a:pt x="152400" y="542925"/>
                </a:lnTo>
                <a:lnTo>
                  <a:pt x="161925" y="542925"/>
                </a:lnTo>
                <a:lnTo>
                  <a:pt x="161925" y="533400"/>
                </a:lnTo>
                <a:lnTo>
                  <a:pt x="152400" y="533400"/>
                </a:lnTo>
                <a:lnTo>
                  <a:pt x="152400" y="523875"/>
                </a:lnTo>
                <a:lnTo>
                  <a:pt x="161925" y="523875"/>
                </a:lnTo>
                <a:lnTo>
                  <a:pt x="161925" y="495300"/>
                </a:lnTo>
                <a:lnTo>
                  <a:pt x="171450" y="495300"/>
                </a:lnTo>
                <a:close/>
                <a:moveTo>
                  <a:pt x="342900" y="514350"/>
                </a:moveTo>
                <a:lnTo>
                  <a:pt x="381000" y="514350"/>
                </a:lnTo>
                <a:lnTo>
                  <a:pt x="381000" y="542925"/>
                </a:lnTo>
                <a:lnTo>
                  <a:pt x="371475" y="542925"/>
                </a:lnTo>
                <a:lnTo>
                  <a:pt x="371475" y="533400"/>
                </a:lnTo>
                <a:lnTo>
                  <a:pt x="352425" y="533400"/>
                </a:lnTo>
                <a:lnTo>
                  <a:pt x="352425" y="542925"/>
                </a:lnTo>
                <a:lnTo>
                  <a:pt x="371475" y="542925"/>
                </a:lnTo>
                <a:lnTo>
                  <a:pt x="371475" y="552450"/>
                </a:lnTo>
                <a:lnTo>
                  <a:pt x="390525" y="552450"/>
                </a:lnTo>
                <a:lnTo>
                  <a:pt x="390525" y="571500"/>
                </a:lnTo>
                <a:lnTo>
                  <a:pt x="361950" y="571500"/>
                </a:lnTo>
                <a:lnTo>
                  <a:pt x="361950" y="552450"/>
                </a:lnTo>
                <a:lnTo>
                  <a:pt x="342900" y="552450"/>
                </a:lnTo>
                <a:close/>
                <a:moveTo>
                  <a:pt x="428625" y="561975"/>
                </a:moveTo>
                <a:lnTo>
                  <a:pt x="438150" y="561975"/>
                </a:lnTo>
                <a:lnTo>
                  <a:pt x="438150" y="571500"/>
                </a:lnTo>
                <a:lnTo>
                  <a:pt x="447675" y="571500"/>
                </a:lnTo>
                <a:lnTo>
                  <a:pt x="447675" y="581025"/>
                </a:lnTo>
                <a:lnTo>
                  <a:pt x="457200" y="581025"/>
                </a:lnTo>
                <a:lnTo>
                  <a:pt x="457200" y="590550"/>
                </a:lnTo>
                <a:lnTo>
                  <a:pt x="466725" y="590550"/>
                </a:lnTo>
                <a:lnTo>
                  <a:pt x="466725" y="600075"/>
                </a:lnTo>
                <a:lnTo>
                  <a:pt x="476250" y="600075"/>
                </a:lnTo>
                <a:lnTo>
                  <a:pt x="476250" y="628650"/>
                </a:lnTo>
                <a:lnTo>
                  <a:pt x="466725" y="628650"/>
                </a:lnTo>
                <a:lnTo>
                  <a:pt x="466725" y="638175"/>
                </a:lnTo>
                <a:lnTo>
                  <a:pt x="447675" y="638175"/>
                </a:lnTo>
                <a:lnTo>
                  <a:pt x="447675" y="628650"/>
                </a:lnTo>
                <a:lnTo>
                  <a:pt x="457200" y="628650"/>
                </a:lnTo>
                <a:lnTo>
                  <a:pt x="457200" y="609600"/>
                </a:lnTo>
                <a:lnTo>
                  <a:pt x="447675" y="609600"/>
                </a:lnTo>
                <a:lnTo>
                  <a:pt x="447675" y="619125"/>
                </a:lnTo>
                <a:lnTo>
                  <a:pt x="428625" y="619125"/>
                </a:lnTo>
                <a:lnTo>
                  <a:pt x="428625" y="609600"/>
                </a:lnTo>
                <a:lnTo>
                  <a:pt x="419100" y="609600"/>
                </a:lnTo>
                <a:lnTo>
                  <a:pt x="419100" y="600075"/>
                </a:lnTo>
                <a:lnTo>
                  <a:pt x="400050" y="600075"/>
                </a:lnTo>
                <a:lnTo>
                  <a:pt x="400050" y="581025"/>
                </a:lnTo>
                <a:lnTo>
                  <a:pt x="409575" y="581025"/>
                </a:lnTo>
                <a:lnTo>
                  <a:pt x="409575" y="571500"/>
                </a:lnTo>
                <a:lnTo>
                  <a:pt x="428625" y="571500"/>
                </a:lnTo>
                <a:close/>
                <a:moveTo>
                  <a:pt x="180975" y="571500"/>
                </a:moveTo>
                <a:lnTo>
                  <a:pt x="190500" y="571500"/>
                </a:lnTo>
                <a:lnTo>
                  <a:pt x="190500" y="581025"/>
                </a:lnTo>
                <a:lnTo>
                  <a:pt x="200025" y="581025"/>
                </a:lnTo>
                <a:lnTo>
                  <a:pt x="200025" y="609600"/>
                </a:lnTo>
                <a:lnTo>
                  <a:pt x="180975" y="609600"/>
                </a:lnTo>
                <a:close/>
                <a:moveTo>
                  <a:pt x="428625" y="590550"/>
                </a:moveTo>
                <a:lnTo>
                  <a:pt x="438150" y="590550"/>
                </a:lnTo>
                <a:lnTo>
                  <a:pt x="438150" y="581025"/>
                </a:lnTo>
                <a:lnTo>
                  <a:pt x="428625" y="581025"/>
                </a:lnTo>
                <a:close/>
                <a:moveTo>
                  <a:pt x="600075" y="609600"/>
                </a:moveTo>
                <a:lnTo>
                  <a:pt x="619125" y="609600"/>
                </a:lnTo>
                <a:lnTo>
                  <a:pt x="619125" y="619125"/>
                </a:lnTo>
                <a:lnTo>
                  <a:pt x="609600" y="619125"/>
                </a:lnTo>
                <a:lnTo>
                  <a:pt x="609600" y="628650"/>
                </a:lnTo>
                <a:lnTo>
                  <a:pt x="600075" y="628650"/>
                </a:lnTo>
                <a:lnTo>
                  <a:pt x="600075" y="638175"/>
                </a:lnTo>
                <a:lnTo>
                  <a:pt x="590550" y="638175"/>
                </a:lnTo>
                <a:lnTo>
                  <a:pt x="590550" y="628650"/>
                </a:lnTo>
                <a:lnTo>
                  <a:pt x="571500" y="628650"/>
                </a:lnTo>
                <a:lnTo>
                  <a:pt x="571500" y="619125"/>
                </a:lnTo>
                <a:lnTo>
                  <a:pt x="600075" y="619125"/>
                </a:lnTo>
                <a:close/>
                <a:moveTo>
                  <a:pt x="552450" y="628650"/>
                </a:moveTo>
                <a:lnTo>
                  <a:pt x="571500" y="628650"/>
                </a:lnTo>
                <a:lnTo>
                  <a:pt x="571500" y="638175"/>
                </a:lnTo>
                <a:lnTo>
                  <a:pt x="552450" y="638175"/>
                </a:lnTo>
                <a:close/>
                <a:moveTo>
                  <a:pt x="438150" y="638175"/>
                </a:moveTo>
                <a:lnTo>
                  <a:pt x="447675" y="638175"/>
                </a:lnTo>
                <a:lnTo>
                  <a:pt x="447675" y="647700"/>
                </a:lnTo>
                <a:lnTo>
                  <a:pt x="438150" y="647700"/>
                </a:lnTo>
                <a:close/>
                <a:moveTo>
                  <a:pt x="495300" y="647700"/>
                </a:moveTo>
                <a:lnTo>
                  <a:pt x="504825" y="647700"/>
                </a:lnTo>
                <a:lnTo>
                  <a:pt x="504825" y="657225"/>
                </a:lnTo>
                <a:lnTo>
                  <a:pt x="495300" y="657225"/>
                </a:lnTo>
                <a:close/>
              </a:path>
            </a:pathLst>
          </a:custGeom>
          <a:solidFill xmlns:a="http://schemas.openxmlformats.org/drawingml/2006/main">
            <a:srgbClr val="FEFEFC"/>
          </a:solidFill>
          <a:ln xmlns:a="http://schemas.openxmlformats.org/drawingml/2006/main" w="0">
            <a:noFill/>
          </a:ln>
        </p:spPr>
      </p:sp>
      <p:sp>
        <p:nvSpPr>
          <p:cNvPr id="34" name="cart vector #fcfffe">
            <a:extLst xmlns:a="http://schemas.openxmlformats.org/drawingml/2006/main">
              <a:ext uri="{FF2B5EF4-FFF2-40B4-BE49-F238E27FC236}">
                <a16:creationId xmlns:a16="http://schemas.microsoft.com/office/drawing/2014/main" id="{54CFD5E2-29A8-43CC-BA08-D1F70FF3C2E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57250" y="2524125"/>
            <a:ext cx="704850" cy="704850"/>
          </a:xfrm>
          <a:custGeom xmlns:a="http://schemas.openxmlformats.org/drawingml/2006/main">
            <a:pathLst>
              <a:path w="695325" h="657225">
                <a:moveTo>
                  <a:pt x="57150" y="9525"/>
                </a:moveTo>
                <a:lnTo>
                  <a:pt x="66675" y="9525"/>
                </a:lnTo>
                <a:lnTo>
                  <a:pt x="66675" y="19050"/>
                </a:lnTo>
                <a:lnTo>
                  <a:pt x="57150" y="19050"/>
                </a:lnTo>
                <a:close/>
                <a:moveTo>
                  <a:pt x="152400" y="9525"/>
                </a:moveTo>
                <a:lnTo>
                  <a:pt x="171450" y="9525"/>
                </a:lnTo>
                <a:lnTo>
                  <a:pt x="171450" y="19050"/>
                </a:lnTo>
                <a:lnTo>
                  <a:pt x="152400" y="19050"/>
                </a:lnTo>
                <a:close/>
                <a:moveTo>
                  <a:pt x="38100" y="19050"/>
                </a:moveTo>
                <a:lnTo>
                  <a:pt x="47625" y="19050"/>
                </a:lnTo>
                <a:lnTo>
                  <a:pt x="47625" y="38100"/>
                </a:lnTo>
                <a:lnTo>
                  <a:pt x="38100" y="38100"/>
                </a:lnTo>
                <a:close/>
                <a:moveTo>
                  <a:pt x="28575" y="38100"/>
                </a:moveTo>
                <a:lnTo>
                  <a:pt x="38100" y="38100"/>
                </a:lnTo>
                <a:lnTo>
                  <a:pt x="38100" y="47625"/>
                </a:lnTo>
                <a:lnTo>
                  <a:pt x="28575" y="47625"/>
                </a:lnTo>
                <a:close/>
                <a:moveTo>
                  <a:pt x="190500" y="38100"/>
                </a:moveTo>
                <a:lnTo>
                  <a:pt x="200025" y="38100"/>
                </a:lnTo>
                <a:lnTo>
                  <a:pt x="200025" y="66675"/>
                </a:lnTo>
                <a:lnTo>
                  <a:pt x="190500" y="66675"/>
                </a:lnTo>
                <a:close/>
                <a:moveTo>
                  <a:pt x="200025" y="76200"/>
                </a:moveTo>
                <a:lnTo>
                  <a:pt x="219075" y="76200"/>
                </a:lnTo>
                <a:lnTo>
                  <a:pt x="219075" y="85725"/>
                </a:lnTo>
                <a:lnTo>
                  <a:pt x="200025" y="85725"/>
                </a:lnTo>
                <a:close/>
                <a:moveTo>
                  <a:pt x="219075" y="85725"/>
                </a:moveTo>
                <a:lnTo>
                  <a:pt x="228600" y="85725"/>
                </a:lnTo>
                <a:lnTo>
                  <a:pt x="228600" y="95250"/>
                </a:lnTo>
                <a:lnTo>
                  <a:pt x="219075" y="95250"/>
                </a:lnTo>
                <a:close/>
                <a:moveTo>
                  <a:pt x="66675" y="95250"/>
                </a:moveTo>
                <a:lnTo>
                  <a:pt x="85725" y="95250"/>
                </a:lnTo>
                <a:lnTo>
                  <a:pt x="85725" y="104775"/>
                </a:lnTo>
                <a:lnTo>
                  <a:pt x="66675" y="104775"/>
                </a:lnTo>
                <a:close/>
                <a:moveTo>
                  <a:pt x="95250" y="95250"/>
                </a:moveTo>
                <a:lnTo>
                  <a:pt x="104775" y="95250"/>
                </a:lnTo>
                <a:lnTo>
                  <a:pt x="104775" y="104775"/>
                </a:lnTo>
                <a:lnTo>
                  <a:pt x="95250" y="104775"/>
                </a:lnTo>
                <a:close/>
                <a:moveTo>
                  <a:pt x="257175" y="95250"/>
                </a:moveTo>
                <a:lnTo>
                  <a:pt x="276225" y="95250"/>
                </a:lnTo>
                <a:lnTo>
                  <a:pt x="276225" y="104775"/>
                </a:lnTo>
                <a:lnTo>
                  <a:pt x="257175" y="104775"/>
                </a:lnTo>
                <a:close/>
                <a:moveTo>
                  <a:pt x="285750" y="95250"/>
                </a:moveTo>
                <a:lnTo>
                  <a:pt x="295275" y="95250"/>
                </a:lnTo>
                <a:lnTo>
                  <a:pt x="295275" y="104775"/>
                </a:lnTo>
                <a:lnTo>
                  <a:pt x="285750" y="104775"/>
                </a:lnTo>
                <a:close/>
                <a:moveTo>
                  <a:pt x="304800" y="95250"/>
                </a:moveTo>
                <a:lnTo>
                  <a:pt x="314325" y="95250"/>
                </a:lnTo>
                <a:lnTo>
                  <a:pt x="314325" y="104775"/>
                </a:lnTo>
                <a:lnTo>
                  <a:pt x="304800" y="104775"/>
                </a:lnTo>
                <a:close/>
                <a:moveTo>
                  <a:pt x="323850" y="95250"/>
                </a:moveTo>
                <a:lnTo>
                  <a:pt x="333375" y="95250"/>
                </a:lnTo>
                <a:lnTo>
                  <a:pt x="333375" y="104775"/>
                </a:lnTo>
                <a:lnTo>
                  <a:pt x="323850" y="104775"/>
                </a:lnTo>
                <a:close/>
                <a:moveTo>
                  <a:pt x="342900" y="95250"/>
                </a:moveTo>
                <a:lnTo>
                  <a:pt x="352425" y="95250"/>
                </a:lnTo>
                <a:lnTo>
                  <a:pt x="352425" y="104775"/>
                </a:lnTo>
                <a:lnTo>
                  <a:pt x="342900" y="104775"/>
                </a:lnTo>
                <a:close/>
                <a:moveTo>
                  <a:pt x="361950" y="95250"/>
                </a:moveTo>
                <a:lnTo>
                  <a:pt x="561975" y="95250"/>
                </a:lnTo>
                <a:lnTo>
                  <a:pt x="561975" y="104775"/>
                </a:lnTo>
                <a:lnTo>
                  <a:pt x="361950" y="104775"/>
                </a:lnTo>
                <a:close/>
                <a:moveTo>
                  <a:pt x="571500" y="95250"/>
                </a:moveTo>
                <a:lnTo>
                  <a:pt x="581025" y="95250"/>
                </a:lnTo>
                <a:lnTo>
                  <a:pt x="581025" y="104775"/>
                </a:lnTo>
                <a:lnTo>
                  <a:pt x="571500" y="104775"/>
                </a:lnTo>
                <a:close/>
                <a:moveTo>
                  <a:pt x="590550" y="95250"/>
                </a:moveTo>
                <a:lnTo>
                  <a:pt x="600075" y="95250"/>
                </a:lnTo>
                <a:lnTo>
                  <a:pt x="600075" y="104775"/>
                </a:lnTo>
                <a:lnTo>
                  <a:pt x="590550" y="104775"/>
                </a:lnTo>
                <a:close/>
                <a:moveTo>
                  <a:pt x="609600" y="95250"/>
                </a:moveTo>
                <a:lnTo>
                  <a:pt x="628650" y="95250"/>
                </a:lnTo>
                <a:lnTo>
                  <a:pt x="628650" y="104775"/>
                </a:lnTo>
                <a:lnTo>
                  <a:pt x="609600" y="104775"/>
                </a:lnTo>
                <a:close/>
                <a:moveTo>
                  <a:pt x="104775" y="104775"/>
                </a:moveTo>
                <a:lnTo>
                  <a:pt x="114300" y="104775"/>
                </a:lnTo>
                <a:lnTo>
                  <a:pt x="114300" y="114300"/>
                </a:lnTo>
                <a:lnTo>
                  <a:pt x="104775" y="114300"/>
                </a:lnTo>
                <a:close/>
                <a:moveTo>
                  <a:pt x="657225" y="104775"/>
                </a:moveTo>
                <a:lnTo>
                  <a:pt x="666750" y="104775"/>
                </a:lnTo>
                <a:lnTo>
                  <a:pt x="666750" y="123825"/>
                </a:lnTo>
                <a:lnTo>
                  <a:pt x="657225" y="123825"/>
                </a:lnTo>
                <a:close/>
                <a:moveTo>
                  <a:pt x="123825" y="133350"/>
                </a:moveTo>
                <a:lnTo>
                  <a:pt x="133350" y="133350"/>
                </a:lnTo>
                <a:lnTo>
                  <a:pt x="133350" y="142875"/>
                </a:lnTo>
                <a:lnTo>
                  <a:pt x="123825" y="142875"/>
                </a:lnTo>
                <a:close/>
                <a:moveTo>
                  <a:pt x="133350" y="161925"/>
                </a:moveTo>
                <a:lnTo>
                  <a:pt x="142875" y="161925"/>
                </a:lnTo>
                <a:lnTo>
                  <a:pt x="142875" y="180975"/>
                </a:lnTo>
                <a:lnTo>
                  <a:pt x="133350" y="180975"/>
                </a:lnTo>
                <a:close/>
                <a:moveTo>
                  <a:pt x="142875" y="190500"/>
                </a:moveTo>
                <a:lnTo>
                  <a:pt x="152400" y="190500"/>
                </a:lnTo>
                <a:lnTo>
                  <a:pt x="152400" y="200025"/>
                </a:lnTo>
                <a:lnTo>
                  <a:pt x="142875" y="200025"/>
                </a:lnTo>
                <a:close/>
                <a:moveTo>
                  <a:pt x="657225" y="190500"/>
                </a:moveTo>
                <a:lnTo>
                  <a:pt x="666750" y="190500"/>
                </a:lnTo>
                <a:lnTo>
                  <a:pt x="666750" y="219075"/>
                </a:lnTo>
                <a:lnTo>
                  <a:pt x="657225" y="219075"/>
                </a:lnTo>
                <a:close/>
                <a:moveTo>
                  <a:pt x="152400" y="200025"/>
                </a:moveTo>
                <a:lnTo>
                  <a:pt x="161925" y="200025"/>
                </a:lnTo>
                <a:lnTo>
                  <a:pt x="161925" y="219075"/>
                </a:lnTo>
                <a:lnTo>
                  <a:pt x="152400" y="219075"/>
                </a:lnTo>
                <a:close/>
                <a:moveTo>
                  <a:pt x="647700" y="228600"/>
                </a:moveTo>
                <a:lnTo>
                  <a:pt x="666750" y="228600"/>
                </a:lnTo>
                <a:lnTo>
                  <a:pt x="666750" y="238125"/>
                </a:lnTo>
                <a:lnTo>
                  <a:pt x="657225" y="238125"/>
                </a:lnTo>
                <a:lnTo>
                  <a:pt x="657225" y="257175"/>
                </a:lnTo>
                <a:lnTo>
                  <a:pt x="647700" y="257175"/>
                </a:lnTo>
                <a:close/>
                <a:moveTo>
                  <a:pt x="161925" y="247650"/>
                </a:moveTo>
                <a:lnTo>
                  <a:pt x="171450" y="247650"/>
                </a:lnTo>
                <a:lnTo>
                  <a:pt x="171450" y="257175"/>
                </a:lnTo>
                <a:lnTo>
                  <a:pt x="161925" y="257175"/>
                </a:lnTo>
                <a:close/>
                <a:moveTo>
                  <a:pt x="171450" y="295275"/>
                </a:moveTo>
                <a:lnTo>
                  <a:pt x="180975" y="295275"/>
                </a:lnTo>
                <a:lnTo>
                  <a:pt x="180975" y="314325"/>
                </a:lnTo>
                <a:lnTo>
                  <a:pt x="171450" y="314325"/>
                </a:lnTo>
                <a:close/>
                <a:moveTo>
                  <a:pt x="628650" y="304800"/>
                </a:moveTo>
                <a:lnTo>
                  <a:pt x="638175" y="304800"/>
                </a:lnTo>
                <a:lnTo>
                  <a:pt x="638175" y="314325"/>
                </a:lnTo>
                <a:lnTo>
                  <a:pt x="628650" y="314325"/>
                </a:lnTo>
                <a:close/>
                <a:moveTo>
                  <a:pt x="180975" y="323850"/>
                </a:moveTo>
                <a:lnTo>
                  <a:pt x="190500" y="323850"/>
                </a:lnTo>
                <a:lnTo>
                  <a:pt x="190500" y="352425"/>
                </a:lnTo>
                <a:lnTo>
                  <a:pt x="180975" y="352425"/>
                </a:lnTo>
                <a:close/>
                <a:moveTo>
                  <a:pt x="171450" y="371475"/>
                </a:moveTo>
                <a:lnTo>
                  <a:pt x="180975" y="371475"/>
                </a:lnTo>
                <a:lnTo>
                  <a:pt x="180975" y="390525"/>
                </a:lnTo>
                <a:lnTo>
                  <a:pt x="171450" y="390525"/>
                </a:lnTo>
                <a:close/>
                <a:moveTo>
                  <a:pt x="523875" y="381000"/>
                </a:moveTo>
                <a:lnTo>
                  <a:pt x="552450" y="381000"/>
                </a:lnTo>
                <a:lnTo>
                  <a:pt x="552450" y="390525"/>
                </a:lnTo>
                <a:lnTo>
                  <a:pt x="523875" y="390525"/>
                </a:lnTo>
                <a:close/>
                <a:moveTo>
                  <a:pt x="161925" y="390525"/>
                </a:moveTo>
                <a:lnTo>
                  <a:pt x="171450" y="390525"/>
                </a:lnTo>
                <a:lnTo>
                  <a:pt x="171450" y="400050"/>
                </a:lnTo>
                <a:lnTo>
                  <a:pt x="161925" y="400050"/>
                </a:lnTo>
                <a:close/>
                <a:moveTo>
                  <a:pt x="428625" y="390525"/>
                </a:moveTo>
                <a:lnTo>
                  <a:pt x="457200" y="390525"/>
                </a:lnTo>
                <a:lnTo>
                  <a:pt x="457200" y="400050"/>
                </a:lnTo>
                <a:lnTo>
                  <a:pt x="428625" y="400050"/>
                </a:lnTo>
                <a:close/>
                <a:moveTo>
                  <a:pt x="409575" y="400050"/>
                </a:moveTo>
                <a:lnTo>
                  <a:pt x="428625" y="400050"/>
                </a:lnTo>
                <a:lnTo>
                  <a:pt x="428625" y="409575"/>
                </a:lnTo>
                <a:lnTo>
                  <a:pt x="409575" y="409575"/>
                </a:lnTo>
                <a:close/>
                <a:moveTo>
                  <a:pt x="152400" y="409575"/>
                </a:moveTo>
                <a:lnTo>
                  <a:pt x="161925" y="409575"/>
                </a:lnTo>
                <a:lnTo>
                  <a:pt x="161925" y="438150"/>
                </a:lnTo>
                <a:lnTo>
                  <a:pt x="152400" y="438150"/>
                </a:lnTo>
                <a:close/>
                <a:moveTo>
                  <a:pt x="285750" y="409575"/>
                </a:moveTo>
                <a:lnTo>
                  <a:pt x="314325" y="409575"/>
                </a:lnTo>
                <a:lnTo>
                  <a:pt x="314325" y="428625"/>
                </a:lnTo>
                <a:lnTo>
                  <a:pt x="285750" y="428625"/>
                </a:lnTo>
                <a:close/>
                <a:moveTo>
                  <a:pt x="352425" y="409575"/>
                </a:moveTo>
                <a:lnTo>
                  <a:pt x="361950" y="409575"/>
                </a:lnTo>
                <a:lnTo>
                  <a:pt x="361950" y="428625"/>
                </a:lnTo>
                <a:lnTo>
                  <a:pt x="352425" y="428625"/>
                </a:lnTo>
                <a:close/>
                <a:moveTo>
                  <a:pt x="400050" y="419100"/>
                </a:moveTo>
                <a:lnTo>
                  <a:pt x="428625" y="419100"/>
                </a:lnTo>
                <a:lnTo>
                  <a:pt x="428625" y="428625"/>
                </a:lnTo>
                <a:lnTo>
                  <a:pt x="400050" y="428625"/>
                </a:lnTo>
                <a:close/>
                <a:moveTo>
                  <a:pt x="438150" y="419100"/>
                </a:moveTo>
                <a:lnTo>
                  <a:pt x="447675" y="419100"/>
                </a:lnTo>
                <a:lnTo>
                  <a:pt x="447675" y="428625"/>
                </a:lnTo>
                <a:lnTo>
                  <a:pt x="438150" y="428625"/>
                </a:lnTo>
                <a:close/>
                <a:moveTo>
                  <a:pt x="476250" y="419100"/>
                </a:moveTo>
                <a:lnTo>
                  <a:pt x="485775" y="419100"/>
                </a:lnTo>
                <a:lnTo>
                  <a:pt x="485775" y="428625"/>
                </a:lnTo>
                <a:lnTo>
                  <a:pt x="476250" y="428625"/>
                </a:lnTo>
                <a:close/>
                <a:moveTo>
                  <a:pt x="495300" y="419100"/>
                </a:moveTo>
                <a:lnTo>
                  <a:pt x="504825" y="419100"/>
                </a:lnTo>
                <a:lnTo>
                  <a:pt x="504825" y="428625"/>
                </a:lnTo>
                <a:lnTo>
                  <a:pt x="495300" y="428625"/>
                </a:lnTo>
                <a:close/>
                <a:moveTo>
                  <a:pt x="171450" y="466725"/>
                </a:moveTo>
                <a:lnTo>
                  <a:pt x="180975" y="466725"/>
                </a:lnTo>
                <a:lnTo>
                  <a:pt x="180975" y="476250"/>
                </a:lnTo>
                <a:lnTo>
                  <a:pt x="190500" y="476250"/>
                </a:lnTo>
                <a:lnTo>
                  <a:pt x="190500" y="485775"/>
                </a:lnTo>
                <a:lnTo>
                  <a:pt x="171450" y="485775"/>
                </a:lnTo>
                <a:close/>
                <a:moveTo>
                  <a:pt x="600075" y="466725"/>
                </a:moveTo>
                <a:lnTo>
                  <a:pt x="609600" y="466725"/>
                </a:lnTo>
                <a:lnTo>
                  <a:pt x="609600" y="476250"/>
                </a:lnTo>
                <a:lnTo>
                  <a:pt x="600075" y="476250"/>
                </a:lnTo>
                <a:close/>
                <a:moveTo>
                  <a:pt x="190500" y="485775"/>
                </a:moveTo>
                <a:lnTo>
                  <a:pt x="200025" y="485775"/>
                </a:lnTo>
                <a:lnTo>
                  <a:pt x="200025" y="495300"/>
                </a:lnTo>
                <a:lnTo>
                  <a:pt x="190500" y="495300"/>
                </a:lnTo>
                <a:close/>
                <a:moveTo>
                  <a:pt x="581025" y="495300"/>
                </a:moveTo>
                <a:lnTo>
                  <a:pt x="590550" y="495300"/>
                </a:lnTo>
                <a:lnTo>
                  <a:pt x="590550" y="514350"/>
                </a:lnTo>
                <a:lnTo>
                  <a:pt x="581025" y="514350"/>
                </a:lnTo>
                <a:close/>
                <a:moveTo>
                  <a:pt x="342900" y="504825"/>
                </a:moveTo>
                <a:lnTo>
                  <a:pt x="361950" y="504825"/>
                </a:lnTo>
                <a:lnTo>
                  <a:pt x="361950" y="514350"/>
                </a:lnTo>
                <a:lnTo>
                  <a:pt x="342900" y="514350"/>
                </a:lnTo>
                <a:close/>
                <a:moveTo>
                  <a:pt x="180975" y="523875"/>
                </a:moveTo>
                <a:lnTo>
                  <a:pt x="190500" y="523875"/>
                </a:lnTo>
                <a:lnTo>
                  <a:pt x="190500" y="533400"/>
                </a:lnTo>
                <a:lnTo>
                  <a:pt x="180975" y="533400"/>
                </a:lnTo>
                <a:close/>
                <a:moveTo>
                  <a:pt x="180975" y="542925"/>
                </a:moveTo>
                <a:lnTo>
                  <a:pt x="190500" y="542925"/>
                </a:lnTo>
                <a:lnTo>
                  <a:pt x="190500" y="552450"/>
                </a:lnTo>
                <a:lnTo>
                  <a:pt x="180975" y="552450"/>
                </a:lnTo>
                <a:close/>
                <a:moveTo>
                  <a:pt x="190500" y="552450"/>
                </a:moveTo>
                <a:lnTo>
                  <a:pt x="200025" y="552450"/>
                </a:lnTo>
                <a:lnTo>
                  <a:pt x="200025" y="561975"/>
                </a:lnTo>
                <a:lnTo>
                  <a:pt x="190500" y="561975"/>
                </a:lnTo>
                <a:close/>
                <a:moveTo>
                  <a:pt x="333375" y="561975"/>
                </a:moveTo>
                <a:lnTo>
                  <a:pt x="342900" y="561975"/>
                </a:lnTo>
                <a:lnTo>
                  <a:pt x="342900" y="571500"/>
                </a:lnTo>
                <a:lnTo>
                  <a:pt x="333375" y="571500"/>
                </a:lnTo>
                <a:close/>
                <a:moveTo>
                  <a:pt x="209550" y="581025"/>
                </a:moveTo>
                <a:lnTo>
                  <a:pt x="219075" y="581025"/>
                </a:lnTo>
                <a:lnTo>
                  <a:pt x="219075" y="590550"/>
                </a:lnTo>
                <a:lnTo>
                  <a:pt x="209550" y="590550"/>
                </a:lnTo>
                <a:close/>
                <a:moveTo>
                  <a:pt x="219075" y="590550"/>
                </a:moveTo>
                <a:lnTo>
                  <a:pt x="228600" y="590550"/>
                </a:lnTo>
                <a:lnTo>
                  <a:pt x="228600" y="600075"/>
                </a:lnTo>
                <a:lnTo>
                  <a:pt x="219075" y="600075"/>
                </a:lnTo>
                <a:close/>
                <a:moveTo>
                  <a:pt x="590550" y="600075"/>
                </a:moveTo>
                <a:lnTo>
                  <a:pt x="600075" y="600075"/>
                </a:lnTo>
                <a:lnTo>
                  <a:pt x="600075" y="609600"/>
                </a:lnTo>
                <a:lnTo>
                  <a:pt x="590550" y="609600"/>
                </a:lnTo>
                <a:close/>
                <a:moveTo>
                  <a:pt x="476250" y="609600"/>
                </a:moveTo>
                <a:lnTo>
                  <a:pt x="485775" y="609600"/>
                </a:lnTo>
                <a:lnTo>
                  <a:pt x="485775" y="619125"/>
                </a:lnTo>
                <a:lnTo>
                  <a:pt x="476250" y="619125"/>
                </a:lnTo>
                <a:close/>
                <a:moveTo>
                  <a:pt x="571500" y="609600"/>
                </a:moveTo>
                <a:lnTo>
                  <a:pt x="581025" y="609600"/>
                </a:lnTo>
                <a:lnTo>
                  <a:pt x="581025" y="619125"/>
                </a:lnTo>
                <a:lnTo>
                  <a:pt x="571500" y="619125"/>
                </a:lnTo>
                <a:close/>
                <a:moveTo>
                  <a:pt x="485775" y="619125"/>
                </a:moveTo>
                <a:lnTo>
                  <a:pt x="495300" y="619125"/>
                </a:lnTo>
                <a:lnTo>
                  <a:pt x="495300" y="628650"/>
                </a:lnTo>
                <a:lnTo>
                  <a:pt x="485775" y="628650"/>
                </a:lnTo>
                <a:close/>
              </a:path>
            </a:pathLst>
          </a:custGeom>
          <a:solidFill xmlns:a="http://schemas.openxmlformats.org/drawingml/2006/main">
            <a:srgbClr val="FCFFFE"/>
          </a:solidFill>
          <a:ln xmlns:a="http://schemas.openxmlformats.org/drawingml/2006/main" w="0">
            <a:noFill/>
          </a:ln>
        </p:spPr>
      </p:sp>
      <p:sp>
        <p:nvSpPr>
          <p:cNvPr id="35" name="cart vector #faffff">
            <a:extLst xmlns:a="http://schemas.openxmlformats.org/drawingml/2006/main">
              <a:ext uri="{FF2B5EF4-FFF2-40B4-BE49-F238E27FC236}">
                <a16:creationId xmlns:a16="http://schemas.microsoft.com/office/drawing/2014/main" id="{738F2D9B-DE00-4C61-8278-A88D8DD1B04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57250" y="2524125"/>
            <a:ext cx="704850" cy="704850"/>
          </a:xfrm>
          <a:custGeom xmlns:a="http://schemas.openxmlformats.org/drawingml/2006/main">
            <a:pathLst>
              <a:path w="695325" h="657225">
                <a:moveTo>
                  <a:pt x="95250" y="9525"/>
                </a:moveTo>
                <a:lnTo>
                  <a:pt x="152400" y="9525"/>
                </a:lnTo>
                <a:lnTo>
                  <a:pt x="152400" y="19050"/>
                </a:lnTo>
                <a:lnTo>
                  <a:pt x="95250" y="19050"/>
                </a:lnTo>
                <a:close/>
                <a:moveTo>
                  <a:pt x="180975" y="38100"/>
                </a:moveTo>
                <a:lnTo>
                  <a:pt x="190500" y="38100"/>
                </a:lnTo>
                <a:lnTo>
                  <a:pt x="190500" y="57150"/>
                </a:lnTo>
                <a:lnTo>
                  <a:pt x="180975" y="57150"/>
                </a:lnTo>
                <a:close/>
                <a:moveTo>
                  <a:pt x="190500" y="76200"/>
                </a:moveTo>
                <a:lnTo>
                  <a:pt x="200025" y="76200"/>
                </a:lnTo>
                <a:lnTo>
                  <a:pt x="200025" y="85725"/>
                </a:lnTo>
                <a:lnTo>
                  <a:pt x="190500" y="85725"/>
                </a:lnTo>
                <a:close/>
                <a:moveTo>
                  <a:pt x="66675" y="85725"/>
                </a:moveTo>
                <a:lnTo>
                  <a:pt x="76200" y="85725"/>
                </a:lnTo>
                <a:lnTo>
                  <a:pt x="76200" y="95250"/>
                </a:lnTo>
                <a:lnTo>
                  <a:pt x="66675" y="95250"/>
                </a:lnTo>
                <a:close/>
                <a:moveTo>
                  <a:pt x="85725" y="85725"/>
                </a:moveTo>
                <a:lnTo>
                  <a:pt x="95250" y="85725"/>
                </a:lnTo>
                <a:lnTo>
                  <a:pt x="95250" y="95250"/>
                </a:lnTo>
                <a:lnTo>
                  <a:pt x="85725" y="95250"/>
                </a:lnTo>
                <a:close/>
                <a:moveTo>
                  <a:pt x="200025" y="85725"/>
                </a:moveTo>
                <a:lnTo>
                  <a:pt x="219075" y="85725"/>
                </a:lnTo>
                <a:lnTo>
                  <a:pt x="219075" y="95250"/>
                </a:lnTo>
                <a:lnTo>
                  <a:pt x="257175" y="95250"/>
                </a:lnTo>
                <a:lnTo>
                  <a:pt x="257175" y="104775"/>
                </a:lnTo>
                <a:lnTo>
                  <a:pt x="209550" y="104775"/>
                </a:lnTo>
                <a:lnTo>
                  <a:pt x="209550" y="95250"/>
                </a:lnTo>
                <a:lnTo>
                  <a:pt x="200025" y="95250"/>
                </a:lnTo>
                <a:close/>
                <a:moveTo>
                  <a:pt x="104775" y="95250"/>
                </a:moveTo>
                <a:lnTo>
                  <a:pt x="114300" y="95250"/>
                </a:lnTo>
                <a:lnTo>
                  <a:pt x="114300" y="104775"/>
                </a:lnTo>
                <a:lnTo>
                  <a:pt x="104775" y="104775"/>
                </a:lnTo>
                <a:close/>
                <a:moveTo>
                  <a:pt x="123825" y="114300"/>
                </a:moveTo>
                <a:lnTo>
                  <a:pt x="133350" y="114300"/>
                </a:lnTo>
                <a:lnTo>
                  <a:pt x="133350" y="123825"/>
                </a:lnTo>
                <a:lnTo>
                  <a:pt x="123825" y="123825"/>
                </a:lnTo>
                <a:close/>
                <a:moveTo>
                  <a:pt x="657225" y="123825"/>
                </a:moveTo>
                <a:lnTo>
                  <a:pt x="666750" y="123825"/>
                </a:lnTo>
                <a:lnTo>
                  <a:pt x="666750" y="133350"/>
                </a:lnTo>
                <a:lnTo>
                  <a:pt x="657225" y="133350"/>
                </a:lnTo>
                <a:close/>
                <a:moveTo>
                  <a:pt x="666750" y="133350"/>
                </a:moveTo>
                <a:lnTo>
                  <a:pt x="676275" y="133350"/>
                </a:lnTo>
                <a:lnTo>
                  <a:pt x="676275" y="152400"/>
                </a:lnTo>
                <a:lnTo>
                  <a:pt x="666750" y="152400"/>
                </a:lnTo>
                <a:close/>
                <a:moveTo>
                  <a:pt x="133350" y="142875"/>
                </a:moveTo>
                <a:lnTo>
                  <a:pt x="142875" y="142875"/>
                </a:lnTo>
                <a:lnTo>
                  <a:pt x="142875" y="161925"/>
                </a:lnTo>
                <a:lnTo>
                  <a:pt x="133350" y="161925"/>
                </a:lnTo>
                <a:close/>
                <a:moveTo>
                  <a:pt x="142875" y="180975"/>
                </a:moveTo>
                <a:lnTo>
                  <a:pt x="152400" y="180975"/>
                </a:lnTo>
                <a:lnTo>
                  <a:pt x="152400" y="190500"/>
                </a:lnTo>
                <a:lnTo>
                  <a:pt x="142875" y="190500"/>
                </a:lnTo>
                <a:close/>
                <a:moveTo>
                  <a:pt x="657225" y="180975"/>
                </a:moveTo>
                <a:lnTo>
                  <a:pt x="666750" y="180975"/>
                </a:lnTo>
                <a:lnTo>
                  <a:pt x="666750" y="190500"/>
                </a:lnTo>
                <a:lnTo>
                  <a:pt x="657225" y="190500"/>
                </a:lnTo>
                <a:close/>
                <a:moveTo>
                  <a:pt x="152400" y="190500"/>
                </a:moveTo>
                <a:lnTo>
                  <a:pt x="161925" y="190500"/>
                </a:lnTo>
                <a:lnTo>
                  <a:pt x="161925" y="200025"/>
                </a:lnTo>
                <a:lnTo>
                  <a:pt x="152400" y="200025"/>
                </a:lnTo>
                <a:close/>
                <a:moveTo>
                  <a:pt x="161925" y="228600"/>
                </a:moveTo>
                <a:lnTo>
                  <a:pt x="171450" y="228600"/>
                </a:lnTo>
                <a:lnTo>
                  <a:pt x="171450" y="247650"/>
                </a:lnTo>
                <a:lnTo>
                  <a:pt x="161925" y="247650"/>
                </a:lnTo>
                <a:close/>
                <a:moveTo>
                  <a:pt x="638175" y="238125"/>
                </a:moveTo>
                <a:lnTo>
                  <a:pt x="647700" y="238125"/>
                </a:lnTo>
                <a:lnTo>
                  <a:pt x="647700" y="266700"/>
                </a:lnTo>
                <a:lnTo>
                  <a:pt x="638175" y="266700"/>
                </a:lnTo>
                <a:close/>
                <a:moveTo>
                  <a:pt x="171450" y="257175"/>
                </a:moveTo>
                <a:lnTo>
                  <a:pt x="180975" y="257175"/>
                </a:lnTo>
                <a:lnTo>
                  <a:pt x="180975" y="295275"/>
                </a:lnTo>
                <a:lnTo>
                  <a:pt x="171450" y="295275"/>
                </a:lnTo>
                <a:close/>
                <a:moveTo>
                  <a:pt x="628650" y="276225"/>
                </a:moveTo>
                <a:lnTo>
                  <a:pt x="638175" y="276225"/>
                </a:lnTo>
                <a:lnTo>
                  <a:pt x="638175" y="304800"/>
                </a:lnTo>
                <a:lnTo>
                  <a:pt x="628650" y="304800"/>
                </a:lnTo>
                <a:close/>
                <a:moveTo>
                  <a:pt x="180975" y="304800"/>
                </a:moveTo>
                <a:lnTo>
                  <a:pt x="190500" y="304800"/>
                </a:lnTo>
                <a:lnTo>
                  <a:pt x="190500" y="323850"/>
                </a:lnTo>
                <a:lnTo>
                  <a:pt x="180975" y="323850"/>
                </a:lnTo>
                <a:close/>
                <a:moveTo>
                  <a:pt x="619125" y="304800"/>
                </a:moveTo>
                <a:lnTo>
                  <a:pt x="628650" y="304800"/>
                </a:lnTo>
                <a:lnTo>
                  <a:pt x="628650" y="342900"/>
                </a:lnTo>
                <a:lnTo>
                  <a:pt x="619125" y="342900"/>
                </a:lnTo>
                <a:close/>
                <a:moveTo>
                  <a:pt x="609600" y="342900"/>
                </a:moveTo>
                <a:lnTo>
                  <a:pt x="619125" y="342900"/>
                </a:lnTo>
                <a:lnTo>
                  <a:pt x="619125" y="361950"/>
                </a:lnTo>
                <a:lnTo>
                  <a:pt x="609600" y="361950"/>
                </a:lnTo>
                <a:lnTo>
                  <a:pt x="609600" y="371475"/>
                </a:lnTo>
                <a:lnTo>
                  <a:pt x="590550" y="371475"/>
                </a:lnTo>
                <a:lnTo>
                  <a:pt x="590550" y="361950"/>
                </a:lnTo>
                <a:lnTo>
                  <a:pt x="600075" y="361950"/>
                </a:lnTo>
                <a:lnTo>
                  <a:pt x="600075" y="352425"/>
                </a:lnTo>
                <a:lnTo>
                  <a:pt x="609600" y="352425"/>
                </a:lnTo>
                <a:close/>
                <a:moveTo>
                  <a:pt x="180975" y="352425"/>
                </a:moveTo>
                <a:lnTo>
                  <a:pt x="190500" y="352425"/>
                </a:lnTo>
                <a:lnTo>
                  <a:pt x="190500" y="361950"/>
                </a:lnTo>
                <a:lnTo>
                  <a:pt x="180975" y="361950"/>
                </a:lnTo>
                <a:close/>
                <a:moveTo>
                  <a:pt x="561975" y="371475"/>
                </a:moveTo>
                <a:lnTo>
                  <a:pt x="590550" y="371475"/>
                </a:lnTo>
                <a:lnTo>
                  <a:pt x="590550" y="381000"/>
                </a:lnTo>
                <a:lnTo>
                  <a:pt x="561975" y="381000"/>
                </a:lnTo>
                <a:close/>
                <a:moveTo>
                  <a:pt x="485775" y="381000"/>
                </a:moveTo>
                <a:lnTo>
                  <a:pt x="523875" y="381000"/>
                </a:lnTo>
                <a:lnTo>
                  <a:pt x="523875" y="390525"/>
                </a:lnTo>
                <a:lnTo>
                  <a:pt x="485775" y="390525"/>
                </a:lnTo>
                <a:close/>
                <a:moveTo>
                  <a:pt x="171450" y="390525"/>
                </a:moveTo>
                <a:lnTo>
                  <a:pt x="180975" y="390525"/>
                </a:lnTo>
                <a:lnTo>
                  <a:pt x="180975" y="400050"/>
                </a:lnTo>
                <a:lnTo>
                  <a:pt x="171450" y="400050"/>
                </a:lnTo>
                <a:close/>
                <a:moveTo>
                  <a:pt x="409575" y="390525"/>
                </a:moveTo>
                <a:lnTo>
                  <a:pt x="428625" y="390525"/>
                </a:lnTo>
                <a:lnTo>
                  <a:pt x="428625" y="400050"/>
                </a:lnTo>
                <a:lnTo>
                  <a:pt x="409575" y="400050"/>
                </a:lnTo>
                <a:close/>
                <a:moveTo>
                  <a:pt x="161925" y="400050"/>
                </a:moveTo>
                <a:lnTo>
                  <a:pt x="171450" y="400050"/>
                </a:lnTo>
                <a:lnTo>
                  <a:pt x="171450" y="428625"/>
                </a:lnTo>
                <a:lnTo>
                  <a:pt x="161925" y="428625"/>
                </a:lnTo>
                <a:close/>
                <a:moveTo>
                  <a:pt x="342900" y="400050"/>
                </a:moveTo>
                <a:lnTo>
                  <a:pt x="381000" y="400050"/>
                </a:lnTo>
                <a:lnTo>
                  <a:pt x="381000" y="409575"/>
                </a:lnTo>
                <a:lnTo>
                  <a:pt x="371475" y="409575"/>
                </a:lnTo>
                <a:lnTo>
                  <a:pt x="371475" y="419100"/>
                </a:lnTo>
                <a:lnTo>
                  <a:pt x="381000" y="419100"/>
                </a:lnTo>
                <a:lnTo>
                  <a:pt x="381000" y="428625"/>
                </a:lnTo>
                <a:lnTo>
                  <a:pt x="361950" y="428625"/>
                </a:lnTo>
                <a:lnTo>
                  <a:pt x="361950" y="409575"/>
                </a:lnTo>
                <a:lnTo>
                  <a:pt x="352425" y="409575"/>
                </a:lnTo>
                <a:lnTo>
                  <a:pt x="352425" y="428625"/>
                </a:lnTo>
                <a:lnTo>
                  <a:pt x="314325" y="428625"/>
                </a:lnTo>
                <a:lnTo>
                  <a:pt x="314325" y="409575"/>
                </a:lnTo>
                <a:lnTo>
                  <a:pt x="342900" y="409575"/>
                </a:lnTo>
                <a:close/>
                <a:moveTo>
                  <a:pt x="266700" y="409575"/>
                </a:moveTo>
                <a:lnTo>
                  <a:pt x="276225" y="409575"/>
                </a:lnTo>
                <a:lnTo>
                  <a:pt x="276225" y="428625"/>
                </a:lnTo>
                <a:lnTo>
                  <a:pt x="266700" y="428625"/>
                </a:lnTo>
                <a:close/>
                <a:moveTo>
                  <a:pt x="457200" y="419100"/>
                </a:moveTo>
                <a:lnTo>
                  <a:pt x="466725" y="419100"/>
                </a:lnTo>
                <a:lnTo>
                  <a:pt x="466725" y="428625"/>
                </a:lnTo>
                <a:lnTo>
                  <a:pt x="457200" y="428625"/>
                </a:lnTo>
                <a:close/>
                <a:moveTo>
                  <a:pt x="514350" y="419100"/>
                </a:moveTo>
                <a:lnTo>
                  <a:pt x="523875" y="419100"/>
                </a:lnTo>
                <a:lnTo>
                  <a:pt x="523875" y="428625"/>
                </a:lnTo>
                <a:lnTo>
                  <a:pt x="514350" y="428625"/>
                </a:lnTo>
                <a:close/>
                <a:moveTo>
                  <a:pt x="581025" y="428625"/>
                </a:moveTo>
                <a:lnTo>
                  <a:pt x="590550" y="428625"/>
                </a:lnTo>
                <a:lnTo>
                  <a:pt x="590550" y="438150"/>
                </a:lnTo>
                <a:lnTo>
                  <a:pt x="581025" y="438150"/>
                </a:lnTo>
                <a:close/>
                <a:moveTo>
                  <a:pt x="161925" y="438150"/>
                </a:moveTo>
                <a:lnTo>
                  <a:pt x="171450" y="438150"/>
                </a:lnTo>
                <a:lnTo>
                  <a:pt x="171450" y="447675"/>
                </a:lnTo>
                <a:lnTo>
                  <a:pt x="161925" y="447675"/>
                </a:lnTo>
                <a:close/>
                <a:moveTo>
                  <a:pt x="590550" y="438150"/>
                </a:moveTo>
                <a:lnTo>
                  <a:pt x="600075" y="438150"/>
                </a:lnTo>
                <a:lnTo>
                  <a:pt x="600075" y="447675"/>
                </a:lnTo>
                <a:lnTo>
                  <a:pt x="590550" y="447675"/>
                </a:lnTo>
                <a:close/>
                <a:moveTo>
                  <a:pt x="171450" y="447675"/>
                </a:moveTo>
                <a:lnTo>
                  <a:pt x="180975" y="447675"/>
                </a:lnTo>
                <a:lnTo>
                  <a:pt x="180975" y="466725"/>
                </a:lnTo>
                <a:lnTo>
                  <a:pt x="171450" y="466725"/>
                </a:lnTo>
                <a:close/>
                <a:moveTo>
                  <a:pt x="600075" y="447675"/>
                </a:moveTo>
                <a:lnTo>
                  <a:pt x="609600" y="447675"/>
                </a:lnTo>
                <a:lnTo>
                  <a:pt x="609600" y="466725"/>
                </a:lnTo>
                <a:lnTo>
                  <a:pt x="600075" y="466725"/>
                </a:lnTo>
                <a:close/>
                <a:moveTo>
                  <a:pt x="180975" y="466725"/>
                </a:moveTo>
                <a:lnTo>
                  <a:pt x="190500" y="466725"/>
                </a:lnTo>
                <a:lnTo>
                  <a:pt x="190500" y="476250"/>
                </a:lnTo>
                <a:lnTo>
                  <a:pt x="180975" y="476250"/>
                </a:lnTo>
                <a:close/>
                <a:moveTo>
                  <a:pt x="581025" y="485775"/>
                </a:moveTo>
                <a:lnTo>
                  <a:pt x="590550" y="485775"/>
                </a:lnTo>
                <a:lnTo>
                  <a:pt x="590550" y="495300"/>
                </a:lnTo>
                <a:lnTo>
                  <a:pt x="581025" y="495300"/>
                </a:lnTo>
                <a:close/>
                <a:moveTo>
                  <a:pt x="342900" y="495300"/>
                </a:moveTo>
                <a:lnTo>
                  <a:pt x="381000" y="495300"/>
                </a:lnTo>
                <a:lnTo>
                  <a:pt x="381000" y="504825"/>
                </a:lnTo>
                <a:lnTo>
                  <a:pt x="342900" y="504825"/>
                </a:lnTo>
                <a:close/>
                <a:moveTo>
                  <a:pt x="571500" y="495300"/>
                </a:moveTo>
                <a:lnTo>
                  <a:pt x="581025" y="495300"/>
                </a:lnTo>
                <a:lnTo>
                  <a:pt x="581025" y="514350"/>
                </a:lnTo>
                <a:lnTo>
                  <a:pt x="571500" y="514350"/>
                </a:lnTo>
                <a:close/>
                <a:moveTo>
                  <a:pt x="466725" y="504825"/>
                </a:moveTo>
                <a:lnTo>
                  <a:pt x="476250" y="504825"/>
                </a:lnTo>
                <a:lnTo>
                  <a:pt x="476250" y="514350"/>
                </a:lnTo>
                <a:lnTo>
                  <a:pt x="466725" y="514350"/>
                </a:lnTo>
                <a:close/>
                <a:moveTo>
                  <a:pt x="581025" y="514350"/>
                </a:moveTo>
                <a:lnTo>
                  <a:pt x="590550" y="514350"/>
                </a:lnTo>
                <a:lnTo>
                  <a:pt x="590550" y="523875"/>
                </a:lnTo>
                <a:lnTo>
                  <a:pt x="581025" y="523875"/>
                </a:lnTo>
                <a:close/>
                <a:moveTo>
                  <a:pt x="457200" y="523875"/>
                </a:moveTo>
                <a:lnTo>
                  <a:pt x="466725" y="523875"/>
                </a:lnTo>
                <a:lnTo>
                  <a:pt x="466725" y="542925"/>
                </a:lnTo>
                <a:lnTo>
                  <a:pt x="457200" y="542925"/>
                </a:lnTo>
                <a:close/>
                <a:moveTo>
                  <a:pt x="590550" y="523875"/>
                </a:moveTo>
                <a:lnTo>
                  <a:pt x="600075" y="523875"/>
                </a:lnTo>
                <a:lnTo>
                  <a:pt x="600075" y="561975"/>
                </a:lnTo>
                <a:lnTo>
                  <a:pt x="590550" y="561975"/>
                </a:lnTo>
                <a:close/>
                <a:moveTo>
                  <a:pt x="333375" y="552450"/>
                </a:moveTo>
                <a:lnTo>
                  <a:pt x="342900" y="552450"/>
                </a:lnTo>
                <a:lnTo>
                  <a:pt x="342900" y="561975"/>
                </a:lnTo>
                <a:lnTo>
                  <a:pt x="333375" y="561975"/>
                </a:lnTo>
                <a:close/>
                <a:moveTo>
                  <a:pt x="200025" y="561975"/>
                </a:moveTo>
                <a:lnTo>
                  <a:pt x="209550" y="561975"/>
                </a:lnTo>
                <a:lnTo>
                  <a:pt x="209550" y="571500"/>
                </a:lnTo>
                <a:lnTo>
                  <a:pt x="200025" y="571500"/>
                </a:lnTo>
                <a:close/>
                <a:moveTo>
                  <a:pt x="323850" y="561975"/>
                </a:moveTo>
                <a:lnTo>
                  <a:pt x="333375" y="561975"/>
                </a:lnTo>
                <a:lnTo>
                  <a:pt x="333375" y="581025"/>
                </a:lnTo>
                <a:lnTo>
                  <a:pt x="323850" y="581025"/>
                </a:lnTo>
                <a:close/>
                <a:moveTo>
                  <a:pt x="209550" y="571500"/>
                </a:moveTo>
                <a:lnTo>
                  <a:pt x="219075" y="571500"/>
                </a:lnTo>
                <a:lnTo>
                  <a:pt x="219075" y="581025"/>
                </a:lnTo>
                <a:lnTo>
                  <a:pt x="209550" y="581025"/>
                </a:lnTo>
                <a:close/>
                <a:moveTo>
                  <a:pt x="314325" y="581025"/>
                </a:moveTo>
                <a:lnTo>
                  <a:pt x="323850" y="581025"/>
                </a:lnTo>
                <a:lnTo>
                  <a:pt x="323850" y="590550"/>
                </a:lnTo>
                <a:lnTo>
                  <a:pt x="314325" y="590550"/>
                </a:lnTo>
                <a:close/>
                <a:moveTo>
                  <a:pt x="304800" y="590550"/>
                </a:moveTo>
                <a:lnTo>
                  <a:pt x="314325" y="590550"/>
                </a:lnTo>
                <a:lnTo>
                  <a:pt x="314325" y="600075"/>
                </a:lnTo>
                <a:lnTo>
                  <a:pt x="304800" y="600075"/>
                </a:lnTo>
                <a:close/>
                <a:moveTo>
                  <a:pt x="238125" y="600075"/>
                </a:moveTo>
                <a:lnTo>
                  <a:pt x="247650" y="600075"/>
                </a:lnTo>
                <a:lnTo>
                  <a:pt x="247650" y="609600"/>
                </a:lnTo>
                <a:lnTo>
                  <a:pt x="238125" y="609600"/>
                </a:lnTo>
                <a:close/>
                <a:moveTo>
                  <a:pt x="285750" y="600075"/>
                </a:moveTo>
                <a:lnTo>
                  <a:pt x="304800" y="600075"/>
                </a:lnTo>
                <a:lnTo>
                  <a:pt x="304800" y="609600"/>
                </a:lnTo>
                <a:lnTo>
                  <a:pt x="285750" y="609600"/>
                </a:lnTo>
                <a:close/>
                <a:moveTo>
                  <a:pt x="476250" y="600075"/>
                </a:moveTo>
                <a:lnTo>
                  <a:pt x="485775" y="600075"/>
                </a:lnTo>
                <a:lnTo>
                  <a:pt x="485775" y="609600"/>
                </a:lnTo>
                <a:lnTo>
                  <a:pt x="476250" y="609600"/>
                </a:lnTo>
                <a:close/>
                <a:moveTo>
                  <a:pt x="257175" y="609600"/>
                </a:moveTo>
                <a:lnTo>
                  <a:pt x="285750" y="609600"/>
                </a:lnTo>
                <a:lnTo>
                  <a:pt x="285750" y="619125"/>
                </a:lnTo>
                <a:lnTo>
                  <a:pt x="257175" y="619125"/>
                </a:lnTo>
                <a:close/>
                <a:moveTo>
                  <a:pt x="485775" y="609600"/>
                </a:moveTo>
                <a:lnTo>
                  <a:pt x="495300" y="609600"/>
                </a:lnTo>
                <a:lnTo>
                  <a:pt x="495300" y="619125"/>
                </a:lnTo>
                <a:lnTo>
                  <a:pt x="485775" y="619125"/>
                </a:lnTo>
                <a:close/>
                <a:moveTo>
                  <a:pt x="561975" y="609600"/>
                </a:moveTo>
                <a:lnTo>
                  <a:pt x="571500" y="609600"/>
                </a:lnTo>
                <a:lnTo>
                  <a:pt x="571500" y="619125"/>
                </a:lnTo>
                <a:lnTo>
                  <a:pt x="561975" y="619125"/>
                </a:lnTo>
                <a:close/>
                <a:moveTo>
                  <a:pt x="495300" y="619125"/>
                </a:moveTo>
                <a:lnTo>
                  <a:pt x="504825" y="619125"/>
                </a:lnTo>
                <a:lnTo>
                  <a:pt x="504825" y="628650"/>
                </a:lnTo>
                <a:lnTo>
                  <a:pt x="495300" y="628650"/>
                </a:lnTo>
                <a:close/>
                <a:moveTo>
                  <a:pt x="533400" y="619125"/>
                </a:moveTo>
                <a:lnTo>
                  <a:pt x="561975" y="619125"/>
                </a:lnTo>
                <a:lnTo>
                  <a:pt x="561975" y="628650"/>
                </a:lnTo>
                <a:lnTo>
                  <a:pt x="533400" y="628650"/>
                </a:lnTo>
                <a:close/>
              </a:path>
            </a:pathLst>
          </a:custGeom>
          <a:solidFill xmlns:a="http://schemas.openxmlformats.org/drawingml/2006/main">
            <a:srgbClr val="FAFFFF"/>
          </a:solidFill>
          <a:ln xmlns:a="http://schemas.openxmlformats.org/drawingml/2006/main" w="0">
            <a:noFill/>
          </a:ln>
        </p:spPr>
      </p:sp>
      <p:sp>
        <p:nvSpPr>
          <p:cNvPr id="36" name="cart vector #f7ffff">
            <a:extLst xmlns:a="http://schemas.openxmlformats.org/drawingml/2006/main">
              <a:ext uri="{FF2B5EF4-FFF2-40B4-BE49-F238E27FC236}">
                <a16:creationId xmlns:a16="http://schemas.microsoft.com/office/drawing/2014/main" id="{7FA21656-9710-4B03-9DAB-92957BBA440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57250" y="2524125"/>
            <a:ext cx="704850" cy="704850"/>
          </a:xfrm>
          <a:custGeom xmlns:a="http://schemas.openxmlformats.org/drawingml/2006/main">
            <a:pathLst>
              <a:path w="695325" h="657225">
                <a:moveTo>
                  <a:pt x="57150" y="19050"/>
                </a:moveTo>
                <a:lnTo>
                  <a:pt x="76200" y="19050"/>
                </a:lnTo>
                <a:lnTo>
                  <a:pt x="76200" y="28575"/>
                </a:lnTo>
                <a:lnTo>
                  <a:pt x="57150" y="28575"/>
                </a:lnTo>
                <a:close/>
                <a:moveTo>
                  <a:pt x="152400" y="19050"/>
                </a:moveTo>
                <a:lnTo>
                  <a:pt x="161925" y="19050"/>
                </a:lnTo>
                <a:lnTo>
                  <a:pt x="161925" y="28575"/>
                </a:lnTo>
                <a:lnTo>
                  <a:pt x="152400" y="28575"/>
                </a:lnTo>
                <a:close/>
                <a:moveTo>
                  <a:pt x="47625" y="28575"/>
                </a:moveTo>
                <a:lnTo>
                  <a:pt x="57150" y="28575"/>
                </a:lnTo>
                <a:lnTo>
                  <a:pt x="57150" y="38100"/>
                </a:lnTo>
                <a:lnTo>
                  <a:pt x="47625" y="38100"/>
                </a:lnTo>
                <a:close/>
                <a:moveTo>
                  <a:pt x="38100" y="38100"/>
                </a:moveTo>
                <a:lnTo>
                  <a:pt x="47625" y="38100"/>
                </a:lnTo>
                <a:lnTo>
                  <a:pt x="47625" y="47625"/>
                </a:lnTo>
                <a:lnTo>
                  <a:pt x="38100" y="47625"/>
                </a:lnTo>
                <a:close/>
                <a:moveTo>
                  <a:pt x="180975" y="57150"/>
                </a:moveTo>
                <a:lnTo>
                  <a:pt x="190500" y="57150"/>
                </a:lnTo>
                <a:lnTo>
                  <a:pt x="190500" y="66675"/>
                </a:lnTo>
                <a:lnTo>
                  <a:pt x="180975" y="66675"/>
                </a:lnTo>
                <a:close/>
                <a:moveTo>
                  <a:pt x="95250" y="85725"/>
                </a:moveTo>
                <a:lnTo>
                  <a:pt x="114300" y="85725"/>
                </a:lnTo>
                <a:lnTo>
                  <a:pt x="114300" y="95250"/>
                </a:lnTo>
                <a:lnTo>
                  <a:pt x="95250" y="95250"/>
                </a:lnTo>
                <a:close/>
                <a:moveTo>
                  <a:pt x="114300" y="95250"/>
                </a:moveTo>
                <a:lnTo>
                  <a:pt x="123825" y="95250"/>
                </a:lnTo>
                <a:lnTo>
                  <a:pt x="123825" y="104775"/>
                </a:lnTo>
                <a:lnTo>
                  <a:pt x="114300" y="104775"/>
                </a:lnTo>
                <a:close/>
                <a:moveTo>
                  <a:pt x="123825" y="104775"/>
                </a:moveTo>
                <a:lnTo>
                  <a:pt x="133350" y="104775"/>
                </a:lnTo>
                <a:lnTo>
                  <a:pt x="133350" y="114300"/>
                </a:lnTo>
                <a:lnTo>
                  <a:pt x="123825" y="114300"/>
                </a:lnTo>
                <a:close/>
                <a:moveTo>
                  <a:pt x="247650" y="104775"/>
                </a:moveTo>
                <a:lnTo>
                  <a:pt x="438150" y="104775"/>
                </a:lnTo>
                <a:lnTo>
                  <a:pt x="438150" y="114300"/>
                </a:lnTo>
                <a:lnTo>
                  <a:pt x="247650" y="114300"/>
                </a:lnTo>
                <a:close/>
                <a:moveTo>
                  <a:pt x="457200" y="104775"/>
                </a:moveTo>
                <a:lnTo>
                  <a:pt x="628650" y="104775"/>
                </a:lnTo>
                <a:lnTo>
                  <a:pt x="628650" y="114300"/>
                </a:lnTo>
                <a:lnTo>
                  <a:pt x="457200" y="114300"/>
                </a:lnTo>
                <a:close/>
                <a:moveTo>
                  <a:pt x="133350" y="123825"/>
                </a:moveTo>
                <a:lnTo>
                  <a:pt x="142875" y="123825"/>
                </a:lnTo>
                <a:lnTo>
                  <a:pt x="142875" y="142875"/>
                </a:lnTo>
                <a:lnTo>
                  <a:pt x="133350" y="142875"/>
                </a:lnTo>
                <a:close/>
                <a:moveTo>
                  <a:pt x="657225" y="133350"/>
                </a:moveTo>
                <a:lnTo>
                  <a:pt x="666750" y="133350"/>
                </a:lnTo>
                <a:lnTo>
                  <a:pt x="666750" y="180975"/>
                </a:lnTo>
                <a:lnTo>
                  <a:pt x="657225" y="180975"/>
                </a:lnTo>
                <a:close/>
                <a:moveTo>
                  <a:pt x="142875" y="161925"/>
                </a:moveTo>
                <a:lnTo>
                  <a:pt x="152400" y="161925"/>
                </a:lnTo>
                <a:lnTo>
                  <a:pt x="152400" y="180975"/>
                </a:lnTo>
                <a:lnTo>
                  <a:pt x="142875" y="180975"/>
                </a:lnTo>
                <a:close/>
                <a:moveTo>
                  <a:pt x="152400" y="180975"/>
                </a:moveTo>
                <a:lnTo>
                  <a:pt x="161925" y="180975"/>
                </a:lnTo>
                <a:lnTo>
                  <a:pt x="161925" y="190500"/>
                </a:lnTo>
                <a:lnTo>
                  <a:pt x="152400" y="190500"/>
                </a:lnTo>
                <a:close/>
                <a:moveTo>
                  <a:pt x="647700" y="200025"/>
                </a:moveTo>
                <a:lnTo>
                  <a:pt x="657225" y="200025"/>
                </a:lnTo>
                <a:lnTo>
                  <a:pt x="657225" y="219075"/>
                </a:lnTo>
                <a:lnTo>
                  <a:pt x="647700" y="219075"/>
                </a:lnTo>
                <a:close/>
                <a:moveTo>
                  <a:pt x="161925" y="209550"/>
                </a:moveTo>
                <a:lnTo>
                  <a:pt x="171450" y="209550"/>
                </a:lnTo>
                <a:lnTo>
                  <a:pt x="171450" y="228600"/>
                </a:lnTo>
                <a:lnTo>
                  <a:pt x="161925" y="228600"/>
                </a:lnTo>
                <a:close/>
                <a:moveTo>
                  <a:pt x="638175" y="219075"/>
                </a:moveTo>
                <a:lnTo>
                  <a:pt x="647700" y="219075"/>
                </a:lnTo>
                <a:lnTo>
                  <a:pt x="647700" y="238125"/>
                </a:lnTo>
                <a:lnTo>
                  <a:pt x="638175" y="238125"/>
                </a:lnTo>
                <a:close/>
                <a:moveTo>
                  <a:pt x="171450" y="247650"/>
                </a:moveTo>
                <a:lnTo>
                  <a:pt x="180975" y="247650"/>
                </a:lnTo>
                <a:lnTo>
                  <a:pt x="180975" y="257175"/>
                </a:lnTo>
                <a:lnTo>
                  <a:pt x="171450" y="257175"/>
                </a:lnTo>
                <a:close/>
                <a:moveTo>
                  <a:pt x="628650" y="266700"/>
                </a:moveTo>
                <a:lnTo>
                  <a:pt x="638175" y="266700"/>
                </a:lnTo>
                <a:lnTo>
                  <a:pt x="638175" y="276225"/>
                </a:lnTo>
                <a:lnTo>
                  <a:pt x="628650" y="276225"/>
                </a:lnTo>
                <a:close/>
                <a:moveTo>
                  <a:pt x="180975" y="285750"/>
                </a:moveTo>
                <a:lnTo>
                  <a:pt x="190500" y="285750"/>
                </a:lnTo>
                <a:lnTo>
                  <a:pt x="190500" y="304800"/>
                </a:lnTo>
                <a:lnTo>
                  <a:pt x="180975" y="304800"/>
                </a:lnTo>
                <a:close/>
                <a:moveTo>
                  <a:pt x="619125" y="295275"/>
                </a:moveTo>
                <a:lnTo>
                  <a:pt x="628650" y="295275"/>
                </a:lnTo>
                <a:lnTo>
                  <a:pt x="628650" y="304800"/>
                </a:lnTo>
                <a:lnTo>
                  <a:pt x="619125" y="304800"/>
                </a:lnTo>
                <a:close/>
                <a:moveTo>
                  <a:pt x="190500" y="323850"/>
                </a:moveTo>
                <a:lnTo>
                  <a:pt x="200025" y="323850"/>
                </a:lnTo>
                <a:lnTo>
                  <a:pt x="200025" y="352425"/>
                </a:lnTo>
                <a:lnTo>
                  <a:pt x="190500" y="352425"/>
                </a:lnTo>
                <a:close/>
                <a:moveTo>
                  <a:pt x="609600" y="333375"/>
                </a:moveTo>
                <a:lnTo>
                  <a:pt x="619125" y="333375"/>
                </a:lnTo>
                <a:lnTo>
                  <a:pt x="619125" y="342900"/>
                </a:lnTo>
                <a:lnTo>
                  <a:pt x="609600" y="342900"/>
                </a:lnTo>
                <a:close/>
                <a:moveTo>
                  <a:pt x="581025" y="361950"/>
                </a:moveTo>
                <a:lnTo>
                  <a:pt x="590550" y="361950"/>
                </a:lnTo>
                <a:lnTo>
                  <a:pt x="590550" y="371475"/>
                </a:lnTo>
                <a:lnTo>
                  <a:pt x="581025" y="371475"/>
                </a:lnTo>
                <a:close/>
                <a:moveTo>
                  <a:pt x="180975" y="371475"/>
                </a:moveTo>
                <a:lnTo>
                  <a:pt x="190500" y="371475"/>
                </a:lnTo>
                <a:lnTo>
                  <a:pt x="190500" y="381000"/>
                </a:lnTo>
                <a:lnTo>
                  <a:pt x="180975" y="381000"/>
                </a:lnTo>
                <a:close/>
                <a:moveTo>
                  <a:pt x="523875" y="371475"/>
                </a:moveTo>
                <a:lnTo>
                  <a:pt x="561975" y="371475"/>
                </a:lnTo>
                <a:lnTo>
                  <a:pt x="561975" y="381000"/>
                </a:lnTo>
                <a:lnTo>
                  <a:pt x="523875" y="381000"/>
                </a:lnTo>
                <a:close/>
                <a:moveTo>
                  <a:pt x="447675" y="381000"/>
                </a:moveTo>
                <a:lnTo>
                  <a:pt x="485775" y="381000"/>
                </a:lnTo>
                <a:lnTo>
                  <a:pt x="485775" y="390525"/>
                </a:lnTo>
                <a:lnTo>
                  <a:pt x="447675" y="390525"/>
                </a:lnTo>
                <a:close/>
                <a:moveTo>
                  <a:pt x="371475" y="390525"/>
                </a:moveTo>
                <a:lnTo>
                  <a:pt x="409575" y="390525"/>
                </a:lnTo>
                <a:lnTo>
                  <a:pt x="409575" y="400050"/>
                </a:lnTo>
                <a:lnTo>
                  <a:pt x="371475" y="400050"/>
                </a:lnTo>
                <a:close/>
                <a:moveTo>
                  <a:pt x="285750" y="400050"/>
                </a:moveTo>
                <a:lnTo>
                  <a:pt x="342900" y="400050"/>
                </a:lnTo>
                <a:lnTo>
                  <a:pt x="342900" y="409575"/>
                </a:lnTo>
                <a:lnTo>
                  <a:pt x="285750" y="409575"/>
                </a:lnTo>
                <a:close/>
                <a:moveTo>
                  <a:pt x="257175" y="409575"/>
                </a:moveTo>
                <a:lnTo>
                  <a:pt x="266700" y="409575"/>
                </a:lnTo>
                <a:lnTo>
                  <a:pt x="266700" y="428625"/>
                </a:lnTo>
                <a:lnTo>
                  <a:pt x="257175" y="428625"/>
                </a:lnTo>
                <a:close/>
                <a:moveTo>
                  <a:pt x="276225" y="428625"/>
                </a:moveTo>
                <a:lnTo>
                  <a:pt x="285750" y="428625"/>
                </a:lnTo>
                <a:lnTo>
                  <a:pt x="285750" y="438150"/>
                </a:lnTo>
                <a:lnTo>
                  <a:pt x="276225" y="438150"/>
                </a:lnTo>
                <a:close/>
                <a:moveTo>
                  <a:pt x="371475" y="428625"/>
                </a:moveTo>
                <a:lnTo>
                  <a:pt x="485775" y="428625"/>
                </a:lnTo>
                <a:lnTo>
                  <a:pt x="485775" y="438150"/>
                </a:lnTo>
                <a:lnTo>
                  <a:pt x="371475" y="438150"/>
                </a:lnTo>
                <a:close/>
                <a:moveTo>
                  <a:pt x="514350" y="428625"/>
                </a:moveTo>
                <a:lnTo>
                  <a:pt x="581025" y="428625"/>
                </a:lnTo>
                <a:lnTo>
                  <a:pt x="581025" y="438150"/>
                </a:lnTo>
                <a:lnTo>
                  <a:pt x="514350" y="438150"/>
                </a:lnTo>
                <a:close/>
                <a:moveTo>
                  <a:pt x="171450" y="438150"/>
                </a:moveTo>
                <a:lnTo>
                  <a:pt x="180975" y="438150"/>
                </a:lnTo>
                <a:lnTo>
                  <a:pt x="180975" y="447675"/>
                </a:lnTo>
                <a:lnTo>
                  <a:pt x="171450" y="447675"/>
                </a:lnTo>
                <a:close/>
                <a:moveTo>
                  <a:pt x="180975" y="457200"/>
                </a:moveTo>
                <a:lnTo>
                  <a:pt x="190500" y="457200"/>
                </a:lnTo>
                <a:lnTo>
                  <a:pt x="190500" y="466725"/>
                </a:lnTo>
                <a:lnTo>
                  <a:pt x="180975" y="466725"/>
                </a:lnTo>
                <a:close/>
                <a:moveTo>
                  <a:pt x="190500" y="466725"/>
                </a:moveTo>
                <a:lnTo>
                  <a:pt x="200025" y="466725"/>
                </a:lnTo>
                <a:lnTo>
                  <a:pt x="200025" y="476250"/>
                </a:lnTo>
                <a:lnTo>
                  <a:pt x="209550" y="476250"/>
                </a:lnTo>
                <a:lnTo>
                  <a:pt x="209550" y="485775"/>
                </a:lnTo>
                <a:lnTo>
                  <a:pt x="190500" y="485775"/>
                </a:lnTo>
                <a:close/>
                <a:moveTo>
                  <a:pt x="590550" y="466725"/>
                </a:moveTo>
                <a:lnTo>
                  <a:pt x="600075" y="466725"/>
                </a:lnTo>
                <a:lnTo>
                  <a:pt x="600075" y="476250"/>
                </a:lnTo>
                <a:lnTo>
                  <a:pt x="590550" y="476250"/>
                </a:lnTo>
                <a:close/>
                <a:moveTo>
                  <a:pt x="581025" y="476250"/>
                </a:moveTo>
                <a:lnTo>
                  <a:pt x="590550" y="476250"/>
                </a:lnTo>
                <a:lnTo>
                  <a:pt x="590550" y="485775"/>
                </a:lnTo>
                <a:lnTo>
                  <a:pt x="581025" y="485775"/>
                </a:lnTo>
                <a:close/>
                <a:moveTo>
                  <a:pt x="352425" y="485775"/>
                </a:moveTo>
                <a:lnTo>
                  <a:pt x="476250" y="485775"/>
                </a:lnTo>
                <a:lnTo>
                  <a:pt x="476250" y="495300"/>
                </a:lnTo>
                <a:lnTo>
                  <a:pt x="485775" y="495300"/>
                </a:lnTo>
                <a:lnTo>
                  <a:pt x="485775" y="514350"/>
                </a:lnTo>
                <a:lnTo>
                  <a:pt x="476250" y="514350"/>
                </a:lnTo>
                <a:lnTo>
                  <a:pt x="476250" y="504825"/>
                </a:lnTo>
                <a:lnTo>
                  <a:pt x="466725" y="504825"/>
                </a:lnTo>
                <a:lnTo>
                  <a:pt x="466725" y="495300"/>
                </a:lnTo>
                <a:lnTo>
                  <a:pt x="352425" y="495300"/>
                </a:lnTo>
                <a:close/>
                <a:moveTo>
                  <a:pt x="571500" y="485775"/>
                </a:moveTo>
                <a:lnTo>
                  <a:pt x="581025" y="485775"/>
                </a:lnTo>
                <a:lnTo>
                  <a:pt x="581025" y="495300"/>
                </a:lnTo>
                <a:lnTo>
                  <a:pt x="571500" y="495300"/>
                </a:lnTo>
                <a:close/>
                <a:moveTo>
                  <a:pt x="333375" y="495300"/>
                </a:moveTo>
                <a:lnTo>
                  <a:pt x="342900" y="495300"/>
                </a:lnTo>
                <a:lnTo>
                  <a:pt x="342900" y="504825"/>
                </a:lnTo>
                <a:lnTo>
                  <a:pt x="333375" y="504825"/>
                </a:lnTo>
                <a:close/>
                <a:moveTo>
                  <a:pt x="323850" y="504825"/>
                </a:moveTo>
                <a:lnTo>
                  <a:pt x="333375" y="504825"/>
                </a:lnTo>
                <a:lnTo>
                  <a:pt x="333375" y="514350"/>
                </a:lnTo>
                <a:lnTo>
                  <a:pt x="323850" y="514350"/>
                </a:lnTo>
                <a:close/>
                <a:moveTo>
                  <a:pt x="466725" y="514350"/>
                </a:moveTo>
                <a:lnTo>
                  <a:pt x="476250" y="514350"/>
                </a:lnTo>
                <a:lnTo>
                  <a:pt x="476250" y="523875"/>
                </a:lnTo>
                <a:lnTo>
                  <a:pt x="466725" y="523875"/>
                </a:lnTo>
                <a:close/>
                <a:moveTo>
                  <a:pt x="581025" y="523875"/>
                </a:moveTo>
                <a:lnTo>
                  <a:pt x="590550" y="523875"/>
                </a:lnTo>
                <a:lnTo>
                  <a:pt x="590550" y="542925"/>
                </a:lnTo>
                <a:lnTo>
                  <a:pt x="581025" y="542925"/>
                </a:lnTo>
                <a:close/>
                <a:moveTo>
                  <a:pt x="200025" y="542925"/>
                </a:moveTo>
                <a:lnTo>
                  <a:pt x="209550" y="542925"/>
                </a:lnTo>
                <a:lnTo>
                  <a:pt x="209550" y="561975"/>
                </a:lnTo>
                <a:lnTo>
                  <a:pt x="200025" y="561975"/>
                </a:lnTo>
                <a:close/>
                <a:moveTo>
                  <a:pt x="457200" y="542925"/>
                </a:moveTo>
                <a:lnTo>
                  <a:pt x="466725" y="542925"/>
                </a:lnTo>
                <a:lnTo>
                  <a:pt x="466725" y="561975"/>
                </a:lnTo>
                <a:lnTo>
                  <a:pt x="457200" y="561975"/>
                </a:lnTo>
                <a:close/>
                <a:moveTo>
                  <a:pt x="219075" y="581025"/>
                </a:moveTo>
                <a:lnTo>
                  <a:pt x="228600" y="581025"/>
                </a:lnTo>
                <a:lnTo>
                  <a:pt x="228600" y="590550"/>
                </a:lnTo>
                <a:lnTo>
                  <a:pt x="219075" y="590550"/>
                </a:lnTo>
                <a:close/>
                <a:moveTo>
                  <a:pt x="228600" y="590550"/>
                </a:moveTo>
                <a:lnTo>
                  <a:pt x="238125" y="590550"/>
                </a:lnTo>
                <a:lnTo>
                  <a:pt x="238125" y="600075"/>
                </a:lnTo>
                <a:lnTo>
                  <a:pt x="228600" y="600075"/>
                </a:lnTo>
                <a:close/>
                <a:moveTo>
                  <a:pt x="247650" y="600075"/>
                </a:moveTo>
                <a:lnTo>
                  <a:pt x="285750" y="600075"/>
                </a:lnTo>
                <a:lnTo>
                  <a:pt x="285750" y="609600"/>
                </a:lnTo>
                <a:lnTo>
                  <a:pt x="247650" y="609600"/>
                </a:lnTo>
                <a:close/>
                <a:moveTo>
                  <a:pt x="552450" y="600075"/>
                </a:moveTo>
                <a:lnTo>
                  <a:pt x="561975" y="600075"/>
                </a:lnTo>
                <a:lnTo>
                  <a:pt x="561975" y="609600"/>
                </a:lnTo>
                <a:lnTo>
                  <a:pt x="552450" y="609600"/>
                </a:lnTo>
                <a:close/>
                <a:moveTo>
                  <a:pt x="533400" y="609600"/>
                </a:moveTo>
                <a:lnTo>
                  <a:pt x="552450" y="609600"/>
                </a:lnTo>
                <a:lnTo>
                  <a:pt x="552450" y="619125"/>
                </a:lnTo>
                <a:lnTo>
                  <a:pt x="533400" y="619125"/>
                </a:lnTo>
                <a:close/>
              </a:path>
            </a:pathLst>
          </a:custGeom>
          <a:solidFill xmlns:a="http://schemas.openxmlformats.org/drawingml/2006/main">
            <a:srgbClr val="F7FFFF"/>
          </a:solidFill>
          <a:ln xmlns:a="http://schemas.openxmlformats.org/drawingml/2006/main" w="0">
            <a:noFill/>
          </a:ln>
        </p:spPr>
      </p:sp>
      <p:sp>
        <p:nvSpPr>
          <p:cNvPr id="37" name="cart vector #f4feff">
            <a:extLst xmlns:a="http://schemas.openxmlformats.org/drawingml/2006/main">
              <a:ext uri="{FF2B5EF4-FFF2-40B4-BE49-F238E27FC236}">
                <a16:creationId xmlns:a16="http://schemas.microsoft.com/office/drawing/2014/main" id="{96338D3A-19C4-4324-A99C-5F2EF62ECB0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57250" y="2524125"/>
            <a:ext cx="704850" cy="704850"/>
          </a:xfrm>
          <a:custGeom xmlns:a="http://schemas.openxmlformats.org/drawingml/2006/main">
            <a:pathLst>
              <a:path w="695325" h="657225">
                <a:moveTo>
                  <a:pt x="76200" y="19050"/>
                </a:moveTo>
                <a:lnTo>
                  <a:pt x="152400" y="19050"/>
                </a:lnTo>
                <a:lnTo>
                  <a:pt x="152400" y="28575"/>
                </a:lnTo>
                <a:lnTo>
                  <a:pt x="76200" y="28575"/>
                </a:lnTo>
                <a:close/>
                <a:moveTo>
                  <a:pt x="161925" y="28575"/>
                </a:moveTo>
                <a:lnTo>
                  <a:pt x="171450" y="28575"/>
                </a:lnTo>
                <a:lnTo>
                  <a:pt x="171450" y="38100"/>
                </a:lnTo>
                <a:lnTo>
                  <a:pt x="161925" y="38100"/>
                </a:lnTo>
                <a:close/>
                <a:moveTo>
                  <a:pt x="171450" y="38100"/>
                </a:moveTo>
                <a:lnTo>
                  <a:pt x="180975" y="38100"/>
                </a:lnTo>
                <a:lnTo>
                  <a:pt x="180975" y="47625"/>
                </a:lnTo>
                <a:lnTo>
                  <a:pt x="171450" y="47625"/>
                </a:lnTo>
                <a:close/>
                <a:moveTo>
                  <a:pt x="47625" y="66675"/>
                </a:moveTo>
                <a:lnTo>
                  <a:pt x="57150" y="66675"/>
                </a:lnTo>
                <a:lnTo>
                  <a:pt x="57150" y="76200"/>
                </a:lnTo>
                <a:lnTo>
                  <a:pt x="47625" y="76200"/>
                </a:lnTo>
                <a:close/>
                <a:moveTo>
                  <a:pt x="180975" y="66675"/>
                </a:moveTo>
                <a:lnTo>
                  <a:pt x="190500" y="66675"/>
                </a:lnTo>
                <a:lnTo>
                  <a:pt x="190500" y="85725"/>
                </a:lnTo>
                <a:lnTo>
                  <a:pt x="180975" y="85725"/>
                </a:lnTo>
                <a:close/>
                <a:moveTo>
                  <a:pt x="57150" y="76200"/>
                </a:moveTo>
                <a:lnTo>
                  <a:pt x="104775" y="76200"/>
                </a:lnTo>
                <a:lnTo>
                  <a:pt x="104775" y="85725"/>
                </a:lnTo>
                <a:lnTo>
                  <a:pt x="57150" y="85725"/>
                </a:lnTo>
                <a:close/>
                <a:moveTo>
                  <a:pt x="114300" y="85725"/>
                </a:moveTo>
                <a:lnTo>
                  <a:pt x="123825" y="85725"/>
                </a:lnTo>
                <a:lnTo>
                  <a:pt x="123825" y="95250"/>
                </a:lnTo>
                <a:lnTo>
                  <a:pt x="114300" y="95250"/>
                </a:lnTo>
                <a:close/>
                <a:moveTo>
                  <a:pt x="190500" y="85725"/>
                </a:moveTo>
                <a:lnTo>
                  <a:pt x="200025" y="85725"/>
                </a:lnTo>
                <a:lnTo>
                  <a:pt x="200025" y="95250"/>
                </a:lnTo>
                <a:lnTo>
                  <a:pt x="190500" y="95250"/>
                </a:lnTo>
                <a:close/>
                <a:moveTo>
                  <a:pt x="123825" y="95250"/>
                </a:moveTo>
                <a:lnTo>
                  <a:pt x="133350" y="95250"/>
                </a:lnTo>
                <a:lnTo>
                  <a:pt x="133350" y="104775"/>
                </a:lnTo>
                <a:lnTo>
                  <a:pt x="123825" y="104775"/>
                </a:lnTo>
                <a:close/>
                <a:moveTo>
                  <a:pt x="200025" y="95250"/>
                </a:moveTo>
                <a:lnTo>
                  <a:pt x="209550" y="95250"/>
                </a:lnTo>
                <a:lnTo>
                  <a:pt x="209550" y="104775"/>
                </a:lnTo>
                <a:lnTo>
                  <a:pt x="200025" y="104775"/>
                </a:lnTo>
                <a:close/>
                <a:moveTo>
                  <a:pt x="209550" y="104775"/>
                </a:moveTo>
                <a:lnTo>
                  <a:pt x="247650" y="104775"/>
                </a:lnTo>
                <a:lnTo>
                  <a:pt x="247650" y="114300"/>
                </a:lnTo>
                <a:lnTo>
                  <a:pt x="209550" y="114300"/>
                </a:lnTo>
                <a:close/>
                <a:moveTo>
                  <a:pt x="438150" y="104775"/>
                </a:moveTo>
                <a:lnTo>
                  <a:pt x="457200" y="104775"/>
                </a:lnTo>
                <a:lnTo>
                  <a:pt x="457200" y="114300"/>
                </a:lnTo>
                <a:lnTo>
                  <a:pt x="438150" y="114300"/>
                </a:lnTo>
                <a:close/>
                <a:moveTo>
                  <a:pt x="133350" y="114300"/>
                </a:moveTo>
                <a:lnTo>
                  <a:pt x="142875" y="114300"/>
                </a:lnTo>
                <a:lnTo>
                  <a:pt x="142875" y="123825"/>
                </a:lnTo>
                <a:lnTo>
                  <a:pt x="133350" y="123825"/>
                </a:lnTo>
                <a:close/>
                <a:moveTo>
                  <a:pt x="638175" y="114300"/>
                </a:moveTo>
                <a:lnTo>
                  <a:pt x="647700" y="114300"/>
                </a:lnTo>
                <a:lnTo>
                  <a:pt x="647700" y="123825"/>
                </a:lnTo>
                <a:lnTo>
                  <a:pt x="638175" y="123825"/>
                </a:lnTo>
                <a:close/>
                <a:moveTo>
                  <a:pt x="647700" y="123825"/>
                </a:moveTo>
                <a:lnTo>
                  <a:pt x="657225" y="123825"/>
                </a:lnTo>
                <a:lnTo>
                  <a:pt x="657225" y="133350"/>
                </a:lnTo>
                <a:lnTo>
                  <a:pt x="647700" y="133350"/>
                </a:lnTo>
                <a:close/>
                <a:moveTo>
                  <a:pt x="142875" y="142875"/>
                </a:moveTo>
                <a:lnTo>
                  <a:pt x="152400" y="142875"/>
                </a:lnTo>
                <a:lnTo>
                  <a:pt x="152400" y="161925"/>
                </a:lnTo>
                <a:lnTo>
                  <a:pt x="142875" y="161925"/>
                </a:lnTo>
                <a:close/>
                <a:moveTo>
                  <a:pt x="152400" y="161925"/>
                </a:moveTo>
                <a:lnTo>
                  <a:pt x="161925" y="161925"/>
                </a:lnTo>
                <a:lnTo>
                  <a:pt x="161925" y="180975"/>
                </a:lnTo>
                <a:lnTo>
                  <a:pt x="152400" y="180975"/>
                </a:lnTo>
                <a:close/>
                <a:moveTo>
                  <a:pt x="647700" y="161925"/>
                </a:moveTo>
                <a:lnTo>
                  <a:pt x="657225" y="161925"/>
                </a:lnTo>
                <a:lnTo>
                  <a:pt x="657225" y="200025"/>
                </a:lnTo>
                <a:lnTo>
                  <a:pt x="647700" y="200025"/>
                </a:lnTo>
                <a:close/>
                <a:moveTo>
                  <a:pt x="161925" y="190500"/>
                </a:moveTo>
                <a:lnTo>
                  <a:pt x="171450" y="190500"/>
                </a:lnTo>
                <a:lnTo>
                  <a:pt x="171450" y="209550"/>
                </a:lnTo>
                <a:lnTo>
                  <a:pt x="161925" y="209550"/>
                </a:lnTo>
                <a:close/>
                <a:moveTo>
                  <a:pt x="638175" y="209550"/>
                </a:moveTo>
                <a:lnTo>
                  <a:pt x="647700" y="209550"/>
                </a:lnTo>
                <a:lnTo>
                  <a:pt x="647700" y="219075"/>
                </a:lnTo>
                <a:lnTo>
                  <a:pt x="638175" y="219075"/>
                </a:lnTo>
                <a:close/>
                <a:moveTo>
                  <a:pt x="171450" y="228600"/>
                </a:moveTo>
                <a:lnTo>
                  <a:pt x="180975" y="228600"/>
                </a:lnTo>
                <a:lnTo>
                  <a:pt x="180975" y="247650"/>
                </a:lnTo>
                <a:lnTo>
                  <a:pt x="171450" y="247650"/>
                </a:lnTo>
                <a:close/>
                <a:moveTo>
                  <a:pt x="628650" y="247650"/>
                </a:moveTo>
                <a:lnTo>
                  <a:pt x="638175" y="247650"/>
                </a:lnTo>
                <a:lnTo>
                  <a:pt x="638175" y="266700"/>
                </a:lnTo>
                <a:lnTo>
                  <a:pt x="628650" y="266700"/>
                </a:lnTo>
                <a:close/>
                <a:moveTo>
                  <a:pt x="180975" y="257175"/>
                </a:moveTo>
                <a:lnTo>
                  <a:pt x="190500" y="257175"/>
                </a:lnTo>
                <a:lnTo>
                  <a:pt x="190500" y="285750"/>
                </a:lnTo>
                <a:lnTo>
                  <a:pt x="180975" y="285750"/>
                </a:lnTo>
                <a:close/>
                <a:moveTo>
                  <a:pt x="619125" y="266700"/>
                </a:moveTo>
                <a:lnTo>
                  <a:pt x="628650" y="266700"/>
                </a:lnTo>
                <a:lnTo>
                  <a:pt x="628650" y="295275"/>
                </a:lnTo>
                <a:lnTo>
                  <a:pt x="619125" y="295275"/>
                </a:lnTo>
                <a:close/>
                <a:moveTo>
                  <a:pt x="190500" y="295275"/>
                </a:moveTo>
                <a:lnTo>
                  <a:pt x="200025" y="295275"/>
                </a:lnTo>
                <a:lnTo>
                  <a:pt x="200025" y="323850"/>
                </a:lnTo>
                <a:lnTo>
                  <a:pt x="190500" y="323850"/>
                </a:lnTo>
                <a:close/>
                <a:moveTo>
                  <a:pt x="609600" y="304800"/>
                </a:moveTo>
                <a:lnTo>
                  <a:pt x="619125" y="304800"/>
                </a:lnTo>
                <a:lnTo>
                  <a:pt x="619125" y="333375"/>
                </a:lnTo>
                <a:lnTo>
                  <a:pt x="609600" y="333375"/>
                </a:lnTo>
                <a:close/>
                <a:moveTo>
                  <a:pt x="600075" y="342900"/>
                </a:moveTo>
                <a:lnTo>
                  <a:pt x="609600" y="342900"/>
                </a:lnTo>
                <a:lnTo>
                  <a:pt x="609600" y="352425"/>
                </a:lnTo>
                <a:lnTo>
                  <a:pt x="600075" y="352425"/>
                </a:lnTo>
                <a:close/>
                <a:moveTo>
                  <a:pt x="190500" y="352425"/>
                </a:moveTo>
                <a:lnTo>
                  <a:pt x="200025" y="352425"/>
                </a:lnTo>
                <a:lnTo>
                  <a:pt x="200025" y="381000"/>
                </a:lnTo>
                <a:lnTo>
                  <a:pt x="190500" y="381000"/>
                </a:lnTo>
                <a:close/>
                <a:moveTo>
                  <a:pt x="590550" y="352425"/>
                </a:moveTo>
                <a:lnTo>
                  <a:pt x="600075" y="352425"/>
                </a:lnTo>
                <a:lnTo>
                  <a:pt x="600075" y="361950"/>
                </a:lnTo>
                <a:lnTo>
                  <a:pt x="590550" y="361950"/>
                </a:lnTo>
                <a:close/>
                <a:moveTo>
                  <a:pt x="571500" y="361950"/>
                </a:moveTo>
                <a:lnTo>
                  <a:pt x="581025" y="361950"/>
                </a:lnTo>
                <a:lnTo>
                  <a:pt x="581025" y="371475"/>
                </a:lnTo>
                <a:lnTo>
                  <a:pt x="571500" y="371475"/>
                </a:lnTo>
                <a:close/>
                <a:moveTo>
                  <a:pt x="495300" y="371475"/>
                </a:moveTo>
                <a:lnTo>
                  <a:pt x="523875" y="371475"/>
                </a:lnTo>
                <a:lnTo>
                  <a:pt x="523875" y="381000"/>
                </a:lnTo>
                <a:lnTo>
                  <a:pt x="495300" y="381000"/>
                </a:lnTo>
                <a:close/>
                <a:moveTo>
                  <a:pt x="180975" y="381000"/>
                </a:moveTo>
                <a:lnTo>
                  <a:pt x="190500" y="381000"/>
                </a:lnTo>
                <a:lnTo>
                  <a:pt x="190500" y="390525"/>
                </a:lnTo>
                <a:lnTo>
                  <a:pt x="180975" y="390525"/>
                </a:lnTo>
                <a:close/>
                <a:moveTo>
                  <a:pt x="409575" y="381000"/>
                </a:moveTo>
                <a:lnTo>
                  <a:pt x="447675" y="381000"/>
                </a:lnTo>
                <a:lnTo>
                  <a:pt x="447675" y="390525"/>
                </a:lnTo>
                <a:lnTo>
                  <a:pt x="409575" y="390525"/>
                </a:lnTo>
                <a:close/>
                <a:moveTo>
                  <a:pt x="333375" y="390525"/>
                </a:moveTo>
                <a:lnTo>
                  <a:pt x="371475" y="390525"/>
                </a:lnTo>
                <a:lnTo>
                  <a:pt x="371475" y="400050"/>
                </a:lnTo>
                <a:lnTo>
                  <a:pt x="333375" y="400050"/>
                </a:lnTo>
                <a:close/>
                <a:moveTo>
                  <a:pt x="171450" y="400050"/>
                </a:moveTo>
                <a:lnTo>
                  <a:pt x="180975" y="400050"/>
                </a:lnTo>
                <a:lnTo>
                  <a:pt x="180975" y="438150"/>
                </a:lnTo>
                <a:lnTo>
                  <a:pt x="171450" y="438150"/>
                </a:lnTo>
                <a:close/>
                <a:moveTo>
                  <a:pt x="257175" y="400050"/>
                </a:moveTo>
                <a:lnTo>
                  <a:pt x="285750" y="400050"/>
                </a:lnTo>
                <a:lnTo>
                  <a:pt x="285750" y="409575"/>
                </a:lnTo>
                <a:lnTo>
                  <a:pt x="257175" y="409575"/>
                </a:lnTo>
                <a:close/>
                <a:moveTo>
                  <a:pt x="247650" y="409575"/>
                </a:moveTo>
                <a:lnTo>
                  <a:pt x="257175" y="409575"/>
                </a:lnTo>
                <a:lnTo>
                  <a:pt x="257175" y="428625"/>
                </a:lnTo>
                <a:lnTo>
                  <a:pt x="276225" y="428625"/>
                </a:lnTo>
                <a:lnTo>
                  <a:pt x="276225" y="438150"/>
                </a:lnTo>
                <a:lnTo>
                  <a:pt x="247650" y="438150"/>
                </a:lnTo>
                <a:lnTo>
                  <a:pt x="247650" y="428625"/>
                </a:lnTo>
                <a:lnTo>
                  <a:pt x="238125" y="428625"/>
                </a:lnTo>
                <a:lnTo>
                  <a:pt x="238125" y="419100"/>
                </a:lnTo>
                <a:lnTo>
                  <a:pt x="247650" y="419100"/>
                </a:lnTo>
                <a:close/>
                <a:moveTo>
                  <a:pt x="285750" y="428625"/>
                </a:moveTo>
                <a:lnTo>
                  <a:pt x="371475" y="428625"/>
                </a:lnTo>
                <a:lnTo>
                  <a:pt x="371475" y="438150"/>
                </a:lnTo>
                <a:lnTo>
                  <a:pt x="285750" y="438150"/>
                </a:lnTo>
                <a:close/>
                <a:moveTo>
                  <a:pt x="485775" y="428625"/>
                </a:moveTo>
                <a:lnTo>
                  <a:pt x="514350" y="428625"/>
                </a:lnTo>
                <a:lnTo>
                  <a:pt x="514350" y="438150"/>
                </a:lnTo>
                <a:lnTo>
                  <a:pt x="485775" y="438150"/>
                </a:lnTo>
                <a:close/>
                <a:moveTo>
                  <a:pt x="180975" y="447675"/>
                </a:moveTo>
                <a:lnTo>
                  <a:pt x="190500" y="447675"/>
                </a:lnTo>
                <a:lnTo>
                  <a:pt x="190500" y="457200"/>
                </a:lnTo>
                <a:lnTo>
                  <a:pt x="180975" y="457200"/>
                </a:lnTo>
                <a:close/>
                <a:moveTo>
                  <a:pt x="209550" y="476250"/>
                </a:moveTo>
                <a:lnTo>
                  <a:pt x="219075" y="476250"/>
                </a:lnTo>
                <a:lnTo>
                  <a:pt x="219075" y="523875"/>
                </a:lnTo>
                <a:lnTo>
                  <a:pt x="209550" y="523875"/>
                </a:lnTo>
                <a:close/>
                <a:moveTo>
                  <a:pt x="314325" y="485775"/>
                </a:moveTo>
                <a:lnTo>
                  <a:pt x="352425" y="485775"/>
                </a:lnTo>
                <a:lnTo>
                  <a:pt x="352425" y="495300"/>
                </a:lnTo>
                <a:lnTo>
                  <a:pt x="333375" y="495300"/>
                </a:lnTo>
                <a:lnTo>
                  <a:pt x="333375" y="504825"/>
                </a:lnTo>
                <a:lnTo>
                  <a:pt x="323850" y="504825"/>
                </a:lnTo>
                <a:lnTo>
                  <a:pt x="323850" y="514350"/>
                </a:lnTo>
                <a:lnTo>
                  <a:pt x="314325" y="514350"/>
                </a:lnTo>
                <a:close/>
                <a:moveTo>
                  <a:pt x="476250" y="485775"/>
                </a:moveTo>
                <a:lnTo>
                  <a:pt x="495300" y="485775"/>
                </a:lnTo>
                <a:lnTo>
                  <a:pt x="495300" y="504825"/>
                </a:lnTo>
                <a:lnTo>
                  <a:pt x="485775" y="504825"/>
                </a:lnTo>
                <a:lnTo>
                  <a:pt x="485775" y="495300"/>
                </a:lnTo>
                <a:lnTo>
                  <a:pt x="476250" y="495300"/>
                </a:lnTo>
                <a:close/>
                <a:moveTo>
                  <a:pt x="561975" y="485775"/>
                </a:moveTo>
                <a:lnTo>
                  <a:pt x="571500" y="485775"/>
                </a:lnTo>
                <a:lnTo>
                  <a:pt x="571500" y="514350"/>
                </a:lnTo>
                <a:lnTo>
                  <a:pt x="561975" y="514350"/>
                </a:lnTo>
                <a:lnTo>
                  <a:pt x="561975" y="504825"/>
                </a:lnTo>
                <a:lnTo>
                  <a:pt x="552450" y="504825"/>
                </a:lnTo>
                <a:lnTo>
                  <a:pt x="552450" y="495300"/>
                </a:lnTo>
                <a:lnTo>
                  <a:pt x="561975" y="495300"/>
                </a:lnTo>
                <a:close/>
                <a:moveTo>
                  <a:pt x="323850" y="514350"/>
                </a:moveTo>
                <a:lnTo>
                  <a:pt x="333375" y="514350"/>
                </a:lnTo>
                <a:lnTo>
                  <a:pt x="333375" y="561975"/>
                </a:lnTo>
                <a:lnTo>
                  <a:pt x="323850" y="561975"/>
                </a:lnTo>
                <a:close/>
                <a:moveTo>
                  <a:pt x="571500" y="514350"/>
                </a:moveTo>
                <a:lnTo>
                  <a:pt x="581025" y="514350"/>
                </a:lnTo>
                <a:lnTo>
                  <a:pt x="581025" y="523875"/>
                </a:lnTo>
                <a:lnTo>
                  <a:pt x="571500" y="523875"/>
                </a:lnTo>
                <a:close/>
                <a:moveTo>
                  <a:pt x="200025" y="523875"/>
                </a:moveTo>
                <a:lnTo>
                  <a:pt x="209550" y="523875"/>
                </a:lnTo>
                <a:lnTo>
                  <a:pt x="209550" y="542925"/>
                </a:lnTo>
                <a:lnTo>
                  <a:pt x="200025" y="542925"/>
                </a:lnTo>
                <a:close/>
                <a:moveTo>
                  <a:pt x="466725" y="523875"/>
                </a:moveTo>
                <a:lnTo>
                  <a:pt x="476250" y="523875"/>
                </a:lnTo>
                <a:lnTo>
                  <a:pt x="476250" y="533400"/>
                </a:lnTo>
                <a:lnTo>
                  <a:pt x="466725" y="533400"/>
                </a:lnTo>
                <a:close/>
                <a:moveTo>
                  <a:pt x="581025" y="542925"/>
                </a:moveTo>
                <a:lnTo>
                  <a:pt x="590550" y="542925"/>
                </a:lnTo>
                <a:lnTo>
                  <a:pt x="590550" y="571500"/>
                </a:lnTo>
                <a:lnTo>
                  <a:pt x="581025" y="571500"/>
                </a:lnTo>
                <a:close/>
                <a:moveTo>
                  <a:pt x="209550" y="561975"/>
                </a:moveTo>
                <a:lnTo>
                  <a:pt x="219075" y="561975"/>
                </a:lnTo>
                <a:lnTo>
                  <a:pt x="219075" y="571500"/>
                </a:lnTo>
                <a:lnTo>
                  <a:pt x="209550" y="571500"/>
                </a:lnTo>
                <a:close/>
                <a:moveTo>
                  <a:pt x="466725" y="561975"/>
                </a:moveTo>
                <a:lnTo>
                  <a:pt x="476250" y="561975"/>
                </a:lnTo>
                <a:lnTo>
                  <a:pt x="476250" y="590550"/>
                </a:lnTo>
                <a:lnTo>
                  <a:pt x="466725" y="590550"/>
                </a:lnTo>
                <a:close/>
                <a:moveTo>
                  <a:pt x="314325" y="571500"/>
                </a:moveTo>
                <a:lnTo>
                  <a:pt x="323850" y="571500"/>
                </a:lnTo>
                <a:lnTo>
                  <a:pt x="323850" y="581025"/>
                </a:lnTo>
                <a:lnTo>
                  <a:pt x="314325" y="581025"/>
                </a:lnTo>
                <a:close/>
                <a:moveTo>
                  <a:pt x="304800" y="581025"/>
                </a:moveTo>
                <a:lnTo>
                  <a:pt x="314325" y="581025"/>
                </a:lnTo>
                <a:lnTo>
                  <a:pt x="314325" y="590550"/>
                </a:lnTo>
                <a:lnTo>
                  <a:pt x="304800" y="590550"/>
                </a:lnTo>
                <a:close/>
                <a:moveTo>
                  <a:pt x="571500" y="581025"/>
                </a:moveTo>
                <a:lnTo>
                  <a:pt x="581025" y="581025"/>
                </a:lnTo>
                <a:lnTo>
                  <a:pt x="581025" y="590550"/>
                </a:lnTo>
                <a:lnTo>
                  <a:pt x="571500" y="590550"/>
                </a:lnTo>
                <a:close/>
                <a:moveTo>
                  <a:pt x="295275" y="590550"/>
                </a:moveTo>
                <a:lnTo>
                  <a:pt x="304800" y="590550"/>
                </a:lnTo>
                <a:lnTo>
                  <a:pt x="304800" y="600075"/>
                </a:lnTo>
                <a:lnTo>
                  <a:pt x="295275" y="600075"/>
                </a:lnTo>
                <a:close/>
                <a:moveTo>
                  <a:pt x="476250" y="590550"/>
                </a:moveTo>
                <a:lnTo>
                  <a:pt x="485775" y="590550"/>
                </a:lnTo>
                <a:lnTo>
                  <a:pt x="485775" y="600075"/>
                </a:lnTo>
                <a:lnTo>
                  <a:pt x="476250" y="600075"/>
                </a:lnTo>
                <a:close/>
                <a:moveTo>
                  <a:pt x="561975" y="590550"/>
                </a:moveTo>
                <a:lnTo>
                  <a:pt x="571500" y="590550"/>
                </a:lnTo>
                <a:lnTo>
                  <a:pt x="571500" y="600075"/>
                </a:lnTo>
                <a:lnTo>
                  <a:pt x="561975" y="600075"/>
                </a:lnTo>
                <a:close/>
                <a:moveTo>
                  <a:pt x="485775" y="600075"/>
                </a:moveTo>
                <a:lnTo>
                  <a:pt x="504825" y="600075"/>
                </a:lnTo>
                <a:lnTo>
                  <a:pt x="504825" y="609600"/>
                </a:lnTo>
                <a:lnTo>
                  <a:pt x="485775" y="609600"/>
                </a:lnTo>
                <a:close/>
                <a:moveTo>
                  <a:pt x="542925" y="600075"/>
                </a:moveTo>
                <a:lnTo>
                  <a:pt x="552450" y="600075"/>
                </a:lnTo>
                <a:lnTo>
                  <a:pt x="552450" y="609600"/>
                </a:lnTo>
                <a:lnTo>
                  <a:pt x="542925" y="609600"/>
                </a:lnTo>
                <a:close/>
                <a:moveTo>
                  <a:pt x="504825" y="609600"/>
                </a:moveTo>
                <a:lnTo>
                  <a:pt x="533400" y="609600"/>
                </a:lnTo>
                <a:lnTo>
                  <a:pt x="533400" y="619125"/>
                </a:lnTo>
                <a:lnTo>
                  <a:pt x="504825" y="619125"/>
                </a:lnTo>
                <a:close/>
              </a:path>
            </a:pathLst>
          </a:custGeom>
          <a:solidFill xmlns:a="http://schemas.openxmlformats.org/drawingml/2006/main">
            <a:srgbClr val="F4FEFF"/>
          </a:solidFill>
          <a:ln xmlns:a="http://schemas.openxmlformats.org/drawingml/2006/main" w="0">
            <a:noFill/>
          </a:ln>
        </p:spPr>
      </p:sp>
      <p:sp>
        <p:nvSpPr>
          <p:cNvPr id="38" name="cart vector #f9fdfe">
            <a:extLst xmlns:a="http://schemas.openxmlformats.org/drawingml/2006/main">
              <a:ext uri="{FF2B5EF4-FFF2-40B4-BE49-F238E27FC236}">
                <a16:creationId xmlns:a16="http://schemas.microsoft.com/office/drawing/2014/main" id="{B0746FC6-EDAD-464F-A734-F8DD70655A4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57250" y="2524125"/>
            <a:ext cx="704850" cy="704850"/>
          </a:xfrm>
          <a:custGeom xmlns:a="http://schemas.openxmlformats.org/drawingml/2006/main">
            <a:pathLst>
              <a:path w="695325" h="657225">
                <a:moveTo>
                  <a:pt x="47625" y="19050"/>
                </a:moveTo>
                <a:lnTo>
                  <a:pt x="57150" y="19050"/>
                </a:lnTo>
                <a:lnTo>
                  <a:pt x="57150" y="28575"/>
                </a:lnTo>
                <a:lnTo>
                  <a:pt x="47625" y="28575"/>
                </a:lnTo>
                <a:close/>
                <a:moveTo>
                  <a:pt x="161925" y="19050"/>
                </a:moveTo>
                <a:lnTo>
                  <a:pt x="180975" y="19050"/>
                </a:lnTo>
                <a:lnTo>
                  <a:pt x="180975" y="28575"/>
                </a:lnTo>
                <a:lnTo>
                  <a:pt x="190500" y="28575"/>
                </a:lnTo>
                <a:lnTo>
                  <a:pt x="190500" y="38100"/>
                </a:lnTo>
                <a:lnTo>
                  <a:pt x="171450" y="38100"/>
                </a:lnTo>
                <a:lnTo>
                  <a:pt x="171450" y="28575"/>
                </a:lnTo>
                <a:lnTo>
                  <a:pt x="161925" y="28575"/>
                </a:lnTo>
                <a:close/>
                <a:moveTo>
                  <a:pt x="38100" y="47625"/>
                </a:moveTo>
                <a:lnTo>
                  <a:pt x="47625" y="47625"/>
                </a:lnTo>
                <a:lnTo>
                  <a:pt x="47625" y="76200"/>
                </a:lnTo>
                <a:lnTo>
                  <a:pt x="57150" y="76200"/>
                </a:lnTo>
                <a:lnTo>
                  <a:pt x="57150" y="85725"/>
                </a:lnTo>
                <a:lnTo>
                  <a:pt x="66675" y="85725"/>
                </a:lnTo>
                <a:lnTo>
                  <a:pt x="66675" y="104775"/>
                </a:lnTo>
                <a:lnTo>
                  <a:pt x="57150" y="104775"/>
                </a:lnTo>
                <a:lnTo>
                  <a:pt x="57150" y="95250"/>
                </a:lnTo>
                <a:lnTo>
                  <a:pt x="47625" y="95250"/>
                </a:lnTo>
                <a:lnTo>
                  <a:pt x="47625" y="85725"/>
                </a:lnTo>
                <a:lnTo>
                  <a:pt x="38100" y="85725"/>
                </a:lnTo>
                <a:close/>
                <a:moveTo>
                  <a:pt x="190500" y="66675"/>
                </a:moveTo>
                <a:lnTo>
                  <a:pt x="200025" y="66675"/>
                </a:lnTo>
                <a:lnTo>
                  <a:pt x="200025" y="76200"/>
                </a:lnTo>
                <a:lnTo>
                  <a:pt x="190500" y="76200"/>
                </a:lnTo>
                <a:close/>
                <a:moveTo>
                  <a:pt x="76200" y="85725"/>
                </a:moveTo>
                <a:lnTo>
                  <a:pt x="85725" y="85725"/>
                </a:lnTo>
                <a:lnTo>
                  <a:pt x="85725" y="95250"/>
                </a:lnTo>
                <a:lnTo>
                  <a:pt x="76200" y="95250"/>
                </a:lnTo>
                <a:close/>
                <a:moveTo>
                  <a:pt x="628650" y="95250"/>
                </a:moveTo>
                <a:lnTo>
                  <a:pt x="647700" y="95250"/>
                </a:lnTo>
                <a:lnTo>
                  <a:pt x="647700" y="104775"/>
                </a:lnTo>
                <a:lnTo>
                  <a:pt x="657225" y="104775"/>
                </a:lnTo>
                <a:lnTo>
                  <a:pt x="657225" y="123825"/>
                </a:lnTo>
                <a:lnTo>
                  <a:pt x="647700" y="123825"/>
                </a:lnTo>
                <a:lnTo>
                  <a:pt x="647700" y="114300"/>
                </a:lnTo>
                <a:lnTo>
                  <a:pt x="628650" y="114300"/>
                </a:lnTo>
                <a:close/>
                <a:moveTo>
                  <a:pt x="114300" y="104775"/>
                </a:moveTo>
                <a:lnTo>
                  <a:pt x="123825" y="104775"/>
                </a:lnTo>
                <a:lnTo>
                  <a:pt x="123825" y="114300"/>
                </a:lnTo>
                <a:lnTo>
                  <a:pt x="114300" y="114300"/>
                </a:lnTo>
                <a:close/>
                <a:moveTo>
                  <a:pt x="123825" y="123825"/>
                </a:moveTo>
                <a:lnTo>
                  <a:pt x="133350" y="123825"/>
                </a:lnTo>
                <a:lnTo>
                  <a:pt x="133350" y="133350"/>
                </a:lnTo>
                <a:lnTo>
                  <a:pt x="123825" y="133350"/>
                </a:lnTo>
                <a:close/>
                <a:moveTo>
                  <a:pt x="647700" y="219075"/>
                </a:moveTo>
                <a:lnTo>
                  <a:pt x="657225" y="219075"/>
                </a:lnTo>
                <a:lnTo>
                  <a:pt x="657225" y="228600"/>
                </a:lnTo>
                <a:lnTo>
                  <a:pt x="647700" y="228600"/>
                </a:lnTo>
                <a:close/>
                <a:moveTo>
                  <a:pt x="180975" y="361950"/>
                </a:moveTo>
                <a:lnTo>
                  <a:pt x="190500" y="361950"/>
                </a:lnTo>
                <a:lnTo>
                  <a:pt x="190500" y="371475"/>
                </a:lnTo>
                <a:lnTo>
                  <a:pt x="180975" y="371475"/>
                </a:lnTo>
                <a:close/>
                <a:moveTo>
                  <a:pt x="276225" y="409575"/>
                </a:moveTo>
                <a:lnTo>
                  <a:pt x="285750" y="409575"/>
                </a:lnTo>
                <a:lnTo>
                  <a:pt x="285750" y="428625"/>
                </a:lnTo>
                <a:lnTo>
                  <a:pt x="276225" y="428625"/>
                </a:lnTo>
                <a:close/>
                <a:moveTo>
                  <a:pt x="161925" y="428625"/>
                </a:moveTo>
                <a:lnTo>
                  <a:pt x="171450" y="428625"/>
                </a:lnTo>
                <a:lnTo>
                  <a:pt x="171450" y="438150"/>
                </a:lnTo>
                <a:lnTo>
                  <a:pt x="161925" y="438150"/>
                </a:lnTo>
                <a:close/>
                <a:moveTo>
                  <a:pt x="590550" y="476250"/>
                </a:moveTo>
                <a:lnTo>
                  <a:pt x="600075" y="476250"/>
                </a:lnTo>
                <a:lnTo>
                  <a:pt x="600075" y="485775"/>
                </a:lnTo>
                <a:lnTo>
                  <a:pt x="590550" y="485775"/>
                </a:lnTo>
                <a:close/>
                <a:moveTo>
                  <a:pt x="200025" y="485775"/>
                </a:moveTo>
                <a:lnTo>
                  <a:pt x="209550" y="485775"/>
                </a:lnTo>
                <a:lnTo>
                  <a:pt x="209550" y="523875"/>
                </a:lnTo>
                <a:lnTo>
                  <a:pt x="200025" y="523875"/>
                </a:lnTo>
                <a:lnTo>
                  <a:pt x="200025" y="552450"/>
                </a:lnTo>
                <a:lnTo>
                  <a:pt x="190500" y="552450"/>
                </a:lnTo>
                <a:lnTo>
                  <a:pt x="190500" y="542925"/>
                </a:lnTo>
                <a:lnTo>
                  <a:pt x="180975" y="542925"/>
                </a:lnTo>
                <a:lnTo>
                  <a:pt x="180975" y="533400"/>
                </a:lnTo>
                <a:lnTo>
                  <a:pt x="190500" y="533400"/>
                </a:lnTo>
                <a:lnTo>
                  <a:pt x="190500" y="514350"/>
                </a:lnTo>
                <a:lnTo>
                  <a:pt x="200025" y="514350"/>
                </a:lnTo>
                <a:close/>
                <a:moveTo>
                  <a:pt x="333375" y="504825"/>
                </a:moveTo>
                <a:lnTo>
                  <a:pt x="342900" y="504825"/>
                </a:lnTo>
                <a:lnTo>
                  <a:pt x="342900" y="552450"/>
                </a:lnTo>
                <a:lnTo>
                  <a:pt x="333375" y="552450"/>
                </a:lnTo>
                <a:close/>
                <a:moveTo>
                  <a:pt x="457200" y="561975"/>
                </a:moveTo>
                <a:lnTo>
                  <a:pt x="466725" y="561975"/>
                </a:lnTo>
                <a:lnTo>
                  <a:pt x="466725" y="590550"/>
                </a:lnTo>
                <a:lnTo>
                  <a:pt x="457200" y="590550"/>
                </a:lnTo>
                <a:close/>
                <a:moveTo>
                  <a:pt x="581025" y="571500"/>
                </a:moveTo>
                <a:lnTo>
                  <a:pt x="590550" y="571500"/>
                </a:lnTo>
                <a:lnTo>
                  <a:pt x="590550" y="619125"/>
                </a:lnTo>
                <a:lnTo>
                  <a:pt x="581025" y="619125"/>
                </a:lnTo>
                <a:lnTo>
                  <a:pt x="581025" y="609600"/>
                </a:lnTo>
                <a:lnTo>
                  <a:pt x="561975" y="609600"/>
                </a:lnTo>
                <a:lnTo>
                  <a:pt x="561975" y="600075"/>
                </a:lnTo>
                <a:lnTo>
                  <a:pt x="571500" y="600075"/>
                </a:lnTo>
                <a:lnTo>
                  <a:pt x="571500" y="590550"/>
                </a:lnTo>
                <a:lnTo>
                  <a:pt x="581025" y="590550"/>
                </a:lnTo>
                <a:close/>
                <a:moveTo>
                  <a:pt x="466725" y="590550"/>
                </a:moveTo>
                <a:lnTo>
                  <a:pt x="476250" y="590550"/>
                </a:lnTo>
                <a:lnTo>
                  <a:pt x="476250" y="600075"/>
                </a:lnTo>
                <a:lnTo>
                  <a:pt x="466725" y="600075"/>
                </a:lnTo>
                <a:close/>
                <a:moveTo>
                  <a:pt x="495300" y="609600"/>
                </a:moveTo>
                <a:lnTo>
                  <a:pt x="504825" y="609600"/>
                </a:lnTo>
                <a:lnTo>
                  <a:pt x="504825" y="619125"/>
                </a:lnTo>
                <a:lnTo>
                  <a:pt x="495300" y="619125"/>
                </a:lnTo>
                <a:close/>
                <a:moveTo>
                  <a:pt x="552450" y="609600"/>
                </a:moveTo>
                <a:lnTo>
                  <a:pt x="561975" y="609600"/>
                </a:lnTo>
                <a:lnTo>
                  <a:pt x="561975" y="619125"/>
                </a:lnTo>
                <a:lnTo>
                  <a:pt x="552450" y="619125"/>
                </a:lnTo>
                <a:close/>
                <a:moveTo>
                  <a:pt x="504825" y="619125"/>
                </a:moveTo>
                <a:lnTo>
                  <a:pt x="533400" y="619125"/>
                </a:lnTo>
                <a:lnTo>
                  <a:pt x="533400" y="628650"/>
                </a:lnTo>
                <a:lnTo>
                  <a:pt x="504825" y="628650"/>
                </a:lnTo>
                <a:close/>
              </a:path>
            </a:pathLst>
          </a:custGeom>
          <a:solidFill xmlns:a="http://schemas.openxmlformats.org/drawingml/2006/main">
            <a:srgbClr val="F9FDFE"/>
          </a:solidFill>
          <a:ln xmlns:a="http://schemas.openxmlformats.org/drawingml/2006/main" w="0">
            <a:noFill/>
          </a:ln>
        </p:spPr>
      </p:sp>
      <p:sp>
        <p:nvSpPr>
          <p:cNvPr id="39" name="cart vector #ecfaff">
            <a:extLst xmlns:a="http://schemas.openxmlformats.org/drawingml/2006/main">
              <a:ext uri="{FF2B5EF4-FFF2-40B4-BE49-F238E27FC236}">
                <a16:creationId xmlns:a16="http://schemas.microsoft.com/office/drawing/2014/main" id="{69CF61BD-6DE6-4B74-B541-91FB050F3F8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57250" y="2524125"/>
            <a:ext cx="704850" cy="704850"/>
          </a:xfrm>
          <a:custGeom xmlns:a="http://schemas.openxmlformats.org/drawingml/2006/main">
            <a:pathLst>
              <a:path w="695325" h="657225">
                <a:moveTo>
                  <a:pt x="152400" y="28575"/>
                </a:moveTo>
                <a:lnTo>
                  <a:pt x="161925" y="28575"/>
                </a:lnTo>
                <a:lnTo>
                  <a:pt x="161925" y="38100"/>
                </a:lnTo>
                <a:lnTo>
                  <a:pt x="152400" y="38100"/>
                </a:lnTo>
                <a:close/>
                <a:moveTo>
                  <a:pt x="161925" y="38100"/>
                </a:moveTo>
                <a:lnTo>
                  <a:pt x="171450" y="38100"/>
                </a:lnTo>
                <a:lnTo>
                  <a:pt x="171450" y="47625"/>
                </a:lnTo>
                <a:lnTo>
                  <a:pt x="161925" y="47625"/>
                </a:lnTo>
                <a:close/>
                <a:moveTo>
                  <a:pt x="171450" y="47625"/>
                </a:moveTo>
                <a:lnTo>
                  <a:pt x="180975" y="47625"/>
                </a:lnTo>
                <a:lnTo>
                  <a:pt x="180975" y="66675"/>
                </a:lnTo>
                <a:lnTo>
                  <a:pt x="171450" y="66675"/>
                </a:lnTo>
                <a:close/>
                <a:moveTo>
                  <a:pt x="47625" y="57150"/>
                </a:moveTo>
                <a:lnTo>
                  <a:pt x="57150" y="57150"/>
                </a:lnTo>
                <a:lnTo>
                  <a:pt x="57150" y="66675"/>
                </a:lnTo>
                <a:lnTo>
                  <a:pt x="47625" y="66675"/>
                </a:lnTo>
                <a:close/>
                <a:moveTo>
                  <a:pt x="57150" y="66675"/>
                </a:moveTo>
                <a:lnTo>
                  <a:pt x="66675" y="66675"/>
                </a:lnTo>
                <a:lnTo>
                  <a:pt x="66675" y="76200"/>
                </a:lnTo>
                <a:lnTo>
                  <a:pt x="57150" y="76200"/>
                </a:lnTo>
                <a:close/>
                <a:moveTo>
                  <a:pt x="104775" y="76200"/>
                </a:moveTo>
                <a:lnTo>
                  <a:pt x="123825" y="76200"/>
                </a:lnTo>
                <a:lnTo>
                  <a:pt x="123825" y="85725"/>
                </a:lnTo>
                <a:lnTo>
                  <a:pt x="104775" y="85725"/>
                </a:lnTo>
                <a:close/>
                <a:moveTo>
                  <a:pt x="123825" y="85725"/>
                </a:moveTo>
                <a:lnTo>
                  <a:pt x="133350" y="85725"/>
                </a:lnTo>
                <a:lnTo>
                  <a:pt x="133350" y="95250"/>
                </a:lnTo>
                <a:lnTo>
                  <a:pt x="123825" y="95250"/>
                </a:lnTo>
                <a:close/>
                <a:moveTo>
                  <a:pt x="180975" y="85725"/>
                </a:moveTo>
                <a:lnTo>
                  <a:pt x="190500" y="85725"/>
                </a:lnTo>
                <a:lnTo>
                  <a:pt x="190500" y="95250"/>
                </a:lnTo>
                <a:lnTo>
                  <a:pt x="200025" y="95250"/>
                </a:lnTo>
                <a:lnTo>
                  <a:pt x="200025" y="104775"/>
                </a:lnTo>
                <a:lnTo>
                  <a:pt x="209550" y="104775"/>
                </a:lnTo>
                <a:lnTo>
                  <a:pt x="209550" y="114300"/>
                </a:lnTo>
                <a:lnTo>
                  <a:pt x="190500" y="114300"/>
                </a:lnTo>
                <a:lnTo>
                  <a:pt x="190500" y="104775"/>
                </a:lnTo>
                <a:lnTo>
                  <a:pt x="180975" y="104775"/>
                </a:lnTo>
                <a:close/>
                <a:moveTo>
                  <a:pt x="133350" y="95250"/>
                </a:moveTo>
                <a:lnTo>
                  <a:pt x="142875" y="95250"/>
                </a:lnTo>
                <a:lnTo>
                  <a:pt x="142875" y="114300"/>
                </a:lnTo>
                <a:lnTo>
                  <a:pt x="133350" y="114300"/>
                </a:lnTo>
                <a:close/>
                <a:moveTo>
                  <a:pt x="142875" y="123825"/>
                </a:moveTo>
                <a:lnTo>
                  <a:pt x="152400" y="123825"/>
                </a:lnTo>
                <a:lnTo>
                  <a:pt x="152400" y="142875"/>
                </a:lnTo>
                <a:lnTo>
                  <a:pt x="142875" y="142875"/>
                </a:lnTo>
                <a:close/>
                <a:moveTo>
                  <a:pt x="647700" y="133350"/>
                </a:moveTo>
                <a:lnTo>
                  <a:pt x="657225" y="133350"/>
                </a:lnTo>
                <a:lnTo>
                  <a:pt x="657225" y="161925"/>
                </a:lnTo>
                <a:lnTo>
                  <a:pt x="647700" y="161925"/>
                </a:lnTo>
                <a:close/>
                <a:moveTo>
                  <a:pt x="152400" y="152400"/>
                </a:moveTo>
                <a:lnTo>
                  <a:pt x="161925" y="152400"/>
                </a:lnTo>
                <a:lnTo>
                  <a:pt x="161925" y="161925"/>
                </a:lnTo>
                <a:lnTo>
                  <a:pt x="152400" y="161925"/>
                </a:lnTo>
                <a:close/>
                <a:moveTo>
                  <a:pt x="161925" y="180975"/>
                </a:moveTo>
                <a:lnTo>
                  <a:pt x="171450" y="180975"/>
                </a:lnTo>
                <a:lnTo>
                  <a:pt x="171450" y="190500"/>
                </a:lnTo>
                <a:lnTo>
                  <a:pt x="161925" y="190500"/>
                </a:lnTo>
                <a:close/>
                <a:moveTo>
                  <a:pt x="638175" y="180975"/>
                </a:moveTo>
                <a:lnTo>
                  <a:pt x="647700" y="180975"/>
                </a:lnTo>
                <a:lnTo>
                  <a:pt x="647700" y="209550"/>
                </a:lnTo>
                <a:lnTo>
                  <a:pt x="638175" y="209550"/>
                </a:lnTo>
                <a:close/>
                <a:moveTo>
                  <a:pt x="171450" y="219075"/>
                </a:moveTo>
                <a:lnTo>
                  <a:pt x="180975" y="219075"/>
                </a:lnTo>
                <a:lnTo>
                  <a:pt x="180975" y="228600"/>
                </a:lnTo>
                <a:lnTo>
                  <a:pt x="171450" y="228600"/>
                </a:lnTo>
                <a:close/>
                <a:moveTo>
                  <a:pt x="628650" y="219075"/>
                </a:moveTo>
                <a:lnTo>
                  <a:pt x="638175" y="219075"/>
                </a:lnTo>
                <a:lnTo>
                  <a:pt x="638175" y="247650"/>
                </a:lnTo>
                <a:lnTo>
                  <a:pt x="628650" y="247650"/>
                </a:lnTo>
                <a:close/>
                <a:moveTo>
                  <a:pt x="619125" y="257175"/>
                </a:moveTo>
                <a:lnTo>
                  <a:pt x="628650" y="257175"/>
                </a:lnTo>
                <a:lnTo>
                  <a:pt x="628650" y="266700"/>
                </a:lnTo>
                <a:lnTo>
                  <a:pt x="619125" y="266700"/>
                </a:lnTo>
                <a:close/>
                <a:moveTo>
                  <a:pt x="190500" y="285750"/>
                </a:moveTo>
                <a:lnTo>
                  <a:pt x="200025" y="285750"/>
                </a:lnTo>
                <a:lnTo>
                  <a:pt x="200025" y="295275"/>
                </a:lnTo>
                <a:lnTo>
                  <a:pt x="190500" y="295275"/>
                </a:lnTo>
                <a:close/>
                <a:moveTo>
                  <a:pt x="609600" y="295275"/>
                </a:moveTo>
                <a:lnTo>
                  <a:pt x="619125" y="295275"/>
                </a:lnTo>
                <a:lnTo>
                  <a:pt x="619125" y="304800"/>
                </a:lnTo>
                <a:lnTo>
                  <a:pt x="609600" y="304800"/>
                </a:lnTo>
                <a:close/>
                <a:moveTo>
                  <a:pt x="200025" y="323850"/>
                </a:moveTo>
                <a:lnTo>
                  <a:pt x="209550" y="323850"/>
                </a:lnTo>
                <a:lnTo>
                  <a:pt x="209550" y="371475"/>
                </a:lnTo>
                <a:lnTo>
                  <a:pt x="200025" y="371475"/>
                </a:lnTo>
                <a:close/>
                <a:moveTo>
                  <a:pt x="600075" y="333375"/>
                </a:moveTo>
                <a:lnTo>
                  <a:pt x="609600" y="333375"/>
                </a:lnTo>
                <a:lnTo>
                  <a:pt x="609600" y="342900"/>
                </a:lnTo>
                <a:lnTo>
                  <a:pt x="600075" y="342900"/>
                </a:lnTo>
                <a:close/>
                <a:moveTo>
                  <a:pt x="552450" y="361950"/>
                </a:moveTo>
                <a:lnTo>
                  <a:pt x="571500" y="361950"/>
                </a:lnTo>
                <a:lnTo>
                  <a:pt x="571500" y="371475"/>
                </a:lnTo>
                <a:lnTo>
                  <a:pt x="552450" y="371475"/>
                </a:lnTo>
                <a:close/>
                <a:moveTo>
                  <a:pt x="476250" y="371475"/>
                </a:moveTo>
                <a:lnTo>
                  <a:pt x="495300" y="371475"/>
                </a:lnTo>
                <a:lnTo>
                  <a:pt x="495300" y="381000"/>
                </a:lnTo>
                <a:lnTo>
                  <a:pt x="476250" y="381000"/>
                </a:lnTo>
                <a:close/>
                <a:moveTo>
                  <a:pt x="390525" y="381000"/>
                </a:moveTo>
                <a:lnTo>
                  <a:pt x="409575" y="381000"/>
                </a:lnTo>
                <a:lnTo>
                  <a:pt x="409575" y="390525"/>
                </a:lnTo>
                <a:lnTo>
                  <a:pt x="390525" y="390525"/>
                </a:lnTo>
                <a:close/>
                <a:moveTo>
                  <a:pt x="180975" y="390525"/>
                </a:moveTo>
                <a:lnTo>
                  <a:pt x="190500" y="390525"/>
                </a:lnTo>
                <a:lnTo>
                  <a:pt x="190500" y="400050"/>
                </a:lnTo>
                <a:lnTo>
                  <a:pt x="180975" y="400050"/>
                </a:lnTo>
                <a:close/>
                <a:moveTo>
                  <a:pt x="314325" y="390525"/>
                </a:moveTo>
                <a:lnTo>
                  <a:pt x="333375" y="390525"/>
                </a:lnTo>
                <a:lnTo>
                  <a:pt x="333375" y="400050"/>
                </a:lnTo>
                <a:lnTo>
                  <a:pt x="314325" y="400050"/>
                </a:lnTo>
                <a:close/>
                <a:moveTo>
                  <a:pt x="238125" y="400050"/>
                </a:moveTo>
                <a:lnTo>
                  <a:pt x="257175" y="400050"/>
                </a:lnTo>
                <a:lnTo>
                  <a:pt x="257175" y="409575"/>
                </a:lnTo>
                <a:lnTo>
                  <a:pt x="247650" y="409575"/>
                </a:lnTo>
                <a:lnTo>
                  <a:pt x="247650" y="419100"/>
                </a:lnTo>
                <a:lnTo>
                  <a:pt x="238125" y="419100"/>
                </a:lnTo>
                <a:lnTo>
                  <a:pt x="238125" y="428625"/>
                </a:lnTo>
                <a:lnTo>
                  <a:pt x="228600" y="428625"/>
                </a:lnTo>
                <a:lnTo>
                  <a:pt x="228600" y="409575"/>
                </a:lnTo>
                <a:lnTo>
                  <a:pt x="238125" y="409575"/>
                </a:lnTo>
                <a:close/>
                <a:moveTo>
                  <a:pt x="238125" y="428625"/>
                </a:moveTo>
                <a:lnTo>
                  <a:pt x="247650" y="428625"/>
                </a:lnTo>
                <a:lnTo>
                  <a:pt x="247650" y="438150"/>
                </a:lnTo>
                <a:lnTo>
                  <a:pt x="238125" y="438150"/>
                </a:lnTo>
                <a:close/>
                <a:moveTo>
                  <a:pt x="190500" y="457200"/>
                </a:moveTo>
                <a:lnTo>
                  <a:pt x="200025" y="457200"/>
                </a:lnTo>
                <a:lnTo>
                  <a:pt x="200025" y="466725"/>
                </a:lnTo>
                <a:lnTo>
                  <a:pt x="190500" y="466725"/>
                </a:lnTo>
                <a:close/>
                <a:moveTo>
                  <a:pt x="200025" y="466725"/>
                </a:moveTo>
                <a:lnTo>
                  <a:pt x="209550" y="466725"/>
                </a:lnTo>
                <a:lnTo>
                  <a:pt x="209550" y="476250"/>
                </a:lnTo>
                <a:lnTo>
                  <a:pt x="200025" y="476250"/>
                </a:lnTo>
                <a:close/>
                <a:moveTo>
                  <a:pt x="219075" y="476250"/>
                </a:moveTo>
                <a:lnTo>
                  <a:pt x="257175" y="476250"/>
                </a:lnTo>
                <a:lnTo>
                  <a:pt x="257175" y="495300"/>
                </a:lnTo>
                <a:lnTo>
                  <a:pt x="238125" y="495300"/>
                </a:lnTo>
                <a:lnTo>
                  <a:pt x="238125" y="504825"/>
                </a:lnTo>
                <a:lnTo>
                  <a:pt x="228600" y="504825"/>
                </a:lnTo>
                <a:lnTo>
                  <a:pt x="228600" y="514350"/>
                </a:lnTo>
                <a:lnTo>
                  <a:pt x="219075" y="514350"/>
                </a:lnTo>
                <a:close/>
                <a:moveTo>
                  <a:pt x="266700" y="476250"/>
                </a:moveTo>
                <a:lnTo>
                  <a:pt x="276225" y="476250"/>
                </a:lnTo>
                <a:lnTo>
                  <a:pt x="276225" y="495300"/>
                </a:lnTo>
                <a:lnTo>
                  <a:pt x="266700" y="495300"/>
                </a:lnTo>
                <a:close/>
                <a:moveTo>
                  <a:pt x="285750" y="476250"/>
                </a:moveTo>
                <a:lnTo>
                  <a:pt x="304800" y="476250"/>
                </a:lnTo>
                <a:lnTo>
                  <a:pt x="304800" y="485775"/>
                </a:lnTo>
                <a:lnTo>
                  <a:pt x="314325" y="485775"/>
                </a:lnTo>
                <a:lnTo>
                  <a:pt x="314325" y="514350"/>
                </a:lnTo>
                <a:lnTo>
                  <a:pt x="304800" y="514350"/>
                </a:lnTo>
                <a:lnTo>
                  <a:pt x="304800" y="504825"/>
                </a:lnTo>
                <a:lnTo>
                  <a:pt x="295275" y="504825"/>
                </a:lnTo>
                <a:lnTo>
                  <a:pt x="295275" y="495300"/>
                </a:lnTo>
                <a:lnTo>
                  <a:pt x="285750" y="495300"/>
                </a:lnTo>
                <a:close/>
                <a:moveTo>
                  <a:pt x="333375" y="476250"/>
                </a:moveTo>
                <a:lnTo>
                  <a:pt x="352425" y="476250"/>
                </a:lnTo>
                <a:lnTo>
                  <a:pt x="352425" y="485775"/>
                </a:lnTo>
                <a:lnTo>
                  <a:pt x="333375" y="485775"/>
                </a:lnTo>
                <a:close/>
                <a:moveTo>
                  <a:pt x="571500" y="476250"/>
                </a:moveTo>
                <a:lnTo>
                  <a:pt x="581025" y="476250"/>
                </a:lnTo>
                <a:lnTo>
                  <a:pt x="581025" y="485775"/>
                </a:lnTo>
                <a:lnTo>
                  <a:pt x="571500" y="485775"/>
                </a:lnTo>
                <a:close/>
                <a:moveTo>
                  <a:pt x="495300" y="485775"/>
                </a:moveTo>
                <a:lnTo>
                  <a:pt x="504825" y="485775"/>
                </a:lnTo>
                <a:lnTo>
                  <a:pt x="504825" y="504825"/>
                </a:lnTo>
                <a:lnTo>
                  <a:pt x="495300" y="504825"/>
                </a:lnTo>
                <a:close/>
                <a:moveTo>
                  <a:pt x="552450" y="485775"/>
                </a:moveTo>
                <a:lnTo>
                  <a:pt x="561975" y="485775"/>
                </a:lnTo>
                <a:lnTo>
                  <a:pt x="561975" y="495300"/>
                </a:lnTo>
                <a:lnTo>
                  <a:pt x="552450" y="495300"/>
                </a:lnTo>
                <a:close/>
                <a:moveTo>
                  <a:pt x="314325" y="514350"/>
                </a:moveTo>
                <a:lnTo>
                  <a:pt x="323850" y="514350"/>
                </a:lnTo>
                <a:lnTo>
                  <a:pt x="323850" y="533400"/>
                </a:lnTo>
                <a:lnTo>
                  <a:pt x="314325" y="533400"/>
                </a:lnTo>
                <a:close/>
                <a:moveTo>
                  <a:pt x="209550" y="523875"/>
                </a:moveTo>
                <a:lnTo>
                  <a:pt x="219075" y="523875"/>
                </a:lnTo>
                <a:lnTo>
                  <a:pt x="219075" y="533400"/>
                </a:lnTo>
                <a:lnTo>
                  <a:pt x="209550" y="533400"/>
                </a:lnTo>
                <a:close/>
                <a:moveTo>
                  <a:pt x="571500" y="571500"/>
                </a:moveTo>
                <a:lnTo>
                  <a:pt x="581025" y="571500"/>
                </a:lnTo>
                <a:lnTo>
                  <a:pt x="581025" y="581025"/>
                </a:lnTo>
                <a:lnTo>
                  <a:pt x="571500" y="581025"/>
                </a:lnTo>
                <a:close/>
                <a:moveTo>
                  <a:pt x="476250" y="581025"/>
                </a:moveTo>
                <a:lnTo>
                  <a:pt x="485775" y="581025"/>
                </a:lnTo>
                <a:lnTo>
                  <a:pt x="485775" y="590550"/>
                </a:lnTo>
                <a:lnTo>
                  <a:pt x="476250" y="590550"/>
                </a:lnTo>
                <a:close/>
                <a:moveTo>
                  <a:pt x="561975" y="581025"/>
                </a:moveTo>
                <a:lnTo>
                  <a:pt x="571500" y="581025"/>
                </a:lnTo>
                <a:lnTo>
                  <a:pt x="571500" y="590550"/>
                </a:lnTo>
                <a:lnTo>
                  <a:pt x="561975" y="590550"/>
                </a:lnTo>
                <a:close/>
                <a:moveTo>
                  <a:pt x="485775" y="590550"/>
                </a:moveTo>
                <a:lnTo>
                  <a:pt x="495300" y="590550"/>
                </a:lnTo>
                <a:lnTo>
                  <a:pt x="495300" y="600075"/>
                </a:lnTo>
                <a:lnTo>
                  <a:pt x="485775" y="600075"/>
                </a:lnTo>
                <a:close/>
                <a:moveTo>
                  <a:pt x="552450" y="590550"/>
                </a:moveTo>
                <a:lnTo>
                  <a:pt x="561975" y="590550"/>
                </a:lnTo>
                <a:lnTo>
                  <a:pt x="561975" y="600075"/>
                </a:lnTo>
                <a:lnTo>
                  <a:pt x="552450" y="600075"/>
                </a:lnTo>
                <a:close/>
                <a:moveTo>
                  <a:pt x="504825" y="600075"/>
                </a:moveTo>
                <a:lnTo>
                  <a:pt x="542925" y="600075"/>
                </a:lnTo>
                <a:lnTo>
                  <a:pt x="542925" y="609600"/>
                </a:lnTo>
                <a:lnTo>
                  <a:pt x="504825" y="609600"/>
                </a:lnTo>
                <a:close/>
              </a:path>
            </a:pathLst>
          </a:custGeom>
          <a:solidFill xmlns:a="http://schemas.openxmlformats.org/drawingml/2006/main">
            <a:srgbClr val="ECFAFF"/>
          </a:solidFill>
          <a:ln xmlns:a="http://schemas.openxmlformats.org/drawingml/2006/main" w="0">
            <a:noFill/>
          </a:ln>
        </p:spPr>
      </p:sp>
      <p:sp>
        <p:nvSpPr>
          <p:cNvPr id="40" name="cart vector #d7e9fc">
            <a:extLst xmlns:a="http://schemas.openxmlformats.org/drawingml/2006/main">
              <a:ext uri="{FF2B5EF4-FFF2-40B4-BE49-F238E27FC236}">
                <a16:creationId xmlns:a16="http://schemas.microsoft.com/office/drawing/2014/main" id="{54330F4F-1088-4C7D-A93E-C6228BE439D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57250" y="2524125"/>
            <a:ext cx="704850" cy="704850"/>
          </a:xfrm>
          <a:custGeom xmlns:a="http://schemas.openxmlformats.org/drawingml/2006/main">
            <a:pathLst>
              <a:path w="695325" h="657225">
                <a:moveTo>
                  <a:pt x="57150" y="28575"/>
                </a:moveTo>
                <a:lnTo>
                  <a:pt x="76200" y="28575"/>
                </a:lnTo>
                <a:lnTo>
                  <a:pt x="76200" y="38100"/>
                </a:lnTo>
                <a:lnTo>
                  <a:pt x="57150" y="38100"/>
                </a:lnTo>
                <a:close/>
                <a:moveTo>
                  <a:pt x="114300" y="28575"/>
                </a:moveTo>
                <a:lnTo>
                  <a:pt x="152400" y="28575"/>
                </a:lnTo>
                <a:lnTo>
                  <a:pt x="152400" y="38100"/>
                </a:lnTo>
                <a:lnTo>
                  <a:pt x="114300" y="38100"/>
                </a:lnTo>
                <a:close/>
                <a:moveTo>
                  <a:pt x="47625" y="38100"/>
                </a:moveTo>
                <a:lnTo>
                  <a:pt x="57150" y="38100"/>
                </a:lnTo>
                <a:lnTo>
                  <a:pt x="57150" y="57150"/>
                </a:lnTo>
                <a:lnTo>
                  <a:pt x="47625" y="57150"/>
                </a:lnTo>
                <a:close/>
                <a:moveTo>
                  <a:pt x="66675" y="66675"/>
                </a:moveTo>
                <a:lnTo>
                  <a:pt x="133350" y="66675"/>
                </a:lnTo>
                <a:lnTo>
                  <a:pt x="133350" y="76200"/>
                </a:lnTo>
                <a:lnTo>
                  <a:pt x="142875" y="76200"/>
                </a:lnTo>
                <a:lnTo>
                  <a:pt x="142875" y="95250"/>
                </a:lnTo>
                <a:lnTo>
                  <a:pt x="133350" y="95250"/>
                </a:lnTo>
                <a:lnTo>
                  <a:pt x="133350" y="85725"/>
                </a:lnTo>
                <a:lnTo>
                  <a:pt x="123825" y="85725"/>
                </a:lnTo>
                <a:lnTo>
                  <a:pt x="123825" y="76200"/>
                </a:lnTo>
                <a:lnTo>
                  <a:pt x="66675" y="76200"/>
                </a:lnTo>
                <a:close/>
                <a:moveTo>
                  <a:pt x="171450" y="66675"/>
                </a:moveTo>
                <a:lnTo>
                  <a:pt x="180975" y="66675"/>
                </a:lnTo>
                <a:lnTo>
                  <a:pt x="180975" y="76200"/>
                </a:lnTo>
                <a:lnTo>
                  <a:pt x="171450" y="76200"/>
                </a:lnTo>
                <a:close/>
                <a:moveTo>
                  <a:pt x="180975" y="104775"/>
                </a:moveTo>
                <a:lnTo>
                  <a:pt x="190500" y="104775"/>
                </a:lnTo>
                <a:lnTo>
                  <a:pt x="190500" y="114300"/>
                </a:lnTo>
                <a:lnTo>
                  <a:pt x="180975" y="114300"/>
                </a:lnTo>
                <a:close/>
                <a:moveTo>
                  <a:pt x="142875" y="114300"/>
                </a:moveTo>
                <a:lnTo>
                  <a:pt x="152400" y="114300"/>
                </a:lnTo>
                <a:lnTo>
                  <a:pt x="152400" y="123825"/>
                </a:lnTo>
                <a:lnTo>
                  <a:pt x="142875" y="123825"/>
                </a:lnTo>
                <a:close/>
                <a:moveTo>
                  <a:pt x="190500" y="114300"/>
                </a:moveTo>
                <a:lnTo>
                  <a:pt x="638175" y="114300"/>
                </a:lnTo>
                <a:lnTo>
                  <a:pt x="638175" y="123825"/>
                </a:lnTo>
                <a:lnTo>
                  <a:pt x="190500" y="123825"/>
                </a:lnTo>
                <a:close/>
                <a:moveTo>
                  <a:pt x="638175" y="123825"/>
                </a:moveTo>
                <a:lnTo>
                  <a:pt x="647700" y="123825"/>
                </a:lnTo>
                <a:lnTo>
                  <a:pt x="647700" y="133350"/>
                </a:lnTo>
                <a:lnTo>
                  <a:pt x="638175" y="133350"/>
                </a:lnTo>
                <a:close/>
                <a:moveTo>
                  <a:pt x="152400" y="142875"/>
                </a:moveTo>
                <a:lnTo>
                  <a:pt x="161925" y="142875"/>
                </a:lnTo>
                <a:lnTo>
                  <a:pt x="161925" y="152400"/>
                </a:lnTo>
                <a:lnTo>
                  <a:pt x="152400" y="152400"/>
                </a:lnTo>
                <a:close/>
                <a:moveTo>
                  <a:pt x="638175" y="171450"/>
                </a:moveTo>
                <a:lnTo>
                  <a:pt x="647700" y="171450"/>
                </a:lnTo>
                <a:lnTo>
                  <a:pt x="647700" y="180975"/>
                </a:lnTo>
                <a:lnTo>
                  <a:pt x="638175" y="180975"/>
                </a:lnTo>
                <a:close/>
                <a:moveTo>
                  <a:pt x="171450" y="209550"/>
                </a:moveTo>
                <a:lnTo>
                  <a:pt x="180975" y="209550"/>
                </a:lnTo>
                <a:lnTo>
                  <a:pt x="180975" y="219075"/>
                </a:lnTo>
                <a:lnTo>
                  <a:pt x="171450" y="219075"/>
                </a:lnTo>
                <a:close/>
                <a:moveTo>
                  <a:pt x="628650" y="209550"/>
                </a:moveTo>
                <a:lnTo>
                  <a:pt x="638175" y="209550"/>
                </a:lnTo>
                <a:lnTo>
                  <a:pt x="638175" y="219075"/>
                </a:lnTo>
                <a:lnTo>
                  <a:pt x="628650" y="219075"/>
                </a:lnTo>
                <a:close/>
                <a:moveTo>
                  <a:pt x="180975" y="247650"/>
                </a:moveTo>
                <a:lnTo>
                  <a:pt x="190500" y="247650"/>
                </a:lnTo>
                <a:lnTo>
                  <a:pt x="190500" y="257175"/>
                </a:lnTo>
                <a:lnTo>
                  <a:pt x="180975" y="257175"/>
                </a:lnTo>
                <a:close/>
                <a:moveTo>
                  <a:pt x="619125" y="247650"/>
                </a:moveTo>
                <a:lnTo>
                  <a:pt x="628650" y="247650"/>
                </a:lnTo>
                <a:lnTo>
                  <a:pt x="628650" y="257175"/>
                </a:lnTo>
                <a:lnTo>
                  <a:pt x="619125" y="257175"/>
                </a:lnTo>
                <a:close/>
                <a:moveTo>
                  <a:pt x="190500" y="276225"/>
                </a:moveTo>
                <a:lnTo>
                  <a:pt x="200025" y="276225"/>
                </a:lnTo>
                <a:lnTo>
                  <a:pt x="200025" y="285750"/>
                </a:lnTo>
                <a:lnTo>
                  <a:pt x="190500" y="285750"/>
                </a:lnTo>
                <a:close/>
                <a:moveTo>
                  <a:pt x="609600" y="285750"/>
                </a:moveTo>
                <a:lnTo>
                  <a:pt x="619125" y="285750"/>
                </a:lnTo>
                <a:lnTo>
                  <a:pt x="619125" y="295275"/>
                </a:lnTo>
                <a:lnTo>
                  <a:pt x="609600" y="295275"/>
                </a:lnTo>
                <a:close/>
                <a:moveTo>
                  <a:pt x="200025" y="314325"/>
                </a:moveTo>
                <a:lnTo>
                  <a:pt x="209550" y="314325"/>
                </a:lnTo>
                <a:lnTo>
                  <a:pt x="209550" y="323850"/>
                </a:lnTo>
                <a:lnTo>
                  <a:pt x="200025" y="323850"/>
                </a:lnTo>
                <a:close/>
                <a:moveTo>
                  <a:pt x="600075" y="323850"/>
                </a:moveTo>
                <a:lnTo>
                  <a:pt x="609600" y="323850"/>
                </a:lnTo>
                <a:lnTo>
                  <a:pt x="609600" y="333375"/>
                </a:lnTo>
                <a:lnTo>
                  <a:pt x="600075" y="333375"/>
                </a:lnTo>
                <a:close/>
                <a:moveTo>
                  <a:pt x="209550" y="352425"/>
                </a:moveTo>
                <a:lnTo>
                  <a:pt x="219075" y="352425"/>
                </a:lnTo>
                <a:lnTo>
                  <a:pt x="219075" y="371475"/>
                </a:lnTo>
                <a:lnTo>
                  <a:pt x="209550" y="371475"/>
                </a:lnTo>
                <a:close/>
                <a:moveTo>
                  <a:pt x="533400" y="361950"/>
                </a:moveTo>
                <a:lnTo>
                  <a:pt x="552450" y="361950"/>
                </a:lnTo>
                <a:lnTo>
                  <a:pt x="552450" y="371475"/>
                </a:lnTo>
                <a:lnTo>
                  <a:pt x="533400" y="371475"/>
                </a:lnTo>
                <a:close/>
                <a:moveTo>
                  <a:pt x="200025" y="371475"/>
                </a:moveTo>
                <a:lnTo>
                  <a:pt x="209550" y="371475"/>
                </a:lnTo>
                <a:lnTo>
                  <a:pt x="209550" y="381000"/>
                </a:lnTo>
                <a:lnTo>
                  <a:pt x="200025" y="381000"/>
                </a:lnTo>
                <a:close/>
                <a:moveTo>
                  <a:pt x="457200" y="371475"/>
                </a:moveTo>
                <a:lnTo>
                  <a:pt x="476250" y="371475"/>
                </a:lnTo>
                <a:lnTo>
                  <a:pt x="476250" y="381000"/>
                </a:lnTo>
                <a:lnTo>
                  <a:pt x="457200" y="381000"/>
                </a:lnTo>
                <a:close/>
                <a:moveTo>
                  <a:pt x="190500" y="381000"/>
                </a:moveTo>
                <a:lnTo>
                  <a:pt x="200025" y="381000"/>
                </a:lnTo>
                <a:lnTo>
                  <a:pt x="200025" y="390525"/>
                </a:lnTo>
                <a:lnTo>
                  <a:pt x="190500" y="390525"/>
                </a:lnTo>
                <a:close/>
                <a:moveTo>
                  <a:pt x="371475" y="381000"/>
                </a:moveTo>
                <a:lnTo>
                  <a:pt x="390525" y="381000"/>
                </a:lnTo>
                <a:lnTo>
                  <a:pt x="390525" y="390525"/>
                </a:lnTo>
                <a:lnTo>
                  <a:pt x="371475" y="390525"/>
                </a:lnTo>
                <a:close/>
                <a:moveTo>
                  <a:pt x="295275" y="390525"/>
                </a:moveTo>
                <a:lnTo>
                  <a:pt x="314325" y="390525"/>
                </a:lnTo>
                <a:lnTo>
                  <a:pt x="314325" y="400050"/>
                </a:lnTo>
                <a:lnTo>
                  <a:pt x="295275" y="400050"/>
                </a:lnTo>
                <a:close/>
                <a:moveTo>
                  <a:pt x="228600" y="400050"/>
                </a:moveTo>
                <a:lnTo>
                  <a:pt x="238125" y="400050"/>
                </a:lnTo>
                <a:lnTo>
                  <a:pt x="238125" y="409575"/>
                </a:lnTo>
                <a:lnTo>
                  <a:pt x="228600" y="409575"/>
                </a:lnTo>
                <a:close/>
                <a:moveTo>
                  <a:pt x="219075" y="409575"/>
                </a:moveTo>
                <a:lnTo>
                  <a:pt x="228600" y="409575"/>
                </a:lnTo>
                <a:lnTo>
                  <a:pt x="228600" y="428625"/>
                </a:lnTo>
                <a:lnTo>
                  <a:pt x="219075" y="428625"/>
                </a:lnTo>
                <a:close/>
                <a:moveTo>
                  <a:pt x="228600" y="428625"/>
                </a:moveTo>
                <a:lnTo>
                  <a:pt x="238125" y="428625"/>
                </a:lnTo>
                <a:lnTo>
                  <a:pt x="238125" y="438150"/>
                </a:lnTo>
                <a:lnTo>
                  <a:pt x="228600" y="438150"/>
                </a:lnTo>
                <a:close/>
                <a:moveTo>
                  <a:pt x="180975" y="438150"/>
                </a:moveTo>
                <a:lnTo>
                  <a:pt x="190500" y="438150"/>
                </a:lnTo>
                <a:lnTo>
                  <a:pt x="190500" y="447675"/>
                </a:lnTo>
                <a:lnTo>
                  <a:pt x="180975" y="447675"/>
                </a:lnTo>
                <a:close/>
                <a:moveTo>
                  <a:pt x="581025" y="438150"/>
                </a:moveTo>
                <a:lnTo>
                  <a:pt x="590550" y="438150"/>
                </a:lnTo>
                <a:lnTo>
                  <a:pt x="590550" y="447675"/>
                </a:lnTo>
                <a:lnTo>
                  <a:pt x="581025" y="447675"/>
                </a:lnTo>
                <a:close/>
                <a:moveTo>
                  <a:pt x="590550" y="447675"/>
                </a:moveTo>
                <a:lnTo>
                  <a:pt x="600075" y="447675"/>
                </a:lnTo>
                <a:lnTo>
                  <a:pt x="600075" y="466725"/>
                </a:lnTo>
                <a:lnTo>
                  <a:pt x="590550" y="466725"/>
                </a:lnTo>
                <a:close/>
                <a:moveTo>
                  <a:pt x="209550" y="466725"/>
                </a:moveTo>
                <a:lnTo>
                  <a:pt x="219075" y="466725"/>
                </a:lnTo>
                <a:lnTo>
                  <a:pt x="219075" y="476250"/>
                </a:lnTo>
                <a:lnTo>
                  <a:pt x="209550" y="476250"/>
                </a:lnTo>
                <a:close/>
                <a:moveTo>
                  <a:pt x="257175" y="476250"/>
                </a:moveTo>
                <a:lnTo>
                  <a:pt x="266700" y="476250"/>
                </a:lnTo>
                <a:lnTo>
                  <a:pt x="266700" y="495300"/>
                </a:lnTo>
                <a:lnTo>
                  <a:pt x="257175" y="495300"/>
                </a:lnTo>
                <a:close/>
                <a:moveTo>
                  <a:pt x="276225" y="476250"/>
                </a:moveTo>
                <a:lnTo>
                  <a:pt x="285750" y="476250"/>
                </a:lnTo>
                <a:lnTo>
                  <a:pt x="285750" y="495300"/>
                </a:lnTo>
                <a:lnTo>
                  <a:pt x="276225" y="495300"/>
                </a:lnTo>
                <a:close/>
                <a:moveTo>
                  <a:pt x="304800" y="476250"/>
                </a:moveTo>
                <a:lnTo>
                  <a:pt x="333375" y="476250"/>
                </a:lnTo>
                <a:lnTo>
                  <a:pt x="333375" y="485775"/>
                </a:lnTo>
                <a:lnTo>
                  <a:pt x="304800" y="485775"/>
                </a:lnTo>
                <a:close/>
                <a:moveTo>
                  <a:pt x="352425" y="476250"/>
                </a:moveTo>
                <a:lnTo>
                  <a:pt x="571500" y="476250"/>
                </a:lnTo>
                <a:lnTo>
                  <a:pt x="571500" y="485775"/>
                </a:lnTo>
                <a:lnTo>
                  <a:pt x="552450" y="485775"/>
                </a:lnTo>
                <a:lnTo>
                  <a:pt x="552450" y="504825"/>
                </a:lnTo>
                <a:lnTo>
                  <a:pt x="542925" y="504825"/>
                </a:lnTo>
                <a:lnTo>
                  <a:pt x="542925" y="495300"/>
                </a:lnTo>
                <a:lnTo>
                  <a:pt x="504825" y="495300"/>
                </a:lnTo>
                <a:lnTo>
                  <a:pt x="504825" y="485775"/>
                </a:lnTo>
                <a:lnTo>
                  <a:pt x="352425" y="485775"/>
                </a:lnTo>
                <a:close/>
                <a:moveTo>
                  <a:pt x="238125" y="495300"/>
                </a:moveTo>
                <a:lnTo>
                  <a:pt x="247650" y="495300"/>
                </a:lnTo>
                <a:lnTo>
                  <a:pt x="247650" y="504825"/>
                </a:lnTo>
                <a:lnTo>
                  <a:pt x="238125" y="504825"/>
                </a:lnTo>
                <a:close/>
                <a:moveTo>
                  <a:pt x="285750" y="495300"/>
                </a:moveTo>
                <a:lnTo>
                  <a:pt x="295275" y="495300"/>
                </a:lnTo>
                <a:lnTo>
                  <a:pt x="295275" y="504825"/>
                </a:lnTo>
                <a:lnTo>
                  <a:pt x="285750" y="504825"/>
                </a:lnTo>
                <a:close/>
                <a:moveTo>
                  <a:pt x="228600" y="504825"/>
                </a:moveTo>
                <a:lnTo>
                  <a:pt x="238125" y="504825"/>
                </a:lnTo>
                <a:lnTo>
                  <a:pt x="238125" y="514350"/>
                </a:lnTo>
                <a:lnTo>
                  <a:pt x="228600" y="514350"/>
                </a:lnTo>
                <a:close/>
                <a:moveTo>
                  <a:pt x="485775" y="504825"/>
                </a:moveTo>
                <a:lnTo>
                  <a:pt x="495300" y="504825"/>
                </a:lnTo>
                <a:lnTo>
                  <a:pt x="495300" y="514350"/>
                </a:lnTo>
                <a:lnTo>
                  <a:pt x="485775" y="514350"/>
                </a:lnTo>
                <a:close/>
                <a:moveTo>
                  <a:pt x="219075" y="514350"/>
                </a:moveTo>
                <a:lnTo>
                  <a:pt x="228600" y="514350"/>
                </a:lnTo>
                <a:lnTo>
                  <a:pt x="228600" y="523875"/>
                </a:lnTo>
                <a:lnTo>
                  <a:pt x="219075" y="523875"/>
                </a:lnTo>
                <a:close/>
                <a:moveTo>
                  <a:pt x="476250" y="514350"/>
                </a:moveTo>
                <a:lnTo>
                  <a:pt x="485775" y="514350"/>
                </a:lnTo>
                <a:lnTo>
                  <a:pt x="485775" y="523875"/>
                </a:lnTo>
                <a:lnTo>
                  <a:pt x="476250" y="523875"/>
                </a:lnTo>
                <a:close/>
                <a:moveTo>
                  <a:pt x="571500" y="523875"/>
                </a:moveTo>
                <a:lnTo>
                  <a:pt x="581025" y="523875"/>
                </a:lnTo>
                <a:lnTo>
                  <a:pt x="581025" y="533400"/>
                </a:lnTo>
                <a:lnTo>
                  <a:pt x="571500" y="533400"/>
                </a:lnTo>
                <a:close/>
                <a:moveTo>
                  <a:pt x="209550" y="533400"/>
                </a:moveTo>
                <a:lnTo>
                  <a:pt x="219075" y="533400"/>
                </a:lnTo>
                <a:lnTo>
                  <a:pt x="219075" y="561975"/>
                </a:lnTo>
                <a:lnTo>
                  <a:pt x="209550" y="561975"/>
                </a:lnTo>
                <a:close/>
                <a:moveTo>
                  <a:pt x="466725" y="533400"/>
                </a:moveTo>
                <a:lnTo>
                  <a:pt x="476250" y="533400"/>
                </a:lnTo>
                <a:lnTo>
                  <a:pt x="476250" y="561975"/>
                </a:lnTo>
                <a:lnTo>
                  <a:pt x="466725" y="561975"/>
                </a:lnTo>
                <a:close/>
                <a:moveTo>
                  <a:pt x="314325" y="561975"/>
                </a:moveTo>
                <a:lnTo>
                  <a:pt x="323850" y="561975"/>
                </a:lnTo>
                <a:lnTo>
                  <a:pt x="323850" y="571500"/>
                </a:lnTo>
                <a:lnTo>
                  <a:pt x="314325" y="571500"/>
                </a:lnTo>
                <a:close/>
                <a:moveTo>
                  <a:pt x="219075" y="571500"/>
                </a:moveTo>
                <a:lnTo>
                  <a:pt x="228600" y="571500"/>
                </a:lnTo>
                <a:lnTo>
                  <a:pt x="228600" y="581025"/>
                </a:lnTo>
                <a:lnTo>
                  <a:pt x="219075" y="581025"/>
                </a:lnTo>
                <a:close/>
                <a:moveTo>
                  <a:pt x="476250" y="571500"/>
                </a:moveTo>
                <a:lnTo>
                  <a:pt x="485775" y="571500"/>
                </a:lnTo>
                <a:lnTo>
                  <a:pt x="485775" y="581025"/>
                </a:lnTo>
                <a:lnTo>
                  <a:pt x="476250" y="581025"/>
                </a:lnTo>
                <a:close/>
                <a:moveTo>
                  <a:pt x="228600" y="581025"/>
                </a:moveTo>
                <a:lnTo>
                  <a:pt x="238125" y="581025"/>
                </a:lnTo>
                <a:lnTo>
                  <a:pt x="238125" y="590550"/>
                </a:lnTo>
                <a:lnTo>
                  <a:pt x="228600" y="590550"/>
                </a:lnTo>
                <a:close/>
                <a:moveTo>
                  <a:pt x="485775" y="581025"/>
                </a:moveTo>
                <a:lnTo>
                  <a:pt x="495300" y="581025"/>
                </a:lnTo>
                <a:lnTo>
                  <a:pt x="495300" y="590550"/>
                </a:lnTo>
                <a:lnTo>
                  <a:pt x="485775" y="590550"/>
                </a:lnTo>
                <a:close/>
                <a:moveTo>
                  <a:pt x="238125" y="590550"/>
                </a:moveTo>
                <a:lnTo>
                  <a:pt x="247650" y="590550"/>
                </a:lnTo>
                <a:lnTo>
                  <a:pt x="247650" y="600075"/>
                </a:lnTo>
                <a:lnTo>
                  <a:pt x="238125" y="600075"/>
                </a:lnTo>
                <a:close/>
                <a:moveTo>
                  <a:pt x="495300" y="590550"/>
                </a:moveTo>
                <a:lnTo>
                  <a:pt x="504825" y="590550"/>
                </a:lnTo>
                <a:lnTo>
                  <a:pt x="504825" y="600075"/>
                </a:lnTo>
                <a:lnTo>
                  <a:pt x="495300" y="600075"/>
                </a:lnTo>
                <a:close/>
              </a:path>
            </a:pathLst>
          </a:custGeom>
          <a:solidFill xmlns:a="http://schemas.openxmlformats.org/drawingml/2006/main">
            <a:srgbClr val="D7E9FC"/>
          </a:solidFill>
          <a:ln xmlns:a="http://schemas.openxmlformats.org/drawingml/2006/main" w="0">
            <a:noFill/>
          </a:ln>
        </p:spPr>
      </p:sp>
      <p:sp>
        <p:nvSpPr>
          <p:cNvPr id="41" name="cart vector #d6cacb">
            <a:extLst xmlns:a="http://schemas.openxmlformats.org/drawingml/2006/main">
              <a:ext uri="{FF2B5EF4-FFF2-40B4-BE49-F238E27FC236}">
                <a16:creationId xmlns:a16="http://schemas.microsoft.com/office/drawing/2014/main" id="{DBD860BD-6A55-421B-9DC3-17839605954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57250" y="2524125"/>
            <a:ext cx="704850" cy="704850"/>
          </a:xfrm>
          <a:custGeom xmlns:a="http://schemas.openxmlformats.org/drawingml/2006/main">
            <a:pathLst>
              <a:path w="695325" h="657225">
                <a:moveTo>
                  <a:pt x="76200" y="28575"/>
                </a:moveTo>
                <a:lnTo>
                  <a:pt x="114300" y="28575"/>
                </a:lnTo>
                <a:lnTo>
                  <a:pt x="114300" y="38100"/>
                </a:lnTo>
                <a:lnTo>
                  <a:pt x="76200" y="38100"/>
                </a:lnTo>
                <a:close/>
                <a:moveTo>
                  <a:pt x="152400" y="38100"/>
                </a:moveTo>
                <a:lnTo>
                  <a:pt x="161925" y="38100"/>
                </a:lnTo>
                <a:lnTo>
                  <a:pt x="161925" y="47625"/>
                </a:lnTo>
                <a:lnTo>
                  <a:pt x="152400" y="47625"/>
                </a:lnTo>
                <a:close/>
                <a:moveTo>
                  <a:pt x="161925" y="47625"/>
                </a:moveTo>
                <a:lnTo>
                  <a:pt x="171450" y="47625"/>
                </a:lnTo>
                <a:lnTo>
                  <a:pt x="171450" y="57150"/>
                </a:lnTo>
                <a:lnTo>
                  <a:pt x="161925" y="57150"/>
                </a:lnTo>
                <a:close/>
                <a:moveTo>
                  <a:pt x="142875" y="104775"/>
                </a:moveTo>
                <a:lnTo>
                  <a:pt x="152400" y="104775"/>
                </a:lnTo>
                <a:lnTo>
                  <a:pt x="152400" y="114300"/>
                </a:lnTo>
                <a:lnTo>
                  <a:pt x="142875" y="114300"/>
                </a:lnTo>
                <a:close/>
                <a:moveTo>
                  <a:pt x="209550" y="161925"/>
                </a:moveTo>
                <a:lnTo>
                  <a:pt x="371475" y="161925"/>
                </a:lnTo>
                <a:lnTo>
                  <a:pt x="371475" y="171450"/>
                </a:lnTo>
                <a:lnTo>
                  <a:pt x="228600" y="171450"/>
                </a:lnTo>
                <a:lnTo>
                  <a:pt x="228600" y="180975"/>
                </a:lnTo>
                <a:lnTo>
                  <a:pt x="219075" y="180975"/>
                </a:lnTo>
                <a:lnTo>
                  <a:pt x="219075" y="190500"/>
                </a:lnTo>
                <a:lnTo>
                  <a:pt x="209550" y="190500"/>
                </a:lnTo>
                <a:close/>
                <a:moveTo>
                  <a:pt x="161925" y="171450"/>
                </a:moveTo>
                <a:lnTo>
                  <a:pt x="171450" y="171450"/>
                </a:lnTo>
                <a:lnTo>
                  <a:pt x="171450" y="180975"/>
                </a:lnTo>
                <a:lnTo>
                  <a:pt x="161925" y="180975"/>
                </a:lnTo>
                <a:close/>
                <a:moveTo>
                  <a:pt x="209550" y="200025"/>
                </a:moveTo>
                <a:lnTo>
                  <a:pt x="219075" y="200025"/>
                </a:lnTo>
                <a:lnTo>
                  <a:pt x="219075" y="209550"/>
                </a:lnTo>
                <a:lnTo>
                  <a:pt x="209550" y="209550"/>
                </a:lnTo>
                <a:close/>
                <a:moveTo>
                  <a:pt x="628650" y="200025"/>
                </a:moveTo>
                <a:lnTo>
                  <a:pt x="638175" y="200025"/>
                </a:lnTo>
                <a:lnTo>
                  <a:pt x="638175" y="209550"/>
                </a:lnTo>
                <a:lnTo>
                  <a:pt x="628650" y="209550"/>
                </a:lnTo>
                <a:close/>
                <a:moveTo>
                  <a:pt x="219075" y="209550"/>
                </a:moveTo>
                <a:lnTo>
                  <a:pt x="228600" y="209550"/>
                </a:lnTo>
                <a:lnTo>
                  <a:pt x="228600" y="219075"/>
                </a:lnTo>
                <a:lnTo>
                  <a:pt x="219075" y="219075"/>
                </a:lnTo>
                <a:close/>
                <a:moveTo>
                  <a:pt x="219075" y="228600"/>
                </a:moveTo>
                <a:lnTo>
                  <a:pt x="228600" y="228600"/>
                </a:lnTo>
                <a:lnTo>
                  <a:pt x="228600" y="247650"/>
                </a:lnTo>
                <a:lnTo>
                  <a:pt x="219075" y="247650"/>
                </a:lnTo>
                <a:close/>
                <a:moveTo>
                  <a:pt x="552450" y="304800"/>
                </a:moveTo>
                <a:lnTo>
                  <a:pt x="561975" y="304800"/>
                </a:lnTo>
                <a:lnTo>
                  <a:pt x="561975" y="314325"/>
                </a:lnTo>
                <a:lnTo>
                  <a:pt x="552450" y="314325"/>
                </a:lnTo>
                <a:close/>
                <a:moveTo>
                  <a:pt x="352425" y="333375"/>
                </a:moveTo>
                <a:lnTo>
                  <a:pt x="390525" y="333375"/>
                </a:lnTo>
                <a:lnTo>
                  <a:pt x="390525" y="342900"/>
                </a:lnTo>
                <a:lnTo>
                  <a:pt x="371475" y="342900"/>
                </a:lnTo>
                <a:lnTo>
                  <a:pt x="371475" y="352425"/>
                </a:lnTo>
                <a:lnTo>
                  <a:pt x="352425" y="352425"/>
                </a:lnTo>
                <a:close/>
                <a:moveTo>
                  <a:pt x="209550" y="342900"/>
                </a:moveTo>
                <a:lnTo>
                  <a:pt x="219075" y="342900"/>
                </a:lnTo>
                <a:lnTo>
                  <a:pt x="219075" y="352425"/>
                </a:lnTo>
                <a:lnTo>
                  <a:pt x="209550" y="352425"/>
                </a:lnTo>
                <a:close/>
                <a:moveTo>
                  <a:pt x="257175" y="342900"/>
                </a:moveTo>
                <a:lnTo>
                  <a:pt x="276225" y="342900"/>
                </a:lnTo>
                <a:lnTo>
                  <a:pt x="276225" y="352425"/>
                </a:lnTo>
                <a:lnTo>
                  <a:pt x="295275" y="352425"/>
                </a:lnTo>
                <a:lnTo>
                  <a:pt x="295275" y="342900"/>
                </a:lnTo>
                <a:lnTo>
                  <a:pt x="304800" y="342900"/>
                </a:lnTo>
                <a:lnTo>
                  <a:pt x="304800" y="361950"/>
                </a:lnTo>
                <a:lnTo>
                  <a:pt x="266700" y="361950"/>
                </a:lnTo>
                <a:lnTo>
                  <a:pt x="266700" y="352425"/>
                </a:lnTo>
                <a:lnTo>
                  <a:pt x="257175" y="352425"/>
                </a:lnTo>
                <a:close/>
                <a:moveTo>
                  <a:pt x="523875" y="361950"/>
                </a:moveTo>
                <a:lnTo>
                  <a:pt x="533400" y="361950"/>
                </a:lnTo>
                <a:lnTo>
                  <a:pt x="533400" y="371475"/>
                </a:lnTo>
                <a:lnTo>
                  <a:pt x="523875" y="371475"/>
                </a:lnTo>
                <a:close/>
                <a:moveTo>
                  <a:pt x="447675" y="371475"/>
                </a:moveTo>
                <a:lnTo>
                  <a:pt x="457200" y="371475"/>
                </a:lnTo>
                <a:lnTo>
                  <a:pt x="457200" y="381000"/>
                </a:lnTo>
                <a:lnTo>
                  <a:pt x="447675" y="381000"/>
                </a:lnTo>
                <a:close/>
                <a:moveTo>
                  <a:pt x="285750" y="390525"/>
                </a:moveTo>
                <a:lnTo>
                  <a:pt x="295275" y="390525"/>
                </a:lnTo>
                <a:lnTo>
                  <a:pt x="295275" y="400050"/>
                </a:lnTo>
                <a:lnTo>
                  <a:pt x="285750" y="400050"/>
                </a:lnTo>
                <a:close/>
                <a:moveTo>
                  <a:pt x="180975" y="400050"/>
                </a:moveTo>
                <a:lnTo>
                  <a:pt x="190500" y="400050"/>
                </a:lnTo>
                <a:lnTo>
                  <a:pt x="190500" y="409575"/>
                </a:lnTo>
                <a:lnTo>
                  <a:pt x="180975" y="409575"/>
                </a:lnTo>
                <a:close/>
                <a:moveTo>
                  <a:pt x="400050" y="438150"/>
                </a:moveTo>
                <a:lnTo>
                  <a:pt x="466725" y="438150"/>
                </a:lnTo>
                <a:lnTo>
                  <a:pt x="466725" y="447675"/>
                </a:lnTo>
                <a:lnTo>
                  <a:pt x="400050" y="447675"/>
                </a:lnTo>
                <a:close/>
                <a:moveTo>
                  <a:pt x="552450" y="438150"/>
                </a:moveTo>
                <a:lnTo>
                  <a:pt x="581025" y="438150"/>
                </a:lnTo>
                <a:lnTo>
                  <a:pt x="581025" y="447675"/>
                </a:lnTo>
                <a:lnTo>
                  <a:pt x="552450" y="447675"/>
                </a:lnTo>
                <a:close/>
                <a:moveTo>
                  <a:pt x="504825" y="495300"/>
                </a:moveTo>
                <a:lnTo>
                  <a:pt x="514350" y="495300"/>
                </a:lnTo>
                <a:lnTo>
                  <a:pt x="514350" y="504825"/>
                </a:lnTo>
                <a:lnTo>
                  <a:pt x="504825" y="504825"/>
                </a:lnTo>
                <a:close/>
                <a:moveTo>
                  <a:pt x="285750" y="590550"/>
                </a:moveTo>
                <a:lnTo>
                  <a:pt x="295275" y="590550"/>
                </a:lnTo>
                <a:lnTo>
                  <a:pt x="295275" y="600075"/>
                </a:lnTo>
                <a:lnTo>
                  <a:pt x="285750" y="600075"/>
                </a:lnTo>
                <a:close/>
              </a:path>
            </a:pathLst>
          </a:custGeom>
          <a:solidFill xmlns:a="http://schemas.openxmlformats.org/drawingml/2006/main">
            <a:srgbClr val="D6CACB"/>
          </a:solidFill>
          <a:ln xmlns:a="http://schemas.openxmlformats.org/drawingml/2006/main" w="0">
            <a:noFill/>
          </a:ln>
        </p:spPr>
      </p:sp>
      <p:sp>
        <p:nvSpPr>
          <p:cNvPr id="42" name="cart vector #f7be9d">
            <a:extLst xmlns:a="http://schemas.openxmlformats.org/drawingml/2006/main">
              <a:ext uri="{FF2B5EF4-FFF2-40B4-BE49-F238E27FC236}">
                <a16:creationId xmlns:a16="http://schemas.microsoft.com/office/drawing/2014/main" id="{959F4861-8809-46BE-8AF1-30816716CDE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57250" y="2524125"/>
            <a:ext cx="704850" cy="704850"/>
          </a:xfrm>
          <a:custGeom xmlns:a="http://schemas.openxmlformats.org/drawingml/2006/main">
            <a:pathLst>
              <a:path w="695325" h="657225">
                <a:moveTo>
                  <a:pt x="247650" y="180975"/>
                </a:moveTo>
                <a:lnTo>
                  <a:pt x="361950" y="180975"/>
                </a:lnTo>
                <a:lnTo>
                  <a:pt x="361950" y="190500"/>
                </a:lnTo>
                <a:lnTo>
                  <a:pt x="371475" y="190500"/>
                </a:lnTo>
                <a:lnTo>
                  <a:pt x="371475" y="180975"/>
                </a:lnTo>
                <a:lnTo>
                  <a:pt x="390525" y="180975"/>
                </a:lnTo>
                <a:lnTo>
                  <a:pt x="390525" y="190500"/>
                </a:lnTo>
                <a:lnTo>
                  <a:pt x="371475" y="190500"/>
                </a:lnTo>
                <a:lnTo>
                  <a:pt x="371475" y="257175"/>
                </a:lnTo>
                <a:lnTo>
                  <a:pt x="381000" y="257175"/>
                </a:lnTo>
                <a:lnTo>
                  <a:pt x="381000" y="276225"/>
                </a:lnTo>
                <a:lnTo>
                  <a:pt x="371475" y="276225"/>
                </a:lnTo>
                <a:lnTo>
                  <a:pt x="371475" y="295275"/>
                </a:lnTo>
                <a:lnTo>
                  <a:pt x="381000" y="295275"/>
                </a:lnTo>
                <a:lnTo>
                  <a:pt x="381000" y="304800"/>
                </a:lnTo>
                <a:lnTo>
                  <a:pt x="419100" y="304800"/>
                </a:lnTo>
                <a:lnTo>
                  <a:pt x="419100" y="323850"/>
                </a:lnTo>
                <a:lnTo>
                  <a:pt x="409575" y="323850"/>
                </a:lnTo>
                <a:lnTo>
                  <a:pt x="409575" y="314325"/>
                </a:lnTo>
                <a:lnTo>
                  <a:pt x="390525" y="314325"/>
                </a:lnTo>
                <a:lnTo>
                  <a:pt x="390525" y="323850"/>
                </a:lnTo>
                <a:lnTo>
                  <a:pt x="361950" y="323850"/>
                </a:lnTo>
                <a:lnTo>
                  <a:pt x="361950" y="333375"/>
                </a:lnTo>
                <a:lnTo>
                  <a:pt x="352425" y="333375"/>
                </a:lnTo>
                <a:lnTo>
                  <a:pt x="352425" y="323850"/>
                </a:lnTo>
                <a:lnTo>
                  <a:pt x="342900" y="323850"/>
                </a:lnTo>
                <a:lnTo>
                  <a:pt x="342900" y="295275"/>
                </a:lnTo>
                <a:lnTo>
                  <a:pt x="333375" y="295275"/>
                </a:lnTo>
                <a:lnTo>
                  <a:pt x="333375" y="266700"/>
                </a:lnTo>
                <a:lnTo>
                  <a:pt x="323850" y="266700"/>
                </a:lnTo>
                <a:lnTo>
                  <a:pt x="323850" y="238125"/>
                </a:lnTo>
                <a:lnTo>
                  <a:pt x="314325" y="238125"/>
                </a:lnTo>
                <a:lnTo>
                  <a:pt x="314325" y="209550"/>
                </a:lnTo>
                <a:lnTo>
                  <a:pt x="295275" y="209550"/>
                </a:lnTo>
                <a:lnTo>
                  <a:pt x="295275" y="238125"/>
                </a:lnTo>
                <a:lnTo>
                  <a:pt x="304800" y="238125"/>
                </a:lnTo>
                <a:lnTo>
                  <a:pt x="304800" y="257175"/>
                </a:lnTo>
                <a:lnTo>
                  <a:pt x="295275" y="257175"/>
                </a:lnTo>
                <a:lnTo>
                  <a:pt x="295275" y="266700"/>
                </a:lnTo>
                <a:lnTo>
                  <a:pt x="276225" y="266700"/>
                </a:lnTo>
                <a:lnTo>
                  <a:pt x="276225" y="295275"/>
                </a:lnTo>
                <a:lnTo>
                  <a:pt x="285750" y="295275"/>
                </a:lnTo>
                <a:lnTo>
                  <a:pt x="285750" y="314325"/>
                </a:lnTo>
                <a:lnTo>
                  <a:pt x="323850" y="314325"/>
                </a:lnTo>
                <a:lnTo>
                  <a:pt x="323850" y="333375"/>
                </a:lnTo>
                <a:lnTo>
                  <a:pt x="276225" y="333375"/>
                </a:lnTo>
                <a:lnTo>
                  <a:pt x="276225" y="314325"/>
                </a:lnTo>
                <a:lnTo>
                  <a:pt x="266700" y="314325"/>
                </a:lnTo>
                <a:lnTo>
                  <a:pt x="266700" y="295275"/>
                </a:lnTo>
                <a:lnTo>
                  <a:pt x="257175" y="295275"/>
                </a:lnTo>
                <a:lnTo>
                  <a:pt x="257175" y="266700"/>
                </a:lnTo>
                <a:lnTo>
                  <a:pt x="247650" y="266700"/>
                </a:lnTo>
                <a:lnTo>
                  <a:pt x="247650" y="238125"/>
                </a:lnTo>
                <a:lnTo>
                  <a:pt x="238125" y="238125"/>
                </a:lnTo>
                <a:lnTo>
                  <a:pt x="238125" y="190500"/>
                </a:lnTo>
                <a:lnTo>
                  <a:pt x="247650" y="190500"/>
                </a:lnTo>
                <a:close/>
                <a:moveTo>
                  <a:pt x="542925" y="285750"/>
                </a:moveTo>
                <a:lnTo>
                  <a:pt x="552450" y="285750"/>
                </a:lnTo>
                <a:lnTo>
                  <a:pt x="552450" y="295275"/>
                </a:lnTo>
                <a:lnTo>
                  <a:pt x="542925" y="295275"/>
                </a:lnTo>
                <a:close/>
                <a:moveTo>
                  <a:pt x="466725" y="304800"/>
                </a:moveTo>
                <a:lnTo>
                  <a:pt x="476250" y="304800"/>
                </a:lnTo>
                <a:lnTo>
                  <a:pt x="476250" y="314325"/>
                </a:lnTo>
                <a:lnTo>
                  <a:pt x="466725" y="314325"/>
                </a:lnTo>
                <a:close/>
              </a:path>
            </a:pathLst>
          </a:custGeom>
          <a:solidFill xmlns:a="http://schemas.openxmlformats.org/drawingml/2006/main">
            <a:srgbClr val="F7BE9D"/>
          </a:solidFill>
          <a:ln xmlns:a="http://schemas.openxmlformats.org/drawingml/2006/main" w="0">
            <a:noFill/>
          </a:ln>
        </p:spPr>
      </p:sp>
      <p:sp>
        <p:nvSpPr>
          <p:cNvPr id="43" name="cart vector #f7b18c">
            <a:extLst xmlns:a="http://schemas.openxmlformats.org/drawingml/2006/main">
              <a:ext uri="{FF2B5EF4-FFF2-40B4-BE49-F238E27FC236}">
                <a16:creationId xmlns:a16="http://schemas.microsoft.com/office/drawing/2014/main" id="{E5C01FD9-4471-4E1B-9438-37CEAD325F6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57250" y="2524125"/>
            <a:ext cx="704850" cy="704850"/>
          </a:xfrm>
          <a:custGeom xmlns:a="http://schemas.openxmlformats.org/drawingml/2006/main">
            <a:pathLst>
              <a:path w="695325" h="657225">
                <a:moveTo>
                  <a:pt x="466725" y="161925"/>
                </a:moveTo>
                <a:lnTo>
                  <a:pt x="495300" y="161925"/>
                </a:lnTo>
                <a:lnTo>
                  <a:pt x="495300" y="171450"/>
                </a:lnTo>
                <a:lnTo>
                  <a:pt x="466725" y="171450"/>
                </a:lnTo>
                <a:close/>
                <a:moveTo>
                  <a:pt x="438150" y="171450"/>
                </a:moveTo>
                <a:lnTo>
                  <a:pt x="466725" y="171450"/>
                </a:lnTo>
                <a:lnTo>
                  <a:pt x="466725" y="247650"/>
                </a:lnTo>
                <a:lnTo>
                  <a:pt x="476250" y="247650"/>
                </a:lnTo>
                <a:lnTo>
                  <a:pt x="476250" y="276225"/>
                </a:lnTo>
                <a:lnTo>
                  <a:pt x="485775" y="276225"/>
                </a:lnTo>
                <a:lnTo>
                  <a:pt x="485775" y="304800"/>
                </a:lnTo>
                <a:lnTo>
                  <a:pt x="495300" y="304800"/>
                </a:lnTo>
                <a:lnTo>
                  <a:pt x="495300" y="314325"/>
                </a:lnTo>
                <a:lnTo>
                  <a:pt x="476250" y="314325"/>
                </a:lnTo>
                <a:lnTo>
                  <a:pt x="476250" y="304800"/>
                </a:lnTo>
                <a:lnTo>
                  <a:pt x="466725" y="304800"/>
                </a:lnTo>
                <a:lnTo>
                  <a:pt x="466725" y="314325"/>
                </a:lnTo>
                <a:lnTo>
                  <a:pt x="438150" y="314325"/>
                </a:lnTo>
                <a:lnTo>
                  <a:pt x="438150" y="323850"/>
                </a:lnTo>
                <a:lnTo>
                  <a:pt x="428625" y="323850"/>
                </a:lnTo>
                <a:lnTo>
                  <a:pt x="428625" y="314325"/>
                </a:lnTo>
                <a:lnTo>
                  <a:pt x="419100" y="314325"/>
                </a:lnTo>
                <a:lnTo>
                  <a:pt x="419100" y="304800"/>
                </a:lnTo>
                <a:lnTo>
                  <a:pt x="381000" y="304800"/>
                </a:lnTo>
                <a:lnTo>
                  <a:pt x="381000" y="295275"/>
                </a:lnTo>
                <a:lnTo>
                  <a:pt x="371475" y="295275"/>
                </a:lnTo>
                <a:lnTo>
                  <a:pt x="371475" y="276225"/>
                </a:lnTo>
                <a:lnTo>
                  <a:pt x="381000" y="276225"/>
                </a:lnTo>
                <a:lnTo>
                  <a:pt x="381000" y="257175"/>
                </a:lnTo>
                <a:lnTo>
                  <a:pt x="371475" y="257175"/>
                </a:lnTo>
                <a:lnTo>
                  <a:pt x="371475" y="190500"/>
                </a:lnTo>
                <a:lnTo>
                  <a:pt x="390525" y="190500"/>
                </a:lnTo>
                <a:lnTo>
                  <a:pt x="390525" y="180975"/>
                </a:lnTo>
                <a:lnTo>
                  <a:pt x="438150" y="180975"/>
                </a:lnTo>
                <a:close/>
                <a:moveTo>
                  <a:pt x="514350" y="171450"/>
                </a:moveTo>
                <a:lnTo>
                  <a:pt x="571500" y="171450"/>
                </a:lnTo>
                <a:lnTo>
                  <a:pt x="571500" y="180975"/>
                </a:lnTo>
                <a:lnTo>
                  <a:pt x="581025" y="180975"/>
                </a:lnTo>
                <a:lnTo>
                  <a:pt x="581025" y="219075"/>
                </a:lnTo>
                <a:lnTo>
                  <a:pt x="571500" y="219075"/>
                </a:lnTo>
                <a:lnTo>
                  <a:pt x="571500" y="247650"/>
                </a:lnTo>
                <a:lnTo>
                  <a:pt x="561975" y="247650"/>
                </a:lnTo>
                <a:lnTo>
                  <a:pt x="561975" y="276225"/>
                </a:lnTo>
                <a:lnTo>
                  <a:pt x="552450" y="276225"/>
                </a:lnTo>
                <a:lnTo>
                  <a:pt x="552450" y="285750"/>
                </a:lnTo>
                <a:lnTo>
                  <a:pt x="542925" y="285750"/>
                </a:lnTo>
                <a:lnTo>
                  <a:pt x="542925" y="314325"/>
                </a:lnTo>
                <a:lnTo>
                  <a:pt x="533400" y="314325"/>
                </a:lnTo>
                <a:lnTo>
                  <a:pt x="533400" y="209550"/>
                </a:lnTo>
                <a:lnTo>
                  <a:pt x="523875" y="209550"/>
                </a:lnTo>
                <a:lnTo>
                  <a:pt x="523875" y="180975"/>
                </a:lnTo>
                <a:lnTo>
                  <a:pt x="514350" y="180975"/>
                </a:lnTo>
                <a:close/>
                <a:moveTo>
                  <a:pt x="295275" y="209550"/>
                </a:moveTo>
                <a:lnTo>
                  <a:pt x="314325" y="209550"/>
                </a:lnTo>
                <a:lnTo>
                  <a:pt x="314325" y="238125"/>
                </a:lnTo>
                <a:lnTo>
                  <a:pt x="323850" y="238125"/>
                </a:lnTo>
                <a:lnTo>
                  <a:pt x="323850" y="266700"/>
                </a:lnTo>
                <a:lnTo>
                  <a:pt x="333375" y="266700"/>
                </a:lnTo>
                <a:lnTo>
                  <a:pt x="333375" y="295275"/>
                </a:lnTo>
                <a:lnTo>
                  <a:pt x="342900" y="295275"/>
                </a:lnTo>
                <a:lnTo>
                  <a:pt x="342900" y="323850"/>
                </a:lnTo>
                <a:lnTo>
                  <a:pt x="333375" y="323850"/>
                </a:lnTo>
                <a:lnTo>
                  <a:pt x="333375" y="333375"/>
                </a:lnTo>
                <a:lnTo>
                  <a:pt x="323850" y="333375"/>
                </a:lnTo>
                <a:lnTo>
                  <a:pt x="323850" y="314325"/>
                </a:lnTo>
                <a:lnTo>
                  <a:pt x="285750" y="314325"/>
                </a:lnTo>
                <a:lnTo>
                  <a:pt x="285750" y="295275"/>
                </a:lnTo>
                <a:lnTo>
                  <a:pt x="276225" y="295275"/>
                </a:lnTo>
                <a:lnTo>
                  <a:pt x="276225" y="266700"/>
                </a:lnTo>
                <a:lnTo>
                  <a:pt x="295275" y="266700"/>
                </a:lnTo>
                <a:lnTo>
                  <a:pt x="295275" y="257175"/>
                </a:lnTo>
                <a:lnTo>
                  <a:pt x="304800" y="257175"/>
                </a:lnTo>
                <a:lnTo>
                  <a:pt x="304800" y="238125"/>
                </a:lnTo>
                <a:lnTo>
                  <a:pt x="295275" y="238125"/>
                </a:lnTo>
                <a:close/>
                <a:moveTo>
                  <a:pt x="419100" y="285750"/>
                </a:moveTo>
                <a:lnTo>
                  <a:pt x="438150" y="285750"/>
                </a:lnTo>
                <a:lnTo>
                  <a:pt x="438150" y="276225"/>
                </a:lnTo>
                <a:lnTo>
                  <a:pt x="419100" y="276225"/>
                </a:lnTo>
                <a:close/>
                <a:moveTo>
                  <a:pt x="495300" y="314325"/>
                </a:moveTo>
                <a:lnTo>
                  <a:pt x="514350" y="314325"/>
                </a:lnTo>
                <a:lnTo>
                  <a:pt x="514350" y="323850"/>
                </a:lnTo>
                <a:lnTo>
                  <a:pt x="495300" y="323850"/>
                </a:lnTo>
                <a:close/>
              </a:path>
            </a:pathLst>
          </a:custGeom>
          <a:solidFill xmlns:a="http://schemas.openxmlformats.org/drawingml/2006/main">
            <a:srgbClr val="F7B18C"/>
          </a:solidFill>
          <a:ln xmlns:a="http://schemas.openxmlformats.org/drawingml/2006/main" w="0">
            <a:noFill/>
          </a:ln>
        </p:spPr>
      </p:sp>
      <p:sp>
        <p:nvSpPr>
          <p:cNvPr id="44" name="cart vector #edb8a3">
            <a:extLst xmlns:a="http://schemas.openxmlformats.org/drawingml/2006/main">
              <a:ext uri="{FF2B5EF4-FFF2-40B4-BE49-F238E27FC236}">
                <a16:creationId xmlns:a16="http://schemas.microsoft.com/office/drawing/2014/main" id="{37CCEACA-FBCB-4653-8FD4-C541DFA4CC9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57250" y="2524125"/>
            <a:ext cx="704850" cy="704850"/>
          </a:xfrm>
          <a:custGeom xmlns:a="http://schemas.openxmlformats.org/drawingml/2006/main">
            <a:pathLst>
              <a:path w="695325" h="657225">
                <a:moveTo>
                  <a:pt x="371475" y="161925"/>
                </a:moveTo>
                <a:lnTo>
                  <a:pt x="466725" y="161925"/>
                </a:lnTo>
                <a:lnTo>
                  <a:pt x="466725" y="171450"/>
                </a:lnTo>
                <a:lnTo>
                  <a:pt x="438150" y="171450"/>
                </a:lnTo>
                <a:lnTo>
                  <a:pt x="438150" y="180975"/>
                </a:lnTo>
                <a:lnTo>
                  <a:pt x="371475" y="180975"/>
                </a:lnTo>
                <a:lnTo>
                  <a:pt x="371475" y="190500"/>
                </a:lnTo>
                <a:lnTo>
                  <a:pt x="361950" y="190500"/>
                </a:lnTo>
                <a:lnTo>
                  <a:pt x="361950" y="180975"/>
                </a:lnTo>
                <a:lnTo>
                  <a:pt x="247650" y="180975"/>
                </a:lnTo>
                <a:lnTo>
                  <a:pt x="247650" y="190500"/>
                </a:lnTo>
                <a:lnTo>
                  <a:pt x="238125" y="190500"/>
                </a:lnTo>
                <a:lnTo>
                  <a:pt x="238125" y="238125"/>
                </a:lnTo>
                <a:lnTo>
                  <a:pt x="247650" y="238125"/>
                </a:lnTo>
                <a:lnTo>
                  <a:pt x="247650" y="266700"/>
                </a:lnTo>
                <a:lnTo>
                  <a:pt x="257175" y="266700"/>
                </a:lnTo>
                <a:lnTo>
                  <a:pt x="257175" y="295275"/>
                </a:lnTo>
                <a:lnTo>
                  <a:pt x="266700" y="295275"/>
                </a:lnTo>
                <a:lnTo>
                  <a:pt x="266700" y="314325"/>
                </a:lnTo>
                <a:lnTo>
                  <a:pt x="276225" y="314325"/>
                </a:lnTo>
                <a:lnTo>
                  <a:pt x="276225" y="333375"/>
                </a:lnTo>
                <a:lnTo>
                  <a:pt x="333375" y="333375"/>
                </a:lnTo>
                <a:lnTo>
                  <a:pt x="333375" y="323850"/>
                </a:lnTo>
                <a:lnTo>
                  <a:pt x="352425" y="323850"/>
                </a:lnTo>
                <a:lnTo>
                  <a:pt x="352425" y="352425"/>
                </a:lnTo>
                <a:lnTo>
                  <a:pt x="304800" y="352425"/>
                </a:lnTo>
                <a:lnTo>
                  <a:pt x="304800" y="342900"/>
                </a:lnTo>
                <a:lnTo>
                  <a:pt x="295275" y="342900"/>
                </a:lnTo>
                <a:lnTo>
                  <a:pt x="295275" y="352425"/>
                </a:lnTo>
                <a:lnTo>
                  <a:pt x="276225" y="352425"/>
                </a:lnTo>
                <a:lnTo>
                  <a:pt x="276225" y="342900"/>
                </a:lnTo>
                <a:lnTo>
                  <a:pt x="257175" y="342900"/>
                </a:lnTo>
                <a:lnTo>
                  <a:pt x="257175" y="333375"/>
                </a:lnTo>
                <a:lnTo>
                  <a:pt x="247650" y="333375"/>
                </a:lnTo>
                <a:lnTo>
                  <a:pt x="247650" y="304800"/>
                </a:lnTo>
                <a:lnTo>
                  <a:pt x="238125" y="304800"/>
                </a:lnTo>
                <a:lnTo>
                  <a:pt x="238125" y="276225"/>
                </a:lnTo>
                <a:lnTo>
                  <a:pt x="228600" y="276225"/>
                </a:lnTo>
                <a:lnTo>
                  <a:pt x="228600" y="228600"/>
                </a:lnTo>
                <a:lnTo>
                  <a:pt x="219075" y="228600"/>
                </a:lnTo>
                <a:lnTo>
                  <a:pt x="219075" y="219075"/>
                </a:lnTo>
                <a:lnTo>
                  <a:pt x="228600" y="219075"/>
                </a:lnTo>
                <a:lnTo>
                  <a:pt x="228600" y="209550"/>
                </a:lnTo>
                <a:lnTo>
                  <a:pt x="219075" y="209550"/>
                </a:lnTo>
                <a:lnTo>
                  <a:pt x="219075" y="200025"/>
                </a:lnTo>
                <a:lnTo>
                  <a:pt x="209550" y="200025"/>
                </a:lnTo>
                <a:lnTo>
                  <a:pt x="209550" y="190500"/>
                </a:lnTo>
                <a:lnTo>
                  <a:pt x="219075" y="190500"/>
                </a:lnTo>
                <a:lnTo>
                  <a:pt x="219075" y="180975"/>
                </a:lnTo>
                <a:lnTo>
                  <a:pt x="228600" y="180975"/>
                </a:lnTo>
                <a:lnTo>
                  <a:pt x="228600" y="171450"/>
                </a:lnTo>
                <a:lnTo>
                  <a:pt x="371475" y="171450"/>
                </a:lnTo>
                <a:close/>
                <a:moveTo>
                  <a:pt x="514350" y="161925"/>
                </a:moveTo>
                <a:lnTo>
                  <a:pt x="581025" y="161925"/>
                </a:lnTo>
                <a:lnTo>
                  <a:pt x="581025" y="171450"/>
                </a:lnTo>
                <a:lnTo>
                  <a:pt x="590550" y="171450"/>
                </a:lnTo>
                <a:lnTo>
                  <a:pt x="590550" y="180975"/>
                </a:lnTo>
                <a:lnTo>
                  <a:pt x="600075" y="180975"/>
                </a:lnTo>
                <a:lnTo>
                  <a:pt x="600075" y="200025"/>
                </a:lnTo>
                <a:lnTo>
                  <a:pt x="590550" y="200025"/>
                </a:lnTo>
                <a:lnTo>
                  <a:pt x="590550" y="238125"/>
                </a:lnTo>
                <a:lnTo>
                  <a:pt x="581025" y="238125"/>
                </a:lnTo>
                <a:lnTo>
                  <a:pt x="581025" y="276225"/>
                </a:lnTo>
                <a:lnTo>
                  <a:pt x="571500" y="276225"/>
                </a:lnTo>
                <a:lnTo>
                  <a:pt x="571500" y="304800"/>
                </a:lnTo>
                <a:lnTo>
                  <a:pt x="552450" y="304800"/>
                </a:lnTo>
                <a:lnTo>
                  <a:pt x="552450" y="323850"/>
                </a:lnTo>
                <a:lnTo>
                  <a:pt x="533400" y="323850"/>
                </a:lnTo>
                <a:lnTo>
                  <a:pt x="533400" y="314325"/>
                </a:lnTo>
                <a:lnTo>
                  <a:pt x="542925" y="314325"/>
                </a:lnTo>
                <a:lnTo>
                  <a:pt x="542925" y="295275"/>
                </a:lnTo>
                <a:lnTo>
                  <a:pt x="552450" y="295275"/>
                </a:lnTo>
                <a:lnTo>
                  <a:pt x="552450" y="276225"/>
                </a:lnTo>
                <a:lnTo>
                  <a:pt x="561975" y="276225"/>
                </a:lnTo>
                <a:lnTo>
                  <a:pt x="561975" y="247650"/>
                </a:lnTo>
                <a:lnTo>
                  <a:pt x="571500" y="247650"/>
                </a:lnTo>
                <a:lnTo>
                  <a:pt x="571500" y="219075"/>
                </a:lnTo>
                <a:lnTo>
                  <a:pt x="581025" y="219075"/>
                </a:lnTo>
                <a:lnTo>
                  <a:pt x="581025" y="180975"/>
                </a:lnTo>
                <a:lnTo>
                  <a:pt x="571500" y="180975"/>
                </a:lnTo>
                <a:lnTo>
                  <a:pt x="571500" y="171450"/>
                </a:lnTo>
                <a:lnTo>
                  <a:pt x="514350" y="171450"/>
                </a:lnTo>
                <a:close/>
                <a:moveTo>
                  <a:pt x="390525" y="314325"/>
                </a:moveTo>
                <a:lnTo>
                  <a:pt x="409575" y="314325"/>
                </a:lnTo>
                <a:lnTo>
                  <a:pt x="409575" y="323850"/>
                </a:lnTo>
                <a:lnTo>
                  <a:pt x="419100" y="323850"/>
                </a:lnTo>
                <a:lnTo>
                  <a:pt x="419100" y="314325"/>
                </a:lnTo>
                <a:lnTo>
                  <a:pt x="428625" y="314325"/>
                </a:lnTo>
                <a:lnTo>
                  <a:pt x="428625" y="323850"/>
                </a:lnTo>
                <a:lnTo>
                  <a:pt x="438150" y="323850"/>
                </a:lnTo>
                <a:lnTo>
                  <a:pt x="438150" y="314325"/>
                </a:lnTo>
                <a:lnTo>
                  <a:pt x="495300" y="314325"/>
                </a:lnTo>
                <a:lnTo>
                  <a:pt x="495300" y="323850"/>
                </a:lnTo>
                <a:lnTo>
                  <a:pt x="504825" y="323850"/>
                </a:lnTo>
                <a:lnTo>
                  <a:pt x="504825" y="333375"/>
                </a:lnTo>
                <a:lnTo>
                  <a:pt x="438150" y="333375"/>
                </a:lnTo>
                <a:lnTo>
                  <a:pt x="438150" y="342900"/>
                </a:lnTo>
                <a:lnTo>
                  <a:pt x="390525" y="342900"/>
                </a:lnTo>
                <a:lnTo>
                  <a:pt x="390525" y="333375"/>
                </a:lnTo>
                <a:lnTo>
                  <a:pt x="361950" y="333375"/>
                </a:lnTo>
                <a:lnTo>
                  <a:pt x="361950" y="323850"/>
                </a:lnTo>
                <a:lnTo>
                  <a:pt x="390525" y="323850"/>
                </a:lnTo>
                <a:close/>
              </a:path>
            </a:pathLst>
          </a:custGeom>
          <a:solidFill xmlns:a="http://schemas.openxmlformats.org/drawingml/2006/main">
            <a:srgbClr val="EDB8A3"/>
          </a:solidFill>
          <a:ln xmlns:a="http://schemas.openxmlformats.org/drawingml/2006/main" w="0">
            <a:noFill/>
          </a:ln>
        </p:spPr>
      </p:sp>
      <p:sp>
        <p:nvSpPr>
          <p:cNvPr id="45" name="cart vector #c3b8bf">
            <a:extLst xmlns:a="http://schemas.openxmlformats.org/drawingml/2006/main">
              <a:ext uri="{FF2B5EF4-FFF2-40B4-BE49-F238E27FC236}">
                <a16:creationId xmlns:a16="http://schemas.microsoft.com/office/drawing/2014/main" id="{FA65EABD-9967-4DEE-A8C8-A0FB0FDD662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57250" y="2524125"/>
            <a:ext cx="704850" cy="704850"/>
          </a:xfrm>
          <a:custGeom xmlns:a="http://schemas.openxmlformats.org/drawingml/2006/main">
            <a:pathLst>
              <a:path w="695325" h="657225">
                <a:moveTo>
                  <a:pt x="57150" y="38100"/>
                </a:moveTo>
                <a:lnTo>
                  <a:pt x="66675" y="38100"/>
                </a:lnTo>
                <a:lnTo>
                  <a:pt x="66675" y="47625"/>
                </a:lnTo>
                <a:lnTo>
                  <a:pt x="57150" y="47625"/>
                </a:lnTo>
                <a:close/>
                <a:moveTo>
                  <a:pt x="57150" y="57150"/>
                </a:moveTo>
                <a:lnTo>
                  <a:pt x="66675" y="57150"/>
                </a:lnTo>
                <a:lnTo>
                  <a:pt x="66675" y="66675"/>
                </a:lnTo>
                <a:lnTo>
                  <a:pt x="57150" y="66675"/>
                </a:lnTo>
                <a:close/>
                <a:moveTo>
                  <a:pt x="171450" y="76200"/>
                </a:moveTo>
                <a:lnTo>
                  <a:pt x="180975" y="76200"/>
                </a:lnTo>
                <a:lnTo>
                  <a:pt x="180975" y="85725"/>
                </a:lnTo>
                <a:lnTo>
                  <a:pt x="171450" y="85725"/>
                </a:lnTo>
                <a:close/>
                <a:moveTo>
                  <a:pt x="152400" y="133350"/>
                </a:moveTo>
                <a:lnTo>
                  <a:pt x="161925" y="133350"/>
                </a:lnTo>
                <a:lnTo>
                  <a:pt x="161925" y="142875"/>
                </a:lnTo>
                <a:lnTo>
                  <a:pt x="152400" y="142875"/>
                </a:lnTo>
                <a:close/>
                <a:moveTo>
                  <a:pt x="209550" y="152400"/>
                </a:moveTo>
                <a:lnTo>
                  <a:pt x="381000" y="152400"/>
                </a:lnTo>
                <a:lnTo>
                  <a:pt x="381000" y="161925"/>
                </a:lnTo>
                <a:lnTo>
                  <a:pt x="209550" y="161925"/>
                </a:lnTo>
                <a:close/>
                <a:moveTo>
                  <a:pt x="409575" y="152400"/>
                </a:moveTo>
                <a:lnTo>
                  <a:pt x="428625" y="152400"/>
                </a:lnTo>
                <a:lnTo>
                  <a:pt x="428625" y="161925"/>
                </a:lnTo>
                <a:lnTo>
                  <a:pt x="409575" y="161925"/>
                </a:lnTo>
                <a:close/>
                <a:moveTo>
                  <a:pt x="581025" y="152400"/>
                </a:moveTo>
                <a:lnTo>
                  <a:pt x="600075" y="152400"/>
                </a:lnTo>
                <a:lnTo>
                  <a:pt x="600075" y="161925"/>
                </a:lnTo>
                <a:lnTo>
                  <a:pt x="609600" y="161925"/>
                </a:lnTo>
                <a:lnTo>
                  <a:pt x="609600" y="171450"/>
                </a:lnTo>
                <a:lnTo>
                  <a:pt x="600075" y="171450"/>
                </a:lnTo>
                <a:lnTo>
                  <a:pt x="600075" y="180975"/>
                </a:lnTo>
                <a:lnTo>
                  <a:pt x="590550" y="180975"/>
                </a:lnTo>
                <a:lnTo>
                  <a:pt x="590550" y="171450"/>
                </a:lnTo>
                <a:lnTo>
                  <a:pt x="581025" y="171450"/>
                </a:lnTo>
                <a:close/>
                <a:moveTo>
                  <a:pt x="200025" y="161925"/>
                </a:moveTo>
                <a:lnTo>
                  <a:pt x="209550" y="161925"/>
                </a:lnTo>
                <a:lnTo>
                  <a:pt x="209550" y="190500"/>
                </a:lnTo>
                <a:lnTo>
                  <a:pt x="200025" y="190500"/>
                </a:lnTo>
                <a:close/>
                <a:moveTo>
                  <a:pt x="638175" y="161925"/>
                </a:moveTo>
                <a:lnTo>
                  <a:pt x="647700" y="161925"/>
                </a:lnTo>
                <a:lnTo>
                  <a:pt x="647700" y="171450"/>
                </a:lnTo>
                <a:lnTo>
                  <a:pt x="638175" y="171450"/>
                </a:lnTo>
                <a:close/>
                <a:moveTo>
                  <a:pt x="171450" y="200025"/>
                </a:moveTo>
                <a:lnTo>
                  <a:pt x="180975" y="200025"/>
                </a:lnTo>
                <a:lnTo>
                  <a:pt x="180975" y="209550"/>
                </a:lnTo>
                <a:lnTo>
                  <a:pt x="171450" y="209550"/>
                </a:lnTo>
                <a:close/>
                <a:moveTo>
                  <a:pt x="590550" y="200025"/>
                </a:moveTo>
                <a:lnTo>
                  <a:pt x="600075" y="200025"/>
                </a:lnTo>
                <a:lnTo>
                  <a:pt x="600075" y="209550"/>
                </a:lnTo>
                <a:lnTo>
                  <a:pt x="590550" y="209550"/>
                </a:lnTo>
                <a:close/>
                <a:moveTo>
                  <a:pt x="209550" y="209550"/>
                </a:moveTo>
                <a:lnTo>
                  <a:pt x="219075" y="209550"/>
                </a:lnTo>
                <a:lnTo>
                  <a:pt x="219075" y="219075"/>
                </a:lnTo>
                <a:lnTo>
                  <a:pt x="209550" y="219075"/>
                </a:lnTo>
                <a:close/>
                <a:moveTo>
                  <a:pt x="180975" y="238125"/>
                </a:moveTo>
                <a:lnTo>
                  <a:pt x="190500" y="238125"/>
                </a:lnTo>
                <a:lnTo>
                  <a:pt x="190500" y="247650"/>
                </a:lnTo>
                <a:lnTo>
                  <a:pt x="180975" y="247650"/>
                </a:lnTo>
                <a:close/>
                <a:moveTo>
                  <a:pt x="619125" y="238125"/>
                </a:moveTo>
                <a:lnTo>
                  <a:pt x="628650" y="238125"/>
                </a:lnTo>
                <a:lnTo>
                  <a:pt x="628650" y="247650"/>
                </a:lnTo>
                <a:lnTo>
                  <a:pt x="619125" y="247650"/>
                </a:lnTo>
                <a:close/>
                <a:moveTo>
                  <a:pt x="219075" y="247650"/>
                </a:moveTo>
                <a:lnTo>
                  <a:pt x="228600" y="247650"/>
                </a:lnTo>
                <a:lnTo>
                  <a:pt x="228600" y="257175"/>
                </a:lnTo>
                <a:lnTo>
                  <a:pt x="219075" y="257175"/>
                </a:lnTo>
                <a:close/>
                <a:moveTo>
                  <a:pt x="228600" y="276225"/>
                </a:moveTo>
                <a:lnTo>
                  <a:pt x="238125" y="276225"/>
                </a:lnTo>
                <a:lnTo>
                  <a:pt x="238125" y="285750"/>
                </a:lnTo>
                <a:lnTo>
                  <a:pt x="228600" y="285750"/>
                </a:lnTo>
                <a:close/>
                <a:moveTo>
                  <a:pt x="609600" y="276225"/>
                </a:moveTo>
                <a:lnTo>
                  <a:pt x="619125" y="276225"/>
                </a:lnTo>
                <a:lnTo>
                  <a:pt x="619125" y="285750"/>
                </a:lnTo>
                <a:lnTo>
                  <a:pt x="609600" y="285750"/>
                </a:lnTo>
                <a:close/>
                <a:moveTo>
                  <a:pt x="200025" y="304800"/>
                </a:moveTo>
                <a:lnTo>
                  <a:pt x="209550" y="304800"/>
                </a:lnTo>
                <a:lnTo>
                  <a:pt x="209550" y="314325"/>
                </a:lnTo>
                <a:lnTo>
                  <a:pt x="200025" y="314325"/>
                </a:lnTo>
                <a:close/>
                <a:moveTo>
                  <a:pt x="238125" y="304800"/>
                </a:moveTo>
                <a:lnTo>
                  <a:pt x="247650" y="304800"/>
                </a:lnTo>
                <a:lnTo>
                  <a:pt x="247650" y="323850"/>
                </a:lnTo>
                <a:lnTo>
                  <a:pt x="238125" y="323850"/>
                </a:lnTo>
                <a:close/>
                <a:moveTo>
                  <a:pt x="561975" y="304800"/>
                </a:moveTo>
                <a:lnTo>
                  <a:pt x="571500" y="304800"/>
                </a:lnTo>
                <a:lnTo>
                  <a:pt x="571500" y="314325"/>
                </a:lnTo>
                <a:lnTo>
                  <a:pt x="561975" y="314325"/>
                </a:lnTo>
                <a:close/>
                <a:moveTo>
                  <a:pt x="552450" y="314325"/>
                </a:moveTo>
                <a:lnTo>
                  <a:pt x="561975" y="314325"/>
                </a:lnTo>
                <a:lnTo>
                  <a:pt x="561975" y="323850"/>
                </a:lnTo>
                <a:lnTo>
                  <a:pt x="552450" y="323850"/>
                </a:lnTo>
                <a:close/>
                <a:moveTo>
                  <a:pt x="600075" y="314325"/>
                </a:moveTo>
                <a:lnTo>
                  <a:pt x="609600" y="314325"/>
                </a:lnTo>
                <a:lnTo>
                  <a:pt x="609600" y="323850"/>
                </a:lnTo>
                <a:lnTo>
                  <a:pt x="600075" y="323850"/>
                </a:lnTo>
                <a:close/>
                <a:moveTo>
                  <a:pt x="247650" y="333375"/>
                </a:moveTo>
                <a:lnTo>
                  <a:pt x="257175" y="333375"/>
                </a:lnTo>
                <a:lnTo>
                  <a:pt x="257175" y="352425"/>
                </a:lnTo>
                <a:lnTo>
                  <a:pt x="247650" y="352425"/>
                </a:lnTo>
                <a:close/>
                <a:moveTo>
                  <a:pt x="438150" y="333375"/>
                </a:moveTo>
                <a:lnTo>
                  <a:pt x="466725" y="333375"/>
                </a:lnTo>
                <a:lnTo>
                  <a:pt x="466725" y="342900"/>
                </a:lnTo>
                <a:lnTo>
                  <a:pt x="438150" y="342900"/>
                </a:lnTo>
                <a:close/>
                <a:moveTo>
                  <a:pt x="371475" y="342900"/>
                </a:moveTo>
                <a:lnTo>
                  <a:pt x="400050" y="342900"/>
                </a:lnTo>
                <a:lnTo>
                  <a:pt x="400050" y="352425"/>
                </a:lnTo>
                <a:lnTo>
                  <a:pt x="371475" y="352425"/>
                </a:lnTo>
                <a:close/>
                <a:moveTo>
                  <a:pt x="590550" y="342900"/>
                </a:moveTo>
                <a:lnTo>
                  <a:pt x="600075" y="342900"/>
                </a:lnTo>
                <a:lnTo>
                  <a:pt x="600075" y="352425"/>
                </a:lnTo>
                <a:lnTo>
                  <a:pt x="590550" y="352425"/>
                </a:lnTo>
                <a:close/>
                <a:moveTo>
                  <a:pt x="257175" y="352425"/>
                </a:moveTo>
                <a:lnTo>
                  <a:pt x="266700" y="352425"/>
                </a:lnTo>
                <a:lnTo>
                  <a:pt x="266700" y="361950"/>
                </a:lnTo>
                <a:lnTo>
                  <a:pt x="257175" y="361950"/>
                </a:lnTo>
                <a:close/>
                <a:moveTo>
                  <a:pt x="304800" y="352425"/>
                </a:moveTo>
                <a:lnTo>
                  <a:pt x="323850" y="352425"/>
                </a:lnTo>
                <a:lnTo>
                  <a:pt x="323850" y="361950"/>
                </a:lnTo>
                <a:lnTo>
                  <a:pt x="304800" y="361950"/>
                </a:lnTo>
                <a:close/>
                <a:moveTo>
                  <a:pt x="581025" y="352425"/>
                </a:moveTo>
                <a:lnTo>
                  <a:pt x="590550" y="352425"/>
                </a:lnTo>
                <a:lnTo>
                  <a:pt x="590550" y="361950"/>
                </a:lnTo>
                <a:lnTo>
                  <a:pt x="581025" y="361950"/>
                </a:lnTo>
                <a:close/>
                <a:moveTo>
                  <a:pt x="514350" y="361950"/>
                </a:moveTo>
                <a:lnTo>
                  <a:pt x="523875" y="361950"/>
                </a:lnTo>
                <a:lnTo>
                  <a:pt x="523875" y="371475"/>
                </a:lnTo>
                <a:lnTo>
                  <a:pt x="514350" y="371475"/>
                </a:lnTo>
                <a:close/>
                <a:moveTo>
                  <a:pt x="438150" y="371475"/>
                </a:moveTo>
                <a:lnTo>
                  <a:pt x="447675" y="371475"/>
                </a:lnTo>
                <a:lnTo>
                  <a:pt x="447675" y="381000"/>
                </a:lnTo>
                <a:lnTo>
                  <a:pt x="438150" y="381000"/>
                </a:lnTo>
                <a:close/>
                <a:moveTo>
                  <a:pt x="352425" y="381000"/>
                </a:moveTo>
                <a:lnTo>
                  <a:pt x="371475" y="381000"/>
                </a:lnTo>
                <a:lnTo>
                  <a:pt x="371475" y="390525"/>
                </a:lnTo>
                <a:lnTo>
                  <a:pt x="352425" y="390525"/>
                </a:lnTo>
                <a:close/>
                <a:moveTo>
                  <a:pt x="266700" y="390525"/>
                </a:moveTo>
                <a:lnTo>
                  <a:pt x="285750" y="390525"/>
                </a:lnTo>
                <a:lnTo>
                  <a:pt x="285750" y="400050"/>
                </a:lnTo>
                <a:lnTo>
                  <a:pt x="266700" y="400050"/>
                </a:lnTo>
                <a:close/>
                <a:moveTo>
                  <a:pt x="180975" y="409575"/>
                </a:moveTo>
                <a:lnTo>
                  <a:pt x="190500" y="409575"/>
                </a:lnTo>
                <a:lnTo>
                  <a:pt x="190500" y="438150"/>
                </a:lnTo>
                <a:lnTo>
                  <a:pt x="180975" y="438150"/>
                </a:lnTo>
                <a:close/>
                <a:moveTo>
                  <a:pt x="238125" y="438150"/>
                </a:moveTo>
                <a:lnTo>
                  <a:pt x="400050" y="438150"/>
                </a:lnTo>
                <a:lnTo>
                  <a:pt x="400050" y="447675"/>
                </a:lnTo>
                <a:lnTo>
                  <a:pt x="238125" y="447675"/>
                </a:lnTo>
                <a:close/>
                <a:moveTo>
                  <a:pt x="466725" y="438150"/>
                </a:moveTo>
                <a:lnTo>
                  <a:pt x="552450" y="438150"/>
                </a:lnTo>
                <a:lnTo>
                  <a:pt x="552450" y="447675"/>
                </a:lnTo>
                <a:lnTo>
                  <a:pt x="466725" y="447675"/>
                </a:lnTo>
                <a:close/>
                <a:moveTo>
                  <a:pt x="190500" y="447675"/>
                </a:moveTo>
                <a:lnTo>
                  <a:pt x="200025" y="447675"/>
                </a:lnTo>
                <a:lnTo>
                  <a:pt x="200025" y="457200"/>
                </a:lnTo>
                <a:lnTo>
                  <a:pt x="190500" y="457200"/>
                </a:lnTo>
                <a:close/>
                <a:moveTo>
                  <a:pt x="581025" y="447675"/>
                </a:moveTo>
                <a:lnTo>
                  <a:pt x="590550" y="447675"/>
                </a:lnTo>
                <a:lnTo>
                  <a:pt x="590550" y="457200"/>
                </a:lnTo>
                <a:lnTo>
                  <a:pt x="581025" y="457200"/>
                </a:lnTo>
                <a:close/>
                <a:moveTo>
                  <a:pt x="200025" y="457200"/>
                </a:moveTo>
                <a:lnTo>
                  <a:pt x="209550" y="457200"/>
                </a:lnTo>
                <a:lnTo>
                  <a:pt x="209550" y="466725"/>
                </a:lnTo>
                <a:lnTo>
                  <a:pt x="200025" y="466725"/>
                </a:lnTo>
                <a:close/>
                <a:moveTo>
                  <a:pt x="219075" y="466725"/>
                </a:moveTo>
                <a:lnTo>
                  <a:pt x="228600" y="466725"/>
                </a:lnTo>
                <a:lnTo>
                  <a:pt x="228600" y="476250"/>
                </a:lnTo>
                <a:lnTo>
                  <a:pt x="219075" y="476250"/>
                </a:lnTo>
                <a:close/>
                <a:moveTo>
                  <a:pt x="581025" y="466725"/>
                </a:moveTo>
                <a:lnTo>
                  <a:pt x="590550" y="466725"/>
                </a:lnTo>
                <a:lnTo>
                  <a:pt x="590550" y="476250"/>
                </a:lnTo>
                <a:lnTo>
                  <a:pt x="581025" y="476250"/>
                </a:lnTo>
                <a:close/>
                <a:moveTo>
                  <a:pt x="247650" y="495300"/>
                </a:moveTo>
                <a:lnTo>
                  <a:pt x="257175" y="495300"/>
                </a:lnTo>
                <a:lnTo>
                  <a:pt x="257175" y="504825"/>
                </a:lnTo>
                <a:lnTo>
                  <a:pt x="247650" y="504825"/>
                </a:lnTo>
                <a:close/>
                <a:moveTo>
                  <a:pt x="276225" y="495300"/>
                </a:moveTo>
                <a:lnTo>
                  <a:pt x="285750" y="495300"/>
                </a:lnTo>
                <a:lnTo>
                  <a:pt x="285750" y="504825"/>
                </a:lnTo>
                <a:lnTo>
                  <a:pt x="276225" y="504825"/>
                </a:lnTo>
                <a:close/>
                <a:moveTo>
                  <a:pt x="533400" y="495300"/>
                </a:moveTo>
                <a:lnTo>
                  <a:pt x="542925" y="495300"/>
                </a:lnTo>
                <a:lnTo>
                  <a:pt x="542925" y="504825"/>
                </a:lnTo>
                <a:lnTo>
                  <a:pt x="533400" y="504825"/>
                </a:lnTo>
                <a:close/>
                <a:moveTo>
                  <a:pt x="295275" y="504825"/>
                </a:moveTo>
                <a:lnTo>
                  <a:pt x="304800" y="504825"/>
                </a:lnTo>
                <a:lnTo>
                  <a:pt x="304800" y="514350"/>
                </a:lnTo>
                <a:lnTo>
                  <a:pt x="295275" y="514350"/>
                </a:lnTo>
                <a:close/>
                <a:moveTo>
                  <a:pt x="552450" y="504825"/>
                </a:moveTo>
                <a:lnTo>
                  <a:pt x="561975" y="504825"/>
                </a:lnTo>
                <a:lnTo>
                  <a:pt x="561975" y="514350"/>
                </a:lnTo>
                <a:lnTo>
                  <a:pt x="552450" y="514350"/>
                </a:lnTo>
                <a:close/>
                <a:moveTo>
                  <a:pt x="304800" y="514350"/>
                </a:moveTo>
                <a:lnTo>
                  <a:pt x="314325" y="514350"/>
                </a:lnTo>
                <a:lnTo>
                  <a:pt x="314325" y="523875"/>
                </a:lnTo>
                <a:lnTo>
                  <a:pt x="304800" y="523875"/>
                </a:lnTo>
                <a:close/>
                <a:moveTo>
                  <a:pt x="561975" y="514350"/>
                </a:moveTo>
                <a:lnTo>
                  <a:pt x="571500" y="514350"/>
                </a:lnTo>
                <a:lnTo>
                  <a:pt x="571500" y="523875"/>
                </a:lnTo>
                <a:lnTo>
                  <a:pt x="561975" y="523875"/>
                </a:lnTo>
                <a:close/>
                <a:moveTo>
                  <a:pt x="314325" y="533400"/>
                </a:moveTo>
                <a:lnTo>
                  <a:pt x="323850" y="533400"/>
                </a:lnTo>
                <a:lnTo>
                  <a:pt x="323850" y="561975"/>
                </a:lnTo>
                <a:lnTo>
                  <a:pt x="314325" y="561975"/>
                </a:lnTo>
                <a:close/>
                <a:moveTo>
                  <a:pt x="571500" y="561975"/>
                </a:moveTo>
                <a:lnTo>
                  <a:pt x="581025" y="561975"/>
                </a:lnTo>
                <a:lnTo>
                  <a:pt x="581025" y="571500"/>
                </a:lnTo>
                <a:lnTo>
                  <a:pt x="571500" y="571500"/>
                </a:lnTo>
                <a:close/>
                <a:moveTo>
                  <a:pt x="542925" y="590550"/>
                </a:moveTo>
                <a:lnTo>
                  <a:pt x="552450" y="590550"/>
                </a:lnTo>
                <a:lnTo>
                  <a:pt x="552450" y="600075"/>
                </a:lnTo>
                <a:lnTo>
                  <a:pt x="542925" y="600075"/>
                </a:lnTo>
                <a:close/>
              </a:path>
            </a:pathLst>
          </a:custGeom>
          <a:solidFill xmlns:a="http://schemas.openxmlformats.org/drawingml/2006/main">
            <a:srgbClr val="C3B8BF"/>
          </a:solidFill>
          <a:ln xmlns:a="http://schemas.openxmlformats.org/drawingml/2006/main" w="0">
            <a:noFill/>
          </a:ln>
        </p:spPr>
      </p:sp>
      <p:sp>
        <p:nvSpPr>
          <p:cNvPr id="46" name="cart vector #f39e76">
            <a:extLst xmlns:a="http://schemas.openxmlformats.org/drawingml/2006/main">
              <a:ext uri="{FF2B5EF4-FFF2-40B4-BE49-F238E27FC236}">
                <a16:creationId xmlns:a16="http://schemas.microsoft.com/office/drawing/2014/main" id="{5D460A90-BD11-4313-82B1-D0A20E1CA61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57250" y="2524125"/>
            <a:ext cx="704850" cy="704850"/>
          </a:xfrm>
          <a:custGeom xmlns:a="http://schemas.openxmlformats.org/drawingml/2006/main">
            <a:pathLst>
              <a:path w="695325" h="657225">
                <a:moveTo>
                  <a:pt x="466725" y="171450"/>
                </a:moveTo>
                <a:lnTo>
                  <a:pt x="514350" y="171450"/>
                </a:lnTo>
                <a:lnTo>
                  <a:pt x="514350" y="180975"/>
                </a:lnTo>
                <a:lnTo>
                  <a:pt x="523875" y="180975"/>
                </a:lnTo>
                <a:lnTo>
                  <a:pt x="523875" y="209550"/>
                </a:lnTo>
                <a:lnTo>
                  <a:pt x="533400" y="209550"/>
                </a:lnTo>
                <a:lnTo>
                  <a:pt x="533400" y="323850"/>
                </a:lnTo>
                <a:lnTo>
                  <a:pt x="514350" y="323850"/>
                </a:lnTo>
                <a:lnTo>
                  <a:pt x="514350" y="314325"/>
                </a:lnTo>
                <a:lnTo>
                  <a:pt x="495300" y="314325"/>
                </a:lnTo>
                <a:lnTo>
                  <a:pt x="495300" y="304800"/>
                </a:lnTo>
                <a:lnTo>
                  <a:pt x="485775" y="304800"/>
                </a:lnTo>
                <a:lnTo>
                  <a:pt x="485775" y="276225"/>
                </a:lnTo>
                <a:lnTo>
                  <a:pt x="476250" y="276225"/>
                </a:lnTo>
                <a:lnTo>
                  <a:pt x="476250" y="247650"/>
                </a:lnTo>
                <a:lnTo>
                  <a:pt x="466725" y="247650"/>
                </a:lnTo>
                <a:close/>
                <a:moveTo>
                  <a:pt x="419100" y="276225"/>
                </a:moveTo>
                <a:lnTo>
                  <a:pt x="438150" y="276225"/>
                </a:lnTo>
                <a:lnTo>
                  <a:pt x="438150" y="285750"/>
                </a:lnTo>
                <a:lnTo>
                  <a:pt x="419100" y="285750"/>
                </a:lnTo>
                <a:close/>
              </a:path>
            </a:pathLst>
          </a:custGeom>
          <a:solidFill xmlns:a="http://schemas.openxmlformats.org/drawingml/2006/main">
            <a:srgbClr val="F39E76"/>
          </a:solidFill>
          <a:ln xmlns:a="http://schemas.openxmlformats.org/drawingml/2006/main" w="0">
            <a:noFill/>
          </a:ln>
        </p:spPr>
      </p:sp>
      <p:sp>
        <p:nvSpPr>
          <p:cNvPr id="47" name="cart vector #b69ca0">
            <a:extLst xmlns:a="http://schemas.openxmlformats.org/drawingml/2006/main">
              <a:ext uri="{FF2B5EF4-FFF2-40B4-BE49-F238E27FC236}">
                <a16:creationId xmlns:a16="http://schemas.microsoft.com/office/drawing/2014/main" id="{564F0C4C-5C02-4AF7-9D44-78C1DE20E7B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57250" y="2524125"/>
            <a:ext cx="704850" cy="704850"/>
          </a:xfrm>
          <a:custGeom xmlns:a="http://schemas.openxmlformats.org/drawingml/2006/main">
            <a:pathLst>
              <a:path w="695325" h="657225">
                <a:moveTo>
                  <a:pt x="171450" y="85725"/>
                </a:moveTo>
                <a:lnTo>
                  <a:pt x="180975" y="85725"/>
                </a:lnTo>
                <a:lnTo>
                  <a:pt x="180975" y="95250"/>
                </a:lnTo>
                <a:lnTo>
                  <a:pt x="171450" y="95250"/>
                </a:lnTo>
                <a:close/>
                <a:moveTo>
                  <a:pt x="142875" y="95250"/>
                </a:moveTo>
                <a:lnTo>
                  <a:pt x="152400" y="95250"/>
                </a:lnTo>
                <a:lnTo>
                  <a:pt x="152400" y="104775"/>
                </a:lnTo>
                <a:lnTo>
                  <a:pt x="142875" y="104775"/>
                </a:lnTo>
                <a:close/>
                <a:moveTo>
                  <a:pt x="381000" y="152400"/>
                </a:moveTo>
                <a:lnTo>
                  <a:pt x="409575" y="152400"/>
                </a:lnTo>
                <a:lnTo>
                  <a:pt x="409575" y="161925"/>
                </a:lnTo>
                <a:lnTo>
                  <a:pt x="381000" y="161925"/>
                </a:lnTo>
                <a:close/>
                <a:moveTo>
                  <a:pt x="428625" y="152400"/>
                </a:moveTo>
                <a:lnTo>
                  <a:pt x="581025" y="152400"/>
                </a:lnTo>
                <a:lnTo>
                  <a:pt x="581025" y="161925"/>
                </a:lnTo>
                <a:lnTo>
                  <a:pt x="514350" y="161925"/>
                </a:lnTo>
                <a:lnTo>
                  <a:pt x="514350" y="171450"/>
                </a:lnTo>
                <a:lnTo>
                  <a:pt x="495300" y="171450"/>
                </a:lnTo>
                <a:lnTo>
                  <a:pt x="495300" y="161925"/>
                </a:lnTo>
                <a:lnTo>
                  <a:pt x="428625" y="161925"/>
                </a:lnTo>
                <a:close/>
                <a:moveTo>
                  <a:pt x="161925" y="161925"/>
                </a:moveTo>
                <a:lnTo>
                  <a:pt x="171450" y="161925"/>
                </a:lnTo>
                <a:lnTo>
                  <a:pt x="171450" y="171450"/>
                </a:lnTo>
                <a:lnTo>
                  <a:pt x="161925" y="171450"/>
                </a:lnTo>
                <a:close/>
                <a:moveTo>
                  <a:pt x="600075" y="171450"/>
                </a:moveTo>
                <a:lnTo>
                  <a:pt x="609600" y="171450"/>
                </a:lnTo>
                <a:lnTo>
                  <a:pt x="609600" y="180975"/>
                </a:lnTo>
                <a:lnTo>
                  <a:pt x="600075" y="180975"/>
                </a:lnTo>
                <a:close/>
                <a:moveTo>
                  <a:pt x="200025" y="190500"/>
                </a:moveTo>
                <a:lnTo>
                  <a:pt x="209550" y="190500"/>
                </a:lnTo>
                <a:lnTo>
                  <a:pt x="209550" y="200025"/>
                </a:lnTo>
                <a:lnTo>
                  <a:pt x="200025" y="200025"/>
                </a:lnTo>
                <a:close/>
                <a:moveTo>
                  <a:pt x="628650" y="190500"/>
                </a:moveTo>
                <a:lnTo>
                  <a:pt x="638175" y="190500"/>
                </a:lnTo>
                <a:lnTo>
                  <a:pt x="638175" y="200025"/>
                </a:lnTo>
                <a:lnTo>
                  <a:pt x="628650" y="200025"/>
                </a:lnTo>
                <a:close/>
                <a:moveTo>
                  <a:pt x="590550" y="209550"/>
                </a:moveTo>
                <a:lnTo>
                  <a:pt x="600075" y="209550"/>
                </a:lnTo>
                <a:lnTo>
                  <a:pt x="600075" y="219075"/>
                </a:lnTo>
                <a:lnTo>
                  <a:pt x="590550" y="219075"/>
                </a:lnTo>
                <a:close/>
                <a:moveTo>
                  <a:pt x="209550" y="219075"/>
                </a:moveTo>
                <a:lnTo>
                  <a:pt x="219075" y="219075"/>
                </a:lnTo>
                <a:lnTo>
                  <a:pt x="219075" y="228600"/>
                </a:lnTo>
                <a:lnTo>
                  <a:pt x="209550" y="228600"/>
                </a:lnTo>
                <a:close/>
                <a:moveTo>
                  <a:pt x="619125" y="228600"/>
                </a:moveTo>
                <a:lnTo>
                  <a:pt x="628650" y="228600"/>
                </a:lnTo>
                <a:lnTo>
                  <a:pt x="628650" y="238125"/>
                </a:lnTo>
                <a:lnTo>
                  <a:pt x="619125" y="238125"/>
                </a:lnTo>
                <a:close/>
                <a:moveTo>
                  <a:pt x="581025" y="238125"/>
                </a:moveTo>
                <a:lnTo>
                  <a:pt x="590550" y="238125"/>
                </a:lnTo>
                <a:lnTo>
                  <a:pt x="590550" y="257175"/>
                </a:lnTo>
                <a:lnTo>
                  <a:pt x="581025" y="257175"/>
                </a:lnTo>
                <a:close/>
                <a:moveTo>
                  <a:pt x="219075" y="257175"/>
                </a:moveTo>
                <a:lnTo>
                  <a:pt x="228600" y="257175"/>
                </a:lnTo>
                <a:lnTo>
                  <a:pt x="228600" y="266700"/>
                </a:lnTo>
                <a:lnTo>
                  <a:pt x="219075" y="266700"/>
                </a:lnTo>
                <a:close/>
                <a:moveTo>
                  <a:pt x="190500" y="266700"/>
                </a:moveTo>
                <a:lnTo>
                  <a:pt x="200025" y="266700"/>
                </a:lnTo>
                <a:lnTo>
                  <a:pt x="200025" y="276225"/>
                </a:lnTo>
                <a:lnTo>
                  <a:pt x="190500" y="276225"/>
                </a:lnTo>
                <a:close/>
                <a:moveTo>
                  <a:pt x="571500" y="276225"/>
                </a:moveTo>
                <a:lnTo>
                  <a:pt x="581025" y="276225"/>
                </a:lnTo>
                <a:lnTo>
                  <a:pt x="581025" y="295275"/>
                </a:lnTo>
                <a:lnTo>
                  <a:pt x="571500" y="295275"/>
                </a:lnTo>
                <a:close/>
                <a:moveTo>
                  <a:pt x="228600" y="285750"/>
                </a:moveTo>
                <a:lnTo>
                  <a:pt x="238125" y="285750"/>
                </a:lnTo>
                <a:lnTo>
                  <a:pt x="238125" y="295275"/>
                </a:lnTo>
                <a:lnTo>
                  <a:pt x="228600" y="295275"/>
                </a:lnTo>
                <a:close/>
                <a:moveTo>
                  <a:pt x="238125" y="323850"/>
                </a:moveTo>
                <a:lnTo>
                  <a:pt x="247650" y="323850"/>
                </a:lnTo>
                <a:lnTo>
                  <a:pt x="247650" y="333375"/>
                </a:lnTo>
                <a:lnTo>
                  <a:pt x="238125" y="333375"/>
                </a:lnTo>
                <a:close/>
                <a:moveTo>
                  <a:pt x="504825" y="323850"/>
                </a:moveTo>
                <a:lnTo>
                  <a:pt x="552450" y="323850"/>
                </a:lnTo>
                <a:lnTo>
                  <a:pt x="552450" y="333375"/>
                </a:lnTo>
                <a:lnTo>
                  <a:pt x="504825" y="333375"/>
                </a:lnTo>
                <a:close/>
                <a:moveTo>
                  <a:pt x="209550" y="333375"/>
                </a:moveTo>
                <a:lnTo>
                  <a:pt x="219075" y="333375"/>
                </a:lnTo>
                <a:lnTo>
                  <a:pt x="219075" y="342900"/>
                </a:lnTo>
                <a:lnTo>
                  <a:pt x="209550" y="342900"/>
                </a:lnTo>
                <a:close/>
                <a:moveTo>
                  <a:pt x="466725" y="333375"/>
                </a:moveTo>
                <a:lnTo>
                  <a:pt x="485775" y="333375"/>
                </a:lnTo>
                <a:lnTo>
                  <a:pt x="485775" y="342900"/>
                </a:lnTo>
                <a:lnTo>
                  <a:pt x="466725" y="342900"/>
                </a:lnTo>
                <a:close/>
                <a:moveTo>
                  <a:pt x="400050" y="342900"/>
                </a:moveTo>
                <a:lnTo>
                  <a:pt x="409575" y="342900"/>
                </a:lnTo>
                <a:lnTo>
                  <a:pt x="409575" y="352425"/>
                </a:lnTo>
                <a:lnTo>
                  <a:pt x="400050" y="352425"/>
                </a:lnTo>
                <a:close/>
                <a:moveTo>
                  <a:pt x="323850" y="352425"/>
                </a:moveTo>
                <a:lnTo>
                  <a:pt x="342900" y="352425"/>
                </a:lnTo>
                <a:lnTo>
                  <a:pt x="342900" y="361950"/>
                </a:lnTo>
                <a:lnTo>
                  <a:pt x="323850" y="361950"/>
                </a:lnTo>
                <a:close/>
                <a:moveTo>
                  <a:pt x="571500" y="352425"/>
                </a:moveTo>
                <a:lnTo>
                  <a:pt x="581025" y="352425"/>
                </a:lnTo>
                <a:lnTo>
                  <a:pt x="581025" y="361950"/>
                </a:lnTo>
                <a:lnTo>
                  <a:pt x="571500" y="361950"/>
                </a:lnTo>
                <a:close/>
                <a:moveTo>
                  <a:pt x="504825" y="361950"/>
                </a:moveTo>
                <a:lnTo>
                  <a:pt x="514350" y="361950"/>
                </a:lnTo>
                <a:lnTo>
                  <a:pt x="514350" y="371475"/>
                </a:lnTo>
                <a:lnTo>
                  <a:pt x="504825" y="371475"/>
                </a:lnTo>
                <a:close/>
                <a:moveTo>
                  <a:pt x="428625" y="371475"/>
                </a:moveTo>
                <a:lnTo>
                  <a:pt x="438150" y="371475"/>
                </a:lnTo>
                <a:lnTo>
                  <a:pt x="438150" y="381000"/>
                </a:lnTo>
                <a:lnTo>
                  <a:pt x="428625" y="381000"/>
                </a:lnTo>
                <a:close/>
                <a:moveTo>
                  <a:pt x="342900" y="381000"/>
                </a:moveTo>
                <a:lnTo>
                  <a:pt x="352425" y="381000"/>
                </a:lnTo>
                <a:lnTo>
                  <a:pt x="352425" y="390525"/>
                </a:lnTo>
                <a:lnTo>
                  <a:pt x="342900" y="390525"/>
                </a:lnTo>
                <a:close/>
                <a:moveTo>
                  <a:pt x="257175" y="390525"/>
                </a:moveTo>
                <a:lnTo>
                  <a:pt x="266700" y="390525"/>
                </a:lnTo>
                <a:lnTo>
                  <a:pt x="266700" y="400050"/>
                </a:lnTo>
                <a:lnTo>
                  <a:pt x="257175" y="400050"/>
                </a:lnTo>
                <a:close/>
                <a:moveTo>
                  <a:pt x="219075" y="428625"/>
                </a:moveTo>
                <a:lnTo>
                  <a:pt x="228600" y="428625"/>
                </a:lnTo>
                <a:lnTo>
                  <a:pt x="228600" y="438150"/>
                </a:lnTo>
                <a:lnTo>
                  <a:pt x="219075" y="438150"/>
                </a:lnTo>
                <a:close/>
                <a:moveTo>
                  <a:pt x="228600" y="438150"/>
                </a:moveTo>
                <a:lnTo>
                  <a:pt x="238125" y="438150"/>
                </a:lnTo>
                <a:lnTo>
                  <a:pt x="238125" y="447675"/>
                </a:lnTo>
                <a:lnTo>
                  <a:pt x="228600" y="447675"/>
                </a:lnTo>
                <a:close/>
                <a:moveTo>
                  <a:pt x="257175" y="495300"/>
                </a:moveTo>
                <a:lnTo>
                  <a:pt x="276225" y="495300"/>
                </a:lnTo>
                <a:lnTo>
                  <a:pt x="276225" y="504825"/>
                </a:lnTo>
                <a:lnTo>
                  <a:pt x="257175" y="504825"/>
                </a:lnTo>
                <a:close/>
                <a:moveTo>
                  <a:pt x="514350" y="495300"/>
                </a:moveTo>
                <a:lnTo>
                  <a:pt x="533400" y="495300"/>
                </a:lnTo>
                <a:lnTo>
                  <a:pt x="533400" y="504825"/>
                </a:lnTo>
                <a:lnTo>
                  <a:pt x="514350" y="504825"/>
                </a:lnTo>
                <a:close/>
                <a:moveTo>
                  <a:pt x="257175" y="533400"/>
                </a:moveTo>
                <a:lnTo>
                  <a:pt x="276225" y="533400"/>
                </a:lnTo>
                <a:lnTo>
                  <a:pt x="276225" y="542925"/>
                </a:lnTo>
                <a:lnTo>
                  <a:pt x="285750" y="542925"/>
                </a:lnTo>
                <a:lnTo>
                  <a:pt x="285750" y="552450"/>
                </a:lnTo>
                <a:lnTo>
                  <a:pt x="276225" y="552450"/>
                </a:lnTo>
                <a:lnTo>
                  <a:pt x="276225" y="561975"/>
                </a:lnTo>
                <a:lnTo>
                  <a:pt x="257175" y="561975"/>
                </a:lnTo>
                <a:close/>
                <a:moveTo>
                  <a:pt x="514350" y="533400"/>
                </a:moveTo>
                <a:lnTo>
                  <a:pt x="533400" y="533400"/>
                </a:lnTo>
                <a:lnTo>
                  <a:pt x="533400" y="542925"/>
                </a:lnTo>
                <a:lnTo>
                  <a:pt x="542925" y="542925"/>
                </a:lnTo>
                <a:lnTo>
                  <a:pt x="542925" y="561975"/>
                </a:lnTo>
                <a:lnTo>
                  <a:pt x="514350" y="561975"/>
                </a:lnTo>
                <a:close/>
                <a:moveTo>
                  <a:pt x="571500" y="533400"/>
                </a:moveTo>
                <a:lnTo>
                  <a:pt x="581025" y="533400"/>
                </a:lnTo>
                <a:lnTo>
                  <a:pt x="581025" y="561975"/>
                </a:lnTo>
                <a:lnTo>
                  <a:pt x="571500" y="561975"/>
                </a:lnTo>
                <a:close/>
                <a:moveTo>
                  <a:pt x="304800" y="571500"/>
                </a:moveTo>
                <a:lnTo>
                  <a:pt x="314325" y="571500"/>
                </a:lnTo>
                <a:lnTo>
                  <a:pt x="314325" y="581025"/>
                </a:lnTo>
                <a:lnTo>
                  <a:pt x="304800" y="581025"/>
                </a:lnTo>
                <a:close/>
                <a:moveTo>
                  <a:pt x="295275" y="581025"/>
                </a:moveTo>
                <a:lnTo>
                  <a:pt x="304800" y="581025"/>
                </a:lnTo>
                <a:lnTo>
                  <a:pt x="304800" y="590550"/>
                </a:lnTo>
                <a:lnTo>
                  <a:pt x="295275" y="590550"/>
                </a:lnTo>
                <a:close/>
                <a:moveTo>
                  <a:pt x="247650" y="590550"/>
                </a:moveTo>
                <a:lnTo>
                  <a:pt x="257175" y="590550"/>
                </a:lnTo>
                <a:lnTo>
                  <a:pt x="257175" y="600075"/>
                </a:lnTo>
                <a:lnTo>
                  <a:pt x="247650" y="600075"/>
                </a:lnTo>
                <a:close/>
                <a:moveTo>
                  <a:pt x="276225" y="590550"/>
                </a:moveTo>
                <a:lnTo>
                  <a:pt x="285750" y="590550"/>
                </a:lnTo>
                <a:lnTo>
                  <a:pt x="285750" y="600075"/>
                </a:lnTo>
                <a:lnTo>
                  <a:pt x="276225" y="600075"/>
                </a:lnTo>
                <a:close/>
                <a:moveTo>
                  <a:pt x="504825" y="590550"/>
                </a:moveTo>
                <a:lnTo>
                  <a:pt x="514350" y="590550"/>
                </a:lnTo>
                <a:lnTo>
                  <a:pt x="514350" y="600075"/>
                </a:lnTo>
                <a:lnTo>
                  <a:pt x="504825" y="600075"/>
                </a:lnTo>
                <a:close/>
              </a:path>
            </a:pathLst>
          </a:custGeom>
          <a:solidFill xmlns:a="http://schemas.openxmlformats.org/drawingml/2006/main">
            <a:srgbClr val="B69CA0"/>
          </a:solidFill>
          <a:ln xmlns:a="http://schemas.openxmlformats.org/drawingml/2006/main" w="0">
            <a:noFill/>
          </a:ln>
        </p:spPr>
      </p:sp>
      <p:sp>
        <p:nvSpPr>
          <p:cNvPr id="48" name="cart vector #61708e">
            <a:extLst xmlns:a="http://schemas.openxmlformats.org/drawingml/2006/main">
              <a:ext uri="{FF2B5EF4-FFF2-40B4-BE49-F238E27FC236}">
                <a16:creationId xmlns:a16="http://schemas.microsoft.com/office/drawing/2014/main" id="{4E7676BC-0A22-4899-9AC2-465DC40A781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57250" y="2524125"/>
            <a:ext cx="704850" cy="704850"/>
          </a:xfrm>
          <a:custGeom xmlns:a="http://schemas.openxmlformats.org/drawingml/2006/main">
            <a:pathLst>
              <a:path w="695325" h="657225">
                <a:moveTo>
                  <a:pt x="161925" y="57150"/>
                </a:moveTo>
                <a:lnTo>
                  <a:pt x="171450" y="57150"/>
                </a:lnTo>
                <a:lnTo>
                  <a:pt x="171450" y="66675"/>
                </a:lnTo>
                <a:lnTo>
                  <a:pt x="161925" y="66675"/>
                </a:lnTo>
                <a:close/>
                <a:moveTo>
                  <a:pt x="171450" y="95250"/>
                </a:moveTo>
                <a:lnTo>
                  <a:pt x="180975" y="95250"/>
                </a:lnTo>
                <a:lnTo>
                  <a:pt x="180975" y="104775"/>
                </a:lnTo>
                <a:lnTo>
                  <a:pt x="171450" y="104775"/>
                </a:lnTo>
                <a:close/>
                <a:moveTo>
                  <a:pt x="152400" y="123825"/>
                </a:moveTo>
                <a:lnTo>
                  <a:pt x="161925" y="123825"/>
                </a:lnTo>
                <a:lnTo>
                  <a:pt x="161925" y="133350"/>
                </a:lnTo>
                <a:lnTo>
                  <a:pt x="152400" y="133350"/>
                </a:lnTo>
                <a:close/>
                <a:moveTo>
                  <a:pt x="628650" y="123825"/>
                </a:moveTo>
                <a:lnTo>
                  <a:pt x="638175" y="123825"/>
                </a:lnTo>
                <a:lnTo>
                  <a:pt x="638175" y="133350"/>
                </a:lnTo>
                <a:lnTo>
                  <a:pt x="628650" y="133350"/>
                </a:lnTo>
                <a:close/>
                <a:moveTo>
                  <a:pt x="638175" y="133350"/>
                </a:moveTo>
                <a:lnTo>
                  <a:pt x="647700" y="133350"/>
                </a:lnTo>
                <a:lnTo>
                  <a:pt x="647700" y="161925"/>
                </a:lnTo>
                <a:lnTo>
                  <a:pt x="638175" y="161925"/>
                </a:lnTo>
                <a:close/>
                <a:moveTo>
                  <a:pt x="161925" y="152400"/>
                </a:moveTo>
                <a:lnTo>
                  <a:pt x="171450" y="152400"/>
                </a:lnTo>
                <a:lnTo>
                  <a:pt x="171450" y="161925"/>
                </a:lnTo>
                <a:lnTo>
                  <a:pt x="161925" y="161925"/>
                </a:lnTo>
                <a:close/>
                <a:moveTo>
                  <a:pt x="200025" y="152400"/>
                </a:moveTo>
                <a:lnTo>
                  <a:pt x="209550" y="152400"/>
                </a:lnTo>
                <a:lnTo>
                  <a:pt x="209550" y="161925"/>
                </a:lnTo>
                <a:lnTo>
                  <a:pt x="200025" y="161925"/>
                </a:lnTo>
                <a:close/>
                <a:moveTo>
                  <a:pt x="600075" y="152400"/>
                </a:moveTo>
                <a:lnTo>
                  <a:pt x="609600" y="152400"/>
                </a:lnTo>
                <a:lnTo>
                  <a:pt x="609600" y="161925"/>
                </a:lnTo>
                <a:lnTo>
                  <a:pt x="600075" y="161925"/>
                </a:lnTo>
                <a:close/>
                <a:moveTo>
                  <a:pt x="190500" y="161925"/>
                </a:moveTo>
                <a:lnTo>
                  <a:pt x="200025" y="161925"/>
                </a:lnTo>
                <a:lnTo>
                  <a:pt x="200025" y="171450"/>
                </a:lnTo>
                <a:lnTo>
                  <a:pt x="190500" y="171450"/>
                </a:lnTo>
                <a:close/>
                <a:moveTo>
                  <a:pt x="600075" y="180975"/>
                </a:moveTo>
                <a:lnTo>
                  <a:pt x="609600" y="180975"/>
                </a:lnTo>
                <a:lnTo>
                  <a:pt x="609600" y="200025"/>
                </a:lnTo>
                <a:lnTo>
                  <a:pt x="600075" y="200025"/>
                </a:lnTo>
                <a:close/>
                <a:moveTo>
                  <a:pt x="628650" y="180975"/>
                </a:moveTo>
                <a:lnTo>
                  <a:pt x="638175" y="180975"/>
                </a:lnTo>
                <a:lnTo>
                  <a:pt x="638175" y="190500"/>
                </a:lnTo>
                <a:lnTo>
                  <a:pt x="628650" y="190500"/>
                </a:lnTo>
                <a:close/>
                <a:moveTo>
                  <a:pt x="171450" y="190500"/>
                </a:moveTo>
                <a:lnTo>
                  <a:pt x="180975" y="190500"/>
                </a:lnTo>
                <a:lnTo>
                  <a:pt x="180975" y="200025"/>
                </a:lnTo>
                <a:lnTo>
                  <a:pt x="171450" y="200025"/>
                </a:lnTo>
                <a:close/>
                <a:moveTo>
                  <a:pt x="200025" y="200025"/>
                </a:moveTo>
                <a:lnTo>
                  <a:pt x="209550" y="200025"/>
                </a:lnTo>
                <a:lnTo>
                  <a:pt x="209550" y="209550"/>
                </a:lnTo>
                <a:lnTo>
                  <a:pt x="200025" y="209550"/>
                </a:lnTo>
                <a:close/>
                <a:moveTo>
                  <a:pt x="590550" y="219075"/>
                </a:moveTo>
                <a:lnTo>
                  <a:pt x="600075" y="219075"/>
                </a:lnTo>
                <a:lnTo>
                  <a:pt x="600075" y="228600"/>
                </a:lnTo>
                <a:lnTo>
                  <a:pt x="590550" y="228600"/>
                </a:lnTo>
                <a:close/>
                <a:moveTo>
                  <a:pt x="619125" y="219075"/>
                </a:moveTo>
                <a:lnTo>
                  <a:pt x="628650" y="219075"/>
                </a:lnTo>
                <a:lnTo>
                  <a:pt x="628650" y="228600"/>
                </a:lnTo>
                <a:lnTo>
                  <a:pt x="619125" y="228600"/>
                </a:lnTo>
                <a:close/>
                <a:moveTo>
                  <a:pt x="180975" y="228600"/>
                </a:moveTo>
                <a:lnTo>
                  <a:pt x="190500" y="228600"/>
                </a:lnTo>
                <a:lnTo>
                  <a:pt x="190500" y="238125"/>
                </a:lnTo>
                <a:lnTo>
                  <a:pt x="180975" y="238125"/>
                </a:lnTo>
                <a:close/>
                <a:moveTo>
                  <a:pt x="209550" y="228600"/>
                </a:moveTo>
                <a:lnTo>
                  <a:pt x="219075" y="228600"/>
                </a:lnTo>
                <a:lnTo>
                  <a:pt x="219075" y="238125"/>
                </a:lnTo>
                <a:lnTo>
                  <a:pt x="209550" y="238125"/>
                </a:lnTo>
                <a:close/>
                <a:moveTo>
                  <a:pt x="190500" y="257175"/>
                </a:moveTo>
                <a:lnTo>
                  <a:pt x="200025" y="257175"/>
                </a:lnTo>
                <a:lnTo>
                  <a:pt x="200025" y="266700"/>
                </a:lnTo>
                <a:lnTo>
                  <a:pt x="190500" y="266700"/>
                </a:lnTo>
                <a:close/>
                <a:moveTo>
                  <a:pt x="581025" y="257175"/>
                </a:moveTo>
                <a:lnTo>
                  <a:pt x="590550" y="257175"/>
                </a:lnTo>
                <a:lnTo>
                  <a:pt x="590550" y="276225"/>
                </a:lnTo>
                <a:lnTo>
                  <a:pt x="581025" y="276225"/>
                </a:lnTo>
                <a:close/>
                <a:moveTo>
                  <a:pt x="609600" y="257175"/>
                </a:moveTo>
                <a:lnTo>
                  <a:pt x="619125" y="257175"/>
                </a:lnTo>
                <a:lnTo>
                  <a:pt x="619125" y="276225"/>
                </a:lnTo>
                <a:lnTo>
                  <a:pt x="609600" y="276225"/>
                </a:lnTo>
                <a:close/>
                <a:moveTo>
                  <a:pt x="219075" y="266700"/>
                </a:moveTo>
                <a:lnTo>
                  <a:pt x="228600" y="266700"/>
                </a:lnTo>
                <a:lnTo>
                  <a:pt x="228600" y="276225"/>
                </a:lnTo>
                <a:lnTo>
                  <a:pt x="219075" y="276225"/>
                </a:lnTo>
                <a:close/>
                <a:moveTo>
                  <a:pt x="200025" y="295275"/>
                </a:moveTo>
                <a:lnTo>
                  <a:pt x="209550" y="295275"/>
                </a:lnTo>
                <a:lnTo>
                  <a:pt x="209550" y="304800"/>
                </a:lnTo>
                <a:lnTo>
                  <a:pt x="200025" y="304800"/>
                </a:lnTo>
                <a:close/>
                <a:moveTo>
                  <a:pt x="228600" y="295275"/>
                </a:moveTo>
                <a:lnTo>
                  <a:pt x="238125" y="295275"/>
                </a:lnTo>
                <a:lnTo>
                  <a:pt x="238125" y="314325"/>
                </a:lnTo>
                <a:lnTo>
                  <a:pt x="228600" y="314325"/>
                </a:lnTo>
                <a:close/>
                <a:moveTo>
                  <a:pt x="571500" y="295275"/>
                </a:moveTo>
                <a:lnTo>
                  <a:pt x="581025" y="295275"/>
                </a:lnTo>
                <a:lnTo>
                  <a:pt x="581025" y="314325"/>
                </a:lnTo>
                <a:lnTo>
                  <a:pt x="571500" y="314325"/>
                </a:lnTo>
                <a:close/>
                <a:moveTo>
                  <a:pt x="600075" y="304800"/>
                </a:moveTo>
                <a:lnTo>
                  <a:pt x="609600" y="304800"/>
                </a:lnTo>
                <a:lnTo>
                  <a:pt x="609600" y="314325"/>
                </a:lnTo>
                <a:lnTo>
                  <a:pt x="600075" y="314325"/>
                </a:lnTo>
                <a:close/>
                <a:moveTo>
                  <a:pt x="561975" y="314325"/>
                </a:moveTo>
                <a:lnTo>
                  <a:pt x="571500" y="314325"/>
                </a:lnTo>
                <a:lnTo>
                  <a:pt x="571500" y="323850"/>
                </a:lnTo>
                <a:lnTo>
                  <a:pt x="561975" y="323850"/>
                </a:lnTo>
                <a:close/>
                <a:moveTo>
                  <a:pt x="552450" y="323850"/>
                </a:moveTo>
                <a:lnTo>
                  <a:pt x="561975" y="323850"/>
                </a:lnTo>
                <a:lnTo>
                  <a:pt x="561975" y="333375"/>
                </a:lnTo>
                <a:lnTo>
                  <a:pt x="552450" y="333375"/>
                </a:lnTo>
                <a:close/>
                <a:moveTo>
                  <a:pt x="238125" y="333375"/>
                </a:moveTo>
                <a:lnTo>
                  <a:pt x="247650" y="333375"/>
                </a:lnTo>
                <a:lnTo>
                  <a:pt x="247650" y="342900"/>
                </a:lnTo>
                <a:lnTo>
                  <a:pt x="238125" y="342900"/>
                </a:lnTo>
                <a:close/>
                <a:moveTo>
                  <a:pt x="485775" y="333375"/>
                </a:moveTo>
                <a:lnTo>
                  <a:pt x="514350" y="333375"/>
                </a:lnTo>
                <a:lnTo>
                  <a:pt x="514350" y="342900"/>
                </a:lnTo>
                <a:lnTo>
                  <a:pt x="485775" y="342900"/>
                </a:lnTo>
                <a:close/>
                <a:moveTo>
                  <a:pt x="590550" y="333375"/>
                </a:moveTo>
                <a:lnTo>
                  <a:pt x="600075" y="333375"/>
                </a:lnTo>
                <a:lnTo>
                  <a:pt x="600075" y="342900"/>
                </a:lnTo>
                <a:lnTo>
                  <a:pt x="590550" y="342900"/>
                </a:lnTo>
                <a:close/>
                <a:moveTo>
                  <a:pt x="409575" y="342900"/>
                </a:moveTo>
                <a:lnTo>
                  <a:pt x="438150" y="342900"/>
                </a:lnTo>
                <a:lnTo>
                  <a:pt x="438150" y="352425"/>
                </a:lnTo>
                <a:lnTo>
                  <a:pt x="409575" y="352425"/>
                </a:lnTo>
                <a:close/>
                <a:moveTo>
                  <a:pt x="581025" y="342900"/>
                </a:moveTo>
                <a:lnTo>
                  <a:pt x="590550" y="342900"/>
                </a:lnTo>
                <a:lnTo>
                  <a:pt x="590550" y="352425"/>
                </a:lnTo>
                <a:lnTo>
                  <a:pt x="581025" y="352425"/>
                </a:lnTo>
                <a:close/>
                <a:moveTo>
                  <a:pt x="247650" y="352425"/>
                </a:moveTo>
                <a:lnTo>
                  <a:pt x="257175" y="352425"/>
                </a:lnTo>
                <a:lnTo>
                  <a:pt x="257175" y="361950"/>
                </a:lnTo>
                <a:lnTo>
                  <a:pt x="247650" y="361950"/>
                </a:lnTo>
                <a:close/>
                <a:moveTo>
                  <a:pt x="342900" y="352425"/>
                </a:moveTo>
                <a:lnTo>
                  <a:pt x="371475" y="352425"/>
                </a:lnTo>
                <a:lnTo>
                  <a:pt x="371475" y="361950"/>
                </a:lnTo>
                <a:lnTo>
                  <a:pt x="342900" y="361950"/>
                </a:lnTo>
                <a:close/>
                <a:moveTo>
                  <a:pt x="552450" y="352425"/>
                </a:moveTo>
                <a:lnTo>
                  <a:pt x="571500" y="352425"/>
                </a:lnTo>
                <a:lnTo>
                  <a:pt x="571500" y="361950"/>
                </a:lnTo>
                <a:lnTo>
                  <a:pt x="552450" y="361950"/>
                </a:lnTo>
                <a:close/>
                <a:moveTo>
                  <a:pt x="257175" y="361950"/>
                </a:moveTo>
                <a:lnTo>
                  <a:pt x="285750" y="361950"/>
                </a:lnTo>
                <a:lnTo>
                  <a:pt x="285750" y="371475"/>
                </a:lnTo>
                <a:lnTo>
                  <a:pt x="257175" y="371475"/>
                </a:lnTo>
                <a:close/>
                <a:moveTo>
                  <a:pt x="485775" y="361950"/>
                </a:moveTo>
                <a:lnTo>
                  <a:pt x="504825" y="361950"/>
                </a:lnTo>
                <a:lnTo>
                  <a:pt x="504825" y="371475"/>
                </a:lnTo>
                <a:lnTo>
                  <a:pt x="485775" y="371475"/>
                </a:lnTo>
                <a:close/>
                <a:moveTo>
                  <a:pt x="209550" y="371475"/>
                </a:moveTo>
                <a:lnTo>
                  <a:pt x="219075" y="371475"/>
                </a:lnTo>
                <a:lnTo>
                  <a:pt x="219075" y="381000"/>
                </a:lnTo>
                <a:lnTo>
                  <a:pt x="209550" y="381000"/>
                </a:lnTo>
                <a:close/>
                <a:moveTo>
                  <a:pt x="400050" y="371475"/>
                </a:moveTo>
                <a:lnTo>
                  <a:pt x="428625" y="371475"/>
                </a:lnTo>
                <a:lnTo>
                  <a:pt x="428625" y="381000"/>
                </a:lnTo>
                <a:lnTo>
                  <a:pt x="400050" y="381000"/>
                </a:lnTo>
                <a:close/>
                <a:moveTo>
                  <a:pt x="200025" y="381000"/>
                </a:moveTo>
                <a:lnTo>
                  <a:pt x="209550" y="381000"/>
                </a:lnTo>
                <a:lnTo>
                  <a:pt x="209550" y="390525"/>
                </a:lnTo>
                <a:lnTo>
                  <a:pt x="200025" y="390525"/>
                </a:lnTo>
                <a:close/>
                <a:moveTo>
                  <a:pt x="323850" y="381000"/>
                </a:moveTo>
                <a:lnTo>
                  <a:pt x="342900" y="381000"/>
                </a:lnTo>
                <a:lnTo>
                  <a:pt x="342900" y="390525"/>
                </a:lnTo>
                <a:lnTo>
                  <a:pt x="323850" y="390525"/>
                </a:lnTo>
                <a:close/>
                <a:moveTo>
                  <a:pt x="190500" y="390525"/>
                </a:moveTo>
                <a:lnTo>
                  <a:pt x="200025" y="390525"/>
                </a:lnTo>
                <a:lnTo>
                  <a:pt x="200025" y="400050"/>
                </a:lnTo>
                <a:lnTo>
                  <a:pt x="190500" y="400050"/>
                </a:lnTo>
                <a:close/>
                <a:moveTo>
                  <a:pt x="238125" y="390525"/>
                </a:moveTo>
                <a:lnTo>
                  <a:pt x="257175" y="390525"/>
                </a:lnTo>
                <a:lnTo>
                  <a:pt x="257175" y="400050"/>
                </a:lnTo>
                <a:lnTo>
                  <a:pt x="238125" y="400050"/>
                </a:lnTo>
                <a:close/>
                <a:moveTo>
                  <a:pt x="228600" y="466725"/>
                </a:moveTo>
                <a:lnTo>
                  <a:pt x="238125" y="466725"/>
                </a:lnTo>
                <a:lnTo>
                  <a:pt x="238125" y="476250"/>
                </a:lnTo>
                <a:lnTo>
                  <a:pt x="228600" y="476250"/>
                </a:lnTo>
                <a:close/>
                <a:moveTo>
                  <a:pt x="495300" y="504825"/>
                </a:moveTo>
                <a:lnTo>
                  <a:pt x="504825" y="504825"/>
                </a:lnTo>
                <a:lnTo>
                  <a:pt x="504825" y="514350"/>
                </a:lnTo>
                <a:lnTo>
                  <a:pt x="495300" y="514350"/>
                </a:lnTo>
                <a:close/>
                <a:moveTo>
                  <a:pt x="485775" y="514350"/>
                </a:moveTo>
                <a:lnTo>
                  <a:pt x="495300" y="514350"/>
                </a:lnTo>
                <a:lnTo>
                  <a:pt x="495300" y="523875"/>
                </a:lnTo>
                <a:lnTo>
                  <a:pt x="485775" y="523875"/>
                </a:lnTo>
                <a:close/>
                <a:moveTo>
                  <a:pt x="219075" y="523875"/>
                </a:moveTo>
                <a:lnTo>
                  <a:pt x="228600" y="523875"/>
                </a:lnTo>
                <a:lnTo>
                  <a:pt x="228600" y="533400"/>
                </a:lnTo>
                <a:lnTo>
                  <a:pt x="219075" y="533400"/>
                </a:lnTo>
                <a:close/>
                <a:moveTo>
                  <a:pt x="257175" y="523875"/>
                </a:moveTo>
                <a:lnTo>
                  <a:pt x="276225" y="523875"/>
                </a:lnTo>
                <a:lnTo>
                  <a:pt x="276225" y="533400"/>
                </a:lnTo>
                <a:lnTo>
                  <a:pt x="257175" y="533400"/>
                </a:lnTo>
                <a:close/>
                <a:moveTo>
                  <a:pt x="476250" y="523875"/>
                </a:moveTo>
                <a:lnTo>
                  <a:pt x="485775" y="523875"/>
                </a:lnTo>
                <a:lnTo>
                  <a:pt x="485775" y="533400"/>
                </a:lnTo>
                <a:lnTo>
                  <a:pt x="476250" y="533400"/>
                </a:lnTo>
                <a:close/>
                <a:moveTo>
                  <a:pt x="514350" y="523875"/>
                </a:moveTo>
                <a:lnTo>
                  <a:pt x="533400" y="523875"/>
                </a:lnTo>
                <a:lnTo>
                  <a:pt x="533400" y="533400"/>
                </a:lnTo>
                <a:lnTo>
                  <a:pt x="514350" y="533400"/>
                </a:lnTo>
                <a:close/>
                <a:moveTo>
                  <a:pt x="247650" y="533400"/>
                </a:moveTo>
                <a:lnTo>
                  <a:pt x="257175" y="533400"/>
                </a:lnTo>
                <a:lnTo>
                  <a:pt x="257175" y="561975"/>
                </a:lnTo>
                <a:lnTo>
                  <a:pt x="247650" y="561975"/>
                </a:lnTo>
                <a:close/>
                <a:moveTo>
                  <a:pt x="276225" y="533400"/>
                </a:moveTo>
                <a:lnTo>
                  <a:pt x="285750" y="533400"/>
                </a:lnTo>
                <a:lnTo>
                  <a:pt x="285750" y="542925"/>
                </a:lnTo>
                <a:lnTo>
                  <a:pt x="276225" y="542925"/>
                </a:lnTo>
                <a:close/>
                <a:moveTo>
                  <a:pt x="504825" y="533400"/>
                </a:moveTo>
                <a:lnTo>
                  <a:pt x="514350" y="533400"/>
                </a:lnTo>
                <a:lnTo>
                  <a:pt x="514350" y="561975"/>
                </a:lnTo>
                <a:lnTo>
                  <a:pt x="504825" y="561975"/>
                </a:lnTo>
                <a:close/>
                <a:moveTo>
                  <a:pt x="533400" y="533400"/>
                </a:moveTo>
                <a:lnTo>
                  <a:pt x="542925" y="533400"/>
                </a:lnTo>
                <a:lnTo>
                  <a:pt x="542925" y="542925"/>
                </a:lnTo>
                <a:lnTo>
                  <a:pt x="533400" y="542925"/>
                </a:lnTo>
                <a:close/>
                <a:moveTo>
                  <a:pt x="542925" y="542925"/>
                </a:moveTo>
                <a:lnTo>
                  <a:pt x="552450" y="542925"/>
                </a:lnTo>
                <a:lnTo>
                  <a:pt x="552450" y="561975"/>
                </a:lnTo>
                <a:lnTo>
                  <a:pt x="542925" y="561975"/>
                </a:lnTo>
                <a:close/>
                <a:moveTo>
                  <a:pt x="276225" y="552450"/>
                </a:moveTo>
                <a:lnTo>
                  <a:pt x="285750" y="552450"/>
                </a:lnTo>
                <a:lnTo>
                  <a:pt x="285750" y="561975"/>
                </a:lnTo>
                <a:lnTo>
                  <a:pt x="276225" y="561975"/>
                </a:lnTo>
                <a:close/>
                <a:moveTo>
                  <a:pt x="219075" y="561975"/>
                </a:moveTo>
                <a:lnTo>
                  <a:pt x="228600" y="561975"/>
                </a:lnTo>
                <a:lnTo>
                  <a:pt x="228600" y="571500"/>
                </a:lnTo>
                <a:lnTo>
                  <a:pt x="219075" y="571500"/>
                </a:lnTo>
                <a:close/>
                <a:moveTo>
                  <a:pt x="257175" y="561975"/>
                </a:moveTo>
                <a:lnTo>
                  <a:pt x="276225" y="561975"/>
                </a:lnTo>
                <a:lnTo>
                  <a:pt x="276225" y="571500"/>
                </a:lnTo>
                <a:lnTo>
                  <a:pt x="257175" y="571500"/>
                </a:lnTo>
                <a:close/>
                <a:moveTo>
                  <a:pt x="476250" y="561975"/>
                </a:moveTo>
                <a:lnTo>
                  <a:pt x="485775" y="561975"/>
                </a:lnTo>
                <a:lnTo>
                  <a:pt x="485775" y="571500"/>
                </a:lnTo>
                <a:lnTo>
                  <a:pt x="476250" y="571500"/>
                </a:lnTo>
                <a:close/>
                <a:moveTo>
                  <a:pt x="514350" y="561975"/>
                </a:moveTo>
                <a:lnTo>
                  <a:pt x="542925" y="561975"/>
                </a:lnTo>
                <a:lnTo>
                  <a:pt x="542925" y="571500"/>
                </a:lnTo>
                <a:lnTo>
                  <a:pt x="514350" y="571500"/>
                </a:lnTo>
                <a:close/>
                <a:moveTo>
                  <a:pt x="561975" y="571500"/>
                </a:moveTo>
                <a:lnTo>
                  <a:pt x="571500" y="571500"/>
                </a:lnTo>
                <a:lnTo>
                  <a:pt x="571500" y="581025"/>
                </a:lnTo>
                <a:lnTo>
                  <a:pt x="561975" y="581025"/>
                </a:lnTo>
                <a:close/>
                <a:moveTo>
                  <a:pt x="552450" y="581025"/>
                </a:moveTo>
                <a:lnTo>
                  <a:pt x="561975" y="581025"/>
                </a:lnTo>
                <a:lnTo>
                  <a:pt x="561975" y="590550"/>
                </a:lnTo>
                <a:lnTo>
                  <a:pt x="552450" y="590550"/>
                </a:lnTo>
                <a:close/>
                <a:moveTo>
                  <a:pt x="257175" y="590550"/>
                </a:moveTo>
                <a:lnTo>
                  <a:pt x="276225" y="590550"/>
                </a:lnTo>
                <a:lnTo>
                  <a:pt x="276225" y="600075"/>
                </a:lnTo>
                <a:lnTo>
                  <a:pt x="257175" y="600075"/>
                </a:lnTo>
                <a:close/>
                <a:moveTo>
                  <a:pt x="514350" y="590550"/>
                </a:moveTo>
                <a:lnTo>
                  <a:pt x="542925" y="590550"/>
                </a:lnTo>
                <a:lnTo>
                  <a:pt x="542925" y="600075"/>
                </a:lnTo>
                <a:lnTo>
                  <a:pt x="514350" y="600075"/>
                </a:lnTo>
                <a:close/>
              </a:path>
            </a:pathLst>
          </a:custGeom>
          <a:solidFill xmlns:a="http://schemas.openxmlformats.org/drawingml/2006/main">
            <a:srgbClr val="61708E"/>
          </a:solidFill>
          <a:ln xmlns:a="http://schemas.openxmlformats.org/drawingml/2006/main" w="0">
            <a:noFill/>
          </a:ln>
        </p:spPr>
      </p:sp>
      <p:sp>
        <p:nvSpPr>
          <p:cNvPr id="49" name="cart vector #4d577e">
            <a:extLst xmlns:a="http://schemas.openxmlformats.org/drawingml/2006/main">
              <a:ext uri="{FF2B5EF4-FFF2-40B4-BE49-F238E27FC236}">
                <a16:creationId xmlns:a16="http://schemas.microsoft.com/office/drawing/2014/main" id="{F76A5887-807A-436F-8B1C-BF60B4D4497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57250" y="2524125"/>
            <a:ext cx="704850" cy="704850"/>
          </a:xfrm>
          <a:custGeom xmlns:a="http://schemas.openxmlformats.org/drawingml/2006/main">
            <a:pathLst>
              <a:path w="695325" h="657225">
                <a:moveTo>
                  <a:pt x="57150" y="47625"/>
                </a:moveTo>
                <a:lnTo>
                  <a:pt x="66675" y="47625"/>
                </a:lnTo>
                <a:lnTo>
                  <a:pt x="66675" y="57150"/>
                </a:lnTo>
                <a:lnTo>
                  <a:pt x="57150" y="57150"/>
                </a:lnTo>
                <a:close/>
                <a:moveTo>
                  <a:pt x="257175" y="123825"/>
                </a:moveTo>
                <a:lnTo>
                  <a:pt x="523875" y="123825"/>
                </a:lnTo>
                <a:lnTo>
                  <a:pt x="523875" y="142875"/>
                </a:lnTo>
                <a:lnTo>
                  <a:pt x="571500" y="142875"/>
                </a:lnTo>
                <a:lnTo>
                  <a:pt x="571500" y="152400"/>
                </a:lnTo>
                <a:lnTo>
                  <a:pt x="228600" y="152400"/>
                </a:lnTo>
                <a:lnTo>
                  <a:pt x="228600" y="142875"/>
                </a:lnTo>
                <a:lnTo>
                  <a:pt x="238125" y="142875"/>
                </a:lnTo>
                <a:lnTo>
                  <a:pt x="238125" y="133350"/>
                </a:lnTo>
                <a:lnTo>
                  <a:pt x="257175" y="133350"/>
                </a:lnTo>
                <a:close/>
                <a:moveTo>
                  <a:pt x="190500" y="171450"/>
                </a:moveTo>
                <a:lnTo>
                  <a:pt x="200025" y="171450"/>
                </a:lnTo>
                <a:lnTo>
                  <a:pt x="200025" y="190500"/>
                </a:lnTo>
                <a:lnTo>
                  <a:pt x="190500" y="190500"/>
                </a:lnTo>
                <a:close/>
                <a:moveTo>
                  <a:pt x="200025" y="209550"/>
                </a:moveTo>
                <a:lnTo>
                  <a:pt x="209550" y="209550"/>
                </a:lnTo>
                <a:lnTo>
                  <a:pt x="209550" y="219075"/>
                </a:lnTo>
                <a:lnTo>
                  <a:pt x="200025" y="219075"/>
                </a:lnTo>
                <a:close/>
                <a:moveTo>
                  <a:pt x="180975" y="219075"/>
                </a:moveTo>
                <a:lnTo>
                  <a:pt x="190500" y="219075"/>
                </a:lnTo>
                <a:lnTo>
                  <a:pt x="190500" y="228600"/>
                </a:lnTo>
                <a:lnTo>
                  <a:pt x="180975" y="228600"/>
                </a:lnTo>
                <a:close/>
                <a:moveTo>
                  <a:pt x="590550" y="228600"/>
                </a:moveTo>
                <a:lnTo>
                  <a:pt x="600075" y="228600"/>
                </a:lnTo>
                <a:lnTo>
                  <a:pt x="600075" y="247650"/>
                </a:lnTo>
                <a:lnTo>
                  <a:pt x="590550" y="247650"/>
                </a:lnTo>
                <a:close/>
                <a:moveTo>
                  <a:pt x="209550" y="238125"/>
                </a:moveTo>
                <a:lnTo>
                  <a:pt x="219075" y="238125"/>
                </a:lnTo>
                <a:lnTo>
                  <a:pt x="219075" y="266700"/>
                </a:lnTo>
                <a:lnTo>
                  <a:pt x="209550" y="266700"/>
                </a:lnTo>
                <a:close/>
                <a:moveTo>
                  <a:pt x="219075" y="276225"/>
                </a:moveTo>
                <a:lnTo>
                  <a:pt x="228600" y="276225"/>
                </a:lnTo>
                <a:lnTo>
                  <a:pt x="228600" y="295275"/>
                </a:lnTo>
                <a:lnTo>
                  <a:pt x="219075" y="295275"/>
                </a:lnTo>
                <a:close/>
                <a:moveTo>
                  <a:pt x="581025" y="276225"/>
                </a:moveTo>
                <a:lnTo>
                  <a:pt x="590550" y="276225"/>
                </a:lnTo>
                <a:lnTo>
                  <a:pt x="590550" y="285750"/>
                </a:lnTo>
                <a:lnTo>
                  <a:pt x="600075" y="285750"/>
                </a:lnTo>
                <a:lnTo>
                  <a:pt x="600075" y="295275"/>
                </a:lnTo>
                <a:lnTo>
                  <a:pt x="609600" y="295275"/>
                </a:lnTo>
                <a:lnTo>
                  <a:pt x="609600" y="304800"/>
                </a:lnTo>
                <a:lnTo>
                  <a:pt x="600075" y="304800"/>
                </a:lnTo>
                <a:lnTo>
                  <a:pt x="600075" y="314325"/>
                </a:lnTo>
                <a:lnTo>
                  <a:pt x="581025" y="314325"/>
                </a:lnTo>
                <a:close/>
                <a:moveTo>
                  <a:pt x="228600" y="314325"/>
                </a:moveTo>
                <a:lnTo>
                  <a:pt x="238125" y="314325"/>
                </a:lnTo>
                <a:lnTo>
                  <a:pt x="238125" y="323850"/>
                </a:lnTo>
                <a:lnTo>
                  <a:pt x="228600" y="323850"/>
                </a:lnTo>
                <a:close/>
                <a:moveTo>
                  <a:pt x="571500" y="314325"/>
                </a:moveTo>
                <a:lnTo>
                  <a:pt x="581025" y="314325"/>
                </a:lnTo>
                <a:lnTo>
                  <a:pt x="581025" y="323850"/>
                </a:lnTo>
                <a:lnTo>
                  <a:pt x="571500" y="323850"/>
                </a:lnTo>
                <a:close/>
                <a:moveTo>
                  <a:pt x="209550" y="323850"/>
                </a:moveTo>
                <a:lnTo>
                  <a:pt x="219075" y="323850"/>
                </a:lnTo>
                <a:lnTo>
                  <a:pt x="219075" y="333375"/>
                </a:lnTo>
                <a:lnTo>
                  <a:pt x="209550" y="333375"/>
                </a:lnTo>
                <a:close/>
                <a:moveTo>
                  <a:pt x="561975" y="323850"/>
                </a:moveTo>
                <a:lnTo>
                  <a:pt x="571500" y="323850"/>
                </a:lnTo>
                <a:lnTo>
                  <a:pt x="571500" y="333375"/>
                </a:lnTo>
                <a:lnTo>
                  <a:pt x="561975" y="333375"/>
                </a:lnTo>
                <a:close/>
                <a:moveTo>
                  <a:pt x="514350" y="333375"/>
                </a:moveTo>
                <a:lnTo>
                  <a:pt x="552450" y="333375"/>
                </a:lnTo>
                <a:lnTo>
                  <a:pt x="552450" y="342900"/>
                </a:lnTo>
                <a:lnTo>
                  <a:pt x="514350" y="342900"/>
                </a:lnTo>
                <a:close/>
                <a:moveTo>
                  <a:pt x="238125" y="342900"/>
                </a:moveTo>
                <a:lnTo>
                  <a:pt x="247650" y="342900"/>
                </a:lnTo>
                <a:lnTo>
                  <a:pt x="247650" y="352425"/>
                </a:lnTo>
                <a:lnTo>
                  <a:pt x="238125" y="352425"/>
                </a:lnTo>
                <a:close/>
                <a:moveTo>
                  <a:pt x="438150" y="342900"/>
                </a:moveTo>
                <a:lnTo>
                  <a:pt x="466725" y="342900"/>
                </a:lnTo>
                <a:lnTo>
                  <a:pt x="466725" y="352425"/>
                </a:lnTo>
                <a:lnTo>
                  <a:pt x="438150" y="352425"/>
                </a:lnTo>
                <a:close/>
                <a:moveTo>
                  <a:pt x="371475" y="352425"/>
                </a:moveTo>
                <a:lnTo>
                  <a:pt x="390525" y="352425"/>
                </a:lnTo>
                <a:lnTo>
                  <a:pt x="390525" y="361950"/>
                </a:lnTo>
                <a:lnTo>
                  <a:pt x="371475" y="361950"/>
                </a:lnTo>
                <a:close/>
                <a:moveTo>
                  <a:pt x="285750" y="361950"/>
                </a:moveTo>
                <a:lnTo>
                  <a:pt x="314325" y="361950"/>
                </a:lnTo>
                <a:lnTo>
                  <a:pt x="314325" y="371475"/>
                </a:lnTo>
                <a:lnTo>
                  <a:pt x="285750" y="371475"/>
                </a:lnTo>
                <a:close/>
                <a:moveTo>
                  <a:pt x="476250" y="361950"/>
                </a:moveTo>
                <a:lnTo>
                  <a:pt x="485775" y="361950"/>
                </a:lnTo>
                <a:lnTo>
                  <a:pt x="485775" y="371475"/>
                </a:lnTo>
                <a:lnTo>
                  <a:pt x="476250" y="371475"/>
                </a:lnTo>
                <a:close/>
                <a:moveTo>
                  <a:pt x="314325" y="381000"/>
                </a:moveTo>
                <a:lnTo>
                  <a:pt x="323850" y="381000"/>
                </a:lnTo>
                <a:lnTo>
                  <a:pt x="323850" y="390525"/>
                </a:lnTo>
                <a:lnTo>
                  <a:pt x="314325" y="390525"/>
                </a:lnTo>
                <a:close/>
                <a:moveTo>
                  <a:pt x="571500" y="447675"/>
                </a:moveTo>
                <a:lnTo>
                  <a:pt x="581025" y="447675"/>
                </a:lnTo>
                <a:lnTo>
                  <a:pt x="581025" y="457200"/>
                </a:lnTo>
                <a:lnTo>
                  <a:pt x="571500" y="457200"/>
                </a:lnTo>
                <a:close/>
                <a:moveTo>
                  <a:pt x="581025" y="457200"/>
                </a:moveTo>
                <a:lnTo>
                  <a:pt x="590550" y="457200"/>
                </a:lnTo>
                <a:lnTo>
                  <a:pt x="590550" y="466725"/>
                </a:lnTo>
                <a:lnTo>
                  <a:pt x="581025" y="466725"/>
                </a:lnTo>
                <a:close/>
                <a:moveTo>
                  <a:pt x="571500" y="466725"/>
                </a:moveTo>
                <a:lnTo>
                  <a:pt x="581025" y="466725"/>
                </a:lnTo>
                <a:lnTo>
                  <a:pt x="581025" y="476250"/>
                </a:lnTo>
                <a:lnTo>
                  <a:pt x="571500" y="476250"/>
                </a:lnTo>
                <a:close/>
                <a:moveTo>
                  <a:pt x="238125" y="504825"/>
                </a:moveTo>
                <a:lnTo>
                  <a:pt x="247650" y="504825"/>
                </a:lnTo>
                <a:lnTo>
                  <a:pt x="247650" y="514350"/>
                </a:lnTo>
                <a:lnTo>
                  <a:pt x="238125" y="514350"/>
                </a:lnTo>
                <a:close/>
                <a:moveTo>
                  <a:pt x="285750" y="504825"/>
                </a:moveTo>
                <a:lnTo>
                  <a:pt x="295275" y="504825"/>
                </a:lnTo>
                <a:lnTo>
                  <a:pt x="295275" y="514350"/>
                </a:lnTo>
                <a:lnTo>
                  <a:pt x="285750" y="514350"/>
                </a:lnTo>
                <a:close/>
                <a:moveTo>
                  <a:pt x="542925" y="504825"/>
                </a:moveTo>
                <a:lnTo>
                  <a:pt x="552450" y="504825"/>
                </a:lnTo>
                <a:lnTo>
                  <a:pt x="552450" y="514350"/>
                </a:lnTo>
                <a:lnTo>
                  <a:pt x="542925" y="514350"/>
                </a:lnTo>
                <a:close/>
                <a:moveTo>
                  <a:pt x="228600" y="514350"/>
                </a:moveTo>
                <a:lnTo>
                  <a:pt x="238125" y="514350"/>
                </a:lnTo>
                <a:lnTo>
                  <a:pt x="238125" y="523875"/>
                </a:lnTo>
                <a:lnTo>
                  <a:pt x="228600" y="523875"/>
                </a:lnTo>
                <a:close/>
                <a:moveTo>
                  <a:pt x="295275" y="514350"/>
                </a:moveTo>
                <a:lnTo>
                  <a:pt x="304800" y="514350"/>
                </a:lnTo>
                <a:lnTo>
                  <a:pt x="304800" y="523875"/>
                </a:lnTo>
                <a:lnTo>
                  <a:pt x="295275" y="523875"/>
                </a:lnTo>
                <a:close/>
                <a:moveTo>
                  <a:pt x="495300" y="514350"/>
                </a:moveTo>
                <a:lnTo>
                  <a:pt x="504825" y="514350"/>
                </a:lnTo>
                <a:lnTo>
                  <a:pt x="504825" y="523875"/>
                </a:lnTo>
                <a:lnTo>
                  <a:pt x="514350" y="523875"/>
                </a:lnTo>
                <a:lnTo>
                  <a:pt x="514350" y="533400"/>
                </a:lnTo>
                <a:lnTo>
                  <a:pt x="504825" y="533400"/>
                </a:lnTo>
                <a:lnTo>
                  <a:pt x="504825" y="552450"/>
                </a:lnTo>
                <a:lnTo>
                  <a:pt x="495300" y="552450"/>
                </a:lnTo>
                <a:close/>
                <a:moveTo>
                  <a:pt x="304800" y="523875"/>
                </a:moveTo>
                <a:lnTo>
                  <a:pt x="314325" y="523875"/>
                </a:lnTo>
                <a:lnTo>
                  <a:pt x="314325" y="533400"/>
                </a:lnTo>
                <a:lnTo>
                  <a:pt x="304800" y="533400"/>
                </a:lnTo>
                <a:close/>
                <a:moveTo>
                  <a:pt x="533400" y="523875"/>
                </a:moveTo>
                <a:lnTo>
                  <a:pt x="542925" y="523875"/>
                </a:lnTo>
                <a:lnTo>
                  <a:pt x="542925" y="533400"/>
                </a:lnTo>
                <a:lnTo>
                  <a:pt x="533400" y="533400"/>
                </a:lnTo>
                <a:close/>
                <a:moveTo>
                  <a:pt x="219075" y="533400"/>
                </a:moveTo>
                <a:lnTo>
                  <a:pt x="228600" y="533400"/>
                </a:lnTo>
                <a:lnTo>
                  <a:pt x="228600" y="552450"/>
                </a:lnTo>
                <a:lnTo>
                  <a:pt x="238125" y="552450"/>
                </a:lnTo>
                <a:lnTo>
                  <a:pt x="238125" y="542925"/>
                </a:lnTo>
                <a:lnTo>
                  <a:pt x="247650" y="542925"/>
                </a:lnTo>
                <a:lnTo>
                  <a:pt x="247650" y="561975"/>
                </a:lnTo>
                <a:lnTo>
                  <a:pt x="238125" y="561975"/>
                </a:lnTo>
                <a:lnTo>
                  <a:pt x="238125" y="581025"/>
                </a:lnTo>
                <a:lnTo>
                  <a:pt x="228600" y="581025"/>
                </a:lnTo>
                <a:lnTo>
                  <a:pt x="228600" y="561975"/>
                </a:lnTo>
                <a:lnTo>
                  <a:pt x="219075" y="561975"/>
                </a:lnTo>
                <a:close/>
                <a:moveTo>
                  <a:pt x="542925" y="533400"/>
                </a:moveTo>
                <a:lnTo>
                  <a:pt x="552450" y="533400"/>
                </a:lnTo>
                <a:lnTo>
                  <a:pt x="552450" y="542925"/>
                </a:lnTo>
                <a:lnTo>
                  <a:pt x="542925" y="542925"/>
                </a:lnTo>
                <a:close/>
                <a:moveTo>
                  <a:pt x="285750" y="542925"/>
                </a:moveTo>
                <a:lnTo>
                  <a:pt x="295275" y="542925"/>
                </a:lnTo>
                <a:lnTo>
                  <a:pt x="295275" y="561975"/>
                </a:lnTo>
                <a:lnTo>
                  <a:pt x="285750" y="561975"/>
                </a:lnTo>
                <a:close/>
                <a:moveTo>
                  <a:pt x="247650" y="561975"/>
                </a:moveTo>
                <a:lnTo>
                  <a:pt x="257175" y="561975"/>
                </a:lnTo>
                <a:lnTo>
                  <a:pt x="257175" y="571500"/>
                </a:lnTo>
                <a:lnTo>
                  <a:pt x="247650" y="571500"/>
                </a:lnTo>
                <a:close/>
                <a:moveTo>
                  <a:pt x="276225" y="561975"/>
                </a:moveTo>
                <a:lnTo>
                  <a:pt x="285750" y="561975"/>
                </a:lnTo>
                <a:lnTo>
                  <a:pt x="285750" y="571500"/>
                </a:lnTo>
                <a:lnTo>
                  <a:pt x="276225" y="571500"/>
                </a:lnTo>
                <a:close/>
                <a:moveTo>
                  <a:pt x="238125" y="581025"/>
                </a:moveTo>
                <a:lnTo>
                  <a:pt x="247650" y="581025"/>
                </a:lnTo>
                <a:lnTo>
                  <a:pt x="247650" y="590550"/>
                </a:lnTo>
                <a:lnTo>
                  <a:pt x="238125" y="590550"/>
                </a:lnTo>
                <a:close/>
              </a:path>
            </a:pathLst>
          </a:custGeom>
          <a:solidFill xmlns:a="http://schemas.openxmlformats.org/drawingml/2006/main">
            <a:srgbClr val="4D577E"/>
          </a:solidFill>
          <a:ln xmlns:a="http://schemas.openxmlformats.org/drawingml/2006/main" w="0">
            <a:noFill/>
          </a:ln>
        </p:spPr>
      </p:sp>
      <p:sp>
        <p:nvSpPr>
          <p:cNvPr id="50" name="cart vector #405a83">
            <a:extLst xmlns:a="http://schemas.openxmlformats.org/drawingml/2006/main">
              <a:ext uri="{FF2B5EF4-FFF2-40B4-BE49-F238E27FC236}">
                <a16:creationId xmlns:a16="http://schemas.microsoft.com/office/drawing/2014/main" id="{F1AB3EBF-BAC4-4C7F-ABD4-D17D0EF512D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57250" y="2524125"/>
            <a:ext cx="704850" cy="704850"/>
          </a:xfrm>
          <a:custGeom xmlns:a="http://schemas.openxmlformats.org/drawingml/2006/main">
            <a:pathLst>
              <a:path w="695325" h="657225">
                <a:moveTo>
                  <a:pt x="142875" y="85725"/>
                </a:moveTo>
                <a:lnTo>
                  <a:pt x="152400" y="85725"/>
                </a:lnTo>
                <a:lnTo>
                  <a:pt x="152400" y="95250"/>
                </a:lnTo>
                <a:lnTo>
                  <a:pt x="142875" y="95250"/>
                </a:lnTo>
                <a:close/>
                <a:moveTo>
                  <a:pt x="152400" y="114300"/>
                </a:moveTo>
                <a:lnTo>
                  <a:pt x="161925" y="114300"/>
                </a:lnTo>
                <a:lnTo>
                  <a:pt x="161925" y="123825"/>
                </a:lnTo>
                <a:lnTo>
                  <a:pt x="152400" y="123825"/>
                </a:lnTo>
                <a:close/>
                <a:moveTo>
                  <a:pt x="180975" y="114300"/>
                </a:moveTo>
                <a:lnTo>
                  <a:pt x="190500" y="114300"/>
                </a:lnTo>
                <a:lnTo>
                  <a:pt x="190500" y="123825"/>
                </a:lnTo>
                <a:lnTo>
                  <a:pt x="180975" y="123825"/>
                </a:lnTo>
                <a:close/>
                <a:moveTo>
                  <a:pt x="190500" y="123825"/>
                </a:moveTo>
                <a:lnTo>
                  <a:pt x="257175" y="123825"/>
                </a:lnTo>
                <a:lnTo>
                  <a:pt x="257175" y="133350"/>
                </a:lnTo>
                <a:lnTo>
                  <a:pt x="238125" y="133350"/>
                </a:lnTo>
                <a:lnTo>
                  <a:pt x="238125" y="142875"/>
                </a:lnTo>
                <a:lnTo>
                  <a:pt x="228600" y="142875"/>
                </a:lnTo>
                <a:lnTo>
                  <a:pt x="228600" y="133350"/>
                </a:lnTo>
                <a:lnTo>
                  <a:pt x="190500" y="133350"/>
                </a:lnTo>
                <a:close/>
                <a:moveTo>
                  <a:pt x="523875" y="123825"/>
                </a:moveTo>
                <a:lnTo>
                  <a:pt x="628650" y="123825"/>
                </a:lnTo>
                <a:lnTo>
                  <a:pt x="628650" y="133350"/>
                </a:lnTo>
                <a:lnTo>
                  <a:pt x="523875" y="133350"/>
                </a:lnTo>
                <a:close/>
                <a:moveTo>
                  <a:pt x="628650" y="133350"/>
                </a:moveTo>
                <a:lnTo>
                  <a:pt x="638175" y="133350"/>
                </a:lnTo>
                <a:lnTo>
                  <a:pt x="638175" y="142875"/>
                </a:lnTo>
                <a:lnTo>
                  <a:pt x="628650" y="142875"/>
                </a:lnTo>
                <a:close/>
                <a:moveTo>
                  <a:pt x="219075" y="142875"/>
                </a:moveTo>
                <a:lnTo>
                  <a:pt x="228600" y="142875"/>
                </a:lnTo>
                <a:lnTo>
                  <a:pt x="228600" y="152400"/>
                </a:lnTo>
                <a:lnTo>
                  <a:pt x="219075" y="152400"/>
                </a:lnTo>
                <a:close/>
                <a:moveTo>
                  <a:pt x="600075" y="142875"/>
                </a:moveTo>
                <a:lnTo>
                  <a:pt x="609600" y="142875"/>
                </a:lnTo>
                <a:lnTo>
                  <a:pt x="609600" y="152400"/>
                </a:lnTo>
                <a:lnTo>
                  <a:pt x="600075" y="152400"/>
                </a:lnTo>
                <a:close/>
                <a:moveTo>
                  <a:pt x="190500" y="152400"/>
                </a:moveTo>
                <a:lnTo>
                  <a:pt x="200025" y="152400"/>
                </a:lnTo>
                <a:lnTo>
                  <a:pt x="200025" y="161925"/>
                </a:lnTo>
                <a:lnTo>
                  <a:pt x="190500" y="161925"/>
                </a:lnTo>
                <a:close/>
                <a:moveTo>
                  <a:pt x="609600" y="161925"/>
                </a:moveTo>
                <a:lnTo>
                  <a:pt x="619125" y="161925"/>
                </a:lnTo>
                <a:lnTo>
                  <a:pt x="619125" y="171450"/>
                </a:lnTo>
                <a:lnTo>
                  <a:pt x="609600" y="171450"/>
                </a:lnTo>
                <a:close/>
                <a:moveTo>
                  <a:pt x="171450" y="180975"/>
                </a:moveTo>
                <a:lnTo>
                  <a:pt x="180975" y="180975"/>
                </a:lnTo>
                <a:lnTo>
                  <a:pt x="180975" y="190500"/>
                </a:lnTo>
                <a:lnTo>
                  <a:pt x="171450" y="190500"/>
                </a:lnTo>
                <a:close/>
                <a:moveTo>
                  <a:pt x="600075" y="276225"/>
                </a:moveTo>
                <a:lnTo>
                  <a:pt x="609600" y="276225"/>
                </a:lnTo>
                <a:lnTo>
                  <a:pt x="609600" y="295275"/>
                </a:lnTo>
                <a:lnTo>
                  <a:pt x="600075" y="295275"/>
                </a:lnTo>
                <a:close/>
                <a:moveTo>
                  <a:pt x="590550" y="314325"/>
                </a:moveTo>
                <a:lnTo>
                  <a:pt x="600075" y="314325"/>
                </a:lnTo>
                <a:lnTo>
                  <a:pt x="600075" y="333375"/>
                </a:lnTo>
                <a:lnTo>
                  <a:pt x="590550" y="333375"/>
                </a:lnTo>
                <a:close/>
                <a:moveTo>
                  <a:pt x="542925" y="352425"/>
                </a:moveTo>
                <a:lnTo>
                  <a:pt x="552450" y="352425"/>
                </a:lnTo>
                <a:lnTo>
                  <a:pt x="552450" y="361950"/>
                </a:lnTo>
                <a:lnTo>
                  <a:pt x="542925" y="361950"/>
                </a:lnTo>
                <a:close/>
                <a:moveTo>
                  <a:pt x="219075" y="361950"/>
                </a:moveTo>
                <a:lnTo>
                  <a:pt x="228600" y="361950"/>
                </a:lnTo>
                <a:lnTo>
                  <a:pt x="228600" y="371475"/>
                </a:lnTo>
                <a:lnTo>
                  <a:pt x="219075" y="371475"/>
                </a:lnTo>
                <a:close/>
                <a:moveTo>
                  <a:pt x="247650" y="361950"/>
                </a:moveTo>
                <a:lnTo>
                  <a:pt x="257175" y="361950"/>
                </a:lnTo>
                <a:lnTo>
                  <a:pt x="257175" y="371475"/>
                </a:lnTo>
                <a:lnTo>
                  <a:pt x="247650" y="371475"/>
                </a:lnTo>
                <a:close/>
                <a:moveTo>
                  <a:pt x="466725" y="361950"/>
                </a:moveTo>
                <a:lnTo>
                  <a:pt x="476250" y="361950"/>
                </a:lnTo>
                <a:lnTo>
                  <a:pt x="476250" y="371475"/>
                </a:lnTo>
                <a:lnTo>
                  <a:pt x="466725" y="371475"/>
                </a:lnTo>
                <a:close/>
                <a:moveTo>
                  <a:pt x="390525" y="371475"/>
                </a:moveTo>
                <a:lnTo>
                  <a:pt x="400050" y="371475"/>
                </a:lnTo>
                <a:lnTo>
                  <a:pt x="400050" y="381000"/>
                </a:lnTo>
                <a:lnTo>
                  <a:pt x="390525" y="381000"/>
                </a:lnTo>
                <a:close/>
                <a:moveTo>
                  <a:pt x="304800" y="381000"/>
                </a:moveTo>
                <a:lnTo>
                  <a:pt x="314325" y="381000"/>
                </a:lnTo>
                <a:lnTo>
                  <a:pt x="314325" y="390525"/>
                </a:lnTo>
                <a:lnTo>
                  <a:pt x="304800" y="390525"/>
                </a:lnTo>
                <a:close/>
                <a:moveTo>
                  <a:pt x="228600" y="390525"/>
                </a:moveTo>
                <a:lnTo>
                  <a:pt x="238125" y="390525"/>
                </a:lnTo>
                <a:lnTo>
                  <a:pt x="238125" y="400050"/>
                </a:lnTo>
                <a:lnTo>
                  <a:pt x="228600" y="400050"/>
                </a:lnTo>
                <a:close/>
                <a:moveTo>
                  <a:pt x="219075" y="400050"/>
                </a:moveTo>
                <a:lnTo>
                  <a:pt x="228600" y="400050"/>
                </a:lnTo>
                <a:lnTo>
                  <a:pt x="228600" y="409575"/>
                </a:lnTo>
                <a:lnTo>
                  <a:pt x="219075" y="409575"/>
                </a:lnTo>
                <a:close/>
                <a:moveTo>
                  <a:pt x="209550" y="409575"/>
                </a:moveTo>
                <a:lnTo>
                  <a:pt x="219075" y="409575"/>
                </a:lnTo>
                <a:lnTo>
                  <a:pt x="219075" y="428625"/>
                </a:lnTo>
                <a:lnTo>
                  <a:pt x="209550" y="428625"/>
                </a:lnTo>
                <a:close/>
                <a:moveTo>
                  <a:pt x="361950" y="447675"/>
                </a:moveTo>
                <a:lnTo>
                  <a:pt x="571500" y="447675"/>
                </a:lnTo>
                <a:lnTo>
                  <a:pt x="571500" y="457200"/>
                </a:lnTo>
                <a:lnTo>
                  <a:pt x="581025" y="457200"/>
                </a:lnTo>
                <a:lnTo>
                  <a:pt x="581025" y="466725"/>
                </a:lnTo>
                <a:lnTo>
                  <a:pt x="571500" y="466725"/>
                </a:lnTo>
                <a:lnTo>
                  <a:pt x="571500" y="476250"/>
                </a:lnTo>
                <a:lnTo>
                  <a:pt x="238125" y="476250"/>
                </a:lnTo>
                <a:lnTo>
                  <a:pt x="238125" y="466725"/>
                </a:lnTo>
                <a:lnTo>
                  <a:pt x="361950" y="466725"/>
                </a:lnTo>
                <a:close/>
                <a:moveTo>
                  <a:pt x="209550" y="457200"/>
                </a:moveTo>
                <a:lnTo>
                  <a:pt x="219075" y="457200"/>
                </a:lnTo>
                <a:lnTo>
                  <a:pt x="219075" y="466725"/>
                </a:lnTo>
                <a:lnTo>
                  <a:pt x="209550" y="466725"/>
                </a:lnTo>
                <a:close/>
                <a:moveTo>
                  <a:pt x="504825" y="504825"/>
                </a:moveTo>
                <a:lnTo>
                  <a:pt x="514350" y="504825"/>
                </a:lnTo>
                <a:lnTo>
                  <a:pt x="514350" y="523875"/>
                </a:lnTo>
                <a:lnTo>
                  <a:pt x="504825" y="523875"/>
                </a:lnTo>
                <a:close/>
                <a:moveTo>
                  <a:pt x="485775" y="523875"/>
                </a:moveTo>
                <a:lnTo>
                  <a:pt x="495300" y="523875"/>
                </a:lnTo>
                <a:lnTo>
                  <a:pt x="495300" y="533400"/>
                </a:lnTo>
                <a:lnTo>
                  <a:pt x="485775" y="533400"/>
                </a:lnTo>
                <a:close/>
                <a:moveTo>
                  <a:pt x="476250" y="533400"/>
                </a:moveTo>
                <a:lnTo>
                  <a:pt x="485775" y="533400"/>
                </a:lnTo>
                <a:lnTo>
                  <a:pt x="485775" y="542925"/>
                </a:lnTo>
                <a:lnTo>
                  <a:pt x="476250" y="542925"/>
                </a:lnTo>
                <a:close/>
              </a:path>
            </a:pathLst>
          </a:custGeom>
          <a:solidFill xmlns:a="http://schemas.openxmlformats.org/drawingml/2006/main">
            <a:srgbClr val="405A83"/>
          </a:solidFill>
          <a:ln xmlns:a="http://schemas.openxmlformats.org/drawingml/2006/main" w="0">
            <a:noFill/>
          </a:ln>
        </p:spPr>
      </p:sp>
      <p:sp>
        <p:nvSpPr>
          <p:cNvPr id="51" name="cart vector #3b537e">
            <a:extLst xmlns:a="http://schemas.openxmlformats.org/drawingml/2006/main">
              <a:ext uri="{FF2B5EF4-FFF2-40B4-BE49-F238E27FC236}">
                <a16:creationId xmlns:a16="http://schemas.microsoft.com/office/drawing/2014/main" id="{0C25D6FA-C8BC-4FC1-9CA7-223BCECFC00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57250" y="2524125"/>
            <a:ext cx="704850" cy="704850"/>
          </a:xfrm>
          <a:custGeom xmlns:a="http://schemas.openxmlformats.org/drawingml/2006/main">
            <a:pathLst>
              <a:path w="695325" h="657225">
                <a:moveTo>
                  <a:pt x="85725" y="38100"/>
                </a:moveTo>
                <a:lnTo>
                  <a:pt x="152400" y="38100"/>
                </a:lnTo>
                <a:lnTo>
                  <a:pt x="152400" y="47625"/>
                </a:lnTo>
                <a:lnTo>
                  <a:pt x="85725" y="47625"/>
                </a:lnTo>
                <a:close/>
                <a:moveTo>
                  <a:pt x="152400" y="47625"/>
                </a:moveTo>
                <a:lnTo>
                  <a:pt x="161925" y="47625"/>
                </a:lnTo>
                <a:lnTo>
                  <a:pt x="161925" y="57150"/>
                </a:lnTo>
                <a:lnTo>
                  <a:pt x="152400" y="57150"/>
                </a:lnTo>
                <a:close/>
                <a:moveTo>
                  <a:pt x="66675" y="57150"/>
                </a:moveTo>
                <a:lnTo>
                  <a:pt x="142875" y="57150"/>
                </a:lnTo>
                <a:lnTo>
                  <a:pt x="142875" y="76200"/>
                </a:lnTo>
                <a:lnTo>
                  <a:pt x="133350" y="76200"/>
                </a:lnTo>
                <a:lnTo>
                  <a:pt x="133350" y="66675"/>
                </a:lnTo>
                <a:lnTo>
                  <a:pt x="66675" y="66675"/>
                </a:lnTo>
                <a:close/>
                <a:moveTo>
                  <a:pt x="161925" y="66675"/>
                </a:moveTo>
                <a:lnTo>
                  <a:pt x="171450" y="66675"/>
                </a:lnTo>
                <a:lnTo>
                  <a:pt x="171450" y="95250"/>
                </a:lnTo>
                <a:lnTo>
                  <a:pt x="161925" y="95250"/>
                </a:lnTo>
                <a:close/>
                <a:moveTo>
                  <a:pt x="142875" y="76200"/>
                </a:moveTo>
                <a:lnTo>
                  <a:pt x="152400" y="76200"/>
                </a:lnTo>
                <a:lnTo>
                  <a:pt x="152400" y="85725"/>
                </a:lnTo>
                <a:lnTo>
                  <a:pt x="142875" y="85725"/>
                </a:lnTo>
                <a:close/>
                <a:moveTo>
                  <a:pt x="152400" y="104775"/>
                </a:moveTo>
                <a:lnTo>
                  <a:pt x="161925" y="104775"/>
                </a:lnTo>
                <a:lnTo>
                  <a:pt x="161925" y="114300"/>
                </a:lnTo>
                <a:lnTo>
                  <a:pt x="152400" y="114300"/>
                </a:lnTo>
                <a:close/>
                <a:moveTo>
                  <a:pt x="171450" y="104775"/>
                </a:moveTo>
                <a:lnTo>
                  <a:pt x="180975" y="104775"/>
                </a:lnTo>
                <a:lnTo>
                  <a:pt x="180975" y="114300"/>
                </a:lnTo>
                <a:lnTo>
                  <a:pt x="171450" y="114300"/>
                </a:lnTo>
                <a:close/>
                <a:moveTo>
                  <a:pt x="180975" y="123825"/>
                </a:moveTo>
                <a:lnTo>
                  <a:pt x="190500" y="123825"/>
                </a:lnTo>
                <a:lnTo>
                  <a:pt x="190500" y="133350"/>
                </a:lnTo>
                <a:lnTo>
                  <a:pt x="228600" y="133350"/>
                </a:lnTo>
                <a:lnTo>
                  <a:pt x="228600" y="142875"/>
                </a:lnTo>
                <a:lnTo>
                  <a:pt x="219075" y="142875"/>
                </a:lnTo>
                <a:lnTo>
                  <a:pt x="219075" y="152400"/>
                </a:lnTo>
                <a:lnTo>
                  <a:pt x="190500" y="152400"/>
                </a:lnTo>
                <a:lnTo>
                  <a:pt x="190500" y="161925"/>
                </a:lnTo>
                <a:lnTo>
                  <a:pt x="180975" y="161925"/>
                </a:lnTo>
                <a:lnTo>
                  <a:pt x="180975" y="152400"/>
                </a:lnTo>
                <a:lnTo>
                  <a:pt x="161925" y="152400"/>
                </a:lnTo>
                <a:lnTo>
                  <a:pt x="161925" y="133350"/>
                </a:lnTo>
                <a:lnTo>
                  <a:pt x="180975" y="133350"/>
                </a:lnTo>
                <a:close/>
                <a:moveTo>
                  <a:pt x="571500" y="133350"/>
                </a:moveTo>
                <a:lnTo>
                  <a:pt x="628650" y="133350"/>
                </a:lnTo>
                <a:lnTo>
                  <a:pt x="628650" y="142875"/>
                </a:lnTo>
                <a:lnTo>
                  <a:pt x="638175" y="142875"/>
                </a:lnTo>
                <a:lnTo>
                  <a:pt x="638175" y="152400"/>
                </a:lnTo>
                <a:lnTo>
                  <a:pt x="619125" y="152400"/>
                </a:lnTo>
                <a:lnTo>
                  <a:pt x="619125" y="161925"/>
                </a:lnTo>
                <a:lnTo>
                  <a:pt x="609600" y="161925"/>
                </a:lnTo>
                <a:lnTo>
                  <a:pt x="609600" y="142875"/>
                </a:lnTo>
                <a:lnTo>
                  <a:pt x="600075" y="142875"/>
                </a:lnTo>
                <a:lnTo>
                  <a:pt x="600075" y="152400"/>
                </a:lnTo>
                <a:lnTo>
                  <a:pt x="571500" y="152400"/>
                </a:lnTo>
                <a:close/>
                <a:moveTo>
                  <a:pt x="171450" y="171450"/>
                </a:moveTo>
                <a:lnTo>
                  <a:pt x="180975" y="171450"/>
                </a:lnTo>
                <a:lnTo>
                  <a:pt x="180975" y="180975"/>
                </a:lnTo>
                <a:lnTo>
                  <a:pt x="171450" y="180975"/>
                </a:lnTo>
                <a:close/>
                <a:moveTo>
                  <a:pt x="609600" y="171450"/>
                </a:moveTo>
                <a:lnTo>
                  <a:pt x="619125" y="171450"/>
                </a:lnTo>
                <a:lnTo>
                  <a:pt x="619125" y="180975"/>
                </a:lnTo>
                <a:lnTo>
                  <a:pt x="609600" y="180975"/>
                </a:lnTo>
                <a:close/>
                <a:moveTo>
                  <a:pt x="628650" y="171450"/>
                </a:moveTo>
                <a:lnTo>
                  <a:pt x="638175" y="171450"/>
                </a:lnTo>
                <a:lnTo>
                  <a:pt x="638175" y="180975"/>
                </a:lnTo>
                <a:lnTo>
                  <a:pt x="628650" y="180975"/>
                </a:lnTo>
                <a:close/>
                <a:moveTo>
                  <a:pt x="619125" y="209550"/>
                </a:moveTo>
                <a:lnTo>
                  <a:pt x="628650" y="209550"/>
                </a:lnTo>
                <a:lnTo>
                  <a:pt x="628650" y="219075"/>
                </a:lnTo>
                <a:lnTo>
                  <a:pt x="619125" y="219075"/>
                </a:lnTo>
                <a:close/>
                <a:moveTo>
                  <a:pt x="581025" y="314325"/>
                </a:moveTo>
                <a:lnTo>
                  <a:pt x="590550" y="314325"/>
                </a:lnTo>
                <a:lnTo>
                  <a:pt x="590550" y="342900"/>
                </a:lnTo>
                <a:lnTo>
                  <a:pt x="581025" y="342900"/>
                </a:lnTo>
                <a:lnTo>
                  <a:pt x="581025" y="333375"/>
                </a:lnTo>
                <a:lnTo>
                  <a:pt x="571500" y="333375"/>
                </a:lnTo>
                <a:lnTo>
                  <a:pt x="571500" y="323850"/>
                </a:lnTo>
                <a:lnTo>
                  <a:pt x="581025" y="323850"/>
                </a:lnTo>
                <a:close/>
                <a:moveTo>
                  <a:pt x="219075" y="352425"/>
                </a:moveTo>
                <a:lnTo>
                  <a:pt x="228600" y="352425"/>
                </a:lnTo>
                <a:lnTo>
                  <a:pt x="228600" y="361950"/>
                </a:lnTo>
                <a:lnTo>
                  <a:pt x="219075" y="361950"/>
                </a:lnTo>
                <a:close/>
                <a:moveTo>
                  <a:pt x="238125" y="352425"/>
                </a:moveTo>
                <a:lnTo>
                  <a:pt x="247650" y="352425"/>
                </a:lnTo>
                <a:lnTo>
                  <a:pt x="247650" y="361950"/>
                </a:lnTo>
                <a:lnTo>
                  <a:pt x="238125" y="361950"/>
                </a:lnTo>
                <a:close/>
                <a:moveTo>
                  <a:pt x="390525" y="352425"/>
                </a:moveTo>
                <a:lnTo>
                  <a:pt x="409575" y="352425"/>
                </a:lnTo>
                <a:lnTo>
                  <a:pt x="409575" y="371475"/>
                </a:lnTo>
                <a:lnTo>
                  <a:pt x="390525" y="371475"/>
                </a:lnTo>
                <a:lnTo>
                  <a:pt x="390525" y="381000"/>
                </a:lnTo>
                <a:lnTo>
                  <a:pt x="361950" y="381000"/>
                </a:lnTo>
                <a:lnTo>
                  <a:pt x="361950" y="371475"/>
                </a:lnTo>
                <a:lnTo>
                  <a:pt x="371475" y="371475"/>
                </a:lnTo>
                <a:lnTo>
                  <a:pt x="371475" y="361950"/>
                </a:lnTo>
                <a:lnTo>
                  <a:pt x="390525" y="361950"/>
                </a:lnTo>
                <a:close/>
                <a:moveTo>
                  <a:pt x="533400" y="352425"/>
                </a:moveTo>
                <a:lnTo>
                  <a:pt x="542925" y="352425"/>
                </a:lnTo>
                <a:lnTo>
                  <a:pt x="542925" y="361950"/>
                </a:lnTo>
                <a:lnTo>
                  <a:pt x="533400" y="361950"/>
                </a:lnTo>
                <a:close/>
                <a:moveTo>
                  <a:pt x="314325" y="361950"/>
                </a:moveTo>
                <a:lnTo>
                  <a:pt x="323850" y="361950"/>
                </a:lnTo>
                <a:lnTo>
                  <a:pt x="323850" y="371475"/>
                </a:lnTo>
                <a:lnTo>
                  <a:pt x="314325" y="371475"/>
                </a:lnTo>
                <a:close/>
                <a:moveTo>
                  <a:pt x="438150" y="361950"/>
                </a:moveTo>
                <a:lnTo>
                  <a:pt x="466725" y="361950"/>
                </a:lnTo>
                <a:lnTo>
                  <a:pt x="466725" y="371475"/>
                </a:lnTo>
                <a:lnTo>
                  <a:pt x="438150" y="371475"/>
                </a:lnTo>
                <a:close/>
                <a:moveTo>
                  <a:pt x="219075" y="371475"/>
                </a:moveTo>
                <a:lnTo>
                  <a:pt x="247650" y="371475"/>
                </a:lnTo>
                <a:lnTo>
                  <a:pt x="247650" y="381000"/>
                </a:lnTo>
                <a:lnTo>
                  <a:pt x="257175" y="381000"/>
                </a:lnTo>
                <a:lnTo>
                  <a:pt x="257175" y="390525"/>
                </a:lnTo>
                <a:lnTo>
                  <a:pt x="228600" y="390525"/>
                </a:lnTo>
                <a:lnTo>
                  <a:pt x="228600" y="400050"/>
                </a:lnTo>
                <a:lnTo>
                  <a:pt x="219075" y="400050"/>
                </a:lnTo>
                <a:close/>
                <a:moveTo>
                  <a:pt x="285750" y="381000"/>
                </a:moveTo>
                <a:lnTo>
                  <a:pt x="304800" y="381000"/>
                </a:lnTo>
                <a:lnTo>
                  <a:pt x="304800" y="390525"/>
                </a:lnTo>
                <a:lnTo>
                  <a:pt x="285750" y="390525"/>
                </a:lnTo>
                <a:close/>
                <a:moveTo>
                  <a:pt x="190500" y="400050"/>
                </a:moveTo>
                <a:lnTo>
                  <a:pt x="200025" y="400050"/>
                </a:lnTo>
                <a:lnTo>
                  <a:pt x="200025" y="409575"/>
                </a:lnTo>
                <a:lnTo>
                  <a:pt x="190500" y="409575"/>
                </a:lnTo>
                <a:close/>
                <a:moveTo>
                  <a:pt x="209550" y="400050"/>
                </a:moveTo>
                <a:lnTo>
                  <a:pt x="219075" y="400050"/>
                </a:lnTo>
                <a:lnTo>
                  <a:pt x="219075" y="409575"/>
                </a:lnTo>
                <a:lnTo>
                  <a:pt x="209550" y="409575"/>
                </a:lnTo>
                <a:close/>
                <a:moveTo>
                  <a:pt x="209550" y="428625"/>
                </a:moveTo>
                <a:lnTo>
                  <a:pt x="219075" y="428625"/>
                </a:lnTo>
                <a:lnTo>
                  <a:pt x="219075" y="438150"/>
                </a:lnTo>
                <a:lnTo>
                  <a:pt x="209550" y="438150"/>
                </a:lnTo>
                <a:close/>
                <a:moveTo>
                  <a:pt x="190500" y="438150"/>
                </a:moveTo>
                <a:lnTo>
                  <a:pt x="200025" y="438150"/>
                </a:lnTo>
                <a:lnTo>
                  <a:pt x="200025" y="447675"/>
                </a:lnTo>
                <a:lnTo>
                  <a:pt x="190500" y="447675"/>
                </a:lnTo>
                <a:close/>
                <a:moveTo>
                  <a:pt x="200025" y="447675"/>
                </a:moveTo>
                <a:lnTo>
                  <a:pt x="209550" y="447675"/>
                </a:lnTo>
                <a:lnTo>
                  <a:pt x="209550" y="457200"/>
                </a:lnTo>
                <a:lnTo>
                  <a:pt x="200025" y="457200"/>
                </a:lnTo>
                <a:close/>
                <a:moveTo>
                  <a:pt x="295275" y="447675"/>
                </a:moveTo>
                <a:lnTo>
                  <a:pt x="323850" y="447675"/>
                </a:lnTo>
                <a:lnTo>
                  <a:pt x="323850" y="466725"/>
                </a:lnTo>
                <a:lnTo>
                  <a:pt x="295275" y="466725"/>
                </a:lnTo>
                <a:close/>
                <a:moveTo>
                  <a:pt x="333375" y="447675"/>
                </a:moveTo>
                <a:lnTo>
                  <a:pt x="361950" y="447675"/>
                </a:lnTo>
                <a:lnTo>
                  <a:pt x="361950" y="466725"/>
                </a:lnTo>
                <a:lnTo>
                  <a:pt x="333375" y="466725"/>
                </a:lnTo>
                <a:close/>
                <a:moveTo>
                  <a:pt x="485775" y="533400"/>
                </a:moveTo>
                <a:lnTo>
                  <a:pt x="495300" y="533400"/>
                </a:lnTo>
                <a:lnTo>
                  <a:pt x="495300" y="542925"/>
                </a:lnTo>
                <a:lnTo>
                  <a:pt x="485775" y="542925"/>
                </a:lnTo>
                <a:close/>
              </a:path>
            </a:pathLst>
          </a:custGeom>
          <a:solidFill xmlns:a="http://schemas.openxmlformats.org/drawingml/2006/main">
            <a:srgbClr val="3B537E"/>
          </a:solidFill>
          <a:ln xmlns:a="http://schemas.openxmlformats.org/drawingml/2006/main" w="0">
            <a:noFill/>
          </a:ln>
        </p:spPr>
      </p:sp>
      <p:sp>
        <p:nvSpPr>
          <p:cNvPr id="52" name="cart vector #404f75">
            <a:extLst xmlns:a="http://schemas.openxmlformats.org/drawingml/2006/main">
              <a:ext uri="{FF2B5EF4-FFF2-40B4-BE49-F238E27FC236}">
                <a16:creationId xmlns:a16="http://schemas.microsoft.com/office/drawing/2014/main" id="{307B5B4D-F650-433E-B248-478EA9EDA04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57250" y="2524125"/>
            <a:ext cx="704850" cy="704850"/>
          </a:xfrm>
          <a:custGeom xmlns:a="http://schemas.openxmlformats.org/drawingml/2006/main">
            <a:pathLst>
              <a:path w="695325" h="657225">
                <a:moveTo>
                  <a:pt x="523875" y="133350"/>
                </a:moveTo>
                <a:lnTo>
                  <a:pt x="571500" y="133350"/>
                </a:lnTo>
                <a:lnTo>
                  <a:pt x="571500" y="142875"/>
                </a:lnTo>
                <a:lnTo>
                  <a:pt x="523875" y="142875"/>
                </a:lnTo>
                <a:close/>
                <a:moveTo>
                  <a:pt x="180975" y="171450"/>
                </a:moveTo>
                <a:lnTo>
                  <a:pt x="190500" y="171450"/>
                </a:lnTo>
                <a:lnTo>
                  <a:pt x="190500" y="190500"/>
                </a:lnTo>
                <a:lnTo>
                  <a:pt x="200025" y="190500"/>
                </a:lnTo>
                <a:lnTo>
                  <a:pt x="200025" y="219075"/>
                </a:lnTo>
                <a:lnTo>
                  <a:pt x="209550" y="219075"/>
                </a:lnTo>
                <a:lnTo>
                  <a:pt x="209550" y="266700"/>
                </a:lnTo>
                <a:lnTo>
                  <a:pt x="219075" y="266700"/>
                </a:lnTo>
                <a:lnTo>
                  <a:pt x="219075" y="295275"/>
                </a:lnTo>
                <a:lnTo>
                  <a:pt x="228600" y="295275"/>
                </a:lnTo>
                <a:lnTo>
                  <a:pt x="228600" y="323850"/>
                </a:lnTo>
                <a:lnTo>
                  <a:pt x="238125" y="323850"/>
                </a:lnTo>
                <a:lnTo>
                  <a:pt x="238125" y="352425"/>
                </a:lnTo>
                <a:lnTo>
                  <a:pt x="219075" y="352425"/>
                </a:lnTo>
                <a:lnTo>
                  <a:pt x="219075" y="323850"/>
                </a:lnTo>
                <a:lnTo>
                  <a:pt x="209550" y="323850"/>
                </a:lnTo>
                <a:lnTo>
                  <a:pt x="209550" y="295275"/>
                </a:lnTo>
                <a:lnTo>
                  <a:pt x="200025" y="295275"/>
                </a:lnTo>
                <a:lnTo>
                  <a:pt x="200025" y="257175"/>
                </a:lnTo>
                <a:lnTo>
                  <a:pt x="190500" y="257175"/>
                </a:lnTo>
                <a:lnTo>
                  <a:pt x="190500" y="219075"/>
                </a:lnTo>
                <a:lnTo>
                  <a:pt x="180975" y="219075"/>
                </a:lnTo>
                <a:close/>
                <a:moveTo>
                  <a:pt x="600075" y="200025"/>
                </a:moveTo>
                <a:lnTo>
                  <a:pt x="609600" y="200025"/>
                </a:lnTo>
                <a:lnTo>
                  <a:pt x="609600" y="209550"/>
                </a:lnTo>
                <a:lnTo>
                  <a:pt x="619125" y="209550"/>
                </a:lnTo>
                <a:lnTo>
                  <a:pt x="619125" y="257175"/>
                </a:lnTo>
                <a:lnTo>
                  <a:pt x="609600" y="257175"/>
                </a:lnTo>
                <a:lnTo>
                  <a:pt x="609600" y="276225"/>
                </a:lnTo>
                <a:lnTo>
                  <a:pt x="600075" y="276225"/>
                </a:lnTo>
                <a:lnTo>
                  <a:pt x="600075" y="285750"/>
                </a:lnTo>
                <a:lnTo>
                  <a:pt x="590550" y="285750"/>
                </a:lnTo>
                <a:lnTo>
                  <a:pt x="590550" y="247650"/>
                </a:lnTo>
                <a:lnTo>
                  <a:pt x="600075" y="247650"/>
                </a:lnTo>
                <a:close/>
                <a:moveTo>
                  <a:pt x="552450" y="333375"/>
                </a:moveTo>
                <a:lnTo>
                  <a:pt x="581025" y="333375"/>
                </a:lnTo>
                <a:lnTo>
                  <a:pt x="581025" y="352425"/>
                </a:lnTo>
                <a:lnTo>
                  <a:pt x="533400" y="352425"/>
                </a:lnTo>
                <a:lnTo>
                  <a:pt x="533400" y="361950"/>
                </a:lnTo>
                <a:lnTo>
                  <a:pt x="438150" y="361950"/>
                </a:lnTo>
                <a:lnTo>
                  <a:pt x="438150" y="371475"/>
                </a:lnTo>
                <a:lnTo>
                  <a:pt x="409575" y="371475"/>
                </a:lnTo>
                <a:lnTo>
                  <a:pt x="409575" y="352425"/>
                </a:lnTo>
                <a:lnTo>
                  <a:pt x="466725" y="352425"/>
                </a:lnTo>
                <a:lnTo>
                  <a:pt x="466725" y="342900"/>
                </a:lnTo>
                <a:lnTo>
                  <a:pt x="552450" y="342900"/>
                </a:lnTo>
                <a:close/>
                <a:moveTo>
                  <a:pt x="323850" y="361950"/>
                </a:moveTo>
                <a:lnTo>
                  <a:pt x="371475" y="361950"/>
                </a:lnTo>
                <a:lnTo>
                  <a:pt x="371475" y="371475"/>
                </a:lnTo>
                <a:lnTo>
                  <a:pt x="361950" y="371475"/>
                </a:lnTo>
                <a:lnTo>
                  <a:pt x="361950" y="381000"/>
                </a:lnTo>
                <a:lnTo>
                  <a:pt x="285750" y="381000"/>
                </a:lnTo>
                <a:lnTo>
                  <a:pt x="285750" y="390525"/>
                </a:lnTo>
                <a:lnTo>
                  <a:pt x="276225" y="390525"/>
                </a:lnTo>
                <a:lnTo>
                  <a:pt x="276225" y="371475"/>
                </a:lnTo>
                <a:lnTo>
                  <a:pt x="323850" y="371475"/>
                </a:lnTo>
                <a:close/>
                <a:moveTo>
                  <a:pt x="247650" y="504825"/>
                </a:moveTo>
                <a:lnTo>
                  <a:pt x="266700" y="504825"/>
                </a:lnTo>
                <a:lnTo>
                  <a:pt x="266700" y="523875"/>
                </a:lnTo>
                <a:lnTo>
                  <a:pt x="257175" y="523875"/>
                </a:lnTo>
                <a:lnTo>
                  <a:pt x="257175" y="533400"/>
                </a:lnTo>
                <a:lnTo>
                  <a:pt x="247650" y="533400"/>
                </a:lnTo>
                <a:lnTo>
                  <a:pt x="247650" y="542925"/>
                </a:lnTo>
                <a:lnTo>
                  <a:pt x="238125" y="542925"/>
                </a:lnTo>
                <a:lnTo>
                  <a:pt x="238125" y="552450"/>
                </a:lnTo>
                <a:lnTo>
                  <a:pt x="228600" y="552450"/>
                </a:lnTo>
                <a:lnTo>
                  <a:pt x="228600" y="523875"/>
                </a:lnTo>
                <a:lnTo>
                  <a:pt x="238125" y="523875"/>
                </a:lnTo>
                <a:lnTo>
                  <a:pt x="238125" y="514350"/>
                </a:lnTo>
                <a:lnTo>
                  <a:pt x="247650" y="514350"/>
                </a:lnTo>
                <a:close/>
                <a:moveTo>
                  <a:pt x="276225" y="504825"/>
                </a:moveTo>
                <a:lnTo>
                  <a:pt x="285750" y="504825"/>
                </a:lnTo>
                <a:lnTo>
                  <a:pt x="285750" y="514350"/>
                </a:lnTo>
                <a:lnTo>
                  <a:pt x="276225" y="514350"/>
                </a:lnTo>
                <a:close/>
                <a:moveTo>
                  <a:pt x="514350" y="504825"/>
                </a:moveTo>
                <a:lnTo>
                  <a:pt x="542925" y="504825"/>
                </a:lnTo>
                <a:lnTo>
                  <a:pt x="542925" y="514350"/>
                </a:lnTo>
                <a:lnTo>
                  <a:pt x="561975" y="514350"/>
                </a:lnTo>
                <a:lnTo>
                  <a:pt x="561975" y="523875"/>
                </a:lnTo>
                <a:lnTo>
                  <a:pt x="571500" y="523875"/>
                </a:lnTo>
                <a:lnTo>
                  <a:pt x="571500" y="571500"/>
                </a:lnTo>
                <a:lnTo>
                  <a:pt x="561975" y="571500"/>
                </a:lnTo>
                <a:lnTo>
                  <a:pt x="561975" y="581025"/>
                </a:lnTo>
                <a:lnTo>
                  <a:pt x="552450" y="581025"/>
                </a:lnTo>
                <a:lnTo>
                  <a:pt x="552450" y="590550"/>
                </a:lnTo>
                <a:lnTo>
                  <a:pt x="495300" y="590550"/>
                </a:lnTo>
                <a:lnTo>
                  <a:pt x="495300" y="581025"/>
                </a:lnTo>
                <a:lnTo>
                  <a:pt x="485775" y="581025"/>
                </a:lnTo>
                <a:lnTo>
                  <a:pt x="485775" y="561975"/>
                </a:lnTo>
                <a:lnTo>
                  <a:pt x="476250" y="561975"/>
                </a:lnTo>
                <a:lnTo>
                  <a:pt x="476250" y="542925"/>
                </a:lnTo>
                <a:lnTo>
                  <a:pt x="495300" y="542925"/>
                </a:lnTo>
                <a:lnTo>
                  <a:pt x="495300" y="552450"/>
                </a:lnTo>
                <a:lnTo>
                  <a:pt x="504825" y="552450"/>
                </a:lnTo>
                <a:lnTo>
                  <a:pt x="504825" y="561975"/>
                </a:lnTo>
                <a:lnTo>
                  <a:pt x="514350" y="561975"/>
                </a:lnTo>
                <a:lnTo>
                  <a:pt x="514350" y="571500"/>
                </a:lnTo>
                <a:lnTo>
                  <a:pt x="542925" y="571500"/>
                </a:lnTo>
                <a:lnTo>
                  <a:pt x="542925" y="561975"/>
                </a:lnTo>
                <a:lnTo>
                  <a:pt x="552450" y="561975"/>
                </a:lnTo>
                <a:lnTo>
                  <a:pt x="552450" y="533400"/>
                </a:lnTo>
                <a:lnTo>
                  <a:pt x="542925" y="533400"/>
                </a:lnTo>
                <a:lnTo>
                  <a:pt x="542925" y="523875"/>
                </a:lnTo>
                <a:lnTo>
                  <a:pt x="514350" y="523875"/>
                </a:lnTo>
                <a:close/>
                <a:moveTo>
                  <a:pt x="276225" y="523875"/>
                </a:moveTo>
                <a:lnTo>
                  <a:pt x="285750" y="523875"/>
                </a:lnTo>
                <a:lnTo>
                  <a:pt x="285750" y="533400"/>
                </a:lnTo>
                <a:lnTo>
                  <a:pt x="276225" y="533400"/>
                </a:lnTo>
                <a:close/>
                <a:moveTo>
                  <a:pt x="285750" y="533400"/>
                </a:moveTo>
                <a:lnTo>
                  <a:pt x="295275" y="533400"/>
                </a:lnTo>
                <a:lnTo>
                  <a:pt x="295275" y="542925"/>
                </a:lnTo>
                <a:lnTo>
                  <a:pt x="285750" y="542925"/>
                </a:lnTo>
                <a:close/>
                <a:moveTo>
                  <a:pt x="304800" y="533400"/>
                </a:moveTo>
                <a:lnTo>
                  <a:pt x="314325" y="533400"/>
                </a:lnTo>
                <a:lnTo>
                  <a:pt x="314325" y="542925"/>
                </a:lnTo>
                <a:lnTo>
                  <a:pt x="304800" y="542925"/>
                </a:lnTo>
                <a:close/>
                <a:moveTo>
                  <a:pt x="295275" y="552450"/>
                </a:moveTo>
                <a:lnTo>
                  <a:pt x="314325" y="552450"/>
                </a:lnTo>
                <a:lnTo>
                  <a:pt x="314325" y="571500"/>
                </a:lnTo>
                <a:lnTo>
                  <a:pt x="304800" y="571500"/>
                </a:lnTo>
                <a:lnTo>
                  <a:pt x="304800" y="581025"/>
                </a:lnTo>
                <a:lnTo>
                  <a:pt x="295275" y="581025"/>
                </a:lnTo>
                <a:lnTo>
                  <a:pt x="295275" y="590550"/>
                </a:lnTo>
                <a:lnTo>
                  <a:pt x="247650" y="590550"/>
                </a:lnTo>
                <a:lnTo>
                  <a:pt x="247650" y="581025"/>
                </a:lnTo>
                <a:lnTo>
                  <a:pt x="238125" y="581025"/>
                </a:lnTo>
                <a:lnTo>
                  <a:pt x="238125" y="561975"/>
                </a:lnTo>
                <a:lnTo>
                  <a:pt x="247650" y="561975"/>
                </a:lnTo>
                <a:lnTo>
                  <a:pt x="247650" y="571500"/>
                </a:lnTo>
                <a:lnTo>
                  <a:pt x="285750" y="571500"/>
                </a:lnTo>
                <a:lnTo>
                  <a:pt x="285750" y="561975"/>
                </a:lnTo>
                <a:lnTo>
                  <a:pt x="295275" y="561975"/>
                </a:lnTo>
                <a:close/>
              </a:path>
            </a:pathLst>
          </a:custGeom>
          <a:solidFill xmlns:a="http://schemas.openxmlformats.org/drawingml/2006/main">
            <a:srgbClr val="404F75"/>
          </a:solidFill>
          <a:ln xmlns:a="http://schemas.openxmlformats.org/drawingml/2006/main" w="0">
            <a:noFill/>
          </a:ln>
        </p:spPr>
      </p:sp>
      <p:sp>
        <p:nvSpPr>
          <p:cNvPr id="53" name="cart vector #344e78">
            <a:extLst xmlns:a="http://schemas.openxmlformats.org/drawingml/2006/main">
              <a:ext uri="{FF2B5EF4-FFF2-40B4-BE49-F238E27FC236}">
                <a16:creationId xmlns:a16="http://schemas.microsoft.com/office/drawing/2014/main" id="{9C1B8660-33B8-4683-BC3C-536A0FCEF16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57250" y="2524125"/>
            <a:ext cx="704850" cy="704850"/>
          </a:xfrm>
          <a:custGeom xmlns:a="http://schemas.openxmlformats.org/drawingml/2006/main">
            <a:pathLst>
              <a:path w="695325" h="657225">
                <a:moveTo>
                  <a:pt x="66675" y="38100"/>
                </a:moveTo>
                <a:lnTo>
                  <a:pt x="85725" y="38100"/>
                </a:lnTo>
                <a:lnTo>
                  <a:pt x="85725" y="47625"/>
                </a:lnTo>
                <a:lnTo>
                  <a:pt x="152400" y="47625"/>
                </a:lnTo>
                <a:lnTo>
                  <a:pt x="152400" y="57150"/>
                </a:lnTo>
                <a:lnTo>
                  <a:pt x="161925" y="57150"/>
                </a:lnTo>
                <a:lnTo>
                  <a:pt x="161925" y="95250"/>
                </a:lnTo>
                <a:lnTo>
                  <a:pt x="171450" y="95250"/>
                </a:lnTo>
                <a:lnTo>
                  <a:pt x="171450" y="114300"/>
                </a:lnTo>
                <a:lnTo>
                  <a:pt x="180975" y="114300"/>
                </a:lnTo>
                <a:lnTo>
                  <a:pt x="180975" y="133350"/>
                </a:lnTo>
                <a:lnTo>
                  <a:pt x="161925" y="133350"/>
                </a:lnTo>
                <a:lnTo>
                  <a:pt x="161925" y="104775"/>
                </a:lnTo>
                <a:lnTo>
                  <a:pt x="152400" y="104775"/>
                </a:lnTo>
                <a:lnTo>
                  <a:pt x="152400" y="76200"/>
                </a:lnTo>
                <a:lnTo>
                  <a:pt x="142875" y="76200"/>
                </a:lnTo>
                <a:lnTo>
                  <a:pt x="142875" y="57150"/>
                </a:lnTo>
                <a:lnTo>
                  <a:pt x="66675" y="57150"/>
                </a:lnTo>
                <a:close/>
                <a:moveTo>
                  <a:pt x="171450" y="152400"/>
                </a:moveTo>
                <a:lnTo>
                  <a:pt x="180975" y="152400"/>
                </a:lnTo>
                <a:lnTo>
                  <a:pt x="180975" y="161925"/>
                </a:lnTo>
                <a:lnTo>
                  <a:pt x="190500" y="161925"/>
                </a:lnTo>
                <a:lnTo>
                  <a:pt x="190500" y="171450"/>
                </a:lnTo>
                <a:lnTo>
                  <a:pt x="171450" y="171450"/>
                </a:lnTo>
                <a:close/>
                <a:moveTo>
                  <a:pt x="619125" y="152400"/>
                </a:moveTo>
                <a:lnTo>
                  <a:pt x="638175" y="152400"/>
                </a:lnTo>
                <a:lnTo>
                  <a:pt x="638175" y="171450"/>
                </a:lnTo>
                <a:lnTo>
                  <a:pt x="628650" y="171450"/>
                </a:lnTo>
                <a:lnTo>
                  <a:pt x="628650" y="209550"/>
                </a:lnTo>
                <a:lnTo>
                  <a:pt x="609600" y="209550"/>
                </a:lnTo>
                <a:lnTo>
                  <a:pt x="609600" y="180975"/>
                </a:lnTo>
                <a:lnTo>
                  <a:pt x="619125" y="180975"/>
                </a:lnTo>
                <a:close/>
                <a:moveTo>
                  <a:pt x="228600" y="352425"/>
                </a:moveTo>
                <a:lnTo>
                  <a:pt x="238125" y="352425"/>
                </a:lnTo>
                <a:lnTo>
                  <a:pt x="238125" y="361950"/>
                </a:lnTo>
                <a:lnTo>
                  <a:pt x="247650" y="361950"/>
                </a:lnTo>
                <a:lnTo>
                  <a:pt x="247650" y="371475"/>
                </a:lnTo>
                <a:lnTo>
                  <a:pt x="228600" y="371475"/>
                </a:lnTo>
                <a:close/>
                <a:moveTo>
                  <a:pt x="247650" y="371475"/>
                </a:moveTo>
                <a:lnTo>
                  <a:pt x="276225" y="371475"/>
                </a:lnTo>
                <a:lnTo>
                  <a:pt x="276225" y="390525"/>
                </a:lnTo>
                <a:lnTo>
                  <a:pt x="257175" y="390525"/>
                </a:lnTo>
                <a:lnTo>
                  <a:pt x="257175" y="381000"/>
                </a:lnTo>
                <a:lnTo>
                  <a:pt x="247650" y="381000"/>
                </a:lnTo>
                <a:close/>
                <a:moveTo>
                  <a:pt x="209550" y="381000"/>
                </a:moveTo>
                <a:lnTo>
                  <a:pt x="219075" y="381000"/>
                </a:lnTo>
                <a:lnTo>
                  <a:pt x="219075" y="400050"/>
                </a:lnTo>
                <a:lnTo>
                  <a:pt x="209550" y="400050"/>
                </a:lnTo>
                <a:lnTo>
                  <a:pt x="209550" y="438150"/>
                </a:lnTo>
                <a:lnTo>
                  <a:pt x="228600" y="438150"/>
                </a:lnTo>
                <a:lnTo>
                  <a:pt x="228600" y="447675"/>
                </a:lnTo>
                <a:lnTo>
                  <a:pt x="295275" y="447675"/>
                </a:lnTo>
                <a:lnTo>
                  <a:pt x="295275" y="466725"/>
                </a:lnTo>
                <a:lnTo>
                  <a:pt x="219075" y="466725"/>
                </a:lnTo>
                <a:lnTo>
                  <a:pt x="219075" y="457200"/>
                </a:lnTo>
                <a:lnTo>
                  <a:pt x="209550" y="457200"/>
                </a:lnTo>
                <a:lnTo>
                  <a:pt x="209550" y="447675"/>
                </a:lnTo>
                <a:lnTo>
                  <a:pt x="200025" y="447675"/>
                </a:lnTo>
                <a:lnTo>
                  <a:pt x="200025" y="438150"/>
                </a:lnTo>
                <a:lnTo>
                  <a:pt x="190500" y="438150"/>
                </a:lnTo>
                <a:lnTo>
                  <a:pt x="190500" y="409575"/>
                </a:lnTo>
                <a:lnTo>
                  <a:pt x="200025" y="409575"/>
                </a:lnTo>
                <a:lnTo>
                  <a:pt x="200025" y="390525"/>
                </a:lnTo>
                <a:lnTo>
                  <a:pt x="209550" y="390525"/>
                </a:lnTo>
                <a:close/>
                <a:moveTo>
                  <a:pt x="323850" y="447675"/>
                </a:moveTo>
                <a:lnTo>
                  <a:pt x="333375" y="447675"/>
                </a:lnTo>
                <a:lnTo>
                  <a:pt x="333375" y="466725"/>
                </a:lnTo>
                <a:lnTo>
                  <a:pt x="323850" y="466725"/>
                </a:lnTo>
                <a:close/>
                <a:moveTo>
                  <a:pt x="266700" y="504825"/>
                </a:moveTo>
                <a:lnTo>
                  <a:pt x="276225" y="504825"/>
                </a:lnTo>
                <a:lnTo>
                  <a:pt x="276225" y="514350"/>
                </a:lnTo>
                <a:lnTo>
                  <a:pt x="295275" y="514350"/>
                </a:lnTo>
                <a:lnTo>
                  <a:pt x="295275" y="523875"/>
                </a:lnTo>
                <a:lnTo>
                  <a:pt x="304800" y="523875"/>
                </a:lnTo>
                <a:lnTo>
                  <a:pt x="304800" y="542925"/>
                </a:lnTo>
                <a:lnTo>
                  <a:pt x="314325" y="542925"/>
                </a:lnTo>
                <a:lnTo>
                  <a:pt x="314325" y="552450"/>
                </a:lnTo>
                <a:lnTo>
                  <a:pt x="295275" y="552450"/>
                </a:lnTo>
                <a:lnTo>
                  <a:pt x="295275" y="533400"/>
                </a:lnTo>
                <a:lnTo>
                  <a:pt x="285750" y="533400"/>
                </a:lnTo>
                <a:lnTo>
                  <a:pt x="285750" y="523875"/>
                </a:lnTo>
                <a:lnTo>
                  <a:pt x="266700" y="523875"/>
                </a:lnTo>
                <a:close/>
              </a:path>
            </a:pathLst>
          </a:custGeom>
          <a:solidFill xmlns:a="http://schemas.openxmlformats.org/drawingml/2006/main">
            <a:srgbClr val="344E78"/>
          </a:solidFill>
          <a:ln xmlns:a="http://schemas.openxmlformats.org/drawingml/2006/main" w="0">
            <a:noFill/>
          </a:ln>
        </p:spPr>
      </p:sp>
      <p:sp>
        <p:nvSpPr>
          <p:cNvPr id="54" name="">
            <a:extLst xmlns:a="http://schemas.openxmlformats.org/drawingml/2006/main">
              <a:ext uri="{FF2B5EF4-FFF2-40B4-BE49-F238E27FC236}">
                <a16:creationId xmlns:a16="http://schemas.microsoft.com/office/drawing/2014/main" id="{825A2D0A-37E8-40B9-B4D4-3785DD5FAAD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628650" y="3524250"/>
            <a:ext cx="3400425" cy="971550"/>
          </a:xfrm>
          <a:prstGeom xmlns:a="http://schemas.openxmlformats.org/drawingml/2006/main" prst="roundRect">
            <a:avLst>
              <a:gd name="adj" fmla="val 21569"/>
            </a:avLst>
          </a:pr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</a:ln>
        </p:spPr>
        <p:style>
          <a:lnRef xmlns:a="http://schemas.openxmlformats.org/drawingml/2006/main" idx="0"/>
          <a:fillRef xmlns:a="http://schemas.openxmlformats.org/drawingml/2006/main" idx="0"/>
          <a:effectRef xmlns:a="http://schemas.openxmlformats.org/drawingml/2006/main" idx="7"/>
          <a:fontRef xmlns:a="http://schemas.openxmlformats.org/drawingml/2006/main" idx="major"/>
        </p:style>
      </p:sp>
      <p:sp>
        <p:nvSpPr>
          <p:cNvPr id="55" name="">
            <a:extLst xmlns:a="http://schemas.openxmlformats.org/drawingml/2006/main">
              <a:ext uri="{FF2B5EF4-FFF2-40B4-BE49-F238E27FC236}">
                <a16:creationId xmlns:a16="http://schemas.microsoft.com/office/drawing/2014/main" id="{60FF6EAE-AFEB-4F42-A4D8-CC4D88AA515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857750" y="3524250"/>
            <a:ext cx="3400425" cy="971550"/>
          </a:xfrm>
          <a:prstGeom xmlns:a="http://schemas.openxmlformats.org/drawingml/2006/main" prst="roundRect">
            <a:avLst>
              <a:gd name="adj" fmla="val 21569"/>
            </a:avLst>
          </a:pr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</a:ln>
        </p:spPr>
        <p:style>
          <a:lnRef xmlns:a="http://schemas.openxmlformats.org/drawingml/2006/main" idx="0"/>
          <a:fillRef xmlns:a="http://schemas.openxmlformats.org/drawingml/2006/main" idx="0"/>
          <a:effectRef xmlns:a="http://schemas.openxmlformats.org/drawingml/2006/main" idx="7"/>
          <a:fontRef xmlns:a="http://schemas.openxmlformats.org/drawingml/2006/main" idx="major"/>
        </p:style>
      </p:sp>
      <p:sp>
        <p:nvSpPr>
          <p:cNvPr id="56" name="">
            <a:extLst xmlns:a="http://schemas.openxmlformats.org/drawingml/2006/main">
              <a:ext uri="{FF2B5EF4-FFF2-40B4-BE49-F238E27FC236}">
                <a16:creationId xmlns:a16="http://schemas.microsoft.com/office/drawing/2014/main" id="{7C662B8A-F405-4AB8-ACFC-C1F59BE9EE5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077325" y="3524250"/>
            <a:ext cx="3400425" cy="971550"/>
          </a:xfrm>
          <a:prstGeom xmlns:a="http://schemas.openxmlformats.org/drawingml/2006/main" prst="roundRect">
            <a:avLst>
              <a:gd name="adj" fmla="val 21569"/>
            </a:avLst>
          </a:pr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</a:ln>
        </p:spPr>
        <p:style>
          <a:lnRef xmlns:a="http://schemas.openxmlformats.org/drawingml/2006/main" idx="0"/>
          <a:fillRef xmlns:a="http://schemas.openxmlformats.org/drawingml/2006/main" idx="0"/>
          <a:effectRef xmlns:a="http://schemas.openxmlformats.org/drawingml/2006/main" idx="7"/>
          <a:fontRef xmlns:a="http://schemas.openxmlformats.org/drawingml/2006/main" idx="major"/>
        </p:style>
      </p:sp>
      <p:sp>
        <p:nvSpPr>
          <p:cNvPr id="57" name="">
            <a:extLst xmlns:a="http://schemas.openxmlformats.org/drawingml/2006/main">
              <a:ext uri="{FF2B5EF4-FFF2-40B4-BE49-F238E27FC236}">
                <a16:creationId xmlns:a16="http://schemas.microsoft.com/office/drawing/2014/main" id="{0DFA887E-BDA7-4C74-A6DD-C3CCF0116C6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628775" y="3743325"/>
            <a:ext cx="2333625" cy="71437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/>
          <a:lstStyle xmlns:a="http://schemas.openxmlformats.org/drawingml/2006/main">
            <a:defPPr algn="ctr">
              <a:defRPr sz="202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defPPr>
            <a:lvl1pPr algn="ctr">
              <a:defRPr sz="202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1pPr>
            <a:lvl2pPr algn="ctr">
              <a:defRPr sz="202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2pPr>
            <a:lvl3pPr algn="ctr">
              <a:defRPr sz="202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3pPr>
            <a:lvl4pPr algn="ctr">
              <a:defRPr sz="202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4pPr>
            <a:lvl5pPr algn="ctr">
              <a:defRPr sz="202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5pPr>
            <a:lvl6pPr algn="ctr">
              <a:defRPr sz="202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6pPr>
            <a:lvl7pPr algn="ctr">
              <a:defRPr sz="202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7pPr>
            <a:lvl8pPr algn="ctr">
              <a:defRPr sz="202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8pPr>
            <a:lvl9pPr algn="ctr">
              <a:defRPr sz="202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9pPr>
          </a:lstStyle>
          <a:p xmlns:a="http://schemas.openxmlformats.org/drawingml/2006/main">
            <a:pPr algn="ctr">
              <a:lnSpc>
                <a:spcPct val="105000"/>
              </a:lnSpc>
              <a:buNone/>
              <a:defRPr sz="202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pPr>
            <a:r>
              <a:rPr sz="2025" b="0">
                <a:solidFill>
                  <a:srgbClr val="111111"/>
                </a:solidFill>
                <a:latin typeface="Arial"/>
                <a:ea typeface="Arial"/>
                <a:cs typeface="Arial"/>
              </a:rPr>
              <a:t>Dudas sobre</a:t>
            </a:r>
          </a:p>
          <a:p xmlns:a="http://schemas.openxmlformats.org/drawingml/2006/main">
            <a:pPr algn="ctr">
              <a:lnSpc>
                <a:spcPct val="105000"/>
              </a:lnSpc>
              <a:buNone/>
              <a:defRPr sz="202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pPr>
            <a:r>
              <a:rPr sz="2025" b="0">
                <a:solidFill>
                  <a:srgbClr val="111111"/>
                </a:solidFill>
                <a:latin typeface="Arial"/>
                <a:ea typeface="Arial"/>
                <a:cs typeface="Arial"/>
              </a:rPr>
              <a:t>cuánto queda</a:t>
            </a:r>
          </a:p>
        </p:txBody>
      </p:sp>
      <p:sp>
        <p:nvSpPr>
          <p:cNvPr id="58" name="">
            <a:extLst xmlns:a="http://schemas.openxmlformats.org/drawingml/2006/main">
              <a:ext uri="{FF2B5EF4-FFF2-40B4-BE49-F238E27FC236}">
                <a16:creationId xmlns:a16="http://schemas.microsoft.com/office/drawing/2014/main" id="{8AE501C3-14DF-4C81-AD48-1ABC806C6B5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972050" y="3743325"/>
            <a:ext cx="3171825" cy="71437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/>
          <a:lstStyle xmlns:a="http://schemas.openxmlformats.org/drawingml/2006/main">
            <a:defPPr algn="ctr">
              <a:defRPr sz="195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defPPr>
            <a:lvl1pPr algn="ctr">
              <a:defRPr sz="195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1pPr>
            <a:lvl2pPr algn="ctr">
              <a:defRPr sz="195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2pPr>
            <a:lvl3pPr algn="ctr">
              <a:defRPr sz="195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3pPr>
            <a:lvl4pPr algn="ctr">
              <a:defRPr sz="195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4pPr>
            <a:lvl5pPr algn="ctr">
              <a:defRPr sz="195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5pPr>
            <a:lvl6pPr algn="ctr">
              <a:defRPr sz="195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6pPr>
            <a:lvl7pPr algn="ctr">
              <a:defRPr sz="195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7pPr>
            <a:lvl8pPr algn="ctr">
              <a:defRPr sz="195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8pPr>
            <a:lvl9pPr algn="ctr">
              <a:defRPr sz="195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9pPr>
          </a:lstStyle>
          <a:p xmlns:a="http://schemas.openxmlformats.org/drawingml/2006/main">
            <a:pPr algn="ctr">
              <a:lnSpc>
                <a:spcPct val="105000"/>
              </a:lnSpc>
              <a:buNone/>
              <a:defRPr sz="195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pPr>
            <a:r>
              <a:rPr sz="1950" b="0">
                <a:solidFill>
                  <a:srgbClr val="111111"/>
                </a:solidFill>
                <a:latin typeface="Arial"/>
                <a:ea typeface="Arial"/>
                <a:cs typeface="Arial"/>
              </a:rPr>
              <a:t>Existencias actualizadas</a:t>
            </a:r>
          </a:p>
          <a:p xmlns:a="http://schemas.openxmlformats.org/drawingml/2006/main">
            <a:pPr algn="ctr">
              <a:lnSpc>
                <a:spcPct val="105000"/>
              </a:lnSpc>
              <a:buNone/>
              <a:defRPr sz="195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pPr>
            <a:r>
              <a:rPr sz="1950" b="0">
                <a:solidFill>
                  <a:srgbClr val="111111"/>
                </a:solidFill>
                <a:latin typeface="Arial"/>
                <a:ea typeface="Arial"/>
                <a:cs typeface="Arial"/>
              </a:rPr>
              <a:t>al registrar operaciones</a:t>
            </a:r>
          </a:p>
        </p:txBody>
      </p:sp>
      <p:sp>
        <p:nvSpPr>
          <p:cNvPr id="59" name="">
            <a:extLst xmlns:a="http://schemas.openxmlformats.org/drawingml/2006/main">
              <a:ext uri="{FF2B5EF4-FFF2-40B4-BE49-F238E27FC236}">
                <a16:creationId xmlns:a16="http://schemas.microsoft.com/office/drawing/2014/main" id="{386EB548-C3FC-4943-9664-C1FEDC0BAF3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210675" y="3743325"/>
            <a:ext cx="3143250" cy="71437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/>
          <a:lstStyle xmlns:a="http://schemas.openxmlformats.org/drawingml/2006/main">
            <a:defPPr algn="ctr">
              <a:defRPr sz="195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defPPr>
            <a:lvl1pPr algn="ctr">
              <a:defRPr sz="195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1pPr>
            <a:lvl2pPr algn="ctr">
              <a:defRPr sz="195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2pPr>
            <a:lvl3pPr algn="ctr">
              <a:defRPr sz="195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3pPr>
            <a:lvl4pPr algn="ctr">
              <a:defRPr sz="195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4pPr>
            <a:lvl5pPr algn="ctr">
              <a:defRPr sz="195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5pPr>
            <a:lvl6pPr algn="ctr">
              <a:defRPr sz="195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6pPr>
            <a:lvl7pPr algn="ctr">
              <a:defRPr sz="195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7pPr>
            <a:lvl8pPr algn="ctr">
              <a:defRPr sz="195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8pPr>
            <a:lvl9pPr algn="ctr">
              <a:defRPr sz="195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9pPr>
          </a:lstStyle>
          <a:p xmlns:a="http://schemas.openxmlformats.org/drawingml/2006/main">
            <a:pPr algn="ctr">
              <a:lnSpc>
                <a:spcPct val="105000"/>
              </a:lnSpc>
              <a:buNone/>
              <a:defRPr sz="195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pPr>
            <a:r>
              <a:rPr sz="1950" b="0">
                <a:solidFill>
                  <a:srgbClr val="111111"/>
                </a:solidFill>
                <a:latin typeface="Arial"/>
                <a:ea typeface="Arial"/>
                <a:cs typeface="Arial"/>
              </a:rPr>
              <a:t>Consultar disponibilidad</a:t>
            </a:r>
          </a:p>
          <a:p xmlns:a="http://schemas.openxmlformats.org/drawingml/2006/main">
            <a:pPr algn="ctr">
              <a:lnSpc>
                <a:spcPct val="105000"/>
              </a:lnSpc>
              <a:buNone/>
              <a:defRPr sz="195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pPr>
            <a:r>
              <a:rPr sz="1950" b="0">
                <a:solidFill>
                  <a:srgbClr val="111111"/>
                </a:solidFill>
                <a:latin typeface="Arial"/>
                <a:ea typeface="Arial"/>
                <a:cs typeface="Arial"/>
              </a:rPr>
              <a:t>y orientar la reposición</a:t>
            </a:r>
          </a:p>
        </p:txBody>
      </p:sp>
      <p:sp>
        <p:nvSpPr>
          <p:cNvPr id="60" name="">
            <a:extLst xmlns:a="http://schemas.openxmlformats.org/drawingml/2006/main">
              <a:ext uri="{FF2B5EF4-FFF2-40B4-BE49-F238E27FC236}">
                <a16:creationId xmlns:a16="http://schemas.microsoft.com/office/drawing/2014/main" id="{53607B6D-BC05-4605-AF93-D1413CC2B83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257675" y="3876675"/>
            <a:ext cx="361950" cy="257175"/>
          </a:xfrm>
          <a:prstGeom xmlns:a="http://schemas.openxmlformats.org/drawingml/2006/main" prst="rightArrow">
            <a:avLst/>
          </a:prstGeom>
          <a:solidFill xmlns:a="http://schemas.openxmlformats.org/drawingml/2006/main">
            <a:srgbClr val="2C5E9B"/>
          </a:solidFill>
          <a:ln xmlns:a="http://schemas.openxmlformats.org/drawingml/2006/main" w="0">
            <a:noFill/>
          </a:ln>
        </p:spPr>
      </p:sp>
      <p:sp>
        <p:nvSpPr>
          <p:cNvPr id="61" name="">
            <a:extLst xmlns:a="http://schemas.openxmlformats.org/drawingml/2006/main">
              <a:ext uri="{FF2B5EF4-FFF2-40B4-BE49-F238E27FC236}">
                <a16:creationId xmlns:a16="http://schemas.microsoft.com/office/drawing/2014/main" id="{E253A360-39C9-47FA-92C5-BCB127760F9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8477250" y="3876675"/>
            <a:ext cx="361950" cy="257175"/>
          </a:xfrm>
          <a:prstGeom xmlns:a="http://schemas.openxmlformats.org/drawingml/2006/main" prst="rightArrow">
            <a:avLst/>
          </a:prstGeom>
          <a:solidFill xmlns:a="http://schemas.openxmlformats.org/drawingml/2006/main">
            <a:srgbClr val="2C5E9B"/>
          </a:solidFill>
          <a:ln xmlns:a="http://schemas.openxmlformats.org/drawingml/2006/main" w="0">
            <a:noFill/>
          </a:ln>
        </p:spPr>
      </p:sp>
      <p:sp>
        <p:nvSpPr>
          <p:cNvPr id="62" name="box vector #ffffff">
            <a:extLst xmlns:a="http://schemas.openxmlformats.org/drawingml/2006/main">
              <a:ext uri="{FF2B5EF4-FFF2-40B4-BE49-F238E27FC236}">
                <a16:creationId xmlns:a16="http://schemas.microsoft.com/office/drawing/2014/main" id="{8CD7FBFC-2C09-472D-B8D5-026254F9702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57250" y="3686175"/>
            <a:ext cx="704850" cy="704850"/>
          </a:xfrm>
          <a:custGeom xmlns:a="http://schemas.openxmlformats.org/drawingml/2006/main">
            <a:pathLst>
              <a:path w="714375" h="666750">
                <a:moveTo>
                  <a:pt x="0" y="0"/>
                </a:moveTo>
                <a:lnTo>
                  <a:pt x="152400" y="0"/>
                </a:lnTo>
                <a:lnTo>
                  <a:pt x="152400" y="9525"/>
                </a:lnTo>
                <a:lnTo>
                  <a:pt x="171450" y="9525"/>
                </a:lnTo>
                <a:lnTo>
                  <a:pt x="171450" y="0"/>
                </a:lnTo>
                <a:lnTo>
                  <a:pt x="228600" y="0"/>
                </a:lnTo>
                <a:lnTo>
                  <a:pt x="228600" y="66675"/>
                </a:lnTo>
                <a:lnTo>
                  <a:pt x="219075" y="66675"/>
                </a:lnTo>
                <a:lnTo>
                  <a:pt x="219075" y="76200"/>
                </a:lnTo>
                <a:lnTo>
                  <a:pt x="200025" y="76200"/>
                </a:lnTo>
                <a:lnTo>
                  <a:pt x="200025" y="85725"/>
                </a:lnTo>
                <a:lnTo>
                  <a:pt x="161925" y="85725"/>
                </a:lnTo>
                <a:lnTo>
                  <a:pt x="161925" y="76200"/>
                </a:lnTo>
                <a:lnTo>
                  <a:pt x="152400" y="76200"/>
                </a:lnTo>
                <a:lnTo>
                  <a:pt x="152400" y="85725"/>
                </a:lnTo>
                <a:lnTo>
                  <a:pt x="133350" y="85725"/>
                </a:lnTo>
                <a:lnTo>
                  <a:pt x="133350" y="95250"/>
                </a:lnTo>
                <a:lnTo>
                  <a:pt x="123825" y="95250"/>
                </a:lnTo>
                <a:lnTo>
                  <a:pt x="123825" y="114300"/>
                </a:lnTo>
                <a:lnTo>
                  <a:pt x="104775" y="114300"/>
                </a:lnTo>
                <a:lnTo>
                  <a:pt x="104775" y="133350"/>
                </a:lnTo>
                <a:lnTo>
                  <a:pt x="85725" y="133350"/>
                </a:lnTo>
                <a:lnTo>
                  <a:pt x="85725" y="142875"/>
                </a:lnTo>
                <a:lnTo>
                  <a:pt x="76200" y="142875"/>
                </a:lnTo>
                <a:lnTo>
                  <a:pt x="76200" y="152400"/>
                </a:lnTo>
                <a:lnTo>
                  <a:pt x="0" y="152400"/>
                </a:lnTo>
                <a:close/>
                <a:moveTo>
                  <a:pt x="247650" y="0"/>
                </a:moveTo>
                <a:lnTo>
                  <a:pt x="266700" y="0"/>
                </a:lnTo>
                <a:lnTo>
                  <a:pt x="266700" y="19050"/>
                </a:lnTo>
                <a:lnTo>
                  <a:pt x="247650" y="19050"/>
                </a:lnTo>
                <a:close/>
                <a:moveTo>
                  <a:pt x="285750" y="0"/>
                </a:moveTo>
                <a:lnTo>
                  <a:pt x="457200" y="0"/>
                </a:lnTo>
                <a:lnTo>
                  <a:pt x="457200" y="28575"/>
                </a:lnTo>
                <a:lnTo>
                  <a:pt x="485775" y="28575"/>
                </a:lnTo>
                <a:lnTo>
                  <a:pt x="485775" y="9525"/>
                </a:lnTo>
                <a:lnTo>
                  <a:pt x="504825" y="9525"/>
                </a:lnTo>
                <a:lnTo>
                  <a:pt x="504825" y="0"/>
                </a:lnTo>
                <a:lnTo>
                  <a:pt x="514350" y="0"/>
                </a:lnTo>
                <a:lnTo>
                  <a:pt x="514350" y="9525"/>
                </a:lnTo>
                <a:lnTo>
                  <a:pt x="533400" y="9525"/>
                </a:lnTo>
                <a:lnTo>
                  <a:pt x="533400" y="19050"/>
                </a:lnTo>
                <a:lnTo>
                  <a:pt x="542925" y="19050"/>
                </a:lnTo>
                <a:lnTo>
                  <a:pt x="542925" y="9525"/>
                </a:lnTo>
                <a:lnTo>
                  <a:pt x="552450" y="9525"/>
                </a:lnTo>
                <a:lnTo>
                  <a:pt x="552450" y="0"/>
                </a:lnTo>
                <a:lnTo>
                  <a:pt x="685800" y="0"/>
                </a:lnTo>
                <a:lnTo>
                  <a:pt x="685800" y="19050"/>
                </a:lnTo>
                <a:lnTo>
                  <a:pt x="695325" y="19050"/>
                </a:lnTo>
                <a:lnTo>
                  <a:pt x="695325" y="28575"/>
                </a:lnTo>
                <a:lnTo>
                  <a:pt x="714375" y="28575"/>
                </a:lnTo>
                <a:lnTo>
                  <a:pt x="714375" y="466725"/>
                </a:lnTo>
                <a:lnTo>
                  <a:pt x="704850" y="466725"/>
                </a:lnTo>
                <a:lnTo>
                  <a:pt x="704850" y="476250"/>
                </a:lnTo>
                <a:lnTo>
                  <a:pt x="714375" y="476250"/>
                </a:lnTo>
                <a:lnTo>
                  <a:pt x="714375" y="666750"/>
                </a:lnTo>
                <a:lnTo>
                  <a:pt x="495300" y="666750"/>
                </a:lnTo>
                <a:lnTo>
                  <a:pt x="495300" y="657225"/>
                </a:lnTo>
                <a:lnTo>
                  <a:pt x="504825" y="657225"/>
                </a:lnTo>
                <a:lnTo>
                  <a:pt x="504825" y="628650"/>
                </a:lnTo>
                <a:lnTo>
                  <a:pt x="485775" y="628650"/>
                </a:lnTo>
                <a:lnTo>
                  <a:pt x="485775" y="666750"/>
                </a:lnTo>
                <a:lnTo>
                  <a:pt x="371475" y="666750"/>
                </a:lnTo>
                <a:lnTo>
                  <a:pt x="371475" y="657225"/>
                </a:lnTo>
                <a:lnTo>
                  <a:pt x="381000" y="657225"/>
                </a:lnTo>
                <a:lnTo>
                  <a:pt x="381000" y="647700"/>
                </a:lnTo>
                <a:lnTo>
                  <a:pt x="400050" y="647700"/>
                </a:lnTo>
                <a:lnTo>
                  <a:pt x="400050" y="638175"/>
                </a:lnTo>
                <a:lnTo>
                  <a:pt x="409575" y="638175"/>
                </a:lnTo>
                <a:lnTo>
                  <a:pt x="409575" y="628650"/>
                </a:lnTo>
                <a:lnTo>
                  <a:pt x="419100" y="628650"/>
                </a:lnTo>
                <a:lnTo>
                  <a:pt x="419100" y="619125"/>
                </a:lnTo>
                <a:lnTo>
                  <a:pt x="438150" y="619125"/>
                </a:lnTo>
                <a:lnTo>
                  <a:pt x="438150" y="609600"/>
                </a:lnTo>
                <a:lnTo>
                  <a:pt x="447675" y="609600"/>
                </a:lnTo>
                <a:lnTo>
                  <a:pt x="447675" y="600075"/>
                </a:lnTo>
                <a:lnTo>
                  <a:pt x="485775" y="600075"/>
                </a:lnTo>
                <a:lnTo>
                  <a:pt x="485775" y="609600"/>
                </a:lnTo>
                <a:lnTo>
                  <a:pt x="495300" y="609600"/>
                </a:lnTo>
                <a:lnTo>
                  <a:pt x="495300" y="600075"/>
                </a:lnTo>
                <a:lnTo>
                  <a:pt x="504825" y="600075"/>
                </a:lnTo>
                <a:lnTo>
                  <a:pt x="504825" y="590550"/>
                </a:lnTo>
                <a:lnTo>
                  <a:pt x="514350" y="590550"/>
                </a:lnTo>
                <a:lnTo>
                  <a:pt x="514350" y="581025"/>
                </a:lnTo>
                <a:lnTo>
                  <a:pt x="542925" y="581025"/>
                </a:lnTo>
                <a:lnTo>
                  <a:pt x="542925" y="571500"/>
                </a:lnTo>
                <a:lnTo>
                  <a:pt x="581025" y="571500"/>
                </a:lnTo>
                <a:lnTo>
                  <a:pt x="581025" y="561975"/>
                </a:lnTo>
                <a:lnTo>
                  <a:pt x="600075" y="561975"/>
                </a:lnTo>
                <a:lnTo>
                  <a:pt x="600075" y="552450"/>
                </a:lnTo>
                <a:lnTo>
                  <a:pt x="609600" y="552450"/>
                </a:lnTo>
                <a:lnTo>
                  <a:pt x="609600" y="581025"/>
                </a:lnTo>
                <a:lnTo>
                  <a:pt x="619125" y="581025"/>
                </a:lnTo>
                <a:lnTo>
                  <a:pt x="619125" y="552450"/>
                </a:lnTo>
                <a:lnTo>
                  <a:pt x="628650" y="552450"/>
                </a:lnTo>
                <a:lnTo>
                  <a:pt x="628650" y="542925"/>
                </a:lnTo>
                <a:lnTo>
                  <a:pt x="638175" y="542925"/>
                </a:lnTo>
                <a:lnTo>
                  <a:pt x="638175" y="533400"/>
                </a:lnTo>
                <a:lnTo>
                  <a:pt x="657225" y="533400"/>
                </a:lnTo>
                <a:lnTo>
                  <a:pt x="657225" y="523875"/>
                </a:lnTo>
                <a:lnTo>
                  <a:pt x="666750" y="523875"/>
                </a:lnTo>
                <a:lnTo>
                  <a:pt x="666750" y="514350"/>
                </a:lnTo>
                <a:lnTo>
                  <a:pt x="657225" y="514350"/>
                </a:lnTo>
                <a:lnTo>
                  <a:pt x="657225" y="504825"/>
                </a:lnTo>
                <a:lnTo>
                  <a:pt x="647700" y="504825"/>
                </a:lnTo>
                <a:lnTo>
                  <a:pt x="647700" y="476250"/>
                </a:lnTo>
                <a:lnTo>
                  <a:pt x="676275" y="476250"/>
                </a:lnTo>
                <a:lnTo>
                  <a:pt x="676275" y="466725"/>
                </a:lnTo>
                <a:lnTo>
                  <a:pt x="685800" y="466725"/>
                </a:lnTo>
                <a:lnTo>
                  <a:pt x="685800" y="457200"/>
                </a:lnTo>
                <a:lnTo>
                  <a:pt x="695325" y="457200"/>
                </a:lnTo>
                <a:lnTo>
                  <a:pt x="695325" y="447675"/>
                </a:lnTo>
                <a:lnTo>
                  <a:pt x="685800" y="447675"/>
                </a:lnTo>
                <a:lnTo>
                  <a:pt x="685800" y="428625"/>
                </a:lnTo>
                <a:lnTo>
                  <a:pt x="676275" y="428625"/>
                </a:lnTo>
                <a:lnTo>
                  <a:pt x="676275" y="409575"/>
                </a:lnTo>
                <a:lnTo>
                  <a:pt x="685800" y="409575"/>
                </a:lnTo>
                <a:lnTo>
                  <a:pt x="685800" y="381000"/>
                </a:lnTo>
                <a:lnTo>
                  <a:pt x="676275" y="381000"/>
                </a:lnTo>
                <a:lnTo>
                  <a:pt x="676275" y="371475"/>
                </a:lnTo>
                <a:lnTo>
                  <a:pt x="685800" y="371475"/>
                </a:lnTo>
                <a:lnTo>
                  <a:pt x="685800" y="333375"/>
                </a:lnTo>
                <a:lnTo>
                  <a:pt x="695325" y="333375"/>
                </a:lnTo>
                <a:lnTo>
                  <a:pt x="695325" y="304800"/>
                </a:lnTo>
                <a:lnTo>
                  <a:pt x="704850" y="304800"/>
                </a:lnTo>
                <a:lnTo>
                  <a:pt x="704850" y="285750"/>
                </a:lnTo>
                <a:lnTo>
                  <a:pt x="695325" y="285750"/>
                </a:lnTo>
                <a:lnTo>
                  <a:pt x="695325" y="228600"/>
                </a:lnTo>
                <a:lnTo>
                  <a:pt x="685800" y="228600"/>
                </a:lnTo>
                <a:lnTo>
                  <a:pt x="685800" y="219075"/>
                </a:lnTo>
                <a:lnTo>
                  <a:pt x="676275" y="219075"/>
                </a:lnTo>
                <a:lnTo>
                  <a:pt x="676275" y="209550"/>
                </a:lnTo>
                <a:lnTo>
                  <a:pt x="666750" y="209550"/>
                </a:lnTo>
                <a:lnTo>
                  <a:pt x="666750" y="200025"/>
                </a:lnTo>
                <a:lnTo>
                  <a:pt x="657225" y="200025"/>
                </a:lnTo>
                <a:lnTo>
                  <a:pt x="657225" y="180975"/>
                </a:lnTo>
                <a:lnTo>
                  <a:pt x="647700" y="180975"/>
                </a:lnTo>
                <a:lnTo>
                  <a:pt x="647700" y="171450"/>
                </a:lnTo>
                <a:lnTo>
                  <a:pt x="638175" y="171450"/>
                </a:lnTo>
                <a:lnTo>
                  <a:pt x="638175" y="161925"/>
                </a:lnTo>
                <a:lnTo>
                  <a:pt x="628650" y="161925"/>
                </a:lnTo>
                <a:lnTo>
                  <a:pt x="628650" y="152400"/>
                </a:lnTo>
                <a:lnTo>
                  <a:pt x="619125" y="152400"/>
                </a:lnTo>
                <a:lnTo>
                  <a:pt x="619125" y="133350"/>
                </a:lnTo>
                <a:lnTo>
                  <a:pt x="609600" y="133350"/>
                </a:lnTo>
                <a:lnTo>
                  <a:pt x="609600" y="114300"/>
                </a:lnTo>
                <a:lnTo>
                  <a:pt x="600075" y="114300"/>
                </a:lnTo>
                <a:lnTo>
                  <a:pt x="600075" y="104775"/>
                </a:lnTo>
                <a:lnTo>
                  <a:pt x="609600" y="104775"/>
                </a:lnTo>
                <a:lnTo>
                  <a:pt x="609600" y="76200"/>
                </a:lnTo>
                <a:lnTo>
                  <a:pt x="590550" y="76200"/>
                </a:lnTo>
                <a:lnTo>
                  <a:pt x="590550" y="85725"/>
                </a:lnTo>
                <a:lnTo>
                  <a:pt x="571500" y="85725"/>
                </a:lnTo>
                <a:lnTo>
                  <a:pt x="571500" y="95250"/>
                </a:lnTo>
                <a:lnTo>
                  <a:pt x="552450" y="95250"/>
                </a:lnTo>
                <a:lnTo>
                  <a:pt x="552450" y="85725"/>
                </a:lnTo>
                <a:lnTo>
                  <a:pt x="523875" y="85725"/>
                </a:lnTo>
                <a:lnTo>
                  <a:pt x="523875" y="95250"/>
                </a:lnTo>
                <a:lnTo>
                  <a:pt x="514350" y="95250"/>
                </a:lnTo>
                <a:lnTo>
                  <a:pt x="514350" y="85725"/>
                </a:lnTo>
                <a:lnTo>
                  <a:pt x="495300" y="85725"/>
                </a:lnTo>
                <a:lnTo>
                  <a:pt x="495300" y="76200"/>
                </a:lnTo>
                <a:lnTo>
                  <a:pt x="466725" y="76200"/>
                </a:lnTo>
                <a:lnTo>
                  <a:pt x="466725" y="57150"/>
                </a:lnTo>
                <a:lnTo>
                  <a:pt x="438150" y="57150"/>
                </a:lnTo>
                <a:lnTo>
                  <a:pt x="438150" y="47625"/>
                </a:lnTo>
                <a:lnTo>
                  <a:pt x="428625" y="47625"/>
                </a:lnTo>
                <a:lnTo>
                  <a:pt x="428625" y="38100"/>
                </a:lnTo>
                <a:lnTo>
                  <a:pt x="400050" y="38100"/>
                </a:lnTo>
                <a:lnTo>
                  <a:pt x="400050" y="28575"/>
                </a:lnTo>
                <a:lnTo>
                  <a:pt x="323850" y="28575"/>
                </a:lnTo>
                <a:lnTo>
                  <a:pt x="323850" y="19050"/>
                </a:lnTo>
                <a:lnTo>
                  <a:pt x="304800" y="19050"/>
                </a:lnTo>
                <a:lnTo>
                  <a:pt x="304800" y="28575"/>
                </a:lnTo>
                <a:lnTo>
                  <a:pt x="285750" y="28575"/>
                </a:lnTo>
                <a:close/>
                <a:moveTo>
                  <a:pt x="590550" y="38100"/>
                </a:moveTo>
                <a:lnTo>
                  <a:pt x="561975" y="38100"/>
                </a:lnTo>
                <a:lnTo>
                  <a:pt x="561975" y="47625"/>
                </a:lnTo>
                <a:lnTo>
                  <a:pt x="552450" y="47625"/>
                </a:lnTo>
                <a:lnTo>
                  <a:pt x="552450" y="57150"/>
                </a:lnTo>
                <a:lnTo>
                  <a:pt x="581025" y="57150"/>
                </a:lnTo>
                <a:lnTo>
                  <a:pt x="581025" y="47625"/>
                </a:lnTo>
                <a:lnTo>
                  <a:pt x="590550" y="47625"/>
                </a:lnTo>
                <a:close/>
                <a:moveTo>
                  <a:pt x="590550" y="38100"/>
                </a:moveTo>
                <a:lnTo>
                  <a:pt x="628650" y="38100"/>
                </a:lnTo>
                <a:lnTo>
                  <a:pt x="628650" y="19050"/>
                </a:lnTo>
                <a:lnTo>
                  <a:pt x="600075" y="19050"/>
                </a:lnTo>
                <a:lnTo>
                  <a:pt x="600075" y="28575"/>
                </a:lnTo>
                <a:lnTo>
                  <a:pt x="590550" y="28575"/>
                </a:lnTo>
                <a:close/>
                <a:moveTo>
                  <a:pt x="514350" y="66675"/>
                </a:moveTo>
                <a:lnTo>
                  <a:pt x="523875" y="66675"/>
                </a:lnTo>
                <a:lnTo>
                  <a:pt x="523875" y="76200"/>
                </a:lnTo>
                <a:lnTo>
                  <a:pt x="552450" y="76200"/>
                </a:lnTo>
                <a:lnTo>
                  <a:pt x="552450" y="66675"/>
                </a:lnTo>
                <a:lnTo>
                  <a:pt x="542925" y="66675"/>
                </a:lnTo>
                <a:lnTo>
                  <a:pt x="542925" y="47625"/>
                </a:lnTo>
                <a:lnTo>
                  <a:pt x="514350" y="47625"/>
                </a:lnTo>
                <a:close/>
                <a:moveTo>
                  <a:pt x="666750" y="66675"/>
                </a:moveTo>
                <a:lnTo>
                  <a:pt x="695325" y="66675"/>
                </a:lnTo>
                <a:lnTo>
                  <a:pt x="695325" y="47625"/>
                </a:lnTo>
                <a:lnTo>
                  <a:pt x="685800" y="47625"/>
                </a:lnTo>
                <a:lnTo>
                  <a:pt x="685800" y="38100"/>
                </a:lnTo>
                <a:lnTo>
                  <a:pt x="666750" y="38100"/>
                </a:lnTo>
                <a:close/>
                <a:moveTo>
                  <a:pt x="104775" y="95250"/>
                </a:moveTo>
                <a:lnTo>
                  <a:pt x="114300" y="95250"/>
                </a:lnTo>
                <a:lnTo>
                  <a:pt x="114300" y="76200"/>
                </a:lnTo>
                <a:lnTo>
                  <a:pt x="104775" y="76200"/>
                </a:lnTo>
                <a:lnTo>
                  <a:pt x="104775" y="66675"/>
                </a:lnTo>
                <a:lnTo>
                  <a:pt x="95250" y="66675"/>
                </a:lnTo>
                <a:lnTo>
                  <a:pt x="95250" y="57150"/>
                </a:lnTo>
                <a:lnTo>
                  <a:pt x="85725" y="57150"/>
                </a:lnTo>
                <a:lnTo>
                  <a:pt x="85725" y="104775"/>
                </a:lnTo>
                <a:lnTo>
                  <a:pt x="104775" y="104775"/>
                </a:lnTo>
                <a:close/>
                <a:moveTo>
                  <a:pt x="647700" y="152400"/>
                </a:moveTo>
                <a:lnTo>
                  <a:pt x="666750" y="152400"/>
                </a:lnTo>
                <a:lnTo>
                  <a:pt x="666750" y="123825"/>
                </a:lnTo>
                <a:lnTo>
                  <a:pt x="647700" y="123825"/>
                </a:lnTo>
                <a:close/>
                <a:moveTo>
                  <a:pt x="19050" y="352425"/>
                </a:moveTo>
                <a:lnTo>
                  <a:pt x="28575" y="352425"/>
                </a:lnTo>
                <a:lnTo>
                  <a:pt x="28575" y="361950"/>
                </a:lnTo>
                <a:lnTo>
                  <a:pt x="38100" y="361950"/>
                </a:lnTo>
                <a:lnTo>
                  <a:pt x="38100" y="371475"/>
                </a:lnTo>
                <a:lnTo>
                  <a:pt x="57150" y="371475"/>
                </a:lnTo>
                <a:lnTo>
                  <a:pt x="57150" y="390525"/>
                </a:lnTo>
                <a:lnTo>
                  <a:pt x="38100" y="390525"/>
                </a:lnTo>
                <a:lnTo>
                  <a:pt x="38100" y="400050"/>
                </a:lnTo>
                <a:lnTo>
                  <a:pt x="19050" y="400050"/>
                </a:lnTo>
                <a:lnTo>
                  <a:pt x="19050" y="409575"/>
                </a:lnTo>
                <a:lnTo>
                  <a:pt x="0" y="409575"/>
                </a:lnTo>
                <a:lnTo>
                  <a:pt x="0" y="381000"/>
                </a:lnTo>
                <a:lnTo>
                  <a:pt x="9525" y="381000"/>
                </a:lnTo>
                <a:lnTo>
                  <a:pt x="9525" y="361950"/>
                </a:lnTo>
                <a:lnTo>
                  <a:pt x="19050" y="361950"/>
                </a:lnTo>
                <a:close/>
                <a:moveTo>
                  <a:pt x="47625" y="419100"/>
                </a:moveTo>
                <a:lnTo>
                  <a:pt x="57150" y="419100"/>
                </a:lnTo>
                <a:lnTo>
                  <a:pt x="57150" y="428625"/>
                </a:lnTo>
                <a:lnTo>
                  <a:pt x="66675" y="428625"/>
                </a:lnTo>
                <a:lnTo>
                  <a:pt x="66675" y="514350"/>
                </a:lnTo>
                <a:lnTo>
                  <a:pt x="76200" y="514350"/>
                </a:lnTo>
                <a:lnTo>
                  <a:pt x="76200" y="542925"/>
                </a:lnTo>
                <a:lnTo>
                  <a:pt x="85725" y="542925"/>
                </a:lnTo>
                <a:lnTo>
                  <a:pt x="85725" y="581025"/>
                </a:lnTo>
                <a:lnTo>
                  <a:pt x="104775" y="581025"/>
                </a:lnTo>
                <a:lnTo>
                  <a:pt x="104775" y="571500"/>
                </a:lnTo>
                <a:lnTo>
                  <a:pt x="95250" y="571500"/>
                </a:lnTo>
                <a:lnTo>
                  <a:pt x="95250" y="552450"/>
                </a:lnTo>
                <a:lnTo>
                  <a:pt x="104775" y="552450"/>
                </a:lnTo>
                <a:lnTo>
                  <a:pt x="104775" y="561975"/>
                </a:lnTo>
                <a:lnTo>
                  <a:pt x="123825" y="561975"/>
                </a:lnTo>
                <a:lnTo>
                  <a:pt x="123825" y="571500"/>
                </a:lnTo>
                <a:lnTo>
                  <a:pt x="133350" y="571500"/>
                </a:lnTo>
                <a:lnTo>
                  <a:pt x="133350" y="590550"/>
                </a:lnTo>
                <a:lnTo>
                  <a:pt x="142875" y="590550"/>
                </a:lnTo>
                <a:lnTo>
                  <a:pt x="142875" y="600075"/>
                </a:lnTo>
                <a:lnTo>
                  <a:pt x="161925" y="600075"/>
                </a:lnTo>
                <a:lnTo>
                  <a:pt x="161925" y="590550"/>
                </a:lnTo>
                <a:lnTo>
                  <a:pt x="190500" y="590550"/>
                </a:lnTo>
                <a:lnTo>
                  <a:pt x="190500" y="600075"/>
                </a:lnTo>
                <a:lnTo>
                  <a:pt x="209550" y="600075"/>
                </a:lnTo>
                <a:lnTo>
                  <a:pt x="209550" y="609600"/>
                </a:lnTo>
                <a:lnTo>
                  <a:pt x="238125" y="609600"/>
                </a:lnTo>
                <a:lnTo>
                  <a:pt x="238125" y="619125"/>
                </a:lnTo>
                <a:lnTo>
                  <a:pt x="266700" y="619125"/>
                </a:lnTo>
                <a:lnTo>
                  <a:pt x="266700" y="628650"/>
                </a:lnTo>
                <a:lnTo>
                  <a:pt x="285750" y="628650"/>
                </a:lnTo>
                <a:lnTo>
                  <a:pt x="285750" y="638175"/>
                </a:lnTo>
                <a:lnTo>
                  <a:pt x="304800" y="638175"/>
                </a:lnTo>
                <a:lnTo>
                  <a:pt x="304800" y="647700"/>
                </a:lnTo>
                <a:lnTo>
                  <a:pt x="314325" y="647700"/>
                </a:lnTo>
                <a:lnTo>
                  <a:pt x="314325" y="657225"/>
                </a:lnTo>
                <a:lnTo>
                  <a:pt x="323850" y="657225"/>
                </a:lnTo>
                <a:lnTo>
                  <a:pt x="323850" y="666750"/>
                </a:lnTo>
                <a:lnTo>
                  <a:pt x="0" y="666750"/>
                </a:lnTo>
                <a:lnTo>
                  <a:pt x="0" y="438150"/>
                </a:lnTo>
                <a:lnTo>
                  <a:pt x="19050" y="438150"/>
                </a:lnTo>
                <a:lnTo>
                  <a:pt x="19050" y="447675"/>
                </a:lnTo>
                <a:lnTo>
                  <a:pt x="28575" y="447675"/>
                </a:lnTo>
                <a:lnTo>
                  <a:pt x="28575" y="428625"/>
                </a:lnTo>
                <a:lnTo>
                  <a:pt x="47625" y="428625"/>
                </a:lnTo>
                <a:close/>
                <a:moveTo>
                  <a:pt x="533400" y="600075"/>
                </a:moveTo>
                <a:lnTo>
                  <a:pt x="552450" y="600075"/>
                </a:lnTo>
                <a:lnTo>
                  <a:pt x="552450" y="590550"/>
                </a:lnTo>
                <a:lnTo>
                  <a:pt x="533400" y="590550"/>
                </a:lnTo>
                <a:close/>
                <a:moveTo>
                  <a:pt x="647700" y="619125"/>
                </a:moveTo>
                <a:lnTo>
                  <a:pt x="666750" y="619125"/>
                </a:lnTo>
                <a:lnTo>
                  <a:pt x="666750" y="600075"/>
                </a:lnTo>
                <a:lnTo>
                  <a:pt x="647700" y="600075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</a:ln>
        </p:spPr>
      </p:sp>
      <p:sp>
        <p:nvSpPr>
          <p:cNvPr id="63" name="box vector #fffffd">
            <a:extLst xmlns:a="http://schemas.openxmlformats.org/drawingml/2006/main">
              <a:ext uri="{FF2B5EF4-FFF2-40B4-BE49-F238E27FC236}">
                <a16:creationId xmlns:a16="http://schemas.microsoft.com/office/drawing/2014/main" id="{88B41BF5-1F47-491B-B587-50133509BEE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57250" y="3686175"/>
            <a:ext cx="704850" cy="704850"/>
          </a:xfrm>
          <a:custGeom xmlns:a="http://schemas.openxmlformats.org/drawingml/2006/main">
            <a:pathLst>
              <a:path w="714375" h="666750">
                <a:moveTo>
                  <a:pt x="152400" y="0"/>
                </a:moveTo>
                <a:lnTo>
                  <a:pt x="171450" y="0"/>
                </a:lnTo>
                <a:lnTo>
                  <a:pt x="171450" y="9525"/>
                </a:lnTo>
                <a:lnTo>
                  <a:pt x="152400" y="9525"/>
                </a:lnTo>
                <a:close/>
                <a:moveTo>
                  <a:pt x="228600" y="0"/>
                </a:moveTo>
                <a:lnTo>
                  <a:pt x="247650" y="0"/>
                </a:lnTo>
                <a:lnTo>
                  <a:pt x="247650" y="19050"/>
                </a:lnTo>
                <a:lnTo>
                  <a:pt x="266700" y="19050"/>
                </a:lnTo>
                <a:lnTo>
                  <a:pt x="266700" y="0"/>
                </a:lnTo>
                <a:lnTo>
                  <a:pt x="285750" y="0"/>
                </a:lnTo>
                <a:lnTo>
                  <a:pt x="285750" y="28575"/>
                </a:lnTo>
                <a:lnTo>
                  <a:pt x="295275" y="28575"/>
                </a:lnTo>
                <a:lnTo>
                  <a:pt x="295275" y="38100"/>
                </a:lnTo>
                <a:lnTo>
                  <a:pt x="276225" y="38100"/>
                </a:lnTo>
                <a:lnTo>
                  <a:pt x="276225" y="28575"/>
                </a:lnTo>
                <a:lnTo>
                  <a:pt x="247650" y="28575"/>
                </a:lnTo>
                <a:lnTo>
                  <a:pt x="247650" y="38100"/>
                </a:lnTo>
                <a:lnTo>
                  <a:pt x="238125" y="38100"/>
                </a:lnTo>
                <a:lnTo>
                  <a:pt x="238125" y="47625"/>
                </a:lnTo>
                <a:lnTo>
                  <a:pt x="247650" y="47625"/>
                </a:lnTo>
                <a:lnTo>
                  <a:pt x="247650" y="66675"/>
                </a:lnTo>
                <a:lnTo>
                  <a:pt x="228600" y="66675"/>
                </a:lnTo>
                <a:close/>
                <a:moveTo>
                  <a:pt x="523875" y="0"/>
                </a:moveTo>
                <a:lnTo>
                  <a:pt x="552450" y="0"/>
                </a:lnTo>
                <a:lnTo>
                  <a:pt x="552450" y="9525"/>
                </a:lnTo>
                <a:lnTo>
                  <a:pt x="542925" y="9525"/>
                </a:lnTo>
                <a:lnTo>
                  <a:pt x="542925" y="19050"/>
                </a:lnTo>
                <a:lnTo>
                  <a:pt x="533400" y="19050"/>
                </a:lnTo>
                <a:lnTo>
                  <a:pt x="533400" y="9525"/>
                </a:lnTo>
                <a:lnTo>
                  <a:pt x="523875" y="9525"/>
                </a:lnTo>
                <a:close/>
                <a:moveTo>
                  <a:pt x="600075" y="19050"/>
                </a:moveTo>
                <a:lnTo>
                  <a:pt x="628650" y="19050"/>
                </a:lnTo>
                <a:lnTo>
                  <a:pt x="628650" y="38100"/>
                </a:lnTo>
                <a:lnTo>
                  <a:pt x="590550" y="38100"/>
                </a:lnTo>
                <a:lnTo>
                  <a:pt x="590550" y="28575"/>
                </a:lnTo>
                <a:lnTo>
                  <a:pt x="600075" y="28575"/>
                </a:lnTo>
                <a:close/>
                <a:moveTo>
                  <a:pt x="561975" y="38100"/>
                </a:moveTo>
                <a:lnTo>
                  <a:pt x="590550" y="38100"/>
                </a:lnTo>
                <a:lnTo>
                  <a:pt x="590550" y="47625"/>
                </a:lnTo>
                <a:lnTo>
                  <a:pt x="581025" y="47625"/>
                </a:lnTo>
                <a:lnTo>
                  <a:pt x="581025" y="57150"/>
                </a:lnTo>
                <a:lnTo>
                  <a:pt x="552450" y="57150"/>
                </a:lnTo>
                <a:lnTo>
                  <a:pt x="552450" y="47625"/>
                </a:lnTo>
                <a:lnTo>
                  <a:pt x="561975" y="47625"/>
                </a:lnTo>
                <a:close/>
                <a:moveTo>
                  <a:pt x="666750" y="38100"/>
                </a:moveTo>
                <a:lnTo>
                  <a:pt x="685800" y="38100"/>
                </a:lnTo>
                <a:lnTo>
                  <a:pt x="685800" y="47625"/>
                </a:lnTo>
                <a:lnTo>
                  <a:pt x="695325" y="47625"/>
                </a:lnTo>
                <a:lnTo>
                  <a:pt x="695325" y="66675"/>
                </a:lnTo>
                <a:lnTo>
                  <a:pt x="666750" y="66675"/>
                </a:lnTo>
                <a:close/>
                <a:moveTo>
                  <a:pt x="514350" y="47625"/>
                </a:moveTo>
                <a:lnTo>
                  <a:pt x="542925" y="47625"/>
                </a:lnTo>
                <a:lnTo>
                  <a:pt x="542925" y="66675"/>
                </a:lnTo>
                <a:lnTo>
                  <a:pt x="552450" y="66675"/>
                </a:lnTo>
                <a:lnTo>
                  <a:pt x="552450" y="76200"/>
                </a:lnTo>
                <a:lnTo>
                  <a:pt x="523875" y="76200"/>
                </a:lnTo>
                <a:lnTo>
                  <a:pt x="523875" y="66675"/>
                </a:lnTo>
                <a:lnTo>
                  <a:pt x="514350" y="66675"/>
                </a:lnTo>
                <a:close/>
                <a:moveTo>
                  <a:pt x="219075" y="66675"/>
                </a:moveTo>
                <a:lnTo>
                  <a:pt x="228600" y="66675"/>
                </a:lnTo>
                <a:lnTo>
                  <a:pt x="228600" y="76200"/>
                </a:lnTo>
                <a:lnTo>
                  <a:pt x="219075" y="76200"/>
                </a:lnTo>
                <a:close/>
                <a:moveTo>
                  <a:pt x="152400" y="76200"/>
                </a:moveTo>
                <a:lnTo>
                  <a:pt x="161925" y="76200"/>
                </a:lnTo>
                <a:lnTo>
                  <a:pt x="161925" y="95250"/>
                </a:lnTo>
                <a:lnTo>
                  <a:pt x="142875" y="95250"/>
                </a:lnTo>
                <a:lnTo>
                  <a:pt x="142875" y="85725"/>
                </a:lnTo>
                <a:lnTo>
                  <a:pt x="152400" y="85725"/>
                </a:lnTo>
                <a:close/>
                <a:moveTo>
                  <a:pt x="600075" y="76200"/>
                </a:moveTo>
                <a:lnTo>
                  <a:pt x="609600" y="76200"/>
                </a:lnTo>
                <a:lnTo>
                  <a:pt x="609600" y="85725"/>
                </a:lnTo>
                <a:lnTo>
                  <a:pt x="600075" y="85725"/>
                </a:lnTo>
                <a:close/>
                <a:moveTo>
                  <a:pt x="171450" y="85725"/>
                </a:moveTo>
                <a:lnTo>
                  <a:pt x="180975" y="85725"/>
                </a:lnTo>
                <a:lnTo>
                  <a:pt x="180975" y="95250"/>
                </a:lnTo>
                <a:lnTo>
                  <a:pt x="171450" y="95250"/>
                </a:lnTo>
                <a:close/>
                <a:moveTo>
                  <a:pt x="133350" y="95250"/>
                </a:moveTo>
                <a:lnTo>
                  <a:pt x="142875" y="95250"/>
                </a:lnTo>
                <a:lnTo>
                  <a:pt x="142875" y="114300"/>
                </a:lnTo>
                <a:lnTo>
                  <a:pt x="123825" y="114300"/>
                </a:lnTo>
                <a:lnTo>
                  <a:pt x="123825" y="104775"/>
                </a:lnTo>
                <a:lnTo>
                  <a:pt x="133350" y="104775"/>
                </a:lnTo>
                <a:close/>
                <a:moveTo>
                  <a:pt x="600075" y="95250"/>
                </a:moveTo>
                <a:lnTo>
                  <a:pt x="609600" y="95250"/>
                </a:lnTo>
                <a:lnTo>
                  <a:pt x="609600" y="104775"/>
                </a:lnTo>
                <a:lnTo>
                  <a:pt x="600075" y="104775"/>
                </a:lnTo>
                <a:close/>
                <a:moveTo>
                  <a:pt x="28575" y="152400"/>
                </a:moveTo>
                <a:lnTo>
                  <a:pt x="66675" y="152400"/>
                </a:lnTo>
                <a:lnTo>
                  <a:pt x="66675" y="161925"/>
                </a:lnTo>
                <a:lnTo>
                  <a:pt x="57150" y="161925"/>
                </a:lnTo>
                <a:lnTo>
                  <a:pt x="57150" y="171450"/>
                </a:lnTo>
                <a:lnTo>
                  <a:pt x="47625" y="171450"/>
                </a:lnTo>
                <a:lnTo>
                  <a:pt x="47625" y="190500"/>
                </a:lnTo>
                <a:lnTo>
                  <a:pt x="38100" y="190500"/>
                </a:lnTo>
                <a:lnTo>
                  <a:pt x="38100" y="200025"/>
                </a:lnTo>
                <a:lnTo>
                  <a:pt x="28575" y="200025"/>
                </a:lnTo>
                <a:lnTo>
                  <a:pt x="28575" y="209550"/>
                </a:lnTo>
                <a:lnTo>
                  <a:pt x="19050" y="209550"/>
                </a:lnTo>
                <a:lnTo>
                  <a:pt x="19050" y="190500"/>
                </a:lnTo>
                <a:lnTo>
                  <a:pt x="0" y="190500"/>
                </a:lnTo>
                <a:lnTo>
                  <a:pt x="0" y="180975"/>
                </a:lnTo>
                <a:lnTo>
                  <a:pt x="9525" y="180975"/>
                </a:lnTo>
                <a:lnTo>
                  <a:pt x="9525" y="171450"/>
                </a:lnTo>
                <a:lnTo>
                  <a:pt x="19050" y="171450"/>
                </a:lnTo>
                <a:lnTo>
                  <a:pt x="19050" y="180975"/>
                </a:lnTo>
                <a:lnTo>
                  <a:pt x="38100" y="180975"/>
                </a:lnTo>
                <a:lnTo>
                  <a:pt x="38100" y="161925"/>
                </a:lnTo>
                <a:lnTo>
                  <a:pt x="28575" y="161925"/>
                </a:lnTo>
                <a:close/>
                <a:moveTo>
                  <a:pt x="0" y="200025"/>
                </a:moveTo>
                <a:lnTo>
                  <a:pt x="9525" y="200025"/>
                </a:lnTo>
                <a:lnTo>
                  <a:pt x="9525" y="209550"/>
                </a:lnTo>
                <a:lnTo>
                  <a:pt x="0" y="209550"/>
                </a:lnTo>
                <a:close/>
                <a:moveTo>
                  <a:pt x="9525" y="209550"/>
                </a:moveTo>
                <a:lnTo>
                  <a:pt x="19050" y="209550"/>
                </a:lnTo>
                <a:lnTo>
                  <a:pt x="19050" y="228600"/>
                </a:lnTo>
                <a:lnTo>
                  <a:pt x="9525" y="228600"/>
                </a:lnTo>
                <a:lnTo>
                  <a:pt x="9525" y="247650"/>
                </a:lnTo>
                <a:lnTo>
                  <a:pt x="0" y="247650"/>
                </a:lnTo>
                <a:lnTo>
                  <a:pt x="0" y="219075"/>
                </a:lnTo>
                <a:lnTo>
                  <a:pt x="9525" y="219075"/>
                </a:lnTo>
                <a:close/>
                <a:moveTo>
                  <a:pt x="0" y="323850"/>
                </a:moveTo>
                <a:lnTo>
                  <a:pt x="9525" y="323850"/>
                </a:lnTo>
                <a:lnTo>
                  <a:pt x="9525" y="333375"/>
                </a:lnTo>
                <a:lnTo>
                  <a:pt x="0" y="333375"/>
                </a:lnTo>
                <a:close/>
                <a:moveTo>
                  <a:pt x="0" y="342900"/>
                </a:moveTo>
                <a:lnTo>
                  <a:pt x="9525" y="342900"/>
                </a:lnTo>
                <a:lnTo>
                  <a:pt x="9525" y="352425"/>
                </a:lnTo>
                <a:lnTo>
                  <a:pt x="19050" y="352425"/>
                </a:lnTo>
                <a:lnTo>
                  <a:pt x="19050" y="361950"/>
                </a:lnTo>
                <a:lnTo>
                  <a:pt x="9525" y="361950"/>
                </a:lnTo>
                <a:lnTo>
                  <a:pt x="9525" y="381000"/>
                </a:lnTo>
                <a:lnTo>
                  <a:pt x="0" y="381000"/>
                </a:lnTo>
                <a:close/>
                <a:moveTo>
                  <a:pt x="676275" y="428625"/>
                </a:moveTo>
                <a:lnTo>
                  <a:pt x="685800" y="428625"/>
                </a:lnTo>
                <a:lnTo>
                  <a:pt x="685800" y="447675"/>
                </a:lnTo>
                <a:lnTo>
                  <a:pt x="695325" y="447675"/>
                </a:lnTo>
                <a:lnTo>
                  <a:pt x="695325" y="457200"/>
                </a:lnTo>
                <a:lnTo>
                  <a:pt x="685800" y="457200"/>
                </a:lnTo>
                <a:lnTo>
                  <a:pt x="685800" y="466725"/>
                </a:lnTo>
                <a:lnTo>
                  <a:pt x="676275" y="466725"/>
                </a:lnTo>
                <a:lnTo>
                  <a:pt x="676275" y="476250"/>
                </a:lnTo>
                <a:lnTo>
                  <a:pt x="647700" y="476250"/>
                </a:lnTo>
                <a:lnTo>
                  <a:pt x="647700" y="457200"/>
                </a:lnTo>
                <a:lnTo>
                  <a:pt x="676275" y="457200"/>
                </a:lnTo>
                <a:close/>
                <a:moveTo>
                  <a:pt x="485775" y="600075"/>
                </a:moveTo>
                <a:lnTo>
                  <a:pt x="495300" y="600075"/>
                </a:lnTo>
                <a:lnTo>
                  <a:pt x="495300" y="609600"/>
                </a:lnTo>
                <a:lnTo>
                  <a:pt x="485775" y="609600"/>
                </a:lnTo>
                <a:close/>
              </a:path>
            </a:pathLst>
          </a:custGeom>
          <a:solidFill xmlns:a="http://schemas.openxmlformats.org/drawingml/2006/main">
            <a:srgbClr val="FFFFFD"/>
          </a:solidFill>
          <a:ln xmlns:a="http://schemas.openxmlformats.org/drawingml/2006/main" w="0">
            <a:noFill/>
          </a:ln>
        </p:spPr>
      </p:sp>
      <p:sp>
        <p:nvSpPr>
          <p:cNvPr id="64" name="box vector #feffff">
            <a:extLst xmlns:a="http://schemas.openxmlformats.org/drawingml/2006/main">
              <a:ext uri="{FF2B5EF4-FFF2-40B4-BE49-F238E27FC236}">
                <a16:creationId xmlns:a16="http://schemas.microsoft.com/office/drawing/2014/main" id="{259A53C2-0D6A-4F41-82B8-2B1291E116A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57250" y="3686175"/>
            <a:ext cx="704850" cy="704850"/>
          </a:xfrm>
          <a:custGeom xmlns:a="http://schemas.openxmlformats.org/drawingml/2006/main">
            <a:pathLst>
              <a:path w="714375" h="666750">
                <a:moveTo>
                  <a:pt x="457200" y="0"/>
                </a:moveTo>
                <a:lnTo>
                  <a:pt x="504825" y="0"/>
                </a:lnTo>
                <a:lnTo>
                  <a:pt x="504825" y="9525"/>
                </a:lnTo>
                <a:lnTo>
                  <a:pt x="485775" y="9525"/>
                </a:lnTo>
                <a:lnTo>
                  <a:pt x="485775" y="28575"/>
                </a:lnTo>
                <a:lnTo>
                  <a:pt x="457200" y="28575"/>
                </a:lnTo>
                <a:close/>
                <a:moveTo>
                  <a:pt x="304800" y="19050"/>
                </a:moveTo>
                <a:lnTo>
                  <a:pt x="323850" y="19050"/>
                </a:lnTo>
                <a:lnTo>
                  <a:pt x="323850" y="28575"/>
                </a:lnTo>
                <a:lnTo>
                  <a:pt x="304800" y="28575"/>
                </a:lnTo>
                <a:close/>
                <a:moveTo>
                  <a:pt x="295275" y="28575"/>
                </a:moveTo>
                <a:lnTo>
                  <a:pt x="304800" y="28575"/>
                </a:lnTo>
                <a:lnTo>
                  <a:pt x="304800" y="38100"/>
                </a:lnTo>
                <a:lnTo>
                  <a:pt x="295275" y="38100"/>
                </a:lnTo>
                <a:close/>
                <a:moveTo>
                  <a:pt x="333375" y="28575"/>
                </a:moveTo>
                <a:lnTo>
                  <a:pt x="342900" y="28575"/>
                </a:lnTo>
                <a:lnTo>
                  <a:pt x="342900" y="38100"/>
                </a:lnTo>
                <a:lnTo>
                  <a:pt x="333375" y="38100"/>
                </a:lnTo>
                <a:close/>
                <a:moveTo>
                  <a:pt x="371475" y="28575"/>
                </a:moveTo>
                <a:lnTo>
                  <a:pt x="381000" y="28575"/>
                </a:lnTo>
                <a:lnTo>
                  <a:pt x="381000" y="38100"/>
                </a:lnTo>
                <a:lnTo>
                  <a:pt x="371475" y="38100"/>
                </a:lnTo>
                <a:close/>
                <a:moveTo>
                  <a:pt x="400050" y="38100"/>
                </a:moveTo>
                <a:lnTo>
                  <a:pt x="428625" y="38100"/>
                </a:lnTo>
                <a:lnTo>
                  <a:pt x="428625" y="47625"/>
                </a:lnTo>
                <a:lnTo>
                  <a:pt x="438150" y="47625"/>
                </a:lnTo>
                <a:lnTo>
                  <a:pt x="438150" y="57150"/>
                </a:lnTo>
                <a:lnTo>
                  <a:pt x="419100" y="57150"/>
                </a:lnTo>
                <a:lnTo>
                  <a:pt x="419100" y="47625"/>
                </a:lnTo>
                <a:lnTo>
                  <a:pt x="400050" y="47625"/>
                </a:lnTo>
                <a:close/>
                <a:moveTo>
                  <a:pt x="438150" y="57150"/>
                </a:moveTo>
                <a:lnTo>
                  <a:pt x="466725" y="57150"/>
                </a:lnTo>
                <a:lnTo>
                  <a:pt x="466725" y="76200"/>
                </a:lnTo>
                <a:lnTo>
                  <a:pt x="457200" y="76200"/>
                </a:lnTo>
                <a:lnTo>
                  <a:pt x="457200" y="66675"/>
                </a:lnTo>
                <a:lnTo>
                  <a:pt x="438150" y="66675"/>
                </a:lnTo>
                <a:close/>
                <a:moveTo>
                  <a:pt x="485775" y="76200"/>
                </a:moveTo>
                <a:lnTo>
                  <a:pt x="495300" y="76200"/>
                </a:lnTo>
                <a:lnTo>
                  <a:pt x="495300" y="85725"/>
                </a:lnTo>
                <a:lnTo>
                  <a:pt x="485775" y="85725"/>
                </a:lnTo>
                <a:close/>
                <a:moveTo>
                  <a:pt x="504825" y="85725"/>
                </a:moveTo>
                <a:lnTo>
                  <a:pt x="514350" y="85725"/>
                </a:lnTo>
                <a:lnTo>
                  <a:pt x="514350" y="95250"/>
                </a:lnTo>
                <a:lnTo>
                  <a:pt x="504825" y="95250"/>
                </a:lnTo>
                <a:close/>
                <a:moveTo>
                  <a:pt x="523875" y="85725"/>
                </a:moveTo>
                <a:lnTo>
                  <a:pt x="552450" y="85725"/>
                </a:lnTo>
                <a:lnTo>
                  <a:pt x="552450" y="95250"/>
                </a:lnTo>
                <a:lnTo>
                  <a:pt x="542925" y="95250"/>
                </a:lnTo>
                <a:lnTo>
                  <a:pt x="542925" y="104775"/>
                </a:lnTo>
                <a:lnTo>
                  <a:pt x="523875" y="104775"/>
                </a:lnTo>
                <a:close/>
                <a:moveTo>
                  <a:pt x="552450" y="95250"/>
                </a:moveTo>
                <a:lnTo>
                  <a:pt x="561975" y="95250"/>
                </a:lnTo>
                <a:lnTo>
                  <a:pt x="561975" y="104775"/>
                </a:lnTo>
                <a:lnTo>
                  <a:pt x="552450" y="104775"/>
                </a:lnTo>
                <a:close/>
                <a:moveTo>
                  <a:pt x="600075" y="114300"/>
                </a:moveTo>
                <a:lnTo>
                  <a:pt x="609600" y="114300"/>
                </a:lnTo>
                <a:lnTo>
                  <a:pt x="609600" y="133350"/>
                </a:lnTo>
                <a:lnTo>
                  <a:pt x="600075" y="133350"/>
                </a:lnTo>
                <a:close/>
                <a:moveTo>
                  <a:pt x="647700" y="123825"/>
                </a:moveTo>
                <a:lnTo>
                  <a:pt x="666750" y="123825"/>
                </a:lnTo>
                <a:lnTo>
                  <a:pt x="666750" y="133350"/>
                </a:lnTo>
                <a:lnTo>
                  <a:pt x="657225" y="133350"/>
                </a:lnTo>
                <a:lnTo>
                  <a:pt x="657225" y="152400"/>
                </a:lnTo>
                <a:lnTo>
                  <a:pt x="647700" y="152400"/>
                </a:lnTo>
                <a:close/>
                <a:moveTo>
                  <a:pt x="85725" y="133350"/>
                </a:moveTo>
                <a:lnTo>
                  <a:pt x="95250" y="133350"/>
                </a:lnTo>
                <a:lnTo>
                  <a:pt x="95250" y="142875"/>
                </a:lnTo>
                <a:lnTo>
                  <a:pt x="85725" y="142875"/>
                </a:lnTo>
                <a:close/>
                <a:moveTo>
                  <a:pt x="609600" y="133350"/>
                </a:moveTo>
                <a:lnTo>
                  <a:pt x="619125" y="133350"/>
                </a:lnTo>
                <a:lnTo>
                  <a:pt x="619125" y="142875"/>
                </a:lnTo>
                <a:lnTo>
                  <a:pt x="609600" y="142875"/>
                </a:lnTo>
                <a:close/>
                <a:moveTo>
                  <a:pt x="76200" y="142875"/>
                </a:moveTo>
                <a:lnTo>
                  <a:pt x="85725" y="142875"/>
                </a:lnTo>
                <a:lnTo>
                  <a:pt x="85725" y="152400"/>
                </a:lnTo>
                <a:lnTo>
                  <a:pt x="76200" y="152400"/>
                </a:lnTo>
                <a:close/>
                <a:moveTo>
                  <a:pt x="66675" y="152400"/>
                </a:moveTo>
                <a:lnTo>
                  <a:pt x="76200" y="152400"/>
                </a:lnTo>
                <a:lnTo>
                  <a:pt x="76200" y="161925"/>
                </a:lnTo>
                <a:lnTo>
                  <a:pt x="66675" y="161925"/>
                </a:lnTo>
                <a:close/>
                <a:moveTo>
                  <a:pt x="628650" y="161925"/>
                </a:moveTo>
                <a:lnTo>
                  <a:pt x="638175" y="161925"/>
                </a:lnTo>
                <a:lnTo>
                  <a:pt x="638175" y="171450"/>
                </a:lnTo>
                <a:lnTo>
                  <a:pt x="628650" y="171450"/>
                </a:lnTo>
                <a:close/>
                <a:moveTo>
                  <a:pt x="638175" y="171450"/>
                </a:moveTo>
                <a:lnTo>
                  <a:pt x="647700" y="171450"/>
                </a:lnTo>
                <a:lnTo>
                  <a:pt x="647700" y="180975"/>
                </a:lnTo>
                <a:lnTo>
                  <a:pt x="638175" y="180975"/>
                </a:lnTo>
                <a:close/>
                <a:moveTo>
                  <a:pt x="647700" y="180975"/>
                </a:moveTo>
                <a:lnTo>
                  <a:pt x="657225" y="180975"/>
                </a:lnTo>
                <a:lnTo>
                  <a:pt x="657225" y="200025"/>
                </a:lnTo>
                <a:lnTo>
                  <a:pt x="647700" y="200025"/>
                </a:lnTo>
                <a:close/>
                <a:moveTo>
                  <a:pt x="657225" y="200025"/>
                </a:moveTo>
                <a:lnTo>
                  <a:pt x="666750" y="200025"/>
                </a:lnTo>
                <a:lnTo>
                  <a:pt x="666750" y="209550"/>
                </a:lnTo>
                <a:lnTo>
                  <a:pt x="676275" y="209550"/>
                </a:lnTo>
                <a:lnTo>
                  <a:pt x="676275" y="219075"/>
                </a:lnTo>
                <a:lnTo>
                  <a:pt x="685800" y="219075"/>
                </a:lnTo>
                <a:lnTo>
                  <a:pt x="685800" y="228600"/>
                </a:lnTo>
                <a:lnTo>
                  <a:pt x="695325" y="228600"/>
                </a:lnTo>
                <a:lnTo>
                  <a:pt x="695325" y="257175"/>
                </a:lnTo>
                <a:lnTo>
                  <a:pt x="685800" y="257175"/>
                </a:lnTo>
                <a:lnTo>
                  <a:pt x="685800" y="238125"/>
                </a:lnTo>
                <a:lnTo>
                  <a:pt x="676275" y="238125"/>
                </a:lnTo>
                <a:lnTo>
                  <a:pt x="676275" y="228600"/>
                </a:lnTo>
                <a:lnTo>
                  <a:pt x="666750" y="228600"/>
                </a:lnTo>
                <a:lnTo>
                  <a:pt x="666750" y="219075"/>
                </a:lnTo>
                <a:lnTo>
                  <a:pt x="657225" y="219075"/>
                </a:lnTo>
                <a:close/>
                <a:moveTo>
                  <a:pt x="695325" y="295275"/>
                </a:moveTo>
                <a:lnTo>
                  <a:pt x="704850" y="295275"/>
                </a:lnTo>
                <a:lnTo>
                  <a:pt x="704850" y="304800"/>
                </a:lnTo>
                <a:lnTo>
                  <a:pt x="695325" y="304800"/>
                </a:lnTo>
                <a:close/>
                <a:moveTo>
                  <a:pt x="685800" y="314325"/>
                </a:moveTo>
                <a:lnTo>
                  <a:pt x="695325" y="314325"/>
                </a:lnTo>
                <a:lnTo>
                  <a:pt x="695325" y="333375"/>
                </a:lnTo>
                <a:lnTo>
                  <a:pt x="685800" y="333375"/>
                </a:lnTo>
                <a:lnTo>
                  <a:pt x="685800" y="371475"/>
                </a:lnTo>
                <a:lnTo>
                  <a:pt x="676275" y="371475"/>
                </a:lnTo>
                <a:lnTo>
                  <a:pt x="676275" y="352425"/>
                </a:lnTo>
                <a:lnTo>
                  <a:pt x="666750" y="352425"/>
                </a:lnTo>
                <a:lnTo>
                  <a:pt x="666750" y="342900"/>
                </a:lnTo>
                <a:lnTo>
                  <a:pt x="676275" y="342900"/>
                </a:lnTo>
                <a:lnTo>
                  <a:pt x="676275" y="323850"/>
                </a:lnTo>
                <a:lnTo>
                  <a:pt x="685800" y="323850"/>
                </a:lnTo>
                <a:close/>
                <a:moveTo>
                  <a:pt x="57150" y="371475"/>
                </a:moveTo>
                <a:lnTo>
                  <a:pt x="66675" y="371475"/>
                </a:lnTo>
                <a:lnTo>
                  <a:pt x="66675" y="381000"/>
                </a:lnTo>
                <a:lnTo>
                  <a:pt x="57150" y="381000"/>
                </a:lnTo>
                <a:close/>
                <a:moveTo>
                  <a:pt x="28575" y="409575"/>
                </a:moveTo>
                <a:lnTo>
                  <a:pt x="38100" y="409575"/>
                </a:lnTo>
                <a:lnTo>
                  <a:pt x="38100" y="419100"/>
                </a:lnTo>
                <a:lnTo>
                  <a:pt x="47625" y="419100"/>
                </a:lnTo>
                <a:lnTo>
                  <a:pt x="47625" y="428625"/>
                </a:lnTo>
                <a:lnTo>
                  <a:pt x="28575" y="428625"/>
                </a:lnTo>
                <a:lnTo>
                  <a:pt x="28575" y="447675"/>
                </a:lnTo>
                <a:lnTo>
                  <a:pt x="19050" y="447675"/>
                </a:lnTo>
                <a:lnTo>
                  <a:pt x="19050" y="438150"/>
                </a:lnTo>
                <a:lnTo>
                  <a:pt x="9525" y="438150"/>
                </a:lnTo>
                <a:lnTo>
                  <a:pt x="9525" y="428625"/>
                </a:lnTo>
                <a:lnTo>
                  <a:pt x="19050" y="428625"/>
                </a:lnTo>
                <a:lnTo>
                  <a:pt x="19050" y="419100"/>
                </a:lnTo>
                <a:lnTo>
                  <a:pt x="28575" y="419100"/>
                </a:lnTo>
                <a:close/>
                <a:moveTo>
                  <a:pt x="638175" y="457200"/>
                </a:moveTo>
                <a:lnTo>
                  <a:pt x="647700" y="457200"/>
                </a:lnTo>
                <a:lnTo>
                  <a:pt x="647700" y="504825"/>
                </a:lnTo>
                <a:lnTo>
                  <a:pt x="628650" y="504825"/>
                </a:lnTo>
                <a:lnTo>
                  <a:pt x="628650" y="466725"/>
                </a:lnTo>
                <a:lnTo>
                  <a:pt x="638175" y="466725"/>
                </a:lnTo>
                <a:close/>
                <a:moveTo>
                  <a:pt x="647700" y="504825"/>
                </a:moveTo>
                <a:lnTo>
                  <a:pt x="657225" y="504825"/>
                </a:lnTo>
                <a:lnTo>
                  <a:pt x="657225" y="514350"/>
                </a:lnTo>
                <a:lnTo>
                  <a:pt x="666750" y="514350"/>
                </a:lnTo>
                <a:lnTo>
                  <a:pt x="666750" y="523875"/>
                </a:lnTo>
                <a:lnTo>
                  <a:pt x="657225" y="523875"/>
                </a:lnTo>
                <a:lnTo>
                  <a:pt x="657225" y="533400"/>
                </a:lnTo>
                <a:lnTo>
                  <a:pt x="647700" y="533400"/>
                </a:lnTo>
                <a:close/>
                <a:moveTo>
                  <a:pt x="628650" y="514350"/>
                </a:moveTo>
                <a:lnTo>
                  <a:pt x="638175" y="514350"/>
                </a:lnTo>
                <a:lnTo>
                  <a:pt x="638175" y="523875"/>
                </a:lnTo>
                <a:lnTo>
                  <a:pt x="628650" y="523875"/>
                </a:lnTo>
                <a:close/>
                <a:moveTo>
                  <a:pt x="76200" y="523875"/>
                </a:moveTo>
                <a:lnTo>
                  <a:pt x="85725" y="523875"/>
                </a:lnTo>
                <a:lnTo>
                  <a:pt x="85725" y="542925"/>
                </a:lnTo>
                <a:lnTo>
                  <a:pt x="76200" y="542925"/>
                </a:lnTo>
                <a:close/>
                <a:moveTo>
                  <a:pt x="609600" y="533400"/>
                </a:moveTo>
                <a:lnTo>
                  <a:pt x="638175" y="533400"/>
                </a:lnTo>
                <a:lnTo>
                  <a:pt x="638175" y="542925"/>
                </a:lnTo>
                <a:lnTo>
                  <a:pt x="628650" y="542925"/>
                </a:lnTo>
                <a:lnTo>
                  <a:pt x="628650" y="552450"/>
                </a:lnTo>
                <a:lnTo>
                  <a:pt x="619125" y="552450"/>
                </a:lnTo>
                <a:lnTo>
                  <a:pt x="619125" y="561975"/>
                </a:lnTo>
                <a:lnTo>
                  <a:pt x="609600" y="561975"/>
                </a:lnTo>
                <a:lnTo>
                  <a:pt x="609600" y="552450"/>
                </a:lnTo>
                <a:lnTo>
                  <a:pt x="600075" y="552450"/>
                </a:lnTo>
                <a:lnTo>
                  <a:pt x="600075" y="542925"/>
                </a:lnTo>
                <a:lnTo>
                  <a:pt x="609600" y="542925"/>
                </a:lnTo>
                <a:close/>
                <a:moveTo>
                  <a:pt x="85725" y="542925"/>
                </a:moveTo>
                <a:lnTo>
                  <a:pt x="104775" y="542925"/>
                </a:lnTo>
                <a:lnTo>
                  <a:pt x="104775" y="552450"/>
                </a:lnTo>
                <a:lnTo>
                  <a:pt x="95250" y="552450"/>
                </a:lnTo>
                <a:lnTo>
                  <a:pt x="95250" y="561975"/>
                </a:lnTo>
                <a:lnTo>
                  <a:pt x="85725" y="561975"/>
                </a:lnTo>
                <a:close/>
                <a:moveTo>
                  <a:pt x="104775" y="552450"/>
                </a:moveTo>
                <a:lnTo>
                  <a:pt x="123825" y="552450"/>
                </a:lnTo>
                <a:lnTo>
                  <a:pt x="123825" y="561975"/>
                </a:lnTo>
                <a:lnTo>
                  <a:pt x="104775" y="561975"/>
                </a:lnTo>
                <a:close/>
                <a:moveTo>
                  <a:pt x="561975" y="552450"/>
                </a:moveTo>
                <a:lnTo>
                  <a:pt x="571500" y="552450"/>
                </a:lnTo>
                <a:lnTo>
                  <a:pt x="571500" y="561975"/>
                </a:lnTo>
                <a:lnTo>
                  <a:pt x="581025" y="561975"/>
                </a:lnTo>
                <a:lnTo>
                  <a:pt x="581025" y="571500"/>
                </a:lnTo>
                <a:lnTo>
                  <a:pt x="542925" y="571500"/>
                </a:lnTo>
                <a:lnTo>
                  <a:pt x="542925" y="581025"/>
                </a:lnTo>
                <a:lnTo>
                  <a:pt x="514350" y="581025"/>
                </a:lnTo>
                <a:lnTo>
                  <a:pt x="514350" y="571500"/>
                </a:lnTo>
                <a:lnTo>
                  <a:pt x="533400" y="571500"/>
                </a:lnTo>
                <a:lnTo>
                  <a:pt x="533400" y="561975"/>
                </a:lnTo>
                <a:lnTo>
                  <a:pt x="561975" y="561975"/>
                </a:lnTo>
                <a:close/>
                <a:moveTo>
                  <a:pt x="123825" y="561975"/>
                </a:moveTo>
                <a:lnTo>
                  <a:pt x="133350" y="561975"/>
                </a:lnTo>
                <a:lnTo>
                  <a:pt x="133350" y="571500"/>
                </a:lnTo>
                <a:lnTo>
                  <a:pt x="123825" y="571500"/>
                </a:lnTo>
                <a:close/>
                <a:moveTo>
                  <a:pt x="533400" y="590550"/>
                </a:moveTo>
                <a:lnTo>
                  <a:pt x="552450" y="590550"/>
                </a:lnTo>
                <a:lnTo>
                  <a:pt x="552450" y="600075"/>
                </a:lnTo>
                <a:lnTo>
                  <a:pt x="533400" y="600075"/>
                </a:lnTo>
                <a:close/>
                <a:moveTo>
                  <a:pt x="209550" y="600075"/>
                </a:moveTo>
                <a:lnTo>
                  <a:pt x="219075" y="600075"/>
                </a:lnTo>
                <a:lnTo>
                  <a:pt x="219075" y="609600"/>
                </a:lnTo>
                <a:lnTo>
                  <a:pt x="209550" y="609600"/>
                </a:lnTo>
                <a:close/>
                <a:moveTo>
                  <a:pt x="438150" y="600075"/>
                </a:moveTo>
                <a:lnTo>
                  <a:pt x="447675" y="600075"/>
                </a:lnTo>
                <a:lnTo>
                  <a:pt x="447675" y="609600"/>
                </a:lnTo>
                <a:lnTo>
                  <a:pt x="438150" y="609600"/>
                </a:lnTo>
                <a:close/>
                <a:moveTo>
                  <a:pt x="647700" y="600075"/>
                </a:moveTo>
                <a:lnTo>
                  <a:pt x="666750" y="600075"/>
                </a:lnTo>
                <a:lnTo>
                  <a:pt x="666750" y="619125"/>
                </a:lnTo>
                <a:lnTo>
                  <a:pt x="647700" y="619125"/>
                </a:lnTo>
                <a:close/>
                <a:moveTo>
                  <a:pt x="428625" y="609600"/>
                </a:moveTo>
                <a:lnTo>
                  <a:pt x="438150" y="609600"/>
                </a:lnTo>
                <a:lnTo>
                  <a:pt x="438150" y="619125"/>
                </a:lnTo>
                <a:lnTo>
                  <a:pt x="428625" y="619125"/>
                </a:lnTo>
                <a:close/>
                <a:moveTo>
                  <a:pt x="266700" y="619125"/>
                </a:moveTo>
                <a:lnTo>
                  <a:pt x="276225" y="619125"/>
                </a:lnTo>
                <a:lnTo>
                  <a:pt x="276225" y="628650"/>
                </a:lnTo>
                <a:lnTo>
                  <a:pt x="266700" y="628650"/>
                </a:lnTo>
                <a:close/>
                <a:moveTo>
                  <a:pt x="409575" y="619125"/>
                </a:moveTo>
                <a:lnTo>
                  <a:pt x="419100" y="619125"/>
                </a:lnTo>
                <a:lnTo>
                  <a:pt x="419100" y="628650"/>
                </a:lnTo>
                <a:lnTo>
                  <a:pt x="409575" y="628650"/>
                </a:lnTo>
                <a:close/>
                <a:moveTo>
                  <a:pt x="285750" y="628650"/>
                </a:moveTo>
                <a:lnTo>
                  <a:pt x="304800" y="628650"/>
                </a:lnTo>
                <a:lnTo>
                  <a:pt x="304800" y="638175"/>
                </a:lnTo>
                <a:lnTo>
                  <a:pt x="285750" y="638175"/>
                </a:lnTo>
                <a:close/>
                <a:moveTo>
                  <a:pt x="390525" y="628650"/>
                </a:moveTo>
                <a:lnTo>
                  <a:pt x="409575" y="628650"/>
                </a:lnTo>
                <a:lnTo>
                  <a:pt x="409575" y="638175"/>
                </a:lnTo>
                <a:lnTo>
                  <a:pt x="400050" y="638175"/>
                </a:lnTo>
                <a:lnTo>
                  <a:pt x="400050" y="647700"/>
                </a:lnTo>
                <a:lnTo>
                  <a:pt x="381000" y="647700"/>
                </a:lnTo>
                <a:lnTo>
                  <a:pt x="381000" y="638175"/>
                </a:lnTo>
                <a:lnTo>
                  <a:pt x="390525" y="638175"/>
                </a:lnTo>
                <a:close/>
                <a:moveTo>
                  <a:pt x="485775" y="628650"/>
                </a:moveTo>
                <a:lnTo>
                  <a:pt x="504825" y="628650"/>
                </a:lnTo>
                <a:lnTo>
                  <a:pt x="504825" y="657225"/>
                </a:lnTo>
                <a:lnTo>
                  <a:pt x="485775" y="657225"/>
                </a:lnTo>
                <a:close/>
                <a:moveTo>
                  <a:pt x="304800" y="638175"/>
                </a:moveTo>
                <a:lnTo>
                  <a:pt x="314325" y="638175"/>
                </a:lnTo>
                <a:lnTo>
                  <a:pt x="314325" y="647700"/>
                </a:lnTo>
                <a:lnTo>
                  <a:pt x="304800" y="647700"/>
                </a:lnTo>
                <a:close/>
                <a:moveTo>
                  <a:pt x="314325" y="647700"/>
                </a:moveTo>
                <a:lnTo>
                  <a:pt x="333375" y="647700"/>
                </a:lnTo>
                <a:lnTo>
                  <a:pt x="333375" y="657225"/>
                </a:lnTo>
                <a:lnTo>
                  <a:pt x="314325" y="657225"/>
                </a:lnTo>
                <a:close/>
                <a:moveTo>
                  <a:pt x="371475" y="647700"/>
                </a:moveTo>
                <a:lnTo>
                  <a:pt x="381000" y="647700"/>
                </a:lnTo>
                <a:lnTo>
                  <a:pt x="381000" y="657225"/>
                </a:lnTo>
                <a:lnTo>
                  <a:pt x="371475" y="657225"/>
                </a:lnTo>
                <a:close/>
              </a:path>
            </a:pathLst>
          </a:custGeom>
          <a:solidFill xmlns:a="http://schemas.openxmlformats.org/drawingml/2006/main">
            <a:srgbClr val="FEFFFF"/>
          </a:solidFill>
          <a:ln xmlns:a="http://schemas.openxmlformats.org/drawingml/2006/main" w="0">
            <a:noFill/>
          </a:ln>
        </p:spPr>
      </p:sp>
      <p:sp>
        <p:nvSpPr>
          <p:cNvPr id="65" name="box vector #fdffff">
            <a:extLst xmlns:a="http://schemas.openxmlformats.org/drawingml/2006/main">
              <a:ext uri="{FF2B5EF4-FFF2-40B4-BE49-F238E27FC236}">
                <a16:creationId xmlns:a16="http://schemas.microsoft.com/office/drawing/2014/main" id="{2B455710-34EC-4439-BFB6-39E37B38DCB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57250" y="3686175"/>
            <a:ext cx="704850" cy="704850"/>
          </a:xfrm>
          <a:custGeom xmlns:a="http://schemas.openxmlformats.org/drawingml/2006/main">
            <a:pathLst>
              <a:path w="714375" h="666750">
                <a:moveTo>
                  <a:pt x="323850" y="28575"/>
                </a:moveTo>
                <a:lnTo>
                  <a:pt x="333375" y="28575"/>
                </a:lnTo>
                <a:lnTo>
                  <a:pt x="333375" y="38100"/>
                </a:lnTo>
                <a:lnTo>
                  <a:pt x="323850" y="38100"/>
                </a:lnTo>
                <a:close/>
                <a:moveTo>
                  <a:pt x="314325" y="38100"/>
                </a:moveTo>
                <a:lnTo>
                  <a:pt x="323850" y="38100"/>
                </a:lnTo>
                <a:lnTo>
                  <a:pt x="323850" y="47625"/>
                </a:lnTo>
                <a:lnTo>
                  <a:pt x="314325" y="47625"/>
                </a:lnTo>
                <a:close/>
                <a:moveTo>
                  <a:pt x="409575" y="47625"/>
                </a:moveTo>
                <a:lnTo>
                  <a:pt x="419100" y="47625"/>
                </a:lnTo>
                <a:lnTo>
                  <a:pt x="419100" y="57150"/>
                </a:lnTo>
                <a:lnTo>
                  <a:pt x="409575" y="57150"/>
                </a:lnTo>
                <a:close/>
                <a:moveTo>
                  <a:pt x="428625" y="57150"/>
                </a:moveTo>
                <a:lnTo>
                  <a:pt x="438150" y="57150"/>
                </a:lnTo>
                <a:lnTo>
                  <a:pt x="438150" y="66675"/>
                </a:lnTo>
                <a:lnTo>
                  <a:pt x="428625" y="66675"/>
                </a:lnTo>
                <a:close/>
                <a:moveTo>
                  <a:pt x="466725" y="76200"/>
                </a:moveTo>
                <a:lnTo>
                  <a:pt x="485775" y="76200"/>
                </a:lnTo>
                <a:lnTo>
                  <a:pt x="485775" y="85725"/>
                </a:lnTo>
                <a:lnTo>
                  <a:pt x="466725" y="85725"/>
                </a:lnTo>
                <a:close/>
                <a:moveTo>
                  <a:pt x="495300" y="85725"/>
                </a:moveTo>
                <a:lnTo>
                  <a:pt x="504825" y="85725"/>
                </a:lnTo>
                <a:lnTo>
                  <a:pt x="504825" y="95250"/>
                </a:lnTo>
                <a:lnTo>
                  <a:pt x="495300" y="95250"/>
                </a:lnTo>
                <a:close/>
                <a:moveTo>
                  <a:pt x="180975" y="95250"/>
                </a:moveTo>
                <a:lnTo>
                  <a:pt x="209550" y="95250"/>
                </a:lnTo>
                <a:lnTo>
                  <a:pt x="209550" y="104775"/>
                </a:lnTo>
                <a:lnTo>
                  <a:pt x="180975" y="104775"/>
                </a:lnTo>
                <a:close/>
                <a:moveTo>
                  <a:pt x="514350" y="95250"/>
                </a:moveTo>
                <a:lnTo>
                  <a:pt x="523875" y="95250"/>
                </a:lnTo>
                <a:lnTo>
                  <a:pt x="523875" y="104775"/>
                </a:lnTo>
                <a:lnTo>
                  <a:pt x="514350" y="104775"/>
                </a:lnTo>
                <a:close/>
                <a:moveTo>
                  <a:pt x="542925" y="95250"/>
                </a:moveTo>
                <a:lnTo>
                  <a:pt x="552450" y="95250"/>
                </a:lnTo>
                <a:lnTo>
                  <a:pt x="552450" y="104775"/>
                </a:lnTo>
                <a:lnTo>
                  <a:pt x="561975" y="104775"/>
                </a:lnTo>
                <a:lnTo>
                  <a:pt x="561975" y="114300"/>
                </a:lnTo>
                <a:lnTo>
                  <a:pt x="542925" y="114300"/>
                </a:lnTo>
                <a:close/>
                <a:moveTo>
                  <a:pt x="581025" y="123825"/>
                </a:moveTo>
                <a:lnTo>
                  <a:pt x="590550" y="123825"/>
                </a:lnTo>
                <a:lnTo>
                  <a:pt x="590550" y="133350"/>
                </a:lnTo>
                <a:lnTo>
                  <a:pt x="581025" y="133350"/>
                </a:lnTo>
                <a:close/>
                <a:moveTo>
                  <a:pt x="95250" y="133350"/>
                </a:moveTo>
                <a:lnTo>
                  <a:pt x="104775" y="133350"/>
                </a:lnTo>
                <a:lnTo>
                  <a:pt x="104775" y="142875"/>
                </a:lnTo>
                <a:lnTo>
                  <a:pt x="95250" y="142875"/>
                </a:lnTo>
                <a:close/>
                <a:moveTo>
                  <a:pt x="600075" y="133350"/>
                </a:moveTo>
                <a:lnTo>
                  <a:pt x="609600" y="133350"/>
                </a:lnTo>
                <a:lnTo>
                  <a:pt x="609600" y="142875"/>
                </a:lnTo>
                <a:lnTo>
                  <a:pt x="600075" y="142875"/>
                </a:lnTo>
                <a:close/>
                <a:moveTo>
                  <a:pt x="609600" y="142875"/>
                </a:moveTo>
                <a:lnTo>
                  <a:pt x="619125" y="142875"/>
                </a:lnTo>
                <a:lnTo>
                  <a:pt x="619125" y="152400"/>
                </a:lnTo>
                <a:lnTo>
                  <a:pt x="609600" y="152400"/>
                </a:lnTo>
                <a:close/>
                <a:moveTo>
                  <a:pt x="619125" y="152400"/>
                </a:moveTo>
                <a:lnTo>
                  <a:pt x="628650" y="152400"/>
                </a:lnTo>
                <a:lnTo>
                  <a:pt x="628650" y="161925"/>
                </a:lnTo>
                <a:lnTo>
                  <a:pt x="619125" y="161925"/>
                </a:lnTo>
                <a:close/>
                <a:moveTo>
                  <a:pt x="685800" y="257175"/>
                </a:moveTo>
                <a:lnTo>
                  <a:pt x="695325" y="257175"/>
                </a:lnTo>
                <a:lnTo>
                  <a:pt x="695325" y="266700"/>
                </a:lnTo>
                <a:lnTo>
                  <a:pt x="685800" y="266700"/>
                </a:lnTo>
                <a:close/>
                <a:moveTo>
                  <a:pt x="0" y="266700"/>
                </a:moveTo>
                <a:lnTo>
                  <a:pt x="9525" y="266700"/>
                </a:lnTo>
                <a:lnTo>
                  <a:pt x="9525" y="304800"/>
                </a:lnTo>
                <a:lnTo>
                  <a:pt x="0" y="304800"/>
                </a:lnTo>
                <a:close/>
                <a:moveTo>
                  <a:pt x="685800" y="304800"/>
                </a:moveTo>
                <a:lnTo>
                  <a:pt x="695325" y="304800"/>
                </a:lnTo>
                <a:lnTo>
                  <a:pt x="695325" y="314325"/>
                </a:lnTo>
                <a:lnTo>
                  <a:pt x="685800" y="314325"/>
                </a:lnTo>
                <a:close/>
                <a:moveTo>
                  <a:pt x="657225" y="333375"/>
                </a:moveTo>
                <a:lnTo>
                  <a:pt x="676275" y="333375"/>
                </a:lnTo>
                <a:lnTo>
                  <a:pt x="676275" y="342900"/>
                </a:lnTo>
                <a:lnTo>
                  <a:pt x="657225" y="342900"/>
                </a:lnTo>
                <a:close/>
                <a:moveTo>
                  <a:pt x="57150" y="352425"/>
                </a:moveTo>
                <a:lnTo>
                  <a:pt x="66675" y="352425"/>
                </a:lnTo>
                <a:lnTo>
                  <a:pt x="66675" y="371475"/>
                </a:lnTo>
                <a:lnTo>
                  <a:pt x="57150" y="371475"/>
                </a:lnTo>
                <a:close/>
                <a:moveTo>
                  <a:pt x="66675" y="371475"/>
                </a:moveTo>
                <a:lnTo>
                  <a:pt x="76200" y="371475"/>
                </a:lnTo>
                <a:lnTo>
                  <a:pt x="76200" y="390525"/>
                </a:lnTo>
                <a:lnTo>
                  <a:pt x="66675" y="390525"/>
                </a:lnTo>
                <a:close/>
                <a:moveTo>
                  <a:pt x="647700" y="400050"/>
                </a:moveTo>
                <a:lnTo>
                  <a:pt x="666750" y="400050"/>
                </a:lnTo>
                <a:lnTo>
                  <a:pt x="666750" y="419100"/>
                </a:lnTo>
                <a:lnTo>
                  <a:pt x="657225" y="419100"/>
                </a:lnTo>
                <a:lnTo>
                  <a:pt x="657225" y="428625"/>
                </a:lnTo>
                <a:lnTo>
                  <a:pt x="647700" y="428625"/>
                </a:lnTo>
                <a:close/>
                <a:moveTo>
                  <a:pt x="66675" y="409575"/>
                </a:moveTo>
                <a:lnTo>
                  <a:pt x="76200" y="409575"/>
                </a:lnTo>
                <a:lnTo>
                  <a:pt x="76200" y="514350"/>
                </a:lnTo>
                <a:lnTo>
                  <a:pt x="66675" y="514350"/>
                </a:lnTo>
                <a:close/>
                <a:moveTo>
                  <a:pt x="628650" y="504825"/>
                </a:moveTo>
                <a:lnTo>
                  <a:pt x="638175" y="504825"/>
                </a:lnTo>
                <a:lnTo>
                  <a:pt x="638175" y="514350"/>
                </a:lnTo>
                <a:lnTo>
                  <a:pt x="628650" y="514350"/>
                </a:lnTo>
                <a:close/>
                <a:moveTo>
                  <a:pt x="619125" y="514350"/>
                </a:moveTo>
                <a:lnTo>
                  <a:pt x="628650" y="514350"/>
                </a:lnTo>
                <a:lnTo>
                  <a:pt x="628650" y="533400"/>
                </a:lnTo>
                <a:lnTo>
                  <a:pt x="609600" y="533400"/>
                </a:lnTo>
                <a:lnTo>
                  <a:pt x="609600" y="523875"/>
                </a:lnTo>
                <a:lnTo>
                  <a:pt x="619125" y="523875"/>
                </a:lnTo>
                <a:close/>
                <a:moveTo>
                  <a:pt x="85725" y="533400"/>
                </a:moveTo>
                <a:lnTo>
                  <a:pt x="95250" y="533400"/>
                </a:lnTo>
                <a:lnTo>
                  <a:pt x="95250" y="542925"/>
                </a:lnTo>
                <a:lnTo>
                  <a:pt x="85725" y="542925"/>
                </a:lnTo>
                <a:close/>
                <a:moveTo>
                  <a:pt x="600075" y="533400"/>
                </a:moveTo>
                <a:lnTo>
                  <a:pt x="609600" y="533400"/>
                </a:lnTo>
                <a:lnTo>
                  <a:pt x="609600" y="542925"/>
                </a:lnTo>
                <a:lnTo>
                  <a:pt x="600075" y="542925"/>
                </a:lnTo>
                <a:close/>
                <a:moveTo>
                  <a:pt x="104775" y="542925"/>
                </a:moveTo>
                <a:lnTo>
                  <a:pt x="114300" y="542925"/>
                </a:lnTo>
                <a:lnTo>
                  <a:pt x="114300" y="552450"/>
                </a:lnTo>
                <a:lnTo>
                  <a:pt x="104775" y="552450"/>
                </a:lnTo>
                <a:close/>
                <a:moveTo>
                  <a:pt x="571500" y="542925"/>
                </a:moveTo>
                <a:lnTo>
                  <a:pt x="600075" y="542925"/>
                </a:lnTo>
                <a:lnTo>
                  <a:pt x="600075" y="561975"/>
                </a:lnTo>
                <a:lnTo>
                  <a:pt x="571500" y="561975"/>
                </a:lnTo>
                <a:close/>
                <a:moveTo>
                  <a:pt x="123825" y="552450"/>
                </a:moveTo>
                <a:lnTo>
                  <a:pt x="133350" y="552450"/>
                </a:lnTo>
                <a:lnTo>
                  <a:pt x="133350" y="561975"/>
                </a:lnTo>
                <a:lnTo>
                  <a:pt x="123825" y="561975"/>
                </a:lnTo>
                <a:close/>
                <a:moveTo>
                  <a:pt x="552450" y="552450"/>
                </a:moveTo>
                <a:lnTo>
                  <a:pt x="561975" y="552450"/>
                </a:lnTo>
                <a:lnTo>
                  <a:pt x="561975" y="561975"/>
                </a:lnTo>
                <a:lnTo>
                  <a:pt x="552450" y="561975"/>
                </a:lnTo>
                <a:close/>
                <a:moveTo>
                  <a:pt x="133350" y="561975"/>
                </a:moveTo>
                <a:lnTo>
                  <a:pt x="142875" y="561975"/>
                </a:lnTo>
                <a:lnTo>
                  <a:pt x="142875" y="571500"/>
                </a:lnTo>
                <a:lnTo>
                  <a:pt x="133350" y="571500"/>
                </a:lnTo>
                <a:close/>
                <a:moveTo>
                  <a:pt x="514350" y="561975"/>
                </a:moveTo>
                <a:lnTo>
                  <a:pt x="533400" y="561975"/>
                </a:lnTo>
                <a:lnTo>
                  <a:pt x="533400" y="571500"/>
                </a:lnTo>
                <a:lnTo>
                  <a:pt x="514350" y="571500"/>
                </a:lnTo>
                <a:close/>
                <a:moveTo>
                  <a:pt x="504825" y="571500"/>
                </a:moveTo>
                <a:lnTo>
                  <a:pt x="514350" y="571500"/>
                </a:lnTo>
                <a:lnTo>
                  <a:pt x="514350" y="581025"/>
                </a:lnTo>
                <a:lnTo>
                  <a:pt x="504825" y="581025"/>
                </a:lnTo>
                <a:close/>
                <a:moveTo>
                  <a:pt x="476250" y="581025"/>
                </a:moveTo>
                <a:lnTo>
                  <a:pt x="485775" y="581025"/>
                </a:lnTo>
                <a:lnTo>
                  <a:pt x="485775" y="590550"/>
                </a:lnTo>
                <a:lnTo>
                  <a:pt x="476250" y="590550"/>
                </a:lnTo>
                <a:close/>
                <a:moveTo>
                  <a:pt x="466725" y="590550"/>
                </a:moveTo>
                <a:lnTo>
                  <a:pt x="476250" y="590550"/>
                </a:lnTo>
                <a:lnTo>
                  <a:pt x="476250" y="600075"/>
                </a:lnTo>
                <a:lnTo>
                  <a:pt x="466725" y="600075"/>
                </a:lnTo>
                <a:close/>
                <a:moveTo>
                  <a:pt x="219075" y="600075"/>
                </a:moveTo>
                <a:lnTo>
                  <a:pt x="228600" y="600075"/>
                </a:lnTo>
                <a:lnTo>
                  <a:pt x="228600" y="609600"/>
                </a:lnTo>
                <a:lnTo>
                  <a:pt x="219075" y="609600"/>
                </a:lnTo>
                <a:close/>
                <a:moveTo>
                  <a:pt x="257175" y="609600"/>
                </a:moveTo>
                <a:lnTo>
                  <a:pt x="266700" y="609600"/>
                </a:lnTo>
                <a:lnTo>
                  <a:pt x="266700" y="619125"/>
                </a:lnTo>
                <a:lnTo>
                  <a:pt x="257175" y="619125"/>
                </a:lnTo>
                <a:close/>
                <a:moveTo>
                  <a:pt x="419100" y="609600"/>
                </a:moveTo>
                <a:lnTo>
                  <a:pt x="428625" y="609600"/>
                </a:lnTo>
                <a:lnTo>
                  <a:pt x="428625" y="619125"/>
                </a:lnTo>
                <a:lnTo>
                  <a:pt x="419100" y="619125"/>
                </a:lnTo>
                <a:close/>
                <a:moveTo>
                  <a:pt x="276225" y="619125"/>
                </a:moveTo>
                <a:lnTo>
                  <a:pt x="285750" y="619125"/>
                </a:lnTo>
                <a:lnTo>
                  <a:pt x="285750" y="628650"/>
                </a:lnTo>
                <a:lnTo>
                  <a:pt x="276225" y="628650"/>
                </a:lnTo>
                <a:close/>
                <a:moveTo>
                  <a:pt x="381000" y="628650"/>
                </a:moveTo>
                <a:lnTo>
                  <a:pt x="390525" y="628650"/>
                </a:lnTo>
                <a:lnTo>
                  <a:pt x="390525" y="638175"/>
                </a:lnTo>
                <a:lnTo>
                  <a:pt x="381000" y="638175"/>
                </a:lnTo>
                <a:close/>
                <a:moveTo>
                  <a:pt x="314325" y="638175"/>
                </a:moveTo>
                <a:lnTo>
                  <a:pt x="323850" y="638175"/>
                </a:lnTo>
                <a:lnTo>
                  <a:pt x="323850" y="647700"/>
                </a:lnTo>
                <a:lnTo>
                  <a:pt x="314325" y="647700"/>
                </a:lnTo>
                <a:close/>
                <a:moveTo>
                  <a:pt x="371475" y="638175"/>
                </a:moveTo>
                <a:lnTo>
                  <a:pt x="381000" y="638175"/>
                </a:lnTo>
                <a:lnTo>
                  <a:pt x="381000" y="647700"/>
                </a:lnTo>
                <a:lnTo>
                  <a:pt x="371475" y="647700"/>
                </a:lnTo>
                <a:close/>
                <a:moveTo>
                  <a:pt x="333375" y="647700"/>
                </a:moveTo>
                <a:lnTo>
                  <a:pt x="342900" y="647700"/>
                </a:lnTo>
                <a:lnTo>
                  <a:pt x="342900" y="657225"/>
                </a:lnTo>
                <a:lnTo>
                  <a:pt x="333375" y="657225"/>
                </a:lnTo>
                <a:close/>
              </a:path>
            </a:pathLst>
          </a:custGeom>
          <a:solidFill xmlns:a="http://schemas.openxmlformats.org/drawingml/2006/main">
            <a:srgbClr val="FDFFFF"/>
          </a:solidFill>
          <a:ln xmlns:a="http://schemas.openxmlformats.org/drawingml/2006/main" w="0">
            <a:noFill/>
          </a:ln>
        </p:spPr>
      </p:sp>
      <p:sp>
        <p:nvSpPr>
          <p:cNvPr id="66" name="box vector #fefffe">
            <a:extLst xmlns:a="http://schemas.openxmlformats.org/drawingml/2006/main">
              <a:ext uri="{FF2B5EF4-FFF2-40B4-BE49-F238E27FC236}">
                <a16:creationId xmlns:a16="http://schemas.microsoft.com/office/drawing/2014/main" id="{839CB524-4162-47CD-B412-D7496100B77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57250" y="3686175"/>
            <a:ext cx="704850" cy="704850"/>
          </a:xfrm>
          <a:custGeom xmlns:a="http://schemas.openxmlformats.org/drawingml/2006/main">
            <a:pathLst>
              <a:path w="714375" h="666750">
                <a:moveTo>
                  <a:pt x="247650" y="28575"/>
                </a:moveTo>
                <a:lnTo>
                  <a:pt x="276225" y="28575"/>
                </a:lnTo>
                <a:lnTo>
                  <a:pt x="276225" y="38100"/>
                </a:lnTo>
                <a:lnTo>
                  <a:pt x="285750" y="38100"/>
                </a:lnTo>
                <a:lnTo>
                  <a:pt x="285750" y="47625"/>
                </a:lnTo>
                <a:lnTo>
                  <a:pt x="257175" y="47625"/>
                </a:lnTo>
                <a:lnTo>
                  <a:pt x="257175" y="38100"/>
                </a:lnTo>
                <a:lnTo>
                  <a:pt x="247650" y="38100"/>
                </a:lnTo>
                <a:close/>
                <a:moveTo>
                  <a:pt x="304800" y="28575"/>
                </a:moveTo>
                <a:lnTo>
                  <a:pt x="323850" y="28575"/>
                </a:lnTo>
                <a:lnTo>
                  <a:pt x="323850" y="38100"/>
                </a:lnTo>
                <a:lnTo>
                  <a:pt x="304800" y="38100"/>
                </a:lnTo>
                <a:close/>
                <a:moveTo>
                  <a:pt x="342900" y="28575"/>
                </a:moveTo>
                <a:lnTo>
                  <a:pt x="352425" y="28575"/>
                </a:lnTo>
                <a:lnTo>
                  <a:pt x="352425" y="38100"/>
                </a:lnTo>
                <a:lnTo>
                  <a:pt x="342900" y="38100"/>
                </a:lnTo>
                <a:close/>
                <a:moveTo>
                  <a:pt x="381000" y="28575"/>
                </a:moveTo>
                <a:lnTo>
                  <a:pt x="400050" y="28575"/>
                </a:lnTo>
                <a:lnTo>
                  <a:pt x="400050" y="38100"/>
                </a:lnTo>
                <a:lnTo>
                  <a:pt x="381000" y="38100"/>
                </a:lnTo>
                <a:close/>
                <a:moveTo>
                  <a:pt x="238125" y="38100"/>
                </a:moveTo>
                <a:lnTo>
                  <a:pt x="247650" y="38100"/>
                </a:lnTo>
                <a:lnTo>
                  <a:pt x="247650" y="47625"/>
                </a:lnTo>
                <a:lnTo>
                  <a:pt x="238125" y="47625"/>
                </a:lnTo>
                <a:close/>
                <a:moveTo>
                  <a:pt x="266700" y="57150"/>
                </a:moveTo>
                <a:lnTo>
                  <a:pt x="276225" y="57150"/>
                </a:lnTo>
                <a:lnTo>
                  <a:pt x="276225" y="66675"/>
                </a:lnTo>
                <a:lnTo>
                  <a:pt x="266700" y="66675"/>
                </a:lnTo>
                <a:close/>
                <a:moveTo>
                  <a:pt x="95250" y="66675"/>
                </a:moveTo>
                <a:lnTo>
                  <a:pt x="104775" y="66675"/>
                </a:lnTo>
                <a:lnTo>
                  <a:pt x="104775" y="76200"/>
                </a:lnTo>
                <a:lnTo>
                  <a:pt x="114300" y="76200"/>
                </a:lnTo>
                <a:lnTo>
                  <a:pt x="114300" y="95250"/>
                </a:lnTo>
                <a:lnTo>
                  <a:pt x="104775" y="95250"/>
                </a:lnTo>
                <a:lnTo>
                  <a:pt x="104775" y="104775"/>
                </a:lnTo>
                <a:lnTo>
                  <a:pt x="85725" y="104775"/>
                </a:lnTo>
                <a:lnTo>
                  <a:pt x="85725" y="85725"/>
                </a:lnTo>
                <a:lnTo>
                  <a:pt x="95250" y="85725"/>
                </a:lnTo>
                <a:close/>
                <a:moveTo>
                  <a:pt x="209550" y="76200"/>
                </a:moveTo>
                <a:lnTo>
                  <a:pt x="228600" y="76200"/>
                </a:lnTo>
                <a:lnTo>
                  <a:pt x="228600" y="85725"/>
                </a:lnTo>
                <a:lnTo>
                  <a:pt x="209550" y="85725"/>
                </a:lnTo>
                <a:close/>
                <a:moveTo>
                  <a:pt x="161925" y="85725"/>
                </a:moveTo>
                <a:lnTo>
                  <a:pt x="171450" y="85725"/>
                </a:lnTo>
                <a:lnTo>
                  <a:pt x="171450" y="95250"/>
                </a:lnTo>
                <a:lnTo>
                  <a:pt x="180975" y="95250"/>
                </a:lnTo>
                <a:lnTo>
                  <a:pt x="180975" y="85725"/>
                </a:lnTo>
                <a:lnTo>
                  <a:pt x="200025" y="85725"/>
                </a:lnTo>
                <a:lnTo>
                  <a:pt x="200025" y="95250"/>
                </a:lnTo>
                <a:lnTo>
                  <a:pt x="180975" y="95250"/>
                </a:lnTo>
                <a:lnTo>
                  <a:pt x="180975" y="104775"/>
                </a:lnTo>
                <a:lnTo>
                  <a:pt x="161925" y="104775"/>
                </a:lnTo>
                <a:close/>
                <a:moveTo>
                  <a:pt x="581025" y="114300"/>
                </a:moveTo>
                <a:lnTo>
                  <a:pt x="600075" y="114300"/>
                </a:lnTo>
                <a:lnTo>
                  <a:pt x="600075" y="133350"/>
                </a:lnTo>
                <a:lnTo>
                  <a:pt x="590550" y="133350"/>
                </a:lnTo>
                <a:lnTo>
                  <a:pt x="590550" y="123825"/>
                </a:lnTo>
                <a:lnTo>
                  <a:pt x="581025" y="123825"/>
                </a:lnTo>
                <a:close/>
                <a:moveTo>
                  <a:pt x="657225" y="133350"/>
                </a:moveTo>
                <a:lnTo>
                  <a:pt x="666750" y="133350"/>
                </a:lnTo>
                <a:lnTo>
                  <a:pt x="666750" y="152400"/>
                </a:lnTo>
                <a:lnTo>
                  <a:pt x="657225" y="152400"/>
                </a:lnTo>
                <a:close/>
                <a:moveTo>
                  <a:pt x="57150" y="161925"/>
                </a:moveTo>
                <a:lnTo>
                  <a:pt x="66675" y="161925"/>
                </a:lnTo>
                <a:lnTo>
                  <a:pt x="66675" y="171450"/>
                </a:lnTo>
                <a:lnTo>
                  <a:pt x="57150" y="171450"/>
                </a:lnTo>
                <a:close/>
                <a:moveTo>
                  <a:pt x="47625" y="171450"/>
                </a:moveTo>
                <a:lnTo>
                  <a:pt x="57150" y="171450"/>
                </a:lnTo>
                <a:lnTo>
                  <a:pt x="57150" y="180975"/>
                </a:lnTo>
                <a:lnTo>
                  <a:pt x="47625" y="180975"/>
                </a:lnTo>
                <a:close/>
                <a:moveTo>
                  <a:pt x="0" y="190500"/>
                </a:moveTo>
                <a:lnTo>
                  <a:pt x="19050" y="190500"/>
                </a:lnTo>
                <a:lnTo>
                  <a:pt x="19050" y="209550"/>
                </a:lnTo>
                <a:lnTo>
                  <a:pt x="9525" y="209550"/>
                </a:lnTo>
                <a:lnTo>
                  <a:pt x="9525" y="200025"/>
                </a:lnTo>
                <a:lnTo>
                  <a:pt x="0" y="200025"/>
                </a:lnTo>
                <a:close/>
                <a:moveTo>
                  <a:pt x="38100" y="190500"/>
                </a:moveTo>
                <a:lnTo>
                  <a:pt x="47625" y="190500"/>
                </a:lnTo>
                <a:lnTo>
                  <a:pt x="47625" y="200025"/>
                </a:lnTo>
                <a:lnTo>
                  <a:pt x="38100" y="200025"/>
                </a:lnTo>
                <a:close/>
                <a:moveTo>
                  <a:pt x="28575" y="200025"/>
                </a:moveTo>
                <a:lnTo>
                  <a:pt x="38100" y="200025"/>
                </a:lnTo>
                <a:lnTo>
                  <a:pt x="38100" y="219075"/>
                </a:lnTo>
                <a:lnTo>
                  <a:pt x="28575" y="219075"/>
                </a:lnTo>
                <a:lnTo>
                  <a:pt x="28575" y="228600"/>
                </a:lnTo>
                <a:lnTo>
                  <a:pt x="19050" y="228600"/>
                </a:lnTo>
                <a:lnTo>
                  <a:pt x="19050" y="209550"/>
                </a:lnTo>
                <a:lnTo>
                  <a:pt x="28575" y="209550"/>
                </a:lnTo>
                <a:close/>
                <a:moveTo>
                  <a:pt x="0" y="209550"/>
                </a:moveTo>
                <a:lnTo>
                  <a:pt x="9525" y="209550"/>
                </a:lnTo>
                <a:lnTo>
                  <a:pt x="9525" y="219075"/>
                </a:lnTo>
                <a:lnTo>
                  <a:pt x="0" y="219075"/>
                </a:lnTo>
                <a:close/>
                <a:moveTo>
                  <a:pt x="9525" y="228600"/>
                </a:moveTo>
                <a:lnTo>
                  <a:pt x="19050" y="228600"/>
                </a:lnTo>
                <a:lnTo>
                  <a:pt x="19050" y="238125"/>
                </a:lnTo>
                <a:lnTo>
                  <a:pt x="9525" y="238125"/>
                </a:lnTo>
                <a:close/>
                <a:moveTo>
                  <a:pt x="0" y="257175"/>
                </a:moveTo>
                <a:lnTo>
                  <a:pt x="9525" y="257175"/>
                </a:lnTo>
                <a:lnTo>
                  <a:pt x="9525" y="266700"/>
                </a:lnTo>
                <a:lnTo>
                  <a:pt x="0" y="266700"/>
                </a:lnTo>
                <a:close/>
                <a:moveTo>
                  <a:pt x="28575" y="333375"/>
                </a:moveTo>
                <a:lnTo>
                  <a:pt x="47625" y="333375"/>
                </a:lnTo>
                <a:lnTo>
                  <a:pt x="47625" y="342900"/>
                </a:lnTo>
                <a:lnTo>
                  <a:pt x="57150" y="342900"/>
                </a:lnTo>
                <a:lnTo>
                  <a:pt x="57150" y="371475"/>
                </a:lnTo>
                <a:lnTo>
                  <a:pt x="38100" y="371475"/>
                </a:lnTo>
                <a:lnTo>
                  <a:pt x="38100" y="361950"/>
                </a:lnTo>
                <a:lnTo>
                  <a:pt x="28575" y="361950"/>
                </a:lnTo>
                <a:lnTo>
                  <a:pt x="28575" y="352425"/>
                </a:lnTo>
                <a:lnTo>
                  <a:pt x="38100" y="352425"/>
                </a:lnTo>
                <a:lnTo>
                  <a:pt x="38100" y="342900"/>
                </a:lnTo>
                <a:lnTo>
                  <a:pt x="28575" y="342900"/>
                </a:lnTo>
                <a:close/>
                <a:moveTo>
                  <a:pt x="657225" y="342900"/>
                </a:moveTo>
                <a:lnTo>
                  <a:pt x="666750" y="342900"/>
                </a:lnTo>
                <a:lnTo>
                  <a:pt x="666750" y="352425"/>
                </a:lnTo>
                <a:lnTo>
                  <a:pt x="657225" y="352425"/>
                </a:lnTo>
                <a:close/>
                <a:moveTo>
                  <a:pt x="666750" y="352425"/>
                </a:moveTo>
                <a:lnTo>
                  <a:pt x="676275" y="352425"/>
                </a:lnTo>
                <a:lnTo>
                  <a:pt x="676275" y="361950"/>
                </a:lnTo>
                <a:lnTo>
                  <a:pt x="666750" y="361950"/>
                </a:lnTo>
                <a:close/>
                <a:moveTo>
                  <a:pt x="657225" y="419100"/>
                </a:moveTo>
                <a:lnTo>
                  <a:pt x="666750" y="419100"/>
                </a:lnTo>
                <a:lnTo>
                  <a:pt x="666750" y="438150"/>
                </a:lnTo>
                <a:lnTo>
                  <a:pt x="647700" y="438150"/>
                </a:lnTo>
                <a:lnTo>
                  <a:pt x="647700" y="428625"/>
                </a:lnTo>
                <a:lnTo>
                  <a:pt x="657225" y="428625"/>
                </a:lnTo>
                <a:close/>
                <a:moveTo>
                  <a:pt x="638175" y="504825"/>
                </a:moveTo>
                <a:lnTo>
                  <a:pt x="647700" y="504825"/>
                </a:lnTo>
                <a:lnTo>
                  <a:pt x="647700" y="533400"/>
                </a:lnTo>
                <a:lnTo>
                  <a:pt x="628650" y="533400"/>
                </a:lnTo>
                <a:lnTo>
                  <a:pt x="628650" y="523875"/>
                </a:lnTo>
                <a:lnTo>
                  <a:pt x="638175" y="523875"/>
                </a:lnTo>
                <a:close/>
                <a:moveTo>
                  <a:pt x="485775" y="581025"/>
                </a:moveTo>
                <a:lnTo>
                  <a:pt x="504825" y="581025"/>
                </a:lnTo>
                <a:lnTo>
                  <a:pt x="504825" y="600075"/>
                </a:lnTo>
                <a:lnTo>
                  <a:pt x="476250" y="600075"/>
                </a:lnTo>
                <a:lnTo>
                  <a:pt x="476250" y="590550"/>
                </a:lnTo>
                <a:lnTo>
                  <a:pt x="485775" y="590550"/>
                </a:lnTo>
                <a:close/>
                <a:moveTo>
                  <a:pt x="190500" y="590550"/>
                </a:moveTo>
                <a:lnTo>
                  <a:pt x="209550" y="590550"/>
                </a:lnTo>
                <a:lnTo>
                  <a:pt x="209550" y="600075"/>
                </a:lnTo>
                <a:lnTo>
                  <a:pt x="190500" y="600075"/>
                </a:lnTo>
                <a:close/>
                <a:moveTo>
                  <a:pt x="342900" y="647700"/>
                </a:moveTo>
                <a:lnTo>
                  <a:pt x="352425" y="647700"/>
                </a:lnTo>
                <a:lnTo>
                  <a:pt x="352425" y="657225"/>
                </a:lnTo>
                <a:lnTo>
                  <a:pt x="342900" y="657225"/>
                </a:lnTo>
                <a:close/>
                <a:moveTo>
                  <a:pt x="323850" y="657225"/>
                </a:moveTo>
                <a:lnTo>
                  <a:pt x="342900" y="657225"/>
                </a:lnTo>
                <a:lnTo>
                  <a:pt x="342900" y="666750"/>
                </a:lnTo>
                <a:lnTo>
                  <a:pt x="323850" y="666750"/>
                </a:lnTo>
                <a:close/>
              </a:path>
            </a:pathLst>
          </a:custGeom>
          <a:solidFill xmlns:a="http://schemas.openxmlformats.org/drawingml/2006/main">
            <a:srgbClr val="FEFFFE"/>
          </a:solidFill>
          <a:ln xmlns:a="http://schemas.openxmlformats.org/drawingml/2006/main" w="0">
            <a:noFill/>
          </a:ln>
        </p:spPr>
      </p:sp>
      <p:sp>
        <p:nvSpPr>
          <p:cNvPr id="67" name="box vector #faffff">
            <a:extLst xmlns:a="http://schemas.openxmlformats.org/drawingml/2006/main">
              <a:ext uri="{FF2B5EF4-FFF2-40B4-BE49-F238E27FC236}">
                <a16:creationId xmlns:a16="http://schemas.microsoft.com/office/drawing/2014/main" id="{D309A1DE-3A07-47D8-AA66-BECA8288BD0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57250" y="3686175"/>
            <a:ext cx="704850" cy="704850"/>
          </a:xfrm>
          <a:custGeom xmlns:a="http://schemas.openxmlformats.org/drawingml/2006/main">
            <a:pathLst>
              <a:path w="714375" h="666750">
                <a:moveTo>
                  <a:pt x="323850" y="38100"/>
                </a:moveTo>
                <a:lnTo>
                  <a:pt x="352425" y="38100"/>
                </a:lnTo>
                <a:lnTo>
                  <a:pt x="352425" y="47625"/>
                </a:lnTo>
                <a:lnTo>
                  <a:pt x="323850" y="47625"/>
                </a:lnTo>
                <a:close/>
                <a:moveTo>
                  <a:pt x="371475" y="38100"/>
                </a:moveTo>
                <a:lnTo>
                  <a:pt x="400050" y="38100"/>
                </a:lnTo>
                <a:lnTo>
                  <a:pt x="400050" y="47625"/>
                </a:lnTo>
                <a:lnTo>
                  <a:pt x="371475" y="47625"/>
                </a:lnTo>
                <a:close/>
                <a:moveTo>
                  <a:pt x="314325" y="47625"/>
                </a:moveTo>
                <a:lnTo>
                  <a:pt x="323850" y="47625"/>
                </a:lnTo>
                <a:lnTo>
                  <a:pt x="323850" y="57150"/>
                </a:lnTo>
                <a:lnTo>
                  <a:pt x="314325" y="57150"/>
                </a:lnTo>
                <a:close/>
                <a:moveTo>
                  <a:pt x="400050" y="47625"/>
                </a:moveTo>
                <a:lnTo>
                  <a:pt x="409575" y="47625"/>
                </a:lnTo>
                <a:lnTo>
                  <a:pt x="409575" y="57150"/>
                </a:lnTo>
                <a:lnTo>
                  <a:pt x="400050" y="57150"/>
                </a:lnTo>
                <a:close/>
                <a:moveTo>
                  <a:pt x="285750" y="57150"/>
                </a:moveTo>
                <a:lnTo>
                  <a:pt x="295275" y="57150"/>
                </a:lnTo>
                <a:lnTo>
                  <a:pt x="295275" y="66675"/>
                </a:lnTo>
                <a:lnTo>
                  <a:pt x="285750" y="66675"/>
                </a:lnTo>
                <a:close/>
                <a:moveTo>
                  <a:pt x="409575" y="57150"/>
                </a:moveTo>
                <a:lnTo>
                  <a:pt x="428625" y="57150"/>
                </a:lnTo>
                <a:lnTo>
                  <a:pt x="428625" y="66675"/>
                </a:lnTo>
                <a:lnTo>
                  <a:pt x="409575" y="66675"/>
                </a:lnTo>
                <a:close/>
                <a:moveTo>
                  <a:pt x="266700" y="66675"/>
                </a:moveTo>
                <a:lnTo>
                  <a:pt x="276225" y="66675"/>
                </a:lnTo>
                <a:lnTo>
                  <a:pt x="276225" y="76200"/>
                </a:lnTo>
                <a:lnTo>
                  <a:pt x="266700" y="76200"/>
                </a:lnTo>
                <a:close/>
                <a:moveTo>
                  <a:pt x="438150" y="66675"/>
                </a:moveTo>
                <a:lnTo>
                  <a:pt x="457200" y="66675"/>
                </a:lnTo>
                <a:lnTo>
                  <a:pt x="457200" y="76200"/>
                </a:lnTo>
                <a:lnTo>
                  <a:pt x="466725" y="76200"/>
                </a:lnTo>
                <a:lnTo>
                  <a:pt x="466725" y="85725"/>
                </a:lnTo>
                <a:lnTo>
                  <a:pt x="447675" y="85725"/>
                </a:lnTo>
                <a:lnTo>
                  <a:pt x="447675" y="76200"/>
                </a:lnTo>
                <a:lnTo>
                  <a:pt x="438150" y="76200"/>
                </a:lnTo>
                <a:close/>
                <a:moveTo>
                  <a:pt x="238125" y="76200"/>
                </a:moveTo>
                <a:lnTo>
                  <a:pt x="257175" y="76200"/>
                </a:lnTo>
                <a:lnTo>
                  <a:pt x="257175" y="85725"/>
                </a:lnTo>
                <a:lnTo>
                  <a:pt x="238125" y="85725"/>
                </a:lnTo>
                <a:close/>
                <a:moveTo>
                  <a:pt x="219075" y="85725"/>
                </a:moveTo>
                <a:lnTo>
                  <a:pt x="238125" y="85725"/>
                </a:lnTo>
                <a:lnTo>
                  <a:pt x="238125" y="95250"/>
                </a:lnTo>
                <a:lnTo>
                  <a:pt x="219075" y="95250"/>
                </a:lnTo>
                <a:close/>
                <a:moveTo>
                  <a:pt x="476250" y="85725"/>
                </a:moveTo>
                <a:lnTo>
                  <a:pt x="495300" y="85725"/>
                </a:lnTo>
                <a:lnTo>
                  <a:pt x="495300" y="95250"/>
                </a:lnTo>
                <a:lnTo>
                  <a:pt x="476250" y="95250"/>
                </a:lnTo>
                <a:close/>
                <a:moveTo>
                  <a:pt x="209550" y="95250"/>
                </a:moveTo>
                <a:lnTo>
                  <a:pt x="219075" y="95250"/>
                </a:lnTo>
                <a:lnTo>
                  <a:pt x="219075" y="104775"/>
                </a:lnTo>
                <a:lnTo>
                  <a:pt x="209550" y="104775"/>
                </a:lnTo>
                <a:close/>
                <a:moveTo>
                  <a:pt x="495300" y="95250"/>
                </a:moveTo>
                <a:lnTo>
                  <a:pt x="514350" y="95250"/>
                </a:lnTo>
                <a:lnTo>
                  <a:pt x="514350" y="104775"/>
                </a:lnTo>
                <a:lnTo>
                  <a:pt x="495300" y="104775"/>
                </a:lnTo>
                <a:close/>
                <a:moveTo>
                  <a:pt x="171450" y="104775"/>
                </a:moveTo>
                <a:lnTo>
                  <a:pt x="190500" y="104775"/>
                </a:lnTo>
                <a:lnTo>
                  <a:pt x="190500" y="114300"/>
                </a:lnTo>
                <a:lnTo>
                  <a:pt x="171450" y="114300"/>
                </a:lnTo>
                <a:close/>
                <a:moveTo>
                  <a:pt x="514350" y="104775"/>
                </a:moveTo>
                <a:lnTo>
                  <a:pt x="542925" y="104775"/>
                </a:lnTo>
                <a:lnTo>
                  <a:pt x="542925" y="114300"/>
                </a:lnTo>
                <a:lnTo>
                  <a:pt x="514350" y="114300"/>
                </a:lnTo>
                <a:close/>
                <a:moveTo>
                  <a:pt x="104775" y="133350"/>
                </a:moveTo>
                <a:lnTo>
                  <a:pt x="123825" y="133350"/>
                </a:lnTo>
                <a:lnTo>
                  <a:pt x="123825" y="142875"/>
                </a:lnTo>
                <a:lnTo>
                  <a:pt x="104775" y="142875"/>
                </a:lnTo>
                <a:close/>
                <a:moveTo>
                  <a:pt x="581025" y="133350"/>
                </a:moveTo>
                <a:lnTo>
                  <a:pt x="600075" y="133350"/>
                </a:lnTo>
                <a:lnTo>
                  <a:pt x="600075" y="142875"/>
                </a:lnTo>
                <a:lnTo>
                  <a:pt x="581025" y="142875"/>
                </a:lnTo>
                <a:close/>
                <a:moveTo>
                  <a:pt x="85725" y="142875"/>
                </a:moveTo>
                <a:lnTo>
                  <a:pt x="104775" y="142875"/>
                </a:lnTo>
                <a:lnTo>
                  <a:pt x="104775" y="152400"/>
                </a:lnTo>
                <a:lnTo>
                  <a:pt x="85725" y="152400"/>
                </a:lnTo>
                <a:close/>
                <a:moveTo>
                  <a:pt x="600075" y="142875"/>
                </a:moveTo>
                <a:lnTo>
                  <a:pt x="609600" y="142875"/>
                </a:lnTo>
                <a:lnTo>
                  <a:pt x="609600" y="152400"/>
                </a:lnTo>
                <a:lnTo>
                  <a:pt x="600075" y="152400"/>
                </a:lnTo>
                <a:close/>
                <a:moveTo>
                  <a:pt x="76200" y="152400"/>
                </a:moveTo>
                <a:lnTo>
                  <a:pt x="85725" y="152400"/>
                </a:lnTo>
                <a:lnTo>
                  <a:pt x="85725" y="161925"/>
                </a:lnTo>
                <a:lnTo>
                  <a:pt x="76200" y="161925"/>
                </a:lnTo>
                <a:close/>
                <a:moveTo>
                  <a:pt x="609600" y="152400"/>
                </a:moveTo>
                <a:lnTo>
                  <a:pt x="619125" y="152400"/>
                </a:lnTo>
                <a:lnTo>
                  <a:pt x="619125" y="161925"/>
                </a:lnTo>
                <a:lnTo>
                  <a:pt x="609600" y="161925"/>
                </a:lnTo>
                <a:close/>
                <a:moveTo>
                  <a:pt x="66675" y="161925"/>
                </a:moveTo>
                <a:lnTo>
                  <a:pt x="76200" y="161925"/>
                </a:lnTo>
                <a:lnTo>
                  <a:pt x="76200" y="171450"/>
                </a:lnTo>
                <a:lnTo>
                  <a:pt x="66675" y="171450"/>
                </a:lnTo>
                <a:close/>
                <a:moveTo>
                  <a:pt x="619125" y="161925"/>
                </a:moveTo>
                <a:lnTo>
                  <a:pt x="628650" y="161925"/>
                </a:lnTo>
                <a:lnTo>
                  <a:pt x="628650" y="171450"/>
                </a:lnTo>
                <a:lnTo>
                  <a:pt x="619125" y="171450"/>
                </a:lnTo>
                <a:close/>
                <a:moveTo>
                  <a:pt x="57150" y="171450"/>
                </a:moveTo>
                <a:lnTo>
                  <a:pt x="66675" y="171450"/>
                </a:lnTo>
                <a:lnTo>
                  <a:pt x="66675" y="190500"/>
                </a:lnTo>
                <a:lnTo>
                  <a:pt x="57150" y="190500"/>
                </a:lnTo>
                <a:close/>
                <a:moveTo>
                  <a:pt x="628650" y="171450"/>
                </a:moveTo>
                <a:lnTo>
                  <a:pt x="638175" y="171450"/>
                </a:lnTo>
                <a:lnTo>
                  <a:pt x="638175" y="180975"/>
                </a:lnTo>
                <a:lnTo>
                  <a:pt x="628650" y="180975"/>
                </a:lnTo>
                <a:close/>
                <a:moveTo>
                  <a:pt x="638175" y="180975"/>
                </a:moveTo>
                <a:lnTo>
                  <a:pt x="647700" y="180975"/>
                </a:lnTo>
                <a:lnTo>
                  <a:pt x="647700" y="200025"/>
                </a:lnTo>
                <a:lnTo>
                  <a:pt x="638175" y="200025"/>
                </a:lnTo>
                <a:close/>
                <a:moveTo>
                  <a:pt x="47625" y="190500"/>
                </a:moveTo>
                <a:lnTo>
                  <a:pt x="57150" y="190500"/>
                </a:lnTo>
                <a:lnTo>
                  <a:pt x="57150" y="209550"/>
                </a:lnTo>
                <a:lnTo>
                  <a:pt x="47625" y="209550"/>
                </a:lnTo>
                <a:close/>
                <a:moveTo>
                  <a:pt x="647700" y="200025"/>
                </a:moveTo>
                <a:lnTo>
                  <a:pt x="657225" y="200025"/>
                </a:lnTo>
                <a:lnTo>
                  <a:pt x="657225" y="219075"/>
                </a:lnTo>
                <a:lnTo>
                  <a:pt x="647700" y="219075"/>
                </a:lnTo>
                <a:close/>
                <a:moveTo>
                  <a:pt x="38100" y="209550"/>
                </a:moveTo>
                <a:lnTo>
                  <a:pt x="47625" y="209550"/>
                </a:lnTo>
                <a:lnTo>
                  <a:pt x="47625" y="228600"/>
                </a:lnTo>
                <a:lnTo>
                  <a:pt x="38100" y="228600"/>
                </a:lnTo>
                <a:close/>
                <a:moveTo>
                  <a:pt x="657225" y="219075"/>
                </a:moveTo>
                <a:lnTo>
                  <a:pt x="666750" y="219075"/>
                </a:lnTo>
                <a:lnTo>
                  <a:pt x="666750" y="228600"/>
                </a:lnTo>
                <a:lnTo>
                  <a:pt x="657225" y="228600"/>
                </a:lnTo>
                <a:close/>
                <a:moveTo>
                  <a:pt x="28575" y="228600"/>
                </a:moveTo>
                <a:lnTo>
                  <a:pt x="38100" y="228600"/>
                </a:lnTo>
                <a:lnTo>
                  <a:pt x="38100" y="238125"/>
                </a:lnTo>
                <a:lnTo>
                  <a:pt x="28575" y="238125"/>
                </a:lnTo>
                <a:close/>
                <a:moveTo>
                  <a:pt x="666750" y="228600"/>
                </a:moveTo>
                <a:lnTo>
                  <a:pt x="676275" y="228600"/>
                </a:lnTo>
                <a:lnTo>
                  <a:pt x="676275" y="238125"/>
                </a:lnTo>
                <a:lnTo>
                  <a:pt x="666750" y="238125"/>
                </a:lnTo>
                <a:close/>
                <a:moveTo>
                  <a:pt x="19050" y="238125"/>
                </a:moveTo>
                <a:lnTo>
                  <a:pt x="28575" y="238125"/>
                </a:lnTo>
                <a:lnTo>
                  <a:pt x="28575" y="247650"/>
                </a:lnTo>
                <a:lnTo>
                  <a:pt x="19050" y="247650"/>
                </a:lnTo>
                <a:close/>
                <a:moveTo>
                  <a:pt x="676275" y="238125"/>
                </a:moveTo>
                <a:lnTo>
                  <a:pt x="685800" y="238125"/>
                </a:lnTo>
                <a:lnTo>
                  <a:pt x="685800" y="257175"/>
                </a:lnTo>
                <a:lnTo>
                  <a:pt x="676275" y="257175"/>
                </a:lnTo>
                <a:close/>
                <a:moveTo>
                  <a:pt x="9525" y="247650"/>
                </a:moveTo>
                <a:lnTo>
                  <a:pt x="19050" y="247650"/>
                </a:lnTo>
                <a:lnTo>
                  <a:pt x="19050" y="276225"/>
                </a:lnTo>
                <a:lnTo>
                  <a:pt x="9525" y="276225"/>
                </a:lnTo>
                <a:close/>
                <a:moveTo>
                  <a:pt x="685800" y="266700"/>
                </a:moveTo>
                <a:lnTo>
                  <a:pt x="695325" y="266700"/>
                </a:lnTo>
                <a:lnTo>
                  <a:pt x="695325" y="276225"/>
                </a:lnTo>
                <a:lnTo>
                  <a:pt x="685800" y="276225"/>
                </a:lnTo>
                <a:close/>
                <a:moveTo>
                  <a:pt x="685800" y="295275"/>
                </a:moveTo>
                <a:lnTo>
                  <a:pt x="695325" y="295275"/>
                </a:lnTo>
                <a:lnTo>
                  <a:pt x="695325" y="304800"/>
                </a:lnTo>
                <a:lnTo>
                  <a:pt x="685800" y="304800"/>
                </a:lnTo>
                <a:close/>
                <a:moveTo>
                  <a:pt x="676275" y="304800"/>
                </a:moveTo>
                <a:lnTo>
                  <a:pt x="685800" y="304800"/>
                </a:lnTo>
                <a:lnTo>
                  <a:pt x="685800" y="323850"/>
                </a:lnTo>
                <a:lnTo>
                  <a:pt x="676275" y="323850"/>
                </a:lnTo>
                <a:lnTo>
                  <a:pt x="676275" y="333375"/>
                </a:lnTo>
                <a:lnTo>
                  <a:pt x="657225" y="333375"/>
                </a:lnTo>
                <a:lnTo>
                  <a:pt x="657225" y="342900"/>
                </a:lnTo>
                <a:lnTo>
                  <a:pt x="647700" y="342900"/>
                </a:lnTo>
                <a:lnTo>
                  <a:pt x="647700" y="400050"/>
                </a:lnTo>
                <a:lnTo>
                  <a:pt x="638175" y="400050"/>
                </a:lnTo>
                <a:lnTo>
                  <a:pt x="638175" y="333375"/>
                </a:lnTo>
                <a:lnTo>
                  <a:pt x="647700" y="333375"/>
                </a:lnTo>
                <a:lnTo>
                  <a:pt x="647700" y="323850"/>
                </a:lnTo>
                <a:lnTo>
                  <a:pt x="666750" y="323850"/>
                </a:lnTo>
                <a:lnTo>
                  <a:pt x="666750" y="314325"/>
                </a:lnTo>
                <a:lnTo>
                  <a:pt x="676275" y="314325"/>
                </a:lnTo>
                <a:close/>
                <a:moveTo>
                  <a:pt x="38100" y="323850"/>
                </a:moveTo>
                <a:lnTo>
                  <a:pt x="57150" y="323850"/>
                </a:lnTo>
                <a:lnTo>
                  <a:pt x="57150" y="333375"/>
                </a:lnTo>
                <a:lnTo>
                  <a:pt x="66675" y="333375"/>
                </a:lnTo>
                <a:lnTo>
                  <a:pt x="66675" y="352425"/>
                </a:lnTo>
                <a:lnTo>
                  <a:pt x="57150" y="352425"/>
                </a:lnTo>
                <a:lnTo>
                  <a:pt x="57150" y="342900"/>
                </a:lnTo>
                <a:lnTo>
                  <a:pt x="47625" y="342900"/>
                </a:lnTo>
                <a:lnTo>
                  <a:pt x="47625" y="333375"/>
                </a:lnTo>
                <a:lnTo>
                  <a:pt x="38100" y="333375"/>
                </a:lnTo>
                <a:close/>
                <a:moveTo>
                  <a:pt x="66675" y="352425"/>
                </a:moveTo>
                <a:lnTo>
                  <a:pt x="76200" y="352425"/>
                </a:lnTo>
                <a:lnTo>
                  <a:pt x="76200" y="371475"/>
                </a:lnTo>
                <a:lnTo>
                  <a:pt x="66675" y="371475"/>
                </a:lnTo>
                <a:close/>
                <a:moveTo>
                  <a:pt x="66675" y="390525"/>
                </a:moveTo>
                <a:lnTo>
                  <a:pt x="76200" y="390525"/>
                </a:lnTo>
                <a:lnTo>
                  <a:pt x="76200" y="409575"/>
                </a:lnTo>
                <a:lnTo>
                  <a:pt x="66675" y="409575"/>
                </a:lnTo>
                <a:close/>
                <a:moveTo>
                  <a:pt x="638175" y="409575"/>
                </a:moveTo>
                <a:lnTo>
                  <a:pt x="647700" y="409575"/>
                </a:lnTo>
                <a:lnTo>
                  <a:pt x="647700" y="428625"/>
                </a:lnTo>
                <a:lnTo>
                  <a:pt x="638175" y="428625"/>
                </a:lnTo>
                <a:close/>
                <a:moveTo>
                  <a:pt x="76200" y="495300"/>
                </a:moveTo>
                <a:lnTo>
                  <a:pt x="85725" y="495300"/>
                </a:lnTo>
                <a:lnTo>
                  <a:pt x="85725" y="504825"/>
                </a:lnTo>
                <a:lnTo>
                  <a:pt x="76200" y="504825"/>
                </a:lnTo>
                <a:close/>
                <a:moveTo>
                  <a:pt x="619125" y="495300"/>
                </a:moveTo>
                <a:lnTo>
                  <a:pt x="628650" y="495300"/>
                </a:lnTo>
                <a:lnTo>
                  <a:pt x="628650" y="504825"/>
                </a:lnTo>
                <a:lnTo>
                  <a:pt x="619125" y="504825"/>
                </a:lnTo>
                <a:close/>
                <a:moveTo>
                  <a:pt x="609600" y="514350"/>
                </a:moveTo>
                <a:lnTo>
                  <a:pt x="619125" y="514350"/>
                </a:lnTo>
                <a:lnTo>
                  <a:pt x="619125" y="523875"/>
                </a:lnTo>
                <a:lnTo>
                  <a:pt x="609600" y="523875"/>
                </a:lnTo>
                <a:close/>
                <a:moveTo>
                  <a:pt x="600075" y="523875"/>
                </a:moveTo>
                <a:lnTo>
                  <a:pt x="609600" y="523875"/>
                </a:lnTo>
                <a:lnTo>
                  <a:pt x="609600" y="533400"/>
                </a:lnTo>
                <a:lnTo>
                  <a:pt x="600075" y="533400"/>
                </a:lnTo>
                <a:close/>
                <a:moveTo>
                  <a:pt x="104775" y="533400"/>
                </a:moveTo>
                <a:lnTo>
                  <a:pt x="114300" y="533400"/>
                </a:lnTo>
                <a:lnTo>
                  <a:pt x="114300" y="542925"/>
                </a:lnTo>
                <a:lnTo>
                  <a:pt x="104775" y="542925"/>
                </a:lnTo>
                <a:close/>
                <a:moveTo>
                  <a:pt x="581025" y="533400"/>
                </a:moveTo>
                <a:lnTo>
                  <a:pt x="590550" y="533400"/>
                </a:lnTo>
                <a:lnTo>
                  <a:pt x="590550" y="542925"/>
                </a:lnTo>
                <a:lnTo>
                  <a:pt x="581025" y="542925"/>
                </a:lnTo>
                <a:close/>
                <a:moveTo>
                  <a:pt x="114300" y="542925"/>
                </a:moveTo>
                <a:lnTo>
                  <a:pt x="123825" y="542925"/>
                </a:lnTo>
                <a:lnTo>
                  <a:pt x="123825" y="552450"/>
                </a:lnTo>
                <a:lnTo>
                  <a:pt x="114300" y="552450"/>
                </a:lnTo>
                <a:close/>
                <a:moveTo>
                  <a:pt x="561975" y="542925"/>
                </a:moveTo>
                <a:lnTo>
                  <a:pt x="571500" y="542925"/>
                </a:lnTo>
                <a:lnTo>
                  <a:pt x="571500" y="552450"/>
                </a:lnTo>
                <a:lnTo>
                  <a:pt x="561975" y="552450"/>
                </a:lnTo>
                <a:close/>
                <a:moveTo>
                  <a:pt x="133350" y="552450"/>
                </a:moveTo>
                <a:lnTo>
                  <a:pt x="142875" y="552450"/>
                </a:lnTo>
                <a:lnTo>
                  <a:pt x="142875" y="561975"/>
                </a:lnTo>
                <a:lnTo>
                  <a:pt x="133350" y="561975"/>
                </a:lnTo>
                <a:close/>
                <a:moveTo>
                  <a:pt x="533400" y="552450"/>
                </a:moveTo>
                <a:lnTo>
                  <a:pt x="552450" y="552450"/>
                </a:lnTo>
                <a:lnTo>
                  <a:pt x="552450" y="561975"/>
                </a:lnTo>
                <a:lnTo>
                  <a:pt x="533400" y="561975"/>
                </a:lnTo>
                <a:close/>
                <a:moveTo>
                  <a:pt x="152400" y="561975"/>
                </a:moveTo>
                <a:lnTo>
                  <a:pt x="161925" y="561975"/>
                </a:lnTo>
                <a:lnTo>
                  <a:pt x="161925" y="571500"/>
                </a:lnTo>
                <a:lnTo>
                  <a:pt x="152400" y="571500"/>
                </a:lnTo>
                <a:close/>
                <a:moveTo>
                  <a:pt x="171450" y="571500"/>
                </a:moveTo>
                <a:lnTo>
                  <a:pt x="180975" y="571500"/>
                </a:lnTo>
                <a:lnTo>
                  <a:pt x="180975" y="581025"/>
                </a:lnTo>
                <a:lnTo>
                  <a:pt x="171450" y="581025"/>
                </a:lnTo>
                <a:close/>
                <a:moveTo>
                  <a:pt x="485775" y="571500"/>
                </a:moveTo>
                <a:lnTo>
                  <a:pt x="504825" y="571500"/>
                </a:lnTo>
                <a:lnTo>
                  <a:pt x="504825" y="581025"/>
                </a:lnTo>
                <a:lnTo>
                  <a:pt x="485775" y="581025"/>
                </a:lnTo>
                <a:close/>
                <a:moveTo>
                  <a:pt x="180975" y="581025"/>
                </a:moveTo>
                <a:lnTo>
                  <a:pt x="200025" y="581025"/>
                </a:lnTo>
                <a:lnTo>
                  <a:pt x="200025" y="590550"/>
                </a:lnTo>
                <a:lnTo>
                  <a:pt x="180975" y="590550"/>
                </a:lnTo>
                <a:close/>
                <a:moveTo>
                  <a:pt x="466725" y="581025"/>
                </a:moveTo>
                <a:lnTo>
                  <a:pt x="476250" y="581025"/>
                </a:lnTo>
                <a:lnTo>
                  <a:pt x="476250" y="590550"/>
                </a:lnTo>
                <a:lnTo>
                  <a:pt x="466725" y="590550"/>
                </a:lnTo>
                <a:close/>
                <a:moveTo>
                  <a:pt x="219075" y="590550"/>
                </a:moveTo>
                <a:lnTo>
                  <a:pt x="228600" y="590550"/>
                </a:lnTo>
                <a:lnTo>
                  <a:pt x="228600" y="600075"/>
                </a:lnTo>
                <a:lnTo>
                  <a:pt x="219075" y="600075"/>
                </a:lnTo>
                <a:close/>
                <a:moveTo>
                  <a:pt x="447675" y="590550"/>
                </a:moveTo>
                <a:lnTo>
                  <a:pt x="466725" y="590550"/>
                </a:lnTo>
                <a:lnTo>
                  <a:pt x="466725" y="600075"/>
                </a:lnTo>
                <a:lnTo>
                  <a:pt x="447675" y="600075"/>
                </a:lnTo>
                <a:close/>
                <a:moveTo>
                  <a:pt x="428625" y="600075"/>
                </a:moveTo>
                <a:lnTo>
                  <a:pt x="438150" y="600075"/>
                </a:lnTo>
                <a:lnTo>
                  <a:pt x="438150" y="609600"/>
                </a:lnTo>
                <a:lnTo>
                  <a:pt x="428625" y="609600"/>
                </a:lnTo>
                <a:close/>
                <a:moveTo>
                  <a:pt x="266700" y="609600"/>
                </a:moveTo>
                <a:lnTo>
                  <a:pt x="285750" y="609600"/>
                </a:lnTo>
                <a:lnTo>
                  <a:pt x="285750" y="619125"/>
                </a:lnTo>
                <a:lnTo>
                  <a:pt x="266700" y="619125"/>
                </a:lnTo>
                <a:close/>
                <a:moveTo>
                  <a:pt x="409575" y="609600"/>
                </a:moveTo>
                <a:lnTo>
                  <a:pt x="419100" y="609600"/>
                </a:lnTo>
                <a:lnTo>
                  <a:pt x="419100" y="619125"/>
                </a:lnTo>
                <a:lnTo>
                  <a:pt x="409575" y="619125"/>
                </a:lnTo>
                <a:close/>
                <a:moveTo>
                  <a:pt x="285750" y="619125"/>
                </a:moveTo>
                <a:lnTo>
                  <a:pt x="295275" y="619125"/>
                </a:lnTo>
                <a:lnTo>
                  <a:pt x="295275" y="628650"/>
                </a:lnTo>
                <a:lnTo>
                  <a:pt x="285750" y="628650"/>
                </a:lnTo>
                <a:close/>
                <a:moveTo>
                  <a:pt x="390525" y="619125"/>
                </a:moveTo>
                <a:lnTo>
                  <a:pt x="409575" y="619125"/>
                </a:lnTo>
                <a:lnTo>
                  <a:pt x="409575" y="628650"/>
                </a:lnTo>
                <a:lnTo>
                  <a:pt x="390525" y="628650"/>
                </a:lnTo>
                <a:close/>
              </a:path>
            </a:pathLst>
          </a:custGeom>
          <a:solidFill xmlns:a="http://schemas.openxmlformats.org/drawingml/2006/main">
            <a:srgbClr val="FAFFFF"/>
          </a:solidFill>
          <a:ln xmlns:a="http://schemas.openxmlformats.org/drawingml/2006/main" w="0">
            <a:noFill/>
          </a:ln>
        </p:spPr>
      </p:sp>
      <p:sp>
        <p:nvSpPr>
          <p:cNvPr id="68" name="box vector #fefefe">
            <a:extLst xmlns:a="http://schemas.openxmlformats.org/drawingml/2006/main">
              <a:ext uri="{FF2B5EF4-FFF2-40B4-BE49-F238E27FC236}">
                <a16:creationId xmlns:a16="http://schemas.microsoft.com/office/drawing/2014/main" id="{12EFDEA2-739D-4CAF-9648-46FA57F27C8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57250" y="3686175"/>
            <a:ext cx="704850" cy="704850"/>
          </a:xfrm>
          <a:custGeom xmlns:a="http://schemas.openxmlformats.org/drawingml/2006/main">
            <a:pathLst>
              <a:path w="714375" h="666750">
                <a:moveTo>
                  <a:pt x="514350" y="0"/>
                </a:moveTo>
                <a:lnTo>
                  <a:pt x="523875" y="0"/>
                </a:lnTo>
                <a:lnTo>
                  <a:pt x="523875" y="9525"/>
                </a:lnTo>
                <a:lnTo>
                  <a:pt x="514350" y="9525"/>
                </a:lnTo>
                <a:close/>
                <a:moveTo>
                  <a:pt x="685800" y="0"/>
                </a:moveTo>
                <a:lnTo>
                  <a:pt x="714375" y="0"/>
                </a:lnTo>
                <a:lnTo>
                  <a:pt x="714375" y="28575"/>
                </a:lnTo>
                <a:lnTo>
                  <a:pt x="695325" y="28575"/>
                </a:lnTo>
                <a:lnTo>
                  <a:pt x="695325" y="19050"/>
                </a:lnTo>
                <a:lnTo>
                  <a:pt x="685800" y="19050"/>
                </a:lnTo>
                <a:close/>
                <a:moveTo>
                  <a:pt x="247650" y="38100"/>
                </a:moveTo>
                <a:lnTo>
                  <a:pt x="257175" y="38100"/>
                </a:lnTo>
                <a:lnTo>
                  <a:pt x="257175" y="47625"/>
                </a:lnTo>
                <a:lnTo>
                  <a:pt x="276225" y="47625"/>
                </a:lnTo>
                <a:lnTo>
                  <a:pt x="276225" y="57150"/>
                </a:lnTo>
                <a:lnTo>
                  <a:pt x="257175" y="57150"/>
                </a:lnTo>
                <a:lnTo>
                  <a:pt x="257175" y="66675"/>
                </a:lnTo>
                <a:lnTo>
                  <a:pt x="247650" y="66675"/>
                </a:lnTo>
                <a:close/>
                <a:moveTo>
                  <a:pt x="285750" y="38100"/>
                </a:moveTo>
                <a:lnTo>
                  <a:pt x="295275" y="38100"/>
                </a:lnTo>
                <a:lnTo>
                  <a:pt x="295275" y="47625"/>
                </a:lnTo>
                <a:lnTo>
                  <a:pt x="285750" y="47625"/>
                </a:lnTo>
                <a:close/>
                <a:moveTo>
                  <a:pt x="85725" y="57150"/>
                </a:moveTo>
                <a:lnTo>
                  <a:pt x="95250" y="57150"/>
                </a:lnTo>
                <a:lnTo>
                  <a:pt x="95250" y="85725"/>
                </a:lnTo>
                <a:lnTo>
                  <a:pt x="85725" y="85725"/>
                </a:lnTo>
                <a:close/>
                <a:moveTo>
                  <a:pt x="228600" y="66675"/>
                </a:moveTo>
                <a:lnTo>
                  <a:pt x="238125" y="66675"/>
                </a:lnTo>
                <a:lnTo>
                  <a:pt x="238125" y="76200"/>
                </a:lnTo>
                <a:lnTo>
                  <a:pt x="228600" y="76200"/>
                </a:lnTo>
                <a:close/>
                <a:moveTo>
                  <a:pt x="200025" y="76200"/>
                </a:moveTo>
                <a:lnTo>
                  <a:pt x="209550" y="76200"/>
                </a:lnTo>
                <a:lnTo>
                  <a:pt x="209550" y="85725"/>
                </a:lnTo>
                <a:lnTo>
                  <a:pt x="200025" y="85725"/>
                </a:lnTo>
                <a:close/>
                <a:moveTo>
                  <a:pt x="590550" y="76200"/>
                </a:moveTo>
                <a:lnTo>
                  <a:pt x="600075" y="76200"/>
                </a:lnTo>
                <a:lnTo>
                  <a:pt x="600075" y="85725"/>
                </a:lnTo>
                <a:lnTo>
                  <a:pt x="609600" y="85725"/>
                </a:lnTo>
                <a:lnTo>
                  <a:pt x="609600" y="95250"/>
                </a:lnTo>
                <a:lnTo>
                  <a:pt x="600075" y="95250"/>
                </a:lnTo>
                <a:lnTo>
                  <a:pt x="600075" y="114300"/>
                </a:lnTo>
                <a:lnTo>
                  <a:pt x="561975" y="114300"/>
                </a:lnTo>
                <a:lnTo>
                  <a:pt x="561975" y="95250"/>
                </a:lnTo>
                <a:lnTo>
                  <a:pt x="571500" y="95250"/>
                </a:lnTo>
                <a:lnTo>
                  <a:pt x="571500" y="85725"/>
                </a:lnTo>
                <a:lnTo>
                  <a:pt x="590550" y="85725"/>
                </a:lnTo>
                <a:close/>
                <a:moveTo>
                  <a:pt x="133350" y="85725"/>
                </a:moveTo>
                <a:lnTo>
                  <a:pt x="142875" y="85725"/>
                </a:lnTo>
                <a:lnTo>
                  <a:pt x="142875" y="95250"/>
                </a:lnTo>
                <a:lnTo>
                  <a:pt x="133350" y="95250"/>
                </a:lnTo>
                <a:close/>
                <a:moveTo>
                  <a:pt x="123825" y="95250"/>
                </a:moveTo>
                <a:lnTo>
                  <a:pt x="133350" y="95250"/>
                </a:lnTo>
                <a:lnTo>
                  <a:pt x="133350" y="104775"/>
                </a:lnTo>
                <a:lnTo>
                  <a:pt x="123825" y="104775"/>
                </a:lnTo>
                <a:close/>
                <a:moveTo>
                  <a:pt x="581025" y="104775"/>
                </a:moveTo>
                <a:lnTo>
                  <a:pt x="590550" y="104775"/>
                </a:lnTo>
                <a:lnTo>
                  <a:pt x="590550" y="95250"/>
                </a:lnTo>
                <a:lnTo>
                  <a:pt x="581025" y="95250"/>
                </a:lnTo>
                <a:close/>
                <a:moveTo>
                  <a:pt x="104775" y="114300"/>
                </a:moveTo>
                <a:lnTo>
                  <a:pt x="123825" y="114300"/>
                </a:lnTo>
                <a:lnTo>
                  <a:pt x="123825" y="123825"/>
                </a:lnTo>
                <a:lnTo>
                  <a:pt x="104775" y="123825"/>
                </a:lnTo>
                <a:close/>
                <a:moveTo>
                  <a:pt x="0" y="152400"/>
                </a:moveTo>
                <a:lnTo>
                  <a:pt x="28575" y="152400"/>
                </a:lnTo>
                <a:lnTo>
                  <a:pt x="28575" y="161925"/>
                </a:lnTo>
                <a:lnTo>
                  <a:pt x="38100" y="161925"/>
                </a:lnTo>
                <a:lnTo>
                  <a:pt x="38100" y="180975"/>
                </a:lnTo>
                <a:lnTo>
                  <a:pt x="19050" y="180975"/>
                </a:lnTo>
                <a:lnTo>
                  <a:pt x="19050" y="171450"/>
                </a:lnTo>
                <a:lnTo>
                  <a:pt x="9525" y="171450"/>
                </a:lnTo>
                <a:lnTo>
                  <a:pt x="9525" y="180975"/>
                </a:lnTo>
                <a:lnTo>
                  <a:pt x="0" y="180975"/>
                </a:lnTo>
                <a:close/>
                <a:moveTo>
                  <a:pt x="695325" y="285750"/>
                </a:moveTo>
                <a:lnTo>
                  <a:pt x="704850" y="285750"/>
                </a:lnTo>
                <a:lnTo>
                  <a:pt x="704850" y="295275"/>
                </a:lnTo>
                <a:lnTo>
                  <a:pt x="695325" y="295275"/>
                </a:lnTo>
                <a:close/>
                <a:moveTo>
                  <a:pt x="0" y="333375"/>
                </a:moveTo>
                <a:lnTo>
                  <a:pt x="9525" y="333375"/>
                </a:lnTo>
                <a:lnTo>
                  <a:pt x="9525" y="342900"/>
                </a:lnTo>
                <a:lnTo>
                  <a:pt x="0" y="342900"/>
                </a:lnTo>
                <a:close/>
                <a:moveTo>
                  <a:pt x="9525" y="342900"/>
                </a:moveTo>
                <a:lnTo>
                  <a:pt x="28575" y="342900"/>
                </a:lnTo>
                <a:lnTo>
                  <a:pt x="28575" y="352425"/>
                </a:lnTo>
                <a:lnTo>
                  <a:pt x="9525" y="352425"/>
                </a:lnTo>
                <a:close/>
                <a:moveTo>
                  <a:pt x="666750" y="361950"/>
                </a:moveTo>
                <a:lnTo>
                  <a:pt x="676275" y="361950"/>
                </a:lnTo>
                <a:lnTo>
                  <a:pt x="676275" y="381000"/>
                </a:lnTo>
                <a:lnTo>
                  <a:pt x="685800" y="381000"/>
                </a:lnTo>
                <a:lnTo>
                  <a:pt x="685800" y="409575"/>
                </a:lnTo>
                <a:lnTo>
                  <a:pt x="676275" y="409575"/>
                </a:lnTo>
                <a:lnTo>
                  <a:pt x="676275" y="457200"/>
                </a:lnTo>
                <a:lnTo>
                  <a:pt x="647700" y="457200"/>
                </a:lnTo>
                <a:lnTo>
                  <a:pt x="647700" y="447675"/>
                </a:lnTo>
                <a:lnTo>
                  <a:pt x="657225" y="447675"/>
                </a:lnTo>
                <a:lnTo>
                  <a:pt x="657225" y="438150"/>
                </a:lnTo>
                <a:lnTo>
                  <a:pt x="666750" y="438150"/>
                </a:lnTo>
                <a:close/>
                <a:moveTo>
                  <a:pt x="57150" y="381000"/>
                </a:moveTo>
                <a:lnTo>
                  <a:pt x="66675" y="381000"/>
                </a:lnTo>
                <a:lnTo>
                  <a:pt x="66675" y="428625"/>
                </a:lnTo>
                <a:lnTo>
                  <a:pt x="57150" y="428625"/>
                </a:lnTo>
                <a:lnTo>
                  <a:pt x="57150" y="419100"/>
                </a:lnTo>
                <a:lnTo>
                  <a:pt x="38100" y="419100"/>
                </a:lnTo>
                <a:lnTo>
                  <a:pt x="38100" y="409575"/>
                </a:lnTo>
                <a:lnTo>
                  <a:pt x="28575" y="409575"/>
                </a:lnTo>
                <a:lnTo>
                  <a:pt x="28575" y="419100"/>
                </a:lnTo>
                <a:lnTo>
                  <a:pt x="19050" y="419100"/>
                </a:lnTo>
                <a:lnTo>
                  <a:pt x="19050" y="428625"/>
                </a:lnTo>
                <a:lnTo>
                  <a:pt x="9525" y="428625"/>
                </a:lnTo>
                <a:lnTo>
                  <a:pt x="9525" y="438150"/>
                </a:lnTo>
                <a:lnTo>
                  <a:pt x="0" y="438150"/>
                </a:lnTo>
                <a:lnTo>
                  <a:pt x="0" y="409575"/>
                </a:lnTo>
                <a:lnTo>
                  <a:pt x="19050" y="409575"/>
                </a:lnTo>
                <a:lnTo>
                  <a:pt x="19050" y="400050"/>
                </a:lnTo>
                <a:lnTo>
                  <a:pt x="38100" y="400050"/>
                </a:lnTo>
                <a:lnTo>
                  <a:pt x="38100" y="390525"/>
                </a:lnTo>
                <a:lnTo>
                  <a:pt x="57150" y="390525"/>
                </a:lnTo>
                <a:close/>
                <a:moveTo>
                  <a:pt x="704850" y="466725"/>
                </a:moveTo>
                <a:lnTo>
                  <a:pt x="714375" y="466725"/>
                </a:lnTo>
                <a:lnTo>
                  <a:pt x="714375" y="476250"/>
                </a:lnTo>
                <a:lnTo>
                  <a:pt x="704850" y="476250"/>
                </a:lnTo>
                <a:close/>
                <a:moveTo>
                  <a:pt x="85725" y="561975"/>
                </a:moveTo>
                <a:lnTo>
                  <a:pt x="95250" y="561975"/>
                </a:lnTo>
                <a:lnTo>
                  <a:pt x="95250" y="571500"/>
                </a:lnTo>
                <a:lnTo>
                  <a:pt x="104775" y="571500"/>
                </a:lnTo>
                <a:lnTo>
                  <a:pt x="104775" y="581025"/>
                </a:lnTo>
                <a:lnTo>
                  <a:pt x="85725" y="581025"/>
                </a:lnTo>
                <a:close/>
                <a:moveTo>
                  <a:pt x="609600" y="561975"/>
                </a:moveTo>
                <a:lnTo>
                  <a:pt x="619125" y="561975"/>
                </a:lnTo>
                <a:lnTo>
                  <a:pt x="619125" y="581025"/>
                </a:lnTo>
                <a:lnTo>
                  <a:pt x="609600" y="581025"/>
                </a:lnTo>
                <a:close/>
                <a:moveTo>
                  <a:pt x="504825" y="581025"/>
                </a:moveTo>
                <a:lnTo>
                  <a:pt x="514350" y="581025"/>
                </a:lnTo>
                <a:lnTo>
                  <a:pt x="514350" y="590550"/>
                </a:lnTo>
                <a:lnTo>
                  <a:pt x="504825" y="590550"/>
                </a:lnTo>
                <a:close/>
                <a:moveTo>
                  <a:pt x="142875" y="590550"/>
                </a:moveTo>
                <a:lnTo>
                  <a:pt x="161925" y="590550"/>
                </a:lnTo>
                <a:lnTo>
                  <a:pt x="161925" y="600075"/>
                </a:lnTo>
                <a:lnTo>
                  <a:pt x="142875" y="600075"/>
                </a:lnTo>
                <a:close/>
                <a:moveTo>
                  <a:pt x="238125" y="609600"/>
                </a:moveTo>
                <a:lnTo>
                  <a:pt x="257175" y="609600"/>
                </a:lnTo>
                <a:lnTo>
                  <a:pt x="257175" y="619125"/>
                </a:lnTo>
                <a:lnTo>
                  <a:pt x="238125" y="619125"/>
                </a:lnTo>
                <a:close/>
                <a:moveTo>
                  <a:pt x="361950" y="647700"/>
                </a:moveTo>
                <a:lnTo>
                  <a:pt x="371475" y="647700"/>
                </a:lnTo>
                <a:lnTo>
                  <a:pt x="371475" y="666750"/>
                </a:lnTo>
                <a:lnTo>
                  <a:pt x="361950" y="666750"/>
                </a:lnTo>
                <a:close/>
                <a:moveTo>
                  <a:pt x="485775" y="657225"/>
                </a:moveTo>
                <a:lnTo>
                  <a:pt x="495300" y="657225"/>
                </a:lnTo>
                <a:lnTo>
                  <a:pt x="495300" y="666750"/>
                </a:lnTo>
                <a:lnTo>
                  <a:pt x="485775" y="666750"/>
                </a:lnTo>
                <a:close/>
              </a:path>
            </a:pathLst>
          </a:custGeom>
          <a:solidFill xmlns:a="http://schemas.openxmlformats.org/drawingml/2006/main">
            <a:srgbClr val="FEFEFE"/>
          </a:solidFill>
          <a:ln xmlns:a="http://schemas.openxmlformats.org/drawingml/2006/main" w="0">
            <a:noFill/>
          </a:ln>
        </p:spPr>
      </p:sp>
      <p:sp>
        <p:nvSpPr>
          <p:cNvPr id="69" name="box vector #fcfefe">
            <a:extLst xmlns:a="http://schemas.openxmlformats.org/drawingml/2006/main">
              <a:ext uri="{FF2B5EF4-FFF2-40B4-BE49-F238E27FC236}">
                <a16:creationId xmlns:a16="http://schemas.microsoft.com/office/drawing/2014/main" id="{8C2DA4FB-DD27-47D3-88DF-96D7382A816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57250" y="3686175"/>
            <a:ext cx="704850" cy="704850"/>
          </a:xfrm>
          <a:custGeom xmlns:a="http://schemas.openxmlformats.org/drawingml/2006/main">
            <a:pathLst>
              <a:path w="714375" h="666750">
                <a:moveTo>
                  <a:pt x="352425" y="28575"/>
                </a:moveTo>
                <a:lnTo>
                  <a:pt x="371475" y="28575"/>
                </a:lnTo>
                <a:lnTo>
                  <a:pt x="371475" y="47625"/>
                </a:lnTo>
                <a:lnTo>
                  <a:pt x="352425" y="47625"/>
                </a:lnTo>
                <a:close/>
                <a:moveTo>
                  <a:pt x="295275" y="38100"/>
                </a:moveTo>
                <a:lnTo>
                  <a:pt x="314325" y="38100"/>
                </a:lnTo>
                <a:lnTo>
                  <a:pt x="314325" y="57150"/>
                </a:lnTo>
                <a:lnTo>
                  <a:pt x="285750" y="57150"/>
                </a:lnTo>
                <a:lnTo>
                  <a:pt x="285750" y="66675"/>
                </a:lnTo>
                <a:lnTo>
                  <a:pt x="276225" y="66675"/>
                </a:lnTo>
                <a:lnTo>
                  <a:pt x="276225" y="47625"/>
                </a:lnTo>
                <a:lnTo>
                  <a:pt x="295275" y="47625"/>
                </a:lnTo>
                <a:close/>
                <a:moveTo>
                  <a:pt x="257175" y="57150"/>
                </a:moveTo>
                <a:lnTo>
                  <a:pt x="266700" y="57150"/>
                </a:lnTo>
                <a:lnTo>
                  <a:pt x="266700" y="76200"/>
                </a:lnTo>
                <a:lnTo>
                  <a:pt x="238125" y="76200"/>
                </a:lnTo>
                <a:lnTo>
                  <a:pt x="238125" y="66675"/>
                </a:lnTo>
                <a:lnTo>
                  <a:pt x="257175" y="66675"/>
                </a:lnTo>
                <a:close/>
                <a:moveTo>
                  <a:pt x="228600" y="76200"/>
                </a:moveTo>
                <a:lnTo>
                  <a:pt x="238125" y="76200"/>
                </a:lnTo>
                <a:lnTo>
                  <a:pt x="238125" y="85725"/>
                </a:lnTo>
                <a:lnTo>
                  <a:pt x="228600" y="85725"/>
                </a:lnTo>
                <a:close/>
                <a:moveTo>
                  <a:pt x="200025" y="85725"/>
                </a:moveTo>
                <a:lnTo>
                  <a:pt x="219075" y="85725"/>
                </a:lnTo>
                <a:lnTo>
                  <a:pt x="219075" y="95250"/>
                </a:lnTo>
                <a:lnTo>
                  <a:pt x="200025" y="95250"/>
                </a:lnTo>
                <a:close/>
                <a:moveTo>
                  <a:pt x="142875" y="95250"/>
                </a:moveTo>
                <a:lnTo>
                  <a:pt x="161925" y="95250"/>
                </a:lnTo>
                <a:lnTo>
                  <a:pt x="161925" y="104775"/>
                </a:lnTo>
                <a:lnTo>
                  <a:pt x="171450" y="104775"/>
                </a:lnTo>
                <a:lnTo>
                  <a:pt x="171450" y="114300"/>
                </a:lnTo>
                <a:lnTo>
                  <a:pt x="152400" y="114300"/>
                </a:lnTo>
                <a:lnTo>
                  <a:pt x="152400" y="123825"/>
                </a:lnTo>
                <a:lnTo>
                  <a:pt x="133350" y="123825"/>
                </a:lnTo>
                <a:lnTo>
                  <a:pt x="133350" y="133350"/>
                </a:lnTo>
                <a:lnTo>
                  <a:pt x="104775" y="133350"/>
                </a:lnTo>
                <a:lnTo>
                  <a:pt x="104775" y="123825"/>
                </a:lnTo>
                <a:lnTo>
                  <a:pt x="123825" y="123825"/>
                </a:lnTo>
                <a:lnTo>
                  <a:pt x="123825" y="114300"/>
                </a:lnTo>
                <a:lnTo>
                  <a:pt x="142875" y="114300"/>
                </a:lnTo>
                <a:close/>
                <a:moveTo>
                  <a:pt x="581025" y="95250"/>
                </a:moveTo>
                <a:lnTo>
                  <a:pt x="590550" y="95250"/>
                </a:lnTo>
                <a:lnTo>
                  <a:pt x="590550" y="104775"/>
                </a:lnTo>
                <a:lnTo>
                  <a:pt x="581025" y="104775"/>
                </a:lnTo>
                <a:close/>
                <a:moveTo>
                  <a:pt x="552450" y="114300"/>
                </a:moveTo>
                <a:lnTo>
                  <a:pt x="581025" y="114300"/>
                </a:lnTo>
                <a:lnTo>
                  <a:pt x="581025" y="133350"/>
                </a:lnTo>
                <a:lnTo>
                  <a:pt x="571500" y="133350"/>
                </a:lnTo>
                <a:lnTo>
                  <a:pt x="571500" y="123825"/>
                </a:lnTo>
                <a:lnTo>
                  <a:pt x="552450" y="123825"/>
                </a:lnTo>
                <a:close/>
                <a:moveTo>
                  <a:pt x="47625" y="180975"/>
                </a:moveTo>
                <a:lnTo>
                  <a:pt x="57150" y="180975"/>
                </a:lnTo>
                <a:lnTo>
                  <a:pt x="57150" y="190500"/>
                </a:lnTo>
                <a:lnTo>
                  <a:pt x="47625" y="190500"/>
                </a:lnTo>
                <a:close/>
                <a:moveTo>
                  <a:pt x="38100" y="200025"/>
                </a:moveTo>
                <a:lnTo>
                  <a:pt x="47625" y="200025"/>
                </a:lnTo>
                <a:lnTo>
                  <a:pt x="47625" y="209550"/>
                </a:lnTo>
                <a:lnTo>
                  <a:pt x="38100" y="209550"/>
                </a:lnTo>
                <a:close/>
                <a:moveTo>
                  <a:pt x="28575" y="219075"/>
                </a:moveTo>
                <a:lnTo>
                  <a:pt x="38100" y="219075"/>
                </a:lnTo>
                <a:lnTo>
                  <a:pt x="38100" y="228600"/>
                </a:lnTo>
                <a:lnTo>
                  <a:pt x="28575" y="228600"/>
                </a:lnTo>
                <a:close/>
                <a:moveTo>
                  <a:pt x="19050" y="228600"/>
                </a:moveTo>
                <a:lnTo>
                  <a:pt x="28575" y="228600"/>
                </a:lnTo>
                <a:lnTo>
                  <a:pt x="28575" y="238125"/>
                </a:lnTo>
                <a:lnTo>
                  <a:pt x="19050" y="238125"/>
                </a:lnTo>
                <a:close/>
                <a:moveTo>
                  <a:pt x="9525" y="238125"/>
                </a:moveTo>
                <a:lnTo>
                  <a:pt x="19050" y="238125"/>
                </a:lnTo>
                <a:lnTo>
                  <a:pt x="19050" y="247650"/>
                </a:lnTo>
                <a:lnTo>
                  <a:pt x="9525" y="247650"/>
                </a:lnTo>
                <a:close/>
                <a:moveTo>
                  <a:pt x="0" y="247650"/>
                </a:moveTo>
                <a:lnTo>
                  <a:pt x="9525" y="247650"/>
                </a:lnTo>
                <a:lnTo>
                  <a:pt x="9525" y="257175"/>
                </a:lnTo>
                <a:lnTo>
                  <a:pt x="0" y="257175"/>
                </a:lnTo>
                <a:close/>
                <a:moveTo>
                  <a:pt x="0" y="304800"/>
                </a:moveTo>
                <a:lnTo>
                  <a:pt x="19050" y="304800"/>
                </a:lnTo>
                <a:lnTo>
                  <a:pt x="19050" y="314325"/>
                </a:lnTo>
                <a:lnTo>
                  <a:pt x="28575" y="314325"/>
                </a:lnTo>
                <a:lnTo>
                  <a:pt x="28575" y="323850"/>
                </a:lnTo>
                <a:lnTo>
                  <a:pt x="38100" y="323850"/>
                </a:lnTo>
                <a:lnTo>
                  <a:pt x="38100" y="333375"/>
                </a:lnTo>
                <a:lnTo>
                  <a:pt x="28575" y="333375"/>
                </a:lnTo>
                <a:lnTo>
                  <a:pt x="28575" y="342900"/>
                </a:lnTo>
                <a:lnTo>
                  <a:pt x="9525" y="342900"/>
                </a:lnTo>
                <a:lnTo>
                  <a:pt x="9525" y="323850"/>
                </a:lnTo>
                <a:lnTo>
                  <a:pt x="0" y="323850"/>
                </a:lnTo>
                <a:close/>
                <a:moveTo>
                  <a:pt x="28575" y="342900"/>
                </a:moveTo>
                <a:lnTo>
                  <a:pt x="38100" y="342900"/>
                </a:lnTo>
                <a:lnTo>
                  <a:pt x="38100" y="352425"/>
                </a:lnTo>
                <a:lnTo>
                  <a:pt x="28575" y="352425"/>
                </a:lnTo>
                <a:close/>
                <a:moveTo>
                  <a:pt x="647700" y="342900"/>
                </a:moveTo>
                <a:lnTo>
                  <a:pt x="657225" y="342900"/>
                </a:lnTo>
                <a:lnTo>
                  <a:pt x="657225" y="352425"/>
                </a:lnTo>
                <a:lnTo>
                  <a:pt x="666750" y="352425"/>
                </a:lnTo>
                <a:lnTo>
                  <a:pt x="666750" y="400050"/>
                </a:lnTo>
                <a:lnTo>
                  <a:pt x="647700" y="400050"/>
                </a:lnTo>
                <a:close/>
                <a:moveTo>
                  <a:pt x="638175" y="400050"/>
                </a:moveTo>
                <a:lnTo>
                  <a:pt x="647700" y="400050"/>
                </a:lnTo>
                <a:lnTo>
                  <a:pt x="647700" y="409575"/>
                </a:lnTo>
                <a:lnTo>
                  <a:pt x="638175" y="409575"/>
                </a:lnTo>
                <a:close/>
                <a:moveTo>
                  <a:pt x="638175" y="428625"/>
                </a:moveTo>
                <a:lnTo>
                  <a:pt x="647700" y="428625"/>
                </a:lnTo>
                <a:lnTo>
                  <a:pt x="647700" y="438150"/>
                </a:lnTo>
                <a:lnTo>
                  <a:pt x="657225" y="438150"/>
                </a:lnTo>
                <a:lnTo>
                  <a:pt x="657225" y="447675"/>
                </a:lnTo>
                <a:lnTo>
                  <a:pt x="647700" y="447675"/>
                </a:lnTo>
                <a:lnTo>
                  <a:pt x="647700" y="457200"/>
                </a:lnTo>
                <a:lnTo>
                  <a:pt x="638175" y="457200"/>
                </a:lnTo>
                <a:lnTo>
                  <a:pt x="638175" y="466725"/>
                </a:lnTo>
                <a:lnTo>
                  <a:pt x="628650" y="466725"/>
                </a:lnTo>
                <a:lnTo>
                  <a:pt x="628650" y="447675"/>
                </a:lnTo>
                <a:lnTo>
                  <a:pt x="638175" y="447675"/>
                </a:lnTo>
                <a:close/>
                <a:moveTo>
                  <a:pt x="76200" y="504825"/>
                </a:moveTo>
                <a:lnTo>
                  <a:pt x="85725" y="504825"/>
                </a:lnTo>
                <a:lnTo>
                  <a:pt x="85725" y="523875"/>
                </a:lnTo>
                <a:lnTo>
                  <a:pt x="76200" y="523875"/>
                </a:lnTo>
                <a:close/>
                <a:moveTo>
                  <a:pt x="619125" y="504825"/>
                </a:moveTo>
                <a:lnTo>
                  <a:pt x="628650" y="504825"/>
                </a:lnTo>
                <a:lnTo>
                  <a:pt x="628650" y="514350"/>
                </a:lnTo>
                <a:lnTo>
                  <a:pt x="619125" y="514350"/>
                </a:lnTo>
                <a:close/>
                <a:moveTo>
                  <a:pt x="85725" y="523875"/>
                </a:moveTo>
                <a:lnTo>
                  <a:pt x="95250" y="523875"/>
                </a:lnTo>
                <a:lnTo>
                  <a:pt x="95250" y="533400"/>
                </a:lnTo>
                <a:lnTo>
                  <a:pt x="85725" y="533400"/>
                </a:lnTo>
                <a:close/>
                <a:moveTo>
                  <a:pt x="95250" y="533400"/>
                </a:moveTo>
                <a:lnTo>
                  <a:pt x="104775" y="533400"/>
                </a:lnTo>
                <a:lnTo>
                  <a:pt x="104775" y="542925"/>
                </a:lnTo>
                <a:lnTo>
                  <a:pt x="95250" y="542925"/>
                </a:lnTo>
                <a:close/>
                <a:moveTo>
                  <a:pt x="590550" y="533400"/>
                </a:moveTo>
                <a:lnTo>
                  <a:pt x="600075" y="533400"/>
                </a:lnTo>
                <a:lnTo>
                  <a:pt x="600075" y="542925"/>
                </a:lnTo>
                <a:lnTo>
                  <a:pt x="590550" y="542925"/>
                </a:lnTo>
                <a:close/>
                <a:moveTo>
                  <a:pt x="142875" y="561975"/>
                </a:moveTo>
                <a:lnTo>
                  <a:pt x="152400" y="561975"/>
                </a:lnTo>
                <a:lnTo>
                  <a:pt x="152400" y="571500"/>
                </a:lnTo>
                <a:lnTo>
                  <a:pt x="171450" y="571500"/>
                </a:lnTo>
                <a:lnTo>
                  <a:pt x="171450" y="581025"/>
                </a:lnTo>
                <a:lnTo>
                  <a:pt x="180975" y="581025"/>
                </a:lnTo>
                <a:lnTo>
                  <a:pt x="180975" y="590550"/>
                </a:lnTo>
                <a:lnTo>
                  <a:pt x="133350" y="590550"/>
                </a:lnTo>
                <a:lnTo>
                  <a:pt x="133350" y="571500"/>
                </a:lnTo>
                <a:lnTo>
                  <a:pt x="142875" y="571500"/>
                </a:lnTo>
                <a:close/>
                <a:moveTo>
                  <a:pt x="209550" y="590550"/>
                </a:moveTo>
                <a:lnTo>
                  <a:pt x="219075" y="590550"/>
                </a:lnTo>
                <a:lnTo>
                  <a:pt x="219075" y="600075"/>
                </a:lnTo>
                <a:lnTo>
                  <a:pt x="209550" y="600075"/>
                </a:lnTo>
                <a:close/>
                <a:moveTo>
                  <a:pt x="228600" y="600075"/>
                </a:moveTo>
                <a:lnTo>
                  <a:pt x="238125" y="600075"/>
                </a:lnTo>
                <a:lnTo>
                  <a:pt x="238125" y="609600"/>
                </a:lnTo>
                <a:lnTo>
                  <a:pt x="228600" y="609600"/>
                </a:lnTo>
                <a:close/>
                <a:moveTo>
                  <a:pt x="304800" y="628650"/>
                </a:moveTo>
                <a:lnTo>
                  <a:pt x="314325" y="628650"/>
                </a:lnTo>
                <a:lnTo>
                  <a:pt x="314325" y="638175"/>
                </a:lnTo>
                <a:lnTo>
                  <a:pt x="304800" y="638175"/>
                </a:lnTo>
                <a:close/>
                <a:moveTo>
                  <a:pt x="371475" y="628650"/>
                </a:moveTo>
                <a:lnTo>
                  <a:pt x="381000" y="628650"/>
                </a:lnTo>
                <a:lnTo>
                  <a:pt x="381000" y="638175"/>
                </a:lnTo>
                <a:lnTo>
                  <a:pt x="371475" y="638175"/>
                </a:lnTo>
                <a:close/>
                <a:moveTo>
                  <a:pt x="323850" y="638175"/>
                </a:moveTo>
                <a:lnTo>
                  <a:pt x="371475" y="638175"/>
                </a:lnTo>
                <a:lnTo>
                  <a:pt x="371475" y="647700"/>
                </a:lnTo>
                <a:lnTo>
                  <a:pt x="361950" y="647700"/>
                </a:lnTo>
                <a:lnTo>
                  <a:pt x="361950" y="666750"/>
                </a:lnTo>
                <a:lnTo>
                  <a:pt x="342900" y="666750"/>
                </a:lnTo>
                <a:lnTo>
                  <a:pt x="342900" y="657225"/>
                </a:lnTo>
                <a:lnTo>
                  <a:pt x="352425" y="657225"/>
                </a:lnTo>
                <a:lnTo>
                  <a:pt x="352425" y="647700"/>
                </a:lnTo>
                <a:lnTo>
                  <a:pt x="323850" y="647700"/>
                </a:lnTo>
                <a:close/>
              </a:path>
            </a:pathLst>
          </a:custGeom>
          <a:solidFill xmlns:a="http://schemas.openxmlformats.org/drawingml/2006/main">
            <a:srgbClr val="FCFEFE"/>
          </a:solidFill>
          <a:ln xmlns:a="http://schemas.openxmlformats.org/drawingml/2006/main" w="0">
            <a:noFill/>
          </a:ln>
        </p:spPr>
      </p:sp>
      <p:sp>
        <p:nvSpPr>
          <p:cNvPr id="70" name="box vector #f8feff">
            <a:extLst xmlns:a="http://schemas.openxmlformats.org/drawingml/2006/main">
              <a:ext uri="{FF2B5EF4-FFF2-40B4-BE49-F238E27FC236}">
                <a16:creationId xmlns:a16="http://schemas.microsoft.com/office/drawing/2014/main" id="{E8D91763-8B95-4ACF-820F-83737BC83BF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57250" y="3686175"/>
            <a:ext cx="704850" cy="704850"/>
          </a:xfrm>
          <a:custGeom xmlns:a="http://schemas.openxmlformats.org/drawingml/2006/main">
            <a:pathLst>
              <a:path w="714375" h="666750">
                <a:moveTo>
                  <a:pt x="323850" y="47625"/>
                </a:moveTo>
                <a:lnTo>
                  <a:pt x="342900" y="47625"/>
                </a:lnTo>
                <a:lnTo>
                  <a:pt x="342900" y="57150"/>
                </a:lnTo>
                <a:lnTo>
                  <a:pt x="323850" y="57150"/>
                </a:lnTo>
                <a:close/>
                <a:moveTo>
                  <a:pt x="381000" y="47625"/>
                </a:moveTo>
                <a:lnTo>
                  <a:pt x="400050" y="47625"/>
                </a:lnTo>
                <a:lnTo>
                  <a:pt x="400050" y="57150"/>
                </a:lnTo>
                <a:lnTo>
                  <a:pt x="381000" y="57150"/>
                </a:lnTo>
                <a:close/>
                <a:moveTo>
                  <a:pt x="295275" y="57150"/>
                </a:moveTo>
                <a:lnTo>
                  <a:pt x="314325" y="57150"/>
                </a:lnTo>
                <a:lnTo>
                  <a:pt x="314325" y="66675"/>
                </a:lnTo>
                <a:lnTo>
                  <a:pt x="295275" y="66675"/>
                </a:lnTo>
                <a:close/>
                <a:moveTo>
                  <a:pt x="400050" y="57150"/>
                </a:moveTo>
                <a:lnTo>
                  <a:pt x="409575" y="57150"/>
                </a:lnTo>
                <a:lnTo>
                  <a:pt x="409575" y="66675"/>
                </a:lnTo>
                <a:lnTo>
                  <a:pt x="400050" y="66675"/>
                </a:lnTo>
                <a:close/>
                <a:moveTo>
                  <a:pt x="276225" y="66675"/>
                </a:moveTo>
                <a:lnTo>
                  <a:pt x="285750" y="66675"/>
                </a:lnTo>
                <a:lnTo>
                  <a:pt x="285750" y="76200"/>
                </a:lnTo>
                <a:lnTo>
                  <a:pt x="276225" y="76200"/>
                </a:lnTo>
                <a:close/>
                <a:moveTo>
                  <a:pt x="419100" y="66675"/>
                </a:moveTo>
                <a:lnTo>
                  <a:pt x="438150" y="66675"/>
                </a:lnTo>
                <a:lnTo>
                  <a:pt x="438150" y="76200"/>
                </a:lnTo>
                <a:lnTo>
                  <a:pt x="419100" y="76200"/>
                </a:lnTo>
                <a:close/>
                <a:moveTo>
                  <a:pt x="257175" y="76200"/>
                </a:moveTo>
                <a:lnTo>
                  <a:pt x="266700" y="76200"/>
                </a:lnTo>
                <a:lnTo>
                  <a:pt x="266700" y="85725"/>
                </a:lnTo>
                <a:lnTo>
                  <a:pt x="257175" y="85725"/>
                </a:lnTo>
                <a:close/>
                <a:moveTo>
                  <a:pt x="238125" y="85725"/>
                </a:moveTo>
                <a:lnTo>
                  <a:pt x="247650" y="85725"/>
                </a:lnTo>
                <a:lnTo>
                  <a:pt x="247650" y="95250"/>
                </a:lnTo>
                <a:lnTo>
                  <a:pt x="238125" y="95250"/>
                </a:lnTo>
                <a:close/>
                <a:moveTo>
                  <a:pt x="466725" y="85725"/>
                </a:moveTo>
                <a:lnTo>
                  <a:pt x="476250" y="85725"/>
                </a:lnTo>
                <a:lnTo>
                  <a:pt x="476250" y="95250"/>
                </a:lnTo>
                <a:lnTo>
                  <a:pt x="466725" y="95250"/>
                </a:lnTo>
                <a:close/>
                <a:moveTo>
                  <a:pt x="219075" y="95250"/>
                </a:moveTo>
                <a:lnTo>
                  <a:pt x="228600" y="95250"/>
                </a:lnTo>
                <a:lnTo>
                  <a:pt x="228600" y="104775"/>
                </a:lnTo>
                <a:lnTo>
                  <a:pt x="219075" y="104775"/>
                </a:lnTo>
                <a:close/>
                <a:moveTo>
                  <a:pt x="485775" y="95250"/>
                </a:moveTo>
                <a:lnTo>
                  <a:pt x="495300" y="95250"/>
                </a:lnTo>
                <a:lnTo>
                  <a:pt x="495300" y="104775"/>
                </a:lnTo>
                <a:lnTo>
                  <a:pt x="485775" y="104775"/>
                </a:lnTo>
                <a:close/>
                <a:moveTo>
                  <a:pt x="190500" y="104775"/>
                </a:moveTo>
                <a:lnTo>
                  <a:pt x="200025" y="104775"/>
                </a:lnTo>
                <a:lnTo>
                  <a:pt x="200025" y="114300"/>
                </a:lnTo>
                <a:lnTo>
                  <a:pt x="190500" y="114300"/>
                </a:lnTo>
                <a:close/>
                <a:moveTo>
                  <a:pt x="152400" y="114300"/>
                </a:moveTo>
                <a:lnTo>
                  <a:pt x="180975" y="114300"/>
                </a:lnTo>
                <a:lnTo>
                  <a:pt x="180975" y="123825"/>
                </a:lnTo>
                <a:lnTo>
                  <a:pt x="152400" y="123825"/>
                </a:lnTo>
                <a:close/>
                <a:moveTo>
                  <a:pt x="523875" y="114300"/>
                </a:moveTo>
                <a:lnTo>
                  <a:pt x="552450" y="114300"/>
                </a:lnTo>
                <a:lnTo>
                  <a:pt x="552450" y="123825"/>
                </a:lnTo>
                <a:lnTo>
                  <a:pt x="523875" y="123825"/>
                </a:lnTo>
                <a:close/>
                <a:moveTo>
                  <a:pt x="133350" y="123825"/>
                </a:moveTo>
                <a:lnTo>
                  <a:pt x="152400" y="123825"/>
                </a:lnTo>
                <a:lnTo>
                  <a:pt x="152400" y="133350"/>
                </a:lnTo>
                <a:lnTo>
                  <a:pt x="133350" y="133350"/>
                </a:lnTo>
                <a:close/>
                <a:moveTo>
                  <a:pt x="561975" y="123825"/>
                </a:moveTo>
                <a:lnTo>
                  <a:pt x="571500" y="123825"/>
                </a:lnTo>
                <a:lnTo>
                  <a:pt x="571500" y="133350"/>
                </a:lnTo>
                <a:lnTo>
                  <a:pt x="561975" y="133350"/>
                </a:lnTo>
                <a:close/>
                <a:moveTo>
                  <a:pt x="571500" y="133350"/>
                </a:moveTo>
                <a:lnTo>
                  <a:pt x="581025" y="133350"/>
                </a:lnTo>
                <a:lnTo>
                  <a:pt x="581025" y="142875"/>
                </a:lnTo>
                <a:lnTo>
                  <a:pt x="571500" y="142875"/>
                </a:lnTo>
                <a:close/>
                <a:moveTo>
                  <a:pt x="104775" y="142875"/>
                </a:moveTo>
                <a:lnTo>
                  <a:pt x="114300" y="142875"/>
                </a:lnTo>
                <a:lnTo>
                  <a:pt x="114300" y="152400"/>
                </a:lnTo>
                <a:lnTo>
                  <a:pt x="104775" y="152400"/>
                </a:lnTo>
                <a:close/>
                <a:moveTo>
                  <a:pt x="590550" y="142875"/>
                </a:moveTo>
                <a:lnTo>
                  <a:pt x="600075" y="142875"/>
                </a:lnTo>
                <a:lnTo>
                  <a:pt x="600075" y="152400"/>
                </a:lnTo>
                <a:lnTo>
                  <a:pt x="590550" y="152400"/>
                </a:lnTo>
                <a:close/>
                <a:moveTo>
                  <a:pt x="85725" y="152400"/>
                </a:moveTo>
                <a:lnTo>
                  <a:pt x="95250" y="152400"/>
                </a:lnTo>
                <a:lnTo>
                  <a:pt x="95250" y="161925"/>
                </a:lnTo>
                <a:lnTo>
                  <a:pt x="85725" y="161925"/>
                </a:lnTo>
                <a:close/>
                <a:moveTo>
                  <a:pt x="600075" y="152400"/>
                </a:moveTo>
                <a:lnTo>
                  <a:pt x="609600" y="152400"/>
                </a:lnTo>
                <a:lnTo>
                  <a:pt x="609600" y="161925"/>
                </a:lnTo>
                <a:lnTo>
                  <a:pt x="600075" y="161925"/>
                </a:lnTo>
                <a:close/>
                <a:moveTo>
                  <a:pt x="76200" y="161925"/>
                </a:moveTo>
                <a:lnTo>
                  <a:pt x="85725" y="161925"/>
                </a:lnTo>
                <a:lnTo>
                  <a:pt x="85725" y="171450"/>
                </a:lnTo>
                <a:lnTo>
                  <a:pt x="76200" y="171450"/>
                </a:lnTo>
                <a:close/>
                <a:moveTo>
                  <a:pt x="66675" y="171450"/>
                </a:moveTo>
                <a:lnTo>
                  <a:pt x="76200" y="171450"/>
                </a:lnTo>
                <a:lnTo>
                  <a:pt x="76200" y="180975"/>
                </a:lnTo>
                <a:lnTo>
                  <a:pt x="66675" y="180975"/>
                </a:lnTo>
                <a:close/>
                <a:moveTo>
                  <a:pt x="619125" y="171450"/>
                </a:moveTo>
                <a:lnTo>
                  <a:pt x="628650" y="171450"/>
                </a:lnTo>
                <a:lnTo>
                  <a:pt x="628650" y="180975"/>
                </a:lnTo>
                <a:lnTo>
                  <a:pt x="619125" y="180975"/>
                </a:lnTo>
                <a:close/>
                <a:moveTo>
                  <a:pt x="628650" y="180975"/>
                </a:moveTo>
                <a:lnTo>
                  <a:pt x="638175" y="180975"/>
                </a:lnTo>
                <a:lnTo>
                  <a:pt x="638175" y="190500"/>
                </a:lnTo>
                <a:lnTo>
                  <a:pt x="628650" y="190500"/>
                </a:lnTo>
                <a:close/>
                <a:moveTo>
                  <a:pt x="57150" y="190500"/>
                </a:moveTo>
                <a:lnTo>
                  <a:pt x="66675" y="190500"/>
                </a:lnTo>
                <a:lnTo>
                  <a:pt x="66675" y="200025"/>
                </a:lnTo>
                <a:lnTo>
                  <a:pt x="57150" y="200025"/>
                </a:lnTo>
                <a:close/>
                <a:moveTo>
                  <a:pt x="638175" y="200025"/>
                </a:moveTo>
                <a:lnTo>
                  <a:pt x="647700" y="200025"/>
                </a:lnTo>
                <a:lnTo>
                  <a:pt x="647700" y="209550"/>
                </a:lnTo>
                <a:lnTo>
                  <a:pt x="638175" y="209550"/>
                </a:lnTo>
                <a:close/>
                <a:moveTo>
                  <a:pt x="47625" y="209550"/>
                </a:moveTo>
                <a:lnTo>
                  <a:pt x="57150" y="209550"/>
                </a:lnTo>
                <a:lnTo>
                  <a:pt x="57150" y="219075"/>
                </a:lnTo>
                <a:lnTo>
                  <a:pt x="47625" y="219075"/>
                </a:lnTo>
                <a:close/>
                <a:moveTo>
                  <a:pt x="28575" y="238125"/>
                </a:moveTo>
                <a:lnTo>
                  <a:pt x="38100" y="238125"/>
                </a:lnTo>
                <a:lnTo>
                  <a:pt x="38100" y="247650"/>
                </a:lnTo>
                <a:lnTo>
                  <a:pt x="28575" y="247650"/>
                </a:lnTo>
                <a:close/>
                <a:moveTo>
                  <a:pt x="666750" y="238125"/>
                </a:moveTo>
                <a:lnTo>
                  <a:pt x="676275" y="238125"/>
                </a:lnTo>
                <a:lnTo>
                  <a:pt x="676275" y="247650"/>
                </a:lnTo>
                <a:lnTo>
                  <a:pt x="666750" y="247650"/>
                </a:lnTo>
                <a:close/>
                <a:moveTo>
                  <a:pt x="19050" y="247650"/>
                </a:moveTo>
                <a:lnTo>
                  <a:pt x="28575" y="247650"/>
                </a:lnTo>
                <a:lnTo>
                  <a:pt x="28575" y="257175"/>
                </a:lnTo>
                <a:lnTo>
                  <a:pt x="19050" y="257175"/>
                </a:lnTo>
                <a:close/>
                <a:moveTo>
                  <a:pt x="9525" y="276225"/>
                </a:moveTo>
                <a:lnTo>
                  <a:pt x="19050" y="276225"/>
                </a:lnTo>
                <a:lnTo>
                  <a:pt x="19050" y="304800"/>
                </a:lnTo>
                <a:lnTo>
                  <a:pt x="9525" y="304800"/>
                </a:lnTo>
                <a:close/>
                <a:moveTo>
                  <a:pt x="685800" y="276225"/>
                </a:moveTo>
                <a:lnTo>
                  <a:pt x="695325" y="276225"/>
                </a:lnTo>
                <a:lnTo>
                  <a:pt x="695325" y="295275"/>
                </a:lnTo>
                <a:lnTo>
                  <a:pt x="685800" y="295275"/>
                </a:lnTo>
                <a:close/>
                <a:moveTo>
                  <a:pt x="19050" y="304800"/>
                </a:moveTo>
                <a:lnTo>
                  <a:pt x="28575" y="304800"/>
                </a:lnTo>
                <a:lnTo>
                  <a:pt x="28575" y="314325"/>
                </a:lnTo>
                <a:lnTo>
                  <a:pt x="19050" y="314325"/>
                </a:lnTo>
                <a:close/>
                <a:moveTo>
                  <a:pt x="28575" y="314325"/>
                </a:moveTo>
                <a:lnTo>
                  <a:pt x="47625" y="314325"/>
                </a:lnTo>
                <a:lnTo>
                  <a:pt x="47625" y="323850"/>
                </a:lnTo>
                <a:lnTo>
                  <a:pt x="28575" y="323850"/>
                </a:lnTo>
                <a:close/>
                <a:moveTo>
                  <a:pt x="57150" y="323850"/>
                </a:moveTo>
                <a:lnTo>
                  <a:pt x="66675" y="323850"/>
                </a:lnTo>
                <a:lnTo>
                  <a:pt x="66675" y="333375"/>
                </a:lnTo>
                <a:lnTo>
                  <a:pt x="57150" y="333375"/>
                </a:lnTo>
                <a:close/>
                <a:moveTo>
                  <a:pt x="638175" y="323850"/>
                </a:moveTo>
                <a:lnTo>
                  <a:pt x="647700" y="323850"/>
                </a:lnTo>
                <a:lnTo>
                  <a:pt x="647700" y="333375"/>
                </a:lnTo>
                <a:lnTo>
                  <a:pt x="638175" y="333375"/>
                </a:lnTo>
                <a:close/>
                <a:moveTo>
                  <a:pt x="66675" y="333375"/>
                </a:moveTo>
                <a:lnTo>
                  <a:pt x="76200" y="333375"/>
                </a:lnTo>
                <a:lnTo>
                  <a:pt x="76200" y="342900"/>
                </a:lnTo>
                <a:lnTo>
                  <a:pt x="85725" y="342900"/>
                </a:lnTo>
                <a:lnTo>
                  <a:pt x="85725" y="495300"/>
                </a:lnTo>
                <a:lnTo>
                  <a:pt x="76200" y="495300"/>
                </a:lnTo>
                <a:lnTo>
                  <a:pt x="76200" y="352425"/>
                </a:lnTo>
                <a:lnTo>
                  <a:pt x="66675" y="352425"/>
                </a:lnTo>
                <a:close/>
                <a:moveTo>
                  <a:pt x="628650" y="333375"/>
                </a:moveTo>
                <a:lnTo>
                  <a:pt x="638175" y="333375"/>
                </a:lnTo>
                <a:lnTo>
                  <a:pt x="638175" y="447675"/>
                </a:lnTo>
                <a:lnTo>
                  <a:pt x="628650" y="447675"/>
                </a:lnTo>
                <a:close/>
                <a:moveTo>
                  <a:pt x="619125" y="466725"/>
                </a:moveTo>
                <a:lnTo>
                  <a:pt x="628650" y="466725"/>
                </a:lnTo>
                <a:lnTo>
                  <a:pt x="628650" y="495300"/>
                </a:lnTo>
                <a:lnTo>
                  <a:pt x="619125" y="495300"/>
                </a:lnTo>
                <a:close/>
                <a:moveTo>
                  <a:pt x="85725" y="514350"/>
                </a:moveTo>
                <a:lnTo>
                  <a:pt x="95250" y="514350"/>
                </a:lnTo>
                <a:lnTo>
                  <a:pt x="95250" y="523875"/>
                </a:lnTo>
                <a:lnTo>
                  <a:pt x="85725" y="523875"/>
                </a:lnTo>
                <a:close/>
                <a:moveTo>
                  <a:pt x="95250" y="523875"/>
                </a:moveTo>
                <a:lnTo>
                  <a:pt x="104775" y="523875"/>
                </a:lnTo>
                <a:lnTo>
                  <a:pt x="104775" y="533400"/>
                </a:lnTo>
                <a:lnTo>
                  <a:pt x="95250" y="533400"/>
                </a:lnTo>
                <a:close/>
                <a:moveTo>
                  <a:pt x="590550" y="523875"/>
                </a:moveTo>
                <a:lnTo>
                  <a:pt x="600075" y="523875"/>
                </a:lnTo>
                <a:lnTo>
                  <a:pt x="600075" y="533400"/>
                </a:lnTo>
                <a:lnTo>
                  <a:pt x="590550" y="533400"/>
                </a:lnTo>
                <a:close/>
                <a:moveTo>
                  <a:pt x="114300" y="533400"/>
                </a:moveTo>
                <a:lnTo>
                  <a:pt x="123825" y="533400"/>
                </a:lnTo>
                <a:lnTo>
                  <a:pt x="123825" y="542925"/>
                </a:lnTo>
                <a:lnTo>
                  <a:pt x="114300" y="542925"/>
                </a:lnTo>
                <a:close/>
                <a:moveTo>
                  <a:pt x="571500" y="533400"/>
                </a:moveTo>
                <a:lnTo>
                  <a:pt x="581025" y="533400"/>
                </a:lnTo>
                <a:lnTo>
                  <a:pt x="581025" y="542925"/>
                </a:lnTo>
                <a:lnTo>
                  <a:pt x="571500" y="542925"/>
                </a:lnTo>
                <a:close/>
                <a:moveTo>
                  <a:pt x="123825" y="542925"/>
                </a:moveTo>
                <a:lnTo>
                  <a:pt x="142875" y="542925"/>
                </a:lnTo>
                <a:lnTo>
                  <a:pt x="142875" y="552450"/>
                </a:lnTo>
                <a:lnTo>
                  <a:pt x="123825" y="552450"/>
                </a:lnTo>
                <a:close/>
                <a:moveTo>
                  <a:pt x="552450" y="542925"/>
                </a:moveTo>
                <a:lnTo>
                  <a:pt x="561975" y="542925"/>
                </a:lnTo>
                <a:lnTo>
                  <a:pt x="561975" y="552450"/>
                </a:lnTo>
                <a:lnTo>
                  <a:pt x="552450" y="552450"/>
                </a:lnTo>
                <a:close/>
                <a:moveTo>
                  <a:pt x="142875" y="552450"/>
                </a:moveTo>
                <a:lnTo>
                  <a:pt x="161925" y="552450"/>
                </a:lnTo>
                <a:lnTo>
                  <a:pt x="161925" y="561975"/>
                </a:lnTo>
                <a:lnTo>
                  <a:pt x="142875" y="561975"/>
                </a:lnTo>
                <a:close/>
                <a:moveTo>
                  <a:pt x="523875" y="552450"/>
                </a:moveTo>
                <a:lnTo>
                  <a:pt x="533400" y="552450"/>
                </a:lnTo>
                <a:lnTo>
                  <a:pt x="533400" y="561975"/>
                </a:lnTo>
                <a:lnTo>
                  <a:pt x="523875" y="561975"/>
                </a:lnTo>
                <a:close/>
                <a:moveTo>
                  <a:pt x="161925" y="561975"/>
                </a:moveTo>
                <a:lnTo>
                  <a:pt x="171450" y="561975"/>
                </a:lnTo>
                <a:lnTo>
                  <a:pt x="171450" y="571500"/>
                </a:lnTo>
                <a:lnTo>
                  <a:pt x="161925" y="571500"/>
                </a:lnTo>
                <a:close/>
                <a:moveTo>
                  <a:pt x="495300" y="561975"/>
                </a:moveTo>
                <a:lnTo>
                  <a:pt x="514350" y="561975"/>
                </a:lnTo>
                <a:lnTo>
                  <a:pt x="514350" y="571500"/>
                </a:lnTo>
                <a:lnTo>
                  <a:pt x="495300" y="571500"/>
                </a:lnTo>
                <a:close/>
                <a:moveTo>
                  <a:pt x="180975" y="571500"/>
                </a:moveTo>
                <a:lnTo>
                  <a:pt x="209550" y="571500"/>
                </a:lnTo>
                <a:lnTo>
                  <a:pt x="209550" y="581025"/>
                </a:lnTo>
                <a:lnTo>
                  <a:pt x="219075" y="581025"/>
                </a:lnTo>
                <a:lnTo>
                  <a:pt x="219075" y="590550"/>
                </a:lnTo>
                <a:lnTo>
                  <a:pt x="200025" y="590550"/>
                </a:lnTo>
                <a:lnTo>
                  <a:pt x="200025" y="581025"/>
                </a:lnTo>
                <a:lnTo>
                  <a:pt x="180975" y="581025"/>
                </a:lnTo>
                <a:close/>
                <a:moveTo>
                  <a:pt x="476250" y="571500"/>
                </a:moveTo>
                <a:lnTo>
                  <a:pt x="485775" y="571500"/>
                </a:lnTo>
                <a:lnTo>
                  <a:pt x="485775" y="581025"/>
                </a:lnTo>
                <a:lnTo>
                  <a:pt x="476250" y="581025"/>
                </a:lnTo>
                <a:close/>
                <a:moveTo>
                  <a:pt x="457200" y="581025"/>
                </a:moveTo>
                <a:lnTo>
                  <a:pt x="466725" y="581025"/>
                </a:lnTo>
                <a:lnTo>
                  <a:pt x="466725" y="590550"/>
                </a:lnTo>
                <a:lnTo>
                  <a:pt x="457200" y="590550"/>
                </a:lnTo>
                <a:close/>
                <a:moveTo>
                  <a:pt x="228600" y="590550"/>
                </a:moveTo>
                <a:lnTo>
                  <a:pt x="247650" y="590550"/>
                </a:lnTo>
                <a:lnTo>
                  <a:pt x="247650" y="600075"/>
                </a:lnTo>
                <a:lnTo>
                  <a:pt x="276225" y="600075"/>
                </a:lnTo>
                <a:lnTo>
                  <a:pt x="276225" y="609600"/>
                </a:lnTo>
                <a:lnTo>
                  <a:pt x="238125" y="609600"/>
                </a:lnTo>
                <a:lnTo>
                  <a:pt x="238125" y="600075"/>
                </a:lnTo>
                <a:lnTo>
                  <a:pt x="228600" y="600075"/>
                </a:lnTo>
                <a:close/>
                <a:moveTo>
                  <a:pt x="438150" y="590550"/>
                </a:moveTo>
                <a:lnTo>
                  <a:pt x="447675" y="590550"/>
                </a:lnTo>
                <a:lnTo>
                  <a:pt x="447675" y="600075"/>
                </a:lnTo>
                <a:lnTo>
                  <a:pt x="438150" y="600075"/>
                </a:lnTo>
                <a:close/>
                <a:moveTo>
                  <a:pt x="419100" y="600075"/>
                </a:moveTo>
                <a:lnTo>
                  <a:pt x="428625" y="600075"/>
                </a:lnTo>
                <a:lnTo>
                  <a:pt x="428625" y="609600"/>
                </a:lnTo>
                <a:lnTo>
                  <a:pt x="419100" y="609600"/>
                </a:lnTo>
                <a:close/>
                <a:moveTo>
                  <a:pt x="285750" y="609600"/>
                </a:moveTo>
                <a:lnTo>
                  <a:pt x="295275" y="609600"/>
                </a:lnTo>
                <a:lnTo>
                  <a:pt x="295275" y="619125"/>
                </a:lnTo>
                <a:lnTo>
                  <a:pt x="285750" y="619125"/>
                </a:lnTo>
                <a:close/>
                <a:moveTo>
                  <a:pt x="400050" y="609600"/>
                </a:moveTo>
                <a:lnTo>
                  <a:pt x="409575" y="609600"/>
                </a:lnTo>
                <a:lnTo>
                  <a:pt x="409575" y="619125"/>
                </a:lnTo>
                <a:lnTo>
                  <a:pt x="400050" y="619125"/>
                </a:lnTo>
                <a:close/>
                <a:moveTo>
                  <a:pt x="295275" y="619125"/>
                </a:moveTo>
                <a:lnTo>
                  <a:pt x="314325" y="619125"/>
                </a:lnTo>
                <a:lnTo>
                  <a:pt x="314325" y="628650"/>
                </a:lnTo>
                <a:lnTo>
                  <a:pt x="295275" y="628650"/>
                </a:lnTo>
                <a:close/>
                <a:moveTo>
                  <a:pt x="381000" y="619125"/>
                </a:moveTo>
                <a:lnTo>
                  <a:pt x="390525" y="619125"/>
                </a:lnTo>
                <a:lnTo>
                  <a:pt x="390525" y="628650"/>
                </a:lnTo>
                <a:lnTo>
                  <a:pt x="381000" y="628650"/>
                </a:lnTo>
                <a:close/>
                <a:moveTo>
                  <a:pt x="314325" y="628650"/>
                </a:moveTo>
                <a:lnTo>
                  <a:pt x="371475" y="628650"/>
                </a:lnTo>
                <a:lnTo>
                  <a:pt x="371475" y="638175"/>
                </a:lnTo>
                <a:lnTo>
                  <a:pt x="314325" y="638175"/>
                </a:lnTo>
                <a:close/>
              </a:path>
            </a:pathLst>
          </a:custGeom>
          <a:solidFill xmlns:a="http://schemas.openxmlformats.org/drawingml/2006/main">
            <a:srgbClr val="F8FEFF"/>
          </a:solidFill>
          <a:ln xmlns:a="http://schemas.openxmlformats.org/drawingml/2006/main" w="0">
            <a:noFill/>
          </a:ln>
        </p:spPr>
      </p:sp>
      <p:sp>
        <p:nvSpPr>
          <p:cNvPr id="71" name="box vector #f3feff">
            <a:extLst xmlns:a="http://schemas.openxmlformats.org/drawingml/2006/main">
              <a:ext uri="{FF2B5EF4-FFF2-40B4-BE49-F238E27FC236}">
                <a16:creationId xmlns:a16="http://schemas.microsoft.com/office/drawing/2014/main" id="{250BC9C0-B2B7-42E1-A7CB-0C239BF9B93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57250" y="3686175"/>
            <a:ext cx="704850" cy="704850"/>
          </a:xfrm>
          <a:custGeom xmlns:a="http://schemas.openxmlformats.org/drawingml/2006/main">
            <a:pathLst>
              <a:path w="714375" h="666750">
                <a:moveTo>
                  <a:pt x="342900" y="47625"/>
                </a:moveTo>
                <a:lnTo>
                  <a:pt x="381000" y="47625"/>
                </a:lnTo>
                <a:lnTo>
                  <a:pt x="381000" y="57150"/>
                </a:lnTo>
                <a:lnTo>
                  <a:pt x="400050" y="57150"/>
                </a:lnTo>
                <a:lnTo>
                  <a:pt x="400050" y="66675"/>
                </a:lnTo>
                <a:lnTo>
                  <a:pt x="371475" y="66675"/>
                </a:lnTo>
                <a:lnTo>
                  <a:pt x="371475" y="57150"/>
                </a:lnTo>
                <a:lnTo>
                  <a:pt x="342900" y="57150"/>
                </a:lnTo>
                <a:close/>
                <a:moveTo>
                  <a:pt x="314325" y="57150"/>
                </a:moveTo>
                <a:lnTo>
                  <a:pt x="333375" y="57150"/>
                </a:lnTo>
                <a:lnTo>
                  <a:pt x="333375" y="66675"/>
                </a:lnTo>
                <a:lnTo>
                  <a:pt x="314325" y="66675"/>
                </a:lnTo>
                <a:close/>
                <a:moveTo>
                  <a:pt x="285750" y="66675"/>
                </a:moveTo>
                <a:lnTo>
                  <a:pt x="314325" y="66675"/>
                </a:lnTo>
                <a:lnTo>
                  <a:pt x="314325" y="76200"/>
                </a:lnTo>
                <a:lnTo>
                  <a:pt x="285750" y="76200"/>
                </a:lnTo>
                <a:close/>
                <a:moveTo>
                  <a:pt x="400050" y="66675"/>
                </a:moveTo>
                <a:lnTo>
                  <a:pt x="419100" y="66675"/>
                </a:lnTo>
                <a:lnTo>
                  <a:pt x="419100" y="76200"/>
                </a:lnTo>
                <a:lnTo>
                  <a:pt x="400050" y="76200"/>
                </a:lnTo>
                <a:close/>
                <a:moveTo>
                  <a:pt x="266700" y="76200"/>
                </a:moveTo>
                <a:lnTo>
                  <a:pt x="285750" y="76200"/>
                </a:lnTo>
                <a:lnTo>
                  <a:pt x="285750" y="85725"/>
                </a:lnTo>
                <a:lnTo>
                  <a:pt x="266700" y="85725"/>
                </a:lnTo>
                <a:close/>
                <a:moveTo>
                  <a:pt x="419100" y="76200"/>
                </a:moveTo>
                <a:lnTo>
                  <a:pt x="447675" y="76200"/>
                </a:lnTo>
                <a:lnTo>
                  <a:pt x="447675" y="85725"/>
                </a:lnTo>
                <a:lnTo>
                  <a:pt x="466725" y="85725"/>
                </a:lnTo>
                <a:lnTo>
                  <a:pt x="466725" y="95250"/>
                </a:lnTo>
                <a:lnTo>
                  <a:pt x="438150" y="95250"/>
                </a:lnTo>
                <a:lnTo>
                  <a:pt x="438150" y="85725"/>
                </a:lnTo>
                <a:lnTo>
                  <a:pt x="419100" y="85725"/>
                </a:lnTo>
                <a:close/>
                <a:moveTo>
                  <a:pt x="247650" y="85725"/>
                </a:moveTo>
                <a:lnTo>
                  <a:pt x="266700" y="85725"/>
                </a:lnTo>
                <a:lnTo>
                  <a:pt x="266700" y="95250"/>
                </a:lnTo>
                <a:lnTo>
                  <a:pt x="247650" y="95250"/>
                </a:lnTo>
                <a:close/>
                <a:moveTo>
                  <a:pt x="228600" y="95250"/>
                </a:moveTo>
                <a:lnTo>
                  <a:pt x="247650" y="95250"/>
                </a:lnTo>
                <a:lnTo>
                  <a:pt x="247650" y="104775"/>
                </a:lnTo>
                <a:lnTo>
                  <a:pt x="228600" y="104775"/>
                </a:lnTo>
                <a:close/>
                <a:moveTo>
                  <a:pt x="466725" y="95250"/>
                </a:moveTo>
                <a:lnTo>
                  <a:pt x="485775" y="95250"/>
                </a:lnTo>
                <a:lnTo>
                  <a:pt x="485775" y="104775"/>
                </a:lnTo>
                <a:lnTo>
                  <a:pt x="466725" y="104775"/>
                </a:lnTo>
                <a:close/>
                <a:moveTo>
                  <a:pt x="200025" y="104775"/>
                </a:moveTo>
                <a:lnTo>
                  <a:pt x="219075" y="104775"/>
                </a:lnTo>
                <a:lnTo>
                  <a:pt x="219075" y="114300"/>
                </a:lnTo>
                <a:lnTo>
                  <a:pt x="200025" y="114300"/>
                </a:lnTo>
                <a:close/>
                <a:moveTo>
                  <a:pt x="485775" y="104775"/>
                </a:moveTo>
                <a:lnTo>
                  <a:pt x="514350" y="104775"/>
                </a:lnTo>
                <a:lnTo>
                  <a:pt x="514350" y="114300"/>
                </a:lnTo>
                <a:lnTo>
                  <a:pt x="523875" y="114300"/>
                </a:lnTo>
                <a:lnTo>
                  <a:pt x="523875" y="123825"/>
                </a:lnTo>
                <a:lnTo>
                  <a:pt x="504825" y="123825"/>
                </a:lnTo>
                <a:lnTo>
                  <a:pt x="504825" y="114300"/>
                </a:lnTo>
                <a:lnTo>
                  <a:pt x="485775" y="114300"/>
                </a:lnTo>
                <a:close/>
                <a:moveTo>
                  <a:pt x="180975" y="114300"/>
                </a:moveTo>
                <a:lnTo>
                  <a:pt x="200025" y="114300"/>
                </a:lnTo>
                <a:lnTo>
                  <a:pt x="200025" y="123825"/>
                </a:lnTo>
                <a:lnTo>
                  <a:pt x="180975" y="123825"/>
                </a:lnTo>
                <a:close/>
                <a:moveTo>
                  <a:pt x="152400" y="123825"/>
                </a:moveTo>
                <a:lnTo>
                  <a:pt x="180975" y="123825"/>
                </a:lnTo>
                <a:lnTo>
                  <a:pt x="180975" y="133350"/>
                </a:lnTo>
                <a:lnTo>
                  <a:pt x="152400" y="133350"/>
                </a:lnTo>
                <a:close/>
                <a:moveTo>
                  <a:pt x="523875" y="123825"/>
                </a:moveTo>
                <a:lnTo>
                  <a:pt x="561975" y="123825"/>
                </a:lnTo>
                <a:lnTo>
                  <a:pt x="561975" y="133350"/>
                </a:lnTo>
                <a:lnTo>
                  <a:pt x="571500" y="133350"/>
                </a:lnTo>
                <a:lnTo>
                  <a:pt x="571500" y="142875"/>
                </a:lnTo>
                <a:lnTo>
                  <a:pt x="552450" y="142875"/>
                </a:lnTo>
                <a:lnTo>
                  <a:pt x="552450" y="133350"/>
                </a:lnTo>
                <a:lnTo>
                  <a:pt x="523875" y="133350"/>
                </a:lnTo>
                <a:close/>
                <a:moveTo>
                  <a:pt x="123825" y="133350"/>
                </a:moveTo>
                <a:lnTo>
                  <a:pt x="152400" y="133350"/>
                </a:lnTo>
                <a:lnTo>
                  <a:pt x="152400" y="142875"/>
                </a:lnTo>
                <a:lnTo>
                  <a:pt x="133350" y="142875"/>
                </a:lnTo>
                <a:lnTo>
                  <a:pt x="133350" y="152400"/>
                </a:lnTo>
                <a:lnTo>
                  <a:pt x="114300" y="152400"/>
                </a:lnTo>
                <a:lnTo>
                  <a:pt x="114300" y="142875"/>
                </a:lnTo>
                <a:lnTo>
                  <a:pt x="123825" y="142875"/>
                </a:lnTo>
                <a:close/>
                <a:moveTo>
                  <a:pt x="571500" y="142875"/>
                </a:moveTo>
                <a:lnTo>
                  <a:pt x="590550" y="142875"/>
                </a:lnTo>
                <a:lnTo>
                  <a:pt x="590550" y="152400"/>
                </a:lnTo>
                <a:lnTo>
                  <a:pt x="571500" y="152400"/>
                </a:lnTo>
                <a:close/>
                <a:moveTo>
                  <a:pt x="95250" y="152400"/>
                </a:moveTo>
                <a:lnTo>
                  <a:pt x="114300" y="152400"/>
                </a:lnTo>
                <a:lnTo>
                  <a:pt x="114300" y="161925"/>
                </a:lnTo>
                <a:lnTo>
                  <a:pt x="95250" y="161925"/>
                </a:lnTo>
                <a:close/>
                <a:moveTo>
                  <a:pt x="590550" y="152400"/>
                </a:moveTo>
                <a:lnTo>
                  <a:pt x="600075" y="152400"/>
                </a:lnTo>
                <a:lnTo>
                  <a:pt x="600075" y="161925"/>
                </a:lnTo>
                <a:lnTo>
                  <a:pt x="590550" y="161925"/>
                </a:lnTo>
                <a:close/>
                <a:moveTo>
                  <a:pt x="85725" y="161925"/>
                </a:moveTo>
                <a:lnTo>
                  <a:pt x="95250" y="161925"/>
                </a:lnTo>
                <a:lnTo>
                  <a:pt x="95250" y="171450"/>
                </a:lnTo>
                <a:lnTo>
                  <a:pt x="85725" y="171450"/>
                </a:lnTo>
                <a:close/>
                <a:moveTo>
                  <a:pt x="609600" y="161925"/>
                </a:moveTo>
                <a:lnTo>
                  <a:pt x="619125" y="161925"/>
                </a:lnTo>
                <a:lnTo>
                  <a:pt x="619125" y="171450"/>
                </a:lnTo>
                <a:lnTo>
                  <a:pt x="609600" y="171450"/>
                </a:lnTo>
                <a:close/>
                <a:moveTo>
                  <a:pt x="76200" y="171450"/>
                </a:moveTo>
                <a:lnTo>
                  <a:pt x="85725" y="171450"/>
                </a:lnTo>
                <a:lnTo>
                  <a:pt x="85725" y="190500"/>
                </a:lnTo>
                <a:lnTo>
                  <a:pt x="76200" y="190500"/>
                </a:lnTo>
                <a:lnTo>
                  <a:pt x="76200" y="200025"/>
                </a:lnTo>
                <a:lnTo>
                  <a:pt x="66675" y="200025"/>
                </a:lnTo>
                <a:lnTo>
                  <a:pt x="66675" y="180975"/>
                </a:lnTo>
                <a:lnTo>
                  <a:pt x="76200" y="180975"/>
                </a:lnTo>
                <a:close/>
                <a:moveTo>
                  <a:pt x="619125" y="180975"/>
                </a:moveTo>
                <a:lnTo>
                  <a:pt x="628650" y="180975"/>
                </a:lnTo>
                <a:lnTo>
                  <a:pt x="628650" y="190500"/>
                </a:lnTo>
                <a:lnTo>
                  <a:pt x="619125" y="190500"/>
                </a:lnTo>
                <a:close/>
                <a:moveTo>
                  <a:pt x="628650" y="190500"/>
                </a:moveTo>
                <a:lnTo>
                  <a:pt x="638175" y="190500"/>
                </a:lnTo>
                <a:lnTo>
                  <a:pt x="638175" y="200025"/>
                </a:lnTo>
                <a:lnTo>
                  <a:pt x="628650" y="200025"/>
                </a:lnTo>
                <a:close/>
                <a:moveTo>
                  <a:pt x="57150" y="200025"/>
                </a:moveTo>
                <a:lnTo>
                  <a:pt x="66675" y="200025"/>
                </a:lnTo>
                <a:lnTo>
                  <a:pt x="66675" y="219075"/>
                </a:lnTo>
                <a:lnTo>
                  <a:pt x="57150" y="219075"/>
                </a:lnTo>
                <a:close/>
                <a:moveTo>
                  <a:pt x="638175" y="209550"/>
                </a:moveTo>
                <a:lnTo>
                  <a:pt x="647700" y="209550"/>
                </a:lnTo>
                <a:lnTo>
                  <a:pt x="647700" y="219075"/>
                </a:lnTo>
                <a:lnTo>
                  <a:pt x="638175" y="219075"/>
                </a:lnTo>
                <a:close/>
                <a:moveTo>
                  <a:pt x="47625" y="219075"/>
                </a:moveTo>
                <a:lnTo>
                  <a:pt x="57150" y="219075"/>
                </a:lnTo>
                <a:lnTo>
                  <a:pt x="57150" y="228600"/>
                </a:lnTo>
                <a:lnTo>
                  <a:pt x="47625" y="228600"/>
                </a:lnTo>
                <a:close/>
                <a:moveTo>
                  <a:pt x="647700" y="219075"/>
                </a:moveTo>
                <a:lnTo>
                  <a:pt x="657225" y="219075"/>
                </a:lnTo>
                <a:lnTo>
                  <a:pt x="657225" y="228600"/>
                </a:lnTo>
                <a:lnTo>
                  <a:pt x="647700" y="228600"/>
                </a:lnTo>
                <a:close/>
                <a:moveTo>
                  <a:pt x="38100" y="228600"/>
                </a:moveTo>
                <a:lnTo>
                  <a:pt x="47625" y="228600"/>
                </a:lnTo>
                <a:lnTo>
                  <a:pt x="47625" y="247650"/>
                </a:lnTo>
                <a:lnTo>
                  <a:pt x="38100" y="247650"/>
                </a:lnTo>
                <a:close/>
                <a:moveTo>
                  <a:pt x="657225" y="228600"/>
                </a:moveTo>
                <a:lnTo>
                  <a:pt x="666750" y="228600"/>
                </a:lnTo>
                <a:lnTo>
                  <a:pt x="666750" y="247650"/>
                </a:lnTo>
                <a:lnTo>
                  <a:pt x="657225" y="247650"/>
                </a:lnTo>
                <a:close/>
                <a:moveTo>
                  <a:pt x="28575" y="247650"/>
                </a:moveTo>
                <a:lnTo>
                  <a:pt x="38100" y="247650"/>
                </a:lnTo>
                <a:lnTo>
                  <a:pt x="38100" y="257175"/>
                </a:lnTo>
                <a:lnTo>
                  <a:pt x="28575" y="257175"/>
                </a:lnTo>
                <a:close/>
                <a:moveTo>
                  <a:pt x="666750" y="247650"/>
                </a:moveTo>
                <a:lnTo>
                  <a:pt x="676275" y="247650"/>
                </a:lnTo>
                <a:lnTo>
                  <a:pt x="676275" y="257175"/>
                </a:lnTo>
                <a:lnTo>
                  <a:pt x="666750" y="257175"/>
                </a:lnTo>
                <a:close/>
                <a:moveTo>
                  <a:pt x="19050" y="257175"/>
                </a:moveTo>
                <a:lnTo>
                  <a:pt x="28575" y="257175"/>
                </a:lnTo>
                <a:lnTo>
                  <a:pt x="28575" y="276225"/>
                </a:lnTo>
                <a:lnTo>
                  <a:pt x="19050" y="276225"/>
                </a:lnTo>
                <a:close/>
                <a:moveTo>
                  <a:pt x="676275" y="257175"/>
                </a:moveTo>
                <a:lnTo>
                  <a:pt x="685800" y="257175"/>
                </a:lnTo>
                <a:lnTo>
                  <a:pt x="685800" y="276225"/>
                </a:lnTo>
                <a:lnTo>
                  <a:pt x="676275" y="276225"/>
                </a:lnTo>
                <a:close/>
                <a:moveTo>
                  <a:pt x="19050" y="295275"/>
                </a:moveTo>
                <a:lnTo>
                  <a:pt x="28575" y="295275"/>
                </a:lnTo>
                <a:lnTo>
                  <a:pt x="28575" y="304800"/>
                </a:lnTo>
                <a:lnTo>
                  <a:pt x="19050" y="304800"/>
                </a:lnTo>
                <a:close/>
                <a:moveTo>
                  <a:pt x="676275" y="295275"/>
                </a:moveTo>
                <a:lnTo>
                  <a:pt x="685800" y="295275"/>
                </a:lnTo>
                <a:lnTo>
                  <a:pt x="685800" y="304800"/>
                </a:lnTo>
                <a:lnTo>
                  <a:pt x="676275" y="304800"/>
                </a:lnTo>
                <a:close/>
                <a:moveTo>
                  <a:pt x="28575" y="304800"/>
                </a:moveTo>
                <a:lnTo>
                  <a:pt x="38100" y="304800"/>
                </a:lnTo>
                <a:lnTo>
                  <a:pt x="38100" y="314325"/>
                </a:lnTo>
                <a:lnTo>
                  <a:pt x="28575" y="314325"/>
                </a:lnTo>
                <a:close/>
                <a:moveTo>
                  <a:pt x="657225" y="304800"/>
                </a:moveTo>
                <a:lnTo>
                  <a:pt x="676275" y="304800"/>
                </a:lnTo>
                <a:lnTo>
                  <a:pt x="676275" y="314325"/>
                </a:lnTo>
                <a:lnTo>
                  <a:pt x="666750" y="314325"/>
                </a:lnTo>
                <a:lnTo>
                  <a:pt x="666750" y="323850"/>
                </a:lnTo>
                <a:lnTo>
                  <a:pt x="638175" y="323850"/>
                </a:lnTo>
                <a:lnTo>
                  <a:pt x="638175" y="314325"/>
                </a:lnTo>
                <a:lnTo>
                  <a:pt x="657225" y="314325"/>
                </a:lnTo>
                <a:close/>
                <a:moveTo>
                  <a:pt x="47625" y="314325"/>
                </a:moveTo>
                <a:lnTo>
                  <a:pt x="57150" y="314325"/>
                </a:lnTo>
                <a:lnTo>
                  <a:pt x="57150" y="323850"/>
                </a:lnTo>
                <a:lnTo>
                  <a:pt x="47625" y="323850"/>
                </a:lnTo>
                <a:close/>
                <a:moveTo>
                  <a:pt x="66675" y="323850"/>
                </a:moveTo>
                <a:lnTo>
                  <a:pt x="76200" y="323850"/>
                </a:lnTo>
                <a:lnTo>
                  <a:pt x="76200" y="333375"/>
                </a:lnTo>
                <a:lnTo>
                  <a:pt x="66675" y="333375"/>
                </a:lnTo>
                <a:close/>
                <a:moveTo>
                  <a:pt x="628650" y="323850"/>
                </a:moveTo>
                <a:lnTo>
                  <a:pt x="638175" y="323850"/>
                </a:lnTo>
                <a:lnTo>
                  <a:pt x="638175" y="333375"/>
                </a:lnTo>
                <a:lnTo>
                  <a:pt x="628650" y="333375"/>
                </a:lnTo>
                <a:close/>
                <a:moveTo>
                  <a:pt x="76200" y="333375"/>
                </a:moveTo>
                <a:lnTo>
                  <a:pt x="85725" y="333375"/>
                </a:lnTo>
                <a:lnTo>
                  <a:pt x="85725" y="342900"/>
                </a:lnTo>
                <a:lnTo>
                  <a:pt x="76200" y="342900"/>
                </a:lnTo>
                <a:close/>
                <a:moveTo>
                  <a:pt x="619125" y="333375"/>
                </a:moveTo>
                <a:lnTo>
                  <a:pt x="628650" y="333375"/>
                </a:lnTo>
                <a:lnTo>
                  <a:pt x="628650" y="466725"/>
                </a:lnTo>
                <a:lnTo>
                  <a:pt x="619125" y="466725"/>
                </a:lnTo>
                <a:close/>
                <a:moveTo>
                  <a:pt x="85725" y="504825"/>
                </a:moveTo>
                <a:lnTo>
                  <a:pt x="95250" y="504825"/>
                </a:lnTo>
                <a:lnTo>
                  <a:pt x="95250" y="514350"/>
                </a:lnTo>
                <a:lnTo>
                  <a:pt x="85725" y="514350"/>
                </a:lnTo>
                <a:close/>
                <a:moveTo>
                  <a:pt x="609600" y="504825"/>
                </a:moveTo>
                <a:lnTo>
                  <a:pt x="619125" y="504825"/>
                </a:lnTo>
                <a:lnTo>
                  <a:pt x="619125" y="514350"/>
                </a:lnTo>
                <a:lnTo>
                  <a:pt x="609600" y="514350"/>
                </a:lnTo>
                <a:close/>
                <a:moveTo>
                  <a:pt x="95250" y="514350"/>
                </a:moveTo>
                <a:lnTo>
                  <a:pt x="104775" y="514350"/>
                </a:lnTo>
                <a:lnTo>
                  <a:pt x="104775" y="523875"/>
                </a:lnTo>
                <a:lnTo>
                  <a:pt x="95250" y="523875"/>
                </a:lnTo>
                <a:close/>
                <a:moveTo>
                  <a:pt x="600075" y="514350"/>
                </a:moveTo>
                <a:lnTo>
                  <a:pt x="609600" y="514350"/>
                </a:lnTo>
                <a:lnTo>
                  <a:pt x="609600" y="523875"/>
                </a:lnTo>
                <a:lnTo>
                  <a:pt x="600075" y="523875"/>
                </a:lnTo>
                <a:close/>
                <a:moveTo>
                  <a:pt x="104775" y="523875"/>
                </a:moveTo>
                <a:lnTo>
                  <a:pt x="123825" y="523875"/>
                </a:lnTo>
                <a:lnTo>
                  <a:pt x="123825" y="533400"/>
                </a:lnTo>
                <a:lnTo>
                  <a:pt x="104775" y="533400"/>
                </a:lnTo>
                <a:close/>
                <a:moveTo>
                  <a:pt x="581025" y="523875"/>
                </a:moveTo>
                <a:lnTo>
                  <a:pt x="590550" y="523875"/>
                </a:lnTo>
                <a:lnTo>
                  <a:pt x="590550" y="533400"/>
                </a:lnTo>
                <a:lnTo>
                  <a:pt x="581025" y="533400"/>
                </a:lnTo>
                <a:close/>
                <a:moveTo>
                  <a:pt x="123825" y="533400"/>
                </a:moveTo>
                <a:lnTo>
                  <a:pt x="142875" y="533400"/>
                </a:lnTo>
                <a:lnTo>
                  <a:pt x="142875" y="542925"/>
                </a:lnTo>
                <a:lnTo>
                  <a:pt x="123825" y="542925"/>
                </a:lnTo>
                <a:close/>
                <a:moveTo>
                  <a:pt x="561975" y="533400"/>
                </a:moveTo>
                <a:lnTo>
                  <a:pt x="571500" y="533400"/>
                </a:lnTo>
                <a:lnTo>
                  <a:pt x="571500" y="542925"/>
                </a:lnTo>
                <a:lnTo>
                  <a:pt x="561975" y="542925"/>
                </a:lnTo>
                <a:close/>
                <a:moveTo>
                  <a:pt x="142875" y="542925"/>
                </a:moveTo>
                <a:lnTo>
                  <a:pt x="161925" y="542925"/>
                </a:lnTo>
                <a:lnTo>
                  <a:pt x="161925" y="552450"/>
                </a:lnTo>
                <a:lnTo>
                  <a:pt x="142875" y="552450"/>
                </a:lnTo>
                <a:close/>
                <a:moveTo>
                  <a:pt x="533400" y="542925"/>
                </a:moveTo>
                <a:lnTo>
                  <a:pt x="552450" y="542925"/>
                </a:lnTo>
                <a:lnTo>
                  <a:pt x="552450" y="552450"/>
                </a:lnTo>
                <a:lnTo>
                  <a:pt x="533400" y="552450"/>
                </a:lnTo>
                <a:close/>
                <a:moveTo>
                  <a:pt x="161925" y="552450"/>
                </a:moveTo>
                <a:lnTo>
                  <a:pt x="190500" y="552450"/>
                </a:lnTo>
                <a:lnTo>
                  <a:pt x="190500" y="561975"/>
                </a:lnTo>
                <a:lnTo>
                  <a:pt x="209550" y="561975"/>
                </a:lnTo>
                <a:lnTo>
                  <a:pt x="209550" y="571500"/>
                </a:lnTo>
                <a:lnTo>
                  <a:pt x="171450" y="571500"/>
                </a:lnTo>
                <a:lnTo>
                  <a:pt x="171450" y="561975"/>
                </a:lnTo>
                <a:lnTo>
                  <a:pt x="161925" y="561975"/>
                </a:lnTo>
                <a:close/>
                <a:moveTo>
                  <a:pt x="514350" y="552450"/>
                </a:moveTo>
                <a:lnTo>
                  <a:pt x="523875" y="552450"/>
                </a:lnTo>
                <a:lnTo>
                  <a:pt x="523875" y="561975"/>
                </a:lnTo>
                <a:lnTo>
                  <a:pt x="514350" y="561975"/>
                </a:lnTo>
                <a:close/>
                <a:moveTo>
                  <a:pt x="209550" y="571500"/>
                </a:moveTo>
                <a:lnTo>
                  <a:pt x="228600" y="571500"/>
                </a:lnTo>
                <a:lnTo>
                  <a:pt x="228600" y="581025"/>
                </a:lnTo>
                <a:lnTo>
                  <a:pt x="247650" y="581025"/>
                </a:lnTo>
                <a:lnTo>
                  <a:pt x="247650" y="590550"/>
                </a:lnTo>
                <a:lnTo>
                  <a:pt x="219075" y="590550"/>
                </a:lnTo>
                <a:lnTo>
                  <a:pt x="219075" y="581025"/>
                </a:lnTo>
                <a:lnTo>
                  <a:pt x="209550" y="581025"/>
                </a:lnTo>
                <a:close/>
                <a:moveTo>
                  <a:pt x="466725" y="571500"/>
                </a:moveTo>
                <a:lnTo>
                  <a:pt x="476250" y="571500"/>
                </a:lnTo>
                <a:lnTo>
                  <a:pt x="476250" y="581025"/>
                </a:lnTo>
                <a:lnTo>
                  <a:pt x="466725" y="581025"/>
                </a:lnTo>
                <a:close/>
                <a:moveTo>
                  <a:pt x="447675" y="581025"/>
                </a:moveTo>
                <a:lnTo>
                  <a:pt x="457200" y="581025"/>
                </a:lnTo>
                <a:lnTo>
                  <a:pt x="457200" y="590550"/>
                </a:lnTo>
                <a:lnTo>
                  <a:pt x="447675" y="590550"/>
                </a:lnTo>
                <a:close/>
                <a:moveTo>
                  <a:pt x="247650" y="590550"/>
                </a:moveTo>
                <a:lnTo>
                  <a:pt x="276225" y="590550"/>
                </a:lnTo>
                <a:lnTo>
                  <a:pt x="276225" y="600075"/>
                </a:lnTo>
                <a:lnTo>
                  <a:pt x="247650" y="600075"/>
                </a:lnTo>
                <a:close/>
                <a:moveTo>
                  <a:pt x="428625" y="590550"/>
                </a:moveTo>
                <a:lnTo>
                  <a:pt x="438150" y="590550"/>
                </a:lnTo>
                <a:lnTo>
                  <a:pt x="438150" y="600075"/>
                </a:lnTo>
                <a:lnTo>
                  <a:pt x="428625" y="600075"/>
                </a:lnTo>
                <a:close/>
                <a:moveTo>
                  <a:pt x="276225" y="600075"/>
                </a:moveTo>
                <a:lnTo>
                  <a:pt x="295275" y="600075"/>
                </a:lnTo>
                <a:lnTo>
                  <a:pt x="295275" y="609600"/>
                </a:lnTo>
                <a:lnTo>
                  <a:pt x="276225" y="609600"/>
                </a:lnTo>
                <a:close/>
                <a:moveTo>
                  <a:pt x="400050" y="600075"/>
                </a:moveTo>
                <a:lnTo>
                  <a:pt x="419100" y="600075"/>
                </a:lnTo>
                <a:lnTo>
                  <a:pt x="419100" y="609600"/>
                </a:lnTo>
                <a:lnTo>
                  <a:pt x="400050" y="609600"/>
                </a:lnTo>
                <a:close/>
                <a:moveTo>
                  <a:pt x="295275" y="609600"/>
                </a:moveTo>
                <a:lnTo>
                  <a:pt x="314325" y="609600"/>
                </a:lnTo>
                <a:lnTo>
                  <a:pt x="314325" y="619125"/>
                </a:lnTo>
                <a:lnTo>
                  <a:pt x="295275" y="619125"/>
                </a:lnTo>
                <a:close/>
                <a:moveTo>
                  <a:pt x="381000" y="609600"/>
                </a:moveTo>
                <a:lnTo>
                  <a:pt x="400050" y="609600"/>
                </a:lnTo>
                <a:lnTo>
                  <a:pt x="400050" y="619125"/>
                </a:lnTo>
                <a:lnTo>
                  <a:pt x="381000" y="619125"/>
                </a:lnTo>
                <a:close/>
                <a:moveTo>
                  <a:pt x="314325" y="619125"/>
                </a:moveTo>
                <a:lnTo>
                  <a:pt x="333375" y="619125"/>
                </a:lnTo>
                <a:lnTo>
                  <a:pt x="333375" y="628650"/>
                </a:lnTo>
                <a:lnTo>
                  <a:pt x="314325" y="628650"/>
                </a:lnTo>
                <a:close/>
                <a:moveTo>
                  <a:pt x="361950" y="619125"/>
                </a:moveTo>
                <a:lnTo>
                  <a:pt x="381000" y="619125"/>
                </a:lnTo>
                <a:lnTo>
                  <a:pt x="381000" y="628650"/>
                </a:lnTo>
                <a:lnTo>
                  <a:pt x="361950" y="628650"/>
                </a:lnTo>
                <a:close/>
              </a:path>
            </a:pathLst>
          </a:custGeom>
          <a:solidFill xmlns:a="http://schemas.openxmlformats.org/drawingml/2006/main">
            <a:srgbClr val="F3FEFF"/>
          </a:solidFill>
          <a:ln xmlns:a="http://schemas.openxmlformats.org/drawingml/2006/main" w="0">
            <a:noFill/>
          </a:ln>
        </p:spPr>
      </p:sp>
      <p:sp>
        <p:nvSpPr>
          <p:cNvPr id="72" name="box vector #e4f1fb">
            <a:extLst xmlns:a="http://schemas.openxmlformats.org/drawingml/2006/main">
              <a:ext uri="{FF2B5EF4-FFF2-40B4-BE49-F238E27FC236}">
                <a16:creationId xmlns:a16="http://schemas.microsoft.com/office/drawing/2014/main" id="{22048237-6B20-474D-919C-8CE33FA1794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57250" y="3686175"/>
            <a:ext cx="704850" cy="704850"/>
          </a:xfrm>
          <a:custGeom xmlns:a="http://schemas.openxmlformats.org/drawingml/2006/main">
            <a:pathLst>
              <a:path w="714375" h="666750">
                <a:moveTo>
                  <a:pt x="333375" y="57150"/>
                </a:moveTo>
                <a:lnTo>
                  <a:pt x="342900" y="57150"/>
                </a:lnTo>
                <a:lnTo>
                  <a:pt x="342900" y="66675"/>
                </a:lnTo>
                <a:lnTo>
                  <a:pt x="333375" y="66675"/>
                </a:lnTo>
                <a:close/>
                <a:moveTo>
                  <a:pt x="361950" y="57150"/>
                </a:moveTo>
                <a:lnTo>
                  <a:pt x="371475" y="57150"/>
                </a:lnTo>
                <a:lnTo>
                  <a:pt x="371475" y="66675"/>
                </a:lnTo>
                <a:lnTo>
                  <a:pt x="361950" y="66675"/>
                </a:lnTo>
                <a:close/>
                <a:moveTo>
                  <a:pt x="314325" y="66675"/>
                </a:moveTo>
                <a:lnTo>
                  <a:pt x="323850" y="66675"/>
                </a:lnTo>
                <a:lnTo>
                  <a:pt x="323850" y="76200"/>
                </a:lnTo>
                <a:lnTo>
                  <a:pt x="314325" y="76200"/>
                </a:lnTo>
                <a:close/>
                <a:moveTo>
                  <a:pt x="390525" y="66675"/>
                </a:moveTo>
                <a:lnTo>
                  <a:pt x="400050" y="66675"/>
                </a:lnTo>
                <a:lnTo>
                  <a:pt x="400050" y="76200"/>
                </a:lnTo>
                <a:lnTo>
                  <a:pt x="390525" y="76200"/>
                </a:lnTo>
                <a:close/>
                <a:moveTo>
                  <a:pt x="285750" y="76200"/>
                </a:moveTo>
                <a:lnTo>
                  <a:pt x="295275" y="76200"/>
                </a:lnTo>
                <a:lnTo>
                  <a:pt x="295275" y="85725"/>
                </a:lnTo>
                <a:lnTo>
                  <a:pt x="285750" y="85725"/>
                </a:lnTo>
                <a:close/>
                <a:moveTo>
                  <a:pt x="409575" y="76200"/>
                </a:moveTo>
                <a:lnTo>
                  <a:pt x="419100" y="76200"/>
                </a:lnTo>
                <a:lnTo>
                  <a:pt x="419100" y="85725"/>
                </a:lnTo>
                <a:lnTo>
                  <a:pt x="409575" y="85725"/>
                </a:lnTo>
                <a:close/>
                <a:moveTo>
                  <a:pt x="266700" y="85725"/>
                </a:moveTo>
                <a:lnTo>
                  <a:pt x="276225" y="85725"/>
                </a:lnTo>
                <a:lnTo>
                  <a:pt x="276225" y="95250"/>
                </a:lnTo>
                <a:lnTo>
                  <a:pt x="266700" y="95250"/>
                </a:lnTo>
                <a:close/>
                <a:moveTo>
                  <a:pt x="428625" y="85725"/>
                </a:moveTo>
                <a:lnTo>
                  <a:pt x="438150" y="85725"/>
                </a:lnTo>
                <a:lnTo>
                  <a:pt x="438150" y="95250"/>
                </a:lnTo>
                <a:lnTo>
                  <a:pt x="428625" y="95250"/>
                </a:lnTo>
                <a:close/>
                <a:moveTo>
                  <a:pt x="247650" y="95250"/>
                </a:moveTo>
                <a:lnTo>
                  <a:pt x="257175" y="95250"/>
                </a:lnTo>
                <a:lnTo>
                  <a:pt x="257175" y="104775"/>
                </a:lnTo>
                <a:lnTo>
                  <a:pt x="247650" y="104775"/>
                </a:lnTo>
                <a:close/>
                <a:moveTo>
                  <a:pt x="457200" y="95250"/>
                </a:moveTo>
                <a:lnTo>
                  <a:pt x="466725" y="95250"/>
                </a:lnTo>
                <a:lnTo>
                  <a:pt x="466725" y="104775"/>
                </a:lnTo>
                <a:lnTo>
                  <a:pt x="457200" y="104775"/>
                </a:lnTo>
                <a:close/>
                <a:moveTo>
                  <a:pt x="219075" y="104775"/>
                </a:moveTo>
                <a:lnTo>
                  <a:pt x="228600" y="104775"/>
                </a:lnTo>
                <a:lnTo>
                  <a:pt x="228600" y="114300"/>
                </a:lnTo>
                <a:lnTo>
                  <a:pt x="219075" y="114300"/>
                </a:lnTo>
                <a:close/>
                <a:moveTo>
                  <a:pt x="476250" y="104775"/>
                </a:moveTo>
                <a:lnTo>
                  <a:pt x="485775" y="104775"/>
                </a:lnTo>
                <a:lnTo>
                  <a:pt x="485775" y="114300"/>
                </a:lnTo>
                <a:lnTo>
                  <a:pt x="476250" y="114300"/>
                </a:lnTo>
                <a:close/>
                <a:moveTo>
                  <a:pt x="200025" y="114300"/>
                </a:moveTo>
                <a:lnTo>
                  <a:pt x="209550" y="114300"/>
                </a:lnTo>
                <a:lnTo>
                  <a:pt x="209550" y="123825"/>
                </a:lnTo>
                <a:lnTo>
                  <a:pt x="200025" y="123825"/>
                </a:lnTo>
                <a:close/>
                <a:moveTo>
                  <a:pt x="495300" y="114300"/>
                </a:moveTo>
                <a:lnTo>
                  <a:pt x="504825" y="114300"/>
                </a:lnTo>
                <a:lnTo>
                  <a:pt x="504825" y="123825"/>
                </a:lnTo>
                <a:lnTo>
                  <a:pt x="495300" y="123825"/>
                </a:lnTo>
                <a:close/>
                <a:moveTo>
                  <a:pt x="180975" y="123825"/>
                </a:moveTo>
                <a:lnTo>
                  <a:pt x="190500" y="123825"/>
                </a:lnTo>
                <a:lnTo>
                  <a:pt x="190500" y="133350"/>
                </a:lnTo>
                <a:lnTo>
                  <a:pt x="180975" y="133350"/>
                </a:lnTo>
                <a:close/>
                <a:moveTo>
                  <a:pt x="514350" y="123825"/>
                </a:moveTo>
                <a:lnTo>
                  <a:pt x="523875" y="123825"/>
                </a:lnTo>
                <a:lnTo>
                  <a:pt x="523875" y="133350"/>
                </a:lnTo>
                <a:lnTo>
                  <a:pt x="514350" y="133350"/>
                </a:lnTo>
                <a:close/>
                <a:moveTo>
                  <a:pt x="152400" y="133350"/>
                </a:moveTo>
                <a:lnTo>
                  <a:pt x="161925" y="133350"/>
                </a:lnTo>
                <a:lnTo>
                  <a:pt x="161925" y="142875"/>
                </a:lnTo>
                <a:lnTo>
                  <a:pt x="152400" y="142875"/>
                </a:lnTo>
                <a:close/>
                <a:moveTo>
                  <a:pt x="542925" y="133350"/>
                </a:moveTo>
                <a:lnTo>
                  <a:pt x="552450" y="133350"/>
                </a:lnTo>
                <a:lnTo>
                  <a:pt x="552450" y="142875"/>
                </a:lnTo>
                <a:lnTo>
                  <a:pt x="542925" y="142875"/>
                </a:lnTo>
                <a:close/>
                <a:moveTo>
                  <a:pt x="133350" y="142875"/>
                </a:moveTo>
                <a:lnTo>
                  <a:pt x="142875" y="142875"/>
                </a:lnTo>
                <a:lnTo>
                  <a:pt x="142875" y="152400"/>
                </a:lnTo>
                <a:lnTo>
                  <a:pt x="133350" y="152400"/>
                </a:lnTo>
                <a:close/>
                <a:moveTo>
                  <a:pt x="561975" y="142875"/>
                </a:moveTo>
                <a:lnTo>
                  <a:pt x="571500" y="142875"/>
                </a:lnTo>
                <a:lnTo>
                  <a:pt x="571500" y="152400"/>
                </a:lnTo>
                <a:lnTo>
                  <a:pt x="561975" y="152400"/>
                </a:lnTo>
                <a:close/>
                <a:moveTo>
                  <a:pt x="114300" y="152400"/>
                </a:moveTo>
                <a:lnTo>
                  <a:pt x="123825" y="152400"/>
                </a:lnTo>
                <a:lnTo>
                  <a:pt x="123825" y="161925"/>
                </a:lnTo>
                <a:lnTo>
                  <a:pt x="114300" y="161925"/>
                </a:lnTo>
                <a:close/>
                <a:moveTo>
                  <a:pt x="581025" y="152400"/>
                </a:moveTo>
                <a:lnTo>
                  <a:pt x="590550" y="152400"/>
                </a:lnTo>
                <a:lnTo>
                  <a:pt x="590550" y="161925"/>
                </a:lnTo>
                <a:lnTo>
                  <a:pt x="581025" y="161925"/>
                </a:lnTo>
                <a:close/>
                <a:moveTo>
                  <a:pt x="95250" y="161925"/>
                </a:moveTo>
                <a:lnTo>
                  <a:pt x="104775" y="161925"/>
                </a:lnTo>
                <a:lnTo>
                  <a:pt x="104775" y="171450"/>
                </a:lnTo>
                <a:lnTo>
                  <a:pt x="95250" y="171450"/>
                </a:lnTo>
                <a:close/>
                <a:moveTo>
                  <a:pt x="600075" y="161925"/>
                </a:moveTo>
                <a:lnTo>
                  <a:pt x="609600" y="161925"/>
                </a:lnTo>
                <a:lnTo>
                  <a:pt x="609600" y="171450"/>
                </a:lnTo>
                <a:lnTo>
                  <a:pt x="600075" y="171450"/>
                </a:lnTo>
                <a:close/>
                <a:moveTo>
                  <a:pt x="85725" y="171450"/>
                </a:moveTo>
                <a:lnTo>
                  <a:pt x="95250" y="171450"/>
                </a:lnTo>
                <a:lnTo>
                  <a:pt x="95250" y="180975"/>
                </a:lnTo>
                <a:lnTo>
                  <a:pt x="85725" y="180975"/>
                </a:lnTo>
                <a:close/>
                <a:moveTo>
                  <a:pt x="609600" y="171450"/>
                </a:moveTo>
                <a:lnTo>
                  <a:pt x="619125" y="171450"/>
                </a:lnTo>
                <a:lnTo>
                  <a:pt x="619125" y="180975"/>
                </a:lnTo>
                <a:lnTo>
                  <a:pt x="609600" y="180975"/>
                </a:lnTo>
                <a:close/>
                <a:moveTo>
                  <a:pt x="66675" y="200025"/>
                </a:moveTo>
                <a:lnTo>
                  <a:pt x="76200" y="200025"/>
                </a:lnTo>
                <a:lnTo>
                  <a:pt x="76200" y="209550"/>
                </a:lnTo>
                <a:lnTo>
                  <a:pt x="66675" y="209550"/>
                </a:lnTo>
                <a:close/>
                <a:moveTo>
                  <a:pt x="628650" y="200025"/>
                </a:moveTo>
                <a:lnTo>
                  <a:pt x="638175" y="200025"/>
                </a:lnTo>
                <a:lnTo>
                  <a:pt x="638175" y="209550"/>
                </a:lnTo>
                <a:lnTo>
                  <a:pt x="628650" y="209550"/>
                </a:lnTo>
                <a:close/>
                <a:moveTo>
                  <a:pt x="47625" y="228600"/>
                </a:moveTo>
                <a:lnTo>
                  <a:pt x="57150" y="228600"/>
                </a:lnTo>
                <a:lnTo>
                  <a:pt x="57150" y="238125"/>
                </a:lnTo>
                <a:lnTo>
                  <a:pt x="47625" y="238125"/>
                </a:lnTo>
                <a:close/>
                <a:moveTo>
                  <a:pt x="647700" y="228600"/>
                </a:moveTo>
                <a:lnTo>
                  <a:pt x="657225" y="228600"/>
                </a:lnTo>
                <a:lnTo>
                  <a:pt x="657225" y="238125"/>
                </a:lnTo>
                <a:lnTo>
                  <a:pt x="647700" y="238125"/>
                </a:lnTo>
                <a:close/>
                <a:moveTo>
                  <a:pt x="666750" y="257175"/>
                </a:moveTo>
                <a:lnTo>
                  <a:pt x="676275" y="257175"/>
                </a:lnTo>
                <a:lnTo>
                  <a:pt x="676275" y="266700"/>
                </a:lnTo>
                <a:lnTo>
                  <a:pt x="666750" y="266700"/>
                </a:lnTo>
                <a:close/>
                <a:moveTo>
                  <a:pt x="38100" y="304800"/>
                </a:moveTo>
                <a:lnTo>
                  <a:pt x="47625" y="304800"/>
                </a:lnTo>
                <a:lnTo>
                  <a:pt x="47625" y="314325"/>
                </a:lnTo>
                <a:lnTo>
                  <a:pt x="38100" y="314325"/>
                </a:lnTo>
                <a:close/>
                <a:moveTo>
                  <a:pt x="57150" y="314325"/>
                </a:moveTo>
                <a:lnTo>
                  <a:pt x="66675" y="314325"/>
                </a:lnTo>
                <a:lnTo>
                  <a:pt x="66675" y="323850"/>
                </a:lnTo>
                <a:lnTo>
                  <a:pt x="57150" y="323850"/>
                </a:lnTo>
                <a:close/>
                <a:moveTo>
                  <a:pt x="619125" y="323850"/>
                </a:moveTo>
                <a:lnTo>
                  <a:pt x="628650" y="323850"/>
                </a:lnTo>
                <a:lnTo>
                  <a:pt x="628650" y="333375"/>
                </a:lnTo>
                <a:lnTo>
                  <a:pt x="619125" y="333375"/>
                </a:lnTo>
                <a:close/>
                <a:moveTo>
                  <a:pt x="609600" y="333375"/>
                </a:moveTo>
                <a:lnTo>
                  <a:pt x="619125" y="333375"/>
                </a:lnTo>
                <a:lnTo>
                  <a:pt x="619125" y="504825"/>
                </a:lnTo>
                <a:lnTo>
                  <a:pt x="609600" y="504825"/>
                </a:lnTo>
                <a:close/>
                <a:moveTo>
                  <a:pt x="85725" y="447675"/>
                </a:moveTo>
                <a:lnTo>
                  <a:pt x="95250" y="447675"/>
                </a:lnTo>
                <a:lnTo>
                  <a:pt x="95250" y="504825"/>
                </a:lnTo>
                <a:lnTo>
                  <a:pt x="85725" y="504825"/>
                </a:lnTo>
                <a:close/>
                <a:moveTo>
                  <a:pt x="123825" y="523875"/>
                </a:moveTo>
                <a:lnTo>
                  <a:pt x="133350" y="523875"/>
                </a:lnTo>
                <a:lnTo>
                  <a:pt x="133350" y="533400"/>
                </a:lnTo>
                <a:lnTo>
                  <a:pt x="123825" y="533400"/>
                </a:lnTo>
                <a:close/>
                <a:moveTo>
                  <a:pt x="571500" y="523875"/>
                </a:moveTo>
                <a:lnTo>
                  <a:pt x="581025" y="523875"/>
                </a:lnTo>
                <a:lnTo>
                  <a:pt x="581025" y="533400"/>
                </a:lnTo>
                <a:lnTo>
                  <a:pt x="571500" y="533400"/>
                </a:lnTo>
                <a:close/>
                <a:moveTo>
                  <a:pt x="142875" y="533400"/>
                </a:moveTo>
                <a:lnTo>
                  <a:pt x="152400" y="533400"/>
                </a:lnTo>
                <a:lnTo>
                  <a:pt x="152400" y="542925"/>
                </a:lnTo>
                <a:lnTo>
                  <a:pt x="142875" y="542925"/>
                </a:lnTo>
                <a:close/>
                <a:moveTo>
                  <a:pt x="552450" y="533400"/>
                </a:moveTo>
                <a:lnTo>
                  <a:pt x="561975" y="533400"/>
                </a:lnTo>
                <a:lnTo>
                  <a:pt x="561975" y="542925"/>
                </a:lnTo>
                <a:lnTo>
                  <a:pt x="552450" y="542925"/>
                </a:lnTo>
                <a:close/>
                <a:moveTo>
                  <a:pt x="161925" y="542925"/>
                </a:moveTo>
                <a:lnTo>
                  <a:pt x="171450" y="542925"/>
                </a:lnTo>
                <a:lnTo>
                  <a:pt x="171450" y="552450"/>
                </a:lnTo>
                <a:lnTo>
                  <a:pt x="161925" y="552450"/>
                </a:lnTo>
                <a:close/>
                <a:moveTo>
                  <a:pt x="190500" y="552450"/>
                </a:moveTo>
                <a:lnTo>
                  <a:pt x="200025" y="552450"/>
                </a:lnTo>
                <a:lnTo>
                  <a:pt x="200025" y="561975"/>
                </a:lnTo>
                <a:lnTo>
                  <a:pt x="190500" y="561975"/>
                </a:lnTo>
                <a:close/>
                <a:moveTo>
                  <a:pt x="504825" y="552450"/>
                </a:moveTo>
                <a:lnTo>
                  <a:pt x="514350" y="552450"/>
                </a:lnTo>
                <a:lnTo>
                  <a:pt x="514350" y="561975"/>
                </a:lnTo>
                <a:lnTo>
                  <a:pt x="504825" y="561975"/>
                </a:lnTo>
                <a:close/>
                <a:moveTo>
                  <a:pt x="209550" y="561975"/>
                </a:moveTo>
                <a:lnTo>
                  <a:pt x="219075" y="561975"/>
                </a:lnTo>
                <a:lnTo>
                  <a:pt x="219075" y="571500"/>
                </a:lnTo>
                <a:lnTo>
                  <a:pt x="209550" y="571500"/>
                </a:lnTo>
                <a:close/>
                <a:moveTo>
                  <a:pt x="485775" y="561975"/>
                </a:moveTo>
                <a:lnTo>
                  <a:pt x="495300" y="561975"/>
                </a:lnTo>
                <a:lnTo>
                  <a:pt x="495300" y="571500"/>
                </a:lnTo>
                <a:lnTo>
                  <a:pt x="485775" y="571500"/>
                </a:lnTo>
                <a:close/>
                <a:moveTo>
                  <a:pt x="228600" y="571500"/>
                </a:moveTo>
                <a:lnTo>
                  <a:pt x="238125" y="571500"/>
                </a:lnTo>
                <a:lnTo>
                  <a:pt x="238125" y="581025"/>
                </a:lnTo>
                <a:lnTo>
                  <a:pt x="228600" y="581025"/>
                </a:lnTo>
                <a:close/>
                <a:moveTo>
                  <a:pt x="247650" y="581025"/>
                </a:moveTo>
                <a:lnTo>
                  <a:pt x="257175" y="581025"/>
                </a:lnTo>
                <a:lnTo>
                  <a:pt x="257175" y="590550"/>
                </a:lnTo>
                <a:lnTo>
                  <a:pt x="247650" y="590550"/>
                </a:lnTo>
                <a:close/>
                <a:moveTo>
                  <a:pt x="438150" y="581025"/>
                </a:moveTo>
                <a:lnTo>
                  <a:pt x="447675" y="581025"/>
                </a:lnTo>
                <a:lnTo>
                  <a:pt x="447675" y="590550"/>
                </a:lnTo>
                <a:lnTo>
                  <a:pt x="438150" y="590550"/>
                </a:lnTo>
                <a:close/>
                <a:moveTo>
                  <a:pt x="276225" y="590550"/>
                </a:moveTo>
                <a:lnTo>
                  <a:pt x="285750" y="590550"/>
                </a:lnTo>
                <a:lnTo>
                  <a:pt x="285750" y="600075"/>
                </a:lnTo>
                <a:lnTo>
                  <a:pt x="276225" y="600075"/>
                </a:lnTo>
                <a:close/>
                <a:moveTo>
                  <a:pt x="419100" y="590550"/>
                </a:moveTo>
                <a:lnTo>
                  <a:pt x="428625" y="590550"/>
                </a:lnTo>
                <a:lnTo>
                  <a:pt x="428625" y="600075"/>
                </a:lnTo>
                <a:lnTo>
                  <a:pt x="419100" y="600075"/>
                </a:lnTo>
                <a:close/>
                <a:moveTo>
                  <a:pt x="295275" y="600075"/>
                </a:moveTo>
                <a:lnTo>
                  <a:pt x="304800" y="600075"/>
                </a:lnTo>
                <a:lnTo>
                  <a:pt x="304800" y="609600"/>
                </a:lnTo>
                <a:lnTo>
                  <a:pt x="295275" y="609600"/>
                </a:lnTo>
                <a:close/>
                <a:moveTo>
                  <a:pt x="314325" y="609600"/>
                </a:moveTo>
                <a:lnTo>
                  <a:pt x="323850" y="609600"/>
                </a:lnTo>
                <a:lnTo>
                  <a:pt x="323850" y="619125"/>
                </a:lnTo>
                <a:lnTo>
                  <a:pt x="314325" y="619125"/>
                </a:lnTo>
                <a:close/>
                <a:moveTo>
                  <a:pt x="333375" y="619125"/>
                </a:moveTo>
                <a:lnTo>
                  <a:pt x="361950" y="619125"/>
                </a:lnTo>
                <a:lnTo>
                  <a:pt x="361950" y="628650"/>
                </a:lnTo>
                <a:lnTo>
                  <a:pt x="333375" y="628650"/>
                </a:lnTo>
                <a:close/>
              </a:path>
            </a:pathLst>
          </a:custGeom>
          <a:solidFill xmlns:a="http://schemas.openxmlformats.org/drawingml/2006/main">
            <a:srgbClr val="E4F1FB"/>
          </a:solidFill>
          <a:ln xmlns:a="http://schemas.openxmlformats.org/drawingml/2006/main" w="0">
            <a:noFill/>
          </a:ln>
        </p:spPr>
      </p:sp>
      <p:sp>
        <p:nvSpPr>
          <p:cNvPr id="73" name="box vector #dbcac9">
            <a:extLst xmlns:a="http://schemas.openxmlformats.org/drawingml/2006/main">
              <a:ext uri="{FF2B5EF4-FFF2-40B4-BE49-F238E27FC236}">
                <a16:creationId xmlns:a16="http://schemas.microsoft.com/office/drawing/2014/main" id="{C3E46ABD-1F6F-4E8A-B8F5-91E39FE9F7C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57250" y="3686175"/>
            <a:ext cx="704850" cy="704850"/>
          </a:xfrm>
          <a:custGeom xmlns:a="http://schemas.openxmlformats.org/drawingml/2006/main">
            <a:pathLst>
              <a:path w="714375" h="666750">
                <a:moveTo>
                  <a:pt x="295275" y="76200"/>
                </a:moveTo>
                <a:lnTo>
                  <a:pt x="304800" y="76200"/>
                </a:lnTo>
                <a:lnTo>
                  <a:pt x="304800" y="85725"/>
                </a:lnTo>
                <a:lnTo>
                  <a:pt x="295275" y="85725"/>
                </a:lnTo>
                <a:close/>
                <a:moveTo>
                  <a:pt x="447675" y="95250"/>
                </a:moveTo>
                <a:lnTo>
                  <a:pt x="457200" y="95250"/>
                </a:lnTo>
                <a:lnTo>
                  <a:pt x="457200" y="104775"/>
                </a:lnTo>
                <a:lnTo>
                  <a:pt x="447675" y="104775"/>
                </a:lnTo>
                <a:close/>
                <a:moveTo>
                  <a:pt x="161925" y="133350"/>
                </a:moveTo>
                <a:lnTo>
                  <a:pt x="171450" y="133350"/>
                </a:lnTo>
                <a:lnTo>
                  <a:pt x="171450" y="142875"/>
                </a:lnTo>
                <a:lnTo>
                  <a:pt x="161925" y="142875"/>
                </a:lnTo>
                <a:close/>
                <a:moveTo>
                  <a:pt x="533400" y="133350"/>
                </a:moveTo>
                <a:lnTo>
                  <a:pt x="542925" y="133350"/>
                </a:lnTo>
                <a:lnTo>
                  <a:pt x="542925" y="142875"/>
                </a:lnTo>
                <a:lnTo>
                  <a:pt x="533400" y="142875"/>
                </a:lnTo>
                <a:close/>
                <a:moveTo>
                  <a:pt x="619125" y="190500"/>
                </a:moveTo>
                <a:lnTo>
                  <a:pt x="628650" y="190500"/>
                </a:lnTo>
                <a:lnTo>
                  <a:pt x="628650" y="200025"/>
                </a:lnTo>
                <a:lnTo>
                  <a:pt x="619125" y="200025"/>
                </a:lnTo>
                <a:close/>
                <a:moveTo>
                  <a:pt x="114300" y="209550"/>
                </a:moveTo>
                <a:lnTo>
                  <a:pt x="133350" y="209550"/>
                </a:lnTo>
                <a:lnTo>
                  <a:pt x="133350" y="228600"/>
                </a:lnTo>
                <a:lnTo>
                  <a:pt x="114300" y="228600"/>
                </a:lnTo>
                <a:lnTo>
                  <a:pt x="114300" y="238125"/>
                </a:lnTo>
                <a:lnTo>
                  <a:pt x="104775" y="238125"/>
                </a:lnTo>
                <a:lnTo>
                  <a:pt x="104775" y="247650"/>
                </a:lnTo>
                <a:lnTo>
                  <a:pt x="95250" y="247650"/>
                </a:lnTo>
                <a:lnTo>
                  <a:pt x="95250" y="285750"/>
                </a:lnTo>
                <a:lnTo>
                  <a:pt x="76200" y="285750"/>
                </a:lnTo>
                <a:lnTo>
                  <a:pt x="76200" y="276225"/>
                </a:lnTo>
                <a:lnTo>
                  <a:pt x="66675" y="276225"/>
                </a:lnTo>
                <a:lnTo>
                  <a:pt x="66675" y="266700"/>
                </a:lnTo>
                <a:lnTo>
                  <a:pt x="76200" y="266700"/>
                </a:lnTo>
                <a:lnTo>
                  <a:pt x="76200" y="257175"/>
                </a:lnTo>
                <a:lnTo>
                  <a:pt x="85725" y="257175"/>
                </a:lnTo>
                <a:lnTo>
                  <a:pt x="85725" y="238125"/>
                </a:lnTo>
                <a:lnTo>
                  <a:pt x="95250" y="238125"/>
                </a:lnTo>
                <a:lnTo>
                  <a:pt x="95250" y="228600"/>
                </a:lnTo>
                <a:lnTo>
                  <a:pt x="104775" y="228600"/>
                </a:lnTo>
                <a:lnTo>
                  <a:pt x="104775" y="219075"/>
                </a:lnTo>
                <a:lnTo>
                  <a:pt x="114300" y="219075"/>
                </a:lnTo>
                <a:close/>
                <a:moveTo>
                  <a:pt x="571500" y="209550"/>
                </a:moveTo>
                <a:lnTo>
                  <a:pt x="590550" y="209550"/>
                </a:lnTo>
                <a:lnTo>
                  <a:pt x="590550" y="219075"/>
                </a:lnTo>
                <a:lnTo>
                  <a:pt x="600075" y="219075"/>
                </a:lnTo>
                <a:lnTo>
                  <a:pt x="600075" y="228600"/>
                </a:lnTo>
                <a:lnTo>
                  <a:pt x="609600" y="228600"/>
                </a:lnTo>
                <a:lnTo>
                  <a:pt x="609600" y="247650"/>
                </a:lnTo>
                <a:lnTo>
                  <a:pt x="600075" y="247650"/>
                </a:lnTo>
                <a:lnTo>
                  <a:pt x="600075" y="238125"/>
                </a:lnTo>
                <a:lnTo>
                  <a:pt x="590550" y="238125"/>
                </a:lnTo>
                <a:lnTo>
                  <a:pt x="590550" y="228600"/>
                </a:lnTo>
                <a:lnTo>
                  <a:pt x="571500" y="228600"/>
                </a:lnTo>
                <a:close/>
                <a:moveTo>
                  <a:pt x="638175" y="219075"/>
                </a:moveTo>
                <a:lnTo>
                  <a:pt x="647700" y="219075"/>
                </a:lnTo>
                <a:lnTo>
                  <a:pt x="647700" y="228600"/>
                </a:lnTo>
                <a:lnTo>
                  <a:pt x="638175" y="228600"/>
                </a:lnTo>
                <a:close/>
                <a:moveTo>
                  <a:pt x="180975" y="238125"/>
                </a:moveTo>
                <a:lnTo>
                  <a:pt x="190500" y="238125"/>
                </a:lnTo>
                <a:lnTo>
                  <a:pt x="190500" y="247650"/>
                </a:lnTo>
                <a:lnTo>
                  <a:pt x="180975" y="247650"/>
                </a:lnTo>
                <a:close/>
                <a:moveTo>
                  <a:pt x="609600" y="247650"/>
                </a:moveTo>
                <a:lnTo>
                  <a:pt x="619125" y="247650"/>
                </a:lnTo>
                <a:lnTo>
                  <a:pt x="619125" y="257175"/>
                </a:lnTo>
                <a:lnTo>
                  <a:pt x="628650" y="257175"/>
                </a:lnTo>
                <a:lnTo>
                  <a:pt x="628650" y="285750"/>
                </a:lnTo>
                <a:lnTo>
                  <a:pt x="609600" y="285750"/>
                </a:lnTo>
                <a:lnTo>
                  <a:pt x="609600" y="295275"/>
                </a:lnTo>
                <a:lnTo>
                  <a:pt x="600075" y="295275"/>
                </a:lnTo>
                <a:lnTo>
                  <a:pt x="600075" y="276225"/>
                </a:lnTo>
                <a:lnTo>
                  <a:pt x="609600" y="276225"/>
                </a:lnTo>
                <a:close/>
                <a:moveTo>
                  <a:pt x="657225" y="247650"/>
                </a:moveTo>
                <a:lnTo>
                  <a:pt x="666750" y="247650"/>
                </a:lnTo>
                <a:lnTo>
                  <a:pt x="666750" y="257175"/>
                </a:lnTo>
                <a:lnTo>
                  <a:pt x="657225" y="257175"/>
                </a:lnTo>
                <a:close/>
                <a:moveTo>
                  <a:pt x="28575" y="257175"/>
                </a:moveTo>
                <a:lnTo>
                  <a:pt x="38100" y="257175"/>
                </a:lnTo>
                <a:lnTo>
                  <a:pt x="38100" y="266700"/>
                </a:lnTo>
                <a:lnTo>
                  <a:pt x="28575" y="266700"/>
                </a:lnTo>
                <a:close/>
                <a:moveTo>
                  <a:pt x="228600" y="257175"/>
                </a:moveTo>
                <a:lnTo>
                  <a:pt x="238125" y="257175"/>
                </a:lnTo>
                <a:lnTo>
                  <a:pt x="238125" y="266700"/>
                </a:lnTo>
                <a:lnTo>
                  <a:pt x="228600" y="266700"/>
                </a:lnTo>
                <a:close/>
                <a:moveTo>
                  <a:pt x="676275" y="276225"/>
                </a:moveTo>
                <a:lnTo>
                  <a:pt x="685800" y="276225"/>
                </a:lnTo>
                <a:lnTo>
                  <a:pt x="685800" y="295275"/>
                </a:lnTo>
                <a:lnTo>
                  <a:pt x="676275" y="295275"/>
                </a:lnTo>
                <a:close/>
                <a:moveTo>
                  <a:pt x="95250" y="285750"/>
                </a:moveTo>
                <a:lnTo>
                  <a:pt x="104775" y="285750"/>
                </a:lnTo>
                <a:lnTo>
                  <a:pt x="104775" y="295275"/>
                </a:lnTo>
                <a:lnTo>
                  <a:pt x="95250" y="295275"/>
                </a:lnTo>
                <a:close/>
                <a:moveTo>
                  <a:pt x="114300" y="295275"/>
                </a:moveTo>
                <a:lnTo>
                  <a:pt x="123825" y="295275"/>
                </a:lnTo>
                <a:lnTo>
                  <a:pt x="123825" y="304800"/>
                </a:lnTo>
                <a:lnTo>
                  <a:pt x="114300" y="304800"/>
                </a:lnTo>
                <a:close/>
                <a:moveTo>
                  <a:pt x="304800" y="295275"/>
                </a:moveTo>
                <a:lnTo>
                  <a:pt x="314325" y="295275"/>
                </a:lnTo>
                <a:lnTo>
                  <a:pt x="314325" y="304800"/>
                </a:lnTo>
                <a:lnTo>
                  <a:pt x="304800" y="304800"/>
                </a:lnTo>
                <a:close/>
                <a:moveTo>
                  <a:pt x="390525" y="295275"/>
                </a:moveTo>
                <a:lnTo>
                  <a:pt x="400050" y="295275"/>
                </a:lnTo>
                <a:lnTo>
                  <a:pt x="400050" y="304800"/>
                </a:lnTo>
                <a:lnTo>
                  <a:pt x="390525" y="304800"/>
                </a:lnTo>
                <a:close/>
                <a:moveTo>
                  <a:pt x="647700" y="304800"/>
                </a:moveTo>
                <a:lnTo>
                  <a:pt x="657225" y="304800"/>
                </a:lnTo>
                <a:lnTo>
                  <a:pt x="657225" y="314325"/>
                </a:lnTo>
                <a:lnTo>
                  <a:pt x="647700" y="314325"/>
                </a:lnTo>
                <a:close/>
                <a:moveTo>
                  <a:pt x="628650" y="314325"/>
                </a:moveTo>
                <a:lnTo>
                  <a:pt x="638175" y="314325"/>
                </a:lnTo>
                <a:lnTo>
                  <a:pt x="638175" y="323850"/>
                </a:lnTo>
                <a:lnTo>
                  <a:pt x="628650" y="323850"/>
                </a:lnTo>
                <a:close/>
                <a:moveTo>
                  <a:pt x="76200" y="323850"/>
                </a:moveTo>
                <a:lnTo>
                  <a:pt x="85725" y="323850"/>
                </a:lnTo>
                <a:lnTo>
                  <a:pt x="85725" y="333375"/>
                </a:lnTo>
                <a:lnTo>
                  <a:pt x="76200" y="333375"/>
                </a:lnTo>
                <a:close/>
                <a:moveTo>
                  <a:pt x="85725" y="333375"/>
                </a:moveTo>
                <a:lnTo>
                  <a:pt x="95250" y="333375"/>
                </a:lnTo>
                <a:lnTo>
                  <a:pt x="95250" y="447675"/>
                </a:lnTo>
                <a:lnTo>
                  <a:pt x="85725" y="447675"/>
                </a:lnTo>
                <a:close/>
                <a:moveTo>
                  <a:pt x="276225" y="342900"/>
                </a:moveTo>
                <a:lnTo>
                  <a:pt x="285750" y="342900"/>
                </a:lnTo>
                <a:lnTo>
                  <a:pt x="285750" y="361950"/>
                </a:lnTo>
                <a:lnTo>
                  <a:pt x="276225" y="361950"/>
                </a:lnTo>
                <a:lnTo>
                  <a:pt x="276225" y="371475"/>
                </a:lnTo>
                <a:lnTo>
                  <a:pt x="257175" y="371475"/>
                </a:lnTo>
                <a:lnTo>
                  <a:pt x="257175" y="352425"/>
                </a:lnTo>
                <a:lnTo>
                  <a:pt x="276225" y="352425"/>
                </a:lnTo>
                <a:close/>
                <a:moveTo>
                  <a:pt x="133350" y="352425"/>
                </a:moveTo>
                <a:lnTo>
                  <a:pt x="142875" y="352425"/>
                </a:lnTo>
                <a:lnTo>
                  <a:pt x="142875" y="371475"/>
                </a:lnTo>
                <a:lnTo>
                  <a:pt x="133350" y="371475"/>
                </a:lnTo>
                <a:close/>
                <a:moveTo>
                  <a:pt x="314325" y="361950"/>
                </a:moveTo>
                <a:lnTo>
                  <a:pt x="333375" y="361950"/>
                </a:lnTo>
                <a:lnTo>
                  <a:pt x="333375" y="400050"/>
                </a:lnTo>
                <a:lnTo>
                  <a:pt x="323850" y="400050"/>
                </a:lnTo>
                <a:lnTo>
                  <a:pt x="323850" y="409575"/>
                </a:lnTo>
                <a:lnTo>
                  <a:pt x="314325" y="409575"/>
                </a:lnTo>
                <a:lnTo>
                  <a:pt x="314325" y="400050"/>
                </a:lnTo>
                <a:lnTo>
                  <a:pt x="304800" y="400050"/>
                </a:lnTo>
                <a:lnTo>
                  <a:pt x="304800" y="381000"/>
                </a:lnTo>
                <a:lnTo>
                  <a:pt x="314325" y="381000"/>
                </a:lnTo>
                <a:close/>
                <a:moveTo>
                  <a:pt x="371475" y="371475"/>
                </a:moveTo>
                <a:lnTo>
                  <a:pt x="390525" y="371475"/>
                </a:lnTo>
                <a:lnTo>
                  <a:pt x="390525" y="390525"/>
                </a:lnTo>
                <a:lnTo>
                  <a:pt x="400050" y="390525"/>
                </a:lnTo>
                <a:lnTo>
                  <a:pt x="400050" y="400050"/>
                </a:lnTo>
                <a:lnTo>
                  <a:pt x="390525" y="400050"/>
                </a:lnTo>
                <a:lnTo>
                  <a:pt x="390525" y="409575"/>
                </a:lnTo>
                <a:lnTo>
                  <a:pt x="381000" y="409575"/>
                </a:lnTo>
                <a:lnTo>
                  <a:pt x="381000" y="400050"/>
                </a:lnTo>
                <a:lnTo>
                  <a:pt x="371475" y="400050"/>
                </a:lnTo>
                <a:close/>
                <a:moveTo>
                  <a:pt x="571500" y="466725"/>
                </a:moveTo>
                <a:lnTo>
                  <a:pt x="581025" y="466725"/>
                </a:lnTo>
                <a:lnTo>
                  <a:pt x="581025" y="485775"/>
                </a:lnTo>
                <a:lnTo>
                  <a:pt x="571500" y="485775"/>
                </a:lnTo>
                <a:lnTo>
                  <a:pt x="571500" y="495300"/>
                </a:lnTo>
                <a:lnTo>
                  <a:pt x="552450" y="495300"/>
                </a:lnTo>
                <a:lnTo>
                  <a:pt x="552450" y="485775"/>
                </a:lnTo>
                <a:lnTo>
                  <a:pt x="561975" y="485775"/>
                </a:lnTo>
                <a:lnTo>
                  <a:pt x="561975" y="476250"/>
                </a:lnTo>
                <a:lnTo>
                  <a:pt x="571500" y="476250"/>
                </a:lnTo>
                <a:close/>
                <a:moveTo>
                  <a:pt x="95250" y="504825"/>
                </a:moveTo>
                <a:lnTo>
                  <a:pt x="104775" y="504825"/>
                </a:lnTo>
                <a:lnTo>
                  <a:pt x="104775" y="514350"/>
                </a:lnTo>
                <a:lnTo>
                  <a:pt x="95250" y="514350"/>
                </a:lnTo>
                <a:close/>
                <a:moveTo>
                  <a:pt x="600075" y="504825"/>
                </a:moveTo>
                <a:lnTo>
                  <a:pt x="609600" y="504825"/>
                </a:lnTo>
                <a:lnTo>
                  <a:pt x="609600" y="514350"/>
                </a:lnTo>
                <a:lnTo>
                  <a:pt x="600075" y="514350"/>
                </a:lnTo>
                <a:close/>
                <a:moveTo>
                  <a:pt x="104775" y="514350"/>
                </a:moveTo>
                <a:lnTo>
                  <a:pt x="114300" y="514350"/>
                </a:lnTo>
                <a:lnTo>
                  <a:pt x="114300" y="523875"/>
                </a:lnTo>
                <a:lnTo>
                  <a:pt x="104775" y="523875"/>
                </a:lnTo>
                <a:close/>
                <a:moveTo>
                  <a:pt x="590550" y="514350"/>
                </a:moveTo>
                <a:lnTo>
                  <a:pt x="600075" y="514350"/>
                </a:lnTo>
                <a:lnTo>
                  <a:pt x="600075" y="523875"/>
                </a:lnTo>
                <a:lnTo>
                  <a:pt x="590550" y="523875"/>
                </a:lnTo>
                <a:close/>
                <a:moveTo>
                  <a:pt x="447675" y="533400"/>
                </a:moveTo>
                <a:lnTo>
                  <a:pt x="457200" y="533400"/>
                </a:lnTo>
                <a:lnTo>
                  <a:pt x="457200" y="542925"/>
                </a:lnTo>
                <a:lnTo>
                  <a:pt x="447675" y="542925"/>
                </a:lnTo>
                <a:close/>
                <a:moveTo>
                  <a:pt x="171450" y="542925"/>
                </a:moveTo>
                <a:lnTo>
                  <a:pt x="180975" y="542925"/>
                </a:lnTo>
                <a:lnTo>
                  <a:pt x="180975" y="552450"/>
                </a:lnTo>
                <a:lnTo>
                  <a:pt x="171450" y="552450"/>
                </a:lnTo>
                <a:close/>
                <a:moveTo>
                  <a:pt x="428625" y="542925"/>
                </a:moveTo>
                <a:lnTo>
                  <a:pt x="438150" y="542925"/>
                </a:lnTo>
                <a:lnTo>
                  <a:pt x="438150" y="552450"/>
                </a:lnTo>
                <a:lnTo>
                  <a:pt x="428625" y="552450"/>
                </a:lnTo>
                <a:close/>
                <a:moveTo>
                  <a:pt x="523875" y="542925"/>
                </a:moveTo>
                <a:lnTo>
                  <a:pt x="533400" y="542925"/>
                </a:lnTo>
                <a:lnTo>
                  <a:pt x="533400" y="552450"/>
                </a:lnTo>
                <a:lnTo>
                  <a:pt x="523875" y="552450"/>
                </a:lnTo>
                <a:close/>
                <a:moveTo>
                  <a:pt x="381000" y="552450"/>
                </a:moveTo>
                <a:lnTo>
                  <a:pt x="390525" y="552450"/>
                </a:lnTo>
                <a:lnTo>
                  <a:pt x="390525" y="571500"/>
                </a:lnTo>
                <a:lnTo>
                  <a:pt x="371475" y="571500"/>
                </a:lnTo>
                <a:lnTo>
                  <a:pt x="371475" y="561975"/>
                </a:lnTo>
                <a:lnTo>
                  <a:pt x="381000" y="561975"/>
                </a:lnTo>
                <a:close/>
                <a:moveTo>
                  <a:pt x="314325" y="561975"/>
                </a:moveTo>
                <a:lnTo>
                  <a:pt x="323850" y="561975"/>
                </a:lnTo>
                <a:lnTo>
                  <a:pt x="323850" y="571500"/>
                </a:lnTo>
                <a:lnTo>
                  <a:pt x="314325" y="571500"/>
                </a:lnTo>
                <a:close/>
                <a:moveTo>
                  <a:pt x="457200" y="571500"/>
                </a:moveTo>
                <a:lnTo>
                  <a:pt x="466725" y="571500"/>
                </a:lnTo>
                <a:lnTo>
                  <a:pt x="466725" y="581025"/>
                </a:lnTo>
                <a:lnTo>
                  <a:pt x="457200" y="581025"/>
                </a:lnTo>
                <a:close/>
                <a:moveTo>
                  <a:pt x="257175" y="581025"/>
                </a:moveTo>
                <a:lnTo>
                  <a:pt x="266700" y="581025"/>
                </a:lnTo>
                <a:lnTo>
                  <a:pt x="266700" y="590550"/>
                </a:lnTo>
                <a:lnTo>
                  <a:pt x="257175" y="590550"/>
                </a:lnTo>
                <a:close/>
                <a:moveTo>
                  <a:pt x="390525" y="600075"/>
                </a:moveTo>
                <a:lnTo>
                  <a:pt x="400050" y="600075"/>
                </a:lnTo>
                <a:lnTo>
                  <a:pt x="400050" y="609600"/>
                </a:lnTo>
                <a:lnTo>
                  <a:pt x="390525" y="609600"/>
                </a:lnTo>
                <a:close/>
                <a:moveTo>
                  <a:pt x="371475" y="609600"/>
                </a:moveTo>
                <a:lnTo>
                  <a:pt x="381000" y="609600"/>
                </a:lnTo>
                <a:lnTo>
                  <a:pt x="381000" y="619125"/>
                </a:lnTo>
                <a:lnTo>
                  <a:pt x="371475" y="619125"/>
                </a:lnTo>
                <a:close/>
              </a:path>
            </a:pathLst>
          </a:custGeom>
          <a:solidFill xmlns:a="http://schemas.openxmlformats.org/drawingml/2006/main">
            <a:srgbClr val="DBCAC9"/>
          </a:solidFill>
          <a:ln xmlns:a="http://schemas.openxmlformats.org/drawingml/2006/main" w="0">
            <a:noFill/>
          </a:ln>
        </p:spPr>
      </p:sp>
      <p:sp>
        <p:nvSpPr>
          <p:cNvPr id="74" name="box vector #f1c3ac">
            <a:extLst xmlns:a="http://schemas.openxmlformats.org/drawingml/2006/main">
              <a:ext uri="{FF2B5EF4-FFF2-40B4-BE49-F238E27FC236}">
                <a16:creationId xmlns:a16="http://schemas.microsoft.com/office/drawing/2014/main" id="{9037ECEE-CD31-49AC-B9EA-10EB71A43DB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57250" y="3686175"/>
            <a:ext cx="704850" cy="704850"/>
          </a:xfrm>
          <a:custGeom xmlns:a="http://schemas.openxmlformats.org/drawingml/2006/main">
            <a:pathLst>
              <a:path w="714375" h="666750">
                <a:moveTo>
                  <a:pt x="114300" y="238125"/>
                </a:moveTo>
                <a:lnTo>
                  <a:pt x="152400" y="238125"/>
                </a:lnTo>
                <a:lnTo>
                  <a:pt x="152400" y="247650"/>
                </a:lnTo>
                <a:lnTo>
                  <a:pt x="171450" y="247650"/>
                </a:lnTo>
                <a:lnTo>
                  <a:pt x="171450" y="257175"/>
                </a:lnTo>
                <a:lnTo>
                  <a:pt x="190500" y="257175"/>
                </a:lnTo>
                <a:lnTo>
                  <a:pt x="190500" y="266700"/>
                </a:lnTo>
                <a:lnTo>
                  <a:pt x="219075" y="266700"/>
                </a:lnTo>
                <a:lnTo>
                  <a:pt x="219075" y="276225"/>
                </a:lnTo>
                <a:lnTo>
                  <a:pt x="238125" y="276225"/>
                </a:lnTo>
                <a:lnTo>
                  <a:pt x="238125" y="285750"/>
                </a:lnTo>
                <a:lnTo>
                  <a:pt x="257175" y="285750"/>
                </a:lnTo>
                <a:lnTo>
                  <a:pt x="257175" y="295275"/>
                </a:lnTo>
                <a:lnTo>
                  <a:pt x="219075" y="295275"/>
                </a:lnTo>
                <a:lnTo>
                  <a:pt x="219075" y="304800"/>
                </a:lnTo>
                <a:lnTo>
                  <a:pt x="209550" y="304800"/>
                </a:lnTo>
                <a:lnTo>
                  <a:pt x="209550" y="314325"/>
                </a:lnTo>
                <a:lnTo>
                  <a:pt x="219075" y="314325"/>
                </a:lnTo>
                <a:lnTo>
                  <a:pt x="219075" y="323850"/>
                </a:lnTo>
                <a:lnTo>
                  <a:pt x="200025" y="323850"/>
                </a:lnTo>
                <a:lnTo>
                  <a:pt x="200025" y="314325"/>
                </a:lnTo>
                <a:lnTo>
                  <a:pt x="180975" y="314325"/>
                </a:lnTo>
                <a:lnTo>
                  <a:pt x="180975" y="304800"/>
                </a:lnTo>
                <a:lnTo>
                  <a:pt x="152400" y="304800"/>
                </a:lnTo>
                <a:lnTo>
                  <a:pt x="152400" y="295275"/>
                </a:lnTo>
                <a:lnTo>
                  <a:pt x="133350" y="295275"/>
                </a:lnTo>
                <a:lnTo>
                  <a:pt x="133350" y="285750"/>
                </a:lnTo>
                <a:lnTo>
                  <a:pt x="114300" y="285750"/>
                </a:lnTo>
                <a:lnTo>
                  <a:pt x="114300" y="276225"/>
                </a:lnTo>
                <a:lnTo>
                  <a:pt x="104775" y="276225"/>
                </a:lnTo>
                <a:lnTo>
                  <a:pt x="104775" y="247650"/>
                </a:lnTo>
                <a:lnTo>
                  <a:pt x="114300" y="247650"/>
                </a:lnTo>
                <a:close/>
                <a:moveTo>
                  <a:pt x="552450" y="238125"/>
                </a:moveTo>
                <a:lnTo>
                  <a:pt x="590550" y="238125"/>
                </a:lnTo>
                <a:lnTo>
                  <a:pt x="590550" y="247650"/>
                </a:lnTo>
                <a:lnTo>
                  <a:pt x="600075" y="247650"/>
                </a:lnTo>
                <a:lnTo>
                  <a:pt x="600075" y="276225"/>
                </a:lnTo>
                <a:lnTo>
                  <a:pt x="590550" y="276225"/>
                </a:lnTo>
                <a:lnTo>
                  <a:pt x="590550" y="285750"/>
                </a:lnTo>
                <a:lnTo>
                  <a:pt x="571500" y="285750"/>
                </a:lnTo>
                <a:lnTo>
                  <a:pt x="571500" y="295275"/>
                </a:lnTo>
                <a:lnTo>
                  <a:pt x="552450" y="295275"/>
                </a:lnTo>
                <a:lnTo>
                  <a:pt x="552450" y="285750"/>
                </a:lnTo>
                <a:lnTo>
                  <a:pt x="561975" y="285750"/>
                </a:lnTo>
                <a:lnTo>
                  <a:pt x="561975" y="276225"/>
                </a:lnTo>
                <a:lnTo>
                  <a:pt x="581025" y="276225"/>
                </a:lnTo>
                <a:lnTo>
                  <a:pt x="581025" y="257175"/>
                </a:lnTo>
                <a:lnTo>
                  <a:pt x="571500" y="257175"/>
                </a:lnTo>
                <a:lnTo>
                  <a:pt x="571500" y="247650"/>
                </a:lnTo>
                <a:lnTo>
                  <a:pt x="552450" y="247650"/>
                </a:lnTo>
                <a:close/>
                <a:moveTo>
                  <a:pt x="523875" y="247650"/>
                </a:moveTo>
                <a:lnTo>
                  <a:pt x="542925" y="247650"/>
                </a:lnTo>
                <a:lnTo>
                  <a:pt x="542925" y="257175"/>
                </a:lnTo>
                <a:lnTo>
                  <a:pt x="523875" y="257175"/>
                </a:lnTo>
                <a:close/>
                <a:moveTo>
                  <a:pt x="504825" y="257175"/>
                </a:moveTo>
                <a:lnTo>
                  <a:pt x="514350" y="257175"/>
                </a:lnTo>
                <a:lnTo>
                  <a:pt x="514350" y="266700"/>
                </a:lnTo>
                <a:lnTo>
                  <a:pt x="504825" y="266700"/>
                </a:lnTo>
                <a:close/>
                <a:moveTo>
                  <a:pt x="485775" y="266700"/>
                </a:moveTo>
                <a:lnTo>
                  <a:pt x="495300" y="266700"/>
                </a:lnTo>
                <a:lnTo>
                  <a:pt x="495300" y="276225"/>
                </a:lnTo>
                <a:lnTo>
                  <a:pt x="485775" y="276225"/>
                </a:lnTo>
                <a:close/>
                <a:moveTo>
                  <a:pt x="161925" y="285750"/>
                </a:moveTo>
                <a:lnTo>
                  <a:pt x="171450" y="285750"/>
                </a:lnTo>
                <a:lnTo>
                  <a:pt x="171450" y="276225"/>
                </a:lnTo>
                <a:lnTo>
                  <a:pt x="161925" y="276225"/>
                </a:lnTo>
                <a:close/>
                <a:moveTo>
                  <a:pt x="523875" y="295275"/>
                </a:moveTo>
                <a:lnTo>
                  <a:pt x="552450" y="295275"/>
                </a:lnTo>
                <a:lnTo>
                  <a:pt x="552450" y="304800"/>
                </a:lnTo>
                <a:lnTo>
                  <a:pt x="533400" y="304800"/>
                </a:lnTo>
                <a:lnTo>
                  <a:pt x="533400" y="314325"/>
                </a:lnTo>
                <a:lnTo>
                  <a:pt x="514350" y="314325"/>
                </a:lnTo>
                <a:lnTo>
                  <a:pt x="514350" y="304800"/>
                </a:lnTo>
                <a:lnTo>
                  <a:pt x="523875" y="304800"/>
                </a:lnTo>
                <a:close/>
                <a:moveTo>
                  <a:pt x="276225" y="304800"/>
                </a:moveTo>
                <a:lnTo>
                  <a:pt x="285750" y="304800"/>
                </a:lnTo>
                <a:lnTo>
                  <a:pt x="285750" y="333375"/>
                </a:lnTo>
                <a:lnTo>
                  <a:pt x="276225" y="333375"/>
                </a:lnTo>
                <a:lnTo>
                  <a:pt x="276225" y="342900"/>
                </a:lnTo>
                <a:lnTo>
                  <a:pt x="257175" y="342900"/>
                </a:lnTo>
                <a:lnTo>
                  <a:pt x="257175" y="333375"/>
                </a:lnTo>
                <a:lnTo>
                  <a:pt x="266700" y="333375"/>
                </a:lnTo>
                <a:lnTo>
                  <a:pt x="266700" y="323850"/>
                </a:lnTo>
                <a:lnTo>
                  <a:pt x="276225" y="323850"/>
                </a:lnTo>
                <a:close/>
                <a:moveTo>
                  <a:pt x="400050" y="419100"/>
                </a:moveTo>
                <a:lnTo>
                  <a:pt x="447675" y="419100"/>
                </a:lnTo>
                <a:lnTo>
                  <a:pt x="447675" y="428625"/>
                </a:lnTo>
                <a:lnTo>
                  <a:pt x="400050" y="428625"/>
                </a:lnTo>
                <a:close/>
                <a:moveTo>
                  <a:pt x="390525" y="428625"/>
                </a:moveTo>
                <a:lnTo>
                  <a:pt x="400050" y="428625"/>
                </a:lnTo>
                <a:lnTo>
                  <a:pt x="400050" y="438150"/>
                </a:lnTo>
                <a:lnTo>
                  <a:pt x="390525" y="438150"/>
                </a:lnTo>
                <a:close/>
                <a:moveTo>
                  <a:pt x="552450" y="438150"/>
                </a:moveTo>
                <a:lnTo>
                  <a:pt x="561975" y="438150"/>
                </a:lnTo>
                <a:lnTo>
                  <a:pt x="561975" y="466725"/>
                </a:lnTo>
                <a:lnTo>
                  <a:pt x="552450" y="466725"/>
                </a:lnTo>
                <a:lnTo>
                  <a:pt x="552450" y="476250"/>
                </a:lnTo>
                <a:lnTo>
                  <a:pt x="542925" y="476250"/>
                </a:lnTo>
                <a:lnTo>
                  <a:pt x="542925" y="485775"/>
                </a:lnTo>
                <a:lnTo>
                  <a:pt x="523875" y="485775"/>
                </a:lnTo>
                <a:lnTo>
                  <a:pt x="523875" y="476250"/>
                </a:lnTo>
                <a:lnTo>
                  <a:pt x="533400" y="476250"/>
                </a:lnTo>
                <a:lnTo>
                  <a:pt x="533400" y="466725"/>
                </a:lnTo>
                <a:lnTo>
                  <a:pt x="542925" y="466725"/>
                </a:lnTo>
                <a:lnTo>
                  <a:pt x="542925" y="457200"/>
                </a:lnTo>
                <a:lnTo>
                  <a:pt x="552450" y="457200"/>
                </a:lnTo>
                <a:close/>
                <a:moveTo>
                  <a:pt x="514350" y="485775"/>
                </a:moveTo>
                <a:lnTo>
                  <a:pt x="523875" y="485775"/>
                </a:lnTo>
                <a:lnTo>
                  <a:pt x="523875" y="495300"/>
                </a:lnTo>
                <a:lnTo>
                  <a:pt x="514350" y="495300"/>
                </a:lnTo>
                <a:close/>
                <a:moveTo>
                  <a:pt x="485775" y="495300"/>
                </a:moveTo>
                <a:lnTo>
                  <a:pt x="504825" y="495300"/>
                </a:lnTo>
                <a:lnTo>
                  <a:pt x="504825" y="504825"/>
                </a:lnTo>
                <a:lnTo>
                  <a:pt x="485775" y="504825"/>
                </a:lnTo>
                <a:close/>
                <a:moveTo>
                  <a:pt x="476250" y="504825"/>
                </a:moveTo>
                <a:lnTo>
                  <a:pt x="485775" y="504825"/>
                </a:lnTo>
                <a:lnTo>
                  <a:pt x="485775" y="514350"/>
                </a:lnTo>
                <a:lnTo>
                  <a:pt x="476250" y="514350"/>
                </a:lnTo>
                <a:close/>
                <a:moveTo>
                  <a:pt x="428625" y="523875"/>
                </a:moveTo>
                <a:lnTo>
                  <a:pt x="447675" y="523875"/>
                </a:lnTo>
                <a:lnTo>
                  <a:pt x="447675" y="533400"/>
                </a:lnTo>
                <a:lnTo>
                  <a:pt x="428625" y="533400"/>
                </a:lnTo>
                <a:close/>
                <a:moveTo>
                  <a:pt x="400050" y="533400"/>
                </a:moveTo>
                <a:lnTo>
                  <a:pt x="409575" y="533400"/>
                </a:lnTo>
                <a:lnTo>
                  <a:pt x="409575" y="542925"/>
                </a:lnTo>
                <a:lnTo>
                  <a:pt x="400050" y="542925"/>
                </a:lnTo>
                <a:close/>
              </a:path>
            </a:pathLst>
          </a:custGeom>
          <a:solidFill xmlns:a="http://schemas.openxmlformats.org/drawingml/2006/main">
            <a:srgbClr val="F1C3AC"/>
          </a:solidFill>
          <a:ln xmlns:a="http://schemas.openxmlformats.org/drawingml/2006/main" w="0">
            <a:noFill/>
          </a:ln>
        </p:spPr>
      </p:sp>
      <p:sp>
        <p:nvSpPr>
          <p:cNvPr id="75" name="box vector #f2c0a4">
            <a:extLst xmlns:a="http://schemas.openxmlformats.org/drawingml/2006/main">
              <a:ext uri="{FF2B5EF4-FFF2-40B4-BE49-F238E27FC236}">
                <a16:creationId xmlns:a16="http://schemas.microsoft.com/office/drawing/2014/main" id="{64314207-C965-48E6-A067-DCB0DB5A692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57250" y="3686175"/>
            <a:ext cx="704850" cy="704850"/>
          </a:xfrm>
          <a:custGeom xmlns:a="http://schemas.openxmlformats.org/drawingml/2006/main">
            <a:pathLst>
              <a:path w="714375" h="666750">
                <a:moveTo>
                  <a:pt x="542925" y="247650"/>
                </a:moveTo>
                <a:lnTo>
                  <a:pt x="571500" y="247650"/>
                </a:lnTo>
                <a:lnTo>
                  <a:pt x="571500" y="257175"/>
                </a:lnTo>
                <a:lnTo>
                  <a:pt x="581025" y="257175"/>
                </a:lnTo>
                <a:lnTo>
                  <a:pt x="581025" y="276225"/>
                </a:lnTo>
                <a:lnTo>
                  <a:pt x="561975" y="276225"/>
                </a:lnTo>
                <a:lnTo>
                  <a:pt x="561975" y="285750"/>
                </a:lnTo>
                <a:lnTo>
                  <a:pt x="552450" y="285750"/>
                </a:lnTo>
                <a:lnTo>
                  <a:pt x="552450" y="295275"/>
                </a:lnTo>
                <a:lnTo>
                  <a:pt x="523875" y="295275"/>
                </a:lnTo>
                <a:lnTo>
                  <a:pt x="523875" y="304800"/>
                </a:lnTo>
                <a:lnTo>
                  <a:pt x="514350" y="304800"/>
                </a:lnTo>
                <a:lnTo>
                  <a:pt x="514350" y="314325"/>
                </a:lnTo>
                <a:lnTo>
                  <a:pt x="504825" y="314325"/>
                </a:lnTo>
                <a:lnTo>
                  <a:pt x="504825" y="323850"/>
                </a:lnTo>
                <a:lnTo>
                  <a:pt x="485775" y="323850"/>
                </a:lnTo>
                <a:lnTo>
                  <a:pt x="485775" y="314325"/>
                </a:lnTo>
                <a:lnTo>
                  <a:pt x="495300" y="314325"/>
                </a:lnTo>
                <a:lnTo>
                  <a:pt x="495300" y="304800"/>
                </a:lnTo>
                <a:lnTo>
                  <a:pt x="504825" y="304800"/>
                </a:lnTo>
                <a:lnTo>
                  <a:pt x="504825" y="295275"/>
                </a:lnTo>
                <a:lnTo>
                  <a:pt x="466725" y="295275"/>
                </a:lnTo>
                <a:lnTo>
                  <a:pt x="466725" y="304800"/>
                </a:lnTo>
                <a:lnTo>
                  <a:pt x="438150" y="304800"/>
                </a:lnTo>
                <a:lnTo>
                  <a:pt x="438150" y="333375"/>
                </a:lnTo>
                <a:lnTo>
                  <a:pt x="428625" y="333375"/>
                </a:lnTo>
                <a:lnTo>
                  <a:pt x="428625" y="323850"/>
                </a:lnTo>
                <a:lnTo>
                  <a:pt x="419100" y="323850"/>
                </a:lnTo>
                <a:lnTo>
                  <a:pt x="419100" y="304800"/>
                </a:lnTo>
                <a:lnTo>
                  <a:pt x="428625" y="304800"/>
                </a:lnTo>
                <a:lnTo>
                  <a:pt x="428625" y="295275"/>
                </a:lnTo>
                <a:lnTo>
                  <a:pt x="447675" y="295275"/>
                </a:lnTo>
                <a:lnTo>
                  <a:pt x="447675" y="285750"/>
                </a:lnTo>
                <a:lnTo>
                  <a:pt x="466725" y="285750"/>
                </a:lnTo>
                <a:lnTo>
                  <a:pt x="466725" y="276225"/>
                </a:lnTo>
                <a:lnTo>
                  <a:pt x="495300" y="276225"/>
                </a:lnTo>
                <a:lnTo>
                  <a:pt x="495300" y="266700"/>
                </a:lnTo>
                <a:lnTo>
                  <a:pt x="514350" y="266700"/>
                </a:lnTo>
                <a:lnTo>
                  <a:pt x="514350" y="257175"/>
                </a:lnTo>
                <a:lnTo>
                  <a:pt x="542925" y="257175"/>
                </a:lnTo>
                <a:close/>
                <a:moveTo>
                  <a:pt x="161925" y="276225"/>
                </a:moveTo>
                <a:lnTo>
                  <a:pt x="171450" y="276225"/>
                </a:lnTo>
                <a:lnTo>
                  <a:pt x="171450" y="285750"/>
                </a:lnTo>
                <a:lnTo>
                  <a:pt x="161925" y="285750"/>
                </a:lnTo>
                <a:close/>
                <a:moveTo>
                  <a:pt x="219075" y="295275"/>
                </a:moveTo>
                <a:lnTo>
                  <a:pt x="276225" y="295275"/>
                </a:lnTo>
                <a:lnTo>
                  <a:pt x="276225" y="323850"/>
                </a:lnTo>
                <a:lnTo>
                  <a:pt x="266700" y="323850"/>
                </a:lnTo>
                <a:lnTo>
                  <a:pt x="266700" y="333375"/>
                </a:lnTo>
                <a:lnTo>
                  <a:pt x="228600" y="333375"/>
                </a:lnTo>
                <a:lnTo>
                  <a:pt x="228600" y="323850"/>
                </a:lnTo>
                <a:lnTo>
                  <a:pt x="219075" y="323850"/>
                </a:lnTo>
                <a:lnTo>
                  <a:pt x="219075" y="314325"/>
                </a:lnTo>
                <a:lnTo>
                  <a:pt x="209550" y="314325"/>
                </a:lnTo>
                <a:lnTo>
                  <a:pt x="209550" y="304800"/>
                </a:lnTo>
                <a:lnTo>
                  <a:pt x="219075" y="304800"/>
                </a:lnTo>
                <a:close/>
                <a:moveTo>
                  <a:pt x="504825" y="390525"/>
                </a:moveTo>
                <a:lnTo>
                  <a:pt x="514350" y="390525"/>
                </a:lnTo>
                <a:lnTo>
                  <a:pt x="514350" y="400050"/>
                </a:lnTo>
                <a:lnTo>
                  <a:pt x="504825" y="400050"/>
                </a:lnTo>
                <a:close/>
                <a:moveTo>
                  <a:pt x="485775" y="400050"/>
                </a:moveTo>
                <a:lnTo>
                  <a:pt x="495300" y="400050"/>
                </a:lnTo>
                <a:lnTo>
                  <a:pt x="495300" y="409575"/>
                </a:lnTo>
                <a:lnTo>
                  <a:pt x="485775" y="409575"/>
                </a:lnTo>
                <a:close/>
                <a:moveTo>
                  <a:pt x="466725" y="409575"/>
                </a:moveTo>
                <a:lnTo>
                  <a:pt x="476250" y="409575"/>
                </a:lnTo>
                <a:lnTo>
                  <a:pt x="476250" y="419100"/>
                </a:lnTo>
                <a:lnTo>
                  <a:pt x="466725" y="419100"/>
                </a:lnTo>
                <a:close/>
                <a:moveTo>
                  <a:pt x="447675" y="419100"/>
                </a:moveTo>
                <a:lnTo>
                  <a:pt x="466725" y="419100"/>
                </a:lnTo>
                <a:lnTo>
                  <a:pt x="466725" y="428625"/>
                </a:lnTo>
                <a:lnTo>
                  <a:pt x="457200" y="428625"/>
                </a:lnTo>
                <a:lnTo>
                  <a:pt x="457200" y="438150"/>
                </a:lnTo>
                <a:lnTo>
                  <a:pt x="409575" y="438150"/>
                </a:lnTo>
                <a:lnTo>
                  <a:pt x="409575" y="447675"/>
                </a:lnTo>
                <a:lnTo>
                  <a:pt x="390525" y="447675"/>
                </a:lnTo>
                <a:lnTo>
                  <a:pt x="390525" y="438150"/>
                </a:lnTo>
                <a:lnTo>
                  <a:pt x="400050" y="438150"/>
                </a:lnTo>
                <a:lnTo>
                  <a:pt x="400050" y="428625"/>
                </a:lnTo>
                <a:lnTo>
                  <a:pt x="447675" y="428625"/>
                </a:lnTo>
                <a:close/>
                <a:moveTo>
                  <a:pt x="552450" y="419100"/>
                </a:moveTo>
                <a:lnTo>
                  <a:pt x="561975" y="419100"/>
                </a:lnTo>
                <a:lnTo>
                  <a:pt x="561975" y="438150"/>
                </a:lnTo>
                <a:lnTo>
                  <a:pt x="552450" y="438150"/>
                </a:lnTo>
                <a:close/>
                <a:moveTo>
                  <a:pt x="542925" y="438150"/>
                </a:moveTo>
                <a:lnTo>
                  <a:pt x="552450" y="438150"/>
                </a:lnTo>
                <a:lnTo>
                  <a:pt x="552450" y="457200"/>
                </a:lnTo>
                <a:lnTo>
                  <a:pt x="542925" y="457200"/>
                </a:lnTo>
                <a:lnTo>
                  <a:pt x="542925" y="466725"/>
                </a:lnTo>
                <a:lnTo>
                  <a:pt x="533400" y="466725"/>
                </a:lnTo>
                <a:lnTo>
                  <a:pt x="533400" y="476250"/>
                </a:lnTo>
                <a:lnTo>
                  <a:pt x="523875" y="476250"/>
                </a:lnTo>
                <a:lnTo>
                  <a:pt x="523875" y="485775"/>
                </a:lnTo>
                <a:lnTo>
                  <a:pt x="514350" y="485775"/>
                </a:lnTo>
                <a:lnTo>
                  <a:pt x="514350" y="495300"/>
                </a:lnTo>
                <a:lnTo>
                  <a:pt x="485775" y="495300"/>
                </a:lnTo>
                <a:lnTo>
                  <a:pt x="485775" y="504825"/>
                </a:lnTo>
                <a:lnTo>
                  <a:pt x="476250" y="504825"/>
                </a:lnTo>
                <a:lnTo>
                  <a:pt x="476250" y="514350"/>
                </a:lnTo>
                <a:lnTo>
                  <a:pt x="457200" y="514350"/>
                </a:lnTo>
                <a:lnTo>
                  <a:pt x="457200" y="523875"/>
                </a:lnTo>
                <a:lnTo>
                  <a:pt x="438150" y="523875"/>
                </a:lnTo>
                <a:lnTo>
                  <a:pt x="438150" y="514350"/>
                </a:lnTo>
                <a:lnTo>
                  <a:pt x="447675" y="514350"/>
                </a:lnTo>
                <a:lnTo>
                  <a:pt x="447675" y="504825"/>
                </a:lnTo>
                <a:lnTo>
                  <a:pt x="457200" y="504825"/>
                </a:lnTo>
                <a:lnTo>
                  <a:pt x="457200" y="495300"/>
                </a:lnTo>
                <a:lnTo>
                  <a:pt x="466725" y="495300"/>
                </a:lnTo>
                <a:lnTo>
                  <a:pt x="466725" y="485775"/>
                </a:lnTo>
                <a:lnTo>
                  <a:pt x="504825" y="485775"/>
                </a:lnTo>
                <a:lnTo>
                  <a:pt x="504825" y="476250"/>
                </a:lnTo>
                <a:lnTo>
                  <a:pt x="514350" y="476250"/>
                </a:lnTo>
                <a:lnTo>
                  <a:pt x="514350" y="457200"/>
                </a:lnTo>
                <a:lnTo>
                  <a:pt x="523875" y="457200"/>
                </a:lnTo>
                <a:lnTo>
                  <a:pt x="523875" y="447675"/>
                </a:lnTo>
                <a:lnTo>
                  <a:pt x="542925" y="447675"/>
                </a:lnTo>
                <a:close/>
                <a:moveTo>
                  <a:pt x="390525" y="523875"/>
                </a:moveTo>
                <a:lnTo>
                  <a:pt x="428625" y="523875"/>
                </a:lnTo>
                <a:lnTo>
                  <a:pt x="428625" y="533400"/>
                </a:lnTo>
                <a:lnTo>
                  <a:pt x="390525" y="533400"/>
                </a:lnTo>
                <a:close/>
              </a:path>
            </a:pathLst>
          </a:custGeom>
          <a:solidFill xmlns:a="http://schemas.openxmlformats.org/drawingml/2006/main">
            <a:srgbClr val="F2C0A4"/>
          </a:solidFill>
          <a:ln xmlns:a="http://schemas.openxmlformats.org/drawingml/2006/main" w="0">
            <a:noFill/>
          </a:ln>
        </p:spPr>
      </p:sp>
      <p:sp>
        <p:nvSpPr>
          <p:cNvPr id="76" name="box vector #f2bea0">
            <a:extLst xmlns:a="http://schemas.openxmlformats.org/drawingml/2006/main">
              <a:ext uri="{FF2B5EF4-FFF2-40B4-BE49-F238E27FC236}">
                <a16:creationId xmlns:a16="http://schemas.microsoft.com/office/drawing/2014/main" id="{B26CF8D8-3ADF-4072-A3EF-68C9DC8D8CF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57250" y="3686175"/>
            <a:ext cx="704850" cy="704850"/>
          </a:xfrm>
          <a:custGeom xmlns:a="http://schemas.openxmlformats.org/drawingml/2006/main">
            <a:pathLst>
              <a:path w="714375" h="666750">
                <a:moveTo>
                  <a:pt x="466725" y="295275"/>
                </a:moveTo>
                <a:lnTo>
                  <a:pt x="504825" y="295275"/>
                </a:lnTo>
                <a:lnTo>
                  <a:pt x="504825" y="304800"/>
                </a:lnTo>
                <a:lnTo>
                  <a:pt x="495300" y="304800"/>
                </a:lnTo>
                <a:lnTo>
                  <a:pt x="495300" y="314325"/>
                </a:lnTo>
                <a:lnTo>
                  <a:pt x="485775" y="314325"/>
                </a:lnTo>
                <a:lnTo>
                  <a:pt x="485775" y="323850"/>
                </a:lnTo>
                <a:lnTo>
                  <a:pt x="476250" y="323850"/>
                </a:lnTo>
                <a:lnTo>
                  <a:pt x="476250" y="333375"/>
                </a:lnTo>
                <a:lnTo>
                  <a:pt x="438150" y="333375"/>
                </a:lnTo>
                <a:lnTo>
                  <a:pt x="438150" y="304800"/>
                </a:lnTo>
                <a:lnTo>
                  <a:pt x="466725" y="304800"/>
                </a:lnTo>
                <a:close/>
                <a:moveTo>
                  <a:pt x="514350" y="390525"/>
                </a:moveTo>
                <a:lnTo>
                  <a:pt x="523875" y="390525"/>
                </a:lnTo>
                <a:lnTo>
                  <a:pt x="523875" y="409575"/>
                </a:lnTo>
                <a:lnTo>
                  <a:pt x="542925" y="409575"/>
                </a:lnTo>
                <a:lnTo>
                  <a:pt x="542925" y="400050"/>
                </a:lnTo>
                <a:lnTo>
                  <a:pt x="561975" y="400050"/>
                </a:lnTo>
                <a:lnTo>
                  <a:pt x="561975" y="419100"/>
                </a:lnTo>
                <a:lnTo>
                  <a:pt x="552450" y="419100"/>
                </a:lnTo>
                <a:lnTo>
                  <a:pt x="552450" y="438150"/>
                </a:lnTo>
                <a:lnTo>
                  <a:pt x="542925" y="438150"/>
                </a:lnTo>
                <a:lnTo>
                  <a:pt x="542925" y="447675"/>
                </a:lnTo>
                <a:lnTo>
                  <a:pt x="523875" y="447675"/>
                </a:lnTo>
                <a:lnTo>
                  <a:pt x="523875" y="457200"/>
                </a:lnTo>
                <a:lnTo>
                  <a:pt x="514350" y="457200"/>
                </a:lnTo>
                <a:lnTo>
                  <a:pt x="514350" y="476250"/>
                </a:lnTo>
                <a:lnTo>
                  <a:pt x="504825" y="476250"/>
                </a:lnTo>
                <a:lnTo>
                  <a:pt x="504825" y="485775"/>
                </a:lnTo>
                <a:lnTo>
                  <a:pt x="466725" y="485775"/>
                </a:lnTo>
                <a:lnTo>
                  <a:pt x="466725" y="495300"/>
                </a:lnTo>
                <a:lnTo>
                  <a:pt x="457200" y="495300"/>
                </a:lnTo>
                <a:lnTo>
                  <a:pt x="457200" y="504825"/>
                </a:lnTo>
                <a:lnTo>
                  <a:pt x="447675" y="504825"/>
                </a:lnTo>
                <a:lnTo>
                  <a:pt x="447675" y="514350"/>
                </a:lnTo>
                <a:lnTo>
                  <a:pt x="438150" y="514350"/>
                </a:lnTo>
                <a:lnTo>
                  <a:pt x="438150" y="523875"/>
                </a:lnTo>
                <a:lnTo>
                  <a:pt x="390525" y="523875"/>
                </a:lnTo>
                <a:lnTo>
                  <a:pt x="390525" y="514350"/>
                </a:lnTo>
                <a:lnTo>
                  <a:pt x="400050" y="514350"/>
                </a:lnTo>
                <a:lnTo>
                  <a:pt x="400050" y="485775"/>
                </a:lnTo>
                <a:lnTo>
                  <a:pt x="409575" y="485775"/>
                </a:lnTo>
                <a:lnTo>
                  <a:pt x="409575" y="466725"/>
                </a:lnTo>
                <a:lnTo>
                  <a:pt x="390525" y="466725"/>
                </a:lnTo>
                <a:lnTo>
                  <a:pt x="390525" y="447675"/>
                </a:lnTo>
                <a:lnTo>
                  <a:pt x="409575" y="447675"/>
                </a:lnTo>
                <a:lnTo>
                  <a:pt x="409575" y="438150"/>
                </a:lnTo>
                <a:lnTo>
                  <a:pt x="457200" y="438150"/>
                </a:lnTo>
                <a:lnTo>
                  <a:pt x="457200" y="428625"/>
                </a:lnTo>
                <a:lnTo>
                  <a:pt x="466725" y="428625"/>
                </a:lnTo>
                <a:lnTo>
                  <a:pt x="466725" y="419100"/>
                </a:lnTo>
                <a:lnTo>
                  <a:pt x="476250" y="419100"/>
                </a:lnTo>
                <a:lnTo>
                  <a:pt x="476250" y="409575"/>
                </a:lnTo>
                <a:lnTo>
                  <a:pt x="495300" y="409575"/>
                </a:lnTo>
                <a:lnTo>
                  <a:pt x="495300" y="400050"/>
                </a:lnTo>
                <a:lnTo>
                  <a:pt x="514350" y="400050"/>
                </a:lnTo>
                <a:close/>
                <a:moveTo>
                  <a:pt x="228600" y="419100"/>
                </a:moveTo>
                <a:lnTo>
                  <a:pt x="238125" y="419100"/>
                </a:lnTo>
                <a:lnTo>
                  <a:pt x="238125" y="428625"/>
                </a:lnTo>
                <a:lnTo>
                  <a:pt x="228600" y="428625"/>
                </a:lnTo>
                <a:close/>
              </a:path>
            </a:pathLst>
          </a:custGeom>
          <a:solidFill xmlns:a="http://schemas.openxmlformats.org/drawingml/2006/main">
            <a:srgbClr val="F2BEA0"/>
          </a:solidFill>
          <a:ln xmlns:a="http://schemas.openxmlformats.org/drawingml/2006/main" w="0">
            <a:noFill/>
          </a:ln>
        </p:spPr>
      </p:sp>
      <p:sp>
        <p:nvSpPr>
          <p:cNvPr id="77" name="box vector #e8c4b8">
            <a:extLst xmlns:a="http://schemas.openxmlformats.org/drawingml/2006/main">
              <a:ext uri="{FF2B5EF4-FFF2-40B4-BE49-F238E27FC236}">
                <a16:creationId xmlns:a16="http://schemas.microsoft.com/office/drawing/2014/main" id="{CC67508C-87F4-4884-8CA1-A0E2EF3EA46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57250" y="3686175"/>
            <a:ext cx="704850" cy="704850"/>
          </a:xfrm>
          <a:custGeom xmlns:a="http://schemas.openxmlformats.org/drawingml/2006/main">
            <a:pathLst>
              <a:path w="714375" h="666750">
                <a:moveTo>
                  <a:pt x="552450" y="219075"/>
                </a:moveTo>
                <a:lnTo>
                  <a:pt x="571500" y="219075"/>
                </a:lnTo>
                <a:lnTo>
                  <a:pt x="571500" y="228600"/>
                </a:lnTo>
                <a:lnTo>
                  <a:pt x="561975" y="228600"/>
                </a:lnTo>
                <a:lnTo>
                  <a:pt x="561975" y="238125"/>
                </a:lnTo>
                <a:lnTo>
                  <a:pt x="542925" y="238125"/>
                </a:lnTo>
                <a:lnTo>
                  <a:pt x="542925" y="247650"/>
                </a:lnTo>
                <a:lnTo>
                  <a:pt x="523875" y="247650"/>
                </a:lnTo>
                <a:lnTo>
                  <a:pt x="523875" y="257175"/>
                </a:lnTo>
                <a:lnTo>
                  <a:pt x="504825" y="257175"/>
                </a:lnTo>
                <a:lnTo>
                  <a:pt x="504825" y="266700"/>
                </a:lnTo>
                <a:lnTo>
                  <a:pt x="476250" y="266700"/>
                </a:lnTo>
                <a:lnTo>
                  <a:pt x="476250" y="276225"/>
                </a:lnTo>
                <a:lnTo>
                  <a:pt x="447675" y="276225"/>
                </a:lnTo>
                <a:lnTo>
                  <a:pt x="447675" y="266700"/>
                </a:lnTo>
                <a:lnTo>
                  <a:pt x="466725" y="266700"/>
                </a:lnTo>
                <a:lnTo>
                  <a:pt x="466725" y="257175"/>
                </a:lnTo>
                <a:lnTo>
                  <a:pt x="485775" y="257175"/>
                </a:lnTo>
                <a:lnTo>
                  <a:pt x="485775" y="247650"/>
                </a:lnTo>
                <a:lnTo>
                  <a:pt x="514350" y="247650"/>
                </a:lnTo>
                <a:lnTo>
                  <a:pt x="514350" y="238125"/>
                </a:lnTo>
                <a:lnTo>
                  <a:pt x="533400" y="238125"/>
                </a:lnTo>
                <a:lnTo>
                  <a:pt x="533400" y="228600"/>
                </a:lnTo>
                <a:lnTo>
                  <a:pt x="552450" y="228600"/>
                </a:lnTo>
                <a:close/>
                <a:moveTo>
                  <a:pt x="114300" y="228600"/>
                </a:moveTo>
                <a:lnTo>
                  <a:pt x="171450" y="228600"/>
                </a:lnTo>
                <a:lnTo>
                  <a:pt x="171450" y="238125"/>
                </a:lnTo>
                <a:lnTo>
                  <a:pt x="180975" y="238125"/>
                </a:lnTo>
                <a:lnTo>
                  <a:pt x="180975" y="247650"/>
                </a:lnTo>
                <a:lnTo>
                  <a:pt x="209550" y="247650"/>
                </a:lnTo>
                <a:lnTo>
                  <a:pt x="209550" y="257175"/>
                </a:lnTo>
                <a:lnTo>
                  <a:pt x="228600" y="257175"/>
                </a:lnTo>
                <a:lnTo>
                  <a:pt x="228600" y="266700"/>
                </a:lnTo>
                <a:lnTo>
                  <a:pt x="257175" y="266700"/>
                </a:lnTo>
                <a:lnTo>
                  <a:pt x="257175" y="276225"/>
                </a:lnTo>
                <a:lnTo>
                  <a:pt x="276225" y="276225"/>
                </a:lnTo>
                <a:lnTo>
                  <a:pt x="276225" y="285750"/>
                </a:lnTo>
                <a:lnTo>
                  <a:pt x="247650" y="285750"/>
                </a:lnTo>
                <a:lnTo>
                  <a:pt x="247650" y="276225"/>
                </a:lnTo>
                <a:lnTo>
                  <a:pt x="219075" y="276225"/>
                </a:lnTo>
                <a:lnTo>
                  <a:pt x="219075" y="266700"/>
                </a:lnTo>
                <a:lnTo>
                  <a:pt x="190500" y="266700"/>
                </a:lnTo>
                <a:lnTo>
                  <a:pt x="190500" y="257175"/>
                </a:lnTo>
                <a:lnTo>
                  <a:pt x="171450" y="257175"/>
                </a:lnTo>
                <a:lnTo>
                  <a:pt x="171450" y="247650"/>
                </a:lnTo>
                <a:lnTo>
                  <a:pt x="161925" y="247650"/>
                </a:lnTo>
                <a:lnTo>
                  <a:pt x="161925" y="238125"/>
                </a:lnTo>
                <a:lnTo>
                  <a:pt x="114300" y="238125"/>
                </a:lnTo>
                <a:close/>
                <a:moveTo>
                  <a:pt x="581025" y="228600"/>
                </a:moveTo>
                <a:lnTo>
                  <a:pt x="590550" y="228600"/>
                </a:lnTo>
                <a:lnTo>
                  <a:pt x="590550" y="238125"/>
                </a:lnTo>
                <a:lnTo>
                  <a:pt x="581025" y="238125"/>
                </a:lnTo>
                <a:close/>
                <a:moveTo>
                  <a:pt x="104775" y="238125"/>
                </a:moveTo>
                <a:lnTo>
                  <a:pt x="114300" y="238125"/>
                </a:lnTo>
                <a:lnTo>
                  <a:pt x="114300" y="247650"/>
                </a:lnTo>
                <a:lnTo>
                  <a:pt x="104775" y="247650"/>
                </a:lnTo>
                <a:close/>
                <a:moveTo>
                  <a:pt x="590550" y="238125"/>
                </a:moveTo>
                <a:lnTo>
                  <a:pt x="600075" y="238125"/>
                </a:lnTo>
                <a:lnTo>
                  <a:pt x="600075" y="247650"/>
                </a:lnTo>
                <a:lnTo>
                  <a:pt x="590550" y="247650"/>
                </a:lnTo>
                <a:close/>
                <a:moveTo>
                  <a:pt x="95250" y="247650"/>
                </a:moveTo>
                <a:lnTo>
                  <a:pt x="104775" y="247650"/>
                </a:lnTo>
                <a:lnTo>
                  <a:pt x="104775" y="276225"/>
                </a:lnTo>
                <a:lnTo>
                  <a:pt x="114300" y="276225"/>
                </a:lnTo>
                <a:lnTo>
                  <a:pt x="114300" y="285750"/>
                </a:lnTo>
                <a:lnTo>
                  <a:pt x="133350" y="285750"/>
                </a:lnTo>
                <a:lnTo>
                  <a:pt x="133350" y="295275"/>
                </a:lnTo>
                <a:lnTo>
                  <a:pt x="152400" y="295275"/>
                </a:lnTo>
                <a:lnTo>
                  <a:pt x="152400" y="304800"/>
                </a:lnTo>
                <a:lnTo>
                  <a:pt x="180975" y="304800"/>
                </a:lnTo>
                <a:lnTo>
                  <a:pt x="180975" y="314325"/>
                </a:lnTo>
                <a:lnTo>
                  <a:pt x="200025" y="314325"/>
                </a:lnTo>
                <a:lnTo>
                  <a:pt x="200025" y="323850"/>
                </a:lnTo>
                <a:lnTo>
                  <a:pt x="209550" y="323850"/>
                </a:lnTo>
                <a:lnTo>
                  <a:pt x="209550" y="333375"/>
                </a:lnTo>
                <a:lnTo>
                  <a:pt x="238125" y="333375"/>
                </a:lnTo>
                <a:lnTo>
                  <a:pt x="238125" y="342900"/>
                </a:lnTo>
                <a:lnTo>
                  <a:pt x="276225" y="342900"/>
                </a:lnTo>
                <a:lnTo>
                  <a:pt x="276225" y="333375"/>
                </a:lnTo>
                <a:lnTo>
                  <a:pt x="285750" y="333375"/>
                </a:lnTo>
                <a:lnTo>
                  <a:pt x="285750" y="314325"/>
                </a:lnTo>
                <a:lnTo>
                  <a:pt x="295275" y="314325"/>
                </a:lnTo>
                <a:lnTo>
                  <a:pt x="295275" y="342900"/>
                </a:lnTo>
                <a:lnTo>
                  <a:pt x="276225" y="342900"/>
                </a:lnTo>
                <a:lnTo>
                  <a:pt x="276225" y="352425"/>
                </a:lnTo>
                <a:lnTo>
                  <a:pt x="219075" y="352425"/>
                </a:lnTo>
                <a:lnTo>
                  <a:pt x="219075" y="342900"/>
                </a:lnTo>
                <a:lnTo>
                  <a:pt x="200025" y="342900"/>
                </a:lnTo>
                <a:lnTo>
                  <a:pt x="200025" y="333375"/>
                </a:lnTo>
                <a:lnTo>
                  <a:pt x="180975" y="333375"/>
                </a:lnTo>
                <a:lnTo>
                  <a:pt x="180975" y="323850"/>
                </a:lnTo>
                <a:lnTo>
                  <a:pt x="152400" y="323850"/>
                </a:lnTo>
                <a:lnTo>
                  <a:pt x="152400" y="314325"/>
                </a:lnTo>
                <a:lnTo>
                  <a:pt x="133350" y="314325"/>
                </a:lnTo>
                <a:lnTo>
                  <a:pt x="133350" y="304800"/>
                </a:lnTo>
                <a:lnTo>
                  <a:pt x="123825" y="304800"/>
                </a:lnTo>
                <a:lnTo>
                  <a:pt x="123825" y="295275"/>
                </a:lnTo>
                <a:lnTo>
                  <a:pt x="104775" y="295275"/>
                </a:lnTo>
                <a:lnTo>
                  <a:pt x="104775" y="285750"/>
                </a:lnTo>
                <a:lnTo>
                  <a:pt x="95250" y="285750"/>
                </a:lnTo>
                <a:close/>
                <a:moveTo>
                  <a:pt x="600075" y="247650"/>
                </a:moveTo>
                <a:lnTo>
                  <a:pt x="609600" y="247650"/>
                </a:lnTo>
                <a:lnTo>
                  <a:pt x="609600" y="276225"/>
                </a:lnTo>
                <a:lnTo>
                  <a:pt x="600075" y="276225"/>
                </a:lnTo>
                <a:close/>
                <a:moveTo>
                  <a:pt x="419100" y="276225"/>
                </a:moveTo>
                <a:lnTo>
                  <a:pt x="447675" y="276225"/>
                </a:lnTo>
                <a:lnTo>
                  <a:pt x="447675" y="285750"/>
                </a:lnTo>
                <a:lnTo>
                  <a:pt x="428625" y="285750"/>
                </a:lnTo>
                <a:lnTo>
                  <a:pt x="428625" y="295275"/>
                </a:lnTo>
                <a:lnTo>
                  <a:pt x="419100" y="295275"/>
                </a:lnTo>
                <a:lnTo>
                  <a:pt x="419100" y="304800"/>
                </a:lnTo>
                <a:lnTo>
                  <a:pt x="409575" y="304800"/>
                </a:lnTo>
                <a:lnTo>
                  <a:pt x="409575" y="285750"/>
                </a:lnTo>
                <a:lnTo>
                  <a:pt x="419100" y="285750"/>
                </a:lnTo>
                <a:close/>
                <a:moveTo>
                  <a:pt x="590550" y="276225"/>
                </a:moveTo>
                <a:lnTo>
                  <a:pt x="600075" y="276225"/>
                </a:lnTo>
                <a:lnTo>
                  <a:pt x="600075" y="295275"/>
                </a:lnTo>
                <a:lnTo>
                  <a:pt x="590550" y="295275"/>
                </a:lnTo>
                <a:lnTo>
                  <a:pt x="590550" y="304800"/>
                </a:lnTo>
                <a:lnTo>
                  <a:pt x="571500" y="304800"/>
                </a:lnTo>
                <a:lnTo>
                  <a:pt x="571500" y="314325"/>
                </a:lnTo>
                <a:lnTo>
                  <a:pt x="542925" y="314325"/>
                </a:lnTo>
                <a:lnTo>
                  <a:pt x="542925" y="323850"/>
                </a:lnTo>
                <a:lnTo>
                  <a:pt x="533400" y="323850"/>
                </a:lnTo>
                <a:lnTo>
                  <a:pt x="533400" y="304800"/>
                </a:lnTo>
                <a:lnTo>
                  <a:pt x="552450" y="304800"/>
                </a:lnTo>
                <a:lnTo>
                  <a:pt x="552450" y="295275"/>
                </a:lnTo>
                <a:lnTo>
                  <a:pt x="571500" y="295275"/>
                </a:lnTo>
                <a:lnTo>
                  <a:pt x="571500" y="285750"/>
                </a:lnTo>
                <a:lnTo>
                  <a:pt x="590550" y="285750"/>
                </a:lnTo>
                <a:close/>
                <a:moveTo>
                  <a:pt x="276225" y="285750"/>
                </a:moveTo>
                <a:lnTo>
                  <a:pt x="285750" y="285750"/>
                </a:lnTo>
                <a:lnTo>
                  <a:pt x="285750" y="295275"/>
                </a:lnTo>
                <a:lnTo>
                  <a:pt x="276225" y="295275"/>
                </a:lnTo>
                <a:close/>
                <a:moveTo>
                  <a:pt x="285750" y="295275"/>
                </a:moveTo>
                <a:lnTo>
                  <a:pt x="295275" y="295275"/>
                </a:lnTo>
                <a:lnTo>
                  <a:pt x="295275" y="304800"/>
                </a:lnTo>
                <a:lnTo>
                  <a:pt x="285750" y="304800"/>
                </a:lnTo>
                <a:close/>
                <a:moveTo>
                  <a:pt x="400050" y="314325"/>
                </a:moveTo>
                <a:lnTo>
                  <a:pt x="409575" y="314325"/>
                </a:lnTo>
                <a:lnTo>
                  <a:pt x="409575" y="333375"/>
                </a:lnTo>
                <a:lnTo>
                  <a:pt x="400050" y="333375"/>
                </a:lnTo>
                <a:close/>
                <a:moveTo>
                  <a:pt x="409575" y="333375"/>
                </a:moveTo>
                <a:lnTo>
                  <a:pt x="419100" y="333375"/>
                </a:lnTo>
                <a:lnTo>
                  <a:pt x="419100" y="342900"/>
                </a:lnTo>
                <a:lnTo>
                  <a:pt x="409575" y="342900"/>
                </a:lnTo>
                <a:close/>
                <a:moveTo>
                  <a:pt x="419100" y="342900"/>
                </a:moveTo>
                <a:lnTo>
                  <a:pt x="438150" y="342900"/>
                </a:lnTo>
                <a:lnTo>
                  <a:pt x="438150" y="352425"/>
                </a:lnTo>
                <a:lnTo>
                  <a:pt x="419100" y="352425"/>
                </a:lnTo>
                <a:close/>
                <a:moveTo>
                  <a:pt x="447675" y="352425"/>
                </a:moveTo>
                <a:lnTo>
                  <a:pt x="457200" y="352425"/>
                </a:lnTo>
                <a:lnTo>
                  <a:pt x="457200" y="361950"/>
                </a:lnTo>
                <a:lnTo>
                  <a:pt x="447675" y="361950"/>
                </a:lnTo>
                <a:close/>
                <a:moveTo>
                  <a:pt x="514350" y="371475"/>
                </a:moveTo>
                <a:lnTo>
                  <a:pt x="523875" y="371475"/>
                </a:lnTo>
                <a:lnTo>
                  <a:pt x="523875" y="381000"/>
                </a:lnTo>
                <a:lnTo>
                  <a:pt x="514350" y="381000"/>
                </a:lnTo>
                <a:close/>
                <a:moveTo>
                  <a:pt x="552450" y="371475"/>
                </a:moveTo>
                <a:lnTo>
                  <a:pt x="561975" y="371475"/>
                </a:lnTo>
                <a:lnTo>
                  <a:pt x="561975" y="381000"/>
                </a:lnTo>
                <a:lnTo>
                  <a:pt x="552450" y="381000"/>
                </a:lnTo>
                <a:close/>
                <a:moveTo>
                  <a:pt x="485775" y="381000"/>
                </a:moveTo>
                <a:lnTo>
                  <a:pt x="504825" y="381000"/>
                </a:lnTo>
                <a:lnTo>
                  <a:pt x="504825" y="400050"/>
                </a:lnTo>
                <a:lnTo>
                  <a:pt x="485775" y="400050"/>
                </a:lnTo>
                <a:lnTo>
                  <a:pt x="485775" y="409575"/>
                </a:lnTo>
                <a:lnTo>
                  <a:pt x="457200" y="409575"/>
                </a:lnTo>
                <a:lnTo>
                  <a:pt x="457200" y="419100"/>
                </a:lnTo>
                <a:lnTo>
                  <a:pt x="390525" y="419100"/>
                </a:lnTo>
                <a:lnTo>
                  <a:pt x="390525" y="428625"/>
                </a:lnTo>
                <a:lnTo>
                  <a:pt x="381000" y="428625"/>
                </a:lnTo>
                <a:lnTo>
                  <a:pt x="381000" y="419100"/>
                </a:lnTo>
                <a:lnTo>
                  <a:pt x="371475" y="419100"/>
                </a:lnTo>
                <a:lnTo>
                  <a:pt x="371475" y="400050"/>
                </a:lnTo>
                <a:lnTo>
                  <a:pt x="381000" y="400050"/>
                </a:lnTo>
                <a:lnTo>
                  <a:pt x="381000" y="409575"/>
                </a:lnTo>
                <a:lnTo>
                  <a:pt x="390525" y="409575"/>
                </a:lnTo>
                <a:lnTo>
                  <a:pt x="390525" y="400050"/>
                </a:lnTo>
                <a:lnTo>
                  <a:pt x="409575" y="400050"/>
                </a:lnTo>
                <a:lnTo>
                  <a:pt x="409575" y="409575"/>
                </a:lnTo>
                <a:lnTo>
                  <a:pt x="447675" y="409575"/>
                </a:lnTo>
                <a:lnTo>
                  <a:pt x="447675" y="400050"/>
                </a:lnTo>
                <a:lnTo>
                  <a:pt x="466725" y="400050"/>
                </a:lnTo>
                <a:lnTo>
                  <a:pt x="466725" y="390525"/>
                </a:lnTo>
                <a:lnTo>
                  <a:pt x="485775" y="390525"/>
                </a:lnTo>
                <a:close/>
                <a:moveTo>
                  <a:pt x="561975" y="381000"/>
                </a:moveTo>
                <a:lnTo>
                  <a:pt x="571500" y="381000"/>
                </a:lnTo>
                <a:lnTo>
                  <a:pt x="571500" y="390525"/>
                </a:lnTo>
                <a:lnTo>
                  <a:pt x="561975" y="390525"/>
                </a:lnTo>
                <a:close/>
                <a:moveTo>
                  <a:pt x="219075" y="390525"/>
                </a:moveTo>
                <a:lnTo>
                  <a:pt x="228600" y="390525"/>
                </a:lnTo>
                <a:lnTo>
                  <a:pt x="228600" y="400050"/>
                </a:lnTo>
                <a:lnTo>
                  <a:pt x="219075" y="400050"/>
                </a:lnTo>
                <a:close/>
                <a:moveTo>
                  <a:pt x="238125" y="400050"/>
                </a:moveTo>
                <a:lnTo>
                  <a:pt x="247650" y="400050"/>
                </a:lnTo>
                <a:lnTo>
                  <a:pt x="247650" y="409575"/>
                </a:lnTo>
                <a:lnTo>
                  <a:pt x="238125" y="409575"/>
                </a:lnTo>
                <a:close/>
                <a:moveTo>
                  <a:pt x="295275" y="400050"/>
                </a:moveTo>
                <a:lnTo>
                  <a:pt x="304800" y="400050"/>
                </a:lnTo>
                <a:lnTo>
                  <a:pt x="304800" y="409575"/>
                </a:lnTo>
                <a:lnTo>
                  <a:pt x="314325" y="409575"/>
                </a:lnTo>
                <a:lnTo>
                  <a:pt x="314325" y="419100"/>
                </a:lnTo>
                <a:lnTo>
                  <a:pt x="285750" y="419100"/>
                </a:lnTo>
                <a:lnTo>
                  <a:pt x="285750" y="409575"/>
                </a:lnTo>
                <a:lnTo>
                  <a:pt x="295275" y="409575"/>
                </a:lnTo>
                <a:close/>
                <a:moveTo>
                  <a:pt x="247650" y="409575"/>
                </a:moveTo>
                <a:lnTo>
                  <a:pt x="266700" y="409575"/>
                </a:lnTo>
                <a:lnTo>
                  <a:pt x="266700" y="419100"/>
                </a:lnTo>
                <a:lnTo>
                  <a:pt x="247650" y="419100"/>
                </a:lnTo>
                <a:close/>
                <a:moveTo>
                  <a:pt x="314325" y="419100"/>
                </a:moveTo>
                <a:lnTo>
                  <a:pt x="323850" y="419100"/>
                </a:lnTo>
                <a:lnTo>
                  <a:pt x="323850" y="428625"/>
                </a:lnTo>
                <a:lnTo>
                  <a:pt x="314325" y="428625"/>
                </a:lnTo>
                <a:close/>
                <a:moveTo>
                  <a:pt x="561975" y="438150"/>
                </a:moveTo>
                <a:lnTo>
                  <a:pt x="571500" y="438150"/>
                </a:lnTo>
                <a:lnTo>
                  <a:pt x="571500" y="476250"/>
                </a:lnTo>
                <a:lnTo>
                  <a:pt x="561975" y="476250"/>
                </a:lnTo>
                <a:lnTo>
                  <a:pt x="561975" y="485775"/>
                </a:lnTo>
                <a:lnTo>
                  <a:pt x="552450" y="485775"/>
                </a:lnTo>
                <a:lnTo>
                  <a:pt x="552450" y="504825"/>
                </a:lnTo>
                <a:lnTo>
                  <a:pt x="523875" y="504825"/>
                </a:lnTo>
                <a:lnTo>
                  <a:pt x="523875" y="514350"/>
                </a:lnTo>
                <a:lnTo>
                  <a:pt x="504825" y="514350"/>
                </a:lnTo>
                <a:lnTo>
                  <a:pt x="504825" y="523875"/>
                </a:lnTo>
                <a:lnTo>
                  <a:pt x="485775" y="523875"/>
                </a:lnTo>
                <a:lnTo>
                  <a:pt x="485775" y="533400"/>
                </a:lnTo>
                <a:lnTo>
                  <a:pt x="447675" y="533400"/>
                </a:lnTo>
                <a:lnTo>
                  <a:pt x="447675" y="523875"/>
                </a:lnTo>
                <a:lnTo>
                  <a:pt x="466725" y="523875"/>
                </a:lnTo>
                <a:lnTo>
                  <a:pt x="466725" y="514350"/>
                </a:lnTo>
                <a:lnTo>
                  <a:pt x="485775" y="514350"/>
                </a:lnTo>
                <a:lnTo>
                  <a:pt x="485775" y="504825"/>
                </a:lnTo>
                <a:lnTo>
                  <a:pt x="504825" y="504825"/>
                </a:lnTo>
                <a:lnTo>
                  <a:pt x="504825" y="495300"/>
                </a:lnTo>
                <a:lnTo>
                  <a:pt x="523875" y="495300"/>
                </a:lnTo>
                <a:lnTo>
                  <a:pt x="523875" y="485775"/>
                </a:lnTo>
                <a:lnTo>
                  <a:pt x="542925" y="485775"/>
                </a:lnTo>
                <a:lnTo>
                  <a:pt x="542925" y="476250"/>
                </a:lnTo>
                <a:lnTo>
                  <a:pt x="552450" y="476250"/>
                </a:lnTo>
                <a:lnTo>
                  <a:pt x="552450" y="466725"/>
                </a:lnTo>
                <a:lnTo>
                  <a:pt x="561975" y="466725"/>
                </a:lnTo>
                <a:close/>
                <a:moveTo>
                  <a:pt x="133350" y="466725"/>
                </a:moveTo>
                <a:lnTo>
                  <a:pt x="142875" y="466725"/>
                </a:lnTo>
                <a:lnTo>
                  <a:pt x="142875" y="476250"/>
                </a:lnTo>
                <a:lnTo>
                  <a:pt x="133350" y="476250"/>
                </a:lnTo>
                <a:close/>
                <a:moveTo>
                  <a:pt x="142875" y="476250"/>
                </a:moveTo>
                <a:lnTo>
                  <a:pt x="152400" y="476250"/>
                </a:lnTo>
                <a:lnTo>
                  <a:pt x="152400" y="485775"/>
                </a:lnTo>
                <a:lnTo>
                  <a:pt x="142875" y="485775"/>
                </a:lnTo>
                <a:close/>
                <a:moveTo>
                  <a:pt x="428625" y="533400"/>
                </a:moveTo>
                <a:lnTo>
                  <a:pt x="447675" y="533400"/>
                </a:lnTo>
                <a:lnTo>
                  <a:pt x="447675" y="542925"/>
                </a:lnTo>
                <a:lnTo>
                  <a:pt x="428625" y="542925"/>
                </a:lnTo>
                <a:close/>
                <a:moveTo>
                  <a:pt x="381000" y="542925"/>
                </a:moveTo>
                <a:lnTo>
                  <a:pt x="428625" y="542925"/>
                </a:lnTo>
                <a:lnTo>
                  <a:pt x="428625" y="552450"/>
                </a:lnTo>
                <a:lnTo>
                  <a:pt x="409575" y="552450"/>
                </a:lnTo>
                <a:lnTo>
                  <a:pt x="409575" y="561975"/>
                </a:lnTo>
                <a:lnTo>
                  <a:pt x="390525" y="561975"/>
                </a:lnTo>
                <a:lnTo>
                  <a:pt x="390525" y="552450"/>
                </a:lnTo>
                <a:lnTo>
                  <a:pt x="381000" y="552450"/>
                </a:lnTo>
                <a:close/>
              </a:path>
            </a:pathLst>
          </a:custGeom>
          <a:solidFill xmlns:a="http://schemas.openxmlformats.org/drawingml/2006/main">
            <a:srgbClr val="E8C4B8"/>
          </a:solidFill>
          <a:ln xmlns:a="http://schemas.openxmlformats.org/drawingml/2006/main" w="0">
            <a:noFill/>
          </a:ln>
        </p:spPr>
      </p:sp>
      <p:sp>
        <p:nvSpPr>
          <p:cNvPr id="78" name="box vector #e7bfb0">
            <a:extLst xmlns:a="http://schemas.openxmlformats.org/drawingml/2006/main">
              <a:ext uri="{FF2B5EF4-FFF2-40B4-BE49-F238E27FC236}">
                <a16:creationId xmlns:a16="http://schemas.microsoft.com/office/drawing/2014/main" id="{2E2AD311-9F00-4BBF-9289-C70611AF560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57250" y="3686175"/>
            <a:ext cx="704850" cy="704850"/>
          </a:xfrm>
          <a:custGeom xmlns:a="http://schemas.openxmlformats.org/drawingml/2006/main">
            <a:pathLst>
              <a:path w="714375" h="666750">
                <a:moveTo>
                  <a:pt x="561975" y="228600"/>
                </a:moveTo>
                <a:lnTo>
                  <a:pt x="581025" y="228600"/>
                </a:lnTo>
                <a:lnTo>
                  <a:pt x="581025" y="238125"/>
                </a:lnTo>
                <a:lnTo>
                  <a:pt x="561975" y="238125"/>
                </a:lnTo>
                <a:close/>
                <a:moveTo>
                  <a:pt x="152400" y="238125"/>
                </a:moveTo>
                <a:lnTo>
                  <a:pt x="161925" y="238125"/>
                </a:lnTo>
                <a:lnTo>
                  <a:pt x="161925" y="247650"/>
                </a:lnTo>
                <a:lnTo>
                  <a:pt x="152400" y="247650"/>
                </a:lnTo>
                <a:close/>
                <a:moveTo>
                  <a:pt x="542925" y="238125"/>
                </a:moveTo>
                <a:lnTo>
                  <a:pt x="552450" y="238125"/>
                </a:lnTo>
                <a:lnTo>
                  <a:pt x="552450" y="247650"/>
                </a:lnTo>
                <a:lnTo>
                  <a:pt x="542925" y="247650"/>
                </a:lnTo>
                <a:close/>
                <a:moveTo>
                  <a:pt x="476250" y="266700"/>
                </a:moveTo>
                <a:lnTo>
                  <a:pt x="485775" y="266700"/>
                </a:lnTo>
                <a:lnTo>
                  <a:pt x="485775" y="276225"/>
                </a:lnTo>
                <a:lnTo>
                  <a:pt x="476250" y="276225"/>
                </a:lnTo>
                <a:close/>
                <a:moveTo>
                  <a:pt x="238125" y="276225"/>
                </a:moveTo>
                <a:lnTo>
                  <a:pt x="247650" y="276225"/>
                </a:lnTo>
                <a:lnTo>
                  <a:pt x="247650" y="285750"/>
                </a:lnTo>
                <a:lnTo>
                  <a:pt x="238125" y="285750"/>
                </a:lnTo>
                <a:close/>
                <a:moveTo>
                  <a:pt x="447675" y="276225"/>
                </a:moveTo>
                <a:lnTo>
                  <a:pt x="466725" y="276225"/>
                </a:lnTo>
                <a:lnTo>
                  <a:pt x="466725" y="285750"/>
                </a:lnTo>
                <a:lnTo>
                  <a:pt x="447675" y="285750"/>
                </a:lnTo>
                <a:close/>
                <a:moveTo>
                  <a:pt x="257175" y="285750"/>
                </a:moveTo>
                <a:lnTo>
                  <a:pt x="276225" y="285750"/>
                </a:lnTo>
                <a:lnTo>
                  <a:pt x="276225" y="295275"/>
                </a:lnTo>
                <a:lnTo>
                  <a:pt x="257175" y="295275"/>
                </a:lnTo>
                <a:close/>
                <a:moveTo>
                  <a:pt x="428625" y="285750"/>
                </a:moveTo>
                <a:lnTo>
                  <a:pt x="438150" y="285750"/>
                </a:lnTo>
                <a:lnTo>
                  <a:pt x="438150" y="295275"/>
                </a:lnTo>
                <a:lnTo>
                  <a:pt x="428625" y="295275"/>
                </a:lnTo>
                <a:close/>
                <a:moveTo>
                  <a:pt x="276225" y="295275"/>
                </a:moveTo>
                <a:lnTo>
                  <a:pt x="285750" y="295275"/>
                </a:lnTo>
                <a:lnTo>
                  <a:pt x="285750" y="304800"/>
                </a:lnTo>
                <a:lnTo>
                  <a:pt x="276225" y="304800"/>
                </a:lnTo>
                <a:close/>
                <a:moveTo>
                  <a:pt x="419100" y="295275"/>
                </a:moveTo>
                <a:lnTo>
                  <a:pt x="428625" y="295275"/>
                </a:lnTo>
                <a:lnTo>
                  <a:pt x="428625" y="304800"/>
                </a:lnTo>
                <a:lnTo>
                  <a:pt x="419100" y="304800"/>
                </a:lnTo>
                <a:close/>
                <a:moveTo>
                  <a:pt x="285750" y="304800"/>
                </a:moveTo>
                <a:lnTo>
                  <a:pt x="295275" y="304800"/>
                </a:lnTo>
                <a:lnTo>
                  <a:pt x="295275" y="314325"/>
                </a:lnTo>
                <a:lnTo>
                  <a:pt x="285750" y="314325"/>
                </a:lnTo>
                <a:close/>
                <a:moveTo>
                  <a:pt x="409575" y="304800"/>
                </a:moveTo>
                <a:lnTo>
                  <a:pt x="419100" y="304800"/>
                </a:lnTo>
                <a:lnTo>
                  <a:pt x="419100" y="323850"/>
                </a:lnTo>
                <a:lnTo>
                  <a:pt x="428625" y="323850"/>
                </a:lnTo>
                <a:lnTo>
                  <a:pt x="428625" y="333375"/>
                </a:lnTo>
                <a:lnTo>
                  <a:pt x="438150" y="333375"/>
                </a:lnTo>
                <a:lnTo>
                  <a:pt x="438150" y="342900"/>
                </a:lnTo>
                <a:lnTo>
                  <a:pt x="419100" y="342900"/>
                </a:lnTo>
                <a:lnTo>
                  <a:pt x="419100" y="333375"/>
                </a:lnTo>
                <a:lnTo>
                  <a:pt x="409575" y="333375"/>
                </a:lnTo>
                <a:close/>
                <a:moveTo>
                  <a:pt x="504825" y="314325"/>
                </a:moveTo>
                <a:lnTo>
                  <a:pt x="533400" y="314325"/>
                </a:lnTo>
                <a:lnTo>
                  <a:pt x="533400" y="323850"/>
                </a:lnTo>
                <a:lnTo>
                  <a:pt x="523875" y="323850"/>
                </a:lnTo>
                <a:lnTo>
                  <a:pt x="523875" y="333375"/>
                </a:lnTo>
                <a:lnTo>
                  <a:pt x="504825" y="333375"/>
                </a:lnTo>
                <a:lnTo>
                  <a:pt x="504825" y="342900"/>
                </a:lnTo>
                <a:lnTo>
                  <a:pt x="485775" y="342900"/>
                </a:lnTo>
                <a:lnTo>
                  <a:pt x="485775" y="352425"/>
                </a:lnTo>
                <a:lnTo>
                  <a:pt x="438150" y="352425"/>
                </a:lnTo>
                <a:lnTo>
                  <a:pt x="438150" y="342900"/>
                </a:lnTo>
                <a:lnTo>
                  <a:pt x="447675" y="342900"/>
                </a:lnTo>
                <a:lnTo>
                  <a:pt x="447675" y="333375"/>
                </a:lnTo>
                <a:lnTo>
                  <a:pt x="485775" y="333375"/>
                </a:lnTo>
                <a:lnTo>
                  <a:pt x="485775" y="323850"/>
                </a:lnTo>
                <a:lnTo>
                  <a:pt x="504825" y="323850"/>
                </a:lnTo>
                <a:close/>
                <a:moveTo>
                  <a:pt x="209550" y="323850"/>
                </a:moveTo>
                <a:lnTo>
                  <a:pt x="228600" y="323850"/>
                </a:lnTo>
                <a:lnTo>
                  <a:pt x="228600" y="333375"/>
                </a:lnTo>
                <a:lnTo>
                  <a:pt x="209550" y="333375"/>
                </a:lnTo>
                <a:close/>
                <a:moveTo>
                  <a:pt x="238125" y="333375"/>
                </a:moveTo>
                <a:lnTo>
                  <a:pt x="257175" y="333375"/>
                </a:lnTo>
                <a:lnTo>
                  <a:pt x="257175" y="342900"/>
                </a:lnTo>
                <a:lnTo>
                  <a:pt x="238125" y="342900"/>
                </a:lnTo>
                <a:close/>
                <a:moveTo>
                  <a:pt x="171450" y="371475"/>
                </a:moveTo>
                <a:lnTo>
                  <a:pt x="190500" y="371475"/>
                </a:lnTo>
                <a:lnTo>
                  <a:pt x="190500" y="381000"/>
                </a:lnTo>
                <a:lnTo>
                  <a:pt x="200025" y="381000"/>
                </a:lnTo>
                <a:lnTo>
                  <a:pt x="200025" y="390525"/>
                </a:lnTo>
                <a:lnTo>
                  <a:pt x="180975" y="390525"/>
                </a:lnTo>
                <a:lnTo>
                  <a:pt x="180975" y="381000"/>
                </a:lnTo>
                <a:lnTo>
                  <a:pt x="171450" y="381000"/>
                </a:lnTo>
                <a:close/>
                <a:moveTo>
                  <a:pt x="523875" y="371475"/>
                </a:moveTo>
                <a:lnTo>
                  <a:pt x="552450" y="371475"/>
                </a:lnTo>
                <a:lnTo>
                  <a:pt x="552450" y="381000"/>
                </a:lnTo>
                <a:lnTo>
                  <a:pt x="533400" y="381000"/>
                </a:lnTo>
                <a:lnTo>
                  <a:pt x="533400" y="390525"/>
                </a:lnTo>
                <a:lnTo>
                  <a:pt x="504825" y="390525"/>
                </a:lnTo>
                <a:lnTo>
                  <a:pt x="504825" y="381000"/>
                </a:lnTo>
                <a:lnTo>
                  <a:pt x="523875" y="381000"/>
                </a:lnTo>
                <a:close/>
                <a:moveTo>
                  <a:pt x="552450" y="381000"/>
                </a:moveTo>
                <a:lnTo>
                  <a:pt x="561975" y="381000"/>
                </a:lnTo>
                <a:lnTo>
                  <a:pt x="561975" y="390525"/>
                </a:lnTo>
                <a:lnTo>
                  <a:pt x="552450" y="390525"/>
                </a:lnTo>
                <a:close/>
                <a:moveTo>
                  <a:pt x="200025" y="390525"/>
                </a:moveTo>
                <a:lnTo>
                  <a:pt x="219075" y="390525"/>
                </a:lnTo>
                <a:lnTo>
                  <a:pt x="219075" y="400050"/>
                </a:lnTo>
                <a:lnTo>
                  <a:pt x="238125" y="400050"/>
                </a:lnTo>
                <a:lnTo>
                  <a:pt x="238125" y="409575"/>
                </a:lnTo>
                <a:lnTo>
                  <a:pt x="209550" y="409575"/>
                </a:lnTo>
                <a:lnTo>
                  <a:pt x="209550" y="400050"/>
                </a:lnTo>
                <a:lnTo>
                  <a:pt x="200025" y="400050"/>
                </a:lnTo>
                <a:close/>
                <a:moveTo>
                  <a:pt x="561975" y="390525"/>
                </a:moveTo>
                <a:lnTo>
                  <a:pt x="571500" y="390525"/>
                </a:lnTo>
                <a:lnTo>
                  <a:pt x="571500" y="438150"/>
                </a:lnTo>
                <a:lnTo>
                  <a:pt x="561975" y="438150"/>
                </a:lnTo>
                <a:close/>
                <a:moveTo>
                  <a:pt x="133350" y="409575"/>
                </a:moveTo>
                <a:lnTo>
                  <a:pt x="142875" y="409575"/>
                </a:lnTo>
                <a:lnTo>
                  <a:pt x="142875" y="466725"/>
                </a:lnTo>
                <a:lnTo>
                  <a:pt x="133350" y="466725"/>
                </a:lnTo>
                <a:lnTo>
                  <a:pt x="133350" y="457200"/>
                </a:lnTo>
                <a:lnTo>
                  <a:pt x="123825" y="457200"/>
                </a:lnTo>
                <a:lnTo>
                  <a:pt x="123825" y="428625"/>
                </a:lnTo>
                <a:lnTo>
                  <a:pt x="133350" y="428625"/>
                </a:lnTo>
                <a:close/>
                <a:moveTo>
                  <a:pt x="238125" y="409575"/>
                </a:moveTo>
                <a:lnTo>
                  <a:pt x="247650" y="409575"/>
                </a:lnTo>
                <a:lnTo>
                  <a:pt x="247650" y="419100"/>
                </a:lnTo>
                <a:lnTo>
                  <a:pt x="238125" y="419100"/>
                </a:lnTo>
                <a:close/>
                <a:moveTo>
                  <a:pt x="266700" y="409575"/>
                </a:moveTo>
                <a:lnTo>
                  <a:pt x="285750" y="409575"/>
                </a:lnTo>
                <a:lnTo>
                  <a:pt x="285750" y="419100"/>
                </a:lnTo>
                <a:lnTo>
                  <a:pt x="314325" y="419100"/>
                </a:lnTo>
                <a:lnTo>
                  <a:pt x="314325" y="428625"/>
                </a:lnTo>
                <a:lnTo>
                  <a:pt x="247650" y="428625"/>
                </a:lnTo>
                <a:lnTo>
                  <a:pt x="247650" y="419100"/>
                </a:lnTo>
                <a:lnTo>
                  <a:pt x="266700" y="419100"/>
                </a:lnTo>
                <a:close/>
                <a:moveTo>
                  <a:pt x="457200" y="409575"/>
                </a:moveTo>
                <a:lnTo>
                  <a:pt x="466725" y="409575"/>
                </a:lnTo>
                <a:lnTo>
                  <a:pt x="466725" y="419100"/>
                </a:lnTo>
                <a:lnTo>
                  <a:pt x="457200" y="419100"/>
                </a:lnTo>
                <a:close/>
                <a:moveTo>
                  <a:pt x="371475" y="419100"/>
                </a:moveTo>
                <a:lnTo>
                  <a:pt x="381000" y="419100"/>
                </a:lnTo>
                <a:lnTo>
                  <a:pt x="381000" y="428625"/>
                </a:lnTo>
                <a:lnTo>
                  <a:pt x="390525" y="428625"/>
                </a:lnTo>
                <a:lnTo>
                  <a:pt x="390525" y="419100"/>
                </a:lnTo>
                <a:lnTo>
                  <a:pt x="400050" y="419100"/>
                </a:lnTo>
                <a:lnTo>
                  <a:pt x="400050" y="428625"/>
                </a:lnTo>
                <a:lnTo>
                  <a:pt x="390525" y="428625"/>
                </a:lnTo>
                <a:lnTo>
                  <a:pt x="390525" y="457200"/>
                </a:lnTo>
                <a:lnTo>
                  <a:pt x="381000" y="457200"/>
                </a:lnTo>
                <a:lnTo>
                  <a:pt x="381000" y="447675"/>
                </a:lnTo>
                <a:lnTo>
                  <a:pt x="371475" y="447675"/>
                </a:lnTo>
                <a:close/>
                <a:moveTo>
                  <a:pt x="314325" y="428625"/>
                </a:moveTo>
                <a:lnTo>
                  <a:pt x="323850" y="428625"/>
                </a:lnTo>
                <a:lnTo>
                  <a:pt x="323850" y="447675"/>
                </a:lnTo>
                <a:lnTo>
                  <a:pt x="314325" y="447675"/>
                </a:lnTo>
                <a:close/>
                <a:moveTo>
                  <a:pt x="152400" y="485775"/>
                </a:moveTo>
                <a:lnTo>
                  <a:pt x="161925" y="485775"/>
                </a:lnTo>
                <a:lnTo>
                  <a:pt x="161925" y="495300"/>
                </a:lnTo>
                <a:lnTo>
                  <a:pt x="171450" y="495300"/>
                </a:lnTo>
                <a:lnTo>
                  <a:pt x="171450" y="504825"/>
                </a:lnTo>
                <a:lnTo>
                  <a:pt x="152400" y="504825"/>
                </a:lnTo>
                <a:close/>
                <a:moveTo>
                  <a:pt x="180975" y="504825"/>
                </a:moveTo>
                <a:lnTo>
                  <a:pt x="190500" y="504825"/>
                </a:lnTo>
                <a:lnTo>
                  <a:pt x="190500" y="514350"/>
                </a:lnTo>
                <a:lnTo>
                  <a:pt x="180975" y="514350"/>
                </a:lnTo>
                <a:close/>
                <a:moveTo>
                  <a:pt x="381000" y="514350"/>
                </a:moveTo>
                <a:lnTo>
                  <a:pt x="390525" y="514350"/>
                </a:lnTo>
                <a:lnTo>
                  <a:pt x="390525" y="533400"/>
                </a:lnTo>
                <a:lnTo>
                  <a:pt x="400050" y="533400"/>
                </a:lnTo>
                <a:lnTo>
                  <a:pt x="400050" y="542925"/>
                </a:lnTo>
                <a:lnTo>
                  <a:pt x="371475" y="542925"/>
                </a:lnTo>
                <a:lnTo>
                  <a:pt x="371475" y="523875"/>
                </a:lnTo>
                <a:lnTo>
                  <a:pt x="381000" y="523875"/>
                </a:lnTo>
                <a:close/>
                <a:moveTo>
                  <a:pt x="457200" y="514350"/>
                </a:moveTo>
                <a:lnTo>
                  <a:pt x="466725" y="514350"/>
                </a:lnTo>
                <a:lnTo>
                  <a:pt x="466725" y="523875"/>
                </a:lnTo>
                <a:lnTo>
                  <a:pt x="457200" y="523875"/>
                </a:lnTo>
                <a:close/>
                <a:moveTo>
                  <a:pt x="409575" y="533400"/>
                </a:moveTo>
                <a:lnTo>
                  <a:pt x="428625" y="533400"/>
                </a:lnTo>
                <a:lnTo>
                  <a:pt x="428625" y="542925"/>
                </a:lnTo>
                <a:lnTo>
                  <a:pt x="409575" y="542925"/>
                </a:lnTo>
                <a:close/>
              </a:path>
            </a:pathLst>
          </a:custGeom>
          <a:solidFill xmlns:a="http://schemas.openxmlformats.org/drawingml/2006/main">
            <a:srgbClr val="E7BFB0"/>
          </a:solidFill>
          <a:ln xmlns:a="http://schemas.openxmlformats.org/drawingml/2006/main" w="0">
            <a:noFill/>
          </a:ln>
        </p:spPr>
      </p:sp>
      <p:sp>
        <p:nvSpPr>
          <p:cNvPr id="79" name="box vector #d8c2be">
            <a:extLst xmlns:a="http://schemas.openxmlformats.org/drawingml/2006/main">
              <a:ext uri="{FF2B5EF4-FFF2-40B4-BE49-F238E27FC236}">
                <a16:creationId xmlns:a16="http://schemas.microsoft.com/office/drawing/2014/main" id="{42BCDF36-F6A6-46CA-9A6C-1169D224AC5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57250" y="3686175"/>
            <a:ext cx="704850" cy="704850"/>
          </a:xfrm>
          <a:custGeom xmlns:a="http://schemas.openxmlformats.org/drawingml/2006/main">
            <a:pathLst>
              <a:path w="714375" h="666750">
                <a:moveTo>
                  <a:pt x="133350" y="219075"/>
                </a:moveTo>
                <a:lnTo>
                  <a:pt x="161925" y="219075"/>
                </a:lnTo>
                <a:lnTo>
                  <a:pt x="161925" y="228600"/>
                </a:lnTo>
                <a:lnTo>
                  <a:pt x="133350" y="228600"/>
                </a:lnTo>
                <a:close/>
                <a:moveTo>
                  <a:pt x="542925" y="219075"/>
                </a:moveTo>
                <a:lnTo>
                  <a:pt x="552450" y="219075"/>
                </a:lnTo>
                <a:lnTo>
                  <a:pt x="552450" y="228600"/>
                </a:lnTo>
                <a:lnTo>
                  <a:pt x="542925" y="228600"/>
                </a:lnTo>
                <a:close/>
                <a:moveTo>
                  <a:pt x="171450" y="228600"/>
                </a:moveTo>
                <a:lnTo>
                  <a:pt x="180975" y="228600"/>
                </a:lnTo>
                <a:lnTo>
                  <a:pt x="180975" y="238125"/>
                </a:lnTo>
                <a:lnTo>
                  <a:pt x="171450" y="238125"/>
                </a:lnTo>
                <a:close/>
                <a:moveTo>
                  <a:pt x="523875" y="228600"/>
                </a:moveTo>
                <a:lnTo>
                  <a:pt x="533400" y="228600"/>
                </a:lnTo>
                <a:lnTo>
                  <a:pt x="533400" y="238125"/>
                </a:lnTo>
                <a:lnTo>
                  <a:pt x="523875" y="238125"/>
                </a:lnTo>
                <a:close/>
                <a:moveTo>
                  <a:pt x="190500" y="238125"/>
                </a:moveTo>
                <a:lnTo>
                  <a:pt x="200025" y="238125"/>
                </a:lnTo>
                <a:lnTo>
                  <a:pt x="200025" y="247650"/>
                </a:lnTo>
                <a:lnTo>
                  <a:pt x="190500" y="247650"/>
                </a:lnTo>
                <a:close/>
                <a:moveTo>
                  <a:pt x="504825" y="238125"/>
                </a:moveTo>
                <a:lnTo>
                  <a:pt x="514350" y="238125"/>
                </a:lnTo>
                <a:lnTo>
                  <a:pt x="514350" y="247650"/>
                </a:lnTo>
                <a:lnTo>
                  <a:pt x="504825" y="247650"/>
                </a:lnTo>
                <a:close/>
                <a:moveTo>
                  <a:pt x="209550" y="247650"/>
                </a:moveTo>
                <a:lnTo>
                  <a:pt x="228600" y="247650"/>
                </a:lnTo>
                <a:lnTo>
                  <a:pt x="228600" y="257175"/>
                </a:lnTo>
                <a:lnTo>
                  <a:pt x="209550" y="257175"/>
                </a:lnTo>
                <a:close/>
                <a:moveTo>
                  <a:pt x="476250" y="247650"/>
                </a:moveTo>
                <a:lnTo>
                  <a:pt x="485775" y="247650"/>
                </a:lnTo>
                <a:lnTo>
                  <a:pt x="485775" y="257175"/>
                </a:lnTo>
                <a:lnTo>
                  <a:pt x="476250" y="257175"/>
                </a:lnTo>
                <a:close/>
                <a:moveTo>
                  <a:pt x="238125" y="257175"/>
                </a:moveTo>
                <a:lnTo>
                  <a:pt x="247650" y="257175"/>
                </a:lnTo>
                <a:lnTo>
                  <a:pt x="247650" y="266700"/>
                </a:lnTo>
                <a:lnTo>
                  <a:pt x="238125" y="266700"/>
                </a:lnTo>
                <a:close/>
                <a:moveTo>
                  <a:pt x="457200" y="257175"/>
                </a:moveTo>
                <a:lnTo>
                  <a:pt x="466725" y="257175"/>
                </a:lnTo>
                <a:lnTo>
                  <a:pt x="466725" y="266700"/>
                </a:lnTo>
                <a:lnTo>
                  <a:pt x="457200" y="266700"/>
                </a:lnTo>
                <a:close/>
                <a:moveTo>
                  <a:pt x="257175" y="266700"/>
                </a:moveTo>
                <a:lnTo>
                  <a:pt x="266700" y="266700"/>
                </a:lnTo>
                <a:lnTo>
                  <a:pt x="266700" y="276225"/>
                </a:lnTo>
                <a:lnTo>
                  <a:pt x="257175" y="276225"/>
                </a:lnTo>
                <a:close/>
                <a:moveTo>
                  <a:pt x="438150" y="266700"/>
                </a:moveTo>
                <a:lnTo>
                  <a:pt x="447675" y="266700"/>
                </a:lnTo>
                <a:lnTo>
                  <a:pt x="447675" y="276225"/>
                </a:lnTo>
                <a:lnTo>
                  <a:pt x="438150" y="276225"/>
                </a:lnTo>
                <a:close/>
                <a:moveTo>
                  <a:pt x="276225" y="276225"/>
                </a:moveTo>
                <a:lnTo>
                  <a:pt x="295275" y="276225"/>
                </a:lnTo>
                <a:lnTo>
                  <a:pt x="295275" y="285750"/>
                </a:lnTo>
                <a:lnTo>
                  <a:pt x="314325" y="285750"/>
                </a:lnTo>
                <a:lnTo>
                  <a:pt x="314325" y="295275"/>
                </a:lnTo>
                <a:lnTo>
                  <a:pt x="304800" y="295275"/>
                </a:lnTo>
                <a:lnTo>
                  <a:pt x="304800" y="304800"/>
                </a:lnTo>
                <a:lnTo>
                  <a:pt x="314325" y="304800"/>
                </a:lnTo>
                <a:lnTo>
                  <a:pt x="314325" y="314325"/>
                </a:lnTo>
                <a:lnTo>
                  <a:pt x="304800" y="314325"/>
                </a:lnTo>
                <a:lnTo>
                  <a:pt x="304800" y="333375"/>
                </a:lnTo>
                <a:lnTo>
                  <a:pt x="295275" y="333375"/>
                </a:lnTo>
                <a:lnTo>
                  <a:pt x="295275" y="295275"/>
                </a:lnTo>
                <a:lnTo>
                  <a:pt x="285750" y="295275"/>
                </a:lnTo>
                <a:lnTo>
                  <a:pt x="285750" y="285750"/>
                </a:lnTo>
                <a:lnTo>
                  <a:pt x="276225" y="285750"/>
                </a:lnTo>
                <a:close/>
                <a:moveTo>
                  <a:pt x="409575" y="276225"/>
                </a:moveTo>
                <a:lnTo>
                  <a:pt x="419100" y="276225"/>
                </a:lnTo>
                <a:lnTo>
                  <a:pt x="419100" y="285750"/>
                </a:lnTo>
                <a:lnTo>
                  <a:pt x="409575" y="285750"/>
                </a:lnTo>
                <a:close/>
                <a:moveTo>
                  <a:pt x="85725" y="285750"/>
                </a:moveTo>
                <a:lnTo>
                  <a:pt x="95250" y="285750"/>
                </a:lnTo>
                <a:lnTo>
                  <a:pt x="95250" y="295275"/>
                </a:lnTo>
                <a:lnTo>
                  <a:pt x="85725" y="295275"/>
                </a:lnTo>
                <a:close/>
                <a:moveTo>
                  <a:pt x="390525" y="285750"/>
                </a:moveTo>
                <a:lnTo>
                  <a:pt x="409575" y="285750"/>
                </a:lnTo>
                <a:lnTo>
                  <a:pt x="409575" y="314325"/>
                </a:lnTo>
                <a:lnTo>
                  <a:pt x="400050" y="314325"/>
                </a:lnTo>
                <a:lnTo>
                  <a:pt x="400050" y="323850"/>
                </a:lnTo>
                <a:lnTo>
                  <a:pt x="390525" y="323850"/>
                </a:lnTo>
                <a:lnTo>
                  <a:pt x="390525" y="304800"/>
                </a:lnTo>
                <a:lnTo>
                  <a:pt x="400050" y="304800"/>
                </a:lnTo>
                <a:lnTo>
                  <a:pt x="400050" y="295275"/>
                </a:lnTo>
                <a:lnTo>
                  <a:pt x="390525" y="295275"/>
                </a:lnTo>
                <a:close/>
                <a:moveTo>
                  <a:pt x="609600" y="285750"/>
                </a:moveTo>
                <a:lnTo>
                  <a:pt x="619125" y="285750"/>
                </a:lnTo>
                <a:lnTo>
                  <a:pt x="619125" y="295275"/>
                </a:lnTo>
                <a:lnTo>
                  <a:pt x="609600" y="295275"/>
                </a:lnTo>
                <a:close/>
                <a:moveTo>
                  <a:pt x="104775" y="295275"/>
                </a:moveTo>
                <a:lnTo>
                  <a:pt x="114300" y="295275"/>
                </a:lnTo>
                <a:lnTo>
                  <a:pt x="114300" y="304800"/>
                </a:lnTo>
                <a:lnTo>
                  <a:pt x="104775" y="304800"/>
                </a:lnTo>
                <a:close/>
                <a:moveTo>
                  <a:pt x="123825" y="304800"/>
                </a:moveTo>
                <a:lnTo>
                  <a:pt x="133350" y="304800"/>
                </a:lnTo>
                <a:lnTo>
                  <a:pt x="133350" y="314325"/>
                </a:lnTo>
                <a:lnTo>
                  <a:pt x="123825" y="314325"/>
                </a:lnTo>
                <a:close/>
                <a:moveTo>
                  <a:pt x="542925" y="314325"/>
                </a:moveTo>
                <a:lnTo>
                  <a:pt x="552450" y="314325"/>
                </a:lnTo>
                <a:lnTo>
                  <a:pt x="552450" y="323850"/>
                </a:lnTo>
                <a:lnTo>
                  <a:pt x="542925" y="323850"/>
                </a:lnTo>
                <a:close/>
                <a:moveTo>
                  <a:pt x="171450" y="323850"/>
                </a:moveTo>
                <a:lnTo>
                  <a:pt x="180975" y="323850"/>
                </a:lnTo>
                <a:lnTo>
                  <a:pt x="180975" y="333375"/>
                </a:lnTo>
                <a:lnTo>
                  <a:pt x="171450" y="333375"/>
                </a:lnTo>
                <a:close/>
                <a:moveTo>
                  <a:pt x="523875" y="323850"/>
                </a:moveTo>
                <a:lnTo>
                  <a:pt x="533400" y="323850"/>
                </a:lnTo>
                <a:lnTo>
                  <a:pt x="533400" y="333375"/>
                </a:lnTo>
                <a:lnTo>
                  <a:pt x="523875" y="333375"/>
                </a:lnTo>
                <a:close/>
                <a:moveTo>
                  <a:pt x="190500" y="333375"/>
                </a:moveTo>
                <a:lnTo>
                  <a:pt x="200025" y="333375"/>
                </a:lnTo>
                <a:lnTo>
                  <a:pt x="200025" y="342900"/>
                </a:lnTo>
                <a:lnTo>
                  <a:pt x="190500" y="342900"/>
                </a:lnTo>
                <a:close/>
                <a:moveTo>
                  <a:pt x="285750" y="342900"/>
                </a:moveTo>
                <a:lnTo>
                  <a:pt x="295275" y="342900"/>
                </a:lnTo>
                <a:lnTo>
                  <a:pt x="295275" y="352425"/>
                </a:lnTo>
                <a:lnTo>
                  <a:pt x="285750" y="352425"/>
                </a:lnTo>
                <a:close/>
                <a:moveTo>
                  <a:pt x="409575" y="342900"/>
                </a:moveTo>
                <a:lnTo>
                  <a:pt x="419100" y="342900"/>
                </a:lnTo>
                <a:lnTo>
                  <a:pt x="419100" y="352425"/>
                </a:lnTo>
                <a:lnTo>
                  <a:pt x="409575" y="352425"/>
                </a:lnTo>
                <a:close/>
                <a:moveTo>
                  <a:pt x="123825" y="352425"/>
                </a:moveTo>
                <a:lnTo>
                  <a:pt x="133350" y="352425"/>
                </a:lnTo>
                <a:lnTo>
                  <a:pt x="133350" y="371475"/>
                </a:lnTo>
                <a:lnTo>
                  <a:pt x="123825" y="371475"/>
                </a:lnTo>
                <a:close/>
                <a:moveTo>
                  <a:pt x="142875" y="352425"/>
                </a:moveTo>
                <a:lnTo>
                  <a:pt x="152400" y="352425"/>
                </a:lnTo>
                <a:lnTo>
                  <a:pt x="152400" y="361950"/>
                </a:lnTo>
                <a:lnTo>
                  <a:pt x="161925" y="361950"/>
                </a:lnTo>
                <a:lnTo>
                  <a:pt x="161925" y="371475"/>
                </a:lnTo>
                <a:lnTo>
                  <a:pt x="142875" y="371475"/>
                </a:lnTo>
                <a:close/>
                <a:moveTo>
                  <a:pt x="238125" y="352425"/>
                </a:moveTo>
                <a:lnTo>
                  <a:pt x="257175" y="352425"/>
                </a:lnTo>
                <a:lnTo>
                  <a:pt x="257175" y="361950"/>
                </a:lnTo>
                <a:lnTo>
                  <a:pt x="238125" y="361950"/>
                </a:lnTo>
                <a:close/>
                <a:moveTo>
                  <a:pt x="419100" y="352425"/>
                </a:moveTo>
                <a:lnTo>
                  <a:pt x="447675" y="352425"/>
                </a:lnTo>
                <a:lnTo>
                  <a:pt x="447675" y="361950"/>
                </a:lnTo>
                <a:lnTo>
                  <a:pt x="438150" y="361950"/>
                </a:lnTo>
                <a:lnTo>
                  <a:pt x="438150" y="371475"/>
                </a:lnTo>
                <a:lnTo>
                  <a:pt x="428625" y="371475"/>
                </a:lnTo>
                <a:lnTo>
                  <a:pt x="428625" y="361950"/>
                </a:lnTo>
                <a:lnTo>
                  <a:pt x="419100" y="361950"/>
                </a:lnTo>
                <a:close/>
                <a:moveTo>
                  <a:pt x="457200" y="352425"/>
                </a:moveTo>
                <a:lnTo>
                  <a:pt x="466725" y="352425"/>
                </a:lnTo>
                <a:lnTo>
                  <a:pt x="466725" y="361950"/>
                </a:lnTo>
                <a:lnTo>
                  <a:pt x="457200" y="361950"/>
                </a:lnTo>
                <a:close/>
                <a:moveTo>
                  <a:pt x="552450" y="352425"/>
                </a:moveTo>
                <a:lnTo>
                  <a:pt x="571500" y="352425"/>
                </a:lnTo>
                <a:lnTo>
                  <a:pt x="571500" y="361950"/>
                </a:lnTo>
                <a:lnTo>
                  <a:pt x="581025" y="361950"/>
                </a:lnTo>
                <a:lnTo>
                  <a:pt x="581025" y="466725"/>
                </a:lnTo>
                <a:lnTo>
                  <a:pt x="571500" y="466725"/>
                </a:lnTo>
                <a:lnTo>
                  <a:pt x="571500" y="381000"/>
                </a:lnTo>
                <a:lnTo>
                  <a:pt x="561975" y="381000"/>
                </a:lnTo>
                <a:lnTo>
                  <a:pt x="561975" y="371475"/>
                </a:lnTo>
                <a:lnTo>
                  <a:pt x="523875" y="371475"/>
                </a:lnTo>
                <a:lnTo>
                  <a:pt x="523875" y="361950"/>
                </a:lnTo>
                <a:lnTo>
                  <a:pt x="552450" y="361950"/>
                </a:lnTo>
                <a:close/>
                <a:moveTo>
                  <a:pt x="133350" y="371475"/>
                </a:moveTo>
                <a:lnTo>
                  <a:pt x="142875" y="371475"/>
                </a:lnTo>
                <a:lnTo>
                  <a:pt x="142875" y="381000"/>
                </a:lnTo>
                <a:lnTo>
                  <a:pt x="133350" y="381000"/>
                </a:lnTo>
                <a:close/>
                <a:moveTo>
                  <a:pt x="504825" y="371475"/>
                </a:moveTo>
                <a:lnTo>
                  <a:pt x="514350" y="371475"/>
                </a:lnTo>
                <a:lnTo>
                  <a:pt x="514350" y="381000"/>
                </a:lnTo>
                <a:lnTo>
                  <a:pt x="504825" y="381000"/>
                </a:lnTo>
                <a:close/>
                <a:moveTo>
                  <a:pt x="200025" y="381000"/>
                </a:moveTo>
                <a:lnTo>
                  <a:pt x="219075" y="381000"/>
                </a:lnTo>
                <a:lnTo>
                  <a:pt x="219075" y="390525"/>
                </a:lnTo>
                <a:lnTo>
                  <a:pt x="200025" y="390525"/>
                </a:lnTo>
                <a:close/>
                <a:moveTo>
                  <a:pt x="390525" y="381000"/>
                </a:moveTo>
                <a:lnTo>
                  <a:pt x="400050" y="381000"/>
                </a:lnTo>
                <a:lnTo>
                  <a:pt x="400050" y="390525"/>
                </a:lnTo>
                <a:lnTo>
                  <a:pt x="390525" y="390525"/>
                </a:lnTo>
                <a:close/>
                <a:moveTo>
                  <a:pt x="228600" y="390525"/>
                </a:moveTo>
                <a:lnTo>
                  <a:pt x="238125" y="390525"/>
                </a:lnTo>
                <a:lnTo>
                  <a:pt x="238125" y="400050"/>
                </a:lnTo>
                <a:lnTo>
                  <a:pt x="228600" y="400050"/>
                </a:lnTo>
                <a:close/>
                <a:moveTo>
                  <a:pt x="295275" y="390525"/>
                </a:moveTo>
                <a:lnTo>
                  <a:pt x="304800" y="390525"/>
                </a:lnTo>
                <a:lnTo>
                  <a:pt x="304800" y="400050"/>
                </a:lnTo>
                <a:lnTo>
                  <a:pt x="295275" y="400050"/>
                </a:lnTo>
                <a:close/>
                <a:moveTo>
                  <a:pt x="457200" y="390525"/>
                </a:moveTo>
                <a:lnTo>
                  <a:pt x="466725" y="390525"/>
                </a:lnTo>
                <a:lnTo>
                  <a:pt x="466725" y="400050"/>
                </a:lnTo>
                <a:lnTo>
                  <a:pt x="457200" y="400050"/>
                </a:lnTo>
                <a:close/>
                <a:moveTo>
                  <a:pt x="247650" y="400050"/>
                </a:moveTo>
                <a:lnTo>
                  <a:pt x="257175" y="400050"/>
                </a:lnTo>
                <a:lnTo>
                  <a:pt x="257175" y="409575"/>
                </a:lnTo>
                <a:lnTo>
                  <a:pt x="247650" y="409575"/>
                </a:lnTo>
                <a:close/>
                <a:moveTo>
                  <a:pt x="285750" y="400050"/>
                </a:moveTo>
                <a:lnTo>
                  <a:pt x="295275" y="400050"/>
                </a:lnTo>
                <a:lnTo>
                  <a:pt x="295275" y="409575"/>
                </a:lnTo>
                <a:lnTo>
                  <a:pt x="285750" y="409575"/>
                </a:lnTo>
                <a:close/>
                <a:moveTo>
                  <a:pt x="304800" y="400050"/>
                </a:moveTo>
                <a:lnTo>
                  <a:pt x="314325" y="400050"/>
                </a:lnTo>
                <a:lnTo>
                  <a:pt x="314325" y="409575"/>
                </a:lnTo>
                <a:lnTo>
                  <a:pt x="304800" y="409575"/>
                </a:lnTo>
                <a:close/>
                <a:moveTo>
                  <a:pt x="323850" y="400050"/>
                </a:moveTo>
                <a:lnTo>
                  <a:pt x="333375" y="400050"/>
                </a:lnTo>
                <a:lnTo>
                  <a:pt x="333375" y="447675"/>
                </a:lnTo>
                <a:lnTo>
                  <a:pt x="323850" y="447675"/>
                </a:lnTo>
                <a:lnTo>
                  <a:pt x="323850" y="419100"/>
                </a:lnTo>
                <a:lnTo>
                  <a:pt x="314325" y="419100"/>
                </a:lnTo>
                <a:lnTo>
                  <a:pt x="314325" y="409575"/>
                </a:lnTo>
                <a:lnTo>
                  <a:pt x="323850" y="409575"/>
                </a:lnTo>
                <a:close/>
                <a:moveTo>
                  <a:pt x="438150" y="400050"/>
                </a:moveTo>
                <a:lnTo>
                  <a:pt x="447675" y="400050"/>
                </a:lnTo>
                <a:lnTo>
                  <a:pt x="447675" y="409575"/>
                </a:lnTo>
                <a:lnTo>
                  <a:pt x="438150" y="409575"/>
                </a:lnTo>
                <a:close/>
                <a:moveTo>
                  <a:pt x="123825" y="457200"/>
                </a:moveTo>
                <a:lnTo>
                  <a:pt x="133350" y="457200"/>
                </a:lnTo>
                <a:lnTo>
                  <a:pt x="133350" y="476250"/>
                </a:lnTo>
                <a:lnTo>
                  <a:pt x="142875" y="476250"/>
                </a:lnTo>
                <a:lnTo>
                  <a:pt x="142875" y="485775"/>
                </a:lnTo>
                <a:lnTo>
                  <a:pt x="152400" y="485775"/>
                </a:lnTo>
                <a:lnTo>
                  <a:pt x="152400" y="495300"/>
                </a:lnTo>
                <a:lnTo>
                  <a:pt x="133350" y="495300"/>
                </a:lnTo>
                <a:lnTo>
                  <a:pt x="133350" y="485775"/>
                </a:lnTo>
                <a:lnTo>
                  <a:pt x="123825" y="485775"/>
                </a:lnTo>
                <a:close/>
                <a:moveTo>
                  <a:pt x="552450" y="495300"/>
                </a:moveTo>
                <a:lnTo>
                  <a:pt x="561975" y="495300"/>
                </a:lnTo>
                <a:lnTo>
                  <a:pt x="561975" y="504825"/>
                </a:lnTo>
                <a:lnTo>
                  <a:pt x="552450" y="504825"/>
                </a:lnTo>
                <a:close/>
                <a:moveTo>
                  <a:pt x="523875" y="504825"/>
                </a:moveTo>
                <a:lnTo>
                  <a:pt x="533400" y="504825"/>
                </a:lnTo>
                <a:lnTo>
                  <a:pt x="533400" y="514350"/>
                </a:lnTo>
                <a:lnTo>
                  <a:pt x="523875" y="514350"/>
                </a:lnTo>
                <a:close/>
                <a:moveTo>
                  <a:pt x="504825" y="514350"/>
                </a:moveTo>
                <a:lnTo>
                  <a:pt x="514350" y="514350"/>
                </a:lnTo>
                <a:lnTo>
                  <a:pt x="514350" y="523875"/>
                </a:lnTo>
                <a:lnTo>
                  <a:pt x="504825" y="523875"/>
                </a:lnTo>
                <a:close/>
                <a:moveTo>
                  <a:pt x="457200" y="533400"/>
                </a:moveTo>
                <a:lnTo>
                  <a:pt x="466725" y="533400"/>
                </a:lnTo>
                <a:lnTo>
                  <a:pt x="466725" y="542925"/>
                </a:lnTo>
                <a:lnTo>
                  <a:pt x="457200" y="542925"/>
                </a:lnTo>
                <a:close/>
                <a:moveTo>
                  <a:pt x="314325" y="542925"/>
                </a:moveTo>
                <a:lnTo>
                  <a:pt x="333375" y="542925"/>
                </a:lnTo>
                <a:lnTo>
                  <a:pt x="333375" y="561975"/>
                </a:lnTo>
                <a:lnTo>
                  <a:pt x="314325" y="561975"/>
                </a:lnTo>
                <a:lnTo>
                  <a:pt x="314325" y="571500"/>
                </a:lnTo>
                <a:lnTo>
                  <a:pt x="304800" y="571500"/>
                </a:lnTo>
                <a:lnTo>
                  <a:pt x="304800" y="552450"/>
                </a:lnTo>
                <a:lnTo>
                  <a:pt x="314325" y="552450"/>
                </a:lnTo>
                <a:close/>
                <a:moveTo>
                  <a:pt x="371475" y="542925"/>
                </a:moveTo>
                <a:lnTo>
                  <a:pt x="381000" y="542925"/>
                </a:lnTo>
                <a:lnTo>
                  <a:pt x="381000" y="561975"/>
                </a:lnTo>
                <a:lnTo>
                  <a:pt x="371475" y="561975"/>
                </a:lnTo>
                <a:close/>
                <a:moveTo>
                  <a:pt x="438150" y="542925"/>
                </a:moveTo>
                <a:lnTo>
                  <a:pt x="447675" y="542925"/>
                </a:lnTo>
                <a:lnTo>
                  <a:pt x="447675" y="552450"/>
                </a:lnTo>
                <a:lnTo>
                  <a:pt x="438150" y="552450"/>
                </a:lnTo>
                <a:close/>
                <a:moveTo>
                  <a:pt x="409575" y="552450"/>
                </a:moveTo>
                <a:lnTo>
                  <a:pt x="428625" y="552450"/>
                </a:lnTo>
                <a:lnTo>
                  <a:pt x="428625" y="561975"/>
                </a:lnTo>
                <a:lnTo>
                  <a:pt x="409575" y="561975"/>
                </a:lnTo>
                <a:close/>
                <a:moveTo>
                  <a:pt x="390525" y="561975"/>
                </a:moveTo>
                <a:lnTo>
                  <a:pt x="400050" y="561975"/>
                </a:lnTo>
                <a:lnTo>
                  <a:pt x="400050" y="571500"/>
                </a:lnTo>
                <a:lnTo>
                  <a:pt x="390525" y="571500"/>
                </a:lnTo>
                <a:close/>
              </a:path>
            </a:pathLst>
          </a:custGeom>
          <a:solidFill xmlns:a="http://schemas.openxmlformats.org/drawingml/2006/main">
            <a:srgbClr val="D8C2BE"/>
          </a:solidFill>
          <a:ln xmlns:a="http://schemas.openxmlformats.org/drawingml/2006/main" w="0">
            <a:noFill/>
          </a:ln>
        </p:spPr>
      </p:sp>
      <p:sp>
        <p:nvSpPr>
          <p:cNvPr id="80" name="box vector #eeb79b">
            <a:extLst xmlns:a="http://schemas.openxmlformats.org/drawingml/2006/main">
              <a:ext uri="{FF2B5EF4-FFF2-40B4-BE49-F238E27FC236}">
                <a16:creationId xmlns:a16="http://schemas.microsoft.com/office/drawing/2014/main" id="{04634783-F035-4375-AA8F-3089FB1EB2D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57250" y="3686175"/>
            <a:ext cx="704850" cy="704850"/>
          </a:xfrm>
          <a:custGeom xmlns:a="http://schemas.openxmlformats.org/drawingml/2006/main">
            <a:pathLst>
              <a:path w="714375" h="666750">
                <a:moveTo>
                  <a:pt x="152400" y="390525"/>
                </a:moveTo>
                <a:lnTo>
                  <a:pt x="180975" y="390525"/>
                </a:lnTo>
                <a:lnTo>
                  <a:pt x="180975" y="400050"/>
                </a:lnTo>
                <a:lnTo>
                  <a:pt x="200025" y="400050"/>
                </a:lnTo>
                <a:lnTo>
                  <a:pt x="200025" y="409575"/>
                </a:lnTo>
                <a:lnTo>
                  <a:pt x="209550" y="409575"/>
                </a:lnTo>
                <a:lnTo>
                  <a:pt x="209550" y="419100"/>
                </a:lnTo>
                <a:lnTo>
                  <a:pt x="228600" y="419100"/>
                </a:lnTo>
                <a:lnTo>
                  <a:pt x="228600" y="428625"/>
                </a:lnTo>
                <a:lnTo>
                  <a:pt x="257175" y="428625"/>
                </a:lnTo>
                <a:lnTo>
                  <a:pt x="257175" y="438150"/>
                </a:lnTo>
                <a:lnTo>
                  <a:pt x="295275" y="438150"/>
                </a:lnTo>
                <a:lnTo>
                  <a:pt x="295275" y="447675"/>
                </a:lnTo>
                <a:lnTo>
                  <a:pt x="304800" y="447675"/>
                </a:lnTo>
                <a:lnTo>
                  <a:pt x="304800" y="457200"/>
                </a:lnTo>
                <a:lnTo>
                  <a:pt x="314325" y="457200"/>
                </a:lnTo>
                <a:lnTo>
                  <a:pt x="314325" y="523875"/>
                </a:lnTo>
                <a:lnTo>
                  <a:pt x="304800" y="523875"/>
                </a:lnTo>
                <a:lnTo>
                  <a:pt x="304800" y="533400"/>
                </a:lnTo>
                <a:lnTo>
                  <a:pt x="266700" y="533400"/>
                </a:lnTo>
                <a:lnTo>
                  <a:pt x="266700" y="523875"/>
                </a:lnTo>
                <a:lnTo>
                  <a:pt x="247650" y="523875"/>
                </a:lnTo>
                <a:lnTo>
                  <a:pt x="247650" y="514350"/>
                </a:lnTo>
                <a:lnTo>
                  <a:pt x="228600" y="514350"/>
                </a:lnTo>
                <a:lnTo>
                  <a:pt x="228600" y="504825"/>
                </a:lnTo>
                <a:lnTo>
                  <a:pt x="200025" y="504825"/>
                </a:lnTo>
                <a:lnTo>
                  <a:pt x="200025" y="495300"/>
                </a:lnTo>
                <a:lnTo>
                  <a:pt x="190500" y="495300"/>
                </a:lnTo>
                <a:lnTo>
                  <a:pt x="190500" y="485775"/>
                </a:lnTo>
                <a:lnTo>
                  <a:pt x="171450" y="485775"/>
                </a:lnTo>
                <a:lnTo>
                  <a:pt x="171450" y="476250"/>
                </a:lnTo>
                <a:lnTo>
                  <a:pt x="161925" y="476250"/>
                </a:lnTo>
                <a:lnTo>
                  <a:pt x="161925" y="466725"/>
                </a:lnTo>
                <a:lnTo>
                  <a:pt x="152400" y="466725"/>
                </a:lnTo>
                <a:lnTo>
                  <a:pt x="152400" y="428625"/>
                </a:lnTo>
                <a:lnTo>
                  <a:pt x="142875" y="428625"/>
                </a:lnTo>
                <a:lnTo>
                  <a:pt x="142875" y="400050"/>
                </a:lnTo>
                <a:lnTo>
                  <a:pt x="152400" y="400050"/>
                </a:lnTo>
                <a:close/>
                <a:moveTo>
                  <a:pt x="523875" y="390525"/>
                </a:moveTo>
                <a:lnTo>
                  <a:pt x="552450" y="390525"/>
                </a:lnTo>
                <a:lnTo>
                  <a:pt x="552450" y="400050"/>
                </a:lnTo>
                <a:lnTo>
                  <a:pt x="542925" y="400050"/>
                </a:lnTo>
                <a:lnTo>
                  <a:pt x="542925" y="409575"/>
                </a:lnTo>
                <a:lnTo>
                  <a:pt x="523875" y="409575"/>
                </a:lnTo>
                <a:close/>
                <a:moveTo>
                  <a:pt x="390525" y="466725"/>
                </a:moveTo>
                <a:lnTo>
                  <a:pt x="409575" y="466725"/>
                </a:lnTo>
                <a:lnTo>
                  <a:pt x="409575" y="485775"/>
                </a:lnTo>
                <a:lnTo>
                  <a:pt x="400050" y="485775"/>
                </a:lnTo>
                <a:lnTo>
                  <a:pt x="400050" y="514350"/>
                </a:lnTo>
                <a:lnTo>
                  <a:pt x="390525" y="514350"/>
                </a:lnTo>
                <a:close/>
              </a:path>
            </a:pathLst>
          </a:custGeom>
          <a:solidFill xmlns:a="http://schemas.openxmlformats.org/drawingml/2006/main">
            <a:srgbClr val="EEB79B"/>
          </a:solidFill>
          <a:ln xmlns:a="http://schemas.openxmlformats.org/drawingml/2006/main" w="0">
            <a:noFill/>
          </a:ln>
        </p:spPr>
      </p:sp>
      <p:sp>
        <p:nvSpPr>
          <p:cNvPr id="81" name="box vector #e4b7a4">
            <a:extLst xmlns:a="http://schemas.openxmlformats.org/drawingml/2006/main">
              <a:ext uri="{FF2B5EF4-FFF2-40B4-BE49-F238E27FC236}">
                <a16:creationId xmlns:a16="http://schemas.microsoft.com/office/drawing/2014/main" id="{F19CFCD0-E3DD-4D30-9B6C-0F6EDBD345A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57250" y="3686175"/>
            <a:ext cx="704850" cy="704850"/>
          </a:xfrm>
          <a:custGeom xmlns:a="http://schemas.openxmlformats.org/drawingml/2006/main">
            <a:pathLst>
              <a:path w="714375" h="666750">
                <a:moveTo>
                  <a:pt x="438150" y="285750"/>
                </a:moveTo>
                <a:lnTo>
                  <a:pt x="447675" y="285750"/>
                </a:lnTo>
                <a:lnTo>
                  <a:pt x="447675" y="295275"/>
                </a:lnTo>
                <a:lnTo>
                  <a:pt x="438150" y="295275"/>
                </a:lnTo>
                <a:close/>
                <a:moveTo>
                  <a:pt x="476250" y="323850"/>
                </a:moveTo>
                <a:lnTo>
                  <a:pt x="485775" y="323850"/>
                </a:lnTo>
                <a:lnTo>
                  <a:pt x="485775" y="333375"/>
                </a:lnTo>
                <a:lnTo>
                  <a:pt x="476250" y="333375"/>
                </a:lnTo>
                <a:close/>
                <a:moveTo>
                  <a:pt x="438150" y="333375"/>
                </a:moveTo>
                <a:lnTo>
                  <a:pt x="447675" y="333375"/>
                </a:lnTo>
                <a:lnTo>
                  <a:pt x="447675" y="342900"/>
                </a:lnTo>
                <a:lnTo>
                  <a:pt x="438150" y="342900"/>
                </a:lnTo>
                <a:close/>
                <a:moveTo>
                  <a:pt x="161925" y="361950"/>
                </a:moveTo>
                <a:lnTo>
                  <a:pt x="171450" y="361950"/>
                </a:lnTo>
                <a:lnTo>
                  <a:pt x="171450" y="381000"/>
                </a:lnTo>
                <a:lnTo>
                  <a:pt x="180975" y="381000"/>
                </a:lnTo>
                <a:lnTo>
                  <a:pt x="180975" y="390525"/>
                </a:lnTo>
                <a:lnTo>
                  <a:pt x="152400" y="390525"/>
                </a:lnTo>
                <a:lnTo>
                  <a:pt x="152400" y="400050"/>
                </a:lnTo>
                <a:lnTo>
                  <a:pt x="142875" y="400050"/>
                </a:lnTo>
                <a:lnTo>
                  <a:pt x="142875" y="409575"/>
                </a:lnTo>
                <a:lnTo>
                  <a:pt x="133350" y="409575"/>
                </a:lnTo>
                <a:lnTo>
                  <a:pt x="133350" y="428625"/>
                </a:lnTo>
                <a:lnTo>
                  <a:pt x="123825" y="428625"/>
                </a:lnTo>
                <a:lnTo>
                  <a:pt x="123825" y="371475"/>
                </a:lnTo>
                <a:lnTo>
                  <a:pt x="133350" y="371475"/>
                </a:lnTo>
                <a:lnTo>
                  <a:pt x="133350" y="381000"/>
                </a:lnTo>
                <a:lnTo>
                  <a:pt x="142875" y="381000"/>
                </a:lnTo>
                <a:lnTo>
                  <a:pt x="142875" y="371475"/>
                </a:lnTo>
                <a:lnTo>
                  <a:pt x="161925" y="371475"/>
                </a:lnTo>
                <a:close/>
                <a:moveTo>
                  <a:pt x="533400" y="381000"/>
                </a:moveTo>
                <a:lnTo>
                  <a:pt x="552450" y="381000"/>
                </a:lnTo>
                <a:lnTo>
                  <a:pt x="552450" y="390525"/>
                </a:lnTo>
                <a:lnTo>
                  <a:pt x="533400" y="390525"/>
                </a:lnTo>
                <a:close/>
                <a:moveTo>
                  <a:pt x="180975" y="390525"/>
                </a:moveTo>
                <a:lnTo>
                  <a:pt x="200025" y="390525"/>
                </a:lnTo>
                <a:lnTo>
                  <a:pt x="200025" y="400050"/>
                </a:lnTo>
                <a:lnTo>
                  <a:pt x="180975" y="400050"/>
                </a:lnTo>
                <a:close/>
                <a:moveTo>
                  <a:pt x="552450" y="390525"/>
                </a:moveTo>
                <a:lnTo>
                  <a:pt x="561975" y="390525"/>
                </a:lnTo>
                <a:lnTo>
                  <a:pt x="561975" y="400050"/>
                </a:lnTo>
                <a:lnTo>
                  <a:pt x="552450" y="400050"/>
                </a:lnTo>
                <a:close/>
                <a:moveTo>
                  <a:pt x="200025" y="400050"/>
                </a:moveTo>
                <a:lnTo>
                  <a:pt x="209550" y="400050"/>
                </a:lnTo>
                <a:lnTo>
                  <a:pt x="209550" y="409575"/>
                </a:lnTo>
                <a:lnTo>
                  <a:pt x="200025" y="409575"/>
                </a:lnTo>
                <a:close/>
                <a:moveTo>
                  <a:pt x="209550" y="409575"/>
                </a:moveTo>
                <a:lnTo>
                  <a:pt x="238125" y="409575"/>
                </a:lnTo>
                <a:lnTo>
                  <a:pt x="238125" y="419100"/>
                </a:lnTo>
                <a:lnTo>
                  <a:pt x="209550" y="419100"/>
                </a:lnTo>
                <a:close/>
                <a:moveTo>
                  <a:pt x="238125" y="419100"/>
                </a:moveTo>
                <a:lnTo>
                  <a:pt x="247650" y="419100"/>
                </a:lnTo>
                <a:lnTo>
                  <a:pt x="247650" y="428625"/>
                </a:lnTo>
                <a:lnTo>
                  <a:pt x="238125" y="428625"/>
                </a:lnTo>
                <a:close/>
                <a:moveTo>
                  <a:pt x="142875" y="428625"/>
                </a:moveTo>
                <a:lnTo>
                  <a:pt x="152400" y="428625"/>
                </a:lnTo>
                <a:lnTo>
                  <a:pt x="152400" y="466725"/>
                </a:lnTo>
                <a:lnTo>
                  <a:pt x="161925" y="466725"/>
                </a:lnTo>
                <a:lnTo>
                  <a:pt x="161925" y="476250"/>
                </a:lnTo>
                <a:lnTo>
                  <a:pt x="171450" y="476250"/>
                </a:lnTo>
                <a:lnTo>
                  <a:pt x="171450" y="485775"/>
                </a:lnTo>
                <a:lnTo>
                  <a:pt x="190500" y="485775"/>
                </a:lnTo>
                <a:lnTo>
                  <a:pt x="190500" y="495300"/>
                </a:lnTo>
                <a:lnTo>
                  <a:pt x="200025" y="495300"/>
                </a:lnTo>
                <a:lnTo>
                  <a:pt x="200025" y="504825"/>
                </a:lnTo>
                <a:lnTo>
                  <a:pt x="228600" y="504825"/>
                </a:lnTo>
                <a:lnTo>
                  <a:pt x="228600" y="514350"/>
                </a:lnTo>
                <a:lnTo>
                  <a:pt x="247650" y="514350"/>
                </a:lnTo>
                <a:lnTo>
                  <a:pt x="247650" y="523875"/>
                </a:lnTo>
                <a:lnTo>
                  <a:pt x="266700" y="523875"/>
                </a:lnTo>
                <a:lnTo>
                  <a:pt x="266700" y="533400"/>
                </a:lnTo>
                <a:lnTo>
                  <a:pt x="304800" y="533400"/>
                </a:lnTo>
                <a:lnTo>
                  <a:pt x="304800" y="523875"/>
                </a:lnTo>
                <a:lnTo>
                  <a:pt x="314325" y="523875"/>
                </a:lnTo>
                <a:lnTo>
                  <a:pt x="314325" y="457200"/>
                </a:lnTo>
                <a:lnTo>
                  <a:pt x="304800" y="457200"/>
                </a:lnTo>
                <a:lnTo>
                  <a:pt x="304800" y="447675"/>
                </a:lnTo>
                <a:lnTo>
                  <a:pt x="295275" y="447675"/>
                </a:lnTo>
                <a:lnTo>
                  <a:pt x="295275" y="438150"/>
                </a:lnTo>
                <a:lnTo>
                  <a:pt x="257175" y="438150"/>
                </a:lnTo>
                <a:lnTo>
                  <a:pt x="257175" y="428625"/>
                </a:lnTo>
                <a:lnTo>
                  <a:pt x="314325" y="428625"/>
                </a:lnTo>
                <a:lnTo>
                  <a:pt x="314325" y="447675"/>
                </a:lnTo>
                <a:lnTo>
                  <a:pt x="333375" y="447675"/>
                </a:lnTo>
                <a:lnTo>
                  <a:pt x="333375" y="542925"/>
                </a:lnTo>
                <a:lnTo>
                  <a:pt x="314325" y="542925"/>
                </a:lnTo>
                <a:lnTo>
                  <a:pt x="314325" y="552450"/>
                </a:lnTo>
                <a:lnTo>
                  <a:pt x="304800" y="552450"/>
                </a:lnTo>
                <a:lnTo>
                  <a:pt x="304800" y="561975"/>
                </a:lnTo>
                <a:lnTo>
                  <a:pt x="285750" y="561975"/>
                </a:lnTo>
                <a:lnTo>
                  <a:pt x="285750" y="552450"/>
                </a:lnTo>
                <a:lnTo>
                  <a:pt x="266700" y="552450"/>
                </a:lnTo>
                <a:lnTo>
                  <a:pt x="266700" y="542925"/>
                </a:lnTo>
                <a:lnTo>
                  <a:pt x="238125" y="542925"/>
                </a:lnTo>
                <a:lnTo>
                  <a:pt x="238125" y="533400"/>
                </a:lnTo>
                <a:lnTo>
                  <a:pt x="219075" y="533400"/>
                </a:lnTo>
                <a:lnTo>
                  <a:pt x="219075" y="523875"/>
                </a:lnTo>
                <a:lnTo>
                  <a:pt x="200025" y="523875"/>
                </a:lnTo>
                <a:lnTo>
                  <a:pt x="200025" y="514350"/>
                </a:lnTo>
                <a:lnTo>
                  <a:pt x="190500" y="514350"/>
                </a:lnTo>
                <a:lnTo>
                  <a:pt x="190500" y="504825"/>
                </a:lnTo>
                <a:lnTo>
                  <a:pt x="180975" y="504825"/>
                </a:lnTo>
                <a:lnTo>
                  <a:pt x="180975" y="514350"/>
                </a:lnTo>
                <a:lnTo>
                  <a:pt x="171450" y="514350"/>
                </a:lnTo>
                <a:lnTo>
                  <a:pt x="171450" y="495300"/>
                </a:lnTo>
                <a:lnTo>
                  <a:pt x="161925" y="495300"/>
                </a:lnTo>
                <a:lnTo>
                  <a:pt x="161925" y="485775"/>
                </a:lnTo>
                <a:lnTo>
                  <a:pt x="152400" y="485775"/>
                </a:lnTo>
                <a:lnTo>
                  <a:pt x="152400" y="476250"/>
                </a:lnTo>
                <a:lnTo>
                  <a:pt x="142875" y="476250"/>
                </a:lnTo>
                <a:close/>
                <a:moveTo>
                  <a:pt x="371475" y="447675"/>
                </a:moveTo>
                <a:lnTo>
                  <a:pt x="381000" y="447675"/>
                </a:lnTo>
                <a:lnTo>
                  <a:pt x="381000" y="457200"/>
                </a:lnTo>
                <a:lnTo>
                  <a:pt x="390525" y="457200"/>
                </a:lnTo>
                <a:lnTo>
                  <a:pt x="390525" y="514350"/>
                </a:lnTo>
                <a:lnTo>
                  <a:pt x="381000" y="514350"/>
                </a:lnTo>
                <a:lnTo>
                  <a:pt x="381000" y="523875"/>
                </a:lnTo>
                <a:lnTo>
                  <a:pt x="371475" y="523875"/>
                </a:lnTo>
                <a:close/>
              </a:path>
            </a:pathLst>
          </a:custGeom>
          <a:solidFill xmlns:a="http://schemas.openxmlformats.org/drawingml/2006/main">
            <a:srgbClr val="E4B7A4"/>
          </a:solidFill>
          <a:ln xmlns:a="http://schemas.openxmlformats.org/drawingml/2006/main" w="0">
            <a:noFill/>
          </a:ln>
        </p:spPr>
      </p:sp>
      <p:sp>
        <p:nvSpPr>
          <p:cNvPr id="82" name="box vector #b1acb6">
            <a:extLst xmlns:a="http://schemas.openxmlformats.org/drawingml/2006/main">
              <a:ext uri="{FF2B5EF4-FFF2-40B4-BE49-F238E27FC236}">
                <a16:creationId xmlns:a16="http://schemas.microsoft.com/office/drawing/2014/main" id="{184CDD60-29AC-4DE0-8EDD-F96C565E8D6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57250" y="3686175"/>
            <a:ext cx="704850" cy="704850"/>
          </a:xfrm>
          <a:custGeom xmlns:a="http://schemas.openxmlformats.org/drawingml/2006/main">
            <a:pathLst>
              <a:path w="714375" h="666750">
                <a:moveTo>
                  <a:pt x="342900" y="57150"/>
                </a:moveTo>
                <a:lnTo>
                  <a:pt x="361950" y="57150"/>
                </a:lnTo>
                <a:lnTo>
                  <a:pt x="361950" y="66675"/>
                </a:lnTo>
                <a:lnTo>
                  <a:pt x="342900" y="66675"/>
                </a:lnTo>
                <a:close/>
                <a:moveTo>
                  <a:pt x="381000" y="66675"/>
                </a:moveTo>
                <a:lnTo>
                  <a:pt x="390525" y="66675"/>
                </a:lnTo>
                <a:lnTo>
                  <a:pt x="390525" y="76200"/>
                </a:lnTo>
                <a:lnTo>
                  <a:pt x="381000" y="76200"/>
                </a:lnTo>
                <a:close/>
                <a:moveTo>
                  <a:pt x="400050" y="76200"/>
                </a:moveTo>
                <a:lnTo>
                  <a:pt x="409575" y="76200"/>
                </a:lnTo>
                <a:lnTo>
                  <a:pt x="409575" y="85725"/>
                </a:lnTo>
                <a:lnTo>
                  <a:pt x="400050" y="85725"/>
                </a:lnTo>
                <a:close/>
                <a:moveTo>
                  <a:pt x="276225" y="85725"/>
                </a:moveTo>
                <a:lnTo>
                  <a:pt x="285750" y="85725"/>
                </a:lnTo>
                <a:lnTo>
                  <a:pt x="285750" y="95250"/>
                </a:lnTo>
                <a:lnTo>
                  <a:pt x="276225" y="95250"/>
                </a:lnTo>
                <a:close/>
                <a:moveTo>
                  <a:pt x="419100" y="85725"/>
                </a:moveTo>
                <a:lnTo>
                  <a:pt x="428625" y="85725"/>
                </a:lnTo>
                <a:lnTo>
                  <a:pt x="428625" y="95250"/>
                </a:lnTo>
                <a:lnTo>
                  <a:pt x="419100" y="95250"/>
                </a:lnTo>
                <a:close/>
                <a:moveTo>
                  <a:pt x="228600" y="104775"/>
                </a:moveTo>
                <a:lnTo>
                  <a:pt x="238125" y="104775"/>
                </a:lnTo>
                <a:lnTo>
                  <a:pt x="238125" y="114300"/>
                </a:lnTo>
                <a:lnTo>
                  <a:pt x="228600" y="114300"/>
                </a:lnTo>
                <a:close/>
                <a:moveTo>
                  <a:pt x="466725" y="104775"/>
                </a:moveTo>
                <a:lnTo>
                  <a:pt x="476250" y="104775"/>
                </a:lnTo>
                <a:lnTo>
                  <a:pt x="476250" y="114300"/>
                </a:lnTo>
                <a:lnTo>
                  <a:pt x="466725" y="114300"/>
                </a:lnTo>
                <a:close/>
                <a:moveTo>
                  <a:pt x="209550" y="114300"/>
                </a:moveTo>
                <a:lnTo>
                  <a:pt x="219075" y="114300"/>
                </a:lnTo>
                <a:lnTo>
                  <a:pt x="219075" y="123825"/>
                </a:lnTo>
                <a:lnTo>
                  <a:pt x="209550" y="123825"/>
                </a:lnTo>
                <a:close/>
                <a:moveTo>
                  <a:pt x="485775" y="114300"/>
                </a:moveTo>
                <a:lnTo>
                  <a:pt x="495300" y="114300"/>
                </a:lnTo>
                <a:lnTo>
                  <a:pt x="495300" y="123825"/>
                </a:lnTo>
                <a:lnTo>
                  <a:pt x="485775" y="123825"/>
                </a:lnTo>
                <a:close/>
                <a:moveTo>
                  <a:pt x="142875" y="142875"/>
                </a:moveTo>
                <a:lnTo>
                  <a:pt x="152400" y="142875"/>
                </a:lnTo>
                <a:lnTo>
                  <a:pt x="152400" y="152400"/>
                </a:lnTo>
                <a:lnTo>
                  <a:pt x="142875" y="152400"/>
                </a:lnTo>
                <a:close/>
                <a:moveTo>
                  <a:pt x="552450" y="142875"/>
                </a:moveTo>
                <a:lnTo>
                  <a:pt x="561975" y="142875"/>
                </a:lnTo>
                <a:lnTo>
                  <a:pt x="561975" y="152400"/>
                </a:lnTo>
                <a:lnTo>
                  <a:pt x="552450" y="152400"/>
                </a:lnTo>
                <a:close/>
                <a:moveTo>
                  <a:pt x="123825" y="152400"/>
                </a:moveTo>
                <a:lnTo>
                  <a:pt x="133350" y="152400"/>
                </a:lnTo>
                <a:lnTo>
                  <a:pt x="133350" y="161925"/>
                </a:lnTo>
                <a:lnTo>
                  <a:pt x="123825" y="161925"/>
                </a:lnTo>
                <a:close/>
                <a:moveTo>
                  <a:pt x="571500" y="152400"/>
                </a:moveTo>
                <a:lnTo>
                  <a:pt x="581025" y="152400"/>
                </a:lnTo>
                <a:lnTo>
                  <a:pt x="581025" y="161925"/>
                </a:lnTo>
                <a:lnTo>
                  <a:pt x="571500" y="161925"/>
                </a:lnTo>
                <a:close/>
                <a:moveTo>
                  <a:pt x="590550" y="161925"/>
                </a:moveTo>
                <a:lnTo>
                  <a:pt x="600075" y="161925"/>
                </a:lnTo>
                <a:lnTo>
                  <a:pt x="600075" y="171450"/>
                </a:lnTo>
                <a:lnTo>
                  <a:pt x="590550" y="171450"/>
                </a:lnTo>
                <a:close/>
                <a:moveTo>
                  <a:pt x="600075" y="171450"/>
                </a:moveTo>
                <a:lnTo>
                  <a:pt x="609600" y="171450"/>
                </a:lnTo>
                <a:lnTo>
                  <a:pt x="609600" y="180975"/>
                </a:lnTo>
                <a:lnTo>
                  <a:pt x="600075" y="180975"/>
                </a:lnTo>
                <a:close/>
                <a:moveTo>
                  <a:pt x="609600" y="180975"/>
                </a:moveTo>
                <a:lnTo>
                  <a:pt x="619125" y="180975"/>
                </a:lnTo>
                <a:lnTo>
                  <a:pt x="619125" y="190500"/>
                </a:lnTo>
                <a:lnTo>
                  <a:pt x="609600" y="190500"/>
                </a:lnTo>
                <a:close/>
                <a:moveTo>
                  <a:pt x="76200" y="190500"/>
                </a:moveTo>
                <a:lnTo>
                  <a:pt x="85725" y="190500"/>
                </a:lnTo>
                <a:lnTo>
                  <a:pt x="85725" y="200025"/>
                </a:lnTo>
                <a:lnTo>
                  <a:pt x="76200" y="200025"/>
                </a:lnTo>
                <a:close/>
                <a:moveTo>
                  <a:pt x="104775" y="209550"/>
                </a:moveTo>
                <a:lnTo>
                  <a:pt x="114300" y="209550"/>
                </a:lnTo>
                <a:lnTo>
                  <a:pt x="114300" y="219075"/>
                </a:lnTo>
                <a:lnTo>
                  <a:pt x="104775" y="219075"/>
                </a:lnTo>
                <a:close/>
                <a:moveTo>
                  <a:pt x="133350" y="209550"/>
                </a:moveTo>
                <a:lnTo>
                  <a:pt x="142875" y="209550"/>
                </a:lnTo>
                <a:lnTo>
                  <a:pt x="142875" y="219075"/>
                </a:lnTo>
                <a:lnTo>
                  <a:pt x="133350" y="219075"/>
                </a:lnTo>
                <a:close/>
                <a:moveTo>
                  <a:pt x="561975" y="209550"/>
                </a:moveTo>
                <a:lnTo>
                  <a:pt x="571500" y="209550"/>
                </a:lnTo>
                <a:lnTo>
                  <a:pt x="571500" y="219075"/>
                </a:lnTo>
                <a:lnTo>
                  <a:pt x="561975" y="219075"/>
                </a:lnTo>
                <a:close/>
                <a:moveTo>
                  <a:pt x="57150" y="219075"/>
                </a:moveTo>
                <a:lnTo>
                  <a:pt x="66675" y="219075"/>
                </a:lnTo>
                <a:lnTo>
                  <a:pt x="66675" y="228600"/>
                </a:lnTo>
                <a:lnTo>
                  <a:pt x="57150" y="228600"/>
                </a:lnTo>
                <a:close/>
                <a:moveTo>
                  <a:pt x="95250" y="219075"/>
                </a:moveTo>
                <a:lnTo>
                  <a:pt x="104775" y="219075"/>
                </a:lnTo>
                <a:lnTo>
                  <a:pt x="104775" y="228600"/>
                </a:lnTo>
                <a:lnTo>
                  <a:pt x="95250" y="228600"/>
                </a:lnTo>
                <a:close/>
                <a:moveTo>
                  <a:pt x="180975" y="228600"/>
                </a:moveTo>
                <a:lnTo>
                  <a:pt x="190500" y="228600"/>
                </a:lnTo>
                <a:lnTo>
                  <a:pt x="190500" y="238125"/>
                </a:lnTo>
                <a:lnTo>
                  <a:pt x="180975" y="238125"/>
                </a:lnTo>
                <a:close/>
                <a:moveTo>
                  <a:pt x="514350" y="228600"/>
                </a:moveTo>
                <a:lnTo>
                  <a:pt x="523875" y="228600"/>
                </a:lnTo>
                <a:lnTo>
                  <a:pt x="523875" y="238125"/>
                </a:lnTo>
                <a:lnTo>
                  <a:pt x="514350" y="238125"/>
                </a:lnTo>
                <a:close/>
                <a:moveTo>
                  <a:pt x="200025" y="238125"/>
                </a:moveTo>
                <a:lnTo>
                  <a:pt x="209550" y="238125"/>
                </a:lnTo>
                <a:lnTo>
                  <a:pt x="209550" y="247650"/>
                </a:lnTo>
                <a:lnTo>
                  <a:pt x="200025" y="247650"/>
                </a:lnTo>
                <a:close/>
                <a:moveTo>
                  <a:pt x="495300" y="238125"/>
                </a:moveTo>
                <a:lnTo>
                  <a:pt x="504825" y="238125"/>
                </a:lnTo>
                <a:lnTo>
                  <a:pt x="504825" y="247650"/>
                </a:lnTo>
                <a:lnTo>
                  <a:pt x="495300" y="247650"/>
                </a:lnTo>
                <a:close/>
                <a:moveTo>
                  <a:pt x="609600" y="238125"/>
                </a:moveTo>
                <a:lnTo>
                  <a:pt x="619125" y="238125"/>
                </a:lnTo>
                <a:lnTo>
                  <a:pt x="619125" y="247650"/>
                </a:lnTo>
                <a:lnTo>
                  <a:pt x="609600" y="247650"/>
                </a:lnTo>
                <a:close/>
                <a:moveTo>
                  <a:pt x="38100" y="247650"/>
                </a:moveTo>
                <a:lnTo>
                  <a:pt x="47625" y="247650"/>
                </a:lnTo>
                <a:lnTo>
                  <a:pt x="47625" y="257175"/>
                </a:lnTo>
                <a:lnTo>
                  <a:pt x="38100" y="257175"/>
                </a:lnTo>
                <a:close/>
                <a:moveTo>
                  <a:pt x="76200" y="247650"/>
                </a:moveTo>
                <a:lnTo>
                  <a:pt x="85725" y="247650"/>
                </a:lnTo>
                <a:lnTo>
                  <a:pt x="85725" y="257175"/>
                </a:lnTo>
                <a:lnTo>
                  <a:pt x="76200" y="257175"/>
                </a:lnTo>
                <a:close/>
                <a:moveTo>
                  <a:pt x="247650" y="257175"/>
                </a:moveTo>
                <a:lnTo>
                  <a:pt x="257175" y="257175"/>
                </a:lnTo>
                <a:lnTo>
                  <a:pt x="257175" y="266700"/>
                </a:lnTo>
                <a:lnTo>
                  <a:pt x="247650" y="266700"/>
                </a:lnTo>
                <a:close/>
                <a:moveTo>
                  <a:pt x="447675" y="257175"/>
                </a:moveTo>
                <a:lnTo>
                  <a:pt x="457200" y="257175"/>
                </a:lnTo>
                <a:lnTo>
                  <a:pt x="457200" y="266700"/>
                </a:lnTo>
                <a:lnTo>
                  <a:pt x="447675" y="266700"/>
                </a:lnTo>
                <a:close/>
                <a:moveTo>
                  <a:pt x="266700" y="266700"/>
                </a:moveTo>
                <a:lnTo>
                  <a:pt x="276225" y="266700"/>
                </a:lnTo>
                <a:lnTo>
                  <a:pt x="276225" y="276225"/>
                </a:lnTo>
                <a:lnTo>
                  <a:pt x="266700" y="276225"/>
                </a:lnTo>
                <a:close/>
                <a:moveTo>
                  <a:pt x="428625" y="266700"/>
                </a:moveTo>
                <a:lnTo>
                  <a:pt x="438150" y="266700"/>
                </a:lnTo>
                <a:lnTo>
                  <a:pt x="438150" y="276225"/>
                </a:lnTo>
                <a:lnTo>
                  <a:pt x="428625" y="276225"/>
                </a:lnTo>
                <a:close/>
                <a:moveTo>
                  <a:pt x="628650" y="266700"/>
                </a:moveTo>
                <a:lnTo>
                  <a:pt x="638175" y="266700"/>
                </a:lnTo>
                <a:lnTo>
                  <a:pt x="638175" y="276225"/>
                </a:lnTo>
                <a:lnTo>
                  <a:pt x="628650" y="276225"/>
                </a:lnTo>
                <a:close/>
                <a:moveTo>
                  <a:pt x="19050" y="276225"/>
                </a:moveTo>
                <a:lnTo>
                  <a:pt x="28575" y="276225"/>
                </a:lnTo>
                <a:lnTo>
                  <a:pt x="28575" y="295275"/>
                </a:lnTo>
                <a:lnTo>
                  <a:pt x="19050" y="295275"/>
                </a:lnTo>
                <a:close/>
                <a:moveTo>
                  <a:pt x="66675" y="276225"/>
                </a:moveTo>
                <a:lnTo>
                  <a:pt x="76200" y="276225"/>
                </a:lnTo>
                <a:lnTo>
                  <a:pt x="76200" y="285750"/>
                </a:lnTo>
                <a:lnTo>
                  <a:pt x="66675" y="285750"/>
                </a:lnTo>
                <a:close/>
                <a:moveTo>
                  <a:pt x="76200" y="285750"/>
                </a:moveTo>
                <a:lnTo>
                  <a:pt x="85725" y="285750"/>
                </a:lnTo>
                <a:lnTo>
                  <a:pt x="85725" y="295275"/>
                </a:lnTo>
                <a:lnTo>
                  <a:pt x="76200" y="295275"/>
                </a:lnTo>
                <a:close/>
                <a:moveTo>
                  <a:pt x="95250" y="295275"/>
                </a:moveTo>
                <a:lnTo>
                  <a:pt x="104775" y="295275"/>
                </a:lnTo>
                <a:lnTo>
                  <a:pt x="104775" y="304800"/>
                </a:lnTo>
                <a:lnTo>
                  <a:pt x="95250" y="304800"/>
                </a:lnTo>
                <a:close/>
                <a:moveTo>
                  <a:pt x="314325" y="295275"/>
                </a:moveTo>
                <a:lnTo>
                  <a:pt x="323850" y="295275"/>
                </a:lnTo>
                <a:lnTo>
                  <a:pt x="323850" y="304800"/>
                </a:lnTo>
                <a:lnTo>
                  <a:pt x="314325" y="304800"/>
                </a:lnTo>
                <a:close/>
                <a:moveTo>
                  <a:pt x="381000" y="295275"/>
                </a:moveTo>
                <a:lnTo>
                  <a:pt x="390525" y="295275"/>
                </a:lnTo>
                <a:lnTo>
                  <a:pt x="390525" y="314325"/>
                </a:lnTo>
                <a:lnTo>
                  <a:pt x="381000" y="314325"/>
                </a:lnTo>
                <a:close/>
                <a:moveTo>
                  <a:pt x="590550" y="295275"/>
                </a:moveTo>
                <a:lnTo>
                  <a:pt x="600075" y="295275"/>
                </a:lnTo>
                <a:lnTo>
                  <a:pt x="600075" y="304800"/>
                </a:lnTo>
                <a:lnTo>
                  <a:pt x="590550" y="304800"/>
                </a:lnTo>
                <a:close/>
                <a:moveTo>
                  <a:pt x="666750" y="295275"/>
                </a:moveTo>
                <a:lnTo>
                  <a:pt x="676275" y="295275"/>
                </a:lnTo>
                <a:lnTo>
                  <a:pt x="676275" y="304800"/>
                </a:lnTo>
                <a:lnTo>
                  <a:pt x="666750" y="304800"/>
                </a:lnTo>
                <a:close/>
                <a:moveTo>
                  <a:pt x="571500" y="304800"/>
                </a:moveTo>
                <a:lnTo>
                  <a:pt x="581025" y="304800"/>
                </a:lnTo>
                <a:lnTo>
                  <a:pt x="581025" y="314325"/>
                </a:lnTo>
                <a:lnTo>
                  <a:pt x="571500" y="314325"/>
                </a:lnTo>
                <a:close/>
                <a:moveTo>
                  <a:pt x="66675" y="314325"/>
                </a:moveTo>
                <a:lnTo>
                  <a:pt x="76200" y="314325"/>
                </a:lnTo>
                <a:lnTo>
                  <a:pt x="76200" y="323850"/>
                </a:lnTo>
                <a:lnTo>
                  <a:pt x="66675" y="323850"/>
                </a:lnTo>
                <a:close/>
                <a:moveTo>
                  <a:pt x="142875" y="314325"/>
                </a:moveTo>
                <a:lnTo>
                  <a:pt x="152400" y="314325"/>
                </a:lnTo>
                <a:lnTo>
                  <a:pt x="152400" y="323850"/>
                </a:lnTo>
                <a:lnTo>
                  <a:pt x="142875" y="323850"/>
                </a:lnTo>
                <a:close/>
                <a:moveTo>
                  <a:pt x="304800" y="314325"/>
                </a:moveTo>
                <a:lnTo>
                  <a:pt x="314325" y="314325"/>
                </a:lnTo>
                <a:lnTo>
                  <a:pt x="314325" y="323850"/>
                </a:lnTo>
                <a:lnTo>
                  <a:pt x="304800" y="323850"/>
                </a:lnTo>
                <a:close/>
                <a:moveTo>
                  <a:pt x="552450" y="314325"/>
                </a:moveTo>
                <a:lnTo>
                  <a:pt x="561975" y="314325"/>
                </a:lnTo>
                <a:lnTo>
                  <a:pt x="561975" y="323850"/>
                </a:lnTo>
                <a:lnTo>
                  <a:pt x="552450" y="323850"/>
                </a:lnTo>
                <a:close/>
                <a:moveTo>
                  <a:pt x="161925" y="323850"/>
                </a:moveTo>
                <a:lnTo>
                  <a:pt x="171450" y="323850"/>
                </a:lnTo>
                <a:lnTo>
                  <a:pt x="171450" y="333375"/>
                </a:lnTo>
                <a:lnTo>
                  <a:pt x="161925" y="333375"/>
                </a:lnTo>
                <a:close/>
                <a:moveTo>
                  <a:pt x="295275" y="333375"/>
                </a:moveTo>
                <a:lnTo>
                  <a:pt x="304800" y="333375"/>
                </a:lnTo>
                <a:lnTo>
                  <a:pt x="304800" y="342900"/>
                </a:lnTo>
                <a:lnTo>
                  <a:pt x="295275" y="342900"/>
                </a:lnTo>
                <a:close/>
                <a:moveTo>
                  <a:pt x="400050" y="333375"/>
                </a:moveTo>
                <a:lnTo>
                  <a:pt x="409575" y="333375"/>
                </a:lnTo>
                <a:lnTo>
                  <a:pt x="409575" y="342900"/>
                </a:lnTo>
                <a:lnTo>
                  <a:pt x="400050" y="342900"/>
                </a:lnTo>
                <a:close/>
                <a:moveTo>
                  <a:pt x="504825" y="333375"/>
                </a:moveTo>
                <a:lnTo>
                  <a:pt x="514350" y="333375"/>
                </a:lnTo>
                <a:lnTo>
                  <a:pt x="514350" y="342900"/>
                </a:lnTo>
                <a:lnTo>
                  <a:pt x="504825" y="342900"/>
                </a:lnTo>
                <a:close/>
                <a:moveTo>
                  <a:pt x="209550" y="342900"/>
                </a:moveTo>
                <a:lnTo>
                  <a:pt x="219075" y="342900"/>
                </a:lnTo>
                <a:lnTo>
                  <a:pt x="219075" y="352425"/>
                </a:lnTo>
                <a:lnTo>
                  <a:pt x="209550" y="352425"/>
                </a:lnTo>
                <a:close/>
                <a:moveTo>
                  <a:pt x="485775" y="342900"/>
                </a:moveTo>
                <a:lnTo>
                  <a:pt x="495300" y="342900"/>
                </a:lnTo>
                <a:lnTo>
                  <a:pt x="495300" y="352425"/>
                </a:lnTo>
                <a:lnTo>
                  <a:pt x="485775" y="352425"/>
                </a:lnTo>
                <a:close/>
                <a:moveTo>
                  <a:pt x="561975" y="342900"/>
                </a:moveTo>
                <a:lnTo>
                  <a:pt x="571500" y="342900"/>
                </a:lnTo>
                <a:lnTo>
                  <a:pt x="571500" y="352425"/>
                </a:lnTo>
                <a:lnTo>
                  <a:pt x="561975" y="352425"/>
                </a:lnTo>
                <a:close/>
                <a:moveTo>
                  <a:pt x="228600" y="352425"/>
                </a:moveTo>
                <a:lnTo>
                  <a:pt x="238125" y="352425"/>
                </a:lnTo>
                <a:lnTo>
                  <a:pt x="238125" y="361950"/>
                </a:lnTo>
                <a:lnTo>
                  <a:pt x="228600" y="361950"/>
                </a:lnTo>
                <a:close/>
                <a:moveTo>
                  <a:pt x="361950" y="352425"/>
                </a:moveTo>
                <a:lnTo>
                  <a:pt x="381000" y="352425"/>
                </a:lnTo>
                <a:lnTo>
                  <a:pt x="381000" y="361950"/>
                </a:lnTo>
                <a:lnTo>
                  <a:pt x="390525" y="361950"/>
                </a:lnTo>
                <a:lnTo>
                  <a:pt x="390525" y="371475"/>
                </a:lnTo>
                <a:lnTo>
                  <a:pt x="371475" y="371475"/>
                </a:lnTo>
                <a:lnTo>
                  <a:pt x="371475" y="571500"/>
                </a:lnTo>
                <a:lnTo>
                  <a:pt x="361950" y="571500"/>
                </a:lnTo>
                <a:close/>
                <a:moveTo>
                  <a:pt x="409575" y="352425"/>
                </a:moveTo>
                <a:lnTo>
                  <a:pt x="419100" y="352425"/>
                </a:lnTo>
                <a:lnTo>
                  <a:pt x="419100" y="361950"/>
                </a:lnTo>
                <a:lnTo>
                  <a:pt x="409575" y="361950"/>
                </a:lnTo>
                <a:close/>
                <a:moveTo>
                  <a:pt x="542925" y="352425"/>
                </a:moveTo>
                <a:lnTo>
                  <a:pt x="552450" y="352425"/>
                </a:lnTo>
                <a:lnTo>
                  <a:pt x="552450" y="361950"/>
                </a:lnTo>
                <a:lnTo>
                  <a:pt x="542925" y="361950"/>
                </a:lnTo>
                <a:close/>
                <a:moveTo>
                  <a:pt x="571500" y="352425"/>
                </a:moveTo>
                <a:lnTo>
                  <a:pt x="581025" y="352425"/>
                </a:lnTo>
                <a:lnTo>
                  <a:pt x="581025" y="361950"/>
                </a:lnTo>
                <a:lnTo>
                  <a:pt x="571500" y="361950"/>
                </a:lnTo>
                <a:close/>
                <a:moveTo>
                  <a:pt x="171450" y="361950"/>
                </a:moveTo>
                <a:lnTo>
                  <a:pt x="180975" y="361950"/>
                </a:lnTo>
                <a:lnTo>
                  <a:pt x="180975" y="371475"/>
                </a:lnTo>
                <a:lnTo>
                  <a:pt x="171450" y="371475"/>
                </a:lnTo>
                <a:close/>
                <a:moveTo>
                  <a:pt x="419100" y="361950"/>
                </a:moveTo>
                <a:lnTo>
                  <a:pt x="428625" y="361950"/>
                </a:lnTo>
                <a:lnTo>
                  <a:pt x="428625" y="371475"/>
                </a:lnTo>
                <a:lnTo>
                  <a:pt x="419100" y="371475"/>
                </a:lnTo>
                <a:close/>
                <a:moveTo>
                  <a:pt x="438150" y="361950"/>
                </a:moveTo>
                <a:lnTo>
                  <a:pt x="447675" y="361950"/>
                </a:lnTo>
                <a:lnTo>
                  <a:pt x="447675" y="371475"/>
                </a:lnTo>
                <a:lnTo>
                  <a:pt x="438150" y="371475"/>
                </a:lnTo>
                <a:close/>
                <a:moveTo>
                  <a:pt x="190500" y="371475"/>
                </a:moveTo>
                <a:lnTo>
                  <a:pt x="200025" y="371475"/>
                </a:lnTo>
                <a:lnTo>
                  <a:pt x="200025" y="381000"/>
                </a:lnTo>
                <a:lnTo>
                  <a:pt x="190500" y="381000"/>
                </a:lnTo>
                <a:close/>
                <a:moveTo>
                  <a:pt x="304800" y="371475"/>
                </a:moveTo>
                <a:lnTo>
                  <a:pt x="314325" y="371475"/>
                </a:lnTo>
                <a:lnTo>
                  <a:pt x="314325" y="381000"/>
                </a:lnTo>
                <a:lnTo>
                  <a:pt x="304800" y="381000"/>
                </a:lnTo>
                <a:close/>
                <a:moveTo>
                  <a:pt x="495300" y="371475"/>
                </a:moveTo>
                <a:lnTo>
                  <a:pt x="504825" y="371475"/>
                </a:lnTo>
                <a:lnTo>
                  <a:pt x="504825" y="381000"/>
                </a:lnTo>
                <a:lnTo>
                  <a:pt x="495300" y="381000"/>
                </a:lnTo>
                <a:close/>
                <a:moveTo>
                  <a:pt x="476250" y="381000"/>
                </a:moveTo>
                <a:lnTo>
                  <a:pt x="485775" y="381000"/>
                </a:lnTo>
                <a:lnTo>
                  <a:pt x="485775" y="390525"/>
                </a:lnTo>
                <a:lnTo>
                  <a:pt x="476250" y="390525"/>
                </a:lnTo>
                <a:close/>
                <a:moveTo>
                  <a:pt x="238125" y="390525"/>
                </a:moveTo>
                <a:lnTo>
                  <a:pt x="247650" y="390525"/>
                </a:lnTo>
                <a:lnTo>
                  <a:pt x="247650" y="400050"/>
                </a:lnTo>
                <a:lnTo>
                  <a:pt x="238125" y="400050"/>
                </a:lnTo>
                <a:close/>
                <a:moveTo>
                  <a:pt x="400050" y="390525"/>
                </a:moveTo>
                <a:lnTo>
                  <a:pt x="409575" y="390525"/>
                </a:lnTo>
                <a:lnTo>
                  <a:pt x="409575" y="400050"/>
                </a:lnTo>
                <a:lnTo>
                  <a:pt x="400050" y="400050"/>
                </a:lnTo>
                <a:close/>
                <a:moveTo>
                  <a:pt x="257175" y="400050"/>
                </a:moveTo>
                <a:lnTo>
                  <a:pt x="266700" y="400050"/>
                </a:lnTo>
                <a:lnTo>
                  <a:pt x="266700" y="409575"/>
                </a:lnTo>
                <a:lnTo>
                  <a:pt x="257175" y="409575"/>
                </a:lnTo>
                <a:close/>
                <a:moveTo>
                  <a:pt x="409575" y="400050"/>
                </a:moveTo>
                <a:lnTo>
                  <a:pt x="438150" y="400050"/>
                </a:lnTo>
                <a:lnTo>
                  <a:pt x="438150" y="409575"/>
                </a:lnTo>
                <a:lnTo>
                  <a:pt x="409575" y="409575"/>
                </a:lnTo>
                <a:close/>
                <a:moveTo>
                  <a:pt x="142875" y="495300"/>
                </a:moveTo>
                <a:lnTo>
                  <a:pt x="152400" y="495300"/>
                </a:lnTo>
                <a:lnTo>
                  <a:pt x="152400" y="504825"/>
                </a:lnTo>
                <a:lnTo>
                  <a:pt x="142875" y="504825"/>
                </a:lnTo>
                <a:close/>
                <a:moveTo>
                  <a:pt x="161925" y="504825"/>
                </a:moveTo>
                <a:lnTo>
                  <a:pt x="171450" y="504825"/>
                </a:lnTo>
                <a:lnTo>
                  <a:pt x="171450" y="514350"/>
                </a:lnTo>
                <a:lnTo>
                  <a:pt x="161925" y="514350"/>
                </a:lnTo>
                <a:close/>
                <a:moveTo>
                  <a:pt x="533400" y="504825"/>
                </a:moveTo>
                <a:lnTo>
                  <a:pt x="542925" y="504825"/>
                </a:lnTo>
                <a:lnTo>
                  <a:pt x="542925" y="514350"/>
                </a:lnTo>
                <a:lnTo>
                  <a:pt x="533400" y="514350"/>
                </a:lnTo>
                <a:close/>
                <a:moveTo>
                  <a:pt x="190500" y="514350"/>
                </a:moveTo>
                <a:lnTo>
                  <a:pt x="200025" y="514350"/>
                </a:lnTo>
                <a:lnTo>
                  <a:pt x="200025" y="523875"/>
                </a:lnTo>
                <a:lnTo>
                  <a:pt x="190500" y="523875"/>
                </a:lnTo>
                <a:close/>
                <a:moveTo>
                  <a:pt x="209550" y="523875"/>
                </a:moveTo>
                <a:lnTo>
                  <a:pt x="219075" y="523875"/>
                </a:lnTo>
                <a:lnTo>
                  <a:pt x="219075" y="533400"/>
                </a:lnTo>
                <a:lnTo>
                  <a:pt x="209550" y="533400"/>
                </a:lnTo>
                <a:close/>
                <a:moveTo>
                  <a:pt x="485775" y="523875"/>
                </a:moveTo>
                <a:lnTo>
                  <a:pt x="495300" y="523875"/>
                </a:lnTo>
                <a:lnTo>
                  <a:pt x="495300" y="533400"/>
                </a:lnTo>
                <a:lnTo>
                  <a:pt x="485775" y="533400"/>
                </a:lnTo>
                <a:close/>
                <a:moveTo>
                  <a:pt x="152400" y="533400"/>
                </a:moveTo>
                <a:lnTo>
                  <a:pt x="161925" y="533400"/>
                </a:lnTo>
                <a:lnTo>
                  <a:pt x="161925" y="542925"/>
                </a:lnTo>
                <a:lnTo>
                  <a:pt x="152400" y="542925"/>
                </a:lnTo>
                <a:close/>
                <a:moveTo>
                  <a:pt x="228600" y="533400"/>
                </a:moveTo>
                <a:lnTo>
                  <a:pt x="238125" y="533400"/>
                </a:lnTo>
                <a:lnTo>
                  <a:pt x="238125" y="542925"/>
                </a:lnTo>
                <a:lnTo>
                  <a:pt x="228600" y="542925"/>
                </a:lnTo>
                <a:close/>
                <a:moveTo>
                  <a:pt x="466725" y="533400"/>
                </a:moveTo>
                <a:lnTo>
                  <a:pt x="476250" y="533400"/>
                </a:lnTo>
                <a:lnTo>
                  <a:pt x="476250" y="542925"/>
                </a:lnTo>
                <a:lnTo>
                  <a:pt x="466725" y="542925"/>
                </a:lnTo>
                <a:close/>
                <a:moveTo>
                  <a:pt x="542925" y="533400"/>
                </a:moveTo>
                <a:lnTo>
                  <a:pt x="552450" y="533400"/>
                </a:lnTo>
                <a:lnTo>
                  <a:pt x="552450" y="542925"/>
                </a:lnTo>
                <a:lnTo>
                  <a:pt x="542925" y="542925"/>
                </a:lnTo>
                <a:close/>
                <a:moveTo>
                  <a:pt x="257175" y="542925"/>
                </a:moveTo>
                <a:lnTo>
                  <a:pt x="266700" y="542925"/>
                </a:lnTo>
                <a:lnTo>
                  <a:pt x="266700" y="552450"/>
                </a:lnTo>
                <a:lnTo>
                  <a:pt x="257175" y="552450"/>
                </a:lnTo>
                <a:close/>
                <a:moveTo>
                  <a:pt x="276225" y="552450"/>
                </a:moveTo>
                <a:lnTo>
                  <a:pt x="285750" y="552450"/>
                </a:lnTo>
                <a:lnTo>
                  <a:pt x="285750" y="561975"/>
                </a:lnTo>
                <a:lnTo>
                  <a:pt x="276225" y="561975"/>
                </a:lnTo>
                <a:close/>
                <a:moveTo>
                  <a:pt x="219075" y="561975"/>
                </a:moveTo>
                <a:lnTo>
                  <a:pt x="228600" y="561975"/>
                </a:lnTo>
                <a:lnTo>
                  <a:pt x="228600" y="571500"/>
                </a:lnTo>
                <a:lnTo>
                  <a:pt x="219075" y="571500"/>
                </a:lnTo>
                <a:close/>
                <a:moveTo>
                  <a:pt x="295275" y="561975"/>
                </a:moveTo>
                <a:lnTo>
                  <a:pt x="304800" y="561975"/>
                </a:lnTo>
                <a:lnTo>
                  <a:pt x="304800" y="571500"/>
                </a:lnTo>
                <a:lnTo>
                  <a:pt x="295275" y="571500"/>
                </a:lnTo>
                <a:close/>
                <a:moveTo>
                  <a:pt x="323850" y="561975"/>
                </a:moveTo>
                <a:lnTo>
                  <a:pt x="333375" y="561975"/>
                </a:lnTo>
                <a:lnTo>
                  <a:pt x="333375" y="571500"/>
                </a:lnTo>
                <a:lnTo>
                  <a:pt x="323850" y="571500"/>
                </a:lnTo>
                <a:close/>
                <a:moveTo>
                  <a:pt x="400050" y="561975"/>
                </a:moveTo>
                <a:lnTo>
                  <a:pt x="409575" y="561975"/>
                </a:lnTo>
                <a:lnTo>
                  <a:pt x="409575" y="571500"/>
                </a:lnTo>
                <a:lnTo>
                  <a:pt x="400050" y="571500"/>
                </a:lnTo>
                <a:close/>
                <a:moveTo>
                  <a:pt x="476250" y="561975"/>
                </a:moveTo>
                <a:lnTo>
                  <a:pt x="485775" y="561975"/>
                </a:lnTo>
                <a:lnTo>
                  <a:pt x="485775" y="571500"/>
                </a:lnTo>
                <a:lnTo>
                  <a:pt x="476250" y="571500"/>
                </a:lnTo>
                <a:close/>
                <a:moveTo>
                  <a:pt x="238125" y="571500"/>
                </a:moveTo>
                <a:lnTo>
                  <a:pt x="247650" y="571500"/>
                </a:lnTo>
                <a:lnTo>
                  <a:pt x="247650" y="581025"/>
                </a:lnTo>
                <a:lnTo>
                  <a:pt x="238125" y="581025"/>
                </a:lnTo>
                <a:close/>
                <a:moveTo>
                  <a:pt x="314325" y="571500"/>
                </a:moveTo>
                <a:lnTo>
                  <a:pt x="323850" y="571500"/>
                </a:lnTo>
                <a:lnTo>
                  <a:pt x="323850" y="581025"/>
                </a:lnTo>
                <a:lnTo>
                  <a:pt x="314325" y="581025"/>
                </a:lnTo>
                <a:close/>
                <a:moveTo>
                  <a:pt x="371475" y="571500"/>
                </a:moveTo>
                <a:lnTo>
                  <a:pt x="390525" y="571500"/>
                </a:lnTo>
                <a:lnTo>
                  <a:pt x="390525" y="581025"/>
                </a:lnTo>
                <a:lnTo>
                  <a:pt x="371475" y="581025"/>
                </a:lnTo>
                <a:close/>
                <a:moveTo>
                  <a:pt x="285750" y="590550"/>
                </a:moveTo>
                <a:lnTo>
                  <a:pt x="295275" y="590550"/>
                </a:lnTo>
                <a:lnTo>
                  <a:pt x="295275" y="600075"/>
                </a:lnTo>
                <a:lnTo>
                  <a:pt x="285750" y="600075"/>
                </a:lnTo>
                <a:close/>
                <a:moveTo>
                  <a:pt x="409575" y="590550"/>
                </a:moveTo>
                <a:lnTo>
                  <a:pt x="419100" y="590550"/>
                </a:lnTo>
                <a:lnTo>
                  <a:pt x="419100" y="600075"/>
                </a:lnTo>
                <a:lnTo>
                  <a:pt x="409575" y="600075"/>
                </a:lnTo>
                <a:close/>
                <a:moveTo>
                  <a:pt x="304800" y="600075"/>
                </a:moveTo>
                <a:lnTo>
                  <a:pt x="314325" y="600075"/>
                </a:lnTo>
                <a:lnTo>
                  <a:pt x="314325" y="609600"/>
                </a:lnTo>
                <a:lnTo>
                  <a:pt x="304800" y="609600"/>
                </a:lnTo>
                <a:close/>
                <a:moveTo>
                  <a:pt x="323850" y="609600"/>
                </a:moveTo>
                <a:lnTo>
                  <a:pt x="333375" y="609600"/>
                </a:lnTo>
                <a:lnTo>
                  <a:pt x="333375" y="619125"/>
                </a:lnTo>
                <a:lnTo>
                  <a:pt x="323850" y="619125"/>
                </a:lnTo>
                <a:close/>
              </a:path>
            </a:pathLst>
          </a:custGeom>
          <a:solidFill xmlns:a="http://schemas.openxmlformats.org/drawingml/2006/main">
            <a:srgbClr val="B1ACB6"/>
          </a:solidFill>
          <a:ln xmlns:a="http://schemas.openxmlformats.org/drawingml/2006/main" w="0">
            <a:noFill/>
          </a:ln>
        </p:spPr>
      </p:sp>
      <p:sp>
        <p:nvSpPr>
          <p:cNvPr id="83" name="box vector #7e8298">
            <a:extLst xmlns:a="http://schemas.openxmlformats.org/drawingml/2006/main">
              <a:ext uri="{FF2B5EF4-FFF2-40B4-BE49-F238E27FC236}">
                <a16:creationId xmlns:a16="http://schemas.microsoft.com/office/drawing/2014/main" id="{C88AB131-F2A7-49D5-8B88-74ECE24F6C8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57250" y="3686175"/>
            <a:ext cx="704850" cy="704850"/>
          </a:xfrm>
          <a:custGeom xmlns:a="http://schemas.openxmlformats.org/drawingml/2006/main">
            <a:pathLst>
              <a:path w="714375" h="666750">
                <a:moveTo>
                  <a:pt x="323850" y="66675"/>
                </a:moveTo>
                <a:lnTo>
                  <a:pt x="333375" y="66675"/>
                </a:lnTo>
                <a:lnTo>
                  <a:pt x="333375" y="76200"/>
                </a:lnTo>
                <a:lnTo>
                  <a:pt x="323850" y="76200"/>
                </a:lnTo>
                <a:close/>
                <a:moveTo>
                  <a:pt x="371475" y="66675"/>
                </a:moveTo>
                <a:lnTo>
                  <a:pt x="381000" y="66675"/>
                </a:lnTo>
                <a:lnTo>
                  <a:pt x="381000" y="76200"/>
                </a:lnTo>
                <a:lnTo>
                  <a:pt x="371475" y="76200"/>
                </a:lnTo>
                <a:close/>
                <a:moveTo>
                  <a:pt x="304800" y="76200"/>
                </a:moveTo>
                <a:lnTo>
                  <a:pt x="314325" y="76200"/>
                </a:lnTo>
                <a:lnTo>
                  <a:pt x="314325" y="85725"/>
                </a:lnTo>
                <a:lnTo>
                  <a:pt x="304800" y="85725"/>
                </a:lnTo>
                <a:close/>
                <a:moveTo>
                  <a:pt x="257175" y="95250"/>
                </a:moveTo>
                <a:lnTo>
                  <a:pt x="266700" y="95250"/>
                </a:lnTo>
                <a:lnTo>
                  <a:pt x="266700" y="104775"/>
                </a:lnTo>
                <a:lnTo>
                  <a:pt x="257175" y="104775"/>
                </a:lnTo>
                <a:close/>
                <a:moveTo>
                  <a:pt x="438150" y="95250"/>
                </a:moveTo>
                <a:lnTo>
                  <a:pt x="447675" y="95250"/>
                </a:lnTo>
                <a:lnTo>
                  <a:pt x="447675" y="104775"/>
                </a:lnTo>
                <a:lnTo>
                  <a:pt x="438150" y="104775"/>
                </a:lnTo>
                <a:close/>
                <a:moveTo>
                  <a:pt x="238125" y="104775"/>
                </a:moveTo>
                <a:lnTo>
                  <a:pt x="247650" y="104775"/>
                </a:lnTo>
                <a:lnTo>
                  <a:pt x="247650" y="114300"/>
                </a:lnTo>
                <a:lnTo>
                  <a:pt x="238125" y="114300"/>
                </a:lnTo>
                <a:close/>
                <a:moveTo>
                  <a:pt x="190500" y="123825"/>
                </a:moveTo>
                <a:lnTo>
                  <a:pt x="200025" y="123825"/>
                </a:lnTo>
                <a:lnTo>
                  <a:pt x="200025" y="133350"/>
                </a:lnTo>
                <a:lnTo>
                  <a:pt x="190500" y="133350"/>
                </a:lnTo>
                <a:close/>
                <a:moveTo>
                  <a:pt x="504825" y="123825"/>
                </a:moveTo>
                <a:lnTo>
                  <a:pt x="514350" y="123825"/>
                </a:lnTo>
                <a:lnTo>
                  <a:pt x="514350" y="133350"/>
                </a:lnTo>
                <a:lnTo>
                  <a:pt x="504825" y="133350"/>
                </a:lnTo>
                <a:close/>
                <a:moveTo>
                  <a:pt x="523875" y="133350"/>
                </a:moveTo>
                <a:lnTo>
                  <a:pt x="533400" y="133350"/>
                </a:lnTo>
                <a:lnTo>
                  <a:pt x="533400" y="142875"/>
                </a:lnTo>
                <a:lnTo>
                  <a:pt x="523875" y="142875"/>
                </a:lnTo>
                <a:close/>
                <a:moveTo>
                  <a:pt x="104775" y="161925"/>
                </a:moveTo>
                <a:lnTo>
                  <a:pt x="114300" y="161925"/>
                </a:lnTo>
                <a:lnTo>
                  <a:pt x="114300" y="171450"/>
                </a:lnTo>
                <a:lnTo>
                  <a:pt x="104775" y="171450"/>
                </a:lnTo>
                <a:close/>
                <a:moveTo>
                  <a:pt x="95250" y="171450"/>
                </a:moveTo>
                <a:lnTo>
                  <a:pt x="104775" y="171450"/>
                </a:lnTo>
                <a:lnTo>
                  <a:pt x="104775" y="180975"/>
                </a:lnTo>
                <a:lnTo>
                  <a:pt x="95250" y="180975"/>
                </a:lnTo>
                <a:close/>
                <a:moveTo>
                  <a:pt x="85725" y="180975"/>
                </a:moveTo>
                <a:lnTo>
                  <a:pt x="95250" y="180975"/>
                </a:lnTo>
                <a:lnTo>
                  <a:pt x="95250" y="190500"/>
                </a:lnTo>
                <a:lnTo>
                  <a:pt x="85725" y="190500"/>
                </a:lnTo>
                <a:close/>
                <a:moveTo>
                  <a:pt x="114300" y="200025"/>
                </a:moveTo>
                <a:lnTo>
                  <a:pt x="123825" y="200025"/>
                </a:lnTo>
                <a:lnTo>
                  <a:pt x="123825" y="209550"/>
                </a:lnTo>
                <a:lnTo>
                  <a:pt x="114300" y="209550"/>
                </a:lnTo>
                <a:close/>
                <a:moveTo>
                  <a:pt x="142875" y="209550"/>
                </a:moveTo>
                <a:lnTo>
                  <a:pt x="152400" y="209550"/>
                </a:lnTo>
                <a:lnTo>
                  <a:pt x="152400" y="219075"/>
                </a:lnTo>
                <a:lnTo>
                  <a:pt x="142875" y="219075"/>
                </a:lnTo>
                <a:close/>
                <a:moveTo>
                  <a:pt x="552450" y="209550"/>
                </a:moveTo>
                <a:lnTo>
                  <a:pt x="561975" y="209550"/>
                </a:lnTo>
                <a:lnTo>
                  <a:pt x="561975" y="219075"/>
                </a:lnTo>
                <a:lnTo>
                  <a:pt x="552450" y="219075"/>
                </a:lnTo>
                <a:close/>
                <a:moveTo>
                  <a:pt x="590550" y="209550"/>
                </a:moveTo>
                <a:lnTo>
                  <a:pt x="600075" y="209550"/>
                </a:lnTo>
                <a:lnTo>
                  <a:pt x="600075" y="219075"/>
                </a:lnTo>
                <a:lnTo>
                  <a:pt x="590550" y="219075"/>
                </a:lnTo>
                <a:close/>
                <a:moveTo>
                  <a:pt x="628650" y="209550"/>
                </a:moveTo>
                <a:lnTo>
                  <a:pt x="638175" y="209550"/>
                </a:lnTo>
                <a:lnTo>
                  <a:pt x="638175" y="219075"/>
                </a:lnTo>
                <a:lnTo>
                  <a:pt x="628650" y="219075"/>
                </a:lnTo>
                <a:close/>
                <a:moveTo>
                  <a:pt x="161925" y="219075"/>
                </a:moveTo>
                <a:lnTo>
                  <a:pt x="171450" y="219075"/>
                </a:lnTo>
                <a:lnTo>
                  <a:pt x="171450" y="228600"/>
                </a:lnTo>
                <a:lnTo>
                  <a:pt x="161925" y="228600"/>
                </a:lnTo>
                <a:close/>
                <a:moveTo>
                  <a:pt x="533400" y="219075"/>
                </a:moveTo>
                <a:lnTo>
                  <a:pt x="542925" y="219075"/>
                </a:lnTo>
                <a:lnTo>
                  <a:pt x="542925" y="228600"/>
                </a:lnTo>
                <a:lnTo>
                  <a:pt x="533400" y="228600"/>
                </a:lnTo>
                <a:close/>
                <a:moveTo>
                  <a:pt x="600075" y="219075"/>
                </a:moveTo>
                <a:lnTo>
                  <a:pt x="609600" y="219075"/>
                </a:lnTo>
                <a:lnTo>
                  <a:pt x="609600" y="228600"/>
                </a:lnTo>
                <a:lnTo>
                  <a:pt x="600075" y="228600"/>
                </a:lnTo>
                <a:close/>
                <a:moveTo>
                  <a:pt x="85725" y="228600"/>
                </a:moveTo>
                <a:lnTo>
                  <a:pt x="95250" y="228600"/>
                </a:lnTo>
                <a:lnTo>
                  <a:pt x="95250" y="238125"/>
                </a:lnTo>
                <a:lnTo>
                  <a:pt x="85725" y="238125"/>
                </a:lnTo>
                <a:close/>
                <a:moveTo>
                  <a:pt x="209550" y="238125"/>
                </a:moveTo>
                <a:lnTo>
                  <a:pt x="219075" y="238125"/>
                </a:lnTo>
                <a:lnTo>
                  <a:pt x="219075" y="247650"/>
                </a:lnTo>
                <a:lnTo>
                  <a:pt x="209550" y="247650"/>
                </a:lnTo>
                <a:close/>
                <a:moveTo>
                  <a:pt x="485775" y="238125"/>
                </a:moveTo>
                <a:lnTo>
                  <a:pt x="495300" y="238125"/>
                </a:lnTo>
                <a:lnTo>
                  <a:pt x="495300" y="247650"/>
                </a:lnTo>
                <a:lnTo>
                  <a:pt x="485775" y="247650"/>
                </a:lnTo>
                <a:close/>
                <a:moveTo>
                  <a:pt x="647700" y="238125"/>
                </a:moveTo>
                <a:lnTo>
                  <a:pt x="657225" y="238125"/>
                </a:lnTo>
                <a:lnTo>
                  <a:pt x="657225" y="247650"/>
                </a:lnTo>
                <a:lnTo>
                  <a:pt x="647700" y="247650"/>
                </a:lnTo>
                <a:close/>
                <a:moveTo>
                  <a:pt x="228600" y="247650"/>
                </a:moveTo>
                <a:lnTo>
                  <a:pt x="238125" y="247650"/>
                </a:lnTo>
                <a:lnTo>
                  <a:pt x="238125" y="257175"/>
                </a:lnTo>
                <a:lnTo>
                  <a:pt x="228600" y="257175"/>
                </a:lnTo>
                <a:close/>
                <a:moveTo>
                  <a:pt x="466725" y="247650"/>
                </a:moveTo>
                <a:lnTo>
                  <a:pt x="476250" y="247650"/>
                </a:lnTo>
                <a:lnTo>
                  <a:pt x="476250" y="257175"/>
                </a:lnTo>
                <a:lnTo>
                  <a:pt x="466725" y="257175"/>
                </a:lnTo>
                <a:close/>
                <a:moveTo>
                  <a:pt x="619125" y="247650"/>
                </a:moveTo>
                <a:lnTo>
                  <a:pt x="628650" y="247650"/>
                </a:lnTo>
                <a:lnTo>
                  <a:pt x="628650" y="257175"/>
                </a:lnTo>
                <a:lnTo>
                  <a:pt x="619125" y="257175"/>
                </a:lnTo>
                <a:close/>
                <a:moveTo>
                  <a:pt x="66675" y="257175"/>
                </a:moveTo>
                <a:lnTo>
                  <a:pt x="76200" y="257175"/>
                </a:lnTo>
                <a:lnTo>
                  <a:pt x="76200" y="266700"/>
                </a:lnTo>
                <a:lnTo>
                  <a:pt x="66675" y="266700"/>
                </a:lnTo>
                <a:close/>
                <a:moveTo>
                  <a:pt x="276225" y="266700"/>
                </a:moveTo>
                <a:lnTo>
                  <a:pt x="285750" y="266700"/>
                </a:lnTo>
                <a:lnTo>
                  <a:pt x="285750" y="276225"/>
                </a:lnTo>
                <a:lnTo>
                  <a:pt x="276225" y="276225"/>
                </a:lnTo>
                <a:close/>
                <a:moveTo>
                  <a:pt x="419100" y="266700"/>
                </a:moveTo>
                <a:lnTo>
                  <a:pt x="428625" y="266700"/>
                </a:lnTo>
                <a:lnTo>
                  <a:pt x="428625" y="276225"/>
                </a:lnTo>
                <a:lnTo>
                  <a:pt x="419100" y="276225"/>
                </a:lnTo>
                <a:close/>
                <a:moveTo>
                  <a:pt x="666750" y="266700"/>
                </a:moveTo>
                <a:lnTo>
                  <a:pt x="676275" y="266700"/>
                </a:lnTo>
                <a:lnTo>
                  <a:pt x="676275" y="276225"/>
                </a:lnTo>
                <a:lnTo>
                  <a:pt x="666750" y="276225"/>
                </a:lnTo>
                <a:close/>
                <a:moveTo>
                  <a:pt x="295275" y="276225"/>
                </a:moveTo>
                <a:lnTo>
                  <a:pt x="304800" y="276225"/>
                </a:lnTo>
                <a:lnTo>
                  <a:pt x="304800" y="285750"/>
                </a:lnTo>
                <a:lnTo>
                  <a:pt x="295275" y="285750"/>
                </a:lnTo>
                <a:close/>
                <a:moveTo>
                  <a:pt x="400050" y="276225"/>
                </a:moveTo>
                <a:lnTo>
                  <a:pt x="409575" y="276225"/>
                </a:lnTo>
                <a:lnTo>
                  <a:pt x="409575" y="285750"/>
                </a:lnTo>
                <a:lnTo>
                  <a:pt x="400050" y="285750"/>
                </a:lnTo>
                <a:close/>
                <a:moveTo>
                  <a:pt x="628650" y="276225"/>
                </a:moveTo>
                <a:lnTo>
                  <a:pt x="638175" y="276225"/>
                </a:lnTo>
                <a:lnTo>
                  <a:pt x="638175" y="285750"/>
                </a:lnTo>
                <a:lnTo>
                  <a:pt x="628650" y="285750"/>
                </a:lnTo>
                <a:close/>
                <a:moveTo>
                  <a:pt x="381000" y="285750"/>
                </a:moveTo>
                <a:lnTo>
                  <a:pt x="390525" y="285750"/>
                </a:lnTo>
                <a:lnTo>
                  <a:pt x="390525" y="295275"/>
                </a:lnTo>
                <a:lnTo>
                  <a:pt x="381000" y="295275"/>
                </a:lnTo>
                <a:close/>
                <a:moveTo>
                  <a:pt x="619125" y="285750"/>
                </a:moveTo>
                <a:lnTo>
                  <a:pt x="628650" y="285750"/>
                </a:lnTo>
                <a:lnTo>
                  <a:pt x="628650" y="295275"/>
                </a:lnTo>
                <a:lnTo>
                  <a:pt x="619125" y="295275"/>
                </a:lnTo>
                <a:close/>
                <a:moveTo>
                  <a:pt x="28575" y="295275"/>
                </a:moveTo>
                <a:lnTo>
                  <a:pt x="38100" y="295275"/>
                </a:lnTo>
                <a:lnTo>
                  <a:pt x="38100" y="304800"/>
                </a:lnTo>
                <a:lnTo>
                  <a:pt x="28575" y="304800"/>
                </a:lnTo>
                <a:close/>
                <a:moveTo>
                  <a:pt x="600075" y="295275"/>
                </a:moveTo>
                <a:lnTo>
                  <a:pt x="609600" y="295275"/>
                </a:lnTo>
                <a:lnTo>
                  <a:pt x="609600" y="304800"/>
                </a:lnTo>
                <a:lnTo>
                  <a:pt x="600075" y="304800"/>
                </a:lnTo>
                <a:close/>
                <a:moveTo>
                  <a:pt x="47625" y="304800"/>
                </a:moveTo>
                <a:lnTo>
                  <a:pt x="57150" y="304800"/>
                </a:lnTo>
                <a:lnTo>
                  <a:pt x="57150" y="314325"/>
                </a:lnTo>
                <a:lnTo>
                  <a:pt x="47625" y="314325"/>
                </a:lnTo>
                <a:close/>
                <a:moveTo>
                  <a:pt x="114300" y="304800"/>
                </a:moveTo>
                <a:lnTo>
                  <a:pt x="123825" y="304800"/>
                </a:lnTo>
                <a:lnTo>
                  <a:pt x="123825" y="314325"/>
                </a:lnTo>
                <a:lnTo>
                  <a:pt x="114300" y="314325"/>
                </a:lnTo>
                <a:close/>
                <a:moveTo>
                  <a:pt x="314325" y="304800"/>
                </a:moveTo>
                <a:lnTo>
                  <a:pt x="323850" y="304800"/>
                </a:lnTo>
                <a:lnTo>
                  <a:pt x="323850" y="314325"/>
                </a:lnTo>
                <a:lnTo>
                  <a:pt x="314325" y="314325"/>
                </a:lnTo>
                <a:close/>
                <a:moveTo>
                  <a:pt x="619125" y="314325"/>
                </a:moveTo>
                <a:lnTo>
                  <a:pt x="628650" y="314325"/>
                </a:lnTo>
                <a:lnTo>
                  <a:pt x="628650" y="323850"/>
                </a:lnTo>
                <a:lnTo>
                  <a:pt x="619125" y="323850"/>
                </a:lnTo>
                <a:close/>
                <a:moveTo>
                  <a:pt x="390525" y="323850"/>
                </a:moveTo>
                <a:lnTo>
                  <a:pt x="400050" y="323850"/>
                </a:lnTo>
                <a:lnTo>
                  <a:pt x="400050" y="333375"/>
                </a:lnTo>
                <a:lnTo>
                  <a:pt x="390525" y="333375"/>
                </a:lnTo>
                <a:close/>
                <a:moveTo>
                  <a:pt x="533400" y="323850"/>
                </a:moveTo>
                <a:lnTo>
                  <a:pt x="542925" y="323850"/>
                </a:lnTo>
                <a:lnTo>
                  <a:pt x="542925" y="333375"/>
                </a:lnTo>
                <a:lnTo>
                  <a:pt x="533400" y="333375"/>
                </a:lnTo>
                <a:close/>
                <a:moveTo>
                  <a:pt x="609600" y="323850"/>
                </a:moveTo>
                <a:lnTo>
                  <a:pt x="619125" y="323850"/>
                </a:lnTo>
                <a:lnTo>
                  <a:pt x="619125" y="333375"/>
                </a:lnTo>
                <a:lnTo>
                  <a:pt x="609600" y="333375"/>
                </a:lnTo>
                <a:close/>
                <a:moveTo>
                  <a:pt x="180975" y="333375"/>
                </a:moveTo>
                <a:lnTo>
                  <a:pt x="190500" y="333375"/>
                </a:lnTo>
                <a:lnTo>
                  <a:pt x="190500" y="342900"/>
                </a:lnTo>
                <a:lnTo>
                  <a:pt x="180975" y="342900"/>
                </a:lnTo>
                <a:close/>
                <a:moveTo>
                  <a:pt x="514350" y="333375"/>
                </a:moveTo>
                <a:lnTo>
                  <a:pt x="523875" y="333375"/>
                </a:lnTo>
                <a:lnTo>
                  <a:pt x="523875" y="342900"/>
                </a:lnTo>
                <a:lnTo>
                  <a:pt x="514350" y="342900"/>
                </a:lnTo>
                <a:close/>
                <a:moveTo>
                  <a:pt x="123825" y="342900"/>
                </a:moveTo>
                <a:lnTo>
                  <a:pt x="142875" y="342900"/>
                </a:lnTo>
                <a:lnTo>
                  <a:pt x="142875" y="352425"/>
                </a:lnTo>
                <a:lnTo>
                  <a:pt x="123825" y="352425"/>
                </a:lnTo>
                <a:close/>
                <a:moveTo>
                  <a:pt x="200025" y="342900"/>
                </a:moveTo>
                <a:lnTo>
                  <a:pt x="209550" y="342900"/>
                </a:lnTo>
                <a:lnTo>
                  <a:pt x="209550" y="352425"/>
                </a:lnTo>
                <a:lnTo>
                  <a:pt x="200025" y="352425"/>
                </a:lnTo>
                <a:close/>
                <a:moveTo>
                  <a:pt x="361950" y="342900"/>
                </a:moveTo>
                <a:lnTo>
                  <a:pt x="381000" y="342900"/>
                </a:lnTo>
                <a:lnTo>
                  <a:pt x="381000" y="352425"/>
                </a:lnTo>
                <a:lnTo>
                  <a:pt x="361950" y="352425"/>
                </a:lnTo>
                <a:close/>
                <a:moveTo>
                  <a:pt x="114300" y="352425"/>
                </a:moveTo>
                <a:lnTo>
                  <a:pt x="123825" y="352425"/>
                </a:lnTo>
                <a:lnTo>
                  <a:pt x="123825" y="485775"/>
                </a:lnTo>
                <a:lnTo>
                  <a:pt x="114300" y="485775"/>
                </a:lnTo>
                <a:close/>
                <a:moveTo>
                  <a:pt x="152400" y="352425"/>
                </a:moveTo>
                <a:lnTo>
                  <a:pt x="161925" y="352425"/>
                </a:lnTo>
                <a:lnTo>
                  <a:pt x="161925" y="361950"/>
                </a:lnTo>
                <a:lnTo>
                  <a:pt x="152400" y="361950"/>
                </a:lnTo>
                <a:close/>
                <a:moveTo>
                  <a:pt x="285750" y="352425"/>
                </a:moveTo>
                <a:lnTo>
                  <a:pt x="295275" y="352425"/>
                </a:lnTo>
                <a:lnTo>
                  <a:pt x="295275" y="361950"/>
                </a:lnTo>
                <a:lnTo>
                  <a:pt x="285750" y="361950"/>
                </a:lnTo>
                <a:close/>
                <a:moveTo>
                  <a:pt x="314325" y="352425"/>
                </a:moveTo>
                <a:lnTo>
                  <a:pt x="333375" y="352425"/>
                </a:lnTo>
                <a:lnTo>
                  <a:pt x="333375" y="361950"/>
                </a:lnTo>
                <a:lnTo>
                  <a:pt x="314325" y="361950"/>
                </a:lnTo>
                <a:close/>
                <a:moveTo>
                  <a:pt x="466725" y="352425"/>
                </a:moveTo>
                <a:lnTo>
                  <a:pt x="476250" y="352425"/>
                </a:lnTo>
                <a:lnTo>
                  <a:pt x="476250" y="361950"/>
                </a:lnTo>
                <a:lnTo>
                  <a:pt x="466725" y="361950"/>
                </a:lnTo>
                <a:close/>
                <a:moveTo>
                  <a:pt x="533400" y="352425"/>
                </a:moveTo>
                <a:lnTo>
                  <a:pt x="542925" y="352425"/>
                </a:lnTo>
                <a:lnTo>
                  <a:pt x="542925" y="361950"/>
                </a:lnTo>
                <a:lnTo>
                  <a:pt x="533400" y="361950"/>
                </a:lnTo>
                <a:close/>
                <a:moveTo>
                  <a:pt x="247650" y="361950"/>
                </a:moveTo>
                <a:lnTo>
                  <a:pt x="257175" y="361950"/>
                </a:lnTo>
                <a:lnTo>
                  <a:pt x="257175" y="371475"/>
                </a:lnTo>
                <a:lnTo>
                  <a:pt x="247650" y="371475"/>
                </a:lnTo>
                <a:close/>
                <a:moveTo>
                  <a:pt x="276225" y="361950"/>
                </a:moveTo>
                <a:lnTo>
                  <a:pt x="285750" y="361950"/>
                </a:lnTo>
                <a:lnTo>
                  <a:pt x="285750" y="371475"/>
                </a:lnTo>
                <a:lnTo>
                  <a:pt x="276225" y="371475"/>
                </a:lnTo>
                <a:close/>
                <a:moveTo>
                  <a:pt x="447675" y="361950"/>
                </a:moveTo>
                <a:lnTo>
                  <a:pt x="457200" y="361950"/>
                </a:lnTo>
                <a:lnTo>
                  <a:pt x="457200" y="371475"/>
                </a:lnTo>
                <a:lnTo>
                  <a:pt x="447675" y="371475"/>
                </a:lnTo>
                <a:close/>
                <a:moveTo>
                  <a:pt x="514350" y="361950"/>
                </a:moveTo>
                <a:lnTo>
                  <a:pt x="523875" y="361950"/>
                </a:lnTo>
                <a:lnTo>
                  <a:pt x="523875" y="371475"/>
                </a:lnTo>
                <a:lnTo>
                  <a:pt x="514350" y="371475"/>
                </a:lnTo>
                <a:close/>
                <a:moveTo>
                  <a:pt x="200025" y="371475"/>
                </a:moveTo>
                <a:lnTo>
                  <a:pt x="209550" y="371475"/>
                </a:lnTo>
                <a:lnTo>
                  <a:pt x="209550" y="381000"/>
                </a:lnTo>
                <a:lnTo>
                  <a:pt x="200025" y="381000"/>
                </a:lnTo>
                <a:close/>
                <a:moveTo>
                  <a:pt x="390525" y="371475"/>
                </a:moveTo>
                <a:lnTo>
                  <a:pt x="400050" y="371475"/>
                </a:lnTo>
                <a:lnTo>
                  <a:pt x="400050" y="381000"/>
                </a:lnTo>
                <a:lnTo>
                  <a:pt x="390525" y="381000"/>
                </a:lnTo>
                <a:close/>
                <a:moveTo>
                  <a:pt x="219075" y="381000"/>
                </a:moveTo>
                <a:lnTo>
                  <a:pt x="228600" y="381000"/>
                </a:lnTo>
                <a:lnTo>
                  <a:pt x="228600" y="390525"/>
                </a:lnTo>
                <a:lnTo>
                  <a:pt x="219075" y="390525"/>
                </a:lnTo>
                <a:close/>
                <a:moveTo>
                  <a:pt x="295275" y="381000"/>
                </a:moveTo>
                <a:lnTo>
                  <a:pt x="304800" y="381000"/>
                </a:lnTo>
                <a:lnTo>
                  <a:pt x="304800" y="390525"/>
                </a:lnTo>
                <a:lnTo>
                  <a:pt x="295275" y="390525"/>
                </a:lnTo>
                <a:close/>
                <a:moveTo>
                  <a:pt x="466725" y="381000"/>
                </a:moveTo>
                <a:lnTo>
                  <a:pt x="476250" y="381000"/>
                </a:lnTo>
                <a:lnTo>
                  <a:pt x="476250" y="390525"/>
                </a:lnTo>
                <a:lnTo>
                  <a:pt x="466725" y="390525"/>
                </a:lnTo>
                <a:close/>
                <a:moveTo>
                  <a:pt x="447675" y="390525"/>
                </a:moveTo>
                <a:lnTo>
                  <a:pt x="457200" y="390525"/>
                </a:lnTo>
                <a:lnTo>
                  <a:pt x="457200" y="400050"/>
                </a:lnTo>
                <a:lnTo>
                  <a:pt x="447675" y="400050"/>
                </a:lnTo>
                <a:close/>
                <a:moveTo>
                  <a:pt x="266700" y="400050"/>
                </a:moveTo>
                <a:lnTo>
                  <a:pt x="285750" y="400050"/>
                </a:lnTo>
                <a:lnTo>
                  <a:pt x="285750" y="409575"/>
                </a:lnTo>
                <a:lnTo>
                  <a:pt x="266700" y="409575"/>
                </a:lnTo>
                <a:close/>
                <a:moveTo>
                  <a:pt x="123825" y="485775"/>
                </a:moveTo>
                <a:lnTo>
                  <a:pt x="133350" y="485775"/>
                </a:lnTo>
                <a:lnTo>
                  <a:pt x="133350" y="495300"/>
                </a:lnTo>
                <a:lnTo>
                  <a:pt x="123825" y="495300"/>
                </a:lnTo>
                <a:close/>
                <a:moveTo>
                  <a:pt x="571500" y="485775"/>
                </a:moveTo>
                <a:lnTo>
                  <a:pt x="581025" y="485775"/>
                </a:lnTo>
                <a:lnTo>
                  <a:pt x="581025" y="495300"/>
                </a:lnTo>
                <a:lnTo>
                  <a:pt x="571500" y="495300"/>
                </a:lnTo>
                <a:close/>
                <a:moveTo>
                  <a:pt x="561975" y="495300"/>
                </a:moveTo>
                <a:lnTo>
                  <a:pt x="571500" y="495300"/>
                </a:lnTo>
                <a:lnTo>
                  <a:pt x="571500" y="504825"/>
                </a:lnTo>
                <a:lnTo>
                  <a:pt x="561975" y="504825"/>
                </a:lnTo>
                <a:close/>
                <a:moveTo>
                  <a:pt x="542925" y="504825"/>
                </a:moveTo>
                <a:lnTo>
                  <a:pt x="552450" y="504825"/>
                </a:lnTo>
                <a:lnTo>
                  <a:pt x="552450" y="514350"/>
                </a:lnTo>
                <a:lnTo>
                  <a:pt x="542925" y="514350"/>
                </a:lnTo>
                <a:close/>
                <a:moveTo>
                  <a:pt x="114300" y="514350"/>
                </a:moveTo>
                <a:lnTo>
                  <a:pt x="123825" y="514350"/>
                </a:lnTo>
                <a:lnTo>
                  <a:pt x="123825" y="523875"/>
                </a:lnTo>
                <a:lnTo>
                  <a:pt x="114300" y="523875"/>
                </a:lnTo>
                <a:close/>
                <a:moveTo>
                  <a:pt x="180975" y="514350"/>
                </a:moveTo>
                <a:lnTo>
                  <a:pt x="190500" y="514350"/>
                </a:lnTo>
                <a:lnTo>
                  <a:pt x="190500" y="523875"/>
                </a:lnTo>
                <a:lnTo>
                  <a:pt x="180975" y="523875"/>
                </a:lnTo>
                <a:close/>
                <a:moveTo>
                  <a:pt x="514350" y="514350"/>
                </a:moveTo>
                <a:lnTo>
                  <a:pt x="523875" y="514350"/>
                </a:lnTo>
                <a:lnTo>
                  <a:pt x="523875" y="523875"/>
                </a:lnTo>
                <a:lnTo>
                  <a:pt x="514350" y="523875"/>
                </a:lnTo>
                <a:close/>
                <a:moveTo>
                  <a:pt x="581025" y="514350"/>
                </a:moveTo>
                <a:lnTo>
                  <a:pt x="590550" y="514350"/>
                </a:lnTo>
                <a:lnTo>
                  <a:pt x="590550" y="523875"/>
                </a:lnTo>
                <a:lnTo>
                  <a:pt x="581025" y="523875"/>
                </a:lnTo>
                <a:close/>
                <a:moveTo>
                  <a:pt x="133350" y="523875"/>
                </a:moveTo>
                <a:lnTo>
                  <a:pt x="142875" y="523875"/>
                </a:lnTo>
                <a:lnTo>
                  <a:pt x="142875" y="533400"/>
                </a:lnTo>
                <a:lnTo>
                  <a:pt x="133350" y="533400"/>
                </a:lnTo>
                <a:close/>
                <a:moveTo>
                  <a:pt x="495300" y="523875"/>
                </a:moveTo>
                <a:lnTo>
                  <a:pt x="504825" y="523875"/>
                </a:lnTo>
                <a:lnTo>
                  <a:pt x="504825" y="533400"/>
                </a:lnTo>
                <a:lnTo>
                  <a:pt x="495300" y="533400"/>
                </a:lnTo>
                <a:close/>
                <a:moveTo>
                  <a:pt x="561975" y="523875"/>
                </a:moveTo>
                <a:lnTo>
                  <a:pt x="571500" y="523875"/>
                </a:lnTo>
                <a:lnTo>
                  <a:pt x="571500" y="533400"/>
                </a:lnTo>
                <a:lnTo>
                  <a:pt x="561975" y="533400"/>
                </a:lnTo>
                <a:close/>
                <a:moveTo>
                  <a:pt x="180975" y="542925"/>
                </a:moveTo>
                <a:lnTo>
                  <a:pt x="190500" y="542925"/>
                </a:lnTo>
                <a:lnTo>
                  <a:pt x="190500" y="552450"/>
                </a:lnTo>
                <a:lnTo>
                  <a:pt x="180975" y="552450"/>
                </a:lnTo>
                <a:close/>
                <a:moveTo>
                  <a:pt x="247650" y="542925"/>
                </a:moveTo>
                <a:lnTo>
                  <a:pt x="257175" y="542925"/>
                </a:lnTo>
                <a:lnTo>
                  <a:pt x="257175" y="552450"/>
                </a:lnTo>
                <a:lnTo>
                  <a:pt x="247650" y="552450"/>
                </a:lnTo>
                <a:close/>
                <a:moveTo>
                  <a:pt x="447675" y="542925"/>
                </a:moveTo>
                <a:lnTo>
                  <a:pt x="457200" y="542925"/>
                </a:lnTo>
                <a:lnTo>
                  <a:pt x="457200" y="552450"/>
                </a:lnTo>
                <a:lnTo>
                  <a:pt x="447675" y="552450"/>
                </a:lnTo>
                <a:close/>
                <a:moveTo>
                  <a:pt x="514350" y="542925"/>
                </a:moveTo>
                <a:lnTo>
                  <a:pt x="523875" y="542925"/>
                </a:lnTo>
                <a:lnTo>
                  <a:pt x="523875" y="552450"/>
                </a:lnTo>
                <a:lnTo>
                  <a:pt x="514350" y="552450"/>
                </a:lnTo>
                <a:close/>
                <a:moveTo>
                  <a:pt x="200025" y="552450"/>
                </a:moveTo>
                <a:lnTo>
                  <a:pt x="209550" y="552450"/>
                </a:lnTo>
                <a:lnTo>
                  <a:pt x="209550" y="561975"/>
                </a:lnTo>
                <a:lnTo>
                  <a:pt x="200025" y="561975"/>
                </a:lnTo>
                <a:close/>
                <a:moveTo>
                  <a:pt x="266700" y="552450"/>
                </a:moveTo>
                <a:lnTo>
                  <a:pt x="276225" y="552450"/>
                </a:lnTo>
                <a:lnTo>
                  <a:pt x="276225" y="561975"/>
                </a:lnTo>
                <a:lnTo>
                  <a:pt x="266700" y="561975"/>
                </a:lnTo>
                <a:close/>
                <a:moveTo>
                  <a:pt x="333375" y="552450"/>
                </a:moveTo>
                <a:lnTo>
                  <a:pt x="342900" y="552450"/>
                </a:lnTo>
                <a:lnTo>
                  <a:pt x="342900" y="571500"/>
                </a:lnTo>
                <a:lnTo>
                  <a:pt x="333375" y="571500"/>
                </a:lnTo>
                <a:close/>
                <a:moveTo>
                  <a:pt x="428625" y="552450"/>
                </a:moveTo>
                <a:lnTo>
                  <a:pt x="438150" y="552450"/>
                </a:lnTo>
                <a:lnTo>
                  <a:pt x="438150" y="561975"/>
                </a:lnTo>
                <a:lnTo>
                  <a:pt x="428625" y="561975"/>
                </a:lnTo>
                <a:close/>
                <a:moveTo>
                  <a:pt x="495300" y="552450"/>
                </a:moveTo>
                <a:lnTo>
                  <a:pt x="504825" y="552450"/>
                </a:lnTo>
                <a:lnTo>
                  <a:pt x="504825" y="561975"/>
                </a:lnTo>
                <a:lnTo>
                  <a:pt x="495300" y="561975"/>
                </a:lnTo>
                <a:close/>
                <a:moveTo>
                  <a:pt x="409575" y="561975"/>
                </a:moveTo>
                <a:lnTo>
                  <a:pt x="419100" y="561975"/>
                </a:lnTo>
                <a:lnTo>
                  <a:pt x="419100" y="571500"/>
                </a:lnTo>
                <a:lnTo>
                  <a:pt x="409575" y="571500"/>
                </a:lnTo>
                <a:close/>
                <a:moveTo>
                  <a:pt x="323850" y="571500"/>
                </a:moveTo>
                <a:lnTo>
                  <a:pt x="333375" y="571500"/>
                </a:lnTo>
                <a:lnTo>
                  <a:pt x="333375" y="581025"/>
                </a:lnTo>
                <a:lnTo>
                  <a:pt x="323850" y="581025"/>
                </a:lnTo>
                <a:close/>
                <a:moveTo>
                  <a:pt x="447675" y="571500"/>
                </a:moveTo>
                <a:lnTo>
                  <a:pt x="457200" y="571500"/>
                </a:lnTo>
                <a:lnTo>
                  <a:pt x="457200" y="581025"/>
                </a:lnTo>
                <a:lnTo>
                  <a:pt x="447675" y="581025"/>
                </a:lnTo>
                <a:close/>
                <a:moveTo>
                  <a:pt x="266700" y="581025"/>
                </a:moveTo>
                <a:lnTo>
                  <a:pt x="276225" y="581025"/>
                </a:lnTo>
                <a:lnTo>
                  <a:pt x="276225" y="590550"/>
                </a:lnTo>
                <a:lnTo>
                  <a:pt x="266700" y="590550"/>
                </a:lnTo>
                <a:close/>
                <a:moveTo>
                  <a:pt x="428625" y="581025"/>
                </a:moveTo>
                <a:lnTo>
                  <a:pt x="438150" y="581025"/>
                </a:lnTo>
                <a:lnTo>
                  <a:pt x="438150" y="590550"/>
                </a:lnTo>
                <a:lnTo>
                  <a:pt x="428625" y="590550"/>
                </a:lnTo>
                <a:close/>
                <a:moveTo>
                  <a:pt x="361950" y="609600"/>
                </a:moveTo>
                <a:lnTo>
                  <a:pt x="371475" y="609600"/>
                </a:lnTo>
                <a:lnTo>
                  <a:pt x="371475" y="619125"/>
                </a:lnTo>
                <a:lnTo>
                  <a:pt x="361950" y="619125"/>
                </a:lnTo>
                <a:close/>
              </a:path>
            </a:pathLst>
          </a:custGeom>
          <a:solidFill xmlns:a="http://schemas.openxmlformats.org/drawingml/2006/main">
            <a:srgbClr val="7E8298"/>
          </a:solidFill>
          <a:ln xmlns:a="http://schemas.openxmlformats.org/drawingml/2006/main" w="0">
            <a:noFill/>
          </a:ln>
        </p:spPr>
      </p:sp>
      <p:sp>
        <p:nvSpPr>
          <p:cNvPr id="84" name="box vector #626781">
            <a:extLst xmlns:a="http://schemas.openxmlformats.org/drawingml/2006/main">
              <a:ext uri="{FF2B5EF4-FFF2-40B4-BE49-F238E27FC236}">
                <a16:creationId xmlns:a16="http://schemas.microsoft.com/office/drawing/2014/main" id="{A6182EBF-5326-47DA-BE35-F9AFDA572EA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57250" y="3686175"/>
            <a:ext cx="704850" cy="704850"/>
          </a:xfrm>
          <a:custGeom xmlns:a="http://schemas.openxmlformats.org/drawingml/2006/main">
            <a:pathLst>
              <a:path w="714375" h="666750">
                <a:moveTo>
                  <a:pt x="285750" y="85725"/>
                </a:moveTo>
                <a:lnTo>
                  <a:pt x="295275" y="85725"/>
                </a:lnTo>
                <a:lnTo>
                  <a:pt x="295275" y="95250"/>
                </a:lnTo>
                <a:lnTo>
                  <a:pt x="285750" y="95250"/>
                </a:lnTo>
                <a:close/>
                <a:moveTo>
                  <a:pt x="457200" y="104775"/>
                </a:moveTo>
                <a:lnTo>
                  <a:pt x="466725" y="104775"/>
                </a:lnTo>
                <a:lnTo>
                  <a:pt x="466725" y="114300"/>
                </a:lnTo>
                <a:lnTo>
                  <a:pt x="457200" y="114300"/>
                </a:lnTo>
                <a:close/>
                <a:moveTo>
                  <a:pt x="171450" y="133350"/>
                </a:moveTo>
                <a:lnTo>
                  <a:pt x="180975" y="133350"/>
                </a:lnTo>
                <a:lnTo>
                  <a:pt x="180975" y="142875"/>
                </a:lnTo>
                <a:lnTo>
                  <a:pt x="171450" y="142875"/>
                </a:lnTo>
                <a:close/>
                <a:moveTo>
                  <a:pt x="542925" y="142875"/>
                </a:moveTo>
                <a:lnTo>
                  <a:pt x="552450" y="142875"/>
                </a:lnTo>
                <a:lnTo>
                  <a:pt x="552450" y="152400"/>
                </a:lnTo>
                <a:lnTo>
                  <a:pt x="542925" y="152400"/>
                </a:lnTo>
                <a:close/>
                <a:moveTo>
                  <a:pt x="123825" y="200025"/>
                </a:moveTo>
                <a:lnTo>
                  <a:pt x="133350" y="200025"/>
                </a:lnTo>
                <a:lnTo>
                  <a:pt x="133350" y="209550"/>
                </a:lnTo>
                <a:lnTo>
                  <a:pt x="123825" y="209550"/>
                </a:lnTo>
                <a:close/>
                <a:moveTo>
                  <a:pt x="571500" y="200025"/>
                </a:moveTo>
                <a:lnTo>
                  <a:pt x="590550" y="200025"/>
                </a:lnTo>
                <a:lnTo>
                  <a:pt x="590550" y="209550"/>
                </a:lnTo>
                <a:lnTo>
                  <a:pt x="571500" y="209550"/>
                </a:lnTo>
                <a:close/>
                <a:moveTo>
                  <a:pt x="66675" y="209550"/>
                </a:moveTo>
                <a:lnTo>
                  <a:pt x="76200" y="209550"/>
                </a:lnTo>
                <a:lnTo>
                  <a:pt x="76200" y="219075"/>
                </a:lnTo>
                <a:lnTo>
                  <a:pt x="66675" y="219075"/>
                </a:lnTo>
                <a:close/>
                <a:moveTo>
                  <a:pt x="523875" y="219075"/>
                </a:moveTo>
                <a:lnTo>
                  <a:pt x="533400" y="219075"/>
                </a:lnTo>
                <a:lnTo>
                  <a:pt x="533400" y="228600"/>
                </a:lnTo>
                <a:lnTo>
                  <a:pt x="523875" y="228600"/>
                </a:lnTo>
                <a:close/>
                <a:moveTo>
                  <a:pt x="190500" y="228600"/>
                </a:moveTo>
                <a:lnTo>
                  <a:pt x="200025" y="228600"/>
                </a:lnTo>
                <a:lnTo>
                  <a:pt x="200025" y="238125"/>
                </a:lnTo>
                <a:lnTo>
                  <a:pt x="190500" y="238125"/>
                </a:lnTo>
                <a:close/>
                <a:moveTo>
                  <a:pt x="504825" y="228600"/>
                </a:moveTo>
                <a:lnTo>
                  <a:pt x="514350" y="228600"/>
                </a:lnTo>
                <a:lnTo>
                  <a:pt x="514350" y="238125"/>
                </a:lnTo>
                <a:lnTo>
                  <a:pt x="504825" y="238125"/>
                </a:lnTo>
                <a:close/>
                <a:moveTo>
                  <a:pt x="609600" y="228600"/>
                </a:moveTo>
                <a:lnTo>
                  <a:pt x="619125" y="228600"/>
                </a:lnTo>
                <a:lnTo>
                  <a:pt x="619125" y="238125"/>
                </a:lnTo>
                <a:lnTo>
                  <a:pt x="609600" y="238125"/>
                </a:lnTo>
                <a:close/>
                <a:moveTo>
                  <a:pt x="638175" y="228600"/>
                </a:moveTo>
                <a:lnTo>
                  <a:pt x="647700" y="228600"/>
                </a:lnTo>
                <a:lnTo>
                  <a:pt x="647700" y="238125"/>
                </a:lnTo>
                <a:lnTo>
                  <a:pt x="638175" y="238125"/>
                </a:lnTo>
                <a:close/>
                <a:moveTo>
                  <a:pt x="47625" y="238125"/>
                </a:moveTo>
                <a:lnTo>
                  <a:pt x="57150" y="238125"/>
                </a:lnTo>
                <a:lnTo>
                  <a:pt x="57150" y="247650"/>
                </a:lnTo>
                <a:lnTo>
                  <a:pt x="47625" y="247650"/>
                </a:lnTo>
                <a:close/>
                <a:moveTo>
                  <a:pt x="76200" y="238125"/>
                </a:moveTo>
                <a:lnTo>
                  <a:pt x="85725" y="238125"/>
                </a:lnTo>
                <a:lnTo>
                  <a:pt x="85725" y="247650"/>
                </a:lnTo>
                <a:lnTo>
                  <a:pt x="76200" y="247650"/>
                </a:lnTo>
                <a:close/>
                <a:moveTo>
                  <a:pt x="238125" y="247650"/>
                </a:moveTo>
                <a:lnTo>
                  <a:pt x="247650" y="247650"/>
                </a:lnTo>
                <a:lnTo>
                  <a:pt x="247650" y="257175"/>
                </a:lnTo>
                <a:lnTo>
                  <a:pt x="238125" y="257175"/>
                </a:lnTo>
                <a:close/>
                <a:moveTo>
                  <a:pt x="457200" y="247650"/>
                </a:moveTo>
                <a:lnTo>
                  <a:pt x="466725" y="247650"/>
                </a:lnTo>
                <a:lnTo>
                  <a:pt x="466725" y="257175"/>
                </a:lnTo>
                <a:lnTo>
                  <a:pt x="457200" y="257175"/>
                </a:lnTo>
                <a:close/>
                <a:moveTo>
                  <a:pt x="257175" y="257175"/>
                </a:moveTo>
                <a:lnTo>
                  <a:pt x="266700" y="257175"/>
                </a:lnTo>
                <a:lnTo>
                  <a:pt x="266700" y="266700"/>
                </a:lnTo>
                <a:lnTo>
                  <a:pt x="257175" y="266700"/>
                </a:lnTo>
                <a:close/>
                <a:moveTo>
                  <a:pt x="438150" y="257175"/>
                </a:moveTo>
                <a:lnTo>
                  <a:pt x="447675" y="257175"/>
                </a:lnTo>
                <a:lnTo>
                  <a:pt x="447675" y="266700"/>
                </a:lnTo>
                <a:lnTo>
                  <a:pt x="438150" y="266700"/>
                </a:lnTo>
                <a:close/>
                <a:moveTo>
                  <a:pt x="628650" y="257175"/>
                </a:moveTo>
                <a:lnTo>
                  <a:pt x="638175" y="257175"/>
                </a:lnTo>
                <a:lnTo>
                  <a:pt x="638175" y="266700"/>
                </a:lnTo>
                <a:lnTo>
                  <a:pt x="628650" y="266700"/>
                </a:lnTo>
                <a:close/>
                <a:moveTo>
                  <a:pt x="28575" y="266700"/>
                </a:moveTo>
                <a:lnTo>
                  <a:pt x="38100" y="266700"/>
                </a:lnTo>
                <a:lnTo>
                  <a:pt x="38100" y="276225"/>
                </a:lnTo>
                <a:lnTo>
                  <a:pt x="28575" y="276225"/>
                </a:lnTo>
                <a:close/>
                <a:moveTo>
                  <a:pt x="57150" y="266700"/>
                </a:moveTo>
                <a:lnTo>
                  <a:pt x="66675" y="266700"/>
                </a:lnTo>
                <a:lnTo>
                  <a:pt x="66675" y="276225"/>
                </a:lnTo>
                <a:lnTo>
                  <a:pt x="57150" y="276225"/>
                </a:lnTo>
                <a:close/>
                <a:moveTo>
                  <a:pt x="390525" y="276225"/>
                </a:moveTo>
                <a:lnTo>
                  <a:pt x="400050" y="276225"/>
                </a:lnTo>
                <a:lnTo>
                  <a:pt x="400050" y="285750"/>
                </a:lnTo>
                <a:lnTo>
                  <a:pt x="390525" y="285750"/>
                </a:lnTo>
                <a:close/>
                <a:moveTo>
                  <a:pt x="314325" y="285750"/>
                </a:moveTo>
                <a:lnTo>
                  <a:pt x="323850" y="285750"/>
                </a:lnTo>
                <a:lnTo>
                  <a:pt x="323850" y="295275"/>
                </a:lnTo>
                <a:lnTo>
                  <a:pt x="314325" y="295275"/>
                </a:lnTo>
                <a:close/>
                <a:moveTo>
                  <a:pt x="628650" y="285750"/>
                </a:moveTo>
                <a:lnTo>
                  <a:pt x="638175" y="285750"/>
                </a:lnTo>
                <a:lnTo>
                  <a:pt x="638175" y="295275"/>
                </a:lnTo>
                <a:lnTo>
                  <a:pt x="628650" y="295275"/>
                </a:lnTo>
                <a:close/>
                <a:moveTo>
                  <a:pt x="666750" y="285750"/>
                </a:moveTo>
                <a:lnTo>
                  <a:pt x="676275" y="285750"/>
                </a:lnTo>
                <a:lnTo>
                  <a:pt x="676275" y="295275"/>
                </a:lnTo>
                <a:lnTo>
                  <a:pt x="666750" y="295275"/>
                </a:lnTo>
                <a:close/>
                <a:moveTo>
                  <a:pt x="323850" y="295275"/>
                </a:moveTo>
                <a:lnTo>
                  <a:pt x="333375" y="295275"/>
                </a:lnTo>
                <a:lnTo>
                  <a:pt x="333375" y="304800"/>
                </a:lnTo>
                <a:lnTo>
                  <a:pt x="323850" y="304800"/>
                </a:lnTo>
                <a:close/>
                <a:moveTo>
                  <a:pt x="371475" y="295275"/>
                </a:moveTo>
                <a:lnTo>
                  <a:pt x="381000" y="295275"/>
                </a:lnTo>
                <a:lnTo>
                  <a:pt x="381000" y="304800"/>
                </a:lnTo>
                <a:lnTo>
                  <a:pt x="371475" y="304800"/>
                </a:lnTo>
                <a:close/>
                <a:moveTo>
                  <a:pt x="657225" y="295275"/>
                </a:moveTo>
                <a:lnTo>
                  <a:pt x="666750" y="295275"/>
                </a:lnTo>
                <a:lnTo>
                  <a:pt x="666750" y="304800"/>
                </a:lnTo>
                <a:lnTo>
                  <a:pt x="657225" y="304800"/>
                </a:lnTo>
                <a:close/>
                <a:moveTo>
                  <a:pt x="581025" y="304800"/>
                </a:moveTo>
                <a:lnTo>
                  <a:pt x="590550" y="304800"/>
                </a:lnTo>
                <a:lnTo>
                  <a:pt x="590550" y="314325"/>
                </a:lnTo>
                <a:lnTo>
                  <a:pt x="581025" y="314325"/>
                </a:lnTo>
                <a:close/>
                <a:moveTo>
                  <a:pt x="638175" y="304800"/>
                </a:moveTo>
                <a:lnTo>
                  <a:pt x="647700" y="304800"/>
                </a:lnTo>
                <a:lnTo>
                  <a:pt x="647700" y="314325"/>
                </a:lnTo>
                <a:lnTo>
                  <a:pt x="638175" y="314325"/>
                </a:lnTo>
                <a:close/>
                <a:moveTo>
                  <a:pt x="76200" y="314325"/>
                </a:moveTo>
                <a:lnTo>
                  <a:pt x="85725" y="314325"/>
                </a:lnTo>
                <a:lnTo>
                  <a:pt x="85725" y="323850"/>
                </a:lnTo>
                <a:lnTo>
                  <a:pt x="76200" y="323850"/>
                </a:lnTo>
                <a:close/>
                <a:moveTo>
                  <a:pt x="133350" y="314325"/>
                </a:moveTo>
                <a:lnTo>
                  <a:pt x="142875" y="314325"/>
                </a:lnTo>
                <a:lnTo>
                  <a:pt x="142875" y="323850"/>
                </a:lnTo>
                <a:lnTo>
                  <a:pt x="133350" y="323850"/>
                </a:lnTo>
                <a:close/>
                <a:moveTo>
                  <a:pt x="381000" y="314325"/>
                </a:moveTo>
                <a:lnTo>
                  <a:pt x="390525" y="314325"/>
                </a:lnTo>
                <a:lnTo>
                  <a:pt x="390525" y="323850"/>
                </a:lnTo>
                <a:lnTo>
                  <a:pt x="381000" y="323850"/>
                </a:lnTo>
                <a:close/>
                <a:moveTo>
                  <a:pt x="561975" y="314325"/>
                </a:moveTo>
                <a:lnTo>
                  <a:pt x="571500" y="314325"/>
                </a:lnTo>
                <a:lnTo>
                  <a:pt x="571500" y="323850"/>
                </a:lnTo>
                <a:lnTo>
                  <a:pt x="561975" y="323850"/>
                </a:lnTo>
                <a:close/>
                <a:moveTo>
                  <a:pt x="85725" y="323850"/>
                </a:moveTo>
                <a:lnTo>
                  <a:pt x="95250" y="323850"/>
                </a:lnTo>
                <a:lnTo>
                  <a:pt x="95250" y="333375"/>
                </a:lnTo>
                <a:lnTo>
                  <a:pt x="85725" y="333375"/>
                </a:lnTo>
                <a:close/>
                <a:moveTo>
                  <a:pt x="152400" y="323850"/>
                </a:moveTo>
                <a:lnTo>
                  <a:pt x="161925" y="323850"/>
                </a:lnTo>
                <a:lnTo>
                  <a:pt x="161925" y="333375"/>
                </a:lnTo>
                <a:lnTo>
                  <a:pt x="152400" y="333375"/>
                </a:lnTo>
                <a:close/>
                <a:moveTo>
                  <a:pt x="304800" y="323850"/>
                </a:moveTo>
                <a:lnTo>
                  <a:pt x="314325" y="323850"/>
                </a:lnTo>
                <a:lnTo>
                  <a:pt x="314325" y="333375"/>
                </a:lnTo>
                <a:lnTo>
                  <a:pt x="304800" y="333375"/>
                </a:lnTo>
                <a:close/>
                <a:moveTo>
                  <a:pt x="323850" y="342900"/>
                </a:moveTo>
                <a:lnTo>
                  <a:pt x="342900" y="342900"/>
                </a:lnTo>
                <a:lnTo>
                  <a:pt x="342900" y="552450"/>
                </a:lnTo>
                <a:lnTo>
                  <a:pt x="333375" y="552450"/>
                </a:lnTo>
                <a:lnTo>
                  <a:pt x="333375" y="352425"/>
                </a:lnTo>
                <a:lnTo>
                  <a:pt x="323850" y="352425"/>
                </a:lnTo>
                <a:close/>
                <a:moveTo>
                  <a:pt x="400050" y="342900"/>
                </a:moveTo>
                <a:lnTo>
                  <a:pt x="409575" y="342900"/>
                </a:lnTo>
                <a:lnTo>
                  <a:pt x="409575" y="352425"/>
                </a:lnTo>
                <a:lnTo>
                  <a:pt x="400050" y="352425"/>
                </a:lnTo>
                <a:close/>
                <a:moveTo>
                  <a:pt x="495300" y="342900"/>
                </a:moveTo>
                <a:lnTo>
                  <a:pt x="504825" y="342900"/>
                </a:lnTo>
                <a:lnTo>
                  <a:pt x="504825" y="352425"/>
                </a:lnTo>
                <a:lnTo>
                  <a:pt x="495300" y="352425"/>
                </a:lnTo>
                <a:close/>
                <a:moveTo>
                  <a:pt x="552450" y="342900"/>
                </a:moveTo>
                <a:lnTo>
                  <a:pt x="561975" y="342900"/>
                </a:lnTo>
                <a:lnTo>
                  <a:pt x="561975" y="352425"/>
                </a:lnTo>
                <a:lnTo>
                  <a:pt x="552450" y="352425"/>
                </a:lnTo>
                <a:close/>
                <a:moveTo>
                  <a:pt x="571500" y="342900"/>
                </a:moveTo>
                <a:lnTo>
                  <a:pt x="581025" y="342900"/>
                </a:lnTo>
                <a:lnTo>
                  <a:pt x="581025" y="352425"/>
                </a:lnTo>
                <a:lnTo>
                  <a:pt x="571500" y="352425"/>
                </a:lnTo>
                <a:close/>
                <a:moveTo>
                  <a:pt x="161925" y="352425"/>
                </a:moveTo>
                <a:lnTo>
                  <a:pt x="171450" y="352425"/>
                </a:lnTo>
                <a:lnTo>
                  <a:pt x="171450" y="361950"/>
                </a:lnTo>
                <a:lnTo>
                  <a:pt x="161925" y="361950"/>
                </a:lnTo>
                <a:close/>
                <a:moveTo>
                  <a:pt x="219075" y="352425"/>
                </a:moveTo>
                <a:lnTo>
                  <a:pt x="228600" y="352425"/>
                </a:lnTo>
                <a:lnTo>
                  <a:pt x="228600" y="361950"/>
                </a:lnTo>
                <a:lnTo>
                  <a:pt x="219075" y="361950"/>
                </a:lnTo>
                <a:close/>
                <a:moveTo>
                  <a:pt x="180975" y="361950"/>
                </a:moveTo>
                <a:lnTo>
                  <a:pt x="190500" y="361950"/>
                </a:lnTo>
                <a:lnTo>
                  <a:pt x="190500" y="371475"/>
                </a:lnTo>
                <a:lnTo>
                  <a:pt x="180975" y="371475"/>
                </a:lnTo>
                <a:close/>
                <a:moveTo>
                  <a:pt x="428625" y="371475"/>
                </a:moveTo>
                <a:lnTo>
                  <a:pt x="438150" y="371475"/>
                </a:lnTo>
                <a:lnTo>
                  <a:pt x="438150" y="381000"/>
                </a:lnTo>
                <a:lnTo>
                  <a:pt x="428625" y="381000"/>
                </a:lnTo>
                <a:close/>
                <a:moveTo>
                  <a:pt x="485775" y="371475"/>
                </a:moveTo>
                <a:lnTo>
                  <a:pt x="495300" y="371475"/>
                </a:lnTo>
                <a:lnTo>
                  <a:pt x="495300" y="381000"/>
                </a:lnTo>
                <a:lnTo>
                  <a:pt x="485775" y="381000"/>
                </a:lnTo>
                <a:close/>
                <a:moveTo>
                  <a:pt x="228600" y="381000"/>
                </a:moveTo>
                <a:lnTo>
                  <a:pt x="238125" y="381000"/>
                </a:lnTo>
                <a:lnTo>
                  <a:pt x="238125" y="390525"/>
                </a:lnTo>
                <a:lnTo>
                  <a:pt x="228600" y="390525"/>
                </a:lnTo>
                <a:close/>
                <a:moveTo>
                  <a:pt x="247650" y="390525"/>
                </a:moveTo>
                <a:lnTo>
                  <a:pt x="257175" y="390525"/>
                </a:lnTo>
                <a:lnTo>
                  <a:pt x="257175" y="400050"/>
                </a:lnTo>
                <a:lnTo>
                  <a:pt x="247650" y="400050"/>
                </a:lnTo>
                <a:close/>
                <a:moveTo>
                  <a:pt x="285750" y="390525"/>
                </a:moveTo>
                <a:lnTo>
                  <a:pt x="295275" y="390525"/>
                </a:lnTo>
                <a:lnTo>
                  <a:pt x="295275" y="400050"/>
                </a:lnTo>
                <a:lnTo>
                  <a:pt x="285750" y="400050"/>
                </a:lnTo>
                <a:close/>
                <a:moveTo>
                  <a:pt x="581025" y="390525"/>
                </a:moveTo>
                <a:lnTo>
                  <a:pt x="590550" y="390525"/>
                </a:lnTo>
                <a:lnTo>
                  <a:pt x="590550" y="485775"/>
                </a:lnTo>
                <a:lnTo>
                  <a:pt x="581025" y="485775"/>
                </a:lnTo>
                <a:close/>
                <a:moveTo>
                  <a:pt x="133350" y="495300"/>
                </a:moveTo>
                <a:lnTo>
                  <a:pt x="142875" y="495300"/>
                </a:lnTo>
                <a:lnTo>
                  <a:pt x="142875" y="504825"/>
                </a:lnTo>
                <a:lnTo>
                  <a:pt x="133350" y="504825"/>
                </a:lnTo>
                <a:close/>
                <a:moveTo>
                  <a:pt x="152400" y="504825"/>
                </a:moveTo>
                <a:lnTo>
                  <a:pt x="161925" y="504825"/>
                </a:lnTo>
                <a:lnTo>
                  <a:pt x="161925" y="514350"/>
                </a:lnTo>
                <a:lnTo>
                  <a:pt x="152400" y="514350"/>
                </a:lnTo>
                <a:close/>
                <a:moveTo>
                  <a:pt x="200025" y="523875"/>
                </a:moveTo>
                <a:lnTo>
                  <a:pt x="209550" y="523875"/>
                </a:lnTo>
                <a:lnTo>
                  <a:pt x="209550" y="533400"/>
                </a:lnTo>
                <a:lnTo>
                  <a:pt x="200025" y="533400"/>
                </a:lnTo>
                <a:close/>
                <a:moveTo>
                  <a:pt x="161925" y="533400"/>
                </a:moveTo>
                <a:lnTo>
                  <a:pt x="171450" y="533400"/>
                </a:lnTo>
                <a:lnTo>
                  <a:pt x="171450" y="542925"/>
                </a:lnTo>
                <a:lnTo>
                  <a:pt x="161925" y="542925"/>
                </a:lnTo>
                <a:close/>
                <a:moveTo>
                  <a:pt x="219075" y="533400"/>
                </a:moveTo>
                <a:lnTo>
                  <a:pt x="228600" y="533400"/>
                </a:lnTo>
                <a:lnTo>
                  <a:pt x="228600" y="542925"/>
                </a:lnTo>
                <a:lnTo>
                  <a:pt x="219075" y="542925"/>
                </a:lnTo>
                <a:close/>
                <a:moveTo>
                  <a:pt x="476250" y="533400"/>
                </a:moveTo>
                <a:lnTo>
                  <a:pt x="485775" y="533400"/>
                </a:lnTo>
                <a:lnTo>
                  <a:pt x="485775" y="542925"/>
                </a:lnTo>
                <a:lnTo>
                  <a:pt x="476250" y="542925"/>
                </a:lnTo>
                <a:close/>
                <a:moveTo>
                  <a:pt x="457200" y="542925"/>
                </a:moveTo>
                <a:lnTo>
                  <a:pt x="466725" y="542925"/>
                </a:lnTo>
                <a:lnTo>
                  <a:pt x="466725" y="552450"/>
                </a:lnTo>
                <a:lnTo>
                  <a:pt x="457200" y="552450"/>
                </a:lnTo>
                <a:close/>
                <a:moveTo>
                  <a:pt x="228600" y="561975"/>
                </a:moveTo>
                <a:lnTo>
                  <a:pt x="238125" y="561975"/>
                </a:lnTo>
                <a:lnTo>
                  <a:pt x="238125" y="571500"/>
                </a:lnTo>
                <a:lnTo>
                  <a:pt x="228600" y="571500"/>
                </a:lnTo>
                <a:close/>
                <a:moveTo>
                  <a:pt x="285750" y="561975"/>
                </a:moveTo>
                <a:lnTo>
                  <a:pt x="295275" y="561975"/>
                </a:lnTo>
                <a:lnTo>
                  <a:pt x="295275" y="571500"/>
                </a:lnTo>
                <a:lnTo>
                  <a:pt x="285750" y="571500"/>
                </a:lnTo>
                <a:close/>
                <a:moveTo>
                  <a:pt x="466725" y="561975"/>
                </a:moveTo>
                <a:lnTo>
                  <a:pt x="476250" y="561975"/>
                </a:lnTo>
                <a:lnTo>
                  <a:pt x="476250" y="571500"/>
                </a:lnTo>
                <a:lnTo>
                  <a:pt x="466725" y="571500"/>
                </a:lnTo>
                <a:close/>
                <a:moveTo>
                  <a:pt x="247650" y="571500"/>
                </a:moveTo>
                <a:lnTo>
                  <a:pt x="257175" y="571500"/>
                </a:lnTo>
                <a:lnTo>
                  <a:pt x="257175" y="581025"/>
                </a:lnTo>
                <a:lnTo>
                  <a:pt x="247650" y="581025"/>
                </a:lnTo>
                <a:close/>
                <a:moveTo>
                  <a:pt x="304800" y="571500"/>
                </a:moveTo>
                <a:lnTo>
                  <a:pt x="314325" y="571500"/>
                </a:lnTo>
                <a:lnTo>
                  <a:pt x="314325" y="581025"/>
                </a:lnTo>
                <a:lnTo>
                  <a:pt x="304800" y="581025"/>
                </a:lnTo>
                <a:close/>
                <a:moveTo>
                  <a:pt x="333375" y="571500"/>
                </a:moveTo>
                <a:lnTo>
                  <a:pt x="342900" y="571500"/>
                </a:lnTo>
                <a:lnTo>
                  <a:pt x="342900" y="581025"/>
                </a:lnTo>
                <a:lnTo>
                  <a:pt x="333375" y="581025"/>
                </a:lnTo>
                <a:close/>
                <a:moveTo>
                  <a:pt x="361950" y="571500"/>
                </a:moveTo>
                <a:lnTo>
                  <a:pt x="371475" y="571500"/>
                </a:lnTo>
                <a:lnTo>
                  <a:pt x="371475" y="581025"/>
                </a:lnTo>
                <a:lnTo>
                  <a:pt x="361950" y="581025"/>
                </a:lnTo>
                <a:close/>
                <a:moveTo>
                  <a:pt x="390525" y="571500"/>
                </a:moveTo>
                <a:lnTo>
                  <a:pt x="400050" y="571500"/>
                </a:lnTo>
                <a:lnTo>
                  <a:pt x="400050" y="581025"/>
                </a:lnTo>
                <a:lnTo>
                  <a:pt x="390525" y="581025"/>
                </a:lnTo>
                <a:close/>
                <a:moveTo>
                  <a:pt x="323850" y="581025"/>
                </a:moveTo>
                <a:lnTo>
                  <a:pt x="333375" y="581025"/>
                </a:lnTo>
                <a:lnTo>
                  <a:pt x="333375" y="590550"/>
                </a:lnTo>
                <a:lnTo>
                  <a:pt x="323850" y="590550"/>
                </a:lnTo>
                <a:close/>
                <a:moveTo>
                  <a:pt x="371475" y="581025"/>
                </a:moveTo>
                <a:lnTo>
                  <a:pt x="381000" y="581025"/>
                </a:lnTo>
                <a:lnTo>
                  <a:pt x="381000" y="590550"/>
                </a:lnTo>
                <a:lnTo>
                  <a:pt x="371475" y="590550"/>
                </a:lnTo>
                <a:close/>
                <a:moveTo>
                  <a:pt x="314325" y="600075"/>
                </a:moveTo>
                <a:lnTo>
                  <a:pt x="323850" y="600075"/>
                </a:lnTo>
                <a:lnTo>
                  <a:pt x="323850" y="609600"/>
                </a:lnTo>
                <a:lnTo>
                  <a:pt x="314325" y="609600"/>
                </a:lnTo>
                <a:close/>
                <a:moveTo>
                  <a:pt x="381000" y="600075"/>
                </a:moveTo>
                <a:lnTo>
                  <a:pt x="390525" y="600075"/>
                </a:lnTo>
                <a:lnTo>
                  <a:pt x="390525" y="609600"/>
                </a:lnTo>
                <a:lnTo>
                  <a:pt x="381000" y="609600"/>
                </a:lnTo>
                <a:close/>
                <a:moveTo>
                  <a:pt x="333375" y="609600"/>
                </a:moveTo>
                <a:lnTo>
                  <a:pt x="342900" y="609600"/>
                </a:lnTo>
                <a:lnTo>
                  <a:pt x="342900" y="619125"/>
                </a:lnTo>
                <a:lnTo>
                  <a:pt x="333375" y="619125"/>
                </a:lnTo>
                <a:close/>
              </a:path>
            </a:pathLst>
          </a:custGeom>
          <a:solidFill xmlns:a="http://schemas.openxmlformats.org/drawingml/2006/main">
            <a:srgbClr val="626781"/>
          </a:solidFill>
          <a:ln xmlns:a="http://schemas.openxmlformats.org/drawingml/2006/main" w="0">
            <a:noFill/>
          </a:ln>
        </p:spPr>
      </p:sp>
      <p:sp>
        <p:nvSpPr>
          <p:cNvPr id="85" name="box vector #515777">
            <a:extLst xmlns:a="http://schemas.openxmlformats.org/drawingml/2006/main">
              <a:ext uri="{FF2B5EF4-FFF2-40B4-BE49-F238E27FC236}">
                <a16:creationId xmlns:a16="http://schemas.microsoft.com/office/drawing/2014/main" id="{B9FF6DB2-C1C0-4272-A3D6-D6F124A3AA9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57250" y="3686175"/>
            <a:ext cx="704850" cy="704850"/>
          </a:xfrm>
          <a:custGeom xmlns:a="http://schemas.openxmlformats.org/drawingml/2006/main">
            <a:pathLst>
              <a:path w="714375" h="666750">
                <a:moveTo>
                  <a:pt x="104775" y="200025"/>
                </a:moveTo>
                <a:lnTo>
                  <a:pt x="114300" y="200025"/>
                </a:lnTo>
                <a:lnTo>
                  <a:pt x="114300" y="209550"/>
                </a:lnTo>
                <a:lnTo>
                  <a:pt x="104775" y="209550"/>
                </a:lnTo>
                <a:close/>
                <a:moveTo>
                  <a:pt x="619125" y="200025"/>
                </a:moveTo>
                <a:lnTo>
                  <a:pt x="628650" y="200025"/>
                </a:lnTo>
                <a:lnTo>
                  <a:pt x="628650" y="209550"/>
                </a:lnTo>
                <a:lnTo>
                  <a:pt x="619125" y="209550"/>
                </a:lnTo>
                <a:close/>
                <a:moveTo>
                  <a:pt x="95250" y="209550"/>
                </a:moveTo>
                <a:lnTo>
                  <a:pt x="104775" y="209550"/>
                </a:lnTo>
                <a:lnTo>
                  <a:pt x="104775" y="219075"/>
                </a:lnTo>
                <a:lnTo>
                  <a:pt x="95250" y="219075"/>
                </a:lnTo>
                <a:close/>
                <a:moveTo>
                  <a:pt x="619125" y="238125"/>
                </a:moveTo>
                <a:lnTo>
                  <a:pt x="628650" y="238125"/>
                </a:lnTo>
                <a:lnTo>
                  <a:pt x="628650" y="247650"/>
                </a:lnTo>
                <a:lnTo>
                  <a:pt x="619125" y="247650"/>
                </a:lnTo>
                <a:close/>
                <a:moveTo>
                  <a:pt x="57150" y="276225"/>
                </a:moveTo>
                <a:lnTo>
                  <a:pt x="66675" y="276225"/>
                </a:lnTo>
                <a:lnTo>
                  <a:pt x="66675" y="285750"/>
                </a:lnTo>
                <a:lnTo>
                  <a:pt x="57150" y="285750"/>
                </a:lnTo>
                <a:close/>
                <a:moveTo>
                  <a:pt x="66675" y="285750"/>
                </a:moveTo>
                <a:lnTo>
                  <a:pt x="76200" y="285750"/>
                </a:lnTo>
                <a:lnTo>
                  <a:pt x="76200" y="295275"/>
                </a:lnTo>
                <a:lnTo>
                  <a:pt x="66675" y="295275"/>
                </a:lnTo>
                <a:close/>
                <a:moveTo>
                  <a:pt x="85725" y="295275"/>
                </a:moveTo>
                <a:lnTo>
                  <a:pt x="95250" y="295275"/>
                </a:lnTo>
                <a:lnTo>
                  <a:pt x="95250" y="304800"/>
                </a:lnTo>
                <a:lnTo>
                  <a:pt x="85725" y="304800"/>
                </a:lnTo>
                <a:close/>
                <a:moveTo>
                  <a:pt x="609600" y="295275"/>
                </a:moveTo>
                <a:lnTo>
                  <a:pt x="619125" y="295275"/>
                </a:lnTo>
                <a:lnTo>
                  <a:pt x="619125" y="304800"/>
                </a:lnTo>
                <a:lnTo>
                  <a:pt x="609600" y="304800"/>
                </a:lnTo>
                <a:close/>
                <a:moveTo>
                  <a:pt x="57150" y="304800"/>
                </a:moveTo>
                <a:lnTo>
                  <a:pt x="66675" y="304800"/>
                </a:lnTo>
                <a:lnTo>
                  <a:pt x="66675" y="314325"/>
                </a:lnTo>
                <a:lnTo>
                  <a:pt x="57150" y="314325"/>
                </a:lnTo>
                <a:close/>
                <a:moveTo>
                  <a:pt x="95250" y="304800"/>
                </a:moveTo>
                <a:lnTo>
                  <a:pt x="114300" y="304800"/>
                </a:lnTo>
                <a:lnTo>
                  <a:pt x="114300" y="314325"/>
                </a:lnTo>
                <a:lnTo>
                  <a:pt x="95250" y="314325"/>
                </a:lnTo>
                <a:close/>
                <a:moveTo>
                  <a:pt x="600075" y="304800"/>
                </a:moveTo>
                <a:lnTo>
                  <a:pt x="609600" y="304800"/>
                </a:lnTo>
                <a:lnTo>
                  <a:pt x="609600" y="314325"/>
                </a:lnTo>
                <a:lnTo>
                  <a:pt x="600075" y="314325"/>
                </a:lnTo>
                <a:close/>
                <a:moveTo>
                  <a:pt x="123825" y="314325"/>
                </a:moveTo>
                <a:lnTo>
                  <a:pt x="133350" y="314325"/>
                </a:lnTo>
                <a:lnTo>
                  <a:pt x="133350" y="323850"/>
                </a:lnTo>
                <a:lnTo>
                  <a:pt x="123825" y="323850"/>
                </a:lnTo>
                <a:close/>
                <a:moveTo>
                  <a:pt x="542925" y="323850"/>
                </a:moveTo>
                <a:lnTo>
                  <a:pt x="552450" y="323850"/>
                </a:lnTo>
                <a:lnTo>
                  <a:pt x="552450" y="333375"/>
                </a:lnTo>
                <a:lnTo>
                  <a:pt x="542925" y="333375"/>
                </a:lnTo>
                <a:close/>
                <a:moveTo>
                  <a:pt x="123825" y="333375"/>
                </a:moveTo>
                <a:lnTo>
                  <a:pt x="133350" y="333375"/>
                </a:lnTo>
                <a:lnTo>
                  <a:pt x="133350" y="342900"/>
                </a:lnTo>
                <a:lnTo>
                  <a:pt x="123825" y="342900"/>
                </a:lnTo>
                <a:close/>
                <a:moveTo>
                  <a:pt x="171450" y="333375"/>
                </a:moveTo>
                <a:lnTo>
                  <a:pt x="180975" y="333375"/>
                </a:lnTo>
                <a:lnTo>
                  <a:pt x="180975" y="342900"/>
                </a:lnTo>
                <a:lnTo>
                  <a:pt x="171450" y="342900"/>
                </a:lnTo>
                <a:close/>
                <a:moveTo>
                  <a:pt x="304800" y="333375"/>
                </a:moveTo>
                <a:lnTo>
                  <a:pt x="314325" y="333375"/>
                </a:lnTo>
                <a:lnTo>
                  <a:pt x="314325" y="342900"/>
                </a:lnTo>
                <a:lnTo>
                  <a:pt x="304800" y="342900"/>
                </a:lnTo>
                <a:close/>
                <a:moveTo>
                  <a:pt x="390525" y="333375"/>
                </a:moveTo>
                <a:lnTo>
                  <a:pt x="400050" y="333375"/>
                </a:lnTo>
                <a:lnTo>
                  <a:pt x="400050" y="342900"/>
                </a:lnTo>
                <a:lnTo>
                  <a:pt x="390525" y="342900"/>
                </a:lnTo>
                <a:close/>
                <a:moveTo>
                  <a:pt x="142875" y="342900"/>
                </a:moveTo>
                <a:lnTo>
                  <a:pt x="152400" y="342900"/>
                </a:lnTo>
                <a:lnTo>
                  <a:pt x="152400" y="352425"/>
                </a:lnTo>
                <a:lnTo>
                  <a:pt x="142875" y="352425"/>
                </a:lnTo>
                <a:close/>
                <a:moveTo>
                  <a:pt x="295275" y="342900"/>
                </a:moveTo>
                <a:lnTo>
                  <a:pt x="304800" y="342900"/>
                </a:lnTo>
                <a:lnTo>
                  <a:pt x="304800" y="352425"/>
                </a:lnTo>
                <a:lnTo>
                  <a:pt x="295275" y="352425"/>
                </a:lnTo>
                <a:close/>
                <a:moveTo>
                  <a:pt x="581025" y="342900"/>
                </a:moveTo>
                <a:lnTo>
                  <a:pt x="600075" y="342900"/>
                </a:lnTo>
                <a:lnTo>
                  <a:pt x="600075" y="361950"/>
                </a:lnTo>
                <a:lnTo>
                  <a:pt x="590550" y="361950"/>
                </a:lnTo>
                <a:lnTo>
                  <a:pt x="590550" y="390525"/>
                </a:lnTo>
                <a:lnTo>
                  <a:pt x="581025" y="390525"/>
                </a:lnTo>
                <a:close/>
                <a:moveTo>
                  <a:pt x="381000" y="352425"/>
                </a:moveTo>
                <a:lnTo>
                  <a:pt x="390525" y="352425"/>
                </a:lnTo>
                <a:lnTo>
                  <a:pt x="390525" y="361950"/>
                </a:lnTo>
                <a:lnTo>
                  <a:pt x="381000" y="361950"/>
                </a:lnTo>
                <a:close/>
                <a:moveTo>
                  <a:pt x="476250" y="352425"/>
                </a:moveTo>
                <a:lnTo>
                  <a:pt x="485775" y="352425"/>
                </a:lnTo>
                <a:lnTo>
                  <a:pt x="485775" y="361950"/>
                </a:lnTo>
                <a:lnTo>
                  <a:pt x="476250" y="361950"/>
                </a:lnTo>
                <a:close/>
                <a:moveTo>
                  <a:pt x="238125" y="361950"/>
                </a:moveTo>
                <a:lnTo>
                  <a:pt x="247650" y="361950"/>
                </a:lnTo>
                <a:lnTo>
                  <a:pt x="247650" y="371475"/>
                </a:lnTo>
                <a:lnTo>
                  <a:pt x="238125" y="371475"/>
                </a:lnTo>
                <a:close/>
                <a:moveTo>
                  <a:pt x="304800" y="361950"/>
                </a:moveTo>
                <a:lnTo>
                  <a:pt x="314325" y="361950"/>
                </a:lnTo>
                <a:lnTo>
                  <a:pt x="314325" y="371475"/>
                </a:lnTo>
                <a:lnTo>
                  <a:pt x="304800" y="371475"/>
                </a:lnTo>
                <a:close/>
                <a:moveTo>
                  <a:pt x="504825" y="361950"/>
                </a:moveTo>
                <a:lnTo>
                  <a:pt x="514350" y="361950"/>
                </a:lnTo>
                <a:lnTo>
                  <a:pt x="514350" y="371475"/>
                </a:lnTo>
                <a:lnTo>
                  <a:pt x="504825" y="371475"/>
                </a:lnTo>
                <a:close/>
                <a:moveTo>
                  <a:pt x="209550" y="371475"/>
                </a:moveTo>
                <a:lnTo>
                  <a:pt x="219075" y="371475"/>
                </a:lnTo>
                <a:lnTo>
                  <a:pt x="219075" y="381000"/>
                </a:lnTo>
                <a:lnTo>
                  <a:pt x="209550" y="381000"/>
                </a:lnTo>
                <a:close/>
                <a:moveTo>
                  <a:pt x="257175" y="371475"/>
                </a:moveTo>
                <a:lnTo>
                  <a:pt x="276225" y="371475"/>
                </a:lnTo>
                <a:lnTo>
                  <a:pt x="276225" y="400050"/>
                </a:lnTo>
                <a:lnTo>
                  <a:pt x="257175" y="400050"/>
                </a:lnTo>
                <a:close/>
                <a:moveTo>
                  <a:pt x="342900" y="371475"/>
                </a:moveTo>
                <a:lnTo>
                  <a:pt x="361950" y="371475"/>
                </a:lnTo>
                <a:lnTo>
                  <a:pt x="361950" y="419100"/>
                </a:lnTo>
                <a:lnTo>
                  <a:pt x="342900" y="419100"/>
                </a:lnTo>
                <a:close/>
                <a:moveTo>
                  <a:pt x="438150" y="390525"/>
                </a:moveTo>
                <a:lnTo>
                  <a:pt x="447675" y="390525"/>
                </a:lnTo>
                <a:lnTo>
                  <a:pt x="447675" y="400050"/>
                </a:lnTo>
                <a:lnTo>
                  <a:pt x="438150" y="400050"/>
                </a:lnTo>
                <a:close/>
                <a:moveTo>
                  <a:pt x="581025" y="485775"/>
                </a:moveTo>
                <a:lnTo>
                  <a:pt x="609600" y="485775"/>
                </a:lnTo>
                <a:lnTo>
                  <a:pt x="609600" y="504825"/>
                </a:lnTo>
                <a:lnTo>
                  <a:pt x="600075" y="504825"/>
                </a:lnTo>
                <a:lnTo>
                  <a:pt x="600075" y="514350"/>
                </a:lnTo>
                <a:lnTo>
                  <a:pt x="590550" y="514350"/>
                </a:lnTo>
                <a:lnTo>
                  <a:pt x="590550" y="495300"/>
                </a:lnTo>
                <a:lnTo>
                  <a:pt x="581025" y="495300"/>
                </a:lnTo>
                <a:close/>
                <a:moveTo>
                  <a:pt x="123825" y="495300"/>
                </a:moveTo>
                <a:lnTo>
                  <a:pt x="133350" y="495300"/>
                </a:lnTo>
                <a:lnTo>
                  <a:pt x="133350" y="504825"/>
                </a:lnTo>
                <a:lnTo>
                  <a:pt x="123825" y="504825"/>
                </a:lnTo>
                <a:close/>
                <a:moveTo>
                  <a:pt x="571500" y="495300"/>
                </a:moveTo>
                <a:lnTo>
                  <a:pt x="581025" y="495300"/>
                </a:lnTo>
                <a:lnTo>
                  <a:pt x="581025" y="504825"/>
                </a:lnTo>
                <a:lnTo>
                  <a:pt x="571500" y="504825"/>
                </a:lnTo>
                <a:close/>
                <a:moveTo>
                  <a:pt x="552450" y="504825"/>
                </a:moveTo>
                <a:lnTo>
                  <a:pt x="561975" y="504825"/>
                </a:lnTo>
                <a:lnTo>
                  <a:pt x="561975" y="514350"/>
                </a:lnTo>
                <a:lnTo>
                  <a:pt x="552450" y="514350"/>
                </a:lnTo>
                <a:close/>
                <a:moveTo>
                  <a:pt x="171450" y="514350"/>
                </a:moveTo>
                <a:lnTo>
                  <a:pt x="180975" y="514350"/>
                </a:lnTo>
                <a:lnTo>
                  <a:pt x="180975" y="523875"/>
                </a:lnTo>
                <a:lnTo>
                  <a:pt x="171450" y="523875"/>
                </a:lnTo>
                <a:close/>
                <a:moveTo>
                  <a:pt x="523875" y="514350"/>
                </a:moveTo>
                <a:lnTo>
                  <a:pt x="542925" y="514350"/>
                </a:lnTo>
                <a:lnTo>
                  <a:pt x="542925" y="523875"/>
                </a:lnTo>
                <a:lnTo>
                  <a:pt x="523875" y="523875"/>
                </a:lnTo>
                <a:close/>
                <a:moveTo>
                  <a:pt x="504825" y="523875"/>
                </a:moveTo>
                <a:lnTo>
                  <a:pt x="514350" y="523875"/>
                </a:lnTo>
                <a:lnTo>
                  <a:pt x="514350" y="533400"/>
                </a:lnTo>
                <a:lnTo>
                  <a:pt x="504825" y="533400"/>
                </a:lnTo>
                <a:close/>
                <a:moveTo>
                  <a:pt x="542925" y="523875"/>
                </a:moveTo>
                <a:lnTo>
                  <a:pt x="561975" y="523875"/>
                </a:lnTo>
                <a:lnTo>
                  <a:pt x="561975" y="533400"/>
                </a:lnTo>
                <a:lnTo>
                  <a:pt x="542925" y="533400"/>
                </a:lnTo>
                <a:close/>
                <a:moveTo>
                  <a:pt x="533400" y="533400"/>
                </a:moveTo>
                <a:lnTo>
                  <a:pt x="542925" y="533400"/>
                </a:lnTo>
                <a:lnTo>
                  <a:pt x="542925" y="542925"/>
                </a:lnTo>
                <a:lnTo>
                  <a:pt x="533400" y="542925"/>
                </a:lnTo>
                <a:close/>
                <a:moveTo>
                  <a:pt x="238125" y="542925"/>
                </a:moveTo>
                <a:lnTo>
                  <a:pt x="247650" y="542925"/>
                </a:lnTo>
                <a:lnTo>
                  <a:pt x="247650" y="552450"/>
                </a:lnTo>
                <a:lnTo>
                  <a:pt x="238125" y="552450"/>
                </a:lnTo>
                <a:close/>
                <a:moveTo>
                  <a:pt x="342900" y="542925"/>
                </a:moveTo>
                <a:lnTo>
                  <a:pt x="361950" y="542925"/>
                </a:lnTo>
                <a:lnTo>
                  <a:pt x="361950" y="571500"/>
                </a:lnTo>
                <a:lnTo>
                  <a:pt x="342900" y="571500"/>
                </a:lnTo>
                <a:close/>
                <a:moveTo>
                  <a:pt x="438150" y="552450"/>
                </a:moveTo>
                <a:lnTo>
                  <a:pt x="447675" y="552450"/>
                </a:lnTo>
                <a:lnTo>
                  <a:pt x="447675" y="561975"/>
                </a:lnTo>
                <a:lnTo>
                  <a:pt x="438150" y="561975"/>
                </a:lnTo>
                <a:close/>
                <a:moveTo>
                  <a:pt x="485775" y="552450"/>
                </a:moveTo>
                <a:lnTo>
                  <a:pt x="495300" y="552450"/>
                </a:lnTo>
                <a:lnTo>
                  <a:pt x="495300" y="561975"/>
                </a:lnTo>
                <a:lnTo>
                  <a:pt x="485775" y="561975"/>
                </a:lnTo>
                <a:close/>
                <a:moveTo>
                  <a:pt x="295275" y="590550"/>
                </a:moveTo>
                <a:lnTo>
                  <a:pt x="304800" y="590550"/>
                </a:lnTo>
                <a:lnTo>
                  <a:pt x="304800" y="600075"/>
                </a:lnTo>
                <a:lnTo>
                  <a:pt x="295275" y="600075"/>
                </a:lnTo>
                <a:close/>
                <a:moveTo>
                  <a:pt x="400050" y="590550"/>
                </a:moveTo>
                <a:lnTo>
                  <a:pt x="409575" y="590550"/>
                </a:lnTo>
                <a:lnTo>
                  <a:pt x="409575" y="600075"/>
                </a:lnTo>
                <a:lnTo>
                  <a:pt x="400050" y="600075"/>
                </a:lnTo>
                <a:close/>
              </a:path>
            </a:pathLst>
          </a:custGeom>
          <a:solidFill xmlns:a="http://schemas.openxmlformats.org/drawingml/2006/main">
            <a:srgbClr val="515777"/>
          </a:solidFill>
          <a:ln xmlns:a="http://schemas.openxmlformats.org/drawingml/2006/main" w="0">
            <a:noFill/>
          </a:ln>
        </p:spPr>
      </p:sp>
      <p:sp>
        <p:nvSpPr>
          <p:cNvPr id="86" name="box vector #3f5784">
            <a:extLst xmlns:a="http://schemas.openxmlformats.org/drawingml/2006/main">
              <a:ext uri="{FF2B5EF4-FFF2-40B4-BE49-F238E27FC236}">
                <a16:creationId xmlns:a16="http://schemas.microsoft.com/office/drawing/2014/main" id="{74C63683-9013-4CA4-BDF3-75778288594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57250" y="3686175"/>
            <a:ext cx="704850" cy="704850"/>
          </a:xfrm>
          <a:custGeom xmlns:a="http://schemas.openxmlformats.org/drawingml/2006/main">
            <a:pathLst>
              <a:path w="714375" h="666750">
                <a:moveTo>
                  <a:pt x="333375" y="66675"/>
                </a:moveTo>
                <a:lnTo>
                  <a:pt x="342900" y="66675"/>
                </a:lnTo>
                <a:lnTo>
                  <a:pt x="342900" y="76200"/>
                </a:lnTo>
                <a:lnTo>
                  <a:pt x="333375" y="76200"/>
                </a:lnTo>
                <a:close/>
                <a:moveTo>
                  <a:pt x="361950" y="66675"/>
                </a:moveTo>
                <a:lnTo>
                  <a:pt x="371475" y="66675"/>
                </a:lnTo>
                <a:lnTo>
                  <a:pt x="371475" y="76200"/>
                </a:lnTo>
                <a:lnTo>
                  <a:pt x="361950" y="76200"/>
                </a:lnTo>
                <a:close/>
                <a:moveTo>
                  <a:pt x="390525" y="76200"/>
                </a:moveTo>
                <a:lnTo>
                  <a:pt x="400050" y="76200"/>
                </a:lnTo>
                <a:lnTo>
                  <a:pt x="400050" y="85725"/>
                </a:lnTo>
                <a:lnTo>
                  <a:pt x="390525" y="85725"/>
                </a:lnTo>
                <a:close/>
                <a:moveTo>
                  <a:pt x="219075" y="114300"/>
                </a:moveTo>
                <a:lnTo>
                  <a:pt x="228600" y="114300"/>
                </a:lnTo>
                <a:lnTo>
                  <a:pt x="228600" y="123825"/>
                </a:lnTo>
                <a:lnTo>
                  <a:pt x="219075" y="123825"/>
                </a:lnTo>
                <a:close/>
                <a:moveTo>
                  <a:pt x="476250" y="114300"/>
                </a:moveTo>
                <a:lnTo>
                  <a:pt x="485775" y="114300"/>
                </a:lnTo>
                <a:lnTo>
                  <a:pt x="485775" y="123825"/>
                </a:lnTo>
                <a:lnTo>
                  <a:pt x="476250" y="123825"/>
                </a:lnTo>
                <a:close/>
                <a:moveTo>
                  <a:pt x="152400" y="142875"/>
                </a:moveTo>
                <a:lnTo>
                  <a:pt x="161925" y="142875"/>
                </a:lnTo>
                <a:lnTo>
                  <a:pt x="161925" y="152400"/>
                </a:lnTo>
                <a:lnTo>
                  <a:pt x="152400" y="152400"/>
                </a:lnTo>
                <a:close/>
                <a:moveTo>
                  <a:pt x="133350" y="152400"/>
                </a:moveTo>
                <a:lnTo>
                  <a:pt x="142875" y="152400"/>
                </a:lnTo>
                <a:lnTo>
                  <a:pt x="142875" y="161925"/>
                </a:lnTo>
                <a:lnTo>
                  <a:pt x="133350" y="161925"/>
                </a:lnTo>
                <a:close/>
                <a:moveTo>
                  <a:pt x="561975" y="152400"/>
                </a:moveTo>
                <a:lnTo>
                  <a:pt x="571500" y="152400"/>
                </a:lnTo>
                <a:lnTo>
                  <a:pt x="571500" y="161925"/>
                </a:lnTo>
                <a:lnTo>
                  <a:pt x="561975" y="161925"/>
                </a:lnTo>
                <a:close/>
                <a:moveTo>
                  <a:pt x="581025" y="161925"/>
                </a:moveTo>
                <a:lnTo>
                  <a:pt x="590550" y="161925"/>
                </a:lnTo>
                <a:lnTo>
                  <a:pt x="590550" y="171450"/>
                </a:lnTo>
                <a:lnTo>
                  <a:pt x="600075" y="171450"/>
                </a:lnTo>
                <a:lnTo>
                  <a:pt x="600075" y="180975"/>
                </a:lnTo>
                <a:lnTo>
                  <a:pt x="590550" y="180975"/>
                </a:lnTo>
                <a:lnTo>
                  <a:pt x="590550" y="200025"/>
                </a:lnTo>
                <a:lnTo>
                  <a:pt x="571500" y="200025"/>
                </a:lnTo>
                <a:lnTo>
                  <a:pt x="571500" y="190500"/>
                </a:lnTo>
                <a:lnTo>
                  <a:pt x="581025" y="190500"/>
                </a:lnTo>
                <a:close/>
                <a:moveTo>
                  <a:pt x="95250" y="180975"/>
                </a:moveTo>
                <a:lnTo>
                  <a:pt x="114300" y="180975"/>
                </a:lnTo>
                <a:lnTo>
                  <a:pt x="114300" y="200025"/>
                </a:lnTo>
                <a:lnTo>
                  <a:pt x="104775" y="200025"/>
                </a:lnTo>
                <a:lnTo>
                  <a:pt x="104775" y="190500"/>
                </a:lnTo>
                <a:lnTo>
                  <a:pt x="95250" y="190500"/>
                </a:lnTo>
                <a:close/>
                <a:moveTo>
                  <a:pt x="133350" y="200025"/>
                </a:moveTo>
                <a:lnTo>
                  <a:pt x="152400" y="200025"/>
                </a:lnTo>
                <a:lnTo>
                  <a:pt x="152400" y="209550"/>
                </a:lnTo>
                <a:lnTo>
                  <a:pt x="133350" y="209550"/>
                </a:lnTo>
                <a:close/>
                <a:moveTo>
                  <a:pt x="552450" y="200025"/>
                </a:moveTo>
                <a:lnTo>
                  <a:pt x="571500" y="200025"/>
                </a:lnTo>
                <a:lnTo>
                  <a:pt x="571500" y="209550"/>
                </a:lnTo>
                <a:lnTo>
                  <a:pt x="552450" y="209550"/>
                </a:lnTo>
                <a:close/>
                <a:moveTo>
                  <a:pt x="152400" y="209550"/>
                </a:moveTo>
                <a:lnTo>
                  <a:pt x="171450" y="209550"/>
                </a:lnTo>
                <a:lnTo>
                  <a:pt x="171450" y="219075"/>
                </a:lnTo>
                <a:lnTo>
                  <a:pt x="152400" y="219075"/>
                </a:lnTo>
                <a:close/>
                <a:moveTo>
                  <a:pt x="514350" y="209550"/>
                </a:moveTo>
                <a:lnTo>
                  <a:pt x="552450" y="209550"/>
                </a:lnTo>
                <a:lnTo>
                  <a:pt x="552450" y="219075"/>
                </a:lnTo>
                <a:lnTo>
                  <a:pt x="523875" y="219075"/>
                </a:lnTo>
                <a:lnTo>
                  <a:pt x="523875" y="228600"/>
                </a:lnTo>
                <a:lnTo>
                  <a:pt x="504825" y="228600"/>
                </a:lnTo>
                <a:lnTo>
                  <a:pt x="504825" y="238125"/>
                </a:lnTo>
                <a:lnTo>
                  <a:pt x="485775" y="238125"/>
                </a:lnTo>
                <a:lnTo>
                  <a:pt x="485775" y="247650"/>
                </a:lnTo>
                <a:lnTo>
                  <a:pt x="457200" y="247650"/>
                </a:lnTo>
                <a:lnTo>
                  <a:pt x="457200" y="257175"/>
                </a:lnTo>
                <a:lnTo>
                  <a:pt x="438150" y="257175"/>
                </a:lnTo>
                <a:lnTo>
                  <a:pt x="438150" y="266700"/>
                </a:lnTo>
                <a:lnTo>
                  <a:pt x="419100" y="266700"/>
                </a:lnTo>
                <a:lnTo>
                  <a:pt x="419100" y="257175"/>
                </a:lnTo>
                <a:lnTo>
                  <a:pt x="428625" y="257175"/>
                </a:lnTo>
                <a:lnTo>
                  <a:pt x="428625" y="247650"/>
                </a:lnTo>
                <a:lnTo>
                  <a:pt x="447675" y="247650"/>
                </a:lnTo>
                <a:lnTo>
                  <a:pt x="447675" y="238125"/>
                </a:lnTo>
                <a:lnTo>
                  <a:pt x="476250" y="238125"/>
                </a:lnTo>
                <a:lnTo>
                  <a:pt x="476250" y="228600"/>
                </a:lnTo>
                <a:lnTo>
                  <a:pt x="495300" y="228600"/>
                </a:lnTo>
                <a:lnTo>
                  <a:pt x="495300" y="219075"/>
                </a:lnTo>
                <a:lnTo>
                  <a:pt x="514350" y="219075"/>
                </a:lnTo>
                <a:close/>
                <a:moveTo>
                  <a:pt x="171450" y="219075"/>
                </a:moveTo>
                <a:lnTo>
                  <a:pt x="190500" y="219075"/>
                </a:lnTo>
                <a:lnTo>
                  <a:pt x="190500" y="228600"/>
                </a:lnTo>
                <a:lnTo>
                  <a:pt x="171450" y="228600"/>
                </a:lnTo>
                <a:close/>
                <a:moveTo>
                  <a:pt x="200025" y="228600"/>
                </a:moveTo>
                <a:lnTo>
                  <a:pt x="219075" y="228600"/>
                </a:lnTo>
                <a:lnTo>
                  <a:pt x="219075" y="238125"/>
                </a:lnTo>
                <a:lnTo>
                  <a:pt x="200025" y="238125"/>
                </a:lnTo>
                <a:close/>
                <a:moveTo>
                  <a:pt x="219075" y="238125"/>
                </a:moveTo>
                <a:lnTo>
                  <a:pt x="238125" y="238125"/>
                </a:lnTo>
                <a:lnTo>
                  <a:pt x="238125" y="247650"/>
                </a:lnTo>
                <a:lnTo>
                  <a:pt x="219075" y="247650"/>
                </a:lnTo>
                <a:close/>
                <a:moveTo>
                  <a:pt x="47625" y="247650"/>
                </a:moveTo>
                <a:lnTo>
                  <a:pt x="57150" y="247650"/>
                </a:lnTo>
                <a:lnTo>
                  <a:pt x="57150" y="257175"/>
                </a:lnTo>
                <a:lnTo>
                  <a:pt x="66675" y="257175"/>
                </a:lnTo>
                <a:lnTo>
                  <a:pt x="66675" y="247650"/>
                </a:lnTo>
                <a:lnTo>
                  <a:pt x="76200" y="247650"/>
                </a:lnTo>
                <a:lnTo>
                  <a:pt x="76200" y="257175"/>
                </a:lnTo>
                <a:lnTo>
                  <a:pt x="66675" y="257175"/>
                </a:lnTo>
                <a:lnTo>
                  <a:pt x="66675" y="266700"/>
                </a:lnTo>
                <a:lnTo>
                  <a:pt x="57150" y="266700"/>
                </a:lnTo>
                <a:lnTo>
                  <a:pt x="57150" y="285750"/>
                </a:lnTo>
                <a:lnTo>
                  <a:pt x="38100" y="285750"/>
                </a:lnTo>
                <a:lnTo>
                  <a:pt x="38100" y="295275"/>
                </a:lnTo>
                <a:lnTo>
                  <a:pt x="28575" y="295275"/>
                </a:lnTo>
                <a:lnTo>
                  <a:pt x="28575" y="276225"/>
                </a:lnTo>
                <a:lnTo>
                  <a:pt x="38100" y="276225"/>
                </a:lnTo>
                <a:lnTo>
                  <a:pt x="38100" y="257175"/>
                </a:lnTo>
                <a:lnTo>
                  <a:pt x="47625" y="257175"/>
                </a:lnTo>
                <a:close/>
                <a:moveTo>
                  <a:pt x="247650" y="247650"/>
                </a:moveTo>
                <a:lnTo>
                  <a:pt x="266700" y="247650"/>
                </a:lnTo>
                <a:lnTo>
                  <a:pt x="266700" y="257175"/>
                </a:lnTo>
                <a:lnTo>
                  <a:pt x="247650" y="257175"/>
                </a:lnTo>
                <a:close/>
                <a:moveTo>
                  <a:pt x="266700" y="257175"/>
                </a:moveTo>
                <a:lnTo>
                  <a:pt x="285750" y="257175"/>
                </a:lnTo>
                <a:lnTo>
                  <a:pt x="285750" y="266700"/>
                </a:lnTo>
                <a:lnTo>
                  <a:pt x="266700" y="266700"/>
                </a:lnTo>
                <a:close/>
                <a:moveTo>
                  <a:pt x="657225" y="257175"/>
                </a:moveTo>
                <a:lnTo>
                  <a:pt x="666750" y="257175"/>
                </a:lnTo>
                <a:lnTo>
                  <a:pt x="666750" y="266700"/>
                </a:lnTo>
                <a:lnTo>
                  <a:pt x="657225" y="266700"/>
                </a:lnTo>
                <a:close/>
                <a:moveTo>
                  <a:pt x="285750" y="266700"/>
                </a:moveTo>
                <a:lnTo>
                  <a:pt x="304800" y="266700"/>
                </a:lnTo>
                <a:lnTo>
                  <a:pt x="304800" y="276225"/>
                </a:lnTo>
                <a:lnTo>
                  <a:pt x="285750" y="276225"/>
                </a:lnTo>
                <a:close/>
                <a:moveTo>
                  <a:pt x="400050" y="266700"/>
                </a:moveTo>
                <a:lnTo>
                  <a:pt x="419100" y="266700"/>
                </a:lnTo>
                <a:lnTo>
                  <a:pt x="419100" y="276225"/>
                </a:lnTo>
                <a:lnTo>
                  <a:pt x="400050" y="276225"/>
                </a:lnTo>
                <a:close/>
                <a:moveTo>
                  <a:pt x="638175" y="266700"/>
                </a:moveTo>
                <a:lnTo>
                  <a:pt x="647700" y="266700"/>
                </a:lnTo>
                <a:lnTo>
                  <a:pt x="647700" y="285750"/>
                </a:lnTo>
                <a:lnTo>
                  <a:pt x="638175" y="285750"/>
                </a:lnTo>
                <a:close/>
                <a:moveTo>
                  <a:pt x="304800" y="276225"/>
                </a:moveTo>
                <a:lnTo>
                  <a:pt x="314325" y="276225"/>
                </a:lnTo>
                <a:lnTo>
                  <a:pt x="314325" y="285750"/>
                </a:lnTo>
                <a:lnTo>
                  <a:pt x="304800" y="285750"/>
                </a:lnTo>
                <a:close/>
                <a:moveTo>
                  <a:pt x="38100" y="295275"/>
                </a:moveTo>
                <a:lnTo>
                  <a:pt x="57150" y="295275"/>
                </a:lnTo>
                <a:lnTo>
                  <a:pt x="57150" y="304800"/>
                </a:lnTo>
                <a:lnTo>
                  <a:pt x="38100" y="304800"/>
                </a:lnTo>
                <a:close/>
                <a:moveTo>
                  <a:pt x="323850" y="304800"/>
                </a:moveTo>
                <a:lnTo>
                  <a:pt x="333375" y="304800"/>
                </a:lnTo>
                <a:lnTo>
                  <a:pt x="333375" y="333375"/>
                </a:lnTo>
                <a:lnTo>
                  <a:pt x="342900" y="333375"/>
                </a:lnTo>
                <a:lnTo>
                  <a:pt x="342900" y="342900"/>
                </a:lnTo>
                <a:lnTo>
                  <a:pt x="323850" y="342900"/>
                </a:lnTo>
                <a:lnTo>
                  <a:pt x="323850" y="352425"/>
                </a:lnTo>
                <a:lnTo>
                  <a:pt x="314325" y="352425"/>
                </a:lnTo>
                <a:lnTo>
                  <a:pt x="314325" y="314325"/>
                </a:lnTo>
                <a:lnTo>
                  <a:pt x="323850" y="314325"/>
                </a:lnTo>
                <a:close/>
                <a:moveTo>
                  <a:pt x="371475" y="304800"/>
                </a:moveTo>
                <a:lnTo>
                  <a:pt x="381000" y="304800"/>
                </a:lnTo>
                <a:lnTo>
                  <a:pt x="381000" y="323850"/>
                </a:lnTo>
                <a:lnTo>
                  <a:pt x="371475" y="323850"/>
                </a:lnTo>
                <a:close/>
                <a:moveTo>
                  <a:pt x="590550" y="304800"/>
                </a:moveTo>
                <a:lnTo>
                  <a:pt x="600075" y="304800"/>
                </a:lnTo>
                <a:lnTo>
                  <a:pt x="600075" y="323850"/>
                </a:lnTo>
                <a:lnTo>
                  <a:pt x="609600" y="323850"/>
                </a:lnTo>
                <a:lnTo>
                  <a:pt x="609600" y="314325"/>
                </a:lnTo>
                <a:lnTo>
                  <a:pt x="619125" y="314325"/>
                </a:lnTo>
                <a:lnTo>
                  <a:pt x="619125" y="323850"/>
                </a:lnTo>
                <a:lnTo>
                  <a:pt x="609600" y="323850"/>
                </a:lnTo>
                <a:lnTo>
                  <a:pt x="609600" y="361950"/>
                </a:lnTo>
                <a:lnTo>
                  <a:pt x="600075" y="361950"/>
                </a:lnTo>
                <a:lnTo>
                  <a:pt x="600075" y="342900"/>
                </a:lnTo>
                <a:lnTo>
                  <a:pt x="571500" y="342900"/>
                </a:lnTo>
                <a:lnTo>
                  <a:pt x="571500" y="333375"/>
                </a:lnTo>
                <a:lnTo>
                  <a:pt x="590550" y="333375"/>
                </a:lnTo>
                <a:close/>
                <a:moveTo>
                  <a:pt x="85725" y="314325"/>
                </a:moveTo>
                <a:lnTo>
                  <a:pt x="95250" y="314325"/>
                </a:lnTo>
                <a:lnTo>
                  <a:pt x="95250" y="323850"/>
                </a:lnTo>
                <a:lnTo>
                  <a:pt x="85725" y="323850"/>
                </a:lnTo>
                <a:close/>
                <a:moveTo>
                  <a:pt x="104775" y="314325"/>
                </a:moveTo>
                <a:lnTo>
                  <a:pt x="123825" y="314325"/>
                </a:lnTo>
                <a:lnTo>
                  <a:pt x="123825" y="352425"/>
                </a:lnTo>
                <a:lnTo>
                  <a:pt x="114300" y="352425"/>
                </a:lnTo>
                <a:lnTo>
                  <a:pt x="114300" y="333375"/>
                </a:lnTo>
                <a:lnTo>
                  <a:pt x="104775" y="333375"/>
                </a:lnTo>
                <a:lnTo>
                  <a:pt x="104775" y="342900"/>
                </a:lnTo>
                <a:lnTo>
                  <a:pt x="95250" y="342900"/>
                </a:lnTo>
                <a:lnTo>
                  <a:pt x="95250" y="323850"/>
                </a:lnTo>
                <a:lnTo>
                  <a:pt x="104775" y="323850"/>
                </a:lnTo>
                <a:close/>
                <a:moveTo>
                  <a:pt x="361950" y="323850"/>
                </a:moveTo>
                <a:lnTo>
                  <a:pt x="371475" y="323850"/>
                </a:lnTo>
                <a:lnTo>
                  <a:pt x="371475" y="333375"/>
                </a:lnTo>
                <a:lnTo>
                  <a:pt x="381000" y="333375"/>
                </a:lnTo>
                <a:lnTo>
                  <a:pt x="381000" y="342900"/>
                </a:lnTo>
                <a:lnTo>
                  <a:pt x="361950" y="342900"/>
                </a:lnTo>
                <a:close/>
                <a:moveTo>
                  <a:pt x="342900" y="342900"/>
                </a:moveTo>
                <a:lnTo>
                  <a:pt x="361950" y="342900"/>
                </a:lnTo>
                <a:lnTo>
                  <a:pt x="361950" y="371475"/>
                </a:lnTo>
                <a:lnTo>
                  <a:pt x="342900" y="371475"/>
                </a:lnTo>
                <a:close/>
                <a:moveTo>
                  <a:pt x="342900" y="571500"/>
                </a:moveTo>
                <a:lnTo>
                  <a:pt x="361950" y="571500"/>
                </a:lnTo>
                <a:lnTo>
                  <a:pt x="361950" y="581025"/>
                </a:lnTo>
                <a:lnTo>
                  <a:pt x="371475" y="581025"/>
                </a:lnTo>
                <a:lnTo>
                  <a:pt x="371475" y="600075"/>
                </a:lnTo>
                <a:lnTo>
                  <a:pt x="381000" y="600075"/>
                </a:lnTo>
                <a:lnTo>
                  <a:pt x="381000" y="609600"/>
                </a:lnTo>
                <a:lnTo>
                  <a:pt x="361950" y="609600"/>
                </a:lnTo>
                <a:lnTo>
                  <a:pt x="361950" y="619125"/>
                </a:lnTo>
                <a:lnTo>
                  <a:pt x="342900" y="619125"/>
                </a:lnTo>
                <a:lnTo>
                  <a:pt x="342900" y="609600"/>
                </a:lnTo>
                <a:lnTo>
                  <a:pt x="323850" y="609600"/>
                </a:lnTo>
                <a:lnTo>
                  <a:pt x="323850" y="590550"/>
                </a:lnTo>
                <a:lnTo>
                  <a:pt x="314325" y="590550"/>
                </a:lnTo>
                <a:lnTo>
                  <a:pt x="314325" y="581025"/>
                </a:lnTo>
                <a:lnTo>
                  <a:pt x="323850" y="581025"/>
                </a:lnTo>
                <a:lnTo>
                  <a:pt x="323850" y="590550"/>
                </a:lnTo>
                <a:lnTo>
                  <a:pt x="333375" y="590550"/>
                </a:lnTo>
                <a:lnTo>
                  <a:pt x="333375" y="581025"/>
                </a:lnTo>
                <a:lnTo>
                  <a:pt x="342900" y="581025"/>
                </a:lnTo>
                <a:close/>
                <a:moveTo>
                  <a:pt x="381000" y="581025"/>
                </a:moveTo>
                <a:lnTo>
                  <a:pt x="390525" y="581025"/>
                </a:lnTo>
                <a:lnTo>
                  <a:pt x="390525" y="590550"/>
                </a:lnTo>
                <a:lnTo>
                  <a:pt x="381000" y="590550"/>
                </a:lnTo>
                <a:close/>
              </a:path>
            </a:pathLst>
          </a:custGeom>
          <a:solidFill xmlns:a="http://schemas.openxmlformats.org/drawingml/2006/main">
            <a:srgbClr val="3F5784"/>
          </a:solidFill>
          <a:ln xmlns:a="http://schemas.openxmlformats.org/drawingml/2006/main" w="0">
            <a:noFill/>
          </a:ln>
        </p:spPr>
      </p:sp>
      <p:sp>
        <p:nvSpPr>
          <p:cNvPr id="87" name="box vector #4b4e6a">
            <a:extLst xmlns:a="http://schemas.openxmlformats.org/drawingml/2006/main">
              <a:ext uri="{FF2B5EF4-FFF2-40B4-BE49-F238E27FC236}">
                <a16:creationId xmlns:a16="http://schemas.microsoft.com/office/drawing/2014/main" id="{15C37795-73C4-43B3-B939-10A987B2A16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57250" y="3686175"/>
            <a:ext cx="704850" cy="704850"/>
          </a:xfrm>
          <a:custGeom xmlns:a="http://schemas.openxmlformats.org/drawingml/2006/main">
            <a:pathLst>
              <a:path w="714375" h="666750">
                <a:moveTo>
                  <a:pt x="133350" y="323850"/>
                </a:moveTo>
                <a:lnTo>
                  <a:pt x="152400" y="323850"/>
                </a:lnTo>
                <a:lnTo>
                  <a:pt x="152400" y="333375"/>
                </a:lnTo>
                <a:lnTo>
                  <a:pt x="171450" y="333375"/>
                </a:lnTo>
                <a:lnTo>
                  <a:pt x="171450" y="342900"/>
                </a:lnTo>
                <a:lnTo>
                  <a:pt x="200025" y="342900"/>
                </a:lnTo>
                <a:lnTo>
                  <a:pt x="200025" y="352425"/>
                </a:lnTo>
                <a:lnTo>
                  <a:pt x="219075" y="352425"/>
                </a:lnTo>
                <a:lnTo>
                  <a:pt x="219075" y="361950"/>
                </a:lnTo>
                <a:lnTo>
                  <a:pt x="238125" y="361950"/>
                </a:lnTo>
                <a:lnTo>
                  <a:pt x="238125" y="371475"/>
                </a:lnTo>
                <a:lnTo>
                  <a:pt x="257175" y="371475"/>
                </a:lnTo>
                <a:lnTo>
                  <a:pt x="257175" y="390525"/>
                </a:lnTo>
                <a:lnTo>
                  <a:pt x="238125" y="390525"/>
                </a:lnTo>
                <a:lnTo>
                  <a:pt x="238125" y="381000"/>
                </a:lnTo>
                <a:lnTo>
                  <a:pt x="219075" y="381000"/>
                </a:lnTo>
                <a:lnTo>
                  <a:pt x="219075" y="371475"/>
                </a:lnTo>
                <a:lnTo>
                  <a:pt x="190500" y="371475"/>
                </a:lnTo>
                <a:lnTo>
                  <a:pt x="190500" y="361950"/>
                </a:lnTo>
                <a:lnTo>
                  <a:pt x="171450" y="361950"/>
                </a:lnTo>
                <a:lnTo>
                  <a:pt x="171450" y="352425"/>
                </a:lnTo>
                <a:lnTo>
                  <a:pt x="152400" y="352425"/>
                </a:lnTo>
                <a:lnTo>
                  <a:pt x="152400" y="342900"/>
                </a:lnTo>
                <a:lnTo>
                  <a:pt x="133350" y="342900"/>
                </a:lnTo>
                <a:close/>
                <a:moveTo>
                  <a:pt x="552450" y="323850"/>
                </a:moveTo>
                <a:lnTo>
                  <a:pt x="561975" y="323850"/>
                </a:lnTo>
                <a:lnTo>
                  <a:pt x="561975" y="342900"/>
                </a:lnTo>
                <a:lnTo>
                  <a:pt x="552450" y="342900"/>
                </a:lnTo>
                <a:lnTo>
                  <a:pt x="552450" y="352425"/>
                </a:lnTo>
                <a:lnTo>
                  <a:pt x="533400" y="352425"/>
                </a:lnTo>
                <a:lnTo>
                  <a:pt x="533400" y="361950"/>
                </a:lnTo>
                <a:lnTo>
                  <a:pt x="504825" y="361950"/>
                </a:lnTo>
                <a:lnTo>
                  <a:pt x="504825" y="371475"/>
                </a:lnTo>
                <a:lnTo>
                  <a:pt x="485775" y="371475"/>
                </a:lnTo>
                <a:lnTo>
                  <a:pt x="485775" y="381000"/>
                </a:lnTo>
                <a:lnTo>
                  <a:pt x="466725" y="381000"/>
                </a:lnTo>
                <a:lnTo>
                  <a:pt x="466725" y="390525"/>
                </a:lnTo>
                <a:lnTo>
                  <a:pt x="438150" y="390525"/>
                </a:lnTo>
                <a:lnTo>
                  <a:pt x="438150" y="400050"/>
                </a:lnTo>
                <a:lnTo>
                  <a:pt x="409575" y="400050"/>
                </a:lnTo>
                <a:lnTo>
                  <a:pt x="409575" y="390525"/>
                </a:lnTo>
                <a:lnTo>
                  <a:pt x="400050" y="390525"/>
                </a:lnTo>
                <a:lnTo>
                  <a:pt x="400050" y="371475"/>
                </a:lnTo>
                <a:lnTo>
                  <a:pt x="390525" y="371475"/>
                </a:lnTo>
                <a:lnTo>
                  <a:pt x="390525" y="352425"/>
                </a:lnTo>
                <a:lnTo>
                  <a:pt x="381000" y="352425"/>
                </a:lnTo>
                <a:lnTo>
                  <a:pt x="381000" y="342900"/>
                </a:lnTo>
                <a:lnTo>
                  <a:pt x="400050" y="342900"/>
                </a:lnTo>
                <a:lnTo>
                  <a:pt x="400050" y="352425"/>
                </a:lnTo>
                <a:lnTo>
                  <a:pt x="409575" y="352425"/>
                </a:lnTo>
                <a:lnTo>
                  <a:pt x="409575" y="361950"/>
                </a:lnTo>
                <a:lnTo>
                  <a:pt x="419100" y="361950"/>
                </a:lnTo>
                <a:lnTo>
                  <a:pt x="419100" y="371475"/>
                </a:lnTo>
                <a:lnTo>
                  <a:pt x="428625" y="371475"/>
                </a:lnTo>
                <a:lnTo>
                  <a:pt x="428625" y="381000"/>
                </a:lnTo>
                <a:lnTo>
                  <a:pt x="438150" y="381000"/>
                </a:lnTo>
                <a:lnTo>
                  <a:pt x="438150" y="371475"/>
                </a:lnTo>
                <a:lnTo>
                  <a:pt x="457200" y="371475"/>
                </a:lnTo>
                <a:lnTo>
                  <a:pt x="457200" y="361950"/>
                </a:lnTo>
                <a:lnTo>
                  <a:pt x="485775" y="361950"/>
                </a:lnTo>
                <a:lnTo>
                  <a:pt x="485775" y="352425"/>
                </a:lnTo>
                <a:lnTo>
                  <a:pt x="504825" y="352425"/>
                </a:lnTo>
                <a:lnTo>
                  <a:pt x="504825" y="342900"/>
                </a:lnTo>
                <a:lnTo>
                  <a:pt x="523875" y="342900"/>
                </a:lnTo>
                <a:lnTo>
                  <a:pt x="523875" y="333375"/>
                </a:lnTo>
                <a:lnTo>
                  <a:pt x="552450" y="333375"/>
                </a:lnTo>
                <a:close/>
                <a:moveTo>
                  <a:pt x="304800" y="342900"/>
                </a:moveTo>
                <a:lnTo>
                  <a:pt x="314325" y="342900"/>
                </a:lnTo>
                <a:lnTo>
                  <a:pt x="314325" y="361950"/>
                </a:lnTo>
                <a:lnTo>
                  <a:pt x="304800" y="361950"/>
                </a:lnTo>
                <a:lnTo>
                  <a:pt x="304800" y="381000"/>
                </a:lnTo>
                <a:lnTo>
                  <a:pt x="295275" y="381000"/>
                </a:lnTo>
                <a:lnTo>
                  <a:pt x="295275" y="390525"/>
                </a:lnTo>
                <a:lnTo>
                  <a:pt x="285750" y="390525"/>
                </a:lnTo>
                <a:lnTo>
                  <a:pt x="285750" y="400050"/>
                </a:lnTo>
                <a:lnTo>
                  <a:pt x="276225" y="400050"/>
                </a:lnTo>
                <a:lnTo>
                  <a:pt x="276225" y="371475"/>
                </a:lnTo>
                <a:lnTo>
                  <a:pt x="285750" y="371475"/>
                </a:lnTo>
                <a:lnTo>
                  <a:pt x="285750" y="361950"/>
                </a:lnTo>
                <a:lnTo>
                  <a:pt x="295275" y="361950"/>
                </a:lnTo>
                <a:lnTo>
                  <a:pt x="295275" y="352425"/>
                </a:lnTo>
                <a:lnTo>
                  <a:pt x="304800" y="352425"/>
                </a:lnTo>
                <a:close/>
                <a:moveTo>
                  <a:pt x="342900" y="419100"/>
                </a:moveTo>
                <a:lnTo>
                  <a:pt x="361950" y="419100"/>
                </a:lnTo>
                <a:lnTo>
                  <a:pt x="361950" y="542925"/>
                </a:lnTo>
                <a:lnTo>
                  <a:pt x="342900" y="542925"/>
                </a:lnTo>
                <a:close/>
                <a:moveTo>
                  <a:pt x="133350" y="504825"/>
                </a:moveTo>
                <a:lnTo>
                  <a:pt x="152400" y="504825"/>
                </a:lnTo>
                <a:lnTo>
                  <a:pt x="152400" y="514350"/>
                </a:lnTo>
                <a:lnTo>
                  <a:pt x="171450" y="514350"/>
                </a:lnTo>
                <a:lnTo>
                  <a:pt x="171450" y="523875"/>
                </a:lnTo>
                <a:lnTo>
                  <a:pt x="200025" y="523875"/>
                </a:lnTo>
                <a:lnTo>
                  <a:pt x="200025" y="533400"/>
                </a:lnTo>
                <a:lnTo>
                  <a:pt x="219075" y="533400"/>
                </a:lnTo>
                <a:lnTo>
                  <a:pt x="219075" y="542925"/>
                </a:lnTo>
                <a:lnTo>
                  <a:pt x="238125" y="542925"/>
                </a:lnTo>
                <a:lnTo>
                  <a:pt x="238125" y="561975"/>
                </a:lnTo>
                <a:lnTo>
                  <a:pt x="228600" y="561975"/>
                </a:lnTo>
                <a:lnTo>
                  <a:pt x="228600" y="552450"/>
                </a:lnTo>
                <a:lnTo>
                  <a:pt x="219075" y="552450"/>
                </a:lnTo>
                <a:lnTo>
                  <a:pt x="219075" y="561975"/>
                </a:lnTo>
                <a:lnTo>
                  <a:pt x="209550" y="561975"/>
                </a:lnTo>
                <a:lnTo>
                  <a:pt x="209550" y="552450"/>
                </a:lnTo>
                <a:lnTo>
                  <a:pt x="190500" y="552450"/>
                </a:lnTo>
                <a:lnTo>
                  <a:pt x="190500" y="542925"/>
                </a:lnTo>
                <a:lnTo>
                  <a:pt x="171450" y="542925"/>
                </a:lnTo>
                <a:lnTo>
                  <a:pt x="171450" y="533400"/>
                </a:lnTo>
                <a:lnTo>
                  <a:pt x="161925" y="533400"/>
                </a:lnTo>
                <a:lnTo>
                  <a:pt x="161925" y="523875"/>
                </a:lnTo>
                <a:lnTo>
                  <a:pt x="152400" y="523875"/>
                </a:lnTo>
                <a:lnTo>
                  <a:pt x="152400" y="533400"/>
                </a:lnTo>
                <a:lnTo>
                  <a:pt x="142875" y="533400"/>
                </a:lnTo>
                <a:lnTo>
                  <a:pt x="142875" y="514350"/>
                </a:lnTo>
                <a:lnTo>
                  <a:pt x="133350" y="514350"/>
                </a:lnTo>
                <a:close/>
                <a:moveTo>
                  <a:pt x="561975" y="504825"/>
                </a:moveTo>
                <a:lnTo>
                  <a:pt x="571500" y="504825"/>
                </a:lnTo>
                <a:lnTo>
                  <a:pt x="571500" y="523875"/>
                </a:lnTo>
                <a:lnTo>
                  <a:pt x="542925" y="523875"/>
                </a:lnTo>
                <a:lnTo>
                  <a:pt x="542925" y="514350"/>
                </a:lnTo>
                <a:lnTo>
                  <a:pt x="561975" y="514350"/>
                </a:lnTo>
                <a:close/>
                <a:moveTo>
                  <a:pt x="123825" y="514350"/>
                </a:moveTo>
                <a:lnTo>
                  <a:pt x="133350" y="514350"/>
                </a:lnTo>
                <a:lnTo>
                  <a:pt x="133350" y="523875"/>
                </a:lnTo>
                <a:lnTo>
                  <a:pt x="123825" y="523875"/>
                </a:lnTo>
                <a:close/>
                <a:moveTo>
                  <a:pt x="514350" y="523875"/>
                </a:moveTo>
                <a:lnTo>
                  <a:pt x="542925" y="523875"/>
                </a:lnTo>
                <a:lnTo>
                  <a:pt x="542925" y="533400"/>
                </a:lnTo>
                <a:lnTo>
                  <a:pt x="533400" y="533400"/>
                </a:lnTo>
                <a:lnTo>
                  <a:pt x="533400" y="542925"/>
                </a:lnTo>
                <a:lnTo>
                  <a:pt x="514350" y="542925"/>
                </a:lnTo>
                <a:lnTo>
                  <a:pt x="514350" y="552450"/>
                </a:lnTo>
                <a:lnTo>
                  <a:pt x="476250" y="552450"/>
                </a:lnTo>
                <a:lnTo>
                  <a:pt x="476250" y="542925"/>
                </a:lnTo>
                <a:lnTo>
                  <a:pt x="485775" y="542925"/>
                </a:lnTo>
                <a:lnTo>
                  <a:pt x="485775" y="533400"/>
                </a:lnTo>
                <a:lnTo>
                  <a:pt x="514350" y="533400"/>
                </a:lnTo>
                <a:close/>
                <a:moveTo>
                  <a:pt x="257175" y="552450"/>
                </a:moveTo>
                <a:lnTo>
                  <a:pt x="266700" y="552450"/>
                </a:lnTo>
                <a:lnTo>
                  <a:pt x="266700" y="561975"/>
                </a:lnTo>
                <a:lnTo>
                  <a:pt x="257175" y="561975"/>
                </a:lnTo>
                <a:close/>
                <a:moveTo>
                  <a:pt x="447675" y="552450"/>
                </a:moveTo>
                <a:lnTo>
                  <a:pt x="476250" y="552450"/>
                </a:lnTo>
                <a:lnTo>
                  <a:pt x="476250" y="561975"/>
                </a:lnTo>
                <a:lnTo>
                  <a:pt x="447675" y="561975"/>
                </a:lnTo>
                <a:close/>
                <a:moveTo>
                  <a:pt x="276225" y="561975"/>
                </a:moveTo>
                <a:lnTo>
                  <a:pt x="285750" y="561975"/>
                </a:lnTo>
                <a:lnTo>
                  <a:pt x="285750" y="571500"/>
                </a:lnTo>
                <a:lnTo>
                  <a:pt x="295275" y="571500"/>
                </a:lnTo>
                <a:lnTo>
                  <a:pt x="295275" y="581025"/>
                </a:lnTo>
                <a:lnTo>
                  <a:pt x="276225" y="581025"/>
                </a:lnTo>
                <a:close/>
                <a:moveTo>
                  <a:pt x="419100" y="561975"/>
                </a:moveTo>
                <a:lnTo>
                  <a:pt x="428625" y="561975"/>
                </a:lnTo>
                <a:lnTo>
                  <a:pt x="428625" y="571500"/>
                </a:lnTo>
                <a:lnTo>
                  <a:pt x="419100" y="571500"/>
                </a:lnTo>
                <a:close/>
              </a:path>
            </a:pathLst>
          </a:custGeom>
          <a:solidFill xmlns:a="http://schemas.openxmlformats.org/drawingml/2006/main">
            <a:srgbClr val="4B4E6A"/>
          </a:solidFill>
          <a:ln xmlns:a="http://schemas.openxmlformats.org/drawingml/2006/main" w="0">
            <a:noFill/>
          </a:ln>
        </p:spPr>
      </p:sp>
      <p:sp>
        <p:nvSpPr>
          <p:cNvPr id="88" name="box vector #3f4e72">
            <a:extLst xmlns:a="http://schemas.openxmlformats.org/drawingml/2006/main">
              <a:ext uri="{FF2B5EF4-FFF2-40B4-BE49-F238E27FC236}">
                <a16:creationId xmlns:a16="http://schemas.microsoft.com/office/drawing/2014/main" id="{D0015F87-548C-46C7-A3AA-9AE7930CF86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57250" y="3686175"/>
            <a:ext cx="704850" cy="704850"/>
          </a:xfrm>
          <a:custGeom xmlns:a="http://schemas.openxmlformats.org/drawingml/2006/main">
            <a:pathLst>
              <a:path w="714375" h="666750">
                <a:moveTo>
                  <a:pt x="590550" y="180975"/>
                </a:moveTo>
                <a:lnTo>
                  <a:pt x="609600" y="180975"/>
                </a:lnTo>
                <a:lnTo>
                  <a:pt x="609600" y="190500"/>
                </a:lnTo>
                <a:lnTo>
                  <a:pt x="619125" y="190500"/>
                </a:lnTo>
                <a:lnTo>
                  <a:pt x="619125" y="209550"/>
                </a:lnTo>
                <a:lnTo>
                  <a:pt x="628650" y="209550"/>
                </a:lnTo>
                <a:lnTo>
                  <a:pt x="628650" y="219075"/>
                </a:lnTo>
                <a:lnTo>
                  <a:pt x="638175" y="219075"/>
                </a:lnTo>
                <a:lnTo>
                  <a:pt x="638175" y="238125"/>
                </a:lnTo>
                <a:lnTo>
                  <a:pt x="647700" y="238125"/>
                </a:lnTo>
                <a:lnTo>
                  <a:pt x="647700" y="247650"/>
                </a:lnTo>
                <a:lnTo>
                  <a:pt x="657225" y="247650"/>
                </a:lnTo>
                <a:lnTo>
                  <a:pt x="657225" y="266700"/>
                </a:lnTo>
                <a:lnTo>
                  <a:pt x="666750" y="266700"/>
                </a:lnTo>
                <a:lnTo>
                  <a:pt x="666750" y="276225"/>
                </a:lnTo>
                <a:lnTo>
                  <a:pt x="676275" y="276225"/>
                </a:lnTo>
                <a:lnTo>
                  <a:pt x="676275" y="285750"/>
                </a:lnTo>
                <a:lnTo>
                  <a:pt x="666750" y="285750"/>
                </a:lnTo>
                <a:lnTo>
                  <a:pt x="666750" y="295275"/>
                </a:lnTo>
                <a:lnTo>
                  <a:pt x="657225" y="295275"/>
                </a:lnTo>
                <a:lnTo>
                  <a:pt x="657225" y="304800"/>
                </a:lnTo>
                <a:lnTo>
                  <a:pt x="638175" y="304800"/>
                </a:lnTo>
                <a:lnTo>
                  <a:pt x="638175" y="314325"/>
                </a:lnTo>
                <a:lnTo>
                  <a:pt x="609600" y="314325"/>
                </a:lnTo>
                <a:lnTo>
                  <a:pt x="609600" y="304800"/>
                </a:lnTo>
                <a:lnTo>
                  <a:pt x="619125" y="304800"/>
                </a:lnTo>
                <a:lnTo>
                  <a:pt x="619125" y="295275"/>
                </a:lnTo>
                <a:lnTo>
                  <a:pt x="638175" y="295275"/>
                </a:lnTo>
                <a:lnTo>
                  <a:pt x="638175" y="285750"/>
                </a:lnTo>
                <a:lnTo>
                  <a:pt x="647700" y="285750"/>
                </a:lnTo>
                <a:lnTo>
                  <a:pt x="647700" y="266700"/>
                </a:lnTo>
                <a:lnTo>
                  <a:pt x="638175" y="266700"/>
                </a:lnTo>
                <a:lnTo>
                  <a:pt x="638175" y="257175"/>
                </a:lnTo>
                <a:lnTo>
                  <a:pt x="628650" y="257175"/>
                </a:lnTo>
                <a:lnTo>
                  <a:pt x="628650" y="238125"/>
                </a:lnTo>
                <a:lnTo>
                  <a:pt x="619125" y="238125"/>
                </a:lnTo>
                <a:lnTo>
                  <a:pt x="619125" y="228600"/>
                </a:lnTo>
                <a:lnTo>
                  <a:pt x="609600" y="228600"/>
                </a:lnTo>
                <a:lnTo>
                  <a:pt x="609600" y="219075"/>
                </a:lnTo>
                <a:lnTo>
                  <a:pt x="600075" y="219075"/>
                </a:lnTo>
                <a:lnTo>
                  <a:pt x="600075" y="209550"/>
                </a:lnTo>
                <a:lnTo>
                  <a:pt x="590550" y="209550"/>
                </a:lnTo>
                <a:close/>
                <a:moveTo>
                  <a:pt x="85725" y="190500"/>
                </a:moveTo>
                <a:lnTo>
                  <a:pt x="104775" y="190500"/>
                </a:lnTo>
                <a:lnTo>
                  <a:pt x="104775" y="209550"/>
                </a:lnTo>
                <a:lnTo>
                  <a:pt x="95250" y="209550"/>
                </a:lnTo>
                <a:lnTo>
                  <a:pt x="95250" y="228600"/>
                </a:lnTo>
                <a:lnTo>
                  <a:pt x="85725" y="228600"/>
                </a:lnTo>
                <a:lnTo>
                  <a:pt x="85725" y="238125"/>
                </a:lnTo>
                <a:lnTo>
                  <a:pt x="76200" y="238125"/>
                </a:lnTo>
                <a:lnTo>
                  <a:pt x="76200" y="247650"/>
                </a:lnTo>
                <a:lnTo>
                  <a:pt x="66675" y="247650"/>
                </a:lnTo>
                <a:lnTo>
                  <a:pt x="66675" y="257175"/>
                </a:lnTo>
                <a:lnTo>
                  <a:pt x="57150" y="257175"/>
                </a:lnTo>
                <a:lnTo>
                  <a:pt x="57150" y="228600"/>
                </a:lnTo>
                <a:lnTo>
                  <a:pt x="66675" y="228600"/>
                </a:lnTo>
                <a:lnTo>
                  <a:pt x="66675" y="219075"/>
                </a:lnTo>
                <a:lnTo>
                  <a:pt x="76200" y="219075"/>
                </a:lnTo>
                <a:lnTo>
                  <a:pt x="76200" y="200025"/>
                </a:lnTo>
                <a:lnTo>
                  <a:pt x="85725" y="200025"/>
                </a:lnTo>
                <a:close/>
                <a:moveTo>
                  <a:pt x="38100" y="285750"/>
                </a:moveTo>
                <a:lnTo>
                  <a:pt x="66675" y="285750"/>
                </a:lnTo>
                <a:lnTo>
                  <a:pt x="66675" y="295275"/>
                </a:lnTo>
                <a:lnTo>
                  <a:pt x="85725" y="295275"/>
                </a:lnTo>
                <a:lnTo>
                  <a:pt x="85725" y="304800"/>
                </a:lnTo>
                <a:lnTo>
                  <a:pt x="95250" y="304800"/>
                </a:lnTo>
                <a:lnTo>
                  <a:pt x="95250" y="314325"/>
                </a:lnTo>
                <a:lnTo>
                  <a:pt x="66675" y="314325"/>
                </a:lnTo>
                <a:lnTo>
                  <a:pt x="66675" y="304800"/>
                </a:lnTo>
                <a:lnTo>
                  <a:pt x="57150" y="304800"/>
                </a:lnTo>
                <a:lnTo>
                  <a:pt x="57150" y="295275"/>
                </a:lnTo>
                <a:lnTo>
                  <a:pt x="38100" y="295275"/>
                </a:lnTo>
                <a:close/>
                <a:moveTo>
                  <a:pt x="95250" y="314325"/>
                </a:moveTo>
                <a:lnTo>
                  <a:pt x="104775" y="314325"/>
                </a:lnTo>
                <a:lnTo>
                  <a:pt x="104775" y="323850"/>
                </a:lnTo>
                <a:lnTo>
                  <a:pt x="95250" y="323850"/>
                </a:lnTo>
                <a:close/>
                <a:moveTo>
                  <a:pt x="571500" y="314325"/>
                </a:moveTo>
                <a:lnTo>
                  <a:pt x="590550" y="314325"/>
                </a:lnTo>
                <a:lnTo>
                  <a:pt x="590550" y="333375"/>
                </a:lnTo>
                <a:lnTo>
                  <a:pt x="571500" y="333375"/>
                </a:lnTo>
                <a:lnTo>
                  <a:pt x="571500" y="342900"/>
                </a:lnTo>
                <a:lnTo>
                  <a:pt x="561975" y="342900"/>
                </a:lnTo>
                <a:lnTo>
                  <a:pt x="561975" y="323850"/>
                </a:lnTo>
                <a:lnTo>
                  <a:pt x="571500" y="323850"/>
                </a:lnTo>
                <a:close/>
                <a:moveTo>
                  <a:pt x="600075" y="314325"/>
                </a:moveTo>
                <a:lnTo>
                  <a:pt x="609600" y="314325"/>
                </a:lnTo>
                <a:lnTo>
                  <a:pt x="609600" y="323850"/>
                </a:lnTo>
                <a:lnTo>
                  <a:pt x="600075" y="323850"/>
                </a:lnTo>
                <a:close/>
                <a:moveTo>
                  <a:pt x="123825" y="323850"/>
                </a:moveTo>
                <a:lnTo>
                  <a:pt x="133350" y="323850"/>
                </a:lnTo>
                <a:lnTo>
                  <a:pt x="133350" y="333375"/>
                </a:lnTo>
                <a:lnTo>
                  <a:pt x="123825" y="333375"/>
                </a:lnTo>
                <a:close/>
                <a:moveTo>
                  <a:pt x="371475" y="323850"/>
                </a:moveTo>
                <a:lnTo>
                  <a:pt x="390525" y="323850"/>
                </a:lnTo>
                <a:lnTo>
                  <a:pt x="390525" y="342900"/>
                </a:lnTo>
                <a:lnTo>
                  <a:pt x="381000" y="342900"/>
                </a:lnTo>
                <a:lnTo>
                  <a:pt x="381000" y="333375"/>
                </a:lnTo>
                <a:lnTo>
                  <a:pt x="371475" y="333375"/>
                </a:lnTo>
                <a:close/>
                <a:moveTo>
                  <a:pt x="104775" y="333375"/>
                </a:moveTo>
                <a:lnTo>
                  <a:pt x="114300" y="333375"/>
                </a:lnTo>
                <a:lnTo>
                  <a:pt x="114300" y="485775"/>
                </a:lnTo>
                <a:lnTo>
                  <a:pt x="123825" y="485775"/>
                </a:lnTo>
                <a:lnTo>
                  <a:pt x="123825" y="504825"/>
                </a:lnTo>
                <a:lnTo>
                  <a:pt x="133350" y="504825"/>
                </a:lnTo>
                <a:lnTo>
                  <a:pt x="133350" y="514350"/>
                </a:lnTo>
                <a:lnTo>
                  <a:pt x="104775" y="514350"/>
                </a:lnTo>
                <a:lnTo>
                  <a:pt x="104775" y="504825"/>
                </a:lnTo>
                <a:lnTo>
                  <a:pt x="95250" y="504825"/>
                </a:lnTo>
                <a:lnTo>
                  <a:pt x="95250" y="342900"/>
                </a:lnTo>
                <a:lnTo>
                  <a:pt x="104775" y="342900"/>
                </a:lnTo>
                <a:close/>
                <a:moveTo>
                  <a:pt x="590550" y="361950"/>
                </a:moveTo>
                <a:lnTo>
                  <a:pt x="609600" y="361950"/>
                </a:lnTo>
                <a:lnTo>
                  <a:pt x="609600" y="485775"/>
                </a:lnTo>
                <a:lnTo>
                  <a:pt x="590550" y="485775"/>
                </a:lnTo>
                <a:close/>
                <a:moveTo>
                  <a:pt x="581025" y="495300"/>
                </a:moveTo>
                <a:lnTo>
                  <a:pt x="590550" y="495300"/>
                </a:lnTo>
                <a:lnTo>
                  <a:pt x="590550" y="514350"/>
                </a:lnTo>
                <a:lnTo>
                  <a:pt x="581025" y="514350"/>
                </a:lnTo>
                <a:lnTo>
                  <a:pt x="581025" y="523875"/>
                </a:lnTo>
                <a:lnTo>
                  <a:pt x="571500" y="523875"/>
                </a:lnTo>
                <a:lnTo>
                  <a:pt x="571500" y="504825"/>
                </a:lnTo>
                <a:lnTo>
                  <a:pt x="581025" y="504825"/>
                </a:lnTo>
                <a:close/>
                <a:moveTo>
                  <a:pt x="133350" y="514350"/>
                </a:moveTo>
                <a:lnTo>
                  <a:pt x="142875" y="514350"/>
                </a:lnTo>
                <a:lnTo>
                  <a:pt x="142875" y="523875"/>
                </a:lnTo>
                <a:lnTo>
                  <a:pt x="133350" y="523875"/>
                </a:lnTo>
                <a:close/>
                <a:moveTo>
                  <a:pt x="152400" y="523875"/>
                </a:moveTo>
                <a:lnTo>
                  <a:pt x="161925" y="523875"/>
                </a:lnTo>
                <a:lnTo>
                  <a:pt x="161925" y="533400"/>
                </a:lnTo>
                <a:lnTo>
                  <a:pt x="152400" y="533400"/>
                </a:lnTo>
                <a:close/>
                <a:moveTo>
                  <a:pt x="466725" y="542925"/>
                </a:moveTo>
                <a:lnTo>
                  <a:pt x="476250" y="542925"/>
                </a:lnTo>
                <a:lnTo>
                  <a:pt x="476250" y="552450"/>
                </a:lnTo>
                <a:lnTo>
                  <a:pt x="466725" y="552450"/>
                </a:lnTo>
                <a:close/>
                <a:moveTo>
                  <a:pt x="219075" y="552450"/>
                </a:moveTo>
                <a:lnTo>
                  <a:pt x="228600" y="552450"/>
                </a:lnTo>
                <a:lnTo>
                  <a:pt x="228600" y="561975"/>
                </a:lnTo>
                <a:lnTo>
                  <a:pt x="219075" y="561975"/>
                </a:lnTo>
                <a:close/>
                <a:moveTo>
                  <a:pt x="238125" y="552450"/>
                </a:moveTo>
                <a:lnTo>
                  <a:pt x="257175" y="552450"/>
                </a:lnTo>
                <a:lnTo>
                  <a:pt x="257175" y="561975"/>
                </a:lnTo>
                <a:lnTo>
                  <a:pt x="276225" y="561975"/>
                </a:lnTo>
                <a:lnTo>
                  <a:pt x="276225" y="581025"/>
                </a:lnTo>
                <a:lnTo>
                  <a:pt x="257175" y="581025"/>
                </a:lnTo>
                <a:lnTo>
                  <a:pt x="257175" y="571500"/>
                </a:lnTo>
                <a:lnTo>
                  <a:pt x="238125" y="571500"/>
                </a:lnTo>
                <a:close/>
                <a:moveTo>
                  <a:pt x="476250" y="552450"/>
                </a:moveTo>
                <a:lnTo>
                  <a:pt x="485775" y="552450"/>
                </a:lnTo>
                <a:lnTo>
                  <a:pt x="485775" y="561975"/>
                </a:lnTo>
                <a:lnTo>
                  <a:pt x="476250" y="561975"/>
                </a:lnTo>
                <a:close/>
                <a:moveTo>
                  <a:pt x="428625" y="561975"/>
                </a:moveTo>
                <a:lnTo>
                  <a:pt x="466725" y="561975"/>
                </a:lnTo>
                <a:lnTo>
                  <a:pt x="466725" y="571500"/>
                </a:lnTo>
                <a:lnTo>
                  <a:pt x="447675" y="571500"/>
                </a:lnTo>
                <a:lnTo>
                  <a:pt x="447675" y="581025"/>
                </a:lnTo>
                <a:lnTo>
                  <a:pt x="428625" y="581025"/>
                </a:lnTo>
                <a:lnTo>
                  <a:pt x="428625" y="590550"/>
                </a:lnTo>
                <a:lnTo>
                  <a:pt x="400050" y="590550"/>
                </a:lnTo>
                <a:lnTo>
                  <a:pt x="400050" y="600075"/>
                </a:lnTo>
                <a:lnTo>
                  <a:pt x="371475" y="600075"/>
                </a:lnTo>
                <a:lnTo>
                  <a:pt x="371475" y="590550"/>
                </a:lnTo>
                <a:lnTo>
                  <a:pt x="390525" y="590550"/>
                </a:lnTo>
                <a:lnTo>
                  <a:pt x="390525" y="581025"/>
                </a:lnTo>
                <a:lnTo>
                  <a:pt x="400050" y="581025"/>
                </a:lnTo>
                <a:lnTo>
                  <a:pt x="400050" y="571500"/>
                </a:lnTo>
                <a:lnTo>
                  <a:pt x="428625" y="571500"/>
                </a:lnTo>
                <a:close/>
                <a:moveTo>
                  <a:pt x="295275" y="571500"/>
                </a:moveTo>
                <a:lnTo>
                  <a:pt x="304800" y="571500"/>
                </a:lnTo>
                <a:lnTo>
                  <a:pt x="304800" y="581025"/>
                </a:lnTo>
                <a:lnTo>
                  <a:pt x="314325" y="581025"/>
                </a:lnTo>
                <a:lnTo>
                  <a:pt x="314325" y="590550"/>
                </a:lnTo>
                <a:lnTo>
                  <a:pt x="323850" y="590550"/>
                </a:lnTo>
                <a:lnTo>
                  <a:pt x="323850" y="600075"/>
                </a:lnTo>
                <a:lnTo>
                  <a:pt x="304800" y="600075"/>
                </a:lnTo>
                <a:lnTo>
                  <a:pt x="304800" y="590550"/>
                </a:lnTo>
                <a:lnTo>
                  <a:pt x="276225" y="590550"/>
                </a:lnTo>
                <a:lnTo>
                  <a:pt x="276225" y="581025"/>
                </a:lnTo>
                <a:lnTo>
                  <a:pt x="295275" y="581025"/>
                </a:lnTo>
                <a:close/>
              </a:path>
            </a:pathLst>
          </a:custGeom>
          <a:solidFill xmlns:a="http://schemas.openxmlformats.org/drawingml/2006/main">
            <a:srgbClr val="3F4E72"/>
          </a:solidFill>
          <a:ln xmlns:a="http://schemas.openxmlformats.org/drawingml/2006/main" w="0">
            <a:noFill/>
          </a:ln>
        </p:spPr>
      </p:sp>
      <p:sp>
        <p:nvSpPr>
          <p:cNvPr id="89" name="box vector #2c5ea6">
            <a:extLst xmlns:a="http://schemas.openxmlformats.org/drawingml/2006/main">
              <a:ext uri="{FF2B5EF4-FFF2-40B4-BE49-F238E27FC236}">
                <a16:creationId xmlns:a16="http://schemas.microsoft.com/office/drawing/2014/main" id="{E8E1BB42-C97B-4D28-A442-8652B01BB63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57250" y="3686175"/>
            <a:ext cx="704850" cy="704850"/>
          </a:xfrm>
          <a:custGeom xmlns:a="http://schemas.openxmlformats.org/drawingml/2006/main">
            <a:pathLst>
              <a:path w="714375" h="666750">
                <a:moveTo>
                  <a:pt x="314325" y="104775"/>
                </a:moveTo>
                <a:lnTo>
                  <a:pt x="400050" y="104775"/>
                </a:lnTo>
                <a:lnTo>
                  <a:pt x="400050" y="114300"/>
                </a:lnTo>
                <a:lnTo>
                  <a:pt x="419100" y="114300"/>
                </a:lnTo>
                <a:lnTo>
                  <a:pt x="419100" y="123825"/>
                </a:lnTo>
                <a:lnTo>
                  <a:pt x="381000" y="123825"/>
                </a:lnTo>
                <a:lnTo>
                  <a:pt x="381000" y="114300"/>
                </a:lnTo>
                <a:lnTo>
                  <a:pt x="323850" y="114300"/>
                </a:lnTo>
                <a:lnTo>
                  <a:pt x="323850" y="123825"/>
                </a:lnTo>
                <a:lnTo>
                  <a:pt x="285750" y="123825"/>
                </a:lnTo>
                <a:lnTo>
                  <a:pt x="285750" y="133350"/>
                </a:lnTo>
                <a:lnTo>
                  <a:pt x="266700" y="133350"/>
                </a:lnTo>
                <a:lnTo>
                  <a:pt x="266700" y="142875"/>
                </a:lnTo>
                <a:lnTo>
                  <a:pt x="238125" y="142875"/>
                </a:lnTo>
                <a:lnTo>
                  <a:pt x="238125" y="133350"/>
                </a:lnTo>
                <a:lnTo>
                  <a:pt x="247650" y="133350"/>
                </a:lnTo>
                <a:lnTo>
                  <a:pt x="247650" y="123825"/>
                </a:lnTo>
                <a:lnTo>
                  <a:pt x="276225" y="123825"/>
                </a:lnTo>
                <a:lnTo>
                  <a:pt x="276225" y="114300"/>
                </a:lnTo>
                <a:lnTo>
                  <a:pt x="314325" y="114300"/>
                </a:lnTo>
                <a:close/>
                <a:moveTo>
                  <a:pt x="419100" y="123825"/>
                </a:moveTo>
                <a:lnTo>
                  <a:pt x="457200" y="123825"/>
                </a:lnTo>
                <a:lnTo>
                  <a:pt x="457200" y="133350"/>
                </a:lnTo>
                <a:lnTo>
                  <a:pt x="466725" y="133350"/>
                </a:lnTo>
                <a:lnTo>
                  <a:pt x="466725" y="142875"/>
                </a:lnTo>
                <a:lnTo>
                  <a:pt x="447675" y="142875"/>
                </a:lnTo>
                <a:lnTo>
                  <a:pt x="447675" y="133350"/>
                </a:lnTo>
                <a:lnTo>
                  <a:pt x="419100" y="133350"/>
                </a:lnTo>
                <a:close/>
                <a:moveTo>
                  <a:pt x="219075" y="142875"/>
                </a:moveTo>
                <a:lnTo>
                  <a:pt x="238125" y="142875"/>
                </a:lnTo>
                <a:lnTo>
                  <a:pt x="238125" y="152400"/>
                </a:lnTo>
                <a:lnTo>
                  <a:pt x="228600" y="152400"/>
                </a:lnTo>
                <a:lnTo>
                  <a:pt x="228600" y="161925"/>
                </a:lnTo>
                <a:lnTo>
                  <a:pt x="209550" y="161925"/>
                </a:lnTo>
                <a:lnTo>
                  <a:pt x="209550" y="152400"/>
                </a:lnTo>
                <a:lnTo>
                  <a:pt x="219075" y="152400"/>
                </a:lnTo>
                <a:close/>
                <a:moveTo>
                  <a:pt x="466725" y="142875"/>
                </a:moveTo>
                <a:lnTo>
                  <a:pt x="485775" y="142875"/>
                </a:lnTo>
                <a:lnTo>
                  <a:pt x="485775" y="152400"/>
                </a:lnTo>
                <a:lnTo>
                  <a:pt x="504825" y="152400"/>
                </a:lnTo>
                <a:lnTo>
                  <a:pt x="504825" y="161925"/>
                </a:lnTo>
                <a:lnTo>
                  <a:pt x="523875" y="161925"/>
                </a:lnTo>
                <a:lnTo>
                  <a:pt x="523875" y="171450"/>
                </a:lnTo>
                <a:lnTo>
                  <a:pt x="533400" y="171450"/>
                </a:lnTo>
                <a:lnTo>
                  <a:pt x="533400" y="190500"/>
                </a:lnTo>
                <a:lnTo>
                  <a:pt x="514350" y="190500"/>
                </a:lnTo>
                <a:lnTo>
                  <a:pt x="514350" y="200025"/>
                </a:lnTo>
                <a:lnTo>
                  <a:pt x="495300" y="200025"/>
                </a:lnTo>
                <a:lnTo>
                  <a:pt x="495300" y="209550"/>
                </a:lnTo>
                <a:lnTo>
                  <a:pt x="485775" y="209550"/>
                </a:lnTo>
                <a:lnTo>
                  <a:pt x="485775" y="219075"/>
                </a:lnTo>
                <a:lnTo>
                  <a:pt x="466725" y="219075"/>
                </a:lnTo>
                <a:lnTo>
                  <a:pt x="466725" y="228600"/>
                </a:lnTo>
                <a:lnTo>
                  <a:pt x="438150" y="228600"/>
                </a:lnTo>
                <a:lnTo>
                  <a:pt x="438150" y="219075"/>
                </a:lnTo>
                <a:lnTo>
                  <a:pt x="457200" y="219075"/>
                </a:lnTo>
                <a:lnTo>
                  <a:pt x="457200" y="209550"/>
                </a:lnTo>
                <a:lnTo>
                  <a:pt x="466725" y="209550"/>
                </a:lnTo>
                <a:lnTo>
                  <a:pt x="466725" y="200025"/>
                </a:lnTo>
                <a:lnTo>
                  <a:pt x="485775" y="200025"/>
                </a:lnTo>
                <a:lnTo>
                  <a:pt x="485775" y="190500"/>
                </a:lnTo>
                <a:lnTo>
                  <a:pt x="504825" y="190500"/>
                </a:lnTo>
                <a:lnTo>
                  <a:pt x="504825" y="171450"/>
                </a:lnTo>
                <a:lnTo>
                  <a:pt x="485775" y="171450"/>
                </a:lnTo>
                <a:lnTo>
                  <a:pt x="485775" y="161925"/>
                </a:lnTo>
                <a:lnTo>
                  <a:pt x="476250" y="161925"/>
                </a:lnTo>
                <a:lnTo>
                  <a:pt x="476250" y="152400"/>
                </a:lnTo>
                <a:lnTo>
                  <a:pt x="466725" y="152400"/>
                </a:lnTo>
                <a:close/>
                <a:moveTo>
                  <a:pt x="180975" y="161925"/>
                </a:moveTo>
                <a:lnTo>
                  <a:pt x="209550" y="161925"/>
                </a:lnTo>
                <a:lnTo>
                  <a:pt x="209550" y="200025"/>
                </a:lnTo>
                <a:lnTo>
                  <a:pt x="180975" y="200025"/>
                </a:lnTo>
                <a:lnTo>
                  <a:pt x="180975" y="190500"/>
                </a:lnTo>
                <a:lnTo>
                  <a:pt x="171450" y="190500"/>
                </a:lnTo>
                <a:lnTo>
                  <a:pt x="171450" y="171450"/>
                </a:lnTo>
                <a:lnTo>
                  <a:pt x="180975" y="171450"/>
                </a:lnTo>
                <a:close/>
                <a:moveTo>
                  <a:pt x="209550" y="200025"/>
                </a:moveTo>
                <a:lnTo>
                  <a:pt x="228600" y="200025"/>
                </a:lnTo>
                <a:lnTo>
                  <a:pt x="228600" y="209550"/>
                </a:lnTo>
                <a:lnTo>
                  <a:pt x="247650" y="209550"/>
                </a:lnTo>
                <a:lnTo>
                  <a:pt x="247650" y="219075"/>
                </a:lnTo>
                <a:lnTo>
                  <a:pt x="276225" y="219075"/>
                </a:lnTo>
                <a:lnTo>
                  <a:pt x="276225" y="228600"/>
                </a:lnTo>
                <a:lnTo>
                  <a:pt x="285750" y="228600"/>
                </a:lnTo>
                <a:lnTo>
                  <a:pt x="285750" y="238125"/>
                </a:lnTo>
                <a:lnTo>
                  <a:pt x="257175" y="238125"/>
                </a:lnTo>
                <a:lnTo>
                  <a:pt x="257175" y="228600"/>
                </a:lnTo>
                <a:lnTo>
                  <a:pt x="238125" y="228600"/>
                </a:lnTo>
                <a:lnTo>
                  <a:pt x="238125" y="219075"/>
                </a:lnTo>
                <a:lnTo>
                  <a:pt x="219075" y="219075"/>
                </a:lnTo>
                <a:lnTo>
                  <a:pt x="219075" y="209550"/>
                </a:lnTo>
                <a:lnTo>
                  <a:pt x="209550" y="209550"/>
                </a:lnTo>
                <a:close/>
                <a:moveTo>
                  <a:pt x="409575" y="228600"/>
                </a:moveTo>
                <a:lnTo>
                  <a:pt x="438150" y="228600"/>
                </a:lnTo>
                <a:lnTo>
                  <a:pt x="438150" y="238125"/>
                </a:lnTo>
                <a:lnTo>
                  <a:pt x="419100" y="238125"/>
                </a:lnTo>
                <a:lnTo>
                  <a:pt x="419100" y="247650"/>
                </a:lnTo>
                <a:lnTo>
                  <a:pt x="390525" y="247650"/>
                </a:lnTo>
                <a:lnTo>
                  <a:pt x="390525" y="257175"/>
                </a:lnTo>
                <a:lnTo>
                  <a:pt x="371475" y="257175"/>
                </a:lnTo>
                <a:lnTo>
                  <a:pt x="371475" y="247650"/>
                </a:lnTo>
                <a:lnTo>
                  <a:pt x="381000" y="247650"/>
                </a:lnTo>
                <a:lnTo>
                  <a:pt x="381000" y="238125"/>
                </a:lnTo>
                <a:lnTo>
                  <a:pt x="409575" y="238125"/>
                </a:lnTo>
                <a:close/>
                <a:moveTo>
                  <a:pt x="285750" y="238125"/>
                </a:moveTo>
                <a:lnTo>
                  <a:pt x="333375" y="238125"/>
                </a:lnTo>
                <a:lnTo>
                  <a:pt x="333375" y="247650"/>
                </a:lnTo>
                <a:lnTo>
                  <a:pt x="342900" y="247650"/>
                </a:lnTo>
                <a:lnTo>
                  <a:pt x="342900" y="257175"/>
                </a:lnTo>
                <a:lnTo>
                  <a:pt x="371475" y="257175"/>
                </a:lnTo>
                <a:lnTo>
                  <a:pt x="371475" y="266700"/>
                </a:lnTo>
                <a:lnTo>
                  <a:pt x="361950" y="266700"/>
                </a:lnTo>
                <a:lnTo>
                  <a:pt x="361950" y="276225"/>
                </a:lnTo>
                <a:lnTo>
                  <a:pt x="342900" y="276225"/>
                </a:lnTo>
                <a:lnTo>
                  <a:pt x="342900" y="266700"/>
                </a:lnTo>
                <a:lnTo>
                  <a:pt x="323850" y="266700"/>
                </a:lnTo>
                <a:lnTo>
                  <a:pt x="323850" y="257175"/>
                </a:lnTo>
                <a:lnTo>
                  <a:pt x="314325" y="257175"/>
                </a:lnTo>
                <a:lnTo>
                  <a:pt x="314325" y="247650"/>
                </a:lnTo>
                <a:lnTo>
                  <a:pt x="285750" y="247650"/>
                </a:lnTo>
                <a:close/>
              </a:path>
            </a:pathLst>
          </a:custGeom>
          <a:solidFill xmlns:a="http://schemas.openxmlformats.org/drawingml/2006/main">
            <a:srgbClr val="2C5EA6"/>
          </a:solidFill>
          <a:ln xmlns:a="http://schemas.openxmlformats.org/drawingml/2006/main" w="0">
            <a:noFill/>
          </a:ln>
        </p:spPr>
      </p:sp>
      <p:sp>
        <p:nvSpPr>
          <p:cNvPr id="90" name="box vector #295faa">
            <a:extLst xmlns:a="http://schemas.openxmlformats.org/drawingml/2006/main">
              <a:ext uri="{FF2B5EF4-FFF2-40B4-BE49-F238E27FC236}">
                <a16:creationId xmlns:a16="http://schemas.microsoft.com/office/drawing/2014/main" id="{965B8E6D-E3A6-4962-A012-0B8B78FEAC7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57250" y="3686175"/>
            <a:ext cx="704850" cy="704850"/>
          </a:xfrm>
          <a:custGeom xmlns:a="http://schemas.openxmlformats.org/drawingml/2006/main">
            <a:pathLst>
              <a:path w="714375" h="666750">
                <a:moveTo>
                  <a:pt x="323850" y="114300"/>
                </a:moveTo>
                <a:lnTo>
                  <a:pt x="381000" y="114300"/>
                </a:lnTo>
                <a:lnTo>
                  <a:pt x="381000" y="123825"/>
                </a:lnTo>
                <a:lnTo>
                  <a:pt x="419100" y="123825"/>
                </a:lnTo>
                <a:lnTo>
                  <a:pt x="419100" y="133350"/>
                </a:lnTo>
                <a:lnTo>
                  <a:pt x="447675" y="133350"/>
                </a:lnTo>
                <a:lnTo>
                  <a:pt x="447675" y="142875"/>
                </a:lnTo>
                <a:lnTo>
                  <a:pt x="466725" y="142875"/>
                </a:lnTo>
                <a:lnTo>
                  <a:pt x="466725" y="152400"/>
                </a:lnTo>
                <a:lnTo>
                  <a:pt x="476250" y="152400"/>
                </a:lnTo>
                <a:lnTo>
                  <a:pt x="476250" y="161925"/>
                </a:lnTo>
                <a:lnTo>
                  <a:pt x="485775" y="161925"/>
                </a:lnTo>
                <a:lnTo>
                  <a:pt x="485775" y="171450"/>
                </a:lnTo>
                <a:lnTo>
                  <a:pt x="504825" y="171450"/>
                </a:lnTo>
                <a:lnTo>
                  <a:pt x="504825" y="190500"/>
                </a:lnTo>
                <a:lnTo>
                  <a:pt x="485775" y="190500"/>
                </a:lnTo>
                <a:lnTo>
                  <a:pt x="485775" y="200025"/>
                </a:lnTo>
                <a:lnTo>
                  <a:pt x="466725" y="200025"/>
                </a:lnTo>
                <a:lnTo>
                  <a:pt x="466725" y="209550"/>
                </a:lnTo>
                <a:lnTo>
                  <a:pt x="457200" y="209550"/>
                </a:lnTo>
                <a:lnTo>
                  <a:pt x="457200" y="219075"/>
                </a:lnTo>
                <a:lnTo>
                  <a:pt x="438150" y="219075"/>
                </a:lnTo>
                <a:lnTo>
                  <a:pt x="438150" y="228600"/>
                </a:lnTo>
                <a:lnTo>
                  <a:pt x="409575" y="228600"/>
                </a:lnTo>
                <a:lnTo>
                  <a:pt x="409575" y="238125"/>
                </a:lnTo>
                <a:lnTo>
                  <a:pt x="390525" y="238125"/>
                </a:lnTo>
                <a:lnTo>
                  <a:pt x="390525" y="228600"/>
                </a:lnTo>
                <a:lnTo>
                  <a:pt x="381000" y="228600"/>
                </a:lnTo>
                <a:lnTo>
                  <a:pt x="381000" y="247650"/>
                </a:lnTo>
                <a:lnTo>
                  <a:pt x="371475" y="247650"/>
                </a:lnTo>
                <a:lnTo>
                  <a:pt x="371475" y="257175"/>
                </a:lnTo>
                <a:lnTo>
                  <a:pt x="342900" y="257175"/>
                </a:lnTo>
                <a:lnTo>
                  <a:pt x="342900" y="247650"/>
                </a:lnTo>
                <a:lnTo>
                  <a:pt x="333375" y="247650"/>
                </a:lnTo>
                <a:lnTo>
                  <a:pt x="333375" y="238125"/>
                </a:lnTo>
                <a:lnTo>
                  <a:pt x="285750" y="238125"/>
                </a:lnTo>
                <a:lnTo>
                  <a:pt x="285750" y="228600"/>
                </a:lnTo>
                <a:lnTo>
                  <a:pt x="276225" y="228600"/>
                </a:lnTo>
                <a:lnTo>
                  <a:pt x="276225" y="219075"/>
                </a:lnTo>
                <a:lnTo>
                  <a:pt x="247650" y="219075"/>
                </a:lnTo>
                <a:lnTo>
                  <a:pt x="247650" y="209550"/>
                </a:lnTo>
                <a:lnTo>
                  <a:pt x="228600" y="209550"/>
                </a:lnTo>
                <a:lnTo>
                  <a:pt x="228600" y="200025"/>
                </a:lnTo>
                <a:lnTo>
                  <a:pt x="209550" y="200025"/>
                </a:lnTo>
                <a:lnTo>
                  <a:pt x="209550" y="161925"/>
                </a:lnTo>
                <a:lnTo>
                  <a:pt x="228600" y="161925"/>
                </a:lnTo>
                <a:lnTo>
                  <a:pt x="228600" y="152400"/>
                </a:lnTo>
                <a:lnTo>
                  <a:pt x="238125" y="152400"/>
                </a:lnTo>
                <a:lnTo>
                  <a:pt x="238125" y="142875"/>
                </a:lnTo>
                <a:lnTo>
                  <a:pt x="266700" y="142875"/>
                </a:lnTo>
                <a:lnTo>
                  <a:pt x="266700" y="133350"/>
                </a:lnTo>
                <a:lnTo>
                  <a:pt x="285750" y="133350"/>
                </a:lnTo>
                <a:lnTo>
                  <a:pt x="285750" y="123825"/>
                </a:lnTo>
                <a:lnTo>
                  <a:pt x="323850" y="123825"/>
                </a:lnTo>
                <a:close/>
                <a:moveTo>
                  <a:pt x="381000" y="142875"/>
                </a:moveTo>
                <a:lnTo>
                  <a:pt x="390525" y="142875"/>
                </a:lnTo>
                <a:lnTo>
                  <a:pt x="390525" y="152400"/>
                </a:lnTo>
                <a:lnTo>
                  <a:pt x="371475" y="152400"/>
                </a:lnTo>
                <a:lnTo>
                  <a:pt x="371475" y="133350"/>
                </a:lnTo>
                <a:lnTo>
                  <a:pt x="314325" y="133350"/>
                </a:lnTo>
                <a:lnTo>
                  <a:pt x="314325" y="152400"/>
                </a:lnTo>
                <a:lnTo>
                  <a:pt x="285750" y="152400"/>
                </a:lnTo>
                <a:lnTo>
                  <a:pt x="285750" y="161925"/>
                </a:lnTo>
                <a:lnTo>
                  <a:pt x="295275" y="161925"/>
                </a:lnTo>
                <a:lnTo>
                  <a:pt x="295275" y="180975"/>
                </a:lnTo>
                <a:lnTo>
                  <a:pt x="285750" y="180975"/>
                </a:lnTo>
                <a:lnTo>
                  <a:pt x="285750" y="190500"/>
                </a:lnTo>
                <a:lnTo>
                  <a:pt x="276225" y="190500"/>
                </a:lnTo>
                <a:lnTo>
                  <a:pt x="276225" y="180975"/>
                </a:lnTo>
                <a:lnTo>
                  <a:pt x="266700" y="180975"/>
                </a:lnTo>
                <a:lnTo>
                  <a:pt x="266700" y="171450"/>
                </a:lnTo>
                <a:lnTo>
                  <a:pt x="276225" y="171450"/>
                </a:lnTo>
                <a:lnTo>
                  <a:pt x="276225" y="142875"/>
                </a:lnTo>
                <a:lnTo>
                  <a:pt x="266700" y="142875"/>
                </a:lnTo>
                <a:lnTo>
                  <a:pt x="266700" y="152400"/>
                </a:lnTo>
                <a:lnTo>
                  <a:pt x="257175" y="152400"/>
                </a:lnTo>
                <a:lnTo>
                  <a:pt x="257175" y="161925"/>
                </a:lnTo>
                <a:lnTo>
                  <a:pt x="247650" y="161925"/>
                </a:lnTo>
                <a:lnTo>
                  <a:pt x="247650" y="152400"/>
                </a:lnTo>
                <a:lnTo>
                  <a:pt x="238125" y="152400"/>
                </a:lnTo>
                <a:lnTo>
                  <a:pt x="238125" y="171450"/>
                </a:lnTo>
                <a:lnTo>
                  <a:pt x="228600" y="171450"/>
                </a:lnTo>
                <a:lnTo>
                  <a:pt x="228600" y="180975"/>
                </a:lnTo>
                <a:lnTo>
                  <a:pt x="238125" y="180975"/>
                </a:lnTo>
                <a:lnTo>
                  <a:pt x="238125" y="190500"/>
                </a:lnTo>
                <a:lnTo>
                  <a:pt x="247650" y="190500"/>
                </a:lnTo>
                <a:lnTo>
                  <a:pt x="247650" y="209550"/>
                </a:lnTo>
                <a:lnTo>
                  <a:pt x="276225" y="209550"/>
                </a:lnTo>
                <a:lnTo>
                  <a:pt x="276225" y="219075"/>
                </a:lnTo>
                <a:lnTo>
                  <a:pt x="285750" y="219075"/>
                </a:lnTo>
                <a:lnTo>
                  <a:pt x="285750" y="209550"/>
                </a:lnTo>
                <a:lnTo>
                  <a:pt x="295275" y="209550"/>
                </a:lnTo>
                <a:lnTo>
                  <a:pt x="295275" y="200025"/>
                </a:lnTo>
                <a:lnTo>
                  <a:pt x="323850" y="200025"/>
                </a:lnTo>
                <a:lnTo>
                  <a:pt x="323850" y="209550"/>
                </a:lnTo>
                <a:lnTo>
                  <a:pt x="333375" y="209550"/>
                </a:lnTo>
                <a:lnTo>
                  <a:pt x="333375" y="219075"/>
                </a:lnTo>
                <a:lnTo>
                  <a:pt x="323850" y="219075"/>
                </a:lnTo>
                <a:lnTo>
                  <a:pt x="323850" y="228600"/>
                </a:lnTo>
                <a:lnTo>
                  <a:pt x="333375" y="228600"/>
                </a:lnTo>
                <a:lnTo>
                  <a:pt x="333375" y="238125"/>
                </a:lnTo>
                <a:lnTo>
                  <a:pt x="352425" y="238125"/>
                </a:lnTo>
                <a:lnTo>
                  <a:pt x="352425" y="228600"/>
                </a:lnTo>
                <a:lnTo>
                  <a:pt x="371475" y="228600"/>
                </a:lnTo>
                <a:lnTo>
                  <a:pt x="371475" y="219075"/>
                </a:lnTo>
                <a:lnTo>
                  <a:pt x="390525" y="219075"/>
                </a:lnTo>
                <a:lnTo>
                  <a:pt x="390525" y="209550"/>
                </a:lnTo>
                <a:lnTo>
                  <a:pt x="419100" y="209550"/>
                </a:lnTo>
                <a:lnTo>
                  <a:pt x="419100" y="171450"/>
                </a:lnTo>
                <a:lnTo>
                  <a:pt x="438150" y="171450"/>
                </a:lnTo>
                <a:lnTo>
                  <a:pt x="438150" y="152400"/>
                </a:lnTo>
                <a:lnTo>
                  <a:pt x="428625" y="152400"/>
                </a:lnTo>
                <a:lnTo>
                  <a:pt x="428625" y="161925"/>
                </a:lnTo>
                <a:lnTo>
                  <a:pt x="419100" y="161925"/>
                </a:lnTo>
                <a:lnTo>
                  <a:pt x="419100" y="142875"/>
                </a:lnTo>
                <a:lnTo>
                  <a:pt x="409575" y="142875"/>
                </a:lnTo>
                <a:lnTo>
                  <a:pt x="409575" y="133350"/>
                </a:lnTo>
                <a:lnTo>
                  <a:pt x="381000" y="133350"/>
                </a:lnTo>
                <a:close/>
              </a:path>
            </a:pathLst>
          </a:custGeom>
          <a:solidFill xmlns:a="http://schemas.openxmlformats.org/drawingml/2006/main">
            <a:srgbClr val="295FAA"/>
          </a:solidFill>
          <a:ln xmlns:a="http://schemas.openxmlformats.org/drawingml/2006/main" w="0">
            <a:noFill/>
          </a:ln>
        </p:spPr>
      </p:sp>
      <p:sp>
        <p:nvSpPr>
          <p:cNvPr id="91" name="box vector #285fab">
            <a:extLst xmlns:a="http://schemas.openxmlformats.org/drawingml/2006/main">
              <a:ext uri="{FF2B5EF4-FFF2-40B4-BE49-F238E27FC236}">
                <a16:creationId xmlns:a16="http://schemas.microsoft.com/office/drawing/2014/main" id="{8AF46FCC-5A76-4323-A8DC-32D3A3AE4EF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57250" y="3686175"/>
            <a:ext cx="704850" cy="704850"/>
          </a:xfrm>
          <a:custGeom xmlns:a="http://schemas.openxmlformats.org/drawingml/2006/main">
            <a:pathLst>
              <a:path w="714375" h="666750">
                <a:moveTo>
                  <a:pt x="314325" y="133350"/>
                </a:moveTo>
                <a:lnTo>
                  <a:pt x="371475" y="133350"/>
                </a:lnTo>
                <a:lnTo>
                  <a:pt x="371475" y="152400"/>
                </a:lnTo>
                <a:lnTo>
                  <a:pt x="390525" y="152400"/>
                </a:lnTo>
                <a:lnTo>
                  <a:pt x="390525" y="142875"/>
                </a:lnTo>
                <a:lnTo>
                  <a:pt x="381000" y="142875"/>
                </a:lnTo>
                <a:lnTo>
                  <a:pt x="381000" y="133350"/>
                </a:lnTo>
                <a:lnTo>
                  <a:pt x="409575" y="133350"/>
                </a:lnTo>
                <a:lnTo>
                  <a:pt x="409575" y="142875"/>
                </a:lnTo>
                <a:lnTo>
                  <a:pt x="419100" y="142875"/>
                </a:lnTo>
                <a:lnTo>
                  <a:pt x="419100" y="161925"/>
                </a:lnTo>
                <a:lnTo>
                  <a:pt x="428625" y="161925"/>
                </a:lnTo>
                <a:lnTo>
                  <a:pt x="428625" y="152400"/>
                </a:lnTo>
                <a:lnTo>
                  <a:pt x="438150" y="152400"/>
                </a:lnTo>
                <a:lnTo>
                  <a:pt x="438150" y="171450"/>
                </a:lnTo>
                <a:lnTo>
                  <a:pt x="419100" y="171450"/>
                </a:lnTo>
                <a:lnTo>
                  <a:pt x="419100" y="209550"/>
                </a:lnTo>
                <a:lnTo>
                  <a:pt x="390525" y="209550"/>
                </a:lnTo>
                <a:lnTo>
                  <a:pt x="390525" y="219075"/>
                </a:lnTo>
                <a:lnTo>
                  <a:pt x="371475" y="219075"/>
                </a:lnTo>
                <a:lnTo>
                  <a:pt x="371475" y="228600"/>
                </a:lnTo>
                <a:lnTo>
                  <a:pt x="352425" y="228600"/>
                </a:lnTo>
                <a:lnTo>
                  <a:pt x="352425" y="238125"/>
                </a:lnTo>
                <a:lnTo>
                  <a:pt x="333375" y="238125"/>
                </a:lnTo>
                <a:lnTo>
                  <a:pt x="333375" y="228600"/>
                </a:lnTo>
                <a:lnTo>
                  <a:pt x="323850" y="228600"/>
                </a:lnTo>
                <a:lnTo>
                  <a:pt x="323850" y="219075"/>
                </a:lnTo>
                <a:lnTo>
                  <a:pt x="333375" y="219075"/>
                </a:lnTo>
                <a:lnTo>
                  <a:pt x="333375" y="209550"/>
                </a:lnTo>
                <a:lnTo>
                  <a:pt x="323850" y="209550"/>
                </a:lnTo>
                <a:lnTo>
                  <a:pt x="323850" y="200025"/>
                </a:lnTo>
                <a:lnTo>
                  <a:pt x="295275" y="200025"/>
                </a:lnTo>
                <a:lnTo>
                  <a:pt x="295275" y="209550"/>
                </a:lnTo>
                <a:lnTo>
                  <a:pt x="285750" y="209550"/>
                </a:lnTo>
                <a:lnTo>
                  <a:pt x="285750" y="219075"/>
                </a:lnTo>
                <a:lnTo>
                  <a:pt x="276225" y="219075"/>
                </a:lnTo>
                <a:lnTo>
                  <a:pt x="276225" y="209550"/>
                </a:lnTo>
                <a:lnTo>
                  <a:pt x="247650" y="209550"/>
                </a:lnTo>
                <a:lnTo>
                  <a:pt x="247650" y="190500"/>
                </a:lnTo>
                <a:lnTo>
                  <a:pt x="238125" y="190500"/>
                </a:lnTo>
                <a:lnTo>
                  <a:pt x="238125" y="180975"/>
                </a:lnTo>
                <a:lnTo>
                  <a:pt x="228600" y="180975"/>
                </a:lnTo>
                <a:lnTo>
                  <a:pt x="228600" y="171450"/>
                </a:lnTo>
                <a:lnTo>
                  <a:pt x="238125" y="171450"/>
                </a:lnTo>
                <a:lnTo>
                  <a:pt x="238125" y="152400"/>
                </a:lnTo>
                <a:lnTo>
                  <a:pt x="247650" y="152400"/>
                </a:lnTo>
                <a:lnTo>
                  <a:pt x="247650" y="161925"/>
                </a:lnTo>
                <a:lnTo>
                  <a:pt x="257175" y="161925"/>
                </a:lnTo>
                <a:lnTo>
                  <a:pt x="257175" y="152400"/>
                </a:lnTo>
                <a:lnTo>
                  <a:pt x="266700" y="152400"/>
                </a:lnTo>
                <a:lnTo>
                  <a:pt x="266700" y="142875"/>
                </a:lnTo>
                <a:lnTo>
                  <a:pt x="276225" y="142875"/>
                </a:lnTo>
                <a:lnTo>
                  <a:pt x="276225" y="171450"/>
                </a:lnTo>
                <a:lnTo>
                  <a:pt x="266700" y="171450"/>
                </a:lnTo>
                <a:lnTo>
                  <a:pt x="266700" y="180975"/>
                </a:lnTo>
                <a:lnTo>
                  <a:pt x="276225" y="180975"/>
                </a:lnTo>
                <a:lnTo>
                  <a:pt x="276225" y="190500"/>
                </a:lnTo>
                <a:lnTo>
                  <a:pt x="285750" y="190500"/>
                </a:lnTo>
                <a:lnTo>
                  <a:pt x="285750" y="180975"/>
                </a:lnTo>
                <a:lnTo>
                  <a:pt x="295275" y="180975"/>
                </a:lnTo>
                <a:lnTo>
                  <a:pt x="295275" y="161925"/>
                </a:lnTo>
                <a:lnTo>
                  <a:pt x="285750" y="161925"/>
                </a:lnTo>
                <a:lnTo>
                  <a:pt x="285750" y="152400"/>
                </a:lnTo>
                <a:lnTo>
                  <a:pt x="314325" y="152400"/>
                </a:lnTo>
                <a:close/>
                <a:moveTo>
                  <a:pt x="381000" y="228600"/>
                </a:moveTo>
                <a:lnTo>
                  <a:pt x="390525" y="228600"/>
                </a:lnTo>
                <a:lnTo>
                  <a:pt x="390525" y="238125"/>
                </a:lnTo>
                <a:lnTo>
                  <a:pt x="381000" y="238125"/>
                </a:lnTo>
                <a:close/>
              </a:path>
            </a:pathLst>
          </a:custGeom>
          <a:solidFill xmlns:a="http://schemas.openxmlformats.org/drawingml/2006/main">
            <a:srgbClr val="285FAB"/>
          </a:solidFill>
          <a:ln xmlns:a="http://schemas.openxmlformats.org/drawingml/2006/main" w="0">
            <a:noFill/>
          </a:ln>
        </p:spPr>
      </p:sp>
      <p:sp>
        <p:nvSpPr>
          <p:cNvPr id="92" name="box vector #2e5b9d">
            <a:extLst xmlns:a="http://schemas.openxmlformats.org/drawingml/2006/main">
              <a:ext uri="{FF2B5EF4-FFF2-40B4-BE49-F238E27FC236}">
                <a16:creationId xmlns:a16="http://schemas.microsoft.com/office/drawing/2014/main" id="{CCE81401-11C5-4F8B-8ADD-399BCEF2BE1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57250" y="3686175"/>
            <a:ext cx="704850" cy="704850"/>
          </a:xfrm>
          <a:custGeom xmlns:a="http://schemas.openxmlformats.org/drawingml/2006/main">
            <a:pathLst>
              <a:path w="714375" h="666750">
                <a:moveTo>
                  <a:pt x="314325" y="76200"/>
                </a:moveTo>
                <a:lnTo>
                  <a:pt x="323850" y="76200"/>
                </a:lnTo>
                <a:lnTo>
                  <a:pt x="323850" y="85725"/>
                </a:lnTo>
                <a:lnTo>
                  <a:pt x="381000" y="85725"/>
                </a:lnTo>
                <a:lnTo>
                  <a:pt x="381000" y="95250"/>
                </a:lnTo>
                <a:lnTo>
                  <a:pt x="400050" y="95250"/>
                </a:lnTo>
                <a:lnTo>
                  <a:pt x="400050" y="104775"/>
                </a:lnTo>
                <a:lnTo>
                  <a:pt x="314325" y="104775"/>
                </a:lnTo>
                <a:lnTo>
                  <a:pt x="314325" y="114300"/>
                </a:lnTo>
                <a:lnTo>
                  <a:pt x="276225" y="114300"/>
                </a:lnTo>
                <a:lnTo>
                  <a:pt x="276225" y="123825"/>
                </a:lnTo>
                <a:lnTo>
                  <a:pt x="247650" y="123825"/>
                </a:lnTo>
                <a:lnTo>
                  <a:pt x="247650" y="104775"/>
                </a:lnTo>
                <a:lnTo>
                  <a:pt x="257175" y="104775"/>
                </a:lnTo>
                <a:lnTo>
                  <a:pt x="257175" y="114300"/>
                </a:lnTo>
                <a:lnTo>
                  <a:pt x="266700" y="114300"/>
                </a:lnTo>
                <a:lnTo>
                  <a:pt x="266700" y="95250"/>
                </a:lnTo>
                <a:lnTo>
                  <a:pt x="276225" y="95250"/>
                </a:lnTo>
                <a:lnTo>
                  <a:pt x="276225" y="104775"/>
                </a:lnTo>
                <a:lnTo>
                  <a:pt x="304800" y="104775"/>
                </a:lnTo>
                <a:lnTo>
                  <a:pt x="304800" y="95250"/>
                </a:lnTo>
                <a:lnTo>
                  <a:pt x="314325" y="95250"/>
                </a:lnTo>
                <a:close/>
                <a:moveTo>
                  <a:pt x="428625" y="95250"/>
                </a:moveTo>
                <a:lnTo>
                  <a:pt x="438150" y="95250"/>
                </a:lnTo>
                <a:lnTo>
                  <a:pt x="438150" y="114300"/>
                </a:lnTo>
                <a:lnTo>
                  <a:pt x="447675" y="114300"/>
                </a:lnTo>
                <a:lnTo>
                  <a:pt x="447675" y="123825"/>
                </a:lnTo>
                <a:lnTo>
                  <a:pt x="419100" y="123825"/>
                </a:lnTo>
                <a:lnTo>
                  <a:pt x="419100" y="114300"/>
                </a:lnTo>
                <a:lnTo>
                  <a:pt x="400050" y="114300"/>
                </a:lnTo>
                <a:lnTo>
                  <a:pt x="400050" y="104775"/>
                </a:lnTo>
                <a:lnTo>
                  <a:pt x="428625" y="104775"/>
                </a:lnTo>
                <a:close/>
                <a:moveTo>
                  <a:pt x="228600" y="114300"/>
                </a:moveTo>
                <a:lnTo>
                  <a:pt x="238125" y="114300"/>
                </a:lnTo>
                <a:lnTo>
                  <a:pt x="238125" y="123825"/>
                </a:lnTo>
                <a:lnTo>
                  <a:pt x="247650" y="123825"/>
                </a:lnTo>
                <a:lnTo>
                  <a:pt x="247650" y="133350"/>
                </a:lnTo>
                <a:lnTo>
                  <a:pt x="238125" y="133350"/>
                </a:lnTo>
                <a:lnTo>
                  <a:pt x="238125" y="142875"/>
                </a:lnTo>
                <a:lnTo>
                  <a:pt x="219075" y="142875"/>
                </a:lnTo>
                <a:lnTo>
                  <a:pt x="219075" y="152400"/>
                </a:lnTo>
                <a:lnTo>
                  <a:pt x="209550" y="152400"/>
                </a:lnTo>
                <a:lnTo>
                  <a:pt x="209550" y="161925"/>
                </a:lnTo>
                <a:lnTo>
                  <a:pt x="180975" y="161925"/>
                </a:lnTo>
                <a:lnTo>
                  <a:pt x="180975" y="171450"/>
                </a:lnTo>
                <a:lnTo>
                  <a:pt x="171450" y="171450"/>
                </a:lnTo>
                <a:lnTo>
                  <a:pt x="171450" y="190500"/>
                </a:lnTo>
                <a:lnTo>
                  <a:pt x="180975" y="190500"/>
                </a:lnTo>
                <a:lnTo>
                  <a:pt x="180975" y="200025"/>
                </a:lnTo>
                <a:lnTo>
                  <a:pt x="152400" y="200025"/>
                </a:lnTo>
                <a:lnTo>
                  <a:pt x="152400" y="190500"/>
                </a:lnTo>
                <a:lnTo>
                  <a:pt x="142875" y="190500"/>
                </a:lnTo>
                <a:lnTo>
                  <a:pt x="142875" y="171450"/>
                </a:lnTo>
                <a:lnTo>
                  <a:pt x="152400" y="171450"/>
                </a:lnTo>
                <a:lnTo>
                  <a:pt x="152400" y="161925"/>
                </a:lnTo>
                <a:lnTo>
                  <a:pt x="171450" y="161925"/>
                </a:lnTo>
                <a:lnTo>
                  <a:pt x="171450" y="152400"/>
                </a:lnTo>
                <a:lnTo>
                  <a:pt x="180975" y="152400"/>
                </a:lnTo>
                <a:lnTo>
                  <a:pt x="180975" y="133350"/>
                </a:lnTo>
                <a:lnTo>
                  <a:pt x="190500" y="133350"/>
                </a:lnTo>
                <a:lnTo>
                  <a:pt x="190500" y="142875"/>
                </a:lnTo>
                <a:lnTo>
                  <a:pt x="200025" y="142875"/>
                </a:lnTo>
                <a:lnTo>
                  <a:pt x="200025" y="123825"/>
                </a:lnTo>
                <a:lnTo>
                  <a:pt x="209550" y="123825"/>
                </a:lnTo>
                <a:lnTo>
                  <a:pt x="209550" y="133350"/>
                </a:lnTo>
                <a:lnTo>
                  <a:pt x="219075" y="133350"/>
                </a:lnTo>
                <a:lnTo>
                  <a:pt x="219075" y="123825"/>
                </a:lnTo>
                <a:lnTo>
                  <a:pt x="228600" y="123825"/>
                </a:lnTo>
                <a:close/>
                <a:moveTo>
                  <a:pt x="457200" y="123825"/>
                </a:moveTo>
                <a:lnTo>
                  <a:pt x="476250" y="123825"/>
                </a:lnTo>
                <a:lnTo>
                  <a:pt x="476250" y="133350"/>
                </a:lnTo>
                <a:lnTo>
                  <a:pt x="485775" y="133350"/>
                </a:lnTo>
                <a:lnTo>
                  <a:pt x="485775" y="142875"/>
                </a:lnTo>
                <a:lnTo>
                  <a:pt x="466725" y="142875"/>
                </a:lnTo>
                <a:lnTo>
                  <a:pt x="466725" y="133350"/>
                </a:lnTo>
                <a:lnTo>
                  <a:pt x="457200" y="133350"/>
                </a:lnTo>
                <a:close/>
                <a:moveTo>
                  <a:pt x="485775" y="142875"/>
                </a:moveTo>
                <a:lnTo>
                  <a:pt x="504825" y="142875"/>
                </a:lnTo>
                <a:lnTo>
                  <a:pt x="504825" y="152400"/>
                </a:lnTo>
                <a:lnTo>
                  <a:pt x="485775" y="152400"/>
                </a:lnTo>
                <a:close/>
                <a:moveTo>
                  <a:pt x="504825" y="152400"/>
                </a:moveTo>
                <a:lnTo>
                  <a:pt x="523875" y="152400"/>
                </a:lnTo>
                <a:lnTo>
                  <a:pt x="523875" y="161925"/>
                </a:lnTo>
                <a:lnTo>
                  <a:pt x="504825" y="161925"/>
                </a:lnTo>
                <a:close/>
                <a:moveTo>
                  <a:pt x="523875" y="161925"/>
                </a:moveTo>
                <a:lnTo>
                  <a:pt x="552450" y="161925"/>
                </a:lnTo>
                <a:lnTo>
                  <a:pt x="552450" y="171450"/>
                </a:lnTo>
                <a:lnTo>
                  <a:pt x="561975" y="171450"/>
                </a:lnTo>
                <a:lnTo>
                  <a:pt x="561975" y="190500"/>
                </a:lnTo>
                <a:lnTo>
                  <a:pt x="552450" y="190500"/>
                </a:lnTo>
                <a:lnTo>
                  <a:pt x="552450" y="200025"/>
                </a:lnTo>
                <a:lnTo>
                  <a:pt x="523875" y="200025"/>
                </a:lnTo>
                <a:lnTo>
                  <a:pt x="523875" y="209550"/>
                </a:lnTo>
                <a:lnTo>
                  <a:pt x="504825" y="209550"/>
                </a:lnTo>
                <a:lnTo>
                  <a:pt x="504825" y="219075"/>
                </a:lnTo>
                <a:lnTo>
                  <a:pt x="485775" y="219075"/>
                </a:lnTo>
                <a:lnTo>
                  <a:pt x="485775" y="209550"/>
                </a:lnTo>
                <a:lnTo>
                  <a:pt x="495300" y="209550"/>
                </a:lnTo>
                <a:lnTo>
                  <a:pt x="495300" y="200025"/>
                </a:lnTo>
                <a:lnTo>
                  <a:pt x="514350" y="200025"/>
                </a:lnTo>
                <a:lnTo>
                  <a:pt x="514350" y="190500"/>
                </a:lnTo>
                <a:lnTo>
                  <a:pt x="533400" y="190500"/>
                </a:lnTo>
                <a:lnTo>
                  <a:pt x="533400" y="171450"/>
                </a:lnTo>
                <a:lnTo>
                  <a:pt x="523875" y="171450"/>
                </a:lnTo>
                <a:close/>
                <a:moveTo>
                  <a:pt x="180975" y="200025"/>
                </a:moveTo>
                <a:lnTo>
                  <a:pt x="209550" y="200025"/>
                </a:lnTo>
                <a:lnTo>
                  <a:pt x="209550" y="209550"/>
                </a:lnTo>
                <a:lnTo>
                  <a:pt x="219075" y="209550"/>
                </a:lnTo>
                <a:lnTo>
                  <a:pt x="219075" y="219075"/>
                </a:lnTo>
                <a:lnTo>
                  <a:pt x="200025" y="219075"/>
                </a:lnTo>
                <a:lnTo>
                  <a:pt x="200025" y="209550"/>
                </a:lnTo>
                <a:lnTo>
                  <a:pt x="180975" y="209550"/>
                </a:lnTo>
                <a:close/>
                <a:moveTo>
                  <a:pt x="219075" y="219075"/>
                </a:moveTo>
                <a:lnTo>
                  <a:pt x="238125" y="219075"/>
                </a:lnTo>
                <a:lnTo>
                  <a:pt x="238125" y="228600"/>
                </a:lnTo>
                <a:lnTo>
                  <a:pt x="219075" y="228600"/>
                </a:lnTo>
                <a:close/>
                <a:moveTo>
                  <a:pt x="466725" y="219075"/>
                </a:moveTo>
                <a:lnTo>
                  <a:pt x="485775" y="219075"/>
                </a:lnTo>
                <a:lnTo>
                  <a:pt x="485775" y="228600"/>
                </a:lnTo>
                <a:lnTo>
                  <a:pt x="466725" y="228600"/>
                </a:lnTo>
                <a:close/>
                <a:moveTo>
                  <a:pt x="238125" y="228600"/>
                </a:moveTo>
                <a:lnTo>
                  <a:pt x="257175" y="228600"/>
                </a:lnTo>
                <a:lnTo>
                  <a:pt x="257175" y="238125"/>
                </a:lnTo>
                <a:lnTo>
                  <a:pt x="238125" y="238125"/>
                </a:lnTo>
                <a:close/>
                <a:moveTo>
                  <a:pt x="438150" y="228600"/>
                </a:moveTo>
                <a:lnTo>
                  <a:pt x="466725" y="228600"/>
                </a:lnTo>
                <a:lnTo>
                  <a:pt x="466725" y="238125"/>
                </a:lnTo>
                <a:lnTo>
                  <a:pt x="447675" y="238125"/>
                </a:lnTo>
                <a:lnTo>
                  <a:pt x="447675" y="247650"/>
                </a:lnTo>
                <a:lnTo>
                  <a:pt x="419100" y="247650"/>
                </a:lnTo>
                <a:lnTo>
                  <a:pt x="419100" y="238125"/>
                </a:lnTo>
                <a:lnTo>
                  <a:pt x="438150" y="238125"/>
                </a:lnTo>
                <a:close/>
                <a:moveTo>
                  <a:pt x="257175" y="238125"/>
                </a:moveTo>
                <a:lnTo>
                  <a:pt x="285750" y="238125"/>
                </a:lnTo>
                <a:lnTo>
                  <a:pt x="285750" y="247650"/>
                </a:lnTo>
                <a:lnTo>
                  <a:pt x="257175" y="247650"/>
                </a:lnTo>
                <a:close/>
                <a:moveTo>
                  <a:pt x="285750" y="247650"/>
                </a:moveTo>
                <a:lnTo>
                  <a:pt x="314325" y="247650"/>
                </a:lnTo>
                <a:lnTo>
                  <a:pt x="314325" y="257175"/>
                </a:lnTo>
                <a:lnTo>
                  <a:pt x="285750" y="257175"/>
                </a:lnTo>
                <a:close/>
                <a:moveTo>
                  <a:pt x="390525" y="247650"/>
                </a:moveTo>
                <a:lnTo>
                  <a:pt x="419100" y="247650"/>
                </a:lnTo>
                <a:lnTo>
                  <a:pt x="419100" y="257175"/>
                </a:lnTo>
                <a:lnTo>
                  <a:pt x="390525" y="257175"/>
                </a:lnTo>
                <a:close/>
                <a:moveTo>
                  <a:pt x="314325" y="257175"/>
                </a:moveTo>
                <a:lnTo>
                  <a:pt x="323850" y="257175"/>
                </a:lnTo>
                <a:lnTo>
                  <a:pt x="323850" y="266700"/>
                </a:lnTo>
                <a:lnTo>
                  <a:pt x="314325" y="266700"/>
                </a:lnTo>
                <a:close/>
                <a:moveTo>
                  <a:pt x="371475" y="257175"/>
                </a:moveTo>
                <a:lnTo>
                  <a:pt x="390525" y="257175"/>
                </a:lnTo>
                <a:lnTo>
                  <a:pt x="390525" y="266700"/>
                </a:lnTo>
                <a:lnTo>
                  <a:pt x="381000" y="266700"/>
                </a:lnTo>
                <a:lnTo>
                  <a:pt x="381000" y="276225"/>
                </a:lnTo>
                <a:lnTo>
                  <a:pt x="371475" y="276225"/>
                </a:lnTo>
                <a:lnTo>
                  <a:pt x="371475" y="304800"/>
                </a:lnTo>
                <a:lnTo>
                  <a:pt x="342900" y="304800"/>
                </a:lnTo>
                <a:lnTo>
                  <a:pt x="342900" y="295275"/>
                </a:lnTo>
                <a:lnTo>
                  <a:pt x="323850" y="295275"/>
                </a:lnTo>
                <a:lnTo>
                  <a:pt x="323850" y="285750"/>
                </a:lnTo>
                <a:lnTo>
                  <a:pt x="333375" y="285750"/>
                </a:lnTo>
                <a:lnTo>
                  <a:pt x="333375" y="276225"/>
                </a:lnTo>
                <a:lnTo>
                  <a:pt x="323850" y="276225"/>
                </a:lnTo>
                <a:lnTo>
                  <a:pt x="323850" y="266700"/>
                </a:lnTo>
                <a:lnTo>
                  <a:pt x="342900" y="266700"/>
                </a:lnTo>
                <a:lnTo>
                  <a:pt x="342900" y="276225"/>
                </a:lnTo>
                <a:lnTo>
                  <a:pt x="361950" y="276225"/>
                </a:lnTo>
                <a:lnTo>
                  <a:pt x="361950" y="266700"/>
                </a:lnTo>
                <a:lnTo>
                  <a:pt x="371475" y="266700"/>
                </a:lnTo>
                <a:close/>
              </a:path>
            </a:pathLst>
          </a:custGeom>
          <a:solidFill xmlns:a="http://schemas.openxmlformats.org/drawingml/2006/main">
            <a:srgbClr val="2E5B9D"/>
          </a:solidFill>
          <a:ln xmlns:a="http://schemas.openxmlformats.org/drawingml/2006/main" w="0">
            <a:noFill/>
          </a:ln>
        </p:spPr>
      </p:sp>
      <p:sp>
        <p:nvSpPr>
          <p:cNvPr id="93" name="box vector #31568f">
            <a:extLst xmlns:a="http://schemas.openxmlformats.org/drawingml/2006/main">
              <a:ext uri="{FF2B5EF4-FFF2-40B4-BE49-F238E27FC236}">
                <a16:creationId xmlns:a16="http://schemas.microsoft.com/office/drawing/2014/main" id="{79BA527D-B077-4D2B-9512-A7D97CAA7B5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57250" y="3686175"/>
            <a:ext cx="704850" cy="704850"/>
          </a:xfrm>
          <a:custGeom xmlns:a="http://schemas.openxmlformats.org/drawingml/2006/main">
            <a:pathLst>
              <a:path w="714375" h="666750">
                <a:moveTo>
                  <a:pt x="342900" y="66675"/>
                </a:moveTo>
                <a:lnTo>
                  <a:pt x="361950" y="66675"/>
                </a:lnTo>
                <a:lnTo>
                  <a:pt x="361950" y="76200"/>
                </a:lnTo>
                <a:lnTo>
                  <a:pt x="390525" y="76200"/>
                </a:lnTo>
                <a:lnTo>
                  <a:pt x="390525" y="85725"/>
                </a:lnTo>
                <a:lnTo>
                  <a:pt x="419100" y="85725"/>
                </a:lnTo>
                <a:lnTo>
                  <a:pt x="419100" y="95250"/>
                </a:lnTo>
                <a:lnTo>
                  <a:pt x="428625" y="95250"/>
                </a:lnTo>
                <a:lnTo>
                  <a:pt x="428625" y="104775"/>
                </a:lnTo>
                <a:lnTo>
                  <a:pt x="400050" y="104775"/>
                </a:lnTo>
                <a:lnTo>
                  <a:pt x="400050" y="95250"/>
                </a:lnTo>
                <a:lnTo>
                  <a:pt x="381000" y="95250"/>
                </a:lnTo>
                <a:lnTo>
                  <a:pt x="381000" y="85725"/>
                </a:lnTo>
                <a:lnTo>
                  <a:pt x="323850" y="85725"/>
                </a:lnTo>
                <a:lnTo>
                  <a:pt x="323850" y="76200"/>
                </a:lnTo>
                <a:lnTo>
                  <a:pt x="342900" y="76200"/>
                </a:lnTo>
                <a:close/>
                <a:moveTo>
                  <a:pt x="295275" y="85725"/>
                </a:moveTo>
                <a:lnTo>
                  <a:pt x="314325" y="85725"/>
                </a:lnTo>
                <a:lnTo>
                  <a:pt x="314325" y="95250"/>
                </a:lnTo>
                <a:lnTo>
                  <a:pt x="304800" y="95250"/>
                </a:lnTo>
                <a:lnTo>
                  <a:pt x="304800" y="104775"/>
                </a:lnTo>
                <a:lnTo>
                  <a:pt x="276225" y="104775"/>
                </a:lnTo>
                <a:lnTo>
                  <a:pt x="276225" y="95250"/>
                </a:lnTo>
                <a:lnTo>
                  <a:pt x="295275" y="95250"/>
                </a:lnTo>
                <a:close/>
                <a:moveTo>
                  <a:pt x="257175" y="104775"/>
                </a:moveTo>
                <a:lnTo>
                  <a:pt x="266700" y="104775"/>
                </a:lnTo>
                <a:lnTo>
                  <a:pt x="266700" y="114300"/>
                </a:lnTo>
                <a:lnTo>
                  <a:pt x="257175" y="114300"/>
                </a:lnTo>
                <a:close/>
                <a:moveTo>
                  <a:pt x="438150" y="104775"/>
                </a:moveTo>
                <a:lnTo>
                  <a:pt x="457200" y="104775"/>
                </a:lnTo>
                <a:lnTo>
                  <a:pt x="457200" y="114300"/>
                </a:lnTo>
                <a:lnTo>
                  <a:pt x="476250" y="114300"/>
                </a:lnTo>
                <a:lnTo>
                  <a:pt x="476250" y="123825"/>
                </a:lnTo>
                <a:lnTo>
                  <a:pt x="447675" y="123825"/>
                </a:lnTo>
                <a:lnTo>
                  <a:pt x="447675" y="114300"/>
                </a:lnTo>
                <a:lnTo>
                  <a:pt x="438150" y="114300"/>
                </a:lnTo>
                <a:close/>
                <a:moveTo>
                  <a:pt x="238125" y="114300"/>
                </a:moveTo>
                <a:lnTo>
                  <a:pt x="247650" y="114300"/>
                </a:lnTo>
                <a:lnTo>
                  <a:pt x="247650" y="123825"/>
                </a:lnTo>
                <a:lnTo>
                  <a:pt x="238125" y="123825"/>
                </a:lnTo>
                <a:close/>
                <a:moveTo>
                  <a:pt x="209550" y="123825"/>
                </a:moveTo>
                <a:lnTo>
                  <a:pt x="219075" y="123825"/>
                </a:lnTo>
                <a:lnTo>
                  <a:pt x="219075" y="133350"/>
                </a:lnTo>
                <a:lnTo>
                  <a:pt x="209550" y="133350"/>
                </a:lnTo>
                <a:close/>
                <a:moveTo>
                  <a:pt x="476250" y="123825"/>
                </a:moveTo>
                <a:lnTo>
                  <a:pt x="504825" y="123825"/>
                </a:lnTo>
                <a:lnTo>
                  <a:pt x="504825" y="133350"/>
                </a:lnTo>
                <a:lnTo>
                  <a:pt x="523875" y="133350"/>
                </a:lnTo>
                <a:lnTo>
                  <a:pt x="523875" y="142875"/>
                </a:lnTo>
                <a:lnTo>
                  <a:pt x="542925" y="142875"/>
                </a:lnTo>
                <a:lnTo>
                  <a:pt x="542925" y="152400"/>
                </a:lnTo>
                <a:lnTo>
                  <a:pt x="561975" y="152400"/>
                </a:lnTo>
                <a:lnTo>
                  <a:pt x="561975" y="161925"/>
                </a:lnTo>
                <a:lnTo>
                  <a:pt x="581025" y="161925"/>
                </a:lnTo>
                <a:lnTo>
                  <a:pt x="581025" y="190500"/>
                </a:lnTo>
                <a:lnTo>
                  <a:pt x="571500" y="190500"/>
                </a:lnTo>
                <a:lnTo>
                  <a:pt x="571500" y="200025"/>
                </a:lnTo>
                <a:lnTo>
                  <a:pt x="552450" y="200025"/>
                </a:lnTo>
                <a:lnTo>
                  <a:pt x="552450" y="190500"/>
                </a:lnTo>
                <a:lnTo>
                  <a:pt x="561975" y="190500"/>
                </a:lnTo>
                <a:lnTo>
                  <a:pt x="561975" y="171450"/>
                </a:lnTo>
                <a:lnTo>
                  <a:pt x="552450" y="171450"/>
                </a:lnTo>
                <a:lnTo>
                  <a:pt x="552450" y="161925"/>
                </a:lnTo>
                <a:lnTo>
                  <a:pt x="523875" y="161925"/>
                </a:lnTo>
                <a:lnTo>
                  <a:pt x="523875" y="152400"/>
                </a:lnTo>
                <a:lnTo>
                  <a:pt x="504825" y="152400"/>
                </a:lnTo>
                <a:lnTo>
                  <a:pt x="504825" y="142875"/>
                </a:lnTo>
                <a:lnTo>
                  <a:pt x="485775" y="142875"/>
                </a:lnTo>
                <a:lnTo>
                  <a:pt x="485775" y="133350"/>
                </a:lnTo>
                <a:lnTo>
                  <a:pt x="476250" y="133350"/>
                </a:lnTo>
                <a:close/>
                <a:moveTo>
                  <a:pt x="190500" y="133350"/>
                </a:moveTo>
                <a:lnTo>
                  <a:pt x="200025" y="133350"/>
                </a:lnTo>
                <a:lnTo>
                  <a:pt x="200025" y="142875"/>
                </a:lnTo>
                <a:lnTo>
                  <a:pt x="190500" y="142875"/>
                </a:lnTo>
                <a:close/>
                <a:moveTo>
                  <a:pt x="161925" y="142875"/>
                </a:moveTo>
                <a:lnTo>
                  <a:pt x="180975" y="142875"/>
                </a:lnTo>
                <a:lnTo>
                  <a:pt x="180975" y="152400"/>
                </a:lnTo>
                <a:lnTo>
                  <a:pt x="171450" y="152400"/>
                </a:lnTo>
                <a:lnTo>
                  <a:pt x="171450" y="161925"/>
                </a:lnTo>
                <a:lnTo>
                  <a:pt x="152400" y="161925"/>
                </a:lnTo>
                <a:lnTo>
                  <a:pt x="152400" y="171450"/>
                </a:lnTo>
                <a:lnTo>
                  <a:pt x="142875" y="171450"/>
                </a:lnTo>
                <a:lnTo>
                  <a:pt x="142875" y="190500"/>
                </a:lnTo>
                <a:lnTo>
                  <a:pt x="152400" y="190500"/>
                </a:lnTo>
                <a:lnTo>
                  <a:pt x="152400" y="200025"/>
                </a:lnTo>
                <a:lnTo>
                  <a:pt x="114300" y="200025"/>
                </a:lnTo>
                <a:lnTo>
                  <a:pt x="114300" y="180975"/>
                </a:lnTo>
                <a:lnTo>
                  <a:pt x="104775" y="180975"/>
                </a:lnTo>
                <a:lnTo>
                  <a:pt x="104775" y="171450"/>
                </a:lnTo>
                <a:lnTo>
                  <a:pt x="114300" y="171450"/>
                </a:lnTo>
                <a:lnTo>
                  <a:pt x="114300" y="161925"/>
                </a:lnTo>
                <a:lnTo>
                  <a:pt x="142875" y="161925"/>
                </a:lnTo>
                <a:lnTo>
                  <a:pt x="142875" y="152400"/>
                </a:lnTo>
                <a:lnTo>
                  <a:pt x="161925" y="152400"/>
                </a:lnTo>
                <a:close/>
                <a:moveTo>
                  <a:pt x="152400" y="200025"/>
                </a:moveTo>
                <a:lnTo>
                  <a:pt x="180975" y="200025"/>
                </a:lnTo>
                <a:lnTo>
                  <a:pt x="180975" y="209550"/>
                </a:lnTo>
                <a:lnTo>
                  <a:pt x="200025" y="209550"/>
                </a:lnTo>
                <a:lnTo>
                  <a:pt x="200025" y="219075"/>
                </a:lnTo>
                <a:lnTo>
                  <a:pt x="219075" y="219075"/>
                </a:lnTo>
                <a:lnTo>
                  <a:pt x="219075" y="228600"/>
                </a:lnTo>
                <a:lnTo>
                  <a:pt x="190500" y="228600"/>
                </a:lnTo>
                <a:lnTo>
                  <a:pt x="190500" y="219075"/>
                </a:lnTo>
                <a:lnTo>
                  <a:pt x="171450" y="219075"/>
                </a:lnTo>
                <a:lnTo>
                  <a:pt x="171450" y="209550"/>
                </a:lnTo>
                <a:lnTo>
                  <a:pt x="152400" y="209550"/>
                </a:lnTo>
                <a:close/>
                <a:moveTo>
                  <a:pt x="523875" y="200025"/>
                </a:moveTo>
                <a:lnTo>
                  <a:pt x="552450" y="200025"/>
                </a:lnTo>
                <a:lnTo>
                  <a:pt x="552450" y="209550"/>
                </a:lnTo>
                <a:lnTo>
                  <a:pt x="523875" y="209550"/>
                </a:lnTo>
                <a:close/>
                <a:moveTo>
                  <a:pt x="504825" y="209550"/>
                </a:moveTo>
                <a:lnTo>
                  <a:pt x="514350" y="209550"/>
                </a:lnTo>
                <a:lnTo>
                  <a:pt x="514350" y="219075"/>
                </a:lnTo>
                <a:lnTo>
                  <a:pt x="504825" y="219075"/>
                </a:lnTo>
                <a:close/>
                <a:moveTo>
                  <a:pt x="485775" y="219075"/>
                </a:moveTo>
                <a:lnTo>
                  <a:pt x="495300" y="219075"/>
                </a:lnTo>
                <a:lnTo>
                  <a:pt x="495300" y="228600"/>
                </a:lnTo>
                <a:lnTo>
                  <a:pt x="485775" y="228600"/>
                </a:lnTo>
                <a:close/>
                <a:moveTo>
                  <a:pt x="219075" y="228600"/>
                </a:moveTo>
                <a:lnTo>
                  <a:pt x="238125" y="228600"/>
                </a:lnTo>
                <a:lnTo>
                  <a:pt x="238125" y="238125"/>
                </a:lnTo>
                <a:lnTo>
                  <a:pt x="219075" y="238125"/>
                </a:lnTo>
                <a:close/>
                <a:moveTo>
                  <a:pt x="466725" y="228600"/>
                </a:moveTo>
                <a:lnTo>
                  <a:pt x="476250" y="228600"/>
                </a:lnTo>
                <a:lnTo>
                  <a:pt x="476250" y="238125"/>
                </a:lnTo>
                <a:lnTo>
                  <a:pt x="466725" y="238125"/>
                </a:lnTo>
                <a:close/>
                <a:moveTo>
                  <a:pt x="238125" y="238125"/>
                </a:moveTo>
                <a:lnTo>
                  <a:pt x="257175" y="238125"/>
                </a:lnTo>
                <a:lnTo>
                  <a:pt x="257175" y="247650"/>
                </a:lnTo>
                <a:lnTo>
                  <a:pt x="238125" y="247650"/>
                </a:lnTo>
                <a:close/>
                <a:moveTo>
                  <a:pt x="266700" y="247650"/>
                </a:moveTo>
                <a:lnTo>
                  <a:pt x="285750" y="247650"/>
                </a:lnTo>
                <a:lnTo>
                  <a:pt x="285750" y="257175"/>
                </a:lnTo>
                <a:lnTo>
                  <a:pt x="266700" y="257175"/>
                </a:lnTo>
                <a:close/>
                <a:moveTo>
                  <a:pt x="419100" y="247650"/>
                </a:moveTo>
                <a:lnTo>
                  <a:pt x="428625" y="247650"/>
                </a:lnTo>
                <a:lnTo>
                  <a:pt x="428625" y="257175"/>
                </a:lnTo>
                <a:lnTo>
                  <a:pt x="419100" y="257175"/>
                </a:lnTo>
                <a:close/>
                <a:moveTo>
                  <a:pt x="285750" y="257175"/>
                </a:moveTo>
                <a:lnTo>
                  <a:pt x="314325" y="257175"/>
                </a:lnTo>
                <a:lnTo>
                  <a:pt x="314325" y="266700"/>
                </a:lnTo>
                <a:lnTo>
                  <a:pt x="323850" y="266700"/>
                </a:lnTo>
                <a:lnTo>
                  <a:pt x="323850" y="276225"/>
                </a:lnTo>
                <a:lnTo>
                  <a:pt x="333375" y="276225"/>
                </a:lnTo>
                <a:lnTo>
                  <a:pt x="333375" y="285750"/>
                </a:lnTo>
                <a:lnTo>
                  <a:pt x="314325" y="285750"/>
                </a:lnTo>
                <a:lnTo>
                  <a:pt x="314325" y="276225"/>
                </a:lnTo>
                <a:lnTo>
                  <a:pt x="304800" y="276225"/>
                </a:lnTo>
                <a:lnTo>
                  <a:pt x="304800" y="266700"/>
                </a:lnTo>
                <a:lnTo>
                  <a:pt x="285750" y="266700"/>
                </a:lnTo>
                <a:close/>
                <a:moveTo>
                  <a:pt x="390525" y="257175"/>
                </a:moveTo>
                <a:lnTo>
                  <a:pt x="419100" y="257175"/>
                </a:lnTo>
                <a:lnTo>
                  <a:pt x="419100" y="266700"/>
                </a:lnTo>
                <a:lnTo>
                  <a:pt x="400050" y="266700"/>
                </a:lnTo>
                <a:lnTo>
                  <a:pt x="400050" y="276225"/>
                </a:lnTo>
                <a:lnTo>
                  <a:pt x="390525" y="276225"/>
                </a:lnTo>
                <a:lnTo>
                  <a:pt x="390525" y="285750"/>
                </a:lnTo>
                <a:lnTo>
                  <a:pt x="381000" y="285750"/>
                </a:lnTo>
                <a:lnTo>
                  <a:pt x="381000" y="295275"/>
                </a:lnTo>
                <a:lnTo>
                  <a:pt x="371475" y="295275"/>
                </a:lnTo>
                <a:lnTo>
                  <a:pt x="371475" y="276225"/>
                </a:lnTo>
                <a:lnTo>
                  <a:pt x="381000" y="276225"/>
                </a:lnTo>
                <a:lnTo>
                  <a:pt x="381000" y="266700"/>
                </a:lnTo>
                <a:lnTo>
                  <a:pt x="390525" y="266700"/>
                </a:lnTo>
                <a:close/>
                <a:moveTo>
                  <a:pt x="333375" y="295275"/>
                </a:moveTo>
                <a:lnTo>
                  <a:pt x="342900" y="295275"/>
                </a:lnTo>
                <a:lnTo>
                  <a:pt x="342900" y="304800"/>
                </a:lnTo>
                <a:lnTo>
                  <a:pt x="371475" y="304800"/>
                </a:lnTo>
                <a:lnTo>
                  <a:pt x="371475" y="323850"/>
                </a:lnTo>
                <a:lnTo>
                  <a:pt x="361950" y="323850"/>
                </a:lnTo>
                <a:lnTo>
                  <a:pt x="361950" y="342900"/>
                </a:lnTo>
                <a:lnTo>
                  <a:pt x="342900" y="342900"/>
                </a:lnTo>
                <a:lnTo>
                  <a:pt x="342900" y="333375"/>
                </a:lnTo>
                <a:lnTo>
                  <a:pt x="333375" y="333375"/>
                </a:lnTo>
                <a:close/>
              </a:path>
            </a:pathLst>
          </a:custGeom>
          <a:solidFill xmlns:a="http://schemas.openxmlformats.org/drawingml/2006/main">
            <a:srgbClr val="31568F"/>
          </a:solidFill>
          <a:ln xmlns:a="http://schemas.openxmlformats.org/drawingml/2006/main" w="0">
            <a:noFill/>
          </a:ln>
        </p:spPr>
      </p:sp>
      <p:sp>
        <p:nvSpPr>
          <p:cNvPr id="94" name="">
            <a:extLst xmlns:a="http://schemas.openxmlformats.org/drawingml/2006/main">
              <a:ext uri="{FF2B5EF4-FFF2-40B4-BE49-F238E27FC236}">
                <a16:creationId xmlns:a16="http://schemas.microsoft.com/office/drawing/2014/main" id="{475FAC82-AE1E-4F9D-94DF-797B9096BB5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628650" y="4686300"/>
            <a:ext cx="3400425" cy="971550"/>
          </a:xfrm>
          <a:prstGeom xmlns:a="http://schemas.openxmlformats.org/drawingml/2006/main" prst="roundRect">
            <a:avLst>
              <a:gd name="adj" fmla="val 21569"/>
            </a:avLst>
          </a:pr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</a:ln>
        </p:spPr>
        <p:style>
          <a:lnRef xmlns:a="http://schemas.openxmlformats.org/drawingml/2006/main" idx="0"/>
          <a:fillRef xmlns:a="http://schemas.openxmlformats.org/drawingml/2006/main" idx="0"/>
          <a:effectRef xmlns:a="http://schemas.openxmlformats.org/drawingml/2006/main" idx="7"/>
          <a:fontRef xmlns:a="http://schemas.openxmlformats.org/drawingml/2006/main" idx="major"/>
        </p:style>
      </p:sp>
      <p:sp>
        <p:nvSpPr>
          <p:cNvPr id="95" name="">
            <a:extLst xmlns:a="http://schemas.openxmlformats.org/drawingml/2006/main">
              <a:ext uri="{FF2B5EF4-FFF2-40B4-BE49-F238E27FC236}">
                <a16:creationId xmlns:a16="http://schemas.microsoft.com/office/drawing/2014/main" id="{8682A75C-0318-4528-8E64-6F97480F820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857750" y="4686300"/>
            <a:ext cx="3400425" cy="971550"/>
          </a:xfrm>
          <a:prstGeom xmlns:a="http://schemas.openxmlformats.org/drawingml/2006/main" prst="roundRect">
            <a:avLst>
              <a:gd name="adj" fmla="val 21569"/>
            </a:avLst>
          </a:pr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</a:ln>
        </p:spPr>
        <p:style>
          <a:lnRef xmlns:a="http://schemas.openxmlformats.org/drawingml/2006/main" idx="0"/>
          <a:fillRef xmlns:a="http://schemas.openxmlformats.org/drawingml/2006/main" idx="0"/>
          <a:effectRef xmlns:a="http://schemas.openxmlformats.org/drawingml/2006/main" idx="7"/>
          <a:fontRef xmlns:a="http://schemas.openxmlformats.org/drawingml/2006/main" idx="major"/>
        </p:style>
      </p:sp>
      <p:sp>
        <p:nvSpPr>
          <p:cNvPr id="96" name="">
            <a:extLst xmlns:a="http://schemas.openxmlformats.org/drawingml/2006/main">
              <a:ext uri="{FF2B5EF4-FFF2-40B4-BE49-F238E27FC236}">
                <a16:creationId xmlns:a16="http://schemas.microsoft.com/office/drawing/2014/main" id="{721F8A8F-5650-45AC-9593-F63714BF71C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077325" y="4686300"/>
            <a:ext cx="3400425" cy="971550"/>
          </a:xfrm>
          <a:prstGeom xmlns:a="http://schemas.openxmlformats.org/drawingml/2006/main" prst="roundRect">
            <a:avLst>
              <a:gd name="adj" fmla="val 21569"/>
            </a:avLst>
          </a:pr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</a:ln>
        </p:spPr>
        <p:style>
          <a:lnRef xmlns:a="http://schemas.openxmlformats.org/drawingml/2006/main" idx="0"/>
          <a:fillRef xmlns:a="http://schemas.openxmlformats.org/drawingml/2006/main" idx="0"/>
          <a:effectRef xmlns:a="http://schemas.openxmlformats.org/drawingml/2006/main" idx="7"/>
          <a:fontRef xmlns:a="http://schemas.openxmlformats.org/drawingml/2006/main" idx="major"/>
        </p:style>
      </p:sp>
      <p:sp>
        <p:nvSpPr>
          <p:cNvPr id="97" name="">
            <a:extLst xmlns:a="http://schemas.openxmlformats.org/drawingml/2006/main">
              <a:ext uri="{FF2B5EF4-FFF2-40B4-BE49-F238E27FC236}">
                <a16:creationId xmlns:a16="http://schemas.microsoft.com/office/drawing/2014/main" id="{B5B08CDB-AA85-4A59-9BE3-32174D8EBE0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628775" y="4905375"/>
            <a:ext cx="2333625" cy="71437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/>
          <a:lstStyle xmlns:a="http://schemas.openxmlformats.org/drawingml/2006/main">
            <a:defPPr algn="ctr">
              <a:defRPr sz="202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defPPr>
            <a:lvl1pPr algn="ctr">
              <a:defRPr sz="202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1pPr>
            <a:lvl2pPr algn="ctr">
              <a:defRPr sz="202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2pPr>
            <a:lvl3pPr algn="ctr">
              <a:defRPr sz="202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3pPr>
            <a:lvl4pPr algn="ctr">
              <a:defRPr sz="202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4pPr>
            <a:lvl5pPr algn="ctr">
              <a:defRPr sz="202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5pPr>
            <a:lvl6pPr algn="ctr">
              <a:defRPr sz="202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6pPr>
            <a:lvl7pPr algn="ctr">
              <a:defRPr sz="202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7pPr>
            <a:lvl8pPr algn="ctr">
              <a:defRPr sz="202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8pPr>
            <a:lvl9pPr algn="ctr">
              <a:defRPr sz="202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9pPr>
          </a:lstStyle>
          <a:p xmlns:a="http://schemas.openxmlformats.org/drawingml/2006/main">
            <a:pPr algn="ctr">
              <a:lnSpc>
                <a:spcPct val="105000"/>
              </a:lnSpc>
              <a:buNone/>
              <a:defRPr sz="202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pPr>
            <a:r>
              <a:rPr sz="2025" b="0">
                <a:solidFill>
                  <a:srgbClr val="111111"/>
                </a:solidFill>
                <a:latin typeface="Arial"/>
                <a:ea typeface="Arial"/>
                <a:cs typeface="Arial"/>
              </a:rPr>
              <a:t>Horarios acordados</a:t>
            </a:r>
          </a:p>
          <a:p xmlns:a="http://schemas.openxmlformats.org/drawingml/2006/main">
            <a:pPr algn="ctr">
              <a:lnSpc>
                <a:spcPct val="105000"/>
              </a:lnSpc>
              <a:buNone/>
              <a:defRPr sz="202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pPr>
            <a:r>
              <a:rPr sz="2025" b="0">
                <a:solidFill>
                  <a:srgbClr val="111111"/>
                </a:solidFill>
                <a:latin typeface="Arial"/>
                <a:ea typeface="Arial"/>
                <a:cs typeface="Arial"/>
              </a:rPr>
              <a:t>de palabra</a:t>
            </a:r>
          </a:p>
        </p:txBody>
      </p:sp>
      <p:sp>
        <p:nvSpPr>
          <p:cNvPr id="98" name="">
            <a:extLst xmlns:a="http://schemas.openxmlformats.org/drawingml/2006/main">
              <a:ext uri="{FF2B5EF4-FFF2-40B4-BE49-F238E27FC236}">
                <a16:creationId xmlns:a16="http://schemas.microsoft.com/office/drawing/2014/main" id="{DDF293F7-1901-4B45-94E3-93061597CE8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972050" y="4905375"/>
            <a:ext cx="3171825" cy="71437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/>
          <a:lstStyle xmlns:a="http://schemas.openxmlformats.org/drawingml/2006/main">
            <a:defPPr algn="ctr">
              <a:defRPr sz="195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defPPr>
            <a:lvl1pPr algn="ctr">
              <a:defRPr sz="195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1pPr>
            <a:lvl2pPr algn="ctr">
              <a:defRPr sz="195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2pPr>
            <a:lvl3pPr algn="ctr">
              <a:defRPr sz="195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3pPr>
            <a:lvl4pPr algn="ctr">
              <a:defRPr sz="195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4pPr>
            <a:lvl5pPr algn="ctr">
              <a:defRPr sz="195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5pPr>
            <a:lvl6pPr algn="ctr">
              <a:defRPr sz="195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6pPr>
            <a:lvl7pPr algn="ctr">
              <a:defRPr sz="195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7pPr>
            <a:lvl8pPr algn="ctr">
              <a:defRPr sz="195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8pPr>
            <a:lvl9pPr algn="ctr">
              <a:defRPr sz="195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9pPr>
          </a:lstStyle>
          <a:p xmlns:a="http://schemas.openxmlformats.org/drawingml/2006/main">
            <a:pPr algn="ctr">
              <a:lnSpc>
                <a:spcPct val="105000"/>
              </a:lnSpc>
              <a:buNone/>
              <a:defRPr sz="195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pPr>
            <a:r>
              <a:rPr sz="1950" b="0">
                <a:solidFill>
                  <a:srgbClr val="111111"/>
                </a:solidFill>
                <a:latin typeface="Arial"/>
                <a:ea typeface="Arial"/>
                <a:cs typeface="Arial"/>
              </a:rPr>
              <a:t>Asignación y consulta</a:t>
            </a:r>
          </a:p>
          <a:p xmlns:a="http://schemas.openxmlformats.org/drawingml/2006/main">
            <a:pPr algn="ctr">
              <a:lnSpc>
                <a:spcPct val="105000"/>
              </a:lnSpc>
              <a:buNone/>
              <a:defRPr sz="195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pPr>
            <a:r>
              <a:rPr sz="1950" b="0">
                <a:solidFill>
                  <a:srgbClr val="111111"/>
                </a:solidFill>
                <a:latin typeface="Arial"/>
                <a:ea typeface="Arial"/>
                <a:cs typeface="Arial"/>
              </a:rPr>
              <a:t>de turnos</a:t>
            </a:r>
          </a:p>
        </p:txBody>
      </p:sp>
      <p:sp>
        <p:nvSpPr>
          <p:cNvPr id="99" name="">
            <a:extLst xmlns:a="http://schemas.openxmlformats.org/drawingml/2006/main">
              <a:ext uri="{FF2B5EF4-FFF2-40B4-BE49-F238E27FC236}">
                <a16:creationId xmlns:a16="http://schemas.microsoft.com/office/drawing/2014/main" id="{10E8E5D9-52F1-460F-8FB0-A70D92C658B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210675" y="4905375"/>
            <a:ext cx="3143250" cy="71437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/>
          <a:lstStyle xmlns:a="http://schemas.openxmlformats.org/drawingml/2006/main">
            <a:defPPr algn="ctr">
              <a:defRPr sz="195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defPPr>
            <a:lvl1pPr algn="ctr">
              <a:defRPr sz="195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1pPr>
            <a:lvl2pPr algn="ctr">
              <a:defRPr sz="195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2pPr>
            <a:lvl3pPr algn="ctr">
              <a:defRPr sz="195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3pPr>
            <a:lvl4pPr algn="ctr">
              <a:defRPr sz="195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4pPr>
            <a:lvl5pPr algn="ctr">
              <a:defRPr sz="195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5pPr>
            <a:lvl6pPr algn="ctr">
              <a:defRPr sz="195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6pPr>
            <a:lvl7pPr algn="ctr">
              <a:defRPr sz="195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7pPr>
            <a:lvl8pPr algn="ctr">
              <a:defRPr sz="195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8pPr>
            <a:lvl9pPr algn="ctr">
              <a:defRPr sz="195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9pPr>
          </a:lstStyle>
          <a:p xmlns:a="http://schemas.openxmlformats.org/drawingml/2006/main">
            <a:pPr algn="ctr">
              <a:lnSpc>
                <a:spcPct val="105000"/>
              </a:lnSpc>
              <a:buNone/>
              <a:defRPr sz="195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pPr>
            <a:r>
              <a:rPr sz="1950" b="0">
                <a:solidFill>
                  <a:srgbClr val="111111"/>
                </a:solidFill>
                <a:latin typeface="Arial"/>
                <a:ea typeface="Arial"/>
                <a:cs typeface="Arial"/>
              </a:rPr>
              <a:t>Saber qué horarios tiene</a:t>
            </a:r>
          </a:p>
          <a:p xmlns:a="http://schemas.openxmlformats.org/drawingml/2006/main">
            <a:pPr algn="ctr">
              <a:lnSpc>
                <a:spcPct val="105000"/>
              </a:lnSpc>
              <a:buNone/>
              <a:defRPr sz="195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pPr>
            <a:r>
              <a:rPr sz="1950" b="0">
                <a:solidFill>
                  <a:srgbClr val="111111"/>
                </a:solidFill>
                <a:latin typeface="Arial"/>
                <a:ea typeface="Arial"/>
                <a:cs typeface="Arial"/>
              </a:rPr>
              <a:t>asignados el empleado</a:t>
            </a:r>
          </a:p>
        </p:txBody>
      </p:sp>
      <p:sp>
        <p:nvSpPr>
          <p:cNvPr id="100" name="">
            <a:extLst xmlns:a="http://schemas.openxmlformats.org/drawingml/2006/main">
              <a:ext uri="{FF2B5EF4-FFF2-40B4-BE49-F238E27FC236}">
                <a16:creationId xmlns:a16="http://schemas.microsoft.com/office/drawing/2014/main" id="{426D4634-1574-4EBF-952E-D20035E4E26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257675" y="5038725"/>
            <a:ext cx="361950" cy="257175"/>
          </a:xfrm>
          <a:prstGeom xmlns:a="http://schemas.openxmlformats.org/drawingml/2006/main" prst="rightArrow">
            <a:avLst/>
          </a:prstGeom>
          <a:solidFill xmlns:a="http://schemas.openxmlformats.org/drawingml/2006/main">
            <a:srgbClr val="2C5E9B"/>
          </a:solidFill>
          <a:ln xmlns:a="http://schemas.openxmlformats.org/drawingml/2006/main" w="0">
            <a:noFill/>
          </a:ln>
        </p:spPr>
      </p:sp>
      <p:sp>
        <p:nvSpPr>
          <p:cNvPr id="101" name="">
            <a:extLst xmlns:a="http://schemas.openxmlformats.org/drawingml/2006/main">
              <a:ext uri="{FF2B5EF4-FFF2-40B4-BE49-F238E27FC236}">
                <a16:creationId xmlns:a16="http://schemas.microsoft.com/office/drawing/2014/main" id="{A48E19AD-038D-4B0D-B51F-2A0E4BC8D44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8477250" y="5038725"/>
            <a:ext cx="361950" cy="257175"/>
          </a:xfrm>
          <a:prstGeom xmlns:a="http://schemas.openxmlformats.org/drawingml/2006/main" prst="rightArrow">
            <a:avLst/>
          </a:prstGeom>
          <a:solidFill xmlns:a="http://schemas.openxmlformats.org/drawingml/2006/main">
            <a:srgbClr val="2C5E9B"/>
          </a:solidFill>
          <a:ln xmlns:a="http://schemas.openxmlformats.org/drawingml/2006/main" w="0">
            <a:noFill/>
          </a:ln>
        </p:spPr>
      </p:sp>
      <p:sp>
        <p:nvSpPr>
          <p:cNvPr id="102" name="calendar vector #ffffff">
            <a:extLst xmlns:a="http://schemas.openxmlformats.org/drawingml/2006/main">
              <a:ext uri="{FF2B5EF4-FFF2-40B4-BE49-F238E27FC236}">
                <a16:creationId xmlns:a16="http://schemas.microsoft.com/office/drawing/2014/main" id="{4BFAFA12-901E-49E6-85C7-886C8DAA924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57250" y="4848225"/>
            <a:ext cx="704850" cy="704850"/>
          </a:xfrm>
          <a:custGeom xmlns:a="http://schemas.openxmlformats.org/drawingml/2006/main">
            <a:pathLst>
              <a:path w="704850" h="704850">
                <a:moveTo>
                  <a:pt x="0" y="0"/>
                </a:moveTo>
                <a:lnTo>
                  <a:pt x="85725" y="0"/>
                </a:lnTo>
                <a:lnTo>
                  <a:pt x="85725" y="9525"/>
                </a:lnTo>
                <a:lnTo>
                  <a:pt x="66675" y="9525"/>
                </a:lnTo>
                <a:lnTo>
                  <a:pt x="66675" y="28575"/>
                </a:lnTo>
                <a:lnTo>
                  <a:pt x="85725" y="28575"/>
                </a:lnTo>
                <a:lnTo>
                  <a:pt x="85725" y="38100"/>
                </a:lnTo>
                <a:lnTo>
                  <a:pt x="95250" y="38100"/>
                </a:lnTo>
                <a:lnTo>
                  <a:pt x="95250" y="66675"/>
                </a:lnTo>
                <a:lnTo>
                  <a:pt x="85725" y="66675"/>
                </a:lnTo>
                <a:lnTo>
                  <a:pt x="85725" y="76200"/>
                </a:lnTo>
                <a:lnTo>
                  <a:pt x="76200" y="76200"/>
                </a:lnTo>
                <a:lnTo>
                  <a:pt x="76200" y="47625"/>
                </a:lnTo>
                <a:lnTo>
                  <a:pt x="66675" y="47625"/>
                </a:lnTo>
                <a:lnTo>
                  <a:pt x="66675" y="57150"/>
                </a:lnTo>
                <a:lnTo>
                  <a:pt x="57150" y="57150"/>
                </a:lnTo>
                <a:lnTo>
                  <a:pt x="57150" y="76200"/>
                </a:lnTo>
                <a:lnTo>
                  <a:pt x="47625" y="76200"/>
                </a:lnTo>
                <a:lnTo>
                  <a:pt x="47625" y="85725"/>
                </a:lnTo>
                <a:lnTo>
                  <a:pt x="28575" y="85725"/>
                </a:lnTo>
                <a:lnTo>
                  <a:pt x="28575" y="95250"/>
                </a:lnTo>
                <a:lnTo>
                  <a:pt x="9525" y="95250"/>
                </a:lnTo>
                <a:lnTo>
                  <a:pt x="9525" y="104775"/>
                </a:lnTo>
                <a:lnTo>
                  <a:pt x="0" y="104775"/>
                </a:lnTo>
                <a:close/>
                <a:moveTo>
                  <a:pt x="114300" y="0"/>
                </a:moveTo>
                <a:lnTo>
                  <a:pt x="133350" y="0"/>
                </a:lnTo>
                <a:lnTo>
                  <a:pt x="133350" y="9525"/>
                </a:lnTo>
                <a:lnTo>
                  <a:pt x="114300" y="9525"/>
                </a:lnTo>
                <a:close/>
                <a:moveTo>
                  <a:pt x="190500" y="0"/>
                </a:moveTo>
                <a:lnTo>
                  <a:pt x="371475" y="0"/>
                </a:lnTo>
                <a:lnTo>
                  <a:pt x="371475" y="38100"/>
                </a:lnTo>
                <a:lnTo>
                  <a:pt x="361950" y="38100"/>
                </a:lnTo>
                <a:lnTo>
                  <a:pt x="361950" y="66675"/>
                </a:lnTo>
                <a:lnTo>
                  <a:pt x="352425" y="66675"/>
                </a:lnTo>
                <a:lnTo>
                  <a:pt x="352425" y="76200"/>
                </a:lnTo>
                <a:lnTo>
                  <a:pt x="209550" y="76200"/>
                </a:lnTo>
                <a:lnTo>
                  <a:pt x="209550" y="66675"/>
                </a:lnTo>
                <a:lnTo>
                  <a:pt x="200025" y="66675"/>
                </a:lnTo>
                <a:lnTo>
                  <a:pt x="200025" y="9525"/>
                </a:lnTo>
                <a:lnTo>
                  <a:pt x="190500" y="9525"/>
                </a:lnTo>
                <a:close/>
                <a:moveTo>
                  <a:pt x="457200" y="0"/>
                </a:moveTo>
                <a:lnTo>
                  <a:pt x="704850" y="0"/>
                </a:lnTo>
                <a:lnTo>
                  <a:pt x="704850" y="114300"/>
                </a:lnTo>
                <a:lnTo>
                  <a:pt x="695325" y="114300"/>
                </a:lnTo>
                <a:lnTo>
                  <a:pt x="695325" y="123825"/>
                </a:lnTo>
                <a:lnTo>
                  <a:pt x="676275" y="123825"/>
                </a:lnTo>
                <a:lnTo>
                  <a:pt x="676275" y="114300"/>
                </a:lnTo>
                <a:lnTo>
                  <a:pt x="657225" y="114300"/>
                </a:lnTo>
                <a:lnTo>
                  <a:pt x="657225" y="104775"/>
                </a:lnTo>
                <a:lnTo>
                  <a:pt x="638175" y="104775"/>
                </a:lnTo>
                <a:lnTo>
                  <a:pt x="638175" y="123825"/>
                </a:lnTo>
                <a:lnTo>
                  <a:pt x="657225" y="123825"/>
                </a:lnTo>
                <a:lnTo>
                  <a:pt x="657225" y="133350"/>
                </a:lnTo>
                <a:lnTo>
                  <a:pt x="666750" y="133350"/>
                </a:lnTo>
                <a:lnTo>
                  <a:pt x="666750" y="161925"/>
                </a:lnTo>
                <a:lnTo>
                  <a:pt x="685800" y="161925"/>
                </a:lnTo>
                <a:lnTo>
                  <a:pt x="685800" y="152400"/>
                </a:lnTo>
                <a:lnTo>
                  <a:pt x="695325" y="152400"/>
                </a:lnTo>
                <a:lnTo>
                  <a:pt x="695325" y="142875"/>
                </a:lnTo>
                <a:lnTo>
                  <a:pt x="704850" y="142875"/>
                </a:lnTo>
                <a:lnTo>
                  <a:pt x="704850" y="523875"/>
                </a:lnTo>
                <a:lnTo>
                  <a:pt x="666750" y="523875"/>
                </a:lnTo>
                <a:lnTo>
                  <a:pt x="666750" y="457200"/>
                </a:lnTo>
                <a:lnTo>
                  <a:pt x="647700" y="457200"/>
                </a:lnTo>
                <a:lnTo>
                  <a:pt x="647700" y="447675"/>
                </a:lnTo>
                <a:lnTo>
                  <a:pt x="638175" y="447675"/>
                </a:lnTo>
                <a:lnTo>
                  <a:pt x="638175" y="438150"/>
                </a:lnTo>
                <a:lnTo>
                  <a:pt x="647700" y="438150"/>
                </a:lnTo>
                <a:lnTo>
                  <a:pt x="647700" y="428625"/>
                </a:lnTo>
                <a:lnTo>
                  <a:pt x="657225" y="428625"/>
                </a:lnTo>
                <a:lnTo>
                  <a:pt x="657225" y="409575"/>
                </a:lnTo>
                <a:lnTo>
                  <a:pt x="647700" y="409575"/>
                </a:lnTo>
                <a:lnTo>
                  <a:pt x="647700" y="419100"/>
                </a:lnTo>
                <a:lnTo>
                  <a:pt x="638175" y="419100"/>
                </a:lnTo>
                <a:lnTo>
                  <a:pt x="638175" y="409575"/>
                </a:lnTo>
                <a:lnTo>
                  <a:pt x="628650" y="409575"/>
                </a:lnTo>
                <a:lnTo>
                  <a:pt x="628650" y="400050"/>
                </a:lnTo>
                <a:lnTo>
                  <a:pt x="619125" y="400050"/>
                </a:lnTo>
                <a:lnTo>
                  <a:pt x="619125" y="381000"/>
                </a:lnTo>
                <a:lnTo>
                  <a:pt x="609600" y="381000"/>
                </a:lnTo>
                <a:lnTo>
                  <a:pt x="609600" y="333375"/>
                </a:lnTo>
                <a:lnTo>
                  <a:pt x="600075" y="333375"/>
                </a:lnTo>
                <a:lnTo>
                  <a:pt x="600075" y="323850"/>
                </a:lnTo>
                <a:lnTo>
                  <a:pt x="590550" y="323850"/>
                </a:lnTo>
                <a:lnTo>
                  <a:pt x="590550" y="314325"/>
                </a:lnTo>
                <a:lnTo>
                  <a:pt x="561975" y="314325"/>
                </a:lnTo>
                <a:lnTo>
                  <a:pt x="561975" y="285750"/>
                </a:lnTo>
                <a:lnTo>
                  <a:pt x="571500" y="285750"/>
                </a:lnTo>
                <a:lnTo>
                  <a:pt x="571500" y="295275"/>
                </a:lnTo>
                <a:lnTo>
                  <a:pt x="581025" y="295275"/>
                </a:lnTo>
                <a:lnTo>
                  <a:pt x="581025" y="276225"/>
                </a:lnTo>
                <a:lnTo>
                  <a:pt x="561975" y="276225"/>
                </a:lnTo>
                <a:lnTo>
                  <a:pt x="561975" y="266700"/>
                </a:lnTo>
                <a:lnTo>
                  <a:pt x="571500" y="266700"/>
                </a:lnTo>
                <a:lnTo>
                  <a:pt x="571500" y="247650"/>
                </a:lnTo>
                <a:lnTo>
                  <a:pt x="600075" y="247650"/>
                </a:lnTo>
                <a:lnTo>
                  <a:pt x="600075" y="238125"/>
                </a:lnTo>
                <a:lnTo>
                  <a:pt x="609600" y="238125"/>
                </a:lnTo>
                <a:lnTo>
                  <a:pt x="609600" y="209550"/>
                </a:lnTo>
                <a:lnTo>
                  <a:pt x="619125" y="209550"/>
                </a:lnTo>
                <a:lnTo>
                  <a:pt x="619125" y="190500"/>
                </a:lnTo>
                <a:lnTo>
                  <a:pt x="628650" y="190500"/>
                </a:lnTo>
                <a:lnTo>
                  <a:pt x="628650" y="180975"/>
                </a:lnTo>
                <a:lnTo>
                  <a:pt x="638175" y="180975"/>
                </a:lnTo>
                <a:lnTo>
                  <a:pt x="638175" y="171450"/>
                </a:lnTo>
                <a:lnTo>
                  <a:pt x="647700" y="171450"/>
                </a:lnTo>
                <a:lnTo>
                  <a:pt x="647700" y="152400"/>
                </a:lnTo>
                <a:lnTo>
                  <a:pt x="628650" y="152400"/>
                </a:lnTo>
                <a:lnTo>
                  <a:pt x="628650" y="142875"/>
                </a:lnTo>
                <a:lnTo>
                  <a:pt x="638175" y="142875"/>
                </a:lnTo>
                <a:lnTo>
                  <a:pt x="638175" y="133350"/>
                </a:lnTo>
                <a:lnTo>
                  <a:pt x="628650" y="133350"/>
                </a:lnTo>
                <a:lnTo>
                  <a:pt x="628650" y="85725"/>
                </a:lnTo>
                <a:lnTo>
                  <a:pt x="552450" y="85725"/>
                </a:lnTo>
                <a:lnTo>
                  <a:pt x="552450" y="76200"/>
                </a:lnTo>
                <a:lnTo>
                  <a:pt x="542925" y="76200"/>
                </a:lnTo>
                <a:lnTo>
                  <a:pt x="542925" y="85725"/>
                </a:lnTo>
                <a:lnTo>
                  <a:pt x="533400" y="85725"/>
                </a:lnTo>
                <a:lnTo>
                  <a:pt x="533400" y="95250"/>
                </a:lnTo>
                <a:lnTo>
                  <a:pt x="514350" y="95250"/>
                </a:lnTo>
                <a:lnTo>
                  <a:pt x="514350" y="85725"/>
                </a:lnTo>
                <a:lnTo>
                  <a:pt x="495300" y="85725"/>
                </a:lnTo>
                <a:lnTo>
                  <a:pt x="495300" y="76200"/>
                </a:lnTo>
                <a:lnTo>
                  <a:pt x="466725" y="76200"/>
                </a:lnTo>
                <a:lnTo>
                  <a:pt x="466725" y="85725"/>
                </a:lnTo>
                <a:lnTo>
                  <a:pt x="457200" y="85725"/>
                </a:lnTo>
                <a:lnTo>
                  <a:pt x="457200" y="47625"/>
                </a:lnTo>
                <a:lnTo>
                  <a:pt x="466725" y="47625"/>
                </a:lnTo>
                <a:lnTo>
                  <a:pt x="466725" y="57150"/>
                </a:lnTo>
                <a:lnTo>
                  <a:pt x="485775" y="57150"/>
                </a:lnTo>
                <a:lnTo>
                  <a:pt x="485775" y="66675"/>
                </a:lnTo>
                <a:lnTo>
                  <a:pt x="495300" y="66675"/>
                </a:lnTo>
                <a:lnTo>
                  <a:pt x="495300" y="76200"/>
                </a:lnTo>
                <a:lnTo>
                  <a:pt x="514350" y="76200"/>
                </a:lnTo>
                <a:lnTo>
                  <a:pt x="514350" y="66675"/>
                </a:lnTo>
                <a:lnTo>
                  <a:pt x="523875" y="66675"/>
                </a:lnTo>
                <a:lnTo>
                  <a:pt x="523875" y="47625"/>
                </a:lnTo>
                <a:lnTo>
                  <a:pt x="476250" y="47625"/>
                </a:lnTo>
                <a:lnTo>
                  <a:pt x="476250" y="28575"/>
                </a:lnTo>
                <a:lnTo>
                  <a:pt x="466725" y="28575"/>
                </a:lnTo>
                <a:lnTo>
                  <a:pt x="466725" y="19050"/>
                </a:lnTo>
                <a:lnTo>
                  <a:pt x="457200" y="19050"/>
                </a:lnTo>
                <a:close/>
                <a:moveTo>
                  <a:pt x="695325" y="552450"/>
                </a:moveTo>
                <a:lnTo>
                  <a:pt x="704850" y="552450"/>
                </a:lnTo>
                <a:lnTo>
                  <a:pt x="704850" y="704850"/>
                </a:lnTo>
                <a:lnTo>
                  <a:pt x="638175" y="704850"/>
                </a:lnTo>
                <a:lnTo>
                  <a:pt x="638175" y="695325"/>
                </a:lnTo>
                <a:lnTo>
                  <a:pt x="628650" y="695325"/>
                </a:lnTo>
                <a:lnTo>
                  <a:pt x="628650" y="704850"/>
                </a:lnTo>
                <a:lnTo>
                  <a:pt x="542925" y="704850"/>
                </a:lnTo>
                <a:lnTo>
                  <a:pt x="542925" y="695325"/>
                </a:lnTo>
                <a:lnTo>
                  <a:pt x="571500" y="695325"/>
                </a:lnTo>
                <a:lnTo>
                  <a:pt x="571500" y="685800"/>
                </a:lnTo>
                <a:lnTo>
                  <a:pt x="590550" y="685800"/>
                </a:lnTo>
                <a:lnTo>
                  <a:pt x="590550" y="695325"/>
                </a:lnTo>
                <a:lnTo>
                  <a:pt x="609600" y="695325"/>
                </a:lnTo>
                <a:lnTo>
                  <a:pt x="609600" y="685800"/>
                </a:lnTo>
                <a:lnTo>
                  <a:pt x="619125" y="685800"/>
                </a:lnTo>
                <a:lnTo>
                  <a:pt x="619125" y="676275"/>
                </a:lnTo>
                <a:lnTo>
                  <a:pt x="609600" y="676275"/>
                </a:lnTo>
                <a:lnTo>
                  <a:pt x="609600" y="666750"/>
                </a:lnTo>
                <a:lnTo>
                  <a:pt x="628650" y="666750"/>
                </a:lnTo>
                <a:lnTo>
                  <a:pt x="628650" y="647700"/>
                </a:lnTo>
                <a:lnTo>
                  <a:pt x="619125" y="647700"/>
                </a:lnTo>
                <a:lnTo>
                  <a:pt x="619125" y="619125"/>
                </a:lnTo>
                <a:lnTo>
                  <a:pt x="628650" y="619125"/>
                </a:lnTo>
                <a:lnTo>
                  <a:pt x="628650" y="609600"/>
                </a:lnTo>
                <a:lnTo>
                  <a:pt x="647700" y="609600"/>
                </a:lnTo>
                <a:lnTo>
                  <a:pt x="647700" y="590550"/>
                </a:lnTo>
                <a:lnTo>
                  <a:pt x="657225" y="590550"/>
                </a:lnTo>
                <a:lnTo>
                  <a:pt x="657225" y="571500"/>
                </a:lnTo>
                <a:lnTo>
                  <a:pt x="666750" y="571500"/>
                </a:lnTo>
                <a:lnTo>
                  <a:pt x="666750" y="561975"/>
                </a:lnTo>
                <a:lnTo>
                  <a:pt x="695325" y="561975"/>
                </a:lnTo>
                <a:close/>
                <a:moveTo>
                  <a:pt x="285750" y="609600"/>
                </a:moveTo>
                <a:lnTo>
                  <a:pt x="295275" y="609600"/>
                </a:lnTo>
                <a:lnTo>
                  <a:pt x="295275" y="619125"/>
                </a:lnTo>
                <a:lnTo>
                  <a:pt x="304800" y="619125"/>
                </a:lnTo>
                <a:lnTo>
                  <a:pt x="304800" y="638175"/>
                </a:lnTo>
                <a:lnTo>
                  <a:pt x="295275" y="638175"/>
                </a:lnTo>
                <a:lnTo>
                  <a:pt x="295275" y="647700"/>
                </a:lnTo>
                <a:lnTo>
                  <a:pt x="257175" y="647700"/>
                </a:lnTo>
                <a:lnTo>
                  <a:pt x="257175" y="657225"/>
                </a:lnTo>
                <a:lnTo>
                  <a:pt x="238125" y="657225"/>
                </a:lnTo>
                <a:lnTo>
                  <a:pt x="238125" y="638175"/>
                </a:lnTo>
                <a:lnTo>
                  <a:pt x="266700" y="638175"/>
                </a:lnTo>
                <a:lnTo>
                  <a:pt x="266700" y="619125"/>
                </a:lnTo>
                <a:lnTo>
                  <a:pt x="285750" y="619125"/>
                </a:lnTo>
                <a:close/>
                <a:moveTo>
                  <a:pt x="0" y="638175"/>
                </a:moveTo>
                <a:lnTo>
                  <a:pt x="47625" y="638175"/>
                </a:lnTo>
                <a:lnTo>
                  <a:pt x="47625" y="666750"/>
                </a:lnTo>
                <a:lnTo>
                  <a:pt x="38100" y="666750"/>
                </a:lnTo>
                <a:lnTo>
                  <a:pt x="38100" y="685800"/>
                </a:lnTo>
                <a:lnTo>
                  <a:pt x="47625" y="685800"/>
                </a:lnTo>
                <a:lnTo>
                  <a:pt x="47625" y="704850"/>
                </a:lnTo>
                <a:lnTo>
                  <a:pt x="0" y="704850"/>
                </a:lnTo>
                <a:lnTo>
                  <a:pt x="0" y="676275"/>
                </a:lnTo>
                <a:lnTo>
                  <a:pt x="19050" y="676275"/>
                </a:lnTo>
                <a:lnTo>
                  <a:pt x="19050" y="657225"/>
                </a:lnTo>
                <a:lnTo>
                  <a:pt x="0" y="657225"/>
                </a:lnTo>
                <a:close/>
                <a:moveTo>
                  <a:pt x="85725" y="638175"/>
                </a:moveTo>
                <a:lnTo>
                  <a:pt x="95250" y="638175"/>
                </a:lnTo>
                <a:lnTo>
                  <a:pt x="95250" y="657225"/>
                </a:lnTo>
                <a:lnTo>
                  <a:pt x="85725" y="657225"/>
                </a:lnTo>
                <a:close/>
                <a:moveTo>
                  <a:pt x="190500" y="647700"/>
                </a:moveTo>
                <a:lnTo>
                  <a:pt x="209550" y="647700"/>
                </a:lnTo>
                <a:lnTo>
                  <a:pt x="209550" y="657225"/>
                </a:lnTo>
                <a:lnTo>
                  <a:pt x="190500" y="657225"/>
                </a:lnTo>
                <a:close/>
                <a:moveTo>
                  <a:pt x="381000" y="676275"/>
                </a:moveTo>
                <a:lnTo>
                  <a:pt x="390525" y="676275"/>
                </a:lnTo>
                <a:lnTo>
                  <a:pt x="390525" y="695325"/>
                </a:lnTo>
                <a:lnTo>
                  <a:pt x="381000" y="695325"/>
                </a:lnTo>
                <a:lnTo>
                  <a:pt x="381000" y="704850"/>
                </a:lnTo>
                <a:lnTo>
                  <a:pt x="342900" y="704850"/>
                </a:lnTo>
                <a:lnTo>
                  <a:pt x="342900" y="695325"/>
                </a:lnTo>
                <a:lnTo>
                  <a:pt x="352425" y="695325"/>
                </a:lnTo>
                <a:lnTo>
                  <a:pt x="352425" y="685800"/>
                </a:lnTo>
                <a:lnTo>
                  <a:pt x="381000" y="685800"/>
                </a:lnTo>
                <a:close/>
                <a:moveTo>
                  <a:pt x="647700" y="676275"/>
                </a:moveTo>
                <a:lnTo>
                  <a:pt x="666750" y="676275"/>
                </a:lnTo>
                <a:lnTo>
                  <a:pt x="666750" y="628650"/>
                </a:lnTo>
                <a:lnTo>
                  <a:pt x="657225" y="628650"/>
                </a:lnTo>
                <a:lnTo>
                  <a:pt x="657225" y="619125"/>
                </a:lnTo>
                <a:lnTo>
                  <a:pt x="647700" y="619125"/>
                </a:lnTo>
                <a:close/>
                <a:moveTo>
                  <a:pt x="114300" y="685800"/>
                </a:moveTo>
                <a:lnTo>
                  <a:pt x="123825" y="685800"/>
                </a:lnTo>
                <a:lnTo>
                  <a:pt x="123825" y="695325"/>
                </a:lnTo>
                <a:lnTo>
                  <a:pt x="114300" y="695325"/>
                </a:lnTo>
                <a:close/>
                <a:moveTo>
                  <a:pt x="152400" y="685800"/>
                </a:moveTo>
                <a:lnTo>
                  <a:pt x="171450" y="685800"/>
                </a:lnTo>
                <a:lnTo>
                  <a:pt x="171450" y="704850"/>
                </a:lnTo>
                <a:lnTo>
                  <a:pt x="152400" y="704850"/>
                </a:lnTo>
                <a:close/>
                <a:moveTo>
                  <a:pt x="419100" y="685800"/>
                </a:moveTo>
                <a:lnTo>
                  <a:pt x="438150" y="685800"/>
                </a:lnTo>
                <a:lnTo>
                  <a:pt x="438150" y="695325"/>
                </a:lnTo>
                <a:lnTo>
                  <a:pt x="419100" y="695325"/>
                </a:lnTo>
                <a:close/>
                <a:moveTo>
                  <a:pt x="457200" y="685800"/>
                </a:moveTo>
                <a:lnTo>
                  <a:pt x="476250" y="685800"/>
                </a:lnTo>
                <a:lnTo>
                  <a:pt x="476250" y="695325"/>
                </a:lnTo>
                <a:lnTo>
                  <a:pt x="485775" y="695325"/>
                </a:lnTo>
                <a:lnTo>
                  <a:pt x="485775" y="704850"/>
                </a:lnTo>
                <a:lnTo>
                  <a:pt x="457200" y="704850"/>
                </a:lnTo>
                <a:close/>
                <a:moveTo>
                  <a:pt x="504825" y="685800"/>
                </a:moveTo>
                <a:lnTo>
                  <a:pt x="514350" y="685800"/>
                </a:lnTo>
                <a:lnTo>
                  <a:pt x="514350" y="704850"/>
                </a:lnTo>
                <a:lnTo>
                  <a:pt x="504825" y="704850"/>
                </a:lnTo>
                <a:close/>
                <a:moveTo>
                  <a:pt x="104775" y="695325"/>
                </a:moveTo>
                <a:lnTo>
                  <a:pt x="114300" y="695325"/>
                </a:lnTo>
                <a:lnTo>
                  <a:pt x="114300" y="704850"/>
                </a:lnTo>
                <a:lnTo>
                  <a:pt x="104775" y="704850"/>
                </a:lnTo>
                <a:close/>
                <a:moveTo>
                  <a:pt x="523875" y="695325"/>
                </a:moveTo>
                <a:lnTo>
                  <a:pt x="533400" y="695325"/>
                </a:lnTo>
                <a:lnTo>
                  <a:pt x="533400" y="704850"/>
                </a:lnTo>
                <a:lnTo>
                  <a:pt x="523875" y="704850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</a:ln>
        </p:spPr>
      </p:sp>
      <p:sp>
        <p:nvSpPr>
          <p:cNvPr id="103" name="calendar vector #fffffe">
            <a:extLst xmlns:a="http://schemas.openxmlformats.org/drawingml/2006/main">
              <a:ext uri="{FF2B5EF4-FFF2-40B4-BE49-F238E27FC236}">
                <a16:creationId xmlns:a16="http://schemas.microsoft.com/office/drawing/2014/main" id="{432587D8-2BAC-4E9B-B87D-F16FB471AD9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57250" y="4848225"/>
            <a:ext cx="704850" cy="704850"/>
          </a:xfrm>
          <a:custGeom xmlns:a="http://schemas.openxmlformats.org/drawingml/2006/main">
            <a:pathLst>
              <a:path w="704850" h="704850">
                <a:moveTo>
                  <a:pt x="371475" y="0"/>
                </a:moveTo>
                <a:lnTo>
                  <a:pt x="381000" y="0"/>
                </a:lnTo>
                <a:lnTo>
                  <a:pt x="381000" y="19050"/>
                </a:lnTo>
                <a:lnTo>
                  <a:pt x="371475" y="19050"/>
                </a:lnTo>
                <a:close/>
                <a:moveTo>
                  <a:pt x="66675" y="9525"/>
                </a:moveTo>
                <a:lnTo>
                  <a:pt x="76200" y="9525"/>
                </a:lnTo>
                <a:lnTo>
                  <a:pt x="76200" y="19050"/>
                </a:lnTo>
                <a:lnTo>
                  <a:pt x="85725" y="19050"/>
                </a:lnTo>
                <a:lnTo>
                  <a:pt x="85725" y="28575"/>
                </a:lnTo>
                <a:lnTo>
                  <a:pt x="66675" y="28575"/>
                </a:lnTo>
                <a:close/>
                <a:moveTo>
                  <a:pt x="114300" y="9525"/>
                </a:moveTo>
                <a:lnTo>
                  <a:pt x="133350" y="9525"/>
                </a:lnTo>
                <a:lnTo>
                  <a:pt x="133350" y="19050"/>
                </a:lnTo>
                <a:lnTo>
                  <a:pt x="114300" y="19050"/>
                </a:lnTo>
                <a:close/>
                <a:moveTo>
                  <a:pt x="190500" y="9525"/>
                </a:moveTo>
                <a:lnTo>
                  <a:pt x="200025" y="9525"/>
                </a:lnTo>
                <a:lnTo>
                  <a:pt x="200025" y="28575"/>
                </a:lnTo>
                <a:lnTo>
                  <a:pt x="190500" y="28575"/>
                </a:lnTo>
                <a:close/>
                <a:moveTo>
                  <a:pt x="457200" y="19050"/>
                </a:moveTo>
                <a:lnTo>
                  <a:pt x="466725" y="19050"/>
                </a:lnTo>
                <a:lnTo>
                  <a:pt x="466725" y="28575"/>
                </a:lnTo>
                <a:lnTo>
                  <a:pt x="476250" y="28575"/>
                </a:lnTo>
                <a:lnTo>
                  <a:pt x="476250" y="38100"/>
                </a:lnTo>
                <a:lnTo>
                  <a:pt x="466725" y="38100"/>
                </a:lnTo>
                <a:lnTo>
                  <a:pt x="466725" y="47625"/>
                </a:lnTo>
                <a:lnTo>
                  <a:pt x="457200" y="47625"/>
                </a:lnTo>
                <a:close/>
                <a:moveTo>
                  <a:pt x="85725" y="28575"/>
                </a:moveTo>
                <a:lnTo>
                  <a:pt x="95250" y="28575"/>
                </a:lnTo>
                <a:lnTo>
                  <a:pt x="95250" y="38100"/>
                </a:lnTo>
                <a:lnTo>
                  <a:pt x="85725" y="38100"/>
                </a:lnTo>
                <a:close/>
                <a:moveTo>
                  <a:pt x="361950" y="38100"/>
                </a:moveTo>
                <a:lnTo>
                  <a:pt x="371475" y="38100"/>
                </a:lnTo>
                <a:lnTo>
                  <a:pt x="371475" y="47625"/>
                </a:lnTo>
                <a:lnTo>
                  <a:pt x="361950" y="47625"/>
                </a:lnTo>
                <a:close/>
                <a:moveTo>
                  <a:pt x="66675" y="47625"/>
                </a:moveTo>
                <a:lnTo>
                  <a:pt x="76200" y="47625"/>
                </a:lnTo>
                <a:lnTo>
                  <a:pt x="76200" y="57150"/>
                </a:lnTo>
                <a:lnTo>
                  <a:pt x="66675" y="57150"/>
                </a:lnTo>
                <a:close/>
                <a:moveTo>
                  <a:pt x="114300" y="47625"/>
                </a:moveTo>
                <a:lnTo>
                  <a:pt x="123825" y="47625"/>
                </a:lnTo>
                <a:lnTo>
                  <a:pt x="123825" y="57150"/>
                </a:lnTo>
                <a:lnTo>
                  <a:pt x="114300" y="57150"/>
                </a:lnTo>
                <a:close/>
                <a:moveTo>
                  <a:pt x="466725" y="47625"/>
                </a:moveTo>
                <a:lnTo>
                  <a:pt x="476250" y="47625"/>
                </a:lnTo>
                <a:lnTo>
                  <a:pt x="476250" y="57150"/>
                </a:lnTo>
                <a:lnTo>
                  <a:pt x="466725" y="57150"/>
                </a:lnTo>
                <a:close/>
                <a:moveTo>
                  <a:pt x="504825" y="47625"/>
                </a:moveTo>
                <a:lnTo>
                  <a:pt x="523875" y="47625"/>
                </a:lnTo>
                <a:lnTo>
                  <a:pt x="523875" y="66675"/>
                </a:lnTo>
                <a:lnTo>
                  <a:pt x="514350" y="66675"/>
                </a:lnTo>
                <a:lnTo>
                  <a:pt x="514350" y="76200"/>
                </a:lnTo>
                <a:lnTo>
                  <a:pt x="495300" y="76200"/>
                </a:lnTo>
                <a:lnTo>
                  <a:pt x="495300" y="66675"/>
                </a:lnTo>
                <a:lnTo>
                  <a:pt x="504825" y="66675"/>
                </a:lnTo>
                <a:close/>
                <a:moveTo>
                  <a:pt x="57150" y="66675"/>
                </a:moveTo>
                <a:lnTo>
                  <a:pt x="66675" y="66675"/>
                </a:lnTo>
                <a:lnTo>
                  <a:pt x="66675" y="76200"/>
                </a:lnTo>
                <a:lnTo>
                  <a:pt x="57150" y="76200"/>
                </a:lnTo>
                <a:close/>
                <a:moveTo>
                  <a:pt x="542925" y="76200"/>
                </a:moveTo>
                <a:lnTo>
                  <a:pt x="552450" y="76200"/>
                </a:lnTo>
                <a:lnTo>
                  <a:pt x="552450" y="85725"/>
                </a:lnTo>
                <a:lnTo>
                  <a:pt x="542925" y="85725"/>
                </a:lnTo>
                <a:close/>
                <a:moveTo>
                  <a:pt x="28575" y="85725"/>
                </a:moveTo>
                <a:lnTo>
                  <a:pt x="38100" y="85725"/>
                </a:lnTo>
                <a:lnTo>
                  <a:pt x="38100" y="95250"/>
                </a:lnTo>
                <a:lnTo>
                  <a:pt x="28575" y="95250"/>
                </a:lnTo>
                <a:close/>
                <a:moveTo>
                  <a:pt x="571500" y="85725"/>
                </a:moveTo>
                <a:lnTo>
                  <a:pt x="581025" y="85725"/>
                </a:lnTo>
                <a:lnTo>
                  <a:pt x="581025" y="95250"/>
                </a:lnTo>
                <a:lnTo>
                  <a:pt x="571500" y="95250"/>
                </a:lnTo>
                <a:close/>
                <a:moveTo>
                  <a:pt x="619125" y="85725"/>
                </a:moveTo>
                <a:lnTo>
                  <a:pt x="628650" y="85725"/>
                </a:lnTo>
                <a:lnTo>
                  <a:pt x="628650" y="133350"/>
                </a:lnTo>
                <a:lnTo>
                  <a:pt x="619125" y="133350"/>
                </a:lnTo>
                <a:lnTo>
                  <a:pt x="619125" y="123825"/>
                </a:lnTo>
                <a:lnTo>
                  <a:pt x="600075" y="123825"/>
                </a:lnTo>
                <a:lnTo>
                  <a:pt x="600075" y="114300"/>
                </a:lnTo>
                <a:lnTo>
                  <a:pt x="609600" y="114300"/>
                </a:lnTo>
                <a:lnTo>
                  <a:pt x="609600" y="104775"/>
                </a:lnTo>
                <a:lnTo>
                  <a:pt x="619125" y="104775"/>
                </a:lnTo>
                <a:close/>
                <a:moveTo>
                  <a:pt x="628650" y="133350"/>
                </a:moveTo>
                <a:lnTo>
                  <a:pt x="638175" y="133350"/>
                </a:lnTo>
                <a:lnTo>
                  <a:pt x="638175" y="142875"/>
                </a:lnTo>
                <a:lnTo>
                  <a:pt x="628650" y="142875"/>
                </a:lnTo>
                <a:close/>
                <a:moveTo>
                  <a:pt x="638175" y="152400"/>
                </a:moveTo>
                <a:lnTo>
                  <a:pt x="647700" y="152400"/>
                </a:lnTo>
                <a:lnTo>
                  <a:pt x="647700" y="171450"/>
                </a:lnTo>
                <a:lnTo>
                  <a:pt x="628650" y="171450"/>
                </a:lnTo>
                <a:lnTo>
                  <a:pt x="628650" y="161925"/>
                </a:lnTo>
                <a:lnTo>
                  <a:pt x="638175" y="161925"/>
                </a:lnTo>
                <a:close/>
                <a:moveTo>
                  <a:pt x="619125" y="171450"/>
                </a:moveTo>
                <a:lnTo>
                  <a:pt x="628650" y="171450"/>
                </a:lnTo>
                <a:lnTo>
                  <a:pt x="628650" y="180975"/>
                </a:lnTo>
                <a:lnTo>
                  <a:pt x="619125" y="180975"/>
                </a:lnTo>
                <a:close/>
                <a:moveTo>
                  <a:pt x="571500" y="238125"/>
                </a:moveTo>
                <a:lnTo>
                  <a:pt x="590550" y="238125"/>
                </a:lnTo>
                <a:lnTo>
                  <a:pt x="590550" y="247650"/>
                </a:lnTo>
                <a:lnTo>
                  <a:pt x="571500" y="247650"/>
                </a:lnTo>
                <a:close/>
                <a:moveTo>
                  <a:pt x="600075" y="361950"/>
                </a:moveTo>
                <a:lnTo>
                  <a:pt x="609600" y="361950"/>
                </a:lnTo>
                <a:lnTo>
                  <a:pt x="609600" y="371475"/>
                </a:lnTo>
                <a:lnTo>
                  <a:pt x="600075" y="371475"/>
                </a:lnTo>
                <a:close/>
                <a:moveTo>
                  <a:pt x="638175" y="600075"/>
                </a:moveTo>
                <a:lnTo>
                  <a:pt x="647700" y="600075"/>
                </a:lnTo>
                <a:lnTo>
                  <a:pt x="647700" y="609600"/>
                </a:lnTo>
                <a:lnTo>
                  <a:pt x="638175" y="609600"/>
                </a:lnTo>
                <a:close/>
                <a:moveTo>
                  <a:pt x="85725" y="609600"/>
                </a:moveTo>
                <a:lnTo>
                  <a:pt x="95250" y="609600"/>
                </a:lnTo>
                <a:lnTo>
                  <a:pt x="95250" y="619125"/>
                </a:lnTo>
                <a:lnTo>
                  <a:pt x="104775" y="619125"/>
                </a:lnTo>
                <a:lnTo>
                  <a:pt x="104775" y="628650"/>
                </a:lnTo>
                <a:lnTo>
                  <a:pt x="95250" y="628650"/>
                </a:lnTo>
                <a:lnTo>
                  <a:pt x="95250" y="638175"/>
                </a:lnTo>
                <a:lnTo>
                  <a:pt x="85725" y="638175"/>
                </a:lnTo>
                <a:close/>
                <a:moveTo>
                  <a:pt x="257175" y="628650"/>
                </a:moveTo>
                <a:lnTo>
                  <a:pt x="266700" y="628650"/>
                </a:lnTo>
                <a:lnTo>
                  <a:pt x="266700" y="638175"/>
                </a:lnTo>
                <a:lnTo>
                  <a:pt x="257175" y="638175"/>
                </a:lnTo>
                <a:close/>
                <a:moveTo>
                  <a:pt x="304800" y="628650"/>
                </a:moveTo>
                <a:lnTo>
                  <a:pt x="314325" y="628650"/>
                </a:lnTo>
                <a:lnTo>
                  <a:pt x="314325" y="638175"/>
                </a:lnTo>
                <a:lnTo>
                  <a:pt x="304800" y="638175"/>
                </a:lnTo>
                <a:close/>
                <a:moveTo>
                  <a:pt x="228600" y="638175"/>
                </a:moveTo>
                <a:lnTo>
                  <a:pt x="238125" y="638175"/>
                </a:lnTo>
                <a:lnTo>
                  <a:pt x="238125" y="657225"/>
                </a:lnTo>
                <a:lnTo>
                  <a:pt x="209550" y="657225"/>
                </a:lnTo>
                <a:lnTo>
                  <a:pt x="209550" y="647700"/>
                </a:lnTo>
                <a:lnTo>
                  <a:pt x="228600" y="647700"/>
                </a:lnTo>
                <a:close/>
                <a:moveTo>
                  <a:pt x="295275" y="638175"/>
                </a:moveTo>
                <a:lnTo>
                  <a:pt x="304800" y="638175"/>
                </a:lnTo>
                <a:lnTo>
                  <a:pt x="304800" y="657225"/>
                </a:lnTo>
                <a:lnTo>
                  <a:pt x="295275" y="657225"/>
                </a:lnTo>
                <a:close/>
                <a:moveTo>
                  <a:pt x="619125" y="647700"/>
                </a:moveTo>
                <a:lnTo>
                  <a:pt x="628650" y="647700"/>
                </a:lnTo>
                <a:lnTo>
                  <a:pt x="628650" y="657225"/>
                </a:lnTo>
                <a:lnTo>
                  <a:pt x="619125" y="657225"/>
                </a:lnTo>
                <a:close/>
                <a:moveTo>
                  <a:pt x="647700" y="647700"/>
                </a:moveTo>
                <a:lnTo>
                  <a:pt x="666750" y="647700"/>
                </a:lnTo>
                <a:lnTo>
                  <a:pt x="666750" y="666750"/>
                </a:lnTo>
                <a:lnTo>
                  <a:pt x="657225" y="666750"/>
                </a:lnTo>
                <a:lnTo>
                  <a:pt x="657225" y="657225"/>
                </a:lnTo>
                <a:lnTo>
                  <a:pt x="647700" y="657225"/>
                </a:lnTo>
                <a:close/>
                <a:moveTo>
                  <a:pt x="9525" y="657225"/>
                </a:moveTo>
                <a:lnTo>
                  <a:pt x="19050" y="657225"/>
                </a:lnTo>
                <a:lnTo>
                  <a:pt x="19050" y="676275"/>
                </a:lnTo>
                <a:lnTo>
                  <a:pt x="9525" y="676275"/>
                </a:lnTo>
                <a:close/>
                <a:moveTo>
                  <a:pt x="104775" y="657225"/>
                </a:moveTo>
                <a:lnTo>
                  <a:pt x="114300" y="657225"/>
                </a:lnTo>
                <a:lnTo>
                  <a:pt x="114300" y="666750"/>
                </a:lnTo>
                <a:lnTo>
                  <a:pt x="133350" y="666750"/>
                </a:lnTo>
                <a:lnTo>
                  <a:pt x="133350" y="695325"/>
                </a:lnTo>
                <a:lnTo>
                  <a:pt x="123825" y="695325"/>
                </a:lnTo>
                <a:lnTo>
                  <a:pt x="123825" y="685800"/>
                </a:lnTo>
                <a:lnTo>
                  <a:pt x="114300" y="685800"/>
                </a:lnTo>
                <a:lnTo>
                  <a:pt x="114300" y="676275"/>
                </a:lnTo>
                <a:lnTo>
                  <a:pt x="104775" y="676275"/>
                </a:lnTo>
                <a:close/>
                <a:moveTo>
                  <a:pt x="38100" y="666750"/>
                </a:moveTo>
                <a:lnTo>
                  <a:pt x="47625" y="666750"/>
                </a:lnTo>
                <a:lnTo>
                  <a:pt x="47625" y="685800"/>
                </a:lnTo>
                <a:lnTo>
                  <a:pt x="38100" y="685800"/>
                </a:lnTo>
                <a:close/>
                <a:moveTo>
                  <a:pt x="581025" y="666750"/>
                </a:moveTo>
                <a:lnTo>
                  <a:pt x="590550" y="666750"/>
                </a:lnTo>
                <a:lnTo>
                  <a:pt x="590550" y="685800"/>
                </a:lnTo>
                <a:lnTo>
                  <a:pt x="571500" y="685800"/>
                </a:lnTo>
                <a:lnTo>
                  <a:pt x="571500" y="695325"/>
                </a:lnTo>
                <a:lnTo>
                  <a:pt x="552450" y="695325"/>
                </a:lnTo>
                <a:lnTo>
                  <a:pt x="552450" y="685800"/>
                </a:lnTo>
                <a:lnTo>
                  <a:pt x="561975" y="685800"/>
                </a:lnTo>
                <a:lnTo>
                  <a:pt x="561975" y="676275"/>
                </a:lnTo>
                <a:lnTo>
                  <a:pt x="581025" y="676275"/>
                </a:lnTo>
                <a:close/>
                <a:moveTo>
                  <a:pt x="390525" y="676275"/>
                </a:moveTo>
                <a:lnTo>
                  <a:pt x="428625" y="676275"/>
                </a:lnTo>
                <a:lnTo>
                  <a:pt x="428625" y="685800"/>
                </a:lnTo>
                <a:lnTo>
                  <a:pt x="419100" y="685800"/>
                </a:lnTo>
                <a:lnTo>
                  <a:pt x="419100" y="695325"/>
                </a:lnTo>
                <a:lnTo>
                  <a:pt x="390525" y="695325"/>
                </a:lnTo>
                <a:close/>
                <a:moveTo>
                  <a:pt x="609600" y="676275"/>
                </a:moveTo>
                <a:lnTo>
                  <a:pt x="619125" y="676275"/>
                </a:lnTo>
                <a:lnTo>
                  <a:pt x="619125" y="685800"/>
                </a:lnTo>
                <a:lnTo>
                  <a:pt x="609600" y="685800"/>
                </a:lnTo>
                <a:close/>
                <a:moveTo>
                  <a:pt x="104775" y="685800"/>
                </a:moveTo>
                <a:lnTo>
                  <a:pt x="114300" y="685800"/>
                </a:lnTo>
                <a:lnTo>
                  <a:pt x="114300" y="695325"/>
                </a:lnTo>
                <a:lnTo>
                  <a:pt x="104775" y="695325"/>
                </a:lnTo>
                <a:close/>
                <a:moveTo>
                  <a:pt x="342900" y="685800"/>
                </a:moveTo>
                <a:lnTo>
                  <a:pt x="352425" y="685800"/>
                </a:lnTo>
                <a:lnTo>
                  <a:pt x="352425" y="695325"/>
                </a:lnTo>
                <a:lnTo>
                  <a:pt x="342900" y="695325"/>
                </a:lnTo>
                <a:close/>
                <a:moveTo>
                  <a:pt x="590550" y="685800"/>
                </a:moveTo>
                <a:lnTo>
                  <a:pt x="609600" y="685800"/>
                </a:lnTo>
                <a:lnTo>
                  <a:pt x="609600" y="695325"/>
                </a:lnTo>
                <a:lnTo>
                  <a:pt x="590550" y="695325"/>
                </a:lnTo>
                <a:close/>
                <a:moveTo>
                  <a:pt x="114300" y="695325"/>
                </a:moveTo>
                <a:lnTo>
                  <a:pt x="123825" y="695325"/>
                </a:lnTo>
                <a:lnTo>
                  <a:pt x="123825" y="704850"/>
                </a:lnTo>
                <a:lnTo>
                  <a:pt x="114300" y="704850"/>
                </a:lnTo>
                <a:close/>
                <a:moveTo>
                  <a:pt x="323850" y="695325"/>
                </a:moveTo>
                <a:lnTo>
                  <a:pt x="333375" y="695325"/>
                </a:lnTo>
                <a:lnTo>
                  <a:pt x="333375" y="704850"/>
                </a:lnTo>
                <a:lnTo>
                  <a:pt x="323850" y="704850"/>
                </a:lnTo>
                <a:close/>
                <a:moveTo>
                  <a:pt x="428625" y="695325"/>
                </a:moveTo>
                <a:lnTo>
                  <a:pt x="447675" y="695325"/>
                </a:lnTo>
                <a:lnTo>
                  <a:pt x="447675" y="704850"/>
                </a:lnTo>
                <a:lnTo>
                  <a:pt x="428625" y="704850"/>
                </a:lnTo>
                <a:close/>
                <a:moveTo>
                  <a:pt x="628650" y="695325"/>
                </a:moveTo>
                <a:lnTo>
                  <a:pt x="638175" y="695325"/>
                </a:lnTo>
                <a:lnTo>
                  <a:pt x="638175" y="704850"/>
                </a:lnTo>
                <a:lnTo>
                  <a:pt x="628650" y="704850"/>
                </a:lnTo>
                <a:close/>
              </a:path>
            </a:pathLst>
          </a:custGeom>
          <a:solidFill xmlns:a="http://schemas.openxmlformats.org/drawingml/2006/main">
            <a:srgbClr val="FFFFFE"/>
          </a:solidFill>
          <a:ln xmlns:a="http://schemas.openxmlformats.org/drawingml/2006/main" w="0">
            <a:noFill/>
          </a:ln>
        </p:spPr>
      </p:sp>
      <p:sp>
        <p:nvSpPr>
          <p:cNvPr id="104" name="calendar vector #fffffd">
            <a:extLst xmlns:a="http://schemas.openxmlformats.org/drawingml/2006/main">
              <a:ext uri="{FF2B5EF4-FFF2-40B4-BE49-F238E27FC236}">
                <a16:creationId xmlns:a16="http://schemas.microsoft.com/office/drawing/2014/main" id="{BB8A7B38-F7EC-4FDC-9FB6-93BB77FB08D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57250" y="4848225"/>
            <a:ext cx="704850" cy="704850"/>
          </a:xfrm>
          <a:custGeom xmlns:a="http://schemas.openxmlformats.org/drawingml/2006/main">
            <a:pathLst>
              <a:path w="704850" h="704850">
                <a:moveTo>
                  <a:pt x="95250" y="0"/>
                </a:moveTo>
                <a:lnTo>
                  <a:pt x="114300" y="0"/>
                </a:lnTo>
                <a:lnTo>
                  <a:pt x="114300" y="19050"/>
                </a:lnTo>
                <a:lnTo>
                  <a:pt x="95250" y="19050"/>
                </a:lnTo>
                <a:close/>
                <a:moveTo>
                  <a:pt x="133350" y="0"/>
                </a:moveTo>
                <a:lnTo>
                  <a:pt x="152400" y="0"/>
                </a:lnTo>
                <a:lnTo>
                  <a:pt x="152400" y="9525"/>
                </a:lnTo>
                <a:lnTo>
                  <a:pt x="142875" y="9525"/>
                </a:lnTo>
                <a:lnTo>
                  <a:pt x="142875" y="19050"/>
                </a:lnTo>
                <a:lnTo>
                  <a:pt x="133350" y="19050"/>
                </a:lnTo>
                <a:close/>
                <a:moveTo>
                  <a:pt x="180975" y="0"/>
                </a:moveTo>
                <a:lnTo>
                  <a:pt x="190500" y="0"/>
                </a:lnTo>
                <a:lnTo>
                  <a:pt x="190500" y="19050"/>
                </a:lnTo>
                <a:lnTo>
                  <a:pt x="180975" y="19050"/>
                </a:lnTo>
                <a:close/>
                <a:moveTo>
                  <a:pt x="381000" y="0"/>
                </a:moveTo>
                <a:lnTo>
                  <a:pt x="457200" y="0"/>
                </a:lnTo>
                <a:lnTo>
                  <a:pt x="457200" y="9525"/>
                </a:lnTo>
                <a:lnTo>
                  <a:pt x="447675" y="9525"/>
                </a:lnTo>
                <a:lnTo>
                  <a:pt x="447675" y="19050"/>
                </a:lnTo>
                <a:lnTo>
                  <a:pt x="438150" y="19050"/>
                </a:lnTo>
                <a:lnTo>
                  <a:pt x="438150" y="28575"/>
                </a:lnTo>
                <a:lnTo>
                  <a:pt x="409575" y="28575"/>
                </a:lnTo>
                <a:lnTo>
                  <a:pt x="409575" y="19050"/>
                </a:lnTo>
                <a:lnTo>
                  <a:pt x="400050" y="19050"/>
                </a:lnTo>
                <a:lnTo>
                  <a:pt x="400050" y="9525"/>
                </a:lnTo>
                <a:lnTo>
                  <a:pt x="390525" y="9525"/>
                </a:lnTo>
                <a:lnTo>
                  <a:pt x="390525" y="28575"/>
                </a:lnTo>
                <a:lnTo>
                  <a:pt x="381000" y="28575"/>
                </a:lnTo>
                <a:lnTo>
                  <a:pt x="381000" y="38100"/>
                </a:lnTo>
                <a:lnTo>
                  <a:pt x="371475" y="38100"/>
                </a:lnTo>
                <a:lnTo>
                  <a:pt x="371475" y="19050"/>
                </a:lnTo>
                <a:lnTo>
                  <a:pt x="381000" y="19050"/>
                </a:lnTo>
                <a:close/>
                <a:moveTo>
                  <a:pt x="114300" y="19050"/>
                </a:moveTo>
                <a:lnTo>
                  <a:pt x="123825" y="19050"/>
                </a:lnTo>
                <a:lnTo>
                  <a:pt x="123825" y="28575"/>
                </a:lnTo>
                <a:lnTo>
                  <a:pt x="114300" y="28575"/>
                </a:lnTo>
                <a:close/>
                <a:moveTo>
                  <a:pt x="95250" y="28575"/>
                </a:moveTo>
                <a:lnTo>
                  <a:pt x="104775" y="28575"/>
                </a:lnTo>
                <a:lnTo>
                  <a:pt x="104775" y="38100"/>
                </a:lnTo>
                <a:lnTo>
                  <a:pt x="123825" y="38100"/>
                </a:lnTo>
                <a:lnTo>
                  <a:pt x="123825" y="47625"/>
                </a:lnTo>
                <a:lnTo>
                  <a:pt x="114300" y="47625"/>
                </a:lnTo>
                <a:lnTo>
                  <a:pt x="114300" y="66675"/>
                </a:lnTo>
                <a:lnTo>
                  <a:pt x="95250" y="66675"/>
                </a:lnTo>
                <a:close/>
                <a:moveTo>
                  <a:pt x="466725" y="38100"/>
                </a:moveTo>
                <a:lnTo>
                  <a:pt x="476250" y="38100"/>
                </a:lnTo>
                <a:lnTo>
                  <a:pt x="476250" y="47625"/>
                </a:lnTo>
                <a:lnTo>
                  <a:pt x="466725" y="47625"/>
                </a:lnTo>
                <a:close/>
                <a:moveTo>
                  <a:pt x="476250" y="47625"/>
                </a:moveTo>
                <a:lnTo>
                  <a:pt x="504825" y="47625"/>
                </a:lnTo>
                <a:lnTo>
                  <a:pt x="504825" y="66675"/>
                </a:lnTo>
                <a:lnTo>
                  <a:pt x="485775" y="66675"/>
                </a:lnTo>
                <a:lnTo>
                  <a:pt x="485775" y="57150"/>
                </a:lnTo>
                <a:lnTo>
                  <a:pt x="476250" y="57150"/>
                </a:lnTo>
                <a:close/>
                <a:moveTo>
                  <a:pt x="57150" y="57150"/>
                </a:moveTo>
                <a:lnTo>
                  <a:pt x="76200" y="57150"/>
                </a:lnTo>
                <a:lnTo>
                  <a:pt x="76200" y="66675"/>
                </a:lnTo>
                <a:lnTo>
                  <a:pt x="57150" y="66675"/>
                </a:lnTo>
                <a:close/>
                <a:moveTo>
                  <a:pt x="552450" y="85725"/>
                </a:moveTo>
                <a:lnTo>
                  <a:pt x="571500" y="85725"/>
                </a:lnTo>
                <a:lnTo>
                  <a:pt x="571500" y="104775"/>
                </a:lnTo>
                <a:lnTo>
                  <a:pt x="561975" y="104775"/>
                </a:lnTo>
                <a:lnTo>
                  <a:pt x="561975" y="114300"/>
                </a:lnTo>
                <a:lnTo>
                  <a:pt x="590550" y="114300"/>
                </a:lnTo>
                <a:lnTo>
                  <a:pt x="590550" y="104775"/>
                </a:lnTo>
                <a:lnTo>
                  <a:pt x="600075" y="104775"/>
                </a:lnTo>
                <a:lnTo>
                  <a:pt x="600075" y="142875"/>
                </a:lnTo>
                <a:lnTo>
                  <a:pt x="590550" y="142875"/>
                </a:lnTo>
                <a:lnTo>
                  <a:pt x="590550" y="133350"/>
                </a:lnTo>
                <a:lnTo>
                  <a:pt x="581025" y="133350"/>
                </a:lnTo>
                <a:lnTo>
                  <a:pt x="581025" y="123825"/>
                </a:lnTo>
                <a:lnTo>
                  <a:pt x="552450" y="123825"/>
                </a:lnTo>
                <a:close/>
                <a:moveTo>
                  <a:pt x="609600" y="85725"/>
                </a:moveTo>
                <a:lnTo>
                  <a:pt x="619125" y="85725"/>
                </a:lnTo>
                <a:lnTo>
                  <a:pt x="619125" y="95250"/>
                </a:lnTo>
                <a:lnTo>
                  <a:pt x="609600" y="95250"/>
                </a:lnTo>
                <a:close/>
                <a:moveTo>
                  <a:pt x="9525" y="95250"/>
                </a:moveTo>
                <a:lnTo>
                  <a:pt x="28575" y="95250"/>
                </a:lnTo>
                <a:lnTo>
                  <a:pt x="28575" y="104775"/>
                </a:lnTo>
                <a:lnTo>
                  <a:pt x="9525" y="104775"/>
                </a:lnTo>
                <a:close/>
                <a:moveTo>
                  <a:pt x="609600" y="123825"/>
                </a:moveTo>
                <a:lnTo>
                  <a:pt x="619125" y="123825"/>
                </a:lnTo>
                <a:lnTo>
                  <a:pt x="619125" y="133350"/>
                </a:lnTo>
                <a:lnTo>
                  <a:pt x="609600" y="133350"/>
                </a:lnTo>
                <a:close/>
                <a:moveTo>
                  <a:pt x="628650" y="171450"/>
                </a:moveTo>
                <a:lnTo>
                  <a:pt x="638175" y="171450"/>
                </a:lnTo>
                <a:lnTo>
                  <a:pt x="638175" y="180975"/>
                </a:lnTo>
                <a:lnTo>
                  <a:pt x="628650" y="180975"/>
                </a:lnTo>
                <a:close/>
                <a:moveTo>
                  <a:pt x="600075" y="180975"/>
                </a:moveTo>
                <a:lnTo>
                  <a:pt x="628650" y="180975"/>
                </a:lnTo>
                <a:lnTo>
                  <a:pt x="628650" y="190500"/>
                </a:lnTo>
                <a:lnTo>
                  <a:pt x="619125" y="190500"/>
                </a:lnTo>
                <a:lnTo>
                  <a:pt x="619125" y="209550"/>
                </a:lnTo>
                <a:lnTo>
                  <a:pt x="609600" y="209550"/>
                </a:lnTo>
                <a:lnTo>
                  <a:pt x="609600" y="238125"/>
                </a:lnTo>
                <a:lnTo>
                  <a:pt x="600075" y="238125"/>
                </a:lnTo>
                <a:lnTo>
                  <a:pt x="600075" y="247650"/>
                </a:lnTo>
                <a:lnTo>
                  <a:pt x="590550" y="247650"/>
                </a:lnTo>
                <a:lnTo>
                  <a:pt x="590550" y="238125"/>
                </a:lnTo>
                <a:lnTo>
                  <a:pt x="581025" y="238125"/>
                </a:lnTo>
                <a:lnTo>
                  <a:pt x="581025" y="228600"/>
                </a:lnTo>
                <a:lnTo>
                  <a:pt x="590550" y="228600"/>
                </a:lnTo>
                <a:lnTo>
                  <a:pt x="590550" y="190500"/>
                </a:lnTo>
                <a:lnTo>
                  <a:pt x="600075" y="190500"/>
                </a:lnTo>
                <a:close/>
                <a:moveTo>
                  <a:pt x="571500" y="276225"/>
                </a:moveTo>
                <a:lnTo>
                  <a:pt x="581025" y="276225"/>
                </a:lnTo>
                <a:lnTo>
                  <a:pt x="581025" y="295275"/>
                </a:lnTo>
                <a:lnTo>
                  <a:pt x="571500" y="295275"/>
                </a:lnTo>
                <a:close/>
                <a:moveTo>
                  <a:pt x="571500" y="314325"/>
                </a:moveTo>
                <a:lnTo>
                  <a:pt x="590550" y="314325"/>
                </a:lnTo>
                <a:lnTo>
                  <a:pt x="590550" y="323850"/>
                </a:lnTo>
                <a:lnTo>
                  <a:pt x="600075" y="323850"/>
                </a:lnTo>
                <a:lnTo>
                  <a:pt x="600075" y="333375"/>
                </a:lnTo>
                <a:lnTo>
                  <a:pt x="609600" y="333375"/>
                </a:lnTo>
                <a:lnTo>
                  <a:pt x="609600" y="361950"/>
                </a:lnTo>
                <a:lnTo>
                  <a:pt x="600075" y="361950"/>
                </a:lnTo>
                <a:lnTo>
                  <a:pt x="600075" y="371475"/>
                </a:lnTo>
                <a:lnTo>
                  <a:pt x="590550" y="371475"/>
                </a:lnTo>
                <a:lnTo>
                  <a:pt x="590550" y="361950"/>
                </a:lnTo>
                <a:lnTo>
                  <a:pt x="581025" y="361950"/>
                </a:lnTo>
                <a:lnTo>
                  <a:pt x="581025" y="333375"/>
                </a:lnTo>
                <a:lnTo>
                  <a:pt x="571500" y="333375"/>
                </a:lnTo>
                <a:close/>
                <a:moveTo>
                  <a:pt x="9525" y="600075"/>
                </a:moveTo>
                <a:lnTo>
                  <a:pt x="28575" y="600075"/>
                </a:lnTo>
                <a:lnTo>
                  <a:pt x="28575" y="628650"/>
                </a:lnTo>
                <a:lnTo>
                  <a:pt x="38100" y="628650"/>
                </a:lnTo>
                <a:lnTo>
                  <a:pt x="38100" y="638175"/>
                </a:lnTo>
                <a:lnTo>
                  <a:pt x="19050" y="638175"/>
                </a:lnTo>
                <a:lnTo>
                  <a:pt x="19050" y="609600"/>
                </a:lnTo>
                <a:lnTo>
                  <a:pt x="9525" y="609600"/>
                </a:lnTo>
                <a:close/>
                <a:moveTo>
                  <a:pt x="76200" y="619125"/>
                </a:moveTo>
                <a:lnTo>
                  <a:pt x="85725" y="619125"/>
                </a:lnTo>
                <a:lnTo>
                  <a:pt x="85725" y="628650"/>
                </a:lnTo>
                <a:lnTo>
                  <a:pt x="76200" y="628650"/>
                </a:lnTo>
                <a:close/>
                <a:moveTo>
                  <a:pt x="104775" y="619125"/>
                </a:moveTo>
                <a:lnTo>
                  <a:pt x="114300" y="619125"/>
                </a:lnTo>
                <a:lnTo>
                  <a:pt x="114300" y="628650"/>
                </a:lnTo>
                <a:lnTo>
                  <a:pt x="123825" y="628650"/>
                </a:lnTo>
                <a:lnTo>
                  <a:pt x="123825" y="638175"/>
                </a:lnTo>
                <a:lnTo>
                  <a:pt x="133350" y="638175"/>
                </a:lnTo>
                <a:lnTo>
                  <a:pt x="133350" y="647700"/>
                </a:lnTo>
                <a:lnTo>
                  <a:pt x="142875" y="647700"/>
                </a:lnTo>
                <a:lnTo>
                  <a:pt x="142875" y="638175"/>
                </a:lnTo>
                <a:lnTo>
                  <a:pt x="152400" y="638175"/>
                </a:lnTo>
                <a:lnTo>
                  <a:pt x="152400" y="647700"/>
                </a:lnTo>
                <a:lnTo>
                  <a:pt x="161925" y="647700"/>
                </a:lnTo>
                <a:lnTo>
                  <a:pt x="161925" y="657225"/>
                </a:lnTo>
                <a:lnTo>
                  <a:pt x="152400" y="657225"/>
                </a:lnTo>
                <a:lnTo>
                  <a:pt x="152400" y="666750"/>
                </a:lnTo>
                <a:lnTo>
                  <a:pt x="142875" y="666750"/>
                </a:lnTo>
                <a:lnTo>
                  <a:pt x="142875" y="676275"/>
                </a:lnTo>
                <a:lnTo>
                  <a:pt x="161925" y="676275"/>
                </a:lnTo>
                <a:lnTo>
                  <a:pt x="161925" y="685800"/>
                </a:lnTo>
                <a:lnTo>
                  <a:pt x="152400" y="685800"/>
                </a:lnTo>
                <a:lnTo>
                  <a:pt x="152400" y="704850"/>
                </a:lnTo>
                <a:lnTo>
                  <a:pt x="133350" y="704850"/>
                </a:lnTo>
                <a:lnTo>
                  <a:pt x="133350" y="666750"/>
                </a:lnTo>
                <a:lnTo>
                  <a:pt x="114300" y="666750"/>
                </a:lnTo>
                <a:lnTo>
                  <a:pt x="114300" y="657225"/>
                </a:lnTo>
                <a:lnTo>
                  <a:pt x="104775" y="657225"/>
                </a:lnTo>
                <a:lnTo>
                  <a:pt x="104775" y="666750"/>
                </a:lnTo>
                <a:lnTo>
                  <a:pt x="95250" y="666750"/>
                </a:lnTo>
                <a:lnTo>
                  <a:pt x="95250" y="628650"/>
                </a:lnTo>
                <a:lnTo>
                  <a:pt x="104775" y="628650"/>
                </a:lnTo>
                <a:close/>
                <a:moveTo>
                  <a:pt x="238125" y="619125"/>
                </a:moveTo>
                <a:lnTo>
                  <a:pt x="266700" y="619125"/>
                </a:lnTo>
                <a:lnTo>
                  <a:pt x="266700" y="628650"/>
                </a:lnTo>
                <a:lnTo>
                  <a:pt x="257175" y="628650"/>
                </a:lnTo>
                <a:lnTo>
                  <a:pt x="257175" y="638175"/>
                </a:lnTo>
                <a:lnTo>
                  <a:pt x="228600" y="638175"/>
                </a:lnTo>
                <a:lnTo>
                  <a:pt x="228600" y="628650"/>
                </a:lnTo>
                <a:lnTo>
                  <a:pt x="238125" y="628650"/>
                </a:lnTo>
                <a:close/>
                <a:moveTo>
                  <a:pt x="323850" y="619125"/>
                </a:moveTo>
                <a:lnTo>
                  <a:pt x="333375" y="619125"/>
                </a:lnTo>
                <a:lnTo>
                  <a:pt x="333375" y="628650"/>
                </a:lnTo>
                <a:lnTo>
                  <a:pt x="342900" y="628650"/>
                </a:lnTo>
                <a:lnTo>
                  <a:pt x="342900" y="638175"/>
                </a:lnTo>
                <a:lnTo>
                  <a:pt x="323850" y="638175"/>
                </a:lnTo>
                <a:lnTo>
                  <a:pt x="323850" y="657225"/>
                </a:lnTo>
                <a:lnTo>
                  <a:pt x="304800" y="657225"/>
                </a:lnTo>
                <a:lnTo>
                  <a:pt x="304800" y="638175"/>
                </a:lnTo>
                <a:lnTo>
                  <a:pt x="314325" y="638175"/>
                </a:lnTo>
                <a:lnTo>
                  <a:pt x="314325" y="628650"/>
                </a:lnTo>
                <a:lnTo>
                  <a:pt x="323850" y="628650"/>
                </a:lnTo>
                <a:close/>
                <a:moveTo>
                  <a:pt x="647700" y="619125"/>
                </a:moveTo>
                <a:lnTo>
                  <a:pt x="657225" y="619125"/>
                </a:lnTo>
                <a:lnTo>
                  <a:pt x="657225" y="628650"/>
                </a:lnTo>
                <a:lnTo>
                  <a:pt x="666750" y="628650"/>
                </a:lnTo>
                <a:lnTo>
                  <a:pt x="666750" y="647700"/>
                </a:lnTo>
                <a:lnTo>
                  <a:pt x="647700" y="647700"/>
                </a:lnTo>
                <a:close/>
                <a:moveTo>
                  <a:pt x="47625" y="647700"/>
                </a:moveTo>
                <a:lnTo>
                  <a:pt x="57150" y="647700"/>
                </a:lnTo>
                <a:lnTo>
                  <a:pt x="57150" y="666750"/>
                </a:lnTo>
                <a:lnTo>
                  <a:pt x="47625" y="666750"/>
                </a:lnTo>
                <a:close/>
                <a:moveTo>
                  <a:pt x="0" y="657225"/>
                </a:moveTo>
                <a:lnTo>
                  <a:pt x="9525" y="657225"/>
                </a:lnTo>
                <a:lnTo>
                  <a:pt x="9525" y="676275"/>
                </a:lnTo>
                <a:lnTo>
                  <a:pt x="0" y="676275"/>
                </a:lnTo>
                <a:close/>
                <a:moveTo>
                  <a:pt x="209550" y="657225"/>
                </a:moveTo>
                <a:lnTo>
                  <a:pt x="219075" y="657225"/>
                </a:lnTo>
                <a:lnTo>
                  <a:pt x="219075" y="666750"/>
                </a:lnTo>
                <a:lnTo>
                  <a:pt x="209550" y="666750"/>
                </a:lnTo>
                <a:close/>
                <a:moveTo>
                  <a:pt x="590550" y="657225"/>
                </a:moveTo>
                <a:lnTo>
                  <a:pt x="609600" y="657225"/>
                </a:lnTo>
                <a:lnTo>
                  <a:pt x="609600" y="685800"/>
                </a:lnTo>
                <a:lnTo>
                  <a:pt x="590550" y="685800"/>
                </a:lnTo>
                <a:close/>
                <a:moveTo>
                  <a:pt x="323850" y="676275"/>
                </a:moveTo>
                <a:lnTo>
                  <a:pt x="342900" y="676275"/>
                </a:lnTo>
                <a:lnTo>
                  <a:pt x="342900" y="695325"/>
                </a:lnTo>
                <a:lnTo>
                  <a:pt x="323850" y="695325"/>
                </a:lnTo>
                <a:close/>
                <a:moveTo>
                  <a:pt x="85725" y="685800"/>
                </a:moveTo>
                <a:lnTo>
                  <a:pt x="104775" y="685800"/>
                </a:lnTo>
                <a:lnTo>
                  <a:pt x="104775" y="704850"/>
                </a:lnTo>
                <a:lnTo>
                  <a:pt x="85725" y="704850"/>
                </a:lnTo>
                <a:close/>
              </a:path>
            </a:pathLst>
          </a:custGeom>
          <a:solidFill xmlns:a="http://schemas.openxmlformats.org/drawingml/2006/main">
            <a:srgbClr val="FFFFFD"/>
          </a:solidFill>
          <a:ln xmlns:a="http://schemas.openxmlformats.org/drawingml/2006/main" w="0">
            <a:noFill/>
          </a:ln>
        </p:spPr>
      </p:sp>
      <p:sp>
        <p:nvSpPr>
          <p:cNvPr id="105" name="calendar vector #fffffc">
            <a:extLst xmlns:a="http://schemas.openxmlformats.org/drawingml/2006/main">
              <a:ext uri="{FF2B5EF4-FFF2-40B4-BE49-F238E27FC236}">
                <a16:creationId xmlns:a16="http://schemas.microsoft.com/office/drawing/2014/main" id="{8EB9CE80-644D-42EE-A416-DA71B1E8B7E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57250" y="4848225"/>
            <a:ext cx="704850" cy="704850"/>
          </a:xfrm>
          <a:custGeom xmlns:a="http://schemas.openxmlformats.org/drawingml/2006/main">
            <a:pathLst>
              <a:path w="704850" h="704850">
                <a:moveTo>
                  <a:pt x="152400" y="0"/>
                </a:moveTo>
                <a:lnTo>
                  <a:pt x="180975" y="0"/>
                </a:lnTo>
                <a:lnTo>
                  <a:pt x="180975" y="19050"/>
                </a:lnTo>
                <a:lnTo>
                  <a:pt x="161925" y="19050"/>
                </a:lnTo>
                <a:lnTo>
                  <a:pt x="161925" y="9525"/>
                </a:lnTo>
                <a:lnTo>
                  <a:pt x="152400" y="9525"/>
                </a:lnTo>
                <a:close/>
                <a:moveTo>
                  <a:pt x="57150" y="609600"/>
                </a:moveTo>
                <a:lnTo>
                  <a:pt x="76200" y="609600"/>
                </a:lnTo>
                <a:lnTo>
                  <a:pt x="76200" y="628650"/>
                </a:lnTo>
                <a:lnTo>
                  <a:pt x="57150" y="628650"/>
                </a:lnTo>
                <a:close/>
                <a:moveTo>
                  <a:pt x="114300" y="619125"/>
                </a:moveTo>
                <a:lnTo>
                  <a:pt x="133350" y="619125"/>
                </a:lnTo>
                <a:lnTo>
                  <a:pt x="133350" y="628650"/>
                </a:lnTo>
                <a:lnTo>
                  <a:pt x="142875" y="628650"/>
                </a:lnTo>
                <a:lnTo>
                  <a:pt x="142875" y="647700"/>
                </a:lnTo>
                <a:lnTo>
                  <a:pt x="133350" y="647700"/>
                </a:lnTo>
                <a:lnTo>
                  <a:pt x="133350" y="638175"/>
                </a:lnTo>
                <a:lnTo>
                  <a:pt x="123825" y="638175"/>
                </a:lnTo>
                <a:lnTo>
                  <a:pt x="123825" y="628650"/>
                </a:lnTo>
                <a:lnTo>
                  <a:pt x="114300" y="628650"/>
                </a:lnTo>
                <a:close/>
              </a:path>
            </a:pathLst>
          </a:custGeom>
          <a:solidFill xmlns:a="http://schemas.openxmlformats.org/drawingml/2006/main">
            <a:srgbClr val="FFFFFC"/>
          </a:solidFill>
          <a:ln xmlns:a="http://schemas.openxmlformats.org/drawingml/2006/main" w="0">
            <a:noFill/>
          </a:ln>
        </p:spPr>
      </p:sp>
      <p:sp>
        <p:nvSpPr>
          <p:cNvPr id="106" name="calendar vector #feffff">
            <a:extLst xmlns:a="http://schemas.openxmlformats.org/drawingml/2006/main">
              <a:ext uri="{FF2B5EF4-FFF2-40B4-BE49-F238E27FC236}">
                <a16:creationId xmlns:a16="http://schemas.microsoft.com/office/drawing/2014/main" id="{C99C946D-D836-418B-BB08-51D69068401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57250" y="4848225"/>
            <a:ext cx="704850" cy="704850"/>
          </a:xfrm>
          <a:custGeom xmlns:a="http://schemas.openxmlformats.org/drawingml/2006/main">
            <a:pathLst>
              <a:path w="704850" h="704850">
                <a:moveTo>
                  <a:pt x="133350" y="38100"/>
                </a:moveTo>
                <a:lnTo>
                  <a:pt x="152400" y="38100"/>
                </a:lnTo>
                <a:lnTo>
                  <a:pt x="152400" y="47625"/>
                </a:lnTo>
                <a:lnTo>
                  <a:pt x="142875" y="47625"/>
                </a:lnTo>
                <a:lnTo>
                  <a:pt x="142875" y="57150"/>
                </a:lnTo>
                <a:lnTo>
                  <a:pt x="133350" y="57150"/>
                </a:lnTo>
                <a:lnTo>
                  <a:pt x="133350" y="66675"/>
                </a:lnTo>
                <a:lnTo>
                  <a:pt x="123825" y="66675"/>
                </a:lnTo>
                <a:lnTo>
                  <a:pt x="123825" y="76200"/>
                </a:lnTo>
                <a:lnTo>
                  <a:pt x="114300" y="76200"/>
                </a:lnTo>
                <a:lnTo>
                  <a:pt x="114300" y="57150"/>
                </a:lnTo>
                <a:lnTo>
                  <a:pt x="123825" y="57150"/>
                </a:lnTo>
                <a:lnTo>
                  <a:pt x="123825" y="47625"/>
                </a:lnTo>
                <a:lnTo>
                  <a:pt x="133350" y="47625"/>
                </a:lnTo>
                <a:close/>
                <a:moveTo>
                  <a:pt x="180975" y="38100"/>
                </a:moveTo>
                <a:lnTo>
                  <a:pt x="200025" y="38100"/>
                </a:lnTo>
                <a:lnTo>
                  <a:pt x="200025" y="47625"/>
                </a:lnTo>
                <a:lnTo>
                  <a:pt x="180975" y="47625"/>
                </a:lnTo>
                <a:close/>
                <a:moveTo>
                  <a:pt x="447675" y="47625"/>
                </a:moveTo>
                <a:lnTo>
                  <a:pt x="457200" y="47625"/>
                </a:lnTo>
                <a:lnTo>
                  <a:pt x="457200" y="85725"/>
                </a:lnTo>
                <a:lnTo>
                  <a:pt x="447675" y="85725"/>
                </a:lnTo>
                <a:lnTo>
                  <a:pt x="447675" y="66675"/>
                </a:lnTo>
                <a:lnTo>
                  <a:pt x="438150" y="66675"/>
                </a:lnTo>
                <a:lnTo>
                  <a:pt x="438150" y="57150"/>
                </a:lnTo>
                <a:lnTo>
                  <a:pt x="447675" y="57150"/>
                </a:lnTo>
                <a:close/>
                <a:moveTo>
                  <a:pt x="85725" y="66675"/>
                </a:moveTo>
                <a:lnTo>
                  <a:pt x="95250" y="66675"/>
                </a:lnTo>
                <a:lnTo>
                  <a:pt x="95250" y="76200"/>
                </a:lnTo>
                <a:lnTo>
                  <a:pt x="114300" y="76200"/>
                </a:lnTo>
                <a:lnTo>
                  <a:pt x="114300" y="85725"/>
                </a:lnTo>
                <a:lnTo>
                  <a:pt x="57150" y="85725"/>
                </a:lnTo>
                <a:lnTo>
                  <a:pt x="57150" y="95250"/>
                </a:lnTo>
                <a:lnTo>
                  <a:pt x="38100" y="95250"/>
                </a:lnTo>
                <a:lnTo>
                  <a:pt x="38100" y="85725"/>
                </a:lnTo>
                <a:lnTo>
                  <a:pt x="47625" y="85725"/>
                </a:lnTo>
                <a:lnTo>
                  <a:pt x="47625" y="76200"/>
                </a:lnTo>
                <a:lnTo>
                  <a:pt x="85725" y="76200"/>
                </a:lnTo>
                <a:close/>
                <a:moveTo>
                  <a:pt x="209550" y="76200"/>
                </a:moveTo>
                <a:lnTo>
                  <a:pt x="323850" y="76200"/>
                </a:lnTo>
                <a:lnTo>
                  <a:pt x="323850" y="85725"/>
                </a:lnTo>
                <a:lnTo>
                  <a:pt x="209550" y="85725"/>
                </a:lnTo>
                <a:close/>
                <a:moveTo>
                  <a:pt x="466725" y="76200"/>
                </a:moveTo>
                <a:lnTo>
                  <a:pt x="495300" y="76200"/>
                </a:lnTo>
                <a:lnTo>
                  <a:pt x="495300" y="85725"/>
                </a:lnTo>
                <a:lnTo>
                  <a:pt x="466725" y="85725"/>
                </a:lnTo>
                <a:close/>
                <a:moveTo>
                  <a:pt x="457200" y="85725"/>
                </a:moveTo>
                <a:lnTo>
                  <a:pt x="466725" y="85725"/>
                </a:lnTo>
                <a:lnTo>
                  <a:pt x="466725" y="95250"/>
                </a:lnTo>
                <a:lnTo>
                  <a:pt x="457200" y="95250"/>
                </a:lnTo>
                <a:close/>
                <a:moveTo>
                  <a:pt x="495300" y="85725"/>
                </a:moveTo>
                <a:lnTo>
                  <a:pt x="514350" y="85725"/>
                </a:lnTo>
                <a:lnTo>
                  <a:pt x="514350" y="95250"/>
                </a:lnTo>
                <a:lnTo>
                  <a:pt x="495300" y="95250"/>
                </a:lnTo>
                <a:close/>
                <a:moveTo>
                  <a:pt x="533400" y="85725"/>
                </a:moveTo>
                <a:lnTo>
                  <a:pt x="542925" y="85725"/>
                </a:lnTo>
                <a:lnTo>
                  <a:pt x="542925" y="114300"/>
                </a:lnTo>
                <a:lnTo>
                  <a:pt x="533400" y="114300"/>
                </a:lnTo>
                <a:lnTo>
                  <a:pt x="533400" y="104775"/>
                </a:lnTo>
                <a:lnTo>
                  <a:pt x="514350" y="104775"/>
                </a:lnTo>
                <a:lnTo>
                  <a:pt x="514350" y="95250"/>
                </a:lnTo>
                <a:lnTo>
                  <a:pt x="533400" y="95250"/>
                </a:lnTo>
                <a:close/>
                <a:moveTo>
                  <a:pt x="542925" y="114300"/>
                </a:moveTo>
                <a:lnTo>
                  <a:pt x="552450" y="114300"/>
                </a:lnTo>
                <a:lnTo>
                  <a:pt x="552450" y="123825"/>
                </a:lnTo>
                <a:lnTo>
                  <a:pt x="542925" y="123825"/>
                </a:lnTo>
                <a:close/>
                <a:moveTo>
                  <a:pt x="0" y="171450"/>
                </a:moveTo>
                <a:lnTo>
                  <a:pt x="9525" y="171450"/>
                </a:lnTo>
                <a:lnTo>
                  <a:pt x="9525" y="390525"/>
                </a:lnTo>
                <a:lnTo>
                  <a:pt x="0" y="390525"/>
                </a:lnTo>
                <a:close/>
                <a:moveTo>
                  <a:pt x="561975" y="247650"/>
                </a:moveTo>
                <a:lnTo>
                  <a:pt x="571500" y="247650"/>
                </a:lnTo>
                <a:lnTo>
                  <a:pt x="571500" y="266700"/>
                </a:lnTo>
                <a:lnTo>
                  <a:pt x="561975" y="266700"/>
                </a:lnTo>
                <a:close/>
                <a:moveTo>
                  <a:pt x="552450" y="266700"/>
                </a:moveTo>
                <a:lnTo>
                  <a:pt x="561975" y="266700"/>
                </a:lnTo>
                <a:lnTo>
                  <a:pt x="561975" y="276225"/>
                </a:lnTo>
                <a:lnTo>
                  <a:pt x="571500" y="276225"/>
                </a:lnTo>
                <a:lnTo>
                  <a:pt x="571500" y="285750"/>
                </a:lnTo>
                <a:lnTo>
                  <a:pt x="561975" y="285750"/>
                </a:lnTo>
                <a:lnTo>
                  <a:pt x="561975" y="295275"/>
                </a:lnTo>
                <a:lnTo>
                  <a:pt x="552450" y="295275"/>
                </a:lnTo>
                <a:close/>
                <a:moveTo>
                  <a:pt x="561975" y="314325"/>
                </a:moveTo>
                <a:lnTo>
                  <a:pt x="571500" y="314325"/>
                </a:lnTo>
                <a:lnTo>
                  <a:pt x="571500" y="323850"/>
                </a:lnTo>
                <a:lnTo>
                  <a:pt x="561975" y="323850"/>
                </a:lnTo>
                <a:close/>
                <a:moveTo>
                  <a:pt x="590550" y="371475"/>
                </a:moveTo>
                <a:lnTo>
                  <a:pt x="609600" y="371475"/>
                </a:lnTo>
                <a:lnTo>
                  <a:pt x="609600" y="381000"/>
                </a:lnTo>
                <a:lnTo>
                  <a:pt x="619125" y="381000"/>
                </a:lnTo>
                <a:lnTo>
                  <a:pt x="619125" y="400050"/>
                </a:lnTo>
                <a:lnTo>
                  <a:pt x="628650" y="400050"/>
                </a:lnTo>
                <a:lnTo>
                  <a:pt x="628650" y="409575"/>
                </a:lnTo>
                <a:lnTo>
                  <a:pt x="638175" y="409575"/>
                </a:lnTo>
                <a:lnTo>
                  <a:pt x="638175" y="419100"/>
                </a:lnTo>
                <a:lnTo>
                  <a:pt x="647700" y="419100"/>
                </a:lnTo>
                <a:lnTo>
                  <a:pt x="647700" y="438150"/>
                </a:lnTo>
                <a:lnTo>
                  <a:pt x="628650" y="438150"/>
                </a:lnTo>
                <a:lnTo>
                  <a:pt x="628650" y="419100"/>
                </a:lnTo>
                <a:lnTo>
                  <a:pt x="619125" y="419100"/>
                </a:lnTo>
                <a:lnTo>
                  <a:pt x="619125" y="409575"/>
                </a:lnTo>
                <a:lnTo>
                  <a:pt x="609600" y="409575"/>
                </a:lnTo>
                <a:lnTo>
                  <a:pt x="609600" y="390525"/>
                </a:lnTo>
                <a:lnTo>
                  <a:pt x="590550" y="390525"/>
                </a:lnTo>
                <a:close/>
                <a:moveTo>
                  <a:pt x="0" y="409575"/>
                </a:moveTo>
                <a:lnTo>
                  <a:pt x="9525" y="409575"/>
                </a:lnTo>
                <a:lnTo>
                  <a:pt x="9525" y="476250"/>
                </a:lnTo>
                <a:lnTo>
                  <a:pt x="0" y="476250"/>
                </a:lnTo>
                <a:close/>
                <a:moveTo>
                  <a:pt x="638175" y="447675"/>
                </a:moveTo>
                <a:lnTo>
                  <a:pt x="647700" y="447675"/>
                </a:lnTo>
                <a:lnTo>
                  <a:pt x="647700" y="457200"/>
                </a:lnTo>
                <a:lnTo>
                  <a:pt x="638175" y="457200"/>
                </a:lnTo>
                <a:close/>
                <a:moveTo>
                  <a:pt x="647700" y="457200"/>
                </a:moveTo>
                <a:lnTo>
                  <a:pt x="666750" y="457200"/>
                </a:lnTo>
                <a:lnTo>
                  <a:pt x="666750" y="495300"/>
                </a:lnTo>
                <a:lnTo>
                  <a:pt x="657225" y="495300"/>
                </a:lnTo>
                <a:lnTo>
                  <a:pt x="657225" y="466725"/>
                </a:lnTo>
                <a:lnTo>
                  <a:pt x="647700" y="466725"/>
                </a:lnTo>
                <a:close/>
                <a:moveTo>
                  <a:pt x="0" y="514350"/>
                </a:moveTo>
                <a:lnTo>
                  <a:pt x="9525" y="514350"/>
                </a:lnTo>
                <a:lnTo>
                  <a:pt x="9525" y="552450"/>
                </a:lnTo>
                <a:lnTo>
                  <a:pt x="0" y="552450"/>
                </a:lnTo>
                <a:close/>
                <a:moveTo>
                  <a:pt x="9525" y="552450"/>
                </a:moveTo>
                <a:lnTo>
                  <a:pt x="19050" y="552450"/>
                </a:lnTo>
                <a:lnTo>
                  <a:pt x="19050" y="561975"/>
                </a:lnTo>
                <a:lnTo>
                  <a:pt x="9525" y="561975"/>
                </a:lnTo>
                <a:close/>
                <a:moveTo>
                  <a:pt x="657225" y="561975"/>
                </a:moveTo>
                <a:lnTo>
                  <a:pt x="666750" y="561975"/>
                </a:lnTo>
                <a:lnTo>
                  <a:pt x="666750" y="571500"/>
                </a:lnTo>
                <a:lnTo>
                  <a:pt x="657225" y="571500"/>
                </a:lnTo>
                <a:close/>
                <a:moveTo>
                  <a:pt x="647700" y="571500"/>
                </a:moveTo>
                <a:lnTo>
                  <a:pt x="657225" y="571500"/>
                </a:lnTo>
                <a:lnTo>
                  <a:pt x="657225" y="590550"/>
                </a:lnTo>
                <a:lnTo>
                  <a:pt x="647700" y="590550"/>
                </a:lnTo>
                <a:close/>
                <a:moveTo>
                  <a:pt x="638175" y="590550"/>
                </a:moveTo>
                <a:lnTo>
                  <a:pt x="647700" y="590550"/>
                </a:lnTo>
                <a:lnTo>
                  <a:pt x="647700" y="600075"/>
                </a:lnTo>
                <a:lnTo>
                  <a:pt x="638175" y="600075"/>
                </a:lnTo>
                <a:close/>
                <a:moveTo>
                  <a:pt x="85725" y="600075"/>
                </a:moveTo>
                <a:lnTo>
                  <a:pt x="95250" y="600075"/>
                </a:lnTo>
                <a:lnTo>
                  <a:pt x="95250" y="609600"/>
                </a:lnTo>
                <a:lnTo>
                  <a:pt x="85725" y="609600"/>
                </a:lnTo>
                <a:close/>
                <a:moveTo>
                  <a:pt x="247650" y="600075"/>
                </a:moveTo>
                <a:lnTo>
                  <a:pt x="323850" y="600075"/>
                </a:lnTo>
                <a:lnTo>
                  <a:pt x="323850" y="619125"/>
                </a:lnTo>
                <a:lnTo>
                  <a:pt x="295275" y="619125"/>
                </a:lnTo>
                <a:lnTo>
                  <a:pt x="295275" y="609600"/>
                </a:lnTo>
                <a:lnTo>
                  <a:pt x="285750" y="609600"/>
                </a:lnTo>
                <a:lnTo>
                  <a:pt x="285750" y="619125"/>
                </a:lnTo>
                <a:lnTo>
                  <a:pt x="266700" y="619125"/>
                </a:lnTo>
                <a:lnTo>
                  <a:pt x="266700" y="609600"/>
                </a:lnTo>
                <a:lnTo>
                  <a:pt x="247650" y="609600"/>
                </a:lnTo>
                <a:close/>
                <a:moveTo>
                  <a:pt x="628650" y="600075"/>
                </a:moveTo>
                <a:lnTo>
                  <a:pt x="638175" y="600075"/>
                </a:lnTo>
                <a:lnTo>
                  <a:pt x="638175" y="609600"/>
                </a:lnTo>
                <a:lnTo>
                  <a:pt x="628650" y="609600"/>
                </a:lnTo>
                <a:close/>
                <a:moveTo>
                  <a:pt x="95250" y="609600"/>
                </a:moveTo>
                <a:lnTo>
                  <a:pt x="114300" y="609600"/>
                </a:lnTo>
                <a:lnTo>
                  <a:pt x="114300" y="619125"/>
                </a:lnTo>
                <a:lnTo>
                  <a:pt x="95250" y="619125"/>
                </a:lnTo>
                <a:close/>
                <a:moveTo>
                  <a:pt x="209550" y="609600"/>
                </a:moveTo>
                <a:lnTo>
                  <a:pt x="238125" y="609600"/>
                </a:lnTo>
                <a:lnTo>
                  <a:pt x="238125" y="619125"/>
                </a:lnTo>
                <a:lnTo>
                  <a:pt x="209550" y="619125"/>
                </a:lnTo>
                <a:close/>
                <a:moveTo>
                  <a:pt x="333375" y="609600"/>
                </a:moveTo>
                <a:lnTo>
                  <a:pt x="342900" y="609600"/>
                </a:lnTo>
                <a:lnTo>
                  <a:pt x="342900" y="619125"/>
                </a:lnTo>
                <a:lnTo>
                  <a:pt x="333375" y="619125"/>
                </a:lnTo>
                <a:close/>
                <a:moveTo>
                  <a:pt x="619125" y="609600"/>
                </a:moveTo>
                <a:lnTo>
                  <a:pt x="628650" y="609600"/>
                </a:lnTo>
                <a:lnTo>
                  <a:pt x="628650" y="619125"/>
                </a:lnTo>
                <a:lnTo>
                  <a:pt x="619125" y="619125"/>
                </a:lnTo>
                <a:close/>
                <a:moveTo>
                  <a:pt x="609600" y="628650"/>
                </a:moveTo>
                <a:lnTo>
                  <a:pt x="619125" y="628650"/>
                </a:lnTo>
                <a:lnTo>
                  <a:pt x="619125" y="638175"/>
                </a:lnTo>
                <a:lnTo>
                  <a:pt x="609600" y="638175"/>
                </a:lnTo>
                <a:close/>
                <a:moveTo>
                  <a:pt x="76200" y="638175"/>
                </a:moveTo>
                <a:lnTo>
                  <a:pt x="85725" y="638175"/>
                </a:lnTo>
                <a:lnTo>
                  <a:pt x="85725" y="647700"/>
                </a:lnTo>
                <a:lnTo>
                  <a:pt x="76200" y="647700"/>
                </a:lnTo>
                <a:close/>
                <a:moveTo>
                  <a:pt x="190500" y="638175"/>
                </a:moveTo>
                <a:lnTo>
                  <a:pt x="209550" y="638175"/>
                </a:lnTo>
                <a:lnTo>
                  <a:pt x="209550" y="647700"/>
                </a:lnTo>
                <a:lnTo>
                  <a:pt x="190500" y="647700"/>
                </a:lnTo>
                <a:close/>
                <a:moveTo>
                  <a:pt x="571500" y="657225"/>
                </a:moveTo>
                <a:lnTo>
                  <a:pt x="590550" y="657225"/>
                </a:lnTo>
                <a:lnTo>
                  <a:pt x="590550" y="666750"/>
                </a:lnTo>
                <a:lnTo>
                  <a:pt x="581025" y="666750"/>
                </a:lnTo>
                <a:lnTo>
                  <a:pt x="581025" y="676275"/>
                </a:lnTo>
                <a:lnTo>
                  <a:pt x="552450" y="676275"/>
                </a:lnTo>
                <a:lnTo>
                  <a:pt x="552450" y="695325"/>
                </a:lnTo>
                <a:lnTo>
                  <a:pt x="542925" y="695325"/>
                </a:lnTo>
                <a:lnTo>
                  <a:pt x="542925" y="704850"/>
                </a:lnTo>
                <a:lnTo>
                  <a:pt x="533400" y="704850"/>
                </a:lnTo>
                <a:lnTo>
                  <a:pt x="533400" y="695325"/>
                </a:lnTo>
                <a:lnTo>
                  <a:pt x="523875" y="695325"/>
                </a:lnTo>
                <a:lnTo>
                  <a:pt x="523875" y="685800"/>
                </a:lnTo>
                <a:lnTo>
                  <a:pt x="514350" y="685800"/>
                </a:lnTo>
                <a:lnTo>
                  <a:pt x="514350" y="676275"/>
                </a:lnTo>
                <a:lnTo>
                  <a:pt x="542925" y="676275"/>
                </a:lnTo>
                <a:lnTo>
                  <a:pt x="542925" y="666750"/>
                </a:lnTo>
                <a:lnTo>
                  <a:pt x="571500" y="666750"/>
                </a:lnTo>
                <a:close/>
                <a:moveTo>
                  <a:pt x="619125" y="657225"/>
                </a:moveTo>
                <a:lnTo>
                  <a:pt x="628650" y="657225"/>
                </a:lnTo>
                <a:lnTo>
                  <a:pt x="628650" y="666750"/>
                </a:lnTo>
                <a:lnTo>
                  <a:pt x="619125" y="666750"/>
                </a:lnTo>
                <a:close/>
                <a:moveTo>
                  <a:pt x="400050" y="666750"/>
                </a:moveTo>
                <a:lnTo>
                  <a:pt x="419100" y="666750"/>
                </a:lnTo>
                <a:lnTo>
                  <a:pt x="419100" y="676275"/>
                </a:lnTo>
                <a:lnTo>
                  <a:pt x="400050" y="676275"/>
                </a:lnTo>
                <a:close/>
                <a:moveTo>
                  <a:pt x="447675" y="676275"/>
                </a:moveTo>
                <a:lnTo>
                  <a:pt x="495300" y="676275"/>
                </a:lnTo>
                <a:lnTo>
                  <a:pt x="495300" y="685800"/>
                </a:lnTo>
                <a:lnTo>
                  <a:pt x="485775" y="685800"/>
                </a:lnTo>
                <a:lnTo>
                  <a:pt x="485775" y="695325"/>
                </a:lnTo>
                <a:lnTo>
                  <a:pt x="476250" y="695325"/>
                </a:lnTo>
                <a:lnTo>
                  <a:pt x="476250" y="685800"/>
                </a:lnTo>
                <a:lnTo>
                  <a:pt x="447675" y="685800"/>
                </a:lnTo>
                <a:close/>
                <a:moveTo>
                  <a:pt x="47625" y="685800"/>
                </a:moveTo>
                <a:lnTo>
                  <a:pt x="66675" y="685800"/>
                </a:lnTo>
                <a:lnTo>
                  <a:pt x="66675" y="695325"/>
                </a:lnTo>
                <a:lnTo>
                  <a:pt x="57150" y="695325"/>
                </a:lnTo>
                <a:lnTo>
                  <a:pt x="57150" y="704850"/>
                </a:lnTo>
                <a:lnTo>
                  <a:pt x="47625" y="704850"/>
                </a:lnTo>
                <a:close/>
              </a:path>
            </a:pathLst>
          </a:custGeom>
          <a:solidFill xmlns:a="http://schemas.openxmlformats.org/drawingml/2006/main">
            <a:srgbClr val="FEFFFF"/>
          </a:solidFill>
          <a:ln xmlns:a="http://schemas.openxmlformats.org/drawingml/2006/main" w="0">
            <a:noFill/>
          </a:ln>
        </p:spPr>
      </p:sp>
      <p:sp>
        <p:nvSpPr>
          <p:cNvPr id="107" name="calendar vector #fefffd">
            <a:extLst xmlns:a="http://schemas.openxmlformats.org/drawingml/2006/main">
              <a:ext uri="{FF2B5EF4-FFF2-40B4-BE49-F238E27FC236}">
                <a16:creationId xmlns:a16="http://schemas.microsoft.com/office/drawing/2014/main" id="{5F397788-C949-46BF-BF8C-39995754D42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57250" y="4848225"/>
            <a:ext cx="704850" cy="704850"/>
          </a:xfrm>
          <a:custGeom xmlns:a="http://schemas.openxmlformats.org/drawingml/2006/main">
            <a:pathLst>
              <a:path w="704850" h="704850">
                <a:moveTo>
                  <a:pt x="142875" y="9525"/>
                </a:moveTo>
                <a:lnTo>
                  <a:pt x="161925" y="9525"/>
                </a:lnTo>
                <a:lnTo>
                  <a:pt x="161925" y="19050"/>
                </a:lnTo>
                <a:lnTo>
                  <a:pt x="142875" y="19050"/>
                </a:lnTo>
                <a:close/>
                <a:moveTo>
                  <a:pt x="95250" y="19050"/>
                </a:moveTo>
                <a:lnTo>
                  <a:pt x="114300" y="19050"/>
                </a:lnTo>
                <a:lnTo>
                  <a:pt x="114300" y="28575"/>
                </a:lnTo>
                <a:lnTo>
                  <a:pt x="123825" y="28575"/>
                </a:lnTo>
                <a:lnTo>
                  <a:pt x="123825" y="38100"/>
                </a:lnTo>
                <a:lnTo>
                  <a:pt x="104775" y="38100"/>
                </a:lnTo>
                <a:lnTo>
                  <a:pt x="104775" y="28575"/>
                </a:lnTo>
                <a:lnTo>
                  <a:pt x="95250" y="28575"/>
                </a:lnTo>
                <a:close/>
                <a:moveTo>
                  <a:pt x="161925" y="19050"/>
                </a:moveTo>
                <a:lnTo>
                  <a:pt x="190500" y="19050"/>
                </a:lnTo>
                <a:lnTo>
                  <a:pt x="190500" y="28575"/>
                </a:lnTo>
                <a:lnTo>
                  <a:pt x="200025" y="28575"/>
                </a:lnTo>
                <a:lnTo>
                  <a:pt x="200025" y="38100"/>
                </a:lnTo>
                <a:lnTo>
                  <a:pt x="152400" y="38100"/>
                </a:lnTo>
                <a:lnTo>
                  <a:pt x="152400" y="28575"/>
                </a:lnTo>
                <a:lnTo>
                  <a:pt x="161925" y="28575"/>
                </a:lnTo>
                <a:close/>
                <a:moveTo>
                  <a:pt x="400050" y="19050"/>
                </a:moveTo>
                <a:lnTo>
                  <a:pt x="409575" y="19050"/>
                </a:lnTo>
                <a:lnTo>
                  <a:pt x="409575" y="28575"/>
                </a:lnTo>
                <a:lnTo>
                  <a:pt x="428625" y="28575"/>
                </a:lnTo>
                <a:lnTo>
                  <a:pt x="428625" y="38100"/>
                </a:lnTo>
                <a:lnTo>
                  <a:pt x="390525" y="38100"/>
                </a:lnTo>
                <a:lnTo>
                  <a:pt x="390525" y="28575"/>
                </a:lnTo>
                <a:lnTo>
                  <a:pt x="400050" y="28575"/>
                </a:lnTo>
                <a:close/>
                <a:moveTo>
                  <a:pt x="123825" y="38100"/>
                </a:moveTo>
                <a:lnTo>
                  <a:pt x="133350" y="38100"/>
                </a:lnTo>
                <a:lnTo>
                  <a:pt x="133350" y="47625"/>
                </a:lnTo>
                <a:lnTo>
                  <a:pt x="123825" y="47625"/>
                </a:lnTo>
                <a:close/>
                <a:moveTo>
                  <a:pt x="66675" y="66675"/>
                </a:moveTo>
                <a:lnTo>
                  <a:pt x="76200" y="66675"/>
                </a:lnTo>
                <a:lnTo>
                  <a:pt x="76200" y="76200"/>
                </a:lnTo>
                <a:lnTo>
                  <a:pt x="66675" y="76200"/>
                </a:lnTo>
                <a:close/>
                <a:moveTo>
                  <a:pt x="95250" y="66675"/>
                </a:moveTo>
                <a:lnTo>
                  <a:pt x="114300" y="66675"/>
                </a:lnTo>
                <a:lnTo>
                  <a:pt x="114300" y="76200"/>
                </a:lnTo>
                <a:lnTo>
                  <a:pt x="95250" y="76200"/>
                </a:lnTo>
                <a:close/>
                <a:moveTo>
                  <a:pt x="542925" y="85725"/>
                </a:moveTo>
                <a:lnTo>
                  <a:pt x="552450" y="85725"/>
                </a:lnTo>
                <a:lnTo>
                  <a:pt x="552450" y="114300"/>
                </a:lnTo>
                <a:lnTo>
                  <a:pt x="542925" y="114300"/>
                </a:lnTo>
                <a:close/>
                <a:moveTo>
                  <a:pt x="581025" y="85725"/>
                </a:moveTo>
                <a:lnTo>
                  <a:pt x="609600" y="85725"/>
                </a:lnTo>
                <a:lnTo>
                  <a:pt x="609600" y="95250"/>
                </a:lnTo>
                <a:lnTo>
                  <a:pt x="619125" y="95250"/>
                </a:lnTo>
                <a:lnTo>
                  <a:pt x="619125" y="104775"/>
                </a:lnTo>
                <a:lnTo>
                  <a:pt x="609600" y="104775"/>
                </a:lnTo>
                <a:lnTo>
                  <a:pt x="609600" y="114300"/>
                </a:lnTo>
                <a:lnTo>
                  <a:pt x="600075" y="114300"/>
                </a:lnTo>
                <a:lnTo>
                  <a:pt x="600075" y="104775"/>
                </a:lnTo>
                <a:lnTo>
                  <a:pt x="590550" y="104775"/>
                </a:lnTo>
                <a:lnTo>
                  <a:pt x="590550" y="114300"/>
                </a:lnTo>
                <a:lnTo>
                  <a:pt x="581025" y="114300"/>
                </a:lnTo>
                <a:close/>
                <a:moveTo>
                  <a:pt x="0" y="104775"/>
                </a:moveTo>
                <a:lnTo>
                  <a:pt x="9525" y="104775"/>
                </a:lnTo>
                <a:lnTo>
                  <a:pt x="9525" y="114300"/>
                </a:lnTo>
                <a:lnTo>
                  <a:pt x="0" y="114300"/>
                </a:lnTo>
                <a:close/>
                <a:moveTo>
                  <a:pt x="561975" y="228600"/>
                </a:moveTo>
                <a:lnTo>
                  <a:pt x="581025" y="228600"/>
                </a:lnTo>
                <a:lnTo>
                  <a:pt x="581025" y="238125"/>
                </a:lnTo>
                <a:lnTo>
                  <a:pt x="571500" y="238125"/>
                </a:lnTo>
                <a:lnTo>
                  <a:pt x="571500" y="247650"/>
                </a:lnTo>
                <a:lnTo>
                  <a:pt x="561975" y="247650"/>
                </a:lnTo>
                <a:close/>
                <a:moveTo>
                  <a:pt x="571500" y="342900"/>
                </a:moveTo>
                <a:lnTo>
                  <a:pt x="581025" y="342900"/>
                </a:lnTo>
                <a:lnTo>
                  <a:pt x="581025" y="361950"/>
                </a:lnTo>
                <a:lnTo>
                  <a:pt x="590550" y="361950"/>
                </a:lnTo>
                <a:lnTo>
                  <a:pt x="590550" y="371475"/>
                </a:lnTo>
                <a:lnTo>
                  <a:pt x="571500" y="371475"/>
                </a:lnTo>
                <a:close/>
                <a:moveTo>
                  <a:pt x="9525" y="561975"/>
                </a:moveTo>
                <a:lnTo>
                  <a:pt x="19050" y="561975"/>
                </a:lnTo>
                <a:lnTo>
                  <a:pt x="19050" y="571500"/>
                </a:lnTo>
                <a:lnTo>
                  <a:pt x="9525" y="571500"/>
                </a:lnTo>
                <a:close/>
                <a:moveTo>
                  <a:pt x="38100" y="590550"/>
                </a:moveTo>
                <a:lnTo>
                  <a:pt x="47625" y="590550"/>
                </a:lnTo>
                <a:lnTo>
                  <a:pt x="47625" y="600075"/>
                </a:lnTo>
                <a:lnTo>
                  <a:pt x="38100" y="600075"/>
                </a:lnTo>
                <a:close/>
                <a:moveTo>
                  <a:pt x="66675" y="600075"/>
                </a:moveTo>
                <a:lnTo>
                  <a:pt x="76200" y="600075"/>
                </a:lnTo>
                <a:lnTo>
                  <a:pt x="76200" y="609600"/>
                </a:lnTo>
                <a:lnTo>
                  <a:pt x="66675" y="609600"/>
                </a:lnTo>
                <a:close/>
                <a:moveTo>
                  <a:pt x="0" y="609600"/>
                </a:moveTo>
                <a:lnTo>
                  <a:pt x="19050" y="609600"/>
                </a:lnTo>
                <a:lnTo>
                  <a:pt x="19050" y="638175"/>
                </a:lnTo>
                <a:lnTo>
                  <a:pt x="0" y="638175"/>
                </a:lnTo>
                <a:close/>
                <a:moveTo>
                  <a:pt x="76200" y="609600"/>
                </a:moveTo>
                <a:lnTo>
                  <a:pt x="85725" y="609600"/>
                </a:lnTo>
                <a:lnTo>
                  <a:pt x="85725" y="619125"/>
                </a:lnTo>
                <a:lnTo>
                  <a:pt x="76200" y="619125"/>
                </a:lnTo>
                <a:close/>
                <a:moveTo>
                  <a:pt x="114300" y="609600"/>
                </a:moveTo>
                <a:lnTo>
                  <a:pt x="209550" y="609600"/>
                </a:lnTo>
                <a:lnTo>
                  <a:pt x="209550" y="619125"/>
                </a:lnTo>
                <a:lnTo>
                  <a:pt x="161925" y="619125"/>
                </a:lnTo>
                <a:lnTo>
                  <a:pt x="161925" y="647700"/>
                </a:lnTo>
                <a:lnTo>
                  <a:pt x="152400" y="647700"/>
                </a:lnTo>
                <a:lnTo>
                  <a:pt x="152400" y="638175"/>
                </a:lnTo>
                <a:lnTo>
                  <a:pt x="142875" y="638175"/>
                </a:lnTo>
                <a:lnTo>
                  <a:pt x="142875" y="628650"/>
                </a:lnTo>
                <a:lnTo>
                  <a:pt x="133350" y="628650"/>
                </a:lnTo>
                <a:lnTo>
                  <a:pt x="133350" y="619125"/>
                </a:lnTo>
                <a:lnTo>
                  <a:pt x="114300" y="619125"/>
                </a:lnTo>
                <a:close/>
                <a:moveTo>
                  <a:pt x="238125" y="609600"/>
                </a:moveTo>
                <a:lnTo>
                  <a:pt x="266700" y="609600"/>
                </a:lnTo>
                <a:lnTo>
                  <a:pt x="266700" y="619125"/>
                </a:lnTo>
                <a:lnTo>
                  <a:pt x="238125" y="619125"/>
                </a:lnTo>
                <a:close/>
                <a:moveTo>
                  <a:pt x="323850" y="609600"/>
                </a:moveTo>
                <a:lnTo>
                  <a:pt x="333375" y="609600"/>
                </a:lnTo>
                <a:lnTo>
                  <a:pt x="333375" y="619125"/>
                </a:lnTo>
                <a:lnTo>
                  <a:pt x="323850" y="619125"/>
                </a:lnTo>
                <a:close/>
                <a:moveTo>
                  <a:pt x="219075" y="619125"/>
                </a:moveTo>
                <a:lnTo>
                  <a:pt x="238125" y="619125"/>
                </a:lnTo>
                <a:lnTo>
                  <a:pt x="238125" y="628650"/>
                </a:lnTo>
                <a:lnTo>
                  <a:pt x="219075" y="628650"/>
                </a:lnTo>
                <a:close/>
                <a:moveTo>
                  <a:pt x="76200" y="628650"/>
                </a:moveTo>
                <a:lnTo>
                  <a:pt x="85725" y="628650"/>
                </a:lnTo>
                <a:lnTo>
                  <a:pt x="85725" y="638175"/>
                </a:lnTo>
                <a:lnTo>
                  <a:pt x="76200" y="638175"/>
                </a:lnTo>
                <a:close/>
                <a:moveTo>
                  <a:pt x="323850" y="638175"/>
                </a:moveTo>
                <a:lnTo>
                  <a:pt x="333375" y="638175"/>
                </a:lnTo>
                <a:lnTo>
                  <a:pt x="333375" y="647700"/>
                </a:lnTo>
                <a:lnTo>
                  <a:pt x="323850" y="647700"/>
                </a:lnTo>
                <a:close/>
                <a:moveTo>
                  <a:pt x="600075" y="638175"/>
                </a:moveTo>
                <a:lnTo>
                  <a:pt x="619125" y="638175"/>
                </a:lnTo>
                <a:lnTo>
                  <a:pt x="619125" y="666750"/>
                </a:lnTo>
                <a:lnTo>
                  <a:pt x="609600" y="666750"/>
                </a:lnTo>
                <a:lnTo>
                  <a:pt x="609600" y="657225"/>
                </a:lnTo>
                <a:lnTo>
                  <a:pt x="590550" y="657225"/>
                </a:lnTo>
                <a:lnTo>
                  <a:pt x="590550" y="647700"/>
                </a:lnTo>
                <a:lnTo>
                  <a:pt x="600075" y="647700"/>
                </a:lnTo>
                <a:close/>
                <a:moveTo>
                  <a:pt x="76200" y="647700"/>
                </a:moveTo>
                <a:lnTo>
                  <a:pt x="85725" y="647700"/>
                </a:lnTo>
                <a:lnTo>
                  <a:pt x="85725" y="657225"/>
                </a:lnTo>
                <a:lnTo>
                  <a:pt x="76200" y="657225"/>
                </a:lnTo>
                <a:close/>
                <a:moveTo>
                  <a:pt x="285750" y="647700"/>
                </a:moveTo>
                <a:lnTo>
                  <a:pt x="295275" y="647700"/>
                </a:lnTo>
                <a:lnTo>
                  <a:pt x="295275" y="657225"/>
                </a:lnTo>
                <a:lnTo>
                  <a:pt x="285750" y="657225"/>
                </a:lnTo>
                <a:close/>
                <a:moveTo>
                  <a:pt x="85725" y="657225"/>
                </a:moveTo>
                <a:lnTo>
                  <a:pt x="95250" y="657225"/>
                </a:lnTo>
                <a:lnTo>
                  <a:pt x="95250" y="666750"/>
                </a:lnTo>
                <a:lnTo>
                  <a:pt x="85725" y="666750"/>
                </a:lnTo>
                <a:close/>
                <a:moveTo>
                  <a:pt x="200025" y="657225"/>
                </a:moveTo>
                <a:lnTo>
                  <a:pt x="209550" y="657225"/>
                </a:lnTo>
                <a:lnTo>
                  <a:pt x="209550" y="666750"/>
                </a:lnTo>
                <a:lnTo>
                  <a:pt x="200025" y="666750"/>
                </a:lnTo>
                <a:close/>
                <a:moveTo>
                  <a:pt x="304800" y="657225"/>
                </a:moveTo>
                <a:lnTo>
                  <a:pt x="314325" y="657225"/>
                </a:lnTo>
                <a:lnTo>
                  <a:pt x="314325" y="666750"/>
                </a:lnTo>
                <a:lnTo>
                  <a:pt x="304800" y="666750"/>
                </a:lnTo>
                <a:close/>
                <a:moveTo>
                  <a:pt x="47625" y="666750"/>
                </a:moveTo>
                <a:lnTo>
                  <a:pt x="66675" y="666750"/>
                </a:lnTo>
                <a:lnTo>
                  <a:pt x="66675" y="676275"/>
                </a:lnTo>
                <a:lnTo>
                  <a:pt x="85725" y="676275"/>
                </a:lnTo>
                <a:lnTo>
                  <a:pt x="85725" y="704850"/>
                </a:lnTo>
                <a:lnTo>
                  <a:pt x="57150" y="704850"/>
                </a:lnTo>
                <a:lnTo>
                  <a:pt x="57150" y="695325"/>
                </a:lnTo>
                <a:lnTo>
                  <a:pt x="66675" y="695325"/>
                </a:lnTo>
                <a:lnTo>
                  <a:pt x="66675" y="685800"/>
                </a:lnTo>
                <a:lnTo>
                  <a:pt x="47625" y="685800"/>
                </a:lnTo>
                <a:close/>
                <a:moveTo>
                  <a:pt x="428625" y="676275"/>
                </a:moveTo>
                <a:lnTo>
                  <a:pt x="447675" y="676275"/>
                </a:lnTo>
                <a:lnTo>
                  <a:pt x="447675" y="685800"/>
                </a:lnTo>
                <a:lnTo>
                  <a:pt x="457200" y="685800"/>
                </a:lnTo>
                <a:lnTo>
                  <a:pt x="457200" y="695325"/>
                </a:lnTo>
                <a:lnTo>
                  <a:pt x="438150" y="695325"/>
                </a:lnTo>
                <a:lnTo>
                  <a:pt x="438150" y="685800"/>
                </a:lnTo>
                <a:lnTo>
                  <a:pt x="428625" y="685800"/>
                </a:lnTo>
                <a:close/>
                <a:moveTo>
                  <a:pt x="552450" y="676275"/>
                </a:moveTo>
                <a:lnTo>
                  <a:pt x="561975" y="676275"/>
                </a:lnTo>
                <a:lnTo>
                  <a:pt x="561975" y="685800"/>
                </a:lnTo>
                <a:lnTo>
                  <a:pt x="552450" y="685800"/>
                </a:lnTo>
                <a:close/>
              </a:path>
            </a:pathLst>
          </a:custGeom>
          <a:solidFill xmlns:a="http://schemas.openxmlformats.org/drawingml/2006/main">
            <a:srgbClr val="FEFFFD"/>
          </a:solidFill>
          <a:ln xmlns:a="http://schemas.openxmlformats.org/drawingml/2006/main" w="0">
            <a:noFill/>
          </a:ln>
        </p:spPr>
      </p:sp>
      <p:sp>
        <p:nvSpPr>
          <p:cNvPr id="108" name="calendar vector #f9ffff">
            <a:extLst xmlns:a="http://schemas.openxmlformats.org/drawingml/2006/main">
              <a:ext uri="{FF2B5EF4-FFF2-40B4-BE49-F238E27FC236}">
                <a16:creationId xmlns:a16="http://schemas.microsoft.com/office/drawing/2014/main" id="{F2733C75-1505-4049-A645-E4D645DA860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57250" y="4848225"/>
            <a:ext cx="704850" cy="704850"/>
          </a:xfrm>
          <a:custGeom xmlns:a="http://schemas.openxmlformats.org/drawingml/2006/main">
            <a:pathLst>
              <a:path w="704850" h="704850">
                <a:moveTo>
                  <a:pt x="152400" y="38100"/>
                </a:moveTo>
                <a:lnTo>
                  <a:pt x="171450" y="38100"/>
                </a:lnTo>
                <a:lnTo>
                  <a:pt x="171450" y="47625"/>
                </a:lnTo>
                <a:lnTo>
                  <a:pt x="152400" y="47625"/>
                </a:lnTo>
                <a:close/>
                <a:moveTo>
                  <a:pt x="142875" y="47625"/>
                </a:moveTo>
                <a:lnTo>
                  <a:pt x="152400" y="47625"/>
                </a:lnTo>
                <a:lnTo>
                  <a:pt x="152400" y="57150"/>
                </a:lnTo>
                <a:lnTo>
                  <a:pt x="142875" y="57150"/>
                </a:lnTo>
                <a:close/>
                <a:moveTo>
                  <a:pt x="419100" y="47625"/>
                </a:moveTo>
                <a:lnTo>
                  <a:pt x="428625" y="47625"/>
                </a:lnTo>
                <a:lnTo>
                  <a:pt x="428625" y="57150"/>
                </a:lnTo>
                <a:lnTo>
                  <a:pt x="419100" y="57150"/>
                </a:lnTo>
                <a:close/>
                <a:moveTo>
                  <a:pt x="76200" y="85725"/>
                </a:moveTo>
                <a:lnTo>
                  <a:pt x="104775" y="85725"/>
                </a:lnTo>
                <a:lnTo>
                  <a:pt x="104775" y="95250"/>
                </a:lnTo>
                <a:lnTo>
                  <a:pt x="76200" y="95250"/>
                </a:lnTo>
                <a:close/>
                <a:moveTo>
                  <a:pt x="219075" y="85725"/>
                </a:moveTo>
                <a:lnTo>
                  <a:pt x="285750" y="85725"/>
                </a:lnTo>
                <a:lnTo>
                  <a:pt x="285750" y="95250"/>
                </a:lnTo>
                <a:lnTo>
                  <a:pt x="219075" y="95250"/>
                </a:lnTo>
                <a:close/>
                <a:moveTo>
                  <a:pt x="323850" y="85725"/>
                </a:moveTo>
                <a:lnTo>
                  <a:pt x="342900" y="85725"/>
                </a:lnTo>
                <a:lnTo>
                  <a:pt x="342900" y="95250"/>
                </a:lnTo>
                <a:lnTo>
                  <a:pt x="323850" y="95250"/>
                </a:lnTo>
                <a:close/>
                <a:moveTo>
                  <a:pt x="47625" y="95250"/>
                </a:moveTo>
                <a:lnTo>
                  <a:pt x="57150" y="95250"/>
                </a:lnTo>
                <a:lnTo>
                  <a:pt x="57150" y="104775"/>
                </a:lnTo>
                <a:lnTo>
                  <a:pt x="47625" y="104775"/>
                </a:lnTo>
                <a:close/>
                <a:moveTo>
                  <a:pt x="495300" y="95250"/>
                </a:moveTo>
                <a:lnTo>
                  <a:pt x="514350" y="95250"/>
                </a:lnTo>
                <a:lnTo>
                  <a:pt x="514350" y="104775"/>
                </a:lnTo>
                <a:lnTo>
                  <a:pt x="495300" y="104775"/>
                </a:lnTo>
                <a:close/>
                <a:moveTo>
                  <a:pt x="28575" y="104775"/>
                </a:moveTo>
                <a:lnTo>
                  <a:pt x="38100" y="104775"/>
                </a:lnTo>
                <a:lnTo>
                  <a:pt x="38100" y="114300"/>
                </a:lnTo>
                <a:lnTo>
                  <a:pt x="28575" y="114300"/>
                </a:lnTo>
                <a:close/>
                <a:moveTo>
                  <a:pt x="19050" y="123825"/>
                </a:moveTo>
                <a:lnTo>
                  <a:pt x="28575" y="123825"/>
                </a:lnTo>
                <a:lnTo>
                  <a:pt x="28575" y="142875"/>
                </a:lnTo>
                <a:lnTo>
                  <a:pt x="19050" y="142875"/>
                </a:lnTo>
                <a:close/>
                <a:moveTo>
                  <a:pt x="542925" y="133350"/>
                </a:moveTo>
                <a:lnTo>
                  <a:pt x="552450" y="133350"/>
                </a:lnTo>
                <a:lnTo>
                  <a:pt x="552450" y="152400"/>
                </a:lnTo>
                <a:lnTo>
                  <a:pt x="542925" y="152400"/>
                </a:lnTo>
                <a:close/>
                <a:moveTo>
                  <a:pt x="9525" y="142875"/>
                </a:moveTo>
                <a:lnTo>
                  <a:pt x="19050" y="142875"/>
                </a:lnTo>
                <a:lnTo>
                  <a:pt x="19050" y="200025"/>
                </a:lnTo>
                <a:lnTo>
                  <a:pt x="9525" y="200025"/>
                </a:lnTo>
                <a:close/>
                <a:moveTo>
                  <a:pt x="552450" y="152400"/>
                </a:moveTo>
                <a:lnTo>
                  <a:pt x="561975" y="152400"/>
                </a:lnTo>
                <a:lnTo>
                  <a:pt x="561975" y="161925"/>
                </a:lnTo>
                <a:lnTo>
                  <a:pt x="552450" y="161925"/>
                </a:lnTo>
                <a:close/>
                <a:moveTo>
                  <a:pt x="561975" y="161925"/>
                </a:moveTo>
                <a:lnTo>
                  <a:pt x="571500" y="161925"/>
                </a:lnTo>
                <a:lnTo>
                  <a:pt x="571500" y="180975"/>
                </a:lnTo>
                <a:lnTo>
                  <a:pt x="561975" y="180975"/>
                </a:lnTo>
                <a:close/>
                <a:moveTo>
                  <a:pt x="9525" y="219075"/>
                </a:moveTo>
                <a:lnTo>
                  <a:pt x="19050" y="219075"/>
                </a:lnTo>
                <a:lnTo>
                  <a:pt x="19050" y="390525"/>
                </a:lnTo>
                <a:lnTo>
                  <a:pt x="9525" y="390525"/>
                </a:lnTo>
                <a:close/>
                <a:moveTo>
                  <a:pt x="552450" y="219075"/>
                </a:moveTo>
                <a:lnTo>
                  <a:pt x="561975" y="219075"/>
                </a:lnTo>
                <a:lnTo>
                  <a:pt x="561975" y="238125"/>
                </a:lnTo>
                <a:lnTo>
                  <a:pt x="552450" y="238125"/>
                </a:lnTo>
                <a:close/>
                <a:moveTo>
                  <a:pt x="542925" y="266700"/>
                </a:moveTo>
                <a:lnTo>
                  <a:pt x="552450" y="266700"/>
                </a:lnTo>
                <a:lnTo>
                  <a:pt x="552450" y="314325"/>
                </a:lnTo>
                <a:lnTo>
                  <a:pt x="542925" y="314325"/>
                </a:lnTo>
                <a:close/>
                <a:moveTo>
                  <a:pt x="552450" y="352425"/>
                </a:moveTo>
                <a:lnTo>
                  <a:pt x="561975" y="352425"/>
                </a:lnTo>
                <a:lnTo>
                  <a:pt x="561975" y="361950"/>
                </a:lnTo>
                <a:lnTo>
                  <a:pt x="552450" y="361950"/>
                </a:lnTo>
                <a:close/>
                <a:moveTo>
                  <a:pt x="561975" y="361950"/>
                </a:moveTo>
                <a:lnTo>
                  <a:pt x="571500" y="361950"/>
                </a:lnTo>
                <a:lnTo>
                  <a:pt x="571500" y="371475"/>
                </a:lnTo>
                <a:lnTo>
                  <a:pt x="561975" y="371475"/>
                </a:lnTo>
                <a:close/>
                <a:moveTo>
                  <a:pt x="571500" y="371475"/>
                </a:moveTo>
                <a:lnTo>
                  <a:pt x="581025" y="371475"/>
                </a:lnTo>
                <a:lnTo>
                  <a:pt x="581025" y="381000"/>
                </a:lnTo>
                <a:lnTo>
                  <a:pt x="571500" y="381000"/>
                </a:lnTo>
                <a:close/>
                <a:moveTo>
                  <a:pt x="581025" y="381000"/>
                </a:moveTo>
                <a:lnTo>
                  <a:pt x="590550" y="381000"/>
                </a:lnTo>
                <a:lnTo>
                  <a:pt x="590550" y="390525"/>
                </a:lnTo>
                <a:lnTo>
                  <a:pt x="581025" y="390525"/>
                </a:lnTo>
                <a:close/>
                <a:moveTo>
                  <a:pt x="590550" y="390525"/>
                </a:moveTo>
                <a:lnTo>
                  <a:pt x="600075" y="390525"/>
                </a:lnTo>
                <a:lnTo>
                  <a:pt x="600075" y="400050"/>
                </a:lnTo>
                <a:lnTo>
                  <a:pt x="590550" y="400050"/>
                </a:lnTo>
                <a:close/>
                <a:moveTo>
                  <a:pt x="600075" y="400050"/>
                </a:moveTo>
                <a:lnTo>
                  <a:pt x="609600" y="400050"/>
                </a:lnTo>
                <a:lnTo>
                  <a:pt x="609600" y="409575"/>
                </a:lnTo>
                <a:lnTo>
                  <a:pt x="600075" y="409575"/>
                </a:lnTo>
                <a:close/>
                <a:moveTo>
                  <a:pt x="609600" y="409575"/>
                </a:moveTo>
                <a:lnTo>
                  <a:pt x="619125" y="409575"/>
                </a:lnTo>
                <a:lnTo>
                  <a:pt x="619125" y="419100"/>
                </a:lnTo>
                <a:lnTo>
                  <a:pt x="609600" y="419100"/>
                </a:lnTo>
                <a:close/>
                <a:moveTo>
                  <a:pt x="9525" y="419100"/>
                </a:moveTo>
                <a:lnTo>
                  <a:pt x="19050" y="419100"/>
                </a:lnTo>
                <a:lnTo>
                  <a:pt x="19050" y="523875"/>
                </a:lnTo>
                <a:lnTo>
                  <a:pt x="9525" y="523875"/>
                </a:lnTo>
                <a:close/>
                <a:moveTo>
                  <a:pt x="638175" y="466725"/>
                </a:moveTo>
                <a:lnTo>
                  <a:pt x="647700" y="466725"/>
                </a:lnTo>
                <a:lnTo>
                  <a:pt x="647700" y="476250"/>
                </a:lnTo>
                <a:lnTo>
                  <a:pt x="638175" y="476250"/>
                </a:lnTo>
                <a:close/>
                <a:moveTo>
                  <a:pt x="647700" y="485775"/>
                </a:moveTo>
                <a:lnTo>
                  <a:pt x="657225" y="485775"/>
                </a:lnTo>
                <a:lnTo>
                  <a:pt x="657225" y="523875"/>
                </a:lnTo>
                <a:lnTo>
                  <a:pt x="647700" y="523875"/>
                </a:lnTo>
                <a:close/>
                <a:moveTo>
                  <a:pt x="19050" y="533400"/>
                </a:moveTo>
                <a:lnTo>
                  <a:pt x="28575" y="533400"/>
                </a:lnTo>
                <a:lnTo>
                  <a:pt x="28575" y="561975"/>
                </a:lnTo>
                <a:lnTo>
                  <a:pt x="19050" y="561975"/>
                </a:lnTo>
                <a:close/>
                <a:moveTo>
                  <a:pt x="647700" y="542925"/>
                </a:moveTo>
                <a:lnTo>
                  <a:pt x="657225" y="542925"/>
                </a:lnTo>
                <a:lnTo>
                  <a:pt x="657225" y="561975"/>
                </a:lnTo>
                <a:lnTo>
                  <a:pt x="647700" y="561975"/>
                </a:lnTo>
                <a:close/>
                <a:moveTo>
                  <a:pt x="28575" y="561975"/>
                </a:moveTo>
                <a:lnTo>
                  <a:pt x="38100" y="561975"/>
                </a:lnTo>
                <a:lnTo>
                  <a:pt x="38100" y="571500"/>
                </a:lnTo>
                <a:lnTo>
                  <a:pt x="28575" y="571500"/>
                </a:lnTo>
                <a:close/>
                <a:moveTo>
                  <a:pt x="638175" y="561975"/>
                </a:moveTo>
                <a:lnTo>
                  <a:pt x="647700" y="561975"/>
                </a:lnTo>
                <a:lnTo>
                  <a:pt x="647700" y="571500"/>
                </a:lnTo>
                <a:lnTo>
                  <a:pt x="638175" y="571500"/>
                </a:lnTo>
                <a:close/>
                <a:moveTo>
                  <a:pt x="38100" y="571500"/>
                </a:moveTo>
                <a:lnTo>
                  <a:pt x="47625" y="571500"/>
                </a:lnTo>
                <a:lnTo>
                  <a:pt x="47625" y="581025"/>
                </a:lnTo>
                <a:lnTo>
                  <a:pt x="38100" y="581025"/>
                </a:lnTo>
                <a:close/>
                <a:moveTo>
                  <a:pt x="47625" y="581025"/>
                </a:moveTo>
                <a:lnTo>
                  <a:pt x="57150" y="581025"/>
                </a:lnTo>
                <a:lnTo>
                  <a:pt x="57150" y="590550"/>
                </a:lnTo>
                <a:lnTo>
                  <a:pt x="47625" y="590550"/>
                </a:lnTo>
                <a:close/>
                <a:moveTo>
                  <a:pt x="628650" y="581025"/>
                </a:moveTo>
                <a:lnTo>
                  <a:pt x="638175" y="581025"/>
                </a:lnTo>
                <a:lnTo>
                  <a:pt x="638175" y="590550"/>
                </a:lnTo>
                <a:lnTo>
                  <a:pt x="628650" y="590550"/>
                </a:lnTo>
                <a:close/>
                <a:moveTo>
                  <a:pt x="66675" y="590550"/>
                </a:moveTo>
                <a:lnTo>
                  <a:pt x="76200" y="590550"/>
                </a:lnTo>
                <a:lnTo>
                  <a:pt x="76200" y="600075"/>
                </a:lnTo>
                <a:lnTo>
                  <a:pt x="66675" y="600075"/>
                </a:lnTo>
                <a:close/>
                <a:moveTo>
                  <a:pt x="85725" y="590550"/>
                </a:moveTo>
                <a:lnTo>
                  <a:pt x="104775" y="590550"/>
                </a:lnTo>
                <a:lnTo>
                  <a:pt x="104775" y="600075"/>
                </a:lnTo>
                <a:lnTo>
                  <a:pt x="85725" y="600075"/>
                </a:lnTo>
                <a:close/>
                <a:moveTo>
                  <a:pt x="209550" y="590550"/>
                </a:moveTo>
                <a:lnTo>
                  <a:pt x="228600" y="590550"/>
                </a:lnTo>
                <a:lnTo>
                  <a:pt x="228600" y="600075"/>
                </a:lnTo>
                <a:lnTo>
                  <a:pt x="209550" y="600075"/>
                </a:lnTo>
                <a:close/>
                <a:moveTo>
                  <a:pt x="247650" y="590550"/>
                </a:moveTo>
                <a:lnTo>
                  <a:pt x="333375" y="590550"/>
                </a:lnTo>
                <a:lnTo>
                  <a:pt x="333375" y="600075"/>
                </a:lnTo>
                <a:lnTo>
                  <a:pt x="247650" y="600075"/>
                </a:lnTo>
                <a:close/>
                <a:moveTo>
                  <a:pt x="123825" y="600075"/>
                </a:moveTo>
                <a:lnTo>
                  <a:pt x="190500" y="600075"/>
                </a:lnTo>
                <a:lnTo>
                  <a:pt x="190500" y="609600"/>
                </a:lnTo>
                <a:lnTo>
                  <a:pt x="123825" y="609600"/>
                </a:lnTo>
                <a:close/>
                <a:moveTo>
                  <a:pt x="342900" y="600075"/>
                </a:moveTo>
                <a:lnTo>
                  <a:pt x="352425" y="600075"/>
                </a:lnTo>
                <a:lnTo>
                  <a:pt x="352425" y="609600"/>
                </a:lnTo>
                <a:lnTo>
                  <a:pt x="342900" y="609600"/>
                </a:lnTo>
                <a:close/>
                <a:moveTo>
                  <a:pt x="619125" y="600075"/>
                </a:moveTo>
                <a:lnTo>
                  <a:pt x="628650" y="600075"/>
                </a:lnTo>
                <a:lnTo>
                  <a:pt x="628650" y="609600"/>
                </a:lnTo>
                <a:lnTo>
                  <a:pt x="619125" y="609600"/>
                </a:lnTo>
                <a:close/>
                <a:moveTo>
                  <a:pt x="609600" y="609600"/>
                </a:moveTo>
                <a:lnTo>
                  <a:pt x="619125" y="609600"/>
                </a:lnTo>
                <a:lnTo>
                  <a:pt x="619125" y="619125"/>
                </a:lnTo>
                <a:lnTo>
                  <a:pt x="609600" y="619125"/>
                </a:lnTo>
                <a:close/>
                <a:moveTo>
                  <a:pt x="361950" y="619125"/>
                </a:moveTo>
                <a:lnTo>
                  <a:pt x="371475" y="619125"/>
                </a:lnTo>
                <a:lnTo>
                  <a:pt x="371475" y="628650"/>
                </a:lnTo>
                <a:lnTo>
                  <a:pt x="361950" y="628650"/>
                </a:lnTo>
                <a:close/>
                <a:moveTo>
                  <a:pt x="600075" y="619125"/>
                </a:moveTo>
                <a:lnTo>
                  <a:pt x="609600" y="619125"/>
                </a:lnTo>
                <a:lnTo>
                  <a:pt x="609600" y="628650"/>
                </a:lnTo>
                <a:lnTo>
                  <a:pt x="600075" y="628650"/>
                </a:lnTo>
                <a:close/>
                <a:moveTo>
                  <a:pt x="371475" y="628650"/>
                </a:moveTo>
                <a:lnTo>
                  <a:pt x="381000" y="628650"/>
                </a:lnTo>
                <a:lnTo>
                  <a:pt x="381000" y="638175"/>
                </a:lnTo>
                <a:lnTo>
                  <a:pt x="371475" y="638175"/>
                </a:lnTo>
                <a:close/>
                <a:moveTo>
                  <a:pt x="590550" y="628650"/>
                </a:moveTo>
                <a:lnTo>
                  <a:pt x="600075" y="628650"/>
                </a:lnTo>
                <a:lnTo>
                  <a:pt x="600075" y="638175"/>
                </a:lnTo>
                <a:lnTo>
                  <a:pt x="590550" y="638175"/>
                </a:lnTo>
                <a:close/>
                <a:moveTo>
                  <a:pt x="581025" y="638175"/>
                </a:moveTo>
                <a:lnTo>
                  <a:pt x="590550" y="638175"/>
                </a:lnTo>
                <a:lnTo>
                  <a:pt x="590550" y="647700"/>
                </a:lnTo>
                <a:lnTo>
                  <a:pt x="581025" y="647700"/>
                </a:lnTo>
                <a:close/>
                <a:moveTo>
                  <a:pt x="390525" y="647700"/>
                </a:moveTo>
                <a:lnTo>
                  <a:pt x="400050" y="647700"/>
                </a:lnTo>
                <a:lnTo>
                  <a:pt x="400050" y="657225"/>
                </a:lnTo>
                <a:lnTo>
                  <a:pt x="390525" y="657225"/>
                </a:lnTo>
                <a:close/>
                <a:moveTo>
                  <a:pt x="571500" y="647700"/>
                </a:moveTo>
                <a:lnTo>
                  <a:pt x="581025" y="647700"/>
                </a:lnTo>
                <a:lnTo>
                  <a:pt x="581025" y="657225"/>
                </a:lnTo>
                <a:lnTo>
                  <a:pt x="571500" y="657225"/>
                </a:lnTo>
                <a:close/>
                <a:moveTo>
                  <a:pt x="419100" y="657225"/>
                </a:moveTo>
                <a:lnTo>
                  <a:pt x="428625" y="657225"/>
                </a:lnTo>
                <a:lnTo>
                  <a:pt x="428625" y="666750"/>
                </a:lnTo>
                <a:lnTo>
                  <a:pt x="419100" y="666750"/>
                </a:lnTo>
                <a:close/>
                <a:moveTo>
                  <a:pt x="542925" y="657225"/>
                </a:moveTo>
                <a:lnTo>
                  <a:pt x="552450" y="657225"/>
                </a:lnTo>
                <a:lnTo>
                  <a:pt x="552450" y="666750"/>
                </a:lnTo>
                <a:lnTo>
                  <a:pt x="542925" y="666750"/>
                </a:lnTo>
                <a:close/>
                <a:moveTo>
                  <a:pt x="438150" y="666750"/>
                </a:moveTo>
                <a:lnTo>
                  <a:pt x="495300" y="666750"/>
                </a:lnTo>
                <a:lnTo>
                  <a:pt x="495300" y="676275"/>
                </a:lnTo>
                <a:lnTo>
                  <a:pt x="438150" y="676275"/>
                </a:lnTo>
                <a:close/>
                <a:moveTo>
                  <a:pt x="523875" y="666750"/>
                </a:moveTo>
                <a:lnTo>
                  <a:pt x="533400" y="666750"/>
                </a:lnTo>
                <a:lnTo>
                  <a:pt x="533400" y="676275"/>
                </a:lnTo>
                <a:lnTo>
                  <a:pt x="523875" y="676275"/>
                </a:lnTo>
                <a:close/>
              </a:path>
            </a:pathLst>
          </a:custGeom>
          <a:solidFill xmlns:a="http://schemas.openxmlformats.org/drawingml/2006/main">
            <a:srgbClr val="F9FFFF"/>
          </a:solidFill>
          <a:ln xmlns:a="http://schemas.openxmlformats.org/drawingml/2006/main" w="0">
            <a:noFill/>
          </a:ln>
        </p:spPr>
      </p:sp>
      <p:sp>
        <p:nvSpPr>
          <p:cNvPr id="109" name="calendar vector #fefefe">
            <a:extLst xmlns:a="http://schemas.openxmlformats.org/drawingml/2006/main">
              <a:ext uri="{FF2B5EF4-FFF2-40B4-BE49-F238E27FC236}">
                <a16:creationId xmlns:a16="http://schemas.microsoft.com/office/drawing/2014/main" id="{5966DDF7-D4C8-4822-A489-297EDA65F25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57250" y="4848225"/>
            <a:ext cx="704850" cy="704850"/>
          </a:xfrm>
          <a:custGeom xmlns:a="http://schemas.openxmlformats.org/drawingml/2006/main">
            <a:pathLst>
              <a:path w="704850" h="704850">
                <a:moveTo>
                  <a:pt x="85725" y="0"/>
                </a:moveTo>
                <a:lnTo>
                  <a:pt x="95250" y="0"/>
                </a:lnTo>
                <a:lnTo>
                  <a:pt x="95250" y="28575"/>
                </a:lnTo>
                <a:lnTo>
                  <a:pt x="85725" y="28575"/>
                </a:lnTo>
                <a:lnTo>
                  <a:pt x="85725" y="19050"/>
                </a:lnTo>
                <a:lnTo>
                  <a:pt x="76200" y="19050"/>
                </a:lnTo>
                <a:lnTo>
                  <a:pt x="76200" y="9525"/>
                </a:lnTo>
                <a:lnTo>
                  <a:pt x="85725" y="9525"/>
                </a:lnTo>
                <a:close/>
                <a:moveTo>
                  <a:pt x="447675" y="9525"/>
                </a:moveTo>
                <a:lnTo>
                  <a:pt x="457200" y="9525"/>
                </a:lnTo>
                <a:lnTo>
                  <a:pt x="457200" y="47625"/>
                </a:lnTo>
                <a:lnTo>
                  <a:pt x="447675" y="47625"/>
                </a:lnTo>
                <a:lnTo>
                  <a:pt x="447675" y="57150"/>
                </a:lnTo>
                <a:lnTo>
                  <a:pt x="438150" y="57150"/>
                </a:lnTo>
                <a:lnTo>
                  <a:pt x="438150" y="66675"/>
                </a:lnTo>
                <a:lnTo>
                  <a:pt x="447675" y="66675"/>
                </a:lnTo>
                <a:lnTo>
                  <a:pt x="447675" y="85725"/>
                </a:lnTo>
                <a:lnTo>
                  <a:pt x="457200" y="85725"/>
                </a:lnTo>
                <a:lnTo>
                  <a:pt x="457200" y="95250"/>
                </a:lnTo>
                <a:lnTo>
                  <a:pt x="438150" y="95250"/>
                </a:lnTo>
                <a:lnTo>
                  <a:pt x="438150" y="76200"/>
                </a:lnTo>
                <a:lnTo>
                  <a:pt x="428625" y="76200"/>
                </a:lnTo>
                <a:lnTo>
                  <a:pt x="428625" y="28575"/>
                </a:lnTo>
                <a:lnTo>
                  <a:pt x="438150" y="28575"/>
                </a:lnTo>
                <a:lnTo>
                  <a:pt x="438150" y="19050"/>
                </a:lnTo>
                <a:lnTo>
                  <a:pt x="447675" y="19050"/>
                </a:lnTo>
                <a:close/>
                <a:moveTo>
                  <a:pt x="133350" y="28575"/>
                </a:moveTo>
                <a:lnTo>
                  <a:pt x="152400" y="28575"/>
                </a:lnTo>
                <a:lnTo>
                  <a:pt x="152400" y="38100"/>
                </a:lnTo>
                <a:lnTo>
                  <a:pt x="133350" y="38100"/>
                </a:lnTo>
                <a:close/>
                <a:moveTo>
                  <a:pt x="381000" y="28575"/>
                </a:moveTo>
                <a:lnTo>
                  <a:pt x="390525" y="28575"/>
                </a:lnTo>
                <a:lnTo>
                  <a:pt x="390525" y="38100"/>
                </a:lnTo>
                <a:lnTo>
                  <a:pt x="400050" y="38100"/>
                </a:lnTo>
                <a:lnTo>
                  <a:pt x="400050" y="47625"/>
                </a:lnTo>
                <a:lnTo>
                  <a:pt x="371475" y="47625"/>
                </a:lnTo>
                <a:lnTo>
                  <a:pt x="371475" y="38100"/>
                </a:lnTo>
                <a:lnTo>
                  <a:pt x="381000" y="38100"/>
                </a:lnTo>
                <a:close/>
                <a:moveTo>
                  <a:pt x="190500" y="47625"/>
                </a:moveTo>
                <a:lnTo>
                  <a:pt x="200025" y="47625"/>
                </a:lnTo>
                <a:lnTo>
                  <a:pt x="200025" y="66675"/>
                </a:lnTo>
                <a:lnTo>
                  <a:pt x="190500" y="66675"/>
                </a:lnTo>
                <a:close/>
                <a:moveTo>
                  <a:pt x="361950" y="47625"/>
                </a:moveTo>
                <a:lnTo>
                  <a:pt x="371475" y="47625"/>
                </a:lnTo>
                <a:lnTo>
                  <a:pt x="371475" y="57150"/>
                </a:lnTo>
                <a:lnTo>
                  <a:pt x="361950" y="57150"/>
                </a:lnTo>
                <a:close/>
                <a:moveTo>
                  <a:pt x="200025" y="66675"/>
                </a:moveTo>
                <a:lnTo>
                  <a:pt x="209550" y="66675"/>
                </a:lnTo>
                <a:lnTo>
                  <a:pt x="209550" y="76200"/>
                </a:lnTo>
                <a:lnTo>
                  <a:pt x="200025" y="76200"/>
                </a:lnTo>
                <a:close/>
                <a:moveTo>
                  <a:pt x="352425" y="66675"/>
                </a:moveTo>
                <a:lnTo>
                  <a:pt x="361950" y="66675"/>
                </a:lnTo>
                <a:lnTo>
                  <a:pt x="361950" y="76200"/>
                </a:lnTo>
                <a:lnTo>
                  <a:pt x="371475" y="76200"/>
                </a:lnTo>
                <a:lnTo>
                  <a:pt x="371475" y="85725"/>
                </a:lnTo>
                <a:lnTo>
                  <a:pt x="361950" y="85725"/>
                </a:lnTo>
                <a:lnTo>
                  <a:pt x="361950" y="95250"/>
                </a:lnTo>
                <a:lnTo>
                  <a:pt x="352425" y="95250"/>
                </a:lnTo>
                <a:lnTo>
                  <a:pt x="352425" y="85725"/>
                </a:lnTo>
                <a:lnTo>
                  <a:pt x="323850" y="85725"/>
                </a:lnTo>
                <a:lnTo>
                  <a:pt x="323850" y="76200"/>
                </a:lnTo>
                <a:lnTo>
                  <a:pt x="352425" y="76200"/>
                </a:lnTo>
                <a:close/>
                <a:moveTo>
                  <a:pt x="114300" y="76200"/>
                </a:moveTo>
                <a:lnTo>
                  <a:pt x="123825" y="76200"/>
                </a:lnTo>
                <a:lnTo>
                  <a:pt x="123825" y="85725"/>
                </a:lnTo>
                <a:lnTo>
                  <a:pt x="114300" y="85725"/>
                </a:lnTo>
                <a:close/>
                <a:moveTo>
                  <a:pt x="638175" y="104775"/>
                </a:moveTo>
                <a:lnTo>
                  <a:pt x="657225" y="104775"/>
                </a:lnTo>
                <a:lnTo>
                  <a:pt x="657225" y="114300"/>
                </a:lnTo>
                <a:lnTo>
                  <a:pt x="676275" y="114300"/>
                </a:lnTo>
                <a:lnTo>
                  <a:pt x="676275" y="123825"/>
                </a:lnTo>
                <a:lnTo>
                  <a:pt x="695325" y="123825"/>
                </a:lnTo>
                <a:lnTo>
                  <a:pt x="695325" y="114300"/>
                </a:lnTo>
                <a:lnTo>
                  <a:pt x="704850" y="114300"/>
                </a:lnTo>
                <a:lnTo>
                  <a:pt x="704850" y="142875"/>
                </a:lnTo>
                <a:lnTo>
                  <a:pt x="695325" y="142875"/>
                </a:lnTo>
                <a:lnTo>
                  <a:pt x="695325" y="152400"/>
                </a:lnTo>
                <a:lnTo>
                  <a:pt x="685800" y="152400"/>
                </a:lnTo>
                <a:lnTo>
                  <a:pt x="685800" y="161925"/>
                </a:lnTo>
                <a:lnTo>
                  <a:pt x="666750" y="161925"/>
                </a:lnTo>
                <a:lnTo>
                  <a:pt x="666750" y="133350"/>
                </a:lnTo>
                <a:lnTo>
                  <a:pt x="657225" y="133350"/>
                </a:lnTo>
                <a:lnTo>
                  <a:pt x="657225" y="123825"/>
                </a:lnTo>
                <a:lnTo>
                  <a:pt x="638175" y="123825"/>
                </a:lnTo>
                <a:close/>
                <a:moveTo>
                  <a:pt x="561975" y="133350"/>
                </a:moveTo>
                <a:lnTo>
                  <a:pt x="581025" y="133350"/>
                </a:lnTo>
                <a:lnTo>
                  <a:pt x="581025" y="142875"/>
                </a:lnTo>
                <a:lnTo>
                  <a:pt x="561975" y="142875"/>
                </a:lnTo>
                <a:close/>
                <a:moveTo>
                  <a:pt x="590550" y="142875"/>
                </a:moveTo>
                <a:lnTo>
                  <a:pt x="628650" y="142875"/>
                </a:lnTo>
                <a:lnTo>
                  <a:pt x="628650" y="152400"/>
                </a:lnTo>
                <a:lnTo>
                  <a:pt x="638175" y="152400"/>
                </a:lnTo>
                <a:lnTo>
                  <a:pt x="638175" y="161925"/>
                </a:lnTo>
                <a:lnTo>
                  <a:pt x="628650" y="161925"/>
                </a:lnTo>
                <a:lnTo>
                  <a:pt x="628650" y="171450"/>
                </a:lnTo>
                <a:lnTo>
                  <a:pt x="600075" y="171450"/>
                </a:lnTo>
                <a:lnTo>
                  <a:pt x="600075" y="152400"/>
                </a:lnTo>
                <a:lnTo>
                  <a:pt x="590550" y="152400"/>
                </a:lnTo>
                <a:close/>
                <a:moveTo>
                  <a:pt x="561975" y="219075"/>
                </a:moveTo>
                <a:lnTo>
                  <a:pt x="571500" y="219075"/>
                </a:lnTo>
                <a:lnTo>
                  <a:pt x="571500" y="228600"/>
                </a:lnTo>
                <a:lnTo>
                  <a:pt x="561975" y="228600"/>
                </a:lnTo>
                <a:close/>
                <a:moveTo>
                  <a:pt x="552450" y="295275"/>
                </a:moveTo>
                <a:lnTo>
                  <a:pt x="561975" y="295275"/>
                </a:lnTo>
                <a:lnTo>
                  <a:pt x="561975" y="314325"/>
                </a:lnTo>
                <a:lnTo>
                  <a:pt x="552450" y="314325"/>
                </a:lnTo>
                <a:close/>
                <a:moveTo>
                  <a:pt x="0" y="390525"/>
                </a:moveTo>
                <a:lnTo>
                  <a:pt x="9525" y="390525"/>
                </a:lnTo>
                <a:lnTo>
                  <a:pt x="9525" y="409575"/>
                </a:lnTo>
                <a:lnTo>
                  <a:pt x="0" y="409575"/>
                </a:lnTo>
                <a:close/>
                <a:moveTo>
                  <a:pt x="647700" y="409575"/>
                </a:moveTo>
                <a:lnTo>
                  <a:pt x="657225" y="409575"/>
                </a:lnTo>
                <a:lnTo>
                  <a:pt x="657225" y="428625"/>
                </a:lnTo>
                <a:lnTo>
                  <a:pt x="647700" y="428625"/>
                </a:lnTo>
                <a:close/>
                <a:moveTo>
                  <a:pt x="657225" y="495300"/>
                </a:moveTo>
                <a:lnTo>
                  <a:pt x="666750" y="495300"/>
                </a:lnTo>
                <a:lnTo>
                  <a:pt x="666750" y="504825"/>
                </a:lnTo>
                <a:lnTo>
                  <a:pt x="657225" y="504825"/>
                </a:lnTo>
                <a:close/>
                <a:moveTo>
                  <a:pt x="666750" y="523875"/>
                </a:moveTo>
                <a:lnTo>
                  <a:pt x="704850" y="523875"/>
                </a:lnTo>
                <a:lnTo>
                  <a:pt x="704850" y="552450"/>
                </a:lnTo>
                <a:lnTo>
                  <a:pt x="695325" y="552450"/>
                </a:lnTo>
                <a:lnTo>
                  <a:pt x="695325" y="561975"/>
                </a:lnTo>
                <a:lnTo>
                  <a:pt x="657225" y="561975"/>
                </a:lnTo>
                <a:lnTo>
                  <a:pt x="657225" y="552450"/>
                </a:lnTo>
                <a:lnTo>
                  <a:pt x="666750" y="552450"/>
                </a:lnTo>
                <a:close/>
                <a:moveTo>
                  <a:pt x="0" y="552450"/>
                </a:moveTo>
                <a:lnTo>
                  <a:pt x="9525" y="552450"/>
                </a:lnTo>
                <a:lnTo>
                  <a:pt x="9525" y="561975"/>
                </a:lnTo>
                <a:lnTo>
                  <a:pt x="0" y="561975"/>
                </a:lnTo>
                <a:close/>
                <a:moveTo>
                  <a:pt x="19050" y="571500"/>
                </a:moveTo>
                <a:lnTo>
                  <a:pt x="28575" y="571500"/>
                </a:lnTo>
                <a:lnTo>
                  <a:pt x="28575" y="581025"/>
                </a:lnTo>
                <a:lnTo>
                  <a:pt x="19050" y="581025"/>
                </a:lnTo>
                <a:close/>
                <a:moveTo>
                  <a:pt x="161925" y="619125"/>
                </a:moveTo>
                <a:lnTo>
                  <a:pt x="219075" y="619125"/>
                </a:lnTo>
                <a:lnTo>
                  <a:pt x="219075" y="638175"/>
                </a:lnTo>
                <a:lnTo>
                  <a:pt x="228600" y="638175"/>
                </a:lnTo>
                <a:lnTo>
                  <a:pt x="228600" y="647700"/>
                </a:lnTo>
                <a:lnTo>
                  <a:pt x="209550" y="647700"/>
                </a:lnTo>
                <a:lnTo>
                  <a:pt x="209550" y="638175"/>
                </a:lnTo>
                <a:lnTo>
                  <a:pt x="190500" y="638175"/>
                </a:lnTo>
                <a:lnTo>
                  <a:pt x="190500" y="628650"/>
                </a:lnTo>
                <a:lnTo>
                  <a:pt x="180975" y="628650"/>
                </a:lnTo>
                <a:lnTo>
                  <a:pt x="180975" y="638175"/>
                </a:lnTo>
                <a:lnTo>
                  <a:pt x="190500" y="638175"/>
                </a:lnTo>
                <a:lnTo>
                  <a:pt x="190500" y="657225"/>
                </a:lnTo>
                <a:lnTo>
                  <a:pt x="161925" y="657225"/>
                </a:lnTo>
                <a:close/>
                <a:moveTo>
                  <a:pt x="304800" y="619125"/>
                </a:moveTo>
                <a:lnTo>
                  <a:pt x="323850" y="619125"/>
                </a:lnTo>
                <a:lnTo>
                  <a:pt x="323850" y="628650"/>
                </a:lnTo>
                <a:lnTo>
                  <a:pt x="304800" y="628650"/>
                </a:lnTo>
                <a:close/>
                <a:moveTo>
                  <a:pt x="333375" y="619125"/>
                </a:moveTo>
                <a:lnTo>
                  <a:pt x="352425" y="619125"/>
                </a:lnTo>
                <a:lnTo>
                  <a:pt x="352425" y="628650"/>
                </a:lnTo>
                <a:lnTo>
                  <a:pt x="333375" y="628650"/>
                </a:lnTo>
                <a:close/>
                <a:moveTo>
                  <a:pt x="257175" y="647700"/>
                </a:moveTo>
                <a:lnTo>
                  <a:pt x="285750" y="647700"/>
                </a:lnTo>
                <a:lnTo>
                  <a:pt x="285750" y="657225"/>
                </a:lnTo>
                <a:lnTo>
                  <a:pt x="266700" y="657225"/>
                </a:lnTo>
                <a:lnTo>
                  <a:pt x="266700" y="666750"/>
                </a:lnTo>
                <a:lnTo>
                  <a:pt x="247650" y="666750"/>
                </a:lnTo>
                <a:lnTo>
                  <a:pt x="247650" y="676275"/>
                </a:lnTo>
                <a:lnTo>
                  <a:pt x="257175" y="676275"/>
                </a:lnTo>
                <a:lnTo>
                  <a:pt x="257175" y="685800"/>
                </a:lnTo>
                <a:lnTo>
                  <a:pt x="266700" y="685800"/>
                </a:lnTo>
                <a:lnTo>
                  <a:pt x="266700" y="695325"/>
                </a:lnTo>
                <a:lnTo>
                  <a:pt x="285750" y="695325"/>
                </a:lnTo>
                <a:lnTo>
                  <a:pt x="285750" y="704850"/>
                </a:lnTo>
                <a:lnTo>
                  <a:pt x="171450" y="704850"/>
                </a:lnTo>
                <a:lnTo>
                  <a:pt x="171450" y="685800"/>
                </a:lnTo>
                <a:lnTo>
                  <a:pt x="161925" y="685800"/>
                </a:lnTo>
                <a:lnTo>
                  <a:pt x="161925" y="676275"/>
                </a:lnTo>
                <a:lnTo>
                  <a:pt x="238125" y="676275"/>
                </a:lnTo>
                <a:lnTo>
                  <a:pt x="238125" y="666750"/>
                </a:lnTo>
                <a:lnTo>
                  <a:pt x="228600" y="666750"/>
                </a:lnTo>
                <a:lnTo>
                  <a:pt x="228600" y="657225"/>
                </a:lnTo>
                <a:lnTo>
                  <a:pt x="257175" y="657225"/>
                </a:lnTo>
                <a:close/>
                <a:moveTo>
                  <a:pt x="390525" y="657225"/>
                </a:moveTo>
                <a:lnTo>
                  <a:pt x="400050" y="657225"/>
                </a:lnTo>
                <a:lnTo>
                  <a:pt x="400050" y="676275"/>
                </a:lnTo>
                <a:lnTo>
                  <a:pt x="381000" y="676275"/>
                </a:lnTo>
                <a:lnTo>
                  <a:pt x="381000" y="666750"/>
                </a:lnTo>
                <a:lnTo>
                  <a:pt x="390525" y="666750"/>
                </a:lnTo>
                <a:close/>
                <a:moveTo>
                  <a:pt x="647700" y="657225"/>
                </a:moveTo>
                <a:lnTo>
                  <a:pt x="657225" y="657225"/>
                </a:lnTo>
                <a:lnTo>
                  <a:pt x="657225" y="666750"/>
                </a:lnTo>
                <a:lnTo>
                  <a:pt x="666750" y="666750"/>
                </a:lnTo>
                <a:lnTo>
                  <a:pt x="666750" y="676275"/>
                </a:lnTo>
                <a:lnTo>
                  <a:pt x="647700" y="676275"/>
                </a:lnTo>
                <a:close/>
                <a:moveTo>
                  <a:pt x="304800" y="676275"/>
                </a:moveTo>
                <a:lnTo>
                  <a:pt x="323850" y="676275"/>
                </a:lnTo>
                <a:lnTo>
                  <a:pt x="323850" y="704850"/>
                </a:lnTo>
                <a:lnTo>
                  <a:pt x="304800" y="704850"/>
                </a:lnTo>
                <a:close/>
                <a:moveTo>
                  <a:pt x="352425" y="676275"/>
                </a:moveTo>
                <a:lnTo>
                  <a:pt x="381000" y="676275"/>
                </a:lnTo>
                <a:lnTo>
                  <a:pt x="381000" y="685800"/>
                </a:lnTo>
                <a:lnTo>
                  <a:pt x="352425" y="685800"/>
                </a:lnTo>
                <a:close/>
                <a:moveTo>
                  <a:pt x="495300" y="676275"/>
                </a:moveTo>
                <a:lnTo>
                  <a:pt x="514350" y="676275"/>
                </a:lnTo>
                <a:lnTo>
                  <a:pt x="514350" y="685800"/>
                </a:lnTo>
                <a:lnTo>
                  <a:pt x="504825" y="685800"/>
                </a:lnTo>
                <a:lnTo>
                  <a:pt x="504825" y="704850"/>
                </a:lnTo>
                <a:lnTo>
                  <a:pt x="485775" y="704850"/>
                </a:lnTo>
                <a:lnTo>
                  <a:pt x="485775" y="685800"/>
                </a:lnTo>
                <a:lnTo>
                  <a:pt x="495300" y="685800"/>
                </a:lnTo>
                <a:close/>
                <a:moveTo>
                  <a:pt x="514350" y="685800"/>
                </a:moveTo>
                <a:lnTo>
                  <a:pt x="523875" y="685800"/>
                </a:lnTo>
                <a:lnTo>
                  <a:pt x="523875" y="704850"/>
                </a:lnTo>
                <a:lnTo>
                  <a:pt x="514350" y="704850"/>
                </a:lnTo>
                <a:close/>
                <a:moveTo>
                  <a:pt x="123825" y="695325"/>
                </a:moveTo>
                <a:lnTo>
                  <a:pt x="133350" y="695325"/>
                </a:lnTo>
                <a:lnTo>
                  <a:pt x="133350" y="704850"/>
                </a:lnTo>
                <a:lnTo>
                  <a:pt x="123825" y="704850"/>
                </a:lnTo>
                <a:close/>
                <a:moveTo>
                  <a:pt x="333375" y="695325"/>
                </a:moveTo>
                <a:lnTo>
                  <a:pt x="342900" y="695325"/>
                </a:lnTo>
                <a:lnTo>
                  <a:pt x="342900" y="704850"/>
                </a:lnTo>
                <a:lnTo>
                  <a:pt x="333375" y="704850"/>
                </a:lnTo>
                <a:close/>
                <a:moveTo>
                  <a:pt x="381000" y="695325"/>
                </a:moveTo>
                <a:lnTo>
                  <a:pt x="428625" y="695325"/>
                </a:lnTo>
                <a:lnTo>
                  <a:pt x="428625" y="704850"/>
                </a:lnTo>
                <a:lnTo>
                  <a:pt x="381000" y="704850"/>
                </a:lnTo>
                <a:close/>
                <a:moveTo>
                  <a:pt x="447675" y="695325"/>
                </a:moveTo>
                <a:lnTo>
                  <a:pt x="457200" y="695325"/>
                </a:lnTo>
                <a:lnTo>
                  <a:pt x="457200" y="704850"/>
                </a:lnTo>
                <a:lnTo>
                  <a:pt x="447675" y="704850"/>
                </a:lnTo>
                <a:close/>
              </a:path>
            </a:pathLst>
          </a:custGeom>
          <a:solidFill xmlns:a="http://schemas.openxmlformats.org/drawingml/2006/main">
            <a:srgbClr val="FEFEFE"/>
          </a:solidFill>
          <a:ln xmlns:a="http://schemas.openxmlformats.org/drawingml/2006/main" w="0">
            <a:noFill/>
          </a:ln>
        </p:spPr>
      </p:sp>
      <p:sp>
        <p:nvSpPr>
          <p:cNvPr id="110" name="calendar vector #fefefc">
            <a:extLst xmlns:a="http://schemas.openxmlformats.org/drawingml/2006/main">
              <a:ext uri="{FF2B5EF4-FFF2-40B4-BE49-F238E27FC236}">
                <a16:creationId xmlns:a16="http://schemas.microsoft.com/office/drawing/2014/main" id="{9AD617FF-DB78-436E-B663-3B86D761EAB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57250" y="4848225"/>
            <a:ext cx="704850" cy="704850"/>
          </a:xfrm>
          <a:custGeom xmlns:a="http://schemas.openxmlformats.org/drawingml/2006/main">
            <a:pathLst>
              <a:path w="704850" h="704850">
                <a:moveTo>
                  <a:pt x="390525" y="9525"/>
                </a:moveTo>
                <a:lnTo>
                  <a:pt x="400050" y="9525"/>
                </a:lnTo>
                <a:lnTo>
                  <a:pt x="400050" y="28575"/>
                </a:lnTo>
                <a:lnTo>
                  <a:pt x="390525" y="28575"/>
                </a:lnTo>
                <a:close/>
                <a:moveTo>
                  <a:pt x="123825" y="19050"/>
                </a:moveTo>
                <a:lnTo>
                  <a:pt x="161925" y="19050"/>
                </a:lnTo>
                <a:lnTo>
                  <a:pt x="161925" y="28575"/>
                </a:lnTo>
                <a:lnTo>
                  <a:pt x="133350" y="28575"/>
                </a:lnTo>
                <a:lnTo>
                  <a:pt x="133350" y="38100"/>
                </a:lnTo>
                <a:lnTo>
                  <a:pt x="123825" y="38100"/>
                </a:lnTo>
                <a:close/>
                <a:moveTo>
                  <a:pt x="571500" y="95250"/>
                </a:moveTo>
                <a:lnTo>
                  <a:pt x="581025" y="95250"/>
                </a:lnTo>
                <a:lnTo>
                  <a:pt x="581025" y="114300"/>
                </a:lnTo>
                <a:lnTo>
                  <a:pt x="561975" y="114300"/>
                </a:lnTo>
                <a:lnTo>
                  <a:pt x="561975" y="104775"/>
                </a:lnTo>
                <a:lnTo>
                  <a:pt x="571500" y="104775"/>
                </a:lnTo>
                <a:close/>
                <a:moveTo>
                  <a:pt x="9525" y="104775"/>
                </a:moveTo>
                <a:lnTo>
                  <a:pt x="19050" y="104775"/>
                </a:lnTo>
                <a:lnTo>
                  <a:pt x="19050" y="114300"/>
                </a:lnTo>
                <a:lnTo>
                  <a:pt x="9525" y="114300"/>
                </a:lnTo>
                <a:close/>
                <a:moveTo>
                  <a:pt x="0" y="114300"/>
                </a:moveTo>
                <a:lnTo>
                  <a:pt x="9525" y="114300"/>
                </a:lnTo>
                <a:lnTo>
                  <a:pt x="9525" y="133350"/>
                </a:lnTo>
                <a:lnTo>
                  <a:pt x="0" y="133350"/>
                </a:lnTo>
                <a:close/>
                <a:moveTo>
                  <a:pt x="552450" y="123825"/>
                </a:moveTo>
                <a:lnTo>
                  <a:pt x="581025" y="123825"/>
                </a:lnTo>
                <a:lnTo>
                  <a:pt x="581025" y="133350"/>
                </a:lnTo>
                <a:lnTo>
                  <a:pt x="552450" y="133350"/>
                </a:lnTo>
                <a:close/>
                <a:moveTo>
                  <a:pt x="600075" y="123825"/>
                </a:moveTo>
                <a:lnTo>
                  <a:pt x="609600" y="123825"/>
                </a:lnTo>
                <a:lnTo>
                  <a:pt x="609600" y="133350"/>
                </a:lnTo>
                <a:lnTo>
                  <a:pt x="628650" y="133350"/>
                </a:lnTo>
                <a:lnTo>
                  <a:pt x="628650" y="142875"/>
                </a:lnTo>
                <a:lnTo>
                  <a:pt x="600075" y="142875"/>
                </a:lnTo>
                <a:close/>
                <a:moveTo>
                  <a:pt x="581025" y="133350"/>
                </a:moveTo>
                <a:lnTo>
                  <a:pt x="590550" y="133350"/>
                </a:lnTo>
                <a:lnTo>
                  <a:pt x="590550" y="142875"/>
                </a:lnTo>
                <a:lnTo>
                  <a:pt x="581025" y="142875"/>
                </a:lnTo>
                <a:close/>
                <a:moveTo>
                  <a:pt x="590550" y="152400"/>
                </a:moveTo>
                <a:lnTo>
                  <a:pt x="600075" y="152400"/>
                </a:lnTo>
                <a:lnTo>
                  <a:pt x="600075" y="171450"/>
                </a:lnTo>
                <a:lnTo>
                  <a:pt x="619125" y="171450"/>
                </a:lnTo>
                <a:lnTo>
                  <a:pt x="619125" y="180975"/>
                </a:lnTo>
                <a:lnTo>
                  <a:pt x="600075" y="180975"/>
                </a:lnTo>
                <a:lnTo>
                  <a:pt x="600075" y="190500"/>
                </a:lnTo>
                <a:lnTo>
                  <a:pt x="590550" y="190500"/>
                </a:lnTo>
                <a:lnTo>
                  <a:pt x="590550" y="228600"/>
                </a:lnTo>
                <a:lnTo>
                  <a:pt x="571500" y="228600"/>
                </a:lnTo>
                <a:lnTo>
                  <a:pt x="571500" y="171450"/>
                </a:lnTo>
                <a:lnTo>
                  <a:pt x="581025" y="171450"/>
                </a:lnTo>
                <a:lnTo>
                  <a:pt x="581025" y="161925"/>
                </a:lnTo>
                <a:lnTo>
                  <a:pt x="590550" y="161925"/>
                </a:lnTo>
                <a:close/>
                <a:moveTo>
                  <a:pt x="571500" y="333375"/>
                </a:moveTo>
                <a:lnTo>
                  <a:pt x="581025" y="333375"/>
                </a:lnTo>
                <a:lnTo>
                  <a:pt x="581025" y="342900"/>
                </a:lnTo>
                <a:lnTo>
                  <a:pt x="571500" y="342900"/>
                </a:lnTo>
                <a:close/>
                <a:moveTo>
                  <a:pt x="0" y="561975"/>
                </a:moveTo>
                <a:lnTo>
                  <a:pt x="9525" y="561975"/>
                </a:lnTo>
                <a:lnTo>
                  <a:pt x="9525" y="571500"/>
                </a:lnTo>
                <a:lnTo>
                  <a:pt x="19050" y="571500"/>
                </a:lnTo>
                <a:lnTo>
                  <a:pt x="19050" y="581025"/>
                </a:lnTo>
                <a:lnTo>
                  <a:pt x="28575" y="581025"/>
                </a:lnTo>
                <a:lnTo>
                  <a:pt x="28575" y="590550"/>
                </a:lnTo>
                <a:lnTo>
                  <a:pt x="38100" y="590550"/>
                </a:lnTo>
                <a:lnTo>
                  <a:pt x="38100" y="600075"/>
                </a:lnTo>
                <a:lnTo>
                  <a:pt x="66675" y="600075"/>
                </a:lnTo>
                <a:lnTo>
                  <a:pt x="66675" y="609600"/>
                </a:lnTo>
                <a:lnTo>
                  <a:pt x="57150" y="609600"/>
                </a:lnTo>
                <a:lnTo>
                  <a:pt x="57150" y="628650"/>
                </a:lnTo>
                <a:lnTo>
                  <a:pt x="76200" y="628650"/>
                </a:lnTo>
                <a:lnTo>
                  <a:pt x="76200" y="657225"/>
                </a:lnTo>
                <a:lnTo>
                  <a:pt x="85725" y="657225"/>
                </a:lnTo>
                <a:lnTo>
                  <a:pt x="85725" y="666750"/>
                </a:lnTo>
                <a:lnTo>
                  <a:pt x="104775" y="666750"/>
                </a:lnTo>
                <a:lnTo>
                  <a:pt x="104775" y="676275"/>
                </a:lnTo>
                <a:lnTo>
                  <a:pt x="114300" y="676275"/>
                </a:lnTo>
                <a:lnTo>
                  <a:pt x="114300" y="685800"/>
                </a:lnTo>
                <a:lnTo>
                  <a:pt x="85725" y="685800"/>
                </a:lnTo>
                <a:lnTo>
                  <a:pt x="85725" y="676275"/>
                </a:lnTo>
                <a:lnTo>
                  <a:pt x="66675" y="676275"/>
                </a:lnTo>
                <a:lnTo>
                  <a:pt x="66675" y="666750"/>
                </a:lnTo>
                <a:lnTo>
                  <a:pt x="57150" y="666750"/>
                </a:lnTo>
                <a:lnTo>
                  <a:pt x="57150" y="647700"/>
                </a:lnTo>
                <a:lnTo>
                  <a:pt x="47625" y="647700"/>
                </a:lnTo>
                <a:lnTo>
                  <a:pt x="47625" y="638175"/>
                </a:lnTo>
                <a:lnTo>
                  <a:pt x="38100" y="638175"/>
                </a:lnTo>
                <a:lnTo>
                  <a:pt x="38100" y="628650"/>
                </a:lnTo>
                <a:lnTo>
                  <a:pt x="28575" y="628650"/>
                </a:lnTo>
                <a:lnTo>
                  <a:pt x="28575" y="600075"/>
                </a:lnTo>
                <a:lnTo>
                  <a:pt x="9525" y="600075"/>
                </a:lnTo>
                <a:lnTo>
                  <a:pt x="9525" y="609600"/>
                </a:lnTo>
                <a:lnTo>
                  <a:pt x="0" y="609600"/>
                </a:lnTo>
                <a:close/>
                <a:moveTo>
                  <a:pt x="180975" y="628650"/>
                </a:moveTo>
                <a:lnTo>
                  <a:pt x="190500" y="628650"/>
                </a:lnTo>
                <a:lnTo>
                  <a:pt x="190500" y="638175"/>
                </a:lnTo>
                <a:lnTo>
                  <a:pt x="180975" y="638175"/>
                </a:lnTo>
                <a:close/>
                <a:moveTo>
                  <a:pt x="219075" y="628650"/>
                </a:moveTo>
                <a:lnTo>
                  <a:pt x="228600" y="628650"/>
                </a:lnTo>
                <a:lnTo>
                  <a:pt x="228600" y="638175"/>
                </a:lnTo>
                <a:lnTo>
                  <a:pt x="219075" y="638175"/>
                </a:lnTo>
                <a:close/>
                <a:moveTo>
                  <a:pt x="342900" y="628650"/>
                </a:moveTo>
                <a:lnTo>
                  <a:pt x="352425" y="628650"/>
                </a:lnTo>
                <a:lnTo>
                  <a:pt x="352425" y="638175"/>
                </a:lnTo>
                <a:lnTo>
                  <a:pt x="361950" y="638175"/>
                </a:lnTo>
                <a:lnTo>
                  <a:pt x="361950" y="647700"/>
                </a:lnTo>
                <a:lnTo>
                  <a:pt x="371475" y="647700"/>
                </a:lnTo>
                <a:lnTo>
                  <a:pt x="371475" y="666750"/>
                </a:lnTo>
                <a:lnTo>
                  <a:pt x="381000" y="666750"/>
                </a:lnTo>
                <a:lnTo>
                  <a:pt x="381000" y="676275"/>
                </a:lnTo>
                <a:lnTo>
                  <a:pt x="352425" y="676275"/>
                </a:lnTo>
                <a:lnTo>
                  <a:pt x="352425" y="685800"/>
                </a:lnTo>
                <a:lnTo>
                  <a:pt x="342900" y="685800"/>
                </a:lnTo>
                <a:lnTo>
                  <a:pt x="342900" y="676275"/>
                </a:lnTo>
                <a:lnTo>
                  <a:pt x="304800" y="676275"/>
                </a:lnTo>
                <a:lnTo>
                  <a:pt x="304800" y="704850"/>
                </a:lnTo>
                <a:lnTo>
                  <a:pt x="285750" y="704850"/>
                </a:lnTo>
                <a:lnTo>
                  <a:pt x="285750" y="695325"/>
                </a:lnTo>
                <a:lnTo>
                  <a:pt x="266700" y="695325"/>
                </a:lnTo>
                <a:lnTo>
                  <a:pt x="266700" y="685800"/>
                </a:lnTo>
                <a:lnTo>
                  <a:pt x="285750" y="685800"/>
                </a:lnTo>
                <a:lnTo>
                  <a:pt x="285750" y="676275"/>
                </a:lnTo>
                <a:lnTo>
                  <a:pt x="295275" y="676275"/>
                </a:lnTo>
                <a:lnTo>
                  <a:pt x="295275" y="666750"/>
                </a:lnTo>
                <a:lnTo>
                  <a:pt x="285750" y="666750"/>
                </a:lnTo>
                <a:lnTo>
                  <a:pt x="285750" y="657225"/>
                </a:lnTo>
                <a:lnTo>
                  <a:pt x="304800" y="657225"/>
                </a:lnTo>
                <a:lnTo>
                  <a:pt x="304800" y="666750"/>
                </a:lnTo>
                <a:lnTo>
                  <a:pt x="314325" y="666750"/>
                </a:lnTo>
                <a:lnTo>
                  <a:pt x="314325" y="657225"/>
                </a:lnTo>
                <a:lnTo>
                  <a:pt x="323850" y="657225"/>
                </a:lnTo>
                <a:lnTo>
                  <a:pt x="323850" y="647700"/>
                </a:lnTo>
                <a:lnTo>
                  <a:pt x="333375" y="647700"/>
                </a:lnTo>
                <a:lnTo>
                  <a:pt x="333375" y="638175"/>
                </a:lnTo>
                <a:lnTo>
                  <a:pt x="342900" y="638175"/>
                </a:lnTo>
                <a:close/>
                <a:moveTo>
                  <a:pt x="152400" y="657225"/>
                </a:moveTo>
                <a:lnTo>
                  <a:pt x="200025" y="657225"/>
                </a:lnTo>
                <a:lnTo>
                  <a:pt x="200025" y="666750"/>
                </a:lnTo>
                <a:lnTo>
                  <a:pt x="219075" y="666750"/>
                </a:lnTo>
                <a:lnTo>
                  <a:pt x="219075" y="657225"/>
                </a:lnTo>
                <a:lnTo>
                  <a:pt x="228600" y="657225"/>
                </a:lnTo>
                <a:lnTo>
                  <a:pt x="228600" y="666750"/>
                </a:lnTo>
                <a:lnTo>
                  <a:pt x="238125" y="666750"/>
                </a:lnTo>
                <a:lnTo>
                  <a:pt x="238125" y="676275"/>
                </a:lnTo>
                <a:lnTo>
                  <a:pt x="142875" y="676275"/>
                </a:lnTo>
                <a:lnTo>
                  <a:pt x="142875" y="666750"/>
                </a:lnTo>
                <a:lnTo>
                  <a:pt x="152400" y="666750"/>
                </a:lnTo>
                <a:close/>
                <a:moveTo>
                  <a:pt x="247650" y="666750"/>
                </a:moveTo>
                <a:lnTo>
                  <a:pt x="257175" y="666750"/>
                </a:lnTo>
                <a:lnTo>
                  <a:pt x="257175" y="676275"/>
                </a:lnTo>
                <a:lnTo>
                  <a:pt x="247650" y="676275"/>
                </a:lnTo>
                <a:close/>
              </a:path>
            </a:pathLst>
          </a:custGeom>
          <a:solidFill xmlns:a="http://schemas.openxmlformats.org/drawingml/2006/main">
            <a:srgbClr val="FEFEFC"/>
          </a:solidFill>
          <a:ln xmlns:a="http://schemas.openxmlformats.org/drawingml/2006/main" w="0">
            <a:noFill/>
          </a:ln>
        </p:spPr>
      </p:sp>
      <p:sp>
        <p:nvSpPr>
          <p:cNvPr id="111" name="calendar vector #fefdfd">
            <a:extLst xmlns:a="http://schemas.openxmlformats.org/drawingml/2006/main">
              <a:ext uri="{FF2B5EF4-FFF2-40B4-BE49-F238E27FC236}">
                <a16:creationId xmlns:a16="http://schemas.microsoft.com/office/drawing/2014/main" id="{3F65EE2E-568A-4D56-9B71-5318E20722E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57250" y="4848225"/>
            <a:ext cx="704850" cy="704850"/>
          </a:xfrm>
          <a:custGeom xmlns:a="http://schemas.openxmlformats.org/drawingml/2006/main">
            <a:pathLst>
              <a:path w="704850" h="704850">
                <a:moveTo>
                  <a:pt x="428625" y="76200"/>
                </a:moveTo>
                <a:lnTo>
                  <a:pt x="438150" y="76200"/>
                </a:lnTo>
                <a:lnTo>
                  <a:pt x="438150" y="95250"/>
                </a:lnTo>
                <a:lnTo>
                  <a:pt x="428625" y="95250"/>
                </a:lnTo>
                <a:close/>
                <a:moveTo>
                  <a:pt x="361950" y="85725"/>
                </a:moveTo>
                <a:lnTo>
                  <a:pt x="371475" y="85725"/>
                </a:lnTo>
                <a:lnTo>
                  <a:pt x="371475" y="104775"/>
                </a:lnTo>
                <a:lnTo>
                  <a:pt x="352425" y="104775"/>
                </a:lnTo>
                <a:lnTo>
                  <a:pt x="352425" y="95250"/>
                </a:lnTo>
                <a:lnTo>
                  <a:pt x="361950" y="95250"/>
                </a:lnTo>
                <a:close/>
                <a:moveTo>
                  <a:pt x="9525" y="114300"/>
                </a:moveTo>
                <a:lnTo>
                  <a:pt x="19050" y="114300"/>
                </a:lnTo>
                <a:lnTo>
                  <a:pt x="19050" y="123825"/>
                </a:lnTo>
                <a:lnTo>
                  <a:pt x="9525" y="123825"/>
                </a:lnTo>
                <a:close/>
                <a:moveTo>
                  <a:pt x="0" y="133350"/>
                </a:moveTo>
                <a:lnTo>
                  <a:pt x="9525" y="133350"/>
                </a:lnTo>
                <a:lnTo>
                  <a:pt x="9525" y="142875"/>
                </a:lnTo>
                <a:lnTo>
                  <a:pt x="0" y="142875"/>
                </a:lnTo>
                <a:close/>
                <a:moveTo>
                  <a:pt x="571500" y="142875"/>
                </a:moveTo>
                <a:lnTo>
                  <a:pt x="590550" y="142875"/>
                </a:lnTo>
                <a:lnTo>
                  <a:pt x="590550" y="161925"/>
                </a:lnTo>
                <a:lnTo>
                  <a:pt x="571500" y="161925"/>
                </a:lnTo>
                <a:close/>
                <a:moveTo>
                  <a:pt x="352425" y="628650"/>
                </a:moveTo>
                <a:lnTo>
                  <a:pt x="361950" y="628650"/>
                </a:lnTo>
                <a:lnTo>
                  <a:pt x="361950" y="638175"/>
                </a:lnTo>
                <a:lnTo>
                  <a:pt x="352425" y="638175"/>
                </a:lnTo>
                <a:close/>
                <a:moveTo>
                  <a:pt x="361950" y="638175"/>
                </a:moveTo>
                <a:lnTo>
                  <a:pt x="371475" y="638175"/>
                </a:lnTo>
                <a:lnTo>
                  <a:pt x="371475" y="647700"/>
                </a:lnTo>
                <a:lnTo>
                  <a:pt x="361950" y="647700"/>
                </a:lnTo>
                <a:close/>
                <a:moveTo>
                  <a:pt x="371475" y="647700"/>
                </a:moveTo>
                <a:lnTo>
                  <a:pt x="381000" y="647700"/>
                </a:lnTo>
                <a:lnTo>
                  <a:pt x="381000" y="657225"/>
                </a:lnTo>
                <a:lnTo>
                  <a:pt x="390525" y="657225"/>
                </a:lnTo>
                <a:lnTo>
                  <a:pt x="390525" y="666750"/>
                </a:lnTo>
                <a:lnTo>
                  <a:pt x="371475" y="666750"/>
                </a:lnTo>
                <a:close/>
                <a:moveTo>
                  <a:pt x="266700" y="657225"/>
                </a:moveTo>
                <a:lnTo>
                  <a:pt x="285750" y="657225"/>
                </a:lnTo>
                <a:lnTo>
                  <a:pt x="285750" y="666750"/>
                </a:lnTo>
                <a:lnTo>
                  <a:pt x="295275" y="666750"/>
                </a:lnTo>
                <a:lnTo>
                  <a:pt x="295275" y="676275"/>
                </a:lnTo>
                <a:lnTo>
                  <a:pt x="285750" y="676275"/>
                </a:lnTo>
                <a:lnTo>
                  <a:pt x="285750" y="685800"/>
                </a:lnTo>
                <a:lnTo>
                  <a:pt x="257175" y="685800"/>
                </a:lnTo>
                <a:lnTo>
                  <a:pt x="257175" y="666750"/>
                </a:lnTo>
                <a:lnTo>
                  <a:pt x="266700" y="666750"/>
                </a:lnTo>
                <a:close/>
              </a:path>
            </a:pathLst>
          </a:custGeom>
          <a:solidFill xmlns:a="http://schemas.openxmlformats.org/drawingml/2006/main">
            <a:srgbClr val="FEFDFD"/>
          </a:solidFill>
          <a:ln xmlns:a="http://schemas.openxmlformats.org/drawingml/2006/main" w="0">
            <a:noFill/>
          </a:ln>
        </p:spPr>
      </p:sp>
      <p:sp>
        <p:nvSpPr>
          <p:cNvPr id="112" name="calendar vector #fbfefe">
            <a:extLst xmlns:a="http://schemas.openxmlformats.org/drawingml/2006/main">
              <a:ext uri="{FF2B5EF4-FFF2-40B4-BE49-F238E27FC236}">
                <a16:creationId xmlns:a16="http://schemas.microsoft.com/office/drawing/2014/main" id="{1D232653-C6E4-4708-94AA-AD76B70ABA6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57250" y="4848225"/>
            <a:ext cx="704850" cy="704850"/>
          </a:xfrm>
          <a:custGeom xmlns:a="http://schemas.openxmlformats.org/drawingml/2006/main">
            <a:pathLst>
              <a:path w="704850" h="704850">
                <a:moveTo>
                  <a:pt x="171450" y="38100"/>
                </a:moveTo>
                <a:lnTo>
                  <a:pt x="180975" y="38100"/>
                </a:lnTo>
                <a:lnTo>
                  <a:pt x="180975" y="47625"/>
                </a:lnTo>
                <a:lnTo>
                  <a:pt x="171450" y="47625"/>
                </a:lnTo>
                <a:close/>
                <a:moveTo>
                  <a:pt x="400050" y="38100"/>
                </a:moveTo>
                <a:lnTo>
                  <a:pt x="428625" y="38100"/>
                </a:lnTo>
                <a:lnTo>
                  <a:pt x="428625" y="47625"/>
                </a:lnTo>
                <a:lnTo>
                  <a:pt x="400050" y="47625"/>
                </a:lnTo>
                <a:close/>
                <a:moveTo>
                  <a:pt x="180975" y="47625"/>
                </a:moveTo>
                <a:lnTo>
                  <a:pt x="190500" y="47625"/>
                </a:lnTo>
                <a:lnTo>
                  <a:pt x="190500" y="57150"/>
                </a:lnTo>
                <a:lnTo>
                  <a:pt x="180975" y="57150"/>
                </a:lnTo>
                <a:close/>
                <a:moveTo>
                  <a:pt x="371475" y="47625"/>
                </a:moveTo>
                <a:lnTo>
                  <a:pt x="390525" y="47625"/>
                </a:lnTo>
                <a:lnTo>
                  <a:pt x="390525" y="57150"/>
                </a:lnTo>
                <a:lnTo>
                  <a:pt x="381000" y="57150"/>
                </a:lnTo>
                <a:lnTo>
                  <a:pt x="381000" y="66675"/>
                </a:lnTo>
                <a:lnTo>
                  <a:pt x="371475" y="66675"/>
                </a:lnTo>
                <a:lnTo>
                  <a:pt x="371475" y="76200"/>
                </a:lnTo>
                <a:lnTo>
                  <a:pt x="361950" y="76200"/>
                </a:lnTo>
                <a:lnTo>
                  <a:pt x="361950" y="57150"/>
                </a:lnTo>
                <a:lnTo>
                  <a:pt x="371475" y="57150"/>
                </a:lnTo>
                <a:close/>
                <a:moveTo>
                  <a:pt x="133350" y="57150"/>
                </a:moveTo>
                <a:lnTo>
                  <a:pt x="142875" y="57150"/>
                </a:lnTo>
                <a:lnTo>
                  <a:pt x="142875" y="66675"/>
                </a:lnTo>
                <a:lnTo>
                  <a:pt x="133350" y="66675"/>
                </a:lnTo>
                <a:close/>
                <a:moveTo>
                  <a:pt x="123825" y="66675"/>
                </a:moveTo>
                <a:lnTo>
                  <a:pt x="133350" y="66675"/>
                </a:lnTo>
                <a:lnTo>
                  <a:pt x="133350" y="95250"/>
                </a:lnTo>
                <a:lnTo>
                  <a:pt x="123825" y="95250"/>
                </a:lnTo>
                <a:lnTo>
                  <a:pt x="123825" y="104775"/>
                </a:lnTo>
                <a:lnTo>
                  <a:pt x="114300" y="104775"/>
                </a:lnTo>
                <a:lnTo>
                  <a:pt x="114300" y="95250"/>
                </a:lnTo>
                <a:lnTo>
                  <a:pt x="104775" y="95250"/>
                </a:lnTo>
                <a:lnTo>
                  <a:pt x="104775" y="85725"/>
                </a:lnTo>
                <a:lnTo>
                  <a:pt x="123825" y="85725"/>
                </a:lnTo>
                <a:close/>
                <a:moveTo>
                  <a:pt x="190500" y="66675"/>
                </a:moveTo>
                <a:lnTo>
                  <a:pt x="200025" y="66675"/>
                </a:lnTo>
                <a:lnTo>
                  <a:pt x="200025" y="76200"/>
                </a:lnTo>
                <a:lnTo>
                  <a:pt x="209550" y="76200"/>
                </a:lnTo>
                <a:lnTo>
                  <a:pt x="209550" y="85725"/>
                </a:lnTo>
                <a:lnTo>
                  <a:pt x="219075" y="85725"/>
                </a:lnTo>
                <a:lnTo>
                  <a:pt x="219075" y="95250"/>
                </a:lnTo>
                <a:lnTo>
                  <a:pt x="190500" y="95250"/>
                </a:lnTo>
                <a:close/>
                <a:moveTo>
                  <a:pt x="57150" y="85725"/>
                </a:moveTo>
                <a:lnTo>
                  <a:pt x="76200" y="85725"/>
                </a:lnTo>
                <a:lnTo>
                  <a:pt x="76200" y="95250"/>
                </a:lnTo>
                <a:lnTo>
                  <a:pt x="57150" y="95250"/>
                </a:lnTo>
                <a:close/>
                <a:moveTo>
                  <a:pt x="285750" y="85725"/>
                </a:moveTo>
                <a:lnTo>
                  <a:pt x="323850" y="85725"/>
                </a:lnTo>
                <a:lnTo>
                  <a:pt x="323850" y="95250"/>
                </a:lnTo>
                <a:lnTo>
                  <a:pt x="285750" y="95250"/>
                </a:lnTo>
                <a:close/>
                <a:moveTo>
                  <a:pt x="342900" y="85725"/>
                </a:moveTo>
                <a:lnTo>
                  <a:pt x="352425" y="85725"/>
                </a:lnTo>
                <a:lnTo>
                  <a:pt x="352425" y="95250"/>
                </a:lnTo>
                <a:lnTo>
                  <a:pt x="342900" y="95250"/>
                </a:lnTo>
                <a:close/>
                <a:moveTo>
                  <a:pt x="466725" y="85725"/>
                </a:moveTo>
                <a:lnTo>
                  <a:pt x="495300" y="85725"/>
                </a:lnTo>
                <a:lnTo>
                  <a:pt x="495300" y="95250"/>
                </a:lnTo>
                <a:lnTo>
                  <a:pt x="466725" y="95250"/>
                </a:lnTo>
                <a:close/>
                <a:moveTo>
                  <a:pt x="28575" y="95250"/>
                </a:moveTo>
                <a:lnTo>
                  <a:pt x="47625" y="95250"/>
                </a:lnTo>
                <a:lnTo>
                  <a:pt x="47625" y="104775"/>
                </a:lnTo>
                <a:lnTo>
                  <a:pt x="28575" y="104775"/>
                </a:lnTo>
                <a:close/>
                <a:moveTo>
                  <a:pt x="438150" y="95250"/>
                </a:moveTo>
                <a:lnTo>
                  <a:pt x="457200" y="95250"/>
                </a:lnTo>
                <a:lnTo>
                  <a:pt x="457200" y="104775"/>
                </a:lnTo>
                <a:lnTo>
                  <a:pt x="438150" y="104775"/>
                </a:lnTo>
                <a:close/>
                <a:moveTo>
                  <a:pt x="19050" y="104775"/>
                </a:moveTo>
                <a:lnTo>
                  <a:pt x="28575" y="104775"/>
                </a:lnTo>
                <a:lnTo>
                  <a:pt x="28575" y="123825"/>
                </a:lnTo>
                <a:lnTo>
                  <a:pt x="19050" y="123825"/>
                </a:lnTo>
                <a:close/>
                <a:moveTo>
                  <a:pt x="523875" y="104775"/>
                </a:moveTo>
                <a:lnTo>
                  <a:pt x="533400" y="104775"/>
                </a:lnTo>
                <a:lnTo>
                  <a:pt x="533400" y="114300"/>
                </a:lnTo>
                <a:lnTo>
                  <a:pt x="523875" y="114300"/>
                </a:lnTo>
                <a:close/>
                <a:moveTo>
                  <a:pt x="533400" y="114300"/>
                </a:moveTo>
                <a:lnTo>
                  <a:pt x="542925" y="114300"/>
                </a:lnTo>
                <a:lnTo>
                  <a:pt x="542925" y="123825"/>
                </a:lnTo>
                <a:lnTo>
                  <a:pt x="552450" y="123825"/>
                </a:lnTo>
                <a:lnTo>
                  <a:pt x="552450" y="133350"/>
                </a:lnTo>
                <a:lnTo>
                  <a:pt x="533400" y="133350"/>
                </a:lnTo>
                <a:close/>
                <a:moveTo>
                  <a:pt x="9525" y="123825"/>
                </a:moveTo>
                <a:lnTo>
                  <a:pt x="19050" y="123825"/>
                </a:lnTo>
                <a:lnTo>
                  <a:pt x="19050" y="142875"/>
                </a:lnTo>
                <a:lnTo>
                  <a:pt x="9525" y="142875"/>
                </a:lnTo>
                <a:close/>
                <a:moveTo>
                  <a:pt x="552450" y="133350"/>
                </a:moveTo>
                <a:lnTo>
                  <a:pt x="561975" y="133350"/>
                </a:lnTo>
                <a:lnTo>
                  <a:pt x="561975" y="142875"/>
                </a:lnTo>
                <a:lnTo>
                  <a:pt x="571500" y="142875"/>
                </a:lnTo>
                <a:lnTo>
                  <a:pt x="571500" y="161925"/>
                </a:lnTo>
                <a:lnTo>
                  <a:pt x="561975" y="161925"/>
                </a:lnTo>
                <a:lnTo>
                  <a:pt x="561975" y="152400"/>
                </a:lnTo>
                <a:lnTo>
                  <a:pt x="552450" y="152400"/>
                </a:lnTo>
                <a:close/>
                <a:moveTo>
                  <a:pt x="0" y="142875"/>
                </a:moveTo>
                <a:lnTo>
                  <a:pt x="9525" y="142875"/>
                </a:lnTo>
                <a:lnTo>
                  <a:pt x="9525" y="171450"/>
                </a:lnTo>
                <a:lnTo>
                  <a:pt x="0" y="171450"/>
                </a:lnTo>
                <a:close/>
                <a:moveTo>
                  <a:pt x="571500" y="161925"/>
                </a:moveTo>
                <a:lnTo>
                  <a:pt x="581025" y="161925"/>
                </a:lnTo>
                <a:lnTo>
                  <a:pt x="581025" y="171450"/>
                </a:lnTo>
                <a:lnTo>
                  <a:pt x="571500" y="171450"/>
                </a:lnTo>
                <a:close/>
                <a:moveTo>
                  <a:pt x="561975" y="180975"/>
                </a:moveTo>
                <a:lnTo>
                  <a:pt x="571500" y="180975"/>
                </a:lnTo>
                <a:lnTo>
                  <a:pt x="571500" y="219075"/>
                </a:lnTo>
                <a:lnTo>
                  <a:pt x="561975" y="219075"/>
                </a:lnTo>
                <a:close/>
                <a:moveTo>
                  <a:pt x="552450" y="238125"/>
                </a:moveTo>
                <a:lnTo>
                  <a:pt x="561975" y="238125"/>
                </a:lnTo>
                <a:lnTo>
                  <a:pt x="561975" y="266700"/>
                </a:lnTo>
                <a:lnTo>
                  <a:pt x="552450" y="266700"/>
                </a:lnTo>
                <a:close/>
                <a:moveTo>
                  <a:pt x="552450" y="314325"/>
                </a:moveTo>
                <a:lnTo>
                  <a:pt x="561975" y="314325"/>
                </a:lnTo>
                <a:lnTo>
                  <a:pt x="561975" y="323850"/>
                </a:lnTo>
                <a:lnTo>
                  <a:pt x="571500" y="323850"/>
                </a:lnTo>
                <a:lnTo>
                  <a:pt x="571500" y="361950"/>
                </a:lnTo>
                <a:lnTo>
                  <a:pt x="561975" y="361950"/>
                </a:lnTo>
                <a:lnTo>
                  <a:pt x="561975" y="352425"/>
                </a:lnTo>
                <a:lnTo>
                  <a:pt x="552450" y="352425"/>
                </a:lnTo>
                <a:close/>
                <a:moveTo>
                  <a:pt x="581025" y="371475"/>
                </a:moveTo>
                <a:lnTo>
                  <a:pt x="590550" y="371475"/>
                </a:lnTo>
                <a:lnTo>
                  <a:pt x="590550" y="381000"/>
                </a:lnTo>
                <a:lnTo>
                  <a:pt x="581025" y="381000"/>
                </a:lnTo>
                <a:close/>
                <a:moveTo>
                  <a:pt x="600075" y="390525"/>
                </a:moveTo>
                <a:lnTo>
                  <a:pt x="609600" y="390525"/>
                </a:lnTo>
                <a:lnTo>
                  <a:pt x="609600" y="400050"/>
                </a:lnTo>
                <a:lnTo>
                  <a:pt x="600075" y="400050"/>
                </a:lnTo>
                <a:close/>
                <a:moveTo>
                  <a:pt x="619125" y="419100"/>
                </a:moveTo>
                <a:lnTo>
                  <a:pt x="628650" y="419100"/>
                </a:lnTo>
                <a:lnTo>
                  <a:pt x="628650" y="428625"/>
                </a:lnTo>
                <a:lnTo>
                  <a:pt x="619125" y="428625"/>
                </a:lnTo>
                <a:close/>
                <a:moveTo>
                  <a:pt x="628650" y="438150"/>
                </a:moveTo>
                <a:lnTo>
                  <a:pt x="638175" y="438150"/>
                </a:lnTo>
                <a:lnTo>
                  <a:pt x="638175" y="447675"/>
                </a:lnTo>
                <a:lnTo>
                  <a:pt x="628650" y="447675"/>
                </a:lnTo>
                <a:close/>
                <a:moveTo>
                  <a:pt x="638175" y="457200"/>
                </a:moveTo>
                <a:lnTo>
                  <a:pt x="647700" y="457200"/>
                </a:lnTo>
                <a:lnTo>
                  <a:pt x="647700" y="466725"/>
                </a:lnTo>
                <a:lnTo>
                  <a:pt x="638175" y="466725"/>
                </a:lnTo>
                <a:close/>
                <a:moveTo>
                  <a:pt x="647700" y="466725"/>
                </a:moveTo>
                <a:lnTo>
                  <a:pt x="657225" y="466725"/>
                </a:lnTo>
                <a:lnTo>
                  <a:pt x="657225" y="485775"/>
                </a:lnTo>
                <a:lnTo>
                  <a:pt x="647700" y="485775"/>
                </a:lnTo>
                <a:close/>
                <a:moveTo>
                  <a:pt x="0" y="476250"/>
                </a:moveTo>
                <a:lnTo>
                  <a:pt x="9525" y="476250"/>
                </a:lnTo>
                <a:lnTo>
                  <a:pt x="9525" y="514350"/>
                </a:lnTo>
                <a:lnTo>
                  <a:pt x="0" y="514350"/>
                </a:lnTo>
                <a:close/>
                <a:moveTo>
                  <a:pt x="657225" y="504825"/>
                </a:moveTo>
                <a:lnTo>
                  <a:pt x="666750" y="504825"/>
                </a:lnTo>
                <a:lnTo>
                  <a:pt x="666750" y="552450"/>
                </a:lnTo>
                <a:lnTo>
                  <a:pt x="657225" y="552450"/>
                </a:lnTo>
                <a:close/>
                <a:moveTo>
                  <a:pt x="9525" y="523875"/>
                </a:moveTo>
                <a:lnTo>
                  <a:pt x="19050" y="523875"/>
                </a:lnTo>
                <a:lnTo>
                  <a:pt x="19050" y="552450"/>
                </a:lnTo>
                <a:lnTo>
                  <a:pt x="9525" y="552450"/>
                </a:lnTo>
                <a:close/>
                <a:moveTo>
                  <a:pt x="19050" y="561975"/>
                </a:moveTo>
                <a:lnTo>
                  <a:pt x="28575" y="561975"/>
                </a:lnTo>
                <a:lnTo>
                  <a:pt x="28575" y="571500"/>
                </a:lnTo>
                <a:lnTo>
                  <a:pt x="19050" y="571500"/>
                </a:lnTo>
                <a:close/>
                <a:moveTo>
                  <a:pt x="647700" y="561975"/>
                </a:moveTo>
                <a:lnTo>
                  <a:pt x="657225" y="561975"/>
                </a:lnTo>
                <a:lnTo>
                  <a:pt x="657225" y="571500"/>
                </a:lnTo>
                <a:lnTo>
                  <a:pt x="647700" y="571500"/>
                </a:lnTo>
                <a:close/>
                <a:moveTo>
                  <a:pt x="28575" y="571500"/>
                </a:moveTo>
                <a:lnTo>
                  <a:pt x="38100" y="571500"/>
                </a:lnTo>
                <a:lnTo>
                  <a:pt x="38100" y="581025"/>
                </a:lnTo>
                <a:lnTo>
                  <a:pt x="47625" y="581025"/>
                </a:lnTo>
                <a:lnTo>
                  <a:pt x="47625" y="590550"/>
                </a:lnTo>
                <a:lnTo>
                  <a:pt x="28575" y="590550"/>
                </a:lnTo>
                <a:close/>
                <a:moveTo>
                  <a:pt x="638175" y="571500"/>
                </a:moveTo>
                <a:lnTo>
                  <a:pt x="647700" y="571500"/>
                </a:lnTo>
                <a:lnTo>
                  <a:pt x="647700" y="590550"/>
                </a:lnTo>
                <a:lnTo>
                  <a:pt x="638175" y="590550"/>
                </a:lnTo>
                <a:close/>
                <a:moveTo>
                  <a:pt x="47625" y="590550"/>
                </a:moveTo>
                <a:lnTo>
                  <a:pt x="66675" y="590550"/>
                </a:lnTo>
                <a:lnTo>
                  <a:pt x="66675" y="600075"/>
                </a:lnTo>
                <a:lnTo>
                  <a:pt x="47625" y="600075"/>
                </a:lnTo>
                <a:close/>
                <a:moveTo>
                  <a:pt x="76200" y="590550"/>
                </a:moveTo>
                <a:lnTo>
                  <a:pt x="85725" y="590550"/>
                </a:lnTo>
                <a:lnTo>
                  <a:pt x="85725" y="609600"/>
                </a:lnTo>
                <a:lnTo>
                  <a:pt x="76200" y="609600"/>
                </a:lnTo>
                <a:close/>
                <a:moveTo>
                  <a:pt x="628650" y="590550"/>
                </a:moveTo>
                <a:lnTo>
                  <a:pt x="638175" y="590550"/>
                </a:lnTo>
                <a:lnTo>
                  <a:pt x="638175" y="600075"/>
                </a:lnTo>
                <a:lnTo>
                  <a:pt x="628650" y="600075"/>
                </a:lnTo>
                <a:close/>
                <a:moveTo>
                  <a:pt x="95250" y="600075"/>
                </a:moveTo>
                <a:lnTo>
                  <a:pt x="123825" y="600075"/>
                </a:lnTo>
                <a:lnTo>
                  <a:pt x="123825" y="609600"/>
                </a:lnTo>
                <a:lnTo>
                  <a:pt x="95250" y="609600"/>
                </a:lnTo>
                <a:close/>
                <a:moveTo>
                  <a:pt x="190500" y="600075"/>
                </a:moveTo>
                <a:lnTo>
                  <a:pt x="247650" y="600075"/>
                </a:lnTo>
                <a:lnTo>
                  <a:pt x="247650" y="609600"/>
                </a:lnTo>
                <a:lnTo>
                  <a:pt x="190500" y="609600"/>
                </a:lnTo>
                <a:close/>
                <a:moveTo>
                  <a:pt x="323850" y="600075"/>
                </a:moveTo>
                <a:lnTo>
                  <a:pt x="342900" y="600075"/>
                </a:lnTo>
                <a:lnTo>
                  <a:pt x="342900" y="609600"/>
                </a:lnTo>
                <a:lnTo>
                  <a:pt x="323850" y="609600"/>
                </a:lnTo>
                <a:close/>
                <a:moveTo>
                  <a:pt x="342900" y="609600"/>
                </a:moveTo>
                <a:lnTo>
                  <a:pt x="361950" y="609600"/>
                </a:lnTo>
                <a:lnTo>
                  <a:pt x="361950" y="628650"/>
                </a:lnTo>
                <a:lnTo>
                  <a:pt x="352425" y="628650"/>
                </a:lnTo>
                <a:lnTo>
                  <a:pt x="352425" y="619125"/>
                </a:lnTo>
                <a:lnTo>
                  <a:pt x="342900" y="619125"/>
                </a:lnTo>
                <a:close/>
                <a:moveTo>
                  <a:pt x="609600" y="619125"/>
                </a:moveTo>
                <a:lnTo>
                  <a:pt x="619125" y="619125"/>
                </a:lnTo>
                <a:lnTo>
                  <a:pt x="619125" y="628650"/>
                </a:lnTo>
                <a:lnTo>
                  <a:pt x="609600" y="628650"/>
                </a:lnTo>
                <a:close/>
                <a:moveTo>
                  <a:pt x="361950" y="628650"/>
                </a:moveTo>
                <a:lnTo>
                  <a:pt x="371475" y="628650"/>
                </a:lnTo>
                <a:lnTo>
                  <a:pt x="371475" y="638175"/>
                </a:lnTo>
                <a:lnTo>
                  <a:pt x="361950" y="638175"/>
                </a:lnTo>
                <a:close/>
                <a:moveTo>
                  <a:pt x="600075" y="628650"/>
                </a:moveTo>
                <a:lnTo>
                  <a:pt x="609600" y="628650"/>
                </a:lnTo>
                <a:lnTo>
                  <a:pt x="609600" y="638175"/>
                </a:lnTo>
                <a:lnTo>
                  <a:pt x="600075" y="638175"/>
                </a:lnTo>
                <a:close/>
                <a:moveTo>
                  <a:pt x="371475" y="638175"/>
                </a:moveTo>
                <a:lnTo>
                  <a:pt x="381000" y="638175"/>
                </a:lnTo>
                <a:lnTo>
                  <a:pt x="381000" y="647700"/>
                </a:lnTo>
                <a:lnTo>
                  <a:pt x="371475" y="647700"/>
                </a:lnTo>
                <a:close/>
                <a:moveTo>
                  <a:pt x="590550" y="638175"/>
                </a:moveTo>
                <a:lnTo>
                  <a:pt x="600075" y="638175"/>
                </a:lnTo>
                <a:lnTo>
                  <a:pt x="600075" y="647700"/>
                </a:lnTo>
                <a:lnTo>
                  <a:pt x="590550" y="647700"/>
                </a:lnTo>
                <a:close/>
                <a:moveTo>
                  <a:pt x="381000" y="647700"/>
                </a:moveTo>
                <a:lnTo>
                  <a:pt x="390525" y="647700"/>
                </a:lnTo>
                <a:lnTo>
                  <a:pt x="390525" y="657225"/>
                </a:lnTo>
                <a:lnTo>
                  <a:pt x="381000" y="657225"/>
                </a:lnTo>
                <a:close/>
                <a:moveTo>
                  <a:pt x="581025" y="647700"/>
                </a:moveTo>
                <a:lnTo>
                  <a:pt x="590550" y="647700"/>
                </a:lnTo>
                <a:lnTo>
                  <a:pt x="590550" y="657225"/>
                </a:lnTo>
                <a:lnTo>
                  <a:pt x="581025" y="657225"/>
                </a:lnTo>
                <a:close/>
                <a:moveTo>
                  <a:pt x="400050" y="657225"/>
                </a:moveTo>
                <a:lnTo>
                  <a:pt x="419100" y="657225"/>
                </a:lnTo>
                <a:lnTo>
                  <a:pt x="419100" y="666750"/>
                </a:lnTo>
                <a:lnTo>
                  <a:pt x="400050" y="666750"/>
                </a:lnTo>
                <a:close/>
                <a:moveTo>
                  <a:pt x="552450" y="657225"/>
                </a:moveTo>
                <a:lnTo>
                  <a:pt x="571500" y="657225"/>
                </a:lnTo>
                <a:lnTo>
                  <a:pt x="571500" y="666750"/>
                </a:lnTo>
                <a:lnTo>
                  <a:pt x="552450" y="666750"/>
                </a:lnTo>
                <a:close/>
                <a:moveTo>
                  <a:pt x="419100" y="666750"/>
                </a:moveTo>
                <a:lnTo>
                  <a:pt x="438150" y="666750"/>
                </a:lnTo>
                <a:lnTo>
                  <a:pt x="438150" y="676275"/>
                </a:lnTo>
                <a:lnTo>
                  <a:pt x="419100" y="676275"/>
                </a:lnTo>
                <a:close/>
                <a:moveTo>
                  <a:pt x="495300" y="666750"/>
                </a:moveTo>
                <a:lnTo>
                  <a:pt x="523875" y="666750"/>
                </a:lnTo>
                <a:lnTo>
                  <a:pt x="523875" y="676275"/>
                </a:lnTo>
                <a:lnTo>
                  <a:pt x="495300" y="676275"/>
                </a:lnTo>
                <a:close/>
                <a:moveTo>
                  <a:pt x="533400" y="666750"/>
                </a:moveTo>
                <a:lnTo>
                  <a:pt x="542925" y="666750"/>
                </a:lnTo>
                <a:lnTo>
                  <a:pt x="542925" y="676275"/>
                </a:lnTo>
                <a:lnTo>
                  <a:pt x="533400" y="676275"/>
                </a:lnTo>
                <a:close/>
              </a:path>
            </a:pathLst>
          </a:custGeom>
          <a:solidFill xmlns:a="http://schemas.openxmlformats.org/drawingml/2006/main">
            <a:srgbClr val="FBFEFE"/>
          </a:solidFill>
          <a:ln xmlns:a="http://schemas.openxmlformats.org/drawingml/2006/main" w="0">
            <a:noFill/>
          </a:ln>
        </p:spPr>
      </p:sp>
      <p:sp>
        <p:nvSpPr>
          <p:cNvPr id="113" name="calendar vector #f4feff">
            <a:extLst xmlns:a="http://schemas.openxmlformats.org/drawingml/2006/main">
              <a:ext uri="{FF2B5EF4-FFF2-40B4-BE49-F238E27FC236}">
                <a16:creationId xmlns:a16="http://schemas.microsoft.com/office/drawing/2014/main" id="{C038ADF2-3198-4605-93A2-878C0B950F9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57250" y="4848225"/>
            <a:ext cx="704850" cy="704850"/>
          </a:xfrm>
          <a:custGeom xmlns:a="http://schemas.openxmlformats.org/drawingml/2006/main">
            <a:pathLst>
              <a:path w="704850" h="704850">
                <a:moveTo>
                  <a:pt x="171450" y="47625"/>
                </a:moveTo>
                <a:lnTo>
                  <a:pt x="180975" y="47625"/>
                </a:lnTo>
                <a:lnTo>
                  <a:pt x="180975" y="57150"/>
                </a:lnTo>
                <a:lnTo>
                  <a:pt x="171450" y="57150"/>
                </a:lnTo>
                <a:close/>
                <a:moveTo>
                  <a:pt x="180975" y="57150"/>
                </a:moveTo>
                <a:lnTo>
                  <a:pt x="190500" y="57150"/>
                </a:lnTo>
                <a:lnTo>
                  <a:pt x="190500" y="66675"/>
                </a:lnTo>
                <a:lnTo>
                  <a:pt x="180975" y="66675"/>
                </a:lnTo>
                <a:close/>
                <a:moveTo>
                  <a:pt x="371475" y="66675"/>
                </a:moveTo>
                <a:lnTo>
                  <a:pt x="381000" y="66675"/>
                </a:lnTo>
                <a:lnTo>
                  <a:pt x="381000" y="85725"/>
                </a:lnTo>
                <a:lnTo>
                  <a:pt x="371475" y="85725"/>
                </a:lnTo>
                <a:close/>
                <a:moveTo>
                  <a:pt x="57150" y="95250"/>
                </a:moveTo>
                <a:lnTo>
                  <a:pt x="76200" y="95250"/>
                </a:lnTo>
                <a:lnTo>
                  <a:pt x="76200" y="104775"/>
                </a:lnTo>
                <a:lnTo>
                  <a:pt x="57150" y="104775"/>
                </a:lnTo>
                <a:close/>
                <a:moveTo>
                  <a:pt x="200025" y="95250"/>
                </a:moveTo>
                <a:lnTo>
                  <a:pt x="209550" y="95250"/>
                </a:lnTo>
                <a:lnTo>
                  <a:pt x="209550" y="104775"/>
                </a:lnTo>
                <a:lnTo>
                  <a:pt x="200025" y="104775"/>
                </a:lnTo>
                <a:close/>
                <a:moveTo>
                  <a:pt x="457200" y="95250"/>
                </a:moveTo>
                <a:lnTo>
                  <a:pt x="495300" y="95250"/>
                </a:lnTo>
                <a:lnTo>
                  <a:pt x="495300" y="104775"/>
                </a:lnTo>
                <a:lnTo>
                  <a:pt x="457200" y="104775"/>
                </a:lnTo>
                <a:close/>
                <a:moveTo>
                  <a:pt x="38100" y="104775"/>
                </a:moveTo>
                <a:lnTo>
                  <a:pt x="57150" y="104775"/>
                </a:lnTo>
                <a:lnTo>
                  <a:pt x="57150" y="114300"/>
                </a:lnTo>
                <a:lnTo>
                  <a:pt x="47625" y="114300"/>
                </a:lnTo>
                <a:lnTo>
                  <a:pt x="47625" y="123825"/>
                </a:lnTo>
                <a:lnTo>
                  <a:pt x="38100" y="123825"/>
                </a:lnTo>
                <a:lnTo>
                  <a:pt x="38100" y="133350"/>
                </a:lnTo>
                <a:lnTo>
                  <a:pt x="28575" y="133350"/>
                </a:lnTo>
                <a:lnTo>
                  <a:pt x="28575" y="114300"/>
                </a:lnTo>
                <a:lnTo>
                  <a:pt x="38100" y="114300"/>
                </a:lnTo>
                <a:close/>
                <a:moveTo>
                  <a:pt x="504825" y="104775"/>
                </a:moveTo>
                <a:lnTo>
                  <a:pt x="523875" y="104775"/>
                </a:lnTo>
                <a:lnTo>
                  <a:pt x="523875" y="114300"/>
                </a:lnTo>
                <a:lnTo>
                  <a:pt x="533400" y="114300"/>
                </a:lnTo>
                <a:lnTo>
                  <a:pt x="533400" y="133350"/>
                </a:lnTo>
                <a:lnTo>
                  <a:pt x="523875" y="133350"/>
                </a:lnTo>
                <a:lnTo>
                  <a:pt x="523875" y="123825"/>
                </a:lnTo>
                <a:lnTo>
                  <a:pt x="514350" y="123825"/>
                </a:lnTo>
                <a:lnTo>
                  <a:pt x="514350" y="114300"/>
                </a:lnTo>
                <a:lnTo>
                  <a:pt x="504825" y="114300"/>
                </a:lnTo>
                <a:close/>
                <a:moveTo>
                  <a:pt x="533400" y="133350"/>
                </a:moveTo>
                <a:lnTo>
                  <a:pt x="542925" y="133350"/>
                </a:lnTo>
                <a:lnTo>
                  <a:pt x="542925" y="142875"/>
                </a:lnTo>
                <a:lnTo>
                  <a:pt x="533400" y="142875"/>
                </a:lnTo>
                <a:close/>
                <a:moveTo>
                  <a:pt x="19050" y="142875"/>
                </a:moveTo>
                <a:lnTo>
                  <a:pt x="28575" y="142875"/>
                </a:lnTo>
                <a:lnTo>
                  <a:pt x="28575" y="161925"/>
                </a:lnTo>
                <a:lnTo>
                  <a:pt x="19050" y="161925"/>
                </a:lnTo>
                <a:close/>
                <a:moveTo>
                  <a:pt x="542925" y="152400"/>
                </a:moveTo>
                <a:lnTo>
                  <a:pt x="552450" y="152400"/>
                </a:lnTo>
                <a:lnTo>
                  <a:pt x="552450" y="161925"/>
                </a:lnTo>
                <a:lnTo>
                  <a:pt x="542925" y="161925"/>
                </a:lnTo>
                <a:close/>
                <a:moveTo>
                  <a:pt x="552450" y="161925"/>
                </a:moveTo>
                <a:lnTo>
                  <a:pt x="561975" y="161925"/>
                </a:lnTo>
                <a:lnTo>
                  <a:pt x="561975" y="219075"/>
                </a:lnTo>
                <a:lnTo>
                  <a:pt x="552450" y="219075"/>
                </a:lnTo>
                <a:close/>
                <a:moveTo>
                  <a:pt x="9525" y="200025"/>
                </a:moveTo>
                <a:lnTo>
                  <a:pt x="19050" y="200025"/>
                </a:lnTo>
                <a:lnTo>
                  <a:pt x="19050" y="219075"/>
                </a:lnTo>
                <a:lnTo>
                  <a:pt x="9525" y="219075"/>
                </a:lnTo>
                <a:close/>
                <a:moveTo>
                  <a:pt x="542925" y="228600"/>
                </a:moveTo>
                <a:lnTo>
                  <a:pt x="552450" y="228600"/>
                </a:lnTo>
                <a:lnTo>
                  <a:pt x="552450" y="266700"/>
                </a:lnTo>
                <a:lnTo>
                  <a:pt x="542925" y="266700"/>
                </a:lnTo>
                <a:close/>
                <a:moveTo>
                  <a:pt x="542925" y="314325"/>
                </a:moveTo>
                <a:lnTo>
                  <a:pt x="552450" y="314325"/>
                </a:lnTo>
                <a:lnTo>
                  <a:pt x="552450" y="361950"/>
                </a:lnTo>
                <a:lnTo>
                  <a:pt x="542925" y="361950"/>
                </a:lnTo>
                <a:close/>
                <a:moveTo>
                  <a:pt x="552450" y="361950"/>
                </a:moveTo>
                <a:lnTo>
                  <a:pt x="561975" y="361950"/>
                </a:lnTo>
                <a:lnTo>
                  <a:pt x="561975" y="371475"/>
                </a:lnTo>
                <a:lnTo>
                  <a:pt x="552450" y="371475"/>
                </a:lnTo>
                <a:close/>
                <a:moveTo>
                  <a:pt x="561975" y="371475"/>
                </a:moveTo>
                <a:lnTo>
                  <a:pt x="571500" y="371475"/>
                </a:lnTo>
                <a:lnTo>
                  <a:pt x="571500" y="381000"/>
                </a:lnTo>
                <a:lnTo>
                  <a:pt x="561975" y="381000"/>
                </a:lnTo>
                <a:close/>
                <a:moveTo>
                  <a:pt x="571500" y="381000"/>
                </a:moveTo>
                <a:lnTo>
                  <a:pt x="581025" y="381000"/>
                </a:lnTo>
                <a:lnTo>
                  <a:pt x="581025" y="390525"/>
                </a:lnTo>
                <a:lnTo>
                  <a:pt x="571500" y="390525"/>
                </a:lnTo>
                <a:close/>
                <a:moveTo>
                  <a:pt x="9525" y="390525"/>
                </a:moveTo>
                <a:lnTo>
                  <a:pt x="19050" y="390525"/>
                </a:lnTo>
                <a:lnTo>
                  <a:pt x="19050" y="419100"/>
                </a:lnTo>
                <a:lnTo>
                  <a:pt x="9525" y="419100"/>
                </a:lnTo>
                <a:close/>
                <a:moveTo>
                  <a:pt x="581025" y="390525"/>
                </a:moveTo>
                <a:lnTo>
                  <a:pt x="590550" y="390525"/>
                </a:lnTo>
                <a:lnTo>
                  <a:pt x="590550" y="400050"/>
                </a:lnTo>
                <a:lnTo>
                  <a:pt x="581025" y="400050"/>
                </a:lnTo>
                <a:close/>
                <a:moveTo>
                  <a:pt x="590550" y="400050"/>
                </a:moveTo>
                <a:lnTo>
                  <a:pt x="600075" y="400050"/>
                </a:lnTo>
                <a:lnTo>
                  <a:pt x="600075" y="409575"/>
                </a:lnTo>
                <a:lnTo>
                  <a:pt x="590550" y="409575"/>
                </a:lnTo>
                <a:close/>
                <a:moveTo>
                  <a:pt x="600075" y="409575"/>
                </a:moveTo>
                <a:lnTo>
                  <a:pt x="609600" y="409575"/>
                </a:lnTo>
                <a:lnTo>
                  <a:pt x="609600" y="419100"/>
                </a:lnTo>
                <a:lnTo>
                  <a:pt x="600075" y="419100"/>
                </a:lnTo>
                <a:close/>
                <a:moveTo>
                  <a:pt x="609600" y="419100"/>
                </a:moveTo>
                <a:lnTo>
                  <a:pt x="619125" y="419100"/>
                </a:lnTo>
                <a:lnTo>
                  <a:pt x="619125" y="428625"/>
                </a:lnTo>
                <a:lnTo>
                  <a:pt x="609600" y="428625"/>
                </a:lnTo>
                <a:close/>
                <a:moveTo>
                  <a:pt x="619125" y="428625"/>
                </a:moveTo>
                <a:lnTo>
                  <a:pt x="628650" y="428625"/>
                </a:lnTo>
                <a:lnTo>
                  <a:pt x="628650" y="438150"/>
                </a:lnTo>
                <a:lnTo>
                  <a:pt x="619125" y="438150"/>
                </a:lnTo>
                <a:close/>
                <a:moveTo>
                  <a:pt x="628650" y="447675"/>
                </a:moveTo>
                <a:lnTo>
                  <a:pt x="638175" y="447675"/>
                </a:lnTo>
                <a:lnTo>
                  <a:pt x="638175" y="466725"/>
                </a:lnTo>
                <a:lnTo>
                  <a:pt x="628650" y="466725"/>
                </a:lnTo>
                <a:close/>
                <a:moveTo>
                  <a:pt x="638175" y="476250"/>
                </a:moveTo>
                <a:lnTo>
                  <a:pt x="647700" y="476250"/>
                </a:lnTo>
                <a:lnTo>
                  <a:pt x="647700" y="485775"/>
                </a:lnTo>
                <a:lnTo>
                  <a:pt x="638175" y="485775"/>
                </a:lnTo>
                <a:close/>
                <a:moveTo>
                  <a:pt x="19050" y="514350"/>
                </a:moveTo>
                <a:lnTo>
                  <a:pt x="28575" y="514350"/>
                </a:lnTo>
                <a:lnTo>
                  <a:pt x="28575" y="533400"/>
                </a:lnTo>
                <a:lnTo>
                  <a:pt x="19050" y="533400"/>
                </a:lnTo>
                <a:close/>
                <a:moveTo>
                  <a:pt x="647700" y="523875"/>
                </a:moveTo>
                <a:lnTo>
                  <a:pt x="657225" y="523875"/>
                </a:lnTo>
                <a:lnTo>
                  <a:pt x="657225" y="542925"/>
                </a:lnTo>
                <a:lnTo>
                  <a:pt x="647700" y="542925"/>
                </a:lnTo>
                <a:close/>
                <a:moveTo>
                  <a:pt x="28575" y="552450"/>
                </a:moveTo>
                <a:lnTo>
                  <a:pt x="38100" y="552450"/>
                </a:lnTo>
                <a:lnTo>
                  <a:pt x="38100" y="561975"/>
                </a:lnTo>
                <a:lnTo>
                  <a:pt x="28575" y="561975"/>
                </a:lnTo>
                <a:close/>
                <a:moveTo>
                  <a:pt x="638175" y="552450"/>
                </a:moveTo>
                <a:lnTo>
                  <a:pt x="647700" y="552450"/>
                </a:lnTo>
                <a:lnTo>
                  <a:pt x="647700" y="561975"/>
                </a:lnTo>
                <a:lnTo>
                  <a:pt x="638175" y="561975"/>
                </a:lnTo>
                <a:close/>
                <a:moveTo>
                  <a:pt x="38100" y="561975"/>
                </a:moveTo>
                <a:lnTo>
                  <a:pt x="47625" y="561975"/>
                </a:lnTo>
                <a:lnTo>
                  <a:pt x="47625" y="571500"/>
                </a:lnTo>
                <a:lnTo>
                  <a:pt x="38100" y="571500"/>
                </a:lnTo>
                <a:close/>
                <a:moveTo>
                  <a:pt x="47625" y="571500"/>
                </a:moveTo>
                <a:lnTo>
                  <a:pt x="57150" y="571500"/>
                </a:lnTo>
                <a:lnTo>
                  <a:pt x="57150" y="581025"/>
                </a:lnTo>
                <a:lnTo>
                  <a:pt x="47625" y="581025"/>
                </a:lnTo>
                <a:close/>
                <a:moveTo>
                  <a:pt x="628650" y="571500"/>
                </a:moveTo>
                <a:lnTo>
                  <a:pt x="638175" y="571500"/>
                </a:lnTo>
                <a:lnTo>
                  <a:pt x="638175" y="581025"/>
                </a:lnTo>
                <a:lnTo>
                  <a:pt x="628650" y="581025"/>
                </a:lnTo>
                <a:close/>
                <a:moveTo>
                  <a:pt x="57150" y="581025"/>
                </a:moveTo>
                <a:lnTo>
                  <a:pt x="85725" y="581025"/>
                </a:lnTo>
                <a:lnTo>
                  <a:pt x="85725" y="590550"/>
                </a:lnTo>
                <a:lnTo>
                  <a:pt x="57150" y="590550"/>
                </a:lnTo>
                <a:close/>
                <a:moveTo>
                  <a:pt x="104775" y="590550"/>
                </a:moveTo>
                <a:lnTo>
                  <a:pt x="209550" y="590550"/>
                </a:lnTo>
                <a:lnTo>
                  <a:pt x="209550" y="600075"/>
                </a:lnTo>
                <a:lnTo>
                  <a:pt x="104775" y="600075"/>
                </a:lnTo>
                <a:close/>
                <a:moveTo>
                  <a:pt x="228600" y="590550"/>
                </a:moveTo>
                <a:lnTo>
                  <a:pt x="247650" y="590550"/>
                </a:lnTo>
                <a:lnTo>
                  <a:pt x="247650" y="600075"/>
                </a:lnTo>
                <a:lnTo>
                  <a:pt x="228600" y="600075"/>
                </a:lnTo>
                <a:close/>
                <a:moveTo>
                  <a:pt x="333375" y="590550"/>
                </a:moveTo>
                <a:lnTo>
                  <a:pt x="352425" y="590550"/>
                </a:lnTo>
                <a:lnTo>
                  <a:pt x="352425" y="600075"/>
                </a:lnTo>
                <a:lnTo>
                  <a:pt x="333375" y="600075"/>
                </a:lnTo>
                <a:close/>
                <a:moveTo>
                  <a:pt x="619125" y="590550"/>
                </a:moveTo>
                <a:lnTo>
                  <a:pt x="628650" y="590550"/>
                </a:lnTo>
                <a:lnTo>
                  <a:pt x="628650" y="600075"/>
                </a:lnTo>
                <a:lnTo>
                  <a:pt x="619125" y="600075"/>
                </a:lnTo>
                <a:close/>
                <a:moveTo>
                  <a:pt x="352425" y="600075"/>
                </a:moveTo>
                <a:lnTo>
                  <a:pt x="361950" y="600075"/>
                </a:lnTo>
                <a:lnTo>
                  <a:pt x="361950" y="609600"/>
                </a:lnTo>
                <a:lnTo>
                  <a:pt x="352425" y="609600"/>
                </a:lnTo>
                <a:close/>
                <a:moveTo>
                  <a:pt x="609600" y="600075"/>
                </a:moveTo>
                <a:lnTo>
                  <a:pt x="619125" y="600075"/>
                </a:lnTo>
                <a:lnTo>
                  <a:pt x="619125" y="609600"/>
                </a:lnTo>
                <a:lnTo>
                  <a:pt x="609600" y="609600"/>
                </a:lnTo>
                <a:close/>
                <a:moveTo>
                  <a:pt x="361950" y="609600"/>
                </a:moveTo>
                <a:lnTo>
                  <a:pt x="371475" y="609600"/>
                </a:lnTo>
                <a:lnTo>
                  <a:pt x="371475" y="619125"/>
                </a:lnTo>
                <a:lnTo>
                  <a:pt x="361950" y="619125"/>
                </a:lnTo>
                <a:close/>
                <a:moveTo>
                  <a:pt x="371475" y="619125"/>
                </a:moveTo>
                <a:lnTo>
                  <a:pt x="381000" y="619125"/>
                </a:lnTo>
                <a:lnTo>
                  <a:pt x="381000" y="628650"/>
                </a:lnTo>
                <a:lnTo>
                  <a:pt x="371475" y="628650"/>
                </a:lnTo>
                <a:close/>
                <a:moveTo>
                  <a:pt x="381000" y="628650"/>
                </a:moveTo>
                <a:lnTo>
                  <a:pt x="390525" y="628650"/>
                </a:lnTo>
                <a:lnTo>
                  <a:pt x="390525" y="638175"/>
                </a:lnTo>
                <a:lnTo>
                  <a:pt x="400050" y="638175"/>
                </a:lnTo>
                <a:lnTo>
                  <a:pt x="400050" y="647700"/>
                </a:lnTo>
                <a:lnTo>
                  <a:pt x="381000" y="647700"/>
                </a:lnTo>
                <a:close/>
                <a:moveTo>
                  <a:pt x="581025" y="628650"/>
                </a:moveTo>
                <a:lnTo>
                  <a:pt x="590550" y="628650"/>
                </a:lnTo>
                <a:lnTo>
                  <a:pt x="590550" y="638175"/>
                </a:lnTo>
                <a:lnTo>
                  <a:pt x="581025" y="638175"/>
                </a:lnTo>
                <a:close/>
                <a:moveTo>
                  <a:pt x="571500" y="638175"/>
                </a:moveTo>
                <a:lnTo>
                  <a:pt x="581025" y="638175"/>
                </a:lnTo>
                <a:lnTo>
                  <a:pt x="581025" y="647700"/>
                </a:lnTo>
                <a:lnTo>
                  <a:pt x="571500" y="647700"/>
                </a:lnTo>
                <a:close/>
                <a:moveTo>
                  <a:pt x="400050" y="647700"/>
                </a:moveTo>
                <a:lnTo>
                  <a:pt x="419100" y="647700"/>
                </a:lnTo>
                <a:lnTo>
                  <a:pt x="419100" y="657225"/>
                </a:lnTo>
                <a:lnTo>
                  <a:pt x="400050" y="657225"/>
                </a:lnTo>
                <a:close/>
                <a:moveTo>
                  <a:pt x="552450" y="647700"/>
                </a:moveTo>
                <a:lnTo>
                  <a:pt x="571500" y="647700"/>
                </a:lnTo>
                <a:lnTo>
                  <a:pt x="571500" y="657225"/>
                </a:lnTo>
                <a:lnTo>
                  <a:pt x="552450" y="657225"/>
                </a:lnTo>
                <a:close/>
                <a:moveTo>
                  <a:pt x="428625" y="657225"/>
                </a:moveTo>
                <a:lnTo>
                  <a:pt x="457200" y="657225"/>
                </a:lnTo>
                <a:lnTo>
                  <a:pt x="457200" y="666750"/>
                </a:lnTo>
                <a:lnTo>
                  <a:pt x="428625" y="666750"/>
                </a:lnTo>
                <a:close/>
                <a:moveTo>
                  <a:pt x="523875" y="657225"/>
                </a:moveTo>
                <a:lnTo>
                  <a:pt x="542925" y="657225"/>
                </a:lnTo>
                <a:lnTo>
                  <a:pt x="542925" y="666750"/>
                </a:lnTo>
                <a:lnTo>
                  <a:pt x="523875" y="666750"/>
                </a:lnTo>
                <a:close/>
              </a:path>
            </a:pathLst>
          </a:custGeom>
          <a:solidFill xmlns:a="http://schemas.openxmlformats.org/drawingml/2006/main">
            <a:srgbClr val="F4FEFF"/>
          </a:solidFill>
          <a:ln xmlns:a="http://schemas.openxmlformats.org/drawingml/2006/main" w="0">
            <a:noFill/>
          </a:ln>
        </p:spPr>
      </p:sp>
      <p:sp>
        <p:nvSpPr>
          <p:cNvPr id="114" name="calendar vector #eefaff">
            <a:extLst xmlns:a="http://schemas.openxmlformats.org/drawingml/2006/main">
              <a:ext uri="{FF2B5EF4-FFF2-40B4-BE49-F238E27FC236}">
                <a16:creationId xmlns:a16="http://schemas.microsoft.com/office/drawing/2014/main" id="{1A8E0E7F-1386-4767-BA98-BC17A0ED6BF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57250" y="4848225"/>
            <a:ext cx="704850" cy="704850"/>
          </a:xfrm>
          <a:custGeom xmlns:a="http://schemas.openxmlformats.org/drawingml/2006/main">
            <a:pathLst>
              <a:path w="704850" h="704850">
                <a:moveTo>
                  <a:pt x="390525" y="47625"/>
                </a:moveTo>
                <a:lnTo>
                  <a:pt x="419100" y="47625"/>
                </a:lnTo>
                <a:lnTo>
                  <a:pt x="419100" y="57150"/>
                </a:lnTo>
                <a:lnTo>
                  <a:pt x="390525" y="57150"/>
                </a:lnTo>
                <a:close/>
                <a:moveTo>
                  <a:pt x="381000" y="57150"/>
                </a:moveTo>
                <a:lnTo>
                  <a:pt x="390525" y="57150"/>
                </a:lnTo>
                <a:lnTo>
                  <a:pt x="390525" y="66675"/>
                </a:lnTo>
                <a:lnTo>
                  <a:pt x="381000" y="66675"/>
                </a:lnTo>
                <a:close/>
                <a:moveTo>
                  <a:pt x="419100" y="57150"/>
                </a:moveTo>
                <a:lnTo>
                  <a:pt x="428625" y="57150"/>
                </a:lnTo>
                <a:lnTo>
                  <a:pt x="428625" y="66675"/>
                </a:lnTo>
                <a:lnTo>
                  <a:pt x="419100" y="66675"/>
                </a:lnTo>
                <a:close/>
                <a:moveTo>
                  <a:pt x="371475" y="85725"/>
                </a:moveTo>
                <a:lnTo>
                  <a:pt x="381000" y="85725"/>
                </a:lnTo>
                <a:lnTo>
                  <a:pt x="381000" y="95250"/>
                </a:lnTo>
                <a:lnTo>
                  <a:pt x="371475" y="95250"/>
                </a:lnTo>
                <a:close/>
                <a:moveTo>
                  <a:pt x="76200" y="95250"/>
                </a:moveTo>
                <a:lnTo>
                  <a:pt x="114300" y="95250"/>
                </a:lnTo>
                <a:lnTo>
                  <a:pt x="114300" y="104775"/>
                </a:lnTo>
                <a:lnTo>
                  <a:pt x="76200" y="104775"/>
                </a:lnTo>
                <a:close/>
                <a:moveTo>
                  <a:pt x="209550" y="95250"/>
                </a:moveTo>
                <a:lnTo>
                  <a:pt x="352425" y="95250"/>
                </a:lnTo>
                <a:lnTo>
                  <a:pt x="352425" y="104775"/>
                </a:lnTo>
                <a:lnTo>
                  <a:pt x="209550" y="104775"/>
                </a:lnTo>
                <a:close/>
                <a:moveTo>
                  <a:pt x="57150" y="104775"/>
                </a:moveTo>
                <a:lnTo>
                  <a:pt x="66675" y="104775"/>
                </a:lnTo>
                <a:lnTo>
                  <a:pt x="66675" y="114300"/>
                </a:lnTo>
                <a:lnTo>
                  <a:pt x="57150" y="114300"/>
                </a:lnTo>
                <a:close/>
                <a:moveTo>
                  <a:pt x="495300" y="104775"/>
                </a:moveTo>
                <a:lnTo>
                  <a:pt x="504825" y="104775"/>
                </a:lnTo>
                <a:lnTo>
                  <a:pt x="504825" y="114300"/>
                </a:lnTo>
                <a:lnTo>
                  <a:pt x="495300" y="114300"/>
                </a:lnTo>
                <a:close/>
                <a:moveTo>
                  <a:pt x="47625" y="114300"/>
                </a:moveTo>
                <a:lnTo>
                  <a:pt x="57150" y="114300"/>
                </a:lnTo>
                <a:lnTo>
                  <a:pt x="57150" y="123825"/>
                </a:lnTo>
                <a:lnTo>
                  <a:pt x="47625" y="123825"/>
                </a:lnTo>
                <a:close/>
                <a:moveTo>
                  <a:pt x="38100" y="123825"/>
                </a:moveTo>
                <a:lnTo>
                  <a:pt x="47625" y="123825"/>
                </a:lnTo>
                <a:lnTo>
                  <a:pt x="47625" y="133350"/>
                </a:lnTo>
                <a:lnTo>
                  <a:pt x="38100" y="133350"/>
                </a:lnTo>
                <a:close/>
                <a:moveTo>
                  <a:pt x="28575" y="133350"/>
                </a:moveTo>
                <a:lnTo>
                  <a:pt x="38100" y="133350"/>
                </a:lnTo>
                <a:lnTo>
                  <a:pt x="38100" y="142875"/>
                </a:lnTo>
                <a:lnTo>
                  <a:pt x="28575" y="142875"/>
                </a:lnTo>
                <a:close/>
                <a:moveTo>
                  <a:pt x="533400" y="142875"/>
                </a:moveTo>
                <a:lnTo>
                  <a:pt x="542925" y="142875"/>
                </a:lnTo>
                <a:lnTo>
                  <a:pt x="542925" y="161925"/>
                </a:lnTo>
                <a:lnTo>
                  <a:pt x="533400" y="161925"/>
                </a:lnTo>
                <a:close/>
                <a:moveTo>
                  <a:pt x="19050" y="161925"/>
                </a:moveTo>
                <a:lnTo>
                  <a:pt x="28575" y="161925"/>
                </a:lnTo>
                <a:lnTo>
                  <a:pt x="28575" y="514350"/>
                </a:lnTo>
                <a:lnTo>
                  <a:pt x="19050" y="514350"/>
                </a:lnTo>
                <a:close/>
                <a:moveTo>
                  <a:pt x="542925" y="161925"/>
                </a:moveTo>
                <a:lnTo>
                  <a:pt x="552450" y="161925"/>
                </a:lnTo>
                <a:lnTo>
                  <a:pt x="552450" y="228600"/>
                </a:lnTo>
                <a:lnTo>
                  <a:pt x="542925" y="228600"/>
                </a:lnTo>
                <a:close/>
                <a:moveTo>
                  <a:pt x="542925" y="361950"/>
                </a:moveTo>
                <a:lnTo>
                  <a:pt x="552450" y="361950"/>
                </a:lnTo>
                <a:lnTo>
                  <a:pt x="552450" y="371475"/>
                </a:lnTo>
                <a:lnTo>
                  <a:pt x="542925" y="371475"/>
                </a:lnTo>
                <a:close/>
                <a:moveTo>
                  <a:pt x="552450" y="371475"/>
                </a:moveTo>
                <a:lnTo>
                  <a:pt x="561975" y="371475"/>
                </a:lnTo>
                <a:lnTo>
                  <a:pt x="561975" y="381000"/>
                </a:lnTo>
                <a:lnTo>
                  <a:pt x="552450" y="381000"/>
                </a:lnTo>
                <a:close/>
                <a:moveTo>
                  <a:pt x="561975" y="381000"/>
                </a:moveTo>
                <a:lnTo>
                  <a:pt x="571500" y="381000"/>
                </a:lnTo>
                <a:lnTo>
                  <a:pt x="571500" y="390525"/>
                </a:lnTo>
                <a:lnTo>
                  <a:pt x="561975" y="390525"/>
                </a:lnTo>
                <a:close/>
                <a:moveTo>
                  <a:pt x="619125" y="438150"/>
                </a:moveTo>
                <a:lnTo>
                  <a:pt x="628650" y="438150"/>
                </a:lnTo>
                <a:lnTo>
                  <a:pt x="628650" y="447675"/>
                </a:lnTo>
                <a:lnTo>
                  <a:pt x="619125" y="447675"/>
                </a:lnTo>
                <a:close/>
                <a:moveTo>
                  <a:pt x="628650" y="466725"/>
                </a:moveTo>
                <a:lnTo>
                  <a:pt x="638175" y="466725"/>
                </a:lnTo>
                <a:lnTo>
                  <a:pt x="638175" y="476250"/>
                </a:lnTo>
                <a:lnTo>
                  <a:pt x="628650" y="476250"/>
                </a:lnTo>
                <a:close/>
                <a:moveTo>
                  <a:pt x="638175" y="485775"/>
                </a:moveTo>
                <a:lnTo>
                  <a:pt x="647700" y="485775"/>
                </a:lnTo>
                <a:lnTo>
                  <a:pt x="647700" y="552450"/>
                </a:lnTo>
                <a:lnTo>
                  <a:pt x="638175" y="552450"/>
                </a:lnTo>
                <a:close/>
                <a:moveTo>
                  <a:pt x="28575" y="542925"/>
                </a:moveTo>
                <a:lnTo>
                  <a:pt x="38100" y="542925"/>
                </a:lnTo>
                <a:lnTo>
                  <a:pt x="38100" y="552450"/>
                </a:lnTo>
                <a:lnTo>
                  <a:pt x="28575" y="552450"/>
                </a:lnTo>
                <a:close/>
                <a:moveTo>
                  <a:pt x="628650" y="561975"/>
                </a:moveTo>
                <a:lnTo>
                  <a:pt x="638175" y="561975"/>
                </a:lnTo>
                <a:lnTo>
                  <a:pt x="638175" y="571500"/>
                </a:lnTo>
                <a:lnTo>
                  <a:pt x="628650" y="571500"/>
                </a:lnTo>
                <a:close/>
                <a:moveTo>
                  <a:pt x="57150" y="571500"/>
                </a:moveTo>
                <a:lnTo>
                  <a:pt x="66675" y="571500"/>
                </a:lnTo>
                <a:lnTo>
                  <a:pt x="66675" y="581025"/>
                </a:lnTo>
                <a:lnTo>
                  <a:pt x="57150" y="581025"/>
                </a:lnTo>
                <a:close/>
                <a:moveTo>
                  <a:pt x="85725" y="581025"/>
                </a:moveTo>
                <a:lnTo>
                  <a:pt x="352425" y="581025"/>
                </a:lnTo>
                <a:lnTo>
                  <a:pt x="352425" y="590550"/>
                </a:lnTo>
                <a:lnTo>
                  <a:pt x="85725" y="590550"/>
                </a:lnTo>
                <a:close/>
                <a:moveTo>
                  <a:pt x="619125" y="581025"/>
                </a:moveTo>
                <a:lnTo>
                  <a:pt x="628650" y="581025"/>
                </a:lnTo>
                <a:lnTo>
                  <a:pt x="628650" y="590550"/>
                </a:lnTo>
                <a:lnTo>
                  <a:pt x="619125" y="590550"/>
                </a:lnTo>
                <a:close/>
                <a:moveTo>
                  <a:pt x="352425" y="590550"/>
                </a:moveTo>
                <a:lnTo>
                  <a:pt x="361950" y="590550"/>
                </a:lnTo>
                <a:lnTo>
                  <a:pt x="361950" y="600075"/>
                </a:lnTo>
                <a:lnTo>
                  <a:pt x="352425" y="600075"/>
                </a:lnTo>
                <a:close/>
                <a:moveTo>
                  <a:pt x="361950" y="600075"/>
                </a:moveTo>
                <a:lnTo>
                  <a:pt x="371475" y="600075"/>
                </a:lnTo>
                <a:lnTo>
                  <a:pt x="371475" y="609600"/>
                </a:lnTo>
                <a:lnTo>
                  <a:pt x="361950" y="609600"/>
                </a:lnTo>
                <a:close/>
                <a:moveTo>
                  <a:pt x="371475" y="609600"/>
                </a:moveTo>
                <a:lnTo>
                  <a:pt x="381000" y="609600"/>
                </a:lnTo>
                <a:lnTo>
                  <a:pt x="381000" y="619125"/>
                </a:lnTo>
                <a:lnTo>
                  <a:pt x="371475" y="619125"/>
                </a:lnTo>
                <a:close/>
                <a:moveTo>
                  <a:pt x="600075" y="609600"/>
                </a:moveTo>
                <a:lnTo>
                  <a:pt x="609600" y="609600"/>
                </a:lnTo>
                <a:lnTo>
                  <a:pt x="609600" y="619125"/>
                </a:lnTo>
                <a:lnTo>
                  <a:pt x="600075" y="619125"/>
                </a:lnTo>
                <a:close/>
                <a:moveTo>
                  <a:pt x="381000" y="619125"/>
                </a:moveTo>
                <a:lnTo>
                  <a:pt x="390525" y="619125"/>
                </a:lnTo>
                <a:lnTo>
                  <a:pt x="390525" y="628650"/>
                </a:lnTo>
                <a:lnTo>
                  <a:pt x="381000" y="628650"/>
                </a:lnTo>
                <a:close/>
                <a:moveTo>
                  <a:pt x="590550" y="619125"/>
                </a:moveTo>
                <a:lnTo>
                  <a:pt x="600075" y="619125"/>
                </a:lnTo>
                <a:lnTo>
                  <a:pt x="600075" y="628650"/>
                </a:lnTo>
                <a:lnTo>
                  <a:pt x="590550" y="628650"/>
                </a:lnTo>
                <a:close/>
                <a:moveTo>
                  <a:pt x="390525" y="628650"/>
                </a:moveTo>
                <a:lnTo>
                  <a:pt x="400050" y="628650"/>
                </a:lnTo>
                <a:lnTo>
                  <a:pt x="400050" y="638175"/>
                </a:lnTo>
                <a:lnTo>
                  <a:pt x="390525" y="638175"/>
                </a:lnTo>
                <a:close/>
                <a:moveTo>
                  <a:pt x="400050" y="638175"/>
                </a:moveTo>
                <a:lnTo>
                  <a:pt x="409575" y="638175"/>
                </a:lnTo>
                <a:lnTo>
                  <a:pt x="409575" y="647700"/>
                </a:lnTo>
                <a:lnTo>
                  <a:pt x="400050" y="647700"/>
                </a:lnTo>
                <a:close/>
                <a:moveTo>
                  <a:pt x="561975" y="638175"/>
                </a:moveTo>
                <a:lnTo>
                  <a:pt x="571500" y="638175"/>
                </a:lnTo>
                <a:lnTo>
                  <a:pt x="571500" y="647700"/>
                </a:lnTo>
                <a:lnTo>
                  <a:pt x="561975" y="647700"/>
                </a:lnTo>
                <a:close/>
                <a:moveTo>
                  <a:pt x="419100" y="647700"/>
                </a:moveTo>
                <a:lnTo>
                  <a:pt x="438150" y="647700"/>
                </a:lnTo>
                <a:lnTo>
                  <a:pt x="438150" y="657225"/>
                </a:lnTo>
                <a:lnTo>
                  <a:pt x="419100" y="657225"/>
                </a:lnTo>
                <a:close/>
                <a:moveTo>
                  <a:pt x="542925" y="647700"/>
                </a:moveTo>
                <a:lnTo>
                  <a:pt x="552450" y="647700"/>
                </a:lnTo>
                <a:lnTo>
                  <a:pt x="552450" y="657225"/>
                </a:lnTo>
                <a:lnTo>
                  <a:pt x="542925" y="657225"/>
                </a:lnTo>
                <a:close/>
                <a:moveTo>
                  <a:pt x="457200" y="657225"/>
                </a:moveTo>
                <a:lnTo>
                  <a:pt x="466725" y="657225"/>
                </a:lnTo>
                <a:lnTo>
                  <a:pt x="466725" y="666750"/>
                </a:lnTo>
                <a:lnTo>
                  <a:pt x="457200" y="666750"/>
                </a:lnTo>
                <a:close/>
                <a:moveTo>
                  <a:pt x="514350" y="657225"/>
                </a:moveTo>
                <a:lnTo>
                  <a:pt x="523875" y="657225"/>
                </a:lnTo>
                <a:lnTo>
                  <a:pt x="523875" y="666750"/>
                </a:lnTo>
                <a:lnTo>
                  <a:pt x="514350" y="666750"/>
                </a:lnTo>
                <a:close/>
              </a:path>
            </a:pathLst>
          </a:custGeom>
          <a:solidFill xmlns:a="http://schemas.openxmlformats.org/drawingml/2006/main">
            <a:srgbClr val="EEFAFF"/>
          </a:solidFill>
          <a:ln xmlns:a="http://schemas.openxmlformats.org/drawingml/2006/main" w="0">
            <a:noFill/>
          </a:ln>
        </p:spPr>
      </p:sp>
      <p:sp>
        <p:nvSpPr>
          <p:cNvPr id="115" name="calendar vector #dbd8de">
            <a:extLst xmlns:a="http://schemas.openxmlformats.org/drawingml/2006/main">
              <a:ext uri="{FF2B5EF4-FFF2-40B4-BE49-F238E27FC236}">
                <a16:creationId xmlns:a16="http://schemas.microsoft.com/office/drawing/2014/main" id="{3715F9A0-6EC0-4C8C-AB74-82FBD4B441A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57250" y="4848225"/>
            <a:ext cx="704850" cy="704850"/>
          </a:xfrm>
          <a:custGeom xmlns:a="http://schemas.openxmlformats.org/drawingml/2006/main">
            <a:pathLst>
              <a:path w="704850" h="704850">
                <a:moveTo>
                  <a:pt x="152400" y="47625"/>
                </a:moveTo>
                <a:lnTo>
                  <a:pt x="171450" y="47625"/>
                </a:lnTo>
                <a:lnTo>
                  <a:pt x="171450" y="57150"/>
                </a:lnTo>
                <a:lnTo>
                  <a:pt x="152400" y="57150"/>
                </a:lnTo>
                <a:close/>
                <a:moveTo>
                  <a:pt x="142875" y="57150"/>
                </a:moveTo>
                <a:lnTo>
                  <a:pt x="152400" y="57150"/>
                </a:lnTo>
                <a:lnTo>
                  <a:pt x="152400" y="66675"/>
                </a:lnTo>
                <a:lnTo>
                  <a:pt x="142875" y="66675"/>
                </a:lnTo>
                <a:close/>
                <a:moveTo>
                  <a:pt x="171450" y="57150"/>
                </a:moveTo>
                <a:lnTo>
                  <a:pt x="180975" y="57150"/>
                </a:lnTo>
                <a:lnTo>
                  <a:pt x="180975" y="66675"/>
                </a:lnTo>
                <a:lnTo>
                  <a:pt x="171450" y="66675"/>
                </a:lnTo>
                <a:close/>
                <a:moveTo>
                  <a:pt x="133350" y="66675"/>
                </a:moveTo>
                <a:lnTo>
                  <a:pt x="142875" y="66675"/>
                </a:lnTo>
                <a:lnTo>
                  <a:pt x="142875" y="95250"/>
                </a:lnTo>
                <a:lnTo>
                  <a:pt x="133350" y="95250"/>
                </a:lnTo>
                <a:close/>
                <a:moveTo>
                  <a:pt x="180975" y="66675"/>
                </a:moveTo>
                <a:lnTo>
                  <a:pt x="190500" y="66675"/>
                </a:lnTo>
                <a:lnTo>
                  <a:pt x="190500" y="95250"/>
                </a:lnTo>
                <a:lnTo>
                  <a:pt x="180975" y="95250"/>
                </a:lnTo>
                <a:close/>
                <a:moveTo>
                  <a:pt x="123825" y="95250"/>
                </a:moveTo>
                <a:lnTo>
                  <a:pt x="133350" y="95250"/>
                </a:lnTo>
                <a:lnTo>
                  <a:pt x="133350" y="104775"/>
                </a:lnTo>
                <a:lnTo>
                  <a:pt x="123825" y="104775"/>
                </a:lnTo>
                <a:close/>
                <a:moveTo>
                  <a:pt x="190500" y="95250"/>
                </a:moveTo>
                <a:lnTo>
                  <a:pt x="200025" y="95250"/>
                </a:lnTo>
                <a:lnTo>
                  <a:pt x="200025" y="104775"/>
                </a:lnTo>
                <a:lnTo>
                  <a:pt x="190500" y="104775"/>
                </a:lnTo>
                <a:close/>
                <a:moveTo>
                  <a:pt x="66675" y="104775"/>
                </a:moveTo>
                <a:lnTo>
                  <a:pt x="76200" y="104775"/>
                </a:lnTo>
                <a:lnTo>
                  <a:pt x="76200" y="114300"/>
                </a:lnTo>
                <a:lnTo>
                  <a:pt x="66675" y="114300"/>
                </a:lnTo>
                <a:close/>
                <a:moveTo>
                  <a:pt x="523875" y="133350"/>
                </a:moveTo>
                <a:lnTo>
                  <a:pt x="533400" y="133350"/>
                </a:lnTo>
                <a:lnTo>
                  <a:pt x="533400" y="142875"/>
                </a:lnTo>
                <a:lnTo>
                  <a:pt x="523875" y="142875"/>
                </a:lnTo>
                <a:close/>
                <a:moveTo>
                  <a:pt x="533400" y="161925"/>
                </a:moveTo>
                <a:lnTo>
                  <a:pt x="542925" y="161925"/>
                </a:lnTo>
                <a:lnTo>
                  <a:pt x="542925" y="371475"/>
                </a:lnTo>
                <a:lnTo>
                  <a:pt x="533400" y="371475"/>
                </a:lnTo>
                <a:close/>
                <a:moveTo>
                  <a:pt x="76200" y="257175"/>
                </a:moveTo>
                <a:lnTo>
                  <a:pt x="85725" y="257175"/>
                </a:lnTo>
                <a:lnTo>
                  <a:pt x="85725" y="276225"/>
                </a:lnTo>
                <a:lnTo>
                  <a:pt x="76200" y="276225"/>
                </a:lnTo>
                <a:lnTo>
                  <a:pt x="76200" y="285750"/>
                </a:lnTo>
                <a:lnTo>
                  <a:pt x="66675" y="285750"/>
                </a:lnTo>
                <a:lnTo>
                  <a:pt x="66675" y="266700"/>
                </a:lnTo>
                <a:lnTo>
                  <a:pt x="76200" y="266700"/>
                </a:lnTo>
                <a:close/>
                <a:moveTo>
                  <a:pt x="485775" y="257175"/>
                </a:moveTo>
                <a:lnTo>
                  <a:pt x="495300" y="257175"/>
                </a:lnTo>
                <a:lnTo>
                  <a:pt x="495300" y="266700"/>
                </a:lnTo>
                <a:lnTo>
                  <a:pt x="504825" y="266700"/>
                </a:lnTo>
                <a:lnTo>
                  <a:pt x="504825" y="333375"/>
                </a:lnTo>
                <a:lnTo>
                  <a:pt x="495300" y="333375"/>
                </a:lnTo>
                <a:lnTo>
                  <a:pt x="495300" y="285750"/>
                </a:lnTo>
                <a:lnTo>
                  <a:pt x="485775" y="285750"/>
                </a:lnTo>
                <a:lnTo>
                  <a:pt x="485775" y="276225"/>
                </a:lnTo>
                <a:lnTo>
                  <a:pt x="476250" y="276225"/>
                </a:lnTo>
                <a:lnTo>
                  <a:pt x="476250" y="266700"/>
                </a:lnTo>
                <a:lnTo>
                  <a:pt x="485775" y="266700"/>
                </a:lnTo>
                <a:close/>
                <a:moveTo>
                  <a:pt x="485775" y="333375"/>
                </a:moveTo>
                <a:lnTo>
                  <a:pt x="495300" y="333375"/>
                </a:lnTo>
                <a:lnTo>
                  <a:pt x="495300" y="361950"/>
                </a:lnTo>
                <a:lnTo>
                  <a:pt x="476250" y="361950"/>
                </a:lnTo>
                <a:lnTo>
                  <a:pt x="476250" y="342900"/>
                </a:lnTo>
                <a:lnTo>
                  <a:pt x="485775" y="342900"/>
                </a:lnTo>
                <a:close/>
                <a:moveTo>
                  <a:pt x="542925" y="371475"/>
                </a:moveTo>
                <a:lnTo>
                  <a:pt x="552450" y="371475"/>
                </a:lnTo>
                <a:lnTo>
                  <a:pt x="552450" y="381000"/>
                </a:lnTo>
                <a:lnTo>
                  <a:pt x="542925" y="381000"/>
                </a:lnTo>
                <a:close/>
                <a:moveTo>
                  <a:pt x="571500" y="390525"/>
                </a:moveTo>
                <a:lnTo>
                  <a:pt x="581025" y="390525"/>
                </a:lnTo>
                <a:lnTo>
                  <a:pt x="581025" y="400050"/>
                </a:lnTo>
                <a:lnTo>
                  <a:pt x="571500" y="400050"/>
                </a:lnTo>
                <a:close/>
                <a:moveTo>
                  <a:pt x="381000" y="400050"/>
                </a:moveTo>
                <a:lnTo>
                  <a:pt x="390525" y="400050"/>
                </a:lnTo>
                <a:lnTo>
                  <a:pt x="390525" y="409575"/>
                </a:lnTo>
                <a:lnTo>
                  <a:pt x="381000" y="409575"/>
                </a:lnTo>
                <a:close/>
                <a:moveTo>
                  <a:pt x="609600" y="428625"/>
                </a:moveTo>
                <a:lnTo>
                  <a:pt x="619125" y="428625"/>
                </a:lnTo>
                <a:lnTo>
                  <a:pt x="619125" y="438150"/>
                </a:lnTo>
                <a:lnTo>
                  <a:pt x="609600" y="438150"/>
                </a:lnTo>
                <a:close/>
                <a:moveTo>
                  <a:pt x="561975" y="438150"/>
                </a:moveTo>
                <a:lnTo>
                  <a:pt x="571500" y="438150"/>
                </a:lnTo>
                <a:lnTo>
                  <a:pt x="571500" y="447675"/>
                </a:lnTo>
                <a:lnTo>
                  <a:pt x="581025" y="447675"/>
                </a:lnTo>
                <a:lnTo>
                  <a:pt x="581025" y="457200"/>
                </a:lnTo>
                <a:lnTo>
                  <a:pt x="561975" y="457200"/>
                </a:lnTo>
                <a:close/>
                <a:moveTo>
                  <a:pt x="619125" y="447675"/>
                </a:moveTo>
                <a:lnTo>
                  <a:pt x="628650" y="447675"/>
                </a:lnTo>
                <a:lnTo>
                  <a:pt x="628650" y="457200"/>
                </a:lnTo>
                <a:lnTo>
                  <a:pt x="619125" y="457200"/>
                </a:lnTo>
                <a:close/>
                <a:moveTo>
                  <a:pt x="466725" y="504825"/>
                </a:moveTo>
                <a:lnTo>
                  <a:pt x="476250" y="504825"/>
                </a:lnTo>
                <a:lnTo>
                  <a:pt x="476250" y="523875"/>
                </a:lnTo>
                <a:lnTo>
                  <a:pt x="466725" y="523875"/>
                </a:lnTo>
                <a:close/>
                <a:moveTo>
                  <a:pt x="66675" y="514350"/>
                </a:moveTo>
                <a:lnTo>
                  <a:pt x="85725" y="514350"/>
                </a:lnTo>
                <a:lnTo>
                  <a:pt x="85725" y="523875"/>
                </a:lnTo>
                <a:lnTo>
                  <a:pt x="95250" y="523875"/>
                </a:lnTo>
                <a:lnTo>
                  <a:pt x="95250" y="542925"/>
                </a:lnTo>
                <a:lnTo>
                  <a:pt x="85725" y="542925"/>
                </a:lnTo>
                <a:lnTo>
                  <a:pt x="85725" y="533400"/>
                </a:lnTo>
                <a:lnTo>
                  <a:pt x="76200" y="533400"/>
                </a:lnTo>
                <a:lnTo>
                  <a:pt x="76200" y="523875"/>
                </a:lnTo>
                <a:lnTo>
                  <a:pt x="66675" y="523875"/>
                </a:lnTo>
                <a:close/>
                <a:moveTo>
                  <a:pt x="323850" y="523875"/>
                </a:moveTo>
                <a:lnTo>
                  <a:pt x="342900" y="523875"/>
                </a:lnTo>
                <a:lnTo>
                  <a:pt x="342900" y="533400"/>
                </a:lnTo>
                <a:lnTo>
                  <a:pt x="333375" y="533400"/>
                </a:lnTo>
                <a:lnTo>
                  <a:pt x="333375" y="542925"/>
                </a:lnTo>
                <a:lnTo>
                  <a:pt x="323850" y="542925"/>
                </a:lnTo>
                <a:close/>
                <a:moveTo>
                  <a:pt x="38100" y="552450"/>
                </a:moveTo>
                <a:lnTo>
                  <a:pt x="47625" y="552450"/>
                </a:lnTo>
                <a:lnTo>
                  <a:pt x="47625" y="561975"/>
                </a:lnTo>
                <a:lnTo>
                  <a:pt x="38100" y="561975"/>
                </a:lnTo>
                <a:close/>
                <a:moveTo>
                  <a:pt x="628650" y="552450"/>
                </a:moveTo>
                <a:lnTo>
                  <a:pt x="638175" y="552450"/>
                </a:lnTo>
                <a:lnTo>
                  <a:pt x="638175" y="561975"/>
                </a:lnTo>
                <a:lnTo>
                  <a:pt x="628650" y="561975"/>
                </a:lnTo>
                <a:close/>
                <a:moveTo>
                  <a:pt x="47625" y="561975"/>
                </a:moveTo>
                <a:lnTo>
                  <a:pt x="57150" y="561975"/>
                </a:lnTo>
                <a:lnTo>
                  <a:pt x="57150" y="571500"/>
                </a:lnTo>
                <a:lnTo>
                  <a:pt x="47625" y="571500"/>
                </a:lnTo>
                <a:close/>
                <a:moveTo>
                  <a:pt x="66675" y="571500"/>
                </a:moveTo>
                <a:lnTo>
                  <a:pt x="76200" y="571500"/>
                </a:lnTo>
                <a:lnTo>
                  <a:pt x="76200" y="581025"/>
                </a:lnTo>
                <a:lnTo>
                  <a:pt x="66675" y="581025"/>
                </a:lnTo>
                <a:close/>
                <a:moveTo>
                  <a:pt x="352425" y="581025"/>
                </a:moveTo>
                <a:lnTo>
                  <a:pt x="361950" y="581025"/>
                </a:lnTo>
                <a:lnTo>
                  <a:pt x="361950" y="590550"/>
                </a:lnTo>
                <a:lnTo>
                  <a:pt x="352425" y="590550"/>
                </a:lnTo>
                <a:close/>
                <a:moveTo>
                  <a:pt x="361950" y="590550"/>
                </a:moveTo>
                <a:lnTo>
                  <a:pt x="371475" y="590550"/>
                </a:lnTo>
                <a:lnTo>
                  <a:pt x="371475" y="600075"/>
                </a:lnTo>
                <a:lnTo>
                  <a:pt x="361950" y="600075"/>
                </a:lnTo>
                <a:close/>
                <a:moveTo>
                  <a:pt x="609600" y="590550"/>
                </a:moveTo>
                <a:lnTo>
                  <a:pt x="619125" y="590550"/>
                </a:lnTo>
                <a:lnTo>
                  <a:pt x="619125" y="600075"/>
                </a:lnTo>
                <a:lnTo>
                  <a:pt x="609600" y="600075"/>
                </a:lnTo>
                <a:close/>
                <a:moveTo>
                  <a:pt x="409575" y="638175"/>
                </a:moveTo>
                <a:lnTo>
                  <a:pt x="419100" y="638175"/>
                </a:lnTo>
                <a:lnTo>
                  <a:pt x="419100" y="647700"/>
                </a:lnTo>
                <a:lnTo>
                  <a:pt x="409575" y="647700"/>
                </a:lnTo>
                <a:close/>
                <a:moveTo>
                  <a:pt x="466725" y="657225"/>
                </a:moveTo>
                <a:lnTo>
                  <a:pt x="476250" y="657225"/>
                </a:lnTo>
                <a:lnTo>
                  <a:pt x="476250" y="666750"/>
                </a:lnTo>
                <a:lnTo>
                  <a:pt x="466725" y="666750"/>
                </a:lnTo>
                <a:close/>
                <a:moveTo>
                  <a:pt x="495300" y="657225"/>
                </a:moveTo>
                <a:lnTo>
                  <a:pt x="514350" y="657225"/>
                </a:lnTo>
                <a:lnTo>
                  <a:pt x="514350" y="666750"/>
                </a:lnTo>
                <a:lnTo>
                  <a:pt x="495300" y="666750"/>
                </a:lnTo>
                <a:close/>
              </a:path>
            </a:pathLst>
          </a:custGeom>
          <a:solidFill xmlns:a="http://schemas.openxmlformats.org/drawingml/2006/main">
            <a:srgbClr val="DBD8DE"/>
          </a:solidFill>
          <a:ln xmlns:a="http://schemas.openxmlformats.org/drawingml/2006/main" w="0">
            <a:noFill/>
          </a:ln>
        </p:spPr>
      </p:sp>
      <p:sp>
        <p:nvSpPr>
          <p:cNvPr id="116" name="calendar vector #e7cdc1">
            <a:extLst xmlns:a="http://schemas.openxmlformats.org/drawingml/2006/main">
              <a:ext uri="{FF2B5EF4-FFF2-40B4-BE49-F238E27FC236}">
                <a16:creationId xmlns:a16="http://schemas.microsoft.com/office/drawing/2014/main" id="{B67780A8-3320-4AE1-9FED-4D904A3806E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57250" y="4848225"/>
            <a:ext cx="704850" cy="704850"/>
          </a:xfrm>
          <a:custGeom xmlns:a="http://schemas.openxmlformats.org/drawingml/2006/main">
            <a:pathLst>
              <a:path w="704850" h="704850">
                <a:moveTo>
                  <a:pt x="85725" y="257175"/>
                </a:moveTo>
                <a:lnTo>
                  <a:pt x="190500" y="257175"/>
                </a:lnTo>
                <a:lnTo>
                  <a:pt x="190500" y="266700"/>
                </a:lnTo>
                <a:lnTo>
                  <a:pt x="238125" y="266700"/>
                </a:lnTo>
                <a:lnTo>
                  <a:pt x="238125" y="276225"/>
                </a:lnTo>
                <a:lnTo>
                  <a:pt x="114300" y="276225"/>
                </a:lnTo>
                <a:lnTo>
                  <a:pt x="114300" y="285750"/>
                </a:lnTo>
                <a:lnTo>
                  <a:pt x="95250" y="285750"/>
                </a:lnTo>
                <a:lnTo>
                  <a:pt x="95250" y="295275"/>
                </a:lnTo>
                <a:lnTo>
                  <a:pt x="85725" y="295275"/>
                </a:lnTo>
                <a:lnTo>
                  <a:pt x="85725" y="495300"/>
                </a:lnTo>
                <a:lnTo>
                  <a:pt x="95250" y="495300"/>
                </a:lnTo>
                <a:lnTo>
                  <a:pt x="95250" y="514350"/>
                </a:lnTo>
                <a:lnTo>
                  <a:pt x="114300" y="514350"/>
                </a:lnTo>
                <a:lnTo>
                  <a:pt x="114300" y="523875"/>
                </a:lnTo>
                <a:lnTo>
                  <a:pt x="180975" y="523875"/>
                </a:lnTo>
                <a:lnTo>
                  <a:pt x="180975" y="533400"/>
                </a:lnTo>
                <a:lnTo>
                  <a:pt x="152400" y="533400"/>
                </a:lnTo>
                <a:lnTo>
                  <a:pt x="152400" y="542925"/>
                </a:lnTo>
                <a:lnTo>
                  <a:pt x="95250" y="542925"/>
                </a:lnTo>
                <a:lnTo>
                  <a:pt x="95250" y="523875"/>
                </a:lnTo>
                <a:lnTo>
                  <a:pt x="85725" y="523875"/>
                </a:lnTo>
                <a:lnTo>
                  <a:pt x="85725" y="514350"/>
                </a:lnTo>
                <a:lnTo>
                  <a:pt x="66675" y="514350"/>
                </a:lnTo>
                <a:lnTo>
                  <a:pt x="66675" y="447675"/>
                </a:lnTo>
                <a:lnTo>
                  <a:pt x="76200" y="447675"/>
                </a:lnTo>
                <a:lnTo>
                  <a:pt x="76200" y="361950"/>
                </a:lnTo>
                <a:lnTo>
                  <a:pt x="66675" y="361950"/>
                </a:lnTo>
                <a:lnTo>
                  <a:pt x="66675" y="352425"/>
                </a:lnTo>
                <a:lnTo>
                  <a:pt x="76200" y="352425"/>
                </a:lnTo>
                <a:lnTo>
                  <a:pt x="76200" y="333375"/>
                </a:lnTo>
                <a:lnTo>
                  <a:pt x="66675" y="333375"/>
                </a:lnTo>
                <a:lnTo>
                  <a:pt x="66675" y="285750"/>
                </a:lnTo>
                <a:lnTo>
                  <a:pt x="76200" y="285750"/>
                </a:lnTo>
                <a:lnTo>
                  <a:pt x="76200" y="276225"/>
                </a:lnTo>
                <a:lnTo>
                  <a:pt x="85725" y="276225"/>
                </a:lnTo>
                <a:close/>
                <a:moveTo>
                  <a:pt x="419100" y="257175"/>
                </a:moveTo>
                <a:lnTo>
                  <a:pt x="485775" y="257175"/>
                </a:lnTo>
                <a:lnTo>
                  <a:pt x="485775" y="266700"/>
                </a:lnTo>
                <a:lnTo>
                  <a:pt x="476250" y="266700"/>
                </a:lnTo>
                <a:lnTo>
                  <a:pt x="476250" y="276225"/>
                </a:lnTo>
                <a:lnTo>
                  <a:pt x="485775" y="276225"/>
                </a:lnTo>
                <a:lnTo>
                  <a:pt x="485775" y="285750"/>
                </a:lnTo>
                <a:lnTo>
                  <a:pt x="495300" y="285750"/>
                </a:lnTo>
                <a:lnTo>
                  <a:pt x="495300" y="333375"/>
                </a:lnTo>
                <a:lnTo>
                  <a:pt x="485775" y="333375"/>
                </a:lnTo>
                <a:lnTo>
                  <a:pt x="485775" y="342900"/>
                </a:lnTo>
                <a:lnTo>
                  <a:pt x="476250" y="342900"/>
                </a:lnTo>
                <a:lnTo>
                  <a:pt x="476250" y="361950"/>
                </a:lnTo>
                <a:lnTo>
                  <a:pt x="457200" y="361950"/>
                </a:lnTo>
                <a:lnTo>
                  <a:pt x="457200" y="371475"/>
                </a:lnTo>
                <a:lnTo>
                  <a:pt x="428625" y="371475"/>
                </a:lnTo>
                <a:lnTo>
                  <a:pt x="428625" y="381000"/>
                </a:lnTo>
                <a:lnTo>
                  <a:pt x="409575" y="381000"/>
                </a:lnTo>
                <a:lnTo>
                  <a:pt x="409575" y="390525"/>
                </a:lnTo>
                <a:lnTo>
                  <a:pt x="400050" y="390525"/>
                </a:lnTo>
                <a:lnTo>
                  <a:pt x="400050" y="400050"/>
                </a:lnTo>
                <a:lnTo>
                  <a:pt x="381000" y="400050"/>
                </a:lnTo>
                <a:lnTo>
                  <a:pt x="381000" y="419100"/>
                </a:lnTo>
                <a:lnTo>
                  <a:pt x="371475" y="419100"/>
                </a:lnTo>
                <a:lnTo>
                  <a:pt x="371475" y="428625"/>
                </a:lnTo>
                <a:lnTo>
                  <a:pt x="361950" y="428625"/>
                </a:lnTo>
                <a:lnTo>
                  <a:pt x="361950" y="438150"/>
                </a:lnTo>
                <a:lnTo>
                  <a:pt x="352425" y="438150"/>
                </a:lnTo>
                <a:lnTo>
                  <a:pt x="352425" y="457200"/>
                </a:lnTo>
                <a:lnTo>
                  <a:pt x="342900" y="457200"/>
                </a:lnTo>
                <a:lnTo>
                  <a:pt x="342900" y="466725"/>
                </a:lnTo>
                <a:lnTo>
                  <a:pt x="333375" y="466725"/>
                </a:lnTo>
                <a:lnTo>
                  <a:pt x="333375" y="438150"/>
                </a:lnTo>
                <a:lnTo>
                  <a:pt x="342900" y="438150"/>
                </a:lnTo>
                <a:lnTo>
                  <a:pt x="342900" y="419100"/>
                </a:lnTo>
                <a:lnTo>
                  <a:pt x="352425" y="419100"/>
                </a:lnTo>
                <a:lnTo>
                  <a:pt x="352425" y="409575"/>
                </a:lnTo>
                <a:lnTo>
                  <a:pt x="361950" y="409575"/>
                </a:lnTo>
                <a:lnTo>
                  <a:pt x="361950" y="400050"/>
                </a:lnTo>
                <a:lnTo>
                  <a:pt x="371475" y="400050"/>
                </a:lnTo>
                <a:lnTo>
                  <a:pt x="371475" y="390525"/>
                </a:lnTo>
                <a:lnTo>
                  <a:pt x="381000" y="390525"/>
                </a:lnTo>
                <a:lnTo>
                  <a:pt x="381000" y="381000"/>
                </a:lnTo>
                <a:lnTo>
                  <a:pt x="390525" y="381000"/>
                </a:lnTo>
                <a:lnTo>
                  <a:pt x="390525" y="371475"/>
                </a:lnTo>
                <a:lnTo>
                  <a:pt x="409575" y="371475"/>
                </a:lnTo>
                <a:lnTo>
                  <a:pt x="409575" y="361950"/>
                </a:lnTo>
                <a:lnTo>
                  <a:pt x="428625" y="361950"/>
                </a:lnTo>
                <a:lnTo>
                  <a:pt x="428625" y="352425"/>
                </a:lnTo>
                <a:lnTo>
                  <a:pt x="447675" y="352425"/>
                </a:lnTo>
                <a:lnTo>
                  <a:pt x="447675" y="342900"/>
                </a:lnTo>
                <a:lnTo>
                  <a:pt x="466725" y="342900"/>
                </a:lnTo>
                <a:lnTo>
                  <a:pt x="466725" y="333375"/>
                </a:lnTo>
                <a:lnTo>
                  <a:pt x="476250" y="333375"/>
                </a:lnTo>
                <a:lnTo>
                  <a:pt x="476250" y="285750"/>
                </a:lnTo>
                <a:lnTo>
                  <a:pt x="466725" y="285750"/>
                </a:lnTo>
                <a:lnTo>
                  <a:pt x="466725" y="276225"/>
                </a:lnTo>
                <a:lnTo>
                  <a:pt x="400050" y="276225"/>
                </a:lnTo>
                <a:lnTo>
                  <a:pt x="400050" y="266700"/>
                </a:lnTo>
                <a:lnTo>
                  <a:pt x="419100" y="266700"/>
                </a:lnTo>
                <a:close/>
                <a:moveTo>
                  <a:pt x="371475" y="266700"/>
                </a:moveTo>
                <a:lnTo>
                  <a:pt x="381000" y="266700"/>
                </a:lnTo>
                <a:lnTo>
                  <a:pt x="381000" y="276225"/>
                </a:lnTo>
                <a:lnTo>
                  <a:pt x="371475" y="276225"/>
                </a:lnTo>
                <a:close/>
                <a:moveTo>
                  <a:pt x="514350" y="409575"/>
                </a:moveTo>
                <a:lnTo>
                  <a:pt x="533400" y="409575"/>
                </a:lnTo>
                <a:lnTo>
                  <a:pt x="533400" y="419100"/>
                </a:lnTo>
                <a:lnTo>
                  <a:pt x="552450" y="419100"/>
                </a:lnTo>
                <a:lnTo>
                  <a:pt x="552450" y="428625"/>
                </a:lnTo>
                <a:lnTo>
                  <a:pt x="561975" y="428625"/>
                </a:lnTo>
                <a:lnTo>
                  <a:pt x="561975" y="457200"/>
                </a:lnTo>
                <a:lnTo>
                  <a:pt x="542925" y="457200"/>
                </a:lnTo>
                <a:lnTo>
                  <a:pt x="542925" y="438150"/>
                </a:lnTo>
                <a:lnTo>
                  <a:pt x="533400" y="438150"/>
                </a:lnTo>
                <a:lnTo>
                  <a:pt x="533400" y="428625"/>
                </a:lnTo>
                <a:lnTo>
                  <a:pt x="514350" y="428625"/>
                </a:lnTo>
                <a:close/>
                <a:moveTo>
                  <a:pt x="428625" y="419100"/>
                </a:moveTo>
                <a:lnTo>
                  <a:pt x="447675" y="419100"/>
                </a:lnTo>
                <a:lnTo>
                  <a:pt x="447675" y="428625"/>
                </a:lnTo>
                <a:lnTo>
                  <a:pt x="438150" y="428625"/>
                </a:lnTo>
                <a:lnTo>
                  <a:pt x="438150" y="438150"/>
                </a:lnTo>
                <a:lnTo>
                  <a:pt x="419100" y="438150"/>
                </a:lnTo>
                <a:lnTo>
                  <a:pt x="419100" y="428625"/>
                </a:lnTo>
                <a:lnTo>
                  <a:pt x="428625" y="428625"/>
                </a:lnTo>
                <a:close/>
                <a:moveTo>
                  <a:pt x="409575" y="438150"/>
                </a:moveTo>
                <a:lnTo>
                  <a:pt x="419100" y="438150"/>
                </a:lnTo>
                <a:lnTo>
                  <a:pt x="419100" y="447675"/>
                </a:lnTo>
                <a:lnTo>
                  <a:pt x="409575" y="447675"/>
                </a:lnTo>
                <a:close/>
                <a:moveTo>
                  <a:pt x="514350" y="457200"/>
                </a:moveTo>
                <a:lnTo>
                  <a:pt x="533400" y="457200"/>
                </a:lnTo>
                <a:lnTo>
                  <a:pt x="533400" y="466725"/>
                </a:lnTo>
                <a:lnTo>
                  <a:pt x="523875" y="466725"/>
                </a:lnTo>
                <a:lnTo>
                  <a:pt x="523875" y="476250"/>
                </a:lnTo>
                <a:lnTo>
                  <a:pt x="514350" y="476250"/>
                </a:lnTo>
                <a:lnTo>
                  <a:pt x="514350" y="485775"/>
                </a:lnTo>
                <a:lnTo>
                  <a:pt x="504825" y="485775"/>
                </a:lnTo>
                <a:lnTo>
                  <a:pt x="504825" y="495300"/>
                </a:lnTo>
                <a:lnTo>
                  <a:pt x="495300" y="495300"/>
                </a:lnTo>
                <a:lnTo>
                  <a:pt x="495300" y="504825"/>
                </a:lnTo>
                <a:lnTo>
                  <a:pt x="485775" y="504825"/>
                </a:lnTo>
                <a:lnTo>
                  <a:pt x="485775" y="514350"/>
                </a:lnTo>
                <a:lnTo>
                  <a:pt x="476250" y="514350"/>
                </a:lnTo>
                <a:lnTo>
                  <a:pt x="476250" y="504825"/>
                </a:lnTo>
                <a:lnTo>
                  <a:pt x="466725" y="504825"/>
                </a:lnTo>
                <a:lnTo>
                  <a:pt x="466725" y="514350"/>
                </a:lnTo>
                <a:lnTo>
                  <a:pt x="457200" y="514350"/>
                </a:lnTo>
                <a:lnTo>
                  <a:pt x="457200" y="504825"/>
                </a:lnTo>
                <a:lnTo>
                  <a:pt x="447675" y="504825"/>
                </a:lnTo>
                <a:lnTo>
                  <a:pt x="447675" y="495300"/>
                </a:lnTo>
                <a:lnTo>
                  <a:pt x="485775" y="495300"/>
                </a:lnTo>
                <a:lnTo>
                  <a:pt x="485775" y="485775"/>
                </a:lnTo>
                <a:lnTo>
                  <a:pt x="495300" y="485775"/>
                </a:lnTo>
                <a:lnTo>
                  <a:pt x="495300" y="476250"/>
                </a:lnTo>
                <a:lnTo>
                  <a:pt x="504825" y="476250"/>
                </a:lnTo>
                <a:lnTo>
                  <a:pt x="504825" y="466725"/>
                </a:lnTo>
                <a:lnTo>
                  <a:pt x="514350" y="466725"/>
                </a:lnTo>
                <a:close/>
                <a:moveTo>
                  <a:pt x="561975" y="457200"/>
                </a:moveTo>
                <a:lnTo>
                  <a:pt x="581025" y="457200"/>
                </a:lnTo>
                <a:lnTo>
                  <a:pt x="581025" y="466725"/>
                </a:lnTo>
                <a:lnTo>
                  <a:pt x="590550" y="466725"/>
                </a:lnTo>
                <a:lnTo>
                  <a:pt x="590550" y="495300"/>
                </a:lnTo>
                <a:lnTo>
                  <a:pt x="581025" y="495300"/>
                </a:lnTo>
                <a:lnTo>
                  <a:pt x="581025" y="485775"/>
                </a:lnTo>
                <a:lnTo>
                  <a:pt x="571500" y="485775"/>
                </a:lnTo>
                <a:lnTo>
                  <a:pt x="571500" y="466725"/>
                </a:lnTo>
                <a:lnTo>
                  <a:pt x="561975" y="466725"/>
                </a:lnTo>
                <a:close/>
                <a:moveTo>
                  <a:pt x="323850" y="485775"/>
                </a:moveTo>
                <a:lnTo>
                  <a:pt x="333375" y="485775"/>
                </a:lnTo>
                <a:lnTo>
                  <a:pt x="333375" y="523875"/>
                </a:lnTo>
                <a:lnTo>
                  <a:pt x="323850" y="523875"/>
                </a:lnTo>
                <a:lnTo>
                  <a:pt x="323850" y="533400"/>
                </a:lnTo>
                <a:lnTo>
                  <a:pt x="295275" y="533400"/>
                </a:lnTo>
                <a:lnTo>
                  <a:pt x="295275" y="523875"/>
                </a:lnTo>
                <a:lnTo>
                  <a:pt x="314325" y="523875"/>
                </a:lnTo>
                <a:lnTo>
                  <a:pt x="314325" y="514350"/>
                </a:lnTo>
                <a:lnTo>
                  <a:pt x="323850" y="514350"/>
                </a:lnTo>
                <a:close/>
                <a:moveTo>
                  <a:pt x="390525" y="504825"/>
                </a:moveTo>
                <a:lnTo>
                  <a:pt x="400050" y="504825"/>
                </a:lnTo>
                <a:lnTo>
                  <a:pt x="400050" y="523875"/>
                </a:lnTo>
                <a:lnTo>
                  <a:pt x="409575" y="523875"/>
                </a:lnTo>
                <a:lnTo>
                  <a:pt x="409575" y="533400"/>
                </a:lnTo>
                <a:lnTo>
                  <a:pt x="419100" y="533400"/>
                </a:lnTo>
                <a:lnTo>
                  <a:pt x="419100" y="561975"/>
                </a:lnTo>
                <a:lnTo>
                  <a:pt x="409575" y="561975"/>
                </a:lnTo>
                <a:lnTo>
                  <a:pt x="409575" y="571500"/>
                </a:lnTo>
                <a:lnTo>
                  <a:pt x="400050" y="571500"/>
                </a:lnTo>
                <a:lnTo>
                  <a:pt x="400050" y="561975"/>
                </a:lnTo>
                <a:lnTo>
                  <a:pt x="390525" y="561975"/>
                </a:lnTo>
                <a:lnTo>
                  <a:pt x="390525" y="542925"/>
                </a:lnTo>
                <a:lnTo>
                  <a:pt x="381000" y="542925"/>
                </a:lnTo>
                <a:lnTo>
                  <a:pt x="381000" y="523875"/>
                </a:lnTo>
                <a:lnTo>
                  <a:pt x="390525" y="523875"/>
                </a:lnTo>
                <a:close/>
                <a:moveTo>
                  <a:pt x="581025" y="552450"/>
                </a:moveTo>
                <a:lnTo>
                  <a:pt x="590550" y="552450"/>
                </a:lnTo>
                <a:lnTo>
                  <a:pt x="590550" y="561975"/>
                </a:lnTo>
                <a:lnTo>
                  <a:pt x="581025" y="561975"/>
                </a:lnTo>
                <a:close/>
                <a:moveTo>
                  <a:pt x="428625" y="561975"/>
                </a:moveTo>
                <a:lnTo>
                  <a:pt x="447675" y="561975"/>
                </a:lnTo>
                <a:lnTo>
                  <a:pt x="447675" y="571500"/>
                </a:lnTo>
                <a:lnTo>
                  <a:pt x="428625" y="571500"/>
                </a:lnTo>
                <a:close/>
                <a:moveTo>
                  <a:pt x="571500" y="561975"/>
                </a:moveTo>
                <a:lnTo>
                  <a:pt x="581025" y="561975"/>
                </a:lnTo>
                <a:lnTo>
                  <a:pt x="581025" y="571500"/>
                </a:lnTo>
                <a:lnTo>
                  <a:pt x="571500" y="571500"/>
                </a:lnTo>
                <a:close/>
                <a:moveTo>
                  <a:pt x="552450" y="581025"/>
                </a:moveTo>
                <a:lnTo>
                  <a:pt x="571500" y="581025"/>
                </a:lnTo>
                <a:lnTo>
                  <a:pt x="571500" y="590550"/>
                </a:lnTo>
                <a:lnTo>
                  <a:pt x="561975" y="590550"/>
                </a:lnTo>
                <a:lnTo>
                  <a:pt x="561975" y="600075"/>
                </a:lnTo>
                <a:lnTo>
                  <a:pt x="542925" y="600075"/>
                </a:lnTo>
                <a:lnTo>
                  <a:pt x="542925" y="590550"/>
                </a:lnTo>
                <a:lnTo>
                  <a:pt x="552450" y="590550"/>
                </a:lnTo>
                <a:close/>
                <a:moveTo>
                  <a:pt x="495300" y="609600"/>
                </a:moveTo>
                <a:lnTo>
                  <a:pt x="504825" y="609600"/>
                </a:lnTo>
                <a:lnTo>
                  <a:pt x="504825" y="619125"/>
                </a:lnTo>
                <a:lnTo>
                  <a:pt x="495300" y="619125"/>
                </a:lnTo>
                <a:close/>
              </a:path>
            </a:pathLst>
          </a:custGeom>
          <a:solidFill xmlns:a="http://schemas.openxmlformats.org/drawingml/2006/main">
            <a:srgbClr val="E7CDC1"/>
          </a:solidFill>
          <a:ln xmlns:a="http://schemas.openxmlformats.org/drawingml/2006/main" w="0">
            <a:noFill/>
          </a:ln>
        </p:spPr>
      </p:sp>
      <p:sp>
        <p:nvSpPr>
          <p:cNvPr id="117" name="calendar vector #f6caac">
            <a:extLst xmlns:a="http://schemas.openxmlformats.org/drawingml/2006/main">
              <a:ext uri="{FF2B5EF4-FFF2-40B4-BE49-F238E27FC236}">
                <a16:creationId xmlns:a16="http://schemas.microsoft.com/office/drawing/2014/main" id="{1717CF5C-4363-4F1E-A60F-D264525021E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57250" y="4848225"/>
            <a:ext cx="704850" cy="704850"/>
          </a:xfrm>
          <a:custGeom xmlns:a="http://schemas.openxmlformats.org/drawingml/2006/main">
            <a:pathLst>
              <a:path w="704850" h="704850">
                <a:moveTo>
                  <a:pt x="200025" y="285750"/>
                </a:moveTo>
                <a:lnTo>
                  <a:pt x="238125" y="285750"/>
                </a:lnTo>
                <a:lnTo>
                  <a:pt x="238125" y="295275"/>
                </a:lnTo>
                <a:lnTo>
                  <a:pt x="200025" y="295275"/>
                </a:lnTo>
                <a:close/>
                <a:moveTo>
                  <a:pt x="114300" y="295275"/>
                </a:moveTo>
                <a:lnTo>
                  <a:pt x="161925" y="295275"/>
                </a:lnTo>
                <a:lnTo>
                  <a:pt x="161925" y="304800"/>
                </a:lnTo>
                <a:lnTo>
                  <a:pt x="133350" y="304800"/>
                </a:lnTo>
                <a:lnTo>
                  <a:pt x="133350" y="314325"/>
                </a:lnTo>
                <a:lnTo>
                  <a:pt x="123825" y="314325"/>
                </a:lnTo>
                <a:lnTo>
                  <a:pt x="123825" y="323850"/>
                </a:lnTo>
                <a:lnTo>
                  <a:pt x="104775" y="323850"/>
                </a:lnTo>
                <a:lnTo>
                  <a:pt x="104775" y="304800"/>
                </a:lnTo>
                <a:lnTo>
                  <a:pt x="114300" y="304800"/>
                </a:lnTo>
                <a:close/>
                <a:moveTo>
                  <a:pt x="409575" y="323850"/>
                </a:moveTo>
                <a:lnTo>
                  <a:pt x="419100" y="323850"/>
                </a:lnTo>
                <a:lnTo>
                  <a:pt x="419100" y="333375"/>
                </a:lnTo>
                <a:lnTo>
                  <a:pt x="409575" y="333375"/>
                </a:lnTo>
                <a:close/>
                <a:moveTo>
                  <a:pt x="304800" y="352425"/>
                </a:moveTo>
                <a:lnTo>
                  <a:pt x="314325" y="352425"/>
                </a:lnTo>
                <a:lnTo>
                  <a:pt x="314325" y="361950"/>
                </a:lnTo>
                <a:lnTo>
                  <a:pt x="323850" y="361950"/>
                </a:lnTo>
                <a:lnTo>
                  <a:pt x="323850" y="381000"/>
                </a:lnTo>
                <a:lnTo>
                  <a:pt x="333375" y="381000"/>
                </a:lnTo>
                <a:lnTo>
                  <a:pt x="333375" y="390525"/>
                </a:lnTo>
                <a:lnTo>
                  <a:pt x="304800" y="390525"/>
                </a:lnTo>
                <a:lnTo>
                  <a:pt x="304800" y="400050"/>
                </a:lnTo>
                <a:lnTo>
                  <a:pt x="295275" y="400050"/>
                </a:lnTo>
                <a:lnTo>
                  <a:pt x="295275" y="390525"/>
                </a:lnTo>
                <a:lnTo>
                  <a:pt x="276225" y="390525"/>
                </a:lnTo>
                <a:lnTo>
                  <a:pt x="276225" y="381000"/>
                </a:lnTo>
                <a:lnTo>
                  <a:pt x="266700" y="381000"/>
                </a:lnTo>
                <a:lnTo>
                  <a:pt x="266700" y="371475"/>
                </a:lnTo>
                <a:lnTo>
                  <a:pt x="285750" y="371475"/>
                </a:lnTo>
                <a:lnTo>
                  <a:pt x="285750" y="381000"/>
                </a:lnTo>
                <a:lnTo>
                  <a:pt x="314325" y="381000"/>
                </a:lnTo>
                <a:lnTo>
                  <a:pt x="314325" y="371475"/>
                </a:lnTo>
                <a:lnTo>
                  <a:pt x="304800" y="371475"/>
                </a:lnTo>
                <a:close/>
                <a:moveTo>
                  <a:pt x="219075" y="381000"/>
                </a:moveTo>
                <a:lnTo>
                  <a:pt x="247650" y="381000"/>
                </a:lnTo>
                <a:lnTo>
                  <a:pt x="247650" y="400050"/>
                </a:lnTo>
                <a:lnTo>
                  <a:pt x="257175" y="400050"/>
                </a:lnTo>
                <a:lnTo>
                  <a:pt x="257175" y="409575"/>
                </a:lnTo>
                <a:lnTo>
                  <a:pt x="276225" y="409575"/>
                </a:lnTo>
                <a:lnTo>
                  <a:pt x="276225" y="419100"/>
                </a:lnTo>
                <a:lnTo>
                  <a:pt x="285750" y="419100"/>
                </a:lnTo>
                <a:lnTo>
                  <a:pt x="285750" y="438150"/>
                </a:lnTo>
                <a:lnTo>
                  <a:pt x="247650" y="438150"/>
                </a:lnTo>
                <a:lnTo>
                  <a:pt x="247650" y="447675"/>
                </a:lnTo>
                <a:lnTo>
                  <a:pt x="180975" y="447675"/>
                </a:lnTo>
                <a:lnTo>
                  <a:pt x="180975" y="457200"/>
                </a:lnTo>
                <a:lnTo>
                  <a:pt x="190500" y="457200"/>
                </a:lnTo>
                <a:lnTo>
                  <a:pt x="190500" y="485775"/>
                </a:lnTo>
                <a:lnTo>
                  <a:pt x="161925" y="485775"/>
                </a:lnTo>
                <a:lnTo>
                  <a:pt x="161925" y="504825"/>
                </a:lnTo>
                <a:lnTo>
                  <a:pt x="133350" y="504825"/>
                </a:lnTo>
                <a:lnTo>
                  <a:pt x="133350" y="495300"/>
                </a:lnTo>
                <a:lnTo>
                  <a:pt x="123825" y="495300"/>
                </a:lnTo>
                <a:lnTo>
                  <a:pt x="123825" y="485775"/>
                </a:lnTo>
                <a:lnTo>
                  <a:pt x="114300" y="485775"/>
                </a:lnTo>
                <a:lnTo>
                  <a:pt x="114300" y="495300"/>
                </a:lnTo>
                <a:lnTo>
                  <a:pt x="104775" y="495300"/>
                </a:lnTo>
                <a:lnTo>
                  <a:pt x="104775" y="476250"/>
                </a:lnTo>
                <a:lnTo>
                  <a:pt x="114300" y="476250"/>
                </a:lnTo>
                <a:lnTo>
                  <a:pt x="114300" y="466725"/>
                </a:lnTo>
                <a:lnTo>
                  <a:pt x="133350" y="466725"/>
                </a:lnTo>
                <a:lnTo>
                  <a:pt x="133350" y="438150"/>
                </a:lnTo>
                <a:lnTo>
                  <a:pt x="171450" y="438150"/>
                </a:lnTo>
                <a:lnTo>
                  <a:pt x="171450" y="428625"/>
                </a:lnTo>
                <a:lnTo>
                  <a:pt x="180975" y="428625"/>
                </a:lnTo>
                <a:lnTo>
                  <a:pt x="180975" y="438150"/>
                </a:lnTo>
                <a:lnTo>
                  <a:pt x="190500" y="438150"/>
                </a:lnTo>
                <a:lnTo>
                  <a:pt x="190500" y="428625"/>
                </a:lnTo>
                <a:lnTo>
                  <a:pt x="200025" y="428625"/>
                </a:lnTo>
                <a:lnTo>
                  <a:pt x="200025" y="419100"/>
                </a:lnTo>
                <a:lnTo>
                  <a:pt x="209550" y="419100"/>
                </a:lnTo>
                <a:lnTo>
                  <a:pt x="209550" y="409575"/>
                </a:lnTo>
                <a:lnTo>
                  <a:pt x="219075" y="409575"/>
                </a:lnTo>
                <a:close/>
                <a:moveTo>
                  <a:pt x="342900" y="381000"/>
                </a:moveTo>
                <a:lnTo>
                  <a:pt x="352425" y="381000"/>
                </a:lnTo>
                <a:lnTo>
                  <a:pt x="352425" y="390525"/>
                </a:lnTo>
                <a:lnTo>
                  <a:pt x="342900" y="390525"/>
                </a:lnTo>
                <a:close/>
                <a:moveTo>
                  <a:pt x="333375" y="390525"/>
                </a:moveTo>
                <a:lnTo>
                  <a:pt x="342900" y="390525"/>
                </a:lnTo>
                <a:lnTo>
                  <a:pt x="342900" y="400050"/>
                </a:lnTo>
                <a:lnTo>
                  <a:pt x="333375" y="400050"/>
                </a:lnTo>
                <a:close/>
                <a:moveTo>
                  <a:pt x="323850" y="409575"/>
                </a:moveTo>
                <a:lnTo>
                  <a:pt x="333375" y="409575"/>
                </a:lnTo>
                <a:lnTo>
                  <a:pt x="333375" y="419100"/>
                </a:lnTo>
                <a:lnTo>
                  <a:pt x="323850" y="419100"/>
                </a:lnTo>
                <a:close/>
                <a:moveTo>
                  <a:pt x="314325" y="419100"/>
                </a:moveTo>
                <a:lnTo>
                  <a:pt x="323850" y="419100"/>
                </a:lnTo>
                <a:lnTo>
                  <a:pt x="323850" y="428625"/>
                </a:lnTo>
                <a:lnTo>
                  <a:pt x="314325" y="428625"/>
                </a:lnTo>
                <a:close/>
                <a:moveTo>
                  <a:pt x="171450" y="504825"/>
                </a:moveTo>
                <a:lnTo>
                  <a:pt x="190500" y="504825"/>
                </a:lnTo>
                <a:lnTo>
                  <a:pt x="190500" y="514350"/>
                </a:lnTo>
                <a:lnTo>
                  <a:pt x="171450" y="514350"/>
                </a:lnTo>
                <a:close/>
              </a:path>
            </a:pathLst>
          </a:custGeom>
          <a:solidFill xmlns:a="http://schemas.openxmlformats.org/drawingml/2006/main">
            <a:srgbClr val="F6CAAC"/>
          </a:solidFill>
          <a:ln xmlns:a="http://schemas.openxmlformats.org/drawingml/2006/main" w="0">
            <a:noFill/>
          </a:ln>
        </p:spPr>
      </p:sp>
      <p:sp>
        <p:nvSpPr>
          <p:cNvPr id="118" name="calendar vector #f5c9ab">
            <a:extLst xmlns:a="http://schemas.openxmlformats.org/drawingml/2006/main">
              <a:ext uri="{FF2B5EF4-FFF2-40B4-BE49-F238E27FC236}">
                <a16:creationId xmlns:a16="http://schemas.microsoft.com/office/drawing/2014/main" id="{F71CF162-95F2-46E3-AF48-6EC87109DA7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57250" y="4848225"/>
            <a:ext cx="704850" cy="704850"/>
          </a:xfrm>
          <a:custGeom xmlns:a="http://schemas.openxmlformats.org/drawingml/2006/main">
            <a:pathLst>
              <a:path w="704850" h="704850">
                <a:moveTo>
                  <a:pt x="238125" y="285750"/>
                </a:moveTo>
                <a:lnTo>
                  <a:pt x="247650" y="285750"/>
                </a:lnTo>
                <a:lnTo>
                  <a:pt x="247650" y="295275"/>
                </a:lnTo>
                <a:lnTo>
                  <a:pt x="238125" y="295275"/>
                </a:lnTo>
                <a:close/>
                <a:moveTo>
                  <a:pt x="161925" y="295275"/>
                </a:moveTo>
                <a:lnTo>
                  <a:pt x="180975" y="295275"/>
                </a:lnTo>
                <a:lnTo>
                  <a:pt x="180975" y="304800"/>
                </a:lnTo>
                <a:lnTo>
                  <a:pt x="161925" y="304800"/>
                </a:lnTo>
                <a:close/>
                <a:moveTo>
                  <a:pt x="200025" y="295275"/>
                </a:moveTo>
                <a:lnTo>
                  <a:pt x="219075" y="295275"/>
                </a:lnTo>
                <a:lnTo>
                  <a:pt x="219075" y="304800"/>
                </a:lnTo>
                <a:lnTo>
                  <a:pt x="200025" y="304800"/>
                </a:lnTo>
                <a:close/>
                <a:moveTo>
                  <a:pt x="247650" y="295275"/>
                </a:moveTo>
                <a:lnTo>
                  <a:pt x="257175" y="295275"/>
                </a:lnTo>
                <a:lnTo>
                  <a:pt x="257175" y="304800"/>
                </a:lnTo>
                <a:lnTo>
                  <a:pt x="247650" y="304800"/>
                </a:lnTo>
                <a:close/>
                <a:moveTo>
                  <a:pt x="352425" y="295275"/>
                </a:moveTo>
                <a:lnTo>
                  <a:pt x="371475" y="295275"/>
                </a:lnTo>
                <a:lnTo>
                  <a:pt x="371475" y="304800"/>
                </a:lnTo>
                <a:lnTo>
                  <a:pt x="352425" y="304800"/>
                </a:lnTo>
                <a:close/>
                <a:moveTo>
                  <a:pt x="133350" y="304800"/>
                </a:moveTo>
                <a:lnTo>
                  <a:pt x="161925" y="304800"/>
                </a:lnTo>
                <a:lnTo>
                  <a:pt x="161925" y="314325"/>
                </a:lnTo>
                <a:lnTo>
                  <a:pt x="152400" y="314325"/>
                </a:lnTo>
                <a:lnTo>
                  <a:pt x="152400" y="352425"/>
                </a:lnTo>
                <a:lnTo>
                  <a:pt x="114300" y="352425"/>
                </a:lnTo>
                <a:lnTo>
                  <a:pt x="114300" y="361950"/>
                </a:lnTo>
                <a:lnTo>
                  <a:pt x="104775" y="361950"/>
                </a:lnTo>
                <a:lnTo>
                  <a:pt x="104775" y="323850"/>
                </a:lnTo>
                <a:lnTo>
                  <a:pt x="123825" y="323850"/>
                </a:lnTo>
                <a:lnTo>
                  <a:pt x="123825" y="314325"/>
                </a:lnTo>
                <a:lnTo>
                  <a:pt x="133350" y="314325"/>
                </a:lnTo>
                <a:close/>
                <a:moveTo>
                  <a:pt x="390525" y="323850"/>
                </a:moveTo>
                <a:lnTo>
                  <a:pt x="400050" y="323850"/>
                </a:lnTo>
                <a:lnTo>
                  <a:pt x="400050" y="333375"/>
                </a:lnTo>
                <a:lnTo>
                  <a:pt x="390525" y="333375"/>
                </a:lnTo>
                <a:close/>
                <a:moveTo>
                  <a:pt x="238125" y="333375"/>
                </a:moveTo>
                <a:lnTo>
                  <a:pt x="247650" y="333375"/>
                </a:lnTo>
                <a:lnTo>
                  <a:pt x="247650" y="361950"/>
                </a:lnTo>
                <a:lnTo>
                  <a:pt x="257175" y="361950"/>
                </a:lnTo>
                <a:lnTo>
                  <a:pt x="257175" y="371475"/>
                </a:lnTo>
                <a:lnTo>
                  <a:pt x="266700" y="371475"/>
                </a:lnTo>
                <a:lnTo>
                  <a:pt x="266700" y="361950"/>
                </a:lnTo>
                <a:lnTo>
                  <a:pt x="285750" y="361950"/>
                </a:lnTo>
                <a:lnTo>
                  <a:pt x="285750" y="352425"/>
                </a:lnTo>
                <a:lnTo>
                  <a:pt x="295275" y="352425"/>
                </a:lnTo>
                <a:lnTo>
                  <a:pt x="295275" y="342900"/>
                </a:lnTo>
                <a:lnTo>
                  <a:pt x="304800" y="342900"/>
                </a:lnTo>
                <a:lnTo>
                  <a:pt x="304800" y="371475"/>
                </a:lnTo>
                <a:lnTo>
                  <a:pt x="314325" y="371475"/>
                </a:lnTo>
                <a:lnTo>
                  <a:pt x="314325" y="381000"/>
                </a:lnTo>
                <a:lnTo>
                  <a:pt x="285750" y="381000"/>
                </a:lnTo>
                <a:lnTo>
                  <a:pt x="285750" y="371475"/>
                </a:lnTo>
                <a:lnTo>
                  <a:pt x="266700" y="371475"/>
                </a:lnTo>
                <a:lnTo>
                  <a:pt x="266700" y="381000"/>
                </a:lnTo>
                <a:lnTo>
                  <a:pt x="276225" y="381000"/>
                </a:lnTo>
                <a:lnTo>
                  <a:pt x="276225" y="390525"/>
                </a:lnTo>
                <a:lnTo>
                  <a:pt x="295275" y="390525"/>
                </a:lnTo>
                <a:lnTo>
                  <a:pt x="295275" y="400050"/>
                </a:lnTo>
                <a:lnTo>
                  <a:pt x="304800" y="400050"/>
                </a:lnTo>
                <a:lnTo>
                  <a:pt x="304800" y="390525"/>
                </a:lnTo>
                <a:lnTo>
                  <a:pt x="333375" y="390525"/>
                </a:lnTo>
                <a:lnTo>
                  <a:pt x="333375" y="381000"/>
                </a:lnTo>
                <a:lnTo>
                  <a:pt x="323850" y="381000"/>
                </a:lnTo>
                <a:lnTo>
                  <a:pt x="323850" y="361950"/>
                </a:lnTo>
                <a:lnTo>
                  <a:pt x="314325" y="361950"/>
                </a:lnTo>
                <a:lnTo>
                  <a:pt x="314325" y="352425"/>
                </a:lnTo>
                <a:lnTo>
                  <a:pt x="342900" y="352425"/>
                </a:lnTo>
                <a:lnTo>
                  <a:pt x="342900" y="361950"/>
                </a:lnTo>
                <a:lnTo>
                  <a:pt x="352425" y="361950"/>
                </a:lnTo>
                <a:lnTo>
                  <a:pt x="352425" y="352425"/>
                </a:lnTo>
                <a:lnTo>
                  <a:pt x="381000" y="352425"/>
                </a:lnTo>
                <a:lnTo>
                  <a:pt x="381000" y="342900"/>
                </a:lnTo>
                <a:lnTo>
                  <a:pt x="390525" y="342900"/>
                </a:lnTo>
                <a:lnTo>
                  <a:pt x="390525" y="352425"/>
                </a:lnTo>
                <a:lnTo>
                  <a:pt x="381000" y="352425"/>
                </a:lnTo>
                <a:lnTo>
                  <a:pt x="381000" y="361950"/>
                </a:lnTo>
                <a:lnTo>
                  <a:pt x="371475" y="361950"/>
                </a:lnTo>
                <a:lnTo>
                  <a:pt x="371475" y="371475"/>
                </a:lnTo>
                <a:lnTo>
                  <a:pt x="361950" y="371475"/>
                </a:lnTo>
                <a:lnTo>
                  <a:pt x="361950" y="381000"/>
                </a:lnTo>
                <a:lnTo>
                  <a:pt x="342900" y="381000"/>
                </a:lnTo>
                <a:lnTo>
                  <a:pt x="342900" y="390525"/>
                </a:lnTo>
                <a:lnTo>
                  <a:pt x="333375" y="390525"/>
                </a:lnTo>
                <a:lnTo>
                  <a:pt x="333375" y="409575"/>
                </a:lnTo>
                <a:lnTo>
                  <a:pt x="323850" y="409575"/>
                </a:lnTo>
                <a:lnTo>
                  <a:pt x="323850" y="419100"/>
                </a:lnTo>
                <a:lnTo>
                  <a:pt x="314325" y="419100"/>
                </a:lnTo>
                <a:lnTo>
                  <a:pt x="314325" y="428625"/>
                </a:lnTo>
                <a:lnTo>
                  <a:pt x="323850" y="428625"/>
                </a:lnTo>
                <a:lnTo>
                  <a:pt x="323850" y="438150"/>
                </a:lnTo>
                <a:lnTo>
                  <a:pt x="314325" y="438150"/>
                </a:lnTo>
                <a:lnTo>
                  <a:pt x="314325" y="447675"/>
                </a:lnTo>
                <a:lnTo>
                  <a:pt x="295275" y="447675"/>
                </a:lnTo>
                <a:lnTo>
                  <a:pt x="295275" y="457200"/>
                </a:lnTo>
                <a:lnTo>
                  <a:pt x="285750" y="457200"/>
                </a:lnTo>
                <a:lnTo>
                  <a:pt x="285750" y="447675"/>
                </a:lnTo>
                <a:lnTo>
                  <a:pt x="257175" y="447675"/>
                </a:lnTo>
                <a:lnTo>
                  <a:pt x="257175" y="457200"/>
                </a:lnTo>
                <a:lnTo>
                  <a:pt x="247650" y="457200"/>
                </a:lnTo>
                <a:lnTo>
                  <a:pt x="247650" y="466725"/>
                </a:lnTo>
                <a:lnTo>
                  <a:pt x="238125" y="466725"/>
                </a:lnTo>
                <a:lnTo>
                  <a:pt x="238125" y="476250"/>
                </a:lnTo>
                <a:lnTo>
                  <a:pt x="219075" y="476250"/>
                </a:lnTo>
                <a:lnTo>
                  <a:pt x="219075" y="504825"/>
                </a:lnTo>
                <a:lnTo>
                  <a:pt x="171450" y="504825"/>
                </a:lnTo>
                <a:lnTo>
                  <a:pt x="171450" y="514350"/>
                </a:lnTo>
                <a:lnTo>
                  <a:pt x="161925" y="514350"/>
                </a:lnTo>
                <a:lnTo>
                  <a:pt x="161925" y="485775"/>
                </a:lnTo>
                <a:lnTo>
                  <a:pt x="190500" y="485775"/>
                </a:lnTo>
                <a:lnTo>
                  <a:pt x="190500" y="457200"/>
                </a:lnTo>
                <a:lnTo>
                  <a:pt x="180975" y="457200"/>
                </a:lnTo>
                <a:lnTo>
                  <a:pt x="180975" y="447675"/>
                </a:lnTo>
                <a:lnTo>
                  <a:pt x="247650" y="447675"/>
                </a:lnTo>
                <a:lnTo>
                  <a:pt x="247650" y="438150"/>
                </a:lnTo>
                <a:lnTo>
                  <a:pt x="285750" y="438150"/>
                </a:lnTo>
                <a:lnTo>
                  <a:pt x="285750" y="428625"/>
                </a:lnTo>
                <a:lnTo>
                  <a:pt x="304800" y="428625"/>
                </a:lnTo>
                <a:lnTo>
                  <a:pt x="304800" y="409575"/>
                </a:lnTo>
                <a:lnTo>
                  <a:pt x="285750" y="409575"/>
                </a:lnTo>
                <a:lnTo>
                  <a:pt x="285750" y="419100"/>
                </a:lnTo>
                <a:lnTo>
                  <a:pt x="276225" y="419100"/>
                </a:lnTo>
                <a:lnTo>
                  <a:pt x="276225" y="409575"/>
                </a:lnTo>
                <a:lnTo>
                  <a:pt x="257175" y="409575"/>
                </a:lnTo>
                <a:lnTo>
                  <a:pt x="257175" y="400050"/>
                </a:lnTo>
                <a:lnTo>
                  <a:pt x="247650" y="400050"/>
                </a:lnTo>
                <a:lnTo>
                  <a:pt x="247650" y="381000"/>
                </a:lnTo>
                <a:lnTo>
                  <a:pt x="219075" y="381000"/>
                </a:lnTo>
                <a:lnTo>
                  <a:pt x="219075" y="409575"/>
                </a:lnTo>
                <a:lnTo>
                  <a:pt x="209550" y="409575"/>
                </a:lnTo>
                <a:lnTo>
                  <a:pt x="209550" y="419100"/>
                </a:lnTo>
                <a:lnTo>
                  <a:pt x="200025" y="419100"/>
                </a:lnTo>
                <a:lnTo>
                  <a:pt x="200025" y="428625"/>
                </a:lnTo>
                <a:lnTo>
                  <a:pt x="190500" y="428625"/>
                </a:lnTo>
                <a:lnTo>
                  <a:pt x="190500" y="438150"/>
                </a:lnTo>
                <a:lnTo>
                  <a:pt x="180975" y="438150"/>
                </a:lnTo>
                <a:lnTo>
                  <a:pt x="180975" y="428625"/>
                </a:lnTo>
                <a:lnTo>
                  <a:pt x="171450" y="428625"/>
                </a:lnTo>
                <a:lnTo>
                  <a:pt x="171450" y="438150"/>
                </a:lnTo>
                <a:lnTo>
                  <a:pt x="133350" y="438150"/>
                </a:lnTo>
                <a:lnTo>
                  <a:pt x="133350" y="428625"/>
                </a:lnTo>
                <a:lnTo>
                  <a:pt x="142875" y="428625"/>
                </a:lnTo>
                <a:lnTo>
                  <a:pt x="142875" y="419100"/>
                </a:lnTo>
                <a:lnTo>
                  <a:pt x="152400" y="419100"/>
                </a:lnTo>
                <a:lnTo>
                  <a:pt x="152400" y="409575"/>
                </a:lnTo>
                <a:lnTo>
                  <a:pt x="161925" y="409575"/>
                </a:lnTo>
                <a:lnTo>
                  <a:pt x="161925" y="419100"/>
                </a:lnTo>
                <a:lnTo>
                  <a:pt x="180975" y="419100"/>
                </a:lnTo>
                <a:lnTo>
                  <a:pt x="180975" y="409575"/>
                </a:lnTo>
                <a:lnTo>
                  <a:pt x="190500" y="409575"/>
                </a:lnTo>
                <a:lnTo>
                  <a:pt x="190500" y="390525"/>
                </a:lnTo>
                <a:lnTo>
                  <a:pt x="200025" y="390525"/>
                </a:lnTo>
                <a:lnTo>
                  <a:pt x="200025" y="361950"/>
                </a:lnTo>
                <a:lnTo>
                  <a:pt x="209550" y="361950"/>
                </a:lnTo>
                <a:lnTo>
                  <a:pt x="209550" y="342900"/>
                </a:lnTo>
                <a:lnTo>
                  <a:pt x="238125" y="342900"/>
                </a:lnTo>
                <a:close/>
                <a:moveTo>
                  <a:pt x="95250" y="419100"/>
                </a:moveTo>
                <a:lnTo>
                  <a:pt x="104775" y="419100"/>
                </a:lnTo>
                <a:lnTo>
                  <a:pt x="104775" y="447675"/>
                </a:lnTo>
                <a:lnTo>
                  <a:pt x="95250" y="447675"/>
                </a:lnTo>
                <a:close/>
                <a:moveTo>
                  <a:pt x="123825" y="447675"/>
                </a:moveTo>
                <a:lnTo>
                  <a:pt x="133350" y="447675"/>
                </a:lnTo>
                <a:lnTo>
                  <a:pt x="133350" y="466725"/>
                </a:lnTo>
                <a:lnTo>
                  <a:pt x="123825" y="466725"/>
                </a:lnTo>
                <a:close/>
                <a:moveTo>
                  <a:pt x="104775" y="457200"/>
                </a:moveTo>
                <a:lnTo>
                  <a:pt x="114300" y="457200"/>
                </a:lnTo>
                <a:lnTo>
                  <a:pt x="114300" y="476250"/>
                </a:lnTo>
                <a:lnTo>
                  <a:pt x="104775" y="476250"/>
                </a:lnTo>
                <a:close/>
                <a:moveTo>
                  <a:pt x="200025" y="466725"/>
                </a:moveTo>
                <a:lnTo>
                  <a:pt x="209550" y="466725"/>
                </a:lnTo>
                <a:lnTo>
                  <a:pt x="209550" y="457200"/>
                </a:lnTo>
                <a:lnTo>
                  <a:pt x="200025" y="457200"/>
                </a:lnTo>
                <a:close/>
                <a:moveTo>
                  <a:pt x="247650" y="485775"/>
                </a:moveTo>
                <a:lnTo>
                  <a:pt x="257175" y="485775"/>
                </a:lnTo>
                <a:lnTo>
                  <a:pt x="257175" y="495300"/>
                </a:lnTo>
                <a:lnTo>
                  <a:pt x="247650" y="495300"/>
                </a:lnTo>
                <a:close/>
                <a:moveTo>
                  <a:pt x="219075" y="504825"/>
                </a:moveTo>
                <a:lnTo>
                  <a:pt x="247650" y="504825"/>
                </a:lnTo>
                <a:lnTo>
                  <a:pt x="247650" y="514350"/>
                </a:lnTo>
                <a:lnTo>
                  <a:pt x="219075" y="514350"/>
                </a:lnTo>
                <a:close/>
              </a:path>
            </a:pathLst>
          </a:custGeom>
          <a:solidFill xmlns:a="http://schemas.openxmlformats.org/drawingml/2006/main">
            <a:srgbClr val="F5C9AB"/>
          </a:solidFill>
          <a:ln xmlns:a="http://schemas.openxmlformats.org/drawingml/2006/main" w="0">
            <a:noFill/>
          </a:ln>
        </p:spPr>
      </p:sp>
      <p:sp>
        <p:nvSpPr>
          <p:cNvPr id="119" name="calendar vector #f5c8aa">
            <a:extLst xmlns:a="http://schemas.openxmlformats.org/drawingml/2006/main">
              <a:ext uri="{FF2B5EF4-FFF2-40B4-BE49-F238E27FC236}">
                <a16:creationId xmlns:a16="http://schemas.microsoft.com/office/drawing/2014/main" id="{C3DEB4B1-C979-4F71-9819-48F938041E8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57250" y="4848225"/>
            <a:ext cx="704850" cy="704850"/>
          </a:xfrm>
          <a:custGeom xmlns:a="http://schemas.openxmlformats.org/drawingml/2006/main">
            <a:pathLst>
              <a:path w="704850" h="704850">
                <a:moveTo>
                  <a:pt x="180975" y="295275"/>
                </a:moveTo>
                <a:lnTo>
                  <a:pt x="200025" y="295275"/>
                </a:lnTo>
                <a:lnTo>
                  <a:pt x="200025" y="304800"/>
                </a:lnTo>
                <a:lnTo>
                  <a:pt x="180975" y="304800"/>
                </a:lnTo>
                <a:close/>
                <a:moveTo>
                  <a:pt x="219075" y="295275"/>
                </a:moveTo>
                <a:lnTo>
                  <a:pt x="247650" y="295275"/>
                </a:lnTo>
                <a:lnTo>
                  <a:pt x="247650" y="314325"/>
                </a:lnTo>
                <a:lnTo>
                  <a:pt x="238125" y="314325"/>
                </a:lnTo>
                <a:lnTo>
                  <a:pt x="238125" y="323850"/>
                </a:lnTo>
                <a:lnTo>
                  <a:pt x="257175" y="323850"/>
                </a:lnTo>
                <a:lnTo>
                  <a:pt x="257175" y="333375"/>
                </a:lnTo>
                <a:lnTo>
                  <a:pt x="314325" y="333375"/>
                </a:lnTo>
                <a:lnTo>
                  <a:pt x="314325" y="342900"/>
                </a:lnTo>
                <a:lnTo>
                  <a:pt x="333375" y="342900"/>
                </a:lnTo>
                <a:lnTo>
                  <a:pt x="333375" y="352425"/>
                </a:lnTo>
                <a:lnTo>
                  <a:pt x="304800" y="352425"/>
                </a:lnTo>
                <a:lnTo>
                  <a:pt x="304800" y="342900"/>
                </a:lnTo>
                <a:lnTo>
                  <a:pt x="295275" y="342900"/>
                </a:lnTo>
                <a:lnTo>
                  <a:pt x="295275" y="352425"/>
                </a:lnTo>
                <a:lnTo>
                  <a:pt x="285750" y="352425"/>
                </a:lnTo>
                <a:lnTo>
                  <a:pt x="285750" y="361950"/>
                </a:lnTo>
                <a:lnTo>
                  <a:pt x="266700" y="361950"/>
                </a:lnTo>
                <a:lnTo>
                  <a:pt x="266700" y="371475"/>
                </a:lnTo>
                <a:lnTo>
                  <a:pt x="257175" y="371475"/>
                </a:lnTo>
                <a:lnTo>
                  <a:pt x="257175" y="361950"/>
                </a:lnTo>
                <a:lnTo>
                  <a:pt x="247650" y="361950"/>
                </a:lnTo>
                <a:lnTo>
                  <a:pt x="247650" y="333375"/>
                </a:lnTo>
                <a:lnTo>
                  <a:pt x="238125" y="333375"/>
                </a:lnTo>
                <a:lnTo>
                  <a:pt x="238125" y="342900"/>
                </a:lnTo>
                <a:lnTo>
                  <a:pt x="209550" y="342900"/>
                </a:lnTo>
                <a:lnTo>
                  <a:pt x="209550" y="361950"/>
                </a:lnTo>
                <a:lnTo>
                  <a:pt x="200025" y="361950"/>
                </a:lnTo>
                <a:lnTo>
                  <a:pt x="200025" y="390525"/>
                </a:lnTo>
                <a:lnTo>
                  <a:pt x="190500" y="390525"/>
                </a:lnTo>
                <a:lnTo>
                  <a:pt x="190500" y="409575"/>
                </a:lnTo>
                <a:lnTo>
                  <a:pt x="180975" y="409575"/>
                </a:lnTo>
                <a:lnTo>
                  <a:pt x="180975" y="419100"/>
                </a:lnTo>
                <a:lnTo>
                  <a:pt x="161925" y="419100"/>
                </a:lnTo>
                <a:lnTo>
                  <a:pt x="161925" y="409575"/>
                </a:lnTo>
                <a:lnTo>
                  <a:pt x="142875" y="409575"/>
                </a:lnTo>
                <a:lnTo>
                  <a:pt x="142875" y="428625"/>
                </a:lnTo>
                <a:lnTo>
                  <a:pt x="133350" y="428625"/>
                </a:lnTo>
                <a:lnTo>
                  <a:pt x="133350" y="447675"/>
                </a:lnTo>
                <a:lnTo>
                  <a:pt x="123825" y="447675"/>
                </a:lnTo>
                <a:lnTo>
                  <a:pt x="123825" y="466725"/>
                </a:lnTo>
                <a:lnTo>
                  <a:pt x="114300" y="466725"/>
                </a:lnTo>
                <a:lnTo>
                  <a:pt x="114300" y="457200"/>
                </a:lnTo>
                <a:lnTo>
                  <a:pt x="104775" y="457200"/>
                </a:lnTo>
                <a:lnTo>
                  <a:pt x="104775" y="400050"/>
                </a:lnTo>
                <a:lnTo>
                  <a:pt x="114300" y="400050"/>
                </a:lnTo>
                <a:lnTo>
                  <a:pt x="114300" y="381000"/>
                </a:lnTo>
                <a:lnTo>
                  <a:pt x="104775" y="381000"/>
                </a:lnTo>
                <a:lnTo>
                  <a:pt x="104775" y="361950"/>
                </a:lnTo>
                <a:lnTo>
                  <a:pt x="114300" y="361950"/>
                </a:lnTo>
                <a:lnTo>
                  <a:pt x="114300" y="352425"/>
                </a:lnTo>
                <a:lnTo>
                  <a:pt x="152400" y="352425"/>
                </a:lnTo>
                <a:lnTo>
                  <a:pt x="152400" y="314325"/>
                </a:lnTo>
                <a:lnTo>
                  <a:pt x="161925" y="314325"/>
                </a:lnTo>
                <a:lnTo>
                  <a:pt x="161925" y="304800"/>
                </a:lnTo>
                <a:lnTo>
                  <a:pt x="180975" y="304800"/>
                </a:lnTo>
                <a:lnTo>
                  <a:pt x="180975" y="314325"/>
                </a:lnTo>
                <a:lnTo>
                  <a:pt x="171450" y="314325"/>
                </a:lnTo>
                <a:lnTo>
                  <a:pt x="171450" y="323850"/>
                </a:lnTo>
                <a:lnTo>
                  <a:pt x="180975" y="323850"/>
                </a:lnTo>
                <a:lnTo>
                  <a:pt x="180975" y="314325"/>
                </a:lnTo>
                <a:lnTo>
                  <a:pt x="200025" y="314325"/>
                </a:lnTo>
                <a:lnTo>
                  <a:pt x="200025" y="323850"/>
                </a:lnTo>
                <a:lnTo>
                  <a:pt x="219075" y="323850"/>
                </a:lnTo>
                <a:close/>
                <a:moveTo>
                  <a:pt x="342900" y="352425"/>
                </a:moveTo>
                <a:lnTo>
                  <a:pt x="352425" y="352425"/>
                </a:lnTo>
                <a:lnTo>
                  <a:pt x="352425" y="361950"/>
                </a:lnTo>
                <a:lnTo>
                  <a:pt x="342900" y="361950"/>
                </a:lnTo>
                <a:close/>
                <a:moveTo>
                  <a:pt x="171450" y="390525"/>
                </a:moveTo>
                <a:lnTo>
                  <a:pt x="180975" y="390525"/>
                </a:lnTo>
                <a:lnTo>
                  <a:pt x="180975" y="381000"/>
                </a:lnTo>
                <a:lnTo>
                  <a:pt x="171450" y="381000"/>
                </a:lnTo>
                <a:close/>
                <a:moveTo>
                  <a:pt x="123825" y="409575"/>
                </a:moveTo>
                <a:lnTo>
                  <a:pt x="133350" y="409575"/>
                </a:lnTo>
                <a:lnTo>
                  <a:pt x="133350" y="400050"/>
                </a:lnTo>
                <a:lnTo>
                  <a:pt x="123825" y="400050"/>
                </a:lnTo>
                <a:close/>
                <a:moveTo>
                  <a:pt x="285750" y="409575"/>
                </a:moveTo>
                <a:lnTo>
                  <a:pt x="304800" y="409575"/>
                </a:lnTo>
                <a:lnTo>
                  <a:pt x="304800" y="428625"/>
                </a:lnTo>
                <a:lnTo>
                  <a:pt x="285750" y="428625"/>
                </a:lnTo>
                <a:close/>
                <a:moveTo>
                  <a:pt x="257175" y="447675"/>
                </a:moveTo>
                <a:lnTo>
                  <a:pt x="285750" y="447675"/>
                </a:lnTo>
                <a:lnTo>
                  <a:pt x="285750" y="457200"/>
                </a:lnTo>
                <a:lnTo>
                  <a:pt x="257175" y="457200"/>
                </a:lnTo>
                <a:close/>
                <a:moveTo>
                  <a:pt x="295275" y="447675"/>
                </a:moveTo>
                <a:lnTo>
                  <a:pt x="304800" y="447675"/>
                </a:lnTo>
                <a:lnTo>
                  <a:pt x="304800" y="457200"/>
                </a:lnTo>
                <a:lnTo>
                  <a:pt x="295275" y="457200"/>
                </a:lnTo>
                <a:close/>
                <a:moveTo>
                  <a:pt x="200025" y="457200"/>
                </a:moveTo>
                <a:lnTo>
                  <a:pt x="209550" y="457200"/>
                </a:lnTo>
                <a:lnTo>
                  <a:pt x="209550" y="466725"/>
                </a:lnTo>
                <a:lnTo>
                  <a:pt x="200025" y="466725"/>
                </a:lnTo>
                <a:close/>
                <a:moveTo>
                  <a:pt x="247650" y="457200"/>
                </a:moveTo>
                <a:lnTo>
                  <a:pt x="257175" y="457200"/>
                </a:lnTo>
                <a:lnTo>
                  <a:pt x="257175" y="466725"/>
                </a:lnTo>
                <a:lnTo>
                  <a:pt x="266700" y="466725"/>
                </a:lnTo>
                <a:lnTo>
                  <a:pt x="266700" y="495300"/>
                </a:lnTo>
                <a:lnTo>
                  <a:pt x="257175" y="495300"/>
                </a:lnTo>
                <a:lnTo>
                  <a:pt x="257175" y="485775"/>
                </a:lnTo>
                <a:lnTo>
                  <a:pt x="247650" y="485775"/>
                </a:lnTo>
                <a:lnTo>
                  <a:pt x="247650" y="495300"/>
                </a:lnTo>
                <a:lnTo>
                  <a:pt x="219075" y="495300"/>
                </a:lnTo>
                <a:lnTo>
                  <a:pt x="219075" y="476250"/>
                </a:lnTo>
                <a:lnTo>
                  <a:pt x="238125" y="476250"/>
                </a:lnTo>
                <a:lnTo>
                  <a:pt x="238125" y="466725"/>
                </a:lnTo>
                <a:lnTo>
                  <a:pt x="247650" y="466725"/>
                </a:lnTo>
                <a:close/>
                <a:moveTo>
                  <a:pt x="285750" y="457200"/>
                </a:moveTo>
                <a:lnTo>
                  <a:pt x="295275" y="457200"/>
                </a:lnTo>
                <a:lnTo>
                  <a:pt x="295275" y="466725"/>
                </a:lnTo>
                <a:lnTo>
                  <a:pt x="285750" y="466725"/>
                </a:lnTo>
                <a:close/>
              </a:path>
            </a:pathLst>
          </a:custGeom>
          <a:solidFill xmlns:a="http://schemas.openxmlformats.org/drawingml/2006/main">
            <a:srgbClr val="F5C8AA"/>
          </a:solidFill>
          <a:ln xmlns:a="http://schemas.openxmlformats.org/drawingml/2006/main" w="0">
            <a:noFill/>
          </a:ln>
        </p:spPr>
      </p:sp>
      <p:sp>
        <p:nvSpPr>
          <p:cNvPr id="120" name="calendar vector #f2c9ae">
            <a:extLst xmlns:a="http://schemas.openxmlformats.org/drawingml/2006/main">
              <a:ext uri="{FF2B5EF4-FFF2-40B4-BE49-F238E27FC236}">
                <a16:creationId xmlns:a16="http://schemas.microsoft.com/office/drawing/2014/main" id="{814F06FE-EBB6-4E68-B2D6-A10211DFE78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57250" y="4848225"/>
            <a:ext cx="704850" cy="704850"/>
          </a:xfrm>
          <a:custGeom xmlns:a="http://schemas.openxmlformats.org/drawingml/2006/main">
            <a:pathLst>
              <a:path w="704850" h="704850">
                <a:moveTo>
                  <a:pt x="123825" y="276225"/>
                </a:moveTo>
                <a:lnTo>
                  <a:pt x="133350" y="276225"/>
                </a:lnTo>
                <a:lnTo>
                  <a:pt x="133350" y="285750"/>
                </a:lnTo>
                <a:lnTo>
                  <a:pt x="161925" y="285750"/>
                </a:lnTo>
                <a:lnTo>
                  <a:pt x="161925" y="276225"/>
                </a:lnTo>
                <a:lnTo>
                  <a:pt x="200025" y="276225"/>
                </a:lnTo>
                <a:lnTo>
                  <a:pt x="200025" y="295275"/>
                </a:lnTo>
                <a:lnTo>
                  <a:pt x="114300" y="295275"/>
                </a:lnTo>
                <a:lnTo>
                  <a:pt x="114300" y="304800"/>
                </a:lnTo>
                <a:lnTo>
                  <a:pt x="104775" y="304800"/>
                </a:lnTo>
                <a:lnTo>
                  <a:pt x="104775" y="371475"/>
                </a:lnTo>
                <a:lnTo>
                  <a:pt x="95250" y="371475"/>
                </a:lnTo>
                <a:lnTo>
                  <a:pt x="95250" y="381000"/>
                </a:lnTo>
                <a:lnTo>
                  <a:pt x="85725" y="381000"/>
                </a:lnTo>
                <a:lnTo>
                  <a:pt x="85725" y="295275"/>
                </a:lnTo>
                <a:lnTo>
                  <a:pt x="95250" y="295275"/>
                </a:lnTo>
                <a:lnTo>
                  <a:pt x="95250" y="285750"/>
                </a:lnTo>
                <a:lnTo>
                  <a:pt x="123825" y="285750"/>
                </a:lnTo>
                <a:close/>
                <a:moveTo>
                  <a:pt x="209550" y="276225"/>
                </a:moveTo>
                <a:lnTo>
                  <a:pt x="295275" y="276225"/>
                </a:lnTo>
                <a:lnTo>
                  <a:pt x="295275" y="285750"/>
                </a:lnTo>
                <a:lnTo>
                  <a:pt x="276225" y="285750"/>
                </a:lnTo>
                <a:lnTo>
                  <a:pt x="276225" y="295275"/>
                </a:lnTo>
                <a:lnTo>
                  <a:pt x="247650" y="295275"/>
                </a:lnTo>
                <a:lnTo>
                  <a:pt x="247650" y="285750"/>
                </a:lnTo>
                <a:lnTo>
                  <a:pt x="209550" y="285750"/>
                </a:lnTo>
                <a:close/>
                <a:moveTo>
                  <a:pt x="352425" y="285750"/>
                </a:moveTo>
                <a:lnTo>
                  <a:pt x="466725" y="285750"/>
                </a:lnTo>
                <a:lnTo>
                  <a:pt x="466725" y="295275"/>
                </a:lnTo>
                <a:lnTo>
                  <a:pt x="476250" y="295275"/>
                </a:lnTo>
                <a:lnTo>
                  <a:pt x="476250" y="333375"/>
                </a:lnTo>
                <a:lnTo>
                  <a:pt x="466725" y="333375"/>
                </a:lnTo>
                <a:lnTo>
                  <a:pt x="466725" y="342900"/>
                </a:lnTo>
                <a:lnTo>
                  <a:pt x="419100" y="342900"/>
                </a:lnTo>
                <a:lnTo>
                  <a:pt x="419100" y="352425"/>
                </a:lnTo>
                <a:lnTo>
                  <a:pt x="409575" y="352425"/>
                </a:lnTo>
                <a:lnTo>
                  <a:pt x="409575" y="361950"/>
                </a:lnTo>
                <a:lnTo>
                  <a:pt x="400050" y="361950"/>
                </a:lnTo>
                <a:lnTo>
                  <a:pt x="400050" y="371475"/>
                </a:lnTo>
                <a:lnTo>
                  <a:pt x="390525" y="371475"/>
                </a:lnTo>
                <a:lnTo>
                  <a:pt x="390525" y="381000"/>
                </a:lnTo>
                <a:lnTo>
                  <a:pt x="371475" y="381000"/>
                </a:lnTo>
                <a:lnTo>
                  <a:pt x="371475" y="390525"/>
                </a:lnTo>
                <a:lnTo>
                  <a:pt x="361950" y="390525"/>
                </a:lnTo>
                <a:lnTo>
                  <a:pt x="361950" y="400050"/>
                </a:lnTo>
                <a:lnTo>
                  <a:pt x="352425" y="400050"/>
                </a:lnTo>
                <a:lnTo>
                  <a:pt x="352425" y="409575"/>
                </a:lnTo>
                <a:lnTo>
                  <a:pt x="342900" y="409575"/>
                </a:lnTo>
                <a:lnTo>
                  <a:pt x="342900" y="428625"/>
                </a:lnTo>
                <a:lnTo>
                  <a:pt x="333375" y="428625"/>
                </a:lnTo>
                <a:lnTo>
                  <a:pt x="333375" y="447675"/>
                </a:lnTo>
                <a:lnTo>
                  <a:pt x="323850" y="447675"/>
                </a:lnTo>
                <a:lnTo>
                  <a:pt x="323850" y="476250"/>
                </a:lnTo>
                <a:lnTo>
                  <a:pt x="314325" y="476250"/>
                </a:lnTo>
                <a:lnTo>
                  <a:pt x="314325" y="438150"/>
                </a:lnTo>
                <a:lnTo>
                  <a:pt x="323850" y="438150"/>
                </a:lnTo>
                <a:lnTo>
                  <a:pt x="323850" y="419100"/>
                </a:lnTo>
                <a:lnTo>
                  <a:pt x="333375" y="419100"/>
                </a:lnTo>
                <a:lnTo>
                  <a:pt x="333375" y="400050"/>
                </a:lnTo>
                <a:lnTo>
                  <a:pt x="342900" y="400050"/>
                </a:lnTo>
                <a:lnTo>
                  <a:pt x="342900" y="390525"/>
                </a:lnTo>
                <a:lnTo>
                  <a:pt x="352425" y="390525"/>
                </a:lnTo>
                <a:lnTo>
                  <a:pt x="352425" y="381000"/>
                </a:lnTo>
                <a:lnTo>
                  <a:pt x="361950" y="381000"/>
                </a:lnTo>
                <a:lnTo>
                  <a:pt x="361950" y="371475"/>
                </a:lnTo>
                <a:lnTo>
                  <a:pt x="371475" y="371475"/>
                </a:lnTo>
                <a:lnTo>
                  <a:pt x="371475" y="361950"/>
                </a:lnTo>
                <a:lnTo>
                  <a:pt x="381000" y="361950"/>
                </a:lnTo>
                <a:lnTo>
                  <a:pt x="381000" y="352425"/>
                </a:lnTo>
                <a:lnTo>
                  <a:pt x="390525" y="352425"/>
                </a:lnTo>
                <a:lnTo>
                  <a:pt x="390525" y="342900"/>
                </a:lnTo>
                <a:lnTo>
                  <a:pt x="400050" y="342900"/>
                </a:lnTo>
                <a:lnTo>
                  <a:pt x="400050" y="314325"/>
                </a:lnTo>
                <a:lnTo>
                  <a:pt x="390525" y="314325"/>
                </a:lnTo>
                <a:lnTo>
                  <a:pt x="390525" y="304800"/>
                </a:lnTo>
                <a:lnTo>
                  <a:pt x="381000" y="304800"/>
                </a:lnTo>
                <a:lnTo>
                  <a:pt x="381000" y="295275"/>
                </a:lnTo>
                <a:lnTo>
                  <a:pt x="352425" y="295275"/>
                </a:lnTo>
                <a:close/>
                <a:moveTo>
                  <a:pt x="409575" y="333375"/>
                </a:moveTo>
                <a:lnTo>
                  <a:pt x="419100" y="333375"/>
                </a:lnTo>
                <a:lnTo>
                  <a:pt x="419100" y="323850"/>
                </a:lnTo>
                <a:lnTo>
                  <a:pt x="409575" y="323850"/>
                </a:lnTo>
                <a:close/>
                <a:moveTo>
                  <a:pt x="85725" y="390525"/>
                </a:moveTo>
                <a:lnTo>
                  <a:pt x="95250" y="390525"/>
                </a:lnTo>
                <a:lnTo>
                  <a:pt x="95250" y="447675"/>
                </a:lnTo>
                <a:lnTo>
                  <a:pt x="104775" y="447675"/>
                </a:lnTo>
                <a:lnTo>
                  <a:pt x="104775" y="495300"/>
                </a:lnTo>
                <a:lnTo>
                  <a:pt x="114300" y="495300"/>
                </a:lnTo>
                <a:lnTo>
                  <a:pt x="114300" y="485775"/>
                </a:lnTo>
                <a:lnTo>
                  <a:pt x="123825" y="485775"/>
                </a:lnTo>
                <a:lnTo>
                  <a:pt x="123825" y="495300"/>
                </a:lnTo>
                <a:lnTo>
                  <a:pt x="133350" y="495300"/>
                </a:lnTo>
                <a:lnTo>
                  <a:pt x="133350" y="504825"/>
                </a:lnTo>
                <a:lnTo>
                  <a:pt x="161925" y="504825"/>
                </a:lnTo>
                <a:lnTo>
                  <a:pt x="161925" y="514350"/>
                </a:lnTo>
                <a:lnTo>
                  <a:pt x="190500" y="514350"/>
                </a:lnTo>
                <a:lnTo>
                  <a:pt x="190500" y="504825"/>
                </a:lnTo>
                <a:lnTo>
                  <a:pt x="219075" y="504825"/>
                </a:lnTo>
                <a:lnTo>
                  <a:pt x="219075" y="514350"/>
                </a:lnTo>
                <a:lnTo>
                  <a:pt x="247650" y="514350"/>
                </a:lnTo>
                <a:lnTo>
                  <a:pt x="247650" y="504825"/>
                </a:lnTo>
                <a:lnTo>
                  <a:pt x="257175" y="504825"/>
                </a:lnTo>
                <a:lnTo>
                  <a:pt x="257175" y="514350"/>
                </a:lnTo>
                <a:lnTo>
                  <a:pt x="295275" y="514350"/>
                </a:lnTo>
                <a:lnTo>
                  <a:pt x="295275" y="504825"/>
                </a:lnTo>
                <a:lnTo>
                  <a:pt x="304800" y="504825"/>
                </a:lnTo>
                <a:lnTo>
                  <a:pt x="304800" y="495300"/>
                </a:lnTo>
                <a:lnTo>
                  <a:pt x="314325" y="495300"/>
                </a:lnTo>
                <a:lnTo>
                  <a:pt x="314325" y="514350"/>
                </a:lnTo>
                <a:lnTo>
                  <a:pt x="295275" y="514350"/>
                </a:lnTo>
                <a:lnTo>
                  <a:pt x="295275" y="523875"/>
                </a:lnTo>
                <a:lnTo>
                  <a:pt x="123825" y="523875"/>
                </a:lnTo>
                <a:lnTo>
                  <a:pt x="123825" y="514350"/>
                </a:lnTo>
                <a:lnTo>
                  <a:pt x="104775" y="514350"/>
                </a:lnTo>
                <a:lnTo>
                  <a:pt x="104775" y="504825"/>
                </a:lnTo>
                <a:lnTo>
                  <a:pt x="95250" y="504825"/>
                </a:lnTo>
                <a:lnTo>
                  <a:pt x="95250" y="495300"/>
                </a:lnTo>
                <a:lnTo>
                  <a:pt x="85725" y="495300"/>
                </a:lnTo>
                <a:lnTo>
                  <a:pt x="85725" y="476250"/>
                </a:lnTo>
                <a:lnTo>
                  <a:pt x="95250" y="476250"/>
                </a:lnTo>
                <a:lnTo>
                  <a:pt x="95250" y="466725"/>
                </a:lnTo>
                <a:lnTo>
                  <a:pt x="85725" y="466725"/>
                </a:lnTo>
                <a:close/>
                <a:moveTo>
                  <a:pt x="495300" y="428625"/>
                </a:moveTo>
                <a:lnTo>
                  <a:pt x="514350" y="428625"/>
                </a:lnTo>
                <a:lnTo>
                  <a:pt x="514350" y="457200"/>
                </a:lnTo>
                <a:lnTo>
                  <a:pt x="504825" y="457200"/>
                </a:lnTo>
                <a:lnTo>
                  <a:pt x="504825" y="466725"/>
                </a:lnTo>
                <a:lnTo>
                  <a:pt x="495300" y="466725"/>
                </a:lnTo>
                <a:lnTo>
                  <a:pt x="495300" y="476250"/>
                </a:lnTo>
                <a:lnTo>
                  <a:pt x="485775" y="476250"/>
                </a:lnTo>
                <a:lnTo>
                  <a:pt x="485775" y="485775"/>
                </a:lnTo>
                <a:lnTo>
                  <a:pt x="428625" y="485775"/>
                </a:lnTo>
                <a:lnTo>
                  <a:pt x="428625" y="476250"/>
                </a:lnTo>
                <a:lnTo>
                  <a:pt x="476250" y="476250"/>
                </a:lnTo>
                <a:lnTo>
                  <a:pt x="476250" y="466725"/>
                </a:lnTo>
                <a:lnTo>
                  <a:pt x="485775" y="466725"/>
                </a:lnTo>
                <a:lnTo>
                  <a:pt x="485775" y="457200"/>
                </a:lnTo>
                <a:lnTo>
                  <a:pt x="495300" y="457200"/>
                </a:lnTo>
                <a:lnTo>
                  <a:pt x="495300" y="447675"/>
                </a:lnTo>
                <a:lnTo>
                  <a:pt x="504825" y="447675"/>
                </a:lnTo>
                <a:lnTo>
                  <a:pt x="504825" y="438150"/>
                </a:lnTo>
                <a:lnTo>
                  <a:pt x="495300" y="438150"/>
                </a:lnTo>
                <a:close/>
              </a:path>
            </a:pathLst>
          </a:custGeom>
          <a:solidFill xmlns:a="http://schemas.openxmlformats.org/drawingml/2006/main">
            <a:srgbClr val="F2C9AE"/>
          </a:solidFill>
          <a:ln xmlns:a="http://schemas.openxmlformats.org/drawingml/2006/main" w="0">
            <a:noFill/>
          </a:ln>
        </p:spPr>
      </p:sp>
      <p:sp>
        <p:nvSpPr>
          <p:cNvPr id="121" name="calendar vector #e3c9be">
            <a:extLst xmlns:a="http://schemas.openxmlformats.org/drawingml/2006/main">
              <a:ext uri="{FF2B5EF4-FFF2-40B4-BE49-F238E27FC236}">
                <a16:creationId xmlns:a16="http://schemas.microsoft.com/office/drawing/2014/main" id="{3C87ED60-DFC0-4391-B09D-59E12E2F1F6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57250" y="4848225"/>
            <a:ext cx="704850" cy="704850"/>
          </a:xfrm>
          <a:custGeom xmlns:a="http://schemas.openxmlformats.org/drawingml/2006/main">
            <a:pathLst>
              <a:path w="704850" h="704850">
                <a:moveTo>
                  <a:pt x="190500" y="257175"/>
                </a:moveTo>
                <a:lnTo>
                  <a:pt x="419100" y="257175"/>
                </a:lnTo>
                <a:lnTo>
                  <a:pt x="419100" y="266700"/>
                </a:lnTo>
                <a:lnTo>
                  <a:pt x="400050" y="266700"/>
                </a:lnTo>
                <a:lnTo>
                  <a:pt x="400050" y="276225"/>
                </a:lnTo>
                <a:lnTo>
                  <a:pt x="381000" y="276225"/>
                </a:lnTo>
                <a:lnTo>
                  <a:pt x="381000" y="266700"/>
                </a:lnTo>
                <a:lnTo>
                  <a:pt x="371475" y="266700"/>
                </a:lnTo>
                <a:lnTo>
                  <a:pt x="371475" y="276225"/>
                </a:lnTo>
                <a:lnTo>
                  <a:pt x="238125" y="276225"/>
                </a:lnTo>
                <a:lnTo>
                  <a:pt x="238125" y="266700"/>
                </a:lnTo>
                <a:lnTo>
                  <a:pt x="190500" y="266700"/>
                </a:lnTo>
                <a:close/>
                <a:moveTo>
                  <a:pt x="66675" y="333375"/>
                </a:moveTo>
                <a:lnTo>
                  <a:pt x="76200" y="333375"/>
                </a:lnTo>
                <a:lnTo>
                  <a:pt x="76200" y="352425"/>
                </a:lnTo>
                <a:lnTo>
                  <a:pt x="66675" y="352425"/>
                </a:lnTo>
                <a:close/>
                <a:moveTo>
                  <a:pt x="66675" y="361950"/>
                </a:moveTo>
                <a:lnTo>
                  <a:pt x="76200" y="361950"/>
                </a:lnTo>
                <a:lnTo>
                  <a:pt x="76200" y="447675"/>
                </a:lnTo>
                <a:lnTo>
                  <a:pt x="66675" y="447675"/>
                </a:lnTo>
                <a:close/>
                <a:moveTo>
                  <a:pt x="457200" y="361950"/>
                </a:moveTo>
                <a:lnTo>
                  <a:pt x="466725" y="361950"/>
                </a:lnTo>
                <a:lnTo>
                  <a:pt x="466725" y="371475"/>
                </a:lnTo>
                <a:lnTo>
                  <a:pt x="457200" y="371475"/>
                </a:lnTo>
                <a:close/>
                <a:moveTo>
                  <a:pt x="438150" y="409575"/>
                </a:moveTo>
                <a:lnTo>
                  <a:pt x="514350" y="409575"/>
                </a:lnTo>
                <a:lnTo>
                  <a:pt x="514350" y="419100"/>
                </a:lnTo>
                <a:lnTo>
                  <a:pt x="457200" y="419100"/>
                </a:lnTo>
                <a:lnTo>
                  <a:pt x="457200" y="428625"/>
                </a:lnTo>
                <a:lnTo>
                  <a:pt x="447675" y="428625"/>
                </a:lnTo>
                <a:lnTo>
                  <a:pt x="447675" y="419100"/>
                </a:lnTo>
                <a:lnTo>
                  <a:pt x="438150" y="419100"/>
                </a:lnTo>
                <a:close/>
                <a:moveTo>
                  <a:pt x="352425" y="438150"/>
                </a:moveTo>
                <a:lnTo>
                  <a:pt x="361950" y="438150"/>
                </a:lnTo>
                <a:lnTo>
                  <a:pt x="361950" y="447675"/>
                </a:lnTo>
                <a:lnTo>
                  <a:pt x="352425" y="447675"/>
                </a:lnTo>
                <a:close/>
                <a:moveTo>
                  <a:pt x="419100" y="438150"/>
                </a:moveTo>
                <a:lnTo>
                  <a:pt x="428625" y="438150"/>
                </a:lnTo>
                <a:lnTo>
                  <a:pt x="428625" y="447675"/>
                </a:lnTo>
                <a:lnTo>
                  <a:pt x="419100" y="447675"/>
                </a:lnTo>
                <a:close/>
                <a:moveTo>
                  <a:pt x="533400" y="438150"/>
                </a:moveTo>
                <a:lnTo>
                  <a:pt x="542925" y="438150"/>
                </a:lnTo>
                <a:lnTo>
                  <a:pt x="542925" y="457200"/>
                </a:lnTo>
                <a:lnTo>
                  <a:pt x="533400" y="457200"/>
                </a:lnTo>
                <a:close/>
                <a:moveTo>
                  <a:pt x="400050" y="447675"/>
                </a:moveTo>
                <a:lnTo>
                  <a:pt x="419100" y="447675"/>
                </a:lnTo>
                <a:lnTo>
                  <a:pt x="419100" y="457200"/>
                </a:lnTo>
                <a:lnTo>
                  <a:pt x="409575" y="457200"/>
                </a:lnTo>
                <a:lnTo>
                  <a:pt x="409575" y="476250"/>
                </a:lnTo>
                <a:lnTo>
                  <a:pt x="400050" y="476250"/>
                </a:lnTo>
                <a:lnTo>
                  <a:pt x="400050" y="485775"/>
                </a:lnTo>
                <a:lnTo>
                  <a:pt x="409575" y="485775"/>
                </a:lnTo>
                <a:lnTo>
                  <a:pt x="409575" y="504825"/>
                </a:lnTo>
                <a:lnTo>
                  <a:pt x="419100" y="504825"/>
                </a:lnTo>
                <a:lnTo>
                  <a:pt x="419100" y="495300"/>
                </a:lnTo>
                <a:lnTo>
                  <a:pt x="447675" y="495300"/>
                </a:lnTo>
                <a:lnTo>
                  <a:pt x="447675" y="504825"/>
                </a:lnTo>
                <a:lnTo>
                  <a:pt x="419100" y="504825"/>
                </a:lnTo>
                <a:lnTo>
                  <a:pt x="419100" y="514350"/>
                </a:lnTo>
                <a:lnTo>
                  <a:pt x="409575" y="514350"/>
                </a:lnTo>
                <a:lnTo>
                  <a:pt x="409575" y="523875"/>
                </a:lnTo>
                <a:lnTo>
                  <a:pt x="400050" y="523875"/>
                </a:lnTo>
                <a:lnTo>
                  <a:pt x="400050" y="504825"/>
                </a:lnTo>
                <a:lnTo>
                  <a:pt x="390525" y="504825"/>
                </a:lnTo>
                <a:lnTo>
                  <a:pt x="390525" y="523875"/>
                </a:lnTo>
                <a:lnTo>
                  <a:pt x="381000" y="523875"/>
                </a:lnTo>
                <a:lnTo>
                  <a:pt x="381000" y="476250"/>
                </a:lnTo>
                <a:lnTo>
                  <a:pt x="390525" y="476250"/>
                </a:lnTo>
                <a:lnTo>
                  <a:pt x="390525" y="457200"/>
                </a:lnTo>
                <a:lnTo>
                  <a:pt x="400050" y="457200"/>
                </a:lnTo>
                <a:close/>
                <a:moveTo>
                  <a:pt x="342900" y="457200"/>
                </a:moveTo>
                <a:lnTo>
                  <a:pt x="352425" y="457200"/>
                </a:lnTo>
                <a:lnTo>
                  <a:pt x="352425" y="466725"/>
                </a:lnTo>
                <a:lnTo>
                  <a:pt x="342900" y="466725"/>
                </a:lnTo>
                <a:close/>
                <a:moveTo>
                  <a:pt x="581025" y="457200"/>
                </a:moveTo>
                <a:lnTo>
                  <a:pt x="590550" y="457200"/>
                </a:lnTo>
                <a:lnTo>
                  <a:pt x="590550" y="466725"/>
                </a:lnTo>
                <a:lnTo>
                  <a:pt x="581025" y="466725"/>
                </a:lnTo>
                <a:close/>
                <a:moveTo>
                  <a:pt x="333375" y="466725"/>
                </a:moveTo>
                <a:lnTo>
                  <a:pt x="342900" y="466725"/>
                </a:lnTo>
                <a:lnTo>
                  <a:pt x="342900" y="504825"/>
                </a:lnTo>
                <a:lnTo>
                  <a:pt x="333375" y="504825"/>
                </a:lnTo>
                <a:lnTo>
                  <a:pt x="333375" y="485775"/>
                </a:lnTo>
                <a:lnTo>
                  <a:pt x="323850" y="485775"/>
                </a:lnTo>
                <a:lnTo>
                  <a:pt x="323850" y="476250"/>
                </a:lnTo>
                <a:lnTo>
                  <a:pt x="333375" y="476250"/>
                </a:lnTo>
                <a:close/>
                <a:moveTo>
                  <a:pt x="561975" y="485775"/>
                </a:moveTo>
                <a:lnTo>
                  <a:pt x="581025" y="485775"/>
                </a:lnTo>
                <a:lnTo>
                  <a:pt x="581025" y="495300"/>
                </a:lnTo>
                <a:lnTo>
                  <a:pt x="590550" y="495300"/>
                </a:lnTo>
                <a:lnTo>
                  <a:pt x="590550" y="485775"/>
                </a:lnTo>
                <a:lnTo>
                  <a:pt x="600075" y="485775"/>
                </a:lnTo>
                <a:lnTo>
                  <a:pt x="600075" y="542925"/>
                </a:lnTo>
                <a:lnTo>
                  <a:pt x="590550" y="542925"/>
                </a:lnTo>
                <a:lnTo>
                  <a:pt x="590550" y="552450"/>
                </a:lnTo>
                <a:lnTo>
                  <a:pt x="581025" y="552450"/>
                </a:lnTo>
                <a:lnTo>
                  <a:pt x="581025" y="514350"/>
                </a:lnTo>
                <a:lnTo>
                  <a:pt x="571500" y="514350"/>
                </a:lnTo>
                <a:lnTo>
                  <a:pt x="571500" y="504825"/>
                </a:lnTo>
                <a:lnTo>
                  <a:pt x="561975" y="504825"/>
                </a:lnTo>
                <a:lnTo>
                  <a:pt x="561975" y="514350"/>
                </a:lnTo>
                <a:lnTo>
                  <a:pt x="552450" y="514350"/>
                </a:lnTo>
                <a:lnTo>
                  <a:pt x="552450" y="523875"/>
                </a:lnTo>
                <a:lnTo>
                  <a:pt x="542925" y="523875"/>
                </a:lnTo>
                <a:lnTo>
                  <a:pt x="542925" y="533400"/>
                </a:lnTo>
                <a:lnTo>
                  <a:pt x="533400" y="533400"/>
                </a:lnTo>
                <a:lnTo>
                  <a:pt x="533400" y="542925"/>
                </a:lnTo>
                <a:lnTo>
                  <a:pt x="523875" y="542925"/>
                </a:lnTo>
                <a:lnTo>
                  <a:pt x="523875" y="552450"/>
                </a:lnTo>
                <a:lnTo>
                  <a:pt x="514350" y="552450"/>
                </a:lnTo>
                <a:lnTo>
                  <a:pt x="514350" y="561975"/>
                </a:lnTo>
                <a:lnTo>
                  <a:pt x="504825" y="561975"/>
                </a:lnTo>
                <a:lnTo>
                  <a:pt x="504825" y="571500"/>
                </a:lnTo>
                <a:lnTo>
                  <a:pt x="495300" y="571500"/>
                </a:lnTo>
                <a:lnTo>
                  <a:pt x="495300" y="581025"/>
                </a:lnTo>
                <a:lnTo>
                  <a:pt x="476250" y="581025"/>
                </a:lnTo>
                <a:lnTo>
                  <a:pt x="476250" y="571500"/>
                </a:lnTo>
                <a:lnTo>
                  <a:pt x="485775" y="571500"/>
                </a:lnTo>
                <a:lnTo>
                  <a:pt x="485775" y="561975"/>
                </a:lnTo>
                <a:lnTo>
                  <a:pt x="495300" y="561975"/>
                </a:lnTo>
                <a:lnTo>
                  <a:pt x="495300" y="552450"/>
                </a:lnTo>
                <a:lnTo>
                  <a:pt x="504825" y="552450"/>
                </a:lnTo>
                <a:lnTo>
                  <a:pt x="504825" y="542925"/>
                </a:lnTo>
                <a:lnTo>
                  <a:pt x="514350" y="542925"/>
                </a:lnTo>
                <a:lnTo>
                  <a:pt x="514350" y="533400"/>
                </a:lnTo>
                <a:lnTo>
                  <a:pt x="523875" y="533400"/>
                </a:lnTo>
                <a:lnTo>
                  <a:pt x="523875" y="523875"/>
                </a:lnTo>
                <a:lnTo>
                  <a:pt x="533400" y="523875"/>
                </a:lnTo>
                <a:lnTo>
                  <a:pt x="533400" y="514350"/>
                </a:lnTo>
                <a:lnTo>
                  <a:pt x="542925" y="514350"/>
                </a:lnTo>
                <a:lnTo>
                  <a:pt x="542925" y="504825"/>
                </a:lnTo>
                <a:lnTo>
                  <a:pt x="552450" y="504825"/>
                </a:lnTo>
                <a:lnTo>
                  <a:pt x="552450" y="495300"/>
                </a:lnTo>
                <a:lnTo>
                  <a:pt x="561975" y="495300"/>
                </a:lnTo>
                <a:close/>
                <a:moveTo>
                  <a:pt x="447675" y="504825"/>
                </a:moveTo>
                <a:lnTo>
                  <a:pt x="457200" y="504825"/>
                </a:lnTo>
                <a:lnTo>
                  <a:pt x="457200" y="514350"/>
                </a:lnTo>
                <a:lnTo>
                  <a:pt x="447675" y="514350"/>
                </a:lnTo>
                <a:close/>
                <a:moveTo>
                  <a:pt x="219075" y="523875"/>
                </a:moveTo>
                <a:lnTo>
                  <a:pt x="257175" y="523875"/>
                </a:lnTo>
                <a:lnTo>
                  <a:pt x="257175" y="533400"/>
                </a:lnTo>
                <a:lnTo>
                  <a:pt x="323850" y="533400"/>
                </a:lnTo>
                <a:lnTo>
                  <a:pt x="323850" y="542925"/>
                </a:lnTo>
                <a:lnTo>
                  <a:pt x="152400" y="542925"/>
                </a:lnTo>
                <a:lnTo>
                  <a:pt x="152400" y="533400"/>
                </a:lnTo>
                <a:lnTo>
                  <a:pt x="219075" y="533400"/>
                </a:lnTo>
                <a:close/>
                <a:moveTo>
                  <a:pt x="381000" y="542925"/>
                </a:moveTo>
                <a:lnTo>
                  <a:pt x="390525" y="542925"/>
                </a:lnTo>
                <a:lnTo>
                  <a:pt x="390525" y="552450"/>
                </a:lnTo>
                <a:lnTo>
                  <a:pt x="381000" y="552450"/>
                </a:lnTo>
                <a:close/>
                <a:moveTo>
                  <a:pt x="419100" y="542925"/>
                </a:moveTo>
                <a:lnTo>
                  <a:pt x="428625" y="542925"/>
                </a:lnTo>
                <a:lnTo>
                  <a:pt x="428625" y="552450"/>
                </a:lnTo>
                <a:lnTo>
                  <a:pt x="438150" y="552450"/>
                </a:lnTo>
                <a:lnTo>
                  <a:pt x="438150" y="561975"/>
                </a:lnTo>
                <a:lnTo>
                  <a:pt x="428625" y="561975"/>
                </a:lnTo>
                <a:lnTo>
                  <a:pt x="428625" y="571500"/>
                </a:lnTo>
                <a:lnTo>
                  <a:pt x="457200" y="571500"/>
                </a:lnTo>
                <a:lnTo>
                  <a:pt x="457200" y="581025"/>
                </a:lnTo>
                <a:lnTo>
                  <a:pt x="438150" y="581025"/>
                </a:lnTo>
                <a:lnTo>
                  <a:pt x="438150" y="590550"/>
                </a:lnTo>
                <a:lnTo>
                  <a:pt x="447675" y="590550"/>
                </a:lnTo>
                <a:lnTo>
                  <a:pt x="447675" y="600075"/>
                </a:lnTo>
                <a:lnTo>
                  <a:pt x="466725" y="600075"/>
                </a:lnTo>
                <a:lnTo>
                  <a:pt x="466725" y="609600"/>
                </a:lnTo>
                <a:lnTo>
                  <a:pt x="495300" y="609600"/>
                </a:lnTo>
                <a:lnTo>
                  <a:pt x="495300" y="628650"/>
                </a:lnTo>
                <a:lnTo>
                  <a:pt x="485775" y="628650"/>
                </a:lnTo>
                <a:lnTo>
                  <a:pt x="485775" y="619125"/>
                </a:lnTo>
                <a:lnTo>
                  <a:pt x="447675" y="619125"/>
                </a:lnTo>
                <a:lnTo>
                  <a:pt x="447675" y="609600"/>
                </a:lnTo>
                <a:lnTo>
                  <a:pt x="428625" y="609600"/>
                </a:lnTo>
                <a:lnTo>
                  <a:pt x="428625" y="600075"/>
                </a:lnTo>
                <a:lnTo>
                  <a:pt x="419100" y="600075"/>
                </a:lnTo>
                <a:lnTo>
                  <a:pt x="419100" y="590550"/>
                </a:lnTo>
                <a:lnTo>
                  <a:pt x="409575" y="590550"/>
                </a:lnTo>
                <a:lnTo>
                  <a:pt x="409575" y="581025"/>
                </a:lnTo>
                <a:lnTo>
                  <a:pt x="400050" y="581025"/>
                </a:lnTo>
                <a:lnTo>
                  <a:pt x="400050" y="571500"/>
                </a:lnTo>
                <a:lnTo>
                  <a:pt x="390525" y="571500"/>
                </a:lnTo>
                <a:lnTo>
                  <a:pt x="390525" y="561975"/>
                </a:lnTo>
                <a:lnTo>
                  <a:pt x="400050" y="561975"/>
                </a:lnTo>
                <a:lnTo>
                  <a:pt x="400050" y="571500"/>
                </a:lnTo>
                <a:lnTo>
                  <a:pt x="409575" y="571500"/>
                </a:lnTo>
                <a:lnTo>
                  <a:pt x="409575" y="561975"/>
                </a:lnTo>
                <a:lnTo>
                  <a:pt x="419100" y="561975"/>
                </a:lnTo>
                <a:close/>
                <a:moveTo>
                  <a:pt x="571500" y="552450"/>
                </a:moveTo>
                <a:lnTo>
                  <a:pt x="581025" y="552450"/>
                </a:lnTo>
                <a:lnTo>
                  <a:pt x="581025" y="561975"/>
                </a:lnTo>
                <a:lnTo>
                  <a:pt x="571500" y="561975"/>
                </a:lnTo>
                <a:close/>
                <a:moveTo>
                  <a:pt x="561975" y="571500"/>
                </a:moveTo>
                <a:lnTo>
                  <a:pt x="581025" y="571500"/>
                </a:lnTo>
                <a:lnTo>
                  <a:pt x="581025" y="581025"/>
                </a:lnTo>
                <a:lnTo>
                  <a:pt x="561975" y="581025"/>
                </a:lnTo>
                <a:close/>
                <a:moveTo>
                  <a:pt x="523875" y="600075"/>
                </a:moveTo>
                <a:lnTo>
                  <a:pt x="552450" y="600075"/>
                </a:lnTo>
                <a:lnTo>
                  <a:pt x="552450" y="609600"/>
                </a:lnTo>
                <a:lnTo>
                  <a:pt x="533400" y="609600"/>
                </a:lnTo>
                <a:lnTo>
                  <a:pt x="533400" y="619125"/>
                </a:lnTo>
                <a:lnTo>
                  <a:pt x="504825" y="619125"/>
                </a:lnTo>
                <a:lnTo>
                  <a:pt x="504825" y="609600"/>
                </a:lnTo>
                <a:lnTo>
                  <a:pt x="523875" y="609600"/>
                </a:lnTo>
                <a:close/>
              </a:path>
            </a:pathLst>
          </a:custGeom>
          <a:solidFill xmlns:a="http://schemas.openxmlformats.org/drawingml/2006/main">
            <a:srgbClr val="E3C9BE"/>
          </a:solidFill>
          <a:ln xmlns:a="http://schemas.openxmlformats.org/drawingml/2006/main" w="0">
            <a:noFill/>
          </a:ln>
        </p:spPr>
      </p:sp>
      <p:sp>
        <p:nvSpPr>
          <p:cNvPr id="122" name="calendar vector #f4c7aa">
            <a:extLst xmlns:a="http://schemas.openxmlformats.org/drawingml/2006/main">
              <a:ext uri="{FF2B5EF4-FFF2-40B4-BE49-F238E27FC236}">
                <a16:creationId xmlns:a16="http://schemas.microsoft.com/office/drawing/2014/main" id="{62C2133A-10B1-4FF7-A14E-5358CBE9E65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57250" y="4848225"/>
            <a:ext cx="704850" cy="704850"/>
          </a:xfrm>
          <a:custGeom xmlns:a="http://schemas.openxmlformats.org/drawingml/2006/main">
            <a:pathLst>
              <a:path w="704850" h="704850">
                <a:moveTo>
                  <a:pt x="276225" y="285750"/>
                </a:moveTo>
                <a:lnTo>
                  <a:pt x="352425" y="285750"/>
                </a:lnTo>
                <a:lnTo>
                  <a:pt x="352425" y="304800"/>
                </a:lnTo>
                <a:lnTo>
                  <a:pt x="371475" y="304800"/>
                </a:lnTo>
                <a:lnTo>
                  <a:pt x="371475" y="295275"/>
                </a:lnTo>
                <a:lnTo>
                  <a:pt x="381000" y="295275"/>
                </a:lnTo>
                <a:lnTo>
                  <a:pt x="381000" y="304800"/>
                </a:lnTo>
                <a:lnTo>
                  <a:pt x="390525" y="304800"/>
                </a:lnTo>
                <a:lnTo>
                  <a:pt x="390525" y="314325"/>
                </a:lnTo>
                <a:lnTo>
                  <a:pt x="400050" y="314325"/>
                </a:lnTo>
                <a:lnTo>
                  <a:pt x="400050" y="323850"/>
                </a:lnTo>
                <a:lnTo>
                  <a:pt x="390525" y="323850"/>
                </a:lnTo>
                <a:lnTo>
                  <a:pt x="390525" y="333375"/>
                </a:lnTo>
                <a:lnTo>
                  <a:pt x="400050" y="333375"/>
                </a:lnTo>
                <a:lnTo>
                  <a:pt x="400050" y="342900"/>
                </a:lnTo>
                <a:lnTo>
                  <a:pt x="381000" y="342900"/>
                </a:lnTo>
                <a:lnTo>
                  <a:pt x="381000" y="352425"/>
                </a:lnTo>
                <a:lnTo>
                  <a:pt x="333375" y="352425"/>
                </a:lnTo>
                <a:lnTo>
                  <a:pt x="333375" y="342900"/>
                </a:lnTo>
                <a:lnTo>
                  <a:pt x="314325" y="342900"/>
                </a:lnTo>
                <a:lnTo>
                  <a:pt x="314325" y="333375"/>
                </a:lnTo>
                <a:lnTo>
                  <a:pt x="257175" y="333375"/>
                </a:lnTo>
                <a:lnTo>
                  <a:pt x="257175" y="323850"/>
                </a:lnTo>
                <a:lnTo>
                  <a:pt x="238125" y="323850"/>
                </a:lnTo>
                <a:lnTo>
                  <a:pt x="238125" y="314325"/>
                </a:lnTo>
                <a:lnTo>
                  <a:pt x="247650" y="314325"/>
                </a:lnTo>
                <a:lnTo>
                  <a:pt x="247650" y="304800"/>
                </a:lnTo>
                <a:lnTo>
                  <a:pt x="257175" y="304800"/>
                </a:lnTo>
                <a:lnTo>
                  <a:pt x="257175" y="295275"/>
                </a:lnTo>
                <a:lnTo>
                  <a:pt x="276225" y="295275"/>
                </a:lnTo>
                <a:close/>
                <a:moveTo>
                  <a:pt x="180975" y="304800"/>
                </a:moveTo>
                <a:lnTo>
                  <a:pt x="219075" y="304800"/>
                </a:lnTo>
                <a:lnTo>
                  <a:pt x="219075" y="323850"/>
                </a:lnTo>
                <a:lnTo>
                  <a:pt x="200025" y="323850"/>
                </a:lnTo>
                <a:lnTo>
                  <a:pt x="200025" y="314325"/>
                </a:lnTo>
                <a:lnTo>
                  <a:pt x="180975" y="314325"/>
                </a:lnTo>
                <a:close/>
                <a:moveTo>
                  <a:pt x="171450" y="314325"/>
                </a:moveTo>
                <a:lnTo>
                  <a:pt x="180975" y="314325"/>
                </a:lnTo>
                <a:lnTo>
                  <a:pt x="180975" y="323850"/>
                </a:lnTo>
                <a:lnTo>
                  <a:pt x="171450" y="323850"/>
                </a:lnTo>
                <a:close/>
                <a:moveTo>
                  <a:pt x="95250" y="371475"/>
                </a:moveTo>
                <a:lnTo>
                  <a:pt x="104775" y="371475"/>
                </a:lnTo>
                <a:lnTo>
                  <a:pt x="104775" y="381000"/>
                </a:lnTo>
                <a:lnTo>
                  <a:pt x="114300" y="381000"/>
                </a:lnTo>
                <a:lnTo>
                  <a:pt x="114300" y="400050"/>
                </a:lnTo>
                <a:lnTo>
                  <a:pt x="104775" y="400050"/>
                </a:lnTo>
                <a:lnTo>
                  <a:pt x="104775" y="419100"/>
                </a:lnTo>
                <a:lnTo>
                  <a:pt x="95250" y="419100"/>
                </a:lnTo>
                <a:close/>
                <a:moveTo>
                  <a:pt x="171450" y="381000"/>
                </a:moveTo>
                <a:lnTo>
                  <a:pt x="180975" y="381000"/>
                </a:lnTo>
                <a:lnTo>
                  <a:pt x="180975" y="390525"/>
                </a:lnTo>
                <a:lnTo>
                  <a:pt x="171450" y="390525"/>
                </a:lnTo>
                <a:close/>
                <a:moveTo>
                  <a:pt x="123825" y="400050"/>
                </a:moveTo>
                <a:lnTo>
                  <a:pt x="133350" y="400050"/>
                </a:lnTo>
                <a:lnTo>
                  <a:pt x="133350" y="409575"/>
                </a:lnTo>
                <a:lnTo>
                  <a:pt x="123825" y="409575"/>
                </a:lnTo>
                <a:close/>
                <a:moveTo>
                  <a:pt x="142875" y="409575"/>
                </a:moveTo>
                <a:lnTo>
                  <a:pt x="152400" y="409575"/>
                </a:lnTo>
                <a:lnTo>
                  <a:pt x="152400" y="419100"/>
                </a:lnTo>
                <a:lnTo>
                  <a:pt x="142875" y="419100"/>
                </a:lnTo>
                <a:close/>
                <a:moveTo>
                  <a:pt x="466725" y="428625"/>
                </a:moveTo>
                <a:lnTo>
                  <a:pt x="495300" y="428625"/>
                </a:lnTo>
                <a:lnTo>
                  <a:pt x="495300" y="438150"/>
                </a:lnTo>
                <a:lnTo>
                  <a:pt x="504825" y="438150"/>
                </a:lnTo>
                <a:lnTo>
                  <a:pt x="504825" y="447675"/>
                </a:lnTo>
                <a:lnTo>
                  <a:pt x="495300" y="447675"/>
                </a:lnTo>
                <a:lnTo>
                  <a:pt x="495300" y="457200"/>
                </a:lnTo>
                <a:lnTo>
                  <a:pt x="485775" y="457200"/>
                </a:lnTo>
                <a:lnTo>
                  <a:pt x="485775" y="466725"/>
                </a:lnTo>
                <a:lnTo>
                  <a:pt x="476250" y="466725"/>
                </a:lnTo>
                <a:lnTo>
                  <a:pt x="476250" y="476250"/>
                </a:lnTo>
                <a:lnTo>
                  <a:pt x="428625" y="476250"/>
                </a:lnTo>
                <a:lnTo>
                  <a:pt x="428625" y="457200"/>
                </a:lnTo>
                <a:lnTo>
                  <a:pt x="438150" y="457200"/>
                </a:lnTo>
                <a:lnTo>
                  <a:pt x="438150" y="447675"/>
                </a:lnTo>
                <a:lnTo>
                  <a:pt x="447675" y="447675"/>
                </a:lnTo>
                <a:lnTo>
                  <a:pt x="447675" y="438150"/>
                </a:lnTo>
                <a:lnTo>
                  <a:pt x="466725" y="438150"/>
                </a:lnTo>
                <a:close/>
                <a:moveTo>
                  <a:pt x="304800" y="447675"/>
                </a:moveTo>
                <a:lnTo>
                  <a:pt x="314325" y="447675"/>
                </a:lnTo>
                <a:lnTo>
                  <a:pt x="314325" y="495300"/>
                </a:lnTo>
                <a:lnTo>
                  <a:pt x="304800" y="495300"/>
                </a:lnTo>
                <a:lnTo>
                  <a:pt x="304800" y="504825"/>
                </a:lnTo>
                <a:lnTo>
                  <a:pt x="295275" y="504825"/>
                </a:lnTo>
                <a:lnTo>
                  <a:pt x="295275" y="514350"/>
                </a:lnTo>
                <a:lnTo>
                  <a:pt x="257175" y="514350"/>
                </a:lnTo>
                <a:lnTo>
                  <a:pt x="257175" y="504825"/>
                </a:lnTo>
                <a:lnTo>
                  <a:pt x="219075" y="504825"/>
                </a:lnTo>
                <a:lnTo>
                  <a:pt x="219075" y="495300"/>
                </a:lnTo>
                <a:lnTo>
                  <a:pt x="266700" y="495300"/>
                </a:lnTo>
                <a:lnTo>
                  <a:pt x="266700" y="466725"/>
                </a:lnTo>
                <a:lnTo>
                  <a:pt x="257175" y="466725"/>
                </a:lnTo>
                <a:lnTo>
                  <a:pt x="257175" y="457200"/>
                </a:lnTo>
                <a:lnTo>
                  <a:pt x="285750" y="457200"/>
                </a:lnTo>
                <a:lnTo>
                  <a:pt x="285750" y="466725"/>
                </a:lnTo>
                <a:lnTo>
                  <a:pt x="295275" y="466725"/>
                </a:lnTo>
                <a:lnTo>
                  <a:pt x="295275" y="457200"/>
                </a:lnTo>
                <a:lnTo>
                  <a:pt x="304800" y="457200"/>
                </a:lnTo>
                <a:close/>
                <a:moveTo>
                  <a:pt x="542925" y="533400"/>
                </a:moveTo>
                <a:lnTo>
                  <a:pt x="571500" y="533400"/>
                </a:lnTo>
                <a:lnTo>
                  <a:pt x="571500" y="542925"/>
                </a:lnTo>
                <a:lnTo>
                  <a:pt x="561975" y="542925"/>
                </a:lnTo>
                <a:lnTo>
                  <a:pt x="561975" y="561975"/>
                </a:lnTo>
                <a:lnTo>
                  <a:pt x="552450" y="561975"/>
                </a:lnTo>
                <a:lnTo>
                  <a:pt x="552450" y="571500"/>
                </a:lnTo>
                <a:lnTo>
                  <a:pt x="542925" y="571500"/>
                </a:lnTo>
                <a:lnTo>
                  <a:pt x="542925" y="581025"/>
                </a:lnTo>
                <a:lnTo>
                  <a:pt x="533400" y="581025"/>
                </a:lnTo>
                <a:lnTo>
                  <a:pt x="533400" y="590550"/>
                </a:lnTo>
                <a:lnTo>
                  <a:pt x="514350" y="590550"/>
                </a:lnTo>
                <a:lnTo>
                  <a:pt x="514350" y="571500"/>
                </a:lnTo>
                <a:lnTo>
                  <a:pt x="523875" y="571500"/>
                </a:lnTo>
                <a:lnTo>
                  <a:pt x="523875" y="552450"/>
                </a:lnTo>
                <a:lnTo>
                  <a:pt x="533400" y="552450"/>
                </a:lnTo>
                <a:lnTo>
                  <a:pt x="533400" y="542925"/>
                </a:lnTo>
                <a:lnTo>
                  <a:pt x="542925" y="542925"/>
                </a:lnTo>
                <a:close/>
              </a:path>
            </a:pathLst>
          </a:custGeom>
          <a:solidFill xmlns:a="http://schemas.openxmlformats.org/drawingml/2006/main">
            <a:srgbClr val="F4C7AA"/>
          </a:solidFill>
          <a:ln xmlns:a="http://schemas.openxmlformats.org/drawingml/2006/main" w="0">
            <a:noFill/>
          </a:ln>
        </p:spPr>
      </p:sp>
      <p:sp>
        <p:nvSpPr>
          <p:cNvPr id="123" name="calendar vector #eac5b3">
            <a:extLst xmlns:a="http://schemas.openxmlformats.org/drawingml/2006/main">
              <a:ext uri="{FF2B5EF4-FFF2-40B4-BE49-F238E27FC236}">
                <a16:creationId xmlns:a16="http://schemas.microsoft.com/office/drawing/2014/main" id="{1FF7293B-4823-4B06-BEDF-A451E213873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57250" y="4848225"/>
            <a:ext cx="704850" cy="704850"/>
          </a:xfrm>
          <a:custGeom xmlns:a="http://schemas.openxmlformats.org/drawingml/2006/main">
            <a:pathLst>
              <a:path w="704850" h="704850">
                <a:moveTo>
                  <a:pt x="114300" y="276225"/>
                </a:moveTo>
                <a:lnTo>
                  <a:pt x="123825" y="276225"/>
                </a:lnTo>
                <a:lnTo>
                  <a:pt x="123825" y="285750"/>
                </a:lnTo>
                <a:lnTo>
                  <a:pt x="114300" y="285750"/>
                </a:lnTo>
                <a:close/>
                <a:moveTo>
                  <a:pt x="133350" y="276225"/>
                </a:moveTo>
                <a:lnTo>
                  <a:pt x="161925" y="276225"/>
                </a:lnTo>
                <a:lnTo>
                  <a:pt x="161925" y="285750"/>
                </a:lnTo>
                <a:lnTo>
                  <a:pt x="133350" y="285750"/>
                </a:lnTo>
                <a:close/>
                <a:moveTo>
                  <a:pt x="200025" y="276225"/>
                </a:moveTo>
                <a:lnTo>
                  <a:pt x="209550" y="276225"/>
                </a:lnTo>
                <a:lnTo>
                  <a:pt x="209550" y="285750"/>
                </a:lnTo>
                <a:lnTo>
                  <a:pt x="200025" y="285750"/>
                </a:lnTo>
                <a:close/>
                <a:moveTo>
                  <a:pt x="295275" y="276225"/>
                </a:moveTo>
                <a:lnTo>
                  <a:pt x="466725" y="276225"/>
                </a:lnTo>
                <a:lnTo>
                  <a:pt x="466725" y="285750"/>
                </a:lnTo>
                <a:lnTo>
                  <a:pt x="295275" y="285750"/>
                </a:lnTo>
                <a:close/>
                <a:moveTo>
                  <a:pt x="466725" y="285750"/>
                </a:moveTo>
                <a:lnTo>
                  <a:pt x="476250" y="285750"/>
                </a:lnTo>
                <a:lnTo>
                  <a:pt x="476250" y="295275"/>
                </a:lnTo>
                <a:lnTo>
                  <a:pt x="466725" y="295275"/>
                </a:lnTo>
                <a:close/>
                <a:moveTo>
                  <a:pt x="419100" y="342900"/>
                </a:moveTo>
                <a:lnTo>
                  <a:pt x="447675" y="342900"/>
                </a:lnTo>
                <a:lnTo>
                  <a:pt x="447675" y="352425"/>
                </a:lnTo>
                <a:lnTo>
                  <a:pt x="428625" y="352425"/>
                </a:lnTo>
                <a:lnTo>
                  <a:pt x="428625" y="361950"/>
                </a:lnTo>
                <a:lnTo>
                  <a:pt x="409575" y="361950"/>
                </a:lnTo>
                <a:lnTo>
                  <a:pt x="409575" y="352425"/>
                </a:lnTo>
                <a:lnTo>
                  <a:pt x="419100" y="352425"/>
                </a:lnTo>
                <a:close/>
                <a:moveTo>
                  <a:pt x="400050" y="361950"/>
                </a:moveTo>
                <a:lnTo>
                  <a:pt x="409575" y="361950"/>
                </a:lnTo>
                <a:lnTo>
                  <a:pt x="409575" y="371475"/>
                </a:lnTo>
                <a:lnTo>
                  <a:pt x="400050" y="371475"/>
                </a:lnTo>
                <a:close/>
                <a:moveTo>
                  <a:pt x="85725" y="381000"/>
                </a:moveTo>
                <a:lnTo>
                  <a:pt x="95250" y="381000"/>
                </a:lnTo>
                <a:lnTo>
                  <a:pt x="95250" y="390525"/>
                </a:lnTo>
                <a:lnTo>
                  <a:pt x="85725" y="390525"/>
                </a:lnTo>
                <a:close/>
                <a:moveTo>
                  <a:pt x="371475" y="381000"/>
                </a:moveTo>
                <a:lnTo>
                  <a:pt x="381000" y="381000"/>
                </a:lnTo>
                <a:lnTo>
                  <a:pt x="381000" y="390525"/>
                </a:lnTo>
                <a:lnTo>
                  <a:pt x="371475" y="390525"/>
                </a:lnTo>
                <a:close/>
                <a:moveTo>
                  <a:pt x="361950" y="390525"/>
                </a:moveTo>
                <a:lnTo>
                  <a:pt x="371475" y="390525"/>
                </a:lnTo>
                <a:lnTo>
                  <a:pt x="371475" y="400050"/>
                </a:lnTo>
                <a:lnTo>
                  <a:pt x="361950" y="400050"/>
                </a:lnTo>
                <a:close/>
                <a:moveTo>
                  <a:pt x="352425" y="400050"/>
                </a:moveTo>
                <a:lnTo>
                  <a:pt x="361950" y="400050"/>
                </a:lnTo>
                <a:lnTo>
                  <a:pt x="361950" y="409575"/>
                </a:lnTo>
                <a:lnTo>
                  <a:pt x="352425" y="409575"/>
                </a:lnTo>
                <a:close/>
                <a:moveTo>
                  <a:pt x="342900" y="409575"/>
                </a:moveTo>
                <a:lnTo>
                  <a:pt x="352425" y="409575"/>
                </a:lnTo>
                <a:lnTo>
                  <a:pt x="352425" y="419100"/>
                </a:lnTo>
                <a:lnTo>
                  <a:pt x="342900" y="419100"/>
                </a:lnTo>
                <a:close/>
                <a:moveTo>
                  <a:pt x="457200" y="419100"/>
                </a:moveTo>
                <a:lnTo>
                  <a:pt x="514350" y="419100"/>
                </a:lnTo>
                <a:lnTo>
                  <a:pt x="514350" y="428625"/>
                </a:lnTo>
                <a:lnTo>
                  <a:pt x="466725" y="428625"/>
                </a:lnTo>
                <a:lnTo>
                  <a:pt x="466725" y="438150"/>
                </a:lnTo>
                <a:lnTo>
                  <a:pt x="447675" y="438150"/>
                </a:lnTo>
                <a:lnTo>
                  <a:pt x="447675" y="447675"/>
                </a:lnTo>
                <a:lnTo>
                  <a:pt x="438150" y="447675"/>
                </a:lnTo>
                <a:lnTo>
                  <a:pt x="438150" y="457200"/>
                </a:lnTo>
                <a:lnTo>
                  <a:pt x="428625" y="457200"/>
                </a:lnTo>
                <a:lnTo>
                  <a:pt x="428625" y="485775"/>
                </a:lnTo>
                <a:lnTo>
                  <a:pt x="485775" y="485775"/>
                </a:lnTo>
                <a:lnTo>
                  <a:pt x="485775" y="476250"/>
                </a:lnTo>
                <a:lnTo>
                  <a:pt x="495300" y="476250"/>
                </a:lnTo>
                <a:lnTo>
                  <a:pt x="495300" y="466725"/>
                </a:lnTo>
                <a:lnTo>
                  <a:pt x="504825" y="466725"/>
                </a:lnTo>
                <a:lnTo>
                  <a:pt x="504825" y="457200"/>
                </a:lnTo>
                <a:lnTo>
                  <a:pt x="514350" y="457200"/>
                </a:lnTo>
                <a:lnTo>
                  <a:pt x="514350" y="428625"/>
                </a:lnTo>
                <a:lnTo>
                  <a:pt x="533400" y="428625"/>
                </a:lnTo>
                <a:lnTo>
                  <a:pt x="533400" y="457200"/>
                </a:lnTo>
                <a:lnTo>
                  <a:pt x="514350" y="457200"/>
                </a:lnTo>
                <a:lnTo>
                  <a:pt x="514350" y="466725"/>
                </a:lnTo>
                <a:lnTo>
                  <a:pt x="504825" y="466725"/>
                </a:lnTo>
                <a:lnTo>
                  <a:pt x="504825" y="476250"/>
                </a:lnTo>
                <a:lnTo>
                  <a:pt x="495300" y="476250"/>
                </a:lnTo>
                <a:lnTo>
                  <a:pt x="495300" y="485775"/>
                </a:lnTo>
                <a:lnTo>
                  <a:pt x="485775" y="485775"/>
                </a:lnTo>
                <a:lnTo>
                  <a:pt x="485775" y="495300"/>
                </a:lnTo>
                <a:lnTo>
                  <a:pt x="419100" y="495300"/>
                </a:lnTo>
                <a:lnTo>
                  <a:pt x="419100" y="504825"/>
                </a:lnTo>
                <a:lnTo>
                  <a:pt x="409575" y="504825"/>
                </a:lnTo>
                <a:lnTo>
                  <a:pt x="409575" y="485775"/>
                </a:lnTo>
                <a:lnTo>
                  <a:pt x="400050" y="485775"/>
                </a:lnTo>
                <a:lnTo>
                  <a:pt x="400050" y="476250"/>
                </a:lnTo>
                <a:lnTo>
                  <a:pt x="409575" y="476250"/>
                </a:lnTo>
                <a:lnTo>
                  <a:pt x="409575" y="457200"/>
                </a:lnTo>
                <a:lnTo>
                  <a:pt x="419100" y="457200"/>
                </a:lnTo>
                <a:lnTo>
                  <a:pt x="419100" y="447675"/>
                </a:lnTo>
                <a:lnTo>
                  <a:pt x="428625" y="447675"/>
                </a:lnTo>
                <a:lnTo>
                  <a:pt x="428625" y="438150"/>
                </a:lnTo>
                <a:lnTo>
                  <a:pt x="438150" y="438150"/>
                </a:lnTo>
                <a:lnTo>
                  <a:pt x="438150" y="428625"/>
                </a:lnTo>
                <a:lnTo>
                  <a:pt x="457200" y="428625"/>
                </a:lnTo>
                <a:close/>
                <a:moveTo>
                  <a:pt x="333375" y="428625"/>
                </a:moveTo>
                <a:lnTo>
                  <a:pt x="342900" y="428625"/>
                </a:lnTo>
                <a:lnTo>
                  <a:pt x="342900" y="438150"/>
                </a:lnTo>
                <a:lnTo>
                  <a:pt x="333375" y="438150"/>
                </a:lnTo>
                <a:close/>
                <a:moveTo>
                  <a:pt x="323850" y="447675"/>
                </a:moveTo>
                <a:lnTo>
                  <a:pt x="333375" y="447675"/>
                </a:lnTo>
                <a:lnTo>
                  <a:pt x="333375" y="476250"/>
                </a:lnTo>
                <a:lnTo>
                  <a:pt x="323850" y="476250"/>
                </a:lnTo>
                <a:close/>
                <a:moveTo>
                  <a:pt x="85725" y="466725"/>
                </a:moveTo>
                <a:lnTo>
                  <a:pt x="95250" y="466725"/>
                </a:lnTo>
                <a:lnTo>
                  <a:pt x="95250" y="476250"/>
                </a:lnTo>
                <a:lnTo>
                  <a:pt x="85725" y="476250"/>
                </a:lnTo>
                <a:close/>
                <a:moveTo>
                  <a:pt x="314325" y="476250"/>
                </a:moveTo>
                <a:lnTo>
                  <a:pt x="323850" y="476250"/>
                </a:lnTo>
                <a:lnTo>
                  <a:pt x="323850" y="514350"/>
                </a:lnTo>
                <a:lnTo>
                  <a:pt x="314325" y="514350"/>
                </a:lnTo>
                <a:close/>
                <a:moveTo>
                  <a:pt x="95250" y="504825"/>
                </a:moveTo>
                <a:lnTo>
                  <a:pt x="104775" y="504825"/>
                </a:lnTo>
                <a:lnTo>
                  <a:pt x="104775" y="514350"/>
                </a:lnTo>
                <a:lnTo>
                  <a:pt x="95250" y="514350"/>
                </a:lnTo>
                <a:close/>
                <a:moveTo>
                  <a:pt x="561975" y="504825"/>
                </a:moveTo>
                <a:lnTo>
                  <a:pt x="571500" y="504825"/>
                </a:lnTo>
                <a:lnTo>
                  <a:pt x="571500" y="514350"/>
                </a:lnTo>
                <a:lnTo>
                  <a:pt x="581025" y="514350"/>
                </a:lnTo>
                <a:lnTo>
                  <a:pt x="581025" y="552450"/>
                </a:lnTo>
                <a:lnTo>
                  <a:pt x="571500" y="552450"/>
                </a:lnTo>
                <a:lnTo>
                  <a:pt x="571500" y="571500"/>
                </a:lnTo>
                <a:lnTo>
                  <a:pt x="561975" y="571500"/>
                </a:lnTo>
                <a:lnTo>
                  <a:pt x="561975" y="581025"/>
                </a:lnTo>
                <a:lnTo>
                  <a:pt x="552450" y="581025"/>
                </a:lnTo>
                <a:lnTo>
                  <a:pt x="552450" y="590550"/>
                </a:lnTo>
                <a:lnTo>
                  <a:pt x="542925" y="590550"/>
                </a:lnTo>
                <a:lnTo>
                  <a:pt x="542925" y="600075"/>
                </a:lnTo>
                <a:lnTo>
                  <a:pt x="523875" y="600075"/>
                </a:lnTo>
                <a:lnTo>
                  <a:pt x="523875" y="609600"/>
                </a:lnTo>
                <a:lnTo>
                  <a:pt x="466725" y="609600"/>
                </a:lnTo>
                <a:lnTo>
                  <a:pt x="466725" y="600075"/>
                </a:lnTo>
                <a:lnTo>
                  <a:pt x="447675" y="600075"/>
                </a:lnTo>
                <a:lnTo>
                  <a:pt x="447675" y="590550"/>
                </a:lnTo>
                <a:lnTo>
                  <a:pt x="438150" y="590550"/>
                </a:lnTo>
                <a:lnTo>
                  <a:pt x="438150" y="581025"/>
                </a:lnTo>
                <a:lnTo>
                  <a:pt x="495300" y="581025"/>
                </a:lnTo>
                <a:lnTo>
                  <a:pt x="495300" y="571500"/>
                </a:lnTo>
                <a:lnTo>
                  <a:pt x="504825" y="571500"/>
                </a:lnTo>
                <a:lnTo>
                  <a:pt x="504825" y="561975"/>
                </a:lnTo>
                <a:lnTo>
                  <a:pt x="514350" y="561975"/>
                </a:lnTo>
                <a:lnTo>
                  <a:pt x="514350" y="552450"/>
                </a:lnTo>
                <a:lnTo>
                  <a:pt x="523875" y="552450"/>
                </a:lnTo>
                <a:lnTo>
                  <a:pt x="523875" y="542925"/>
                </a:lnTo>
                <a:lnTo>
                  <a:pt x="533400" y="542925"/>
                </a:lnTo>
                <a:lnTo>
                  <a:pt x="533400" y="533400"/>
                </a:lnTo>
                <a:lnTo>
                  <a:pt x="542925" y="533400"/>
                </a:lnTo>
                <a:lnTo>
                  <a:pt x="542925" y="523875"/>
                </a:lnTo>
                <a:lnTo>
                  <a:pt x="552450" y="523875"/>
                </a:lnTo>
                <a:lnTo>
                  <a:pt x="552450" y="514350"/>
                </a:lnTo>
                <a:lnTo>
                  <a:pt x="561975" y="514350"/>
                </a:lnTo>
                <a:close/>
                <a:moveTo>
                  <a:pt x="114300" y="514350"/>
                </a:moveTo>
                <a:lnTo>
                  <a:pt x="123825" y="514350"/>
                </a:lnTo>
                <a:lnTo>
                  <a:pt x="123825" y="523875"/>
                </a:lnTo>
                <a:lnTo>
                  <a:pt x="114300" y="523875"/>
                </a:lnTo>
                <a:close/>
                <a:moveTo>
                  <a:pt x="295275" y="514350"/>
                </a:moveTo>
                <a:lnTo>
                  <a:pt x="314325" y="514350"/>
                </a:lnTo>
                <a:lnTo>
                  <a:pt x="314325" y="523875"/>
                </a:lnTo>
                <a:lnTo>
                  <a:pt x="295275" y="523875"/>
                </a:lnTo>
                <a:close/>
                <a:moveTo>
                  <a:pt x="180975" y="523875"/>
                </a:moveTo>
                <a:lnTo>
                  <a:pt x="219075" y="523875"/>
                </a:lnTo>
                <a:lnTo>
                  <a:pt x="219075" y="533400"/>
                </a:lnTo>
                <a:lnTo>
                  <a:pt x="180975" y="533400"/>
                </a:lnTo>
                <a:close/>
                <a:moveTo>
                  <a:pt x="257175" y="523875"/>
                </a:moveTo>
                <a:lnTo>
                  <a:pt x="295275" y="523875"/>
                </a:lnTo>
                <a:lnTo>
                  <a:pt x="295275" y="533400"/>
                </a:lnTo>
                <a:lnTo>
                  <a:pt x="257175" y="533400"/>
                </a:lnTo>
                <a:close/>
                <a:moveTo>
                  <a:pt x="561975" y="542925"/>
                </a:moveTo>
                <a:lnTo>
                  <a:pt x="571500" y="542925"/>
                </a:lnTo>
                <a:lnTo>
                  <a:pt x="571500" y="533400"/>
                </a:lnTo>
                <a:lnTo>
                  <a:pt x="542925" y="533400"/>
                </a:lnTo>
                <a:lnTo>
                  <a:pt x="542925" y="542925"/>
                </a:lnTo>
                <a:lnTo>
                  <a:pt x="533400" y="542925"/>
                </a:lnTo>
                <a:lnTo>
                  <a:pt x="533400" y="552450"/>
                </a:lnTo>
                <a:lnTo>
                  <a:pt x="523875" y="552450"/>
                </a:lnTo>
                <a:lnTo>
                  <a:pt x="523875" y="571500"/>
                </a:lnTo>
                <a:lnTo>
                  <a:pt x="514350" y="571500"/>
                </a:lnTo>
                <a:lnTo>
                  <a:pt x="514350" y="590550"/>
                </a:lnTo>
                <a:lnTo>
                  <a:pt x="533400" y="590550"/>
                </a:lnTo>
                <a:lnTo>
                  <a:pt x="533400" y="581025"/>
                </a:lnTo>
                <a:lnTo>
                  <a:pt x="542925" y="581025"/>
                </a:lnTo>
                <a:lnTo>
                  <a:pt x="542925" y="571500"/>
                </a:lnTo>
                <a:lnTo>
                  <a:pt x="552450" y="571500"/>
                </a:lnTo>
                <a:lnTo>
                  <a:pt x="552450" y="561975"/>
                </a:lnTo>
                <a:lnTo>
                  <a:pt x="561975" y="561975"/>
                </a:lnTo>
                <a:close/>
              </a:path>
            </a:pathLst>
          </a:custGeom>
          <a:solidFill xmlns:a="http://schemas.openxmlformats.org/drawingml/2006/main">
            <a:srgbClr val="EAC5B3"/>
          </a:solidFill>
          <a:ln xmlns:a="http://schemas.openxmlformats.org/drawingml/2006/main" w="0">
            <a:noFill/>
          </a:ln>
        </p:spPr>
      </p:sp>
      <p:sp>
        <p:nvSpPr>
          <p:cNvPr id="124" name="calendar vector #c2bac1">
            <a:extLst xmlns:a="http://schemas.openxmlformats.org/drawingml/2006/main">
              <a:ext uri="{FF2B5EF4-FFF2-40B4-BE49-F238E27FC236}">
                <a16:creationId xmlns:a16="http://schemas.microsoft.com/office/drawing/2014/main" id="{9A781B33-1FBD-449A-B833-947C00581B4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57250" y="4848225"/>
            <a:ext cx="704850" cy="704850"/>
          </a:xfrm>
          <a:custGeom xmlns:a="http://schemas.openxmlformats.org/drawingml/2006/main">
            <a:pathLst>
              <a:path w="704850" h="704850">
                <a:moveTo>
                  <a:pt x="428625" y="95250"/>
                </a:moveTo>
                <a:lnTo>
                  <a:pt x="438150" y="95250"/>
                </a:lnTo>
                <a:lnTo>
                  <a:pt x="438150" y="104775"/>
                </a:lnTo>
                <a:lnTo>
                  <a:pt x="428625" y="104775"/>
                </a:lnTo>
                <a:close/>
                <a:moveTo>
                  <a:pt x="504825" y="114300"/>
                </a:moveTo>
                <a:lnTo>
                  <a:pt x="514350" y="114300"/>
                </a:lnTo>
                <a:lnTo>
                  <a:pt x="514350" y="123825"/>
                </a:lnTo>
                <a:lnTo>
                  <a:pt x="504825" y="123825"/>
                </a:lnTo>
                <a:close/>
                <a:moveTo>
                  <a:pt x="514350" y="123825"/>
                </a:moveTo>
                <a:lnTo>
                  <a:pt x="523875" y="123825"/>
                </a:lnTo>
                <a:lnTo>
                  <a:pt x="523875" y="133350"/>
                </a:lnTo>
                <a:lnTo>
                  <a:pt x="514350" y="133350"/>
                </a:lnTo>
                <a:close/>
                <a:moveTo>
                  <a:pt x="28575" y="142875"/>
                </a:moveTo>
                <a:lnTo>
                  <a:pt x="38100" y="142875"/>
                </a:lnTo>
                <a:lnTo>
                  <a:pt x="38100" y="152400"/>
                </a:lnTo>
                <a:lnTo>
                  <a:pt x="28575" y="152400"/>
                </a:lnTo>
                <a:close/>
                <a:moveTo>
                  <a:pt x="495300" y="333375"/>
                </a:moveTo>
                <a:lnTo>
                  <a:pt x="504825" y="333375"/>
                </a:lnTo>
                <a:lnTo>
                  <a:pt x="504825" y="361950"/>
                </a:lnTo>
                <a:lnTo>
                  <a:pt x="495300" y="361950"/>
                </a:lnTo>
                <a:close/>
                <a:moveTo>
                  <a:pt x="466725" y="361950"/>
                </a:moveTo>
                <a:lnTo>
                  <a:pt x="495300" y="361950"/>
                </a:lnTo>
                <a:lnTo>
                  <a:pt x="495300" y="371475"/>
                </a:lnTo>
                <a:lnTo>
                  <a:pt x="466725" y="371475"/>
                </a:lnTo>
                <a:close/>
                <a:moveTo>
                  <a:pt x="428625" y="371475"/>
                </a:moveTo>
                <a:lnTo>
                  <a:pt x="438150" y="371475"/>
                </a:lnTo>
                <a:lnTo>
                  <a:pt x="438150" y="381000"/>
                </a:lnTo>
                <a:lnTo>
                  <a:pt x="428625" y="381000"/>
                </a:lnTo>
                <a:close/>
                <a:moveTo>
                  <a:pt x="409575" y="381000"/>
                </a:moveTo>
                <a:lnTo>
                  <a:pt x="419100" y="381000"/>
                </a:lnTo>
                <a:lnTo>
                  <a:pt x="419100" y="390525"/>
                </a:lnTo>
                <a:lnTo>
                  <a:pt x="409575" y="390525"/>
                </a:lnTo>
                <a:close/>
                <a:moveTo>
                  <a:pt x="552450" y="381000"/>
                </a:moveTo>
                <a:lnTo>
                  <a:pt x="561975" y="381000"/>
                </a:lnTo>
                <a:lnTo>
                  <a:pt x="561975" y="390525"/>
                </a:lnTo>
                <a:lnTo>
                  <a:pt x="552450" y="390525"/>
                </a:lnTo>
                <a:close/>
                <a:moveTo>
                  <a:pt x="400050" y="390525"/>
                </a:moveTo>
                <a:lnTo>
                  <a:pt x="409575" y="390525"/>
                </a:lnTo>
                <a:lnTo>
                  <a:pt x="409575" y="400050"/>
                </a:lnTo>
                <a:lnTo>
                  <a:pt x="400050" y="400050"/>
                </a:lnTo>
                <a:close/>
                <a:moveTo>
                  <a:pt x="457200" y="400050"/>
                </a:moveTo>
                <a:lnTo>
                  <a:pt x="514350" y="400050"/>
                </a:lnTo>
                <a:lnTo>
                  <a:pt x="514350" y="409575"/>
                </a:lnTo>
                <a:lnTo>
                  <a:pt x="457200" y="409575"/>
                </a:lnTo>
                <a:close/>
                <a:moveTo>
                  <a:pt x="581025" y="400050"/>
                </a:moveTo>
                <a:lnTo>
                  <a:pt x="590550" y="400050"/>
                </a:lnTo>
                <a:lnTo>
                  <a:pt x="590550" y="409575"/>
                </a:lnTo>
                <a:lnTo>
                  <a:pt x="581025" y="409575"/>
                </a:lnTo>
                <a:close/>
                <a:moveTo>
                  <a:pt x="533400" y="409575"/>
                </a:moveTo>
                <a:lnTo>
                  <a:pt x="542925" y="409575"/>
                </a:lnTo>
                <a:lnTo>
                  <a:pt x="542925" y="419100"/>
                </a:lnTo>
                <a:lnTo>
                  <a:pt x="533400" y="419100"/>
                </a:lnTo>
                <a:close/>
                <a:moveTo>
                  <a:pt x="590550" y="409575"/>
                </a:moveTo>
                <a:lnTo>
                  <a:pt x="600075" y="409575"/>
                </a:lnTo>
                <a:lnTo>
                  <a:pt x="600075" y="419100"/>
                </a:lnTo>
                <a:lnTo>
                  <a:pt x="590550" y="419100"/>
                </a:lnTo>
                <a:close/>
                <a:moveTo>
                  <a:pt x="419100" y="419100"/>
                </a:moveTo>
                <a:lnTo>
                  <a:pt x="428625" y="419100"/>
                </a:lnTo>
                <a:lnTo>
                  <a:pt x="428625" y="428625"/>
                </a:lnTo>
                <a:lnTo>
                  <a:pt x="419100" y="428625"/>
                </a:lnTo>
                <a:close/>
                <a:moveTo>
                  <a:pt x="552450" y="419100"/>
                </a:moveTo>
                <a:lnTo>
                  <a:pt x="561975" y="419100"/>
                </a:lnTo>
                <a:lnTo>
                  <a:pt x="561975" y="428625"/>
                </a:lnTo>
                <a:lnTo>
                  <a:pt x="552450" y="428625"/>
                </a:lnTo>
                <a:close/>
                <a:moveTo>
                  <a:pt x="600075" y="419100"/>
                </a:moveTo>
                <a:lnTo>
                  <a:pt x="609600" y="419100"/>
                </a:lnTo>
                <a:lnTo>
                  <a:pt x="609600" y="428625"/>
                </a:lnTo>
                <a:lnTo>
                  <a:pt x="600075" y="428625"/>
                </a:lnTo>
                <a:close/>
                <a:moveTo>
                  <a:pt x="361950" y="428625"/>
                </a:moveTo>
                <a:lnTo>
                  <a:pt x="371475" y="428625"/>
                </a:lnTo>
                <a:lnTo>
                  <a:pt x="371475" y="438150"/>
                </a:lnTo>
                <a:lnTo>
                  <a:pt x="361950" y="438150"/>
                </a:lnTo>
                <a:close/>
                <a:moveTo>
                  <a:pt x="409575" y="428625"/>
                </a:moveTo>
                <a:lnTo>
                  <a:pt x="419100" y="428625"/>
                </a:lnTo>
                <a:lnTo>
                  <a:pt x="419100" y="438150"/>
                </a:lnTo>
                <a:lnTo>
                  <a:pt x="409575" y="438150"/>
                </a:lnTo>
                <a:close/>
                <a:moveTo>
                  <a:pt x="561975" y="428625"/>
                </a:moveTo>
                <a:lnTo>
                  <a:pt x="571500" y="428625"/>
                </a:lnTo>
                <a:lnTo>
                  <a:pt x="571500" y="438150"/>
                </a:lnTo>
                <a:lnTo>
                  <a:pt x="561975" y="438150"/>
                </a:lnTo>
                <a:close/>
                <a:moveTo>
                  <a:pt x="400050" y="438150"/>
                </a:moveTo>
                <a:lnTo>
                  <a:pt x="409575" y="438150"/>
                </a:lnTo>
                <a:lnTo>
                  <a:pt x="409575" y="447675"/>
                </a:lnTo>
                <a:lnTo>
                  <a:pt x="400050" y="447675"/>
                </a:lnTo>
                <a:close/>
                <a:moveTo>
                  <a:pt x="571500" y="438150"/>
                </a:moveTo>
                <a:lnTo>
                  <a:pt x="581025" y="438150"/>
                </a:lnTo>
                <a:lnTo>
                  <a:pt x="581025" y="447675"/>
                </a:lnTo>
                <a:lnTo>
                  <a:pt x="571500" y="447675"/>
                </a:lnTo>
                <a:close/>
                <a:moveTo>
                  <a:pt x="390525" y="447675"/>
                </a:moveTo>
                <a:lnTo>
                  <a:pt x="400050" y="447675"/>
                </a:lnTo>
                <a:lnTo>
                  <a:pt x="400050" y="457200"/>
                </a:lnTo>
                <a:lnTo>
                  <a:pt x="390525" y="457200"/>
                </a:lnTo>
                <a:close/>
                <a:moveTo>
                  <a:pt x="533400" y="457200"/>
                </a:moveTo>
                <a:lnTo>
                  <a:pt x="542925" y="457200"/>
                </a:lnTo>
                <a:lnTo>
                  <a:pt x="542925" y="466725"/>
                </a:lnTo>
                <a:lnTo>
                  <a:pt x="533400" y="466725"/>
                </a:lnTo>
                <a:close/>
                <a:moveTo>
                  <a:pt x="552450" y="457200"/>
                </a:moveTo>
                <a:lnTo>
                  <a:pt x="561975" y="457200"/>
                </a:lnTo>
                <a:lnTo>
                  <a:pt x="561975" y="466725"/>
                </a:lnTo>
                <a:lnTo>
                  <a:pt x="552450" y="466725"/>
                </a:lnTo>
                <a:close/>
                <a:moveTo>
                  <a:pt x="342900" y="466725"/>
                </a:moveTo>
                <a:lnTo>
                  <a:pt x="352425" y="466725"/>
                </a:lnTo>
                <a:lnTo>
                  <a:pt x="352425" y="476250"/>
                </a:lnTo>
                <a:lnTo>
                  <a:pt x="342900" y="476250"/>
                </a:lnTo>
                <a:close/>
                <a:moveTo>
                  <a:pt x="381000" y="466725"/>
                </a:moveTo>
                <a:lnTo>
                  <a:pt x="390525" y="466725"/>
                </a:lnTo>
                <a:lnTo>
                  <a:pt x="390525" y="476250"/>
                </a:lnTo>
                <a:lnTo>
                  <a:pt x="381000" y="476250"/>
                </a:lnTo>
                <a:close/>
                <a:moveTo>
                  <a:pt x="523875" y="466725"/>
                </a:moveTo>
                <a:lnTo>
                  <a:pt x="533400" y="466725"/>
                </a:lnTo>
                <a:lnTo>
                  <a:pt x="533400" y="476250"/>
                </a:lnTo>
                <a:lnTo>
                  <a:pt x="523875" y="476250"/>
                </a:lnTo>
                <a:close/>
                <a:moveTo>
                  <a:pt x="561975" y="466725"/>
                </a:moveTo>
                <a:lnTo>
                  <a:pt x="571500" y="466725"/>
                </a:lnTo>
                <a:lnTo>
                  <a:pt x="571500" y="485775"/>
                </a:lnTo>
                <a:lnTo>
                  <a:pt x="561975" y="485775"/>
                </a:lnTo>
                <a:close/>
                <a:moveTo>
                  <a:pt x="514350" y="476250"/>
                </a:moveTo>
                <a:lnTo>
                  <a:pt x="523875" y="476250"/>
                </a:lnTo>
                <a:lnTo>
                  <a:pt x="523875" y="485775"/>
                </a:lnTo>
                <a:lnTo>
                  <a:pt x="514350" y="485775"/>
                </a:lnTo>
                <a:close/>
                <a:moveTo>
                  <a:pt x="590550" y="476250"/>
                </a:moveTo>
                <a:lnTo>
                  <a:pt x="600075" y="476250"/>
                </a:lnTo>
                <a:lnTo>
                  <a:pt x="600075" y="485775"/>
                </a:lnTo>
                <a:lnTo>
                  <a:pt x="590550" y="485775"/>
                </a:lnTo>
                <a:close/>
                <a:moveTo>
                  <a:pt x="628650" y="476250"/>
                </a:moveTo>
                <a:lnTo>
                  <a:pt x="638175" y="476250"/>
                </a:lnTo>
                <a:lnTo>
                  <a:pt x="638175" y="485775"/>
                </a:lnTo>
                <a:lnTo>
                  <a:pt x="628650" y="485775"/>
                </a:lnTo>
                <a:close/>
                <a:moveTo>
                  <a:pt x="504825" y="485775"/>
                </a:moveTo>
                <a:lnTo>
                  <a:pt x="514350" y="485775"/>
                </a:lnTo>
                <a:lnTo>
                  <a:pt x="514350" y="495300"/>
                </a:lnTo>
                <a:lnTo>
                  <a:pt x="504825" y="495300"/>
                </a:lnTo>
                <a:close/>
                <a:moveTo>
                  <a:pt x="495300" y="495300"/>
                </a:moveTo>
                <a:lnTo>
                  <a:pt x="504825" y="495300"/>
                </a:lnTo>
                <a:lnTo>
                  <a:pt x="504825" y="504825"/>
                </a:lnTo>
                <a:lnTo>
                  <a:pt x="495300" y="504825"/>
                </a:lnTo>
                <a:close/>
                <a:moveTo>
                  <a:pt x="333375" y="504825"/>
                </a:moveTo>
                <a:lnTo>
                  <a:pt x="342900" y="504825"/>
                </a:lnTo>
                <a:lnTo>
                  <a:pt x="342900" y="523875"/>
                </a:lnTo>
                <a:lnTo>
                  <a:pt x="333375" y="523875"/>
                </a:lnTo>
                <a:close/>
                <a:moveTo>
                  <a:pt x="485775" y="504825"/>
                </a:moveTo>
                <a:lnTo>
                  <a:pt x="495300" y="504825"/>
                </a:lnTo>
                <a:lnTo>
                  <a:pt x="495300" y="514350"/>
                </a:lnTo>
                <a:lnTo>
                  <a:pt x="485775" y="514350"/>
                </a:lnTo>
                <a:close/>
                <a:moveTo>
                  <a:pt x="409575" y="514350"/>
                </a:moveTo>
                <a:lnTo>
                  <a:pt x="419100" y="514350"/>
                </a:lnTo>
                <a:lnTo>
                  <a:pt x="419100" y="533400"/>
                </a:lnTo>
                <a:lnTo>
                  <a:pt x="409575" y="533400"/>
                </a:lnTo>
                <a:close/>
                <a:moveTo>
                  <a:pt x="457200" y="514350"/>
                </a:moveTo>
                <a:lnTo>
                  <a:pt x="466725" y="514350"/>
                </a:lnTo>
                <a:lnTo>
                  <a:pt x="466725" y="523875"/>
                </a:lnTo>
                <a:lnTo>
                  <a:pt x="457200" y="523875"/>
                </a:lnTo>
                <a:close/>
                <a:moveTo>
                  <a:pt x="476250" y="514350"/>
                </a:moveTo>
                <a:lnTo>
                  <a:pt x="485775" y="514350"/>
                </a:lnTo>
                <a:lnTo>
                  <a:pt x="485775" y="523875"/>
                </a:lnTo>
                <a:lnTo>
                  <a:pt x="476250" y="523875"/>
                </a:lnTo>
                <a:close/>
                <a:moveTo>
                  <a:pt x="66675" y="523875"/>
                </a:moveTo>
                <a:lnTo>
                  <a:pt x="76200" y="523875"/>
                </a:lnTo>
                <a:lnTo>
                  <a:pt x="76200" y="533400"/>
                </a:lnTo>
                <a:lnTo>
                  <a:pt x="66675" y="533400"/>
                </a:lnTo>
                <a:close/>
                <a:moveTo>
                  <a:pt x="28575" y="533400"/>
                </a:moveTo>
                <a:lnTo>
                  <a:pt x="38100" y="533400"/>
                </a:lnTo>
                <a:lnTo>
                  <a:pt x="38100" y="542925"/>
                </a:lnTo>
                <a:lnTo>
                  <a:pt x="28575" y="542925"/>
                </a:lnTo>
                <a:close/>
                <a:moveTo>
                  <a:pt x="76200" y="533400"/>
                </a:moveTo>
                <a:lnTo>
                  <a:pt x="85725" y="533400"/>
                </a:lnTo>
                <a:lnTo>
                  <a:pt x="85725" y="542925"/>
                </a:lnTo>
                <a:lnTo>
                  <a:pt x="76200" y="542925"/>
                </a:lnTo>
                <a:close/>
                <a:moveTo>
                  <a:pt x="419100" y="533400"/>
                </a:moveTo>
                <a:lnTo>
                  <a:pt x="428625" y="533400"/>
                </a:lnTo>
                <a:lnTo>
                  <a:pt x="428625" y="542925"/>
                </a:lnTo>
                <a:lnTo>
                  <a:pt x="419100" y="542925"/>
                </a:lnTo>
                <a:close/>
                <a:moveTo>
                  <a:pt x="95250" y="542925"/>
                </a:moveTo>
                <a:lnTo>
                  <a:pt x="152400" y="542925"/>
                </a:lnTo>
                <a:lnTo>
                  <a:pt x="152400" y="552450"/>
                </a:lnTo>
                <a:lnTo>
                  <a:pt x="95250" y="552450"/>
                </a:lnTo>
                <a:close/>
                <a:moveTo>
                  <a:pt x="428625" y="542925"/>
                </a:moveTo>
                <a:lnTo>
                  <a:pt x="438150" y="542925"/>
                </a:lnTo>
                <a:lnTo>
                  <a:pt x="438150" y="552450"/>
                </a:lnTo>
                <a:lnTo>
                  <a:pt x="428625" y="552450"/>
                </a:lnTo>
                <a:close/>
                <a:moveTo>
                  <a:pt x="590550" y="542925"/>
                </a:moveTo>
                <a:lnTo>
                  <a:pt x="600075" y="542925"/>
                </a:lnTo>
                <a:lnTo>
                  <a:pt x="600075" y="552450"/>
                </a:lnTo>
                <a:lnTo>
                  <a:pt x="590550" y="552450"/>
                </a:lnTo>
                <a:close/>
                <a:moveTo>
                  <a:pt x="628650" y="542925"/>
                </a:moveTo>
                <a:lnTo>
                  <a:pt x="638175" y="542925"/>
                </a:lnTo>
                <a:lnTo>
                  <a:pt x="638175" y="552450"/>
                </a:lnTo>
                <a:lnTo>
                  <a:pt x="628650" y="552450"/>
                </a:lnTo>
                <a:close/>
                <a:moveTo>
                  <a:pt x="381000" y="552450"/>
                </a:moveTo>
                <a:lnTo>
                  <a:pt x="390525" y="552450"/>
                </a:lnTo>
                <a:lnTo>
                  <a:pt x="390525" y="561975"/>
                </a:lnTo>
                <a:lnTo>
                  <a:pt x="381000" y="561975"/>
                </a:lnTo>
                <a:close/>
                <a:moveTo>
                  <a:pt x="438150" y="552450"/>
                </a:moveTo>
                <a:lnTo>
                  <a:pt x="447675" y="552450"/>
                </a:lnTo>
                <a:lnTo>
                  <a:pt x="447675" y="561975"/>
                </a:lnTo>
                <a:lnTo>
                  <a:pt x="438150" y="561975"/>
                </a:lnTo>
                <a:close/>
                <a:moveTo>
                  <a:pt x="447675" y="561975"/>
                </a:moveTo>
                <a:lnTo>
                  <a:pt x="457200" y="561975"/>
                </a:lnTo>
                <a:lnTo>
                  <a:pt x="457200" y="571500"/>
                </a:lnTo>
                <a:lnTo>
                  <a:pt x="447675" y="571500"/>
                </a:lnTo>
                <a:close/>
                <a:moveTo>
                  <a:pt x="581025" y="561975"/>
                </a:moveTo>
                <a:lnTo>
                  <a:pt x="590550" y="561975"/>
                </a:lnTo>
                <a:lnTo>
                  <a:pt x="590550" y="571500"/>
                </a:lnTo>
                <a:lnTo>
                  <a:pt x="581025" y="571500"/>
                </a:lnTo>
                <a:close/>
                <a:moveTo>
                  <a:pt x="457200" y="571500"/>
                </a:moveTo>
                <a:lnTo>
                  <a:pt x="476250" y="571500"/>
                </a:lnTo>
                <a:lnTo>
                  <a:pt x="476250" y="581025"/>
                </a:lnTo>
                <a:lnTo>
                  <a:pt x="457200" y="581025"/>
                </a:lnTo>
                <a:close/>
                <a:moveTo>
                  <a:pt x="619125" y="571500"/>
                </a:moveTo>
                <a:lnTo>
                  <a:pt x="628650" y="571500"/>
                </a:lnTo>
                <a:lnTo>
                  <a:pt x="628650" y="581025"/>
                </a:lnTo>
                <a:lnTo>
                  <a:pt x="619125" y="581025"/>
                </a:lnTo>
                <a:close/>
                <a:moveTo>
                  <a:pt x="400050" y="581025"/>
                </a:moveTo>
                <a:lnTo>
                  <a:pt x="409575" y="581025"/>
                </a:lnTo>
                <a:lnTo>
                  <a:pt x="409575" y="590550"/>
                </a:lnTo>
                <a:lnTo>
                  <a:pt x="400050" y="590550"/>
                </a:lnTo>
                <a:close/>
                <a:moveTo>
                  <a:pt x="571500" y="581025"/>
                </a:moveTo>
                <a:lnTo>
                  <a:pt x="581025" y="581025"/>
                </a:lnTo>
                <a:lnTo>
                  <a:pt x="581025" y="590550"/>
                </a:lnTo>
                <a:lnTo>
                  <a:pt x="571500" y="590550"/>
                </a:lnTo>
                <a:close/>
                <a:moveTo>
                  <a:pt x="409575" y="590550"/>
                </a:moveTo>
                <a:lnTo>
                  <a:pt x="419100" y="590550"/>
                </a:lnTo>
                <a:lnTo>
                  <a:pt x="419100" y="600075"/>
                </a:lnTo>
                <a:lnTo>
                  <a:pt x="409575" y="600075"/>
                </a:lnTo>
                <a:close/>
                <a:moveTo>
                  <a:pt x="561975" y="590550"/>
                </a:moveTo>
                <a:lnTo>
                  <a:pt x="571500" y="590550"/>
                </a:lnTo>
                <a:lnTo>
                  <a:pt x="571500" y="600075"/>
                </a:lnTo>
                <a:lnTo>
                  <a:pt x="561975" y="600075"/>
                </a:lnTo>
                <a:close/>
                <a:moveTo>
                  <a:pt x="419100" y="600075"/>
                </a:moveTo>
                <a:lnTo>
                  <a:pt x="428625" y="600075"/>
                </a:lnTo>
                <a:lnTo>
                  <a:pt x="428625" y="609600"/>
                </a:lnTo>
                <a:lnTo>
                  <a:pt x="419100" y="609600"/>
                </a:lnTo>
                <a:close/>
                <a:moveTo>
                  <a:pt x="552450" y="600075"/>
                </a:moveTo>
                <a:lnTo>
                  <a:pt x="561975" y="600075"/>
                </a:lnTo>
                <a:lnTo>
                  <a:pt x="561975" y="609600"/>
                </a:lnTo>
                <a:lnTo>
                  <a:pt x="552450" y="609600"/>
                </a:lnTo>
                <a:close/>
                <a:moveTo>
                  <a:pt x="438150" y="609600"/>
                </a:moveTo>
                <a:lnTo>
                  <a:pt x="447675" y="609600"/>
                </a:lnTo>
                <a:lnTo>
                  <a:pt x="447675" y="619125"/>
                </a:lnTo>
                <a:lnTo>
                  <a:pt x="438150" y="619125"/>
                </a:lnTo>
                <a:close/>
                <a:moveTo>
                  <a:pt x="533400" y="609600"/>
                </a:moveTo>
                <a:lnTo>
                  <a:pt x="542925" y="609600"/>
                </a:lnTo>
                <a:lnTo>
                  <a:pt x="542925" y="619125"/>
                </a:lnTo>
                <a:lnTo>
                  <a:pt x="533400" y="619125"/>
                </a:lnTo>
                <a:close/>
                <a:moveTo>
                  <a:pt x="457200" y="619125"/>
                </a:moveTo>
                <a:lnTo>
                  <a:pt x="485775" y="619125"/>
                </a:lnTo>
                <a:lnTo>
                  <a:pt x="485775" y="628650"/>
                </a:lnTo>
                <a:lnTo>
                  <a:pt x="457200" y="628650"/>
                </a:lnTo>
                <a:close/>
                <a:moveTo>
                  <a:pt x="495300" y="619125"/>
                </a:moveTo>
                <a:lnTo>
                  <a:pt x="523875" y="619125"/>
                </a:lnTo>
                <a:lnTo>
                  <a:pt x="523875" y="628650"/>
                </a:lnTo>
                <a:lnTo>
                  <a:pt x="495300" y="628650"/>
                </a:lnTo>
                <a:close/>
                <a:moveTo>
                  <a:pt x="400050" y="628650"/>
                </a:moveTo>
                <a:lnTo>
                  <a:pt x="409575" y="628650"/>
                </a:lnTo>
                <a:lnTo>
                  <a:pt x="409575" y="638175"/>
                </a:lnTo>
                <a:lnTo>
                  <a:pt x="400050" y="638175"/>
                </a:lnTo>
                <a:close/>
                <a:moveTo>
                  <a:pt x="571500" y="628650"/>
                </a:moveTo>
                <a:lnTo>
                  <a:pt x="581025" y="628650"/>
                </a:lnTo>
                <a:lnTo>
                  <a:pt x="581025" y="638175"/>
                </a:lnTo>
                <a:lnTo>
                  <a:pt x="571500" y="638175"/>
                </a:lnTo>
                <a:close/>
                <a:moveTo>
                  <a:pt x="533400" y="647700"/>
                </a:moveTo>
                <a:lnTo>
                  <a:pt x="542925" y="647700"/>
                </a:lnTo>
                <a:lnTo>
                  <a:pt x="542925" y="657225"/>
                </a:lnTo>
                <a:lnTo>
                  <a:pt x="533400" y="657225"/>
                </a:lnTo>
                <a:close/>
                <a:moveTo>
                  <a:pt x="476250" y="657225"/>
                </a:moveTo>
                <a:lnTo>
                  <a:pt x="495300" y="657225"/>
                </a:lnTo>
                <a:lnTo>
                  <a:pt x="495300" y="666750"/>
                </a:lnTo>
                <a:lnTo>
                  <a:pt x="476250" y="666750"/>
                </a:lnTo>
                <a:close/>
              </a:path>
            </a:pathLst>
          </a:custGeom>
          <a:solidFill xmlns:a="http://schemas.openxmlformats.org/drawingml/2006/main">
            <a:srgbClr val="C2BAC1"/>
          </a:solidFill>
          <a:ln xmlns:a="http://schemas.openxmlformats.org/drawingml/2006/main" w="0">
            <a:noFill/>
          </a:ln>
        </p:spPr>
      </p:sp>
      <p:sp>
        <p:nvSpPr>
          <p:cNvPr id="125" name="calendar vector #848ea6">
            <a:extLst xmlns:a="http://schemas.openxmlformats.org/drawingml/2006/main">
              <a:ext uri="{FF2B5EF4-FFF2-40B4-BE49-F238E27FC236}">
                <a16:creationId xmlns:a16="http://schemas.microsoft.com/office/drawing/2014/main" id="{CCF00A68-172B-4CCB-A784-0C914D4FB19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57250" y="4848225"/>
            <a:ext cx="704850" cy="704850"/>
          </a:xfrm>
          <a:custGeom xmlns:a="http://schemas.openxmlformats.org/drawingml/2006/main">
            <a:pathLst>
              <a:path w="704850" h="704850">
                <a:moveTo>
                  <a:pt x="409575" y="57150"/>
                </a:moveTo>
                <a:lnTo>
                  <a:pt x="419100" y="57150"/>
                </a:lnTo>
                <a:lnTo>
                  <a:pt x="419100" y="66675"/>
                </a:lnTo>
                <a:lnTo>
                  <a:pt x="409575" y="66675"/>
                </a:lnTo>
                <a:close/>
                <a:moveTo>
                  <a:pt x="419100" y="66675"/>
                </a:moveTo>
                <a:lnTo>
                  <a:pt x="428625" y="66675"/>
                </a:lnTo>
                <a:lnTo>
                  <a:pt x="428625" y="76200"/>
                </a:lnTo>
                <a:lnTo>
                  <a:pt x="419100" y="76200"/>
                </a:lnTo>
                <a:close/>
                <a:moveTo>
                  <a:pt x="381000" y="85725"/>
                </a:moveTo>
                <a:lnTo>
                  <a:pt x="390525" y="85725"/>
                </a:lnTo>
                <a:lnTo>
                  <a:pt x="390525" y="104775"/>
                </a:lnTo>
                <a:lnTo>
                  <a:pt x="381000" y="104775"/>
                </a:lnTo>
                <a:lnTo>
                  <a:pt x="381000" y="114300"/>
                </a:lnTo>
                <a:lnTo>
                  <a:pt x="361950" y="114300"/>
                </a:lnTo>
                <a:lnTo>
                  <a:pt x="361950" y="104775"/>
                </a:lnTo>
                <a:lnTo>
                  <a:pt x="371475" y="104775"/>
                </a:lnTo>
                <a:lnTo>
                  <a:pt x="371475" y="95250"/>
                </a:lnTo>
                <a:lnTo>
                  <a:pt x="381000" y="95250"/>
                </a:lnTo>
                <a:close/>
                <a:moveTo>
                  <a:pt x="133350" y="95250"/>
                </a:moveTo>
                <a:lnTo>
                  <a:pt x="142875" y="95250"/>
                </a:lnTo>
                <a:lnTo>
                  <a:pt x="142875" y="123825"/>
                </a:lnTo>
                <a:lnTo>
                  <a:pt x="123825" y="123825"/>
                </a:lnTo>
                <a:lnTo>
                  <a:pt x="123825" y="104775"/>
                </a:lnTo>
                <a:lnTo>
                  <a:pt x="133350" y="104775"/>
                </a:lnTo>
                <a:close/>
                <a:moveTo>
                  <a:pt x="180975" y="95250"/>
                </a:moveTo>
                <a:lnTo>
                  <a:pt x="190500" y="95250"/>
                </a:lnTo>
                <a:lnTo>
                  <a:pt x="190500" y="104775"/>
                </a:lnTo>
                <a:lnTo>
                  <a:pt x="209550" y="104775"/>
                </a:lnTo>
                <a:lnTo>
                  <a:pt x="209550" y="114300"/>
                </a:lnTo>
                <a:lnTo>
                  <a:pt x="180975" y="114300"/>
                </a:lnTo>
                <a:close/>
                <a:moveTo>
                  <a:pt x="76200" y="104775"/>
                </a:moveTo>
                <a:lnTo>
                  <a:pt x="85725" y="104775"/>
                </a:lnTo>
                <a:lnTo>
                  <a:pt x="85725" y="114300"/>
                </a:lnTo>
                <a:lnTo>
                  <a:pt x="76200" y="114300"/>
                </a:lnTo>
                <a:close/>
                <a:moveTo>
                  <a:pt x="428625" y="104775"/>
                </a:moveTo>
                <a:lnTo>
                  <a:pt x="447675" y="104775"/>
                </a:lnTo>
                <a:lnTo>
                  <a:pt x="447675" y="114300"/>
                </a:lnTo>
                <a:lnTo>
                  <a:pt x="428625" y="114300"/>
                </a:lnTo>
                <a:close/>
                <a:moveTo>
                  <a:pt x="485775" y="104775"/>
                </a:moveTo>
                <a:lnTo>
                  <a:pt x="495300" y="104775"/>
                </a:lnTo>
                <a:lnTo>
                  <a:pt x="495300" y="114300"/>
                </a:lnTo>
                <a:lnTo>
                  <a:pt x="485775" y="114300"/>
                </a:lnTo>
                <a:close/>
                <a:moveTo>
                  <a:pt x="57150" y="114300"/>
                </a:moveTo>
                <a:lnTo>
                  <a:pt x="66675" y="114300"/>
                </a:lnTo>
                <a:lnTo>
                  <a:pt x="66675" y="123825"/>
                </a:lnTo>
                <a:lnTo>
                  <a:pt x="57150" y="123825"/>
                </a:lnTo>
                <a:close/>
                <a:moveTo>
                  <a:pt x="523875" y="142875"/>
                </a:moveTo>
                <a:lnTo>
                  <a:pt x="533400" y="142875"/>
                </a:lnTo>
                <a:lnTo>
                  <a:pt x="533400" y="152400"/>
                </a:lnTo>
                <a:lnTo>
                  <a:pt x="523875" y="152400"/>
                </a:lnTo>
                <a:close/>
                <a:moveTo>
                  <a:pt x="28575" y="152400"/>
                </a:moveTo>
                <a:lnTo>
                  <a:pt x="38100" y="152400"/>
                </a:lnTo>
                <a:lnTo>
                  <a:pt x="38100" y="476250"/>
                </a:lnTo>
                <a:lnTo>
                  <a:pt x="28575" y="476250"/>
                </a:lnTo>
                <a:close/>
                <a:moveTo>
                  <a:pt x="76200" y="247650"/>
                </a:moveTo>
                <a:lnTo>
                  <a:pt x="266700" y="247650"/>
                </a:lnTo>
                <a:lnTo>
                  <a:pt x="266700" y="257175"/>
                </a:lnTo>
                <a:lnTo>
                  <a:pt x="76200" y="257175"/>
                </a:lnTo>
                <a:close/>
                <a:moveTo>
                  <a:pt x="409575" y="247650"/>
                </a:moveTo>
                <a:lnTo>
                  <a:pt x="495300" y="247650"/>
                </a:lnTo>
                <a:lnTo>
                  <a:pt x="495300" y="257175"/>
                </a:lnTo>
                <a:lnTo>
                  <a:pt x="409575" y="257175"/>
                </a:lnTo>
                <a:close/>
                <a:moveTo>
                  <a:pt x="66675" y="257175"/>
                </a:moveTo>
                <a:lnTo>
                  <a:pt x="76200" y="257175"/>
                </a:lnTo>
                <a:lnTo>
                  <a:pt x="76200" y="266700"/>
                </a:lnTo>
                <a:lnTo>
                  <a:pt x="66675" y="266700"/>
                </a:lnTo>
                <a:close/>
                <a:moveTo>
                  <a:pt x="495300" y="257175"/>
                </a:moveTo>
                <a:lnTo>
                  <a:pt x="504825" y="257175"/>
                </a:lnTo>
                <a:lnTo>
                  <a:pt x="504825" y="266700"/>
                </a:lnTo>
                <a:lnTo>
                  <a:pt x="495300" y="266700"/>
                </a:lnTo>
                <a:close/>
                <a:moveTo>
                  <a:pt x="438150" y="371475"/>
                </a:moveTo>
                <a:lnTo>
                  <a:pt x="447675" y="371475"/>
                </a:lnTo>
                <a:lnTo>
                  <a:pt x="447675" y="381000"/>
                </a:lnTo>
                <a:lnTo>
                  <a:pt x="438150" y="381000"/>
                </a:lnTo>
                <a:close/>
                <a:moveTo>
                  <a:pt x="390525" y="400050"/>
                </a:moveTo>
                <a:lnTo>
                  <a:pt x="400050" y="400050"/>
                </a:lnTo>
                <a:lnTo>
                  <a:pt x="400050" y="409575"/>
                </a:lnTo>
                <a:lnTo>
                  <a:pt x="390525" y="409575"/>
                </a:lnTo>
                <a:close/>
                <a:moveTo>
                  <a:pt x="514350" y="400050"/>
                </a:moveTo>
                <a:lnTo>
                  <a:pt x="523875" y="400050"/>
                </a:lnTo>
                <a:lnTo>
                  <a:pt x="523875" y="409575"/>
                </a:lnTo>
                <a:lnTo>
                  <a:pt x="514350" y="409575"/>
                </a:lnTo>
                <a:close/>
                <a:moveTo>
                  <a:pt x="381000" y="409575"/>
                </a:moveTo>
                <a:lnTo>
                  <a:pt x="390525" y="409575"/>
                </a:lnTo>
                <a:lnTo>
                  <a:pt x="390525" y="419100"/>
                </a:lnTo>
                <a:lnTo>
                  <a:pt x="381000" y="419100"/>
                </a:lnTo>
                <a:close/>
                <a:moveTo>
                  <a:pt x="428625" y="409575"/>
                </a:moveTo>
                <a:lnTo>
                  <a:pt x="438150" y="409575"/>
                </a:lnTo>
                <a:lnTo>
                  <a:pt x="438150" y="419100"/>
                </a:lnTo>
                <a:lnTo>
                  <a:pt x="428625" y="419100"/>
                </a:lnTo>
                <a:close/>
                <a:moveTo>
                  <a:pt x="542925" y="409575"/>
                </a:moveTo>
                <a:lnTo>
                  <a:pt x="552450" y="409575"/>
                </a:lnTo>
                <a:lnTo>
                  <a:pt x="552450" y="419100"/>
                </a:lnTo>
                <a:lnTo>
                  <a:pt x="542925" y="419100"/>
                </a:lnTo>
                <a:close/>
                <a:moveTo>
                  <a:pt x="371475" y="419100"/>
                </a:moveTo>
                <a:lnTo>
                  <a:pt x="381000" y="419100"/>
                </a:lnTo>
                <a:lnTo>
                  <a:pt x="381000" y="428625"/>
                </a:lnTo>
                <a:lnTo>
                  <a:pt x="371475" y="428625"/>
                </a:lnTo>
                <a:close/>
                <a:moveTo>
                  <a:pt x="352425" y="447675"/>
                </a:moveTo>
                <a:lnTo>
                  <a:pt x="361950" y="447675"/>
                </a:lnTo>
                <a:lnTo>
                  <a:pt x="361950" y="457200"/>
                </a:lnTo>
                <a:lnTo>
                  <a:pt x="352425" y="457200"/>
                </a:lnTo>
                <a:close/>
                <a:moveTo>
                  <a:pt x="581025" y="447675"/>
                </a:moveTo>
                <a:lnTo>
                  <a:pt x="590550" y="447675"/>
                </a:lnTo>
                <a:lnTo>
                  <a:pt x="590550" y="457200"/>
                </a:lnTo>
                <a:lnTo>
                  <a:pt x="581025" y="457200"/>
                </a:lnTo>
                <a:close/>
                <a:moveTo>
                  <a:pt x="542925" y="457200"/>
                </a:moveTo>
                <a:lnTo>
                  <a:pt x="552450" y="457200"/>
                </a:lnTo>
                <a:lnTo>
                  <a:pt x="552450" y="466725"/>
                </a:lnTo>
                <a:lnTo>
                  <a:pt x="542925" y="466725"/>
                </a:lnTo>
                <a:close/>
                <a:moveTo>
                  <a:pt x="619125" y="457200"/>
                </a:moveTo>
                <a:lnTo>
                  <a:pt x="628650" y="457200"/>
                </a:lnTo>
                <a:lnTo>
                  <a:pt x="628650" y="466725"/>
                </a:lnTo>
                <a:lnTo>
                  <a:pt x="619125" y="466725"/>
                </a:lnTo>
                <a:close/>
                <a:moveTo>
                  <a:pt x="590550" y="466725"/>
                </a:moveTo>
                <a:lnTo>
                  <a:pt x="600075" y="466725"/>
                </a:lnTo>
                <a:lnTo>
                  <a:pt x="600075" y="476250"/>
                </a:lnTo>
                <a:lnTo>
                  <a:pt x="590550" y="476250"/>
                </a:lnTo>
                <a:close/>
                <a:moveTo>
                  <a:pt x="342900" y="476250"/>
                </a:moveTo>
                <a:lnTo>
                  <a:pt x="352425" y="476250"/>
                </a:lnTo>
                <a:lnTo>
                  <a:pt x="352425" y="485775"/>
                </a:lnTo>
                <a:lnTo>
                  <a:pt x="342900" y="485775"/>
                </a:lnTo>
                <a:close/>
                <a:moveTo>
                  <a:pt x="28575" y="485775"/>
                </a:moveTo>
                <a:lnTo>
                  <a:pt x="38100" y="485775"/>
                </a:lnTo>
                <a:lnTo>
                  <a:pt x="38100" y="495300"/>
                </a:lnTo>
                <a:lnTo>
                  <a:pt x="28575" y="495300"/>
                </a:lnTo>
                <a:close/>
                <a:moveTo>
                  <a:pt x="371475" y="485775"/>
                </a:moveTo>
                <a:lnTo>
                  <a:pt x="381000" y="485775"/>
                </a:lnTo>
                <a:lnTo>
                  <a:pt x="381000" y="533400"/>
                </a:lnTo>
                <a:lnTo>
                  <a:pt x="371475" y="533400"/>
                </a:lnTo>
                <a:close/>
                <a:moveTo>
                  <a:pt x="552450" y="485775"/>
                </a:moveTo>
                <a:lnTo>
                  <a:pt x="561975" y="485775"/>
                </a:lnTo>
                <a:lnTo>
                  <a:pt x="561975" y="495300"/>
                </a:lnTo>
                <a:lnTo>
                  <a:pt x="552450" y="495300"/>
                </a:lnTo>
                <a:close/>
                <a:moveTo>
                  <a:pt x="628650" y="485775"/>
                </a:moveTo>
                <a:lnTo>
                  <a:pt x="638175" y="485775"/>
                </a:lnTo>
                <a:lnTo>
                  <a:pt x="638175" y="504825"/>
                </a:lnTo>
                <a:lnTo>
                  <a:pt x="628650" y="504825"/>
                </a:lnTo>
                <a:close/>
                <a:moveTo>
                  <a:pt x="542925" y="495300"/>
                </a:moveTo>
                <a:lnTo>
                  <a:pt x="552450" y="495300"/>
                </a:lnTo>
                <a:lnTo>
                  <a:pt x="552450" y="504825"/>
                </a:lnTo>
                <a:lnTo>
                  <a:pt x="542925" y="504825"/>
                </a:lnTo>
                <a:close/>
                <a:moveTo>
                  <a:pt x="28575" y="504825"/>
                </a:moveTo>
                <a:lnTo>
                  <a:pt x="38100" y="504825"/>
                </a:lnTo>
                <a:lnTo>
                  <a:pt x="38100" y="533400"/>
                </a:lnTo>
                <a:lnTo>
                  <a:pt x="28575" y="533400"/>
                </a:lnTo>
                <a:close/>
                <a:moveTo>
                  <a:pt x="533400" y="504825"/>
                </a:moveTo>
                <a:lnTo>
                  <a:pt x="542925" y="504825"/>
                </a:lnTo>
                <a:lnTo>
                  <a:pt x="542925" y="514350"/>
                </a:lnTo>
                <a:lnTo>
                  <a:pt x="533400" y="514350"/>
                </a:lnTo>
                <a:close/>
                <a:moveTo>
                  <a:pt x="466725" y="523875"/>
                </a:moveTo>
                <a:lnTo>
                  <a:pt x="476250" y="523875"/>
                </a:lnTo>
                <a:lnTo>
                  <a:pt x="476250" y="533400"/>
                </a:lnTo>
                <a:lnTo>
                  <a:pt x="466725" y="533400"/>
                </a:lnTo>
                <a:close/>
                <a:moveTo>
                  <a:pt x="628650" y="523875"/>
                </a:moveTo>
                <a:lnTo>
                  <a:pt x="638175" y="523875"/>
                </a:lnTo>
                <a:lnTo>
                  <a:pt x="638175" y="542925"/>
                </a:lnTo>
                <a:lnTo>
                  <a:pt x="628650" y="542925"/>
                </a:lnTo>
                <a:close/>
                <a:moveTo>
                  <a:pt x="333375" y="533400"/>
                </a:moveTo>
                <a:lnTo>
                  <a:pt x="342900" y="533400"/>
                </a:lnTo>
                <a:lnTo>
                  <a:pt x="342900" y="542925"/>
                </a:lnTo>
                <a:lnTo>
                  <a:pt x="333375" y="542925"/>
                </a:lnTo>
                <a:close/>
                <a:moveTo>
                  <a:pt x="85725" y="542925"/>
                </a:moveTo>
                <a:lnTo>
                  <a:pt x="95250" y="542925"/>
                </a:lnTo>
                <a:lnTo>
                  <a:pt x="95250" y="552450"/>
                </a:lnTo>
                <a:lnTo>
                  <a:pt x="85725" y="552450"/>
                </a:lnTo>
                <a:close/>
                <a:moveTo>
                  <a:pt x="152400" y="542925"/>
                </a:moveTo>
                <a:lnTo>
                  <a:pt x="333375" y="542925"/>
                </a:lnTo>
                <a:lnTo>
                  <a:pt x="333375" y="552450"/>
                </a:lnTo>
                <a:lnTo>
                  <a:pt x="152400" y="552450"/>
                </a:lnTo>
                <a:close/>
                <a:moveTo>
                  <a:pt x="590550" y="552450"/>
                </a:moveTo>
                <a:lnTo>
                  <a:pt x="600075" y="552450"/>
                </a:lnTo>
                <a:lnTo>
                  <a:pt x="600075" y="561975"/>
                </a:lnTo>
                <a:lnTo>
                  <a:pt x="590550" y="561975"/>
                </a:lnTo>
                <a:close/>
                <a:moveTo>
                  <a:pt x="390525" y="571500"/>
                </a:moveTo>
                <a:lnTo>
                  <a:pt x="400050" y="571500"/>
                </a:lnTo>
                <a:lnTo>
                  <a:pt x="400050" y="581025"/>
                </a:lnTo>
                <a:lnTo>
                  <a:pt x="390525" y="581025"/>
                </a:lnTo>
                <a:close/>
                <a:moveTo>
                  <a:pt x="581025" y="571500"/>
                </a:moveTo>
                <a:lnTo>
                  <a:pt x="590550" y="571500"/>
                </a:lnTo>
                <a:lnTo>
                  <a:pt x="590550" y="581025"/>
                </a:lnTo>
                <a:lnTo>
                  <a:pt x="581025" y="581025"/>
                </a:lnTo>
                <a:close/>
                <a:moveTo>
                  <a:pt x="371475" y="600075"/>
                </a:moveTo>
                <a:lnTo>
                  <a:pt x="381000" y="600075"/>
                </a:lnTo>
                <a:lnTo>
                  <a:pt x="381000" y="609600"/>
                </a:lnTo>
                <a:lnTo>
                  <a:pt x="371475" y="609600"/>
                </a:lnTo>
                <a:close/>
                <a:moveTo>
                  <a:pt x="600075" y="600075"/>
                </a:moveTo>
                <a:lnTo>
                  <a:pt x="609600" y="600075"/>
                </a:lnTo>
                <a:lnTo>
                  <a:pt x="609600" y="609600"/>
                </a:lnTo>
                <a:lnTo>
                  <a:pt x="600075" y="609600"/>
                </a:lnTo>
                <a:close/>
                <a:moveTo>
                  <a:pt x="381000" y="609600"/>
                </a:moveTo>
                <a:lnTo>
                  <a:pt x="390525" y="609600"/>
                </a:lnTo>
                <a:lnTo>
                  <a:pt x="390525" y="619125"/>
                </a:lnTo>
                <a:lnTo>
                  <a:pt x="381000" y="619125"/>
                </a:lnTo>
                <a:close/>
                <a:moveTo>
                  <a:pt x="590550" y="609600"/>
                </a:moveTo>
                <a:lnTo>
                  <a:pt x="600075" y="609600"/>
                </a:lnTo>
                <a:lnTo>
                  <a:pt x="600075" y="619125"/>
                </a:lnTo>
                <a:lnTo>
                  <a:pt x="590550" y="619125"/>
                </a:lnTo>
                <a:close/>
                <a:moveTo>
                  <a:pt x="390525" y="619125"/>
                </a:moveTo>
                <a:lnTo>
                  <a:pt x="400050" y="619125"/>
                </a:lnTo>
                <a:lnTo>
                  <a:pt x="400050" y="628650"/>
                </a:lnTo>
                <a:lnTo>
                  <a:pt x="390525" y="628650"/>
                </a:lnTo>
                <a:close/>
                <a:moveTo>
                  <a:pt x="581025" y="619125"/>
                </a:moveTo>
                <a:lnTo>
                  <a:pt x="590550" y="619125"/>
                </a:lnTo>
                <a:lnTo>
                  <a:pt x="590550" y="628650"/>
                </a:lnTo>
                <a:lnTo>
                  <a:pt x="581025" y="628650"/>
                </a:lnTo>
                <a:close/>
                <a:moveTo>
                  <a:pt x="419100" y="638175"/>
                </a:moveTo>
                <a:lnTo>
                  <a:pt x="428625" y="638175"/>
                </a:lnTo>
                <a:lnTo>
                  <a:pt x="428625" y="647700"/>
                </a:lnTo>
                <a:lnTo>
                  <a:pt x="419100" y="647700"/>
                </a:lnTo>
                <a:close/>
                <a:moveTo>
                  <a:pt x="552450" y="638175"/>
                </a:moveTo>
                <a:lnTo>
                  <a:pt x="561975" y="638175"/>
                </a:lnTo>
                <a:lnTo>
                  <a:pt x="561975" y="647700"/>
                </a:lnTo>
                <a:lnTo>
                  <a:pt x="552450" y="647700"/>
                </a:lnTo>
                <a:close/>
                <a:moveTo>
                  <a:pt x="438150" y="647700"/>
                </a:moveTo>
                <a:lnTo>
                  <a:pt x="447675" y="647700"/>
                </a:lnTo>
                <a:lnTo>
                  <a:pt x="447675" y="657225"/>
                </a:lnTo>
                <a:lnTo>
                  <a:pt x="438150" y="657225"/>
                </a:lnTo>
                <a:close/>
              </a:path>
            </a:pathLst>
          </a:custGeom>
          <a:solidFill xmlns:a="http://schemas.openxmlformats.org/drawingml/2006/main">
            <a:srgbClr val="848EA6"/>
          </a:solidFill>
          <a:ln xmlns:a="http://schemas.openxmlformats.org/drawingml/2006/main" w="0">
            <a:noFill/>
          </a:ln>
        </p:spPr>
      </p:sp>
      <p:sp>
        <p:nvSpPr>
          <p:cNvPr id="126" name="calendar vector #7b768f">
            <a:extLst xmlns:a="http://schemas.openxmlformats.org/drawingml/2006/main">
              <a:ext uri="{FF2B5EF4-FFF2-40B4-BE49-F238E27FC236}">
                <a16:creationId xmlns:a16="http://schemas.microsoft.com/office/drawing/2014/main" id="{3844E630-0594-4648-9635-727980F7E34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57250" y="4848225"/>
            <a:ext cx="704850" cy="704850"/>
          </a:xfrm>
          <a:custGeom xmlns:a="http://schemas.openxmlformats.org/drawingml/2006/main">
            <a:pathLst>
              <a:path w="704850" h="704850">
                <a:moveTo>
                  <a:pt x="390525" y="57150"/>
                </a:moveTo>
                <a:lnTo>
                  <a:pt x="400050" y="57150"/>
                </a:lnTo>
                <a:lnTo>
                  <a:pt x="400050" y="66675"/>
                </a:lnTo>
                <a:lnTo>
                  <a:pt x="390525" y="66675"/>
                </a:lnTo>
                <a:close/>
                <a:moveTo>
                  <a:pt x="381000" y="66675"/>
                </a:moveTo>
                <a:lnTo>
                  <a:pt x="390525" y="66675"/>
                </a:lnTo>
                <a:lnTo>
                  <a:pt x="390525" y="85725"/>
                </a:lnTo>
                <a:lnTo>
                  <a:pt x="381000" y="85725"/>
                </a:lnTo>
                <a:close/>
                <a:moveTo>
                  <a:pt x="419100" y="76200"/>
                </a:moveTo>
                <a:lnTo>
                  <a:pt x="428625" y="76200"/>
                </a:lnTo>
                <a:lnTo>
                  <a:pt x="428625" y="114300"/>
                </a:lnTo>
                <a:lnTo>
                  <a:pt x="447675" y="114300"/>
                </a:lnTo>
                <a:lnTo>
                  <a:pt x="447675" y="104775"/>
                </a:lnTo>
                <a:lnTo>
                  <a:pt x="485775" y="104775"/>
                </a:lnTo>
                <a:lnTo>
                  <a:pt x="485775" y="114300"/>
                </a:lnTo>
                <a:lnTo>
                  <a:pt x="447675" y="114300"/>
                </a:lnTo>
                <a:lnTo>
                  <a:pt x="447675" y="152400"/>
                </a:lnTo>
                <a:lnTo>
                  <a:pt x="438150" y="152400"/>
                </a:lnTo>
                <a:lnTo>
                  <a:pt x="438150" y="171450"/>
                </a:lnTo>
                <a:lnTo>
                  <a:pt x="428625" y="171450"/>
                </a:lnTo>
                <a:lnTo>
                  <a:pt x="428625" y="180975"/>
                </a:lnTo>
                <a:lnTo>
                  <a:pt x="371475" y="180975"/>
                </a:lnTo>
                <a:lnTo>
                  <a:pt x="371475" y="171450"/>
                </a:lnTo>
                <a:lnTo>
                  <a:pt x="361950" y="171450"/>
                </a:lnTo>
                <a:lnTo>
                  <a:pt x="361950" y="123825"/>
                </a:lnTo>
                <a:lnTo>
                  <a:pt x="352425" y="123825"/>
                </a:lnTo>
                <a:lnTo>
                  <a:pt x="352425" y="114300"/>
                </a:lnTo>
                <a:lnTo>
                  <a:pt x="342900" y="114300"/>
                </a:lnTo>
                <a:lnTo>
                  <a:pt x="342900" y="104775"/>
                </a:lnTo>
                <a:lnTo>
                  <a:pt x="361950" y="104775"/>
                </a:lnTo>
                <a:lnTo>
                  <a:pt x="361950" y="114300"/>
                </a:lnTo>
                <a:lnTo>
                  <a:pt x="381000" y="114300"/>
                </a:lnTo>
                <a:lnTo>
                  <a:pt x="381000" y="104775"/>
                </a:lnTo>
                <a:lnTo>
                  <a:pt x="390525" y="104775"/>
                </a:lnTo>
                <a:lnTo>
                  <a:pt x="390525" y="152400"/>
                </a:lnTo>
                <a:lnTo>
                  <a:pt x="400050" y="152400"/>
                </a:lnTo>
                <a:lnTo>
                  <a:pt x="400050" y="161925"/>
                </a:lnTo>
                <a:lnTo>
                  <a:pt x="409575" y="161925"/>
                </a:lnTo>
                <a:lnTo>
                  <a:pt x="409575" y="152400"/>
                </a:lnTo>
                <a:lnTo>
                  <a:pt x="419100" y="152400"/>
                </a:lnTo>
                <a:close/>
                <a:moveTo>
                  <a:pt x="114300" y="104775"/>
                </a:moveTo>
                <a:lnTo>
                  <a:pt x="123825" y="104775"/>
                </a:lnTo>
                <a:lnTo>
                  <a:pt x="123825" y="114300"/>
                </a:lnTo>
                <a:lnTo>
                  <a:pt x="114300" y="114300"/>
                </a:lnTo>
                <a:close/>
                <a:moveTo>
                  <a:pt x="209550" y="104775"/>
                </a:moveTo>
                <a:lnTo>
                  <a:pt x="228600" y="104775"/>
                </a:lnTo>
                <a:lnTo>
                  <a:pt x="228600" y="114300"/>
                </a:lnTo>
                <a:lnTo>
                  <a:pt x="209550" y="114300"/>
                </a:lnTo>
                <a:close/>
                <a:moveTo>
                  <a:pt x="180975" y="114300"/>
                </a:moveTo>
                <a:lnTo>
                  <a:pt x="209550" y="114300"/>
                </a:lnTo>
                <a:lnTo>
                  <a:pt x="209550" y="123825"/>
                </a:lnTo>
                <a:lnTo>
                  <a:pt x="200025" y="123825"/>
                </a:lnTo>
                <a:lnTo>
                  <a:pt x="200025" y="171450"/>
                </a:lnTo>
                <a:lnTo>
                  <a:pt x="190500" y="171450"/>
                </a:lnTo>
                <a:lnTo>
                  <a:pt x="190500" y="180975"/>
                </a:lnTo>
                <a:lnTo>
                  <a:pt x="133350" y="180975"/>
                </a:lnTo>
                <a:lnTo>
                  <a:pt x="133350" y="171450"/>
                </a:lnTo>
                <a:lnTo>
                  <a:pt x="123825" y="171450"/>
                </a:lnTo>
                <a:lnTo>
                  <a:pt x="123825" y="123825"/>
                </a:lnTo>
                <a:lnTo>
                  <a:pt x="142875" y="123825"/>
                </a:lnTo>
                <a:lnTo>
                  <a:pt x="142875" y="152400"/>
                </a:lnTo>
                <a:lnTo>
                  <a:pt x="152400" y="152400"/>
                </a:lnTo>
                <a:lnTo>
                  <a:pt x="152400" y="161925"/>
                </a:lnTo>
                <a:lnTo>
                  <a:pt x="171450" y="161925"/>
                </a:lnTo>
                <a:lnTo>
                  <a:pt x="171450" y="152400"/>
                </a:lnTo>
                <a:lnTo>
                  <a:pt x="180975" y="152400"/>
                </a:lnTo>
                <a:close/>
                <a:moveTo>
                  <a:pt x="47625" y="123825"/>
                </a:moveTo>
                <a:lnTo>
                  <a:pt x="57150" y="123825"/>
                </a:lnTo>
                <a:lnTo>
                  <a:pt x="57150" y="133350"/>
                </a:lnTo>
                <a:lnTo>
                  <a:pt x="47625" y="133350"/>
                </a:lnTo>
                <a:close/>
                <a:moveTo>
                  <a:pt x="38100" y="133350"/>
                </a:moveTo>
                <a:lnTo>
                  <a:pt x="47625" y="133350"/>
                </a:lnTo>
                <a:lnTo>
                  <a:pt x="47625" y="142875"/>
                </a:lnTo>
                <a:lnTo>
                  <a:pt x="38100" y="142875"/>
                </a:lnTo>
                <a:close/>
                <a:moveTo>
                  <a:pt x="66675" y="247650"/>
                </a:moveTo>
                <a:lnTo>
                  <a:pt x="76200" y="247650"/>
                </a:lnTo>
                <a:lnTo>
                  <a:pt x="76200" y="257175"/>
                </a:lnTo>
                <a:lnTo>
                  <a:pt x="66675" y="257175"/>
                </a:lnTo>
                <a:close/>
                <a:moveTo>
                  <a:pt x="266700" y="247650"/>
                </a:moveTo>
                <a:lnTo>
                  <a:pt x="409575" y="247650"/>
                </a:lnTo>
                <a:lnTo>
                  <a:pt x="409575" y="257175"/>
                </a:lnTo>
                <a:lnTo>
                  <a:pt x="266700" y="257175"/>
                </a:lnTo>
                <a:close/>
                <a:moveTo>
                  <a:pt x="57150" y="257175"/>
                </a:moveTo>
                <a:lnTo>
                  <a:pt x="66675" y="257175"/>
                </a:lnTo>
                <a:lnTo>
                  <a:pt x="66675" y="523875"/>
                </a:lnTo>
                <a:lnTo>
                  <a:pt x="57150" y="523875"/>
                </a:lnTo>
                <a:close/>
                <a:moveTo>
                  <a:pt x="447675" y="371475"/>
                </a:moveTo>
                <a:lnTo>
                  <a:pt x="457200" y="371475"/>
                </a:lnTo>
                <a:lnTo>
                  <a:pt x="457200" y="381000"/>
                </a:lnTo>
                <a:lnTo>
                  <a:pt x="447675" y="381000"/>
                </a:lnTo>
                <a:close/>
                <a:moveTo>
                  <a:pt x="419100" y="381000"/>
                </a:moveTo>
                <a:lnTo>
                  <a:pt x="428625" y="381000"/>
                </a:lnTo>
                <a:lnTo>
                  <a:pt x="428625" y="390525"/>
                </a:lnTo>
                <a:lnTo>
                  <a:pt x="419100" y="390525"/>
                </a:lnTo>
                <a:close/>
                <a:moveTo>
                  <a:pt x="447675" y="400050"/>
                </a:moveTo>
                <a:lnTo>
                  <a:pt x="457200" y="400050"/>
                </a:lnTo>
                <a:lnTo>
                  <a:pt x="457200" y="409575"/>
                </a:lnTo>
                <a:lnTo>
                  <a:pt x="447675" y="409575"/>
                </a:lnTo>
                <a:close/>
                <a:moveTo>
                  <a:pt x="523875" y="400050"/>
                </a:moveTo>
                <a:lnTo>
                  <a:pt x="533400" y="400050"/>
                </a:lnTo>
                <a:lnTo>
                  <a:pt x="533400" y="409575"/>
                </a:lnTo>
                <a:lnTo>
                  <a:pt x="523875" y="409575"/>
                </a:lnTo>
                <a:close/>
                <a:moveTo>
                  <a:pt x="609600" y="438150"/>
                </a:moveTo>
                <a:lnTo>
                  <a:pt x="619125" y="438150"/>
                </a:lnTo>
                <a:lnTo>
                  <a:pt x="619125" y="447675"/>
                </a:lnTo>
                <a:lnTo>
                  <a:pt x="609600" y="447675"/>
                </a:lnTo>
                <a:close/>
                <a:moveTo>
                  <a:pt x="381000" y="457200"/>
                </a:moveTo>
                <a:lnTo>
                  <a:pt x="390525" y="457200"/>
                </a:lnTo>
                <a:lnTo>
                  <a:pt x="390525" y="466725"/>
                </a:lnTo>
                <a:lnTo>
                  <a:pt x="381000" y="466725"/>
                </a:lnTo>
                <a:close/>
                <a:moveTo>
                  <a:pt x="552450" y="466725"/>
                </a:moveTo>
                <a:lnTo>
                  <a:pt x="561975" y="466725"/>
                </a:lnTo>
                <a:lnTo>
                  <a:pt x="561975" y="476250"/>
                </a:lnTo>
                <a:lnTo>
                  <a:pt x="552450" y="476250"/>
                </a:lnTo>
                <a:close/>
                <a:moveTo>
                  <a:pt x="28575" y="476250"/>
                </a:moveTo>
                <a:lnTo>
                  <a:pt x="38100" y="476250"/>
                </a:lnTo>
                <a:lnTo>
                  <a:pt x="38100" y="485775"/>
                </a:lnTo>
                <a:lnTo>
                  <a:pt x="28575" y="485775"/>
                </a:lnTo>
                <a:close/>
                <a:moveTo>
                  <a:pt x="342900" y="485775"/>
                </a:moveTo>
                <a:lnTo>
                  <a:pt x="352425" y="485775"/>
                </a:lnTo>
                <a:lnTo>
                  <a:pt x="352425" y="495300"/>
                </a:lnTo>
                <a:lnTo>
                  <a:pt x="342900" y="495300"/>
                </a:lnTo>
                <a:close/>
                <a:moveTo>
                  <a:pt x="28575" y="495300"/>
                </a:moveTo>
                <a:lnTo>
                  <a:pt x="38100" y="495300"/>
                </a:lnTo>
                <a:lnTo>
                  <a:pt x="38100" y="504825"/>
                </a:lnTo>
                <a:lnTo>
                  <a:pt x="28575" y="504825"/>
                </a:lnTo>
                <a:close/>
                <a:moveTo>
                  <a:pt x="600075" y="495300"/>
                </a:moveTo>
                <a:lnTo>
                  <a:pt x="609600" y="495300"/>
                </a:lnTo>
                <a:lnTo>
                  <a:pt x="609600" y="533400"/>
                </a:lnTo>
                <a:lnTo>
                  <a:pt x="600075" y="533400"/>
                </a:lnTo>
                <a:close/>
                <a:moveTo>
                  <a:pt x="419100" y="504825"/>
                </a:moveTo>
                <a:lnTo>
                  <a:pt x="428625" y="504825"/>
                </a:lnTo>
                <a:lnTo>
                  <a:pt x="428625" y="514350"/>
                </a:lnTo>
                <a:lnTo>
                  <a:pt x="419100" y="514350"/>
                </a:lnTo>
                <a:close/>
                <a:moveTo>
                  <a:pt x="628650" y="504825"/>
                </a:moveTo>
                <a:lnTo>
                  <a:pt x="638175" y="504825"/>
                </a:lnTo>
                <a:lnTo>
                  <a:pt x="638175" y="523875"/>
                </a:lnTo>
                <a:lnTo>
                  <a:pt x="628650" y="523875"/>
                </a:lnTo>
                <a:close/>
                <a:moveTo>
                  <a:pt x="523875" y="514350"/>
                </a:moveTo>
                <a:lnTo>
                  <a:pt x="533400" y="514350"/>
                </a:lnTo>
                <a:lnTo>
                  <a:pt x="533400" y="523875"/>
                </a:lnTo>
                <a:lnTo>
                  <a:pt x="523875" y="523875"/>
                </a:lnTo>
                <a:close/>
                <a:moveTo>
                  <a:pt x="514350" y="523875"/>
                </a:moveTo>
                <a:lnTo>
                  <a:pt x="523875" y="523875"/>
                </a:lnTo>
                <a:lnTo>
                  <a:pt x="523875" y="533400"/>
                </a:lnTo>
                <a:lnTo>
                  <a:pt x="514350" y="533400"/>
                </a:lnTo>
                <a:close/>
                <a:moveTo>
                  <a:pt x="66675" y="533400"/>
                </a:moveTo>
                <a:lnTo>
                  <a:pt x="76200" y="533400"/>
                </a:lnTo>
                <a:lnTo>
                  <a:pt x="76200" y="542925"/>
                </a:lnTo>
                <a:lnTo>
                  <a:pt x="66675" y="542925"/>
                </a:lnTo>
                <a:close/>
                <a:moveTo>
                  <a:pt x="371475" y="533400"/>
                </a:moveTo>
                <a:lnTo>
                  <a:pt x="381000" y="533400"/>
                </a:lnTo>
                <a:lnTo>
                  <a:pt x="381000" y="542925"/>
                </a:lnTo>
                <a:lnTo>
                  <a:pt x="371475" y="542925"/>
                </a:lnTo>
                <a:close/>
                <a:moveTo>
                  <a:pt x="504825" y="533400"/>
                </a:moveTo>
                <a:lnTo>
                  <a:pt x="514350" y="533400"/>
                </a:lnTo>
                <a:lnTo>
                  <a:pt x="514350" y="542925"/>
                </a:lnTo>
                <a:lnTo>
                  <a:pt x="504825" y="542925"/>
                </a:lnTo>
                <a:close/>
                <a:moveTo>
                  <a:pt x="76200" y="542925"/>
                </a:moveTo>
                <a:lnTo>
                  <a:pt x="85725" y="542925"/>
                </a:lnTo>
                <a:lnTo>
                  <a:pt x="85725" y="552450"/>
                </a:lnTo>
                <a:lnTo>
                  <a:pt x="76200" y="552450"/>
                </a:lnTo>
                <a:close/>
                <a:moveTo>
                  <a:pt x="333375" y="542925"/>
                </a:moveTo>
                <a:lnTo>
                  <a:pt x="342900" y="542925"/>
                </a:lnTo>
                <a:lnTo>
                  <a:pt x="342900" y="552450"/>
                </a:lnTo>
                <a:lnTo>
                  <a:pt x="333375" y="552450"/>
                </a:lnTo>
                <a:close/>
                <a:moveTo>
                  <a:pt x="495300" y="542925"/>
                </a:moveTo>
                <a:lnTo>
                  <a:pt x="504825" y="542925"/>
                </a:lnTo>
                <a:lnTo>
                  <a:pt x="504825" y="552450"/>
                </a:lnTo>
                <a:lnTo>
                  <a:pt x="495300" y="552450"/>
                </a:lnTo>
                <a:close/>
                <a:moveTo>
                  <a:pt x="57150" y="561975"/>
                </a:moveTo>
                <a:lnTo>
                  <a:pt x="66675" y="561975"/>
                </a:lnTo>
                <a:lnTo>
                  <a:pt x="66675" y="571500"/>
                </a:lnTo>
                <a:lnTo>
                  <a:pt x="57150" y="571500"/>
                </a:lnTo>
                <a:close/>
                <a:moveTo>
                  <a:pt x="381000" y="561975"/>
                </a:moveTo>
                <a:lnTo>
                  <a:pt x="390525" y="561975"/>
                </a:lnTo>
                <a:lnTo>
                  <a:pt x="390525" y="571500"/>
                </a:lnTo>
                <a:lnTo>
                  <a:pt x="381000" y="571500"/>
                </a:lnTo>
                <a:close/>
                <a:moveTo>
                  <a:pt x="619125" y="561975"/>
                </a:moveTo>
                <a:lnTo>
                  <a:pt x="628650" y="561975"/>
                </a:lnTo>
                <a:lnTo>
                  <a:pt x="628650" y="571500"/>
                </a:lnTo>
                <a:lnTo>
                  <a:pt x="619125" y="571500"/>
                </a:lnTo>
                <a:close/>
                <a:moveTo>
                  <a:pt x="76200" y="571500"/>
                </a:moveTo>
                <a:lnTo>
                  <a:pt x="85725" y="571500"/>
                </a:lnTo>
                <a:lnTo>
                  <a:pt x="85725" y="581025"/>
                </a:lnTo>
                <a:lnTo>
                  <a:pt x="76200" y="581025"/>
                </a:lnTo>
                <a:close/>
                <a:moveTo>
                  <a:pt x="609600" y="581025"/>
                </a:moveTo>
                <a:lnTo>
                  <a:pt x="619125" y="581025"/>
                </a:lnTo>
                <a:lnTo>
                  <a:pt x="619125" y="590550"/>
                </a:lnTo>
                <a:lnTo>
                  <a:pt x="609600" y="590550"/>
                </a:lnTo>
                <a:close/>
                <a:moveTo>
                  <a:pt x="428625" y="609600"/>
                </a:moveTo>
                <a:lnTo>
                  <a:pt x="438150" y="609600"/>
                </a:lnTo>
                <a:lnTo>
                  <a:pt x="438150" y="619125"/>
                </a:lnTo>
                <a:lnTo>
                  <a:pt x="428625" y="619125"/>
                </a:lnTo>
                <a:close/>
                <a:moveTo>
                  <a:pt x="542925" y="609600"/>
                </a:moveTo>
                <a:lnTo>
                  <a:pt x="552450" y="609600"/>
                </a:lnTo>
                <a:lnTo>
                  <a:pt x="552450" y="619125"/>
                </a:lnTo>
                <a:lnTo>
                  <a:pt x="542925" y="619125"/>
                </a:lnTo>
                <a:close/>
                <a:moveTo>
                  <a:pt x="447675" y="619125"/>
                </a:moveTo>
                <a:lnTo>
                  <a:pt x="457200" y="619125"/>
                </a:lnTo>
                <a:lnTo>
                  <a:pt x="457200" y="628650"/>
                </a:lnTo>
                <a:lnTo>
                  <a:pt x="447675" y="628650"/>
                </a:lnTo>
                <a:close/>
                <a:moveTo>
                  <a:pt x="523875" y="619125"/>
                </a:moveTo>
                <a:lnTo>
                  <a:pt x="533400" y="619125"/>
                </a:lnTo>
                <a:lnTo>
                  <a:pt x="533400" y="628650"/>
                </a:lnTo>
                <a:lnTo>
                  <a:pt x="523875" y="628650"/>
                </a:lnTo>
                <a:close/>
                <a:moveTo>
                  <a:pt x="447675" y="647700"/>
                </a:moveTo>
                <a:lnTo>
                  <a:pt x="457200" y="647700"/>
                </a:lnTo>
                <a:lnTo>
                  <a:pt x="457200" y="657225"/>
                </a:lnTo>
                <a:lnTo>
                  <a:pt x="447675" y="657225"/>
                </a:lnTo>
                <a:close/>
                <a:moveTo>
                  <a:pt x="523875" y="647700"/>
                </a:moveTo>
                <a:lnTo>
                  <a:pt x="533400" y="647700"/>
                </a:lnTo>
                <a:lnTo>
                  <a:pt x="533400" y="657225"/>
                </a:lnTo>
                <a:lnTo>
                  <a:pt x="523875" y="657225"/>
                </a:lnTo>
                <a:close/>
              </a:path>
            </a:pathLst>
          </a:custGeom>
          <a:solidFill xmlns:a="http://schemas.openxmlformats.org/drawingml/2006/main">
            <a:srgbClr val="7B768F"/>
          </a:solidFill>
          <a:ln xmlns:a="http://schemas.openxmlformats.org/drawingml/2006/main" w="0">
            <a:noFill/>
          </a:ln>
        </p:spPr>
      </p:sp>
      <p:sp>
        <p:nvSpPr>
          <p:cNvPr id="127" name="calendar vector #47608f">
            <a:extLst xmlns:a="http://schemas.openxmlformats.org/drawingml/2006/main">
              <a:ext uri="{FF2B5EF4-FFF2-40B4-BE49-F238E27FC236}">
                <a16:creationId xmlns:a16="http://schemas.microsoft.com/office/drawing/2014/main" id="{47206629-41AB-4C9C-9992-B1873A40B14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57250" y="4848225"/>
            <a:ext cx="704850" cy="704850"/>
          </a:xfrm>
          <a:custGeom xmlns:a="http://schemas.openxmlformats.org/drawingml/2006/main">
            <a:pathLst>
              <a:path w="704850" h="704850">
                <a:moveTo>
                  <a:pt x="85725" y="104775"/>
                </a:moveTo>
                <a:lnTo>
                  <a:pt x="114300" y="104775"/>
                </a:lnTo>
                <a:lnTo>
                  <a:pt x="114300" y="114300"/>
                </a:lnTo>
                <a:lnTo>
                  <a:pt x="85725" y="114300"/>
                </a:lnTo>
                <a:close/>
                <a:moveTo>
                  <a:pt x="228600" y="104775"/>
                </a:moveTo>
                <a:lnTo>
                  <a:pt x="342900" y="104775"/>
                </a:lnTo>
                <a:lnTo>
                  <a:pt x="342900" y="123825"/>
                </a:lnTo>
                <a:lnTo>
                  <a:pt x="333375" y="123825"/>
                </a:lnTo>
                <a:lnTo>
                  <a:pt x="333375" y="114300"/>
                </a:lnTo>
                <a:lnTo>
                  <a:pt x="228600" y="114300"/>
                </a:lnTo>
                <a:close/>
                <a:moveTo>
                  <a:pt x="114300" y="114300"/>
                </a:moveTo>
                <a:lnTo>
                  <a:pt x="123825" y="114300"/>
                </a:lnTo>
                <a:lnTo>
                  <a:pt x="123825" y="123825"/>
                </a:lnTo>
                <a:lnTo>
                  <a:pt x="114300" y="123825"/>
                </a:lnTo>
                <a:close/>
                <a:moveTo>
                  <a:pt x="447675" y="114300"/>
                </a:moveTo>
                <a:lnTo>
                  <a:pt x="476250" y="114300"/>
                </a:lnTo>
                <a:lnTo>
                  <a:pt x="476250" y="123825"/>
                </a:lnTo>
                <a:lnTo>
                  <a:pt x="447675" y="123825"/>
                </a:lnTo>
                <a:close/>
                <a:moveTo>
                  <a:pt x="495300" y="114300"/>
                </a:moveTo>
                <a:lnTo>
                  <a:pt x="504825" y="114300"/>
                </a:lnTo>
                <a:lnTo>
                  <a:pt x="504825" y="123825"/>
                </a:lnTo>
                <a:lnTo>
                  <a:pt x="495300" y="123825"/>
                </a:lnTo>
                <a:close/>
                <a:moveTo>
                  <a:pt x="200025" y="133350"/>
                </a:moveTo>
                <a:lnTo>
                  <a:pt x="219075" y="133350"/>
                </a:lnTo>
                <a:lnTo>
                  <a:pt x="219075" y="161925"/>
                </a:lnTo>
                <a:lnTo>
                  <a:pt x="209550" y="161925"/>
                </a:lnTo>
                <a:lnTo>
                  <a:pt x="209550" y="180975"/>
                </a:lnTo>
                <a:lnTo>
                  <a:pt x="200025" y="180975"/>
                </a:lnTo>
                <a:lnTo>
                  <a:pt x="200025" y="190500"/>
                </a:lnTo>
                <a:lnTo>
                  <a:pt x="190500" y="190500"/>
                </a:lnTo>
                <a:lnTo>
                  <a:pt x="190500" y="200025"/>
                </a:lnTo>
                <a:lnTo>
                  <a:pt x="152400" y="200025"/>
                </a:lnTo>
                <a:lnTo>
                  <a:pt x="152400" y="190500"/>
                </a:lnTo>
                <a:lnTo>
                  <a:pt x="133350" y="190500"/>
                </a:lnTo>
                <a:lnTo>
                  <a:pt x="133350" y="180975"/>
                </a:lnTo>
                <a:lnTo>
                  <a:pt x="123825" y="180975"/>
                </a:lnTo>
                <a:lnTo>
                  <a:pt x="123825" y="171450"/>
                </a:lnTo>
                <a:lnTo>
                  <a:pt x="114300" y="171450"/>
                </a:lnTo>
                <a:lnTo>
                  <a:pt x="114300" y="142875"/>
                </a:lnTo>
                <a:lnTo>
                  <a:pt x="123825" y="142875"/>
                </a:lnTo>
                <a:lnTo>
                  <a:pt x="123825" y="171450"/>
                </a:lnTo>
                <a:lnTo>
                  <a:pt x="133350" y="171450"/>
                </a:lnTo>
                <a:lnTo>
                  <a:pt x="133350" y="180975"/>
                </a:lnTo>
                <a:lnTo>
                  <a:pt x="190500" y="180975"/>
                </a:lnTo>
                <a:lnTo>
                  <a:pt x="190500" y="171450"/>
                </a:lnTo>
                <a:lnTo>
                  <a:pt x="200025" y="171450"/>
                </a:lnTo>
                <a:close/>
                <a:moveTo>
                  <a:pt x="342900" y="133350"/>
                </a:moveTo>
                <a:lnTo>
                  <a:pt x="361950" y="133350"/>
                </a:lnTo>
                <a:lnTo>
                  <a:pt x="361950" y="171450"/>
                </a:lnTo>
                <a:lnTo>
                  <a:pt x="371475" y="171450"/>
                </a:lnTo>
                <a:lnTo>
                  <a:pt x="371475" y="180975"/>
                </a:lnTo>
                <a:lnTo>
                  <a:pt x="428625" y="180975"/>
                </a:lnTo>
                <a:lnTo>
                  <a:pt x="428625" y="171450"/>
                </a:lnTo>
                <a:lnTo>
                  <a:pt x="438150" y="171450"/>
                </a:lnTo>
                <a:lnTo>
                  <a:pt x="438150" y="152400"/>
                </a:lnTo>
                <a:lnTo>
                  <a:pt x="447675" y="152400"/>
                </a:lnTo>
                <a:lnTo>
                  <a:pt x="447675" y="133350"/>
                </a:lnTo>
                <a:lnTo>
                  <a:pt x="466725" y="133350"/>
                </a:lnTo>
                <a:lnTo>
                  <a:pt x="466725" y="142875"/>
                </a:lnTo>
                <a:lnTo>
                  <a:pt x="457200" y="142875"/>
                </a:lnTo>
                <a:lnTo>
                  <a:pt x="457200" y="161925"/>
                </a:lnTo>
                <a:lnTo>
                  <a:pt x="447675" y="161925"/>
                </a:lnTo>
                <a:lnTo>
                  <a:pt x="447675" y="180975"/>
                </a:lnTo>
                <a:lnTo>
                  <a:pt x="438150" y="180975"/>
                </a:lnTo>
                <a:lnTo>
                  <a:pt x="438150" y="190500"/>
                </a:lnTo>
                <a:lnTo>
                  <a:pt x="428625" y="190500"/>
                </a:lnTo>
                <a:lnTo>
                  <a:pt x="428625" y="200025"/>
                </a:lnTo>
                <a:lnTo>
                  <a:pt x="381000" y="200025"/>
                </a:lnTo>
                <a:lnTo>
                  <a:pt x="381000" y="190500"/>
                </a:lnTo>
                <a:lnTo>
                  <a:pt x="361950" y="190500"/>
                </a:lnTo>
                <a:lnTo>
                  <a:pt x="361950" y="180975"/>
                </a:lnTo>
                <a:lnTo>
                  <a:pt x="352425" y="180975"/>
                </a:lnTo>
                <a:lnTo>
                  <a:pt x="352425" y="161925"/>
                </a:lnTo>
                <a:lnTo>
                  <a:pt x="342900" y="161925"/>
                </a:lnTo>
                <a:close/>
                <a:moveTo>
                  <a:pt x="495300" y="247650"/>
                </a:moveTo>
                <a:lnTo>
                  <a:pt x="504825" y="247650"/>
                </a:lnTo>
                <a:lnTo>
                  <a:pt x="504825" y="257175"/>
                </a:lnTo>
                <a:lnTo>
                  <a:pt x="495300" y="257175"/>
                </a:lnTo>
                <a:close/>
                <a:moveTo>
                  <a:pt x="504825" y="257175"/>
                </a:moveTo>
                <a:lnTo>
                  <a:pt x="514350" y="257175"/>
                </a:lnTo>
                <a:lnTo>
                  <a:pt x="514350" y="266700"/>
                </a:lnTo>
                <a:lnTo>
                  <a:pt x="504825" y="266700"/>
                </a:lnTo>
                <a:close/>
                <a:moveTo>
                  <a:pt x="533400" y="371475"/>
                </a:moveTo>
                <a:lnTo>
                  <a:pt x="542925" y="371475"/>
                </a:lnTo>
                <a:lnTo>
                  <a:pt x="542925" y="381000"/>
                </a:lnTo>
                <a:lnTo>
                  <a:pt x="533400" y="381000"/>
                </a:lnTo>
                <a:close/>
                <a:moveTo>
                  <a:pt x="561975" y="390525"/>
                </a:moveTo>
                <a:lnTo>
                  <a:pt x="571500" y="390525"/>
                </a:lnTo>
                <a:lnTo>
                  <a:pt x="571500" y="400050"/>
                </a:lnTo>
                <a:lnTo>
                  <a:pt x="561975" y="400050"/>
                </a:lnTo>
                <a:close/>
                <a:moveTo>
                  <a:pt x="590550" y="457200"/>
                </a:moveTo>
                <a:lnTo>
                  <a:pt x="600075" y="457200"/>
                </a:lnTo>
                <a:lnTo>
                  <a:pt x="600075" y="466725"/>
                </a:lnTo>
                <a:lnTo>
                  <a:pt x="590550" y="466725"/>
                </a:lnTo>
                <a:close/>
                <a:moveTo>
                  <a:pt x="371475" y="476250"/>
                </a:moveTo>
                <a:lnTo>
                  <a:pt x="381000" y="476250"/>
                </a:lnTo>
                <a:lnTo>
                  <a:pt x="381000" y="485775"/>
                </a:lnTo>
                <a:lnTo>
                  <a:pt x="371475" y="485775"/>
                </a:lnTo>
                <a:close/>
                <a:moveTo>
                  <a:pt x="600075" y="485775"/>
                </a:moveTo>
                <a:lnTo>
                  <a:pt x="609600" y="485775"/>
                </a:lnTo>
                <a:lnTo>
                  <a:pt x="609600" y="495300"/>
                </a:lnTo>
                <a:lnTo>
                  <a:pt x="600075" y="495300"/>
                </a:lnTo>
                <a:close/>
                <a:moveTo>
                  <a:pt x="342900" y="523875"/>
                </a:moveTo>
                <a:lnTo>
                  <a:pt x="352425" y="523875"/>
                </a:lnTo>
                <a:lnTo>
                  <a:pt x="352425" y="542925"/>
                </a:lnTo>
                <a:lnTo>
                  <a:pt x="342900" y="542925"/>
                </a:lnTo>
                <a:close/>
                <a:moveTo>
                  <a:pt x="457200" y="523875"/>
                </a:moveTo>
                <a:lnTo>
                  <a:pt x="466725" y="523875"/>
                </a:lnTo>
                <a:lnTo>
                  <a:pt x="466725" y="533400"/>
                </a:lnTo>
                <a:lnTo>
                  <a:pt x="457200" y="533400"/>
                </a:lnTo>
                <a:close/>
                <a:moveTo>
                  <a:pt x="476250" y="523875"/>
                </a:moveTo>
                <a:lnTo>
                  <a:pt x="485775" y="523875"/>
                </a:lnTo>
                <a:lnTo>
                  <a:pt x="485775" y="533400"/>
                </a:lnTo>
                <a:lnTo>
                  <a:pt x="476250" y="533400"/>
                </a:lnTo>
                <a:close/>
                <a:moveTo>
                  <a:pt x="38100" y="542925"/>
                </a:moveTo>
                <a:lnTo>
                  <a:pt x="47625" y="542925"/>
                </a:lnTo>
                <a:lnTo>
                  <a:pt x="47625" y="552450"/>
                </a:lnTo>
                <a:lnTo>
                  <a:pt x="38100" y="552450"/>
                </a:lnTo>
                <a:close/>
                <a:moveTo>
                  <a:pt x="371475" y="542925"/>
                </a:moveTo>
                <a:lnTo>
                  <a:pt x="381000" y="542925"/>
                </a:lnTo>
                <a:lnTo>
                  <a:pt x="381000" y="552450"/>
                </a:lnTo>
                <a:lnTo>
                  <a:pt x="371475" y="552450"/>
                </a:lnTo>
                <a:close/>
                <a:moveTo>
                  <a:pt x="47625" y="552450"/>
                </a:moveTo>
                <a:lnTo>
                  <a:pt x="57150" y="552450"/>
                </a:lnTo>
                <a:lnTo>
                  <a:pt x="57150" y="561975"/>
                </a:lnTo>
                <a:lnTo>
                  <a:pt x="47625" y="561975"/>
                </a:lnTo>
                <a:close/>
                <a:moveTo>
                  <a:pt x="85725" y="571500"/>
                </a:moveTo>
                <a:lnTo>
                  <a:pt x="361950" y="571500"/>
                </a:lnTo>
                <a:lnTo>
                  <a:pt x="361950" y="581025"/>
                </a:lnTo>
                <a:lnTo>
                  <a:pt x="85725" y="581025"/>
                </a:lnTo>
                <a:close/>
                <a:moveTo>
                  <a:pt x="361950" y="581025"/>
                </a:moveTo>
                <a:lnTo>
                  <a:pt x="371475" y="581025"/>
                </a:lnTo>
                <a:lnTo>
                  <a:pt x="371475" y="590550"/>
                </a:lnTo>
                <a:lnTo>
                  <a:pt x="361950" y="590550"/>
                </a:lnTo>
                <a:close/>
                <a:moveTo>
                  <a:pt x="561975" y="628650"/>
                </a:moveTo>
                <a:lnTo>
                  <a:pt x="571500" y="628650"/>
                </a:lnTo>
                <a:lnTo>
                  <a:pt x="571500" y="638175"/>
                </a:lnTo>
                <a:lnTo>
                  <a:pt x="561975" y="638175"/>
                </a:lnTo>
                <a:close/>
              </a:path>
            </a:pathLst>
          </a:custGeom>
          <a:solidFill xmlns:a="http://schemas.openxmlformats.org/drawingml/2006/main">
            <a:srgbClr val="47608F"/>
          </a:solidFill>
          <a:ln xmlns:a="http://schemas.openxmlformats.org/drawingml/2006/main" w="0">
            <a:noFill/>
          </a:ln>
        </p:spPr>
      </p:sp>
      <p:sp>
        <p:nvSpPr>
          <p:cNvPr id="128" name="calendar vector #2b5ea9">
            <a:extLst xmlns:a="http://schemas.openxmlformats.org/drawingml/2006/main">
              <a:ext uri="{FF2B5EF4-FFF2-40B4-BE49-F238E27FC236}">
                <a16:creationId xmlns:a16="http://schemas.microsoft.com/office/drawing/2014/main" id="{D647E031-D823-4691-BD26-E7FA07376BB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57250" y="4848225"/>
            <a:ext cx="704850" cy="704850"/>
          </a:xfrm>
          <a:custGeom xmlns:a="http://schemas.openxmlformats.org/drawingml/2006/main">
            <a:pathLst>
              <a:path w="704850" h="704850">
                <a:moveTo>
                  <a:pt x="247650" y="133350"/>
                </a:moveTo>
                <a:lnTo>
                  <a:pt x="323850" y="133350"/>
                </a:lnTo>
                <a:lnTo>
                  <a:pt x="323850" y="142875"/>
                </a:lnTo>
                <a:lnTo>
                  <a:pt x="333375" y="142875"/>
                </a:lnTo>
                <a:lnTo>
                  <a:pt x="333375" y="161925"/>
                </a:lnTo>
                <a:lnTo>
                  <a:pt x="342900" y="161925"/>
                </a:lnTo>
                <a:lnTo>
                  <a:pt x="342900" y="180975"/>
                </a:lnTo>
                <a:lnTo>
                  <a:pt x="352425" y="180975"/>
                </a:lnTo>
                <a:lnTo>
                  <a:pt x="352425" y="190500"/>
                </a:lnTo>
                <a:lnTo>
                  <a:pt x="361950" y="190500"/>
                </a:lnTo>
                <a:lnTo>
                  <a:pt x="361950" y="200025"/>
                </a:lnTo>
                <a:lnTo>
                  <a:pt x="371475" y="200025"/>
                </a:lnTo>
                <a:lnTo>
                  <a:pt x="371475" y="219075"/>
                </a:lnTo>
                <a:lnTo>
                  <a:pt x="352425" y="219075"/>
                </a:lnTo>
                <a:lnTo>
                  <a:pt x="352425" y="228600"/>
                </a:lnTo>
                <a:lnTo>
                  <a:pt x="304800" y="228600"/>
                </a:lnTo>
                <a:lnTo>
                  <a:pt x="304800" y="219075"/>
                </a:lnTo>
                <a:lnTo>
                  <a:pt x="285750" y="219075"/>
                </a:lnTo>
                <a:lnTo>
                  <a:pt x="285750" y="228600"/>
                </a:lnTo>
                <a:lnTo>
                  <a:pt x="276225" y="228600"/>
                </a:lnTo>
                <a:lnTo>
                  <a:pt x="276225" y="219075"/>
                </a:lnTo>
                <a:lnTo>
                  <a:pt x="247650" y="219075"/>
                </a:lnTo>
                <a:lnTo>
                  <a:pt x="247650" y="228600"/>
                </a:lnTo>
                <a:lnTo>
                  <a:pt x="180975" y="228600"/>
                </a:lnTo>
                <a:lnTo>
                  <a:pt x="180975" y="209550"/>
                </a:lnTo>
                <a:lnTo>
                  <a:pt x="190500" y="209550"/>
                </a:lnTo>
                <a:lnTo>
                  <a:pt x="190500" y="200025"/>
                </a:lnTo>
                <a:lnTo>
                  <a:pt x="200025" y="200025"/>
                </a:lnTo>
                <a:lnTo>
                  <a:pt x="200025" y="190500"/>
                </a:lnTo>
                <a:lnTo>
                  <a:pt x="209550" y="190500"/>
                </a:lnTo>
                <a:lnTo>
                  <a:pt x="209550" y="180975"/>
                </a:lnTo>
                <a:lnTo>
                  <a:pt x="219075" y="180975"/>
                </a:lnTo>
                <a:lnTo>
                  <a:pt x="219075" y="171450"/>
                </a:lnTo>
                <a:lnTo>
                  <a:pt x="228600" y="171450"/>
                </a:lnTo>
                <a:lnTo>
                  <a:pt x="228600" y="152400"/>
                </a:lnTo>
                <a:lnTo>
                  <a:pt x="238125" y="152400"/>
                </a:lnTo>
                <a:lnTo>
                  <a:pt x="238125" y="142875"/>
                </a:lnTo>
                <a:lnTo>
                  <a:pt x="247650" y="142875"/>
                </a:lnTo>
                <a:close/>
                <a:moveTo>
                  <a:pt x="476250" y="142875"/>
                </a:moveTo>
                <a:lnTo>
                  <a:pt x="485775" y="142875"/>
                </a:lnTo>
                <a:lnTo>
                  <a:pt x="485775" y="152400"/>
                </a:lnTo>
                <a:lnTo>
                  <a:pt x="495300" y="152400"/>
                </a:lnTo>
                <a:lnTo>
                  <a:pt x="495300" y="209550"/>
                </a:lnTo>
                <a:lnTo>
                  <a:pt x="485775" y="209550"/>
                </a:lnTo>
                <a:lnTo>
                  <a:pt x="485775" y="219075"/>
                </a:lnTo>
                <a:lnTo>
                  <a:pt x="447675" y="219075"/>
                </a:lnTo>
                <a:lnTo>
                  <a:pt x="447675" y="190500"/>
                </a:lnTo>
                <a:lnTo>
                  <a:pt x="457200" y="190500"/>
                </a:lnTo>
                <a:lnTo>
                  <a:pt x="457200" y="180975"/>
                </a:lnTo>
                <a:lnTo>
                  <a:pt x="466725" y="180975"/>
                </a:lnTo>
                <a:lnTo>
                  <a:pt x="466725" y="161925"/>
                </a:lnTo>
                <a:lnTo>
                  <a:pt x="476250" y="161925"/>
                </a:lnTo>
                <a:close/>
                <a:moveTo>
                  <a:pt x="76200" y="152400"/>
                </a:moveTo>
                <a:lnTo>
                  <a:pt x="85725" y="152400"/>
                </a:lnTo>
                <a:lnTo>
                  <a:pt x="85725" y="161925"/>
                </a:lnTo>
                <a:lnTo>
                  <a:pt x="95250" y="161925"/>
                </a:lnTo>
                <a:lnTo>
                  <a:pt x="95250" y="171450"/>
                </a:lnTo>
                <a:lnTo>
                  <a:pt x="104775" y="171450"/>
                </a:lnTo>
                <a:lnTo>
                  <a:pt x="104775" y="180975"/>
                </a:lnTo>
                <a:lnTo>
                  <a:pt x="114300" y="180975"/>
                </a:lnTo>
                <a:lnTo>
                  <a:pt x="114300" y="200025"/>
                </a:lnTo>
                <a:lnTo>
                  <a:pt x="133350" y="200025"/>
                </a:lnTo>
                <a:lnTo>
                  <a:pt x="133350" y="209550"/>
                </a:lnTo>
                <a:lnTo>
                  <a:pt x="161925" y="209550"/>
                </a:lnTo>
                <a:lnTo>
                  <a:pt x="161925" y="228600"/>
                </a:lnTo>
                <a:lnTo>
                  <a:pt x="76200" y="228600"/>
                </a:lnTo>
                <a:lnTo>
                  <a:pt x="76200" y="219075"/>
                </a:lnTo>
                <a:lnTo>
                  <a:pt x="66675" y="219075"/>
                </a:lnTo>
                <a:lnTo>
                  <a:pt x="66675" y="161925"/>
                </a:lnTo>
                <a:lnTo>
                  <a:pt x="76200" y="161925"/>
                </a:lnTo>
                <a:close/>
              </a:path>
            </a:pathLst>
          </a:custGeom>
          <a:solidFill xmlns:a="http://schemas.openxmlformats.org/drawingml/2006/main">
            <a:srgbClr val="2B5EA9"/>
          </a:solidFill>
          <a:ln xmlns:a="http://schemas.openxmlformats.org/drawingml/2006/main" w="0">
            <a:noFill/>
          </a:ln>
        </p:spPr>
      </p:sp>
      <p:sp>
        <p:nvSpPr>
          <p:cNvPr id="129" name="calendar vector #305b9e">
            <a:extLst xmlns:a="http://schemas.openxmlformats.org/drawingml/2006/main">
              <a:ext uri="{FF2B5EF4-FFF2-40B4-BE49-F238E27FC236}">
                <a16:creationId xmlns:a16="http://schemas.microsoft.com/office/drawing/2014/main" id="{E0E7C8C9-6515-4BC3-841F-6D1223A5C66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57250" y="4848225"/>
            <a:ext cx="704850" cy="704850"/>
          </a:xfrm>
          <a:custGeom xmlns:a="http://schemas.openxmlformats.org/drawingml/2006/main">
            <a:pathLst>
              <a:path w="704850" h="704850">
                <a:moveTo>
                  <a:pt x="238125" y="114300"/>
                </a:moveTo>
                <a:lnTo>
                  <a:pt x="323850" y="114300"/>
                </a:lnTo>
                <a:lnTo>
                  <a:pt x="323850" y="123825"/>
                </a:lnTo>
                <a:lnTo>
                  <a:pt x="333375" y="123825"/>
                </a:lnTo>
                <a:lnTo>
                  <a:pt x="333375" y="133350"/>
                </a:lnTo>
                <a:lnTo>
                  <a:pt x="342900" y="133350"/>
                </a:lnTo>
                <a:lnTo>
                  <a:pt x="342900" y="161925"/>
                </a:lnTo>
                <a:lnTo>
                  <a:pt x="333375" y="161925"/>
                </a:lnTo>
                <a:lnTo>
                  <a:pt x="333375" y="142875"/>
                </a:lnTo>
                <a:lnTo>
                  <a:pt x="323850" y="142875"/>
                </a:lnTo>
                <a:lnTo>
                  <a:pt x="323850" y="133350"/>
                </a:lnTo>
                <a:lnTo>
                  <a:pt x="247650" y="133350"/>
                </a:lnTo>
                <a:lnTo>
                  <a:pt x="247650" y="142875"/>
                </a:lnTo>
                <a:lnTo>
                  <a:pt x="238125" y="142875"/>
                </a:lnTo>
                <a:lnTo>
                  <a:pt x="238125" y="152400"/>
                </a:lnTo>
                <a:lnTo>
                  <a:pt x="228600" y="152400"/>
                </a:lnTo>
                <a:lnTo>
                  <a:pt x="228600" y="171450"/>
                </a:lnTo>
                <a:lnTo>
                  <a:pt x="219075" y="171450"/>
                </a:lnTo>
                <a:lnTo>
                  <a:pt x="219075" y="180975"/>
                </a:lnTo>
                <a:lnTo>
                  <a:pt x="209550" y="180975"/>
                </a:lnTo>
                <a:lnTo>
                  <a:pt x="209550" y="161925"/>
                </a:lnTo>
                <a:lnTo>
                  <a:pt x="219075" y="161925"/>
                </a:lnTo>
                <a:lnTo>
                  <a:pt x="219075" y="142875"/>
                </a:lnTo>
                <a:lnTo>
                  <a:pt x="228600" y="142875"/>
                </a:lnTo>
                <a:lnTo>
                  <a:pt x="228600" y="123825"/>
                </a:lnTo>
                <a:lnTo>
                  <a:pt x="238125" y="123825"/>
                </a:lnTo>
                <a:close/>
                <a:moveTo>
                  <a:pt x="476250" y="114300"/>
                </a:moveTo>
                <a:lnTo>
                  <a:pt x="485775" y="114300"/>
                </a:lnTo>
                <a:lnTo>
                  <a:pt x="485775" y="133350"/>
                </a:lnTo>
                <a:lnTo>
                  <a:pt x="495300" y="133350"/>
                </a:lnTo>
                <a:lnTo>
                  <a:pt x="495300" y="142875"/>
                </a:lnTo>
                <a:lnTo>
                  <a:pt x="504825" y="142875"/>
                </a:lnTo>
                <a:lnTo>
                  <a:pt x="504825" y="152400"/>
                </a:lnTo>
                <a:lnTo>
                  <a:pt x="514350" y="152400"/>
                </a:lnTo>
                <a:lnTo>
                  <a:pt x="514350" y="219075"/>
                </a:lnTo>
                <a:lnTo>
                  <a:pt x="504825" y="219075"/>
                </a:lnTo>
                <a:lnTo>
                  <a:pt x="504825" y="228600"/>
                </a:lnTo>
                <a:lnTo>
                  <a:pt x="438150" y="228600"/>
                </a:lnTo>
                <a:lnTo>
                  <a:pt x="438150" y="247650"/>
                </a:lnTo>
                <a:lnTo>
                  <a:pt x="66675" y="247650"/>
                </a:lnTo>
                <a:lnTo>
                  <a:pt x="66675" y="228600"/>
                </a:lnTo>
                <a:lnTo>
                  <a:pt x="57150" y="228600"/>
                </a:lnTo>
                <a:lnTo>
                  <a:pt x="57150" y="142875"/>
                </a:lnTo>
                <a:lnTo>
                  <a:pt x="66675" y="142875"/>
                </a:lnTo>
                <a:lnTo>
                  <a:pt x="66675" y="133350"/>
                </a:lnTo>
                <a:lnTo>
                  <a:pt x="95250" y="133350"/>
                </a:lnTo>
                <a:lnTo>
                  <a:pt x="95250" y="142875"/>
                </a:lnTo>
                <a:lnTo>
                  <a:pt x="104775" y="142875"/>
                </a:lnTo>
                <a:lnTo>
                  <a:pt x="104775" y="161925"/>
                </a:lnTo>
                <a:lnTo>
                  <a:pt x="114300" y="161925"/>
                </a:lnTo>
                <a:lnTo>
                  <a:pt x="114300" y="180975"/>
                </a:lnTo>
                <a:lnTo>
                  <a:pt x="104775" y="180975"/>
                </a:lnTo>
                <a:lnTo>
                  <a:pt x="104775" y="171450"/>
                </a:lnTo>
                <a:lnTo>
                  <a:pt x="95250" y="171450"/>
                </a:lnTo>
                <a:lnTo>
                  <a:pt x="95250" y="161925"/>
                </a:lnTo>
                <a:lnTo>
                  <a:pt x="85725" y="161925"/>
                </a:lnTo>
                <a:lnTo>
                  <a:pt x="85725" y="152400"/>
                </a:lnTo>
                <a:lnTo>
                  <a:pt x="76200" y="152400"/>
                </a:lnTo>
                <a:lnTo>
                  <a:pt x="76200" y="161925"/>
                </a:lnTo>
                <a:lnTo>
                  <a:pt x="66675" y="161925"/>
                </a:lnTo>
                <a:lnTo>
                  <a:pt x="66675" y="219075"/>
                </a:lnTo>
                <a:lnTo>
                  <a:pt x="76200" y="219075"/>
                </a:lnTo>
                <a:lnTo>
                  <a:pt x="76200" y="228600"/>
                </a:lnTo>
                <a:lnTo>
                  <a:pt x="161925" y="228600"/>
                </a:lnTo>
                <a:lnTo>
                  <a:pt x="161925" y="209550"/>
                </a:lnTo>
                <a:lnTo>
                  <a:pt x="133350" y="209550"/>
                </a:lnTo>
                <a:lnTo>
                  <a:pt x="133350" y="200025"/>
                </a:lnTo>
                <a:lnTo>
                  <a:pt x="114300" y="200025"/>
                </a:lnTo>
                <a:lnTo>
                  <a:pt x="114300" y="180975"/>
                </a:lnTo>
                <a:lnTo>
                  <a:pt x="123825" y="180975"/>
                </a:lnTo>
                <a:lnTo>
                  <a:pt x="123825" y="190500"/>
                </a:lnTo>
                <a:lnTo>
                  <a:pt x="133350" y="190500"/>
                </a:lnTo>
                <a:lnTo>
                  <a:pt x="133350" y="200025"/>
                </a:lnTo>
                <a:lnTo>
                  <a:pt x="190500" y="200025"/>
                </a:lnTo>
                <a:lnTo>
                  <a:pt x="190500" y="190500"/>
                </a:lnTo>
                <a:lnTo>
                  <a:pt x="200025" y="190500"/>
                </a:lnTo>
                <a:lnTo>
                  <a:pt x="200025" y="180975"/>
                </a:lnTo>
                <a:lnTo>
                  <a:pt x="209550" y="180975"/>
                </a:lnTo>
                <a:lnTo>
                  <a:pt x="209550" y="190500"/>
                </a:lnTo>
                <a:lnTo>
                  <a:pt x="200025" y="190500"/>
                </a:lnTo>
                <a:lnTo>
                  <a:pt x="200025" y="200025"/>
                </a:lnTo>
                <a:lnTo>
                  <a:pt x="190500" y="200025"/>
                </a:lnTo>
                <a:lnTo>
                  <a:pt x="190500" y="209550"/>
                </a:lnTo>
                <a:lnTo>
                  <a:pt x="180975" y="209550"/>
                </a:lnTo>
                <a:lnTo>
                  <a:pt x="180975" y="228600"/>
                </a:lnTo>
                <a:lnTo>
                  <a:pt x="247650" y="228600"/>
                </a:lnTo>
                <a:lnTo>
                  <a:pt x="247650" y="219075"/>
                </a:lnTo>
                <a:lnTo>
                  <a:pt x="276225" y="219075"/>
                </a:lnTo>
                <a:lnTo>
                  <a:pt x="276225" y="228600"/>
                </a:lnTo>
                <a:lnTo>
                  <a:pt x="285750" y="228600"/>
                </a:lnTo>
                <a:lnTo>
                  <a:pt x="285750" y="219075"/>
                </a:lnTo>
                <a:lnTo>
                  <a:pt x="304800" y="219075"/>
                </a:lnTo>
                <a:lnTo>
                  <a:pt x="304800" y="228600"/>
                </a:lnTo>
                <a:lnTo>
                  <a:pt x="352425" y="228600"/>
                </a:lnTo>
                <a:lnTo>
                  <a:pt x="352425" y="219075"/>
                </a:lnTo>
                <a:lnTo>
                  <a:pt x="371475" y="219075"/>
                </a:lnTo>
                <a:lnTo>
                  <a:pt x="371475" y="200025"/>
                </a:lnTo>
                <a:lnTo>
                  <a:pt x="361950" y="200025"/>
                </a:lnTo>
                <a:lnTo>
                  <a:pt x="361950" y="190500"/>
                </a:lnTo>
                <a:lnTo>
                  <a:pt x="352425" y="190500"/>
                </a:lnTo>
                <a:lnTo>
                  <a:pt x="352425" y="180975"/>
                </a:lnTo>
                <a:lnTo>
                  <a:pt x="342900" y="180975"/>
                </a:lnTo>
                <a:lnTo>
                  <a:pt x="342900" y="161925"/>
                </a:lnTo>
                <a:lnTo>
                  <a:pt x="352425" y="161925"/>
                </a:lnTo>
                <a:lnTo>
                  <a:pt x="352425" y="180975"/>
                </a:lnTo>
                <a:lnTo>
                  <a:pt x="361950" y="180975"/>
                </a:lnTo>
                <a:lnTo>
                  <a:pt x="361950" y="190500"/>
                </a:lnTo>
                <a:lnTo>
                  <a:pt x="381000" y="190500"/>
                </a:lnTo>
                <a:lnTo>
                  <a:pt x="381000" y="200025"/>
                </a:lnTo>
                <a:lnTo>
                  <a:pt x="428625" y="200025"/>
                </a:lnTo>
                <a:lnTo>
                  <a:pt x="428625" y="190500"/>
                </a:lnTo>
                <a:lnTo>
                  <a:pt x="438150" y="190500"/>
                </a:lnTo>
                <a:lnTo>
                  <a:pt x="438150" y="180975"/>
                </a:lnTo>
                <a:lnTo>
                  <a:pt x="447675" y="180975"/>
                </a:lnTo>
                <a:lnTo>
                  <a:pt x="447675" y="171450"/>
                </a:lnTo>
                <a:lnTo>
                  <a:pt x="457200" y="171450"/>
                </a:lnTo>
                <a:lnTo>
                  <a:pt x="457200" y="142875"/>
                </a:lnTo>
                <a:lnTo>
                  <a:pt x="466725" y="142875"/>
                </a:lnTo>
                <a:lnTo>
                  <a:pt x="466725" y="123825"/>
                </a:lnTo>
                <a:lnTo>
                  <a:pt x="476250" y="123825"/>
                </a:lnTo>
                <a:close/>
                <a:moveTo>
                  <a:pt x="485775" y="209550"/>
                </a:moveTo>
                <a:lnTo>
                  <a:pt x="495300" y="209550"/>
                </a:lnTo>
                <a:lnTo>
                  <a:pt x="495300" y="152400"/>
                </a:lnTo>
                <a:lnTo>
                  <a:pt x="485775" y="152400"/>
                </a:lnTo>
                <a:lnTo>
                  <a:pt x="485775" y="142875"/>
                </a:lnTo>
                <a:lnTo>
                  <a:pt x="476250" y="142875"/>
                </a:lnTo>
                <a:lnTo>
                  <a:pt x="476250" y="161925"/>
                </a:lnTo>
                <a:lnTo>
                  <a:pt x="466725" y="161925"/>
                </a:lnTo>
                <a:lnTo>
                  <a:pt x="466725" y="180975"/>
                </a:lnTo>
                <a:lnTo>
                  <a:pt x="457200" y="180975"/>
                </a:lnTo>
                <a:lnTo>
                  <a:pt x="457200" y="190500"/>
                </a:lnTo>
                <a:lnTo>
                  <a:pt x="447675" y="190500"/>
                </a:lnTo>
                <a:lnTo>
                  <a:pt x="447675" y="219075"/>
                </a:lnTo>
                <a:lnTo>
                  <a:pt x="485775" y="219075"/>
                </a:lnTo>
                <a:close/>
              </a:path>
            </a:pathLst>
          </a:custGeom>
          <a:solidFill xmlns:a="http://schemas.openxmlformats.org/drawingml/2006/main">
            <a:srgbClr val="305B9E"/>
          </a:solidFill>
          <a:ln xmlns:a="http://schemas.openxmlformats.org/drawingml/2006/main" w="0">
            <a:noFill/>
          </a:ln>
        </p:spPr>
      </p:sp>
      <p:sp>
        <p:nvSpPr>
          <p:cNvPr id="130" name="calendar vector #495074">
            <a:extLst xmlns:a="http://schemas.openxmlformats.org/drawingml/2006/main">
              <a:ext uri="{FF2B5EF4-FFF2-40B4-BE49-F238E27FC236}">
                <a16:creationId xmlns:a16="http://schemas.microsoft.com/office/drawing/2014/main" id="{FEBFB045-CBB4-4A96-ACBB-2F3F3FFE835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57250" y="4848225"/>
            <a:ext cx="704850" cy="704850"/>
          </a:xfrm>
          <a:custGeom xmlns:a="http://schemas.openxmlformats.org/drawingml/2006/main">
            <a:pathLst>
              <a:path w="704850" h="704850">
                <a:moveTo>
                  <a:pt x="400050" y="57150"/>
                </a:moveTo>
                <a:lnTo>
                  <a:pt x="409575" y="57150"/>
                </a:lnTo>
                <a:lnTo>
                  <a:pt x="409575" y="66675"/>
                </a:lnTo>
                <a:lnTo>
                  <a:pt x="400050" y="66675"/>
                </a:lnTo>
                <a:close/>
                <a:moveTo>
                  <a:pt x="171450" y="85725"/>
                </a:moveTo>
                <a:lnTo>
                  <a:pt x="180975" y="85725"/>
                </a:lnTo>
                <a:lnTo>
                  <a:pt x="180975" y="152400"/>
                </a:lnTo>
                <a:lnTo>
                  <a:pt x="171450" y="152400"/>
                </a:lnTo>
                <a:lnTo>
                  <a:pt x="171450" y="161925"/>
                </a:lnTo>
                <a:lnTo>
                  <a:pt x="152400" y="161925"/>
                </a:lnTo>
                <a:lnTo>
                  <a:pt x="152400" y="152400"/>
                </a:lnTo>
                <a:lnTo>
                  <a:pt x="142875" y="152400"/>
                </a:lnTo>
                <a:lnTo>
                  <a:pt x="142875" y="95250"/>
                </a:lnTo>
                <a:lnTo>
                  <a:pt x="152400" y="95250"/>
                </a:lnTo>
                <a:lnTo>
                  <a:pt x="152400" y="104775"/>
                </a:lnTo>
                <a:lnTo>
                  <a:pt x="161925" y="104775"/>
                </a:lnTo>
                <a:lnTo>
                  <a:pt x="161925" y="95250"/>
                </a:lnTo>
                <a:lnTo>
                  <a:pt x="171450" y="95250"/>
                </a:lnTo>
                <a:close/>
                <a:moveTo>
                  <a:pt x="390525" y="95250"/>
                </a:moveTo>
                <a:lnTo>
                  <a:pt x="400050" y="95250"/>
                </a:lnTo>
                <a:lnTo>
                  <a:pt x="400050" y="104775"/>
                </a:lnTo>
                <a:lnTo>
                  <a:pt x="409575" y="104775"/>
                </a:lnTo>
                <a:lnTo>
                  <a:pt x="409575" y="95250"/>
                </a:lnTo>
                <a:lnTo>
                  <a:pt x="419100" y="95250"/>
                </a:lnTo>
                <a:lnTo>
                  <a:pt x="419100" y="152400"/>
                </a:lnTo>
                <a:lnTo>
                  <a:pt x="409575" y="152400"/>
                </a:lnTo>
                <a:lnTo>
                  <a:pt x="409575" y="161925"/>
                </a:lnTo>
                <a:lnTo>
                  <a:pt x="400050" y="161925"/>
                </a:lnTo>
                <a:lnTo>
                  <a:pt x="400050" y="152400"/>
                </a:lnTo>
                <a:lnTo>
                  <a:pt x="390525" y="152400"/>
                </a:lnTo>
                <a:close/>
                <a:moveTo>
                  <a:pt x="104775" y="114300"/>
                </a:moveTo>
                <a:lnTo>
                  <a:pt x="114300" y="114300"/>
                </a:lnTo>
                <a:lnTo>
                  <a:pt x="114300" y="123825"/>
                </a:lnTo>
                <a:lnTo>
                  <a:pt x="104775" y="123825"/>
                </a:lnTo>
                <a:close/>
                <a:moveTo>
                  <a:pt x="209550" y="114300"/>
                </a:moveTo>
                <a:lnTo>
                  <a:pt x="219075" y="114300"/>
                </a:lnTo>
                <a:lnTo>
                  <a:pt x="219075" y="123825"/>
                </a:lnTo>
                <a:lnTo>
                  <a:pt x="209550" y="123825"/>
                </a:lnTo>
                <a:close/>
                <a:moveTo>
                  <a:pt x="342900" y="114300"/>
                </a:moveTo>
                <a:lnTo>
                  <a:pt x="352425" y="114300"/>
                </a:lnTo>
                <a:lnTo>
                  <a:pt x="352425" y="123825"/>
                </a:lnTo>
                <a:lnTo>
                  <a:pt x="361950" y="123825"/>
                </a:lnTo>
                <a:lnTo>
                  <a:pt x="361950" y="133350"/>
                </a:lnTo>
                <a:lnTo>
                  <a:pt x="342900" y="133350"/>
                </a:lnTo>
                <a:close/>
                <a:moveTo>
                  <a:pt x="114300" y="123825"/>
                </a:moveTo>
                <a:lnTo>
                  <a:pt x="123825" y="123825"/>
                </a:lnTo>
                <a:lnTo>
                  <a:pt x="123825" y="142875"/>
                </a:lnTo>
                <a:lnTo>
                  <a:pt x="114300" y="142875"/>
                </a:lnTo>
                <a:close/>
                <a:moveTo>
                  <a:pt x="200025" y="123825"/>
                </a:moveTo>
                <a:lnTo>
                  <a:pt x="209550" y="123825"/>
                </a:lnTo>
                <a:lnTo>
                  <a:pt x="209550" y="133350"/>
                </a:lnTo>
                <a:lnTo>
                  <a:pt x="200025" y="133350"/>
                </a:lnTo>
                <a:close/>
                <a:moveTo>
                  <a:pt x="504825" y="266700"/>
                </a:moveTo>
                <a:lnTo>
                  <a:pt x="514350" y="266700"/>
                </a:lnTo>
                <a:lnTo>
                  <a:pt x="514350" y="352425"/>
                </a:lnTo>
                <a:lnTo>
                  <a:pt x="504825" y="352425"/>
                </a:lnTo>
                <a:close/>
                <a:moveTo>
                  <a:pt x="457200" y="371475"/>
                </a:moveTo>
                <a:lnTo>
                  <a:pt x="466725" y="371475"/>
                </a:lnTo>
                <a:lnTo>
                  <a:pt x="466725" y="381000"/>
                </a:lnTo>
                <a:lnTo>
                  <a:pt x="457200" y="381000"/>
                </a:lnTo>
                <a:close/>
                <a:moveTo>
                  <a:pt x="428625" y="381000"/>
                </a:moveTo>
                <a:lnTo>
                  <a:pt x="438150" y="381000"/>
                </a:lnTo>
                <a:lnTo>
                  <a:pt x="438150" y="390525"/>
                </a:lnTo>
                <a:lnTo>
                  <a:pt x="428625" y="390525"/>
                </a:lnTo>
                <a:close/>
                <a:moveTo>
                  <a:pt x="542925" y="381000"/>
                </a:moveTo>
                <a:lnTo>
                  <a:pt x="552450" y="381000"/>
                </a:lnTo>
                <a:lnTo>
                  <a:pt x="552450" y="390525"/>
                </a:lnTo>
                <a:lnTo>
                  <a:pt x="542925" y="390525"/>
                </a:lnTo>
                <a:close/>
                <a:moveTo>
                  <a:pt x="409575" y="390525"/>
                </a:moveTo>
                <a:lnTo>
                  <a:pt x="419100" y="390525"/>
                </a:lnTo>
                <a:lnTo>
                  <a:pt x="419100" y="400050"/>
                </a:lnTo>
                <a:lnTo>
                  <a:pt x="409575" y="400050"/>
                </a:lnTo>
                <a:close/>
                <a:moveTo>
                  <a:pt x="466725" y="390525"/>
                </a:moveTo>
                <a:lnTo>
                  <a:pt x="504825" y="390525"/>
                </a:lnTo>
                <a:lnTo>
                  <a:pt x="504825" y="400050"/>
                </a:lnTo>
                <a:lnTo>
                  <a:pt x="466725" y="400050"/>
                </a:lnTo>
                <a:close/>
                <a:moveTo>
                  <a:pt x="400050" y="400050"/>
                </a:moveTo>
                <a:lnTo>
                  <a:pt x="409575" y="400050"/>
                </a:lnTo>
                <a:lnTo>
                  <a:pt x="409575" y="409575"/>
                </a:lnTo>
                <a:lnTo>
                  <a:pt x="400050" y="409575"/>
                </a:lnTo>
                <a:close/>
                <a:moveTo>
                  <a:pt x="438150" y="400050"/>
                </a:moveTo>
                <a:lnTo>
                  <a:pt x="447675" y="400050"/>
                </a:lnTo>
                <a:lnTo>
                  <a:pt x="447675" y="409575"/>
                </a:lnTo>
                <a:lnTo>
                  <a:pt x="438150" y="409575"/>
                </a:lnTo>
                <a:close/>
                <a:moveTo>
                  <a:pt x="533400" y="400050"/>
                </a:moveTo>
                <a:lnTo>
                  <a:pt x="542925" y="400050"/>
                </a:lnTo>
                <a:lnTo>
                  <a:pt x="542925" y="409575"/>
                </a:lnTo>
                <a:lnTo>
                  <a:pt x="533400" y="409575"/>
                </a:lnTo>
                <a:close/>
                <a:moveTo>
                  <a:pt x="390525" y="409575"/>
                </a:moveTo>
                <a:lnTo>
                  <a:pt x="400050" y="409575"/>
                </a:lnTo>
                <a:lnTo>
                  <a:pt x="400050" y="419100"/>
                </a:lnTo>
                <a:lnTo>
                  <a:pt x="390525" y="419100"/>
                </a:lnTo>
                <a:close/>
                <a:moveTo>
                  <a:pt x="419100" y="409575"/>
                </a:moveTo>
                <a:lnTo>
                  <a:pt x="428625" y="409575"/>
                </a:lnTo>
                <a:lnTo>
                  <a:pt x="428625" y="419100"/>
                </a:lnTo>
                <a:lnTo>
                  <a:pt x="419100" y="419100"/>
                </a:lnTo>
                <a:close/>
                <a:moveTo>
                  <a:pt x="552450" y="409575"/>
                </a:moveTo>
                <a:lnTo>
                  <a:pt x="561975" y="409575"/>
                </a:lnTo>
                <a:lnTo>
                  <a:pt x="561975" y="419100"/>
                </a:lnTo>
                <a:lnTo>
                  <a:pt x="552450" y="419100"/>
                </a:lnTo>
                <a:close/>
                <a:moveTo>
                  <a:pt x="381000" y="419100"/>
                </a:moveTo>
                <a:lnTo>
                  <a:pt x="390525" y="419100"/>
                </a:lnTo>
                <a:lnTo>
                  <a:pt x="390525" y="428625"/>
                </a:lnTo>
                <a:lnTo>
                  <a:pt x="381000" y="428625"/>
                </a:lnTo>
                <a:close/>
                <a:moveTo>
                  <a:pt x="400050" y="419100"/>
                </a:moveTo>
                <a:lnTo>
                  <a:pt x="419100" y="419100"/>
                </a:lnTo>
                <a:lnTo>
                  <a:pt x="419100" y="428625"/>
                </a:lnTo>
                <a:lnTo>
                  <a:pt x="409575" y="428625"/>
                </a:lnTo>
                <a:lnTo>
                  <a:pt x="409575" y="438150"/>
                </a:lnTo>
                <a:lnTo>
                  <a:pt x="400050" y="438150"/>
                </a:lnTo>
                <a:close/>
                <a:moveTo>
                  <a:pt x="561975" y="419100"/>
                </a:moveTo>
                <a:lnTo>
                  <a:pt x="571500" y="419100"/>
                </a:lnTo>
                <a:lnTo>
                  <a:pt x="571500" y="428625"/>
                </a:lnTo>
                <a:lnTo>
                  <a:pt x="561975" y="428625"/>
                </a:lnTo>
                <a:close/>
                <a:moveTo>
                  <a:pt x="590550" y="419100"/>
                </a:moveTo>
                <a:lnTo>
                  <a:pt x="600075" y="419100"/>
                </a:lnTo>
                <a:lnTo>
                  <a:pt x="600075" y="428625"/>
                </a:lnTo>
                <a:lnTo>
                  <a:pt x="590550" y="428625"/>
                </a:lnTo>
                <a:close/>
                <a:moveTo>
                  <a:pt x="371475" y="428625"/>
                </a:moveTo>
                <a:lnTo>
                  <a:pt x="381000" y="428625"/>
                </a:lnTo>
                <a:lnTo>
                  <a:pt x="381000" y="438150"/>
                </a:lnTo>
                <a:lnTo>
                  <a:pt x="371475" y="438150"/>
                </a:lnTo>
                <a:close/>
                <a:moveTo>
                  <a:pt x="571500" y="428625"/>
                </a:moveTo>
                <a:lnTo>
                  <a:pt x="581025" y="428625"/>
                </a:lnTo>
                <a:lnTo>
                  <a:pt x="581025" y="438150"/>
                </a:lnTo>
                <a:lnTo>
                  <a:pt x="571500" y="438150"/>
                </a:lnTo>
                <a:close/>
                <a:moveTo>
                  <a:pt x="600075" y="428625"/>
                </a:moveTo>
                <a:lnTo>
                  <a:pt x="609600" y="428625"/>
                </a:lnTo>
                <a:lnTo>
                  <a:pt x="609600" y="438150"/>
                </a:lnTo>
                <a:lnTo>
                  <a:pt x="600075" y="438150"/>
                </a:lnTo>
                <a:close/>
                <a:moveTo>
                  <a:pt x="361950" y="438150"/>
                </a:moveTo>
                <a:lnTo>
                  <a:pt x="371475" y="438150"/>
                </a:lnTo>
                <a:lnTo>
                  <a:pt x="371475" y="447675"/>
                </a:lnTo>
                <a:lnTo>
                  <a:pt x="361950" y="447675"/>
                </a:lnTo>
                <a:close/>
                <a:moveTo>
                  <a:pt x="390525" y="438150"/>
                </a:moveTo>
                <a:lnTo>
                  <a:pt x="400050" y="438150"/>
                </a:lnTo>
                <a:lnTo>
                  <a:pt x="400050" y="447675"/>
                </a:lnTo>
                <a:lnTo>
                  <a:pt x="390525" y="447675"/>
                </a:lnTo>
                <a:close/>
                <a:moveTo>
                  <a:pt x="581025" y="438150"/>
                </a:moveTo>
                <a:lnTo>
                  <a:pt x="590550" y="438150"/>
                </a:lnTo>
                <a:lnTo>
                  <a:pt x="590550" y="447675"/>
                </a:lnTo>
                <a:lnTo>
                  <a:pt x="581025" y="447675"/>
                </a:lnTo>
                <a:close/>
                <a:moveTo>
                  <a:pt x="381000" y="447675"/>
                </a:moveTo>
                <a:lnTo>
                  <a:pt x="390525" y="447675"/>
                </a:lnTo>
                <a:lnTo>
                  <a:pt x="390525" y="457200"/>
                </a:lnTo>
                <a:lnTo>
                  <a:pt x="381000" y="457200"/>
                </a:lnTo>
                <a:close/>
                <a:moveTo>
                  <a:pt x="352425" y="457200"/>
                </a:moveTo>
                <a:lnTo>
                  <a:pt x="361950" y="457200"/>
                </a:lnTo>
                <a:lnTo>
                  <a:pt x="361950" y="466725"/>
                </a:lnTo>
                <a:lnTo>
                  <a:pt x="352425" y="466725"/>
                </a:lnTo>
                <a:close/>
                <a:moveTo>
                  <a:pt x="533400" y="466725"/>
                </a:moveTo>
                <a:lnTo>
                  <a:pt x="552450" y="466725"/>
                </a:lnTo>
                <a:lnTo>
                  <a:pt x="552450" y="476250"/>
                </a:lnTo>
                <a:lnTo>
                  <a:pt x="561975" y="476250"/>
                </a:lnTo>
                <a:lnTo>
                  <a:pt x="561975" y="485775"/>
                </a:lnTo>
                <a:lnTo>
                  <a:pt x="552450" y="485775"/>
                </a:lnTo>
                <a:lnTo>
                  <a:pt x="552450" y="495300"/>
                </a:lnTo>
                <a:lnTo>
                  <a:pt x="542925" y="495300"/>
                </a:lnTo>
                <a:lnTo>
                  <a:pt x="542925" y="504825"/>
                </a:lnTo>
                <a:lnTo>
                  <a:pt x="533400" y="504825"/>
                </a:lnTo>
                <a:lnTo>
                  <a:pt x="533400" y="514350"/>
                </a:lnTo>
                <a:lnTo>
                  <a:pt x="523875" y="514350"/>
                </a:lnTo>
                <a:lnTo>
                  <a:pt x="523875" y="504825"/>
                </a:lnTo>
                <a:lnTo>
                  <a:pt x="504825" y="504825"/>
                </a:lnTo>
                <a:lnTo>
                  <a:pt x="504825" y="495300"/>
                </a:lnTo>
                <a:lnTo>
                  <a:pt x="514350" y="495300"/>
                </a:lnTo>
                <a:lnTo>
                  <a:pt x="514350" y="485775"/>
                </a:lnTo>
                <a:lnTo>
                  <a:pt x="523875" y="485775"/>
                </a:lnTo>
                <a:lnTo>
                  <a:pt x="523875" y="476250"/>
                </a:lnTo>
                <a:lnTo>
                  <a:pt x="533400" y="476250"/>
                </a:lnTo>
                <a:close/>
                <a:moveTo>
                  <a:pt x="600075" y="476250"/>
                </a:moveTo>
                <a:lnTo>
                  <a:pt x="609600" y="476250"/>
                </a:lnTo>
                <a:lnTo>
                  <a:pt x="609600" y="485775"/>
                </a:lnTo>
                <a:lnTo>
                  <a:pt x="600075" y="485775"/>
                </a:lnTo>
                <a:close/>
                <a:moveTo>
                  <a:pt x="342900" y="495300"/>
                </a:moveTo>
                <a:lnTo>
                  <a:pt x="352425" y="495300"/>
                </a:lnTo>
                <a:lnTo>
                  <a:pt x="352425" y="523875"/>
                </a:lnTo>
                <a:lnTo>
                  <a:pt x="342900" y="523875"/>
                </a:lnTo>
                <a:close/>
                <a:moveTo>
                  <a:pt x="428625" y="504825"/>
                </a:moveTo>
                <a:lnTo>
                  <a:pt x="447675" y="504825"/>
                </a:lnTo>
                <a:lnTo>
                  <a:pt x="447675" y="514350"/>
                </a:lnTo>
                <a:lnTo>
                  <a:pt x="457200" y="514350"/>
                </a:lnTo>
                <a:lnTo>
                  <a:pt x="457200" y="523875"/>
                </a:lnTo>
                <a:lnTo>
                  <a:pt x="447675" y="523875"/>
                </a:lnTo>
                <a:lnTo>
                  <a:pt x="447675" y="552450"/>
                </a:lnTo>
                <a:lnTo>
                  <a:pt x="438150" y="552450"/>
                </a:lnTo>
                <a:lnTo>
                  <a:pt x="438150" y="542925"/>
                </a:lnTo>
                <a:lnTo>
                  <a:pt x="428625" y="542925"/>
                </a:lnTo>
                <a:lnTo>
                  <a:pt x="428625" y="533400"/>
                </a:lnTo>
                <a:lnTo>
                  <a:pt x="419100" y="533400"/>
                </a:lnTo>
                <a:lnTo>
                  <a:pt x="419100" y="514350"/>
                </a:lnTo>
                <a:lnTo>
                  <a:pt x="428625" y="514350"/>
                </a:lnTo>
                <a:close/>
                <a:moveTo>
                  <a:pt x="495300" y="504825"/>
                </a:moveTo>
                <a:lnTo>
                  <a:pt x="504825" y="504825"/>
                </a:lnTo>
                <a:lnTo>
                  <a:pt x="504825" y="514350"/>
                </a:lnTo>
                <a:lnTo>
                  <a:pt x="495300" y="514350"/>
                </a:lnTo>
                <a:close/>
                <a:moveTo>
                  <a:pt x="485775" y="514350"/>
                </a:moveTo>
                <a:lnTo>
                  <a:pt x="495300" y="514350"/>
                </a:lnTo>
                <a:lnTo>
                  <a:pt x="495300" y="523875"/>
                </a:lnTo>
                <a:lnTo>
                  <a:pt x="485775" y="523875"/>
                </a:lnTo>
                <a:close/>
                <a:moveTo>
                  <a:pt x="57150" y="523875"/>
                </a:moveTo>
                <a:lnTo>
                  <a:pt x="66675" y="523875"/>
                </a:lnTo>
                <a:lnTo>
                  <a:pt x="66675" y="533400"/>
                </a:lnTo>
                <a:lnTo>
                  <a:pt x="57150" y="533400"/>
                </a:lnTo>
                <a:close/>
                <a:moveTo>
                  <a:pt x="600075" y="533400"/>
                </a:moveTo>
                <a:lnTo>
                  <a:pt x="609600" y="533400"/>
                </a:lnTo>
                <a:lnTo>
                  <a:pt x="609600" y="542925"/>
                </a:lnTo>
                <a:lnTo>
                  <a:pt x="600075" y="542925"/>
                </a:lnTo>
                <a:close/>
                <a:moveTo>
                  <a:pt x="447675" y="552450"/>
                </a:moveTo>
                <a:lnTo>
                  <a:pt x="457200" y="552450"/>
                </a:lnTo>
                <a:lnTo>
                  <a:pt x="457200" y="561975"/>
                </a:lnTo>
                <a:lnTo>
                  <a:pt x="447675" y="561975"/>
                </a:lnTo>
                <a:close/>
                <a:moveTo>
                  <a:pt x="485775" y="552450"/>
                </a:moveTo>
                <a:lnTo>
                  <a:pt x="495300" y="552450"/>
                </a:lnTo>
                <a:lnTo>
                  <a:pt x="495300" y="561975"/>
                </a:lnTo>
                <a:lnTo>
                  <a:pt x="485775" y="561975"/>
                </a:lnTo>
                <a:close/>
                <a:moveTo>
                  <a:pt x="457200" y="561975"/>
                </a:moveTo>
                <a:lnTo>
                  <a:pt x="485775" y="561975"/>
                </a:lnTo>
                <a:lnTo>
                  <a:pt x="485775" y="571500"/>
                </a:lnTo>
                <a:lnTo>
                  <a:pt x="457200" y="571500"/>
                </a:lnTo>
                <a:close/>
                <a:moveTo>
                  <a:pt x="590550" y="561975"/>
                </a:moveTo>
                <a:lnTo>
                  <a:pt x="600075" y="561975"/>
                </a:lnTo>
                <a:lnTo>
                  <a:pt x="600075" y="571500"/>
                </a:lnTo>
                <a:lnTo>
                  <a:pt x="590550" y="571500"/>
                </a:lnTo>
                <a:close/>
                <a:moveTo>
                  <a:pt x="390525" y="581025"/>
                </a:moveTo>
                <a:lnTo>
                  <a:pt x="400050" y="581025"/>
                </a:lnTo>
                <a:lnTo>
                  <a:pt x="400050" y="590550"/>
                </a:lnTo>
                <a:lnTo>
                  <a:pt x="390525" y="590550"/>
                </a:lnTo>
                <a:close/>
                <a:moveTo>
                  <a:pt x="400050" y="590550"/>
                </a:moveTo>
                <a:lnTo>
                  <a:pt x="409575" y="590550"/>
                </a:lnTo>
                <a:lnTo>
                  <a:pt x="409575" y="600075"/>
                </a:lnTo>
                <a:lnTo>
                  <a:pt x="400050" y="600075"/>
                </a:lnTo>
                <a:close/>
                <a:moveTo>
                  <a:pt x="571500" y="590550"/>
                </a:moveTo>
                <a:lnTo>
                  <a:pt x="581025" y="590550"/>
                </a:lnTo>
                <a:lnTo>
                  <a:pt x="581025" y="600075"/>
                </a:lnTo>
                <a:lnTo>
                  <a:pt x="571500" y="600075"/>
                </a:lnTo>
                <a:close/>
                <a:moveTo>
                  <a:pt x="409575" y="600075"/>
                </a:moveTo>
                <a:lnTo>
                  <a:pt x="419100" y="600075"/>
                </a:lnTo>
                <a:lnTo>
                  <a:pt x="419100" y="609600"/>
                </a:lnTo>
                <a:lnTo>
                  <a:pt x="409575" y="609600"/>
                </a:lnTo>
                <a:close/>
                <a:moveTo>
                  <a:pt x="561975" y="600075"/>
                </a:moveTo>
                <a:lnTo>
                  <a:pt x="571500" y="600075"/>
                </a:lnTo>
                <a:lnTo>
                  <a:pt x="571500" y="609600"/>
                </a:lnTo>
                <a:lnTo>
                  <a:pt x="561975" y="609600"/>
                </a:lnTo>
                <a:close/>
                <a:moveTo>
                  <a:pt x="552450" y="609600"/>
                </a:moveTo>
                <a:lnTo>
                  <a:pt x="561975" y="609600"/>
                </a:lnTo>
                <a:lnTo>
                  <a:pt x="561975" y="619125"/>
                </a:lnTo>
                <a:lnTo>
                  <a:pt x="552450" y="619125"/>
                </a:lnTo>
                <a:close/>
                <a:moveTo>
                  <a:pt x="438150" y="619125"/>
                </a:moveTo>
                <a:lnTo>
                  <a:pt x="447675" y="619125"/>
                </a:lnTo>
                <a:lnTo>
                  <a:pt x="447675" y="628650"/>
                </a:lnTo>
                <a:lnTo>
                  <a:pt x="438150" y="628650"/>
                </a:lnTo>
                <a:close/>
                <a:moveTo>
                  <a:pt x="533400" y="619125"/>
                </a:moveTo>
                <a:lnTo>
                  <a:pt x="542925" y="619125"/>
                </a:lnTo>
                <a:lnTo>
                  <a:pt x="542925" y="628650"/>
                </a:lnTo>
                <a:lnTo>
                  <a:pt x="533400" y="628650"/>
                </a:lnTo>
                <a:close/>
                <a:moveTo>
                  <a:pt x="466725" y="628650"/>
                </a:moveTo>
                <a:lnTo>
                  <a:pt x="514350" y="628650"/>
                </a:lnTo>
                <a:lnTo>
                  <a:pt x="514350" y="638175"/>
                </a:lnTo>
                <a:lnTo>
                  <a:pt x="466725" y="638175"/>
                </a:lnTo>
                <a:close/>
                <a:moveTo>
                  <a:pt x="542925" y="638175"/>
                </a:moveTo>
                <a:lnTo>
                  <a:pt x="552450" y="638175"/>
                </a:lnTo>
                <a:lnTo>
                  <a:pt x="552450" y="647700"/>
                </a:lnTo>
                <a:lnTo>
                  <a:pt x="542925" y="647700"/>
                </a:lnTo>
                <a:close/>
                <a:moveTo>
                  <a:pt x="514350" y="647700"/>
                </a:moveTo>
                <a:lnTo>
                  <a:pt x="523875" y="647700"/>
                </a:lnTo>
                <a:lnTo>
                  <a:pt x="523875" y="657225"/>
                </a:lnTo>
                <a:lnTo>
                  <a:pt x="514350" y="657225"/>
                </a:lnTo>
                <a:close/>
              </a:path>
            </a:pathLst>
          </a:custGeom>
          <a:solidFill xmlns:a="http://schemas.openxmlformats.org/drawingml/2006/main">
            <a:srgbClr val="495074"/>
          </a:solidFill>
          <a:ln xmlns:a="http://schemas.openxmlformats.org/drawingml/2006/main" w="0">
            <a:noFill/>
          </a:ln>
        </p:spPr>
      </p:sp>
      <p:sp>
        <p:nvSpPr>
          <p:cNvPr id="131" name="calendar vector #3b4f76">
            <a:extLst xmlns:a="http://schemas.openxmlformats.org/drawingml/2006/main">
              <a:ext uri="{FF2B5EF4-FFF2-40B4-BE49-F238E27FC236}">
                <a16:creationId xmlns:a16="http://schemas.microsoft.com/office/drawing/2014/main" id="{73E21004-63A5-4190-9E1A-C9DB3A441B8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57250" y="4848225"/>
            <a:ext cx="704850" cy="704850"/>
          </a:xfrm>
          <a:custGeom xmlns:a="http://schemas.openxmlformats.org/drawingml/2006/main">
            <a:pathLst>
              <a:path w="704850" h="704850">
                <a:moveTo>
                  <a:pt x="142875" y="66675"/>
                </a:moveTo>
                <a:lnTo>
                  <a:pt x="152400" y="66675"/>
                </a:lnTo>
                <a:lnTo>
                  <a:pt x="152400" y="85725"/>
                </a:lnTo>
                <a:lnTo>
                  <a:pt x="161925" y="85725"/>
                </a:lnTo>
                <a:lnTo>
                  <a:pt x="161925" y="76200"/>
                </a:lnTo>
                <a:lnTo>
                  <a:pt x="171450" y="76200"/>
                </a:lnTo>
                <a:lnTo>
                  <a:pt x="171450" y="66675"/>
                </a:lnTo>
                <a:lnTo>
                  <a:pt x="180975" y="66675"/>
                </a:lnTo>
                <a:lnTo>
                  <a:pt x="180975" y="85725"/>
                </a:lnTo>
                <a:lnTo>
                  <a:pt x="171450" y="85725"/>
                </a:lnTo>
                <a:lnTo>
                  <a:pt x="171450" y="95250"/>
                </a:lnTo>
                <a:lnTo>
                  <a:pt x="161925" y="95250"/>
                </a:lnTo>
                <a:lnTo>
                  <a:pt x="161925" y="104775"/>
                </a:lnTo>
                <a:lnTo>
                  <a:pt x="152400" y="104775"/>
                </a:lnTo>
                <a:lnTo>
                  <a:pt x="152400" y="95250"/>
                </a:lnTo>
                <a:lnTo>
                  <a:pt x="142875" y="95250"/>
                </a:lnTo>
                <a:close/>
                <a:moveTo>
                  <a:pt x="104775" y="123825"/>
                </a:moveTo>
                <a:lnTo>
                  <a:pt x="114300" y="123825"/>
                </a:lnTo>
                <a:lnTo>
                  <a:pt x="114300" y="142875"/>
                </a:lnTo>
                <a:lnTo>
                  <a:pt x="104775" y="142875"/>
                </a:lnTo>
                <a:close/>
                <a:moveTo>
                  <a:pt x="209550" y="123825"/>
                </a:moveTo>
                <a:lnTo>
                  <a:pt x="219075" y="123825"/>
                </a:lnTo>
                <a:lnTo>
                  <a:pt x="219075" y="133350"/>
                </a:lnTo>
                <a:lnTo>
                  <a:pt x="209550" y="133350"/>
                </a:lnTo>
                <a:close/>
                <a:moveTo>
                  <a:pt x="447675" y="123825"/>
                </a:moveTo>
                <a:lnTo>
                  <a:pt x="466725" y="123825"/>
                </a:lnTo>
                <a:lnTo>
                  <a:pt x="466725" y="133350"/>
                </a:lnTo>
                <a:lnTo>
                  <a:pt x="447675" y="133350"/>
                </a:lnTo>
                <a:close/>
                <a:moveTo>
                  <a:pt x="514350" y="247650"/>
                </a:moveTo>
                <a:lnTo>
                  <a:pt x="533400" y="247650"/>
                </a:lnTo>
                <a:lnTo>
                  <a:pt x="533400" y="381000"/>
                </a:lnTo>
                <a:lnTo>
                  <a:pt x="542925" y="381000"/>
                </a:lnTo>
                <a:lnTo>
                  <a:pt x="542925" y="390525"/>
                </a:lnTo>
                <a:lnTo>
                  <a:pt x="561975" y="390525"/>
                </a:lnTo>
                <a:lnTo>
                  <a:pt x="561975" y="400050"/>
                </a:lnTo>
                <a:lnTo>
                  <a:pt x="581025" y="400050"/>
                </a:lnTo>
                <a:lnTo>
                  <a:pt x="581025" y="409575"/>
                </a:lnTo>
                <a:lnTo>
                  <a:pt x="590550" y="409575"/>
                </a:lnTo>
                <a:lnTo>
                  <a:pt x="590550" y="428625"/>
                </a:lnTo>
                <a:lnTo>
                  <a:pt x="600075" y="428625"/>
                </a:lnTo>
                <a:lnTo>
                  <a:pt x="600075" y="438150"/>
                </a:lnTo>
                <a:lnTo>
                  <a:pt x="609600" y="438150"/>
                </a:lnTo>
                <a:lnTo>
                  <a:pt x="609600" y="447675"/>
                </a:lnTo>
                <a:lnTo>
                  <a:pt x="619125" y="447675"/>
                </a:lnTo>
                <a:lnTo>
                  <a:pt x="619125" y="466725"/>
                </a:lnTo>
                <a:lnTo>
                  <a:pt x="628650" y="466725"/>
                </a:lnTo>
                <a:lnTo>
                  <a:pt x="628650" y="476250"/>
                </a:lnTo>
                <a:lnTo>
                  <a:pt x="600075" y="476250"/>
                </a:lnTo>
                <a:lnTo>
                  <a:pt x="600075" y="457200"/>
                </a:lnTo>
                <a:lnTo>
                  <a:pt x="590550" y="457200"/>
                </a:lnTo>
                <a:lnTo>
                  <a:pt x="590550" y="438150"/>
                </a:lnTo>
                <a:lnTo>
                  <a:pt x="581025" y="438150"/>
                </a:lnTo>
                <a:lnTo>
                  <a:pt x="581025" y="428625"/>
                </a:lnTo>
                <a:lnTo>
                  <a:pt x="571500" y="428625"/>
                </a:lnTo>
                <a:lnTo>
                  <a:pt x="571500" y="419100"/>
                </a:lnTo>
                <a:lnTo>
                  <a:pt x="561975" y="419100"/>
                </a:lnTo>
                <a:lnTo>
                  <a:pt x="561975" y="409575"/>
                </a:lnTo>
                <a:lnTo>
                  <a:pt x="542925" y="409575"/>
                </a:lnTo>
                <a:lnTo>
                  <a:pt x="542925" y="400050"/>
                </a:lnTo>
                <a:lnTo>
                  <a:pt x="504825" y="400050"/>
                </a:lnTo>
                <a:lnTo>
                  <a:pt x="504825" y="381000"/>
                </a:lnTo>
                <a:lnTo>
                  <a:pt x="495300" y="381000"/>
                </a:lnTo>
                <a:lnTo>
                  <a:pt x="495300" y="361950"/>
                </a:lnTo>
                <a:lnTo>
                  <a:pt x="504825" y="361950"/>
                </a:lnTo>
                <a:lnTo>
                  <a:pt x="504825" y="352425"/>
                </a:lnTo>
                <a:lnTo>
                  <a:pt x="514350" y="352425"/>
                </a:lnTo>
                <a:close/>
                <a:moveTo>
                  <a:pt x="419100" y="390525"/>
                </a:moveTo>
                <a:lnTo>
                  <a:pt x="428625" y="390525"/>
                </a:lnTo>
                <a:lnTo>
                  <a:pt x="428625" y="400050"/>
                </a:lnTo>
                <a:lnTo>
                  <a:pt x="419100" y="400050"/>
                </a:lnTo>
                <a:close/>
                <a:moveTo>
                  <a:pt x="409575" y="400050"/>
                </a:moveTo>
                <a:lnTo>
                  <a:pt x="419100" y="400050"/>
                </a:lnTo>
                <a:lnTo>
                  <a:pt x="419100" y="419100"/>
                </a:lnTo>
                <a:lnTo>
                  <a:pt x="400050" y="419100"/>
                </a:lnTo>
                <a:lnTo>
                  <a:pt x="400050" y="409575"/>
                </a:lnTo>
                <a:lnTo>
                  <a:pt x="409575" y="409575"/>
                </a:lnTo>
                <a:close/>
                <a:moveTo>
                  <a:pt x="428625" y="400050"/>
                </a:moveTo>
                <a:lnTo>
                  <a:pt x="438150" y="400050"/>
                </a:lnTo>
                <a:lnTo>
                  <a:pt x="438150" y="409575"/>
                </a:lnTo>
                <a:lnTo>
                  <a:pt x="428625" y="409575"/>
                </a:lnTo>
                <a:close/>
                <a:moveTo>
                  <a:pt x="390525" y="419100"/>
                </a:moveTo>
                <a:lnTo>
                  <a:pt x="400050" y="419100"/>
                </a:lnTo>
                <a:lnTo>
                  <a:pt x="400050" y="438150"/>
                </a:lnTo>
                <a:lnTo>
                  <a:pt x="390525" y="438150"/>
                </a:lnTo>
                <a:lnTo>
                  <a:pt x="390525" y="447675"/>
                </a:lnTo>
                <a:lnTo>
                  <a:pt x="381000" y="447675"/>
                </a:lnTo>
                <a:lnTo>
                  <a:pt x="381000" y="457200"/>
                </a:lnTo>
                <a:lnTo>
                  <a:pt x="361950" y="457200"/>
                </a:lnTo>
                <a:lnTo>
                  <a:pt x="361950" y="447675"/>
                </a:lnTo>
                <a:lnTo>
                  <a:pt x="371475" y="447675"/>
                </a:lnTo>
                <a:lnTo>
                  <a:pt x="371475" y="438150"/>
                </a:lnTo>
                <a:lnTo>
                  <a:pt x="381000" y="438150"/>
                </a:lnTo>
                <a:lnTo>
                  <a:pt x="381000" y="428625"/>
                </a:lnTo>
                <a:lnTo>
                  <a:pt x="390525" y="428625"/>
                </a:lnTo>
                <a:close/>
                <a:moveTo>
                  <a:pt x="352425" y="466725"/>
                </a:moveTo>
                <a:lnTo>
                  <a:pt x="361950" y="466725"/>
                </a:lnTo>
                <a:lnTo>
                  <a:pt x="361950" y="476250"/>
                </a:lnTo>
                <a:lnTo>
                  <a:pt x="352425" y="476250"/>
                </a:lnTo>
                <a:close/>
                <a:moveTo>
                  <a:pt x="504825" y="504825"/>
                </a:moveTo>
                <a:lnTo>
                  <a:pt x="523875" y="504825"/>
                </a:lnTo>
                <a:lnTo>
                  <a:pt x="523875" y="523875"/>
                </a:lnTo>
                <a:lnTo>
                  <a:pt x="514350" y="523875"/>
                </a:lnTo>
                <a:lnTo>
                  <a:pt x="514350" y="533400"/>
                </a:lnTo>
                <a:lnTo>
                  <a:pt x="504825" y="533400"/>
                </a:lnTo>
                <a:lnTo>
                  <a:pt x="504825" y="542925"/>
                </a:lnTo>
                <a:lnTo>
                  <a:pt x="495300" y="542925"/>
                </a:lnTo>
                <a:lnTo>
                  <a:pt x="495300" y="552450"/>
                </a:lnTo>
                <a:lnTo>
                  <a:pt x="485775" y="552450"/>
                </a:lnTo>
                <a:lnTo>
                  <a:pt x="485775" y="561975"/>
                </a:lnTo>
                <a:lnTo>
                  <a:pt x="476250" y="561975"/>
                </a:lnTo>
                <a:lnTo>
                  <a:pt x="476250" y="552450"/>
                </a:lnTo>
                <a:lnTo>
                  <a:pt x="466725" y="552450"/>
                </a:lnTo>
                <a:lnTo>
                  <a:pt x="466725" y="561975"/>
                </a:lnTo>
                <a:lnTo>
                  <a:pt x="457200" y="561975"/>
                </a:lnTo>
                <a:lnTo>
                  <a:pt x="457200" y="552450"/>
                </a:lnTo>
                <a:lnTo>
                  <a:pt x="447675" y="552450"/>
                </a:lnTo>
                <a:lnTo>
                  <a:pt x="447675" y="523875"/>
                </a:lnTo>
                <a:lnTo>
                  <a:pt x="457200" y="523875"/>
                </a:lnTo>
                <a:lnTo>
                  <a:pt x="457200" y="533400"/>
                </a:lnTo>
                <a:lnTo>
                  <a:pt x="485775" y="533400"/>
                </a:lnTo>
                <a:lnTo>
                  <a:pt x="485775" y="523875"/>
                </a:lnTo>
                <a:lnTo>
                  <a:pt x="495300" y="523875"/>
                </a:lnTo>
                <a:lnTo>
                  <a:pt x="495300" y="514350"/>
                </a:lnTo>
                <a:lnTo>
                  <a:pt x="504825" y="514350"/>
                </a:lnTo>
                <a:close/>
                <a:moveTo>
                  <a:pt x="38100" y="523875"/>
                </a:moveTo>
                <a:lnTo>
                  <a:pt x="47625" y="523875"/>
                </a:lnTo>
                <a:lnTo>
                  <a:pt x="47625" y="533400"/>
                </a:lnTo>
                <a:lnTo>
                  <a:pt x="66675" y="533400"/>
                </a:lnTo>
                <a:lnTo>
                  <a:pt x="66675" y="542925"/>
                </a:lnTo>
                <a:lnTo>
                  <a:pt x="76200" y="542925"/>
                </a:lnTo>
                <a:lnTo>
                  <a:pt x="76200" y="552450"/>
                </a:lnTo>
                <a:lnTo>
                  <a:pt x="333375" y="552450"/>
                </a:lnTo>
                <a:lnTo>
                  <a:pt x="333375" y="571500"/>
                </a:lnTo>
                <a:lnTo>
                  <a:pt x="66675" y="571500"/>
                </a:lnTo>
                <a:lnTo>
                  <a:pt x="66675" y="561975"/>
                </a:lnTo>
                <a:lnTo>
                  <a:pt x="57150" y="561975"/>
                </a:lnTo>
                <a:lnTo>
                  <a:pt x="57150" y="552450"/>
                </a:lnTo>
                <a:lnTo>
                  <a:pt x="47625" y="552450"/>
                </a:lnTo>
                <a:lnTo>
                  <a:pt x="47625" y="542925"/>
                </a:lnTo>
                <a:lnTo>
                  <a:pt x="38100" y="542925"/>
                </a:lnTo>
                <a:close/>
                <a:moveTo>
                  <a:pt x="361950" y="523875"/>
                </a:moveTo>
                <a:lnTo>
                  <a:pt x="371475" y="523875"/>
                </a:lnTo>
                <a:lnTo>
                  <a:pt x="371475" y="542925"/>
                </a:lnTo>
                <a:lnTo>
                  <a:pt x="352425" y="542925"/>
                </a:lnTo>
                <a:lnTo>
                  <a:pt x="352425" y="533400"/>
                </a:lnTo>
                <a:lnTo>
                  <a:pt x="361950" y="533400"/>
                </a:lnTo>
                <a:close/>
                <a:moveTo>
                  <a:pt x="619125" y="533400"/>
                </a:moveTo>
                <a:lnTo>
                  <a:pt x="628650" y="533400"/>
                </a:lnTo>
                <a:lnTo>
                  <a:pt x="628650" y="561975"/>
                </a:lnTo>
                <a:lnTo>
                  <a:pt x="619125" y="561975"/>
                </a:lnTo>
                <a:lnTo>
                  <a:pt x="619125" y="581025"/>
                </a:lnTo>
                <a:lnTo>
                  <a:pt x="609600" y="581025"/>
                </a:lnTo>
                <a:lnTo>
                  <a:pt x="609600" y="600075"/>
                </a:lnTo>
                <a:lnTo>
                  <a:pt x="600075" y="600075"/>
                </a:lnTo>
                <a:lnTo>
                  <a:pt x="600075" y="609600"/>
                </a:lnTo>
                <a:lnTo>
                  <a:pt x="590550" y="609600"/>
                </a:lnTo>
                <a:lnTo>
                  <a:pt x="590550" y="619125"/>
                </a:lnTo>
                <a:lnTo>
                  <a:pt x="581025" y="619125"/>
                </a:lnTo>
                <a:lnTo>
                  <a:pt x="581025" y="628650"/>
                </a:lnTo>
                <a:lnTo>
                  <a:pt x="561975" y="628650"/>
                </a:lnTo>
                <a:lnTo>
                  <a:pt x="561975" y="638175"/>
                </a:lnTo>
                <a:lnTo>
                  <a:pt x="542925" y="638175"/>
                </a:lnTo>
                <a:lnTo>
                  <a:pt x="542925" y="647700"/>
                </a:lnTo>
                <a:lnTo>
                  <a:pt x="514350" y="647700"/>
                </a:lnTo>
                <a:lnTo>
                  <a:pt x="514350" y="657225"/>
                </a:lnTo>
                <a:lnTo>
                  <a:pt x="457200" y="657225"/>
                </a:lnTo>
                <a:lnTo>
                  <a:pt x="457200" y="647700"/>
                </a:lnTo>
                <a:lnTo>
                  <a:pt x="466725" y="647700"/>
                </a:lnTo>
                <a:lnTo>
                  <a:pt x="466725" y="638175"/>
                </a:lnTo>
                <a:lnTo>
                  <a:pt x="457200" y="638175"/>
                </a:lnTo>
                <a:lnTo>
                  <a:pt x="457200" y="628650"/>
                </a:lnTo>
                <a:lnTo>
                  <a:pt x="466725" y="628650"/>
                </a:lnTo>
                <a:lnTo>
                  <a:pt x="466725" y="638175"/>
                </a:lnTo>
                <a:lnTo>
                  <a:pt x="514350" y="638175"/>
                </a:lnTo>
                <a:lnTo>
                  <a:pt x="514350" y="628650"/>
                </a:lnTo>
                <a:lnTo>
                  <a:pt x="542925" y="628650"/>
                </a:lnTo>
                <a:lnTo>
                  <a:pt x="542925" y="619125"/>
                </a:lnTo>
                <a:lnTo>
                  <a:pt x="561975" y="619125"/>
                </a:lnTo>
                <a:lnTo>
                  <a:pt x="561975" y="609600"/>
                </a:lnTo>
                <a:lnTo>
                  <a:pt x="571500" y="609600"/>
                </a:lnTo>
                <a:lnTo>
                  <a:pt x="571500" y="600075"/>
                </a:lnTo>
                <a:lnTo>
                  <a:pt x="581025" y="600075"/>
                </a:lnTo>
                <a:lnTo>
                  <a:pt x="581025" y="581025"/>
                </a:lnTo>
                <a:lnTo>
                  <a:pt x="590550" y="581025"/>
                </a:lnTo>
                <a:lnTo>
                  <a:pt x="590550" y="571500"/>
                </a:lnTo>
                <a:lnTo>
                  <a:pt x="609600" y="571500"/>
                </a:lnTo>
                <a:lnTo>
                  <a:pt x="609600" y="561975"/>
                </a:lnTo>
                <a:lnTo>
                  <a:pt x="600075" y="561975"/>
                </a:lnTo>
                <a:lnTo>
                  <a:pt x="600075" y="542925"/>
                </a:lnTo>
                <a:lnTo>
                  <a:pt x="609600" y="542925"/>
                </a:lnTo>
                <a:lnTo>
                  <a:pt x="609600" y="552450"/>
                </a:lnTo>
                <a:lnTo>
                  <a:pt x="619125" y="552450"/>
                </a:lnTo>
                <a:close/>
                <a:moveTo>
                  <a:pt x="381000" y="571500"/>
                </a:moveTo>
                <a:lnTo>
                  <a:pt x="390525" y="571500"/>
                </a:lnTo>
                <a:lnTo>
                  <a:pt x="390525" y="590550"/>
                </a:lnTo>
                <a:lnTo>
                  <a:pt x="381000" y="590550"/>
                </a:lnTo>
                <a:lnTo>
                  <a:pt x="381000" y="600075"/>
                </a:lnTo>
                <a:lnTo>
                  <a:pt x="371475" y="600075"/>
                </a:lnTo>
                <a:lnTo>
                  <a:pt x="371475" y="581025"/>
                </a:lnTo>
                <a:lnTo>
                  <a:pt x="381000" y="581025"/>
                </a:lnTo>
                <a:close/>
                <a:moveTo>
                  <a:pt x="419100" y="609600"/>
                </a:moveTo>
                <a:lnTo>
                  <a:pt x="428625" y="609600"/>
                </a:lnTo>
                <a:lnTo>
                  <a:pt x="428625" y="619125"/>
                </a:lnTo>
                <a:lnTo>
                  <a:pt x="419100" y="619125"/>
                </a:lnTo>
                <a:close/>
                <a:moveTo>
                  <a:pt x="409575" y="628650"/>
                </a:moveTo>
                <a:lnTo>
                  <a:pt x="428625" y="628650"/>
                </a:lnTo>
                <a:lnTo>
                  <a:pt x="428625" y="638175"/>
                </a:lnTo>
                <a:lnTo>
                  <a:pt x="409575" y="638175"/>
                </a:lnTo>
                <a:close/>
                <a:moveTo>
                  <a:pt x="428625" y="638175"/>
                </a:moveTo>
                <a:lnTo>
                  <a:pt x="438150" y="638175"/>
                </a:lnTo>
                <a:lnTo>
                  <a:pt x="438150" y="647700"/>
                </a:lnTo>
                <a:lnTo>
                  <a:pt x="428625" y="647700"/>
                </a:lnTo>
                <a:close/>
              </a:path>
            </a:pathLst>
          </a:custGeom>
          <a:solidFill xmlns:a="http://schemas.openxmlformats.org/drawingml/2006/main">
            <a:srgbClr val="3B4F76"/>
          </a:solidFill>
          <a:ln xmlns:a="http://schemas.openxmlformats.org/drawingml/2006/main" w="0">
            <a:noFill/>
          </a:ln>
        </p:spPr>
      </p:sp>
      <p:sp>
        <p:nvSpPr>
          <p:cNvPr id="132" name="calendar vector #31548c">
            <a:extLst xmlns:a="http://schemas.openxmlformats.org/drawingml/2006/main">
              <a:ext uri="{FF2B5EF4-FFF2-40B4-BE49-F238E27FC236}">
                <a16:creationId xmlns:a16="http://schemas.microsoft.com/office/drawing/2014/main" id="{CDF7EB24-9D55-467D-9E6C-7E20524B8BE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57250" y="4848225"/>
            <a:ext cx="704850" cy="704850"/>
          </a:xfrm>
          <a:custGeom xmlns:a="http://schemas.openxmlformats.org/drawingml/2006/main">
            <a:pathLst>
              <a:path w="704850" h="704850">
                <a:moveTo>
                  <a:pt x="66675" y="114300"/>
                </a:moveTo>
                <a:lnTo>
                  <a:pt x="104775" y="114300"/>
                </a:lnTo>
                <a:lnTo>
                  <a:pt x="104775" y="142875"/>
                </a:lnTo>
                <a:lnTo>
                  <a:pt x="95250" y="142875"/>
                </a:lnTo>
                <a:lnTo>
                  <a:pt x="95250" y="133350"/>
                </a:lnTo>
                <a:lnTo>
                  <a:pt x="66675" y="133350"/>
                </a:lnTo>
                <a:lnTo>
                  <a:pt x="66675" y="142875"/>
                </a:lnTo>
                <a:lnTo>
                  <a:pt x="57150" y="142875"/>
                </a:lnTo>
                <a:lnTo>
                  <a:pt x="57150" y="228600"/>
                </a:lnTo>
                <a:lnTo>
                  <a:pt x="66675" y="228600"/>
                </a:lnTo>
                <a:lnTo>
                  <a:pt x="66675" y="257175"/>
                </a:lnTo>
                <a:lnTo>
                  <a:pt x="38100" y="257175"/>
                </a:lnTo>
                <a:lnTo>
                  <a:pt x="38100" y="142875"/>
                </a:lnTo>
                <a:lnTo>
                  <a:pt x="47625" y="142875"/>
                </a:lnTo>
                <a:lnTo>
                  <a:pt x="47625" y="133350"/>
                </a:lnTo>
                <a:lnTo>
                  <a:pt x="57150" y="133350"/>
                </a:lnTo>
                <a:lnTo>
                  <a:pt x="57150" y="123825"/>
                </a:lnTo>
                <a:lnTo>
                  <a:pt x="66675" y="123825"/>
                </a:lnTo>
                <a:close/>
                <a:moveTo>
                  <a:pt x="219075" y="114300"/>
                </a:moveTo>
                <a:lnTo>
                  <a:pt x="238125" y="114300"/>
                </a:lnTo>
                <a:lnTo>
                  <a:pt x="238125" y="123825"/>
                </a:lnTo>
                <a:lnTo>
                  <a:pt x="228600" y="123825"/>
                </a:lnTo>
                <a:lnTo>
                  <a:pt x="228600" y="142875"/>
                </a:lnTo>
                <a:lnTo>
                  <a:pt x="219075" y="142875"/>
                </a:lnTo>
                <a:close/>
                <a:moveTo>
                  <a:pt x="323850" y="114300"/>
                </a:moveTo>
                <a:lnTo>
                  <a:pt x="333375" y="114300"/>
                </a:lnTo>
                <a:lnTo>
                  <a:pt x="333375" y="123825"/>
                </a:lnTo>
                <a:lnTo>
                  <a:pt x="323850" y="123825"/>
                </a:lnTo>
                <a:close/>
                <a:moveTo>
                  <a:pt x="485775" y="114300"/>
                </a:moveTo>
                <a:lnTo>
                  <a:pt x="495300" y="114300"/>
                </a:lnTo>
                <a:lnTo>
                  <a:pt x="495300" y="123825"/>
                </a:lnTo>
                <a:lnTo>
                  <a:pt x="514350" y="123825"/>
                </a:lnTo>
                <a:lnTo>
                  <a:pt x="514350" y="133350"/>
                </a:lnTo>
                <a:lnTo>
                  <a:pt x="523875" y="133350"/>
                </a:lnTo>
                <a:lnTo>
                  <a:pt x="523875" y="152400"/>
                </a:lnTo>
                <a:lnTo>
                  <a:pt x="533400" y="152400"/>
                </a:lnTo>
                <a:lnTo>
                  <a:pt x="533400" y="247650"/>
                </a:lnTo>
                <a:lnTo>
                  <a:pt x="514350" y="247650"/>
                </a:lnTo>
                <a:lnTo>
                  <a:pt x="514350" y="257175"/>
                </a:lnTo>
                <a:lnTo>
                  <a:pt x="504825" y="257175"/>
                </a:lnTo>
                <a:lnTo>
                  <a:pt x="504825" y="247650"/>
                </a:lnTo>
                <a:lnTo>
                  <a:pt x="438150" y="247650"/>
                </a:lnTo>
                <a:lnTo>
                  <a:pt x="438150" y="228600"/>
                </a:lnTo>
                <a:lnTo>
                  <a:pt x="504825" y="228600"/>
                </a:lnTo>
                <a:lnTo>
                  <a:pt x="504825" y="219075"/>
                </a:lnTo>
                <a:lnTo>
                  <a:pt x="514350" y="219075"/>
                </a:lnTo>
                <a:lnTo>
                  <a:pt x="514350" y="152400"/>
                </a:lnTo>
                <a:lnTo>
                  <a:pt x="504825" y="152400"/>
                </a:lnTo>
                <a:lnTo>
                  <a:pt x="504825" y="142875"/>
                </a:lnTo>
                <a:lnTo>
                  <a:pt x="495300" y="142875"/>
                </a:lnTo>
                <a:lnTo>
                  <a:pt x="495300" y="133350"/>
                </a:lnTo>
                <a:lnTo>
                  <a:pt x="485775" y="133350"/>
                </a:lnTo>
                <a:close/>
                <a:moveTo>
                  <a:pt x="333375" y="123825"/>
                </a:moveTo>
                <a:lnTo>
                  <a:pt x="342900" y="123825"/>
                </a:lnTo>
                <a:lnTo>
                  <a:pt x="342900" y="133350"/>
                </a:lnTo>
                <a:lnTo>
                  <a:pt x="333375" y="133350"/>
                </a:lnTo>
                <a:close/>
                <a:moveTo>
                  <a:pt x="104775" y="142875"/>
                </a:moveTo>
                <a:lnTo>
                  <a:pt x="114300" y="142875"/>
                </a:lnTo>
                <a:lnTo>
                  <a:pt x="114300" y="161925"/>
                </a:lnTo>
                <a:lnTo>
                  <a:pt x="104775" y="161925"/>
                </a:lnTo>
                <a:close/>
                <a:moveTo>
                  <a:pt x="447675" y="161925"/>
                </a:moveTo>
                <a:lnTo>
                  <a:pt x="457200" y="161925"/>
                </a:lnTo>
                <a:lnTo>
                  <a:pt x="457200" y="171450"/>
                </a:lnTo>
                <a:lnTo>
                  <a:pt x="447675" y="171450"/>
                </a:lnTo>
                <a:close/>
                <a:moveTo>
                  <a:pt x="114300" y="171450"/>
                </a:moveTo>
                <a:lnTo>
                  <a:pt x="123825" y="171450"/>
                </a:lnTo>
                <a:lnTo>
                  <a:pt x="123825" y="180975"/>
                </a:lnTo>
                <a:lnTo>
                  <a:pt x="114300" y="180975"/>
                </a:lnTo>
                <a:close/>
                <a:moveTo>
                  <a:pt x="123825" y="180975"/>
                </a:moveTo>
                <a:lnTo>
                  <a:pt x="133350" y="180975"/>
                </a:lnTo>
                <a:lnTo>
                  <a:pt x="133350" y="190500"/>
                </a:lnTo>
                <a:lnTo>
                  <a:pt x="123825" y="190500"/>
                </a:lnTo>
                <a:close/>
                <a:moveTo>
                  <a:pt x="133350" y="190500"/>
                </a:moveTo>
                <a:lnTo>
                  <a:pt x="152400" y="190500"/>
                </a:lnTo>
                <a:lnTo>
                  <a:pt x="152400" y="200025"/>
                </a:lnTo>
                <a:lnTo>
                  <a:pt x="133350" y="200025"/>
                </a:lnTo>
                <a:close/>
                <a:moveTo>
                  <a:pt x="342900" y="542925"/>
                </a:moveTo>
                <a:lnTo>
                  <a:pt x="371475" y="542925"/>
                </a:lnTo>
                <a:lnTo>
                  <a:pt x="371475" y="552450"/>
                </a:lnTo>
                <a:lnTo>
                  <a:pt x="381000" y="552450"/>
                </a:lnTo>
                <a:lnTo>
                  <a:pt x="381000" y="581025"/>
                </a:lnTo>
                <a:lnTo>
                  <a:pt x="361950" y="581025"/>
                </a:lnTo>
                <a:lnTo>
                  <a:pt x="361950" y="571500"/>
                </a:lnTo>
                <a:lnTo>
                  <a:pt x="333375" y="571500"/>
                </a:lnTo>
                <a:lnTo>
                  <a:pt x="333375" y="552450"/>
                </a:lnTo>
                <a:lnTo>
                  <a:pt x="342900" y="552450"/>
                </a:lnTo>
                <a:close/>
              </a:path>
            </a:pathLst>
          </a:custGeom>
          <a:solidFill xmlns:a="http://schemas.openxmlformats.org/drawingml/2006/main">
            <a:srgbClr val="31548C"/>
          </a:solidFill>
          <a:ln xmlns:a="http://schemas.openxmlformats.org/drawingml/2006/main" w="0">
            <a:noFill/>
          </a:ln>
        </p:spPr>
      </p:sp>
      <p:sp>
        <p:nvSpPr>
          <p:cNvPr id="133" name="calendar vector #334870">
            <a:extLst xmlns:a="http://schemas.openxmlformats.org/drawingml/2006/main">
              <a:ext uri="{FF2B5EF4-FFF2-40B4-BE49-F238E27FC236}">
                <a16:creationId xmlns:a16="http://schemas.microsoft.com/office/drawing/2014/main" id="{65D9263B-FDF2-44BE-80D6-E3D1FFFAF6E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57250" y="4848225"/>
            <a:ext cx="704850" cy="704850"/>
          </a:xfrm>
          <a:custGeom xmlns:a="http://schemas.openxmlformats.org/drawingml/2006/main">
            <a:pathLst>
              <a:path w="704850" h="704850">
                <a:moveTo>
                  <a:pt x="152400" y="57150"/>
                </a:moveTo>
                <a:lnTo>
                  <a:pt x="171450" y="57150"/>
                </a:lnTo>
                <a:lnTo>
                  <a:pt x="171450" y="76200"/>
                </a:lnTo>
                <a:lnTo>
                  <a:pt x="161925" y="76200"/>
                </a:lnTo>
                <a:lnTo>
                  <a:pt x="161925" y="85725"/>
                </a:lnTo>
                <a:lnTo>
                  <a:pt x="152400" y="85725"/>
                </a:lnTo>
                <a:close/>
                <a:moveTo>
                  <a:pt x="390525" y="66675"/>
                </a:moveTo>
                <a:lnTo>
                  <a:pt x="419100" y="66675"/>
                </a:lnTo>
                <a:lnTo>
                  <a:pt x="419100" y="95250"/>
                </a:lnTo>
                <a:lnTo>
                  <a:pt x="409575" y="95250"/>
                </a:lnTo>
                <a:lnTo>
                  <a:pt x="409575" y="104775"/>
                </a:lnTo>
                <a:lnTo>
                  <a:pt x="400050" y="104775"/>
                </a:lnTo>
                <a:lnTo>
                  <a:pt x="400050" y="95250"/>
                </a:lnTo>
                <a:lnTo>
                  <a:pt x="390525" y="95250"/>
                </a:lnTo>
                <a:close/>
                <a:moveTo>
                  <a:pt x="38100" y="257175"/>
                </a:moveTo>
                <a:lnTo>
                  <a:pt x="57150" y="257175"/>
                </a:lnTo>
                <a:lnTo>
                  <a:pt x="57150" y="533400"/>
                </a:lnTo>
                <a:lnTo>
                  <a:pt x="47625" y="533400"/>
                </a:lnTo>
                <a:lnTo>
                  <a:pt x="47625" y="523875"/>
                </a:lnTo>
                <a:lnTo>
                  <a:pt x="38100" y="523875"/>
                </a:lnTo>
                <a:close/>
                <a:moveTo>
                  <a:pt x="466725" y="371475"/>
                </a:moveTo>
                <a:lnTo>
                  <a:pt x="495300" y="371475"/>
                </a:lnTo>
                <a:lnTo>
                  <a:pt x="495300" y="381000"/>
                </a:lnTo>
                <a:lnTo>
                  <a:pt x="504825" y="381000"/>
                </a:lnTo>
                <a:lnTo>
                  <a:pt x="504825" y="390525"/>
                </a:lnTo>
                <a:lnTo>
                  <a:pt x="466725" y="390525"/>
                </a:lnTo>
                <a:lnTo>
                  <a:pt x="466725" y="400050"/>
                </a:lnTo>
                <a:lnTo>
                  <a:pt x="428625" y="400050"/>
                </a:lnTo>
                <a:lnTo>
                  <a:pt x="428625" y="390525"/>
                </a:lnTo>
                <a:lnTo>
                  <a:pt x="438150" y="390525"/>
                </a:lnTo>
                <a:lnTo>
                  <a:pt x="438150" y="381000"/>
                </a:lnTo>
                <a:lnTo>
                  <a:pt x="466725" y="381000"/>
                </a:lnTo>
                <a:close/>
                <a:moveTo>
                  <a:pt x="419100" y="400050"/>
                </a:moveTo>
                <a:lnTo>
                  <a:pt x="428625" y="400050"/>
                </a:lnTo>
                <a:lnTo>
                  <a:pt x="428625" y="409575"/>
                </a:lnTo>
                <a:lnTo>
                  <a:pt x="419100" y="409575"/>
                </a:lnTo>
                <a:close/>
                <a:moveTo>
                  <a:pt x="361950" y="457200"/>
                </a:moveTo>
                <a:lnTo>
                  <a:pt x="381000" y="457200"/>
                </a:lnTo>
                <a:lnTo>
                  <a:pt x="381000" y="476250"/>
                </a:lnTo>
                <a:lnTo>
                  <a:pt x="371475" y="476250"/>
                </a:lnTo>
                <a:lnTo>
                  <a:pt x="371475" y="523875"/>
                </a:lnTo>
                <a:lnTo>
                  <a:pt x="361950" y="523875"/>
                </a:lnTo>
                <a:lnTo>
                  <a:pt x="361950" y="533400"/>
                </a:lnTo>
                <a:lnTo>
                  <a:pt x="352425" y="533400"/>
                </a:lnTo>
                <a:lnTo>
                  <a:pt x="352425" y="476250"/>
                </a:lnTo>
                <a:lnTo>
                  <a:pt x="361950" y="476250"/>
                </a:lnTo>
                <a:close/>
                <a:moveTo>
                  <a:pt x="609600" y="476250"/>
                </a:moveTo>
                <a:lnTo>
                  <a:pt x="628650" y="476250"/>
                </a:lnTo>
                <a:lnTo>
                  <a:pt x="628650" y="533400"/>
                </a:lnTo>
                <a:lnTo>
                  <a:pt x="619125" y="533400"/>
                </a:lnTo>
                <a:lnTo>
                  <a:pt x="619125" y="552450"/>
                </a:lnTo>
                <a:lnTo>
                  <a:pt x="609600" y="552450"/>
                </a:lnTo>
                <a:close/>
                <a:moveTo>
                  <a:pt x="466725" y="552450"/>
                </a:moveTo>
                <a:lnTo>
                  <a:pt x="476250" y="552450"/>
                </a:lnTo>
                <a:lnTo>
                  <a:pt x="476250" y="561975"/>
                </a:lnTo>
                <a:lnTo>
                  <a:pt x="466725" y="561975"/>
                </a:lnTo>
                <a:close/>
                <a:moveTo>
                  <a:pt x="600075" y="561975"/>
                </a:moveTo>
                <a:lnTo>
                  <a:pt x="609600" y="561975"/>
                </a:lnTo>
                <a:lnTo>
                  <a:pt x="609600" y="571500"/>
                </a:lnTo>
                <a:lnTo>
                  <a:pt x="600075" y="571500"/>
                </a:lnTo>
                <a:close/>
                <a:moveTo>
                  <a:pt x="381000" y="590550"/>
                </a:moveTo>
                <a:lnTo>
                  <a:pt x="400050" y="590550"/>
                </a:lnTo>
                <a:lnTo>
                  <a:pt x="400050" y="600075"/>
                </a:lnTo>
                <a:lnTo>
                  <a:pt x="409575" y="600075"/>
                </a:lnTo>
                <a:lnTo>
                  <a:pt x="409575" y="609600"/>
                </a:lnTo>
                <a:lnTo>
                  <a:pt x="419100" y="609600"/>
                </a:lnTo>
                <a:lnTo>
                  <a:pt x="419100" y="619125"/>
                </a:lnTo>
                <a:lnTo>
                  <a:pt x="438150" y="619125"/>
                </a:lnTo>
                <a:lnTo>
                  <a:pt x="438150" y="628650"/>
                </a:lnTo>
                <a:lnTo>
                  <a:pt x="457200" y="628650"/>
                </a:lnTo>
                <a:lnTo>
                  <a:pt x="457200" y="638175"/>
                </a:lnTo>
                <a:lnTo>
                  <a:pt x="466725" y="638175"/>
                </a:lnTo>
                <a:lnTo>
                  <a:pt x="466725" y="647700"/>
                </a:lnTo>
                <a:lnTo>
                  <a:pt x="438150" y="647700"/>
                </a:lnTo>
                <a:lnTo>
                  <a:pt x="438150" y="638175"/>
                </a:lnTo>
                <a:lnTo>
                  <a:pt x="428625" y="638175"/>
                </a:lnTo>
                <a:lnTo>
                  <a:pt x="428625" y="628650"/>
                </a:lnTo>
                <a:lnTo>
                  <a:pt x="400050" y="628650"/>
                </a:lnTo>
                <a:lnTo>
                  <a:pt x="400050" y="619125"/>
                </a:lnTo>
                <a:lnTo>
                  <a:pt x="390525" y="619125"/>
                </a:lnTo>
                <a:lnTo>
                  <a:pt x="390525" y="609600"/>
                </a:lnTo>
                <a:lnTo>
                  <a:pt x="381000" y="609600"/>
                </a:lnTo>
                <a:close/>
              </a:path>
            </a:pathLst>
          </a:custGeom>
          <a:solidFill xmlns:a="http://schemas.openxmlformats.org/drawingml/2006/main">
            <a:srgbClr val="334870"/>
          </a:solidFill>
          <a:ln xmlns:a="http://schemas.openxmlformats.org/drawingml/2006/main" w="0">
            <a:noFill/>
          </a:ln>
        </p:spPr>
      </p:sp>
      <p:sp>
        <p:nvSpPr>
          <p:cNvPr id="134" name="">
            <a:extLst xmlns:a="http://schemas.openxmlformats.org/drawingml/2006/main">
              <a:ext uri="{FF2B5EF4-FFF2-40B4-BE49-F238E27FC236}">
                <a16:creationId xmlns:a16="http://schemas.microsoft.com/office/drawing/2014/main" id="{729D48DC-AC77-44E5-847C-3C239A2E113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3781425" y="6076950"/>
            <a:ext cx="5600700" cy="457200"/>
          </a:xfrm>
          <a:prstGeom xmlns:a="http://schemas.openxmlformats.org/drawingml/2006/main" prst="roundRect">
            <a:avLst>
              <a:gd name="adj" fmla="val 45833"/>
            </a:avLst>
          </a:prstGeom>
          <a:solidFill xmlns:a="http://schemas.openxmlformats.org/drawingml/2006/main">
            <a:srgbClr val="174B33"/>
          </a:solidFill>
          <a:ln xmlns:a="http://schemas.openxmlformats.org/drawingml/2006/main" w="0">
            <a:noFill/>
          </a:ln>
        </p:spPr>
      </p:sp>
      <p:sp>
        <p:nvSpPr>
          <p:cNvPr id="135" name="">
            <a:extLst xmlns:a="http://schemas.openxmlformats.org/drawingml/2006/main">
              <a:ext uri="{FF2B5EF4-FFF2-40B4-BE49-F238E27FC236}">
                <a16:creationId xmlns:a16="http://schemas.microsoft.com/office/drawing/2014/main" id="{43201504-965C-478B-98FA-06DA851B0D8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3333750" y="6467475"/>
            <a:ext cx="6448425" cy="523875"/>
          </a:xfrm>
          <a:prstGeom xmlns:a="http://schemas.openxmlformats.org/drawingml/2006/main" prst="roundRect">
            <a:avLst>
              <a:gd name="adj" fmla="val 40000"/>
            </a:avLst>
          </a:prstGeom>
          <a:solidFill xmlns:a="http://schemas.openxmlformats.org/drawingml/2006/main">
            <a:srgbClr val="174B33"/>
          </a:solidFill>
          <a:ln xmlns:a="http://schemas.openxmlformats.org/drawingml/2006/main" w="0">
            <a:noFill/>
          </a:ln>
        </p:spPr>
      </p:sp>
      <p:sp>
        <p:nvSpPr>
          <p:cNvPr id="136" name="">
            <a:extLst xmlns:a="http://schemas.openxmlformats.org/drawingml/2006/main">
              <a:ext uri="{FF2B5EF4-FFF2-40B4-BE49-F238E27FC236}">
                <a16:creationId xmlns:a16="http://schemas.microsoft.com/office/drawing/2014/main" id="{581692D5-82BC-423B-AEC9-C7F8C77CEC2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3867150" y="6153150"/>
            <a:ext cx="5429250" cy="39052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/>
          <a:lstStyle xmlns:a="http://schemas.openxmlformats.org/drawingml/2006/main">
            <a:defPPr algn="ctr">
              <a:defRPr sz="2250" b="1">
                <a:solidFill>
                  <a:srgbClr val="FFFFFF"/>
                </a:solidFill>
                <a:latin typeface="Arial"/>
                <a:ea typeface="Arial"/>
                <a:cs typeface="Arial"/>
              </a:defRPr>
            </a:defPPr>
            <a:lvl1pPr algn="ctr">
              <a:defRPr sz="2250" b="1">
                <a:solidFill>
                  <a:srgbClr val="FFFFFF"/>
                </a:solidFill>
                <a:latin typeface="Arial"/>
                <a:ea typeface="Arial"/>
                <a:cs typeface="Arial"/>
              </a:defRPr>
            </a:lvl1pPr>
            <a:lvl2pPr algn="ctr">
              <a:defRPr sz="2250" b="1">
                <a:solidFill>
                  <a:srgbClr val="FFFFFF"/>
                </a:solidFill>
                <a:latin typeface="Arial"/>
                <a:ea typeface="Arial"/>
                <a:cs typeface="Arial"/>
              </a:defRPr>
            </a:lvl2pPr>
            <a:lvl3pPr algn="ctr">
              <a:defRPr sz="2250" b="1">
                <a:solidFill>
                  <a:srgbClr val="FFFFFF"/>
                </a:solidFill>
                <a:latin typeface="Arial"/>
                <a:ea typeface="Arial"/>
                <a:cs typeface="Arial"/>
              </a:defRPr>
            </a:lvl3pPr>
            <a:lvl4pPr algn="ctr">
              <a:defRPr sz="2250" b="1">
                <a:solidFill>
                  <a:srgbClr val="FFFFFF"/>
                </a:solidFill>
                <a:latin typeface="Arial"/>
                <a:ea typeface="Arial"/>
                <a:cs typeface="Arial"/>
              </a:defRPr>
            </a:lvl4pPr>
            <a:lvl5pPr algn="ctr">
              <a:defRPr sz="2250" b="1">
                <a:solidFill>
                  <a:srgbClr val="FFFFFF"/>
                </a:solidFill>
                <a:latin typeface="Arial"/>
                <a:ea typeface="Arial"/>
                <a:cs typeface="Arial"/>
              </a:defRPr>
            </a:lvl5pPr>
            <a:lvl6pPr algn="ctr">
              <a:defRPr sz="2250" b="1">
                <a:solidFill>
                  <a:srgbClr val="FFFFFF"/>
                </a:solidFill>
                <a:latin typeface="Arial"/>
                <a:ea typeface="Arial"/>
                <a:cs typeface="Arial"/>
              </a:defRPr>
            </a:lvl6pPr>
            <a:lvl7pPr algn="ctr">
              <a:defRPr sz="2250" b="1">
                <a:solidFill>
                  <a:srgbClr val="FFFFFF"/>
                </a:solidFill>
                <a:latin typeface="Arial"/>
                <a:ea typeface="Arial"/>
                <a:cs typeface="Arial"/>
              </a:defRPr>
            </a:lvl7pPr>
            <a:lvl8pPr algn="ctr">
              <a:defRPr sz="2250" b="1">
                <a:solidFill>
                  <a:srgbClr val="FFFFFF"/>
                </a:solidFill>
                <a:latin typeface="Arial"/>
                <a:ea typeface="Arial"/>
                <a:cs typeface="Arial"/>
              </a:defRPr>
            </a:lvl8pPr>
            <a:lvl9pPr algn="ctr">
              <a:defRPr sz="2250" b="1">
                <a:solidFill>
                  <a:srgbClr val="FFFFFF"/>
                </a:solidFill>
                <a:latin typeface="Arial"/>
                <a:ea typeface="Arial"/>
                <a:cs typeface="Arial"/>
              </a:defRPr>
            </a:lvl9pPr>
          </a:lstStyle>
          <a:p xmlns:a="http://schemas.openxmlformats.org/drawingml/2006/main">
            <a:pPr algn="ctr">
              <a:lnSpc>
                <a:spcPct val="105000"/>
              </a:lnSpc>
              <a:buNone/>
              <a:defRPr sz="2250" b="1">
                <a:solidFill>
                  <a:srgbClr val="FFFFFF"/>
                </a:solidFill>
                <a:latin typeface="Arial"/>
                <a:ea typeface="Arial"/>
                <a:cs typeface="Arial"/>
              </a:defRPr>
            </a:pPr>
            <a:r>
              <a:rPr sz="225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Para Juan y otros comercios de barrio:</a:t>
            </a:r>
          </a:p>
        </p:txBody>
      </p:sp>
      <p:sp>
        <p:nvSpPr>
          <p:cNvPr id="137" name="">
            <a:extLst xmlns:a="http://schemas.openxmlformats.org/drawingml/2006/main">
              <a:ext uri="{FF2B5EF4-FFF2-40B4-BE49-F238E27FC236}">
                <a16:creationId xmlns:a16="http://schemas.microsoft.com/office/drawing/2014/main" id="{525D9B93-C860-4A77-BB1F-123FB28E1E7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3419475" y="6543675"/>
            <a:ext cx="6286500" cy="40005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/>
          <a:lstStyle xmlns:a="http://schemas.openxmlformats.org/drawingml/2006/main">
            <a:defPPr algn="ctr">
              <a:defRPr sz="2250" b="1">
                <a:solidFill>
                  <a:srgbClr val="FFFFFF"/>
                </a:solidFill>
                <a:latin typeface="Arial"/>
                <a:ea typeface="Arial"/>
                <a:cs typeface="Arial"/>
              </a:defRPr>
            </a:defPPr>
            <a:lvl1pPr algn="ctr">
              <a:defRPr sz="2250" b="1">
                <a:solidFill>
                  <a:srgbClr val="FFFFFF"/>
                </a:solidFill>
                <a:latin typeface="Arial"/>
                <a:ea typeface="Arial"/>
                <a:cs typeface="Arial"/>
              </a:defRPr>
            </a:lvl1pPr>
            <a:lvl2pPr algn="ctr">
              <a:defRPr sz="2250" b="1">
                <a:solidFill>
                  <a:srgbClr val="FFFFFF"/>
                </a:solidFill>
                <a:latin typeface="Arial"/>
                <a:ea typeface="Arial"/>
                <a:cs typeface="Arial"/>
              </a:defRPr>
            </a:lvl2pPr>
            <a:lvl3pPr algn="ctr">
              <a:defRPr sz="2250" b="1">
                <a:solidFill>
                  <a:srgbClr val="FFFFFF"/>
                </a:solidFill>
                <a:latin typeface="Arial"/>
                <a:ea typeface="Arial"/>
                <a:cs typeface="Arial"/>
              </a:defRPr>
            </a:lvl3pPr>
            <a:lvl4pPr algn="ctr">
              <a:defRPr sz="2250" b="1">
                <a:solidFill>
                  <a:srgbClr val="FFFFFF"/>
                </a:solidFill>
                <a:latin typeface="Arial"/>
                <a:ea typeface="Arial"/>
                <a:cs typeface="Arial"/>
              </a:defRPr>
            </a:lvl4pPr>
            <a:lvl5pPr algn="ctr">
              <a:defRPr sz="2250" b="1">
                <a:solidFill>
                  <a:srgbClr val="FFFFFF"/>
                </a:solidFill>
                <a:latin typeface="Arial"/>
                <a:ea typeface="Arial"/>
                <a:cs typeface="Arial"/>
              </a:defRPr>
            </a:lvl5pPr>
            <a:lvl6pPr algn="ctr">
              <a:defRPr sz="2250" b="1">
                <a:solidFill>
                  <a:srgbClr val="FFFFFF"/>
                </a:solidFill>
                <a:latin typeface="Arial"/>
                <a:ea typeface="Arial"/>
                <a:cs typeface="Arial"/>
              </a:defRPr>
            </a:lvl6pPr>
            <a:lvl7pPr algn="ctr">
              <a:defRPr sz="2250" b="1">
                <a:solidFill>
                  <a:srgbClr val="FFFFFF"/>
                </a:solidFill>
                <a:latin typeface="Arial"/>
                <a:ea typeface="Arial"/>
                <a:cs typeface="Arial"/>
              </a:defRPr>
            </a:lvl7pPr>
            <a:lvl8pPr algn="ctr">
              <a:defRPr sz="2250" b="1">
                <a:solidFill>
                  <a:srgbClr val="FFFFFF"/>
                </a:solidFill>
                <a:latin typeface="Arial"/>
                <a:ea typeface="Arial"/>
                <a:cs typeface="Arial"/>
              </a:defRPr>
            </a:lvl8pPr>
            <a:lvl9pPr algn="ctr">
              <a:defRPr sz="2250" b="1">
                <a:solidFill>
                  <a:srgbClr val="FFFFFF"/>
                </a:solidFill>
                <a:latin typeface="Arial"/>
                <a:ea typeface="Arial"/>
                <a:cs typeface="Arial"/>
              </a:defRPr>
            </a:lvl9pPr>
          </a:lstStyle>
          <a:p xmlns:a="http://schemas.openxmlformats.org/drawingml/2006/main">
            <a:pPr algn="ctr">
              <a:lnSpc>
                <a:spcPct val="105000"/>
              </a:lnSpc>
              <a:buNone/>
              <a:defRPr sz="2250" b="1">
                <a:solidFill>
                  <a:srgbClr val="FFFFFF"/>
                </a:solidFill>
                <a:latin typeface="Arial"/>
                <a:ea typeface="Arial"/>
                <a:cs typeface="Arial"/>
              </a:defRPr>
            </a:pPr>
            <a:r>
              <a:rPr sz="225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registros y turnos en una misma herramienta</a:t>
            </a:r>
          </a:p>
        </p:txBody>
      </p:sp>
    </p:spTree>
    <p:extLst>
      <p:ext uri="{BB962C8B-B14F-4D97-AF65-F5344CB8AC3E}">
        <p14:creationId xmlns:p14="http://schemas.microsoft.com/office/powerpoint/2010/main" val="245390448"/>
      </p:ext>
    </p:extLst>
  </p:cSld>
</p:sld>
</file>

<file path=ppt/slides/slide4.xml><?xml version="1.0" encoding="utf-8"?>
<p:sld xmlns:p="http://schemas.openxmlformats.org/presentationml/2006/main">
  <p:cSld>
    <p:bg>
      <p:bgPr>
        <a:solidFill xmlns:a="http://schemas.openxmlformats.org/drawingml/2006/main">
          <a:srgbClr val="F5F1E5"/>
        </a:solidFill>
      </p:bgPr>
    </p:bg>
    <p:spTree>
      <p:nvGrpSpPr>
        <p:cNvPr id="1" name=""/>
        <p:cNvGrpSpPr/>
        <p:nvPr/>
      </p:nvGrpSpPr>
      <p:grpSpPr>
        <a:xfrm xmlns:a="http://schemas.openxmlformats.org/drawingml/2006/main"/>
      </p:grpSpPr>
      <p:sp>
        <p:nvSpPr>
          <p:cNvPr id="9" name="">
            <a:extLst xmlns:a="http://schemas.openxmlformats.org/drawingml/2006/main">
              <a:ext uri="{FF2B5EF4-FFF2-40B4-BE49-F238E27FC236}">
                <a16:creationId xmlns:a16="http://schemas.microsoft.com/office/drawing/2014/main" id="{43E7BAD5-8FD4-4E59-9646-E3F8C758481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2077700" y="7153275"/>
            <a:ext cx="990600" cy="17145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/>
          <a:lstStyle xmlns:a="http://schemas.openxmlformats.org/drawingml/2006/main">
            <a:defPPr algn="l">
              <a:defRPr sz="750" b="1">
                <a:solidFill>
                  <a:srgbClr val="111111"/>
                </a:solidFill>
                <a:latin typeface="Arial"/>
                <a:ea typeface="Arial"/>
                <a:cs typeface="Arial"/>
              </a:defRPr>
            </a:defPPr>
            <a:lvl1pPr algn="l">
              <a:defRPr sz="750" b="1">
                <a:solidFill>
                  <a:srgbClr val="111111"/>
                </a:solidFill>
                <a:latin typeface="Arial"/>
                <a:ea typeface="Arial"/>
                <a:cs typeface="Arial"/>
              </a:defRPr>
            </a:lvl1pPr>
            <a:lvl2pPr algn="l">
              <a:defRPr sz="750" b="1">
                <a:solidFill>
                  <a:srgbClr val="111111"/>
                </a:solidFill>
                <a:latin typeface="Arial"/>
                <a:ea typeface="Arial"/>
                <a:cs typeface="Arial"/>
              </a:defRPr>
            </a:lvl2pPr>
            <a:lvl3pPr algn="l">
              <a:defRPr sz="750" b="1">
                <a:solidFill>
                  <a:srgbClr val="111111"/>
                </a:solidFill>
                <a:latin typeface="Arial"/>
                <a:ea typeface="Arial"/>
                <a:cs typeface="Arial"/>
              </a:defRPr>
            </a:lvl3pPr>
            <a:lvl4pPr algn="l">
              <a:defRPr sz="750" b="1">
                <a:solidFill>
                  <a:srgbClr val="111111"/>
                </a:solidFill>
                <a:latin typeface="Arial"/>
                <a:ea typeface="Arial"/>
                <a:cs typeface="Arial"/>
              </a:defRPr>
            </a:lvl4pPr>
            <a:lvl5pPr algn="l">
              <a:defRPr sz="750" b="1">
                <a:solidFill>
                  <a:srgbClr val="111111"/>
                </a:solidFill>
                <a:latin typeface="Arial"/>
                <a:ea typeface="Arial"/>
                <a:cs typeface="Arial"/>
              </a:defRPr>
            </a:lvl5pPr>
            <a:lvl6pPr algn="l">
              <a:defRPr sz="750" b="1">
                <a:solidFill>
                  <a:srgbClr val="111111"/>
                </a:solidFill>
                <a:latin typeface="Arial"/>
                <a:ea typeface="Arial"/>
                <a:cs typeface="Arial"/>
              </a:defRPr>
            </a:lvl6pPr>
            <a:lvl7pPr algn="l">
              <a:defRPr sz="750" b="1">
                <a:solidFill>
                  <a:srgbClr val="111111"/>
                </a:solidFill>
                <a:latin typeface="Arial"/>
                <a:ea typeface="Arial"/>
                <a:cs typeface="Arial"/>
              </a:defRPr>
            </a:lvl7pPr>
            <a:lvl8pPr algn="l">
              <a:defRPr sz="750" b="1">
                <a:solidFill>
                  <a:srgbClr val="111111"/>
                </a:solidFill>
                <a:latin typeface="Arial"/>
                <a:ea typeface="Arial"/>
                <a:cs typeface="Arial"/>
              </a:defRPr>
            </a:lvl8pPr>
            <a:lvl9pPr algn="l">
              <a:defRPr sz="750" b="1">
                <a:solidFill>
                  <a:srgbClr val="111111"/>
                </a:solidFill>
                <a:latin typeface="Arial"/>
                <a:ea typeface="Arial"/>
                <a:cs typeface="Arial"/>
              </a:defRPr>
            </a:lvl9pPr>
          </a:lstStyle>
          <a:p xmlns:a="http://schemas.openxmlformats.org/drawingml/2006/main">
            <a:pPr algn="l">
              <a:lnSpc>
                <a:spcPct val="105000"/>
              </a:lnSpc>
              <a:buNone/>
              <a:defRPr sz="750" b="1">
                <a:solidFill>
                  <a:srgbClr val="111111"/>
                </a:solidFill>
                <a:latin typeface="Arial"/>
                <a:ea typeface="Arial"/>
                <a:cs typeface="Arial"/>
              </a:defRPr>
            </a:pPr>
            <a:r>
              <a:rPr sz="750" b="1">
                <a:solidFill>
                  <a:srgbClr val="111111"/>
                </a:solidFill>
                <a:latin typeface="Arial"/>
                <a:ea typeface="Arial"/>
                <a:cs typeface="Arial"/>
              </a:rPr>
              <a:t>◉ Gemini Notebook</a:t>
            </a:r>
          </a:p>
        </p:txBody>
      </p:sp>
      <p:sp>
        <p:nvSpPr>
          <p:cNvPr id="2" name="">
            <a:extLst xmlns:a="http://schemas.openxmlformats.org/drawingml/2006/main">
              <a:ext uri="{FF2B5EF4-FFF2-40B4-BE49-F238E27FC236}">
                <a16:creationId xmlns:a16="http://schemas.microsoft.com/office/drawing/2014/main" id="{BD5C9415-8E93-43BA-AC55-C808366C5BA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0" y="0"/>
            <a:ext cx="13106400" cy="7372350"/>
          </a:xfrm>
          <a:custGeom xmlns:a="http://schemas.openxmlformats.org/drawingml/2006/main">
            <a:pathLst>
              <a:path w="13106400" h="7372350">
                <a:moveTo>
                  <a:pt x="0" y="0"/>
                </a:moveTo>
                <a:lnTo>
                  <a:pt x="7000875" y="0"/>
                </a:lnTo>
                <a:cubicBezTo>
                  <a:pt x="6724650" y="1771650"/>
                  <a:pt x="6124575" y="2543175"/>
                  <a:pt x="4581525" y="3228975"/>
                </a:cubicBezTo>
                <a:cubicBezTo>
                  <a:pt x="2762250" y="4114800"/>
                  <a:pt x="1571625" y="3981450"/>
                  <a:pt x="0" y="4714875"/>
                </a:cubicBezTo>
                <a:close/>
              </a:path>
            </a:pathLst>
          </a:custGeom>
          <a:solidFill xmlns:a="http://schemas.openxmlformats.org/drawingml/2006/main">
            <a:srgbClr val="2C5E9B"/>
          </a:solidFill>
          <a:ln xmlns:a="http://schemas.openxmlformats.org/drawingml/2006/main" w="0">
            <a:noFill/>
          </a:ln>
        </p:spPr>
      </p:sp>
      <p:sp>
        <p:nvSpPr>
          <p:cNvPr id="3" name="">
            <a:extLst xmlns:a="http://schemas.openxmlformats.org/drawingml/2006/main">
              <a:ext uri="{FF2B5EF4-FFF2-40B4-BE49-F238E27FC236}">
                <a16:creationId xmlns:a16="http://schemas.microsoft.com/office/drawing/2014/main" id="{25988A54-F8A8-4FD2-A138-C19BFC27571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628650" y="495300"/>
            <a:ext cx="11906250" cy="71437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/>
          <a:lstStyle xmlns:a="http://schemas.openxmlformats.org/drawingml/2006/main">
            <a:defPPr algn="l">
              <a:defRPr sz="375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defPPr>
            <a:lvl1pPr algn="l">
              <a:defRPr sz="375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1pPr>
            <a:lvl2pPr algn="l">
              <a:defRPr sz="375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2pPr>
            <a:lvl3pPr algn="l">
              <a:defRPr sz="375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3pPr>
            <a:lvl4pPr algn="l">
              <a:defRPr sz="375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4pPr>
            <a:lvl5pPr algn="l">
              <a:defRPr sz="375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5pPr>
            <a:lvl6pPr algn="l">
              <a:defRPr sz="375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6pPr>
            <a:lvl7pPr algn="l">
              <a:defRPr sz="375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7pPr>
            <a:lvl8pPr algn="l">
              <a:defRPr sz="375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8pPr>
            <a:lvl9pPr algn="l">
              <a:defRPr sz="375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9pPr>
          </a:lstStyle>
          <a:p xmlns:a="http://schemas.openxmlformats.org/drawingml/2006/main">
            <a:pPr algn="l">
              <a:lnSpc>
                <a:spcPct val="105000"/>
              </a:lnSpc>
              <a:buNone/>
              <a:defRPr sz="375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pPr>
            <a:r>
              <a:rPr sz="3750" b="0">
                <a:solidFill>
                  <a:srgbClr val="111111"/>
                </a:solidFill>
                <a:latin typeface="Arial"/>
                <a:ea typeface="Arial"/>
                <a:cs typeface="Arial"/>
              </a:rPr>
              <a:t>Demo: Bienvenida y gestión de personas</a:t>
            </a:r>
          </a:p>
        </p:txBody>
      </p:sp>
      <p:sp>
        <p:nvSpPr>
          <p:cNvPr id="4" name="">
            <a:extLst xmlns:a="http://schemas.openxmlformats.org/drawingml/2006/main">
              <a:ext uri="{FF2B5EF4-FFF2-40B4-BE49-F238E27FC236}">
                <a16:creationId xmlns:a16="http://schemas.microsoft.com/office/drawing/2014/main" id="{E28C3CB6-5A66-4740-AC9E-6F520CAE501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628650" y="495300"/>
            <a:ext cx="6191250" cy="71437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/>
          <a:lstStyle xmlns:a="http://schemas.openxmlformats.org/drawingml/2006/main">
            <a:defPPr algn="l">
              <a:defRPr sz="3750" b="0">
                <a:solidFill>
                  <a:srgbClr val="FFFFFF"/>
                </a:solidFill>
                <a:latin typeface="Arial"/>
                <a:ea typeface="Arial"/>
                <a:cs typeface="Arial"/>
              </a:defRPr>
            </a:defPPr>
            <a:lvl1pPr algn="l">
              <a:defRPr sz="3750" b="0">
                <a:solidFill>
                  <a:srgbClr val="FFFFFF"/>
                </a:solidFill>
                <a:latin typeface="Arial"/>
                <a:ea typeface="Arial"/>
                <a:cs typeface="Arial"/>
              </a:defRPr>
            </a:lvl1pPr>
            <a:lvl2pPr algn="l">
              <a:defRPr sz="3750" b="0">
                <a:solidFill>
                  <a:srgbClr val="FFFFFF"/>
                </a:solidFill>
                <a:latin typeface="Arial"/>
                <a:ea typeface="Arial"/>
                <a:cs typeface="Arial"/>
              </a:defRPr>
            </a:lvl2pPr>
            <a:lvl3pPr algn="l">
              <a:defRPr sz="3750" b="0">
                <a:solidFill>
                  <a:srgbClr val="FFFFFF"/>
                </a:solidFill>
                <a:latin typeface="Arial"/>
                <a:ea typeface="Arial"/>
                <a:cs typeface="Arial"/>
              </a:defRPr>
            </a:lvl3pPr>
            <a:lvl4pPr algn="l">
              <a:defRPr sz="3750" b="0">
                <a:solidFill>
                  <a:srgbClr val="FFFFFF"/>
                </a:solidFill>
                <a:latin typeface="Arial"/>
                <a:ea typeface="Arial"/>
                <a:cs typeface="Arial"/>
              </a:defRPr>
            </a:lvl4pPr>
            <a:lvl5pPr algn="l">
              <a:defRPr sz="3750" b="0">
                <a:solidFill>
                  <a:srgbClr val="FFFFFF"/>
                </a:solidFill>
                <a:latin typeface="Arial"/>
                <a:ea typeface="Arial"/>
                <a:cs typeface="Arial"/>
              </a:defRPr>
            </a:lvl5pPr>
            <a:lvl6pPr algn="l">
              <a:defRPr sz="3750" b="0">
                <a:solidFill>
                  <a:srgbClr val="FFFFFF"/>
                </a:solidFill>
                <a:latin typeface="Arial"/>
                <a:ea typeface="Arial"/>
                <a:cs typeface="Arial"/>
              </a:defRPr>
            </a:lvl6pPr>
            <a:lvl7pPr algn="l">
              <a:defRPr sz="3750" b="0">
                <a:solidFill>
                  <a:srgbClr val="FFFFFF"/>
                </a:solidFill>
                <a:latin typeface="Arial"/>
                <a:ea typeface="Arial"/>
                <a:cs typeface="Arial"/>
              </a:defRPr>
            </a:lvl7pPr>
            <a:lvl8pPr algn="l">
              <a:defRPr sz="3750" b="0">
                <a:solidFill>
                  <a:srgbClr val="FFFFFF"/>
                </a:solidFill>
                <a:latin typeface="Arial"/>
                <a:ea typeface="Arial"/>
                <a:cs typeface="Arial"/>
              </a:defRPr>
            </a:lvl8pPr>
            <a:lvl9pPr algn="l">
              <a:defRPr sz="3750" b="0">
                <a:solidFill>
                  <a:srgbClr val="FFFFFF"/>
                </a:solidFill>
                <a:latin typeface="Arial"/>
                <a:ea typeface="Arial"/>
                <a:cs typeface="Arial"/>
              </a:defRPr>
            </a:lvl9pPr>
          </a:lstStyle>
          <a:p xmlns:a="http://schemas.openxmlformats.org/drawingml/2006/main">
            <a:pPr algn="l">
              <a:lnSpc>
                <a:spcPct val="105000"/>
              </a:lnSpc>
              <a:buNone/>
              <a:defRPr sz="3750" b="0">
                <a:solidFill>
                  <a:srgbClr val="FFFFFF"/>
                </a:solidFill>
                <a:latin typeface="Arial"/>
                <a:ea typeface="Arial"/>
                <a:cs typeface="Arial"/>
              </a:defRPr>
            </a:pPr>
            <a:r>
              <a:rPr sz="3750" b="0">
                <a:solidFill>
                  <a:srgbClr val="FFFFFF"/>
                </a:solidFill>
                <a:latin typeface="Arial"/>
                <a:ea typeface="Arial"/>
                <a:cs typeface="Arial"/>
              </a:rPr>
              <a:t>Demo: Bienvenida y gestión</a:t>
            </a:r>
          </a:p>
        </p:txBody>
      </p:sp>
      <p:sp>
        <p:nvSpPr>
          <p:cNvPr id="5" name="">
            <a:extLst xmlns:a="http://schemas.openxmlformats.org/drawingml/2006/main">
              <a:ext uri="{FF2B5EF4-FFF2-40B4-BE49-F238E27FC236}">
                <a16:creationId xmlns:a16="http://schemas.microsoft.com/office/drawing/2014/main" id="{D087AE31-1590-45C8-9939-DD4B3C51C04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2076450" y="1495425"/>
            <a:ext cx="8972550" cy="5334000"/>
          </a:xfrm>
          <a:prstGeom xmlns:a="http://schemas.openxmlformats.org/drawingml/2006/main" prst="roundRect">
            <a:avLst>
              <a:gd name="adj" fmla="val 3929"/>
            </a:avLst>
          </a:prstGeom>
          <a:solidFill xmlns:a="http://schemas.openxmlformats.org/drawingml/2006/main">
            <a:srgbClr val="FFFFFF"/>
          </a:solidFill>
          <a:ln xmlns:a="http://schemas.openxmlformats.org/drawingml/2006/main" w="23813">
            <a:solidFill>
              <a:srgbClr val="AAA794"/>
            </a:solidFill>
          </a:ln>
        </p:spPr>
        <p:style>
          <a:lnRef xmlns:a="http://schemas.openxmlformats.org/drawingml/2006/main" idx="0"/>
          <a:fillRef xmlns:a="http://schemas.openxmlformats.org/drawingml/2006/main" idx="0"/>
          <a:effectRef xmlns:a="http://schemas.openxmlformats.org/drawingml/2006/main" idx="7"/>
          <a:fontRef xmlns:a="http://schemas.openxmlformats.org/drawingml/2006/main" idx="major"/>
        </p:style>
      </p:sp>
      <p:sp>
        <p:nvSpPr>
          <p:cNvPr id="6" name="">
            <a:extLst xmlns:a="http://schemas.openxmlformats.org/drawingml/2006/main">
              <a:ext uri="{FF2B5EF4-FFF2-40B4-BE49-F238E27FC236}">
                <a16:creationId xmlns:a16="http://schemas.microsoft.com/office/drawing/2014/main" id="{87BA67AB-0010-4A51-A68A-32A84135AA2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2209800" y="1638300"/>
            <a:ext cx="8686800" cy="5038725"/>
          </a:xfrm>
          <a:prstGeom xmlns:a="http://schemas.openxmlformats.org/drawingml/2006/main" prst="roundRect">
            <a:avLst>
              <a:gd name="adj" fmla="val 4159"/>
            </a:avLst>
          </a:prstGeom>
          <a:solidFill xmlns:a="http://schemas.openxmlformats.org/drawingml/2006/main">
            <a:srgbClr val="D3D2CD"/>
          </a:solidFill>
          <a:ln xmlns:a="http://schemas.openxmlformats.org/drawingml/2006/main" w="0">
            <a:noFill/>
          </a:ln>
        </p:spPr>
      </p:sp>
      <p:sp>
        <p:nvSpPr>
          <p:cNvPr id="7" name="">
            <a:extLst xmlns:a="http://schemas.openxmlformats.org/drawingml/2006/main">
              <a:ext uri="{FF2B5EF4-FFF2-40B4-BE49-F238E27FC236}">
                <a16:creationId xmlns:a16="http://schemas.microsoft.com/office/drawing/2014/main" id="{8BABC435-4340-40F7-9A3F-B46E6B38670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0" y="0"/>
            <a:ext cx="13106400" cy="7372350"/>
          </a:xfrm>
          <a:custGeom xmlns:a="http://schemas.openxmlformats.org/drawingml/2006/main">
            <a:pathLst>
              <a:path w="13106400" h="7372350">
                <a:moveTo>
                  <a:pt x="1962150" y="4162425"/>
                </a:moveTo>
                <a:lnTo>
                  <a:pt x="1962150" y="1866900"/>
                </a:lnTo>
                <a:cubicBezTo>
                  <a:pt x="1962150" y="1524000"/>
                  <a:pt x="2162175" y="1381125"/>
                  <a:pt x="2457450" y="1381125"/>
                </a:cubicBezTo>
                <a:lnTo>
                  <a:pt x="6572250" y="1381125"/>
                </a:lnTo>
              </a:path>
            </a:pathLst>
          </a:custGeom>
          <a:noFill xmlns:a="http://schemas.openxmlformats.org/drawingml/2006/main"/>
          <a:ln xmlns:a="http://schemas.openxmlformats.org/drawingml/2006/main" w="28575">
            <a:solidFill>
              <a:srgbClr val="B76340"/>
            </a:solidFill>
          </a:ln>
        </p:spPr>
      </p:sp>
      <p:sp>
        <p:nvSpPr>
          <p:cNvPr id="8" name="">
            <a:extLst xmlns:a="http://schemas.openxmlformats.org/drawingml/2006/main">
              <a:ext uri="{FF2B5EF4-FFF2-40B4-BE49-F238E27FC236}">
                <a16:creationId xmlns:a16="http://schemas.microsoft.com/office/drawing/2014/main" id="{32765DE0-0188-42BB-8ED1-F32F3BBD7D8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0" y="0"/>
            <a:ext cx="13106400" cy="7372350"/>
          </a:xfrm>
          <a:custGeom xmlns:a="http://schemas.openxmlformats.org/drawingml/2006/main">
            <a:pathLst>
              <a:path w="13106400" h="7372350">
                <a:moveTo>
                  <a:pt x="6553200" y="6943725"/>
                </a:moveTo>
                <a:lnTo>
                  <a:pt x="10572750" y="6943725"/>
                </a:lnTo>
                <a:cubicBezTo>
                  <a:pt x="10934700" y="6943725"/>
                  <a:pt x="11153775" y="6772275"/>
                  <a:pt x="11153775" y="6457950"/>
                </a:cubicBezTo>
                <a:lnTo>
                  <a:pt x="11153775" y="4162425"/>
                </a:lnTo>
              </a:path>
            </a:pathLst>
          </a:custGeom>
          <a:noFill xmlns:a="http://schemas.openxmlformats.org/drawingml/2006/main"/>
          <a:ln xmlns:a="http://schemas.openxmlformats.org/drawingml/2006/main" w="28575">
            <a:solidFill>
              <a:srgbClr val="295740"/>
            </a:solidFill>
          </a:ln>
        </p:spPr>
      </p:sp>
    </p:spTree>
    <p:extLst>
      <p:ext uri="{BB962C8B-B14F-4D97-AF65-F5344CB8AC3E}">
        <p14:creationId xmlns:p14="http://schemas.microsoft.com/office/powerpoint/2010/main" val="1641090606"/>
      </p:ext>
    </p:extLst>
  </p:cSld>
</p:sld>
</file>

<file path=ppt/slides/slide5.xml><?xml version="1.0" encoding="utf-8"?>
<p:sld xmlns:p="http://schemas.openxmlformats.org/presentationml/2006/main">
  <p:cSld>
    <p:bg>
      <p:bgPr>
        <a:solidFill xmlns:a="http://schemas.openxmlformats.org/drawingml/2006/main">
          <a:srgbClr val="F5F1E5"/>
        </a:solidFill>
      </p:bgPr>
    </p:bg>
    <p:spTree>
      <p:nvGrpSpPr>
        <p:cNvPr id="1" name=""/>
        <p:cNvGrpSpPr/>
        <p:nvPr/>
      </p:nvGrpSpPr>
      <p:grpSpPr>
        <a:xfrm xmlns:a="http://schemas.openxmlformats.org/drawingml/2006/main"/>
      </p:grpSpPr>
      <p:sp>
        <p:nvSpPr>
          <p:cNvPr id="14" name="">
            <a:extLst xmlns:a="http://schemas.openxmlformats.org/drawingml/2006/main">
              <a:ext uri="{FF2B5EF4-FFF2-40B4-BE49-F238E27FC236}">
                <a16:creationId xmlns:a16="http://schemas.microsoft.com/office/drawing/2014/main" id="{AA2EEB2E-CD90-4B40-A270-D26DABA1DBC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2077700" y="7153275"/>
            <a:ext cx="990600" cy="17145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/>
          <a:lstStyle xmlns:a="http://schemas.openxmlformats.org/drawingml/2006/main">
            <a:defPPr algn="l">
              <a:defRPr sz="750" b="1">
                <a:solidFill>
                  <a:srgbClr val="111111"/>
                </a:solidFill>
                <a:latin typeface="Arial"/>
                <a:ea typeface="Arial"/>
                <a:cs typeface="Arial"/>
              </a:defRPr>
            </a:defPPr>
            <a:lvl1pPr algn="l">
              <a:defRPr sz="750" b="1">
                <a:solidFill>
                  <a:srgbClr val="111111"/>
                </a:solidFill>
                <a:latin typeface="Arial"/>
                <a:ea typeface="Arial"/>
                <a:cs typeface="Arial"/>
              </a:defRPr>
            </a:lvl1pPr>
            <a:lvl2pPr algn="l">
              <a:defRPr sz="750" b="1">
                <a:solidFill>
                  <a:srgbClr val="111111"/>
                </a:solidFill>
                <a:latin typeface="Arial"/>
                <a:ea typeface="Arial"/>
                <a:cs typeface="Arial"/>
              </a:defRPr>
            </a:lvl2pPr>
            <a:lvl3pPr algn="l">
              <a:defRPr sz="750" b="1">
                <a:solidFill>
                  <a:srgbClr val="111111"/>
                </a:solidFill>
                <a:latin typeface="Arial"/>
                <a:ea typeface="Arial"/>
                <a:cs typeface="Arial"/>
              </a:defRPr>
            </a:lvl3pPr>
            <a:lvl4pPr algn="l">
              <a:defRPr sz="750" b="1">
                <a:solidFill>
                  <a:srgbClr val="111111"/>
                </a:solidFill>
                <a:latin typeface="Arial"/>
                <a:ea typeface="Arial"/>
                <a:cs typeface="Arial"/>
              </a:defRPr>
            </a:lvl4pPr>
            <a:lvl5pPr algn="l">
              <a:defRPr sz="750" b="1">
                <a:solidFill>
                  <a:srgbClr val="111111"/>
                </a:solidFill>
                <a:latin typeface="Arial"/>
                <a:ea typeface="Arial"/>
                <a:cs typeface="Arial"/>
              </a:defRPr>
            </a:lvl5pPr>
            <a:lvl6pPr algn="l">
              <a:defRPr sz="750" b="1">
                <a:solidFill>
                  <a:srgbClr val="111111"/>
                </a:solidFill>
                <a:latin typeface="Arial"/>
                <a:ea typeface="Arial"/>
                <a:cs typeface="Arial"/>
              </a:defRPr>
            </a:lvl6pPr>
            <a:lvl7pPr algn="l">
              <a:defRPr sz="750" b="1">
                <a:solidFill>
                  <a:srgbClr val="111111"/>
                </a:solidFill>
                <a:latin typeface="Arial"/>
                <a:ea typeface="Arial"/>
                <a:cs typeface="Arial"/>
              </a:defRPr>
            </a:lvl7pPr>
            <a:lvl8pPr algn="l">
              <a:defRPr sz="750" b="1">
                <a:solidFill>
                  <a:srgbClr val="111111"/>
                </a:solidFill>
                <a:latin typeface="Arial"/>
                <a:ea typeface="Arial"/>
                <a:cs typeface="Arial"/>
              </a:defRPr>
            </a:lvl8pPr>
            <a:lvl9pPr algn="l">
              <a:defRPr sz="750" b="1">
                <a:solidFill>
                  <a:srgbClr val="111111"/>
                </a:solidFill>
                <a:latin typeface="Arial"/>
                <a:ea typeface="Arial"/>
                <a:cs typeface="Arial"/>
              </a:defRPr>
            </a:lvl9pPr>
          </a:lstStyle>
          <a:p xmlns:a="http://schemas.openxmlformats.org/drawingml/2006/main">
            <a:pPr algn="l">
              <a:lnSpc>
                <a:spcPct val="105000"/>
              </a:lnSpc>
              <a:buNone/>
              <a:defRPr sz="750" b="1">
                <a:solidFill>
                  <a:srgbClr val="111111"/>
                </a:solidFill>
                <a:latin typeface="Arial"/>
                <a:ea typeface="Arial"/>
                <a:cs typeface="Arial"/>
              </a:defRPr>
            </a:pPr>
            <a:r>
              <a:rPr sz="750" b="1">
                <a:solidFill>
                  <a:srgbClr val="111111"/>
                </a:solidFill>
                <a:latin typeface="Arial"/>
                <a:ea typeface="Arial"/>
                <a:cs typeface="Arial"/>
              </a:rPr>
              <a:t>◉ Gemini Notebook</a:t>
            </a:r>
          </a:p>
        </p:txBody>
      </p:sp>
      <p:sp>
        <p:nvSpPr>
          <p:cNvPr id="2" name="">
            <a:extLst xmlns:a="http://schemas.openxmlformats.org/drawingml/2006/main">
              <a:ext uri="{FF2B5EF4-FFF2-40B4-BE49-F238E27FC236}">
                <a16:creationId xmlns:a16="http://schemas.microsoft.com/office/drawing/2014/main" id="{7AA82AF9-0A77-4590-9F38-E0EC88AC9B0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33400" y="485775"/>
            <a:ext cx="12096750" cy="76200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/>
          <a:lstStyle xmlns:a="http://schemas.openxmlformats.org/drawingml/2006/main">
            <a:defPPr algn="l">
              <a:defRPr sz="4425" b="1">
                <a:solidFill>
                  <a:srgbClr val="2C5E9B"/>
                </a:solidFill>
                <a:latin typeface="Arial"/>
                <a:ea typeface="Arial"/>
                <a:cs typeface="Arial"/>
              </a:defRPr>
            </a:defPPr>
            <a:lvl1pPr algn="l">
              <a:defRPr sz="4425" b="1">
                <a:solidFill>
                  <a:srgbClr val="2C5E9B"/>
                </a:solidFill>
                <a:latin typeface="Arial"/>
                <a:ea typeface="Arial"/>
                <a:cs typeface="Arial"/>
              </a:defRPr>
            </a:lvl1pPr>
            <a:lvl2pPr algn="l">
              <a:defRPr sz="4425" b="1">
                <a:solidFill>
                  <a:srgbClr val="2C5E9B"/>
                </a:solidFill>
                <a:latin typeface="Arial"/>
                <a:ea typeface="Arial"/>
                <a:cs typeface="Arial"/>
              </a:defRPr>
            </a:lvl2pPr>
            <a:lvl3pPr algn="l">
              <a:defRPr sz="4425" b="1">
                <a:solidFill>
                  <a:srgbClr val="2C5E9B"/>
                </a:solidFill>
                <a:latin typeface="Arial"/>
                <a:ea typeface="Arial"/>
                <a:cs typeface="Arial"/>
              </a:defRPr>
            </a:lvl3pPr>
            <a:lvl4pPr algn="l">
              <a:defRPr sz="4425" b="1">
                <a:solidFill>
                  <a:srgbClr val="2C5E9B"/>
                </a:solidFill>
                <a:latin typeface="Arial"/>
                <a:ea typeface="Arial"/>
                <a:cs typeface="Arial"/>
              </a:defRPr>
            </a:lvl4pPr>
            <a:lvl5pPr algn="l">
              <a:defRPr sz="4425" b="1">
                <a:solidFill>
                  <a:srgbClr val="2C5E9B"/>
                </a:solidFill>
                <a:latin typeface="Arial"/>
                <a:ea typeface="Arial"/>
                <a:cs typeface="Arial"/>
              </a:defRPr>
            </a:lvl5pPr>
            <a:lvl6pPr algn="l">
              <a:defRPr sz="4425" b="1">
                <a:solidFill>
                  <a:srgbClr val="2C5E9B"/>
                </a:solidFill>
                <a:latin typeface="Arial"/>
                <a:ea typeface="Arial"/>
                <a:cs typeface="Arial"/>
              </a:defRPr>
            </a:lvl6pPr>
            <a:lvl7pPr algn="l">
              <a:defRPr sz="4425" b="1">
                <a:solidFill>
                  <a:srgbClr val="2C5E9B"/>
                </a:solidFill>
                <a:latin typeface="Arial"/>
                <a:ea typeface="Arial"/>
                <a:cs typeface="Arial"/>
              </a:defRPr>
            </a:lvl7pPr>
            <a:lvl8pPr algn="l">
              <a:defRPr sz="4425" b="1">
                <a:solidFill>
                  <a:srgbClr val="2C5E9B"/>
                </a:solidFill>
                <a:latin typeface="Arial"/>
                <a:ea typeface="Arial"/>
                <a:cs typeface="Arial"/>
              </a:defRPr>
            </a:lvl8pPr>
            <a:lvl9pPr algn="l">
              <a:defRPr sz="4425" b="1">
                <a:solidFill>
                  <a:srgbClr val="2C5E9B"/>
                </a:solidFill>
                <a:latin typeface="Arial"/>
                <a:ea typeface="Arial"/>
                <a:cs typeface="Arial"/>
              </a:defRPr>
            </a:lvl9pPr>
          </a:lstStyle>
          <a:p xmlns:a="http://schemas.openxmlformats.org/drawingml/2006/main">
            <a:pPr algn="l">
              <a:lnSpc>
                <a:spcPct val="105000"/>
              </a:lnSpc>
              <a:buNone/>
              <a:defRPr sz="4425" b="1">
                <a:solidFill>
                  <a:srgbClr val="2C5E9B"/>
                </a:solidFill>
                <a:latin typeface="Arial"/>
                <a:ea typeface="Arial"/>
                <a:cs typeface="Arial"/>
              </a:defRPr>
            </a:pPr>
            <a:r>
              <a:rPr sz="4425" b="1">
                <a:solidFill>
                  <a:srgbClr val="2C5E9B"/>
                </a:solidFill>
                <a:latin typeface="Arial"/>
                <a:ea typeface="Arial"/>
                <a:cs typeface="Arial"/>
              </a:rPr>
              <a:t>Demo: Un día en el comercio</a:t>
            </a:r>
          </a:p>
        </p:txBody>
      </p:sp>
      <p:sp>
        <p:nvSpPr>
          <p:cNvPr id="3" name="">
            <a:extLst xmlns:a="http://schemas.openxmlformats.org/drawingml/2006/main">
              <a:ext uri="{FF2B5EF4-FFF2-40B4-BE49-F238E27FC236}">
                <a16:creationId xmlns:a16="http://schemas.microsoft.com/office/drawing/2014/main" id="{86BDE023-AA41-4781-AD04-958C693E4C0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0" y="0"/>
            <a:ext cx="13106400" cy="7372350"/>
          </a:xfrm>
          <a:custGeom xmlns:a="http://schemas.openxmlformats.org/drawingml/2006/main">
            <a:pathLst>
              <a:path w="13106400" h="7372350">
                <a:moveTo>
                  <a:pt x="0" y="1447800"/>
                </a:moveTo>
                <a:lnTo>
                  <a:pt x="6134100" y="1447800"/>
                </a:lnTo>
                <a:cubicBezTo>
                  <a:pt x="5048250" y="2124075"/>
                  <a:pt x="3762375" y="1333500"/>
                  <a:pt x="2667000" y="1885950"/>
                </a:cubicBezTo>
                <a:cubicBezTo>
                  <a:pt x="1476375" y="2524125"/>
                  <a:pt x="895350" y="3048000"/>
                  <a:pt x="0" y="3057525"/>
                </a:cubicBezTo>
                <a:close/>
              </a:path>
            </a:pathLst>
          </a:custGeom>
          <a:solidFill xmlns:a="http://schemas.openxmlformats.org/drawingml/2006/main">
            <a:srgbClr val="2C5E9B"/>
          </a:solidFill>
          <a:ln xmlns:a="http://schemas.openxmlformats.org/drawingml/2006/main" w="0">
            <a:noFill/>
          </a:ln>
        </p:spPr>
      </p:sp>
      <p:sp>
        <p:nvSpPr>
          <p:cNvPr id="4" name="">
            <a:extLst xmlns:a="http://schemas.openxmlformats.org/drawingml/2006/main">
              <a:ext uri="{FF2B5EF4-FFF2-40B4-BE49-F238E27FC236}">
                <a16:creationId xmlns:a16="http://schemas.microsoft.com/office/drawing/2014/main" id="{24E22A5B-C0A5-44A3-90C2-3E5398270EE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0" y="0"/>
            <a:ext cx="13106400" cy="7372350"/>
          </a:xfrm>
          <a:custGeom xmlns:a="http://schemas.openxmlformats.org/drawingml/2006/main">
            <a:pathLst>
              <a:path w="13106400" h="7372350">
                <a:moveTo>
                  <a:pt x="0" y="3295650"/>
                </a:moveTo>
                <a:cubicBezTo>
                  <a:pt x="1457325" y="3333750"/>
                  <a:pt x="2000250" y="1838325"/>
                  <a:pt x="4000500" y="1714500"/>
                </a:cubicBezTo>
                <a:lnTo>
                  <a:pt x="5238750" y="1447800"/>
                </a:lnTo>
              </a:path>
            </a:pathLst>
          </a:custGeom>
          <a:noFill xmlns:a="http://schemas.openxmlformats.org/drawingml/2006/main"/>
          <a:ln xmlns:a="http://schemas.openxmlformats.org/drawingml/2006/main" w="38100">
            <a:solidFill>
              <a:srgbClr val="295740"/>
            </a:solidFill>
          </a:ln>
        </p:spPr>
      </p:sp>
      <p:sp>
        <p:nvSpPr>
          <p:cNvPr id="5" name="">
            <a:extLst xmlns:a="http://schemas.openxmlformats.org/drawingml/2006/main">
              <a:ext uri="{FF2B5EF4-FFF2-40B4-BE49-F238E27FC236}">
                <a16:creationId xmlns:a16="http://schemas.microsoft.com/office/drawing/2014/main" id="{9A12097B-8525-4AF4-9ABC-A1471FC0E35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0" y="0"/>
            <a:ext cx="13106400" cy="7372350"/>
          </a:xfrm>
          <a:custGeom xmlns:a="http://schemas.openxmlformats.org/drawingml/2006/main">
            <a:pathLst>
              <a:path w="13106400" h="7372350">
                <a:moveTo>
                  <a:pt x="0" y="3609975"/>
                </a:moveTo>
                <a:cubicBezTo>
                  <a:pt x="1714500" y="3495675"/>
                  <a:pt x="2076450" y="1943100"/>
                  <a:pt x="4229100" y="1781175"/>
                </a:cubicBezTo>
                <a:lnTo>
                  <a:pt x="5524500" y="1447800"/>
                </a:lnTo>
              </a:path>
            </a:pathLst>
          </a:custGeom>
          <a:noFill xmlns:a="http://schemas.openxmlformats.org/drawingml/2006/main"/>
          <a:ln xmlns:a="http://schemas.openxmlformats.org/drawingml/2006/main" w="28575">
            <a:solidFill>
              <a:srgbClr val="B76340"/>
            </a:solidFill>
          </a:ln>
        </p:spPr>
      </p:sp>
      <p:sp>
        <p:nvSpPr>
          <p:cNvPr id="6" name="">
            <a:extLst xmlns:a="http://schemas.openxmlformats.org/drawingml/2006/main">
              <a:ext uri="{FF2B5EF4-FFF2-40B4-BE49-F238E27FC236}">
                <a16:creationId xmlns:a16="http://schemas.microsoft.com/office/drawing/2014/main" id="{8F90280D-F104-459A-9967-F06289CE79A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0" y="0"/>
            <a:ext cx="13106400" cy="7372350"/>
          </a:xfrm>
          <a:custGeom xmlns:a="http://schemas.openxmlformats.org/drawingml/2006/main">
            <a:pathLst>
              <a:path w="13106400" h="7372350">
                <a:moveTo>
                  <a:pt x="9048750" y="7372350"/>
                </a:moveTo>
                <a:cubicBezTo>
                  <a:pt x="11239500" y="7096125"/>
                  <a:pt x="11582400" y="6134100"/>
                  <a:pt x="13106400" y="5953125"/>
                </a:cubicBezTo>
              </a:path>
            </a:pathLst>
          </a:custGeom>
          <a:noFill xmlns:a="http://schemas.openxmlformats.org/drawingml/2006/main"/>
          <a:ln xmlns:a="http://schemas.openxmlformats.org/drawingml/2006/main" w="28575">
            <a:solidFill>
              <a:srgbClr val="B76340"/>
            </a:solidFill>
          </a:ln>
        </p:spPr>
      </p:sp>
      <p:sp>
        <p:nvSpPr>
          <p:cNvPr id="7" name="">
            <a:extLst xmlns:a="http://schemas.openxmlformats.org/drawingml/2006/main">
              <a:ext uri="{FF2B5EF4-FFF2-40B4-BE49-F238E27FC236}">
                <a16:creationId xmlns:a16="http://schemas.microsoft.com/office/drawing/2014/main" id="{06354299-0C85-46C1-B6DD-2EF407322C7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0" y="0"/>
            <a:ext cx="13106400" cy="7372350"/>
          </a:xfrm>
          <a:custGeom xmlns:a="http://schemas.openxmlformats.org/drawingml/2006/main">
            <a:pathLst>
              <a:path w="13106400" h="7372350">
                <a:moveTo>
                  <a:pt x="9715500" y="7372350"/>
                </a:moveTo>
                <a:cubicBezTo>
                  <a:pt x="11334750" y="7162800"/>
                  <a:pt x="11849100" y="6229350"/>
                  <a:pt x="13106400" y="6257925"/>
                </a:cubicBezTo>
              </a:path>
            </a:pathLst>
          </a:custGeom>
          <a:noFill xmlns:a="http://schemas.openxmlformats.org/drawingml/2006/main"/>
          <a:ln xmlns:a="http://schemas.openxmlformats.org/drawingml/2006/main" w="38100">
            <a:solidFill>
              <a:srgbClr val="295740"/>
            </a:solidFill>
          </a:ln>
        </p:spPr>
      </p:sp>
      <p:sp>
        <p:nvSpPr>
          <p:cNvPr id="8" name="">
            <a:extLst xmlns:a="http://schemas.openxmlformats.org/drawingml/2006/main">
              <a:ext uri="{FF2B5EF4-FFF2-40B4-BE49-F238E27FC236}">
                <a16:creationId xmlns:a16="http://schemas.microsoft.com/office/drawing/2014/main" id="{7DB7BDA2-4098-488C-86A9-4CD5275CFEC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695450" y="1914525"/>
            <a:ext cx="9734550" cy="5105400"/>
          </a:xfrm>
          <a:prstGeom xmlns:a="http://schemas.openxmlformats.org/drawingml/2006/main" prst="roundRect">
            <a:avLst>
              <a:gd name="adj" fmla="val 4104"/>
            </a:avLst>
          </a:prstGeom>
          <a:solidFill xmlns:a="http://schemas.openxmlformats.org/drawingml/2006/main">
            <a:srgbClr val="F5F1E5"/>
          </a:solidFill>
          <a:ln xmlns:a="http://schemas.openxmlformats.org/drawingml/2006/main" w="11430">
            <a:solidFill>
              <a:srgbClr val="383A35"/>
            </a:solidFill>
          </a:ln>
        </p:spPr>
      </p:sp>
      <p:sp>
        <p:nvSpPr>
          <p:cNvPr id="9" name="">
            <a:extLst xmlns:a="http://schemas.openxmlformats.org/drawingml/2006/main">
              <a:ext uri="{FF2B5EF4-FFF2-40B4-BE49-F238E27FC236}">
                <a16:creationId xmlns:a16="http://schemas.microsoft.com/office/drawing/2014/main" id="{C3529A4E-402F-4088-BD81-C131CFC8849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743075" y="1952625"/>
            <a:ext cx="9639300" cy="5029200"/>
          </a:xfrm>
          <a:prstGeom xmlns:a="http://schemas.openxmlformats.org/drawingml/2006/main" prst="roundRect">
            <a:avLst>
              <a:gd name="adj" fmla="val 4167"/>
            </a:avLst>
          </a:prstGeom>
          <a:solidFill xmlns:a="http://schemas.openxmlformats.org/drawingml/2006/main">
            <a:srgbClr val="F5F1E5"/>
          </a:solidFill>
          <a:ln xmlns:a="http://schemas.openxmlformats.org/drawingml/2006/main" w="7620">
            <a:solidFill>
              <a:srgbClr val="383A35"/>
            </a:solidFill>
          </a:ln>
        </p:spPr>
      </p:sp>
      <p:sp>
        <p:nvSpPr>
          <p:cNvPr id="10" name="">
            <a:extLst xmlns:a="http://schemas.openxmlformats.org/drawingml/2006/main">
              <a:ext uri="{FF2B5EF4-FFF2-40B4-BE49-F238E27FC236}">
                <a16:creationId xmlns:a16="http://schemas.microsoft.com/office/drawing/2014/main" id="{871E00E1-C61F-4FAD-AB50-DABAC0BDD99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2390775" y="1952625"/>
            <a:ext cx="8334375" cy="4676775"/>
          </a:xfrm>
          <a:prstGeom xmlns:a="http://schemas.openxmlformats.org/drawingml/2006/main" prst="roundRect">
            <a:avLst>
              <a:gd name="adj" fmla="val 4481"/>
            </a:avLst>
          </a:prstGeom>
          <a:solidFill xmlns:a="http://schemas.openxmlformats.org/drawingml/2006/main">
            <a:srgbClr val="F5F1E5"/>
          </a:solidFill>
          <a:ln xmlns:a="http://schemas.openxmlformats.org/drawingml/2006/main" w="7620">
            <a:solidFill>
              <a:srgbClr val="383A35"/>
            </a:solidFill>
          </a:ln>
        </p:spPr>
      </p:sp>
      <p:sp>
        <p:nvSpPr>
          <p:cNvPr id="11" name="">
            <a:extLst xmlns:a="http://schemas.openxmlformats.org/drawingml/2006/main">
              <a:ext uri="{FF2B5EF4-FFF2-40B4-BE49-F238E27FC236}">
                <a16:creationId xmlns:a16="http://schemas.microsoft.com/office/drawing/2014/main" id="{CB3A9D7F-D579-41D5-B322-53888400E0B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2514600" y="2028825"/>
            <a:ext cx="8086725" cy="4524375"/>
          </a:xfrm>
          <a:prstGeom xmlns:a="http://schemas.openxmlformats.org/drawingml/2006/main" prst="roundRect">
            <a:avLst>
              <a:gd name="adj" fmla="val 4632"/>
            </a:avLst>
          </a:prstGeom>
          <a:solidFill xmlns:a="http://schemas.openxmlformats.org/drawingml/2006/main">
            <a:srgbClr val="F5F1E5"/>
          </a:solidFill>
          <a:ln xmlns:a="http://schemas.openxmlformats.org/drawingml/2006/main" w="7620">
            <a:solidFill>
              <a:srgbClr val="383A35"/>
            </a:solidFill>
          </a:ln>
        </p:spPr>
      </p:sp>
      <p:sp>
        <p:nvSpPr>
          <p:cNvPr id="12" name="">
            <a:extLst xmlns:a="http://schemas.openxmlformats.org/drawingml/2006/main">
              <a:ext uri="{FF2B5EF4-FFF2-40B4-BE49-F238E27FC236}">
                <a16:creationId xmlns:a16="http://schemas.microsoft.com/office/drawing/2014/main" id="{BF8FD918-9FAC-4247-8336-B461C3A6A41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6505575" y="2000250"/>
            <a:ext cx="104775" cy="104775"/>
          </a:xfrm>
          <a:prstGeom xmlns:a="http://schemas.openxmlformats.org/drawingml/2006/main" prst="ellipse">
            <a:avLst/>
          </a:prstGeom>
          <a:solidFill xmlns:a="http://schemas.openxmlformats.org/drawingml/2006/main">
            <a:srgbClr val="F5F1E5"/>
          </a:solidFill>
          <a:ln xmlns:a="http://schemas.openxmlformats.org/drawingml/2006/main" w="7620">
            <a:solidFill>
              <a:srgbClr val="383A35"/>
            </a:solidFill>
          </a:ln>
        </p:spPr>
      </p:sp>
      <p:sp>
        <p:nvSpPr>
          <p:cNvPr id="13" name="">
            <a:extLst xmlns:a="http://schemas.openxmlformats.org/drawingml/2006/main">
              <a:ext uri="{FF2B5EF4-FFF2-40B4-BE49-F238E27FC236}">
                <a16:creationId xmlns:a16="http://schemas.microsoft.com/office/drawing/2014/main" id="{7ADB5622-02EF-4F42-84CB-CD8397D82F4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6219825" y="6705600"/>
            <a:ext cx="666750" cy="190500"/>
          </a:xfrm>
          <a:prstGeom xmlns:a="http://schemas.openxmlformats.org/drawingml/2006/main" prst="roundRect">
            <a:avLst>
              <a:gd name="adj" fmla="val 50000"/>
            </a:avLst>
          </a:prstGeom>
          <a:solidFill xmlns:a="http://schemas.openxmlformats.org/drawingml/2006/main">
            <a:srgbClr val="F5F1E5"/>
          </a:solidFill>
          <a:ln xmlns:a="http://schemas.openxmlformats.org/drawingml/2006/main" w="9525">
            <a:solidFill>
              <a:srgbClr val="383A35"/>
            </a:solidFill>
          </a:ln>
        </p:spPr>
      </p:sp>
    </p:spTree>
    <p:extLst>
      <p:ext uri="{BB962C8B-B14F-4D97-AF65-F5344CB8AC3E}">
        <p14:creationId xmlns:p14="http://schemas.microsoft.com/office/powerpoint/2010/main" val="250351299"/>
      </p:ext>
    </p:extLst>
  </p:cSld>
</p:sld>
</file>

<file path=ppt/slides/slide6.xml><?xml version="1.0" encoding="utf-8"?>
<p:sld xmlns:p="http://schemas.openxmlformats.org/presentationml/2006/main">
  <p:cSld>
    <p:bg>
      <p:bgPr>
        <a:solidFill xmlns:a="http://schemas.openxmlformats.org/drawingml/2006/main">
          <a:srgbClr val="F5F1E5"/>
        </a:solidFill>
      </p:bgPr>
    </p:bg>
    <p:spTree>
      <p:nvGrpSpPr>
        <p:cNvPr id="1" name=""/>
        <p:cNvGrpSpPr/>
        <p:nvPr/>
      </p:nvGrpSpPr>
      <p:grpSpPr>
        <a:xfrm xmlns:a="http://schemas.openxmlformats.org/drawingml/2006/main"/>
      </p:grpSpPr>
      <p:sp>
        <p:nvSpPr>
          <p:cNvPr id="134" name="">
            <a:extLst xmlns:a="http://schemas.openxmlformats.org/drawingml/2006/main">
              <a:ext uri="{FF2B5EF4-FFF2-40B4-BE49-F238E27FC236}">
                <a16:creationId xmlns:a16="http://schemas.microsoft.com/office/drawing/2014/main" id="{66FA6D0B-9E38-4357-8D01-2E32C3513BE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2077700" y="7153275"/>
            <a:ext cx="990600" cy="17145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/>
          <a:lstStyle xmlns:a="http://schemas.openxmlformats.org/drawingml/2006/main">
            <a:defPPr algn="l">
              <a:defRPr sz="750" b="1">
                <a:solidFill>
                  <a:srgbClr val="111111"/>
                </a:solidFill>
                <a:latin typeface="Arial"/>
                <a:ea typeface="Arial"/>
                <a:cs typeface="Arial"/>
              </a:defRPr>
            </a:defPPr>
            <a:lvl1pPr algn="l">
              <a:defRPr sz="750" b="1">
                <a:solidFill>
                  <a:srgbClr val="111111"/>
                </a:solidFill>
                <a:latin typeface="Arial"/>
                <a:ea typeface="Arial"/>
                <a:cs typeface="Arial"/>
              </a:defRPr>
            </a:lvl1pPr>
            <a:lvl2pPr algn="l">
              <a:defRPr sz="750" b="1">
                <a:solidFill>
                  <a:srgbClr val="111111"/>
                </a:solidFill>
                <a:latin typeface="Arial"/>
                <a:ea typeface="Arial"/>
                <a:cs typeface="Arial"/>
              </a:defRPr>
            </a:lvl2pPr>
            <a:lvl3pPr algn="l">
              <a:defRPr sz="750" b="1">
                <a:solidFill>
                  <a:srgbClr val="111111"/>
                </a:solidFill>
                <a:latin typeface="Arial"/>
                <a:ea typeface="Arial"/>
                <a:cs typeface="Arial"/>
              </a:defRPr>
            </a:lvl3pPr>
            <a:lvl4pPr algn="l">
              <a:defRPr sz="750" b="1">
                <a:solidFill>
                  <a:srgbClr val="111111"/>
                </a:solidFill>
                <a:latin typeface="Arial"/>
                <a:ea typeface="Arial"/>
                <a:cs typeface="Arial"/>
              </a:defRPr>
            </a:lvl4pPr>
            <a:lvl5pPr algn="l">
              <a:defRPr sz="750" b="1">
                <a:solidFill>
                  <a:srgbClr val="111111"/>
                </a:solidFill>
                <a:latin typeface="Arial"/>
                <a:ea typeface="Arial"/>
                <a:cs typeface="Arial"/>
              </a:defRPr>
            </a:lvl5pPr>
            <a:lvl6pPr algn="l">
              <a:defRPr sz="750" b="1">
                <a:solidFill>
                  <a:srgbClr val="111111"/>
                </a:solidFill>
                <a:latin typeface="Arial"/>
                <a:ea typeface="Arial"/>
                <a:cs typeface="Arial"/>
              </a:defRPr>
            </a:lvl6pPr>
            <a:lvl7pPr algn="l">
              <a:defRPr sz="750" b="1">
                <a:solidFill>
                  <a:srgbClr val="111111"/>
                </a:solidFill>
                <a:latin typeface="Arial"/>
                <a:ea typeface="Arial"/>
                <a:cs typeface="Arial"/>
              </a:defRPr>
            </a:lvl7pPr>
            <a:lvl8pPr algn="l">
              <a:defRPr sz="750" b="1">
                <a:solidFill>
                  <a:srgbClr val="111111"/>
                </a:solidFill>
                <a:latin typeface="Arial"/>
                <a:ea typeface="Arial"/>
                <a:cs typeface="Arial"/>
              </a:defRPr>
            </a:lvl8pPr>
            <a:lvl9pPr algn="l">
              <a:defRPr sz="750" b="1">
                <a:solidFill>
                  <a:srgbClr val="111111"/>
                </a:solidFill>
                <a:latin typeface="Arial"/>
                <a:ea typeface="Arial"/>
                <a:cs typeface="Arial"/>
              </a:defRPr>
            </a:lvl9pPr>
          </a:lstStyle>
          <a:p xmlns:a="http://schemas.openxmlformats.org/drawingml/2006/main">
            <a:pPr algn="l">
              <a:lnSpc>
                <a:spcPct val="105000"/>
              </a:lnSpc>
              <a:buNone/>
              <a:defRPr sz="750" b="1">
                <a:solidFill>
                  <a:srgbClr val="111111"/>
                </a:solidFill>
                <a:latin typeface="Arial"/>
                <a:ea typeface="Arial"/>
                <a:cs typeface="Arial"/>
              </a:defRPr>
            </a:pPr>
            <a:r>
              <a:rPr sz="750" b="1">
                <a:solidFill>
                  <a:srgbClr val="111111"/>
                </a:solidFill>
                <a:latin typeface="Arial"/>
                <a:ea typeface="Arial"/>
                <a:cs typeface="Arial"/>
              </a:rPr>
              <a:t>◉ Gemini Notebook</a:t>
            </a:r>
          </a:p>
        </p:txBody>
      </p:sp>
      <p:sp>
        <p:nvSpPr>
          <p:cNvPr id="2" name="">
            <a:extLst xmlns:a="http://schemas.openxmlformats.org/drawingml/2006/main">
              <a:ext uri="{FF2B5EF4-FFF2-40B4-BE49-F238E27FC236}">
                <a16:creationId xmlns:a16="http://schemas.microsoft.com/office/drawing/2014/main" id="{86EFC9F8-A6CE-43D5-866C-5923D2792D3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0" y="0"/>
            <a:ext cx="13106400" cy="7372350"/>
          </a:xfrm>
          <a:custGeom xmlns:a="http://schemas.openxmlformats.org/drawingml/2006/main">
            <a:pathLst>
              <a:path w="13106400" h="7372350">
                <a:moveTo>
                  <a:pt x="8743950" y="0"/>
                </a:moveTo>
                <a:cubicBezTo>
                  <a:pt x="8686800" y="1266825"/>
                  <a:pt x="10048875" y="2724150"/>
                  <a:pt x="13106400" y="2543175"/>
                </a:cubicBezTo>
                <a:lnTo>
                  <a:pt x="13106400" y="0"/>
                </a:lnTo>
                <a:close/>
              </a:path>
            </a:pathLst>
          </a:custGeom>
          <a:solidFill xmlns:a="http://schemas.openxmlformats.org/drawingml/2006/main">
            <a:srgbClr val="B76340"/>
          </a:solidFill>
          <a:ln xmlns:a="http://schemas.openxmlformats.org/drawingml/2006/main" w="0">
            <a:noFill/>
          </a:ln>
        </p:spPr>
      </p:sp>
      <p:sp>
        <p:nvSpPr>
          <p:cNvPr id="3" name="">
            <a:extLst xmlns:a="http://schemas.openxmlformats.org/drawingml/2006/main">
              <a:ext uri="{FF2B5EF4-FFF2-40B4-BE49-F238E27FC236}">
                <a16:creationId xmlns:a16="http://schemas.microsoft.com/office/drawing/2014/main" id="{1C7EC2E7-5482-4A34-AE2E-85808DF27D2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0" y="0"/>
            <a:ext cx="13106400" cy="7372350"/>
          </a:xfrm>
          <a:custGeom xmlns:a="http://schemas.openxmlformats.org/drawingml/2006/main">
            <a:pathLst>
              <a:path w="13106400" h="7372350">
                <a:moveTo>
                  <a:pt x="8743950" y="0"/>
                </a:moveTo>
                <a:cubicBezTo>
                  <a:pt x="8686800" y="1038225"/>
                  <a:pt x="10001250" y="2352675"/>
                  <a:pt x="13106400" y="2162175"/>
                </a:cubicBezTo>
                <a:lnTo>
                  <a:pt x="13106400" y="0"/>
                </a:lnTo>
                <a:close/>
              </a:path>
            </a:pathLst>
          </a:custGeom>
          <a:solidFill xmlns:a="http://schemas.openxmlformats.org/drawingml/2006/main">
            <a:srgbClr val="2C5E9B"/>
          </a:solidFill>
          <a:ln xmlns:a="http://schemas.openxmlformats.org/drawingml/2006/main" w="0">
            <a:noFill/>
          </a:ln>
        </p:spPr>
      </p:sp>
      <p:sp>
        <p:nvSpPr>
          <p:cNvPr id="4" name="">
            <a:extLst xmlns:a="http://schemas.openxmlformats.org/drawingml/2006/main">
              <a:ext uri="{FF2B5EF4-FFF2-40B4-BE49-F238E27FC236}">
                <a16:creationId xmlns:a16="http://schemas.microsoft.com/office/drawing/2014/main" id="{11691FCE-C8B8-4B64-A07B-BE5848C8FAF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0" y="0"/>
            <a:ext cx="13106400" cy="7372350"/>
          </a:xfrm>
          <a:custGeom xmlns:a="http://schemas.openxmlformats.org/drawingml/2006/main">
            <a:pathLst>
              <a:path w="13106400" h="7372350">
                <a:moveTo>
                  <a:pt x="0" y="4857750"/>
                </a:moveTo>
                <a:cubicBezTo>
                  <a:pt x="1752600" y="4667250"/>
                  <a:pt x="3390900" y="5334000"/>
                  <a:pt x="4143375" y="7372350"/>
                </a:cubicBezTo>
                <a:lnTo>
                  <a:pt x="0" y="7372350"/>
                </a:lnTo>
                <a:close/>
              </a:path>
            </a:pathLst>
          </a:custGeom>
          <a:solidFill xmlns:a="http://schemas.openxmlformats.org/drawingml/2006/main">
            <a:srgbClr val="B76340"/>
          </a:solidFill>
          <a:ln xmlns:a="http://schemas.openxmlformats.org/drawingml/2006/main" w="0">
            <a:noFill/>
          </a:ln>
        </p:spPr>
      </p:sp>
      <p:sp>
        <p:nvSpPr>
          <p:cNvPr id="5" name="">
            <a:extLst xmlns:a="http://schemas.openxmlformats.org/drawingml/2006/main">
              <a:ext uri="{FF2B5EF4-FFF2-40B4-BE49-F238E27FC236}">
                <a16:creationId xmlns:a16="http://schemas.microsoft.com/office/drawing/2014/main" id="{67CBE92A-F502-4201-8DBD-67BD26EA347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0" y="0"/>
            <a:ext cx="13106400" cy="7372350"/>
          </a:xfrm>
          <a:custGeom xmlns:a="http://schemas.openxmlformats.org/drawingml/2006/main">
            <a:pathLst>
              <a:path w="13106400" h="7372350">
                <a:moveTo>
                  <a:pt x="0" y="4867275"/>
                </a:moveTo>
                <a:cubicBezTo>
                  <a:pt x="1743075" y="4667250"/>
                  <a:pt x="3286125" y="5476875"/>
                  <a:pt x="3924300" y="7372350"/>
                </a:cubicBezTo>
                <a:lnTo>
                  <a:pt x="0" y="7372350"/>
                </a:lnTo>
                <a:close/>
              </a:path>
            </a:pathLst>
          </a:custGeom>
          <a:solidFill xmlns:a="http://schemas.openxmlformats.org/drawingml/2006/main">
            <a:srgbClr val="2C5E9B"/>
          </a:solidFill>
          <a:ln xmlns:a="http://schemas.openxmlformats.org/drawingml/2006/main" w="0">
            <a:noFill/>
          </a:ln>
        </p:spPr>
      </p:sp>
      <p:sp>
        <p:nvSpPr>
          <p:cNvPr id="6" name="">
            <a:extLst xmlns:a="http://schemas.openxmlformats.org/drawingml/2006/main">
              <a:ext uri="{FF2B5EF4-FFF2-40B4-BE49-F238E27FC236}">
                <a16:creationId xmlns:a16="http://schemas.microsoft.com/office/drawing/2014/main" id="{245DC3A2-14DF-4F66-A948-30E1FD10965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33400" y="514350"/>
            <a:ext cx="11239500" cy="68580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/>
          <a:lstStyle xmlns:a="http://schemas.openxmlformats.org/drawingml/2006/main">
            <a:defPPr algn="l">
              <a:defRPr sz="367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defPPr>
            <a:lvl1pPr algn="l">
              <a:defRPr sz="367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1pPr>
            <a:lvl2pPr algn="l">
              <a:defRPr sz="367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2pPr>
            <a:lvl3pPr algn="l">
              <a:defRPr sz="367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3pPr>
            <a:lvl4pPr algn="l">
              <a:defRPr sz="367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4pPr>
            <a:lvl5pPr algn="l">
              <a:defRPr sz="367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5pPr>
            <a:lvl6pPr algn="l">
              <a:defRPr sz="367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6pPr>
            <a:lvl7pPr algn="l">
              <a:defRPr sz="367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7pPr>
            <a:lvl8pPr algn="l">
              <a:defRPr sz="367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8pPr>
            <a:lvl9pPr algn="l">
              <a:defRPr sz="367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9pPr>
          </a:lstStyle>
          <a:p xmlns:a="http://schemas.openxmlformats.org/drawingml/2006/main">
            <a:pPr algn="l">
              <a:lnSpc>
                <a:spcPct val="105000"/>
              </a:lnSpc>
              <a:buNone/>
              <a:defRPr sz="367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pPr>
            <a:r>
              <a:rPr sz="3675" b="0">
                <a:solidFill>
                  <a:srgbClr val="111111"/>
                </a:solidFill>
                <a:latin typeface="Arial"/>
                <a:ea typeface="Arial"/>
                <a:cs typeface="Arial"/>
              </a:rPr>
              <a:t>¿Cómo funciona por dentro?</a:t>
            </a:r>
          </a:p>
        </p:txBody>
      </p:sp>
      <p:sp>
        <p:nvSpPr>
          <p:cNvPr id="7" name="">
            <a:extLst xmlns:a="http://schemas.openxmlformats.org/drawingml/2006/main">
              <a:ext uri="{FF2B5EF4-FFF2-40B4-BE49-F238E27FC236}">
                <a16:creationId xmlns:a16="http://schemas.microsoft.com/office/drawing/2014/main" id="{848A5FAD-6B71-4F78-BC41-51679DD90C0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33400" y="1400175"/>
            <a:ext cx="3381375" cy="2143125"/>
          </a:xfrm>
          <a:prstGeom xmlns:a="http://schemas.openxmlformats.org/drawingml/2006/main" prst="roundRect">
            <a:avLst>
              <a:gd name="adj" fmla="val 9778"/>
            </a:avLst>
          </a:prstGeom>
          <a:solidFill xmlns:a="http://schemas.openxmlformats.org/drawingml/2006/main">
            <a:srgbClr val="F5F1E5"/>
          </a:solidFill>
          <a:ln xmlns:a="http://schemas.openxmlformats.org/drawingml/2006/main" w="0">
            <a:noFill/>
          </a:ln>
        </p:spPr>
        <p:style>
          <a:lnRef xmlns:a="http://schemas.openxmlformats.org/drawingml/2006/main" idx="0"/>
          <a:fillRef xmlns:a="http://schemas.openxmlformats.org/drawingml/2006/main" idx="0"/>
          <a:effectRef xmlns:a="http://schemas.openxmlformats.org/drawingml/2006/main" idx="7"/>
          <a:fontRef xmlns:a="http://schemas.openxmlformats.org/drawingml/2006/main" idx="major"/>
        </p:style>
      </p:sp>
      <p:sp>
        <p:nvSpPr>
          <p:cNvPr id="8" name="">
            <a:extLst xmlns:a="http://schemas.openxmlformats.org/drawingml/2006/main">
              <a:ext uri="{FF2B5EF4-FFF2-40B4-BE49-F238E27FC236}">
                <a16:creationId xmlns:a16="http://schemas.microsoft.com/office/drawing/2014/main" id="{0CCA857C-ACDA-472C-B7DC-62D37F2C8A2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857750" y="1400175"/>
            <a:ext cx="3381375" cy="2143125"/>
          </a:xfrm>
          <a:prstGeom xmlns:a="http://schemas.openxmlformats.org/drawingml/2006/main" prst="roundRect">
            <a:avLst>
              <a:gd name="adj" fmla="val 9778"/>
            </a:avLst>
          </a:prstGeom>
          <a:solidFill xmlns:a="http://schemas.openxmlformats.org/drawingml/2006/main">
            <a:srgbClr val="F5F1E5"/>
          </a:solidFill>
          <a:ln xmlns:a="http://schemas.openxmlformats.org/drawingml/2006/main" w="0">
            <a:noFill/>
          </a:ln>
        </p:spPr>
        <p:style>
          <a:lnRef xmlns:a="http://schemas.openxmlformats.org/drawingml/2006/main" idx="0"/>
          <a:fillRef xmlns:a="http://schemas.openxmlformats.org/drawingml/2006/main" idx="0"/>
          <a:effectRef xmlns:a="http://schemas.openxmlformats.org/drawingml/2006/main" idx="7"/>
          <a:fontRef xmlns:a="http://schemas.openxmlformats.org/drawingml/2006/main" idx="major"/>
        </p:style>
      </p:sp>
      <p:sp>
        <p:nvSpPr>
          <p:cNvPr id="9" name="">
            <a:extLst xmlns:a="http://schemas.openxmlformats.org/drawingml/2006/main">
              <a:ext uri="{FF2B5EF4-FFF2-40B4-BE49-F238E27FC236}">
                <a16:creationId xmlns:a16="http://schemas.microsoft.com/office/drawing/2014/main" id="{303A147A-7C77-4B6B-9796-670B1519D5D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191625" y="1400175"/>
            <a:ext cx="3381375" cy="2143125"/>
          </a:xfrm>
          <a:prstGeom xmlns:a="http://schemas.openxmlformats.org/drawingml/2006/main" prst="roundRect">
            <a:avLst>
              <a:gd name="adj" fmla="val 9778"/>
            </a:avLst>
          </a:prstGeom>
          <a:solidFill xmlns:a="http://schemas.openxmlformats.org/drawingml/2006/main">
            <a:srgbClr val="F5F1E5"/>
          </a:solidFill>
          <a:ln xmlns:a="http://schemas.openxmlformats.org/drawingml/2006/main" w="0">
            <a:noFill/>
          </a:ln>
        </p:spPr>
        <p:style>
          <a:lnRef xmlns:a="http://schemas.openxmlformats.org/drawingml/2006/main" idx="0"/>
          <a:fillRef xmlns:a="http://schemas.openxmlformats.org/drawingml/2006/main" idx="0"/>
          <a:effectRef xmlns:a="http://schemas.openxmlformats.org/drawingml/2006/main" idx="7"/>
          <a:fontRef xmlns:a="http://schemas.openxmlformats.org/drawingml/2006/main" idx="major"/>
        </p:style>
      </p:sp>
      <p:sp>
        <p:nvSpPr>
          <p:cNvPr id="10" name="mobile vector #f2f1e4">
            <a:extLst xmlns:a="http://schemas.openxmlformats.org/drawingml/2006/main">
              <a:ext uri="{FF2B5EF4-FFF2-40B4-BE49-F238E27FC236}">
                <a16:creationId xmlns:a16="http://schemas.microsoft.com/office/drawing/2014/main" id="{55B7FD26-22B4-43BB-9C6E-8715C38611F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000250" y="1524000"/>
            <a:ext cx="457200" cy="685800"/>
          </a:xfrm>
          <a:custGeom xmlns:a="http://schemas.openxmlformats.org/drawingml/2006/main">
            <a:pathLst>
              <a:path w="457200" h="685800">
                <a:moveTo>
                  <a:pt x="114300" y="28575"/>
                </a:moveTo>
                <a:lnTo>
                  <a:pt x="123825" y="28575"/>
                </a:lnTo>
                <a:lnTo>
                  <a:pt x="123825" y="47625"/>
                </a:lnTo>
                <a:lnTo>
                  <a:pt x="114300" y="47625"/>
                </a:lnTo>
                <a:close/>
                <a:moveTo>
                  <a:pt x="133350" y="38100"/>
                </a:moveTo>
                <a:lnTo>
                  <a:pt x="142875" y="38100"/>
                </a:lnTo>
                <a:lnTo>
                  <a:pt x="142875" y="47625"/>
                </a:lnTo>
                <a:lnTo>
                  <a:pt x="133350" y="47625"/>
                </a:lnTo>
                <a:close/>
                <a:moveTo>
                  <a:pt x="219075" y="38100"/>
                </a:moveTo>
                <a:lnTo>
                  <a:pt x="247650" y="38100"/>
                </a:lnTo>
                <a:lnTo>
                  <a:pt x="247650" y="47625"/>
                </a:lnTo>
                <a:lnTo>
                  <a:pt x="219075" y="47625"/>
                </a:lnTo>
                <a:close/>
                <a:moveTo>
                  <a:pt x="342900" y="38100"/>
                </a:moveTo>
                <a:lnTo>
                  <a:pt x="361950" y="38100"/>
                </a:lnTo>
                <a:lnTo>
                  <a:pt x="361950" y="47625"/>
                </a:lnTo>
                <a:lnTo>
                  <a:pt x="342900" y="47625"/>
                </a:lnTo>
                <a:close/>
                <a:moveTo>
                  <a:pt x="47625" y="66675"/>
                </a:moveTo>
                <a:lnTo>
                  <a:pt x="57150" y="66675"/>
                </a:lnTo>
                <a:lnTo>
                  <a:pt x="57150" y="76200"/>
                </a:lnTo>
                <a:lnTo>
                  <a:pt x="47625" y="76200"/>
                </a:lnTo>
                <a:close/>
                <a:moveTo>
                  <a:pt x="38100" y="76200"/>
                </a:moveTo>
                <a:lnTo>
                  <a:pt x="47625" y="76200"/>
                </a:lnTo>
                <a:lnTo>
                  <a:pt x="47625" y="85725"/>
                </a:lnTo>
                <a:lnTo>
                  <a:pt x="38100" y="85725"/>
                </a:lnTo>
                <a:close/>
                <a:moveTo>
                  <a:pt x="409575" y="76200"/>
                </a:moveTo>
                <a:lnTo>
                  <a:pt x="419100" y="76200"/>
                </a:lnTo>
                <a:lnTo>
                  <a:pt x="419100" y="85725"/>
                </a:lnTo>
                <a:lnTo>
                  <a:pt x="409575" y="85725"/>
                </a:lnTo>
                <a:close/>
                <a:moveTo>
                  <a:pt x="28575" y="85725"/>
                </a:moveTo>
                <a:lnTo>
                  <a:pt x="38100" y="85725"/>
                </a:lnTo>
                <a:lnTo>
                  <a:pt x="38100" y="95250"/>
                </a:lnTo>
                <a:lnTo>
                  <a:pt x="28575" y="95250"/>
                </a:lnTo>
                <a:close/>
                <a:moveTo>
                  <a:pt x="428625" y="104775"/>
                </a:moveTo>
                <a:lnTo>
                  <a:pt x="438150" y="104775"/>
                </a:lnTo>
                <a:lnTo>
                  <a:pt x="438150" y="133350"/>
                </a:lnTo>
                <a:lnTo>
                  <a:pt x="428625" y="133350"/>
                </a:lnTo>
                <a:close/>
                <a:moveTo>
                  <a:pt x="104775" y="114300"/>
                </a:moveTo>
                <a:lnTo>
                  <a:pt x="114300" y="114300"/>
                </a:lnTo>
                <a:lnTo>
                  <a:pt x="114300" y="123825"/>
                </a:lnTo>
                <a:lnTo>
                  <a:pt x="104775" y="123825"/>
                </a:lnTo>
                <a:close/>
                <a:moveTo>
                  <a:pt x="133350" y="114300"/>
                </a:moveTo>
                <a:lnTo>
                  <a:pt x="142875" y="114300"/>
                </a:lnTo>
                <a:lnTo>
                  <a:pt x="142875" y="123825"/>
                </a:lnTo>
                <a:lnTo>
                  <a:pt x="133350" y="123825"/>
                </a:lnTo>
                <a:close/>
                <a:moveTo>
                  <a:pt x="95250" y="123825"/>
                </a:moveTo>
                <a:lnTo>
                  <a:pt x="104775" y="123825"/>
                </a:lnTo>
                <a:lnTo>
                  <a:pt x="104775" y="152400"/>
                </a:lnTo>
                <a:lnTo>
                  <a:pt x="95250" y="152400"/>
                </a:lnTo>
                <a:close/>
                <a:moveTo>
                  <a:pt x="142875" y="123825"/>
                </a:moveTo>
                <a:lnTo>
                  <a:pt x="152400" y="123825"/>
                </a:lnTo>
                <a:lnTo>
                  <a:pt x="152400" y="133350"/>
                </a:lnTo>
                <a:lnTo>
                  <a:pt x="142875" y="133350"/>
                </a:lnTo>
                <a:close/>
                <a:moveTo>
                  <a:pt x="95250" y="161925"/>
                </a:moveTo>
                <a:lnTo>
                  <a:pt x="104775" y="161925"/>
                </a:lnTo>
                <a:lnTo>
                  <a:pt x="104775" y="190500"/>
                </a:lnTo>
                <a:lnTo>
                  <a:pt x="95250" y="190500"/>
                </a:lnTo>
                <a:close/>
                <a:moveTo>
                  <a:pt x="19050" y="257175"/>
                </a:moveTo>
                <a:lnTo>
                  <a:pt x="28575" y="257175"/>
                </a:lnTo>
                <a:lnTo>
                  <a:pt x="28575" y="276225"/>
                </a:lnTo>
                <a:lnTo>
                  <a:pt x="19050" y="276225"/>
                </a:lnTo>
                <a:close/>
                <a:moveTo>
                  <a:pt x="438150" y="314325"/>
                </a:moveTo>
                <a:lnTo>
                  <a:pt x="447675" y="314325"/>
                </a:lnTo>
                <a:lnTo>
                  <a:pt x="447675" y="333375"/>
                </a:lnTo>
                <a:lnTo>
                  <a:pt x="438150" y="333375"/>
                </a:lnTo>
                <a:close/>
                <a:moveTo>
                  <a:pt x="95250" y="333375"/>
                </a:moveTo>
                <a:lnTo>
                  <a:pt x="104775" y="333375"/>
                </a:lnTo>
                <a:lnTo>
                  <a:pt x="104775" y="342900"/>
                </a:lnTo>
                <a:lnTo>
                  <a:pt x="95250" y="342900"/>
                </a:lnTo>
                <a:close/>
                <a:moveTo>
                  <a:pt x="95250" y="381000"/>
                </a:moveTo>
                <a:lnTo>
                  <a:pt x="104775" y="381000"/>
                </a:lnTo>
                <a:lnTo>
                  <a:pt x="104775" y="400050"/>
                </a:lnTo>
                <a:lnTo>
                  <a:pt x="95250" y="400050"/>
                </a:lnTo>
                <a:close/>
                <a:moveTo>
                  <a:pt x="447675" y="400050"/>
                </a:moveTo>
                <a:lnTo>
                  <a:pt x="457200" y="400050"/>
                </a:lnTo>
                <a:lnTo>
                  <a:pt x="457200" y="419100"/>
                </a:lnTo>
                <a:lnTo>
                  <a:pt x="447675" y="419100"/>
                </a:lnTo>
                <a:close/>
                <a:moveTo>
                  <a:pt x="200025" y="523875"/>
                </a:moveTo>
                <a:lnTo>
                  <a:pt x="238125" y="523875"/>
                </a:lnTo>
                <a:lnTo>
                  <a:pt x="238125" y="533400"/>
                </a:lnTo>
                <a:lnTo>
                  <a:pt x="200025" y="533400"/>
                </a:lnTo>
                <a:close/>
                <a:moveTo>
                  <a:pt x="247650" y="523875"/>
                </a:moveTo>
                <a:lnTo>
                  <a:pt x="257175" y="523875"/>
                </a:lnTo>
                <a:lnTo>
                  <a:pt x="257175" y="533400"/>
                </a:lnTo>
                <a:lnTo>
                  <a:pt x="247650" y="533400"/>
                </a:lnTo>
                <a:close/>
                <a:moveTo>
                  <a:pt x="438150" y="542925"/>
                </a:moveTo>
                <a:lnTo>
                  <a:pt x="447675" y="542925"/>
                </a:lnTo>
                <a:lnTo>
                  <a:pt x="447675" y="571500"/>
                </a:lnTo>
                <a:lnTo>
                  <a:pt x="438150" y="571500"/>
                </a:lnTo>
                <a:close/>
                <a:moveTo>
                  <a:pt x="95250" y="561975"/>
                </a:moveTo>
                <a:lnTo>
                  <a:pt x="104775" y="561975"/>
                </a:lnTo>
                <a:lnTo>
                  <a:pt x="104775" y="571500"/>
                </a:lnTo>
                <a:lnTo>
                  <a:pt x="114300" y="571500"/>
                </a:lnTo>
                <a:lnTo>
                  <a:pt x="114300" y="581025"/>
                </a:lnTo>
                <a:lnTo>
                  <a:pt x="95250" y="581025"/>
                </a:lnTo>
                <a:close/>
                <a:moveTo>
                  <a:pt x="19050" y="571500"/>
                </a:moveTo>
                <a:lnTo>
                  <a:pt x="28575" y="571500"/>
                </a:lnTo>
                <a:lnTo>
                  <a:pt x="28575" y="600075"/>
                </a:lnTo>
                <a:lnTo>
                  <a:pt x="19050" y="600075"/>
                </a:lnTo>
                <a:close/>
                <a:moveTo>
                  <a:pt x="428625" y="600075"/>
                </a:moveTo>
                <a:lnTo>
                  <a:pt x="438150" y="600075"/>
                </a:lnTo>
                <a:lnTo>
                  <a:pt x="438150" y="609600"/>
                </a:lnTo>
                <a:lnTo>
                  <a:pt x="428625" y="609600"/>
                </a:lnTo>
                <a:close/>
                <a:moveTo>
                  <a:pt x="409575" y="628650"/>
                </a:moveTo>
                <a:lnTo>
                  <a:pt x="419100" y="628650"/>
                </a:lnTo>
                <a:lnTo>
                  <a:pt x="419100" y="647700"/>
                </a:lnTo>
                <a:lnTo>
                  <a:pt x="409575" y="647700"/>
                </a:lnTo>
                <a:close/>
                <a:moveTo>
                  <a:pt x="390525" y="647700"/>
                </a:moveTo>
                <a:lnTo>
                  <a:pt x="400050" y="647700"/>
                </a:lnTo>
                <a:lnTo>
                  <a:pt x="400050" y="657225"/>
                </a:lnTo>
                <a:lnTo>
                  <a:pt x="390525" y="657225"/>
                </a:lnTo>
                <a:close/>
                <a:moveTo>
                  <a:pt x="123825" y="666750"/>
                </a:moveTo>
                <a:lnTo>
                  <a:pt x="142875" y="666750"/>
                </a:lnTo>
                <a:lnTo>
                  <a:pt x="142875" y="676275"/>
                </a:lnTo>
                <a:lnTo>
                  <a:pt x="123825" y="676275"/>
                </a:lnTo>
                <a:close/>
                <a:moveTo>
                  <a:pt x="152400" y="666750"/>
                </a:moveTo>
                <a:lnTo>
                  <a:pt x="180975" y="666750"/>
                </a:lnTo>
                <a:lnTo>
                  <a:pt x="180975" y="676275"/>
                </a:lnTo>
                <a:lnTo>
                  <a:pt x="152400" y="676275"/>
                </a:lnTo>
                <a:close/>
                <a:moveTo>
                  <a:pt x="190500" y="666750"/>
                </a:moveTo>
                <a:lnTo>
                  <a:pt x="200025" y="666750"/>
                </a:lnTo>
                <a:lnTo>
                  <a:pt x="200025" y="676275"/>
                </a:lnTo>
                <a:lnTo>
                  <a:pt x="190500" y="676275"/>
                </a:lnTo>
                <a:close/>
                <a:moveTo>
                  <a:pt x="209550" y="666750"/>
                </a:moveTo>
                <a:lnTo>
                  <a:pt x="219075" y="666750"/>
                </a:lnTo>
                <a:lnTo>
                  <a:pt x="219075" y="676275"/>
                </a:lnTo>
                <a:lnTo>
                  <a:pt x="228600" y="676275"/>
                </a:lnTo>
                <a:lnTo>
                  <a:pt x="228600" y="666750"/>
                </a:lnTo>
                <a:lnTo>
                  <a:pt x="238125" y="666750"/>
                </a:lnTo>
                <a:lnTo>
                  <a:pt x="238125" y="676275"/>
                </a:lnTo>
                <a:lnTo>
                  <a:pt x="228600" y="676275"/>
                </a:lnTo>
                <a:lnTo>
                  <a:pt x="228600" y="685800"/>
                </a:lnTo>
                <a:lnTo>
                  <a:pt x="209550" y="685800"/>
                </a:lnTo>
                <a:close/>
                <a:moveTo>
                  <a:pt x="314325" y="666750"/>
                </a:moveTo>
                <a:lnTo>
                  <a:pt x="342900" y="666750"/>
                </a:lnTo>
                <a:lnTo>
                  <a:pt x="342900" y="676275"/>
                </a:lnTo>
                <a:lnTo>
                  <a:pt x="323850" y="676275"/>
                </a:lnTo>
                <a:lnTo>
                  <a:pt x="323850" y="685800"/>
                </a:lnTo>
                <a:lnTo>
                  <a:pt x="314325" y="685800"/>
                </a:lnTo>
                <a:close/>
              </a:path>
            </a:pathLst>
          </a:custGeom>
          <a:solidFill xmlns:a="http://schemas.openxmlformats.org/drawingml/2006/main">
            <a:srgbClr val="F2F1E4"/>
          </a:solidFill>
          <a:ln xmlns:a="http://schemas.openxmlformats.org/drawingml/2006/main" w="0">
            <a:noFill/>
          </a:ln>
        </p:spPr>
      </p:sp>
      <p:sp>
        <p:nvSpPr>
          <p:cNvPr id="11" name="mobile vector #f3f0e3">
            <a:extLst xmlns:a="http://schemas.openxmlformats.org/drawingml/2006/main">
              <a:ext uri="{FF2B5EF4-FFF2-40B4-BE49-F238E27FC236}">
                <a16:creationId xmlns:a16="http://schemas.microsoft.com/office/drawing/2014/main" id="{9605F1EE-6078-415E-8F62-3764CAD131C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000250" y="1524000"/>
            <a:ext cx="457200" cy="685800"/>
          </a:xfrm>
          <a:custGeom xmlns:a="http://schemas.openxmlformats.org/drawingml/2006/main">
            <a:pathLst>
              <a:path w="457200" h="685800">
                <a:moveTo>
                  <a:pt x="57150" y="0"/>
                </a:moveTo>
                <a:lnTo>
                  <a:pt x="76200" y="0"/>
                </a:lnTo>
                <a:lnTo>
                  <a:pt x="76200" y="9525"/>
                </a:lnTo>
                <a:lnTo>
                  <a:pt x="57150" y="9525"/>
                </a:lnTo>
                <a:close/>
                <a:moveTo>
                  <a:pt x="123825" y="0"/>
                </a:moveTo>
                <a:lnTo>
                  <a:pt x="133350" y="0"/>
                </a:lnTo>
                <a:lnTo>
                  <a:pt x="133350" y="9525"/>
                </a:lnTo>
                <a:lnTo>
                  <a:pt x="123825" y="9525"/>
                </a:lnTo>
                <a:close/>
                <a:moveTo>
                  <a:pt x="200025" y="0"/>
                </a:moveTo>
                <a:lnTo>
                  <a:pt x="228600" y="0"/>
                </a:lnTo>
                <a:lnTo>
                  <a:pt x="228600" y="19050"/>
                </a:lnTo>
                <a:lnTo>
                  <a:pt x="238125" y="19050"/>
                </a:lnTo>
                <a:lnTo>
                  <a:pt x="238125" y="28575"/>
                </a:lnTo>
                <a:lnTo>
                  <a:pt x="142875" y="28575"/>
                </a:lnTo>
                <a:lnTo>
                  <a:pt x="142875" y="19050"/>
                </a:lnTo>
                <a:lnTo>
                  <a:pt x="190500" y="19050"/>
                </a:lnTo>
                <a:lnTo>
                  <a:pt x="190500" y="9525"/>
                </a:lnTo>
                <a:lnTo>
                  <a:pt x="200025" y="9525"/>
                </a:lnTo>
                <a:close/>
                <a:moveTo>
                  <a:pt x="266700" y="0"/>
                </a:moveTo>
                <a:lnTo>
                  <a:pt x="276225" y="0"/>
                </a:lnTo>
                <a:lnTo>
                  <a:pt x="276225" y="9525"/>
                </a:lnTo>
                <a:lnTo>
                  <a:pt x="266700" y="9525"/>
                </a:lnTo>
                <a:close/>
                <a:moveTo>
                  <a:pt x="295275" y="0"/>
                </a:moveTo>
                <a:lnTo>
                  <a:pt x="304800" y="0"/>
                </a:lnTo>
                <a:lnTo>
                  <a:pt x="304800" y="19050"/>
                </a:lnTo>
                <a:lnTo>
                  <a:pt x="295275" y="19050"/>
                </a:lnTo>
                <a:close/>
                <a:moveTo>
                  <a:pt x="323850" y="0"/>
                </a:moveTo>
                <a:lnTo>
                  <a:pt x="342900" y="0"/>
                </a:lnTo>
                <a:lnTo>
                  <a:pt x="342900" y="19050"/>
                </a:lnTo>
                <a:lnTo>
                  <a:pt x="361950" y="19050"/>
                </a:lnTo>
                <a:lnTo>
                  <a:pt x="361950" y="28575"/>
                </a:lnTo>
                <a:lnTo>
                  <a:pt x="323850" y="28575"/>
                </a:lnTo>
                <a:close/>
                <a:moveTo>
                  <a:pt x="381000" y="9525"/>
                </a:moveTo>
                <a:lnTo>
                  <a:pt x="390525" y="9525"/>
                </a:lnTo>
                <a:lnTo>
                  <a:pt x="390525" y="19050"/>
                </a:lnTo>
                <a:lnTo>
                  <a:pt x="400050" y="19050"/>
                </a:lnTo>
                <a:lnTo>
                  <a:pt x="400050" y="28575"/>
                </a:lnTo>
                <a:lnTo>
                  <a:pt x="381000" y="28575"/>
                </a:lnTo>
                <a:close/>
                <a:moveTo>
                  <a:pt x="123825" y="19050"/>
                </a:moveTo>
                <a:lnTo>
                  <a:pt x="133350" y="19050"/>
                </a:lnTo>
                <a:lnTo>
                  <a:pt x="133350" y="28575"/>
                </a:lnTo>
                <a:lnTo>
                  <a:pt x="123825" y="28575"/>
                </a:lnTo>
                <a:close/>
                <a:moveTo>
                  <a:pt x="38100" y="38100"/>
                </a:moveTo>
                <a:lnTo>
                  <a:pt x="57150" y="38100"/>
                </a:lnTo>
                <a:lnTo>
                  <a:pt x="57150" y="57150"/>
                </a:lnTo>
                <a:lnTo>
                  <a:pt x="47625" y="57150"/>
                </a:lnTo>
                <a:lnTo>
                  <a:pt x="47625" y="66675"/>
                </a:lnTo>
                <a:lnTo>
                  <a:pt x="38100" y="66675"/>
                </a:lnTo>
                <a:close/>
                <a:moveTo>
                  <a:pt x="142875" y="38100"/>
                </a:moveTo>
                <a:lnTo>
                  <a:pt x="152400" y="38100"/>
                </a:lnTo>
                <a:lnTo>
                  <a:pt x="152400" y="47625"/>
                </a:lnTo>
                <a:lnTo>
                  <a:pt x="142875" y="47625"/>
                </a:lnTo>
                <a:close/>
                <a:moveTo>
                  <a:pt x="381000" y="38100"/>
                </a:moveTo>
                <a:lnTo>
                  <a:pt x="400050" y="38100"/>
                </a:lnTo>
                <a:lnTo>
                  <a:pt x="400050" y="57150"/>
                </a:lnTo>
                <a:lnTo>
                  <a:pt x="390525" y="57150"/>
                </a:lnTo>
                <a:lnTo>
                  <a:pt x="390525" y="47625"/>
                </a:lnTo>
                <a:lnTo>
                  <a:pt x="381000" y="47625"/>
                </a:lnTo>
                <a:close/>
                <a:moveTo>
                  <a:pt x="419100" y="57150"/>
                </a:moveTo>
                <a:lnTo>
                  <a:pt x="438150" y="57150"/>
                </a:lnTo>
                <a:lnTo>
                  <a:pt x="438150" y="76200"/>
                </a:lnTo>
                <a:lnTo>
                  <a:pt x="428625" y="76200"/>
                </a:lnTo>
                <a:lnTo>
                  <a:pt x="428625" y="66675"/>
                </a:lnTo>
                <a:lnTo>
                  <a:pt x="419100" y="66675"/>
                </a:lnTo>
                <a:close/>
                <a:moveTo>
                  <a:pt x="0" y="76200"/>
                </a:moveTo>
                <a:lnTo>
                  <a:pt x="19050" y="76200"/>
                </a:lnTo>
                <a:lnTo>
                  <a:pt x="19050" y="85725"/>
                </a:lnTo>
                <a:lnTo>
                  <a:pt x="0" y="85725"/>
                </a:lnTo>
                <a:close/>
                <a:moveTo>
                  <a:pt x="438150" y="85725"/>
                </a:moveTo>
                <a:lnTo>
                  <a:pt x="447675" y="85725"/>
                </a:lnTo>
                <a:lnTo>
                  <a:pt x="447675" y="95250"/>
                </a:lnTo>
                <a:lnTo>
                  <a:pt x="438150" y="95250"/>
                </a:lnTo>
                <a:close/>
                <a:moveTo>
                  <a:pt x="0" y="104775"/>
                </a:moveTo>
                <a:lnTo>
                  <a:pt x="9525" y="104775"/>
                </a:lnTo>
                <a:lnTo>
                  <a:pt x="9525" y="114300"/>
                </a:lnTo>
                <a:lnTo>
                  <a:pt x="0" y="114300"/>
                </a:lnTo>
                <a:close/>
                <a:moveTo>
                  <a:pt x="438150" y="104775"/>
                </a:moveTo>
                <a:lnTo>
                  <a:pt x="447675" y="104775"/>
                </a:lnTo>
                <a:lnTo>
                  <a:pt x="447675" y="123825"/>
                </a:lnTo>
                <a:lnTo>
                  <a:pt x="438150" y="123825"/>
                </a:lnTo>
                <a:close/>
                <a:moveTo>
                  <a:pt x="133350" y="123825"/>
                </a:moveTo>
                <a:lnTo>
                  <a:pt x="142875" y="123825"/>
                </a:lnTo>
                <a:lnTo>
                  <a:pt x="142875" y="133350"/>
                </a:lnTo>
                <a:lnTo>
                  <a:pt x="133350" y="133350"/>
                </a:lnTo>
                <a:close/>
                <a:moveTo>
                  <a:pt x="104775" y="171450"/>
                </a:moveTo>
                <a:lnTo>
                  <a:pt x="114300" y="171450"/>
                </a:lnTo>
                <a:lnTo>
                  <a:pt x="114300" y="180975"/>
                </a:lnTo>
                <a:lnTo>
                  <a:pt x="123825" y="180975"/>
                </a:lnTo>
                <a:lnTo>
                  <a:pt x="123825" y="190500"/>
                </a:lnTo>
                <a:lnTo>
                  <a:pt x="114300" y="190500"/>
                </a:lnTo>
                <a:lnTo>
                  <a:pt x="114300" y="200025"/>
                </a:lnTo>
                <a:lnTo>
                  <a:pt x="104775" y="200025"/>
                </a:lnTo>
                <a:close/>
                <a:moveTo>
                  <a:pt x="447675" y="180975"/>
                </a:moveTo>
                <a:lnTo>
                  <a:pt x="457200" y="180975"/>
                </a:lnTo>
                <a:lnTo>
                  <a:pt x="457200" y="190500"/>
                </a:lnTo>
                <a:lnTo>
                  <a:pt x="447675" y="190500"/>
                </a:lnTo>
                <a:close/>
                <a:moveTo>
                  <a:pt x="123825" y="190500"/>
                </a:moveTo>
                <a:lnTo>
                  <a:pt x="133350" y="190500"/>
                </a:lnTo>
                <a:lnTo>
                  <a:pt x="133350" y="200025"/>
                </a:lnTo>
                <a:lnTo>
                  <a:pt x="123825" y="200025"/>
                </a:lnTo>
                <a:close/>
                <a:moveTo>
                  <a:pt x="438150" y="247650"/>
                </a:moveTo>
                <a:lnTo>
                  <a:pt x="447675" y="247650"/>
                </a:lnTo>
                <a:lnTo>
                  <a:pt x="447675" y="276225"/>
                </a:lnTo>
                <a:lnTo>
                  <a:pt x="438150" y="276225"/>
                </a:lnTo>
                <a:close/>
                <a:moveTo>
                  <a:pt x="209550" y="257175"/>
                </a:moveTo>
                <a:lnTo>
                  <a:pt x="228600" y="257175"/>
                </a:lnTo>
                <a:lnTo>
                  <a:pt x="228600" y="266700"/>
                </a:lnTo>
                <a:lnTo>
                  <a:pt x="209550" y="266700"/>
                </a:lnTo>
                <a:close/>
                <a:moveTo>
                  <a:pt x="95250" y="266700"/>
                </a:moveTo>
                <a:lnTo>
                  <a:pt x="104775" y="266700"/>
                </a:lnTo>
                <a:lnTo>
                  <a:pt x="104775" y="323850"/>
                </a:lnTo>
                <a:lnTo>
                  <a:pt x="95250" y="323850"/>
                </a:lnTo>
                <a:close/>
                <a:moveTo>
                  <a:pt x="133350" y="276225"/>
                </a:moveTo>
                <a:lnTo>
                  <a:pt x="142875" y="276225"/>
                </a:lnTo>
                <a:lnTo>
                  <a:pt x="142875" y="285750"/>
                </a:lnTo>
                <a:lnTo>
                  <a:pt x="133350" y="285750"/>
                </a:lnTo>
                <a:close/>
                <a:moveTo>
                  <a:pt x="133350" y="295275"/>
                </a:moveTo>
                <a:lnTo>
                  <a:pt x="142875" y="295275"/>
                </a:lnTo>
                <a:lnTo>
                  <a:pt x="142875" y="304800"/>
                </a:lnTo>
                <a:lnTo>
                  <a:pt x="133350" y="304800"/>
                </a:lnTo>
                <a:close/>
                <a:moveTo>
                  <a:pt x="123825" y="304800"/>
                </a:moveTo>
                <a:lnTo>
                  <a:pt x="133350" y="304800"/>
                </a:lnTo>
                <a:lnTo>
                  <a:pt x="133350" y="314325"/>
                </a:lnTo>
                <a:lnTo>
                  <a:pt x="123825" y="314325"/>
                </a:lnTo>
                <a:close/>
                <a:moveTo>
                  <a:pt x="447675" y="304800"/>
                </a:moveTo>
                <a:lnTo>
                  <a:pt x="457200" y="304800"/>
                </a:lnTo>
                <a:lnTo>
                  <a:pt x="457200" y="333375"/>
                </a:lnTo>
                <a:lnTo>
                  <a:pt x="447675" y="333375"/>
                </a:lnTo>
                <a:close/>
                <a:moveTo>
                  <a:pt x="114300" y="314325"/>
                </a:moveTo>
                <a:lnTo>
                  <a:pt x="123825" y="314325"/>
                </a:lnTo>
                <a:lnTo>
                  <a:pt x="123825" y="333375"/>
                </a:lnTo>
                <a:lnTo>
                  <a:pt x="114300" y="333375"/>
                </a:lnTo>
                <a:close/>
                <a:moveTo>
                  <a:pt x="114300" y="342900"/>
                </a:moveTo>
                <a:lnTo>
                  <a:pt x="123825" y="342900"/>
                </a:lnTo>
                <a:lnTo>
                  <a:pt x="123825" y="371475"/>
                </a:lnTo>
                <a:lnTo>
                  <a:pt x="114300" y="371475"/>
                </a:lnTo>
                <a:lnTo>
                  <a:pt x="114300" y="361950"/>
                </a:lnTo>
                <a:lnTo>
                  <a:pt x="104775" y="361950"/>
                </a:lnTo>
                <a:lnTo>
                  <a:pt x="104775" y="371475"/>
                </a:lnTo>
                <a:lnTo>
                  <a:pt x="114300" y="371475"/>
                </a:lnTo>
                <a:lnTo>
                  <a:pt x="114300" y="381000"/>
                </a:lnTo>
                <a:lnTo>
                  <a:pt x="95250" y="381000"/>
                </a:lnTo>
                <a:lnTo>
                  <a:pt x="95250" y="352425"/>
                </a:lnTo>
                <a:lnTo>
                  <a:pt x="114300" y="352425"/>
                </a:lnTo>
                <a:close/>
                <a:moveTo>
                  <a:pt x="447675" y="352425"/>
                </a:moveTo>
                <a:lnTo>
                  <a:pt x="457200" y="352425"/>
                </a:lnTo>
                <a:lnTo>
                  <a:pt x="457200" y="361950"/>
                </a:lnTo>
                <a:lnTo>
                  <a:pt x="447675" y="361950"/>
                </a:lnTo>
                <a:close/>
                <a:moveTo>
                  <a:pt x="95250" y="419100"/>
                </a:moveTo>
                <a:lnTo>
                  <a:pt x="104775" y="419100"/>
                </a:lnTo>
                <a:lnTo>
                  <a:pt x="104775" y="447675"/>
                </a:lnTo>
                <a:lnTo>
                  <a:pt x="95250" y="447675"/>
                </a:lnTo>
                <a:close/>
                <a:moveTo>
                  <a:pt x="333375" y="419100"/>
                </a:moveTo>
                <a:lnTo>
                  <a:pt x="342900" y="419100"/>
                </a:lnTo>
                <a:lnTo>
                  <a:pt x="342900" y="447675"/>
                </a:lnTo>
                <a:lnTo>
                  <a:pt x="333375" y="447675"/>
                </a:lnTo>
                <a:lnTo>
                  <a:pt x="333375" y="457200"/>
                </a:lnTo>
                <a:lnTo>
                  <a:pt x="323850" y="457200"/>
                </a:lnTo>
                <a:lnTo>
                  <a:pt x="323850" y="428625"/>
                </a:lnTo>
                <a:lnTo>
                  <a:pt x="333375" y="428625"/>
                </a:lnTo>
                <a:close/>
                <a:moveTo>
                  <a:pt x="180975" y="438150"/>
                </a:moveTo>
                <a:lnTo>
                  <a:pt x="190500" y="438150"/>
                </a:lnTo>
                <a:lnTo>
                  <a:pt x="190500" y="447675"/>
                </a:lnTo>
                <a:lnTo>
                  <a:pt x="180975" y="447675"/>
                </a:lnTo>
                <a:close/>
                <a:moveTo>
                  <a:pt x="295275" y="438150"/>
                </a:moveTo>
                <a:lnTo>
                  <a:pt x="304800" y="438150"/>
                </a:lnTo>
                <a:lnTo>
                  <a:pt x="304800" y="457200"/>
                </a:lnTo>
                <a:lnTo>
                  <a:pt x="295275" y="457200"/>
                </a:lnTo>
                <a:close/>
                <a:moveTo>
                  <a:pt x="104775" y="447675"/>
                </a:moveTo>
                <a:lnTo>
                  <a:pt x="114300" y="447675"/>
                </a:lnTo>
                <a:lnTo>
                  <a:pt x="114300" y="476250"/>
                </a:lnTo>
                <a:lnTo>
                  <a:pt x="104775" y="476250"/>
                </a:lnTo>
                <a:lnTo>
                  <a:pt x="104775" y="504825"/>
                </a:lnTo>
                <a:lnTo>
                  <a:pt x="95250" y="504825"/>
                </a:lnTo>
                <a:lnTo>
                  <a:pt x="95250" y="457200"/>
                </a:lnTo>
                <a:lnTo>
                  <a:pt x="104775" y="457200"/>
                </a:lnTo>
                <a:close/>
                <a:moveTo>
                  <a:pt x="304800" y="457200"/>
                </a:moveTo>
                <a:lnTo>
                  <a:pt x="323850" y="457200"/>
                </a:lnTo>
                <a:lnTo>
                  <a:pt x="323850" y="485775"/>
                </a:lnTo>
                <a:lnTo>
                  <a:pt x="314325" y="485775"/>
                </a:lnTo>
                <a:lnTo>
                  <a:pt x="314325" y="476250"/>
                </a:lnTo>
                <a:lnTo>
                  <a:pt x="304800" y="476250"/>
                </a:lnTo>
                <a:close/>
                <a:moveTo>
                  <a:pt x="190500" y="495300"/>
                </a:moveTo>
                <a:lnTo>
                  <a:pt x="200025" y="495300"/>
                </a:lnTo>
                <a:lnTo>
                  <a:pt x="200025" y="504825"/>
                </a:lnTo>
                <a:lnTo>
                  <a:pt x="190500" y="504825"/>
                </a:lnTo>
                <a:close/>
                <a:moveTo>
                  <a:pt x="266700" y="495300"/>
                </a:moveTo>
                <a:lnTo>
                  <a:pt x="304800" y="495300"/>
                </a:lnTo>
                <a:lnTo>
                  <a:pt x="304800" y="504825"/>
                </a:lnTo>
                <a:lnTo>
                  <a:pt x="295275" y="504825"/>
                </a:lnTo>
                <a:lnTo>
                  <a:pt x="295275" y="514350"/>
                </a:lnTo>
                <a:lnTo>
                  <a:pt x="285750" y="514350"/>
                </a:lnTo>
                <a:lnTo>
                  <a:pt x="285750" y="523875"/>
                </a:lnTo>
                <a:lnTo>
                  <a:pt x="266700" y="523875"/>
                </a:lnTo>
                <a:lnTo>
                  <a:pt x="266700" y="533400"/>
                </a:lnTo>
                <a:lnTo>
                  <a:pt x="257175" y="533400"/>
                </a:lnTo>
                <a:lnTo>
                  <a:pt x="257175" y="504825"/>
                </a:lnTo>
                <a:lnTo>
                  <a:pt x="266700" y="504825"/>
                </a:lnTo>
                <a:close/>
                <a:moveTo>
                  <a:pt x="95250" y="514350"/>
                </a:moveTo>
                <a:lnTo>
                  <a:pt x="114300" y="514350"/>
                </a:lnTo>
                <a:lnTo>
                  <a:pt x="114300" y="523875"/>
                </a:lnTo>
                <a:lnTo>
                  <a:pt x="104775" y="523875"/>
                </a:lnTo>
                <a:lnTo>
                  <a:pt x="104775" y="561975"/>
                </a:lnTo>
                <a:lnTo>
                  <a:pt x="95250" y="561975"/>
                </a:lnTo>
                <a:close/>
                <a:moveTo>
                  <a:pt x="447675" y="542925"/>
                </a:moveTo>
                <a:lnTo>
                  <a:pt x="457200" y="542925"/>
                </a:lnTo>
                <a:lnTo>
                  <a:pt x="457200" y="552450"/>
                </a:lnTo>
                <a:lnTo>
                  <a:pt x="447675" y="552450"/>
                </a:lnTo>
                <a:close/>
                <a:moveTo>
                  <a:pt x="123825" y="561975"/>
                </a:moveTo>
                <a:lnTo>
                  <a:pt x="133350" y="561975"/>
                </a:lnTo>
                <a:lnTo>
                  <a:pt x="133350" y="571500"/>
                </a:lnTo>
                <a:lnTo>
                  <a:pt x="123825" y="571500"/>
                </a:lnTo>
                <a:close/>
                <a:moveTo>
                  <a:pt x="0" y="571500"/>
                </a:moveTo>
                <a:lnTo>
                  <a:pt x="9525" y="571500"/>
                </a:lnTo>
                <a:lnTo>
                  <a:pt x="9525" y="581025"/>
                </a:lnTo>
                <a:lnTo>
                  <a:pt x="19050" y="581025"/>
                </a:lnTo>
                <a:lnTo>
                  <a:pt x="19050" y="590550"/>
                </a:lnTo>
                <a:lnTo>
                  <a:pt x="0" y="590550"/>
                </a:lnTo>
                <a:close/>
                <a:moveTo>
                  <a:pt x="0" y="628650"/>
                </a:moveTo>
                <a:lnTo>
                  <a:pt x="19050" y="628650"/>
                </a:lnTo>
                <a:lnTo>
                  <a:pt x="19050" y="657225"/>
                </a:lnTo>
                <a:lnTo>
                  <a:pt x="9525" y="657225"/>
                </a:lnTo>
                <a:lnTo>
                  <a:pt x="9525" y="647700"/>
                </a:lnTo>
                <a:lnTo>
                  <a:pt x="0" y="647700"/>
                </a:lnTo>
                <a:close/>
                <a:moveTo>
                  <a:pt x="28575" y="638175"/>
                </a:moveTo>
                <a:lnTo>
                  <a:pt x="38100" y="638175"/>
                </a:lnTo>
                <a:lnTo>
                  <a:pt x="38100" y="647700"/>
                </a:lnTo>
                <a:lnTo>
                  <a:pt x="28575" y="647700"/>
                </a:lnTo>
                <a:close/>
                <a:moveTo>
                  <a:pt x="419100" y="638175"/>
                </a:moveTo>
                <a:lnTo>
                  <a:pt x="428625" y="638175"/>
                </a:lnTo>
                <a:lnTo>
                  <a:pt x="428625" y="647700"/>
                </a:lnTo>
                <a:lnTo>
                  <a:pt x="419100" y="647700"/>
                </a:lnTo>
                <a:close/>
                <a:moveTo>
                  <a:pt x="47625" y="657225"/>
                </a:moveTo>
                <a:lnTo>
                  <a:pt x="57150" y="657225"/>
                </a:lnTo>
                <a:lnTo>
                  <a:pt x="57150" y="666750"/>
                </a:lnTo>
                <a:lnTo>
                  <a:pt x="47625" y="666750"/>
                </a:lnTo>
                <a:close/>
                <a:moveTo>
                  <a:pt x="419100" y="657225"/>
                </a:moveTo>
                <a:lnTo>
                  <a:pt x="428625" y="657225"/>
                </a:lnTo>
                <a:lnTo>
                  <a:pt x="428625" y="666750"/>
                </a:lnTo>
                <a:lnTo>
                  <a:pt x="419100" y="666750"/>
                </a:lnTo>
                <a:close/>
              </a:path>
            </a:pathLst>
          </a:custGeom>
          <a:solidFill xmlns:a="http://schemas.openxmlformats.org/drawingml/2006/main">
            <a:srgbClr val="F3F0E3"/>
          </a:solidFill>
          <a:ln xmlns:a="http://schemas.openxmlformats.org/drawingml/2006/main" w="0">
            <a:noFill/>
          </a:ln>
        </p:spPr>
      </p:sp>
      <p:sp>
        <p:nvSpPr>
          <p:cNvPr id="12" name="mobile vector #f4f0e1">
            <a:extLst xmlns:a="http://schemas.openxmlformats.org/drawingml/2006/main">
              <a:ext uri="{FF2B5EF4-FFF2-40B4-BE49-F238E27FC236}">
                <a16:creationId xmlns:a16="http://schemas.microsoft.com/office/drawing/2014/main" id="{E7BE17FF-0C5B-4EDE-A683-B6A55CF8A42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000250" y="1524000"/>
            <a:ext cx="457200" cy="685800"/>
          </a:xfrm>
          <a:custGeom xmlns:a="http://schemas.openxmlformats.org/drawingml/2006/main">
            <a:pathLst>
              <a:path w="457200" h="685800">
                <a:moveTo>
                  <a:pt x="9525" y="47625"/>
                </a:moveTo>
                <a:lnTo>
                  <a:pt x="28575" y="47625"/>
                </a:lnTo>
                <a:lnTo>
                  <a:pt x="28575" y="66675"/>
                </a:lnTo>
                <a:lnTo>
                  <a:pt x="19050" y="66675"/>
                </a:lnTo>
                <a:lnTo>
                  <a:pt x="19050" y="76200"/>
                </a:lnTo>
                <a:lnTo>
                  <a:pt x="0" y="76200"/>
                </a:lnTo>
                <a:lnTo>
                  <a:pt x="0" y="57150"/>
                </a:lnTo>
                <a:lnTo>
                  <a:pt x="9525" y="57150"/>
                </a:lnTo>
                <a:close/>
                <a:moveTo>
                  <a:pt x="180975" y="314325"/>
                </a:moveTo>
                <a:lnTo>
                  <a:pt x="190500" y="314325"/>
                </a:lnTo>
                <a:lnTo>
                  <a:pt x="190500" y="323850"/>
                </a:lnTo>
                <a:lnTo>
                  <a:pt x="180975" y="323850"/>
                </a:lnTo>
                <a:close/>
              </a:path>
            </a:pathLst>
          </a:custGeom>
          <a:solidFill xmlns:a="http://schemas.openxmlformats.org/drawingml/2006/main">
            <a:srgbClr val="F4F0E1"/>
          </a:solidFill>
          <a:ln xmlns:a="http://schemas.openxmlformats.org/drawingml/2006/main" w="0">
            <a:noFill/>
          </a:ln>
        </p:spPr>
      </p:sp>
      <p:sp>
        <p:nvSpPr>
          <p:cNvPr id="13" name="mobile vector #f3f0e1">
            <a:extLst xmlns:a="http://schemas.openxmlformats.org/drawingml/2006/main">
              <a:ext uri="{FF2B5EF4-FFF2-40B4-BE49-F238E27FC236}">
                <a16:creationId xmlns:a16="http://schemas.microsoft.com/office/drawing/2014/main" id="{09E65B9A-9717-435D-8B2D-35C88626203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000250" y="1524000"/>
            <a:ext cx="457200" cy="685800"/>
          </a:xfrm>
          <a:custGeom xmlns:a="http://schemas.openxmlformats.org/drawingml/2006/main">
            <a:pathLst>
              <a:path w="457200" h="685800">
                <a:moveTo>
                  <a:pt x="19050" y="0"/>
                </a:moveTo>
                <a:lnTo>
                  <a:pt x="57150" y="0"/>
                </a:lnTo>
                <a:lnTo>
                  <a:pt x="57150" y="9525"/>
                </a:lnTo>
                <a:lnTo>
                  <a:pt x="66675" y="9525"/>
                </a:lnTo>
                <a:lnTo>
                  <a:pt x="66675" y="28575"/>
                </a:lnTo>
                <a:lnTo>
                  <a:pt x="57150" y="28575"/>
                </a:lnTo>
                <a:lnTo>
                  <a:pt x="57150" y="38100"/>
                </a:lnTo>
                <a:lnTo>
                  <a:pt x="38100" y="38100"/>
                </a:lnTo>
                <a:lnTo>
                  <a:pt x="38100" y="76200"/>
                </a:lnTo>
                <a:lnTo>
                  <a:pt x="19050" y="76200"/>
                </a:lnTo>
                <a:lnTo>
                  <a:pt x="19050" y="66675"/>
                </a:lnTo>
                <a:lnTo>
                  <a:pt x="28575" y="66675"/>
                </a:lnTo>
                <a:lnTo>
                  <a:pt x="28575" y="47625"/>
                </a:lnTo>
                <a:lnTo>
                  <a:pt x="9525" y="47625"/>
                </a:lnTo>
                <a:lnTo>
                  <a:pt x="9525" y="57150"/>
                </a:lnTo>
                <a:lnTo>
                  <a:pt x="0" y="57150"/>
                </a:lnTo>
                <a:lnTo>
                  <a:pt x="0" y="19050"/>
                </a:lnTo>
                <a:lnTo>
                  <a:pt x="9525" y="19050"/>
                </a:lnTo>
                <a:lnTo>
                  <a:pt x="9525" y="9525"/>
                </a:lnTo>
                <a:lnTo>
                  <a:pt x="19050" y="9525"/>
                </a:lnTo>
                <a:close/>
                <a:moveTo>
                  <a:pt x="104775" y="0"/>
                </a:moveTo>
                <a:lnTo>
                  <a:pt x="123825" y="0"/>
                </a:lnTo>
                <a:lnTo>
                  <a:pt x="123825" y="9525"/>
                </a:lnTo>
                <a:lnTo>
                  <a:pt x="133350" y="9525"/>
                </a:lnTo>
                <a:lnTo>
                  <a:pt x="133350" y="0"/>
                </a:lnTo>
                <a:lnTo>
                  <a:pt x="200025" y="0"/>
                </a:lnTo>
                <a:lnTo>
                  <a:pt x="200025" y="9525"/>
                </a:lnTo>
                <a:lnTo>
                  <a:pt x="190500" y="9525"/>
                </a:lnTo>
                <a:lnTo>
                  <a:pt x="190500" y="19050"/>
                </a:lnTo>
                <a:lnTo>
                  <a:pt x="142875" y="19050"/>
                </a:lnTo>
                <a:lnTo>
                  <a:pt x="142875" y="28575"/>
                </a:lnTo>
                <a:lnTo>
                  <a:pt x="133350" y="28575"/>
                </a:lnTo>
                <a:lnTo>
                  <a:pt x="133350" y="19050"/>
                </a:lnTo>
                <a:lnTo>
                  <a:pt x="114300" y="19050"/>
                </a:lnTo>
                <a:lnTo>
                  <a:pt x="114300" y="9525"/>
                </a:lnTo>
                <a:lnTo>
                  <a:pt x="104775" y="9525"/>
                </a:lnTo>
                <a:close/>
                <a:moveTo>
                  <a:pt x="276225" y="0"/>
                </a:moveTo>
                <a:lnTo>
                  <a:pt x="295275" y="0"/>
                </a:lnTo>
                <a:lnTo>
                  <a:pt x="295275" y="28575"/>
                </a:lnTo>
                <a:lnTo>
                  <a:pt x="285750" y="28575"/>
                </a:lnTo>
                <a:lnTo>
                  <a:pt x="285750" y="19050"/>
                </a:lnTo>
                <a:lnTo>
                  <a:pt x="266700" y="19050"/>
                </a:lnTo>
                <a:lnTo>
                  <a:pt x="266700" y="9525"/>
                </a:lnTo>
                <a:lnTo>
                  <a:pt x="276225" y="9525"/>
                </a:lnTo>
                <a:close/>
                <a:moveTo>
                  <a:pt x="371475" y="0"/>
                </a:moveTo>
                <a:lnTo>
                  <a:pt x="400050" y="0"/>
                </a:lnTo>
                <a:lnTo>
                  <a:pt x="400050" y="19050"/>
                </a:lnTo>
                <a:lnTo>
                  <a:pt x="390525" y="19050"/>
                </a:lnTo>
                <a:lnTo>
                  <a:pt x="390525" y="9525"/>
                </a:lnTo>
                <a:lnTo>
                  <a:pt x="371475" y="9525"/>
                </a:lnTo>
                <a:close/>
                <a:moveTo>
                  <a:pt x="428625" y="0"/>
                </a:moveTo>
                <a:lnTo>
                  <a:pt x="457200" y="0"/>
                </a:lnTo>
                <a:lnTo>
                  <a:pt x="457200" y="142875"/>
                </a:lnTo>
                <a:lnTo>
                  <a:pt x="447675" y="142875"/>
                </a:lnTo>
                <a:lnTo>
                  <a:pt x="447675" y="85725"/>
                </a:lnTo>
                <a:lnTo>
                  <a:pt x="438150" y="85725"/>
                </a:lnTo>
                <a:lnTo>
                  <a:pt x="438150" y="57150"/>
                </a:lnTo>
                <a:lnTo>
                  <a:pt x="400050" y="57150"/>
                </a:lnTo>
                <a:lnTo>
                  <a:pt x="400050" y="38100"/>
                </a:lnTo>
                <a:lnTo>
                  <a:pt x="390525" y="38100"/>
                </a:lnTo>
                <a:lnTo>
                  <a:pt x="390525" y="28575"/>
                </a:lnTo>
                <a:lnTo>
                  <a:pt x="419100" y="28575"/>
                </a:lnTo>
                <a:lnTo>
                  <a:pt x="419100" y="9525"/>
                </a:lnTo>
                <a:lnTo>
                  <a:pt x="428625" y="9525"/>
                </a:lnTo>
                <a:close/>
                <a:moveTo>
                  <a:pt x="114300" y="152400"/>
                </a:moveTo>
                <a:lnTo>
                  <a:pt x="133350" y="152400"/>
                </a:lnTo>
                <a:lnTo>
                  <a:pt x="133350" y="171450"/>
                </a:lnTo>
                <a:lnTo>
                  <a:pt x="142875" y="171450"/>
                </a:lnTo>
                <a:lnTo>
                  <a:pt x="142875" y="190500"/>
                </a:lnTo>
                <a:lnTo>
                  <a:pt x="123825" y="190500"/>
                </a:lnTo>
                <a:lnTo>
                  <a:pt x="123825" y="180975"/>
                </a:lnTo>
                <a:lnTo>
                  <a:pt x="114300" y="180975"/>
                </a:lnTo>
                <a:close/>
                <a:moveTo>
                  <a:pt x="247650" y="247650"/>
                </a:moveTo>
                <a:lnTo>
                  <a:pt x="266700" y="247650"/>
                </a:lnTo>
                <a:lnTo>
                  <a:pt x="266700" y="266700"/>
                </a:lnTo>
                <a:lnTo>
                  <a:pt x="247650" y="266700"/>
                </a:lnTo>
                <a:close/>
                <a:moveTo>
                  <a:pt x="209550" y="266700"/>
                </a:moveTo>
                <a:lnTo>
                  <a:pt x="228600" y="266700"/>
                </a:lnTo>
                <a:lnTo>
                  <a:pt x="228600" y="276225"/>
                </a:lnTo>
                <a:lnTo>
                  <a:pt x="209550" y="276225"/>
                </a:lnTo>
                <a:close/>
                <a:moveTo>
                  <a:pt x="447675" y="266700"/>
                </a:moveTo>
                <a:lnTo>
                  <a:pt x="457200" y="266700"/>
                </a:lnTo>
                <a:lnTo>
                  <a:pt x="457200" y="304800"/>
                </a:lnTo>
                <a:lnTo>
                  <a:pt x="447675" y="304800"/>
                </a:lnTo>
                <a:close/>
                <a:moveTo>
                  <a:pt x="133350" y="304800"/>
                </a:moveTo>
                <a:lnTo>
                  <a:pt x="142875" y="304800"/>
                </a:lnTo>
                <a:lnTo>
                  <a:pt x="142875" y="314325"/>
                </a:lnTo>
                <a:lnTo>
                  <a:pt x="152400" y="314325"/>
                </a:lnTo>
                <a:lnTo>
                  <a:pt x="152400" y="342900"/>
                </a:lnTo>
                <a:lnTo>
                  <a:pt x="190500" y="342900"/>
                </a:lnTo>
                <a:lnTo>
                  <a:pt x="190500" y="361950"/>
                </a:lnTo>
                <a:lnTo>
                  <a:pt x="200025" y="361950"/>
                </a:lnTo>
                <a:lnTo>
                  <a:pt x="200025" y="371475"/>
                </a:lnTo>
                <a:lnTo>
                  <a:pt x="209550" y="371475"/>
                </a:lnTo>
                <a:lnTo>
                  <a:pt x="209550" y="381000"/>
                </a:lnTo>
                <a:lnTo>
                  <a:pt x="219075" y="381000"/>
                </a:lnTo>
                <a:lnTo>
                  <a:pt x="219075" y="390525"/>
                </a:lnTo>
                <a:lnTo>
                  <a:pt x="266700" y="390525"/>
                </a:lnTo>
                <a:lnTo>
                  <a:pt x="266700" y="371475"/>
                </a:lnTo>
                <a:lnTo>
                  <a:pt x="295275" y="371475"/>
                </a:lnTo>
                <a:lnTo>
                  <a:pt x="295275" y="390525"/>
                </a:lnTo>
                <a:lnTo>
                  <a:pt x="304800" y="390525"/>
                </a:lnTo>
                <a:lnTo>
                  <a:pt x="304800" y="438150"/>
                </a:lnTo>
                <a:lnTo>
                  <a:pt x="295275" y="438150"/>
                </a:lnTo>
                <a:lnTo>
                  <a:pt x="295275" y="457200"/>
                </a:lnTo>
                <a:lnTo>
                  <a:pt x="304800" y="457200"/>
                </a:lnTo>
                <a:lnTo>
                  <a:pt x="304800" y="476250"/>
                </a:lnTo>
                <a:lnTo>
                  <a:pt x="314325" y="476250"/>
                </a:lnTo>
                <a:lnTo>
                  <a:pt x="314325" y="485775"/>
                </a:lnTo>
                <a:lnTo>
                  <a:pt x="295275" y="485775"/>
                </a:lnTo>
                <a:lnTo>
                  <a:pt x="295275" y="476250"/>
                </a:lnTo>
                <a:lnTo>
                  <a:pt x="285750" y="476250"/>
                </a:lnTo>
                <a:lnTo>
                  <a:pt x="285750" y="495300"/>
                </a:lnTo>
                <a:lnTo>
                  <a:pt x="266700" y="495300"/>
                </a:lnTo>
                <a:lnTo>
                  <a:pt x="266700" y="504825"/>
                </a:lnTo>
                <a:lnTo>
                  <a:pt x="257175" y="504825"/>
                </a:lnTo>
                <a:lnTo>
                  <a:pt x="257175" y="514350"/>
                </a:lnTo>
                <a:lnTo>
                  <a:pt x="247650" y="514350"/>
                </a:lnTo>
                <a:lnTo>
                  <a:pt x="247650" y="495300"/>
                </a:lnTo>
                <a:lnTo>
                  <a:pt x="228600" y="495300"/>
                </a:lnTo>
                <a:lnTo>
                  <a:pt x="228600" y="514350"/>
                </a:lnTo>
                <a:lnTo>
                  <a:pt x="209550" y="514350"/>
                </a:lnTo>
                <a:lnTo>
                  <a:pt x="209550" y="504825"/>
                </a:lnTo>
                <a:lnTo>
                  <a:pt x="200025" y="504825"/>
                </a:lnTo>
                <a:lnTo>
                  <a:pt x="200025" y="495300"/>
                </a:lnTo>
                <a:lnTo>
                  <a:pt x="209550" y="495300"/>
                </a:lnTo>
                <a:lnTo>
                  <a:pt x="209550" y="485775"/>
                </a:lnTo>
                <a:lnTo>
                  <a:pt x="228600" y="485775"/>
                </a:lnTo>
                <a:lnTo>
                  <a:pt x="228600" y="466725"/>
                </a:lnTo>
                <a:lnTo>
                  <a:pt x="219075" y="466725"/>
                </a:lnTo>
                <a:lnTo>
                  <a:pt x="219075" y="457200"/>
                </a:lnTo>
                <a:lnTo>
                  <a:pt x="228600" y="457200"/>
                </a:lnTo>
                <a:lnTo>
                  <a:pt x="228600" y="447675"/>
                </a:lnTo>
                <a:lnTo>
                  <a:pt x="209550" y="447675"/>
                </a:lnTo>
                <a:lnTo>
                  <a:pt x="209550" y="466725"/>
                </a:lnTo>
                <a:lnTo>
                  <a:pt x="200025" y="466725"/>
                </a:lnTo>
                <a:lnTo>
                  <a:pt x="200025" y="485775"/>
                </a:lnTo>
                <a:lnTo>
                  <a:pt x="190500" y="485775"/>
                </a:lnTo>
                <a:lnTo>
                  <a:pt x="190500" y="438150"/>
                </a:lnTo>
                <a:lnTo>
                  <a:pt x="142875" y="438150"/>
                </a:lnTo>
                <a:lnTo>
                  <a:pt x="142875" y="447675"/>
                </a:lnTo>
                <a:lnTo>
                  <a:pt x="123825" y="447675"/>
                </a:lnTo>
                <a:lnTo>
                  <a:pt x="123825" y="466725"/>
                </a:lnTo>
                <a:lnTo>
                  <a:pt x="114300" y="466725"/>
                </a:lnTo>
                <a:lnTo>
                  <a:pt x="114300" y="428625"/>
                </a:lnTo>
                <a:lnTo>
                  <a:pt x="104775" y="428625"/>
                </a:lnTo>
                <a:lnTo>
                  <a:pt x="104775" y="400050"/>
                </a:lnTo>
                <a:lnTo>
                  <a:pt x="114300" y="400050"/>
                </a:lnTo>
                <a:lnTo>
                  <a:pt x="114300" y="371475"/>
                </a:lnTo>
                <a:lnTo>
                  <a:pt x="123825" y="371475"/>
                </a:lnTo>
                <a:lnTo>
                  <a:pt x="123825" y="342900"/>
                </a:lnTo>
                <a:lnTo>
                  <a:pt x="114300" y="342900"/>
                </a:lnTo>
                <a:lnTo>
                  <a:pt x="114300" y="333375"/>
                </a:lnTo>
                <a:lnTo>
                  <a:pt x="123825" y="333375"/>
                </a:lnTo>
                <a:lnTo>
                  <a:pt x="123825" y="314325"/>
                </a:lnTo>
                <a:lnTo>
                  <a:pt x="133350" y="314325"/>
                </a:lnTo>
                <a:close/>
                <a:moveTo>
                  <a:pt x="333375" y="447675"/>
                </a:moveTo>
                <a:lnTo>
                  <a:pt x="342900" y="447675"/>
                </a:lnTo>
                <a:lnTo>
                  <a:pt x="342900" y="457200"/>
                </a:lnTo>
                <a:lnTo>
                  <a:pt x="352425" y="457200"/>
                </a:lnTo>
                <a:lnTo>
                  <a:pt x="352425" y="476250"/>
                </a:lnTo>
                <a:lnTo>
                  <a:pt x="342900" y="476250"/>
                </a:lnTo>
                <a:lnTo>
                  <a:pt x="342900" y="504825"/>
                </a:lnTo>
                <a:lnTo>
                  <a:pt x="323850" y="504825"/>
                </a:lnTo>
                <a:lnTo>
                  <a:pt x="323850" y="495300"/>
                </a:lnTo>
                <a:lnTo>
                  <a:pt x="314325" y="495300"/>
                </a:lnTo>
                <a:lnTo>
                  <a:pt x="314325" y="485775"/>
                </a:lnTo>
                <a:lnTo>
                  <a:pt x="323850" y="485775"/>
                </a:lnTo>
                <a:lnTo>
                  <a:pt x="323850" y="457200"/>
                </a:lnTo>
                <a:lnTo>
                  <a:pt x="333375" y="457200"/>
                </a:lnTo>
                <a:close/>
                <a:moveTo>
                  <a:pt x="295275" y="504825"/>
                </a:moveTo>
                <a:lnTo>
                  <a:pt x="314325" y="504825"/>
                </a:lnTo>
                <a:lnTo>
                  <a:pt x="314325" y="514350"/>
                </a:lnTo>
                <a:lnTo>
                  <a:pt x="304800" y="514350"/>
                </a:lnTo>
                <a:lnTo>
                  <a:pt x="304800" y="523875"/>
                </a:lnTo>
                <a:lnTo>
                  <a:pt x="285750" y="523875"/>
                </a:lnTo>
                <a:lnTo>
                  <a:pt x="285750" y="514350"/>
                </a:lnTo>
                <a:lnTo>
                  <a:pt x="295275" y="514350"/>
                </a:lnTo>
                <a:close/>
                <a:moveTo>
                  <a:pt x="419100" y="666750"/>
                </a:moveTo>
                <a:lnTo>
                  <a:pt x="428625" y="666750"/>
                </a:lnTo>
                <a:lnTo>
                  <a:pt x="428625" y="676275"/>
                </a:lnTo>
                <a:lnTo>
                  <a:pt x="438150" y="676275"/>
                </a:lnTo>
                <a:lnTo>
                  <a:pt x="438150" y="685800"/>
                </a:lnTo>
                <a:lnTo>
                  <a:pt x="419100" y="685800"/>
                </a:lnTo>
                <a:close/>
              </a:path>
            </a:pathLst>
          </a:custGeom>
          <a:solidFill xmlns:a="http://schemas.openxmlformats.org/drawingml/2006/main">
            <a:srgbClr val="F3F0E1"/>
          </a:solidFill>
          <a:ln xmlns:a="http://schemas.openxmlformats.org/drawingml/2006/main" w="0">
            <a:noFill/>
          </a:ln>
        </p:spPr>
      </p:sp>
      <p:sp>
        <p:nvSpPr>
          <p:cNvPr id="14" name="mobile vector #f2f0e3">
            <a:extLst xmlns:a="http://schemas.openxmlformats.org/drawingml/2006/main">
              <a:ext uri="{FF2B5EF4-FFF2-40B4-BE49-F238E27FC236}">
                <a16:creationId xmlns:a16="http://schemas.microsoft.com/office/drawing/2014/main" id="{C1F1ED92-2B15-49EE-92CE-A0DF69FBC6C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000250" y="1524000"/>
            <a:ext cx="457200" cy="685800"/>
          </a:xfrm>
          <a:custGeom xmlns:a="http://schemas.openxmlformats.org/drawingml/2006/main">
            <a:pathLst>
              <a:path w="457200" h="685800">
                <a:moveTo>
                  <a:pt x="247650" y="0"/>
                </a:moveTo>
                <a:lnTo>
                  <a:pt x="266700" y="0"/>
                </a:lnTo>
                <a:lnTo>
                  <a:pt x="266700" y="19050"/>
                </a:lnTo>
                <a:lnTo>
                  <a:pt x="276225" y="19050"/>
                </a:lnTo>
                <a:lnTo>
                  <a:pt x="276225" y="28575"/>
                </a:lnTo>
                <a:lnTo>
                  <a:pt x="304800" y="28575"/>
                </a:lnTo>
                <a:lnTo>
                  <a:pt x="304800" y="0"/>
                </a:lnTo>
                <a:lnTo>
                  <a:pt x="323850" y="0"/>
                </a:lnTo>
                <a:lnTo>
                  <a:pt x="323850" y="28575"/>
                </a:lnTo>
                <a:lnTo>
                  <a:pt x="371475" y="28575"/>
                </a:lnTo>
                <a:lnTo>
                  <a:pt x="371475" y="38100"/>
                </a:lnTo>
                <a:lnTo>
                  <a:pt x="381000" y="38100"/>
                </a:lnTo>
                <a:lnTo>
                  <a:pt x="381000" y="47625"/>
                </a:lnTo>
                <a:lnTo>
                  <a:pt x="361950" y="47625"/>
                </a:lnTo>
                <a:lnTo>
                  <a:pt x="361950" y="38100"/>
                </a:lnTo>
                <a:lnTo>
                  <a:pt x="219075" y="38100"/>
                </a:lnTo>
                <a:lnTo>
                  <a:pt x="219075" y="47625"/>
                </a:lnTo>
                <a:lnTo>
                  <a:pt x="152400" y="47625"/>
                </a:lnTo>
                <a:lnTo>
                  <a:pt x="152400" y="28575"/>
                </a:lnTo>
                <a:lnTo>
                  <a:pt x="238125" y="28575"/>
                </a:lnTo>
                <a:lnTo>
                  <a:pt x="238125" y="19050"/>
                </a:lnTo>
                <a:lnTo>
                  <a:pt x="247650" y="19050"/>
                </a:lnTo>
                <a:close/>
                <a:moveTo>
                  <a:pt x="76200" y="19050"/>
                </a:moveTo>
                <a:lnTo>
                  <a:pt x="104775" y="19050"/>
                </a:lnTo>
                <a:lnTo>
                  <a:pt x="104775" y="28575"/>
                </a:lnTo>
                <a:lnTo>
                  <a:pt x="95250" y="28575"/>
                </a:lnTo>
                <a:lnTo>
                  <a:pt x="95250" y="38100"/>
                </a:lnTo>
                <a:lnTo>
                  <a:pt x="76200" y="38100"/>
                </a:lnTo>
                <a:close/>
                <a:moveTo>
                  <a:pt x="123825" y="28575"/>
                </a:moveTo>
                <a:lnTo>
                  <a:pt x="142875" y="28575"/>
                </a:lnTo>
                <a:lnTo>
                  <a:pt x="142875" y="38100"/>
                </a:lnTo>
                <a:lnTo>
                  <a:pt x="123825" y="38100"/>
                </a:lnTo>
                <a:close/>
                <a:moveTo>
                  <a:pt x="66675" y="38100"/>
                </a:moveTo>
                <a:lnTo>
                  <a:pt x="76200" y="38100"/>
                </a:lnTo>
                <a:lnTo>
                  <a:pt x="76200" y="47625"/>
                </a:lnTo>
                <a:lnTo>
                  <a:pt x="66675" y="47625"/>
                </a:lnTo>
                <a:close/>
                <a:moveTo>
                  <a:pt x="57150" y="47625"/>
                </a:moveTo>
                <a:lnTo>
                  <a:pt x="66675" y="47625"/>
                </a:lnTo>
                <a:lnTo>
                  <a:pt x="66675" y="57150"/>
                </a:lnTo>
                <a:lnTo>
                  <a:pt x="57150" y="57150"/>
                </a:lnTo>
                <a:close/>
                <a:moveTo>
                  <a:pt x="47625" y="57150"/>
                </a:moveTo>
                <a:lnTo>
                  <a:pt x="57150" y="57150"/>
                </a:lnTo>
                <a:lnTo>
                  <a:pt x="57150" y="66675"/>
                </a:lnTo>
                <a:lnTo>
                  <a:pt x="47625" y="66675"/>
                </a:lnTo>
                <a:close/>
                <a:moveTo>
                  <a:pt x="400050" y="57150"/>
                </a:moveTo>
                <a:lnTo>
                  <a:pt x="419100" y="57150"/>
                </a:lnTo>
                <a:lnTo>
                  <a:pt x="419100" y="76200"/>
                </a:lnTo>
                <a:lnTo>
                  <a:pt x="409575" y="76200"/>
                </a:lnTo>
                <a:lnTo>
                  <a:pt x="409575" y="66675"/>
                </a:lnTo>
                <a:lnTo>
                  <a:pt x="400050" y="66675"/>
                </a:lnTo>
                <a:close/>
                <a:moveTo>
                  <a:pt x="419100" y="76200"/>
                </a:moveTo>
                <a:lnTo>
                  <a:pt x="438150" y="76200"/>
                </a:lnTo>
                <a:lnTo>
                  <a:pt x="438150" y="95250"/>
                </a:lnTo>
                <a:lnTo>
                  <a:pt x="428625" y="95250"/>
                </a:lnTo>
                <a:lnTo>
                  <a:pt x="428625" y="85725"/>
                </a:lnTo>
                <a:lnTo>
                  <a:pt x="419100" y="85725"/>
                </a:lnTo>
                <a:close/>
                <a:moveTo>
                  <a:pt x="0" y="85725"/>
                </a:moveTo>
                <a:lnTo>
                  <a:pt x="19050" y="85725"/>
                </a:lnTo>
                <a:lnTo>
                  <a:pt x="19050" y="114300"/>
                </a:lnTo>
                <a:lnTo>
                  <a:pt x="28575" y="114300"/>
                </a:lnTo>
                <a:lnTo>
                  <a:pt x="28575" y="133350"/>
                </a:lnTo>
                <a:lnTo>
                  <a:pt x="19050" y="133350"/>
                </a:lnTo>
                <a:lnTo>
                  <a:pt x="19050" y="123825"/>
                </a:lnTo>
                <a:lnTo>
                  <a:pt x="9525" y="123825"/>
                </a:lnTo>
                <a:lnTo>
                  <a:pt x="9525" y="104775"/>
                </a:lnTo>
                <a:lnTo>
                  <a:pt x="0" y="104775"/>
                </a:lnTo>
                <a:close/>
                <a:moveTo>
                  <a:pt x="114300" y="114300"/>
                </a:moveTo>
                <a:lnTo>
                  <a:pt x="133350" y="114300"/>
                </a:lnTo>
                <a:lnTo>
                  <a:pt x="133350" y="123825"/>
                </a:lnTo>
                <a:lnTo>
                  <a:pt x="114300" y="123825"/>
                </a:lnTo>
                <a:close/>
                <a:moveTo>
                  <a:pt x="104775" y="123825"/>
                </a:moveTo>
                <a:lnTo>
                  <a:pt x="114300" y="123825"/>
                </a:lnTo>
                <a:lnTo>
                  <a:pt x="114300" y="133350"/>
                </a:lnTo>
                <a:lnTo>
                  <a:pt x="104775" y="133350"/>
                </a:lnTo>
                <a:close/>
                <a:moveTo>
                  <a:pt x="438150" y="123825"/>
                </a:moveTo>
                <a:lnTo>
                  <a:pt x="447675" y="123825"/>
                </a:lnTo>
                <a:lnTo>
                  <a:pt x="447675" y="190500"/>
                </a:lnTo>
                <a:lnTo>
                  <a:pt x="438150" y="190500"/>
                </a:lnTo>
                <a:close/>
                <a:moveTo>
                  <a:pt x="95250" y="152400"/>
                </a:moveTo>
                <a:lnTo>
                  <a:pt x="114300" y="152400"/>
                </a:lnTo>
                <a:lnTo>
                  <a:pt x="114300" y="171450"/>
                </a:lnTo>
                <a:lnTo>
                  <a:pt x="104775" y="171450"/>
                </a:lnTo>
                <a:lnTo>
                  <a:pt x="104775" y="161925"/>
                </a:lnTo>
                <a:lnTo>
                  <a:pt x="95250" y="161925"/>
                </a:lnTo>
                <a:close/>
                <a:moveTo>
                  <a:pt x="161925" y="161925"/>
                </a:moveTo>
                <a:lnTo>
                  <a:pt x="190500" y="161925"/>
                </a:lnTo>
                <a:lnTo>
                  <a:pt x="190500" y="180975"/>
                </a:lnTo>
                <a:lnTo>
                  <a:pt x="180975" y="180975"/>
                </a:lnTo>
                <a:lnTo>
                  <a:pt x="180975" y="171450"/>
                </a:lnTo>
                <a:lnTo>
                  <a:pt x="161925" y="171450"/>
                </a:lnTo>
                <a:close/>
                <a:moveTo>
                  <a:pt x="276225" y="161925"/>
                </a:moveTo>
                <a:lnTo>
                  <a:pt x="295275" y="161925"/>
                </a:lnTo>
                <a:lnTo>
                  <a:pt x="295275" y="171450"/>
                </a:lnTo>
                <a:lnTo>
                  <a:pt x="276225" y="171450"/>
                </a:lnTo>
                <a:close/>
                <a:moveTo>
                  <a:pt x="0" y="171450"/>
                </a:moveTo>
                <a:lnTo>
                  <a:pt x="9525" y="171450"/>
                </a:lnTo>
                <a:lnTo>
                  <a:pt x="9525" y="200025"/>
                </a:lnTo>
                <a:lnTo>
                  <a:pt x="0" y="200025"/>
                </a:lnTo>
                <a:close/>
                <a:moveTo>
                  <a:pt x="85725" y="180975"/>
                </a:moveTo>
                <a:lnTo>
                  <a:pt x="95250" y="180975"/>
                </a:lnTo>
                <a:lnTo>
                  <a:pt x="95250" y="190500"/>
                </a:lnTo>
                <a:lnTo>
                  <a:pt x="104775" y="190500"/>
                </a:lnTo>
                <a:lnTo>
                  <a:pt x="104775" y="247650"/>
                </a:lnTo>
                <a:lnTo>
                  <a:pt x="114300" y="247650"/>
                </a:lnTo>
                <a:lnTo>
                  <a:pt x="114300" y="266700"/>
                </a:lnTo>
                <a:lnTo>
                  <a:pt x="95250" y="266700"/>
                </a:lnTo>
                <a:lnTo>
                  <a:pt x="95250" y="247650"/>
                </a:lnTo>
                <a:lnTo>
                  <a:pt x="85725" y="247650"/>
                </a:lnTo>
                <a:close/>
                <a:moveTo>
                  <a:pt x="438150" y="209550"/>
                </a:moveTo>
                <a:lnTo>
                  <a:pt x="447675" y="209550"/>
                </a:lnTo>
                <a:lnTo>
                  <a:pt x="447675" y="247650"/>
                </a:lnTo>
                <a:lnTo>
                  <a:pt x="438150" y="247650"/>
                </a:lnTo>
                <a:close/>
                <a:moveTo>
                  <a:pt x="19050" y="238125"/>
                </a:moveTo>
                <a:lnTo>
                  <a:pt x="28575" y="238125"/>
                </a:lnTo>
                <a:lnTo>
                  <a:pt x="28575" y="257175"/>
                </a:lnTo>
                <a:lnTo>
                  <a:pt x="19050" y="257175"/>
                </a:lnTo>
                <a:close/>
                <a:moveTo>
                  <a:pt x="19050" y="276225"/>
                </a:moveTo>
                <a:lnTo>
                  <a:pt x="28575" y="276225"/>
                </a:lnTo>
                <a:lnTo>
                  <a:pt x="28575" y="304800"/>
                </a:lnTo>
                <a:lnTo>
                  <a:pt x="19050" y="304800"/>
                </a:lnTo>
                <a:close/>
                <a:moveTo>
                  <a:pt x="85725" y="276225"/>
                </a:moveTo>
                <a:lnTo>
                  <a:pt x="95250" y="276225"/>
                </a:lnTo>
                <a:lnTo>
                  <a:pt x="95250" y="304800"/>
                </a:lnTo>
                <a:lnTo>
                  <a:pt x="85725" y="304800"/>
                </a:lnTo>
                <a:close/>
                <a:moveTo>
                  <a:pt x="438150" y="276225"/>
                </a:moveTo>
                <a:lnTo>
                  <a:pt x="447675" y="276225"/>
                </a:lnTo>
                <a:lnTo>
                  <a:pt x="447675" y="314325"/>
                </a:lnTo>
                <a:lnTo>
                  <a:pt x="438150" y="314325"/>
                </a:lnTo>
                <a:close/>
                <a:moveTo>
                  <a:pt x="133350" y="285750"/>
                </a:moveTo>
                <a:lnTo>
                  <a:pt x="152400" y="285750"/>
                </a:lnTo>
                <a:lnTo>
                  <a:pt x="152400" y="304800"/>
                </a:lnTo>
                <a:lnTo>
                  <a:pt x="142875" y="304800"/>
                </a:lnTo>
                <a:lnTo>
                  <a:pt x="142875" y="295275"/>
                </a:lnTo>
                <a:lnTo>
                  <a:pt x="133350" y="295275"/>
                </a:lnTo>
                <a:close/>
                <a:moveTo>
                  <a:pt x="19050" y="342900"/>
                </a:moveTo>
                <a:lnTo>
                  <a:pt x="28575" y="342900"/>
                </a:lnTo>
                <a:lnTo>
                  <a:pt x="28575" y="419100"/>
                </a:lnTo>
                <a:lnTo>
                  <a:pt x="19050" y="419100"/>
                </a:lnTo>
                <a:close/>
                <a:moveTo>
                  <a:pt x="85725" y="342900"/>
                </a:moveTo>
                <a:lnTo>
                  <a:pt x="104775" y="342900"/>
                </a:lnTo>
                <a:lnTo>
                  <a:pt x="104775" y="352425"/>
                </a:lnTo>
                <a:lnTo>
                  <a:pt x="95250" y="352425"/>
                </a:lnTo>
                <a:lnTo>
                  <a:pt x="95250" y="371475"/>
                </a:lnTo>
                <a:lnTo>
                  <a:pt x="85725" y="371475"/>
                </a:lnTo>
                <a:close/>
                <a:moveTo>
                  <a:pt x="438150" y="342900"/>
                </a:moveTo>
                <a:lnTo>
                  <a:pt x="447675" y="342900"/>
                </a:lnTo>
                <a:lnTo>
                  <a:pt x="447675" y="361950"/>
                </a:lnTo>
                <a:lnTo>
                  <a:pt x="438150" y="361950"/>
                </a:lnTo>
                <a:close/>
                <a:moveTo>
                  <a:pt x="0" y="352425"/>
                </a:moveTo>
                <a:lnTo>
                  <a:pt x="9525" y="352425"/>
                </a:lnTo>
                <a:lnTo>
                  <a:pt x="9525" y="381000"/>
                </a:lnTo>
                <a:lnTo>
                  <a:pt x="0" y="381000"/>
                </a:lnTo>
                <a:close/>
                <a:moveTo>
                  <a:pt x="447675" y="361950"/>
                </a:moveTo>
                <a:lnTo>
                  <a:pt x="457200" y="361950"/>
                </a:lnTo>
                <a:lnTo>
                  <a:pt x="457200" y="400050"/>
                </a:lnTo>
                <a:lnTo>
                  <a:pt x="447675" y="400050"/>
                </a:lnTo>
                <a:close/>
                <a:moveTo>
                  <a:pt x="95250" y="400050"/>
                </a:moveTo>
                <a:lnTo>
                  <a:pt x="104775" y="400050"/>
                </a:lnTo>
                <a:lnTo>
                  <a:pt x="104775" y="419100"/>
                </a:lnTo>
                <a:lnTo>
                  <a:pt x="95250" y="419100"/>
                </a:lnTo>
                <a:lnTo>
                  <a:pt x="95250" y="447675"/>
                </a:lnTo>
                <a:lnTo>
                  <a:pt x="104775" y="447675"/>
                </a:lnTo>
                <a:lnTo>
                  <a:pt x="104775" y="457200"/>
                </a:lnTo>
                <a:lnTo>
                  <a:pt x="95250" y="457200"/>
                </a:lnTo>
                <a:lnTo>
                  <a:pt x="95250" y="476250"/>
                </a:lnTo>
                <a:lnTo>
                  <a:pt x="85725" y="476250"/>
                </a:lnTo>
                <a:lnTo>
                  <a:pt x="85725" y="409575"/>
                </a:lnTo>
                <a:lnTo>
                  <a:pt x="95250" y="409575"/>
                </a:lnTo>
                <a:close/>
                <a:moveTo>
                  <a:pt x="342900" y="419100"/>
                </a:moveTo>
                <a:lnTo>
                  <a:pt x="352425" y="419100"/>
                </a:lnTo>
                <a:lnTo>
                  <a:pt x="352425" y="447675"/>
                </a:lnTo>
                <a:lnTo>
                  <a:pt x="361950" y="447675"/>
                </a:lnTo>
                <a:lnTo>
                  <a:pt x="361950" y="476250"/>
                </a:lnTo>
                <a:lnTo>
                  <a:pt x="352425" y="476250"/>
                </a:lnTo>
                <a:lnTo>
                  <a:pt x="352425" y="457200"/>
                </a:lnTo>
                <a:lnTo>
                  <a:pt x="342900" y="457200"/>
                </a:lnTo>
                <a:close/>
                <a:moveTo>
                  <a:pt x="447675" y="438150"/>
                </a:moveTo>
                <a:lnTo>
                  <a:pt x="457200" y="438150"/>
                </a:lnTo>
                <a:lnTo>
                  <a:pt x="457200" y="466725"/>
                </a:lnTo>
                <a:lnTo>
                  <a:pt x="447675" y="466725"/>
                </a:lnTo>
                <a:lnTo>
                  <a:pt x="447675" y="542925"/>
                </a:lnTo>
                <a:lnTo>
                  <a:pt x="438150" y="542925"/>
                </a:lnTo>
                <a:lnTo>
                  <a:pt x="438150" y="457200"/>
                </a:lnTo>
                <a:lnTo>
                  <a:pt x="447675" y="457200"/>
                </a:lnTo>
                <a:close/>
                <a:moveTo>
                  <a:pt x="85725" y="485775"/>
                </a:moveTo>
                <a:lnTo>
                  <a:pt x="95250" y="485775"/>
                </a:lnTo>
                <a:lnTo>
                  <a:pt x="95250" y="504825"/>
                </a:lnTo>
                <a:lnTo>
                  <a:pt x="114300" y="504825"/>
                </a:lnTo>
                <a:lnTo>
                  <a:pt x="114300" y="514350"/>
                </a:lnTo>
                <a:lnTo>
                  <a:pt x="95250" y="514350"/>
                </a:lnTo>
                <a:lnTo>
                  <a:pt x="95250" y="561975"/>
                </a:lnTo>
                <a:lnTo>
                  <a:pt x="85725" y="561975"/>
                </a:lnTo>
                <a:close/>
                <a:moveTo>
                  <a:pt x="180975" y="514350"/>
                </a:moveTo>
                <a:lnTo>
                  <a:pt x="200025" y="514350"/>
                </a:lnTo>
                <a:lnTo>
                  <a:pt x="200025" y="533400"/>
                </a:lnTo>
                <a:lnTo>
                  <a:pt x="190500" y="533400"/>
                </a:lnTo>
                <a:lnTo>
                  <a:pt x="190500" y="542925"/>
                </a:lnTo>
                <a:lnTo>
                  <a:pt x="171450" y="542925"/>
                </a:lnTo>
                <a:lnTo>
                  <a:pt x="171450" y="533400"/>
                </a:lnTo>
                <a:lnTo>
                  <a:pt x="180975" y="533400"/>
                </a:lnTo>
                <a:close/>
                <a:moveTo>
                  <a:pt x="247650" y="514350"/>
                </a:moveTo>
                <a:lnTo>
                  <a:pt x="257175" y="514350"/>
                </a:lnTo>
                <a:lnTo>
                  <a:pt x="257175" y="523875"/>
                </a:lnTo>
                <a:lnTo>
                  <a:pt x="247650" y="523875"/>
                </a:lnTo>
                <a:close/>
                <a:moveTo>
                  <a:pt x="19050" y="523875"/>
                </a:moveTo>
                <a:lnTo>
                  <a:pt x="28575" y="523875"/>
                </a:lnTo>
                <a:lnTo>
                  <a:pt x="28575" y="542925"/>
                </a:lnTo>
                <a:lnTo>
                  <a:pt x="19050" y="542925"/>
                </a:lnTo>
                <a:close/>
                <a:moveTo>
                  <a:pt x="104775" y="523875"/>
                </a:moveTo>
                <a:lnTo>
                  <a:pt x="114300" y="523875"/>
                </a:lnTo>
                <a:lnTo>
                  <a:pt x="114300" y="533400"/>
                </a:lnTo>
                <a:lnTo>
                  <a:pt x="104775" y="533400"/>
                </a:lnTo>
                <a:close/>
                <a:moveTo>
                  <a:pt x="238125" y="523875"/>
                </a:moveTo>
                <a:lnTo>
                  <a:pt x="247650" y="523875"/>
                </a:lnTo>
                <a:lnTo>
                  <a:pt x="247650" y="533400"/>
                </a:lnTo>
                <a:lnTo>
                  <a:pt x="238125" y="533400"/>
                </a:lnTo>
                <a:close/>
                <a:moveTo>
                  <a:pt x="266700" y="523875"/>
                </a:moveTo>
                <a:lnTo>
                  <a:pt x="276225" y="523875"/>
                </a:lnTo>
                <a:lnTo>
                  <a:pt x="276225" y="533400"/>
                </a:lnTo>
                <a:lnTo>
                  <a:pt x="285750" y="533400"/>
                </a:lnTo>
                <a:lnTo>
                  <a:pt x="285750" y="542925"/>
                </a:lnTo>
                <a:lnTo>
                  <a:pt x="266700" y="542925"/>
                </a:lnTo>
                <a:close/>
                <a:moveTo>
                  <a:pt x="0" y="552450"/>
                </a:moveTo>
                <a:lnTo>
                  <a:pt x="19050" y="552450"/>
                </a:lnTo>
                <a:lnTo>
                  <a:pt x="19050" y="561975"/>
                </a:lnTo>
                <a:lnTo>
                  <a:pt x="9525" y="561975"/>
                </a:lnTo>
                <a:lnTo>
                  <a:pt x="9525" y="571500"/>
                </a:lnTo>
                <a:lnTo>
                  <a:pt x="0" y="571500"/>
                </a:lnTo>
                <a:close/>
                <a:moveTo>
                  <a:pt x="161925" y="552450"/>
                </a:moveTo>
                <a:lnTo>
                  <a:pt x="171450" y="552450"/>
                </a:lnTo>
                <a:lnTo>
                  <a:pt x="171450" y="561975"/>
                </a:lnTo>
                <a:lnTo>
                  <a:pt x="161925" y="561975"/>
                </a:lnTo>
                <a:close/>
                <a:moveTo>
                  <a:pt x="104775" y="561975"/>
                </a:moveTo>
                <a:lnTo>
                  <a:pt x="114300" y="561975"/>
                </a:lnTo>
                <a:lnTo>
                  <a:pt x="114300" y="571500"/>
                </a:lnTo>
                <a:lnTo>
                  <a:pt x="104775" y="571500"/>
                </a:lnTo>
                <a:close/>
                <a:moveTo>
                  <a:pt x="142875" y="561975"/>
                </a:moveTo>
                <a:lnTo>
                  <a:pt x="161925" y="561975"/>
                </a:lnTo>
                <a:lnTo>
                  <a:pt x="161925" y="571500"/>
                </a:lnTo>
                <a:lnTo>
                  <a:pt x="142875" y="571500"/>
                </a:lnTo>
                <a:close/>
                <a:moveTo>
                  <a:pt x="9525" y="571500"/>
                </a:moveTo>
                <a:lnTo>
                  <a:pt x="19050" y="571500"/>
                </a:lnTo>
                <a:lnTo>
                  <a:pt x="19050" y="581025"/>
                </a:lnTo>
                <a:lnTo>
                  <a:pt x="9525" y="581025"/>
                </a:lnTo>
                <a:close/>
                <a:moveTo>
                  <a:pt x="114300" y="571500"/>
                </a:moveTo>
                <a:lnTo>
                  <a:pt x="133350" y="571500"/>
                </a:lnTo>
                <a:lnTo>
                  <a:pt x="133350" y="590550"/>
                </a:lnTo>
                <a:lnTo>
                  <a:pt x="114300" y="590550"/>
                </a:lnTo>
                <a:close/>
                <a:moveTo>
                  <a:pt x="438150" y="571500"/>
                </a:moveTo>
                <a:lnTo>
                  <a:pt x="457200" y="571500"/>
                </a:lnTo>
                <a:lnTo>
                  <a:pt x="457200" y="581025"/>
                </a:lnTo>
                <a:lnTo>
                  <a:pt x="447675" y="581025"/>
                </a:lnTo>
                <a:lnTo>
                  <a:pt x="447675" y="600075"/>
                </a:lnTo>
                <a:lnTo>
                  <a:pt x="438150" y="600075"/>
                </a:lnTo>
                <a:close/>
                <a:moveTo>
                  <a:pt x="428625" y="609600"/>
                </a:moveTo>
                <a:lnTo>
                  <a:pt x="438150" y="609600"/>
                </a:lnTo>
                <a:lnTo>
                  <a:pt x="438150" y="619125"/>
                </a:lnTo>
                <a:lnTo>
                  <a:pt x="428625" y="619125"/>
                </a:lnTo>
                <a:close/>
                <a:moveTo>
                  <a:pt x="28575" y="619125"/>
                </a:moveTo>
                <a:lnTo>
                  <a:pt x="38100" y="619125"/>
                </a:lnTo>
                <a:lnTo>
                  <a:pt x="38100" y="628650"/>
                </a:lnTo>
                <a:lnTo>
                  <a:pt x="28575" y="628650"/>
                </a:lnTo>
                <a:close/>
                <a:moveTo>
                  <a:pt x="419100" y="628650"/>
                </a:moveTo>
                <a:lnTo>
                  <a:pt x="428625" y="628650"/>
                </a:lnTo>
                <a:lnTo>
                  <a:pt x="428625" y="638175"/>
                </a:lnTo>
                <a:lnTo>
                  <a:pt x="419100" y="638175"/>
                </a:lnTo>
                <a:close/>
                <a:moveTo>
                  <a:pt x="38100" y="638175"/>
                </a:moveTo>
                <a:lnTo>
                  <a:pt x="47625" y="638175"/>
                </a:lnTo>
                <a:lnTo>
                  <a:pt x="47625" y="647700"/>
                </a:lnTo>
                <a:lnTo>
                  <a:pt x="38100" y="647700"/>
                </a:lnTo>
                <a:close/>
                <a:moveTo>
                  <a:pt x="0" y="647700"/>
                </a:moveTo>
                <a:lnTo>
                  <a:pt x="9525" y="647700"/>
                </a:lnTo>
                <a:lnTo>
                  <a:pt x="9525" y="666750"/>
                </a:lnTo>
                <a:lnTo>
                  <a:pt x="0" y="666750"/>
                </a:lnTo>
                <a:close/>
                <a:moveTo>
                  <a:pt x="47625" y="647700"/>
                </a:moveTo>
                <a:lnTo>
                  <a:pt x="57150" y="647700"/>
                </a:lnTo>
                <a:lnTo>
                  <a:pt x="57150" y="657225"/>
                </a:lnTo>
                <a:lnTo>
                  <a:pt x="47625" y="657225"/>
                </a:lnTo>
                <a:close/>
                <a:moveTo>
                  <a:pt x="400050" y="647700"/>
                </a:moveTo>
                <a:lnTo>
                  <a:pt x="419100" y="647700"/>
                </a:lnTo>
                <a:lnTo>
                  <a:pt x="419100" y="657225"/>
                </a:lnTo>
                <a:lnTo>
                  <a:pt x="400050" y="657225"/>
                </a:lnTo>
                <a:close/>
                <a:moveTo>
                  <a:pt x="57150" y="657225"/>
                </a:moveTo>
                <a:lnTo>
                  <a:pt x="66675" y="657225"/>
                </a:lnTo>
                <a:lnTo>
                  <a:pt x="66675" y="666750"/>
                </a:lnTo>
                <a:lnTo>
                  <a:pt x="76200" y="666750"/>
                </a:lnTo>
                <a:lnTo>
                  <a:pt x="76200" y="685800"/>
                </a:lnTo>
                <a:lnTo>
                  <a:pt x="57150" y="685800"/>
                </a:lnTo>
                <a:close/>
                <a:moveTo>
                  <a:pt x="390525" y="657225"/>
                </a:moveTo>
                <a:lnTo>
                  <a:pt x="400050" y="657225"/>
                </a:lnTo>
                <a:lnTo>
                  <a:pt x="400050" y="666750"/>
                </a:lnTo>
                <a:lnTo>
                  <a:pt x="390525" y="666750"/>
                </a:lnTo>
                <a:close/>
                <a:moveTo>
                  <a:pt x="85725" y="666750"/>
                </a:moveTo>
                <a:lnTo>
                  <a:pt x="123825" y="666750"/>
                </a:lnTo>
                <a:lnTo>
                  <a:pt x="123825" y="676275"/>
                </a:lnTo>
                <a:lnTo>
                  <a:pt x="180975" y="676275"/>
                </a:lnTo>
                <a:lnTo>
                  <a:pt x="180975" y="666750"/>
                </a:lnTo>
                <a:lnTo>
                  <a:pt x="190500" y="666750"/>
                </a:lnTo>
                <a:lnTo>
                  <a:pt x="190500" y="676275"/>
                </a:lnTo>
                <a:lnTo>
                  <a:pt x="209550" y="676275"/>
                </a:lnTo>
                <a:lnTo>
                  <a:pt x="209550" y="685800"/>
                </a:lnTo>
                <a:lnTo>
                  <a:pt x="95250" y="685800"/>
                </a:lnTo>
                <a:lnTo>
                  <a:pt x="95250" y="676275"/>
                </a:lnTo>
                <a:lnTo>
                  <a:pt x="85725" y="676275"/>
                </a:lnTo>
                <a:close/>
                <a:moveTo>
                  <a:pt x="342900" y="666750"/>
                </a:moveTo>
                <a:lnTo>
                  <a:pt x="361950" y="666750"/>
                </a:lnTo>
                <a:lnTo>
                  <a:pt x="361950" y="685800"/>
                </a:lnTo>
                <a:lnTo>
                  <a:pt x="323850" y="685800"/>
                </a:lnTo>
                <a:lnTo>
                  <a:pt x="323850" y="676275"/>
                </a:lnTo>
                <a:lnTo>
                  <a:pt x="342900" y="676275"/>
                </a:lnTo>
                <a:close/>
                <a:moveTo>
                  <a:pt x="228600" y="676275"/>
                </a:moveTo>
                <a:lnTo>
                  <a:pt x="276225" y="676275"/>
                </a:lnTo>
                <a:lnTo>
                  <a:pt x="276225" y="685800"/>
                </a:lnTo>
                <a:lnTo>
                  <a:pt x="228600" y="685800"/>
                </a:lnTo>
                <a:close/>
                <a:moveTo>
                  <a:pt x="295275" y="676275"/>
                </a:moveTo>
                <a:lnTo>
                  <a:pt x="314325" y="676275"/>
                </a:lnTo>
                <a:lnTo>
                  <a:pt x="314325" y="685800"/>
                </a:lnTo>
                <a:lnTo>
                  <a:pt x="295275" y="685800"/>
                </a:lnTo>
                <a:close/>
              </a:path>
            </a:pathLst>
          </a:custGeom>
          <a:solidFill xmlns:a="http://schemas.openxmlformats.org/drawingml/2006/main">
            <a:srgbClr val="F2F0E3"/>
          </a:solidFill>
          <a:ln xmlns:a="http://schemas.openxmlformats.org/drawingml/2006/main" w="0">
            <a:noFill/>
          </a:ln>
        </p:spPr>
      </p:sp>
      <p:sp>
        <p:nvSpPr>
          <p:cNvPr id="15" name="mobile vector #f2f0e1">
            <a:extLst xmlns:a="http://schemas.openxmlformats.org/drawingml/2006/main">
              <a:ext uri="{FF2B5EF4-FFF2-40B4-BE49-F238E27FC236}">
                <a16:creationId xmlns:a16="http://schemas.microsoft.com/office/drawing/2014/main" id="{63A3C925-18B5-41A7-BD6E-19E492901EA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000250" y="1524000"/>
            <a:ext cx="457200" cy="685800"/>
          </a:xfrm>
          <a:custGeom xmlns:a="http://schemas.openxmlformats.org/drawingml/2006/main">
            <a:pathLst>
              <a:path w="457200" h="685800">
                <a:moveTo>
                  <a:pt x="400050" y="0"/>
                </a:moveTo>
                <a:lnTo>
                  <a:pt x="428625" y="0"/>
                </a:lnTo>
                <a:lnTo>
                  <a:pt x="428625" y="9525"/>
                </a:lnTo>
                <a:lnTo>
                  <a:pt x="419100" y="9525"/>
                </a:lnTo>
                <a:lnTo>
                  <a:pt x="419100" y="28575"/>
                </a:lnTo>
                <a:lnTo>
                  <a:pt x="400050" y="28575"/>
                </a:lnTo>
                <a:close/>
                <a:moveTo>
                  <a:pt x="66675" y="9525"/>
                </a:moveTo>
                <a:lnTo>
                  <a:pt x="85725" y="9525"/>
                </a:lnTo>
                <a:lnTo>
                  <a:pt x="85725" y="19050"/>
                </a:lnTo>
                <a:lnTo>
                  <a:pt x="76200" y="19050"/>
                </a:lnTo>
                <a:lnTo>
                  <a:pt x="76200" y="38100"/>
                </a:lnTo>
                <a:lnTo>
                  <a:pt x="66675" y="38100"/>
                </a:lnTo>
                <a:lnTo>
                  <a:pt x="66675" y="47625"/>
                </a:lnTo>
                <a:lnTo>
                  <a:pt x="57150" y="47625"/>
                </a:lnTo>
                <a:lnTo>
                  <a:pt x="57150" y="28575"/>
                </a:lnTo>
                <a:lnTo>
                  <a:pt x="66675" y="28575"/>
                </a:lnTo>
                <a:close/>
                <a:moveTo>
                  <a:pt x="104775" y="9525"/>
                </a:moveTo>
                <a:lnTo>
                  <a:pt x="114300" y="9525"/>
                </a:lnTo>
                <a:lnTo>
                  <a:pt x="114300" y="19050"/>
                </a:lnTo>
                <a:lnTo>
                  <a:pt x="123825" y="19050"/>
                </a:lnTo>
                <a:lnTo>
                  <a:pt x="123825" y="28575"/>
                </a:lnTo>
                <a:lnTo>
                  <a:pt x="104775" y="28575"/>
                </a:lnTo>
                <a:close/>
                <a:moveTo>
                  <a:pt x="361950" y="9525"/>
                </a:moveTo>
                <a:lnTo>
                  <a:pt x="381000" y="9525"/>
                </a:lnTo>
                <a:lnTo>
                  <a:pt x="381000" y="28575"/>
                </a:lnTo>
                <a:lnTo>
                  <a:pt x="361950" y="28575"/>
                </a:lnTo>
                <a:close/>
                <a:moveTo>
                  <a:pt x="276225" y="19050"/>
                </a:moveTo>
                <a:lnTo>
                  <a:pt x="285750" y="19050"/>
                </a:lnTo>
                <a:lnTo>
                  <a:pt x="285750" y="28575"/>
                </a:lnTo>
                <a:lnTo>
                  <a:pt x="276225" y="28575"/>
                </a:lnTo>
                <a:close/>
                <a:moveTo>
                  <a:pt x="295275" y="19050"/>
                </a:moveTo>
                <a:lnTo>
                  <a:pt x="304800" y="19050"/>
                </a:lnTo>
                <a:lnTo>
                  <a:pt x="304800" y="28575"/>
                </a:lnTo>
                <a:lnTo>
                  <a:pt x="295275" y="28575"/>
                </a:lnTo>
                <a:close/>
                <a:moveTo>
                  <a:pt x="38100" y="66675"/>
                </a:moveTo>
                <a:lnTo>
                  <a:pt x="47625" y="66675"/>
                </a:lnTo>
                <a:lnTo>
                  <a:pt x="47625" y="76200"/>
                </a:lnTo>
                <a:lnTo>
                  <a:pt x="38100" y="76200"/>
                </a:lnTo>
                <a:close/>
                <a:moveTo>
                  <a:pt x="19050" y="76200"/>
                </a:moveTo>
                <a:lnTo>
                  <a:pt x="38100" y="76200"/>
                </a:lnTo>
                <a:lnTo>
                  <a:pt x="38100" y="85725"/>
                </a:lnTo>
                <a:lnTo>
                  <a:pt x="28575" y="85725"/>
                </a:lnTo>
                <a:lnTo>
                  <a:pt x="28575" y="95250"/>
                </a:lnTo>
                <a:lnTo>
                  <a:pt x="19050" y="95250"/>
                </a:lnTo>
                <a:close/>
                <a:moveTo>
                  <a:pt x="104775" y="133350"/>
                </a:moveTo>
                <a:lnTo>
                  <a:pt x="123825" y="133350"/>
                </a:lnTo>
                <a:lnTo>
                  <a:pt x="123825" y="152400"/>
                </a:lnTo>
                <a:lnTo>
                  <a:pt x="104775" y="152400"/>
                </a:lnTo>
                <a:close/>
                <a:moveTo>
                  <a:pt x="447675" y="142875"/>
                </a:moveTo>
                <a:lnTo>
                  <a:pt x="457200" y="142875"/>
                </a:lnTo>
                <a:lnTo>
                  <a:pt x="457200" y="180975"/>
                </a:lnTo>
                <a:lnTo>
                  <a:pt x="447675" y="180975"/>
                </a:lnTo>
                <a:close/>
                <a:moveTo>
                  <a:pt x="447675" y="190500"/>
                </a:moveTo>
                <a:lnTo>
                  <a:pt x="457200" y="190500"/>
                </a:lnTo>
                <a:lnTo>
                  <a:pt x="457200" y="238125"/>
                </a:lnTo>
                <a:lnTo>
                  <a:pt x="447675" y="238125"/>
                </a:lnTo>
                <a:close/>
                <a:moveTo>
                  <a:pt x="142875" y="304800"/>
                </a:moveTo>
                <a:lnTo>
                  <a:pt x="152400" y="304800"/>
                </a:lnTo>
                <a:lnTo>
                  <a:pt x="152400" y="314325"/>
                </a:lnTo>
                <a:lnTo>
                  <a:pt x="142875" y="314325"/>
                </a:lnTo>
                <a:close/>
                <a:moveTo>
                  <a:pt x="238125" y="342900"/>
                </a:moveTo>
                <a:lnTo>
                  <a:pt x="257175" y="342900"/>
                </a:lnTo>
                <a:lnTo>
                  <a:pt x="257175" y="352425"/>
                </a:lnTo>
                <a:lnTo>
                  <a:pt x="266700" y="352425"/>
                </a:lnTo>
                <a:lnTo>
                  <a:pt x="266700" y="381000"/>
                </a:lnTo>
                <a:lnTo>
                  <a:pt x="257175" y="381000"/>
                </a:lnTo>
                <a:lnTo>
                  <a:pt x="257175" y="390525"/>
                </a:lnTo>
                <a:lnTo>
                  <a:pt x="219075" y="390525"/>
                </a:lnTo>
                <a:lnTo>
                  <a:pt x="219075" y="371475"/>
                </a:lnTo>
                <a:lnTo>
                  <a:pt x="228600" y="371475"/>
                </a:lnTo>
                <a:lnTo>
                  <a:pt x="228600" y="352425"/>
                </a:lnTo>
                <a:lnTo>
                  <a:pt x="238125" y="352425"/>
                </a:lnTo>
                <a:close/>
                <a:moveTo>
                  <a:pt x="104775" y="381000"/>
                </a:moveTo>
                <a:lnTo>
                  <a:pt x="114300" y="381000"/>
                </a:lnTo>
                <a:lnTo>
                  <a:pt x="114300" y="400050"/>
                </a:lnTo>
                <a:lnTo>
                  <a:pt x="104775" y="400050"/>
                </a:lnTo>
                <a:close/>
                <a:moveTo>
                  <a:pt x="104775" y="428625"/>
                </a:moveTo>
                <a:lnTo>
                  <a:pt x="114300" y="428625"/>
                </a:lnTo>
                <a:lnTo>
                  <a:pt x="114300" y="447675"/>
                </a:lnTo>
                <a:lnTo>
                  <a:pt x="104775" y="447675"/>
                </a:lnTo>
                <a:close/>
                <a:moveTo>
                  <a:pt x="209550" y="457200"/>
                </a:moveTo>
                <a:lnTo>
                  <a:pt x="219075" y="457200"/>
                </a:lnTo>
                <a:lnTo>
                  <a:pt x="219075" y="466725"/>
                </a:lnTo>
                <a:lnTo>
                  <a:pt x="228600" y="466725"/>
                </a:lnTo>
                <a:lnTo>
                  <a:pt x="228600" y="485775"/>
                </a:lnTo>
                <a:lnTo>
                  <a:pt x="209550" y="485775"/>
                </a:lnTo>
                <a:lnTo>
                  <a:pt x="209550" y="495300"/>
                </a:lnTo>
                <a:lnTo>
                  <a:pt x="190500" y="495300"/>
                </a:lnTo>
                <a:lnTo>
                  <a:pt x="190500" y="485775"/>
                </a:lnTo>
                <a:lnTo>
                  <a:pt x="200025" y="485775"/>
                </a:lnTo>
                <a:lnTo>
                  <a:pt x="200025" y="466725"/>
                </a:lnTo>
                <a:lnTo>
                  <a:pt x="209550" y="466725"/>
                </a:lnTo>
                <a:close/>
                <a:moveTo>
                  <a:pt x="285750" y="476250"/>
                </a:moveTo>
                <a:lnTo>
                  <a:pt x="295275" y="476250"/>
                </a:lnTo>
                <a:lnTo>
                  <a:pt x="295275" y="485775"/>
                </a:lnTo>
                <a:lnTo>
                  <a:pt x="314325" y="485775"/>
                </a:lnTo>
                <a:lnTo>
                  <a:pt x="314325" y="495300"/>
                </a:lnTo>
                <a:lnTo>
                  <a:pt x="323850" y="495300"/>
                </a:lnTo>
                <a:lnTo>
                  <a:pt x="323850" y="504825"/>
                </a:lnTo>
                <a:lnTo>
                  <a:pt x="304800" y="504825"/>
                </a:lnTo>
                <a:lnTo>
                  <a:pt x="304800" y="495300"/>
                </a:lnTo>
                <a:lnTo>
                  <a:pt x="285750" y="495300"/>
                </a:lnTo>
                <a:close/>
                <a:moveTo>
                  <a:pt x="342900" y="476250"/>
                </a:moveTo>
                <a:lnTo>
                  <a:pt x="352425" y="476250"/>
                </a:lnTo>
                <a:lnTo>
                  <a:pt x="352425" y="514350"/>
                </a:lnTo>
                <a:lnTo>
                  <a:pt x="333375" y="514350"/>
                </a:lnTo>
                <a:lnTo>
                  <a:pt x="333375" y="504825"/>
                </a:lnTo>
                <a:lnTo>
                  <a:pt x="342900" y="504825"/>
                </a:lnTo>
                <a:close/>
                <a:moveTo>
                  <a:pt x="228600" y="495300"/>
                </a:moveTo>
                <a:lnTo>
                  <a:pt x="247650" y="495300"/>
                </a:lnTo>
                <a:lnTo>
                  <a:pt x="247650" y="523875"/>
                </a:lnTo>
                <a:lnTo>
                  <a:pt x="200025" y="523875"/>
                </a:lnTo>
                <a:lnTo>
                  <a:pt x="200025" y="514350"/>
                </a:lnTo>
                <a:lnTo>
                  <a:pt x="190500" y="514350"/>
                </a:lnTo>
                <a:lnTo>
                  <a:pt x="190500" y="504825"/>
                </a:lnTo>
                <a:lnTo>
                  <a:pt x="209550" y="504825"/>
                </a:lnTo>
                <a:lnTo>
                  <a:pt x="209550" y="514350"/>
                </a:lnTo>
                <a:lnTo>
                  <a:pt x="228600" y="514350"/>
                </a:lnTo>
                <a:close/>
                <a:moveTo>
                  <a:pt x="276225" y="523875"/>
                </a:moveTo>
                <a:lnTo>
                  <a:pt x="285750" y="523875"/>
                </a:lnTo>
                <a:lnTo>
                  <a:pt x="285750" y="533400"/>
                </a:lnTo>
                <a:lnTo>
                  <a:pt x="276225" y="533400"/>
                </a:lnTo>
                <a:close/>
                <a:moveTo>
                  <a:pt x="133350" y="571500"/>
                </a:moveTo>
                <a:lnTo>
                  <a:pt x="152400" y="571500"/>
                </a:lnTo>
                <a:lnTo>
                  <a:pt x="152400" y="581025"/>
                </a:lnTo>
                <a:lnTo>
                  <a:pt x="142875" y="581025"/>
                </a:lnTo>
                <a:lnTo>
                  <a:pt x="142875" y="590550"/>
                </a:lnTo>
                <a:lnTo>
                  <a:pt x="133350" y="590550"/>
                </a:lnTo>
                <a:close/>
                <a:moveTo>
                  <a:pt x="28575" y="628650"/>
                </a:moveTo>
                <a:lnTo>
                  <a:pt x="38100" y="628650"/>
                </a:lnTo>
                <a:lnTo>
                  <a:pt x="38100" y="638175"/>
                </a:lnTo>
                <a:lnTo>
                  <a:pt x="28575" y="638175"/>
                </a:lnTo>
                <a:close/>
                <a:moveTo>
                  <a:pt x="400050" y="657225"/>
                </a:moveTo>
                <a:lnTo>
                  <a:pt x="419100" y="657225"/>
                </a:lnTo>
                <a:lnTo>
                  <a:pt x="419100" y="685800"/>
                </a:lnTo>
                <a:lnTo>
                  <a:pt x="371475" y="685800"/>
                </a:lnTo>
                <a:lnTo>
                  <a:pt x="371475" y="676275"/>
                </a:lnTo>
                <a:lnTo>
                  <a:pt x="390525" y="676275"/>
                </a:lnTo>
                <a:lnTo>
                  <a:pt x="390525" y="666750"/>
                </a:lnTo>
                <a:lnTo>
                  <a:pt x="400050" y="666750"/>
                </a:lnTo>
                <a:close/>
              </a:path>
            </a:pathLst>
          </a:custGeom>
          <a:solidFill xmlns:a="http://schemas.openxmlformats.org/drawingml/2006/main">
            <a:srgbClr val="F2F0E1"/>
          </a:solidFill>
          <a:ln xmlns:a="http://schemas.openxmlformats.org/drawingml/2006/main" w="0">
            <a:noFill/>
          </a:ln>
        </p:spPr>
      </p:sp>
      <p:sp>
        <p:nvSpPr>
          <p:cNvPr id="16" name="mobile vector #f3f0e0">
            <a:extLst xmlns:a="http://schemas.openxmlformats.org/drawingml/2006/main">
              <a:ext uri="{FF2B5EF4-FFF2-40B4-BE49-F238E27FC236}">
                <a16:creationId xmlns:a16="http://schemas.microsoft.com/office/drawing/2014/main" id="{6593040D-7C7E-4E6D-891A-10C748ABA5E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000250" y="1524000"/>
            <a:ext cx="457200" cy="685800"/>
          </a:xfrm>
          <a:custGeom xmlns:a="http://schemas.openxmlformats.org/drawingml/2006/main">
            <a:pathLst>
              <a:path w="457200" h="685800">
                <a:moveTo>
                  <a:pt x="0" y="0"/>
                </a:moveTo>
                <a:lnTo>
                  <a:pt x="19050" y="0"/>
                </a:lnTo>
                <a:lnTo>
                  <a:pt x="19050" y="9525"/>
                </a:lnTo>
                <a:lnTo>
                  <a:pt x="9525" y="9525"/>
                </a:lnTo>
                <a:lnTo>
                  <a:pt x="9525" y="19050"/>
                </a:lnTo>
                <a:lnTo>
                  <a:pt x="0" y="19050"/>
                </a:lnTo>
                <a:close/>
                <a:moveTo>
                  <a:pt x="209550" y="447675"/>
                </a:moveTo>
                <a:lnTo>
                  <a:pt x="228600" y="447675"/>
                </a:lnTo>
                <a:lnTo>
                  <a:pt x="228600" y="457200"/>
                </a:lnTo>
                <a:lnTo>
                  <a:pt x="209550" y="457200"/>
                </a:lnTo>
                <a:close/>
              </a:path>
            </a:pathLst>
          </a:custGeom>
          <a:solidFill xmlns:a="http://schemas.openxmlformats.org/drawingml/2006/main">
            <a:srgbClr val="F3F0E0"/>
          </a:solidFill>
          <a:ln xmlns:a="http://schemas.openxmlformats.org/drawingml/2006/main" w="0">
            <a:noFill/>
          </a:ln>
        </p:spPr>
      </p:sp>
      <p:sp>
        <p:nvSpPr>
          <p:cNvPr id="17" name="mobile vector #f4efe3">
            <a:extLst xmlns:a="http://schemas.openxmlformats.org/drawingml/2006/main">
              <a:ext uri="{FF2B5EF4-FFF2-40B4-BE49-F238E27FC236}">
                <a16:creationId xmlns:a16="http://schemas.microsoft.com/office/drawing/2014/main" id="{6F63CC5C-173D-4923-BE96-CCB023CC4C9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000250" y="1524000"/>
            <a:ext cx="457200" cy="685800"/>
          </a:xfrm>
          <a:custGeom xmlns:a="http://schemas.openxmlformats.org/drawingml/2006/main">
            <a:pathLst>
              <a:path w="457200" h="685800">
                <a:moveTo>
                  <a:pt x="171450" y="304800"/>
                </a:moveTo>
                <a:lnTo>
                  <a:pt x="200025" y="304800"/>
                </a:lnTo>
                <a:lnTo>
                  <a:pt x="200025" y="323850"/>
                </a:lnTo>
                <a:lnTo>
                  <a:pt x="190500" y="323850"/>
                </a:lnTo>
                <a:lnTo>
                  <a:pt x="190500" y="314325"/>
                </a:lnTo>
                <a:lnTo>
                  <a:pt x="171450" y="314325"/>
                </a:lnTo>
                <a:close/>
                <a:moveTo>
                  <a:pt x="114300" y="466725"/>
                </a:moveTo>
                <a:lnTo>
                  <a:pt x="123825" y="466725"/>
                </a:lnTo>
                <a:lnTo>
                  <a:pt x="123825" y="476250"/>
                </a:lnTo>
                <a:lnTo>
                  <a:pt x="114300" y="476250"/>
                </a:lnTo>
                <a:close/>
                <a:moveTo>
                  <a:pt x="0" y="590550"/>
                </a:moveTo>
                <a:lnTo>
                  <a:pt x="9525" y="590550"/>
                </a:lnTo>
                <a:lnTo>
                  <a:pt x="9525" y="600075"/>
                </a:lnTo>
                <a:lnTo>
                  <a:pt x="0" y="600075"/>
                </a:lnTo>
                <a:close/>
              </a:path>
            </a:pathLst>
          </a:custGeom>
          <a:solidFill xmlns:a="http://schemas.openxmlformats.org/drawingml/2006/main">
            <a:srgbClr val="F4EFE3"/>
          </a:solidFill>
          <a:ln xmlns:a="http://schemas.openxmlformats.org/drawingml/2006/main" w="0">
            <a:noFill/>
          </a:ln>
        </p:spPr>
      </p:sp>
      <p:sp>
        <p:nvSpPr>
          <p:cNvPr id="18" name="mobile vector #f3efe4">
            <a:extLst xmlns:a="http://schemas.openxmlformats.org/drawingml/2006/main">
              <a:ext uri="{FF2B5EF4-FFF2-40B4-BE49-F238E27FC236}">
                <a16:creationId xmlns:a16="http://schemas.microsoft.com/office/drawing/2014/main" id="{BC2446D2-AE80-447E-B5A1-941699B8122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000250" y="1524000"/>
            <a:ext cx="457200" cy="685800"/>
          </a:xfrm>
          <a:custGeom xmlns:a="http://schemas.openxmlformats.org/drawingml/2006/main">
            <a:pathLst>
              <a:path w="457200" h="685800">
                <a:moveTo>
                  <a:pt x="104775" y="219075"/>
                </a:moveTo>
                <a:lnTo>
                  <a:pt x="114300" y="219075"/>
                </a:lnTo>
                <a:lnTo>
                  <a:pt x="114300" y="238125"/>
                </a:lnTo>
                <a:lnTo>
                  <a:pt x="133350" y="238125"/>
                </a:lnTo>
                <a:lnTo>
                  <a:pt x="133350" y="257175"/>
                </a:lnTo>
                <a:lnTo>
                  <a:pt x="114300" y="257175"/>
                </a:lnTo>
                <a:lnTo>
                  <a:pt x="114300" y="247650"/>
                </a:lnTo>
                <a:lnTo>
                  <a:pt x="104775" y="247650"/>
                </a:lnTo>
                <a:close/>
                <a:moveTo>
                  <a:pt x="152400" y="247650"/>
                </a:moveTo>
                <a:lnTo>
                  <a:pt x="171450" y="247650"/>
                </a:lnTo>
                <a:lnTo>
                  <a:pt x="171450" y="257175"/>
                </a:lnTo>
                <a:lnTo>
                  <a:pt x="190500" y="257175"/>
                </a:lnTo>
                <a:lnTo>
                  <a:pt x="190500" y="285750"/>
                </a:lnTo>
                <a:lnTo>
                  <a:pt x="171450" y="285750"/>
                </a:lnTo>
                <a:lnTo>
                  <a:pt x="171450" y="266700"/>
                </a:lnTo>
                <a:lnTo>
                  <a:pt x="161925" y="266700"/>
                </a:lnTo>
                <a:lnTo>
                  <a:pt x="161925" y="257175"/>
                </a:lnTo>
                <a:lnTo>
                  <a:pt x="152400" y="257175"/>
                </a:lnTo>
                <a:close/>
                <a:moveTo>
                  <a:pt x="85725" y="323850"/>
                </a:moveTo>
                <a:lnTo>
                  <a:pt x="104775" y="323850"/>
                </a:lnTo>
                <a:lnTo>
                  <a:pt x="104775" y="333375"/>
                </a:lnTo>
                <a:lnTo>
                  <a:pt x="95250" y="333375"/>
                </a:lnTo>
                <a:lnTo>
                  <a:pt x="95250" y="342900"/>
                </a:lnTo>
                <a:lnTo>
                  <a:pt x="85725" y="342900"/>
                </a:lnTo>
                <a:close/>
                <a:moveTo>
                  <a:pt x="438150" y="333375"/>
                </a:moveTo>
                <a:lnTo>
                  <a:pt x="447675" y="333375"/>
                </a:lnTo>
                <a:lnTo>
                  <a:pt x="447675" y="342900"/>
                </a:lnTo>
                <a:lnTo>
                  <a:pt x="438150" y="342900"/>
                </a:lnTo>
                <a:close/>
                <a:moveTo>
                  <a:pt x="447675" y="485775"/>
                </a:moveTo>
                <a:lnTo>
                  <a:pt x="457200" y="485775"/>
                </a:lnTo>
                <a:lnTo>
                  <a:pt x="457200" y="523875"/>
                </a:lnTo>
                <a:lnTo>
                  <a:pt x="447675" y="523875"/>
                </a:lnTo>
                <a:close/>
                <a:moveTo>
                  <a:pt x="447675" y="533400"/>
                </a:moveTo>
                <a:lnTo>
                  <a:pt x="457200" y="533400"/>
                </a:lnTo>
                <a:lnTo>
                  <a:pt x="457200" y="542925"/>
                </a:lnTo>
                <a:lnTo>
                  <a:pt x="447675" y="542925"/>
                </a:lnTo>
                <a:close/>
                <a:moveTo>
                  <a:pt x="447675" y="552450"/>
                </a:moveTo>
                <a:lnTo>
                  <a:pt x="457200" y="552450"/>
                </a:lnTo>
                <a:lnTo>
                  <a:pt x="457200" y="571500"/>
                </a:lnTo>
                <a:lnTo>
                  <a:pt x="447675" y="571500"/>
                </a:lnTo>
                <a:close/>
                <a:moveTo>
                  <a:pt x="447675" y="581025"/>
                </a:moveTo>
                <a:lnTo>
                  <a:pt x="457200" y="581025"/>
                </a:lnTo>
                <a:lnTo>
                  <a:pt x="457200" y="609600"/>
                </a:lnTo>
                <a:lnTo>
                  <a:pt x="438150" y="609600"/>
                </a:lnTo>
                <a:lnTo>
                  <a:pt x="438150" y="600075"/>
                </a:lnTo>
                <a:lnTo>
                  <a:pt x="447675" y="600075"/>
                </a:lnTo>
                <a:close/>
              </a:path>
            </a:pathLst>
          </a:custGeom>
          <a:solidFill xmlns:a="http://schemas.openxmlformats.org/drawingml/2006/main">
            <a:srgbClr val="F3EFE4"/>
          </a:solidFill>
          <a:ln xmlns:a="http://schemas.openxmlformats.org/drawingml/2006/main" w="0">
            <a:noFill/>
          </a:ln>
        </p:spPr>
      </p:sp>
      <p:sp>
        <p:nvSpPr>
          <p:cNvPr id="19" name="mobile vector #f3efe3">
            <a:extLst xmlns:a="http://schemas.openxmlformats.org/drawingml/2006/main">
              <a:ext uri="{FF2B5EF4-FFF2-40B4-BE49-F238E27FC236}">
                <a16:creationId xmlns:a16="http://schemas.microsoft.com/office/drawing/2014/main" id="{26637D2A-C5F0-4850-A699-82C98E7688C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000250" y="1524000"/>
            <a:ext cx="457200" cy="685800"/>
          </a:xfrm>
          <a:custGeom xmlns:a="http://schemas.openxmlformats.org/drawingml/2006/main">
            <a:pathLst>
              <a:path w="457200" h="685800">
                <a:moveTo>
                  <a:pt x="76200" y="0"/>
                </a:moveTo>
                <a:lnTo>
                  <a:pt x="85725" y="0"/>
                </a:lnTo>
                <a:lnTo>
                  <a:pt x="85725" y="9525"/>
                </a:lnTo>
                <a:lnTo>
                  <a:pt x="76200" y="9525"/>
                </a:lnTo>
                <a:close/>
                <a:moveTo>
                  <a:pt x="228600" y="0"/>
                </a:moveTo>
                <a:lnTo>
                  <a:pt x="247650" y="0"/>
                </a:lnTo>
                <a:lnTo>
                  <a:pt x="247650" y="19050"/>
                </a:lnTo>
                <a:lnTo>
                  <a:pt x="228600" y="19050"/>
                </a:lnTo>
                <a:close/>
                <a:moveTo>
                  <a:pt x="342900" y="0"/>
                </a:moveTo>
                <a:lnTo>
                  <a:pt x="371475" y="0"/>
                </a:lnTo>
                <a:lnTo>
                  <a:pt x="371475" y="9525"/>
                </a:lnTo>
                <a:lnTo>
                  <a:pt x="361950" y="9525"/>
                </a:lnTo>
                <a:lnTo>
                  <a:pt x="361950" y="19050"/>
                </a:lnTo>
                <a:lnTo>
                  <a:pt x="342900" y="19050"/>
                </a:lnTo>
                <a:close/>
                <a:moveTo>
                  <a:pt x="381000" y="28575"/>
                </a:moveTo>
                <a:lnTo>
                  <a:pt x="390525" y="28575"/>
                </a:lnTo>
                <a:lnTo>
                  <a:pt x="390525" y="38100"/>
                </a:lnTo>
                <a:lnTo>
                  <a:pt x="381000" y="38100"/>
                </a:lnTo>
                <a:close/>
                <a:moveTo>
                  <a:pt x="438150" y="95250"/>
                </a:moveTo>
                <a:lnTo>
                  <a:pt x="447675" y="95250"/>
                </a:lnTo>
                <a:lnTo>
                  <a:pt x="447675" y="104775"/>
                </a:lnTo>
                <a:lnTo>
                  <a:pt x="438150" y="104775"/>
                </a:lnTo>
                <a:close/>
                <a:moveTo>
                  <a:pt x="0" y="114300"/>
                </a:moveTo>
                <a:lnTo>
                  <a:pt x="9525" y="114300"/>
                </a:lnTo>
                <a:lnTo>
                  <a:pt x="9525" y="123825"/>
                </a:lnTo>
                <a:lnTo>
                  <a:pt x="0" y="123825"/>
                </a:lnTo>
                <a:close/>
                <a:moveTo>
                  <a:pt x="133350" y="133350"/>
                </a:moveTo>
                <a:lnTo>
                  <a:pt x="152400" y="133350"/>
                </a:lnTo>
                <a:lnTo>
                  <a:pt x="152400" y="142875"/>
                </a:lnTo>
                <a:lnTo>
                  <a:pt x="133350" y="142875"/>
                </a:lnTo>
                <a:close/>
                <a:moveTo>
                  <a:pt x="133350" y="152400"/>
                </a:moveTo>
                <a:lnTo>
                  <a:pt x="142875" y="152400"/>
                </a:lnTo>
                <a:lnTo>
                  <a:pt x="142875" y="161925"/>
                </a:lnTo>
                <a:lnTo>
                  <a:pt x="133350" y="161925"/>
                </a:lnTo>
                <a:close/>
                <a:moveTo>
                  <a:pt x="142875" y="161925"/>
                </a:moveTo>
                <a:lnTo>
                  <a:pt x="152400" y="161925"/>
                </a:lnTo>
                <a:lnTo>
                  <a:pt x="152400" y="171450"/>
                </a:lnTo>
                <a:lnTo>
                  <a:pt x="161925" y="171450"/>
                </a:lnTo>
                <a:lnTo>
                  <a:pt x="161925" y="180975"/>
                </a:lnTo>
                <a:lnTo>
                  <a:pt x="228600" y="180975"/>
                </a:lnTo>
                <a:lnTo>
                  <a:pt x="228600" y="228600"/>
                </a:lnTo>
                <a:lnTo>
                  <a:pt x="219075" y="228600"/>
                </a:lnTo>
                <a:lnTo>
                  <a:pt x="219075" y="219075"/>
                </a:lnTo>
                <a:lnTo>
                  <a:pt x="209550" y="219075"/>
                </a:lnTo>
                <a:lnTo>
                  <a:pt x="209550" y="238125"/>
                </a:lnTo>
                <a:lnTo>
                  <a:pt x="190500" y="238125"/>
                </a:lnTo>
                <a:lnTo>
                  <a:pt x="190500" y="247650"/>
                </a:lnTo>
                <a:lnTo>
                  <a:pt x="219075" y="247650"/>
                </a:lnTo>
                <a:lnTo>
                  <a:pt x="219075" y="238125"/>
                </a:lnTo>
                <a:lnTo>
                  <a:pt x="228600" y="238125"/>
                </a:lnTo>
                <a:lnTo>
                  <a:pt x="228600" y="247650"/>
                </a:lnTo>
                <a:lnTo>
                  <a:pt x="247650" y="247650"/>
                </a:lnTo>
                <a:lnTo>
                  <a:pt x="247650" y="238125"/>
                </a:lnTo>
                <a:lnTo>
                  <a:pt x="266700" y="238125"/>
                </a:lnTo>
                <a:lnTo>
                  <a:pt x="266700" y="247650"/>
                </a:lnTo>
                <a:lnTo>
                  <a:pt x="247650" y="247650"/>
                </a:lnTo>
                <a:lnTo>
                  <a:pt x="247650" y="285750"/>
                </a:lnTo>
                <a:lnTo>
                  <a:pt x="238125" y="285750"/>
                </a:lnTo>
                <a:lnTo>
                  <a:pt x="238125" y="295275"/>
                </a:lnTo>
                <a:lnTo>
                  <a:pt x="219075" y="295275"/>
                </a:lnTo>
                <a:lnTo>
                  <a:pt x="219075" y="314325"/>
                </a:lnTo>
                <a:lnTo>
                  <a:pt x="209550" y="314325"/>
                </a:lnTo>
                <a:lnTo>
                  <a:pt x="209550" y="304800"/>
                </a:lnTo>
                <a:lnTo>
                  <a:pt x="152400" y="304800"/>
                </a:lnTo>
                <a:lnTo>
                  <a:pt x="152400" y="285750"/>
                </a:lnTo>
                <a:lnTo>
                  <a:pt x="142875" y="285750"/>
                </a:lnTo>
                <a:lnTo>
                  <a:pt x="142875" y="276225"/>
                </a:lnTo>
                <a:lnTo>
                  <a:pt x="133350" y="276225"/>
                </a:lnTo>
                <a:lnTo>
                  <a:pt x="133350" y="266700"/>
                </a:lnTo>
                <a:lnTo>
                  <a:pt x="123825" y="266700"/>
                </a:lnTo>
                <a:lnTo>
                  <a:pt x="123825" y="257175"/>
                </a:lnTo>
                <a:lnTo>
                  <a:pt x="133350" y="257175"/>
                </a:lnTo>
                <a:lnTo>
                  <a:pt x="133350" y="238125"/>
                </a:lnTo>
                <a:lnTo>
                  <a:pt x="114300" y="238125"/>
                </a:lnTo>
                <a:lnTo>
                  <a:pt x="114300" y="219075"/>
                </a:lnTo>
                <a:lnTo>
                  <a:pt x="104775" y="219075"/>
                </a:lnTo>
                <a:lnTo>
                  <a:pt x="104775" y="200025"/>
                </a:lnTo>
                <a:lnTo>
                  <a:pt x="114300" y="200025"/>
                </a:lnTo>
                <a:lnTo>
                  <a:pt x="114300" y="190500"/>
                </a:lnTo>
                <a:lnTo>
                  <a:pt x="123825" y="190500"/>
                </a:lnTo>
                <a:lnTo>
                  <a:pt x="123825" y="200025"/>
                </a:lnTo>
                <a:lnTo>
                  <a:pt x="133350" y="200025"/>
                </a:lnTo>
                <a:lnTo>
                  <a:pt x="133350" y="190500"/>
                </a:lnTo>
                <a:lnTo>
                  <a:pt x="142875" y="190500"/>
                </a:lnTo>
                <a:close/>
                <a:moveTo>
                  <a:pt x="123825" y="219075"/>
                </a:moveTo>
                <a:lnTo>
                  <a:pt x="133350" y="219075"/>
                </a:lnTo>
                <a:lnTo>
                  <a:pt x="133350" y="228600"/>
                </a:lnTo>
                <a:lnTo>
                  <a:pt x="152400" y="228600"/>
                </a:lnTo>
                <a:lnTo>
                  <a:pt x="152400" y="209550"/>
                </a:lnTo>
                <a:lnTo>
                  <a:pt x="142875" y="209550"/>
                </a:lnTo>
                <a:lnTo>
                  <a:pt x="142875" y="200025"/>
                </a:lnTo>
                <a:lnTo>
                  <a:pt x="133350" y="200025"/>
                </a:lnTo>
                <a:lnTo>
                  <a:pt x="133350" y="209550"/>
                </a:lnTo>
                <a:lnTo>
                  <a:pt x="123825" y="209550"/>
                </a:lnTo>
                <a:close/>
                <a:moveTo>
                  <a:pt x="0" y="257175"/>
                </a:moveTo>
                <a:lnTo>
                  <a:pt x="9525" y="257175"/>
                </a:lnTo>
                <a:lnTo>
                  <a:pt x="9525" y="295275"/>
                </a:lnTo>
                <a:lnTo>
                  <a:pt x="0" y="295275"/>
                </a:lnTo>
                <a:close/>
                <a:moveTo>
                  <a:pt x="152400" y="257175"/>
                </a:moveTo>
                <a:lnTo>
                  <a:pt x="161925" y="257175"/>
                </a:lnTo>
                <a:lnTo>
                  <a:pt x="161925" y="266700"/>
                </a:lnTo>
                <a:lnTo>
                  <a:pt x="171450" y="266700"/>
                </a:lnTo>
                <a:lnTo>
                  <a:pt x="171450" y="285750"/>
                </a:lnTo>
                <a:lnTo>
                  <a:pt x="190500" y="285750"/>
                </a:lnTo>
                <a:lnTo>
                  <a:pt x="190500" y="257175"/>
                </a:lnTo>
                <a:lnTo>
                  <a:pt x="171450" y="257175"/>
                </a:lnTo>
                <a:lnTo>
                  <a:pt x="171450" y="247650"/>
                </a:lnTo>
                <a:lnTo>
                  <a:pt x="152400" y="247650"/>
                </a:lnTo>
                <a:close/>
                <a:moveTo>
                  <a:pt x="114300" y="276225"/>
                </a:moveTo>
                <a:lnTo>
                  <a:pt x="123825" y="276225"/>
                </a:lnTo>
                <a:lnTo>
                  <a:pt x="123825" y="295275"/>
                </a:lnTo>
                <a:lnTo>
                  <a:pt x="133350" y="295275"/>
                </a:lnTo>
                <a:lnTo>
                  <a:pt x="133350" y="304800"/>
                </a:lnTo>
                <a:lnTo>
                  <a:pt x="123825" y="304800"/>
                </a:lnTo>
                <a:lnTo>
                  <a:pt x="123825" y="314325"/>
                </a:lnTo>
                <a:lnTo>
                  <a:pt x="114300" y="314325"/>
                </a:lnTo>
                <a:close/>
                <a:moveTo>
                  <a:pt x="209550" y="276225"/>
                </a:moveTo>
                <a:lnTo>
                  <a:pt x="228600" y="276225"/>
                </a:lnTo>
                <a:lnTo>
                  <a:pt x="228600" y="257175"/>
                </a:lnTo>
                <a:lnTo>
                  <a:pt x="209550" y="257175"/>
                </a:lnTo>
                <a:close/>
                <a:moveTo>
                  <a:pt x="266700" y="295275"/>
                </a:moveTo>
                <a:lnTo>
                  <a:pt x="276225" y="295275"/>
                </a:lnTo>
                <a:lnTo>
                  <a:pt x="276225" y="304800"/>
                </a:lnTo>
                <a:lnTo>
                  <a:pt x="266700" y="304800"/>
                </a:lnTo>
                <a:close/>
                <a:moveTo>
                  <a:pt x="104775" y="314325"/>
                </a:moveTo>
                <a:lnTo>
                  <a:pt x="114300" y="314325"/>
                </a:lnTo>
                <a:lnTo>
                  <a:pt x="114300" y="333375"/>
                </a:lnTo>
                <a:lnTo>
                  <a:pt x="104775" y="333375"/>
                </a:lnTo>
                <a:close/>
                <a:moveTo>
                  <a:pt x="295275" y="323850"/>
                </a:moveTo>
                <a:lnTo>
                  <a:pt x="304800" y="323850"/>
                </a:lnTo>
                <a:lnTo>
                  <a:pt x="304800" y="342900"/>
                </a:lnTo>
                <a:lnTo>
                  <a:pt x="295275" y="342900"/>
                </a:lnTo>
                <a:close/>
                <a:moveTo>
                  <a:pt x="200025" y="333375"/>
                </a:moveTo>
                <a:lnTo>
                  <a:pt x="209550" y="333375"/>
                </a:lnTo>
                <a:lnTo>
                  <a:pt x="209550" y="352425"/>
                </a:lnTo>
                <a:lnTo>
                  <a:pt x="190500" y="352425"/>
                </a:lnTo>
                <a:lnTo>
                  <a:pt x="190500" y="342900"/>
                </a:lnTo>
                <a:lnTo>
                  <a:pt x="200025" y="342900"/>
                </a:lnTo>
                <a:close/>
                <a:moveTo>
                  <a:pt x="314325" y="333375"/>
                </a:moveTo>
                <a:lnTo>
                  <a:pt x="323850" y="333375"/>
                </a:lnTo>
                <a:lnTo>
                  <a:pt x="323850" y="342900"/>
                </a:lnTo>
                <a:lnTo>
                  <a:pt x="314325" y="342900"/>
                </a:lnTo>
                <a:close/>
                <a:moveTo>
                  <a:pt x="447675" y="333375"/>
                </a:moveTo>
                <a:lnTo>
                  <a:pt x="457200" y="333375"/>
                </a:lnTo>
                <a:lnTo>
                  <a:pt x="457200" y="352425"/>
                </a:lnTo>
                <a:lnTo>
                  <a:pt x="447675" y="352425"/>
                </a:lnTo>
                <a:close/>
                <a:moveTo>
                  <a:pt x="295275" y="352425"/>
                </a:moveTo>
                <a:lnTo>
                  <a:pt x="304800" y="352425"/>
                </a:lnTo>
                <a:lnTo>
                  <a:pt x="304800" y="361950"/>
                </a:lnTo>
                <a:lnTo>
                  <a:pt x="314325" y="361950"/>
                </a:lnTo>
                <a:lnTo>
                  <a:pt x="314325" y="352425"/>
                </a:lnTo>
                <a:lnTo>
                  <a:pt x="323850" y="352425"/>
                </a:lnTo>
                <a:lnTo>
                  <a:pt x="323850" y="390525"/>
                </a:lnTo>
                <a:lnTo>
                  <a:pt x="342900" y="390525"/>
                </a:lnTo>
                <a:lnTo>
                  <a:pt x="342900" y="419100"/>
                </a:lnTo>
                <a:lnTo>
                  <a:pt x="333375" y="419100"/>
                </a:lnTo>
                <a:lnTo>
                  <a:pt x="333375" y="428625"/>
                </a:lnTo>
                <a:lnTo>
                  <a:pt x="323850" y="428625"/>
                </a:lnTo>
                <a:lnTo>
                  <a:pt x="323850" y="457200"/>
                </a:lnTo>
                <a:lnTo>
                  <a:pt x="304800" y="457200"/>
                </a:lnTo>
                <a:lnTo>
                  <a:pt x="304800" y="390525"/>
                </a:lnTo>
                <a:lnTo>
                  <a:pt x="295275" y="390525"/>
                </a:lnTo>
                <a:lnTo>
                  <a:pt x="295275" y="371475"/>
                </a:lnTo>
                <a:lnTo>
                  <a:pt x="285750" y="371475"/>
                </a:lnTo>
                <a:lnTo>
                  <a:pt x="285750" y="361950"/>
                </a:lnTo>
                <a:lnTo>
                  <a:pt x="295275" y="361950"/>
                </a:lnTo>
                <a:close/>
                <a:moveTo>
                  <a:pt x="104775" y="361950"/>
                </a:moveTo>
                <a:lnTo>
                  <a:pt x="114300" y="361950"/>
                </a:lnTo>
                <a:lnTo>
                  <a:pt x="114300" y="371475"/>
                </a:lnTo>
                <a:lnTo>
                  <a:pt x="104775" y="371475"/>
                </a:lnTo>
                <a:close/>
                <a:moveTo>
                  <a:pt x="0" y="428625"/>
                </a:moveTo>
                <a:lnTo>
                  <a:pt x="9525" y="428625"/>
                </a:lnTo>
                <a:lnTo>
                  <a:pt x="9525" y="438150"/>
                </a:lnTo>
                <a:lnTo>
                  <a:pt x="0" y="438150"/>
                </a:lnTo>
                <a:close/>
                <a:moveTo>
                  <a:pt x="161925" y="438150"/>
                </a:moveTo>
                <a:lnTo>
                  <a:pt x="180975" y="438150"/>
                </a:lnTo>
                <a:lnTo>
                  <a:pt x="180975" y="447675"/>
                </a:lnTo>
                <a:lnTo>
                  <a:pt x="190500" y="447675"/>
                </a:lnTo>
                <a:lnTo>
                  <a:pt x="190500" y="514350"/>
                </a:lnTo>
                <a:lnTo>
                  <a:pt x="180975" y="514350"/>
                </a:lnTo>
                <a:lnTo>
                  <a:pt x="180975" y="523875"/>
                </a:lnTo>
                <a:lnTo>
                  <a:pt x="171450" y="523875"/>
                </a:lnTo>
                <a:lnTo>
                  <a:pt x="171450" y="533400"/>
                </a:lnTo>
                <a:lnTo>
                  <a:pt x="161925" y="533400"/>
                </a:lnTo>
                <a:lnTo>
                  <a:pt x="161925" y="552450"/>
                </a:lnTo>
                <a:lnTo>
                  <a:pt x="152400" y="552450"/>
                </a:lnTo>
                <a:lnTo>
                  <a:pt x="152400" y="561975"/>
                </a:lnTo>
                <a:lnTo>
                  <a:pt x="142875" y="561975"/>
                </a:lnTo>
                <a:lnTo>
                  <a:pt x="142875" y="571500"/>
                </a:lnTo>
                <a:lnTo>
                  <a:pt x="133350" y="571500"/>
                </a:lnTo>
                <a:lnTo>
                  <a:pt x="133350" y="561975"/>
                </a:lnTo>
                <a:lnTo>
                  <a:pt x="123825" y="561975"/>
                </a:lnTo>
                <a:lnTo>
                  <a:pt x="123825" y="571500"/>
                </a:lnTo>
                <a:lnTo>
                  <a:pt x="114300" y="571500"/>
                </a:lnTo>
                <a:lnTo>
                  <a:pt x="114300" y="561975"/>
                </a:lnTo>
                <a:lnTo>
                  <a:pt x="104775" y="561975"/>
                </a:lnTo>
                <a:lnTo>
                  <a:pt x="104775" y="533400"/>
                </a:lnTo>
                <a:lnTo>
                  <a:pt x="114300" y="533400"/>
                </a:lnTo>
                <a:lnTo>
                  <a:pt x="114300" y="504825"/>
                </a:lnTo>
                <a:lnTo>
                  <a:pt x="104775" y="504825"/>
                </a:lnTo>
                <a:lnTo>
                  <a:pt x="104775" y="476250"/>
                </a:lnTo>
                <a:lnTo>
                  <a:pt x="123825" y="476250"/>
                </a:lnTo>
                <a:lnTo>
                  <a:pt x="123825" y="457200"/>
                </a:lnTo>
                <a:lnTo>
                  <a:pt x="142875" y="457200"/>
                </a:lnTo>
                <a:lnTo>
                  <a:pt x="142875" y="447675"/>
                </a:lnTo>
                <a:lnTo>
                  <a:pt x="161925" y="447675"/>
                </a:lnTo>
                <a:close/>
                <a:moveTo>
                  <a:pt x="447675" y="466725"/>
                </a:moveTo>
                <a:lnTo>
                  <a:pt x="457200" y="466725"/>
                </a:lnTo>
                <a:lnTo>
                  <a:pt x="457200" y="485775"/>
                </a:lnTo>
                <a:lnTo>
                  <a:pt x="447675" y="485775"/>
                </a:lnTo>
                <a:close/>
                <a:moveTo>
                  <a:pt x="0" y="523875"/>
                </a:moveTo>
                <a:lnTo>
                  <a:pt x="9525" y="523875"/>
                </a:lnTo>
                <a:lnTo>
                  <a:pt x="9525" y="533400"/>
                </a:lnTo>
                <a:lnTo>
                  <a:pt x="0" y="533400"/>
                </a:lnTo>
                <a:close/>
                <a:moveTo>
                  <a:pt x="9525" y="590550"/>
                </a:moveTo>
                <a:lnTo>
                  <a:pt x="19050" y="590550"/>
                </a:lnTo>
                <a:lnTo>
                  <a:pt x="19050" y="628650"/>
                </a:lnTo>
                <a:lnTo>
                  <a:pt x="0" y="628650"/>
                </a:lnTo>
                <a:lnTo>
                  <a:pt x="0" y="600075"/>
                </a:lnTo>
                <a:lnTo>
                  <a:pt x="9525" y="600075"/>
                </a:lnTo>
                <a:close/>
                <a:moveTo>
                  <a:pt x="438150" y="609600"/>
                </a:moveTo>
                <a:lnTo>
                  <a:pt x="457200" y="609600"/>
                </a:lnTo>
                <a:lnTo>
                  <a:pt x="457200" y="685800"/>
                </a:lnTo>
                <a:lnTo>
                  <a:pt x="438150" y="685800"/>
                </a:lnTo>
                <a:lnTo>
                  <a:pt x="438150" y="676275"/>
                </a:lnTo>
                <a:lnTo>
                  <a:pt x="428625" y="676275"/>
                </a:lnTo>
                <a:lnTo>
                  <a:pt x="428625" y="657225"/>
                </a:lnTo>
                <a:lnTo>
                  <a:pt x="419100" y="657225"/>
                </a:lnTo>
                <a:lnTo>
                  <a:pt x="419100" y="647700"/>
                </a:lnTo>
                <a:lnTo>
                  <a:pt x="428625" y="647700"/>
                </a:lnTo>
                <a:lnTo>
                  <a:pt x="428625" y="628650"/>
                </a:lnTo>
                <a:lnTo>
                  <a:pt x="438150" y="628650"/>
                </a:lnTo>
                <a:close/>
                <a:moveTo>
                  <a:pt x="19050" y="628650"/>
                </a:moveTo>
                <a:lnTo>
                  <a:pt x="28575" y="628650"/>
                </a:lnTo>
                <a:lnTo>
                  <a:pt x="28575" y="647700"/>
                </a:lnTo>
                <a:lnTo>
                  <a:pt x="38100" y="647700"/>
                </a:lnTo>
                <a:lnTo>
                  <a:pt x="38100" y="657225"/>
                </a:lnTo>
                <a:lnTo>
                  <a:pt x="47625" y="657225"/>
                </a:lnTo>
                <a:lnTo>
                  <a:pt x="47625" y="666750"/>
                </a:lnTo>
                <a:lnTo>
                  <a:pt x="57150" y="666750"/>
                </a:lnTo>
                <a:lnTo>
                  <a:pt x="57150" y="685800"/>
                </a:lnTo>
                <a:lnTo>
                  <a:pt x="0" y="685800"/>
                </a:lnTo>
                <a:lnTo>
                  <a:pt x="0" y="666750"/>
                </a:lnTo>
                <a:lnTo>
                  <a:pt x="9525" y="666750"/>
                </a:lnTo>
                <a:lnTo>
                  <a:pt x="9525" y="657225"/>
                </a:lnTo>
                <a:lnTo>
                  <a:pt x="19050" y="657225"/>
                </a:lnTo>
                <a:close/>
              </a:path>
            </a:pathLst>
          </a:custGeom>
          <a:solidFill xmlns:a="http://schemas.openxmlformats.org/drawingml/2006/main">
            <a:srgbClr val="F3EFE3"/>
          </a:solidFill>
          <a:ln xmlns:a="http://schemas.openxmlformats.org/drawingml/2006/main" w="0">
            <a:noFill/>
          </a:ln>
        </p:spPr>
      </p:sp>
      <p:sp>
        <p:nvSpPr>
          <p:cNvPr id="20" name="mobile vector #f2efe3">
            <a:extLst xmlns:a="http://schemas.openxmlformats.org/drawingml/2006/main">
              <a:ext uri="{FF2B5EF4-FFF2-40B4-BE49-F238E27FC236}">
                <a16:creationId xmlns:a16="http://schemas.microsoft.com/office/drawing/2014/main" id="{784CB407-E046-45FA-95EA-A51B954CCBE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000250" y="1524000"/>
            <a:ext cx="457200" cy="685800"/>
          </a:xfrm>
          <a:custGeom xmlns:a="http://schemas.openxmlformats.org/drawingml/2006/main">
            <a:pathLst>
              <a:path w="457200" h="685800">
                <a:moveTo>
                  <a:pt x="142875" y="28575"/>
                </a:moveTo>
                <a:lnTo>
                  <a:pt x="152400" y="28575"/>
                </a:lnTo>
                <a:lnTo>
                  <a:pt x="152400" y="38100"/>
                </a:lnTo>
                <a:lnTo>
                  <a:pt x="142875" y="38100"/>
                </a:lnTo>
                <a:close/>
                <a:moveTo>
                  <a:pt x="371475" y="28575"/>
                </a:moveTo>
                <a:lnTo>
                  <a:pt x="381000" y="28575"/>
                </a:lnTo>
                <a:lnTo>
                  <a:pt x="381000" y="38100"/>
                </a:lnTo>
                <a:lnTo>
                  <a:pt x="371475" y="38100"/>
                </a:lnTo>
                <a:close/>
                <a:moveTo>
                  <a:pt x="419100" y="66675"/>
                </a:moveTo>
                <a:lnTo>
                  <a:pt x="428625" y="66675"/>
                </a:lnTo>
                <a:lnTo>
                  <a:pt x="428625" y="76200"/>
                </a:lnTo>
                <a:lnTo>
                  <a:pt x="419100" y="76200"/>
                </a:lnTo>
                <a:close/>
                <a:moveTo>
                  <a:pt x="428625" y="95250"/>
                </a:moveTo>
                <a:lnTo>
                  <a:pt x="438150" y="95250"/>
                </a:lnTo>
                <a:lnTo>
                  <a:pt x="438150" y="104775"/>
                </a:lnTo>
                <a:lnTo>
                  <a:pt x="428625" y="104775"/>
                </a:lnTo>
                <a:close/>
                <a:moveTo>
                  <a:pt x="0" y="123825"/>
                </a:moveTo>
                <a:lnTo>
                  <a:pt x="19050" y="123825"/>
                </a:lnTo>
                <a:lnTo>
                  <a:pt x="19050" y="142875"/>
                </a:lnTo>
                <a:lnTo>
                  <a:pt x="9525" y="142875"/>
                </a:lnTo>
                <a:lnTo>
                  <a:pt x="9525" y="171450"/>
                </a:lnTo>
                <a:lnTo>
                  <a:pt x="0" y="171450"/>
                </a:lnTo>
                <a:close/>
                <a:moveTo>
                  <a:pt x="142875" y="142875"/>
                </a:moveTo>
                <a:lnTo>
                  <a:pt x="152400" y="142875"/>
                </a:lnTo>
                <a:lnTo>
                  <a:pt x="152400" y="152400"/>
                </a:lnTo>
                <a:lnTo>
                  <a:pt x="161925" y="152400"/>
                </a:lnTo>
                <a:lnTo>
                  <a:pt x="161925" y="171450"/>
                </a:lnTo>
                <a:lnTo>
                  <a:pt x="152400" y="171450"/>
                </a:lnTo>
                <a:lnTo>
                  <a:pt x="152400" y="161925"/>
                </a:lnTo>
                <a:lnTo>
                  <a:pt x="142875" y="161925"/>
                </a:lnTo>
                <a:close/>
                <a:moveTo>
                  <a:pt x="238125" y="161925"/>
                </a:moveTo>
                <a:lnTo>
                  <a:pt x="247650" y="161925"/>
                </a:lnTo>
                <a:lnTo>
                  <a:pt x="247650" y="171450"/>
                </a:lnTo>
                <a:lnTo>
                  <a:pt x="238125" y="171450"/>
                </a:lnTo>
                <a:close/>
                <a:moveTo>
                  <a:pt x="161925" y="171450"/>
                </a:moveTo>
                <a:lnTo>
                  <a:pt x="180975" y="171450"/>
                </a:lnTo>
                <a:lnTo>
                  <a:pt x="180975" y="180975"/>
                </a:lnTo>
                <a:lnTo>
                  <a:pt x="161925" y="180975"/>
                </a:lnTo>
                <a:close/>
                <a:moveTo>
                  <a:pt x="190500" y="171450"/>
                </a:moveTo>
                <a:lnTo>
                  <a:pt x="238125" y="171450"/>
                </a:lnTo>
                <a:lnTo>
                  <a:pt x="238125" y="180975"/>
                </a:lnTo>
                <a:lnTo>
                  <a:pt x="190500" y="180975"/>
                </a:lnTo>
                <a:close/>
                <a:moveTo>
                  <a:pt x="247650" y="171450"/>
                </a:moveTo>
                <a:lnTo>
                  <a:pt x="285750" y="171450"/>
                </a:lnTo>
                <a:lnTo>
                  <a:pt x="285750" y="180975"/>
                </a:lnTo>
                <a:lnTo>
                  <a:pt x="247650" y="180975"/>
                </a:lnTo>
                <a:close/>
                <a:moveTo>
                  <a:pt x="0" y="200025"/>
                </a:moveTo>
                <a:lnTo>
                  <a:pt x="9525" y="200025"/>
                </a:lnTo>
                <a:lnTo>
                  <a:pt x="9525" y="219075"/>
                </a:lnTo>
                <a:lnTo>
                  <a:pt x="19050" y="219075"/>
                </a:lnTo>
                <a:lnTo>
                  <a:pt x="19050" y="228600"/>
                </a:lnTo>
                <a:lnTo>
                  <a:pt x="9525" y="228600"/>
                </a:lnTo>
                <a:lnTo>
                  <a:pt x="9525" y="238125"/>
                </a:lnTo>
                <a:lnTo>
                  <a:pt x="19050" y="238125"/>
                </a:lnTo>
                <a:lnTo>
                  <a:pt x="19050" y="304800"/>
                </a:lnTo>
                <a:lnTo>
                  <a:pt x="0" y="304800"/>
                </a:lnTo>
                <a:lnTo>
                  <a:pt x="0" y="295275"/>
                </a:lnTo>
                <a:lnTo>
                  <a:pt x="9525" y="295275"/>
                </a:lnTo>
                <a:lnTo>
                  <a:pt x="9525" y="257175"/>
                </a:lnTo>
                <a:lnTo>
                  <a:pt x="0" y="257175"/>
                </a:lnTo>
                <a:close/>
                <a:moveTo>
                  <a:pt x="133350" y="200025"/>
                </a:moveTo>
                <a:lnTo>
                  <a:pt x="142875" y="200025"/>
                </a:lnTo>
                <a:lnTo>
                  <a:pt x="142875" y="209550"/>
                </a:lnTo>
                <a:lnTo>
                  <a:pt x="133350" y="209550"/>
                </a:lnTo>
                <a:close/>
                <a:moveTo>
                  <a:pt x="123825" y="209550"/>
                </a:moveTo>
                <a:lnTo>
                  <a:pt x="133350" y="209550"/>
                </a:lnTo>
                <a:lnTo>
                  <a:pt x="133350" y="219075"/>
                </a:lnTo>
                <a:lnTo>
                  <a:pt x="123825" y="219075"/>
                </a:lnTo>
                <a:close/>
                <a:moveTo>
                  <a:pt x="142875" y="209550"/>
                </a:moveTo>
                <a:lnTo>
                  <a:pt x="152400" y="209550"/>
                </a:lnTo>
                <a:lnTo>
                  <a:pt x="152400" y="228600"/>
                </a:lnTo>
                <a:lnTo>
                  <a:pt x="142875" y="228600"/>
                </a:lnTo>
                <a:close/>
                <a:moveTo>
                  <a:pt x="352425" y="219075"/>
                </a:moveTo>
                <a:lnTo>
                  <a:pt x="361950" y="219075"/>
                </a:lnTo>
                <a:lnTo>
                  <a:pt x="361950" y="304800"/>
                </a:lnTo>
                <a:lnTo>
                  <a:pt x="352425" y="304800"/>
                </a:lnTo>
                <a:close/>
                <a:moveTo>
                  <a:pt x="114300" y="257175"/>
                </a:moveTo>
                <a:lnTo>
                  <a:pt x="123825" y="257175"/>
                </a:lnTo>
                <a:lnTo>
                  <a:pt x="123825" y="266700"/>
                </a:lnTo>
                <a:lnTo>
                  <a:pt x="133350" y="266700"/>
                </a:lnTo>
                <a:lnTo>
                  <a:pt x="133350" y="295275"/>
                </a:lnTo>
                <a:lnTo>
                  <a:pt x="123825" y="295275"/>
                </a:lnTo>
                <a:lnTo>
                  <a:pt x="123825" y="276225"/>
                </a:lnTo>
                <a:lnTo>
                  <a:pt x="114300" y="276225"/>
                </a:lnTo>
                <a:lnTo>
                  <a:pt x="114300" y="314325"/>
                </a:lnTo>
                <a:lnTo>
                  <a:pt x="104775" y="314325"/>
                </a:lnTo>
                <a:lnTo>
                  <a:pt x="104775" y="266700"/>
                </a:lnTo>
                <a:lnTo>
                  <a:pt x="114300" y="266700"/>
                </a:lnTo>
                <a:close/>
                <a:moveTo>
                  <a:pt x="19050" y="304800"/>
                </a:moveTo>
                <a:lnTo>
                  <a:pt x="28575" y="304800"/>
                </a:lnTo>
                <a:lnTo>
                  <a:pt x="28575" y="333375"/>
                </a:lnTo>
                <a:lnTo>
                  <a:pt x="19050" y="333375"/>
                </a:lnTo>
                <a:close/>
                <a:moveTo>
                  <a:pt x="285750" y="314325"/>
                </a:moveTo>
                <a:lnTo>
                  <a:pt x="295275" y="314325"/>
                </a:lnTo>
                <a:lnTo>
                  <a:pt x="295275" y="323850"/>
                </a:lnTo>
                <a:lnTo>
                  <a:pt x="285750" y="323850"/>
                </a:lnTo>
                <a:close/>
                <a:moveTo>
                  <a:pt x="352425" y="314325"/>
                </a:moveTo>
                <a:lnTo>
                  <a:pt x="361950" y="314325"/>
                </a:lnTo>
                <a:lnTo>
                  <a:pt x="361950" y="323850"/>
                </a:lnTo>
                <a:lnTo>
                  <a:pt x="352425" y="323850"/>
                </a:lnTo>
                <a:close/>
                <a:moveTo>
                  <a:pt x="104775" y="333375"/>
                </a:moveTo>
                <a:lnTo>
                  <a:pt x="114300" y="333375"/>
                </a:lnTo>
                <a:lnTo>
                  <a:pt x="114300" y="352425"/>
                </a:lnTo>
                <a:lnTo>
                  <a:pt x="104775" y="352425"/>
                </a:lnTo>
                <a:close/>
                <a:moveTo>
                  <a:pt x="352425" y="333375"/>
                </a:moveTo>
                <a:lnTo>
                  <a:pt x="361950" y="333375"/>
                </a:lnTo>
                <a:lnTo>
                  <a:pt x="361950" y="352425"/>
                </a:lnTo>
                <a:lnTo>
                  <a:pt x="352425" y="352425"/>
                </a:lnTo>
                <a:close/>
                <a:moveTo>
                  <a:pt x="0" y="342900"/>
                </a:moveTo>
                <a:lnTo>
                  <a:pt x="9525" y="342900"/>
                </a:lnTo>
                <a:lnTo>
                  <a:pt x="9525" y="352425"/>
                </a:lnTo>
                <a:lnTo>
                  <a:pt x="0" y="352425"/>
                </a:lnTo>
                <a:close/>
                <a:moveTo>
                  <a:pt x="9525" y="352425"/>
                </a:moveTo>
                <a:lnTo>
                  <a:pt x="19050" y="352425"/>
                </a:lnTo>
                <a:lnTo>
                  <a:pt x="19050" y="428625"/>
                </a:lnTo>
                <a:lnTo>
                  <a:pt x="0" y="428625"/>
                </a:lnTo>
                <a:lnTo>
                  <a:pt x="0" y="409575"/>
                </a:lnTo>
                <a:lnTo>
                  <a:pt x="9525" y="409575"/>
                </a:lnTo>
                <a:lnTo>
                  <a:pt x="9525" y="390525"/>
                </a:lnTo>
                <a:lnTo>
                  <a:pt x="0" y="390525"/>
                </a:lnTo>
                <a:lnTo>
                  <a:pt x="0" y="381000"/>
                </a:lnTo>
                <a:lnTo>
                  <a:pt x="9525" y="381000"/>
                </a:lnTo>
                <a:close/>
                <a:moveTo>
                  <a:pt x="342900" y="361950"/>
                </a:moveTo>
                <a:lnTo>
                  <a:pt x="352425" y="361950"/>
                </a:lnTo>
                <a:lnTo>
                  <a:pt x="352425" y="381000"/>
                </a:lnTo>
                <a:lnTo>
                  <a:pt x="342900" y="381000"/>
                </a:lnTo>
                <a:close/>
                <a:moveTo>
                  <a:pt x="342900" y="400050"/>
                </a:moveTo>
                <a:lnTo>
                  <a:pt x="352425" y="400050"/>
                </a:lnTo>
                <a:lnTo>
                  <a:pt x="352425" y="419100"/>
                </a:lnTo>
                <a:lnTo>
                  <a:pt x="342900" y="419100"/>
                </a:lnTo>
                <a:close/>
                <a:moveTo>
                  <a:pt x="447675" y="419100"/>
                </a:moveTo>
                <a:lnTo>
                  <a:pt x="457200" y="419100"/>
                </a:lnTo>
                <a:lnTo>
                  <a:pt x="457200" y="438150"/>
                </a:lnTo>
                <a:lnTo>
                  <a:pt x="447675" y="438150"/>
                </a:lnTo>
                <a:close/>
                <a:moveTo>
                  <a:pt x="19050" y="428625"/>
                </a:moveTo>
                <a:lnTo>
                  <a:pt x="28575" y="428625"/>
                </a:lnTo>
                <a:lnTo>
                  <a:pt x="28575" y="438150"/>
                </a:lnTo>
                <a:lnTo>
                  <a:pt x="19050" y="438150"/>
                </a:lnTo>
                <a:close/>
                <a:moveTo>
                  <a:pt x="0" y="457200"/>
                </a:moveTo>
                <a:lnTo>
                  <a:pt x="9525" y="457200"/>
                </a:lnTo>
                <a:lnTo>
                  <a:pt x="9525" y="476250"/>
                </a:lnTo>
                <a:lnTo>
                  <a:pt x="0" y="476250"/>
                </a:lnTo>
                <a:close/>
                <a:moveTo>
                  <a:pt x="19050" y="466725"/>
                </a:moveTo>
                <a:lnTo>
                  <a:pt x="28575" y="466725"/>
                </a:lnTo>
                <a:lnTo>
                  <a:pt x="28575" y="476250"/>
                </a:lnTo>
                <a:lnTo>
                  <a:pt x="19050" y="476250"/>
                </a:lnTo>
                <a:close/>
                <a:moveTo>
                  <a:pt x="85725" y="476250"/>
                </a:moveTo>
                <a:lnTo>
                  <a:pt x="95250" y="476250"/>
                </a:lnTo>
                <a:lnTo>
                  <a:pt x="95250" y="485775"/>
                </a:lnTo>
                <a:lnTo>
                  <a:pt x="85725" y="485775"/>
                </a:lnTo>
                <a:close/>
                <a:moveTo>
                  <a:pt x="19050" y="504825"/>
                </a:moveTo>
                <a:lnTo>
                  <a:pt x="28575" y="504825"/>
                </a:lnTo>
                <a:lnTo>
                  <a:pt x="28575" y="514350"/>
                </a:lnTo>
                <a:lnTo>
                  <a:pt x="19050" y="514350"/>
                </a:lnTo>
                <a:close/>
                <a:moveTo>
                  <a:pt x="9525" y="523875"/>
                </a:moveTo>
                <a:lnTo>
                  <a:pt x="19050" y="523875"/>
                </a:lnTo>
                <a:lnTo>
                  <a:pt x="19050" y="552450"/>
                </a:lnTo>
                <a:lnTo>
                  <a:pt x="0" y="552450"/>
                </a:lnTo>
                <a:lnTo>
                  <a:pt x="0" y="533400"/>
                </a:lnTo>
                <a:lnTo>
                  <a:pt x="9525" y="533400"/>
                </a:lnTo>
                <a:close/>
                <a:moveTo>
                  <a:pt x="171450" y="523875"/>
                </a:moveTo>
                <a:lnTo>
                  <a:pt x="180975" y="523875"/>
                </a:lnTo>
                <a:lnTo>
                  <a:pt x="180975" y="533400"/>
                </a:lnTo>
                <a:lnTo>
                  <a:pt x="171450" y="533400"/>
                </a:lnTo>
                <a:close/>
                <a:moveTo>
                  <a:pt x="352425" y="523875"/>
                </a:moveTo>
                <a:lnTo>
                  <a:pt x="361950" y="523875"/>
                </a:lnTo>
                <a:lnTo>
                  <a:pt x="361950" y="571500"/>
                </a:lnTo>
                <a:lnTo>
                  <a:pt x="352425" y="571500"/>
                </a:lnTo>
                <a:close/>
                <a:moveTo>
                  <a:pt x="447675" y="523875"/>
                </a:moveTo>
                <a:lnTo>
                  <a:pt x="457200" y="523875"/>
                </a:lnTo>
                <a:lnTo>
                  <a:pt x="457200" y="533400"/>
                </a:lnTo>
                <a:lnTo>
                  <a:pt x="447675" y="533400"/>
                </a:lnTo>
                <a:close/>
                <a:moveTo>
                  <a:pt x="161925" y="533400"/>
                </a:moveTo>
                <a:lnTo>
                  <a:pt x="171450" y="533400"/>
                </a:lnTo>
                <a:lnTo>
                  <a:pt x="171450" y="552450"/>
                </a:lnTo>
                <a:lnTo>
                  <a:pt x="161925" y="552450"/>
                </a:lnTo>
                <a:close/>
                <a:moveTo>
                  <a:pt x="152400" y="552450"/>
                </a:moveTo>
                <a:lnTo>
                  <a:pt x="161925" y="552450"/>
                </a:lnTo>
                <a:lnTo>
                  <a:pt x="161925" y="561975"/>
                </a:lnTo>
                <a:lnTo>
                  <a:pt x="152400" y="561975"/>
                </a:lnTo>
                <a:close/>
                <a:moveTo>
                  <a:pt x="19050" y="600075"/>
                </a:moveTo>
                <a:lnTo>
                  <a:pt x="28575" y="600075"/>
                </a:lnTo>
                <a:lnTo>
                  <a:pt x="28575" y="619125"/>
                </a:lnTo>
                <a:lnTo>
                  <a:pt x="19050" y="619125"/>
                </a:lnTo>
                <a:close/>
                <a:moveTo>
                  <a:pt x="428625" y="619125"/>
                </a:moveTo>
                <a:lnTo>
                  <a:pt x="438150" y="619125"/>
                </a:lnTo>
                <a:lnTo>
                  <a:pt x="438150" y="628650"/>
                </a:lnTo>
                <a:lnTo>
                  <a:pt x="428625" y="628650"/>
                </a:lnTo>
                <a:close/>
                <a:moveTo>
                  <a:pt x="38100" y="647700"/>
                </a:moveTo>
                <a:lnTo>
                  <a:pt x="47625" y="647700"/>
                </a:lnTo>
                <a:lnTo>
                  <a:pt x="47625" y="657225"/>
                </a:lnTo>
                <a:lnTo>
                  <a:pt x="38100" y="657225"/>
                </a:lnTo>
                <a:close/>
                <a:moveTo>
                  <a:pt x="76200" y="666750"/>
                </a:moveTo>
                <a:lnTo>
                  <a:pt x="85725" y="666750"/>
                </a:lnTo>
                <a:lnTo>
                  <a:pt x="85725" y="676275"/>
                </a:lnTo>
                <a:lnTo>
                  <a:pt x="95250" y="676275"/>
                </a:lnTo>
                <a:lnTo>
                  <a:pt x="95250" y="685800"/>
                </a:lnTo>
                <a:lnTo>
                  <a:pt x="76200" y="685800"/>
                </a:lnTo>
                <a:close/>
              </a:path>
            </a:pathLst>
          </a:custGeom>
          <a:solidFill xmlns:a="http://schemas.openxmlformats.org/drawingml/2006/main">
            <a:srgbClr val="F2EFE3"/>
          </a:solidFill>
          <a:ln xmlns:a="http://schemas.openxmlformats.org/drawingml/2006/main" w="0">
            <a:noFill/>
          </a:ln>
        </p:spPr>
      </p:sp>
      <p:sp>
        <p:nvSpPr>
          <p:cNvPr id="21" name="mobile vector #f2efe1">
            <a:extLst xmlns:a="http://schemas.openxmlformats.org/drawingml/2006/main">
              <a:ext uri="{FF2B5EF4-FFF2-40B4-BE49-F238E27FC236}">
                <a16:creationId xmlns:a16="http://schemas.microsoft.com/office/drawing/2014/main" id="{AA49E9A3-9C37-4833-86FC-49A57C7539D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000250" y="1524000"/>
            <a:ext cx="457200" cy="685800"/>
          </a:xfrm>
          <a:custGeom xmlns:a="http://schemas.openxmlformats.org/drawingml/2006/main">
            <a:pathLst>
              <a:path w="457200" h="685800">
                <a:moveTo>
                  <a:pt x="85725" y="0"/>
                </a:moveTo>
                <a:lnTo>
                  <a:pt x="104775" y="0"/>
                </a:lnTo>
                <a:lnTo>
                  <a:pt x="104775" y="19050"/>
                </a:lnTo>
                <a:lnTo>
                  <a:pt x="85725" y="19050"/>
                </a:lnTo>
                <a:close/>
                <a:moveTo>
                  <a:pt x="114300" y="123825"/>
                </a:moveTo>
                <a:lnTo>
                  <a:pt x="133350" y="123825"/>
                </a:lnTo>
                <a:lnTo>
                  <a:pt x="133350" y="142875"/>
                </a:lnTo>
                <a:lnTo>
                  <a:pt x="142875" y="142875"/>
                </a:lnTo>
                <a:lnTo>
                  <a:pt x="142875" y="152400"/>
                </a:lnTo>
                <a:lnTo>
                  <a:pt x="123825" y="152400"/>
                </a:lnTo>
                <a:lnTo>
                  <a:pt x="123825" y="133350"/>
                </a:lnTo>
                <a:lnTo>
                  <a:pt x="114300" y="133350"/>
                </a:lnTo>
                <a:close/>
                <a:moveTo>
                  <a:pt x="314325" y="123825"/>
                </a:moveTo>
                <a:lnTo>
                  <a:pt x="342900" y="123825"/>
                </a:lnTo>
                <a:lnTo>
                  <a:pt x="342900" y="133350"/>
                </a:lnTo>
                <a:lnTo>
                  <a:pt x="352425" y="133350"/>
                </a:lnTo>
                <a:lnTo>
                  <a:pt x="352425" y="142875"/>
                </a:lnTo>
                <a:lnTo>
                  <a:pt x="342900" y="142875"/>
                </a:lnTo>
                <a:lnTo>
                  <a:pt x="342900" y="152400"/>
                </a:lnTo>
                <a:lnTo>
                  <a:pt x="333375" y="152400"/>
                </a:lnTo>
                <a:lnTo>
                  <a:pt x="333375" y="142875"/>
                </a:lnTo>
                <a:lnTo>
                  <a:pt x="323850" y="142875"/>
                </a:lnTo>
                <a:lnTo>
                  <a:pt x="323850" y="133350"/>
                </a:lnTo>
                <a:lnTo>
                  <a:pt x="314325" y="133350"/>
                </a:lnTo>
                <a:close/>
                <a:moveTo>
                  <a:pt x="133350" y="161925"/>
                </a:moveTo>
                <a:lnTo>
                  <a:pt x="142875" y="161925"/>
                </a:lnTo>
                <a:lnTo>
                  <a:pt x="142875" y="171450"/>
                </a:lnTo>
                <a:lnTo>
                  <a:pt x="133350" y="171450"/>
                </a:lnTo>
                <a:close/>
                <a:moveTo>
                  <a:pt x="342900" y="161925"/>
                </a:moveTo>
                <a:lnTo>
                  <a:pt x="352425" y="161925"/>
                </a:lnTo>
                <a:lnTo>
                  <a:pt x="352425" y="190500"/>
                </a:lnTo>
                <a:lnTo>
                  <a:pt x="361950" y="190500"/>
                </a:lnTo>
                <a:lnTo>
                  <a:pt x="361950" y="219075"/>
                </a:lnTo>
                <a:lnTo>
                  <a:pt x="352425" y="219075"/>
                </a:lnTo>
                <a:lnTo>
                  <a:pt x="352425" y="238125"/>
                </a:lnTo>
                <a:lnTo>
                  <a:pt x="342900" y="238125"/>
                </a:lnTo>
                <a:lnTo>
                  <a:pt x="342900" y="257175"/>
                </a:lnTo>
                <a:lnTo>
                  <a:pt x="352425" y="257175"/>
                </a:lnTo>
                <a:lnTo>
                  <a:pt x="352425" y="304800"/>
                </a:lnTo>
                <a:lnTo>
                  <a:pt x="342900" y="304800"/>
                </a:lnTo>
                <a:lnTo>
                  <a:pt x="342900" y="323850"/>
                </a:lnTo>
                <a:lnTo>
                  <a:pt x="323850" y="323850"/>
                </a:lnTo>
                <a:lnTo>
                  <a:pt x="323850" y="219075"/>
                </a:lnTo>
                <a:lnTo>
                  <a:pt x="304800" y="219075"/>
                </a:lnTo>
                <a:lnTo>
                  <a:pt x="304800" y="238125"/>
                </a:lnTo>
                <a:lnTo>
                  <a:pt x="285750" y="238125"/>
                </a:lnTo>
                <a:lnTo>
                  <a:pt x="285750" y="219075"/>
                </a:lnTo>
                <a:lnTo>
                  <a:pt x="295275" y="219075"/>
                </a:lnTo>
                <a:lnTo>
                  <a:pt x="295275" y="209550"/>
                </a:lnTo>
                <a:lnTo>
                  <a:pt x="285750" y="209550"/>
                </a:lnTo>
                <a:lnTo>
                  <a:pt x="285750" y="200025"/>
                </a:lnTo>
                <a:lnTo>
                  <a:pt x="295275" y="200025"/>
                </a:lnTo>
                <a:lnTo>
                  <a:pt x="295275" y="190500"/>
                </a:lnTo>
                <a:lnTo>
                  <a:pt x="323850" y="190500"/>
                </a:lnTo>
                <a:lnTo>
                  <a:pt x="323850" y="180975"/>
                </a:lnTo>
                <a:lnTo>
                  <a:pt x="342900" y="180975"/>
                </a:lnTo>
                <a:close/>
                <a:moveTo>
                  <a:pt x="238125" y="171450"/>
                </a:moveTo>
                <a:lnTo>
                  <a:pt x="247650" y="171450"/>
                </a:lnTo>
                <a:lnTo>
                  <a:pt x="247650" y="180975"/>
                </a:lnTo>
                <a:lnTo>
                  <a:pt x="276225" y="180975"/>
                </a:lnTo>
                <a:lnTo>
                  <a:pt x="276225" y="190500"/>
                </a:lnTo>
                <a:lnTo>
                  <a:pt x="228600" y="190500"/>
                </a:lnTo>
                <a:lnTo>
                  <a:pt x="228600" y="180975"/>
                </a:lnTo>
                <a:lnTo>
                  <a:pt x="238125" y="180975"/>
                </a:lnTo>
                <a:close/>
                <a:moveTo>
                  <a:pt x="133350" y="209550"/>
                </a:moveTo>
                <a:lnTo>
                  <a:pt x="142875" y="209550"/>
                </a:lnTo>
                <a:lnTo>
                  <a:pt x="142875" y="228600"/>
                </a:lnTo>
                <a:lnTo>
                  <a:pt x="133350" y="228600"/>
                </a:lnTo>
                <a:close/>
                <a:moveTo>
                  <a:pt x="447675" y="238125"/>
                </a:moveTo>
                <a:lnTo>
                  <a:pt x="457200" y="238125"/>
                </a:lnTo>
                <a:lnTo>
                  <a:pt x="457200" y="266700"/>
                </a:lnTo>
                <a:lnTo>
                  <a:pt x="447675" y="266700"/>
                </a:lnTo>
                <a:close/>
                <a:moveTo>
                  <a:pt x="247650" y="266700"/>
                </a:moveTo>
                <a:lnTo>
                  <a:pt x="266700" y="266700"/>
                </a:lnTo>
                <a:lnTo>
                  <a:pt x="266700" y="285750"/>
                </a:lnTo>
                <a:lnTo>
                  <a:pt x="276225" y="285750"/>
                </a:lnTo>
                <a:lnTo>
                  <a:pt x="276225" y="295275"/>
                </a:lnTo>
                <a:lnTo>
                  <a:pt x="266700" y="295275"/>
                </a:lnTo>
                <a:lnTo>
                  <a:pt x="266700" y="304800"/>
                </a:lnTo>
                <a:lnTo>
                  <a:pt x="276225" y="304800"/>
                </a:lnTo>
                <a:lnTo>
                  <a:pt x="276225" y="295275"/>
                </a:lnTo>
                <a:lnTo>
                  <a:pt x="285750" y="295275"/>
                </a:lnTo>
                <a:lnTo>
                  <a:pt x="285750" y="323850"/>
                </a:lnTo>
                <a:lnTo>
                  <a:pt x="295275" y="323850"/>
                </a:lnTo>
                <a:lnTo>
                  <a:pt x="295275" y="342900"/>
                </a:lnTo>
                <a:lnTo>
                  <a:pt x="304800" y="342900"/>
                </a:lnTo>
                <a:lnTo>
                  <a:pt x="304800" y="333375"/>
                </a:lnTo>
                <a:lnTo>
                  <a:pt x="314325" y="333375"/>
                </a:lnTo>
                <a:lnTo>
                  <a:pt x="314325" y="342900"/>
                </a:lnTo>
                <a:lnTo>
                  <a:pt x="323850" y="342900"/>
                </a:lnTo>
                <a:lnTo>
                  <a:pt x="323850" y="333375"/>
                </a:lnTo>
                <a:lnTo>
                  <a:pt x="352425" y="333375"/>
                </a:lnTo>
                <a:lnTo>
                  <a:pt x="352425" y="361950"/>
                </a:lnTo>
                <a:lnTo>
                  <a:pt x="342900" y="361950"/>
                </a:lnTo>
                <a:lnTo>
                  <a:pt x="342900" y="381000"/>
                </a:lnTo>
                <a:lnTo>
                  <a:pt x="352425" y="381000"/>
                </a:lnTo>
                <a:lnTo>
                  <a:pt x="352425" y="390525"/>
                </a:lnTo>
                <a:lnTo>
                  <a:pt x="323850" y="390525"/>
                </a:lnTo>
                <a:lnTo>
                  <a:pt x="323850" y="352425"/>
                </a:lnTo>
                <a:lnTo>
                  <a:pt x="314325" y="352425"/>
                </a:lnTo>
                <a:lnTo>
                  <a:pt x="314325" y="361950"/>
                </a:lnTo>
                <a:lnTo>
                  <a:pt x="304800" y="361950"/>
                </a:lnTo>
                <a:lnTo>
                  <a:pt x="304800" y="352425"/>
                </a:lnTo>
                <a:lnTo>
                  <a:pt x="295275" y="352425"/>
                </a:lnTo>
                <a:lnTo>
                  <a:pt x="295275" y="361950"/>
                </a:lnTo>
                <a:lnTo>
                  <a:pt x="285750" y="361950"/>
                </a:lnTo>
                <a:lnTo>
                  <a:pt x="285750" y="371475"/>
                </a:lnTo>
                <a:lnTo>
                  <a:pt x="266700" y="371475"/>
                </a:lnTo>
                <a:lnTo>
                  <a:pt x="266700" y="352425"/>
                </a:lnTo>
                <a:lnTo>
                  <a:pt x="257175" y="352425"/>
                </a:lnTo>
                <a:lnTo>
                  <a:pt x="257175" y="342900"/>
                </a:lnTo>
                <a:lnTo>
                  <a:pt x="238125" y="342900"/>
                </a:lnTo>
                <a:lnTo>
                  <a:pt x="238125" y="352425"/>
                </a:lnTo>
                <a:lnTo>
                  <a:pt x="228600" y="352425"/>
                </a:lnTo>
                <a:lnTo>
                  <a:pt x="228600" y="371475"/>
                </a:lnTo>
                <a:lnTo>
                  <a:pt x="219075" y="371475"/>
                </a:lnTo>
                <a:lnTo>
                  <a:pt x="219075" y="381000"/>
                </a:lnTo>
                <a:lnTo>
                  <a:pt x="209550" y="381000"/>
                </a:lnTo>
                <a:lnTo>
                  <a:pt x="209550" y="371475"/>
                </a:lnTo>
                <a:lnTo>
                  <a:pt x="200025" y="371475"/>
                </a:lnTo>
                <a:lnTo>
                  <a:pt x="200025" y="361950"/>
                </a:lnTo>
                <a:lnTo>
                  <a:pt x="190500" y="361950"/>
                </a:lnTo>
                <a:lnTo>
                  <a:pt x="190500" y="352425"/>
                </a:lnTo>
                <a:lnTo>
                  <a:pt x="209550" y="352425"/>
                </a:lnTo>
                <a:lnTo>
                  <a:pt x="209550" y="314325"/>
                </a:lnTo>
                <a:lnTo>
                  <a:pt x="219075" y="314325"/>
                </a:lnTo>
                <a:lnTo>
                  <a:pt x="219075" y="295275"/>
                </a:lnTo>
                <a:lnTo>
                  <a:pt x="228600" y="295275"/>
                </a:lnTo>
                <a:lnTo>
                  <a:pt x="228600" y="333375"/>
                </a:lnTo>
                <a:lnTo>
                  <a:pt x="247650" y="333375"/>
                </a:lnTo>
                <a:lnTo>
                  <a:pt x="247650" y="295275"/>
                </a:lnTo>
                <a:lnTo>
                  <a:pt x="238125" y="295275"/>
                </a:lnTo>
                <a:lnTo>
                  <a:pt x="238125" y="285750"/>
                </a:lnTo>
                <a:lnTo>
                  <a:pt x="247650" y="285750"/>
                </a:lnTo>
                <a:close/>
                <a:moveTo>
                  <a:pt x="285750" y="276225"/>
                </a:moveTo>
                <a:lnTo>
                  <a:pt x="304800" y="276225"/>
                </a:lnTo>
                <a:lnTo>
                  <a:pt x="304800" y="285750"/>
                </a:lnTo>
                <a:lnTo>
                  <a:pt x="285750" y="285750"/>
                </a:lnTo>
                <a:close/>
                <a:moveTo>
                  <a:pt x="0" y="304800"/>
                </a:moveTo>
                <a:lnTo>
                  <a:pt x="9525" y="304800"/>
                </a:lnTo>
                <a:lnTo>
                  <a:pt x="9525" y="314325"/>
                </a:lnTo>
                <a:lnTo>
                  <a:pt x="0" y="314325"/>
                </a:lnTo>
                <a:close/>
                <a:moveTo>
                  <a:pt x="152400" y="304800"/>
                </a:moveTo>
                <a:lnTo>
                  <a:pt x="161925" y="304800"/>
                </a:lnTo>
                <a:lnTo>
                  <a:pt x="161925" y="314325"/>
                </a:lnTo>
                <a:lnTo>
                  <a:pt x="152400" y="314325"/>
                </a:lnTo>
                <a:close/>
                <a:moveTo>
                  <a:pt x="171450" y="314325"/>
                </a:moveTo>
                <a:lnTo>
                  <a:pt x="180975" y="314325"/>
                </a:lnTo>
                <a:lnTo>
                  <a:pt x="180975" y="333375"/>
                </a:lnTo>
                <a:lnTo>
                  <a:pt x="200025" y="333375"/>
                </a:lnTo>
                <a:lnTo>
                  <a:pt x="200025" y="342900"/>
                </a:lnTo>
                <a:lnTo>
                  <a:pt x="152400" y="342900"/>
                </a:lnTo>
                <a:lnTo>
                  <a:pt x="152400" y="323850"/>
                </a:lnTo>
                <a:lnTo>
                  <a:pt x="161925" y="323850"/>
                </a:lnTo>
                <a:lnTo>
                  <a:pt x="161925" y="333375"/>
                </a:lnTo>
                <a:lnTo>
                  <a:pt x="171450" y="333375"/>
                </a:lnTo>
                <a:close/>
                <a:moveTo>
                  <a:pt x="276225" y="352425"/>
                </a:moveTo>
                <a:lnTo>
                  <a:pt x="285750" y="352425"/>
                </a:lnTo>
                <a:lnTo>
                  <a:pt x="285750" y="342900"/>
                </a:lnTo>
                <a:lnTo>
                  <a:pt x="276225" y="342900"/>
                </a:lnTo>
                <a:close/>
                <a:moveTo>
                  <a:pt x="257175" y="381000"/>
                </a:moveTo>
                <a:lnTo>
                  <a:pt x="266700" y="381000"/>
                </a:lnTo>
                <a:lnTo>
                  <a:pt x="266700" y="390525"/>
                </a:lnTo>
                <a:lnTo>
                  <a:pt x="257175" y="390525"/>
                </a:lnTo>
                <a:close/>
                <a:moveTo>
                  <a:pt x="142875" y="438150"/>
                </a:moveTo>
                <a:lnTo>
                  <a:pt x="161925" y="438150"/>
                </a:lnTo>
                <a:lnTo>
                  <a:pt x="161925" y="447675"/>
                </a:lnTo>
                <a:lnTo>
                  <a:pt x="142875" y="447675"/>
                </a:lnTo>
                <a:close/>
                <a:moveTo>
                  <a:pt x="123825" y="447675"/>
                </a:moveTo>
                <a:lnTo>
                  <a:pt x="142875" y="447675"/>
                </a:lnTo>
                <a:lnTo>
                  <a:pt x="142875" y="457200"/>
                </a:lnTo>
                <a:lnTo>
                  <a:pt x="123825" y="457200"/>
                </a:lnTo>
                <a:close/>
                <a:moveTo>
                  <a:pt x="314325" y="504825"/>
                </a:moveTo>
                <a:lnTo>
                  <a:pt x="333375" y="504825"/>
                </a:lnTo>
                <a:lnTo>
                  <a:pt x="333375" y="514350"/>
                </a:lnTo>
                <a:lnTo>
                  <a:pt x="352425" y="514350"/>
                </a:lnTo>
                <a:lnTo>
                  <a:pt x="352425" y="523875"/>
                </a:lnTo>
                <a:lnTo>
                  <a:pt x="342900" y="523875"/>
                </a:lnTo>
                <a:lnTo>
                  <a:pt x="342900" y="533400"/>
                </a:lnTo>
                <a:lnTo>
                  <a:pt x="295275" y="533400"/>
                </a:lnTo>
                <a:lnTo>
                  <a:pt x="295275" y="542925"/>
                </a:lnTo>
                <a:lnTo>
                  <a:pt x="285750" y="542925"/>
                </a:lnTo>
                <a:lnTo>
                  <a:pt x="285750" y="523875"/>
                </a:lnTo>
                <a:lnTo>
                  <a:pt x="304800" y="523875"/>
                </a:lnTo>
                <a:lnTo>
                  <a:pt x="304800" y="514350"/>
                </a:lnTo>
                <a:lnTo>
                  <a:pt x="314325" y="514350"/>
                </a:lnTo>
                <a:close/>
                <a:moveTo>
                  <a:pt x="19050" y="514350"/>
                </a:moveTo>
                <a:lnTo>
                  <a:pt x="28575" y="514350"/>
                </a:lnTo>
                <a:lnTo>
                  <a:pt x="28575" y="523875"/>
                </a:lnTo>
                <a:lnTo>
                  <a:pt x="19050" y="523875"/>
                </a:lnTo>
                <a:close/>
                <a:moveTo>
                  <a:pt x="333375" y="571500"/>
                </a:moveTo>
                <a:lnTo>
                  <a:pt x="352425" y="571500"/>
                </a:lnTo>
                <a:lnTo>
                  <a:pt x="352425" y="590550"/>
                </a:lnTo>
                <a:lnTo>
                  <a:pt x="342900" y="590550"/>
                </a:lnTo>
                <a:lnTo>
                  <a:pt x="342900" y="600075"/>
                </a:lnTo>
                <a:lnTo>
                  <a:pt x="333375" y="600075"/>
                </a:lnTo>
                <a:lnTo>
                  <a:pt x="333375" y="590550"/>
                </a:lnTo>
                <a:lnTo>
                  <a:pt x="323850" y="590550"/>
                </a:lnTo>
                <a:lnTo>
                  <a:pt x="323850" y="581025"/>
                </a:lnTo>
                <a:lnTo>
                  <a:pt x="333375" y="581025"/>
                </a:lnTo>
                <a:close/>
                <a:moveTo>
                  <a:pt x="19050" y="619125"/>
                </a:moveTo>
                <a:lnTo>
                  <a:pt x="28575" y="619125"/>
                </a:lnTo>
                <a:lnTo>
                  <a:pt x="28575" y="628650"/>
                </a:lnTo>
                <a:lnTo>
                  <a:pt x="19050" y="628650"/>
                </a:lnTo>
                <a:close/>
              </a:path>
            </a:pathLst>
          </a:custGeom>
          <a:solidFill xmlns:a="http://schemas.openxmlformats.org/drawingml/2006/main">
            <a:srgbClr val="F2EFE1"/>
          </a:solidFill>
          <a:ln xmlns:a="http://schemas.openxmlformats.org/drawingml/2006/main" w="0">
            <a:noFill/>
          </a:ln>
        </p:spPr>
      </p:sp>
      <p:sp>
        <p:nvSpPr>
          <p:cNvPr id="22" name="mobile vector #f0f1e5">
            <a:extLst xmlns:a="http://schemas.openxmlformats.org/drawingml/2006/main">
              <a:ext uri="{FF2B5EF4-FFF2-40B4-BE49-F238E27FC236}">
                <a16:creationId xmlns:a16="http://schemas.microsoft.com/office/drawing/2014/main" id="{3210DA5D-F19E-4166-9444-2E0931B436C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000250" y="1524000"/>
            <a:ext cx="457200" cy="685800"/>
          </a:xfrm>
          <a:custGeom xmlns:a="http://schemas.openxmlformats.org/drawingml/2006/main">
            <a:pathLst>
              <a:path w="457200" h="685800">
                <a:moveTo>
                  <a:pt x="85725" y="38100"/>
                </a:moveTo>
                <a:lnTo>
                  <a:pt x="114300" y="38100"/>
                </a:lnTo>
                <a:lnTo>
                  <a:pt x="114300" y="47625"/>
                </a:lnTo>
                <a:lnTo>
                  <a:pt x="123825" y="47625"/>
                </a:lnTo>
                <a:lnTo>
                  <a:pt x="123825" y="38100"/>
                </a:lnTo>
                <a:lnTo>
                  <a:pt x="133350" y="38100"/>
                </a:lnTo>
                <a:lnTo>
                  <a:pt x="133350" y="47625"/>
                </a:lnTo>
                <a:lnTo>
                  <a:pt x="142875" y="47625"/>
                </a:lnTo>
                <a:lnTo>
                  <a:pt x="142875" y="57150"/>
                </a:lnTo>
                <a:lnTo>
                  <a:pt x="76200" y="57150"/>
                </a:lnTo>
                <a:lnTo>
                  <a:pt x="76200" y="66675"/>
                </a:lnTo>
                <a:lnTo>
                  <a:pt x="66675" y="66675"/>
                </a:lnTo>
                <a:lnTo>
                  <a:pt x="66675" y="76200"/>
                </a:lnTo>
                <a:lnTo>
                  <a:pt x="57150" y="76200"/>
                </a:lnTo>
                <a:lnTo>
                  <a:pt x="57150" y="57150"/>
                </a:lnTo>
                <a:lnTo>
                  <a:pt x="66675" y="57150"/>
                </a:lnTo>
                <a:lnTo>
                  <a:pt x="66675" y="47625"/>
                </a:lnTo>
                <a:lnTo>
                  <a:pt x="85725" y="47625"/>
                </a:lnTo>
                <a:close/>
                <a:moveTo>
                  <a:pt x="247650" y="38100"/>
                </a:moveTo>
                <a:lnTo>
                  <a:pt x="295275" y="38100"/>
                </a:lnTo>
                <a:lnTo>
                  <a:pt x="295275" y="57150"/>
                </a:lnTo>
                <a:lnTo>
                  <a:pt x="219075" y="57150"/>
                </a:lnTo>
                <a:lnTo>
                  <a:pt x="219075" y="47625"/>
                </a:lnTo>
                <a:lnTo>
                  <a:pt x="247650" y="47625"/>
                </a:lnTo>
                <a:close/>
                <a:moveTo>
                  <a:pt x="352425" y="47625"/>
                </a:moveTo>
                <a:lnTo>
                  <a:pt x="361950" y="47625"/>
                </a:lnTo>
                <a:lnTo>
                  <a:pt x="361950" y="57150"/>
                </a:lnTo>
                <a:lnTo>
                  <a:pt x="352425" y="57150"/>
                </a:lnTo>
                <a:close/>
                <a:moveTo>
                  <a:pt x="47625" y="76200"/>
                </a:moveTo>
                <a:lnTo>
                  <a:pt x="57150" y="76200"/>
                </a:lnTo>
                <a:lnTo>
                  <a:pt x="57150" y="85725"/>
                </a:lnTo>
                <a:lnTo>
                  <a:pt x="47625" y="85725"/>
                </a:lnTo>
                <a:close/>
                <a:moveTo>
                  <a:pt x="400050" y="76200"/>
                </a:moveTo>
                <a:lnTo>
                  <a:pt x="409575" y="76200"/>
                </a:lnTo>
                <a:lnTo>
                  <a:pt x="409575" y="85725"/>
                </a:lnTo>
                <a:lnTo>
                  <a:pt x="400050" y="85725"/>
                </a:lnTo>
                <a:close/>
                <a:moveTo>
                  <a:pt x="38100" y="85725"/>
                </a:moveTo>
                <a:lnTo>
                  <a:pt x="47625" y="85725"/>
                </a:lnTo>
                <a:lnTo>
                  <a:pt x="47625" y="104775"/>
                </a:lnTo>
                <a:lnTo>
                  <a:pt x="38100" y="104775"/>
                </a:lnTo>
                <a:lnTo>
                  <a:pt x="38100" y="114300"/>
                </a:lnTo>
                <a:lnTo>
                  <a:pt x="28575" y="114300"/>
                </a:lnTo>
                <a:lnTo>
                  <a:pt x="28575" y="95250"/>
                </a:lnTo>
                <a:lnTo>
                  <a:pt x="38100" y="95250"/>
                </a:lnTo>
                <a:close/>
                <a:moveTo>
                  <a:pt x="409575" y="85725"/>
                </a:moveTo>
                <a:lnTo>
                  <a:pt x="428625" y="85725"/>
                </a:lnTo>
                <a:lnTo>
                  <a:pt x="428625" y="123825"/>
                </a:lnTo>
                <a:lnTo>
                  <a:pt x="419100" y="123825"/>
                </a:lnTo>
                <a:lnTo>
                  <a:pt x="419100" y="95250"/>
                </a:lnTo>
                <a:lnTo>
                  <a:pt x="409575" y="95250"/>
                </a:lnTo>
                <a:close/>
                <a:moveTo>
                  <a:pt x="95250" y="104775"/>
                </a:moveTo>
                <a:lnTo>
                  <a:pt x="142875" y="104775"/>
                </a:lnTo>
                <a:lnTo>
                  <a:pt x="142875" y="114300"/>
                </a:lnTo>
                <a:lnTo>
                  <a:pt x="104775" y="114300"/>
                </a:lnTo>
                <a:lnTo>
                  <a:pt x="104775" y="123825"/>
                </a:lnTo>
                <a:lnTo>
                  <a:pt x="95250" y="123825"/>
                </a:lnTo>
                <a:close/>
                <a:moveTo>
                  <a:pt x="142875" y="114300"/>
                </a:moveTo>
                <a:lnTo>
                  <a:pt x="152400" y="114300"/>
                </a:lnTo>
                <a:lnTo>
                  <a:pt x="152400" y="123825"/>
                </a:lnTo>
                <a:lnTo>
                  <a:pt x="142875" y="123825"/>
                </a:lnTo>
                <a:close/>
                <a:moveTo>
                  <a:pt x="361950" y="133350"/>
                </a:moveTo>
                <a:lnTo>
                  <a:pt x="371475" y="133350"/>
                </a:lnTo>
                <a:lnTo>
                  <a:pt x="371475" y="180975"/>
                </a:lnTo>
                <a:lnTo>
                  <a:pt x="361950" y="180975"/>
                </a:lnTo>
                <a:close/>
                <a:moveTo>
                  <a:pt x="419100" y="133350"/>
                </a:moveTo>
                <a:lnTo>
                  <a:pt x="438150" y="133350"/>
                </a:lnTo>
                <a:lnTo>
                  <a:pt x="438150" y="171450"/>
                </a:lnTo>
                <a:lnTo>
                  <a:pt x="428625" y="171450"/>
                </a:lnTo>
                <a:lnTo>
                  <a:pt x="428625" y="180975"/>
                </a:lnTo>
                <a:lnTo>
                  <a:pt x="419100" y="180975"/>
                </a:lnTo>
                <a:close/>
                <a:moveTo>
                  <a:pt x="19050" y="180975"/>
                </a:moveTo>
                <a:lnTo>
                  <a:pt x="28575" y="180975"/>
                </a:lnTo>
                <a:lnTo>
                  <a:pt x="28575" y="200025"/>
                </a:lnTo>
                <a:lnTo>
                  <a:pt x="19050" y="200025"/>
                </a:lnTo>
                <a:close/>
                <a:moveTo>
                  <a:pt x="428625" y="180975"/>
                </a:moveTo>
                <a:lnTo>
                  <a:pt x="438150" y="180975"/>
                </a:lnTo>
                <a:lnTo>
                  <a:pt x="438150" y="361950"/>
                </a:lnTo>
                <a:lnTo>
                  <a:pt x="428625" y="361950"/>
                </a:lnTo>
                <a:close/>
                <a:moveTo>
                  <a:pt x="361950" y="209550"/>
                </a:moveTo>
                <a:lnTo>
                  <a:pt x="371475" y="209550"/>
                </a:lnTo>
                <a:lnTo>
                  <a:pt x="371475" y="352425"/>
                </a:lnTo>
                <a:lnTo>
                  <a:pt x="361950" y="352425"/>
                </a:lnTo>
                <a:close/>
                <a:moveTo>
                  <a:pt x="361950" y="361950"/>
                </a:moveTo>
                <a:lnTo>
                  <a:pt x="371475" y="361950"/>
                </a:lnTo>
                <a:lnTo>
                  <a:pt x="371475" y="466725"/>
                </a:lnTo>
                <a:lnTo>
                  <a:pt x="361950" y="466725"/>
                </a:lnTo>
                <a:close/>
                <a:moveTo>
                  <a:pt x="428625" y="381000"/>
                </a:moveTo>
                <a:lnTo>
                  <a:pt x="438150" y="381000"/>
                </a:lnTo>
                <a:lnTo>
                  <a:pt x="438150" y="400050"/>
                </a:lnTo>
                <a:lnTo>
                  <a:pt x="447675" y="400050"/>
                </a:lnTo>
                <a:lnTo>
                  <a:pt x="447675" y="419100"/>
                </a:lnTo>
                <a:lnTo>
                  <a:pt x="438150" y="419100"/>
                </a:lnTo>
                <a:lnTo>
                  <a:pt x="438150" y="600075"/>
                </a:lnTo>
                <a:lnTo>
                  <a:pt x="428625" y="600075"/>
                </a:lnTo>
                <a:lnTo>
                  <a:pt x="428625" y="628650"/>
                </a:lnTo>
                <a:lnTo>
                  <a:pt x="409575" y="628650"/>
                </a:lnTo>
                <a:lnTo>
                  <a:pt x="409575" y="619125"/>
                </a:lnTo>
                <a:lnTo>
                  <a:pt x="419100" y="619125"/>
                </a:lnTo>
                <a:lnTo>
                  <a:pt x="419100" y="561975"/>
                </a:lnTo>
                <a:lnTo>
                  <a:pt x="428625" y="561975"/>
                </a:lnTo>
                <a:lnTo>
                  <a:pt x="428625" y="409575"/>
                </a:lnTo>
                <a:lnTo>
                  <a:pt x="419100" y="409575"/>
                </a:lnTo>
                <a:lnTo>
                  <a:pt x="419100" y="390525"/>
                </a:lnTo>
                <a:lnTo>
                  <a:pt x="428625" y="390525"/>
                </a:lnTo>
                <a:close/>
                <a:moveTo>
                  <a:pt x="361950" y="495300"/>
                </a:moveTo>
                <a:lnTo>
                  <a:pt x="371475" y="495300"/>
                </a:lnTo>
                <a:lnTo>
                  <a:pt x="371475" y="514350"/>
                </a:lnTo>
                <a:lnTo>
                  <a:pt x="361950" y="514350"/>
                </a:lnTo>
                <a:close/>
                <a:moveTo>
                  <a:pt x="361950" y="523875"/>
                </a:moveTo>
                <a:lnTo>
                  <a:pt x="371475" y="523875"/>
                </a:lnTo>
                <a:lnTo>
                  <a:pt x="371475" y="542925"/>
                </a:lnTo>
                <a:lnTo>
                  <a:pt x="381000" y="542925"/>
                </a:lnTo>
                <a:lnTo>
                  <a:pt x="381000" y="581025"/>
                </a:lnTo>
                <a:lnTo>
                  <a:pt x="371475" y="581025"/>
                </a:lnTo>
                <a:lnTo>
                  <a:pt x="371475" y="590550"/>
                </a:lnTo>
                <a:lnTo>
                  <a:pt x="361950" y="590550"/>
                </a:lnTo>
                <a:close/>
                <a:moveTo>
                  <a:pt x="209550" y="533400"/>
                </a:moveTo>
                <a:lnTo>
                  <a:pt x="219075" y="533400"/>
                </a:lnTo>
                <a:lnTo>
                  <a:pt x="219075" y="542925"/>
                </a:lnTo>
                <a:lnTo>
                  <a:pt x="209550" y="542925"/>
                </a:lnTo>
                <a:close/>
                <a:moveTo>
                  <a:pt x="228600" y="533400"/>
                </a:moveTo>
                <a:lnTo>
                  <a:pt x="238125" y="533400"/>
                </a:lnTo>
                <a:lnTo>
                  <a:pt x="238125" y="542925"/>
                </a:lnTo>
                <a:lnTo>
                  <a:pt x="228600" y="542925"/>
                </a:lnTo>
                <a:close/>
                <a:moveTo>
                  <a:pt x="85725" y="571500"/>
                </a:moveTo>
                <a:lnTo>
                  <a:pt x="95250" y="571500"/>
                </a:lnTo>
                <a:lnTo>
                  <a:pt x="95250" y="581025"/>
                </a:lnTo>
                <a:lnTo>
                  <a:pt x="114300" y="581025"/>
                </a:lnTo>
                <a:lnTo>
                  <a:pt x="114300" y="590550"/>
                </a:lnTo>
                <a:lnTo>
                  <a:pt x="123825" y="590550"/>
                </a:lnTo>
                <a:lnTo>
                  <a:pt x="123825" y="600075"/>
                </a:lnTo>
                <a:lnTo>
                  <a:pt x="95250" y="600075"/>
                </a:lnTo>
                <a:lnTo>
                  <a:pt x="95250" y="590550"/>
                </a:lnTo>
                <a:lnTo>
                  <a:pt x="85725" y="590550"/>
                </a:lnTo>
                <a:close/>
                <a:moveTo>
                  <a:pt x="247650" y="590550"/>
                </a:moveTo>
                <a:lnTo>
                  <a:pt x="276225" y="590550"/>
                </a:lnTo>
                <a:lnTo>
                  <a:pt x="276225" y="600075"/>
                </a:lnTo>
                <a:lnTo>
                  <a:pt x="247650" y="600075"/>
                </a:lnTo>
                <a:close/>
                <a:moveTo>
                  <a:pt x="123825" y="600075"/>
                </a:moveTo>
                <a:lnTo>
                  <a:pt x="152400" y="600075"/>
                </a:lnTo>
                <a:lnTo>
                  <a:pt x="152400" y="609600"/>
                </a:lnTo>
                <a:lnTo>
                  <a:pt x="123825" y="609600"/>
                </a:lnTo>
                <a:close/>
                <a:moveTo>
                  <a:pt x="333375" y="600075"/>
                </a:moveTo>
                <a:lnTo>
                  <a:pt x="352425" y="600075"/>
                </a:lnTo>
                <a:lnTo>
                  <a:pt x="352425" y="609600"/>
                </a:lnTo>
                <a:lnTo>
                  <a:pt x="333375" y="609600"/>
                </a:lnTo>
                <a:close/>
                <a:moveTo>
                  <a:pt x="38100" y="619125"/>
                </a:moveTo>
                <a:lnTo>
                  <a:pt x="47625" y="619125"/>
                </a:lnTo>
                <a:lnTo>
                  <a:pt x="47625" y="628650"/>
                </a:lnTo>
                <a:lnTo>
                  <a:pt x="38100" y="628650"/>
                </a:lnTo>
                <a:close/>
                <a:moveTo>
                  <a:pt x="47625" y="628650"/>
                </a:moveTo>
                <a:lnTo>
                  <a:pt x="57150" y="628650"/>
                </a:lnTo>
                <a:lnTo>
                  <a:pt x="57150" y="638175"/>
                </a:lnTo>
                <a:lnTo>
                  <a:pt x="47625" y="638175"/>
                </a:lnTo>
                <a:close/>
                <a:moveTo>
                  <a:pt x="400050" y="628650"/>
                </a:moveTo>
                <a:lnTo>
                  <a:pt x="409575" y="628650"/>
                </a:lnTo>
                <a:lnTo>
                  <a:pt x="409575" y="647700"/>
                </a:lnTo>
                <a:lnTo>
                  <a:pt x="390525" y="647700"/>
                </a:lnTo>
                <a:lnTo>
                  <a:pt x="390525" y="638175"/>
                </a:lnTo>
                <a:lnTo>
                  <a:pt x="400050" y="638175"/>
                </a:lnTo>
                <a:close/>
                <a:moveTo>
                  <a:pt x="57150" y="638175"/>
                </a:moveTo>
                <a:lnTo>
                  <a:pt x="66675" y="638175"/>
                </a:lnTo>
                <a:lnTo>
                  <a:pt x="66675" y="647700"/>
                </a:lnTo>
                <a:lnTo>
                  <a:pt x="57150" y="647700"/>
                </a:lnTo>
                <a:close/>
                <a:moveTo>
                  <a:pt x="381000" y="647700"/>
                </a:moveTo>
                <a:lnTo>
                  <a:pt x="390525" y="647700"/>
                </a:lnTo>
                <a:lnTo>
                  <a:pt x="390525" y="657225"/>
                </a:lnTo>
                <a:lnTo>
                  <a:pt x="381000" y="657225"/>
                </a:lnTo>
                <a:close/>
                <a:moveTo>
                  <a:pt x="123825" y="657225"/>
                </a:moveTo>
                <a:lnTo>
                  <a:pt x="171450" y="657225"/>
                </a:lnTo>
                <a:lnTo>
                  <a:pt x="171450" y="666750"/>
                </a:lnTo>
                <a:lnTo>
                  <a:pt x="152400" y="666750"/>
                </a:lnTo>
                <a:lnTo>
                  <a:pt x="152400" y="676275"/>
                </a:lnTo>
                <a:lnTo>
                  <a:pt x="142875" y="676275"/>
                </a:lnTo>
                <a:lnTo>
                  <a:pt x="142875" y="666750"/>
                </a:lnTo>
                <a:lnTo>
                  <a:pt x="123825" y="666750"/>
                </a:lnTo>
                <a:close/>
                <a:moveTo>
                  <a:pt x="200025" y="657225"/>
                </a:moveTo>
                <a:lnTo>
                  <a:pt x="342900" y="657225"/>
                </a:lnTo>
                <a:lnTo>
                  <a:pt x="342900" y="666750"/>
                </a:lnTo>
                <a:lnTo>
                  <a:pt x="314325" y="666750"/>
                </a:lnTo>
                <a:lnTo>
                  <a:pt x="314325" y="676275"/>
                </a:lnTo>
                <a:lnTo>
                  <a:pt x="266700" y="676275"/>
                </a:lnTo>
                <a:lnTo>
                  <a:pt x="266700" y="666750"/>
                </a:lnTo>
                <a:lnTo>
                  <a:pt x="257175" y="666750"/>
                </a:lnTo>
                <a:lnTo>
                  <a:pt x="257175" y="676275"/>
                </a:lnTo>
                <a:lnTo>
                  <a:pt x="238125" y="676275"/>
                </a:lnTo>
                <a:lnTo>
                  <a:pt x="238125" y="666750"/>
                </a:lnTo>
                <a:lnTo>
                  <a:pt x="228600" y="666750"/>
                </a:lnTo>
                <a:lnTo>
                  <a:pt x="228600" y="676275"/>
                </a:lnTo>
                <a:lnTo>
                  <a:pt x="219075" y="676275"/>
                </a:lnTo>
                <a:lnTo>
                  <a:pt x="219075" y="666750"/>
                </a:lnTo>
                <a:lnTo>
                  <a:pt x="209550" y="666750"/>
                </a:lnTo>
                <a:lnTo>
                  <a:pt x="209550" y="676275"/>
                </a:lnTo>
                <a:lnTo>
                  <a:pt x="200025" y="676275"/>
                </a:lnTo>
                <a:close/>
              </a:path>
            </a:pathLst>
          </a:custGeom>
          <a:solidFill xmlns:a="http://schemas.openxmlformats.org/drawingml/2006/main">
            <a:srgbClr val="F0F1E5"/>
          </a:solidFill>
          <a:ln xmlns:a="http://schemas.openxmlformats.org/drawingml/2006/main" w="0">
            <a:noFill/>
          </a:ln>
        </p:spPr>
      </p:sp>
      <p:sp>
        <p:nvSpPr>
          <p:cNvPr id="23" name="mobile vector #f0f0e4">
            <a:extLst xmlns:a="http://schemas.openxmlformats.org/drawingml/2006/main">
              <a:ext uri="{FF2B5EF4-FFF2-40B4-BE49-F238E27FC236}">
                <a16:creationId xmlns:a16="http://schemas.microsoft.com/office/drawing/2014/main" id="{B29E384E-26DC-4EBC-A579-5909A2B7D44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000250" y="1524000"/>
            <a:ext cx="457200" cy="685800"/>
          </a:xfrm>
          <a:custGeom xmlns:a="http://schemas.openxmlformats.org/drawingml/2006/main">
            <a:pathLst>
              <a:path w="457200" h="685800">
                <a:moveTo>
                  <a:pt x="95250" y="28575"/>
                </a:moveTo>
                <a:lnTo>
                  <a:pt x="114300" y="28575"/>
                </a:lnTo>
                <a:lnTo>
                  <a:pt x="114300" y="38100"/>
                </a:lnTo>
                <a:lnTo>
                  <a:pt x="95250" y="38100"/>
                </a:lnTo>
                <a:close/>
                <a:moveTo>
                  <a:pt x="76200" y="38100"/>
                </a:moveTo>
                <a:lnTo>
                  <a:pt x="85725" y="38100"/>
                </a:lnTo>
                <a:lnTo>
                  <a:pt x="85725" y="47625"/>
                </a:lnTo>
                <a:lnTo>
                  <a:pt x="76200" y="47625"/>
                </a:lnTo>
                <a:close/>
                <a:moveTo>
                  <a:pt x="295275" y="38100"/>
                </a:moveTo>
                <a:lnTo>
                  <a:pt x="342900" y="38100"/>
                </a:lnTo>
                <a:lnTo>
                  <a:pt x="342900" y="47625"/>
                </a:lnTo>
                <a:lnTo>
                  <a:pt x="352425" y="47625"/>
                </a:lnTo>
                <a:lnTo>
                  <a:pt x="352425" y="57150"/>
                </a:lnTo>
                <a:lnTo>
                  <a:pt x="295275" y="57150"/>
                </a:lnTo>
                <a:close/>
                <a:moveTo>
                  <a:pt x="142875" y="47625"/>
                </a:moveTo>
                <a:lnTo>
                  <a:pt x="219075" y="47625"/>
                </a:lnTo>
                <a:lnTo>
                  <a:pt x="219075" y="57150"/>
                </a:lnTo>
                <a:lnTo>
                  <a:pt x="142875" y="57150"/>
                </a:lnTo>
                <a:close/>
                <a:moveTo>
                  <a:pt x="361950" y="47625"/>
                </a:moveTo>
                <a:lnTo>
                  <a:pt x="390525" y="47625"/>
                </a:lnTo>
                <a:lnTo>
                  <a:pt x="390525" y="57150"/>
                </a:lnTo>
                <a:lnTo>
                  <a:pt x="361950" y="57150"/>
                </a:lnTo>
                <a:close/>
                <a:moveTo>
                  <a:pt x="390525" y="57150"/>
                </a:moveTo>
                <a:lnTo>
                  <a:pt x="400050" y="57150"/>
                </a:lnTo>
                <a:lnTo>
                  <a:pt x="400050" y="66675"/>
                </a:lnTo>
                <a:lnTo>
                  <a:pt x="409575" y="66675"/>
                </a:lnTo>
                <a:lnTo>
                  <a:pt x="409575" y="76200"/>
                </a:lnTo>
                <a:lnTo>
                  <a:pt x="390525" y="76200"/>
                </a:lnTo>
                <a:close/>
                <a:moveTo>
                  <a:pt x="19050" y="95250"/>
                </a:moveTo>
                <a:lnTo>
                  <a:pt x="28575" y="95250"/>
                </a:lnTo>
                <a:lnTo>
                  <a:pt x="28575" y="114300"/>
                </a:lnTo>
                <a:lnTo>
                  <a:pt x="19050" y="114300"/>
                </a:lnTo>
                <a:close/>
                <a:moveTo>
                  <a:pt x="85725" y="114300"/>
                </a:moveTo>
                <a:lnTo>
                  <a:pt x="95250" y="114300"/>
                </a:lnTo>
                <a:lnTo>
                  <a:pt x="95250" y="180975"/>
                </a:lnTo>
                <a:lnTo>
                  <a:pt x="85725" y="180975"/>
                </a:lnTo>
                <a:close/>
                <a:moveTo>
                  <a:pt x="361950" y="123825"/>
                </a:moveTo>
                <a:lnTo>
                  <a:pt x="371475" y="123825"/>
                </a:lnTo>
                <a:lnTo>
                  <a:pt x="371475" y="133350"/>
                </a:lnTo>
                <a:lnTo>
                  <a:pt x="361950" y="133350"/>
                </a:lnTo>
                <a:close/>
                <a:moveTo>
                  <a:pt x="419100" y="123825"/>
                </a:moveTo>
                <a:lnTo>
                  <a:pt x="428625" y="123825"/>
                </a:lnTo>
                <a:lnTo>
                  <a:pt x="428625" y="133350"/>
                </a:lnTo>
                <a:lnTo>
                  <a:pt x="419100" y="133350"/>
                </a:lnTo>
                <a:close/>
                <a:moveTo>
                  <a:pt x="19050" y="133350"/>
                </a:moveTo>
                <a:lnTo>
                  <a:pt x="28575" y="133350"/>
                </a:lnTo>
                <a:lnTo>
                  <a:pt x="28575" y="152400"/>
                </a:lnTo>
                <a:lnTo>
                  <a:pt x="19050" y="152400"/>
                </a:lnTo>
                <a:close/>
                <a:moveTo>
                  <a:pt x="161925" y="152400"/>
                </a:moveTo>
                <a:lnTo>
                  <a:pt x="171450" y="152400"/>
                </a:lnTo>
                <a:lnTo>
                  <a:pt x="171450" y="161925"/>
                </a:lnTo>
                <a:lnTo>
                  <a:pt x="161925" y="161925"/>
                </a:lnTo>
                <a:close/>
                <a:moveTo>
                  <a:pt x="190500" y="152400"/>
                </a:moveTo>
                <a:lnTo>
                  <a:pt x="266700" y="152400"/>
                </a:lnTo>
                <a:lnTo>
                  <a:pt x="266700" y="161925"/>
                </a:lnTo>
                <a:lnTo>
                  <a:pt x="276225" y="161925"/>
                </a:lnTo>
                <a:lnTo>
                  <a:pt x="276225" y="152400"/>
                </a:lnTo>
                <a:lnTo>
                  <a:pt x="295275" y="152400"/>
                </a:lnTo>
                <a:lnTo>
                  <a:pt x="295275" y="161925"/>
                </a:lnTo>
                <a:lnTo>
                  <a:pt x="276225" y="161925"/>
                </a:lnTo>
                <a:lnTo>
                  <a:pt x="276225" y="171450"/>
                </a:lnTo>
                <a:lnTo>
                  <a:pt x="247650" y="171450"/>
                </a:lnTo>
                <a:lnTo>
                  <a:pt x="247650" y="161925"/>
                </a:lnTo>
                <a:lnTo>
                  <a:pt x="238125" y="161925"/>
                </a:lnTo>
                <a:lnTo>
                  <a:pt x="238125" y="171450"/>
                </a:lnTo>
                <a:lnTo>
                  <a:pt x="190500" y="171450"/>
                </a:lnTo>
                <a:close/>
                <a:moveTo>
                  <a:pt x="19050" y="171450"/>
                </a:moveTo>
                <a:lnTo>
                  <a:pt x="28575" y="171450"/>
                </a:lnTo>
                <a:lnTo>
                  <a:pt x="28575" y="180975"/>
                </a:lnTo>
                <a:lnTo>
                  <a:pt x="19050" y="180975"/>
                </a:lnTo>
                <a:close/>
                <a:moveTo>
                  <a:pt x="428625" y="171450"/>
                </a:moveTo>
                <a:lnTo>
                  <a:pt x="438150" y="171450"/>
                </a:lnTo>
                <a:lnTo>
                  <a:pt x="438150" y="180975"/>
                </a:lnTo>
                <a:lnTo>
                  <a:pt x="428625" y="180975"/>
                </a:lnTo>
                <a:close/>
                <a:moveTo>
                  <a:pt x="9525" y="180975"/>
                </a:moveTo>
                <a:lnTo>
                  <a:pt x="19050" y="180975"/>
                </a:lnTo>
                <a:lnTo>
                  <a:pt x="19050" y="200025"/>
                </a:lnTo>
                <a:lnTo>
                  <a:pt x="9525" y="200025"/>
                </a:lnTo>
                <a:close/>
                <a:moveTo>
                  <a:pt x="438150" y="190500"/>
                </a:moveTo>
                <a:lnTo>
                  <a:pt x="447675" y="190500"/>
                </a:lnTo>
                <a:lnTo>
                  <a:pt x="447675" y="200025"/>
                </a:lnTo>
                <a:lnTo>
                  <a:pt x="438150" y="200025"/>
                </a:lnTo>
                <a:close/>
                <a:moveTo>
                  <a:pt x="19050" y="200025"/>
                </a:moveTo>
                <a:lnTo>
                  <a:pt x="28575" y="200025"/>
                </a:lnTo>
                <a:lnTo>
                  <a:pt x="28575" y="238125"/>
                </a:lnTo>
                <a:lnTo>
                  <a:pt x="9525" y="238125"/>
                </a:lnTo>
                <a:lnTo>
                  <a:pt x="9525" y="228600"/>
                </a:lnTo>
                <a:lnTo>
                  <a:pt x="19050" y="228600"/>
                </a:lnTo>
                <a:lnTo>
                  <a:pt x="19050" y="219075"/>
                </a:lnTo>
                <a:lnTo>
                  <a:pt x="9525" y="219075"/>
                </a:lnTo>
                <a:lnTo>
                  <a:pt x="9525" y="209550"/>
                </a:lnTo>
                <a:lnTo>
                  <a:pt x="19050" y="209550"/>
                </a:lnTo>
                <a:close/>
                <a:moveTo>
                  <a:pt x="85725" y="247650"/>
                </a:moveTo>
                <a:lnTo>
                  <a:pt x="95250" y="247650"/>
                </a:lnTo>
                <a:lnTo>
                  <a:pt x="95250" y="276225"/>
                </a:lnTo>
                <a:lnTo>
                  <a:pt x="85725" y="276225"/>
                </a:lnTo>
                <a:close/>
                <a:moveTo>
                  <a:pt x="28575" y="257175"/>
                </a:moveTo>
                <a:lnTo>
                  <a:pt x="38100" y="257175"/>
                </a:lnTo>
                <a:lnTo>
                  <a:pt x="38100" y="276225"/>
                </a:lnTo>
                <a:lnTo>
                  <a:pt x="28575" y="276225"/>
                </a:lnTo>
                <a:close/>
                <a:moveTo>
                  <a:pt x="19050" y="333375"/>
                </a:moveTo>
                <a:lnTo>
                  <a:pt x="28575" y="333375"/>
                </a:lnTo>
                <a:lnTo>
                  <a:pt x="28575" y="342900"/>
                </a:lnTo>
                <a:lnTo>
                  <a:pt x="19050" y="342900"/>
                </a:lnTo>
                <a:close/>
                <a:moveTo>
                  <a:pt x="438150" y="361950"/>
                </a:moveTo>
                <a:lnTo>
                  <a:pt x="447675" y="361950"/>
                </a:lnTo>
                <a:lnTo>
                  <a:pt x="447675" y="400050"/>
                </a:lnTo>
                <a:lnTo>
                  <a:pt x="438150" y="400050"/>
                </a:lnTo>
                <a:close/>
                <a:moveTo>
                  <a:pt x="85725" y="371475"/>
                </a:moveTo>
                <a:lnTo>
                  <a:pt x="95250" y="371475"/>
                </a:lnTo>
                <a:lnTo>
                  <a:pt x="95250" y="409575"/>
                </a:lnTo>
                <a:lnTo>
                  <a:pt x="85725" y="409575"/>
                </a:lnTo>
                <a:close/>
                <a:moveTo>
                  <a:pt x="19050" y="419100"/>
                </a:moveTo>
                <a:lnTo>
                  <a:pt x="28575" y="419100"/>
                </a:lnTo>
                <a:lnTo>
                  <a:pt x="28575" y="428625"/>
                </a:lnTo>
                <a:lnTo>
                  <a:pt x="19050" y="428625"/>
                </a:lnTo>
                <a:close/>
                <a:moveTo>
                  <a:pt x="352425" y="419100"/>
                </a:moveTo>
                <a:lnTo>
                  <a:pt x="361950" y="419100"/>
                </a:lnTo>
                <a:lnTo>
                  <a:pt x="361950" y="447675"/>
                </a:lnTo>
                <a:lnTo>
                  <a:pt x="352425" y="447675"/>
                </a:lnTo>
                <a:close/>
                <a:moveTo>
                  <a:pt x="19050" y="438150"/>
                </a:moveTo>
                <a:lnTo>
                  <a:pt x="28575" y="438150"/>
                </a:lnTo>
                <a:lnTo>
                  <a:pt x="28575" y="466725"/>
                </a:lnTo>
                <a:lnTo>
                  <a:pt x="19050" y="466725"/>
                </a:lnTo>
                <a:close/>
                <a:moveTo>
                  <a:pt x="438150" y="438150"/>
                </a:moveTo>
                <a:lnTo>
                  <a:pt x="447675" y="438150"/>
                </a:lnTo>
                <a:lnTo>
                  <a:pt x="447675" y="457200"/>
                </a:lnTo>
                <a:lnTo>
                  <a:pt x="438150" y="457200"/>
                </a:lnTo>
                <a:close/>
                <a:moveTo>
                  <a:pt x="352425" y="476250"/>
                </a:moveTo>
                <a:lnTo>
                  <a:pt x="361950" y="476250"/>
                </a:lnTo>
                <a:lnTo>
                  <a:pt x="361950" y="495300"/>
                </a:lnTo>
                <a:lnTo>
                  <a:pt x="352425" y="495300"/>
                </a:lnTo>
                <a:close/>
                <a:moveTo>
                  <a:pt x="361950" y="514350"/>
                </a:moveTo>
                <a:lnTo>
                  <a:pt x="371475" y="514350"/>
                </a:lnTo>
                <a:lnTo>
                  <a:pt x="371475" y="523875"/>
                </a:lnTo>
                <a:lnTo>
                  <a:pt x="361950" y="523875"/>
                </a:lnTo>
                <a:close/>
                <a:moveTo>
                  <a:pt x="28575" y="533400"/>
                </a:moveTo>
                <a:lnTo>
                  <a:pt x="38100" y="533400"/>
                </a:lnTo>
                <a:lnTo>
                  <a:pt x="38100" y="542925"/>
                </a:lnTo>
                <a:lnTo>
                  <a:pt x="28575" y="542925"/>
                </a:lnTo>
                <a:close/>
                <a:moveTo>
                  <a:pt x="190500" y="533400"/>
                </a:moveTo>
                <a:lnTo>
                  <a:pt x="209550" y="533400"/>
                </a:lnTo>
                <a:lnTo>
                  <a:pt x="209550" y="542925"/>
                </a:lnTo>
                <a:lnTo>
                  <a:pt x="190500" y="542925"/>
                </a:lnTo>
                <a:close/>
                <a:moveTo>
                  <a:pt x="219075" y="533400"/>
                </a:moveTo>
                <a:lnTo>
                  <a:pt x="228600" y="533400"/>
                </a:lnTo>
                <a:lnTo>
                  <a:pt x="228600" y="542925"/>
                </a:lnTo>
                <a:lnTo>
                  <a:pt x="219075" y="542925"/>
                </a:lnTo>
                <a:close/>
                <a:moveTo>
                  <a:pt x="238125" y="533400"/>
                </a:moveTo>
                <a:lnTo>
                  <a:pt x="266700" y="533400"/>
                </a:lnTo>
                <a:lnTo>
                  <a:pt x="266700" y="542925"/>
                </a:lnTo>
                <a:lnTo>
                  <a:pt x="238125" y="542925"/>
                </a:lnTo>
                <a:close/>
                <a:moveTo>
                  <a:pt x="19050" y="542925"/>
                </a:moveTo>
                <a:lnTo>
                  <a:pt x="28575" y="542925"/>
                </a:lnTo>
                <a:lnTo>
                  <a:pt x="28575" y="571500"/>
                </a:lnTo>
                <a:lnTo>
                  <a:pt x="9525" y="571500"/>
                </a:lnTo>
                <a:lnTo>
                  <a:pt x="9525" y="561975"/>
                </a:lnTo>
                <a:lnTo>
                  <a:pt x="19050" y="561975"/>
                </a:lnTo>
                <a:close/>
                <a:moveTo>
                  <a:pt x="171450" y="542925"/>
                </a:moveTo>
                <a:lnTo>
                  <a:pt x="180975" y="542925"/>
                </a:lnTo>
                <a:lnTo>
                  <a:pt x="180975" y="552450"/>
                </a:lnTo>
                <a:lnTo>
                  <a:pt x="171450" y="552450"/>
                </a:lnTo>
                <a:close/>
                <a:moveTo>
                  <a:pt x="85725" y="561975"/>
                </a:moveTo>
                <a:lnTo>
                  <a:pt x="95250" y="561975"/>
                </a:lnTo>
                <a:lnTo>
                  <a:pt x="95250" y="571500"/>
                </a:lnTo>
                <a:lnTo>
                  <a:pt x="85725" y="571500"/>
                </a:lnTo>
                <a:close/>
                <a:moveTo>
                  <a:pt x="28575" y="571500"/>
                </a:moveTo>
                <a:lnTo>
                  <a:pt x="38100" y="571500"/>
                </a:lnTo>
                <a:lnTo>
                  <a:pt x="38100" y="609600"/>
                </a:lnTo>
                <a:lnTo>
                  <a:pt x="47625" y="609600"/>
                </a:lnTo>
                <a:lnTo>
                  <a:pt x="47625" y="619125"/>
                </a:lnTo>
                <a:lnTo>
                  <a:pt x="28575" y="619125"/>
                </a:lnTo>
                <a:close/>
                <a:moveTo>
                  <a:pt x="123825" y="590550"/>
                </a:moveTo>
                <a:lnTo>
                  <a:pt x="133350" y="590550"/>
                </a:lnTo>
                <a:lnTo>
                  <a:pt x="133350" y="600075"/>
                </a:lnTo>
                <a:lnTo>
                  <a:pt x="123825" y="600075"/>
                </a:lnTo>
                <a:close/>
                <a:moveTo>
                  <a:pt x="304800" y="600075"/>
                </a:moveTo>
                <a:lnTo>
                  <a:pt x="333375" y="600075"/>
                </a:lnTo>
                <a:lnTo>
                  <a:pt x="333375" y="609600"/>
                </a:lnTo>
                <a:lnTo>
                  <a:pt x="304800" y="609600"/>
                </a:lnTo>
                <a:close/>
                <a:moveTo>
                  <a:pt x="38100" y="628650"/>
                </a:moveTo>
                <a:lnTo>
                  <a:pt x="47625" y="628650"/>
                </a:lnTo>
                <a:lnTo>
                  <a:pt x="47625" y="638175"/>
                </a:lnTo>
                <a:lnTo>
                  <a:pt x="38100" y="638175"/>
                </a:lnTo>
                <a:close/>
                <a:moveTo>
                  <a:pt x="47625" y="638175"/>
                </a:moveTo>
                <a:lnTo>
                  <a:pt x="57150" y="638175"/>
                </a:lnTo>
                <a:lnTo>
                  <a:pt x="57150" y="647700"/>
                </a:lnTo>
                <a:lnTo>
                  <a:pt x="47625" y="647700"/>
                </a:lnTo>
                <a:close/>
                <a:moveTo>
                  <a:pt x="57150" y="647700"/>
                </a:moveTo>
                <a:lnTo>
                  <a:pt x="76200" y="647700"/>
                </a:lnTo>
                <a:lnTo>
                  <a:pt x="76200" y="657225"/>
                </a:lnTo>
                <a:lnTo>
                  <a:pt x="123825" y="657225"/>
                </a:lnTo>
                <a:lnTo>
                  <a:pt x="123825" y="666750"/>
                </a:lnTo>
                <a:lnTo>
                  <a:pt x="66675" y="666750"/>
                </a:lnTo>
                <a:lnTo>
                  <a:pt x="66675" y="657225"/>
                </a:lnTo>
                <a:lnTo>
                  <a:pt x="57150" y="657225"/>
                </a:lnTo>
                <a:close/>
                <a:moveTo>
                  <a:pt x="371475" y="647700"/>
                </a:moveTo>
                <a:lnTo>
                  <a:pt x="381000" y="647700"/>
                </a:lnTo>
                <a:lnTo>
                  <a:pt x="381000" y="657225"/>
                </a:lnTo>
                <a:lnTo>
                  <a:pt x="390525" y="657225"/>
                </a:lnTo>
                <a:lnTo>
                  <a:pt x="390525" y="666750"/>
                </a:lnTo>
                <a:lnTo>
                  <a:pt x="381000" y="666750"/>
                </a:lnTo>
                <a:lnTo>
                  <a:pt x="381000" y="676275"/>
                </a:lnTo>
                <a:lnTo>
                  <a:pt x="371475" y="676275"/>
                </a:lnTo>
                <a:lnTo>
                  <a:pt x="371475" y="685800"/>
                </a:lnTo>
                <a:lnTo>
                  <a:pt x="361950" y="685800"/>
                </a:lnTo>
                <a:lnTo>
                  <a:pt x="361950" y="666750"/>
                </a:lnTo>
                <a:lnTo>
                  <a:pt x="342900" y="666750"/>
                </a:lnTo>
                <a:lnTo>
                  <a:pt x="342900" y="657225"/>
                </a:lnTo>
                <a:lnTo>
                  <a:pt x="371475" y="657225"/>
                </a:lnTo>
                <a:close/>
                <a:moveTo>
                  <a:pt x="257175" y="666750"/>
                </a:moveTo>
                <a:lnTo>
                  <a:pt x="266700" y="666750"/>
                </a:lnTo>
                <a:lnTo>
                  <a:pt x="266700" y="676275"/>
                </a:lnTo>
                <a:lnTo>
                  <a:pt x="257175" y="676275"/>
                </a:lnTo>
                <a:close/>
                <a:moveTo>
                  <a:pt x="276225" y="676275"/>
                </a:moveTo>
                <a:lnTo>
                  <a:pt x="295275" y="676275"/>
                </a:lnTo>
                <a:lnTo>
                  <a:pt x="295275" y="685800"/>
                </a:lnTo>
                <a:lnTo>
                  <a:pt x="276225" y="685800"/>
                </a:lnTo>
                <a:close/>
              </a:path>
            </a:pathLst>
          </a:custGeom>
          <a:solidFill xmlns:a="http://schemas.openxmlformats.org/drawingml/2006/main">
            <a:srgbClr val="F0F0E4"/>
          </a:solidFill>
          <a:ln xmlns:a="http://schemas.openxmlformats.org/drawingml/2006/main" w="0">
            <a:noFill/>
          </a:ln>
        </p:spPr>
      </p:sp>
      <p:sp>
        <p:nvSpPr>
          <p:cNvPr id="24" name="mobile vector #ebf1e7">
            <a:extLst xmlns:a="http://schemas.openxmlformats.org/drawingml/2006/main">
              <a:ext uri="{FF2B5EF4-FFF2-40B4-BE49-F238E27FC236}">
                <a16:creationId xmlns:a16="http://schemas.microsoft.com/office/drawing/2014/main" id="{82864570-20D5-4C39-AD7D-C25E6F2C3FF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000250" y="1524000"/>
            <a:ext cx="457200" cy="685800"/>
          </a:xfrm>
          <a:custGeom xmlns:a="http://schemas.openxmlformats.org/drawingml/2006/main">
            <a:pathLst>
              <a:path w="457200" h="685800">
                <a:moveTo>
                  <a:pt x="371475" y="57150"/>
                </a:moveTo>
                <a:lnTo>
                  <a:pt x="381000" y="57150"/>
                </a:lnTo>
                <a:lnTo>
                  <a:pt x="381000" y="66675"/>
                </a:lnTo>
                <a:lnTo>
                  <a:pt x="371475" y="66675"/>
                </a:lnTo>
                <a:close/>
                <a:moveTo>
                  <a:pt x="47625" y="85725"/>
                </a:moveTo>
                <a:lnTo>
                  <a:pt x="57150" y="85725"/>
                </a:lnTo>
                <a:lnTo>
                  <a:pt x="57150" y="95250"/>
                </a:lnTo>
                <a:lnTo>
                  <a:pt x="47625" y="95250"/>
                </a:lnTo>
                <a:close/>
                <a:moveTo>
                  <a:pt x="104775" y="95250"/>
                </a:moveTo>
                <a:lnTo>
                  <a:pt x="314325" y="95250"/>
                </a:lnTo>
                <a:lnTo>
                  <a:pt x="314325" y="114300"/>
                </a:lnTo>
                <a:lnTo>
                  <a:pt x="304800" y="114300"/>
                </a:lnTo>
                <a:lnTo>
                  <a:pt x="304800" y="123825"/>
                </a:lnTo>
                <a:lnTo>
                  <a:pt x="295275" y="123825"/>
                </a:lnTo>
                <a:lnTo>
                  <a:pt x="295275" y="114300"/>
                </a:lnTo>
                <a:lnTo>
                  <a:pt x="161925" y="114300"/>
                </a:lnTo>
                <a:lnTo>
                  <a:pt x="161925" y="123825"/>
                </a:lnTo>
                <a:lnTo>
                  <a:pt x="152400" y="123825"/>
                </a:lnTo>
                <a:lnTo>
                  <a:pt x="152400" y="114300"/>
                </a:lnTo>
                <a:lnTo>
                  <a:pt x="142875" y="114300"/>
                </a:lnTo>
                <a:lnTo>
                  <a:pt x="142875" y="104775"/>
                </a:lnTo>
                <a:lnTo>
                  <a:pt x="104775" y="104775"/>
                </a:lnTo>
                <a:close/>
                <a:moveTo>
                  <a:pt x="342900" y="95250"/>
                </a:moveTo>
                <a:lnTo>
                  <a:pt x="352425" y="95250"/>
                </a:lnTo>
                <a:lnTo>
                  <a:pt x="352425" y="104775"/>
                </a:lnTo>
                <a:lnTo>
                  <a:pt x="342900" y="104775"/>
                </a:lnTo>
                <a:close/>
                <a:moveTo>
                  <a:pt x="409575" y="95250"/>
                </a:moveTo>
                <a:lnTo>
                  <a:pt x="419100" y="95250"/>
                </a:lnTo>
                <a:lnTo>
                  <a:pt x="419100" y="104775"/>
                </a:lnTo>
                <a:lnTo>
                  <a:pt x="409575" y="104775"/>
                </a:lnTo>
                <a:close/>
                <a:moveTo>
                  <a:pt x="38100" y="104775"/>
                </a:moveTo>
                <a:lnTo>
                  <a:pt x="47625" y="104775"/>
                </a:lnTo>
                <a:lnTo>
                  <a:pt x="47625" y="114300"/>
                </a:lnTo>
                <a:lnTo>
                  <a:pt x="38100" y="114300"/>
                </a:lnTo>
                <a:close/>
                <a:moveTo>
                  <a:pt x="352425" y="104775"/>
                </a:moveTo>
                <a:lnTo>
                  <a:pt x="361950" y="104775"/>
                </a:lnTo>
                <a:lnTo>
                  <a:pt x="361950" y="114300"/>
                </a:lnTo>
                <a:lnTo>
                  <a:pt x="371475" y="114300"/>
                </a:lnTo>
                <a:lnTo>
                  <a:pt x="371475" y="123825"/>
                </a:lnTo>
                <a:lnTo>
                  <a:pt x="352425" y="123825"/>
                </a:lnTo>
                <a:close/>
                <a:moveTo>
                  <a:pt x="371475" y="123825"/>
                </a:moveTo>
                <a:lnTo>
                  <a:pt x="381000" y="123825"/>
                </a:lnTo>
                <a:lnTo>
                  <a:pt x="381000" y="142875"/>
                </a:lnTo>
                <a:lnTo>
                  <a:pt x="371475" y="142875"/>
                </a:lnTo>
                <a:close/>
                <a:moveTo>
                  <a:pt x="371475" y="152400"/>
                </a:moveTo>
                <a:lnTo>
                  <a:pt x="381000" y="152400"/>
                </a:lnTo>
                <a:lnTo>
                  <a:pt x="381000" y="542925"/>
                </a:lnTo>
                <a:lnTo>
                  <a:pt x="371475" y="542925"/>
                </a:lnTo>
                <a:lnTo>
                  <a:pt x="371475" y="361950"/>
                </a:lnTo>
                <a:lnTo>
                  <a:pt x="361950" y="361950"/>
                </a:lnTo>
                <a:lnTo>
                  <a:pt x="361950" y="352425"/>
                </a:lnTo>
                <a:lnTo>
                  <a:pt x="371475" y="352425"/>
                </a:lnTo>
                <a:close/>
                <a:moveTo>
                  <a:pt x="419100" y="180975"/>
                </a:moveTo>
                <a:lnTo>
                  <a:pt x="428625" y="180975"/>
                </a:lnTo>
                <a:lnTo>
                  <a:pt x="428625" y="361950"/>
                </a:lnTo>
                <a:lnTo>
                  <a:pt x="438150" y="361950"/>
                </a:lnTo>
                <a:lnTo>
                  <a:pt x="438150" y="381000"/>
                </a:lnTo>
                <a:lnTo>
                  <a:pt x="428625" y="381000"/>
                </a:lnTo>
                <a:lnTo>
                  <a:pt x="428625" y="390525"/>
                </a:lnTo>
                <a:lnTo>
                  <a:pt x="419100" y="390525"/>
                </a:lnTo>
                <a:close/>
                <a:moveTo>
                  <a:pt x="419100" y="409575"/>
                </a:moveTo>
                <a:lnTo>
                  <a:pt x="428625" y="409575"/>
                </a:lnTo>
                <a:lnTo>
                  <a:pt x="428625" y="561975"/>
                </a:lnTo>
                <a:lnTo>
                  <a:pt x="419100" y="561975"/>
                </a:lnTo>
                <a:close/>
                <a:moveTo>
                  <a:pt x="371475" y="581025"/>
                </a:moveTo>
                <a:lnTo>
                  <a:pt x="381000" y="581025"/>
                </a:lnTo>
                <a:lnTo>
                  <a:pt x="381000" y="590550"/>
                </a:lnTo>
                <a:lnTo>
                  <a:pt x="371475" y="590550"/>
                </a:lnTo>
                <a:close/>
                <a:moveTo>
                  <a:pt x="85725" y="590550"/>
                </a:moveTo>
                <a:lnTo>
                  <a:pt x="95250" y="590550"/>
                </a:lnTo>
                <a:lnTo>
                  <a:pt x="95250" y="600075"/>
                </a:lnTo>
                <a:lnTo>
                  <a:pt x="85725" y="600075"/>
                </a:lnTo>
                <a:close/>
                <a:moveTo>
                  <a:pt x="180975" y="590550"/>
                </a:moveTo>
                <a:lnTo>
                  <a:pt x="247650" y="590550"/>
                </a:lnTo>
                <a:lnTo>
                  <a:pt x="247650" y="600075"/>
                </a:lnTo>
                <a:lnTo>
                  <a:pt x="285750" y="600075"/>
                </a:lnTo>
                <a:lnTo>
                  <a:pt x="285750" y="609600"/>
                </a:lnTo>
                <a:lnTo>
                  <a:pt x="276225" y="609600"/>
                </a:lnTo>
                <a:lnTo>
                  <a:pt x="276225" y="619125"/>
                </a:lnTo>
                <a:lnTo>
                  <a:pt x="171450" y="619125"/>
                </a:lnTo>
                <a:lnTo>
                  <a:pt x="171450" y="600075"/>
                </a:lnTo>
                <a:lnTo>
                  <a:pt x="180975" y="600075"/>
                </a:lnTo>
                <a:close/>
                <a:moveTo>
                  <a:pt x="352425" y="590550"/>
                </a:moveTo>
                <a:lnTo>
                  <a:pt x="371475" y="590550"/>
                </a:lnTo>
                <a:lnTo>
                  <a:pt x="371475" y="600075"/>
                </a:lnTo>
                <a:lnTo>
                  <a:pt x="361950" y="600075"/>
                </a:lnTo>
                <a:lnTo>
                  <a:pt x="361950" y="609600"/>
                </a:lnTo>
                <a:lnTo>
                  <a:pt x="352425" y="609600"/>
                </a:lnTo>
                <a:close/>
                <a:moveTo>
                  <a:pt x="95250" y="600075"/>
                </a:moveTo>
                <a:lnTo>
                  <a:pt x="123825" y="600075"/>
                </a:lnTo>
                <a:lnTo>
                  <a:pt x="123825" y="609600"/>
                </a:lnTo>
                <a:lnTo>
                  <a:pt x="152400" y="609600"/>
                </a:lnTo>
                <a:lnTo>
                  <a:pt x="152400" y="600075"/>
                </a:lnTo>
                <a:lnTo>
                  <a:pt x="161925" y="600075"/>
                </a:lnTo>
                <a:lnTo>
                  <a:pt x="161925" y="609600"/>
                </a:lnTo>
                <a:lnTo>
                  <a:pt x="152400" y="609600"/>
                </a:lnTo>
                <a:lnTo>
                  <a:pt x="152400" y="619125"/>
                </a:lnTo>
                <a:lnTo>
                  <a:pt x="104775" y="619125"/>
                </a:lnTo>
                <a:lnTo>
                  <a:pt x="104775" y="609600"/>
                </a:lnTo>
                <a:lnTo>
                  <a:pt x="95250" y="609600"/>
                </a:lnTo>
                <a:close/>
                <a:moveTo>
                  <a:pt x="333375" y="609600"/>
                </a:moveTo>
                <a:lnTo>
                  <a:pt x="352425" y="609600"/>
                </a:lnTo>
                <a:lnTo>
                  <a:pt x="352425" y="619125"/>
                </a:lnTo>
                <a:lnTo>
                  <a:pt x="333375" y="619125"/>
                </a:lnTo>
                <a:close/>
                <a:moveTo>
                  <a:pt x="47625" y="619125"/>
                </a:moveTo>
                <a:lnTo>
                  <a:pt x="57150" y="619125"/>
                </a:lnTo>
                <a:lnTo>
                  <a:pt x="57150" y="628650"/>
                </a:lnTo>
                <a:lnTo>
                  <a:pt x="47625" y="628650"/>
                </a:lnTo>
                <a:close/>
                <a:moveTo>
                  <a:pt x="57150" y="628650"/>
                </a:moveTo>
                <a:lnTo>
                  <a:pt x="66675" y="628650"/>
                </a:lnTo>
                <a:lnTo>
                  <a:pt x="66675" y="638175"/>
                </a:lnTo>
                <a:lnTo>
                  <a:pt x="57150" y="638175"/>
                </a:lnTo>
                <a:close/>
                <a:moveTo>
                  <a:pt x="66675" y="638175"/>
                </a:moveTo>
                <a:lnTo>
                  <a:pt x="76200" y="638175"/>
                </a:lnTo>
                <a:lnTo>
                  <a:pt x="76200" y="647700"/>
                </a:lnTo>
                <a:lnTo>
                  <a:pt x="66675" y="647700"/>
                </a:lnTo>
                <a:close/>
              </a:path>
            </a:pathLst>
          </a:custGeom>
          <a:solidFill xmlns:a="http://schemas.openxmlformats.org/drawingml/2006/main">
            <a:srgbClr val="EBF1E7"/>
          </a:solidFill>
          <a:ln xmlns:a="http://schemas.openxmlformats.org/drawingml/2006/main" w="0">
            <a:noFill/>
          </a:ln>
        </p:spPr>
      </p:sp>
      <p:sp>
        <p:nvSpPr>
          <p:cNvPr id="25" name="mobile vector #efefe3">
            <a:extLst xmlns:a="http://schemas.openxmlformats.org/drawingml/2006/main">
              <a:ext uri="{FF2B5EF4-FFF2-40B4-BE49-F238E27FC236}">
                <a16:creationId xmlns:a16="http://schemas.microsoft.com/office/drawing/2014/main" id="{8696EF53-82E8-4FD6-86A7-1D97F214154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000250" y="1524000"/>
            <a:ext cx="457200" cy="685800"/>
          </a:xfrm>
          <a:custGeom xmlns:a="http://schemas.openxmlformats.org/drawingml/2006/main">
            <a:pathLst>
              <a:path w="457200" h="685800">
                <a:moveTo>
                  <a:pt x="76200" y="57150"/>
                </a:moveTo>
                <a:lnTo>
                  <a:pt x="85725" y="57150"/>
                </a:lnTo>
                <a:lnTo>
                  <a:pt x="85725" y="66675"/>
                </a:lnTo>
                <a:lnTo>
                  <a:pt x="76200" y="66675"/>
                </a:lnTo>
                <a:close/>
                <a:moveTo>
                  <a:pt x="381000" y="57150"/>
                </a:moveTo>
                <a:lnTo>
                  <a:pt x="390525" y="57150"/>
                </a:lnTo>
                <a:lnTo>
                  <a:pt x="390525" y="66675"/>
                </a:lnTo>
                <a:lnTo>
                  <a:pt x="381000" y="66675"/>
                </a:lnTo>
                <a:close/>
                <a:moveTo>
                  <a:pt x="314325" y="95250"/>
                </a:moveTo>
                <a:lnTo>
                  <a:pt x="323850" y="95250"/>
                </a:lnTo>
                <a:lnTo>
                  <a:pt x="323850" y="104775"/>
                </a:lnTo>
                <a:lnTo>
                  <a:pt x="352425" y="104775"/>
                </a:lnTo>
                <a:lnTo>
                  <a:pt x="352425" y="123825"/>
                </a:lnTo>
                <a:lnTo>
                  <a:pt x="304800" y="123825"/>
                </a:lnTo>
                <a:lnTo>
                  <a:pt x="304800" y="114300"/>
                </a:lnTo>
                <a:lnTo>
                  <a:pt x="314325" y="114300"/>
                </a:lnTo>
                <a:close/>
                <a:moveTo>
                  <a:pt x="28575" y="114300"/>
                </a:moveTo>
                <a:lnTo>
                  <a:pt x="38100" y="114300"/>
                </a:lnTo>
                <a:lnTo>
                  <a:pt x="38100" y="142875"/>
                </a:lnTo>
                <a:lnTo>
                  <a:pt x="28575" y="142875"/>
                </a:lnTo>
                <a:close/>
                <a:moveTo>
                  <a:pt x="352425" y="123825"/>
                </a:moveTo>
                <a:lnTo>
                  <a:pt x="361950" y="123825"/>
                </a:lnTo>
                <a:lnTo>
                  <a:pt x="361950" y="133350"/>
                </a:lnTo>
                <a:lnTo>
                  <a:pt x="352425" y="133350"/>
                </a:lnTo>
                <a:close/>
                <a:moveTo>
                  <a:pt x="9525" y="142875"/>
                </a:moveTo>
                <a:lnTo>
                  <a:pt x="19050" y="142875"/>
                </a:lnTo>
                <a:lnTo>
                  <a:pt x="19050" y="152400"/>
                </a:lnTo>
                <a:lnTo>
                  <a:pt x="28575" y="152400"/>
                </a:lnTo>
                <a:lnTo>
                  <a:pt x="28575" y="171450"/>
                </a:lnTo>
                <a:lnTo>
                  <a:pt x="19050" y="171450"/>
                </a:lnTo>
                <a:lnTo>
                  <a:pt x="19050" y="180975"/>
                </a:lnTo>
                <a:lnTo>
                  <a:pt x="9525" y="180975"/>
                </a:lnTo>
                <a:close/>
                <a:moveTo>
                  <a:pt x="152400" y="142875"/>
                </a:moveTo>
                <a:lnTo>
                  <a:pt x="161925" y="142875"/>
                </a:lnTo>
                <a:lnTo>
                  <a:pt x="161925" y="152400"/>
                </a:lnTo>
                <a:lnTo>
                  <a:pt x="152400" y="152400"/>
                </a:lnTo>
                <a:close/>
                <a:moveTo>
                  <a:pt x="295275" y="142875"/>
                </a:moveTo>
                <a:lnTo>
                  <a:pt x="314325" y="142875"/>
                </a:lnTo>
                <a:lnTo>
                  <a:pt x="314325" y="161925"/>
                </a:lnTo>
                <a:lnTo>
                  <a:pt x="295275" y="161925"/>
                </a:lnTo>
                <a:close/>
                <a:moveTo>
                  <a:pt x="171450" y="152400"/>
                </a:moveTo>
                <a:lnTo>
                  <a:pt x="190500" y="152400"/>
                </a:lnTo>
                <a:lnTo>
                  <a:pt x="190500" y="161925"/>
                </a:lnTo>
                <a:lnTo>
                  <a:pt x="171450" y="161925"/>
                </a:lnTo>
                <a:close/>
                <a:moveTo>
                  <a:pt x="266700" y="152400"/>
                </a:moveTo>
                <a:lnTo>
                  <a:pt x="276225" y="152400"/>
                </a:lnTo>
                <a:lnTo>
                  <a:pt x="276225" y="161925"/>
                </a:lnTo>
                <a:lnTo>
                  <a:pt x="266700" y="161925"/>
                </a:lnTo>
                <a:close/>
                <a:moveTo>
                  <a:pt x="352425" y="152400"/>
                </a:moveTo>
                <a:lnTo>
                  <a:pt x="361950" y="152400"/>
                </a:lnTo>
                <a:lnTo>
                  <a:pt x="361950" y="180975"/>
                </a:lnTo>
                <a:lnTo>
                  <a:pt x="371475" y="180975"/>
                </a:lnTo>
                <a:lnTo>
                  <a:pt x="371475" y="209550"/>
                </a:lnTo>
                <a:lnTo>
                  <a:pt x="361950" y="209550"/>
                </a:lnTo>
                <a:lnTo>
                  <a:pt x="361950" y="190500"/>
                </a:lnTo>
                <a:lnTo>
                  <a:pt x="352425" y="190500"/>
                </a:lnTo>
                <a:close/>
                <a:moveTo>
                  <a:pt x="28575" y="171450"/>
                </a:moveTo>
                <a:lnTo>
                  <a:pt x="38100" y="171450"/>
                </a:lnTo>
                <a:lnTo>
                  <a:pt x="38100" y="209550"/>
                </a:lnTo>
                <a:lnTo>
                  <a:pt x="28575" y="209550"/>
                </a:lnTo>
                <a:close/>
                <a:moveTo>
                  <a:pt x="9525" y="200025"/>
                </a:moveTo>
                <a:lnTo>
                  <a:pt x="19050" y="200025"/>
                </a:lnTo>
                <a:lnTo>
                  <a:pt x="19050" y="209550"/>
                </a:lnTo>
                <a:lnTo>
                  <a:pt x="9525" y="209550"/>
                </a:lnTo>
                <a:close/>
                <a:moveTo>
                  <a:pt x="438150" y="200025"/>
                </a:moveTo>
                <a:lnTo>
                  <a:pt x="447675" y="200025"/>
                </a:lnTo>
                <a:lnTo>
                  <a:pt x="447675" y="209550"/>
                </a:lnTo>
                <a:lnTo>
                  <a:pt x="438150" y="209550"/>
                </a:lnTo>
                <a:close/>
                <a:moveTo>
                  <a:pt x="85725" y="304800"/>
                </a:moveTo>
                <a:lnTo>
                  <a:pt x="95250" y="304800"/>
                </a:lnTo>
                <a:lnTo>
                  <a:pt x="95250" y="323850"/>
                </a:lnTo>
                <a:lnTo>
                  <a:pt x="85725" y="323850"/>
                </a:lnTo>
                <a:close/>
                <a:moveTo>
                  <a:pt x="352425" y="323850"/>
                </a:moveTo>
                <a:lnTo>
                  <a:pt x="361950" y="323850"/>
                </a:lnTo>
                <a:lnTo>
                  <a:pt x="361950" y="333375"/>
                </a:lnTo>
                <a:lnTo>
                  <a:pt x="352425" y="333375"/>
                </a:lnTo>
                <a:close/>
                <a:moveTo>
                  <a:pt x="28575" y="333375"/>
                </a:moveTo>
                <a:lnTo>
                  <a:pt x="38100" y="333375"/>
                </a:lnTo>
                <a:lnTo>
                  <a:pt x="38100" y="352425"/>
                </a:lnTo>
                <a:lnTo>
                  <a:pt x="28575" y="352425"/>
                </a:lnTo>
                <a:close/>
                <a:moveTo>
                  <a:pt x="352425" y="352425"/>
                </a:moveTo>
                <a:lnTo>
                  <a:pt x="361950" y="352425"/>
                </a:lnTo>
                <a:lnTo>
                  <a:pt x="361950" y="419100"/>
                </a:lnTo>
                <a:lnTo>
                  <a:pt x="352425" y="419100"/>
                </a:lnTo>
                <a:close/>
                <a:moveTo>
                  <a:pt x="438150" y="419100"/>
                </a:moveTo>
                <a:lnTo>
                  <a:pt x="447675" y="419100"/>
                </a:lnTo>
                <a:lnTo>
                  <a:pt x="447675" y="438150"/>
                </a:lnTo>
                <a:lnTo>
                  <a:pt x="438150" y="438150"/>
                </a:lnTo>
                <a:close/>
                <a:moveTo>
                  <a:pt x="361950" y="466725"/>
                </a:moveTo>
                <a:lnTo>
                  <a:pt x="371475" y="466725"/>
                </a:lnTo>
                <a:lnTo>
                  <a:pt x="371475" y="495300"/>
                </a:lnTo>
                <a:lnTo>
                  <a:pt x="361950" y="495300"/>
                </a:lnTo>
                <a:close/>
                <a:moveTo>
                  <a:pt x="9525" y="476250"/>
                </a:moveTo>
                <a:lnTo>
                  <a:pt x="28575" y="476250"/>
                </a:lnTo>
                <a:lnTo>
                  <a:pt x="28575" y="504825"/>
                </a:lnTo>
                <a:lnTo>
                  <a:pt x="9525" y="504825"/>
                </a:lnTo>
                <a:close/>
                <a:moveTo>
                  <a:pt x="352425" y="495300"/>
                </a:moveTo>
                <a:lnTo>
                  <a:pt x="361950" y="495300"/>
                </a:lnTo>
                <a:lnTo>
                  <a:pt x="361950" y="523875"/>
                </a:lnTo>
                <a:lnTo>
                  <a:pt x="352425" y="523875"/>
                </a:lnTo>
                <a:close/>
                <a:moveTo>
                  <a:pt x="28575" y="514350"/>
                </a:moveTo>
                <a:lnTo>
                  <a:pt x="38100" y="514350"/>
                </a:lnTo>
                <a:lnTo>
                  <a:pt x="38100" y="533400"/>
                </a:lnTo>
                <a:lnTo>
                  <a:pt x="28575" y="533400"/>
                </a:lnTo>
                <a:close/>
                <a:moveTo>
                  <a:pt x="28575" y="542925"/>
                </a:moveTo>
                <a:lnTo>
                  <a:pt x="38100" y="542925"/>
                </a:lnTo>
                <a:lnTo>
                  <a:pt x="38100" y="571500"/>
                </a:lnTo>
                <a:lnTo>
                  <a:pt x="28575" y="571500"/>
                </a:lnTo>
                <a:close/>
                <a:moveTo>
                  <a:pt x="276225" y="542925"/>
                </a:moveTo>
                <a:lnTo>
                  <a:pt x="285750" y="542925"/>
                </a:lnTo>
                <a:lnTo>
                  <a:pt x="285750" y="552450"/>
                </a:lnTo>
                <a:lnTo>
                  <a:pt x="276225" y="552450"/>
                </a:lnTo>
                <a:close/>
                <a:moveTo>
                  <a:pt x="285750" y="552450"/>
                </a:moveTo>
                <a:lnTo>
                  <a:pt x="295275" y="552450"/>
                </a:lnTo>
                <a:lnTo>
                  <a:pt x="295275" y="561975"/>
                </a:lnTo>
                <a:lnTo>
                  <a:pt x="285750" y="561975"/>
                </a:lnTo>
                <a:close/>
                <a:moveTo>
                  <a:pt x="161925" y="561975"/>
                </a:moveTo>
                <a:lnTo>
                  <a:pt x="171450" y="561975"/>
                </a:lnTo>
                <a:lnTo>
                  <a:pt x="171450" y="581025"/>
                </a:lnTo>
                <a:lnTo>
                  <a:pt x="180975" y="581025"/>
                </a:lnTo>
                <a:lnTo>
                  <a:pt x="180975" y="600075"/>
                </a:lnTo>
                <a:lnTo>
                  <a:pt x="133350" y="600075"/>
                </a:lnTo>
                <a:lnTo>
                  <a:pt x="133350" y="590550"/>
                </a:lnTo>
                <a:lnTo>
                  <a:pt x="142875" y="590550"/>
                </a:lnTo>
                <a:lnTo>
                  <a:pt x="142875" y="581025"/>
                </a:lnTo>
                <a:lnTo>
                  <a:pt x="152400" y="581025"/>
                </a:lnTo>
                <a:lnTo>
                  <a:pt x="152400" y="571500"/>
                </a:lnTo>
                <a:lnTo>
                  <a:pt x="161925" y="571500"/>
                </a:lnTo>
                <a:close/>
                <a:moveTo>
                  <a:pt x="285750" y="571500"/>
                </a:moveTo>
                <a:lnTo>
                  <a:pt x="295275" y="571500"/>
                </a:lnTo>
                <a:lnTo>
                  <a:pt x="295275" y="581025"/>
                </a:lnTo>
                <a:lnTo>
                  <a:pt x="285750" y="581025"/>
                </a:lnTo>
                <a:close/>
                <a:moveTo>
                  <a:pt x="352425" y="571500"/>
                </a:moveTo>
                <a:lnTo>
                  <a:pt x="361950" y="571500"/>
                </a:lnTo>
                <a:lnTo>
                  <a:pt x="361950" y="590550"/>
                </a:lnTo>
                <a:lnTo>
                  <a:pt x="352425" y="590550"/>
                </a:lnTo>
                <a:close/>
                <a:moveTo>
                  <a:pt x="295275" y="590550"/>
                </a:moveTo>
                <a:lnTo>
                  <a:pt x="304800" y="590550"/>
                </a:lnTo>
                <a:lnTo>
                  <a:pt x="304800" y="609600"/>
                </a:lnTo>
                <a:lnTo>
                  <a:pt x="295275" y="609600"/>
                </a:lnTo>
                <a:lnTo>
                  <a:pt x="295275" y="619125"/>
                </a:lnTo>
                <a:lnTo>
                  <a:pt x="285750" y="619125"/>
                </a:lnTo>
                <a:lnTo>
                  <a:pt x="285750" y="600075"/>
                </a:lnTo>
                <a:lnTo>
                  <a:pt x="295275" y="600075"/>
                </a:lnTo>
                <a:close/>
                <a:moveTo>
                  <a:pt x="342900" y="590550"/>
                </a:moveTo>
                <a:lnTo>
                  <a:pt x="352425" y="590550"/>
                </a:lnTo>
                <a:lnTo>
                  <a:pt x="352425" y="600075"/>
                </a:lnTo>
                <a:lnTo>
                  <a:pt x="342900" y="600075"/>
                </a:lnTo>
                <a:close/>
                <a:moveTo>
                  <a:pt x="304800" y="609600"/>
                </a:moveTo>
                <a:lnTo>
                  <a:pt x="333375" y="609600"/>
                </a:lnTo>
                <a:lnTo>
                  <a:pt x="333375" y="619125"/>
                </a:lnTo>
                <a:lnTo>
                  <a:pt x="304800" y="619125"/>
                </a:lnTo>
                <a:close/>
                <a:moveTo>
                  <a:pt x="409575" y="609600"/>
                </a:moveTo>
                <a:lnTo>
                  <a:pt x="419100" y="609600"/>
                </a:lnTo>
                <a:lnTo>
                  <a:pt x="419100" y="619125"/>
                </a:lnTo>
                <a:lnTo>
                  <a:pt x="409575" y="619125"/>
                </a:lnTo>
                <a:close/>
                <a:moveTo>
                  <a:pt x="171450" y="657225"/>
                </a:moveTo>
                <a:lnTo>
                  <a:pt x="200025" y="657225"/>
                </a:lnTo>
                <a:lnTo>
                  <a:pt x="200025" y="666750"/>
                </a:lnTo>
                <a:lnTo>
                  <a:pt x="171450" y="666750"/>
                </a:lnTo>
                <a:close/>
                <a:moveTo>
                  <a:pt x="381000" y="666750"/>
                </a:moveTo>
                <a:lnTo>
                  <a:pt x="390525" y="666750"/>
                </a:lnTo>
                <a:lnTo>
                  <a:pt x="390525" y="676275"/>
                </a:lnTo>
                <a:lnTo>
                  <a:pt x="381000" y="676275"/>
                </a:lnTo>
                <a:close/>
              </a:path>
            </a:pathLst>
          </a:custGeom>
          <a:solidFill xmlns:a="http://schemas.openxmlformats.org/drawingml/2006/main">
            <a:srgbClr val="EFEFE3"/>
          </a:solidFill>
          <a:ln xmlns:a="http://schemas.openxmlformats.org/drawingml/2006/main" w="0">
            <a:noFill/>
          </a:ln>
        </p:spPr>
      </p:sp>
      <p:sp>
        <p:nvSpPr>
          <p:cNvPr id="26" name="mobile vector #f2eee2">
            <a:extLst xmlns:a="http://schemas.openxmlformats.org/drawingml/2006/main">
              <a:ext uri="{FF2B5EF4-FFF2-40B4-BE49-F238E27FC236}">
                <a16:creationId xmlns:a16="http://schemas.microsoft.com/office/drawing/2014/main" id="{1C0E0EF4-6931-4FD2-A806-BEE0E54B269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000250" y="1524000"/>
            <a:ext cx="457200" cy="685800"/>
          </a:xfrm>
          <a:custGeom xmlns:a="http://schemas.openxmlformats.org/drawingml/2006/main">
            <a:pathLst>
              <a:path w="457200" h="685800">
                <a:moveTo>
                  <a:pt x="342900" y="123825"/>
                </a:moveTo>
                <a:lnTo>
                  <a:pt x="352425" y="123825"/>
                </a:lnTo>
                <a:lnTo>
                  <a:pt x="352425" y="133350"/>
                </a:lnTo>
                <a:lnTo>
                  <a:pt x="342900" y="133350"/>
                </a:lnTo>
                <a:close/>
                <a:moveTo>
                  <a:pt x="304800" y="133350"/>
                </a:moveTo>
                <a:lnTo>
                  <a:pt x="323850" y="133350"/>
                </a:lnTo>
                <a:lnTo>
                  <a:pt x="323850" y="142875"/>
                </a:lnTo>
                <a:lnTo>
                  <a:pt x="333375" y="142875"/>
                </a:lnTo>
                <a:lnTo>
                  <a:pt x="333375" y="152400"/>
                </a:lnTo>
                <a:lnTo>
                  <a:pt x="342900" y="152400"/>
                </a:lnTo>
                <a:lnTo>
                  <a:pt x="342900" y="142875"/>
                </a:lnTo>
                <a:lnTo>
                  <a:pt x="352425" y="142875"/>
                </a:lnTo>
                <a:lnTo>
                  <a:pt x="352425" y="133350"/>
                </a:lnTo>
                <a:lnTo>
                  <a:pt x="361950" y="133350"/>
                </a:lnTo>
                <a:lnTo>
                  <a:pt x="361950" y="152400"/>
                </a:lnTo>
                <a:lnTo>
                  <a:pt x="352425" y="152400"/>
                </a:lnTo>
                <a:lnTo>
                  <a:pt x="352425" y="161925"/>
                </a:lnTo>
                <a:lnTo>
                  <a:pt x="342900" y="161925"/>
                </a:lnTo>
                <a:lnTo>
                  <a:pt x="342900" y="180975"/>
                </a:lnTo>
                <a:lnTo>
                  <a:pt x="323850" y="180975"/>
                </a:lnTo>
                <a:lnTo>
                  <a:pt x="323850" y="190500"/>
                </a:lnTo>
                <a:lnTo>
                  <a:pt x="295275" y="190500"/>
                </a:lnTo>
                <a:lnTo>
                  <a:pt x="295275" y="200025"/>
                </a:lnTo>
                <a:lnTo>
                  <a:pt x="285750" y="200025"/>
                </a:lnTo>
                <a:lnTo>
                  <a:pt x="285750" y="209550"/>
                </a:lnTo>
                <a:lnTo>
                  <a:pt x="295275" y="209550"/>
                </a:lnTo>
                <a:lnTo>
                  <a:pt x="295275" y="219075"/>
                </a:lnTo>
                <a:lnTo>
                  <a:pt x="285750" y="219075"/>
                </a:lnTo>
                <a:lnTo>
                  <a:pt x="285750" y="238125"/>
                </a:lnTo>
                <a:lnTo>
                  <a:pt x="304800" y="238125"/>
                </a:lnTo>
                <a:lnTo>
                  <a:pt x="304800" y="219075"/>
                </a:lnTo>
                <a:lnTo>
                  <a:pt x="323850" y="219075"/>
                </a:lnTo>
                <a:lnTo>
                  <a:pt x="323850" y="323850"/>
                </a:lnTo>
                <a:lnTo>
                  <a:pt x="342900" y="323850"/>
                </a:lnTo>
                <a:lnTo>
                  <a:pt x="342900" y="304800"/>
                </a:lnTo>
                <a:lnTo>
                  <a:pt x="361950" y="304800"/>
                </a:lnTo>
                <a:lnTo>
                  <a:pt x="361950" y="314325"/>
                </a:lnTo>
                <a:lnTo>
                  <a:pt x="352425" y="314325"/>
                </a:lnTo>
                <a:lnTo>
                  <a:pt x="352425" y="333375"/>
                </a:lnTo>
                <a:lnTo>
                  <a:pt x="304800" y="333375"/>
                </a:lnTo>
                <a:lnTo>
                  <a:pt x="304800" y="323850"/>
                </a:lnTo>
                <a:lnTo>
                  <a:pt x="295275" y="323850"/>
                </a:lnTo>
                <a:lnTo>
                  <a:pt x="295275" y="314325"/>
                </a:lnTo>
                <a:lnTo>
                  <a:pt x="285750" y="314325"/>
                </a:lnTo>
                <a:lnTo>
                  <a:pt x="285750" y="295275"/>
                </a:lnTo>
                <a:lnTo>
                  <a:pt x="276225" y="295275"/>
                </a:lnTo>
                <a:lnTo>
                  <a:pt x="276225" y="285750"/>
                </a:lnTo>
                <a:lnTo>
                  <a:pt x="266700" y="285750"/>
                </a:lnTo>
                <a:lnTo>
                  <a:pt x="266700" y="238125"/>
                </a:lnTo>
                <a:lnTo>
                  <a:pt x="247650" y="238125"/>
                </a:lnTo>
                <a:lnTo>
                  <a:pt x="247650" y="247650"/>
                </a:lnTo>
                <a:lnTo>
                  <a:pt x="228600" y="247650"/>
                </a:lnTo>
                <a:lnTo>
                  <a:pt x="228600" y="238125"/>
                </a:lnTo>
                <a:lnTo>
                  <a:pt x="219075" y="238125"/>
                </a:lnTo>
                <a:lnTo>
                  <a:pt x="219075" y="247650"/>
                </a:lnTo>
                <a:lnTo>
                  <a:pt x="190500" y="247650"/>
                </a:lnTo>
                <a:lnTo>
                  <a:pt x="190500" y="238125"/>
                </a:lnTo>
                <a:lnTo>
                  <a:pt x="209550" y="238125"/>
                </a:lnTo>
                <a:lnTo>
                  <a:pt x="209550" y="219075"/>
                </a:lnTo>
                <a:lnTo>
                  <a:pt x="219075" y="219075"/>
                </a:lnTo>
                <a:lnTo>
                  <a:pt x="219075" y="228600"/>
                </a:lnTo>
                <a:lnTo>
                  <a:pt x="228600" y="228600"/>
                </a:lnTo>
                <a:lnTo>
                  <a:pt x="228600" y="190500"/>
                </a:lnTo>
                <a:lnTo>
                  <a:pt x="276225" y="190500"/>
                </a:lnTo>
                <a:lnTo>
                  <a:pt x="276225" y="180975"/>
                </a:lnTo>
                <a:lnTo>
                  <a:pt x="285750" y="180975"/>
                </a:lnTo>
                <a:lnTo>
                  <a:pt x="285750" y="171450"/>
                </a:lnTo>
                <a:lnTo>
                  <a:pt x="295275" y="171450"/>
                </a:lnTo>
                <a:lnTo>
                  <a:pt x="295275" y="161925"/>
                </a:lnTo>
                <a:lnTo>
                  <a:pt x="314325" y="161925"/>
                </a:lnTo>
                <a:lnTo>
                  <a:pt x="314325" y="142875"/>
                </a:lnTo>
                <a:lnTo>
                  <a:pt x="304800" y="142875"/>
                </a:lnTo>
                <a:close/>
                <a:moveTo>
                  <a:pt x="342900" y="238125"/>
                </a:moveTo>
                <a:lnTo>
                  <a:pt x="352425" y="238125"/>
                </a:lnTo>
                <a:lnTo>
                  <a:pt x="352425" y="257175"/>
                </a:lnTo>
                <a:lnTo>
                  <a:pt x="342900" y="257175"/>
                </a:lnTo>
                <a:close/>
                <a:moveTo>
                  <a:pt x="285750" y="285750"/>
                </a:moveTo>
                <a:lnTo>
                  <a:pt x="304800" y="285750"/>
                </a:lnTo>
                <a:lnTo>
                  <a:pt x="304800" y="276225"/>
                </a:lnTo>
                <a:lnTo>
                  <a:pt x="285750" y="276225"/>
                </a:lnTo>
                <a:close/>
                <a:moveTo>
                  <a:pt x="228600" y="295275"/>
                </a:moveTo>
                <a:lnTo>
                  <a:pt x="247650" y="295275"/>
                </a:lnTo>
                <a:lnTo>
                  <a:pt x="247650" y="333375"/>
                </a:lnTo>
                <a:lnTo>
                  <a:pt x="228600" y="333375"/>
                </a:lnTo>
                <a:close/>
                <a:moveTo>
                  <a:pt x="9525" y="304800"/>
                </a:moveTo>
                <a:lnTo>
                  <a:pt x="19050" y="304800"/>
                </a:lnTo>
                <a:lnTo>
                  <a:pt x="19050" y="352425"/>
                </a:lnTo>
                <a:lnTo>
                  <a:pt x="9525" y="352425"/>
                </a:lnTo>
                <a:lnTo>
                  <a:pt x="9525" y="342900"/>
                </a:lnTo>
                <a:lnTo>
                  <a:pt x="0" y="342900"/>
                </a:lnTo>
                <a:lnTo>
                  <a:pt x="0" y="314325"/>
                </a:lnTo>
                <a:lnTo>
                  <a:pt x="9525" y="314325"/>
                </a:lnTo>
                <a:close/>
                <a:moveTo>
                  <a:pt x="161925" y="304800"/>
                </a:moveTo>
                <a:lnTo>
                  <a:pt x="171450" y="304800"/>
                </a:lnTo>
                <a:lnTo>
                  <a:pt x="171450" y="333375"/>
                </a:lnTo>
                <a:lnTo>
                  <a:pt x="161925" y="333375"/>
                </a:lnTo>
                <a:lnTo>
                  <a:pt x="161925" y="323850"/>
                </a:lnTo>
                <a:lnTo>
                  <a:pt x="152400" y="323850"/>
                </a:lnTo>
                <a:lnTo>
                  <a:pt x="152400" y="314325"/>
                </a:lnTo>
                <a:lnTo>
                  <a:pt x="161925" y="314325"/>
                </a:lnTo>
                <a:close/>
                <a:moveTo>
                  <a:pt x="200025" y="304800"/>
                </a:moveTo>
                <a:lnTo>
                  <a:pt x="209550" y="304800"/>
                </a:lnTo>
                <a:lnTo>
                  <a:pt x="209550" y="333375"/>
                </a:lnTo>
                <a:lnTo>
                  <a:pt x="180975" y="333375"/>
                </a:lnTo>
                <a:lnTo>
                  <a:pt x="180975" y="323850"/>
                </a:lnTo>
                <a:lnTo>
                  <a:pt x="200025" y="323850"/>
                </a:lnTo>
                <a:close/>
                <a:moveTo>
                  <a:pt x="276225" y="342900"/>
                </a:moveTo>
                <a:lnTo>
                  <a:pt x="285750" y="342900"/>
                </a:lnTo>
                <a:lnTo>
                  <a:pt x="285750" y="352425"/>
                </a:lnTo>
                <a:lnTo>
                  <a:pt x="276225" y="352425"/>
                </a:lnTo>
                <a:close/>
                <a:moveTo>
                  <a:pt x="0" y="390525"/>
                </a:moveTo>
                <a:lnTo>
                  <a:pt x="9525" y="390525"/>
                </a:lnTo>
                <a:lnTo>
                  <a:pt x="9525" y="409575"/>
                </a:lnTo>
                <a:lnTo>
                  <a:pt x="0" y="409575"/>
                </a:lnTo>
                <a:close/>
                <a:moveTo>
                  <a:pt x="342900" y="390525"/>
                </a:moveTo>
                <a:lnTo>
                  <a:pt x="352425" y="390525"/>
                </a:lnTo>
                <a:lnTo>
                  <a:pt x="352425" y="400050"/>
                </a:lnTo>
                <a:lnTo>
                  <a:pt x="342900" y="400050"/>
                </a:lnTo>
                <a:close/>
                <a:moveTo>
                  <a:pt x="9525" y="428625"/>
                </a:moveTo>
                <a:lnTo>
                  <a:pt x="19050" y="428625"/>
                </a:lnTo>
                <a:lnTo>
                  <a:pt x="19050" y="476250"/>
                </a:lnTo>
                <a:lnTo>
                  <a:pt x="9525" y="476250"/>
                </a:lnTo>
                <a:lnTo>
                  <a:pt x="9525" y="457200"/>
                </a:lnTo>
                <a:lnTo>
                  <a:pt x="0" y="457200"/>
                </a:lnTo>
                <a:lnTo>
                  <a:pt x="0" y="438150"/>
                </a:lnTo>
                <a:lnTo>
                  <a:pt x="9525" y="438150"/>
                </a:lnTo>
                <a:close/>
                <a:moveTo>
                  <a:pt x="0" y="476250"/>
                </a:moveTo>
                <a:lnTo>
                  <a:pt x="9525" y="476250"/>
                </a:lnTo>
                <a:lnTo>
                  <a:pt x="9525" y="504825"/>
                </a:lnTo>
                <a:lnTo>
                  <a:pt x="19050" y="504825"/>
                </a:lnTo>
                <a:lnTo>
                  <a:pt x="19050" y="523875"/>
                </a:lnTo>
                <a:lnTo>
                  <a:pt x="0" y="523875"/>
                </a:lnTo>
                <a:close/>
                <a:moveTo>
                  <a:pt x="342900" y="523875"/>
                </a:moveTo>
                <a:lnTo>
                  <a:pt x="352425" y="523875"/>
                </a:lnTo>
                <a:lnTo>
                  <a:pt x="352425" y="571500"/>
                </a:lnTo>
                <a:lnTo>
                  <a:pt x="333375" y="571500"/>
                </a:lnTo>
                <a:lnTo>
                  <a:pt x="333375" y="581025"/>
                </a:lnTo>
                <a:lnTo>
                  <a:pt x="323850" y="581025"/>
                </a:lnTo>
                <a:lnTo>
                  <a:pt x="323850" y="590550"/>
                </a:lnTo>
                <a:lnTo>
                  <a:pt x="333375" y="590550"/>
                </a:lnTo>
                <a:lnTo>
                  <a:pt x="333375" y="600075"/>
                </a:lnTo>
                <a:lnTo>
                  <a:pt x="304800" y="600075"/>
                </a:lnTo>
                <a:lnTo>
                  <a:pt x="304800" y="590550"/>
                </a:lnTo>
                <a:lnTo>
                  <a:pt x="285750" y="590550"/>
                </a:lnTo>
                <a:lnTo>
                  <a:pt x="285750" y="581025"/>
                </a:lnTo>
                <a:lnTo>
                  <a:pt x="295275" y="581025"/>
                </a:lnTo>
                <a:lnTo>
                  <a:pt x="295275" y="571500"/>
                </a:lnTo>
                <a:lnTo>
                  <a:pt x="285750" y="571500"/>
                </a:lnTo>
                <a:lnTo>
                  <a:pt x="285750" y="561975"/>
                </a:lnTo>
                <a:lnTo>
                  <a:pt x="295275" y="561975"/>
                </a:lnTo>
                <a:lnTo>
                  <a:pt x="295275" y="552450"/>
                </a:lnTo>
                <a:lnTo>
                  <a:pt x="285750" y="552450"/>
                </a:lnTo>
                <a:lnTo>
                  <a:pt x="285750" y="542925"/>
                </a:lnTo>
                <a:lnTo>
                  <a:pt x="295275" y="542925"/>
                </a:lnTo>
                <a:lnTo>
                  <a:pt x="295275" y="533400"/>
                </a:lnTo>
                <a:lnTo>
                  <a:pt x="342900" y="533400"/>
                </a:lnTo>
                <a:close/>
              </a:path>
            </a:pathLst>
          </a:custGeom>
          <a:solidFill xmlns:a="http://schemas.openxmlformats.org/drawingml/2006/main">
            <a:srgbClr val="F2EEE2"/>
          </a:solidFill>
          <a:ln xmlns:a="http://schemas.openxmlformats.org/drawingml/2006/main" w="0">
            <a:noFill/>
          </a:ln>
        </p:spPr>
      </p:sp>
      <p:sp>
        <p:nvSpPr>
          <p:cNvPr id="27" name="mobile vector #edede3">
            <a:extLst xmlns:a="http://schemas.openxmlformats.org/drawingml/2006/main">
              <a:ext uri="{FF2B5EF4-FFF2-40B4-BE49-F238E27FC236}">
                <a16:creationId xmlns:a16="http://schemas.microsoft.com/office/drawing/2014/main" id="{6AF5B862-DB58-48A3-9540-FF228D020CC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000250" y="1524000"/>
            <a:ext cx="457200" cy="685800"/>
          </a:xfrm>
          <a:custGeom xmlns:a="http://schemas.openxmlformats.org/drawingml/2006/main">
            <a:pathLst>
              <a:path w="457200" h="685800">
                <a:moveTo>
                  <a:pt x="85725" y="57150"/>
                </a:moveTo>
                <a:lnTo>
                  <a:pt x="95250" y="57150"/>
                </a:lnTo>
                <a:lnTo>
                  <a:pt x="95250" y="66675"/>
                </a:lnTo>
                <a:lnTo>
                  <a:pt x="85725" y="66675"/>
                </a:lnTo>
                <a:close/>
                <a:moveTo>
                  <a:pt x="66675" y="66675"/>
                </a:moveTo>
                <a:lnTo>
                  <a:pt x="76200" y="66675"/>
                </a:lnTo>
                <a:lnTo>
                  <a:pt x="76200" y="76200"/>
                </a:lnTo>
                <a:lnTo>
                  <a:pt x="66675" y="76200"/>
                </a:lnTo>
                <a:close/>
                <a:moveTo>
                  <a:pt x="57150" y="76200"/>
                </a:moveTo>
                <a:lnTo>
                  <a:pt x="66675" y="76200"/>
                </a:lnTo>
                <a:lnTo>
                  <a:pt x="66675" y="85725"/>
                </a:lnTo>
                <a:lnTo>
                  <a:pt x="57150" y="85725"/>
                </a:lnTo>
                <a:close/>
                <a:moveTo>
                  <a:pt x="400050" y="85725"/>
                </a:moveTo>
                <a:lnTo>
                  <a:pt x="409575" y="85725"/>
                </a:lnTo>
                <a:lnTo>
                  <a:pt x="409575" y="95250"/>
                </a:lnTo>
                <a:lnTo>
                  <a:pt x="400050" y="95250"/>
                </a:lnTo>
                <a:close/>
                <a:moveTo>
                  <a:pt x="323850" y="95250"/>
                </a:moveTo>
                <a:lnTo>
                  <a:pt x="342900" y="95250"/>
                </a:lnTo>
                <a:lnTo>
                  <a:pt x="342900" y="104775"/>
                </a:lnTo>
                <a:lnTo>
                  <a:pt x="323850" y="104775"/>
                </a:lnTo>
                <a:close/>
                <a:moveTo>
                  <a:pt x="295275" y="123825"/>
                </a:moveTo>
                <a:lnTo>
                  <a:pt x="314325" y="123825"/>
                </a:lnTo>
                <a:lnTo>
                  <a:pt x="314325" y="133350"/>
                </a:lnTo>
                <a:lnTo>
                  <a:pt x="304800" y="133350"/>
                </a:lnTo>
                <a:lnTo>
                  <a:pt x="304800" y="142875"/>
                </a:lnTo>
                <a:lnTo>
                  <a:pt x="295275" y="142875"/>
                </a:lnTo>
                <a:close/>
                <a:moveTo>
                  <a:pt x="28575" y="142875"/>
                </a:moveTo>
                <a:lnTo>
                  <a:pt x="38100" y="142875"/>
                </a:lnTo>
                <a:lnTo>
                  <a:pt x="38100" y="171450"/>
                </a:lnTo>
                <a:lnTo>
                  <a:pt x="28575" y="171450"/>
                </a:lnTo>
                <a:close/>
                <a:moveTo>
                  <a:pt x="285750" y="142875"/>
                </a:moveTo>
                <a:lnTo>
                  <a:pt x="295275" y="142875"/>
                </a:lnTo>
                <a:lnTo>
                  <a:pt x="295275" y="152400"/>
                </a:lnTo>
                <a:lnTo>
                  <a:pt x="285750" y="152400"/>
                </a:lnTo>
                <a:close/>
                <a:moveTo>
                  <a:pt x="371475" y="142875"/>
                </a:moveTo>
                <a:lnTo>
                  <a:pt x="381000" y="142875"/>
                </a:lnTo>
                <a:lnTo>
                  <a:pt x="381000" y="152400"/>
                </a:lnTo>
                <a:lnTo>
                  <a:pt x="371475" y="152400"/>
                </a:lnTo>
                <a:close/>
                <a:moveTo>
                  <a:pt x="28575" y="209550"/>
                </a:moveTo>
                <a:lnTo>
                  <a:pt x="38100" y="209550"/>
                </a:lnTo>
                <a:lnTo>
                  <a:pt x="38100" y="257175"/>
                </a:lnTo>
                <a:lnTo>
                  <a:pt x="28575" y="257175"/>
                </a:lnTo>
                <a:close/>
                <a:moveTo>
                  <a:pt x="28575" y="276225"/>
                </a:moveTo>
                <a:lnTo>
                  <a:pt x="38100" y="276225"/>
                </a:lnTo>
                <a:lnTo>
                  <a:pt x="38100" y="333375"/>
                </a:lnTo>
                <a:lnTo>
                  <a:pt x="28575" y="333375"/>
                </a:lnTo>
                <a:close/>
                <a:moveTo>
                  <a:pt x="28575" y="352425"/>
                </a:moveTo>
                <a:lnTo>
                  <a:pt x="38100" y="352425"/>
                </a:lnTo>
                <a:lnTo>
                  <a:pt x="38100" y="514350"/>
                </a:lnTo>
                <a:lnTo>
                  <a:pt x="28575" y="514350"/>
                </a:lnTo>
                <a:close/>
                <a:moveTo>
                  <a:pt x="171450" y="571500"/>
                </a:moveTo>
                <a:lnTo>
                  <a:pt x="180975" y="571500"/>
                </a:lnTo>
                <a:lnTo>
                  <a:pt x="180975" y="581025"/>
                </a:lnTo>
                <a:lnTo>
                  <a:pt x="171450" y="581025"/>
                </a:lnTo>
                <a:close/>
                <a:moveTo>
                  <a:pt x="276225" y="571500"/>
                </a:moveTo>
                <a:lnTo>
                  <a:pt x="285750" y="571500"/>
                </a:lnTo>
                <a:lnTo>
                  <a:pt x="285750" y="590550"/>
                </a:lnTo>
                <a:lnTo>
                  <a:pt x="295275" y="590550"/>
                </a:lnTo>
                <a:lnTo>
                  <a:pt x="295275" y="600075"/>
                </a:lnTo>
                <a:lnTo>
                  <a:pt x="276225" y="600075"/>
                </a:lnTo>
                <a:lnTo>
                  <a:pt x="276225" y="590550"/>
                </a:lnTo>
                <a:lnTo>
                  <a:pt x="266700" y="590550"/>
                </a:lnTo>
                <a:lnTo>
                  <a:pt x="266700" y="581025"/>
                </a:lnTo>
                <a:lnTo>
                  <a:pt x="276225" y="581025"/>
                </a:lnTo>
                <a:close/>
                <a:moveTo>
                  <a:pt x="180975" y="581025"/>
                </a:moveTo>
                <a:lnTo>
                  <a:pt x="190500" y="581025"/>
                </a:lnTo>
                <a:lnTo>
                  <a:pt x="190500" y="590550"/>
                </a:lnTo>
                <a:lnTo>
                  <a:pt x="180975" y="590550"/>
                </a:lnTo>
                <a:close/>
                <a:moveTo>
                  <a:pt x="38100" y="600075"/>
                </a:moveTo>
                <a:lnTo>
                  <a:pt x="47625" y="600075"/>
                </a:lnTo>
                <a:lnTo>
                  <a:pt x="47625" y="609600"/>
                </a:lnTo>
                <a:lnTo>
                  <a:pt x="38100" y="609600"/>
                </a:lnTo>
                <a:close/>
                <a:moveTo>
                  <a:pt x="161925" y="600075"/>
                </a:moveTo>
                <a:lnTo>
                  <a:pt x="171450" y="600075"/>
                </a:lnTo>
                <a:lnTo>
                  <a:pt x="171450" y="619125"/>
                </a:lnTo>
                <a:lnTo>
                  <a:pt x="152400" y="619125"/>
                </a:lnTo>
                <a:lnTo>
                  <a:pt x="152400" y="609600"/>
                </a:lnTo>
                <a:lnTo>
                  <a:pt x="161925" y="609600"/>
                </a:lnTo>
                <a:close/>
                <a:moveTo>
                  <a:pt x="276225" y="609600"/>
                </a:moveTo>
                <a:lnTo>
                  <a:pt x="285750" y="609600"/>
                </a:lnTo>
                <a:lnTo>
                  <a:pt x="285750" y="619125"/>
                </a:lnTo>
                <a:lnTo>
                  <a:pt x="276225" y="619125"/>
                </a:lnTo>
                <a:close/>
                <a:moveTo>
                  <a:pt x="295275" y="609600"/>
                </a:moveTo>
                <a:lnTo>
                  <a:pt x="304800" y="609600"/>
                </a:lnTo>
                <a:lnTo>
                  <a:pt x="304800" y="619125"/>
                </a:lnTo>
                <a:lnTo>
                  <a:pt x="295275" y="619125"/>
                </a:lnTo>
                <a:close/>
                <a:moveTo>
                  <a:pt x="400050" y="619125"/>
                </a:moveTo>
                <a:lnTo>
                  <a:pt x="409575" y="619125"/>
                </a:lnTo>
                <a:lnTo>
                  <a:pt x="409575" y="628650"/>
                </a:lnTo>
                <a:lnTo>
                  <a:pt x="400050" y="628650"/>
                </a:lnTo>
                <a:close/>
                <a:moveTo>
                  <a:pt x="390525" y="628650"/>
                </a:moveTo>
                <a:lnTo>
                  <a:pt x="400050" y="628650"/>
                </a:lnTo>
                <a:lnTo>
                  <a:pt x="400050" y="638175"/>
                </a:lnTo>
                <a:lnTo>
                  <a:pt x="390525" y="638175"/>
                </a:lnTo>
                <a:close/>
                <a:moveTo>
                  <a:pt x="381000" y="638175"/>
                </a:moveTo>
                <a:lnTo>
                  <a:pt x="390525" y="638175"/>
                </a:lnTo>
                <a:lnTo>
                  <a:pt x="390525" y="647700"/>
                </a:lnTo>
                <a:lnTo>
                  <a:pt x="381000" y="647700"/>
                </a:lnTo>
                <a:close/>
                <a:moveTo>
                  <a:pt x="76200" y="647700"/>
                </a:moveTo>
                <a:lnTo>
                  <a:pt x="95250" y="647700"/>
                </a:lnTo>
                <a:lnTo>
                  <a:pt x="95250" y="657225"/>
                </a:lnTo>
                <a:lnTo>
                  <a:pt x="76200" y="657225"/>
                </a:lnTo>
                <a:close/>
              </a:path>
            </a:pathLst>
          </a:custGeom>
          <a:solidFill xmlns:a="http://schemas.openxmlformats.org/drawingml/2006/main">
            <a:srgbClr val="EDEDE3"/>
          </a:solidFill>
          <a:ln xmlns:a="http://schemas.openxmlformats.org/drawingml/2006/main" w="0">
            <a:noFill/>
          </a:ln>
        </p:spPr>
      </p:sp>
      <p:sp>
        <p:nvSpPr>
          <p:cNvPr id="28" name="mobile vector #aebab6">
            <a:extLst xmlns:a="http://schemas.openxmlformats.org/drawingml/2006/main">
              <a:ext uri="{FF2B5EF4-FFF2-40B4-BE49-F238E27FC236}">
                <a16:creationId xmlns:a16="http://schemas.microsoft.com/office/drawing/2014/main" id="{92697B41-B9B2-4D22-AC77-BF2E9E101EA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000250" y="1524000"/>
            <a:ext cx="457200" cy="685800"/>
          </a:xfrm>
          <a:custGeom xmlns:a="http://schemas.openxmlformats.org/drawingml/2006/main">
            <a:pathLst>
              <a:path w="457200" h="685800">
                <a:moveTo>
                  <a:pt x="95250" y="57150"/>
                </a:moveTo>
                <a:lnTo>
                  <a:pt x="104775" y="57150"/>
                </a:lnTo>
                <a:lnTo>
                  <a:pt x="104775" y="66675"/>
                </a:lnTo>
                <a:lnTo>
                  <a:pt x="95250" y="66675"/>
                </a:lnTo>
                <a:close/>
                <a:moveTo>
                  <a:pt x="361950" y="57150"/>
                </a:moveTo>
                <a:lnTo>
                  <a:pt x="371475" y="57150"/>
                </a:lnTo>
                <a:lnTo>
                  <a:pt x="371475" y="66675"/>
                </a:lnTo>
                <a:lnTo>
                  <a:pt x="361950" y="66675"/>
                </a:lnTo>
                <a:close/>
                <a:moveTo>
                  <a:pt x="381000" y="66675"/>
                </a:moveTo>
                <a:lnTo>
                  <a:pt x="390525" y="66675"/>
                </a:lnTo>
                <a:lnTo>
                  <a:pt x="390525" y="76200"/>
                </a:lnTo>
                <a:lnTo>
                  <a:pt x="381000" y="76200"/>
                </a:lnTo>
                <a:close/>
                <a:moveTo>
                  <a:pt x="390525" y="76200"/>
                </a:moveTo>
                <a:lnTo>
                  <a:pt x="400050" y="76200"/>
                </a:lnTo>
                <a:lnTo>
                  <a:pt x="400050" y="85725"/>
                </a:lnTo>
                <a:lnTo>
                  <a:pt x="390525" y="85725"/>
                </a:lnTo>
                <a:close/>
                <a:moveTo>
                  <a:pt x="47625" y="95250"/>
                </a:moveTo>
                <a:lnTo>
                  <a:pt x="57150" y="95250"/>
                </a:lnTo>
                <a:lnTo>
                  <a:pt x="57150" y="104775"/>
                </a:lnTo>
                <a:lnTo>
                  <a:pt x="47625" y="104775"/>
                </a:lnTo>
                <a:close/>
                <a:moveTo>
                  <a:pt x="95250" y="95250"/>
                </a:moveTo>
                <a:lnTo>
                  <a:pt x="104775" y="95250"/>
                </a:lnTo>
                <a:lnTo>
                  <a:pt x="104775" y="104775"/>
                </a:lnTo>
                <a:lnTo>
                  <a:pt x="95250" y="104775"/>
                </a:lnTo>
                <a:close/>
                <a:moveTo>
                  <a:pt x="352425" y="95250"/>
                </a:moveTo>
                <a:lnTo>
                  <a:pt x="361950" y="95250"/>
                </a:lnTo>
                <a:lnTo>
                  <a:pt x="361950" y="104775"/>
                </a:lnTo>
                <a:lnTo>
                  <a:pt x="352425" y="104775"/>
                </a:lnTo>
                <a:close/>
                <a:moveTo>
                  <a:pt x="85725" y="104775"/>
                </a:moveTo>
                <a:lnTo>
                  <a:pt x="95250" y="104775"/>
                </a:lnTo>
                <a:lnTo>
                  <a:pt x="95250" y="114300"/>
                </a:lnTo>
                <a:lnTo>
                  <a:pt x="85725" y="114300"/>
                </a:lnTo>
                <a:close/>
                <a:moveTo>
                  <a:pt x="361950" y="104775"/>
                </a:moveTo>
                <a:lnTo>
                  <a:pt x="371475" y="104775"/>
                </a:lnTo>
                <a:lnTo>
                  <a:pt x="371475" y="114300"/>
                </a:lnTo>
                <a:lnTo>
                  <a:pt x="361950" y="114300"/>
                </a:lnTo>
                <a:close/>
                <a:moveTo>
                  <a:pt x="409575" y="104775"/>
                </a:moveTo>
                <a:lnTo>
                  <a:pt x="419100" y="104775"/>
                </a:lnTo>
                <a:lnTo>
                  <a:pt x="419100" y="123825"/>
                </a:lnTo>
                <a:lnTo>
                  <a:pt x="409575" y="123825"/>
                </a:lnTo>
                <a:close/>
                <a:moveTo>
                  <a:pt x="38100" y="114300"/>
                </a:moveTo>
                <a:lnTo>
                  <a:pt x="47625" y="114300"/>
                </a:lnTo>
                <a:lnTo>
                  <a:pt x="47625" y="361950"/>
                </a:lnTo>
                <a:lnTo>
                  <a:pt x="38100" y="361950"/>
                </a:lnTo>
                <a:close/>
                <a:moveTo>
                  <a:pt x="161925" y="114300"/>
                </a:moveTo>
                <a:lnTo>
                  <a:pt x="171450" y="114300"/>
                </a:lnTo>
                <a:lnTo>
                  <a:pt x="171450" y="123825"/>
                </a:lnTo>
                <a:lnTo>
                  <a:pt x="161925" y="123825"/>
                </a:lnTo>
                <a:close/>
                <a:moveTo>
                  <a:pt x="285750" y="114300"/>
                </a:moveTo>
                <a:lnTo>
                  <a:pt x="295275" y="114300"/>
                </a:lnTo>
                <a:lnTo>
                  <a:pt x="295275" y="123825"/>
                </a:lnTo>
                <a:lnTo>
                  <a:pt x="285750" y="123825"/>
                </a:lnTo>
                <a:close/>
                <a:moveTo>
                  <a:pt x="371475" y="114300"/>
                </a:moveTo>
                <a:lnTo>
                  <a:pt x="381000" y="114300"/>
                </a:lnTo>
                <a:lnTo>
                  <a:pt x="381000" y="123825"/>
                </a:lnTo>
                <a:lnTo>
                  <a:pt x="371475" y="123825"/>
                </a:lnTo>
                <a:close/>
                <a:moveTo>
                  <a:pt x="76200" y="123825"/>
                </a:moveTo>
                <a:lnTo>
                  <a:pt x="85725" y="123825"/>
                </a:lnTo>
                <a:lnTo>
                  <a:pt x="85725" y="590550"/>
                </a:lnTo>
                <a:lnTo>
                  <a:pt x="76200" y="590550"/>
                </a:lnTo>
                <a:close/>
                <a:moveTo>
                  <a:pt x="152400" y="123825"/>
                </a:moveTo>
                <a:lnTo>
                  <a:pt x="161925" y="123825"/>
                </a:lnTo>
                <a:lnTo>
                  <a:pt x="161925" y="142875"/>
                </a:lnTo>
                <a:lnTo>
                  <a:pt x="152400" y="142875"/>
                </a:lnTo>
                <a:close/>
                <a:moveTo>
                  <a:pt x="161925" y="142875"/>
                </a:moveTo>
                <a:lnTo>
                  <a:pt x="171450" y="142875"/>
                </a:lnTo>
                <a:lnTo>
                  <a:pt x="171450" y="152400"/>
                </a:lnTo>
                <a:lnTo>
                  <a:pt x="161925" y="152400"/>
                </a:lnTo>
                <a:close/>
                <a:moveTo>
                  <a:pt x="180975" y="542925"/>
                </a:moveTo>
                <a:lnTo>
                  <a:pt x="200025" y="542925"/>
                </a:lnTo>
                <a:lnTo>
                  <a:pt x="200025" y="552450"/>
                </a:lnTo>
                <a:lnTo>
                  <a:pt x="190500" y="552450"/>
                </a:lnTo>
                <a:lnTo>
                  <a:pt x="190500" y="561975"/>
                </a:lnTo>
                <a:lnTo>
                  <a:pt x="180975" y="561975"/>
                </a:lnTo>
                <a:lnTo>
                  <a:pt x="180975" y="571500"/>
                </a:lnTo>
                <a:lnTo>
                  <a:pt x="171450" y="571500"/>
                </a:lnTo>
                <a:lnTo>
                  <a:pt x="171450" y="552450"/>
                </a:lnTo>
                <a:lnTo>
                  <a:pt x="180975" y="552450"/>
                </a:lnTo>
                <a:close/>
                <a:moveTo>
                  <a:pt x="266700" y="542925"/>
                </a:moveTo>
                <a:lnTo>
                  <a:pt x="276225" y="542925"/>
                </a:lnTo>
                <a:lnTo>
                  <a:pt x="276225" y="552450"/>
                </a:lnTo>
                <a:lnTo>
                  <a:pt x="266700" y="552450"/>
                </a:lnTo>
                <a:close/>
                <a:moveTo>
                  <a:pt x="276225" y="552450"/>
                </a:moveTo>
                <a:lnTo>
                  <a:pt x="285750" y="552450"/>
                </a:lnTo>
                <a:lnTo>
                  <a:pt x="285750" y="571500"/>
                </a:lnTo>
                <a:lnTo>
                  <a:pt x="276225" y="571500"/>
                </a:lnTo>
                <a:close/>
                <a:moveTo>
                  <a:pt x="180975" y="571500"/>
                </a:moveTo>
                <a:lnTo>
                  <a:pt x="190500" y="571500"/>
                </a:lnTo>
                <a:lnTo>
                  <a:pt x="190500" y="581025"/>
                </a:lnTo>
                <a:lnTo>
                  <a:pt x="180975" y="581025"/>
                </a:lnTo>
                <a:close/>
                <a:moveTo>
                  <a:pt x="266700" y="571500"/>
                </a:moveTo>
                <a:lnTo>
                  <a:pt x="276225" y="571500"/>
                </a:lnTo>
                <a:lnTo>
                  <a:pt x="276225" y="581025"/>
                </a:lnTo>
                <a:lnTo>
                  <a:pt x="266700" y="581025"/>
                </a:lnTo>
                <a:close/>
                <a:moveTo>
                  <a:pt x="38100" y="581025"/>
                </a:moveTo>
                <a:lnTo>
                  <a:pt x="47625" y="581025"/>
                </a:lnTo>
                <a:lnTo>
                  <a:pt x="47625" y="600075"/>
                </a:lnTo>
                <a:lnTo>
                  <a:pt x="38100" y="600075"/>
                </a:lnTo>
                <a:close/>
                <a:moveTo>
                  <a:pt x="190500" y="581025"/>
                </a:moveTo>
                <a:lnTo>
                  <a:pt x="266700" y="581025"/>
                </a:lnTo>
                <a:lnTo>
                  <a:pt x="266700" y="590550"/>
                </a:lnTo>
                <a:lnTo>
                  <a:pt x="190500" y="590550"/>
                </a:lnTo>
                <a:close/>
                <a:moveTo>
                  <a:pt x="371475" y="590550"/>
                </a:moveTo>
                <a:lnTo>
                  <a:pt x="381000" y="590550"/>
                </a:lnTo>
                <a:lnTo>
                  <a:pt x="381000" y="600075"/>
                </a:lnTo>
                <a:lnTo>
                  <a:pt x="371475" y="600075"/>
                </a:lnTo>
                <a:close/>
                <a:moveTo>
                  <a:pt x="85725" y="600075"/>
                </a:moveTo>
                <a:lnTo>
                  <a:pt x="95250" y="600075"/>
                </a:lnTo>
                <a:lnTo>
                  <a:pt x="95250" y="609600"/>
                </a:lnTo>
                <a:lnTo>
                  <a:pt x="85725" y="609600"/>
                </a:lnTo>
                <a:close/>
                <a:moveTo>
                  <a:pt x="361950" y="600075"/>
                </a:moveTo>
                <a:lnTo>
                  <a:pt x="371475" y="600075"/>
                </a:lnTo>
                <a:lnTo>
                  <a:pt x="371475" y="609600"/>
                </a:lnTo>
                <a:lnTo>
                  <a:pt x="361950" y="609600"/>
                </a:lnTo>
                <a:close/>
                <a:moveTo>
                  <a:pt x="409575" y="600075"/>
                </a:moveTo>
                <a:lnTo>
                  <a:pt x="419100" y="600075"/>
                </a:lnTo>
                <a:lnTo>
                  <a:pt x="419100" y="609600"/>
                </a:lnTo>
                <a:lnTo>
                  <a:pt x="409575" y="609600"/>
                </a:lnTo>
                <a:close/>
                <a:moveTo>
                  <a:pt x="95250" y="609600"/>
                </a:moveTo>
                <a:lnTo>
                  <a:pt x="104775" y="609600"/>
                </a:lnTo>
                <a:lnTo>
                  <a:pt x="104775" y="619125"/>
                </a:lnTo>
                <a:lnTo>
                  <a:pt x="95250" y="619125"/>
                </a:lnTo>
                <a:close/>
                <a:moveTo>
                  <a:pt x="352425" y="609600"/>
                </a:moveTo>
                <a:lnTo>
                  <a:pt x="361950" y="609600"/>
                </a:lnTo>
                <a:lnTo>
                  <a:pt x="361950" y="619125"/>
                </a:lnTo>
                <a:lnTo>
                  <a:pt x="352425" y="619125"/>
                </a:lnTo>
                <a:close/>
                <a:moveTo>
                  <a:pt x="95250" y="647700"/>
                </a:moveTo>
                <a:lnTo>
                  <a:pt x="104775" y="647700"/>
                </a:lnTo>
                <a:lnTo>
                  <a:pt x="104775" y="657225"/>
                </a:lnTo>
                <a:lnTo>
                  <a:pt x="95250" y="657225"/>
                </a:lnTo>
                <a:close/>
                <a:moveTo>
                  <a:pt x="352425" y="647700"/>
                </a:moveTo>
                <a:lnTo>
                  <a:pt x="371475" y="647700"/>
                </a:lnTo>
                <a:lnTo>
                  <a:pt x="371475" y="657225"/>
                </a:lnTo>
                <a:lnTo>
                  <a:pt x="352425" y="657225"/>
                </a:lnTo>
                <a:close/>
              </a:path>
            </a:pathLst>
          </a:custGeom>
          <a:solidFill xmlns:a="http://schemas.openxmlformats.org/drawingml/2006/main">
            <a:srgbClr val="AEBAB6"/>
          </a:solidFill>
          <a:ln xmlns:a="http://schemas.openxmlformats.org/drawingml/2006/main" w="0">
            <a:noFill/>
          </a:ln>
        </p:spPr>
      </p:sp>
      <p:sp>
        <p:nvSpPr>
          <p:cNvPr id="29" name="mobile vector #637372">
            <a:extLst xmlns:a="http://schemas.openxmlformats.org/drawingml/2006/main">
              <a:ext uri="{FF2B5EF4-FFF2-40B4-BE49-F238E27FC236}">
                <a16:creationId xmlns:a16="http://schemas.microsoft.com/office/drawing/2014/main" id="{227448CD-E3CF-4FA8-B60A-29A7A917BB8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000250" y="1524000"/>
            <a:ext cx="457200" cy="685800"/>
          </a:xfrm>
          <a:custGeom xmlns:a="http://schemas.openxmlformats.org/drawingml/2006/main">
            <a:pathLst>
              <a:path w="457200" h="685800">
                <a:moveTo>
                  <a:pt x="104775" y="57150"/>
                </a:moveTo>
                <a:lnTo>
                  <a:pt x="361950" y="57150"/>
                </a:lnTo>
                <a:lnTo>
                  <a:pt x="361950" y="66675"/>
                </a:lnTo>
                <a:lnTo>
                  <a:pt x="104775" y="66675"/>
                </a:lnTo>
                <a:close/>
                <a:moveTo>
                  <a:pt x="76200" y="66675"/>
                </a:moveTo>
                <a:lnTo>
                  <a:pt x="85725" y="66675"/>
                </a:lnTo>
                <a:lnTo>
                  <a:pt x="85725" y="76200"/>
                </a:lnTo>
                <a:lnTo>
                  <a:pt x="76200" y="76200"/>
                </a:lnTo>
                <a:close/>
                <a:moveTo>
                  <a:pt x="314325" y="85725"/>
                </a:moveTo>
                <a:lnTo>
                  <a:pt x="342900" y="85725"/>
                </a:lnTo>
                <a:lnTo>
                  <a:pt x="342900" y="95250"/>
                </a:lnTo>
                <a:lnTo>
                  <a:pt x="314325" y="95250"/>
                </a:lnTo>
                <a:close/>
                <a:moveTo>
                  <a:pt x="400050" y="95250"/>
                </a:moveTo>
                <a:lnTo>
                  <a:pt x="409575" y="95250"/>
                </a:lnTo>
                <a:lnTo>
                  <a:pt x="409575" y="104775"/>
                </a:lnTo>
                <a:lnTo>
                  <a:pt x="400050" y="104775"/>
                </a:lnTo>
                <a:close/>
                <a:moveTo>
                  <a:pt x="76200" y="114300"/>
                </a:moveTo>
                <a:lnTo>
                  <a:pt x="85725" y="114300"/>
                </a:lnTo>
                <a:lnTo>
                  <a:pt x="85725" y="123825"/>
                </a:lnTo>
                <a:lnTo>
                  <a:pt x="76200" y="123825"/>
                </a:lnTo>
                <a:close/>
                <a:moveTo>
                  <a:pt x="409575" y="123825"/>
                </a:moveTo>
                <a:lnTo>
                  <a:pt x="419100" y="123825"/>
                </a:lnTo>
                <a:lnTo>
                  <a:pt x="419100" y="485775"/>
                </a:lnTo>
                <a:lnTo>
                  <a:pt x="409575" y="485775"/>
                </a:lnTo>
                <a:close/>
                <a:moveTo>
                  <a:pt x="161925" y="133350"/>
                </a:moveTo>
                <a:lnTo>
                  <a:pt x="171450" y="133350"/>
                </a:lnTo>
                <a:lnTo>
                  <a:pt x="171450" y="142875"/>
                </a:lnTo>
                <a:lnTo>
                  <a:pt x="161925" y="142875"/>
                </a:lnTo>
                <a:close/>
                <a:moveTo>
                  <a:pt x="285750" y="133350"/>
                </a:moveTo>
                <a:lnTo>
                  <a:pt x="295275" y="133350"/>
                </a:lnTo>
                <a:lnTo>
                  <a:pt x="295275" y="142875"/>
                </a:lnTo>
                <a:lnTo>
                  <a:pt x="285750" y="142875"/>
                </a:lnTo>
                <a:close/>
                <a:moveTo>
                  <a:pt x="171450" y="142875"/>
                </a:moveTo>
                <a:lnTo>
                  <a:pt x="285750" y="142875"/>
                </a:lnTo>
                <a:lnTo>
                  <a:pt x="285750" y="152400"/>
                </a:lnTo>
                <a:lnTo>
                  <a:pt x="171450" y="152400"/>
                </a:lnTo>
                <a:close/>
                <a:moveTo>
                  <a:pt x="38100" y="361950"/>
                </a:moveTo>
                <a:lnTo>
                  <a:pt x="47625" y="361950"/>
                </a:lnTo>
                <a:lnTo>
                  <a:pt x="47625" y="581025"/>
                </a:lnTo>
                <a:lnTo>
                  <a:pt x="38100" y="581025"/>
                </a:lnTo>
                <a:close/>
                <a:moveTo>
                  <a:pt x="409575" y="523875"/>
                </a:moveTo>
                <a:lnTo>
                  <a:pt x="419100" y="523875"/>
                </a:lnTo>
                <a:lnTo>
                  <a:pt x="419100" y="600075"/>
                </a:lnTo>
                <a:lnTo>
                  <a:pt x="409575" y="600075"/>
                </a:lnTo>
                <a:close/>
                <a:moveTo>
                  <a:pt x="200025" y="542925"/>
                </a:moveTo>
                <a:lnTo>
                  <a:pt x="266700" y="542925"/>
                </a:lnTo>
                <a:lnTo>
                  <a:pt x="266700" y="552450"/>
                </a:lnTo>
                <a:lnTo>
                  <a:pt x="200025" y="552450"/>
                </a:lnTo>
                <a:close/>
                <a:moveTo>
                  <a:pt x="266700" y="552450"/>
                </a:moveTo>
                <a:lnTo>
                  <a:pt x="276225" y="552450"/>
                </a:lnTo>
                <a:lnTo>
                  <a:pt x="276225" y="561975"/>
                </a:lnTo>
                <a:lnTo>
                  <a:pt x="266700" y="561975"/>
                </a:lnTo>
                <a:close/>
                <a:moveTo>
                  <a:pt x="381000" y="552450"/>
                </a:moveTo>
                <a:lnTo>
                  <a:pt x="390525" y="552450"/>
                </a:lnTo>
                <a:lnTo>
                  <a:pt x="390525" y="581025"/>
                </a:lnTo>
                <a:lnTo>
                  <a:pt x="381000" y="581025"/>
                </a:lnTo>
                <a:close/>
                <a:moveTo>
                  <a:pt x="76200" y="590550"/>
                </a:moveTo>
                <a:lnTo>
                  <a:pt x="85725" y="590550"/>
                </a:lnTo>
                <a:lnTo>
                  <a:pt x="85725" y="600075"/>
                </a:lnTo>
                <a:lnTo>
                  <a:pt x="76200" y="600075"/>
                </a:lnTo>
                <a:close/>
                <a:moveTo>
                  <a:pt x="47625" y="609600"/>
                </a:moveTo>
                <a:lnTo>
                  <a:pt x="57150" y="609600"/>
                </a:lnTo>
                <a:lnTo>
                  <a:pt x="57150" y="619125"/>
                </a:lnTo>
                <a:lnTo>
                  <a:pt x="47625" y="619125"/>
                </a:lnTo>
                <a:close/>
                <a:moveTo>
                  <a:pt x="400050" y="609600"/>
                </a:moveTo>
                <a:lnTo>
                  <a:pt x="409575" y="609600"/>
                </a:lnTo>
                <a:lnTo>
                  <a:pt x="409575" y="619125"/>
                </a:lnTo>
                <a:lnTo>
                  <a:pt x="400050" y="619125"/>
                </a:lnTo>
                <a:close/>
                <a:moveTo>
                  <a:pt x="295275" y="619125"/>
                </a:moveTo>
                <a:lnTo>
                  <a:pt x="342900" y="619125"/>
                </a:lnTo>
                <a:lnTo>
                  <a:pt x="342900" y="628650"/>
                </a:lnTo>
                <a:lnTo>
                  <a:pt x="295275" y="628650"/>
                </a:lnTo>
                <a:close/>
                <a:moveTo>
                  <a:pt x="76200" y="638175"/>
                </a:moveTo>
                <a:lnTo>
                  <a:pt x="85725" y="638175"/>
                </a:lnTo>
                <a:lnTo>
                  <a:pt x="85725" y="647700"/>
                </a:lnTo>
                <a:lnTo>
                  <a:pt x="76200" y="647700"/>
                </a:lnTo>
                <a:close/>
                <a:moveTo>
                  <a:pt x="371475" y="638175"/>
                </a:moveTo>
                <a:lnTo>
                  <a:pt x="381000" y="638175"/>
                </a:lnTo>
                <a:lnTo>
                  <a:pt x="381000" y="647700"/>
                </a:lnTo>
                <a:lnTo>
                  <a:pt x="371475" y="647700"/>
                </a:lnTo>
                <a:close/>
                <a:moveTo>
                  <a:pt x="104775" y="647700"/>
                </a:moveTo>
                <a:lnTo>
                  <a:pt x="352425" y="647700"/>
                </a:lnTo>
                <a:lnTo>
                  <a:pt x="352425" y="657225"/>
                </a:lnTo>
                <a:lnTo>
                  <a:pt x="104775" y="657225"/>
                </a:lnTo>
                <a:close/>
              </a:path>
            </a:pathLst>
          </a:custGeom>
          <a:solidFill xmlns:a="http://schemas.openxmlformats.org/drawingml/2006/main">
            <a:srgbClr val="637372"/>
          </a:solidFill>
          <a:ln xmlns:a="http://schemas.openxmlformats.org/drawingml/2006/main" w="0">
            <a:noFill/>
          </a:ln>
        </p:spPr>
      </p:sp>
      <p:sp>
        <p:nvSpPr>
          <p:cNvPr id="30" name="mobile vector #405556">
            <a:extLst xmlns:a="http://schemas.openxmlformats.org/drawingml/2006/main">
              <a:ext uri="{FF2B5EF4-FFF2-40B4-BE49-F238E27FC236}">
                <a16:creationId xmlns:a16="http://schemas.microsoft.com/office/drawing/2014/main" id="{EF895683-356A-4357-8E27-5508F0DA7ED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000250" y="1524000"/>
            <a:ext cx="457200" cy="685800"/>
          </a:xfrm>
          <a:custGeom xmlns:a="http://schemas.openxmlformats.org/drawingml/2006/main">
            <a:pathLst>
              <a:path w="457200" h="685800">
                <a:moveTo>
                  <a:pt x="371475" y="66675"/>
                </a:moveTo>
                <a:lnTo>
                  <a:pt x="381000" y="66675"/>
                </a:lnTo>
                <a:lnTo>
                  <a:pt x="381000" y="76200"/>
                </a:lnTo>
                <a:lnTo>
                  <a:pt x="371475" y="76200"/>
                </a:lnTo>
                <a:close/>
                <a:moveTo>
                  <a:pt x="66675" y="76200"/>
                </a:moveTo>
                <a:lnTo>
                  <a:pt x="76200" y="76200"/>
                </a:lnTo>
                <a:lnTo>
                  <a:pt x="76200" y="85725"/>
                </a:lnTo>
                <a:lnTo>
                  <a:pt x="66675" y="85725"/>
                </a:lnTo>
                <a:close/>
                <a:moveTo>
                  <a:pt x="57150" y="85725"/>
                </a:moveTo>
                <a:lnTo>
                  <a:pt x="66675" y="85725"/>
                </a:lnTo>
                <a:lnTo>
                  <a:pt x="66675" y="95250"/>
                </a:lnTo>
                <a:lnTo>
                  <a:pt x="57150" y="95250"/>
                </a:lnTo>
                <a:close/>
                <a:moveTo>
                  <a:pt x="114300" y="85725"/>
                </a:moveTo>
                <a:lnTo>
                  <a:pt x="314325" y="85725"/>
                </a:lnTo>
                <a:lnTo>
                  <a:pt x="314325" y="95250"/>
                </a:lnTo>
                <a:lnTo>
                  <a:pt x="114300" y="95250"/>
                </a:lnTo>
                <a:close/>
                <a:moveTo>
                  <a:pt x="342900" y="85725"/>
                </a:moveTo>
                <a:lnTo>
                  <a:pt x="352425" y="85725"/>
                </a:lnTo>
                <a:lnTo>
                  <a:pt x="352425" y="95250"/>
                </a:lnTo>
                <a:lnTo>
                  <a:pt x="342900" y="95250"/>
                </a:lnTo>
                <a:close/>
                <a:moveTo>
                  <a:pt x="361950" y="95250"/>
                </a:moveTo>
                <a:lnTo>
                  <a:pt x="371475" y="95250"/>
                </a:lnTo>
                <a:lnTo>
                  <a:pt x="371475" y="104775"/>
                </a:lnTo>
                <a:lnTo>
                  <a:pt x="361950" y="104775"/>
                </a:lnTo>
                <a:close/>
                <a:moveTo>
                  <a:pt x="371475" y="104775"/>
                </a:moveTo>
                <a:lnTo>
                  <a:pt x="381000" y="104775"/>
                </a:lnTo>
                <a:lnTo>
                  <a:pt x="381000" y="114300"/>
                </a:lnTo>
                <a:lnTo>
                  <a:pt x="371475" y="114300"/>
                </a:lnTo>
                <a:close/>
                <a:moveTo>
                  <a:pt x="171450" y="114300"/>
                </a:moveTo>
                <a:lnTo>
                  <a:pt x="285750" y="114300"/>
                </a:lnTo>
                <a:lnTo>
                  <a:pt x="285750" y="123825"/>
                </a:lnTo>
                <a:lnTo>
                  <a:pt x="171450" y="123825"/>
                </a:lnTo>
                <a:close/>
                <a:moveTo>
                  <a:pt x="161925" y="123825"/>
                </a:moveTo>
                <a:lnTo>
                  <a:pt x="171450" y="123825"/>
                </a:lnTo>
                <a:lnTo>
                  <a:pt x="171450" y="133350"/>
                </a:lnTo>
                <a:lnTo>
                  <a:pt x="161925" y="133350"/>
                </a:lnTo>
                <a:close/>
                <a:moveTo>
                  <a:pt x="285750" y="123825"/>
                </a:moveTo>
                <a:lnTo>
                  <a:pt x="295275" y="123825"/>
                </a:lnTo>
                <a:lnTo>
                  <a:pt x="295275" y="133350"/>
                </a:lnTo>
                <a:lnTo>
                  <a:pt x="285750" y="133350"/>
                </a:lnTo>
                <a:close/>
                <a:moveTo>
                  <a:pt x="381000" y="123825"/>
                </a:moveTo>
                <a:lnTo>
                  <a:pt x="390525" y="123825"/>
                </a:lnTo>
                <a:lnTo>
                  <a:pt x="390525" y="552450"/>
                </a:lnTo>
                <a:lnTo>
                  <a:pt x="381000" y="552450"/>
                </a:lnTo>
                <a:close/>
                <a:moveTo>
                  <a:pt x="409575" y="485775"/>
                </a:moveTo>
                <a:lnTo>
                  <a:pt x="419100" y="485775"/>
                </a:lnTo>
                <a:lnTo>
                  <a:pt x="419100" y="523875"/>
                </a:lnTo>
                <a:lnTo>
                  <a:pt x="409575" y="523875"/>
                </a:lnTo>
                <a:close/>
                <a:moveTo>
                  <a:pt x="381000" y="581025"/>
                </a:moveTo>
                <a:lnTo>
                  <a:pt x="390525" y="581025"/>
                </a:lnTo>
                <a:lnTo>
                  <a:pt x="390525" y="590550"/>
                </a:lnTo>
                <a:lnTo>
                  <a:pt x="381000" y="590550"/>
                </a:lnTo>
                <a:close/>
                <a:moveTo>
                  <a:pt x="371475" y="600075"/>
                </a:moveTo>
                <a:lnTo>
                  <a:pt x="381000" y="600075"/>
                </a:lnTo>
                <a:lnTo>
                  <a:pt x="381000" y="609600"/>
                </a:lnTo>
                <a:lnTo>
                  <a:pt x="371475" y="609600"/>
                </a:lnTo>
                <a:close/>
                <a:moveTo>
                  <a:pt x="361950" y="609600"/>
                </a:moveTo>
                <a:lnTo>
                  <a:pt x="371475" y="609600"/>
                </a:lnTo>
                <a:lnTo>
                  <a:pt x="371475" y="619125"/>
                </a:lnTo>
                <a:lnTo>
                  <a:pt x="361950" y="619125"/>
                </a:lnTo>
                <a:close/>
                <a:moveTo>
                  <a:pt x="57150" y="619125"/>
                </a:moveTo>
                <a:lnTo>
                  <a:pt x="66675" y="619125"/>
                </a:lnTo>
                <a:lnTo>
                  <a:pt x="66675" y="628650"/>
                </a:lnTo>
                <a:lnTo>
                  <a:pt x="57150" y="628650"/>
                </a:lnTo>
                <a:close/>
                <a:moveTo>
                  <a:pt x="114300" y="619125"/>
                </a:moveTo>
                <a:lnTo>
                  <a:pt x="295275" y="619125"/>
                </a:lnTo>
                <a:lnTo>
                  <a:pt x="295275" y="628650"/>
                </a:lnTo>
                <a:lnTo>
                  <a:pt x="114300" y="628650"/>
                </a:lnTo>
                <a:close/>
                <a:moveTo>
                  <a:pt x="342900" y="619125"/>
                </a:moveTo>
                <a:lnTo>
                  <a:pt x="352425" y="619125"/>
                </a:lnTo>
                <a:lnTo>
                  <a:pt x="352425" y="628650"/>
                </a:lnTo>
                <a:lnTo>
                  <a:pt x="342900" y="628650"/>
                </a:lnTo>
                <a:close/>
                <a:moveTo>
                  <a:pt x="390525" y="619125"/>
                </a:moveTo>
                <a:lnTo>
                  <a:pt x="400050" y="619125"/>
                </a:lnTo>
                <a:lnTo>
                  <a:pt x="400050" y="628650"/>
                </a:lnTo>
                <a:lnTo>
                  <a:pt x="390525" y="628650"/>
                </a:lnTo>
                <a:close/>
                <a:moveTo>
                  <a:pt x="66675" y="628650"/>
                </a:moveTo>
                <a:lnTo>
                  <a:pt x="76200" y="628650"/>
                </a:lnTo>
                <a:lnTo>
                  <a:pt x="76200" y="638175"/>
                </a:lnTo>
                <a:lnTo>
                  <a:pt x="66675" y="638175"/>
                </a:lnTo>
                <a:close/>
                <a:moveTo>
                  <a:pt x="381000" y="628650"/>
                </a:moveTo>
                <a:lnTo>
                  <a:pt x="390525" y="628650"/>
                </a:lnTo>
                <a:lnTo>
                  <a:pt x="390525" y="638175"/>
                </a:lnTo>
                <a:lnTo>
                  <a:pt x="381000" y="638175"/>
                </a:lnTo>
                <a:close/>
              </a:path>
            </a:pathLst>
          </a:custGeom>
          <a:solidFill xmlns:a="http://schemas.openxmlformats.org/drawingml/2006/main">
            <a:srgbClr val="405556"/>
          </a:solidFill>
          <a:ln xmlns:a="http://schemas.openxmlformats.org/drawingml/2006/main" w="0">
            <a:noFill/>
          </a:ln>
        </p:spPr>
      </p:sp>
      <p:sp>
        <p:nvSpPr>
          <p:cNvPr id="31" name="mobile vector #284043">
            <a:extLst xmlns:a="http://schemas.openxmlformats.org/drawingml/2006/main">
              <a:ext uri="{FF2B5EF4-FFF2-40B4-BE49-F238E27FC236}">
                <a16:creationId xmlns:a16="http://schemas.microsoft.com/office/drawing/2014/main" id="{304030D3-A290-4FB8-9ED1-F8CBEC968DE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000250" y="1524000"/>
            <a:ext cx="457200" cy="685800"/>
          </a:xfrm>
          <a:custGeom xmlns:a="http://schemas.openxmlformats.org/drawingml/2006/main">
            <a:pathLst>
              <a:path w="457200" h="685800">
                <a:moveTo>
                  <a:pt x="85725" y="66675"/>
                </a:moveTo>
                <a:lnTo>
                  <a:pt x="95250" y="66675"/>
                </a:lnTo>
                <a:lnTo>
                  <a:pt x="95250" y="76200"/>
                </a:lnTo>
                <a:lnTo>
                  <a:pt x="85725" y="76200"/>
                </a:lnTo>
                <a:close/>
                <a:moveTo>
                  <a:pt x="352425" y="66675"/>
                </a:moveTo>
                <a:lnTo>
                  <a:pt x="371475" y="66675"/>
                </a:lnTo>
                <a:lnTo>
                  <a:pt x="371475" y="76200"/>
                </a:lnTo>
                <a:lnTo>
                  <a:pt x="390525" y="76200"/>
                </a:lnTo>
                <a:lnTo>
                  <a:pt x="390525" y="85725"/>
                </a:lnTo>
                <a:lnTo>
                  <a:pt x="400050" y="85725"/>
                </a:lnTo>
                <a:lnTo>
                  <a:pt x="400050" y="104775"/>
                </a:lnTo>
                <a:lnTo>
                  <a:pt x="409575" y="104775"/>
                </a:lnTo>
                <a:lnTo>
                  <a:pt x="409575" y="133350"/>
                </a:lnTo>
                <a:lnTo>
                  <a:pt x="390525" y="133350"/>
                </a:lnTo>
                <a:lnTo>
                  <a:pt x="390525" y="123825"/>
                </a:lnTo>
                <a:lnTo>
                  <a:pt x="381000" y="123825"/>
                </a:lnTo>
                <a:lnTo>
                  <a:pt x="381000" y="104775"/>
                </a:lnTo>
                <a:lnTo>
                  <a:pt x="371475" y="104775"/>
                </a:lnTo>
                <a:lnTo>
                  <a:pt x="371475" y="95250"/>
                </a:lnTo>
                <a:lnTo>
                  <a:pt x="352425" y="95250"/>
                </a:lnTo>
                <a:lnTo>
                  <a:pt x="352425" y="85725"/>
                </a:lnTo>
                <a:lnTo>
                  <a:pt x="361950" y="85725"/>
                </a:lnTo>
                <a:lnTo>
                  <a:pt x="361950" y="76200"/>
                </a:lnTo>
                <a:lnTo>
                  <a:pt x="352425" y="76200"/>
                </a:lnTo>
                <a:close/>
                <a:moveTo>
                  <a:pt x="66675" y="85725"/>
                </a:moveTo>
                <a:lnTo>
                  <a:pt x="76200" y="85725"/>
                </a:lnTo>
                <a:lnTo>
                  <a:pt x="76200" y="95250"/>
                </a:lnTo>
                <a:lnTo>
                  <a:pt x="66675" y="95250"/>
                </a:lnTo>
                <a:close/>
                <a:moveTo>
                  <a:pt x="95250" y="85725"/>
                </a:moveTo>
                <a:lnTo>
                  <a:pt x="114300" y="85725"/>
                </a:lnTo>
                <a:lnTo>
                  <a:pt x="114300" y="95250"/>
                </a:lnTo>
                <a:lnTo>
                  <a:pt x="95250" y="95250"/>
                </a:lnTo>
                <a:close/>
                <a:moveTo>
                  <a:pt x="57150" y="95250"/>
                </a:moveTo>
                <a:lnTo>
                  <a:pt x="66675" y="95250"/>
                </a:lnTo>
                <a:lnTo>
                  <a:pt x="66675" y="114300"/>
                </a:lnTo>
                <a:lnTo>
                  <a:pt x="57150" y="114300"/>
                </a:lnTo>
                <a:lnTo>
                  <a:pt x="57150" y="533400"/>
                </a:lnTo>
                <a:lnTo>
                  <a:pt x="66675" y="533400"/>
                </a:lnTo>
                <a:lnTo>
                  <a:pt x="66675" y="114300"/>
                </a:lnTo>
                <a:lnTo>
                  <a:pt x="76200" y="114300"/>
                </a:lnTo>
                <a:lnTo>
                  <a:pt x="76200" y="95250"/>
                </a:lnTo>
                <a:lnTo>
                  <a:pt x="95250" y="95250"/>
                </a:lnTo>
                <a:lnTo>
                  <a:pt x="95250" y="104775"/>
                </a:lnTo>
                <a:lnTo>
                  <a:pt x="85725" y="104775"/>
                </a:lnTo>
                <a:lnTo>
                  <a:pt x="85725" y="114300"/>
                </a:lnTo>
                <a:lnTo>
                  <a:pt x="76200" y="114300"/>
                </a:lnTo>
                <a:lnTo>
                  <a:pt x="76200" y="600075"/>
                </a:lnTo>
                <a:lnTo>
                  <a:pt x="85725" y="600075"/>
                </a:lnTo>
                <a:lnTo>
                  <a:pt x="85725" y="609600"/>
                </a:lnTo>
                <a:lnTo>
                  <a:pt x="95250" y="609600"/>
                </a:lnTo>
                <a:lnTo>
                  <a:pt x="95250" y="619125"/>
                </a:lnTo>
                <a:lnTo>
                  <a:pt x="114300" y="619125"/>
                </a:lnTo>
                <a:lnTo>
                  <a:pt x="114300" y="628650"/>
                </a:lnTo>
                <a:lnTo>
                  <a:pt x="95250" y="628650"/>
                </a:lnTo>
                <a:lnTo>
                  <a:pt x="95250" y="638175"/>
                </a:lnTo>
                <a:lnTo>
                  <a:pt x="104775" y="638175"/>
                </a:lnTo>
                <a:lnTo>
                  <a:pt x="104775" y="647700"/>
                </a:lnTo>
                <a:lnTo>
                  <a:pt x="85725" y="647700"/>
                </a:lnTo>
                <a:lnTo>
                  <a:pt x="85725" y="638175"/>
                </a:lnTo>
                <a:lnTo>
                  <a:pt x="76200" y="638175"/>
                </a:lnTo>
                <a:lnTo>
                  <a:pt x="76200" y="628650"/>
                </a:lnTo>
                <a:lnTo>
                  <a:pt x="66675" y="628650"/>
                </a:lnTo>
                <a:lnTo>
                  <a:pt x="66675" y="619125"/>
                </a:lnTo>
                <a:lnTo>
                  <a:pt x="57150" y="619125"/>
                </a:lnTo>
                <a:lnTo>
                  <a:pt x="57150" y="609600"/>
                </a:lnTo>
                <a:lnTo>
                  <a:pt x="47625" y="609600"/>
                </a:lnTo>
                <a:lnTo>
                  <a:pt x="47625" y="104775"/>
                </a:lnTo>
                <a:lnTo>
                  <a:pt x="57150" y="104775"/>
                </a:lnTo>
                <a:close/>
                <a:moveTo>
                  <a:pt x="266700" y="561975"/>
                </a:moveTo>
                <a:lnTo>
                  <a:pt x="276225" y="561975"/>
                </a:lnTo>
                <a:lnTo>
                  <a:pt x="276225" y="571500"/>
                </a:lnTo>
                <a:lnTo>
                  <a:pt x="266700" y="571500"/>
                </a:lnTo>
                <a:close/>
                <a:moveTo>
                  <a:pt x="257175" y="571500"/>
                </a:moveTo>
                <a:lnTo>
                  <a:pt x="266700" y="571500"/>
                </a:lnTo>
                <a:lnTo>
                  <a:pt x="266700" y="581025"/>
                </a:lnTo>
                <a:lnTo>
                  <a:pt x="257175" y="581025"/>
                </a:lnTo>
                <a:close/>
                <a:moveTo>
                  <a:pt x="57150" y="590550"/>
                </a:moveTo>
                <a:lnTo>
                  <a:pt x="66675" y="590550"/>
                </a:lnTo>
                <a:lnTo>
                  <a:pt x="66675" y="581025"/>
                </a:lnTo>
                <a:lnTo>
                  <a:pt x="57150" y="581025"/>
                </a:lnTo>
                <a:close/>
                <a:moveTo>
                  <a:pt x="381000" y="590550"/>
                </a:moveTo>
                <a:lnTo>
                  <a:pt x="390525" y="590550"/>
                </a:lnTo>
                <a:lnTo>
                  <a:pt x="390525" y="600075"/>
                </a:lnTo>
                <a:lnTo>
                  <a:pt x="400050" y="600075"/>
                </a:lnTo>
                <a:lnTo>
                  <a:pt x="400050" y="590550"/>
                </a:lnTo>
                <a:lnTo>
                  <a:pt x="409575" y="590550"/>
                </a:lnTo>
                <a:lnTo>
                  <a:pt x="409575" y="609600"/>
                </a:lnTo>
                <a:lnTo>
                  <a:pt x="400050" y="609600"/>
                </a:lnTo>
                <a:lnTo>
                  <a:pt x="400050" y="619125"/>
                </a:lnTo>
                <a:lnTo>
                  <a:pt x="390525" y="619125"/>
                </a:lnTo>
                <a:lnTo>
                  <a:pt x="390525" y="628650"/>
                </a:lnTo>
                <a:lnTo>
                  <a:pt x="381000" y="628650"/>
                </a:lnTo>
                <a:lnTo>
                  <a:pt x="381000" y="638175"/>
                </a:lnTo>
                <a:lnTo>
                  <a:pt x="371475" y="638175"/>
                </a:lnTo>
                <a:lnTo>
                  <a:pt x="371475" y="647700"/>
                </a:lnTo>
                <a:lnTo>
                  <a:pt x="352425" y="647700"/>
                </a:lnTo>
                <a:lnTo>
                  <a:pt x="352425" y="638175"/>
                </a:lnTo>
                <a:lnTo>
                  <a:pt x="361950" y="638175"/>
                </a:lnTo>
                <a:lnTo>
                  <a:pt x="361950" y="628650"/>
                </a:lnTo>
                <a:lnTo>
                  <a:pt x="352425" y="628650"/>
                </a:lnTo>
                <a:lnTo>
                  <a:pt x="352425" y="619125"/>
                </a:lnTo>
                <a:lnTo>
                  <a:pt x="371475" y="619125"/>
                </a:lnTo>
                <a:lnTo>
                  <a:pt x="371475" y="609600"/>
                </a:lnTo>
                <a:lnTo>
                  <a:pt x="381000" y="609600"/>
                </a:lnTo>
                <a:close/>
              </a:path>
            </a:pathLst>
          </a:custGeom>
          <a:solidFill xmlns:a="http://schemas.openxmlformats.org/drawingml/2006/main">
            <a:srgbClr val="284043"/>
          </a:solidFill>
          <a:ln xmlns:a="http://schemas.openxmlformats.org/drawingml/2006/main" w="0">
            <a:noFill/>
          </a:ln>
        </p:spPr>
      </p:sp>
      <p:sp>
        <p:nvSpPr>
          <p:cNvPr id="32" name="mobile vector #233a3d">
            <a:extLst xmlns:a="http://schemas.openxmlformats.org/drawingml/2006/main">
              <a:ext uri="{FF2B5EF4-FFF2-40B4-BE49-F238E27FC236}">
                <a16:creationId xmlns:a16="http://schemas.microsoft.com/office/drawing/2014/main" id="{AFF0D903-3F8A-4481-8721-6A65B5D408D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000250" y="1524000"/>
            <a:ext cx="457200" cy="685800"/>
          </a:xfrm>
          <a:custGeom xmlns:a="http://schemas.openxmlformats.org/drawingml/2006/main">
            <a:pathLst>
              <a:path w="457200" h="685800">
                <a:moveTo>
                  <a:pt x="95250" y="66675"/>
                </a:moveTo>
                <a:lnTo>
                  <a:pt x="114300" y="66675"/>
                </a:lnTo>
                <a:lnTo>
                  <a:pt x="114300" y="76200"/>
                </a:lnTo>
                <a:lnTo>
                  <a:pt x="104775" y="76200"/>
                </a:lnTo>
                <a:lnTo>
                  <a:pt x="104775" y="85725"/>
                </a:lnTo>
                <a:lnTo>
                  <a:pt x="95250" y="85725"/>
                </a:lnTo>
                <a:lnTo>
                  <a:pt x="95250" y="95250"/>
                </a:lnTo>
                <a:lnTo>
                  <a:pt x="76200" y="95250"/>
                </a:lnTo>
                <a:lnTo>
                  <a:pt x="76200" y="76200"/>
                </a:lnTo>
                <a:lnTo>
                  <a:pt x="95250" y="76200"/>
                </a:lnTo>
                <a:close/>
                <a:moveTo>
                  <a:pt x="142875" y="66675"/>
                </a:moveTo>
                <a:lnTo>
                  <a:pt x="323850" y="66675"/>
                </a:lnTo>
                <a:lnTo>
                  <a:pt x="323850" y="85725"/>
                </a:lnTo>
                <a:lnTo>
                  <a:pt x="142875" y="85725"/>
                </a:lnTo>
                <a:close/>
                <a:moveTo>
                  <a:pt x="333375" y="66675"/>
                </a:moveTo>
                <a:lnTo>
                  <a:pt x="352425" y="66675"/>
                </a:lnTo>
                <a:lnTo>
                  <a:pt x="352425" y="76200"/>
                </a:lnTo>
                <a:lnTo>
                  <a:pt x="361950" y="76200"/>
                </a:lnTo>
                <a:lnTo>
                  <a:pt x="361950" y="85725"/>
                </a:lnTo>
                <a:lnTo>
                  <a:pt x="333375" y="85725"/>
                </a:lnTo>
                <a:close/>
                <a:moveTo>
                  <a:pt x="66675" y="95250"/>
                </a:moveTo>
                <a:lnTo>
                  <a:pt x="76200" y="95250"/>
                </a:lnTo>
                <a:lnTo>
                  <a:pt x="76200" y="114300"/>
                </a:lnTo>
                <a:lnTo>
                  <a:pt x="66675" y="114300"/>
                </a:lnTo>
                <a:close/>
                <a:moveTo>
                  <a:pt x="57150" y="114300"/>
                </a:moveTo>
                <a:lnTo>
                  <a:pt x="66675" y="114300"/>
                </a:lnTo>
                <a:lnTo>
                  <a:pt x="66675" y="123825"/>
                </a:lnTo>
                <a:lnTo>
                  <a:pt x="57150" y="123825"/>
                </a:lnTo>
                <a:close/>
                <a:moveTo>
                  <a:pt x="390525" y="133350"/>
                </a:moveTo>
                <a:lnTo>
                  <a:pt x="409575" y="133350"/>
                </a:lnTo>
                <a:lnTo>
                  <a:pt x="409575" y="161925"/>
                </a:lnTo>
                <a:lnTo>
                  <a:pt x="390525" y="161925"/>
                </a:lnTo>
                <a:close/>
                <a:moveTo>
                  <a:pt x="57150" y="142875"/>
                </a:moveTo>
                <a:lnTo>
                  <a:pt x="66675" y="142875"/>
                </a:lnTo>
                <a:lnTo>
                  <a:pt x="66675" y="533400"/>
                </a:lnTo>
                <a:lnTo>
                  <a:pt x="57150" y="533400"/>
                </a:lnTo>
                <a:close/>
                <a:moveTo>
                  <a:pt x="390525" y="200025"/>
                </a:moveTo>
                <a:lnTo>
                  <a:pt x="409575" y="200025"/>
                </a:lnTo>
                <a:lnTo>
                  <a:pt x="409575" y="590550"/>
                </a:lnTo>
                <a:lnTo>
                  <a:pt x="400050" y="590550"/>
                </a:lnTo>
                <a:lnTo>
                  <a:pt x="400050" y="600075"/>
                </a:lnTo>
                <a:lnTo>
                  <a:pt x="390525" y="600075"/>
                </a:lnTo>
                <a:close/>
                <a:moveTo>
                  <a:pt x="190500" y="552450"/>
                </a:moveTo>
                <a:lnTo>
                  <a:pt x="266700" y="552450"/>
                </a:lnTo>
                <a:lnTo>
                  <a:pt x="266700" y="561975"/>
                </a:lnTo>
                <a:lnTo>
                  <a:pt x="190500" y="561975"/>
                </a:lnTo>
                <a:close/>
                <a:moveTo>
                  <a:pt x="190500" y="571500"/>
                </a:moveTo>
                <a:lnTo>
                  <a:pt x="257175" y="571500"/>
                </a:lnTo>
                <a:lnTo>
                  <a:pt x="257175" y="581025"/>
                </a:lnTo>
                <a:lnTo>
                  <a:pt x="190500" y="581025"/>
                </a:lnTo>
                <a:close/>
                <a:moveTo>
                  <a:pt x="57150" y="581025"/>
                </a:moveTo>
                <a:lnTo>
                  <a:pt x="66675" y="581025"/>
                </a:lnTo>
                <a:lnTo>
                  <a:pt x="66675" y="590550"/>
                </a:lnTo>
                <a:lnTo>
                  <a:pt x="57150" y="590550"/>
                </a:lnTo>
                <a:close/>
                <a:moveTo>
                  <a:pt x="95250" y="628650"/>
                </a:moveTo>
                <a:lnTo>
                  <a:pt x="114300" y="628650"/>
                </a:lnTo>
                <a:lnTo>
                  <a:pt x="114300" y="647700"/>
                </a:lnTo>
                <a:lnTo>
                  <a:pt x="104775" y="647700"/>
                </a:lnTo>
                <a:lnTo>
                  <a:pt x="104775" y="638175"/>
                </a:lnTo>
                <a:lnTo>
                  <a:pt x="95250" y="638175"/>
                </a:lnTo>
                <a:close/>
                <a:moveTo>
                  <a:pt x="323850" y="628650"/>
                </a:moveTo>
                <a:lnTo>
                  <a:pt x="361950" y="628650"/>
                </a:lnTo>
                <a:lnTo>
                  <a:pt x="361950" y="638175"/>
                </a:lnTo>
                <a:lnTo>
                  <a:pt x="352425" y="638175"/>
                </a:lnTo>
                <a:lnTo>
                  <a:pt x="352425" y="647700"/>
                </a:lnTo>
                <a:lnTo>
                  <a:pt x="323850" y="647700"/>
                </a:lnTo>
                <a:close/>
              </a:path>
            </a:pathLst>
          </a:custGeom>
          <a:solidFill xmlns:a="http://schemas.openxmlformats.org/drawingml/2006/main">
            <a:srgbClr val="233A3D"/>
          </a:solidFill>
          <a:ln xmlns:a="http://schemas.openxmlformats.org/drawingml/2006/main" w="0">
            <a:noFill/>
          </a:ln>
        </p:spPr>
      </p:sp>
      <p:sp>
        <p:nvSpPr>
          <p:cNvPr id="33" name="mobile vector #1f3538">
            <a:extLst xmlns:a="http://schemas.openxmlformats.org/drawingml/2006/main">
              <a:ext uri="{FF2B5EF4-FFF2-40B4-BE49-F238E27FC236}">
                <a16:creationId xmlns:a16="http://schemas.microsoft.com/office/drawing/2014/main" id="{FCC53B9B-4350-4572-9269-CB932FBC6FB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000250" y="1524000"/>
            <a:ext cx="457200" cy="685800"/>
          </a:xfrm>
          <a:custGeom xmlns:a="http://schemas.openxmlformats.org/drawingml/2006/main">
            <a:pathLst>
              <a:path w="457200" h="685800">
                <a:moveTo>
                  <a:pt x="114300" y="66675"/>
                </a:moveTo>
                <a:lnTo>
                  <a:pt x="142875" y="66675"/>
                </a:lnTo>
                <a:lnTo>
                  <a:pt x="142875" y="85725"/>
                </a:lnTo>
                <a:lnTo>
                  <a:pt x="104775" y="85725"/>
                </a:lnTo>
                <a:lnTo>
                  <a:pt x="104775" y="76200"/>
                </a:lnTo>
                <a:lnTo>
                  <a:pt x="114300" y="76200"/>
                </a:lnTo>
                <a:close/>
                <a:moveTo>
                  <a:pt x="323850" y="66675"/>
                </a:moveTo>
                <a:lnTo>
                  <a:pt x="333375" y="66675"/>
                </a:lnTo>
                <a:lnTo>
                  <a:pt x="333375" y="85725"/>
                </a:lnTo>
                <a:lnTo>
                  <a:pt x="323850" y="85725"/>
                </a:lnTo>
                <a:close/>
                <a:moveTo>
                  <a:pt x="57150" y="123825"/>
                </a:moveTo>
                <a:lnTo>
                  <a:pt x="66675" y="123825"/>
                </a:lnTo>
                <a:lnTo>
                  <a:pt x="66675" y="142875"/>
                </a:lnTo>
                <a:lnTo>
                  <a:pt x="57150" y="142875"/>
                </a:lnTo>
                <a:close/>
                <a:moveTo>
                  <a:pt x="171450" y="123825"/>
                </a:moveTo>
                <a:lnTo>
                  <a:pt x="285750" y="123825"/>
                </a:lnTo>
                <a:lnTo>
                  <a:pt x="285750" y="142875"/>
                </a:lnTo>
                <a:lnTo>
                  <a:pt x="171450" y="142875"/>
                </a:lnTo>
                <a:close/>
                <a:moveTo>
                  <a:pt x="390525" y="161925"/>
                </a:moveTo>
                <a:lnTo>
                  <a:pt x="409575" y="161925"/>
                </a:lnTo>
                <a:lnTo>
                  <a:pt x="409575" y="200025"/>
                </a:lnTo>
                <a:lnTo>
                  <a:pt x="390525" y="200025"/>
                </a:lnTo>
                <a:close/>
                <a:moveTo>
                  <a:pt x="180975" y="561975"/>
                </a:moveTo>
                <a:lnTo>
                  <a:pt x="266700" y="561975"/>
                </a:lnTo>
                <a:lnTo>
                  <a:pt x="266700" y="571500"/>
                </a:lnTo>
                <a:lnTo>
                  <a:pt x="180975" y="571500"/>
                </a:lnTo>
                <a:close/>
                <a:moveTo>
                  <a:pt x="114300" y="628650"/>
                </a:moveTo>
                <a:lnTo>
                  <a:pt x="323850" y="628650"/>
                </a:lnTo>
                <a:lnTo>
                  <a:pt x="323850" y="647700"/>
                </a:lnTo>
                <a:lnTo>
                  <a:pt x="114300" y="647700"/>
                </a:lnTo>
                <a:close/>
              </a:path>
            </a:pathLst>
          </a:custGeom>
          <a:solidFill xmlns:a="http://schemas.openxmlformats.org/drawingml/2006/main">
            <a:srgbClr val="1F3538"/>
          </a:solidFill>
          <a:ln xmlns:a="http://schemas.openxmlformats.org/drawingml/2006/main" w="0">
            <a:noFill/>
          </a:ln>
        </p:spPr>
      </p:sp>
      <p:sp>
        <p:nvSpPr>
          <p:cNvPr id="34" name="server vector #f2f5ee">
            <a:extLst xmlns:a="http://schemas.openxmlformats.org/drawingml/2006/main">
              <a:ext uri="{FF2B5EF4-FFF2-40B4-BE49-F238E27FC236}">
                <a16:creationId xmlns:a16="http://schemas.microsoft.com/office/drawing/2014/main" id="{595849B0-536D-40EC-A175-E604EC5766A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143625" y="1524000"/>
            <a:ext cx="790575" cy="704850"/>
          </a:xfrm>
          <a:custGeom xmlns:a="http://schemas.openxmlformats.org/drawingml/2006/main">
            <a:pathLst>
              <a:path w="790575" h="704850">
                <a:moveTo>
                  <a:pt x="123825" y="142875"/>
                </a:moveTo>
                <a:lnTo>
                  <a:pt x="133350" y="142875"/>
                </a:lnTo>
                <a:lnTo>
                  <a:pt x="133350" y="161925"/>
                </a:lnTo>
                <a:lnTo>
                  <a:pt x="123825" y="161925"/>
                </a:lnTo>
                <a:close/>
                <a:moveTo>
                  <a:pt x="190500" y="152400"/>
                </a:moveTo>
                <a:lnTo>
                  <a:pt x="209550" y="152400"/>
                </a:lnTo>
                <a:lnTo>
                  <a:pt x="209550" y="161925"/>
                </a:lnTo>
                <a:lnTo>
                  <a:pt x="190500" y="161925"/>
                </a:lnTo>
                <a:close/>
                <a:moveTo>
                  <a:pt x="152400" y="266700"/>
                </a:moveTo>
                <a:lnTo>
                  <a:pt x="171450" y="266700"/>
                </a:lnTo>
                <a:lnTo>
                  <a:pt x="171450" y="276225"/>
                </a:lnTo>
                <a:lnTo>
                  <a:pt x="152400" y="276225"/>
                </a:lnTo>
                <a:close/>
                <a:moveTo>
                  <a:pt x="114300" y="285750"/>
                </a:moveTo>
                <a:lnTo>
                  <a:pt x="133350" y="285750"/>
                </a:lnTo>
                <a:lnTo>
                  <a:pt x="133350" y="295275"/>
                </a:lnTo>
                <a:lnTo>
                  <a:pt x="142875" y="295275"/>
                </a:lnTo>
                <a:lnTo>
                  <a:pt x="142875" y="333375"/>
                </a:lnTo>
                <a:lnTo>
                  <a:pt x="133350" y="333375"/>
                </a:lnTo>
                <a:lnTo>
                  <a:pt x="133350" y="352425"/>
                </a:lnTo>
                <a:lnTo>
                  <a:pt x="123825" y="352425"/>
                </a:lnTo>
                <a:lnTo>
                  <a:pt x="123825" y="342900"/>
                </a:lnTo>
                <a:lnTo>
                  <a:pt x="114300" y="342900"/>
                </a:lnTo>
                <a:close/>
                <a:moveTo>
                  <a:pt x="190500" y="295275"/>
                </a:moveTo>
                <a:lnTo>
                  <a:pt x="200025" y="295275"/>
                </a:lnTo>
                <a:lnTo>
                  <a:pt x="200025" y="304800"/>
                </a:lnTo>
                <a:lnTo>
                  <a:pt x="209550" y="304800"/>
                </a:lnTo>
                <a:lnTo>
                  <a:pt x="209550" y="314325"/>
                </a:lnTo>
                <a:lnTo>
                  <a:pt x="190500" y="314325"/>
                </a:lnTo>
                <a:close/>
                <a:moveTo>
                  <a:pt x="628650" y="304800"/>
                </a:moveTo>
                <a:lnTo>
                  <a:pt x="657225" y="304800"/>
                </a:lnTo>
                <a:lnTo>
                  <a:pt x="657225" y="314325"/>
                </a:lnTo>
                <a:lnTo>
                  <a:pt x="666750" y="314325"/>
                </a:lnTo>
                <a:lnTo>
                  <a:pt x="666750" y="333375"/>
                </a:lnTo>
                <a:lnTo>
                  <a:pt x="647700" y="333375"/>
                </a:lnTo>
                <a:lnTo>
                  <a:pt x="647700" y="342900"/>
                </a:lnTo>
                <a:lnTo>
                  <a:pt x="628650" y="342900"/>
                </a:lnTo>
                <a:close/>
                <a:moveTo>
                  <a:pt x="152400" y="342900"/>
                </a:moveTo>
                <a:lnTo>
                  <a:pt x="171450" y="342900"/>
                </a:lnTo>
                <a:lnTo>
                  <a:pt x="171450" y="352425"/>
                </a:lnTo>
                <a:lnTo>
                  <a:pt x="152400" y="352425"/>
                </a:lnTo>
                <a:close/>
                <a:moveTo>
                  <a:pt x="571500" y="361950"/>
                </a:moveTo>
                <a:lnTo>
                  <a:pt x="581025" y="361950"/>
                </a:lnTo>
                <a:lnTo>
                  <a:pt x="581025" y="371475"/>
                </a:lnTo>
                <a:lnTo>
                  <a:pt x="590550" y="371475"/>
                </a:lnTo>
                <a:lnTo>
                  <a:pt x="590550" y="381000"/>
                </a:lnTo>
                <a:lnTo>
                  <a:pt x="609600" y="381000"/>
                </a:lnTo>
                <a:lnTo>
                  <a:pt x="609600" y="390525"/>
                </a:lnTo>
                <a:lnTo>
                  <a:pt x="657225" y="390525"/>
                </a:lnTo>
                <a:lnTo>
                  <a:pt x="657225" y="400050"/>
                </a:lnTo>
                <a:lnTo>
                  <a:pt x="666750" y="400050"/>
                </a:lnTo>
                <a:lnTo>
                  <a:pt x="666750" y="409575"/>
                </a:lnTo>
                <a:lnTo>
                  <a:pt x="657225" y="409575"/>
                </a:lnTo>
                <a:lnTo>
                  <a:pt x="657225" y="419100"/>
                </a:lnTo>
                <a:lnTo>
                  <a:pt x="666750" y="419100"/>
                </a:lnTo>
                <a:lnTo>
                  <a:pt x="666750" y="447675"/>
                </a:lnTo>
                <a:lnTo>
                  <a:pt x="676275" y="447675"/>
                </a:lnTo>
                <a:lnTo>
                  <a:pt x="676275" y="466725"/>
                </a:lnTo>
                <a:lnTo>
                  <a:pt x="685800" y="466725"/>
                </a:lnTo>
                <a:lnTo>
                  <a:pt x="685800" y="476250"/>
                </a:lnTo>
                <a:lnTo>
                  <a:pt x="704850" y="476250"/>
                </a:lnTo>
                <a:lnTo>
                  <a:pt x="704850" y="485775"/>
                </a:lnTo>
                <a:lnTo>
                  <a:pt x="647700" y="485775"/>
                </a:lnTo>
                <a:lnTo>
                  <a:pt x="647700" y="457200"/>
                </a:lnTo>
                <a:lnTo>
                  <a:pt x="638175" y="457200"/>
                </a:lnTo>
                <a:lnTo>
                  <a:pt x="638175" y="438150"/>
                </a:lnTo>
                <a:lnTo>
                  <a:pt x="628650" y="438150"/>
                </a:lnTo>
                <a:lnTo>
                  <a:pt x="628650" y="428625"/>
                </a:lnTo>
                <a:lnTo>
                  <a:pt x="619125" y="428625"/>
                </a:lnTo>
                <a:lnTo>
                  <a:pt x="619125" y="419100"/>
                </a:lnTo>
                <a:lnTo>
                  <a:pt x="609600" y="419100"/>
                </a:lnTo>
                <a:lnTo>
                  <a:pt x="609600" y="409575"/>
                </a:lnTo>
                <a:lnTo>
                  <a:pt x="533400" y="409575"/>
                </a:lnTo>
                <a:lnTo>
                  <a:pt x="533400" y="400050"/>
                </a:lnTo>
                <a:lnTo>
                  <a:pt x="542925" y="400050"/>
                </a:lnTo>
                <a:lnTo>
                  <a:pt x="542925" y="390525"/>
                </a:lnTo>
                <a:lnTo>
                  <a:pt x="552450" y="390525"/>
                </a:lnTo>
                <a:lnTo>
                  <a:pt x="552450" y="381000"/>
                </a:lnTo>
                <a:lnTo>
                  <a:pt x="561975" y="381000"/>
                </a:lnTo>
                <a:lnTo>
                  <a:pt x="561975" y="371475"/>
                </a:lnTo>
                <a:lnTo>
                  <a:pt x="571500" y="371475"/>
                </a:lnTo>
                <a:close/>
                <a:moveTo>
                  <a:pt x="66675" y="371475"/>
                </a:moveTo>
                <a:lnTo>
                  <a:pt x="76200" y="371475"/>
                </a:lnTo>
                <a:lnTo>
                  <a:pt x="76200" y="409575"/>
                </a:lnTo>
                <a:lnTo>
                  <a:pt x="66675" y="409575"/>
                </a:lnTo>
                <a:close/>
                <a:moveTo>
                  <a:pt x="419100" y="371475"/>
                </a:moveTo>
                <a:lnTo>
                  <a:pt x="428625" y="371475"/>
                </a:lnTo>
                <a:lnTo>
                  <a:pt x="428625" y="390525"/>
                </a:lnTo>
                <a:lnTo>
                  <a:pt x="409575" y="390525"/>
                </a:lnTo>
                <a:lnTo>
                  <a:pt x="409575" y="381000"/>
                </a:lnTo>
                <a:lnTo>
                  <a:pt x="419100" y="381000"/>
                </a:lnTo>
                <a:close/>
                <a:moveTo>
                  <a:pt x="723900" y="400050"/>
                </a:moveTo>
                <a:lnTo>
                  <a:pt x="733425" y="400050"/>
                </a:lnTo>
                <a:lnTo>
                  <a:pt x="733425" y="409575"/>
                </a:lnTo>
                <a:lnTo>
                  <a:pt x="742950" y="409575"/>
                </a:lnTo>
                <a:lnTo>
                  <a:pt x="742950" y="438150"/>
                </a:lnTo>
                <a:lnTo>
                  <a:pt x="733425" y="438150"/>
                </a:lnTo>
                <a:lnTo>
                  <a:pt x="733425" y="428625"/>
                </a:lnTo>
                <a:lnTo>
                  <a:pt x="714375" y="428625"/>
                </a:lnTo>
                <a:lnTo>
                  <a:pt x="714375" y="409575"/>
                </a:lnTo>
                <a:lnTo>
                  <a:pt x="723900" y="409575"/>
                </a:lnTo>
                <a:close/>
                <a:moveTo>
                  <a:pt x="123825" y="419100"/>
                </a:moveTo>
                <a:lnTo>
                  <a:pt x="133350" y="419100"/>
                </a:lnTo>
                <a:lnTo>
                  <a:pt x="133350" y="428625"/>
                </a:lnTo>
                <a:lnTo>
                  <a:pt x="123825" y="428625"/>
                </a:lnTo>
                <a:close/>
                <a:moveTo>
                  <a:pt x="523875" y="419100"/>
                </a:moveTo>
                <a:lnTo>
                  <a:pt x="533400" y="419100"/>
                </a:lnTo>
                <a:lnTo>
                  <a:pt x="533400" y="428625"/>
                </a:lnTo>
                <a:lnTo>
                  <a:pt x="523875" y="428625"/>
                </a:lnTo>
                <a:close/>
                <a:moveTo>
                  <a:pt x="514350" y="428625"/>
                </a:moveTo>
                <a:lnTo>
                  <a:pt x="523875" y="428625"/>
                </a:lnTo>
                <a:lnTo>
                  <a:pt x="523875" y="438150"/>
                </a:lnTo>
                <a:lnTo>
                  <a:pt x="514350" y="438150"/>
                </a:lnTo>
                <a:close/>
                <a:moveTo>
                  <a:pt x="495300" y="438150"/>
                </a:moveTo>
                <a:lnTo>
                  <a:pt x="504825" y="438150"/>
                </a:lnTo>
                <a:lnTo>
                  <a:pt x="504825" y="476250"/>
                </a:lnTo>
                <a:lnTo>
                  <a:pt x="495300" y="476250"/>
                </a:lnTo>
                <a:lnTo>
                  <a:pt x="495300" y="495300"/>
                </a:lnTo>
                <a:lnTo>
                  <a:pt x="504825" y="495300"/>
                </a:lnTo>
                <a:lnTo>
                  <a:pt x="504825" y="523875"/>
                </a:lnTo>
                <a:lnTo>
                  <a:pt x="514350" y="523875"/>
                </a:lnTo>
                <a:lnTo>
                  <a:pt x="514350" y="533400"/>
                </a:lnTo>
                <a:lnTo>
                  <a:pt x="523875" y="533400"/>
                </a:lnTo>
                <a:lnTo>
                  <a:pt x="523875" y="542925"/>
                </a:lnTo>
                <a:lnTo>
                  <a:pt x="533400" y="542925"/>
                </a:lnTo>
                <a:lnTo>
                  <a:pt x="533400" y="561975"/>
                </a:lnTo>
                <a:lnTo>
                  <a:pt x="523875" y="561975"/>
                </a:lnTo>
                <a:lnTo>
                  <a:pt x="523875" y="571500"/>
                </a:lnTo>
                <a:lnTo>
                  <a:pt x="485775" y="571500"/>
                </a:lnTo>
                <a:lnTo>
                  <a:pt x="485775" y="514350"/>
                </a:lnTo>
                <a:lnTo>
                  <a:pt x="476250" y="514350"/>
                </a:lnTo>
                <a:lnTo>
                  <a:pt x="476250" y="504825"/>
                </a:lnTo>
                <a:lnTo>
                  <a:pt x="466725" y="504825"/>
                </a:lnTo>
                <a:lnTo>
                  <a:pt x="466725" y="495300"/>
                </a:lnTo>
                <a:lnTo>
                  <a:pt x="447675" y="495300"/>
                </a:lnTo>
                <a:lnTo>
                  <a:pt x="447675" y="476250"/>
                </a:lnTo>
                <a:lnTo>
                  <a:pt x="457200" y="476250"/>
                </a:lnTo>
                <a:lnTo>
                  <a:pt x="457200" y="466725"/>
                </a:lnTo>
                <a:lnTo>
                  <a:pt x="466725" y="466725"/>
                </a:lnTo>
                <a:lnTo>
                  <a:pt x="466725" y="457200"/>
                </a:lnTo>
                <a:lnTo>
                  <a:pt x="476250" y="457200"/>
                </a:lnTo>
                <a:lnTo>
                  <a:pt x="476250" y="447675"/>
                </a:lnTo>
                <a:lnTo>
                  <a:pt x="495300" y="447675"/>
                </a:lnTo>
                <a:close/>
                <a:moveTo>
                  <a:pt x="123825" y="447675"/>
                </a:moveTo>
                <a:lnTo>
                  <a:pt x="133350" y="447675"/>
                </a:lnTo>
                <a:lnTo>
                  <a:pt x="133350" y="476250"/>
                </a:lnTo>
                <a:lnTo>
                  <a:pt x="123825" y="476250"/>
                </a:lnTo>
                <a:close/>
                <a:moveTo>
                  <a:pt x="561975" y="447675"/>
                </a:moveTo>
                <a:lnTo>
                  <a:pt x="581025" y="447675"/>
                </a:lnTo>
                <a:lnTo>
                  <a:pt x="581025" y="457200"/>
                </a:lnTo>
                <a:lnTo>
                  <a:pt x="590550" y="457200"/>
                </a:lnTo>
                <a:lnTo>
                  <a:pt x="590550" y="466725"/>
                </a:lnTo>
                <a:lnTo>
                  <a:pt x="600075" y="466725"/>
                </a:lnTo>
                <a:lnTo>
                  <a:pt x="600075" y="476250"/>
                </a:lnTo>
                <a:lnTo>
                  <a:pt x="609600" y="476250"/>
                </a:lnTo>
                <a:lnTo>
                  <a:pt x="609600" y="495300"/>
                </a:lnTo>
                <a:lnTo>
                  <a:pt x="600075" y="495300"/>
                </a:lnTo>
                <a:lnTo>
                  <a:pt x="600075" y="504825"/>
                </a:lnTo>
                <a:lnTo>
                  <a:pt x="590550" y="504825"/>
                </a:lnTo>
                <a:lnTo>
                  <a:pt x="590550" y="514350"/>
                </a:lnTo>
                <a:lnTo>
                  <a:pt x="561975" y="514350"/>
                </a:lnTo>
                <a:lnTo>
                  <a:pt x="561975" y="504825"/>
                </a:lnTo>
                <a:lnTo>
                  <a:pt x="552450" y="504825"/>
                </a:lnTo>
                <a:lnTo>
                  <a:pt x="552450" y="495300"/>
                </a:lnTo>
                <a:lnTo>
                  <a:pt x="542925" y="495300"/>
                </a:lnTo>
                <a:lnTo>
                  <a:pt x="542925" y="466725"/>
                </a:lnTo>
                <a:lnTo>
                  <a:pt x="552450" y="466725"/>
                </a:lnTo>
                <a:lnTo>
                  <a:pt x="552450" y="457200"/>
                </a:lnTo>
                <a:lnTo>
                  <a:pt x="561975" y="457200"/>
                </a:lnTo>
                <a:close/>
                <a:moveTo>
                  <a:pt x="190500" y="457200"/>
                </a:moveTo>
                <a:lnTo>
                  <a:pt x="209550" y="457200"/>
                </a:lnTo>
                <a:lnTo>
                  <a:pt x="209550" y="466725"/>
                </a:lnTo>
                <a:lnTo>
                  <a:pt x="190500" y="466725"/>
                </a:lnTo>
                <a:close/>
                <a:moveTo>
                  <a:pt x="381000" y="504825"/>
                </a:moveTo>
                <a:lnTo>
                  <a:pt x="400050" y="504825"/>
                </a:lnTo>
                <a:lnTo>
                  <a:pt x="400050" y="514350"/>
                </a:lnTo>
                <a:lnTo>
                  <a:pt x="409575" y="514350"/>
                </a:lnTo>
                <a:lnTo>
                  <a:pt x="409575" y="523875"/>
                </a:lnTo>
                <a:lnTo>
                  <a:pt x="419100" y="523875"/>
                </a:lnTo>
                <a:lnTo>
                  <a:pt x="419100" y="533400"/>
                </a:lnTo>
                <a:lnTo>
                  <a:pt x="438150" y="533400"/>
                </a:lnTo>
                <a:lnTo>
                  <a:pt x="438150" y="552450"/>
                </a:lnTo>
                <a:lnTo>
                  <a:pt x="428625" y="552450"/>
                </a:lnTo>
                <a:lnTo>
                  <a:pt x="428625" y="581025"/>
                </a:lnTo>
                <a:lnTo>
                  <a:pt x="409575" y="581025"/>
                </a:lnTo>
                <a:lnTo>
                  <a:pt x="409575" y="571500"/>
                </a:lnTo>
                <a:lnTo>
                  <a:pt x="400050" y="571500"/>
                </a:lnTo>
                <a:lnTo>
                  <a:pt x="400050" y="561975"/>
                </a:lnTo>
                <a:lnTo>
                  <a:pt x="390525" y="561975"/>
                </a:lnTo>
                <a:lnTo>
                  <a:pt x="390525" y="533400"/>
                </a:lnTo>
                <a:lnTo>
                  <a:pt x="381000" y="533400"/>
                </a:lnTo>
                <a:close/>
                <a:moveTo>
                  <a:pt x="552450" y="561975"/>
                </a:moveTo>
                <a:lnTo>
                  <a:pt x="561975" y="561975"/>
                </a:lnTo>
                <a:lnTo>
                  <a:pt x="561975" y="571500"/>
                </a:lnTo>
                <a:lnTo>
                  <a:pt x="552450" y="571500"/>
                </a:lnTo>
                <a:close/>
              </a:path>
            </a:pathLst>
          </a:custGeom>
          <a:solidFill xmlns:a="http://schemas.openxmlformats.org/drawingml/2006/main">
            <a:srgbClr val="F2F5EE"/>
          </a:solidFill>
          <a:ln xmlns:a="http://schemas.openxmlformats.org/drawingml/2006/main" w="0">
            <a:noFill/>
          </a:ln>
        </p:spPr>
      </p:sp>
      <p:sp>
        <p:nvSpPr>
          <p:cNvPr id="35" name="server vector #f0f2e8">
            <a:extLst xmlns:a="http://schemas.openxmlformats.org/drawingml/2006/main">
              <a:ext uri="{FF2B5EF4-FFF2-40B4-BE49-F238E27FC236}">
                <a16:creationId xmlns:a16="http://schemas.microsoft.com/office/drawing/2014/main" id="{31BB68E2-69A1-4A46-8C8F-73D62CCBF92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143625" y="1524000"/>
            <a:ext cx="790575" cy="704850"/>
          </a:xfrm>
          <a:custGeom xmlns:a="http://schemas.openxmlformats.org/drawingml/2006/main">
            <a:pathLst>
              <a:path w="790575" h="704850">
                <a:moveTo>
                  <a:pt x="85725" y="57150"/>
                </a:moveTo>
                <a:lnTo>
                  <a:pt x="104775" y="57150"/>
                </a:lnTo>
                <a:lnTo>
                  <a:pt x="104775" y="66675"/>
                </a:lnTo>
                <a:lnTo>
                  <a:pt x="95250" y="66675"/>
                </a:lnTo>
                <a:lnTo>
                  <a:pt x="95250" y="76200"/>
                </a:lnTo>
                <a:lnTo>
                  <a:pt x="85725" y="76200"/>
                </a:lnTo>
                <a:close/>
                <a:moveTo>
                  <a:pt x="638175" y="66675"/>
                </a:moveTo>
                <a:lnTo>
                  <a:pt x="647700" y="66675"/>
                </a:lnTo>
                <a:lnTo>
                  <a:pt x="647700" y="76200"/>
                </a:lnTo>
                <a:lnTo>
                  <a:pt x="638175" y="76200"/>
                </a:lnTo>
                <a:close/>
                <a:moveTo>
                  <a:pt x="133350" y="95250"/>
                </a:moveTo>
                <a:lnTo>
                  <a:pt x="161925" y="95250"/>
                </a:lnTo>
                <a:lnTo>
                  <a:pt x="161925" y="104775"/>
                </a:lnTo>
                <a:lnTo>
                  <a:pt x="180975" y="104775"/>
                </a:lnTo>
                <a:lnTo>
                  <a:pt x="180975" y="114300"/>
                </a:lnTo>
                <a:lnTo>
                  <a:pt x="171450" y="114300"/>
                </a:lnTo>
                <a:lnTo>
                  <a:pt x="171450" y="123825"/>
                </a:lnTo>
                <a:lnTo>
                  <a:pt x="152400" y="123825"/>
                </a:lnTo>
                <a:lnTo>
                  <a:pt x="152400" y="114300"/>
                </a:lnTo>
                <a:lnTo>
                  <a:pt x="133350" y="114300"/>
                </a:lnTo>
                <a:lnTo>
                  <a:pt x="133350" y="123825"/>
                </a:lnTo>
                <a:lnTo>
                  <a:pt x="123825" y="123825"/>
                </a:lnTo>
                <a:lnTo>
                  <a:pt x="123825" y="104775"/>
                </a:lnTo>
                <a:lnTo>
                  <a:pt x="133350" y="104775"/>
                </a:lnTo>
                <a:close/>
                <a:moveTo>
                  <a:pt x="304800" y="95250"/>
                </a:moveTo>
                <a:lnTo>
                  <a:pt x="314325" y="95250"/>
                </a:lnTo>
                <a:lnTo>
                  <a:pt x="314325" y="114300"/>
                </a:lnTo>
                <a:lnTo>
                  <a:pt x="285750" y="114300"/>
                </a:lnTo>
                <a:lnTo>
                  <a:pt x="285750" y="104775"/>
                </a:lnTo>
                <a:lnTo>
                  <a:pt x="304800" y="104775"/>
                </a:lnTo>
                <a:close/>
                <a:moveTo>
                  <a:pt x="457200" y="95250"/>
                </a:moveTo>
                <a:lnTo>
                  <a:pt x="495300" y="95250"/>
                </a:lnTo>
                <a:lnTo>
                  <a:pt x="495300" y="104775"/>
                </a:lnTo>
                <a:lnTo>
                  <a:pt x="523875" y="104775"/>
                </a:lnTo>
                <a:lnTo>
                  <a:pt x="523875" y="95250"/>
                </a:lnTo>
                <a:lnTo>
                  <a:pt x="542925" y="95250"/>
                </a:lnTo>
                <a:lnTo>
                  <a:pt x="542925" y="114300"/>
                </a:lnTo>
                <a:lnTo>
                  <a:pt x="447675" y="114300"/>
                </a:lnTo>
                <a:lnTo>
                  <a:pt x="447675" y="104775"/>
                </a:lnTo>
                <a:lnTo>
                  <a:pt x="457200" y="104775"/>
                </a:lnTo>
                <a:close/>
                <a:moveTo>
                  <a:pt x="323850" y="104775"/>
                </a:moveTo>
                <a:lnTo>
                  <a:pt x="361950" y="104775"/>
                </a:lnTo>
                <a:lnTo>
                  <a:pt x="361950" y="114300"/>
                </a:lnTo>
                <a:lnTo>
                  <a:pt x="323850" y="114300"/>
                </a:lnTo>
                <a:close/>
                <a:moveTo>
                  <a:pt x="600075" y="104775"/>
                </a:moveTo>
                <a:lnTo>
                  <a:pt x="609600" y="104775"/>
                </a:lnTo>
                <a:lnTo>
                  <a:pt x="609600" y="123825"/>
                </a:lnTo>
                <a:lnTo>
                  <a:pt x="600075" y="123825"/>
                </a:lnTo>
                <a:close/>
                <a:moveTo>
                  <a:pt x="209550" y="114300"/>
                </a:moveTo>
                <a:lnTo>
                  <a:pt x="238125" y="114300"/>
                </a:lnTo>
                <a:lnTo>
                  <a:pt x="238125" y="123825"/>
                </a:lnTo>
                <a:lnTo>
                  <a:pt x="209550" y="123825"/>
                </a:lnTo>
                <a:close/>
                <a:moveTo>
                  <a:pt x="190500" y="142875"/>
                </a:moveTo>
                <a:lnTo>
                  <a:pt x="209550" y="142875"/>
                </a:lnTo>
                <a:lnTo>
                  <a:pt x="209550" y="152400"/>
                </a:lnTo>
                <a:lnTo>
                  <a:pt x="190500" y="152400"/>
                </a:lnTo>
                <a:close/>
                <a:moveTo>
                  <a:pt x="247650" y="161925"/>
                </a:moveTo>
                <a:lnTo>
                  <a:pt x="257175" y="161925"/>
                </a:lnTo>
                <a:lnTo>
                  <a:pt x="257175" y="180975"/>
                </a:lnTo>
                <a:lnTo>
                  <a:pt x="247650" y="180975"/>
                </a:lnTo>
                <a:lnTo>
                  <a:pt x="247650" y="190500"/>
                </a:lnTo>
                <a:lnTo>
                  <a:pt x="257175" y="190500"/>
                </a:lnTo>
                <a:lnTo>
                  <a:pt x="257175" y="200025"/>
                </a:lnTo>
                <a:lnTo>
                  <a:pt x="247650" y="200025"/>
                </a:lnTo>
                <a:lnTo>
                  <a:pt x="247650" y="209550"/>
                </a:lnTo>
                <a:lnTo>
                  <a:pt x="238125" y="209550"/>
                </a:lnTo>
                <a:lnTo>
                  <a:pt x="238125" y="200025"/>
                </a:lnTo>
                <a:lnTo>
                  <a:pt x="219075" y="200025"/>
                </a:lnTo>
                <a:lnTo>
                  <a:pt x="219075" y="190500"/>
                </a:lnTo>
                <a:lnTo>
                  <a:pt x="228600" y="190500"/>
                </a:lnTo>
                <a:lnTo>
                  <a:pt x="228600" y="180975"/>
                </a:lnTo>
                <a:lnTo>
                  <a:pt x="238125" y="180975"/>
                </a:lnTo>
                <a:lnTo>
                  <a:pt x="238125" y="171450"/>
                </a:lnTo>
                <a:lnTo>
                  <a:pt x="247650" y="171450"/>
                </a:lnTo>
                <a:close/>
                <a:moveTo>
                  <a:pt x="142875" y="257175"/>
                </a:moveTo>
                <a:lnTo>
                  <a:pt x="171450" y="257175"/>
                </a:lnTo>
                <a:lnTo>
                  <a:pt x="171450" y="266700"/>
                </a:lnTo>
                <a:lnTo>
                  <a:pt x="152400" y="266700"/>
                </a:lnTo>
                <a:lnTo>
                  <a:pt x="152400" y="276225"/>
                </a:lnTo>
                <a:lnTo>
                  <a:pt x="171450" y="276225"/>
                </a:lnTo>
                <a:lnTo>
                  <a:pt x="171450" y="266700"/>
                </a:lnTo>
                <a:lnTo>
                  <a:pt x="180975" y="266700"/>
                </a:lnTo>
                <a:lnTo>
                  <a:pt x="180975" y="276225"/>
                </a:lnTo>
                <a:lnTo>
                  <a:pt x="171450" y="276225"/>
                </a:lnTo>
                <a:lnTo>
                  <a:pt x="171450" y="285750"/>
                </a:lnTo>
                <a:lnTo>
                  <a:pt x="142875" y="285750"/>
                </a:lnTo>
                <a:lnTo>
                  <a:pt x="142875" y="295275"/>
                </a:lnTo>
                <a:lnTo>
                  <a:pt x="133350" y="295275"/>
                </a:lnTo>
                <a:lnTo>
                  <a:pt x="133350" y="285750"/>
                </a:lnTo>
                <a:lnTo>
                  <a:pt x="114300" y="285750"/>
                </a:lnTo>
                <a:lnTo>
                  <a:pt x="114300" y="266700"/>
                </a:lnTo>
                <a:lnTo>
                  <a:pt x="142875" y="266700"/>
                </a:lnTo>
                <a:close/>
                <a:moveTo>
                  <a:pt x="323850" y="257175"/>
                </a:moveTo>
                <a:lnTo>
                  <a:pt x="390525" y="257175"/>
                </a:lnTo>
                <a:lnTo>
                  <a:pt x="390525" y="266700"/>
                </a:lnTo>
                <a:lnTo>
                  <a:pt x="323850" y="266700"/>
                </a:lnTo>
                <a:close/>
                <a:moveTo>
                  <a:pt x="485775" y="257175"/>
                </a:moveTo>
                <a:lnTo>
                  <a:pt x="504825" y="257175"/>
                </a:lnTo>
                <a:lnTo>
                  <a:pt x="504825" y="266700"/>
                </a:lnTo>
                <a:lnTo>
                  <a:pt x="485775" y="266700"/>
                </a:lnTo>
                <a:close/>
                <a:moveTo>
                  <a:pt x="219075" y="266700"/>
                </a:moveTo>
                <a:lnTo>
                  <a:pt x="257175" y="266700"/>
                </a:lnTo>
                <a:lnTo>
                  <a:pt x="257175" y="276225"/>
                </a:lnTo>
                <a:lnTo>
                  <a:pt x="219075" y="276225"/>
                </a:lnTo>
                <a:close/>
                <a:moveTo>
                  <a:pt x="600075" y="266700"/>
                </a:moveTo>
                <a:lnTo>
                  <a:pt x="619125" y="266700"/>
                </a:lnTo>
                <a:lnTo>
                  <a:pt x="619125" y="276225"/>
                </a:lnTo>
                <a:lnTo>
                  <a:pt x="600075" y="276225"/>
                </a:lnTo>
                <a:close/>
                <a:moveTo>
                  <a:pt x="619125" y="285750"/>
                </a:moveTo>
                <a:lnTo>
                  <a:pt x="628650" y="285750"/>
                </a:lnTo>
                <a:lnTo>
                  <a:pt x="628650" y="295275"/>
                </a:lnTo>
                <a:lnTo>
                  <a:pt x="638175" y="295275"/>
                </a:lnTo>
                <a:lnTo>
                  <a:pt x="638175" y="304800"/>
                </a:lnTo>
                <a:lnTo>
                  <a:pt x="628650" y="304800"/>
                </a:lnTo>
                <a:lnTo>
                  <a:pt x="628650" y="323850"/>
                </a:lnTo>
                <a:lnTo>
                  <a:pt x="619125" y="323850"/>
                </a:lnTo>
                <a:lnTo>
                  <a:pt x="619125" y="314325"/>
                </a:lnTo>
                <a:lnTo>
                  <a:pt x="609600" y="314325"/>
                </a:lnTo>
                <a:lnTo>
                  <a:pt x="609600" y="295275"/>
                </a:lnTo>
                <a:lnTo>
                  <a:pt x="619125" y="295275"/>
                </a:lnTo>
                <a:close/>
                <a:moveTo>
                  <a:pt x="200025" y="295275"/>
                </a:moveTo>
                <a:lnTo>
                  <a:pt x="209550" y="295275"/>
                </a:lnTo>
                <a:lnTo>
                  <a:pt x="209550" y="304800"/>
                </a:lnTo>
                <a:lnTo>
                  <a:pt x="200025" y="304800"/>
                </a:lnTo>
                <a:close/>
                <a:moveTo>
                  <a:pt x="657225" y="304800"/>
                </a:moveTo>
                <a:lnTo>
                  <a:pt x="666750" y="304800"/>
                </a:lnTo>
                <a:lnTo>
                  <a:pt x="666750" y="314325"/>
                </a:lnTo>
                <a:lnTo>
                  <a:pt x="657225" y="314325"/>
                </a:lnTo>
                <a:close/>
                <a:moveTo>
                  <a:pt x="190500" y="314325"/>
                </a:moveTo>
                <a:lnTo>
                  <a:pt x="209550" y="314325"/>
                </a:lnTo>
                <a:lnTo>
                  <a:pt x="209550" y="323850"/>
                </a:lnTo>
                <a:lnTo>
                  <a:pt x="190500" y="323850"/>
                </a:lnTo>
                <a:close/>
                <a:moveTo>
                  <a:pt x="666750" y="314325"/>
                </a:moveTo>
                <a:lnTo>
                  <a:pt x="676275" y="314325"/>
                </a:lnTo>
                <a:lnTo>
                  <a:pt x="676275" y="323850"/>
                </a:lnTo>
                <a:lnTo>
                  <a:pt x="685800" y="323850"/>
                </a:lnTo>
                <a:lnTo>
                  <a:pt x="685800" y="333375"/>
                </a:lnTo>
                <a:lnTo>
                  <a:pt x="666750" y="333375"/>
                </a:lnTo>
                <a:close/>
                <a:moveTo>
                  <a:pt x="142875" y="323850"/>
                </a:moveTo>
                <a:lnTo>
                  <a:pt x="152400" y="323850"/>
                </a:lnTo>
                <a:lnTo>
                  <a:pt x="152400" y="333375"/>
                </a:lnTo>
                <a:lnTo>
                  <a:pt x="161925" y="333375"/>
                </a:lnTo>
                <a:lnTo>
                  <a:pt x="161925" y="342900"/>
                </a:lnTo>
                <a:lnTo>
                  <a:pt x="152400" y="342900"/>
                </a:lnTo>
                <a:lnTo>
                  <a:pt x="152400" y="361950"/>
                </a:lnTo>
                <a:lnTo>
                  <a:pt x="133350" y="361950"/>
                </a:lnTo>
                <a:lnTo>
                  <a:pt x="133350" y="333375"/>
                </a:lnTo>
                <a:lnTo>
                  <a:pt x="142875" y="333375"/>
                </a:lnTo>
                <a:close/>
                <a:moveTo>
                  <a:pt x="504825" y="333375"/>
                </a:moveTo>
                <a:lnTo>
                  <a:pt x="514350" y="333375"/>
                </a:lnTo>
                <a:lnTo>
                  <a:pt x="514350" y="342900"/>
                </a:lnTo>
                <a:lnTo>
                  <a:pt x="504825" y="342900"/>
                </a:lnTo>
                <a:close/>
                <a:moveTo>
                  <a:pt x="647700" y="333375"/>
                </a:moveTo>
                <a:lnTo>
                  <a:pt x="657225" y="333375"/>
                </a:lnTo>
                <a:lnTo>
                  <a:pt x="657225" y="342900"/>
                </a:lnTo>
                <a:lnTo>
                  <a:pt x="647700" y="342900"/>
                </a:lnTo>
                <a:close/>
                <a:moveTo>
                  <a:pt x="685800" y="333375"/>
                </a:moveTo>
                <a:lnTo>
                  <a:pt x="695325" y="333375"/>
                </a:lnTo>
                <a:lnTo>
                  <a:pt x="695325" y="342900"/>
                </a:lnTo>
                <a:lnTo>
                  <a:pt x="685800" y="342900"/>
                </a:lnTo>
                <a:close/>
                <a:moveTo>
                  <a:pt x="171450" y="342900"/>
                </a:moveTo>
                <a:lnTo>
                  <a:pt x="180975" y="342900"/>
                </a:lnTo>
                <a:lnTo>
                  <a:pt x="180975" y="352425"/>
                </a:lnTo>
                <a:lnTo>
                  <a:pt x="171450" y="352425"/>
                </a:lnTo>
                <a:close/>
                <a:moveTo>
                  <a:pt x="219075" y="342900"/>
                </a:moveTo>
                <a:lnTo>
                  <a:pt x="247650" y="342900"/>
                </a:lnTo>
                <a:lnTo>
                  <a:pt x="247650" y="352425"/>
                </a:lnTo>
                <a:lnTo>
                  <a:pt x="219075" y="352425"/>
                </a:lnTo>
                <a:close/>
                <a:moveTo>
                  <a:pt x="695325" y="342900"/>
                </a:moveTo>
                <a:lnTo>
                  <a:pt x="704850" y="342900"/>
                </a:lnTo>
                <a:lnTo>
                  <a:pt x="704850" y="352425"/>
                </a:lnTo>
                <a:lnTo>
                  <a:pt x="695325" y="352425"/>
                </a:lnTo>
                <a:close/>
                <a:moveTo>
                  <a:pt x="57150" y="352425"/>
                </a:moveTo>
                <a:lnTo>
                  <a:pt x="76200" y="352425"/>
                </a:lnTo>
                <a:lnTo>
                  <a:pt x="76200" y="371475"/>
                </a:lnTo>
                <a:lnTo>
                  <a:pt x="66675" y="371475"/>
                </a:lnTo>
                <a:lnTo>
                  <a:pt x="66675" y="409575"/>
                </a:lnTo>
                <a:lnTo>
                  <a:pt x="76200" y="409575"/>
                </a:lnTo>
                <a:lnTo>
                  <a:pt x="76200" y="419100"/>
                </a:lnTo>
                <a:lnTo>
                  <a:pt x="66675" y="419100"/>
                </a:lnTo>
                <a:lnTo>
                  <a:pt x="66675" y="447675"/>
                </a:lnTo>
                <a:lnTo>
                  <a:pt x="47625" y="447675"/>
                </a:lnTo>
                <a:lnTo>
                  <a:pt x="47625" y="428625"/>
                </a:lnTo>
                <a:lnTo>
                  <a:pt x="57150" y="428625"/>
                </a:lnTo>
                <a:lnTo>
                  <a:pt x="57150" y="409575"/>
                </a:lnTo>
                <a:lnTo>
                  <a:pt x="47625" y="409575"/>
                </a:lnTo>
                <a:lnTo>
                  <a:pt x="47625" y="381000"/>
                </a:lnTo>
                <a:lnTo>
                  <a:pt x="57150" y="381000"/>
                </a:lnTo>
                <a:close/>
                <a:moveTo>
                  <a:pt x="704850" y="352425"/>
                </a:moveTo>
                <a:lnTo>
                  <a:pt x="723900" y="352425"/>
                </a:lnTo>
                <a:lnTo>
                  <a:pt x="723900" y="381000"/>
                </a:lnTo>
                <a:lnTo>
                  <a:pt x="714375" y="381000"/>
                </a:lnTo>
                <a:lnTo>
                  <a:pt x="714375" y="361950"/>
                </a:lnTo>
                <a:lnTo>
                  <a:pt x="704850" y="361950"/>
                </a:lnTo>
                <a:close/>
                <a:moveTo>
                  <a:pt x="561975" y="361950"/>
                </a:moveTo>
                <a:lnTo>
                  <a:pt x="571500" y="361950"/>
                </a:lnTo>
                <a:lnTo>
                  <a:pt x="571500" y="371475"/>
                </a:lnTo>
                <a:lnTo>
                  <a:pt x="561975" y="371475"/>
                </a:lnTo>
                <a:close/>
                <a:moveTo>
                  <a:pt x="76200" y="371475"/>
                </a:moveTo>
                <a:lnTo>
                  <a:pt x="85725" y="371475"/>
                </a:lnTo>
                <a:lnTo>
                  <a:pt x="85725" y="390525"/>
                </a:lnTo>
                <a:lnTo>
                  <a:pt x="76200" y="390525"/>
                </a:lnTo>
                <a:close/>
                <a:moveTo>
                  <a:pt x="542925" y="381000"/>
                </a:moveTo>
                <a:lnTo>
                  <a:pt x="552450" y="381000"/>
                </a:lnTo>
                <a:lnTo>
                  <a:pt x="552450" y="390525"/>
                </a:lnTo>
                <a:lnTo>
                  <a:pt x="542925" y="390525"/>
                </a:lnTo>
                <a:close/>
                <a:moveTo>
                  <a:pt x="409575" y="390525"/>
                </a:moveTo>
                <a:lnTo>
                  <a:pt x="428625" y="390525"/>
                </a:lnTo>
                <a:lnTo>
                  <a:pt x="428625" y="428625"/>
                </a:lnTo>
                <a:lnTo>
                  <a:pt x="419100" y="428625"/>
                </a:lnTo>
                <a:lnTo>
                  <a:pt x="419100" y="419100"/>
                </a:lnTo>
                <a:lnTo>
                  <a:pt x="409575" y="419100"/>
                </a:lnTo>
                <a:lnTo>
                  <a:pt x="409575" y="409575"/>
                </a:lnTo>
                <a:lnTo>
                  <a:pt x="400050" y="409575"/>
                </a:lnTo>
                <a:lnTo>
                  <a:pt x="400050" y="400050"/>
                </a:lnTo>
                <a:lnTo>
                  <a:pt x="409575" y="400050"/>
                </a:lnTo>
                <a:close/>
                <a:moveTo>
                  <a:pt x="523875" y="390525"/>
                </a:moveTo>
                <a:lnTo>
                  <a:pt x="542925" y="390525"/>
                </a:lnTo>
                <a:lnTo>
                  <a:pt x="542925" y="400050"/>
                </a:lnTo>
                <a:lnTo>
                  <a:pt x="533400" y="400050"/>
                </a:lnTo>
                <a:lnTo>
                  <a:pt x="533400" y="409575"/>
                </a:lnTo>
                <a:lnTo>
                  <a:pt x="542925" y="409575"/>
                </a:lnTo>
                <a:lnTo>
                  <a:pt x="542925" y="419100"/>
                </a:lnTo>
                <a:lnTo>
                  <a:pt x="523875" y="419100"/>
                </a:lnTo>
                <a:lnTo>
                  <a:pt x="523875" y="428625"/>
                </a:lnTo>
                <a:lnTo>
                  <a:pt x="514350" y="428625"/>
                </a:lnTo>
                <a:lnTo>
                  <a:pt x="514350" y="447675"/>
                </a:lnTo>
                <a:lnTo>
                  <a:pt x="504825" y="447675"/>
                </a:lnTo>
                <a:lnTo>
                  <a:pt x="504825" y="438150"/>
                </a:lnTo>
                <a:lnTo>
                  <a:pt x="495300" y="438150"/>
                </a:lnTo>
                <a:lnTo>
                  <a:pt x="495300" y="447675"/>
                </a:lnTo>
                <a:lnTo>
                  <a:pt x="476250" y="447675"/>
                </a:lnTo>
                <a:lnTo>
                  <a:pt x="476250" y="438150"/>
                </a:lnTo>
                <a:lnTo>
                  <a:pt x="485775" y="438150"/>
                </a:lnTo>
                <a:lnTo>
                  <a:pt x="485775" y="428625"/>
                </a:lnTo>
                <a:lnTo>
                  <a:pt x="495300" y="428625"/>
                </a:lnTo>
                <a:lnTo>
                  <a:pt x="495300" y="409575"/>
                </a:lnTo>
                <a:lnTo>
                  <a:pt x="485775" y="409575"/>
                </a:lnTo>
                <a:lnTo>
                  <a:pt x="485775" y="400050"/>
                </a:lnTo>
                <a:lnTo>
                  <a:pt x="523875" y="400050"/>
                </a:lnTo>
                <a:close/>
                <a:moveTo>
                  <a:pt x="723900" y="390525"/>
                </a:moveTo>
                <a:lnTo>
                  <a:pt x="742950" y="390525"/>
                </a:lnTo>
                <a:lnTo>
                  <a:pt x="742950" y="400050"/>
                </a:lnTo>
                <a:lnTo>
                  <a:pt x="752475" y="400050"/>
                </a:lnTo>
                <a:lnTo>
                  <a:pt x="752475" y="419100"/>
                </a:lnTo>
                <a:lnTo>
                  <a:pt x="762000" y="419100"/>
                </a:lnTo>
                <a:lnTo>
                  <a:pt x="762000" y="447675"/>
                </a:lnTo>
                <a:lnTo>
                  <a:pt x="742950" y="447675"/>
                </a:lnTo>
                <a:lnTo>
                  <a:pt x="742950" y="409575"/>
                </a:lnTo>
                <a:lnTo>
                  <a:pt x="733425" y="409575"/>
                </a:lnTo>
                <a:lnTo>
                  <a:pt x="733425" y="400050"/>
                </a:lnTo>
                <a:lnTo>
                  <a:pt x="723900" y="400050"/>
                </a:lnTo>
                <a:close/>
                <a:moveTo>
                  <a:pt x="714375" y="400050"/>
                </a:moveTo>
                <a:lnTo>
                  <a:pt x="723900" y="400050"/>
                </a:lnTo>
                <a:lnTo>
                  <a:pt x="723900" y="409575"/>
                </a:lnTo>
                <a:lnTo>
                  <a:pt x="714375" y="409575"/>
                </a:lnTo>
                <a:close/>
                <a:moveTo>
                  <a:pt x="123825" y="409575"/>
                </a:moveTo>
                <a:lnTo>
                  <a:pt x="190500" y="409575"/>
                </a:lnTo>
                <a:lnTo>
                  <a:pt x="190500" y="428625"/>
                </a:lnTo>
                <a:lnTo>
                  <a:pt x="180975" y="428625"/>
                </a:lnTo>
                <a:lnTo>
                  <a:pt x="180975" y="438150"/>
                </a:lnTo>
                <a:lnTo>
                  <a:pt x="161925" y="438150"/>
                </a:lnTo>
                <a:lnTo>
                  <a:pt x="161925" y="447675"/>
                </a:lnTo>
                <a:lnTo>
                  <a:pt x="114300" y="447675"/>
                </a:lnTo>
                <a:lnTo>
                  <a:pt x="114300" y="419100"/>
                </a:lnTo>
                <a:lnTo>
                  <a:pt x="123825" y="419100"/>
                </a:lnTo>
                <a:close/>
                <a:moveTo>
                  <a:pt x="657225" y="409575"/>
                </a:moveTo>
                <a:lnTo>
                  <a:pt x="666750" y="409575"/>
                </a:lnTo>
                <a:lnTo>
                  <a:pt x="666750" y="419100"/>
                </a:lnTo>
                <a:lnTo>
                  <a:pt x="657225" y="419100"/>
                </a:lnTo>
                <a:close/>
                <a:moveTo>
                  <a:pt x="504825" y="419100"/>
                </a:moveTo>
                <a:lnTo>
                  <a:pt x="514350" y="419100"/>
                </a:lnTo>
                <a:lnTo>
                  <a:pt x="514350" y="409575"/>
                </a:lnTo>
                <a:lnTo>
                  <a:pt x="504825" y="409575"/>
                </a:lnTo>
                <a:close/>
                <a:moveTo>
                  <a:pt x="123825" y="428625"/>
                </a:moveTo>
                <a:lnTo>
                  <a:pt x="133350" y="428625"/>
                </a:lnTo>
                <a:lnTo>
                  <a:pt x="133350" y="419100"/>
                </a:lnTo>
                <a:lnTo>
                  <a:pt x="123825" y="419100"/>
                </a:lnTo>
                <a:close/>
                <a:moveTo>
                  <a:pt x="676275" y="457200"/>
                </a:moveTo>
                <a:lnTo>
                  <a:pt x="685800" y="457200"/>
                </a:lnTo>
                <a:lnTo>
                  <a:pt x="685800" y="466725"/>
                </a:lnTo>
                <a:lnTo>
                  <a:pt x="676275" y="466725"/>
                </a:lnTo>
                <a:close/>
                <a:moveTo>
                  <a:pt x="381000" y="466725"/>
                </a:moveTo>
                <a:lnTo>
                  <a:pt x="390525" y="466725"/>
                </a:lnTo>
                <a:lnTo>
                  <a:pt x="390525" y="476250"/>
                </a:lnTo>
                <a:lnTo>
                  <a:pt x="400050" y="476250"/>
                </a:lnTo>
                <a:lnTo>
                  <a:pt x="400050" y="504825"/>
                </a:lnTo>
                <a:lnTo>
                  <a:pt x="381000" y="504825"/>
                </a:lnTo>
                <a:lnTo>
                  <a:pt x="381000" y="523875"/>
                </a:lnTo>
                <a:lnTo>
                  <a:pt x="333375" y="523875"/>
                </a:lnTo>
                <a:lnTo>
                  <a:pt x="333375" y="504825"/>
                </a:lnTo>
                <a:lnTo>
                  <a:pt x="371475" y="504825"/>
                </a:lnTo>
                <a:lnTo>
                  <a:pt x="371475" y="495300"/>
                </a:lnTo>
                <a:lnTo>
                  <a:pt x="381000" y="495300"/>
                </a:lnTo>
                <a:close/>
                <a:moveTo>
                  <a:pt x="447675" y="466725"/>
                </a:moveTo>
                <a:lnTo>
                  <a:pt x="457200" y="466725"/>
                </a:lnTo>
                <a:lnTo>
                  <a:pt x="457200" y="476250"/>
                </a:lnTo>
                <a:lnTo>
                  <a:pt x="447675" y="476250"/>
                </a:lnTo>
                <a:close/>
                <a:moveTo>
                  <a:pt x="685800" y="466725"/>
                </a:moveTo>
                <a:lnTo>
                  <a:pt x="695325" y="466725"/>
                </a:lnTo>
                <a:lnTo>
                  <a:pt x="695325" y="476250"/>
                </a:lnTo>
                <a:lnTo>
                  <a:pt x="685800" y="476250"/>
                </a:lnTo>
                <a:close/>
                <a:moveTo>
                  <a:pt x="123825" y="476250"/>
                </a:moveTo>
                <a:lnTo>
                  <a:pt x="133350" y="476250"/>
                </a:lnTo>
                <a:lnTo>
                  <a:pt x="133350" y="485775"/>
                </a:lnTo>
                <a:lnTo>
                  <a:pt x="123825" y="485775"/>
                </a:lnTo>
                <a:close/>
                <a:moveTo>
                  <a:pt x="647700" y="485775"/>
                </a:moveTo>
                <a:lnTo>
                  <a:pt x="695325" y="485775"/>
                </a:lnTo>
                <a:lnTo>
                  <a:pt x="695325" y="495300"/>
                </a:lnTo>
                <a:lnTo>
                  <a:pt x="676275" y="495300"/>
                </a:lnTo>
                <a:lnTo>
                  <a:pt x="676275" y="514350"/>
                </a:lnTo>
                <a:lnTo>
                  <a:pt x="666750" y="514350"/>
                </a:lnTo>
                <a:lnTo>
                  <a:pt x="666750" y="523875"/>
                </a:lnTo>
                <a:lnTo>
                  <a:pt x="657225" y="523875"/>
                </a:lnTo>
                <a:lnTo>
                  <a:pt x="657225" y="533400"/>
                </a:lnTo>
                <a:lnTo>
                  <a:pt x="647700" y="533400"/>
                </a:lnTo>
                <a:lnTo>
                  <a:pt x="647700" y="542925"/>
                </a:lnTo>
                <a:lnTo>
                  <a:pt x="638175" y="542925"/>
                </a:lnTo>
                <a:lnTo>
                  <a:pt x="638175" y="514350"/>
                </a:lnTo>
                <a:lnTo>
                  <a:pt x="647700" y="514350"/>
                </a:lnTo>
                <a:close/>
                <a:moveTo>
                  <a:pt x="295275" y="504825"/>
                </a:moveTo>
                <a:lnTo>
                  <a:pt x="323850" y="504825"/>
                </a:lnTo>
                <a:lnTo>
                  <a:pt x="323850" y="514350"/>
                </a:lnTo>
                <a:lnTo>
                  <a:pt x="295275" y="514350"/>
                </a:lnTo>
                <a:close/>
                <a:moveTo>
                  <a:pt x="723900" y="533400"/>
                </a:moveTo>
                <a:lnTo>
                  <a:pt x="733425" y="533400"/>
                </a:lnTo>
                <a:lnTo>
                  <a:pt x="733425" y="552450"/>
                </a:lnTo>
                <a:lnTo>
                  <a:pt x="714375" y="552450"/>
                </a:lnTo>
                <a:lnTo>
                  <a:pt x="714375" y="542925"/>
                </a:lnTo>
                <a:lnTo>
                  <a:pt x="723900" y="542925"/>
                </a:lnTo>
                <a:close/>
                <a:moveTo>
                  <a:pt x="381000" y="552450"/>
                </a:moveTo>
                <a:lnTo>
                  <a:pt x="390525" y="552450"/>
                </a:lnTo>
                <a:lnTo>
                  <a:pt x="390525" y="561975"/>
                </a:lnTo>
                <a:lnTo>
                  <a:pt x="400050" y="561975"/>
                </a:lnTo>
                <a:lnTo>
                  <a:pt x="400050" y="571500"/>
                </a:lnTo>
                <a:lnTo>
                  <a:pt x="409575" y="571500"/>
                </a:lnTo>
                <a:lnTo>
                  <a:pt x="409575" y="581025"/>
                </a:lnTo>
                <a:lnTo>
                  <a:pt x="381000" y="581025"/>
                </a:lnTo>
                <a:close/>
                <a:moveTo>
                  <a:pt x="533400" y="552450"/>
                </a:moveTo>
                <a:lnTo>
                  <a:pt x="542925" y="552450"/>
                </a:lnTo>
                <a:lnTo>
                  <a:pt x="542925" y="561975"/>
                </a:lnTo>
                <a:lnTo>
                  <a:pt x="552450" y="561975"/>
                </a:lnTo>
                <a:lnTo>
                  <a:pt x="552450" y="571500"/>
                </a:lnTo>
                <a:lnTo>
                  <a:pt x="571500" y="571500"/>
                </a:lnTo>
                <a:lnTo>
                  <a:pt x="571500" y="581025"/>
                </a:lnTo>
                <a:lnTo>
                  <a:pt x="542925" y="581025"/>
                </a:lnTo>
                <a:lnTo>
                  <a:pt x="542925" y="571500"/>
                </a:lnTo>
                <a:lnTo>
                  <a:pt x="523875" y="571500"/>
                </a:lnTo>
                <a:lnTo>
                  <a:pt x="523875" y="561975"/>
                </a:lnTo>
                <a:lnTo>
                  <a:pt x="533400" y="561975"/>
                </a:lnTo>
                <a:close/>
                <a:moveTo>
                  <a:pt x="609600" y="552450"/>
                </a:moveTo>
                <a:lnTo>
                  <a:pt x="619125" y="552450"/>
                </a:lnTo>
                <a:lnTo>
                  <a:pt x="619125" y="571500"/>
                </a:lnTo>
                <a:lnTo>
                  <a:pt x="609600" y="571500"/>
                </a:lnTo>
                <a:lnTo>
                  <a:pt x="609600" y="581025"/>
                </a:lnTo>
                <a:lnTo>
                  <a:pt x="590550" y="581025"/>
                </a:lnTo>
                <a:lnTo>
                  <a:pt x="590550" y="571500"/>
                </a:lnTo>
                <a:lnTo>
                  <a:pt x="581025" y="571500"/>
                </a:lnTo>
                <a:lnTo>
                  <a:pt x="581025" y="561975"/>
                </a:lnTo>
                <a:lnTo>
                  <a:pt x="609600" y="561975"/>
                </a:lnTo>
                <a:close/>
                <a:moveTo>
                  <a:pt x="647700" y="552450"/>
                </a:moveTo>
                <a:lnTo>
                  <a:pt x="657225" y="552450"/>
                </a:lnTo>
                <a:lnTo>
                  <a:pt x="657225" y="571500"/>
                </a:lnTo>
                <a:lnTo>
                  <a:pt x="647700" y="571500"/>
                </a:lnTo>
                <a:close/>
                <a:moveTo>
                  <a:pt x="247650" y="561975"/>
                </a:moveTo>
                <a:lnTo>
                  <a:pt x="257175" y="561975"/>
                </a:lnTo>
                <a:lnTo>
                  <a:pt x="257175" y="581025"/>
                </a:lnTo>
                <a:lnTo>
                  <a:pt x="247650" y="581025"/>
                </a:lnTo>
                <a:close/>
                <a:moveTo>
                  <a:pt x="266700" y="561975"/>
                </a:moveTo>
                <a:lnTo>
                  <a:pt x="276225" y="561975"/>
                </a:lnTo>
                <a:lnTo>
                  <a:pt x="276225" y="581025"/>
                </a:lnTo>
                <a:lnTo>
                  <a:pt x="266700" y="581025"/>
                </a:lnTo>
                <a:close/>
                <a:moveTo>
                  <a:pt x="476250" y="561975"/>
                </a:moveTo>
                <a:lnTo>
                  <a:pt x="485775" y="561975"/>
                </a:lnTo>
                <a:lnTo>
                  <a:pt x="485775" y="571500"/>
                </a:lnTo>
                <a:lnTo>
                  <a:pt x="476250" y="571500"/>
                </a:lnTo>
                <a:close/>
                <a:moveTo>
                  <a:pt x="485775" y="571500"/>
                </a:moveTo>
                <a:lnTo>
                  <a:pt x="495300" y="571500"/>
                </a:lnTo>
                <a:lnTo>
                  <a:pt x="495300" y="581025"/>
                </a:lnTo>
                <a:lnTo>
                  <a:pt x="485775" y="581025"/>
                </a:lnTo>
                <a:close/>
                <a:moveTo>
                  <a:pt x="409575" y="581025"/>
                </a:moveTo>
                <a:lnTo>
                  <a:pt x="438150" y="581025"/>
                </a:lnTo>
                <a:lnTo>
                  <a:pt x="438150" y="600075"/>
                </a:lnTo>
                <a:lnTo>
                  <a:pt x="447675" y="600075"/>
                </a:lnTo>
                <a:lnTo>
                  <a:pt x="447675" y="609600"/>
                </a:lnTo>
                <a:lnTo>
                  <a:pt x="457200" y="609600"/>
                </a:lnTo>
                <a:lnTo>
                  <a:pt x="457200" y="619125"/>
                </a:lnTo>
                <a:lnTo>
                  <a:pt x="438150" y="619125"/>
                </a:lnTo>
                <a:lnTo>
                  <a:pt x="438150" y="609600"/>
                </a:lnTo>
                <a:lnTo>
                  <a:pt x="428625" y="609600"/>
                </a:lnTo>
                <a:lnTo>
                  <a:pt x="428625" y="600075"/>
                </a:lnTo>
                <a:lnTo>
                  <a:pt x="419100" y="600075"/>
                </a:lnTo>
                <a:lnTo>
                  <a:pt x="419100" y="590550"/>
                </a:lnTo>
                <a:lnTo>
                  <a:pt x="409575" y="590550"/>
                </a:lnTo>
                <a:close/>
                <a:moveTo>
                  <a:pt x="504825" y="619125"/>
                </a:moveTo>
                <a:lnTo>
                  <a:pt x="514350" y="619125"/>
                </a:lnTo>
                <a:lnTo>
                  <a:pt x="514350" y="638175"/>
                </a:lnTo>
                <a:lnTo>
                  <a:pt x="504825" y="638175"/>
                </a:lnTo>
                <a:close/>
              </a:path>
            </a:pathLst>
          </a:custGeom>
          <a:solidFill xmlns:a="http://schemas.openxmlformats.org/drawingml/2006/main">
            <a:srgbClr val="F0F2E8"/>
          </a:solidFill>
          <a:ln xmlns:a="http://schemas.openxmlformats.org/drawingml/2006/main" w="0">
            <a:noFill/>
          </a:ln>
        </p:spPr>
      </p:sp>
      <p:sp>
        <p:nvSpPr>
          <p:cNvPr id="36" name="server vector #f0f1e6">
            <a:extLst xmlns:a="http://schemas.openxmlformats.org/drawingml/2006/main">
              <a:ext uri="{FF2B5EF4-FFF2-40B4-BE49-F238E27FC236}">
                <a16:creationId xmlns:a16="http://schemas.microsoft.com/office/drawing/2014/main" id="{084E4901-63DA-4D84-B120-42B892428FB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143625" y="1524000"/>
            <a:ext cx="790575" cy="704850"/>
          </a:xfrm>
          <a:custGeom xmlns:a="http://schemas.openxmlformats.org/drawingml/2006/main">
            <a:pathLst>
              <a:path w="790575" h="704850">
                <a:moveTo>
                  <a:pt x="161925" y="38100"/>
                </a:moveTo>
                <a:lnTo>
                  <a:pt x="171450" y="38100"/>
                </a:lnTo>
                <a:lnTo>
                  <a:pt x="171450" y="47625"/>
                </a:lnTo>
                <a:lnTo>
                  <a:pt x="190500" y="47625"/>
                </a:lnTo>
                <a:lnTo>
                  <a:pt x="190500" y="38100"/>
                </a:lnTo>
                <a:lnTo>
                  <a:pt x="209550" y="38100"/>
                </a:lnTo>
                <a:lnTo>
                  <a:pt x="209550" y="57150"/>
                </a:lnTo>
                <a:lnTo>
                  <a:pt x="161925" y="57150"/>
                </a:lnTo>
                <a:close/>
                <a:moveTo>
                  <a:pt x="628650" y="57150"/>
                </a:moveTo>
                <a:lnTo>
                  <a:pt x="647700" y="57150"/>
                </a:lnTo>
                <a:lnTo>
                  <a:pt x="647700" y="66675"/>
                </a:lnTo>
                <a:lnTo>
                  <a:pt x="628650" y="66675"/>
                </a:lnTo>
                <a:close/>
                <a:moveTo>
                  <a:pt x="76200" y="66675"/>
                </a:moveTo>
                <a:lnTo>
                  <a:pt x="85725" y="66675"/>
                </a:lnTo>
                <a:lnTo>
                  <a:pt x="85725" y="85725"/>
                </a:lnTo>
                <a:lnTo>
                  <a:pt x="76200" y="85725"/>
                </a:lnTo>
                <a:close/>
                <a:moveTo>
                  <a:pt x="657225" y="85725"/>
                </a:moveTo>
                <a:lnTo>
                  <a:pt x="666750" y="85725"/>
                </a:lnTo>
                <a:lnTo>
                  <a:pt x="666750" y="95250"/>
                </a:lnTo>
                <a:lnTo>
                  <a:pt x="657225" y="95250"/>
                </a:lnTo>
                <a:close/>
                <a:moveTo>
                  <a:pt x="219075" y="104775"/>
                </a:moveTo>
                <a:lnTo>
                  <a:pt x="285750" y="104775"/>
                </a:lnTo>
                <a:lnTo>
                  <a:pt x="285750" y="114300"/>
                </a:lnTo>
                <a:lnTo>
                  <a:pt x="257175" y="114300"/>
                </a:lnTo>
                <a:lnTo>
                  <a:pt x="257175" y="123825"/>
                </a:lnTo>
                <a:lnTo>
                  <a:pt x="238125" y="123825"/>
                </a:lnTo>
                <a:lnTo>
                  <a:pt x="238125" y="114300"/>
                </a:lnTo>
                <a:lnTo>
                  <a:pt x="219075" y="114300"/>
                </a:lnTo>
                <a:close/>
                <a:moveTo>
                  <a:pt x="314325" y="104775"/>
                </a:moveTo>
                <a:lnTo>
                  <a:pt x="323850" y="104775"/>
                </a:lnTo>
                <a:lnTo>
                  <a:pt x="323850" y="114300"/>
                </a:lnTo>
                <a:lnTo>
                  <a:pt x="314325" y="114300"/>
                </a:lnTo>
                <a:close/>
                <a:moveTo>
                  <a:pt x="361950" y="104775"/>
                </a:moveTo>
                <a:lnTo>
                  <a:pt x="447675" y="104775"/>
                </a:lnTo>
                <a:lnTo>
                  <a:pt x="447675" y="114300"/>
                </a:lnTo>
                <a:lnTo>
                  <a:pt x="361950" y="114300"/>
                </a:lnTo>
                <a:close/>
                <a:moveTo>
                  <a:pt x="542925" y="104775"/>
                </a:moveTo>
                <a:lnTo>
                  <a:pt x="600075" y="104775"/>
                </a:lnTo>
                <a:lnTo>
                  <a:pt x="600075" y="114300"/>
                </a:lnTo>
                <a:lnTo>
                  <a:pt x="542925" y="114300"/>
                </a:lnTo>
                <a:close/>
                <a:moveTo>
                  <a:pt x="142875" y="114300"/>
                </a:moveTo>
                <a:lnTo>
                  <a:pt x="152400" y="114300"/>
                </a:lnTo>
                <a:lnTo>
                  <a:pt x="152400" y="123825"/>
                </a:lnTo>
                <a:lnTo>
                  <a:pt x="142875" y="123825"/>
                </a:lnTo>
                <a:close/>
                <a:moveTo>
                  <a:pt x="171450" y="114300"/>
                </a:moveTo>
                <a:lnTo>
                  <a:pt x="180975" y="114300"/>
                </a:lnTo>
                <a:lnTo>
                  <a:pt x="180975" y="123825"/>
                </a:lnTo>
                <a:lnTo>
                  <a:pt x="171450" y="123825"/>
                </a:lnTo>
                <a:close/>
                <a:moveTo>
                  <a:pt x="161925" y="123825"/>
                </a:moveTo>
                <a:lnTo>
                  <a:pt x="171450" y="123825"/>
                </a:lnTo>
                <a:lnTo>
                  <a:pt x="171450" y="133350"/>
                </a:lnTo>
                <a:lnTo>
                  <a:pt x="161925" y="133350"/>
                </a:lnTo>
                <a:close/>
                <a:moveTo>
                  <a:pt x="600075" y="123825"/>
                </a:moveTo>
                <a:lnTo>
                  <a:pt x="609600" y="123825"/>
                </a:lnTo>
                <a:lnTo>
                  <a:pt x="609600" y="133350"/>
                </a:lnTo>
                <a:lnTo>
                  <a:pt x="600075" y="133350"/>
                </a:lnTo>
                <a:close/>
                <a:moveTo>
                  <a:pt x="247650" y="180975"/>
                </a:moveTo>
                <a:lnTo>
                  <a:pt x="257175" y="180975"/>
                </a:lnTo>
                <a:lnTo>
                  <a:pt x="257175" y="190500"/>
                </a:lnTo>
                <a:lnTo>
                  <a:pt x="247650" y="190500"/>
                </a:lnTo>
                <a:close/>
                <a:moveTo>
                  <a:pt x="257175" y="190500"/>
                </a:moveTo>
                <a:lnTo>
                  <a:pt x="266700" y="190500"/>
                </a:lnTo>
                <a:lnTo>
                  <a:pt x="266700" y="200025"/>
                </a:lnTo>
                <a:lnTo>
                  <a:pt x="257175" y="200025"/>
                </a:lnTo>
                <a:close/>
                <a:moveTo>
                  <a:pt x="295275" y="190500"/>
                </a:moveTo>
                <a:lnTo>
                  <a:pt x="304800" y="190500"/>
                </a:lnTo>
                <a:lnTo>
                  <a:pt x="304800" y="200025"/>
                </a:lnTo>
                <a:lnTo>
                  <a:pt x="333375" y="200025"/>
                </a:lnTo>
                <a:lnTo>
                  <a:pt x="333375" y="209550"/>
                </a:lnTo>
                <a:lnTo>
                  <a:pt x="295275" y="209550"/>
                </a:lnTo>
                <a:close/>
                <a:moveTo>
                  <a:pt x="361950" y="190500"/>
                </a:moveTo>
                <a:lnTo>
                  <a:pt x="371475" y="190500"/>
                </a:lnTo>
                <a:lnTo>
                  <a:pt x="371475" y="209550"/>
                </a:lnTo>
                <a:lnTo>
                  <a:pt x="361950" y="209550"/>
                </a:lnTo>
                <a:close/>
                <a:moveTo>
                  <a:pt x="600075" y="190500"/>
                </a:moveTo>
                <a:lnTo>
                  <a:pt x="609600" y="190500"/>
                </a:lnTo>
                <a:lnTo>
                  <a:pt x="609600" y="200025"/>
                </a:lnTo>
                <a:lnTo>
                  <a:pt x="600075" y="200025"/>
                </a:lnTo>
                <a:close/>
                <a:moveTo>
                  <a:pt x="247650" y="257175"/>
                </a:moveTo>
                <a:lnTo>
                  <a:pt x="257175" y="257175"/>
                </a:lnTo>
                <a:lnTo>
                  <a:pt x="257175" y="266700"/>
                </a:lnTo>
                <a:lnTo>
                  <a:pt x="247650" y="266700"/>
                </a:lnTo>
                <a:close/>
                <a:moveTo>
                  <a:pt x="295275" y="257175"/>
                </a:moveTo>
                <a:lnTo>
                  <a:pt x="323850" y="257175"/>
                </a:lnTo>
                <a:lnTo>
                  <a:pt x="323850" y="266700"/>
                </a:lnTo>
                <a:lnTo>
                  <a:pt x="295275" y="266700"/>
                </a:lnTo>
                <a:close/>
                <a:moveTo>
                  <a:pt x="390525" y="257175"/>
                </a:moveTo>
                <a:lnTo>
                  <a:pt x="409575" y="257175"/>
                </a:lnTo>
                <a:lnTo>
                  <a:pt x="409575" y="266700"/>
                </a:lnTo>
                <a:lnTo>
                  <a:pt x="390525" y="266700"/>
                </a:lnTo>
                <a:close/>
                <a:moveTo>
                  <a:pt x="466725" y="257175"/>
                </a:moveTo>
                <a:lnTo>
                  <a:pt x="485775" y="257175"/>
                </a:lnTo>
                <a:lnTo>
                  <a:pt x="485775" y="266700"/>
                </a:lnTo>
                <a:lnTo>
                  <a:pt x="466725" y="266700"/>
                </a:lnTo>
                <a:close/>
                <a:moveTo>
                  <a:pt x="504825" y="257175"/>
                </a:moveTo>
                <a:lnTo>
                  <a:pt x="533400" y="257175"/>
                </a:lnTo>
                <a:lnTo>
                  <a:pt x="533400" y="266700"/>
                </a:lnTo>
                <a:lnTo>
                  <a:pt x="504825" y="266700"/>
                </a:lnTo>
                <a:close/>
                <a:moveTo>
                  <a:pt x="542925" y="257175"/>
                </a:moveTo>
                <a:lnTo>
                  <a:pt x="581025" y="257175"/>
                </a:lnTo>
                <a:lnTo>
                  <a:pt x="581025" y="266700"/>
                </a:lnTo>
                <a:lnTo>
                  <a:pt x="542925" y="266700"/>
                </a:lnTo>
                <a:close/>
                <a:moveTo>
                  <a:pt x="209550" y="266700"/>
                </a:moveTo>
                <a:lnTo>
                  <a:pt x="219075" y="266700"/>
                </a:lnTo>
                <a:lnTo>
                  <a:pt x="219075" y="276225"/>
                </a:lnTo>
                <a:lnTo>
                  <a:pt x="209550" y="276225"/>
                </a:lnTo>
                <a:close/>
                <a:moveTo>
                  <a:pt x="247650" y="276225"/>
                </a:moveTo>
                <a:lnTo>
                  <a:pt x="257175" y="276225"/>
                </a:lnTo>
                <a:lnTo>
                  <a:pt x="257175" y="285750"/>
                </a:lnTo>
                <a:lnTo>
                  <a:pt x="247650" y="285750"/>
                </a:lnTo>
                <a:close/>
                <a:moveTo>
                  <a:pt x="609600" y="276225"/>
                </a:moveTo>
                <a:lnTo>
                  <a:pt x="619125" y="276225"/>
                </a:lnTo>
                <a:lnTo>
                  <a:pt x="619125" y="295275"/>
                </a:lnTo>
                <a:lnTo>
                  <a:pt x="609600" y="295275"/>
                </a:lnTo>
                <a:close/>
                <a:moveTo>
                  <a:pt x="257175" y="295275"/>
                </a:moveTo>
                <a:lnTo>
                  <a:pt x="266700" y="295275"/>
                </a:lnTo>
                <a:lnTo>
                  <a:pt x="266700" y="314325"/>
                </a:lnTo>
                <a:lnTo>
                  <a:pt x="257175" y="314325"/>
                </a:lnTo>
                <a:close/>
                <a:moveTo>
                  <a:pt x="57150" y="304800"/>
                </a:moveTo>
                <a:lnTo>
                  <a:pt x="66675" y="304800"/>
                </a:lnTo>
                <a:lnTo>
                  <a:pt x="66675" y="333375"/>
                </a:lnTo>
                <a:lnTo>
                  <a:pt x="47625" y="333375"/>
                </a:lnTo>
                <a:lnTo>
                  <a:pt x="47625" y="314325"/>
                </a:lnTo>
                <a:lnTo>
                  <a:pt x="57150" y="314325"/>
                </a:lnTo>
                <a:close/>
                <a:moveTo>
                  <a:pt x="533400" y="304800"/>
                </a:moveTo>
                <a:lnTo>
                  <a:pt x="542925" y="304800"/>
                </a:lnTo>
                <a:lnTo>
                  <a:pt x="542925" y="314325"/>
                </a:lnTo>
                <a:lnTo>
                  <a:pt x="533400" y="314325"/>
                </a:lnTo>
                <a:close/>
                <a:moveTo>
                  <a:pt x="704850" y="342900"/>
                </a:moveTo>
                <a:lnTo>
                  <a:pt x="714375" y="342900"/>
                </a:lnTo>
                <a:lnTo>
                  <a:pt x="714375" y="352425"/>
                </a:lnTo>
                <a:lnTo>
                  <a:pt x="704850" y="352425"/>
                </a:lnTo>
                <a:close/>
                <a:moveTo>
                  <a:pt x="152400" y="352425"/>
                </a:moveTo>
                <a:lnTo>
                  <a:pt x="161925" y="352425"/>
                </a:lnTo>
                <a:lnTo>
                  <a:pt x="161925" y="361950"/>
                </a:lnTo>
                <a:lnTo>
                  <a:pt x="152400" y="361950"/>
                </a:lnTo>
                <a:close/>
                <a:moveTo>
                  <a:pt x="704850" y="361950"/>
                </a:moveTo>
                <a:lnTo>
                  <a:pt x="714375" y="361950"/>
                </a:lnTo>
                <a:lnTo>
                  <a:pt x="714375" y="371475"/>
                </a:lnTo>
                <a:lnTo>
                  <a:pt x="704850" y="371475"/>
                </a:lnTo>
                <a:close/>
                <a:moveTo>
                  <a:pt x="723900" y="361950"/>
                </a:moveTo>
                <a:lnTo>
                  <a:pt x="733425" y="361950"/>
                </a:lnTo>
                <a:lnTo>
                  <a:pt x="733425" y="371475"/>
                </a:lnTo>
                <a:lnTo>
                  <a:pt x="723900" y="371475"/>
                </a:lnTo>
                <a:close/>
                <a:moveTo>
                  <a:pt x="723900" y="381000"/>
                </a:moveTo>
                <a:lnTo>
                  <a:pt x="733425" y="381000"/>
                </a:lnTo>
                <a:lnTo>
                  <a:pt x="733425" y="390525"/>
                </a:lnTo>
                <a:lnTo>
                  <a:pt x="723900" y="390525"/>
                </a:lnTo>
                <a:close/>
                <a:moveTo>
                  <a:pt x="47625" y="409575"/>
                </a:moveTo>
                <a:lnTo>
                  <a:pt x="57150" y="409575"/>
                </a:lnTo>
                <a:lnTo>
                  <a:pt x="57150" y="428625"/>
                </a:lnTo>
                <a:lnTo>
                  <a:pt x="47625" y="428625"/>
                </a:lnTo>
                <a:close/>
                <a:moveTo>
                  <a:pt x="190500" y="409575"/>
                </a:moveTo>
                <a:lnTo>
                  <a:pt x="200025" y="409575"/>
                </a:lnTo>
                <a:lnTo>
                  <a:pt x="200025" y="419100"/>
                </a:lnTo>
                <a:lnTo>
                  <a:pt x="209550" y="419100"/>
                </a:lnTo>
                <a:lnTo>
                  <a:pt x="209550" y="428625"/>
                </a:lnTo>
                <a:lnTo>
                  <a:pt x="190500" y="428625"/>
                </a:lnTo>
                <a:close/>
                <a:moveTo>
                  <a:pt x="504825" y="409575"/>
                </a:moveTo>
                <a:lnTo>
                  <a:pt x="514350" y="409575"/>
                </a:lnTo>
                <a:lnTo>
                  <a:pt x="514350" y="419100"/>
                </a:lnTo>
                <a:lnTo>
                  <a:pt x="504825" y="419100"/>
                </a:lnTo>
                <a:close/>
                <a:moveTo>
                  <a:pt x="485775" y="419100"/>
                </a:moveTo>
                <a:lnTo>
                  <a:pt x="495300" y="419100"/>
                </a:lnTo>
                <a:lnTo>
                  <a:pt x="495300" y="428625"/>
                </a:lnTo>
                <a:lnTo>
                  <a:pt x="485775" y="428625"/>
                </a:lnTo>
                <a:close/>
                <a:moveTo>
                  <a:pt x="180975" y="428625"/>
                </a:moveTo>
                <a:lnTo>
                  <a:pt x="190500" y="428625"/>
                </a:lnTo>
                <a:lnTo>
                  <a:pt x="190500" y="438150"/>
                </a:lnTo>
                <a:lnTo>
                  <a:pt x="180975" y="438150"/>
                </a:lnTo>
                <a:close/>
                <a:moveTo>
                  <a:pt x="762000" y="438150"/>
                </a:moveTo>
                <a:lnTo>
                  <a:pt x="771525" y="438150"/>
                </a:lnTo>
                <a:lnTo>
                  <a:pt x="771525" y="447675"/>
                </a:lnTo>
                <a:lnTo>
                  <a:pt x="762000" y="447675"/>
                </a:lnTo>
                <a:close/>
                <a:moveTo>
                  <a:pt x="752475" y="447675"/>
                </a:moveTo>
                <a:lnTo>
                  <a:pt x="762000" y="447675"/>
                </a:lnTo>
                <a:lnTo>
                  <a:pt x="762000" y="457200"/>
                </a:lnTo>
                <a:lnTo>
                  <a:pt x="752475" y="457200"/>
                </a:lnTo>
                <a:close/>
                <a:moveTo>
                  <a:pt x="323850" y="504825"/>
                </a:moveTo>
                <a:lnTo>
                  <a:pt x="333375" y="504825"/>
                </a:lnTo>
                <a:lnTo>
                  <a:pt x="333375" y="514350"/>
                </a:lnTo>
                <a:lnTo>
                  <a:pt x="323850" y="514350"/>
                </a:lnTo>
                <a:close/>
                <a:moveTo>
                  <a:pt x="742950" y="514350"/>
                </a:moveTo>
                <a:lnTo>
                  <a:pt x="752475" y="514350"/>
                </a:lnTo>
                <a:lnTo>
                  <a:pt x="752475" y="523875"/>
                </a:lnTo>
                <a:lnTo>
                  <a:pt x="742950" y="523875"/>
                </a:lnTo>
                <a:close/>
                <a:moveTo>
                  <a:pt x="733425" y="523875"/>
                </a:moveTo>
                <a:lnTo>
                  <a:pt x="742950" y="523875"/>
                </a:lnTo>
                <a:lnTo>
                  <a:pt x="742950" y="542925"/>
                </a:lnTo>
                <a:lnTo>
                  <a:pt x="733425" y="542925"/>
                </a:lnTo>
                <a:close/>
                <a:moveTo>
                  <a:pt x="95250" y="561975"/>
                </a:moveTo>
                <a:lnTo>
                  <a:pt x="152400" y="561975"/>
                </a:lnTo>
                <a:lnTo>
                  <a:pt x="152400" y="571500"/>
                </a:lnTo>
                <a:lnTo>
                  <a:pt x="161925" y="571500"/>
                </a:lnTo>
                <a:lnTo>
                  <a:pt x="161925" y="561975"/>
                </a:lnTo>
                <a:lnTo>
                  <a:pt x="171450" y="561975"/>
                </a:lnTo>
                <a:lnTo>
                  <a:pt x="171450" y="571500"/>
                </a:lnTo>
                <a:lnTo>
                  <a:pt x="180975" y="571500"/>
                </a:lnTo>
                <a:lnTo>
                  <a:pt x="180975" y="581025"/>
                </a:lnTo>
                <a:lnTo>
                  <a:pt x="123825" y="581025"/>
                </a:lnTo>
                <a:lnTo>
                  <a:pt x="123825" y="571500"/>
                </a:lnTo>
                <a:lnTo>
                  <a:pt x="95250" y="571500"/>
                </a:lnTo>
                <a:close/>
                <a:moveTo>
                  <a:pt x="238125" y="561975"/>
                </a:moveTo>
                <a:lnTo>
                  <a:pt x="247650" y="561975"/>
                </a:lnTo>
                <a:lnTo>
                  <a:pt x="247650" y="581025"/>
                </a:lnTo>
                <a:lnTo>
                  <a:pt x="228600" y="581025"/>
                </a:lnTo>
                <a:lnTo>
                  <a:pt x="228600" y="571500"/>
                </a:lnTo>
                <a:lnTo>
                  <a:pt x="238125" y="571500"/>
                </a:lnTo>
                <a:close/>
                <a:moveTo>
                  <a:pt x="257175" y="561975"/>
                </a:moveTo>
                <a:lnTo>
                  <a:pt x="266700" y="561975"/>
                </a:lnTo>
                <a:lnTo>
                  <a:pt x="266700" y="571500"/>
                </a:lnTo>
                <a:lnTo>
                  <a:pt x="257175" y="571500"/>
                </a:lnTo>
                <a:close/>
                <a:moveTo>
                  <a:pt x="276225" y="561975"/>
                </a:moveTo>
                <a:lnTo>
                  <a:pt x="314325" y="561975"/>
                </a:lnTo>
                <a:lnTo>
                  <a:pt x="314325" y="571500"/>
                </a:lnTo>
                <a:lnTo>
                  <a:pt x="304800" y="571500"/>
                </a:lnTo>
                <a:lnTo>
                  <a:pt x="304800" y="581025"/>
                </a:lnTo>
                <a:lnTo>
                  <a:pt x="276225" y="581025"/>
                </a:lnTo>
                <a:close/>
                <a:moveTo>
                  <a:pt x="333375" y="561975"/>
                </a:moveTo>
                <a:lnTo>
                  <a:pt x="381000" y="561975"/>
                </a:lnTo>
                <a:lnTo>
                  <a:pt x="381000" y="581025"/>
                </a:lnTo>
                <a:lnTo>
                  <a:pt x="333375" y="581025"/>
                </a:lnTo>
                <a:close/>
                <a:moveTo>
                  <a:pt x="561975" y="561975"/>
                </a:moveTo>
                <a:lnTo>
                  <a:pt x="581025" y="561975"/>
                </a:lnTo>
                <a:lnTo>
                  <a:pt x="581025" y="571500"/>
                </a:lnTo>
                <a:lnTo>
                  <a:pt x="590550" y="571500"/>
                </a:lnTo>
                <a:lnTo>
                  <a:pt x="590550" y="581025"/>
                </a:lnTo>
                <a:lnTo>
                  <a:pt x="571500" y="581025"/>
                </a:lnTo>
                <a:lnTo>
                  <a:pt x="571500" y="571500"/>
                </a:lnTo>
                <a:lnTo>
                  <a:pt x="561975" y="571500"/>
                </a:lnTo>
                <a:close/>
                <a:moveTo>
                  <a:pt x="438150" y="619125"/>
                </a:moveTo>
                <a:lnTo>
                  <a:pt x="466725" y="619125"/>
                </a:lnTo>
                <a:lnTo>
                  <a:pt x="466725" y="628650"/>
                </a:lnTo>
                <a:lnTo>
                  <a:pt x="438150" y="628650"/>
                </a:lnTo>
                <a:close/>
                <a:moveTo>
                  <a:pt x="466725" y="628650"/>
                </a:moveTo>
                <a:lnTo>
                  <a:pt x="485775" y="628650"/>
                </a:lnTo>
                <a:lnTo>
                  <a:pt x="485775" y="638175"/>
                </a:lnTo>
                <a:lnTo>
                  <a:pt x="466725" y="638175"/>
                </a:lnTo>
                <a:close/>
                <a:moveTo>
                  <a:pt x="495300" y="628650"/>
                </a:moveTo>
                <a:lnTo>
                  <a:pt x="504825" y="628650"/>
                </a:lnTo>
                <a:lnTo>
                  <a:pt x="504825" y="638175"/>
                </a:lnTo>
                <a:lnTo>
                  <a:pt x="495300" y="638175"/>
                </a:lnTo>
                <a:close/>
                <a:moveTo>
                  <a:pt x="485775" y="638175"/>
                </a:moveTo>
                <a:lnTo>
                  <a:pt x="495300" y="638175"/>
                </a:lnTo>
                <a:lnTo>
                  <a:pt x="495300" y="647700"/>
                </a:lnTo>
                <a:lnTo>
                  <a:pt x="485775" y="647700"/>
                </a:lnTo>
                <a:close/>
              </a:path>
            </a:pathLst>
          </a:custGeom>
          <a:solidFill xmlns:a="http://schemas.openxmlformats.org/drawingml/2006/main">
            <a:srgbClr val="F0F1E6"/>
          </a:solidFill>
          <a:ln xmlns:a="http://schemas.openxmlformats.org/drawingml/2006/main" w="0">
            <a:noFill/>
          </a:ln>
        </p:spPr>
      </p:sp>
      <p:sp>
        <p:nvSpPr>
          <p:cNvPr id="37" name="server vector #f3f0e3">
            <a:extLst xmlns:a="http://schemas.openxmlformats.org/drawingml/2006/main">
              <a:ext uri="{FF2B5EF4-FFF2-40B4-BE49-F238E27FC236}">
                <a16:creationId xmlns:a16="http://schemas.microsoft.com/office/drawing/2014/main" id="{D27476B9-E2B6-491C-A449-379E5F1C2ED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143625" y="1524000"/>
            <a:ext cx="790575" cy="704850"/>
          </a:xfrm>
          <a:custGeom xmlns:a="http://schemas.openxmlformats.org/drawingml/2006/main">
            <a:pathLst>
              <a:path w="790575" h="704850">
                <a:moveTo>
                  <a:pt x="38100" y="0"/>
                </a:moveTo>
                <a:lnTo>
                  <a:pt x="66675" y="0"/>
                </a:lnTo>
                <a:lnTo>
                  <a:pt x="66675" y="28575"/>
                </a:lnTo>
                <a:lnTo>
                  <a:pt x="57150" y="28575"/>
                </a:lnTo>
                <a:lnTo>
                  <a:pt x="57150" y="19050"/>
                </a:lnTo>
                <a:lnTo>
                  <a:pt x="28575" y="19050"/>
                </a:lnTo>
                <a:lnTo>
                  <a:pt x="28575" y="9525"/>
                </a:lnTo>
                <a:lnTo>
                  <a:pt x="38100" y="9525"/>
                </a:lnTo>
                <a:close/>
                <a:moveTo>
                  <a:pt x="647700" y="0"/>
                </a:moveTo>
                <a:lnTo>
                  <a:pt x="676275" y="0"/>
                </a:lnTo>
                <a:lnTo>
                  <a:pt x="676275" y="9525"/>
                </a:lnTo>
                <a:lnTo>
                  <a:pt x="666750" y="9525"/>
                </a:lnTo>
                <a:lnTo>
                  <a:pt x="666750" y="19050"/>
                </a:lnTo>
                <a:lnTo>
                  <a:pt x="647700" y="19050"/>
                </a:lnTo>
                <a:close/>
                <a:moveTo>
                  <a:pt x="695325" y="0"/>
                </a:moveTo>
                <a:lnTo>
                  <a:pt x="742950" y="0"/>
                </a:lnTo>
                <a:lnTo>
                  <a:pt x="742950" y="9525"/>
                </a:lnTo>
                <a:lnTo>
                  <a:pt x="714375" y="9525"/>
                </a:lnTo>
                <a:lnTo>
                  <a:pt x="714375" y="19050"/>
                </a:lnTo>
                <a:lnTo>
                  <a:pt x="704850" y="19050"/>
                </a:lnTo>
                <a:lnTo>
                  <a:pt x="704850" y="9525"/>
                </a:lnTo>
                <a:lnTo>
                  <a:pt x="695325" y="9525"/>
                </a:lnTo>
                <a:close/>
                <a:moveTo>
                  <a:pt x="152400" y="9525"/>
                </a:moveTo>
                <a:lnTo>
                  <a:pt x="171450" y="9525"/>
                </a:lnTo>
                <a:lnTo>
                  <a:pt x="171450" y="19050"/>
                </a:lnTo>
                <a:lnTo>
                  <a:pt x="152400" y="19050"/>
                </a:lnTo>
                <a:close/>
                <a:moveTo>
                  <a:pt x="485775" y="19050"/>
                </a:moveTo>
                <a:lnTo>
                  <a:pt x="581025" y="19050"/>
                </a:lnTo>
                <a:lnTo>
                  <a:pt x="581025" y="28575"/>
                </a:lnTo>
                <a:lnTo>
                  <a:pt x="485775" y="28575"/>
                </a:lnTo>
                <a:close/>
                <a:moveTo>
                  <a:pt x="609600" y="19050"/>
                </a:moveTo>
                <a:lnTo>
                  <a:pt x="619125" y="19050"/>
                </a:lnTo>
                <a:lnTo>
                  <a:pt x="619125" y="28575"/>
                </a:lnTo>
                <a:lnTo>
                  <a:pt x="609600" y="28575"/>
                </a:lnTo>
                <a:close/>
                <a:moveTo>
                  <a:pt x="666750" y="38100"/>
                </a:moveTo>
                <a:lnTo>
                  <a:pt x="685800" y="38100"/>
                </a:lnTo>
                <a:lnTo>
                  <a:pt x="685800" y="47625"/>
                </a:lnTo>
                <a:lnTo>
                  <a:pt x="695325" y="47625"/>
                </a:lnTo>
                <a:lnTo>
                  <a:pt x="695325" y="57150"/>
                </a:lnTo>
                <a:lnTo>
                  <a:pt x="723900" y="57150"/>
                </a:lnTo>
                <a:lnTo>
                  <a:pt x="723900" y="66675"/>
                </a:lnTo>
                <a:lnTo>
                  <a:pt x="704850" y="66675"/>
                </a:lnTo>
                <a:lnTo>
                  <a:pt x="704850" y="76200"/>
                </a:lnTo>
                <a:lnTo>
                  <a:pt x="676275" y="76200"/>
                </a:lnTo>
                <a:lnTo>
                  <a:pt x="676275" y="66675"/>
                </a:lnTo>
                <a:lnTo>
                  <a:pt x="666750" y="66675"/>
                </a:lnTo>
                <a:lnTo>
                  <a:pt x="666750" y="57150"/>
                </a:lnTo>
                <a:lnTo>
                  <a:pt x="657225" y="57150"/>
                </a:lnTo>
                <a:lnTo>
                  <a:pt x="657225" y="47625"/>
                </a:lnTo>
                <a:lnTo>
                  <a:pt x="666750" y="47625"/>
                </a:lnTo>
                <a:close/>
                <a:moveTo>
                  <a:pt x="514350" y="114300"/>
                </a:moveTo>
                <a:lnTo>
                  <a:pt x="533400" y="114300"/>
                </a:lnTo>
                <a:lnTo>
                  <a:pt x="533400" y="123825"/>
                </a:lnTo>
                <a:lnTo>
                  <a:pt x="514350" y="123825"/>
                </a:lnTo>
                <a:close/>
                <a:moveTo>
                  <a:pt x="742950" y="114300"/>
                </a:moveTo>
                <a:lnTo>
                  <a:pt x="762000" y="114300"/>
                </a:lnTo>
                <a:lnTo>
                  <a:pt x="762000" y="133350"/>
                </a:lnTo>
                <a:lnTo>
                  <a:pt x="733425" y="133350"/>
                </a:lnTo>
                <a:lnTo>
                  <a:pt x="733425" y="123825"/>
                </a:lnTo>
                <a:lnTo>
                  <a:pt x="742950" y="123825"/>
                </a:lnTo>
                <a:close/>
                <a:moveTo>
                  <a:pt x="390525" y="123825"/>
                </a:moveTo>
                <a:lnTo>
                  <a:pt x="409575" y="123825"/>
                </a:lnTo>
                <a:lnTo>
                  <a:pt x="409575" y="133350"/>
                </a:lnTo>
                <a:lnTo>
                  <a:pt x="390525" y="133350"/>
                </a:lnTo>
                <a:close/>
                <a:moveTo>
                  <a:pt x="552450" y="123825"/>
                </a:moveTo>
                <a:lnTo>
                  <a:pt x="590550" y="123825"/>
                </a:lnTo>
                <a:lnTo>
                  <a:pt x="590550" y="133350"/>
                </a:lnTo>
                <a:lnTo>
                  <a:pt x="552450" y="133350"/>
                </a:lnTo>
                <a:close/>
                <a:moveTo>
                  <a:pt x="28575" y="133350"/>
                </a:moveTo>
                <a:lnTo>
                  <a:pt x="38100" y="133350"/>
                </a:lnTo>
                <a:lnTo>
                  <a:pt x="38100" y="152400"/>
                </a:lnTo>
                <a:lnTo>
                  <a:pt x="28575" y="152400"/>
                </a:lnTo>
                <a:close/>
                <a:moveTo>
                  <a:pt x="285750" y="133350"/>
                </a:moveTo>
                <a:lnTo>
                  <a:pt x="295275" y="133350"/>
                </a:lnTo>
                <a:lnTo>
                  <a:pt x="295275" y="142875"/>
                </a:lnTo>
                <a:lnTo>
                  <a:pt x="285750" y="142875"/>
                </a:lnTo>
                <a:close/>
                <a:moveTo>
                  <a:pt x="304800" y="133350"/>
                </a:moveTo>
                <a:lnTo>
                  <a:pt x="323850" y="133350"/>
                </a:lnTo>
                <a:lnTo>
                  <a:pt x="323850" y="152400"/>
                </a:lnTo>
                <a:lnTo>
                  <a:pt x="304800" y="152400"/>
                </a:lnTo>
                <a:close/>
                <a:moveTo>
                  <a:pt x="676275" y="133350"/>
                </a:moveTo>
                <a:lnTo>
                  <a:pt x="695325" y="133350"/>
                </a:lnTo>
                <a:lnTo>
                  <a:pt x="695325" y="152400"/>
                </a:lnTo>
                <a:lnTo>
                  <a:pt x="685800" y="152400"/>
                </a:lnTo>
                <a:lnTo>
                  <a:pt x="685800" y="171450"/>
                </a:lnTo>
                <a:lnTo>
                  <a:pt x="695325" y="171450"/>
                </a:lnTo>
                <a:lnTo>
                  <a:pt x="695325" y="152400"/>
                </a:lnTo>
                <a:lnTo>
                  <a:pt x="704850" y="152400"/>
                </a:lnTo>
                <a:lnTo>
                  <a:pt x="704850" y="142875"/>
                </a:lnTo>
                <a:lnTo>
                  <a:pt x="714375" y="142875"/>
                </a:lnTo>
                <a:lnTo>
                  <a:pt x="714375" y="180975"/>
                </a:lnTo>
                <a:lnTo>
                  <a:pt x="704850" y="180975"/>
                </a:lnTo>
                <a:lnTo>
                  <a:pt x="704850" y="190500"/>
                </a:lnTo>
                <a:lnTo>
                  <a:pt x="685800" y="190500"/>
                </a:lnTo>
                <a:lnTo>
                  <a:pt x="685800" y="200025"/>
                </a:lnTo>
                <a:lnTo>
                  <a:pt x="676275" y="200025"/>
                </a:lnTo>
                <a:close/>
                <a:moveTo>
                  <a:pt x="28575" y="161925"/>
                </a:moveTo>
                <a:lnTo>
                  <a:pt x="38100" y="161925"/>
                </a:lnTo>
                <a:lnTo>
                  <a:pt x="38100" y="171450"/>
                </a:lnTo>
                <a:lnTo>
                  <a:pt x="28575" y="171450"/>
                </a:lnTo>
                <a:close/>
                <a:moveTo>
                  <a:pt x="390525" y="161925"/>
                </a:moveTo>
                <a:lnTo>
                  <a:pt x="419100" y="161925"/>
                </a:lnTo>
                <a:lnTo>
                  <a:pt x="419100" y="171450"/>
                </a:lnTo>
                <a:lnTo>
                  <a:pt x="390525" y="171450"/>
                </a:lnTo>
                <a:close/>
                <a:moveTo>
                  <a:pt x="381000" y="171450"/>
                </a:moveTo>
                <a:lnTo>
                  <a:pt x="390525" y="171450"/>
                </a:lnTo>
                <a:lnTo>
                  <a:pt x="390525" y="180975"/>
                </a:lnTo>
                <a:lnTo>
                  <a:pt x="381000" y="180975"/>
                </a:lnTo>
                <a:close/>
                <a:moveTo>
                  <a:pt x="438150" y="171450"/>
                </a:moveTo>
                <a:lnTo>
                  <a:pt x="466725" y="171450"/>
                </a:lnTo>
                <a:lnTo>
                  <a:pt x="466725" y="180975"/>
                </a:lnTo>
                <a:lnTo>
                  <a:pt x="438150" y="180975"/>
                </a:lnTo>
                <a:close/>
                <a:moveTo>
                  <a:pt x="428625" y="266700"/>
                </a:moveTo>
                <a:lnTo>
                  <a:pt x="438150" y="266700"/>
                </a:lnTo>
                <a:lnTo>
                  <a:pt x="438150" y="276225"/>
                </a:lnTo>
                <a:lnTo>
                  <a:pt x="428625" y="276225"/>
                </a:lnTo>
                <a:close/>
                <a:moveTo>
                  <a:pt x="676275" y="266700"/>
                </a:moveTo>
                <a:lnTo>
                  <a:pt x="685800" y="266700"/>
                </a:lnTo>
                <a:lnTo>
                  <a:pt x="685800" y="285750"/>
                </a:lnTo>
                <a:lnTo>
                  <a:pt x="695325" y="285750"/>
                </a:lnTo>
                <a:lnTo>
                  <a:pt x="695325" y="304800"/>
                </a:lnTo>
                <a:lnTo>
                  <a:pt x="742950" y="304800"/>
                </a:lnTo>
                <a:lnTo>
                  <a:pt x="742950" y="314325"/>
                </a:lnTo>
                <a:lnTo>
                  <a:pt x="723900" y="314325"/>
                </a:lnTo>
                <a:lnTo>
                  <a:pt x="723900" y="323850"/>
                </a:lnTo>
                <a:lnTo>
                  <a:pt x="742950" y="323850"/>
                </a:lnTo>
                <a:lnTo>
                  <a:pt x="742950" y="333375"/>
                </a:lnTo>
                <a:lnTo>
                  <a:pt x="733425" y="333375"/>
                </a:lnTo>
                <a:lnTo>
                  <a:pt x="733425" y="342900"/>
                </a:lnTo>
                <a:lnTo>
                  <a:pt x="723900" y="342900"/>
                </a:lnTo>
                <a:lnTo>
                  <a:pt x="723900" y="333375"/>
                </a:lnTo>
                <a:lnTo>
                  <a:pt x="714375" y="333375"/>
                </a:lnTo>
                <a:lnTo>
                  <a:pt x="714375" y="323850"/>
                </a:lnTo>
                <a:lnTo>
                  <a:pt x="695325" y="323850"/>
                </a:lnTo>
                <a:lnTo>
                  <a:pt x="695325" y="314325"/>
                </a:lnTo>
                <a:lnTo>
                  <a:pt x="676275" y="314325"/>
                </a:lnTo>
                <a:lnTo>
                  <a:pt x="676275" y="304800"/>
                </a:lnTo>
                <a:lnTo>
                  <a:pt x="685800" y="304800"/>
                </a:lnTo>
                <a:lnTo>
                  <a:pt x="685800" y="295275"/>
                </a:lnTo>
                <a:lnTo>
                  <a:pt x="676275" y="295275"/>
                </a:lnTo>
                <a:close/>
                <a:moveTo>
                  <a:pt x="361950" y="276225"/>
                </a:moveTo>
                <a:lnTo>
                  <a:pt x="371475" y="276225"/>
                </a:lnTo>
                <a:lnTo>
                  <a:pt x="371475" y="285750"/>
                </a:lnTo>
                <a:lnTo>
                  <a:pt x="361950" y="285750"/>
                </a:lnTo>
                <a:close/>
                <a:moveTo>
                  <a:pt x="438150" y="276225"/>
                </a:moveTo>
                <a:lnTo>
                  <a:pt x="447675" y="276225"/>
                </a:lnTo>
                <a:lnTo>
                  <a:pt x="447675" y="285750"/>
                </a:lnTo>
                <a:lnTo>
                  <a:pt x="438150" y="285750"/>
                </a:lnTo>
                <a:close/>
                <a:moveTo>
                  <a:pt x="19050" y="295275"/>
                </a:moveTo>
                <a:lnTo>
                  <a:pt x="38100" y="295275"/>
                </a:lnTo>
                <a:lnTo>
                  <a:pt x="38100" y="304800"/>
                </a:lnTo>
                <a:lnTo>
                  <a:pt x="19050" y="304800"/>
                </a:lnTo>
                <a:close/>
                <a:moveTo>
                  <a:pt x="771525" y="304800"/>
                </a:moveTo>
                <a:lnTo>
                  <a:pt x="790575" y="304800"/>
                </a:lnTo>
                <a:lnTo>
                  <a:pt x="790575" y="333375"/>
                </a:lnTo>
                <a:lnTo>
                  <a:pt x="762000" y="333375"/>
                </a:lnTo>
                <a:lnTo>
                  <a:pt x="762000" y="323850"/>
                </a:lnTo>
                <a:lnTo>
                  <a:pt x="771525" y="323850"/>
                </a:lnTo>
                <a:close/>
                <a:moveTo>
                  <a:pt x="19050" y="323850"/>
                </a:moveTo>
                <a:lnTo>
                  <a:pt x="28575" y="323850"/>
                </a:lnTo>
                <a:lnTo>
                  <a:pt x="28575" y="333375"/>
                </a:lnTo>
                <a:lnTo>
                  <a:pt x="19050" y="333375"/>
                </a:lnTo>
                <a:close/>
                <a:moveTo>
                  <a:pt x="371475" y="342900"/>
                </a:moveTo>
                <a:lnTo>
                  <a:pt x="381000" y="342900"/>
                </a:lnTo>
                <a:lnTo>
                  <a:pt x="381000" y="352425"/>
                </a:lnTo>
                <a:lnTo>
                  <a:pt x="371475" y="352425"/>
                </a:lnTo>
                <a:close/>
                <a:moveTo>
                  <a:pt x="0" y="361950"/>
                </a:moveTo>
                <a:lnTo>
                  <a:pt x="47625" y="361950"/>
                </a:lnTo>
                <a:lnTo>
                  <a:pt x="47625" y="371475"/>
                </a:lnTo>
                <a:lnTo>
                  <a:pt x="38100" y="371475"/>
                </a:lnTo>
                <a:lnTo>
                  <a:pt x="38100" y="381000"/>
                </a:lnTo>
                <a:lnTo>
                  <a:pt x="0" y="381000"/>
                </a:lnTo>
                <a:close/>
                <a:moveTo>
                  <a:pt x="781050" y="371475"/>
                </a:moveTo>
                <a:lnTo>
                  <a:pt x="790575" y="371475"/>
                </a:lnTo>
                <a:lnTo>
                  <a:pt x="790575" y="390525"/>
                </a:lnTo>
                <a:lnTo>
                  <a:pt x="771525" y="390525"/>
                </a:lnTo>
                <a:lnTo>
                  <a:pt x="771525" y="381000"/>
                </a:lnTo>
                <a:lnTo>
                  <a:pt x="781050" y="381000"/>
                </a:lnTo>
                <a:close/>
                <a:moveTo>
                  <a:pt x="0" y="409575"/>
                </a:moveTo>
                <a:lnTo>
                  <a:pt x="9525" y="409575"/>
                </a:lnTo>
                <a:lnTo>
                  <a:pt x="9525" y="419100"/>
                </a:lnTo>
                <a:lnTo>
                  <a:pt x="0" y="419100"/>
                </a:lnTo>
                <a:close/>
                <a:moveTo>
                  <a:pt x="9525" y="428625"/>
                </a:moveTo>
                <a:lnTo>
                  <a:pt x="28575" y="428625"/>
                </a:lnTo>
                <a:lnTo>
                  <a:pt x="28575" y="447675"/>
                </a:lnTo>
                <a:lnTo>
                  <a:pt x="38100" y="447675"/>
                </a:lnTo>
                <a:lnTo>
                  <a:pt x="38100" y="457200"/>
                </a:lnTo>
                <a:lnTo>
                  <a:pt x="19050" y="457200"/>
                </a:lnTo>
                <a:lnTo>
                  <a:pt x="19050" y="447675"/>
                </a:lnTo>
                <a:lnTo>
                  <a:pt x="0" y="447675"/>
                </a:lnTo>
                <a:lnTo>
                  <a:pt x="0" y="438150"/>
                </a:lnTo>
                <a:lnTo>
                  <a:pt x="9525" y="438150"/>
                </a:lnTo>
                <a:close/>
                <a:moveTo>
                  <a:pt x="781050" y="428625"/>
                </a:moveTo>
                <a:lnTo>
                  <a:pt x="790575" y="428625"/>
                </a:lnTo>
                <a:lnTo>
                  <a:pt x="790575" y="447675"/>
                </a:lnTo>
                <a:lnTo>
                  <a:pt x="781050" y="447675"/>
                </a:lnTo>
                <a:close/>
                <a:moveTo>
                  <a:pt x="342900" y="476250"/>
                </a:moveTo>
                <a:lnTo>
                  <a:pt x="361950" y="476250"/>
                </a:lnTo>
                <a:lnTo>
                  <a:pt x="361950" y="485775"/>
                </a:lnTo>
                <a:lnTo>
                  <a:pt x="371475" y="485775"/>
                </a:lnTo>
                <a:lnTo>
                  <a:pt x="371475" y="495300"/>
                </a:lnTo>
                <a:lnTo>
                  <a:pt x="352425" y="495300"/>
                </a:lnTo>
                <a:lnTo>
                  <a:pt x="352425" y="504825"/>
                </a:lnTo>
                <a:lnTo>
                  <a:pt x="342900" y="504825"/>
                </a:lnTo>
                <a:close/>
                <a:moveTo>
                  <a:pt x="752475" y="533400"/>
                </a:moveTo>
                <a:lnTo>
                  <a:pt x="781050" y="533400"/>
                </a:lnTo>
                <a:lnTo>
                  <a:pt x="781050" y="542925"/>
                </a:lnTo>
                <a:lnTo>
                  <a:pt x="771525" y="542925"/>
                </a:lnTo>
                <a:lnTo>
                  <a:pt x="771525" y="552450"/>
                </a:lnTo>
                <a:lnTo>
                  <a:pt x="742950" y="552450"/>
                </a:lnTo>
                <a:lnTo>
                  <a:pt x="742950" y="542925"/>
                </a:lnTo>
                <a:lnTo>
                  <a:pt x="752475" y="542925"/>
                </a:lnTo>
                <a:close/>
                <a:moveTo>
                  <a:pt x="733425" y="552450"/>
                </a:moveTo>
                <a:lnTo>
                  <a:pt x="742950" y="552450"/>
                </a:lnTo>
                <a:lnTo>
                  <a:pt x="742950" y="571500"/>
                </a:lnTo>
                <a:lnTo>
                  <a:pt x="733425" y="571500"/>
                </a:lnTo>
                <a:close/>
                <a:moveTo>
                  <a:pt x="771525" y="552450"/>
                </a:moveTo>
                <a:lnTo>
                  <a:pt x="781050" y="552450"/>
                </a:lnTo>
                <a:lnTo>
                  <a:pt x="781050" y="561975"/>
                </a:lnTo>
                <a:lnTo>
                  <a:pt x="771525" y="561975"/>
                </a:lnTo>
                <a:close/>
                <a:moveTo>
                  <a:pt x="142875" y="590550"/>
                </a:moveTo>
                <a:lnTo>
                  <a:pt x="152400" y="590550"/>
                </a:lnTo>
                <a:lnTo>
                  <a:pt x="152400" y="600075"/>
                </a:lnTo>
                <a:lnTo>
                  <a:pt x="142875" y="600075"/>
                </a:lnTo>
                <a:close/>
                <a:moveTo>
                  <a:pt x="381000" y="590550"/>
                </a:moveTo>
                <a:lnTo>
                  <a:pt x="390525" y="590550"/>
                </a:lnTo>
                <a:lnTo>
                  <a:pt x="390525" y="600075"/>
                </a:lnTo>
                <a:lnTo>
                  <a:pt x="381000" y="600075"/>
                </a:lnTo>
                <a:close/>
                <a:moveTo>
                  <a:pt x="400050" y="609600"/>
                </a:moveTo>
                <a:lnTo>
                  <a:pt x="409575" y="609600"/>
                </a:lnTo>
                <a:lnTo>
                  <a:pt x="409575" y="619125"/>
                </a:lnTo>
                <a:lnTo>
                  <a:pt x="400050" y="619125"/>
                </a:lnTo>
                <a:close/>
                <a:moveTo>
                  <a:pt x="314325" y="628650"/>
                </a:moveTo>
                <a:lnTo>
                  <a:pt x="333375" y="628650"/>
                </a:lnTo>
                <a:lnTo>
                  <a:pt x="333375" y="647700"/>
                </a:lnTo>
                <a:lnTo>
                  <a:pt x="314325" y="647700"/>
                </a:lnTo>
                <a:close/>
                <a:moveTo>
                  <a:pt x="342900" y="628650"/>
                </a:moveTo>
                <a:lnTo>
                  <a:pt x="361950" y="628650"/>
                </a:lnTo>
                <a:lnTo>
                  <a:pt x="361950" y="647700"/>
                </a:lnTo>
                <a:lnTo>
                  <a:pt x="342900" y="647700"/>
                </a:lnTo>
                <a:close/>
                <a:moveTo>
                  <a:pt x="371475" y="628650"/>
                </a:moveTo>
                <a:lnTo>
                  <a:pt x="419100" y="628650"/>
                </a:lnTo>
                <a:lnTo>
                  <a:pt x="419100" y="647700"/>
                </a:lnTo>
                <a:lnTo>
                  <a:pt x="438150" y="647700"/>
                </a:lnTo>
                <a:lnTo>
                  <a:pt x="438150" y="638175"/>
                </a:lnTo>
                <a:lnTo>
                  <a:pt x="457200" y="638175"/>
                </a:lnTo>
                <a:lnTo>
                  <a:pt x="457200" y="647700"/>
                </a:lnTo>
                <a:lnTo>
                  <a:pt x="466725" y="647700"/>
                </a:lnTo>
                <a:lnTo>
                  <a:pt x="466725" y="666750"/>
                </a:lnTo>
                <a:lnTo>
                  <a:pt x="447675" y="666750"/>
                </a:lnTo>
                <a:lnTo>
                  <a:pt x="447675" y="657225"/>
                </a:lnTo>
                <a:lnTo>
                  <a:pt x="419100" y="657225"/>
                </a:lnTo>
                <a:lnTo>
                  <a:pt x="419100" y="666750"/>
                </a:lnTo>
                <a:lnTo>
                  <a:pt x="400050" y="666750"/>
                </a:lnTo>
                <a:lnTo>
                  <a:pt x="400050" y="657225"/>
                </a:lnTo>
                <a:lnTo>
                  <a:pt x="390525" y="657225"/>
                </a:lnTo>
                <a:lnTo>
                  <a:pt x="390525" y="647700"/>
                </a:lnTo>
                <a:lnTo>
                  <a:pt x="381000" y="647700"/>
                </a:lnTo>
                <a:lnTo>
                  <a:pt x="381000" y="657225"/>
                </a:lnTo>
                <a:lnTo>
                  <a:pt x="371475" y="657225"/>
                </a:lnTo>
                <a:close/>
                <a:moveTo>
                  <a:pt x="476250" y="657225"/>
                </a:moveTo>
                <a:lnTo>
                  <a:pt x="485775" y="657225"/>
                </a:lnTo>
                <a:lnTo>
                  <a:pt x="485775" y="666750"/>
                </a:lnTo>
                <a:lnTo>
                  <a:pt x="476250" y="666750"/>
                </a:lnTo>
                <a:close/>
                <a:moveTo>
                  <a:pt x="438150" y="685800"/>
                </a:moveTo>
                <a:lnTo>
                  <a:pt x="447675" y="685800"/>
                </a:lnTo>
                <a:lnTo>
                  <a:pt x="447675" y="695325"/>
                </a:lnTo>
                <a:lnTo>
                  <a:pt x="438150" y="695325"/>
                </a:lnTo>
                <a:close/>
                <a:moveTo>
                  <a:pt x="504825" y="685800"/>
                </a:moveTo>
                <a:lnTo>
                  <a:pt x="523875" y="685800"/>
                </a:lnTo>
                <a:lnTo>
                  <a:pt x="523875" y="695325"/>
                </a:lnTo>
                <a:lnTo>
                  <a:pt x="552450" y="695325"/>
                </a:lnTo>
                <a:lnTo>
                  <a:pt x="552450" y="704850"/>
                </a:lnTo>
                <a:lnTo>
                  <a:pt x="485775" y="704850"/>
                </a:lnTo>
                <a:lnTo>
                  <a:pt x="485775" y="695325"/>
                </a:lnTo>
                <a:lnTo>
                  <a:pt x="504825" y="695325"/>
                </a:lnTo>
                <a:close/>
                <a:moveTo>
                  <a:pt x="600075" y="685800"/>
                </a:moveTo>
                <a:lnTo>
                  <a:pt x="619125" y="685800"/>
                </a:lnTo>
                <a:lnTo>
                  <a:pt x="619125" y="704850"/>
                </a:lnTo>
                <a:lnTo>
                  <a:pt x="600075" y="704850"/>
                </a:lnTo>
                <a:close/>
                <a:moveTo>
                  <a:pt x="457200" y="695325"/>
                </a:moveTo>
                <a:lnTo>
                  <a:pt x="466725" y="695325"/>
                </a:lnTo>
                <a:lnTo>
                  <a:pt x="466725" y="704850"/>
                </a:lnTo>
                <a:lnTo>
                  <a:pt x="457200" y="704850"/>
                </a:lnTo>
                <a:close/>
                <a:moveTo>
                  <a:pt x="581025" y="695325"/>
                </a:moveTo>
                <a:lnTo>
                  <a:pt x="590550" y="695325"/>
                </a:lnTo>
                <a:lnTo>
                  <a:pt x="590550" y="704850"/>
                </a:lnTo>
                <a:lnTo>
                  <a:pt x="581025" y="704850"/>
                </a:lnTo>
                <a:close/>
              </a:path>
            </a:pathLst>
          </a:custGeom>
          <a:solidFill xmlns:a="http://schemas.openxmlformats.org/drawingml/2006/main">
            <a:srgbClr val="F3F0E3"/>
          </a:solidFill>
          <a:ln xmlns:a="http://schemas.openxmlformats.org/drawingml/2006/main" w="0">
            <a:noFill/>
          </a:ln>
        </p:spPr>
      </p:sp>
      <p:sp>
        <p:nvSpPr>
          <p:cNvPr id="38" name="server vector #f2f0e4">
            <a:extLst xmlns:a="http://schemas.openxmlformats.org/drawingml/2006/main">
              <a:ext uri="{FF2B5EF4-FFF2-40B4-BE49-F238E27FC236}">
                <a16:creationId xmlns:a16="http://schemas.microsoft.com/office/drawing/2014/main" id="{0CAEB865-B19C-4B60-A672-D357F5640C9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143625" y="1524000"/>
            <a:ext cx="790575" cy="704850"/>
          </a:xfrm>
          <a:custGeom xmlns:a="http://schemas.openxmlformats.org/drawingml/2006/main">
            <a:pathLst>
              <a:path w="790575" h="704850">
                <a:moveTo>
                  <a:pt x="171450" y="19050"/>
                </a:moveTo>
                <a:lnTo>
                  <a:pt x="180975" y="19050"/>
                </a:lnTo>
                <a:lnTo>
                  <a:pt x="180975" y="28575"/>
                </a:lnTo>
                <a:lnTo>
                  <a:pt x="200025" y="28575"/>
                </a:lnTo>
                <a:lnTo>
                  <a:pt x="200025" y="38100"/>
                </a:lnTo>
                <a:lnTo>
                  <a:pt x="190500" y="38100"/>
                </a:lnTo>
                <a:lnTo>
                  <a:pt x="190500" y="47625"/>
                </a:lnTo>
                <a:lnTo>
                  <a:pt x="171450" y="47625"/>
                </a:lnTo>
                <a:close/>
                <a:moveTo>
                  <a:pt x="114300" y="28575"/>
                </a:moveTo>
                <a:lnTo>
                  <a:pt x="142875" y="28575"/>
                </a:lnTo>
                <a:lnTo>
                  <a:pt x="142875" y="38100"/>
                </a:lnTo>
                <a:lnTo>
                  <a:pt x="161925" y="38100"/>
                </a:lnTo>
                <a:lnTo>
                  <a:pt x="161925" y="47625"/>
                </a:lnTo>
                <a:lnTo>
                  <a:pt x="114300" y="47625"/>
                </a:lnTo>
                <a:lnTo>
                  <a:pt x="114300" y="57150"/>
                </a:lnTo>
                <a:lnTo>
                  <a:pt x="95250" y="57150"/>
                </a:lnTo>
                <a:lnTo>
                  <a:pt x="95250" y="38100"/>
                </a:lnTo>
                <a:lnTo>
                  <a:pt x="114300" y="38100"/>
                </a:lnTo>
                <a:close/>
                <a:moveTo>
                  <a:pt x="504825" y="28575"/>
                </a:moveTo>
                <a:lnTo>
                  <a:pt x="542925" y="28575"/>
                </a:lnTo>
                <a:lnTo>
                  <a:pt x="542925" y="38100"/>
                </a:lnTo>
                <a:lnTo>
                  <a:pt x="552450" y="38100"/>
                </a:lnTo>
                <a:lnTo>
                  <a:pt x="552450" y="28575"/>
                </a:lnTo>
                <a:lnTo>
                  <a:pt x="638175" y="28575"/>
                </a:lnTo>
                <a:lnTo>
                  <a:pt x="638175" y="47625"/>
                </a:lnTo>
                <a:lnTo>
                  <a:pt x="657225" y="47625"/>
                </a:lnTo>
                <a:lnTo>
                  <a:pt x="657225" y="57150"/>
                </a:lnTo>
                <a:lnTo>
                  <a:pt x="666750" y="57150"/>
                </a:lnTo>
                <a:lnTo>
                  <a:pt x="666750" y="66675"/>
                </a:lnTo>
                <a:lnTo>
                  <a:pt x="676275" y="66675"/>
                </a:lnTo>
                <a:lnTo>
                  <a:pt x="676275" y="76200"/>
                </a:lnTo>
                <a:lnTo>
                  <a:pt x="695325" y="76200"/>
                </a:lnTo>
                <a:lnTo>
                  <a:pt x="695325" y="95250"/>
                </a:lnTo>
                <a:lnTo>
                  <a:pt x="685800" y="95250"/>
                </a:lnTo>
                <a:lnTo>
                  <a:pt x="685800" y="104775"/>
                </a:lnTo>
                <a:lnTo>
                  <a:pt x="695325" y="104775"/>
                </a:lnTo>
                <a:lnTo>
                  <a:pt x="695325" y="114300"/>
                </a:lnTo>
                <a:lnTo>
                  <a:pt x="685800" y="114300"/>
                </a:lnTo>
                <a:lnTo>
                  <a:pt x="685800" y="133350"/>
                </a:lnTo>
                <a:lnTo>
                  <a:pt x="676275" y="133350"/>
                </a:lnTo>
                <a:lnTo>
                  <a:pt x="676275" y="200025"/>
                </a:lnTo>
                <a:lnTo>
                  <a:pt x="685800" y="200025"/>
                </a:lnTo>
                <a:lnTo>
                  <a:pt x="685800" y="209550"/>
                </a:lnTo>
                <a:lnTo>
                  <a:pt x="676275" y="209550"/>
                </a:lnTo>
                <a:lnTo>
                  <a:pt x="676275" y="228600"/>
                </a:lnTo>
                <a:lnTo>
                  <a:pt x="666750" y="228600"/>
                </a:lnTo>
                <a:lnTo>
                  <a:pt x="666750" y="85725"/>
                </a:lnTo>
                <a:lnTo>
                  <a:pt x="647700" y="85725"/>
                </a:lnTo>
                <a:lnTo>
                  <a:pt x="647700" y="57150"/>
                </a:lnTo>
                <a:lnTo>
                  <a:pt x="619125" y="57150"/>
                </a:lnTo>
                <a:lnTo>
                  <a:pt x="619125" y="47625"/>
                </a:lnTo>
                <a:lnTo>
                  <a:pt x="457200" y="47625"/>
                </a:lnTo>
                <a:lnTo>
                  <a:pt x="457200" y="38100"/>
                </a:lnTo>
                <a:lnTo>
                  <a:pt x="504825" y="38100"/>
                </a:lnTo>
                <a:close/>
                <a:moveTo>
                  <a:pt x="209550" y="38100"/>
                </a:moveTo>
                <a:lnTo>
                  <a:pt x="238125" y="38100"/>
                </a:lnTo>
                <a:lnTo>
                  <a:pt x="238125" y="47625"/>
                </a:lnTo>
                <a:lnTo>
                  <a:pt x="209550" y="47625"/>
                </a:lnTo>
                <a:close/>
                <a:moveTo>
                  <a:pt x="390525" y="38100"/>
                </a:moveTo>
                <a:lnTo>
                  <a:pt x="419100" y="38100"/>
                </a:lnTo>
                <a:lnTo>
                  <a:pt x="419100" y="47625"/>
                </a:lnTo>
                <a:lnTo>
                  <a:pt x="409575" y="47625"/>
                </a:lnTo>
                <a:lnTo>
                  <a:pt x="409575" y="57150"/>
                </a:lnTo>
                <a:lnTo>
                  <a:pt x="400050" y="57150"/>
                </a:lnTo>
                <a:lnTo>
                  <a:pt x="400050" y="47625"/>
                </a:lnTo>
                <a:lnTo>
                  <a:pt x="390525" y="47625"/>
                </a:lnTo>
                <a:close/>
                <a:moveTo>
                  <a:pt x="438150" y="38100"/>
                </a:moveTo>
                <a:lnTo>
                  <a:pt x="447675" y="38100"/>
                </a:lnTo>
                <a:lnTo>
                  <a:pt x="447675" y="47625"/>
                </a:lnTo>
                <a:lnTo>
                  <a:pt x="438150" y="47625"/>
                </a:lnTo>
                <a:close/>
                <a:moveTo>
                  <a:pt x="257175" y="114300"/>
                </a:moveTo>
                <a:lnTo>
                  <a:pt x="514350" y="114300"/>
                </a:lnTo>
                <a:lnTo>
                  <a:pt x="514350" y="123825"/>
                </a:lnTo>
                <a:lnTo>
                  <a:pt x="323850" y="123825"/>
                </a:lnTo>
                <a:lnTo>
                  <a:pt x="323850" y="133350"/>
                </a:lnTo>
                <a:lnTo>
                  <a:pt x="304800" y="133350"/>
                </a:lnTo>
                <a:lnTo>
                  <a:pt x="304800" y="152400"/>
                </a:lnTo>
                <a:lnTo>
                  <a:pt x="323850" y="152400"/>
                </a:lnTo>
                <a:lnTo>
                  <a:pt x="323850" y="171450"/>
                </a:lnTo>
                <a:lnTo>
                  <a:pt x="295275" y="171450"/>
                </a:lnTo>
                <a:lnTo>
                  <a:pt x="295275" y="161925"/>
                </a:lnTo>
                <a:lnTo>
                  <a:pt x="285750" y="161925"/>
                </a:lnTo>
                <a:lnTo>
                  <a:pt x="285750" y="152400"/>
                </a:lnTo>
                <a:lnTo>
                  <a:pt x="276225" y="152400"/>
                </a:lnTo>
                <a:lnTo>
                  <a:pt x="276225" y="142875"/>
                </a:lnTo>
                <a:lnTo>
                  <a:pt x="295275" y="142875"/>
                </a:lnTo>
                <a:lnTo>
                  <a:pt x="295275" y="133350"/>
                </a:lnTo>
                <a:lnTo>
                  <a:pt x="285750" y="133350"/>
                </a:lnTo>
                <a:lnTo>
                  <a:pt x="285750" y="123825"/>
                </a:lnTo>
                <a:lnTo>
                  <a:pt x="257175" y="123825"/>
                </a:lnTo>
                <a:close/>
                <a:moveTo>
                  <a:pt x="533400" y="114300"/>
                </a:moveTo>
                <a:lnTo>
                  <a:pt x="590550" y="114300"/>
                </a:lnTo>
                <a:lnTo>
                  <a:pt x="590550" y="123825"/>
                </a:lnTo>
                <a:lnTo>
                  <a:pt x="533400" y="123825"/>
                </a:lnTo>
                <a:close/>
                <a:moveTo>
                  <a:pt x="47625" y="123825"/>
                </a:moveTo>
                <a:lnTo>
                  <a:pt x="57150" y="123825"/>
                </a:lnTo>
                <a:lnTo>
                  <a:pt x="57150" y="142875"/>
                </a:lnTo>
                <a:lnTo>
                  <a:pt x="47625" y="142875"/>
                </a:lnTo>
                <a:close/>
                <a:moveTo>
                  <a:pt x="590550" y="123825"/>
                </a:moveTo>
                <a:lnTo>
                  <a:pt x="600075" y="123825"/>
                </a:lnTo>
                <a:lnTo>
                  <a:pt x="600075" y="133350"/>
                </a:lnTo>
                <a:lnTo>
                  <a:pt x="609600" y="133350"/>
                </a:lnTo>
                <a:lnTo>
                  <a:pt x="609600" y="142875"/>
                </a:lnTo>
                <a:lnTo>
                  <a:pt x="619125" y="142875"/>
                </a:lnTo>
                <a:lnTo>
                  <a:pt x="619125" y="161925"/>
                </a:lnTo>
                <a:lnTo>
                  <a:pt x="609600" y="161925"/>
                </a:lnTo>
                <a:lnTo>
                  <a:pt x="609600" y="190500"/>
                </a:lnTo>
                <a:lnTo>
                  <a:pt x="600075" y="190500"/>
                </a:lnTo>
                <a:lnTo>
                  <a:pt x="600075" y="152400"/>
                </a:lnTo>
                <a:lnTo>
                  <a:pt x="590550" y="152400"/>
                </a:lnTo>
                <a:close/>
                <a:moveTo>
                  <a:pt x="685800" y="152400"/>
                </a:moveTo>
                <a:lnTo>
                  <a:pt x="695325" y="152400"/>
                </a:lnTo>
                <a:lnTo>
                  <a:pt x="695325" y="171450"/>
                </a:lnTo>
                <a:lnTo>
                  <a:pt x="685800" y="171450"/>
                </a:lnTo>
                <a:close/>
                <a:moveTo>
                  <a:pt x="390525" y="171450"/>
                </a:moveTo>
                <a:lnTo>
                  <a:pt x="438150" y="171450"/>
                </a:lnTo>
                <a:lnTo>
                  <a:pt x="438150" y="180975"/>
                </a:lnTo>
                <a:lnTo>
                  <a:pt x="447675" y="180975"/>
                </a:lnTo>
                <a:lnTo>
                  <a:pt x="447675" y="200025"/>
                </a:lnTo>
                <a:lnTo>
                  <a:pt x="371475" y="200025"/>
                </a:lnTo>
                <a:lnTo>
                  <a:pt x="371475" y="180975"/>
                </a:lnTo>
                <a:lnTo>
                  <a:pt x="390525" y="180975"/>
                </a:lnTo>
                <a:close/>
                <a:moveTo>
                  <a:pt x="466725" y="171450"/>
                </a:moveTo>
                <a:lnTo>
                  <a:pt x="495300" y="171450"/>
                </a:lnTo>
                <a:lnTo>
                  <a:pt x="495300" y="180975"/>
                </a:lnTo>
                <a:lnTo>
                  <a:pt x="466725" y="180975"/>
                </a:lnTo>
                <a:close/>
                <a:moveTo>
                  <a:pt x="304800" y="180975"/>
                </a:moveTo>
                <a:lnTo>
                  <a:pt x="323850" y="180975"/>
                </a:lnTo>
                <a:lnTo>
                  <a:pt x="323850" y="190500"/>
                </a:lnTo>
                <a:lnTo>
                  <a:pt x="342900" y="190500"/>
                </a:lnTo>
                <a:lnTo>
                  <a:pt x="342900" y="209550"/>
                </a:lnTo>
                <a:lnTo>
                  <a:pt x="333375" y="209550"/>
                </a:lnTo>
                <a:lnTo>
                  <a:pt x="333375" y="200025"/>
                </a:lnTo>
                <a:lnTo>
                  <a:pt x="304800" y="200025"/>
                </a:lnTo>
                <a:close/>
                <a:moveTo>
                  <a:pt x="495300" y="180975"/>
                </a:moveTo>
                <a:lnTo>
                  <a:pt x="504825" y="180975"/>
                </a:lnTo>
                <a:lnTo>
                  <a:pt x="504825" y="200025"/>
                </a:lnTo>
                <a:lnTo>
                  <a:pt x="495300" y="200025"/>
                </a:lnTo>
                <a:close/>
                <a:moveTo>
                  <a:pt x="266700" y="190500"/>
                </a:moveTo>
                <a:lnTo>
                  <a:pt x="295275" y="190500"/>
                </a:lnTo>
                <a:lnTo>
                  <a:pt x="295275" y="200025"/>
                </a:lnTo>
                <a:lnTo>
                  <a:pt x="266700" y="200025"/>
                </a:lnTo>
                <a:close/>
                <a:moveTo>
                  <a:pt x="542925" y="190500"/>
                </a:moveTo>
                <a:lnTo>
                  <a:pt x="552450" y="190500"/>
                </a:lnTo>
                <a:lnTo>
                  <a:pt x="552450" y="200025"/>
                </a:lnTo>
                <a:lnTo>
                  <a:pt x="542925" y="200025"/>
                </a:lnTo>
                <a:close/>
                <a:moveTo>
                  <a:pt x="561975" y="190500"/>
                </a:moveTo>
                <a:lnTo>
                  <a:pt x="581025" y="190500"/>
                </a:lnTo>
                <a:lnTo>
                  <a:pt x="581025" y="200025"/>
                </a:lnTo>
                <a:lnTo>
                  <a:pt x="561975" y="200025"/>
                </a:lnTo>
                <a:close/>
                <a:moveTo>
                  <a:pt x="257175" y="257175"/>
                </a:moveTo>
                <a:lnTo>
                  <a:pt x="295275" y="257175"/>
                </a:lnTo>
                <a:lnTo>
                  <a:pt x="295275" y="266700"/>
                </a:lnTo>
                <a:lnTo>
                  <a:pt x="409575" y="266700"/>
                </a:lnTo>
                <a:lnTo>
                  <a:pt x="409575" y="257175"/>
                </a:lnTo>
                <a:lnTo>
                  <a:pt x="466725" y="257175"/>
                </a:lnTo>
                <a:lnTo>
                  <a:pt x="466725" y="266700"/>
                </a:lnTo>
                <a:lnTo>
                  <a:pt x="504825" y="266700"/>
                </a:lnTo>
                <a:lnTo>
                  <a:pt x="504825" y="276225"/>
                </a:lnTo>
                <a:lnTo>
                  <a:pt x="438150" y="276225"/>
                </a:lnTo>
                <a:lnTo>
                  <a:pt x="438150" y="266700"/>
                </a:lnTo>
                <a:lnTo>
                  <a:pt x="428625" y="266700"/>
                </a:lnTo>
                <a:lnTo>
                  <a:pt x="428625" y="276225"/>
                </a:lnTo>
                <a:lnTo>
                  <a:pt x="361950" y="276225"/>
                </a:lnTo>
                <a:lnTo>
                  <a:pt x="361950" y="285750"/>
                </a:lnTo>
                <a:lnTo>
                  <a:pt x="352425" y="285750"/>
                </a:lnTo>
                <a:lnTo>
                  <a:pt x="352425" y="276225"/>
                </a:lnTo>
                <a:lnTo>
                  <a:pt x="295275" y="276225"/>
                </a:lnTo>
                <a:lnTo>
                  <a:pt x="295275" y="285750"/>
                </a:lnTo>
                <a:lnTo>
                  <a:pt x="276225" y="285750"/>
                </a:lnTo>
                <a:lnTo>
                  <a:pt x="276225" y="323850"/>
                </a:lnTo>
                <a:lnTo>
                  <a:pt x="257175" y="323850"/>
                </a:lnTo>
                <a:lnTo>
                  <a:pt x="257175" y="314325"/>
                </a:lnTo>
                <a:lnTo>
                  <a:pt x="266700" y="314325"/>
                </a:lnTo>
                <a:lnTo>
                  <a:pt x="266700" y="285750"/>
                </a:lnTo>
                <a:lnTo>
                  <a:pt x="257175" y="285750"/>
                </a:lnTo>
                <a:close/>
                <a:moveTo>
                  <a:pt x="533400" y="257175"/>
                </a:moveTo>
                <a:lnTo>
                  <a:pt x="542925" y="257175"/>
                </a:lnTo>
                <a:lnTo>
                  <a:pt x="542925" y="266700"/>
                </a:lnTo>
                <a:lnTo>
                  <a:pt x="533400" y="266700"/>
                </a:lnTo>
                <a:close/>
                <a:moveTo>
                  <a:pt x="666750" y="257175"/>
                </a:moveTo>
                <a:lnTo>
                  <a:pt x="676275" y="257175"/>
                </a:lnTo>
                <a:lnTo>
                  <a:pt x="676275" y="276225"/>
                </a:lnTo>
                <a:lnTo>
                  <a:pt x="666750" y="276225"/>
                </a:lnTo>
                <a:close/>
                <a:moveTo>
                  <a:pt x="47625" y="276225"/>
                </a:moveTo>
                <a:lnTo>
                  <a:pt x="57150" y="276225"/>
                </a:lnTo>
                <a:lnTo>
                  <a:pt x="57150" y="314325"/>
                </a:lnTo>
                <a:lnTo>
                  <a:pt x="47625" y="314325"/>
                </a:lnTo>
                <a:lnTo>
                  <a:pt x="47625" y="333375"/>
                </a:lnTo>
                <a:lnTo>
                  <a:pt x="57150" y="333375"/>
                </a:lnTo>
                <a:lnTo>
                  <a:pt x="57150" y="381000"/>
                </a:lnTo>
                <a:lnTo>
                  <a:pt x="47625" y="381000"/>
                </a:lnTo>
                <a:lnTo>
                  <a:pt x="47625" y="447675"/>
                </a:lnTo>
                <a:lnTo>
                  <a:pt x="57150" y="447675"/>
                </a:lnTo>
                <a:lnTo>
                  <a:pt x="57150" y="457200"/>
                </a:lnTo>
                <a:lnTo>
                  <a:pt x="38100" y="457200"/>
                </a:lnTo>
                <a:lnTo>
                  <a:pt x="38100" y="447675"/>
                </a:lnTo>
                <a:lnTo>
                  <a:pt x="28575" y="447675"/>
                </a:lnTo>
                <a:lnTo>
                  <a:pt x="28575" y="419100"/>
                </a:lnTo>
                <a:lnTo>
                  <a:pt x="9525" y="419100"/>
                </a:lnTo>
                <a:lnTo>
                  <a:pt x="9525" y="409575"/>
                </a:lnTo>
                <a:lnTo>
                  <a:pt x="0" y="409575"/>
                </a:lnTo>
                <a:lnTo>
                  <a:pt x="0" y="381000"/>
                </a:lnTo>
                <a:lnTo>
                  <a:pt x="19050" y="381000"/>
                </a:lnTo>
                <a:lnTo>
                  <a:pt x="19050" y="390525"/>
                </a:lnTo>
                <a:lnTo>
                  <a:pt x="38100" y="390525"/>
                </a:lnTo>
                <a:lnTo>
                  <a:pt x="38100" y="371475"/>
                </a:lnTo>
                <a:lnTo>
                  <a:pt x="47625" y="371475"/>
                </a:lnTo>
                <a:lnTo>
                  <a:pt x="47625" y="342900"/>
                </a:lnTo>
                <a:lnTo>
                  <a:pt x="38100" y="342900"/>
                </a:lnTo>
                <a:lnTo>
                  <a:pt x="38100" y="333375"/>
                </a:lnTo>
                <a:lnTo>
                  <a:pt x="28575" y="333375"/>
                </a:lnTo>
                <a:lnTo>
                  <a:pt x="28575" y="323850"/>
                </a:lnTo>
                <a:lnTo>
                  <a:pt x="38100" y="323850"/>
                </a:lnTo>
                <a:lnTo>
                  <a:pt x="38100" y="285750"/>
                </a:lnTo>
                <a:lnTo>
                  <a:pt x="47625" y="285750"/>
                </a:lnTo>
                <a:close/>
                <a:moveTo>
                  <a:pt x="600075" y="276225"/>
                </a:moveTo>
                <a:lnTo>
                  <a:pt x="609600" y="276225"/>
                </a:lnTo>
                <a:lnTo>
                  <a:pt x="609600" y="285750"/>
                </a:lnTo>
                <a:lnTo>
                  <a:pt x="600075" y="285750"/>
                </a:lnTo>
                <a:close/>
                <a:moveTo>
                  <a:pt x="542925" y="285750"/>
                </a:moveTo>
                <a:lnTo>
                  <a:pt x="561975" y="285750"/>
                </a:lnTo>
                <a:lnTo>
                  <a:pt x="561975" y="304800"/>
                </a:lnTo>
                <a:lnTo>
                  <a:pt x="533400" y="304800"/>
                </a:lnTo>
                <a:lnTo>
                  <a:pt x="533400" y="295275"/>
                </a:lnTo>
                <a:lnTo>
                  <a:pt x="542925" y="295275"/>
                </a:lnTo>
                <a:close/>
                <a:moveTo>
                  <a:pt x="523875" y="304800"/>
                </a:moveTo>
                <a:lnTo>
                  <a:pt x="533400" y="304800"/>
                </a:lnTo>
                <a:lnTo>
                  <a:pt x="533400" y="314325"/>
                </a:lnTo>
                <a:lnTo>
                  <a:pt x="523875" y="314325"/>
                </a:lnTo>
                <a:close/>
                <a:moveTo>
                  <a:pt x="685800" y="323850"/>
                </a:moveTo>
                <a:lnTo>
                  <a:pt x="695325" y="323850"/>
                </a:lnTo>
                <a:lnTo>
                  <a:pt x="695325" y="333375"/>
                </a:lnTo>
                <a:lnTo>
                  <a:pt x="685800" y="333375"/>
                </a:lnTo>
                <a:close/>
                <a:moveTo>
                  <a:pt x="676275" y="333375"/>
                </a:moveTo>
                <a:lnTo>
                  <a:pt x="685800" y="333375"/>
                </a:lnTo>
                <a:lnTo>
                  <a:pt x="685800" y="342900"/>
                </a:lnTo>
                <a:lnTo>
                  <a:pt x="676275" y="342900"/>
                </a:lnTo>
                <a:close/>
                <a:moveTo>
                  <a:pt x="695325" y="333375"/>
                </a:moveTo>
                <a:lnTo>
                  <a:pt x="723900" y="333375"/>
                </a:lnTo>
                <a:lnTo>
                  <a:pt x="723900" y="352425"/>
                </a:lnTo>
                <a:lnTo>
                  <a:pt x="714375" y="352425"/>
                </a:lnTo>
                <a:lnTo>
                  <a:pt x="714375" y="342900"/>
                </a:lnTo>
                <a:lnTo>
                  <a:pt x="695325" y="342900"/>
                </a:lnTo>
                <a:close/>
                <a:moveTo>
                  <a:pt x="295275" y="342900"/>
                </a:moveTo>
                <a:lnTo>
                  <a:pt x="323850" y="342900"/>
                </a:lnTo>
                <a:lnTo>
                  <a:pt x="323850" y="352425"/>
                </a:lnTo>
                <a:lnTo>
                  <a:pt x="295275" y="352425"/>
                </a:lnTo>
                <a:close/>
                <a:moveTo>
                  <a:pt x="381000" y="342900"/>
                </a:moveTo>
                <a:lnTo>
                  <a:pt x="390525" y="342900"/>
                </a:lnTo>
                <a:lnTo>
                  <a:pt x="390525" y="361950"/>
                </a:lnTo>
                <a:lnTo>
                  <a:pt x="371475" y="361950"/>
                </a:lnTo>
                <a:lnTo>
                  <a:pt x="371475" y="352425"/>
                </a:lnTo>
                <a:lnTo>
                  <a:pt x="381000" y="352425"/>
                </a:lnTo>
                <a:close/>
                <a:moveTo>
                  <a:pt x="723900" y="352425"/>
                </a:moveTo>
                <a:lnTo>
                  <a:pt x="733425" y="352425"/>
                </a:lnTo>
                <a:lnTo>
                  <a:pt x="733425" y="361950"/>
                </a:lnTo>
                <a:lnTo>
                  <a:pt x="723900" y="361950"/>
                </a:lnTo>
                <a:close/>
                <a:moveTo>
                  <a:pt x="723900" y="371475"/>
                </a:moveTo>
                <a:lnTo>
                  <a:pt x="742950" y="371475"/>
                </a:lnTo>
                <a:lnTo>
                  <a:pt x="742950" y="381000"/>
                </a:lnTo>
                <a:lnTo>
                  <a:pt x="723900" y="381000"/>
                </a:lnTo>
                <a:close/>
                <a:moveTo>
                  <a:pt x="742950" y="390525"/>
                </a:moveTo>
                <a:lnTo>
                  <a:pt x="752475" y="390525"/>
                </a:lnTo>
                <a:lnTo>
                  <a:pt x="752475" y="400050"/>
                </a:lnTo>
                <a:lnTo>
                  <a:pt x="742950" y="400050"/>
                </a:lnTo>
                <a:close/>
                <a:moveTo>
                  <a:pt x="752475" y="400050"/>
                </a:moveTo>
                <a:lnTo>
                  <a:pt x="790575" y="400050"/>
                </a:lnTo>
                <a:lnTo>
                  <a:pt x="790575" y="428625"/>
                </a:lnTo>
                <a:lnTo>
                  <a:pt x="781050" y="428625"/>
                </a:lnTo>
                <a:lnTo>
                  <a:pt x="781050" y="457200"/>
                </a:lnTo>
                <a:lnTo>
                  <a:pt x="771525" y="457200"/>
                </a:lnTo>
                <a:lnTo>
                  <a:pt x="771525" y="495300"/>
                </a:lnTo>
                <a:lnTo>
                  <a:pt x="781050" y="495300"/>
                </a:lnTo>
                <a:lnTo>
                  <a:pt x="781050" y="504825"/>
                </a:lnTo>
                <a:lnTo>
                  <a:pt x="790575" y="504825"/>
                </a:lnTo>
                <a:lnTo>
                  <a:pt x="790575" y="533400"/>
                </a:lnTo>
                <a:lnTo>
                  <a:pt x="752475" y="533400"/>
                </a:lnTo>
                <a:lnTo>
                  <a:pt x="752475" y="542925"/>
                </a:lnTo>
                <a:lnTo>
                  <a:pt x="742950" y="542925"/>
                </a:lnTo>
                <a:lnTo>
                  <a:pt x="742950" y="523875"/>
                </a:lnTo>
                <a:lnTo>
                  <a:pt x="752475" y="523875"/>
                </a:lnTo>
                <a:lnTo>
                  <a:pt x="752475" y="514350"/>
                </a:lnTo>
                <a:lnTo>
                  <a:pt x="762000" y="514350"/>
                </a:lnTo>
                <a:lnTo>
                  <a:pt x="762000" y="447675"/>
                </a:lnTo>
                <a:lnTo>
                  <a:pt x="771525" y="447675"/>
                </a:lnTo>
                <a:lnTo>
                  <a:pt x="771525" y="438150"/>
                </a:lnTo>
                <a:lnTo>
                  <a:pt x="762000" y="438150"/>
                </a:lnTo>
                <a:lnTo>
                  <a:pt x="762000" y="419100"/>
                </a:lnTo>
                <a:lnTo>
                  <a:pt x="752475" y="419100"/>
                </a:lnTo>
                <a:close/>
                <a:moveTo>
                  <a:pt x="361950" y="476250"/>
                </a:moveTo>
                <a:lnTo>
                  <a:pt x="381000" y="476250"/>
                </a:lnTo>
                <a:lnTo>
                  <a:pt x="381000" y="495300"/>
                </a:lnTo>
                <a:lnTo>
                  <a:pt x="371475" y="495300"/>
                </a:lnTo>
                <a:lnTo>
                  <a:pt x="371475" y="485775"/>
                </a:lnTo>
                <a:lnTo>
                  <a:pt x="361950" y="485775"/>
                </a:lnTo>
                <a:close/>
                <a:moveTo>
                  <a:pt x="304800" y="495300"/>
                </a:moveTo>
                <a:lnTo>
                  <a:pt x="314325" y="495300"/>
                </a:lnTo>
                <a:lnTo>
                  <a:pt x="314325" y="504825"/>
                </a:lnTo>
                <a:lnTo>
                  <a:pt x="304800" y="504825"/>
                </a:lnTo>
                <a:close/>
                <a:moveTo>
                  <a:pt x="352425" y="495300"/>
                </a:moveTo>
                <a:lnTo>
                  <a:pt x="371475" y="495300"/>
                </a:lnTo>
                <a:lnTo>
                  <a:pt x="371475" y="504825"/>
                </a:lnTo>
                <a:lnTo>
                  <a:pt x="352425" y="504825"/>
                </a:lnTo>
                <a:close/>
                <a:moveTo>
                  <a:pt x="733425" y="542925"/>
                </a:moveTo>
                <a:lnTo>
                  <a:pt x="742950" y="542925"/>
                </a:lnTo>
                <a:lnTo>
                  <a:pt x="742950" y="552450"/>
                </a:lnTo>
                <a:lnTo>
                  <a:pt x="733425" y="552450"/>
                </a:lnTo>
                <a:close/>
                <a:moveTo>
                  <a:pt x="781050" y="552450"/>
                </a:moveTo>
                <a:lnTo>
                  <a:pt x="790575" y="552450"/>
                </a:lnTo>
                <a:lnTo>
                  <a:pt x="790575" y="590550"/>
                </a:lnTo>
                <a:lnTo>
                  <a:pt x="771525" y="590550"/>
                </a:lnTo>
                <a:lnTo>
                  <a:pt x="771525" y="581025"/>
                </a:lnTo>
                <a:lnTo>
                  <a:pt x="762000" y="581025"/>
                </a:lnTo>
                <a:lnTo>
                  <a:pt x="762000" y="571500"/>
                </a:lnTo>
                <a:lnTo>
                  <a:pt x="771525" y="571500"/>
                </a:lnTo>
                <a:lnTo>
                  <a:pt x="771525" y="561975"/>
                </a:lnTo>
                <a:lnTo>
                  <a:pt x="781050" y="561975"/>
                </a:lnTo>
                <a:close/>
                <a:moveTo>
                  <a:pt x="314325" y="561975"/>
                </a:moveTo>
                <a:lnTo>
                  <a:pt x="333375" y="561975"/>
                </a:lnTo>
                <a:lnTo>
                  <a:pt x="333375" y="571500"/>
                </a:lnTo>
                <a:lnTo>
                  <a:pt x="314325" y="571500"/>
                </a:lnTo>
                <a:close/>
                <a:moveTo>
                  <a:pt x="95250" y="571500"/>
                </a:moveTo>
                <a:lnTo>
                  <a:pt x="123825" y="571500"/>
                </a:lnTo>
                <a:lnTo>
                  <a:pt x="123825" y="581025"/>
                </a:lnTo>
                <a:lnTo>
                  <a:pt x="95250" y="581025"/>
                </a:lnTo>
                <a:close/>
                <a:moveTo>
                  <a:pt x="180975" y="571500"/>
                </a:moveTo>
                <a:lnTo>
                  <a:pt x="200025" y="571500"/>
                </a:lnTo>
                <a:lnTo>
                  <a:pt x="200025" y="581025"/>
                </a:lnTo>
                <a:lnTo>
                  <a:pt x="180975" y="581025"/>
                </a:lnTo>
                <a:close/>
                <a:moveTo>
                  <a:pt x="257175" y="571500"/>
                </a:moveTo>
                <a:lnTo>
                  <a:pt x="266700" y="571500"/>
                </a:lnTo>
                <a:lnTo>
                  <a:pt x="266700" y="581025"/>
                </a:lnTo>
                <a:lnTo>
                  <a:pt x="304800" y="581025"/>
                </a:lnTo>
                <a:lnTo>
                  <a:pt x="304800" y="571500"/>
                </a:lnTo>
                <a:lnTo>
                  <a:pt x="314325" y="571500"/>
                </a:lnTo>
                <a:lnTo>
                  <a:pt x="314325" y="581025"/>
                </a:lnTo>
                <a:lnTo>
                  <a:pt x="304800" y="581025"/>
                </a:lnTo>
                <a:lnTo>
                  <a:pt x="304800" y="590550"/>
                </a:lnTo>
                <a:lnTo>
                  <a:pt x="228600" y="590550"/>
                </a:lnTo>
                <a:lnTo>
                  <a:pt x="228600" y="581025"/>
                </a:lnTo>
                <a:lnTo>
                  <a:pt x="257175" y="581025"/>
                </a:lnTo>
                <a:close/>
                <a:moveTo>
                  <a:pt x="733425" y="571500"/>
                </a:moveTo>
                <a:lnTo>
                  <a:pt x="742950" y="571500"/>
                </a:lnTo>
                <a:lnTo>
                  <a:pt x="742950" y="581025"/>
                </a:lnTo>
                <a:lnTo>
                  <a:pt x="733425" y="581025"/>
                </a:lnTo>
                <a:close/>
                <a:moveTo>
                  <a:pt x="123825" y="581025"/>
                </a:moveTo>
                <a:lnTo>
                  <a:pt x="152400" y="581025"/>
                </a:lnTo>
                <a:lnTo>
                  <a:pt x="152400" y="590550"/>
                </a:lnTo>
                <a:lnTo>
                  <a:pt x="123825" y="590550"/>
                </a:lnTo>
                <a:close/>
                <a:moveTo>
                  <a:pt x="161925" y="581025"/>
                </a:moveTo>
                <a:lnTo>
                  <a:pt x="171450" y="581025"/>
                </a:lnTo>
                <a:lnTo>
                  <a:pt x="171450" y="590550"/>
                </a:lnTo>
                <a:lnTo>
                  <a:pt x="161925" y="590550"/>
                </a:lnTo>
                <a:close/>
                <a:moveTo>
                  <a:pt x="342900" y="581025"/>
                </a:moveTo>
                <a:lnTo>
                  <a:pt x="409575" y="581025"/>
                </a:lnTo>
                <a:lnTo>
                  <a:pt x="409575" y="590550"/>
                </a:lnTo>
                <a:lnTo>
                  <a:pt x="419100" y="590550"/>
                </a:lnTo>
                <a:lnTo>
                  <a:pt x="419100" y="600075"/>
                </a:lnTo>
                <a:lnTo>
                  <a:pt x="428625" y="600075"/>
                </a:lnTo>
                <a:lnTo>
                  <a:pt x="428625" y="609600"/>
                </a:lnTo>
                <a:lnTo>
                  <a:pt x="438150" y="609600"/>
                </a:lnTo>
                <a:lnTo>
                  <a:pt x="438150" y="619125"/>
                </a:lnTo>
                <a:lnTo>
                  <a:pt x="409575" y="619125"/>
                </a:lnTo>
                <a:lnTo>
                  <a:pt x="409575" y="609600"/>
                </a:lnTo>
                <a:lnTo>
                  <a:pt x="400050" y="609600"/>
                </a:lnTo>
                <a:lnTo>
                  <a:pt x="400050" y="600075"/>
                </a:lnTo>
                <a:lnTo>
                  <a:pt x="390525" y="600075"/>
                </a:lnTo>
                <a:lnTo>
                  <a:pt x="390525" y="590550"/>
                </a:lnTo>
                <a:lnTo>
                  <a:pt x="381000" y="590550"/>
                </a:lnTo>
                <a:lnTo>
                  <a:pt x="381000" y="600075"/>
                </a:lnTo>
                <a:lnTo>
                  <a:pt x="352425" y="600075"/>
                </a:lnTo>
                <a:lnTo>
                  <a:pt x="352425" y="590550"/>
                </a:lnTo>
                <a:lnTo>
                  <a:pt x="342900" y="590550"/>
                </a:lnTo>
                <a:close/>
                <a:moveTo>
                  <a:pt x="333375" y="628650"/>
                </a:moveTo>
                <a:lnTo>
                  <a:pt x="342900" y="628650"/>
                </a:lnTo>
                <a:lnTo>
                  <a:pt x="342900" y="647700"/>
                </a:lnTo>
                <a:lnTo>
                  <a:pt x="333375" y="647700"/>
                </a:lnTo>
                <a:close/>
                <a:moveTo>
                  <a:pt x="361950" y="628650"/>
                </a:moveTo>
                <a:lnTo>
                  <a:pt x="371475" y="628650"/>
                </a:lnTo>
                <a:lnTo>
                  <a:pt x="371475" y="647700"/>
                </a:lnTo>
                <a:lnTo>
                  <a:pt x="361950" y="647700"/>
                </a:lnTo>
                <a:close/>
                <a:moveTo>
                  <a:pt x="438150" y="628650"/>
                </a:moveTo>
                <a:lnTo>
                  <a:pt x="466725" y="628650"/>
                </a:lnTo>
                <a:lnTo>
                  <a:pt x="466725" y="638175"/>
                </a:lnTo>
                <a:lnTo>
                  <a:pt x="485775" y="638175"/>
                </a:lnTo>
                <a:lnTo>
                  <a:pt x="485775" y="657225"/>
                </a:lnTo>
                <a:lnTo>
                  <a:pt x="476250" y="657225"/>
                </a:lnTo>
                <a:lnTo>
                  <a:pt x="476250" y="666750"/>
                </a:lnTo>
                <a:lnTo>
                  <a:pt x="466725" y="666750"/>
                </a:lnTo>
                <a:lnTo>
                  <a:pt x="466725" y="647700"/>
                </a:lnTo>
                <a:lnTo>
                  <a:pt x="457200" y="647700"/>
                </a:lnTo>
                <a:lnTo>
                  <a:pt x="457200" y="638175"/>
                </a:lnTo>
                <a:lnTo>
                  <a:pt x="438150" y="638175"/>
                </a:lnTo>
                <a:close/>
                <a:moveTo>
                  <a:pt x="552450" y="666750"/>
                </a:moveTo>
                <a:lnTo>
                  <a:pt x="571500" y="666750"/>
                </a:lnTo>
                <a:lnTo>
                  <a:pt x="571500" y="676275"/>
                </a:lnTo>
                <a:lnTo>
                  <a:pt x="552450" y="676275"/>
                </a:lnTo>
                <a:close/>
                <a:moveTo>
                  <a:pt x="523875" y="685800"/>
                </a:moveTo>
                <a:lnTo>
                  <a:pt x="533400" y="685800"/>
                </a:lnTo>
                <a:lnTo>
                  <a:pt x="533400" y="695325"/>
                </a:lnTo>
                <a:lnTo>
                  <a:pt x="523875" y="695325"/>
                </a:lnTo>
                <a:close/>
                <a:moveTo>
                  <a:pt x="371475" y="695325"/>
                </a:moveTo>
                <a:lnTo>
                  <a:pt x="390525" y="695325"/>
                </a:lnTo>
                <a:lnTo>
                  <a:pt x="390525" y="704850"/>
                </a:lnTo>
                <a:lnTo>
                  <a:pt x="371475" y="704850"/>
                </a:lnTo>
                <a:close/>
              </a:path>
            </a:pathLst>
          </a:custGeom>
          <a:solidFill xmlns:a="http://schemas.openxmlformats.org/drawingml/2006/main">
            <a:srgbClr val="F2F0E4"/>
          </a:solidFill>
          <a:ln xmlns:a="http://schemas.openxmlformats.org/drawingml/2006/main" w="0">
            <a:noFill/>
          </a:ln>
        </p:spPr>
      </p:sp>
      <p:sp>
        <p:nvSpPr>
          <p:cNvPr id="39" name="server vector #f5f0e1">
            <a:extLst xmlns:a="http://schemas.openxmlformats.org/drawingml/2006/main">
              <a:ext uri="{FF2B5EF4-FFF2-40B4-BE49-F238E27FC236}">
                <a16:creationId xmlns:a16="http://schemas.microsoft.com/office/drawing/2014/main" id="{4F377CA6-B492-4C25-9147-0B4959E281A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143625" y="1524000"/>
            <a:ext cx="790575" cy="704850"/>
          </a:xfrm>
          <a:custGeom xmlns:a="http://schemas.openxmlformats.org/drawingml/2006/main">
            <a:pathLst>
              <a:path w="790575" h="704850">
                <a:moveTo>
                  <a:pt x="619125" y="0"/>
                </a:moveTo>
                <a:lnTo>
                  <a:pt x="638175" y="0"/>
                </a:lnTo>
                <a:lnTo>
                  <a:pt x="638175" y="19050"/>
                </a:lnTo>
                <a:lnTo>
                  <a:pt x="619125" y="19050"/>
                </a:lnTo>
                <a:close/>
                <a:moveTo>
                  <a:pt x="28575" y="47625"/>
                </a:moveTo>
                <a:lnTo>
                  <a:pt x="47625" y="47625"/>
                </a:lnTo>
                <a:lnTo>
                  <a:pt x="47625" y="66675"/>
                </a:lnTo>
                <a:lnTo>
                  <a:pt x="28575" y="66675"/>
                </a:lnTo>
                <a:close/>
              </a:path>
            </a:pathLst>
          </a:custGeom>
          <a:solidFill xmlns:a="http://schemas.openxmlformats.org/drawingml/2006/main">
            <a:srgbClr val="F5F0E1"/>
          </a:solidFill>
          <a:ln xmlns:a="http://schemas.openxmlformats.org/drawingml/2006/main" w="0">
            <a:noFill/>
          </a:ln>
        </p:spPr>
      </p:sp>
      <p:sp>
        <p:nvSpPr>
          <p:cNvPr id="40" name="server vector #f3f0e1">
            <a:extLst xmlns:a="http://schemas.openxmlformats.org/drawingml/2006/main">
              <a:ext uri="{FF2B5EF4-FFF2-40B4-BE49-F238E27FC236}">
                <a16:creationId xmlns:a16="http://schemas.microsoft.com/office/drawing/2014/main" id="{B48494A6-4868-4D29-B7F6-9444A8D04C9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143625" y="1524000"/>
            <a:ext cx="790575" cy="704850"/>
          </a:xfrm>
          <a:custGeom xmlns:a="http://schemas.openxmlformats.org/drawingml/2006/main">
            <a:pathLst>
              <a:path w="790575" h="704850">
                <a:moveTo>
                  <a:pt x="0" y="0"/>
                </a:moveTo>
                <a:lnTo>
                  <a:pt x="38100" y="0"/>
                </a:lnTo>
                <a:lnTo>
                  <a:pt x="38100" y="9525"/>
                </a:lnTo>
                <a:lnTo>
                  <a:pt x="28575" y="9525"/>
                </a:lnTo>
                <a:lnTo>
                  <a:pt x="28575" y="19050"/>
                </a:lnTo>
                <a:lnTo>
                  <a:pt x="19050" y="19050"/>
                </a:lnTo>
                <a:lnTo>
                  <a:pt x="19050" y="28575"/>
                </a:lnTo>
                <a:lnTo>
                  <a:pt x="9525" y="28575"/>
                </a:lnTo>
                <a:lnTo>
                  <a:pt x="9525" y="47625"/>
                </a:lnTo>
                <a:lnTo>
                  <a:pt x="0" y="47625"/>
                </a:lnTo>
                <a:close/>
                <a:moveTo>
                  <a:pt x="66675" y="0"/>
                </a:moveTo>
                <a:lnTo>
                  <a:pt x="85725" y="0"/>
                </a:lnTo>
                <a:lnTo>
                  <a:pt x="85725" y="47625"/>
                </a:lnTo>
                <a:lnTo>
                  <a:pt x="76200" y="47625"/>
                </a:lnTo>
                <a:lnTo>
                  <a:pt x="76200" y="38100"/>
                </a:lnTo>
                <a:lnTo>
                  <a:pt x="66675" y="38100"/>
                </a:lnTo>
                <a:close/>
                <a:moveTo>
                  <a:pt x="161925" y="0"/>
                </a:moveTo>
                <a:lnTo>
                  <a:pt x="180975" y="0"/>
                </a:lnTo>
                <a:lnTo>
                  <a:pt x="180975" y="19050"/>
                </a:lnTo>
                <a:lnTo>
                  <a:pt x="171450" y="19050"/>
                </a:lnTo>
                <a:lnTo>
                  <a:pt x="171450" y="9525"/>
                </a:lnTo>
                <a:lnTo>
                  <a:pt x="161925" y="9525"/>
                </a:lnTo>
                <a:close/>
                <a:moveTo>
                  <a:pt x="219075" y="0"/>
                </a:moveTo>
                <a:lnTo>
                  <a:pt x="238125" y="0"/>
                </a:lnTo>
                <a:lnTo>
                  <a:pt x="238125" y="19050"/>
                </a:lnTo>
                <a:lnTo>
                  <a:pt x="219075" y="19050"/>
                </a:lnTo>
                <a:close/>
                <a:moveTo>
                  <a:pt x="257175" y="0"/>
                </a:moveTo>
                <a:lnTo>
                  <a:pt x="409575" y="0"/>
                </a:lnTo>
                <a:lnTo>
                  <a:pt x="409575" y="19050"/>
                </a:lnTo>
                <a:lnTo>
                  <a:pt x="400050" y="19050"/>
                </a:lnTo>
                <a:lnTo>
                  <a:pt x="400050" y="28575"/>
                </a:lnTo>
                <a:lnTo>
                  <a:pt x="390525" y="28575"/>
                </a:lnTo>
                <a:lnTo>
                  <a:pt x="390525" y="9525"/>
                </a:lnTo>
                <a:lnTo>
                  <a:pt x="371475" y="9525"/>
                </a:lnTo>
                <a:lnTo>
                  <a:pt x="371475" y="19050"/>
                </a:lnTo>
                <a:lnTo>
                  <a:pt x="352425" y="19050"/>
                </a:lnTo>
                <a:lnTo>
                  <a:pt x="352425" y="28575"/>
                </a:lnTo>
                <a:lnTo>
                  <a:pt x="342900" y="28575"/>
                </a:lnTo>
                <a:lnTo>
                  <a:pt x="342900" y="19050"/>
                </a:lnTo>
                <a:lnTo>
                  <a:pt x="295275" y="19050"/>
                </a:lnTo>
                <a:lnTo>
                  <a:pt x="295275" y="9525"/>
                </a:lnTo>
                <a:lnTo>
                  <a:pt x="285750" y="9525"/>
                </a:lnTo>
                <a:lnTo>
                  <a:pt x="285750" y="19050"/>
                </a:lnTo>
                <a:lnTo>
                  <a:pt x="266700" y="19050"/>
                </a:lnTo>
                <a:lnTo>
                  <a:pt x="266700" y="9525"/>
                </a:lnTo>
                <a:lnTo>
                  <a:pt x="257175" y="9525"/>
                </a:lnTo>
                <a:close/>
                <a:moveTo>
                  <a:pt x="428625" y="0"/>
                </a:moveTo>
                <a:lnTo>
                  <a:pt x="619125" y="0"/>
                </a:lnTo>
                <a:lnTo>
                  <a:pt x="619125" y="19050"/>
                </a:lnTo>
                <a:lnTo>
                  <a:pt x="590550" y="19050"/>
                </a:lnTo>
                <a:lnTo>
                  <a:pt x="590550" y="9525"/>
                </a:lnTo>
                <a:lnTo>
                  <a:pt x="581025" y="9525"/>
                </a:lnTo>
                <a:lnTo>
                  <a:pt x="581025" y="19050"/>
                </a:lnTo>
                <a:lnTo>
                  <a:pt x="485775" y="19050"/>
                </a:lnTo>
                <a:lnTo>
                  <a:pt x="485775" y="28575"/>
                </a:lnTo>
                <a:lnTo>
                  <a:pt x="447675" y="28575"/>
                </a:lnTo>
                <a:lnTo>
                  <a:pt x="447675" y="19050"/>
                </a:lnTo>
                <a:lnTo>
                  <a:pt x="438150" y="19050"/>
                </a:lnTo>
                <a:lnTo>
                  <a:pt x="438150" y="9525"/>
                </a:lnTo>
                <a:lnTo>
                  <a:pt x="428625" y="9525"/>
                </a:lnTo>
                <a:close/>
                <a:moveTo>
                  <a:pt x="676275" y="0"/>
                </a:moveTo>
                <a:lnTo>
                  <a:pt x="695325" y="0"/>
                </a:lnTo>
                <a:lnTo>
                  <a:pt x="695325" y="9525"/>
                </a:lnTo>
                <a:lnTo>
                  <a:pt x="704850" y="9525"/>
                </a:lnTo>
                <a:lnTo>
                  <a:pt x="704850" y="19050"/>
                </a:lnTo>
                <a:lnTo>
                  <a:pt x="714375" y="19050"/>
                </a:lnTo>
                <a:lnTo>
                  <a:pt x="714375" y="9525"/>
                </a:lnTo>
                <a:lnTo>
                  <a:pt x="742950" y="9525"/>
                </a:lnTo>
                <a:lnTo>
                  <a:pt x="742950" y="0"/>
                </a:lnTo>
                <a:lnTo>
                  <a:pt x="790575" y="0"/>
                </a:lnTo>
                <a:lnTo>
                  <a:pt x="790575" y="228600"/>
                </a:lnTo>
                <a:lnTo>
                  <a:pt x="781050" y="228600"/>
                </a:lnTo>
                <a:lnTo>
                  <a:pt x="781050" y="238125"/>
                </a:lnTo>
                <a:lnTo>
                  <a:pt x="771525" y="238125"/>
                </a:lnTo>
                <a:lnTo>
                  <a:pt x="771525" y="276225"/>
                </a:lnTo>
                <a:lnTo>
                  <a:pt x="752475" y="276225"/>
                </a:lnTo>
                <a:lnTo>
                  <a:pt x="752475" y="219075"/>
                </a:lnTo>
                <a:lnTo>
                  <a:pt x="733425" y="219075"/>
                </a:lnTo>
                <a:lnTo>
                  <a:pt x="733425" y="304800"/>
                </a:lnTo>
                <a:lnTo>
                  <a:pt x="695325" y="304800"/>
                </a:lnTo>
                <a:lnTo>
                  <a:pt x="695325" y="285750"/>
                </a:lnTo>
                <a:lnTo>
                  <a:pt x="704850" y="285750"/>
                </a:lnTo>
                <a:lnTo>
                  <a:pt x="704850" y="276225"/>
                </a:lnTo>
                <a:lnTo>
                  <a:pt x="714375" y="276225"/>
                </a:lnTo>
                <a:lnTo>
                  <a:pt x="714375" y="238125"/>
                </a:lnTo>
                <a:lnTo>
                  <a:pt x="704850" y="238125"/>
                </a:lnTo>
                <a:lnTo>
                  <a:pt x="704850" y="219075"/>
                </a:lnTo>
                <a:lnTo>
                  <a:pt x="695325" y="219075"/>
                </a:lnTo>
                <a:lnTo>
                  <a:pt x="695325" y="209550"/>
                </a:lnTo>
                <a:lnTo>
                  <a:pt x="685800" y="209550"/>
                </a:lnTo>
                <a:lnTo>
                  <a:pt x="685800" y="190500"/>
                </a:lnTo>
                <a:lnTo>
                  <a:pt x="704850" y="190500"/>
                </a:lnTo>
                <a:lnTo>
                  <a:pt x="704850" y="180975"/>
                </a:lnTo>
                <a:lnTo>
                  <a:pt x="714375" y="180975"/>
                </a:lnTo>
                <a:lnTo>
                  <a:pt x="714375" y="114300"/>
                </a:lnTo>
                <a:lnTo>
                  <a:pt x="695325" y="114300"/>
                </a:lnTo>
                <a:lnTo>
                  <a:pt x="695325" y="104775"/>
                </a:lnTo>
                <a:lnTo>
                  <a:pt x="704850" y="104775"/>
                </a:lnTo>
                <a:lnTo>
                  <a:pt x="704850" y="95250"/>
                </a:lnTo>
                <a:lnTo>
                  <a:pt x="714375" y="95250"/>
                </a:lnTo>
                <a:lnTo>
                  <a:pt x="714375" y="66675"/>
                </a:lnTo>
                <a:lnTo>
                  <a:pt x="723900" y="66675"/>
                </a:lnTo>
                <a:lnTo>
                  <a:pt x="723900" y="57150"/>
                </a:lnTo>
                <a:lnTo>
                  <a:pt x="742950" y="57150"/>
                </a:lnTo>
                <a:lnTo>
                  <a:pt x="742950" y="38100"/>
                </a:lnTo>
                <a:lnTo>
                  <a:pt x="733425" y="38100"/>
                </a:lnTo>
                <a:lnTo>
                  <a:pt x="733425" y="19050"/>
                </a:lnTo>
                <a:lnTo>
                  <a:pt x="714375" y="19050"/>
                </a:lnTo>
                <a:lnTo>
                  <a:pt x="714375" y="57150"/>
                </a:lnTo>
                <a:lnTo>
                  <a:pt x="695325" y="57150"/>
                </a:lnTo>
                <a:lnTo>
                  <a:pt x="695325" y="47625"/>
                </a:lnTo>
                <a:lnTo>
                  <a:pt x="685800" y="47625"/>
                </a:lnTo>
                <a:lnTo>
                  <a:pt x="685800" y="38100"/>
                </a:lnTo>
                <a:lnTo>
                  <a:pt x="666750" y="38100"/>
                </a:lnTo>
                <a:lnTo>
                  <a:pt x="666750" y="9525"/>
                </a:lnTo>
                <a:lnTo>
                  <a:pt x="676275" y="9525"/>
                </a:lnTo>
                <a:close/>
                <a:moveTo>
                  <a:pt x="9525" y="47625"/>
                </a:moveTo>
                <a:lnTo>
                  <a:pt x="19050" y="47625"/>
                </a:lnTo>
                <a:lnTo>
                  <a:pt x="19050" y="66675"/>
                </a:lnTo>
                <a:lnTo>
                  <a:pt x="28575" y="66675"/>
                </a:lnTo>
                <a:lnTo>
                  <a:pt x="28575" y="85725"/>
                </a:lnTo>
                <a:lnTo>
                  <a:pt x="19050" y="85725"/>
                </a:lnTo>
                <a:lnTo>
                  <a:pt x="19050" y="76200"/>
                </a:lnTo>
                <a:lnTo>
                  <a:pt x="9525" y="76200"/>
                </a:lnTo>
                <a:close/>
                <a:moveTo>
                  <a:pt x="0" y="76200"/>
                </a:moveTo>
                <a:lnTo>
                  <a:pt x="9525" y="76200"/>
                </a:lnTo>
                <a:lnTo>
                  <a:pt x="9525" y="85725"/>
                </a:lnTo>
                <a:lnTo>
                  <a:pt x="0" y="85725"/>
                </a:lnTo>
                <a:close/>
                <a:moveTo>
                  <a:pt x="28575" y="85725"/>
                </a:moveTo>
                <a:lnTo>
                  <a:pt x="38100" y="85725"/>
                </a:lnTo>
                <a:lnTo>
                  <a:pt x="38100" y="133350"/>
                </a:lnTo>
                <a:lnTo>
                  <a:pt x="19050" y="133350"/>
                </a:lnTo>
                <a:lnTo>
                  <a:pt x="19050" y="123825"/>
                </a:lnTo>
                <a:lnTo>
                  <a:pt x="9525" y="123825"/>
                </a:lnTo>
                <a:lnTo>
                  <a:pt x="9525" y="104775"/>
                </a:lnTo>
                <a:lnTo>
                  <a:pt x="28575" y="104775"/>
                </a:lnTo>
                <a:close/>
                <a:moveTo>
                  <a:pt x="742950" y="95250"/>
                </a:moveTo>
                <a:lnTo>
                  <a:pt x="752475" y="95250"/>
                </a:lnTo>
                <a:lnTo>
                  <a:pt x="752475" y="104775"/>
                </a:lnTo>
                <a:lnTo>
                  <a:pt x="762000" y="104775"/>
                </a:lnTo>
                <a:lnTo>
                  <a:pt x="762000" y="95250"/>
                </a:lnTo>
                <a:lnTo>
                  <a:pt x="771525" y="95250"/>
                </a:lnTo>
                <a:lnTo>
                  <a:pt x="771525" y="85725"/>
                </a:lnTo>
                <a:lnTo>
                  <a:pt x="742950" y="85725"/>
                </a:lnTo>
                <a:close/>
                <a:moveTo>
                  <a:pt x="733425" y="133350"/>
                </a:moveTo>
                <a:lnTo>
                  <a:pt x="762000" y="133350"/>
                </a:lnTo>
                <a:lnTo>
                  <a:pt x="762000" y="114300"/>
                </a:lnTo>
                <a:lnTo>
                  <a:pt x="742950" y="114300"/>
                </a:lnTo>
                <a:lnTo>
                  <a:pt x="742950" y="123825"/>
                </a:lnTo>
                <a:lnTo>
                  <a:pt x="733425" y="123825"/>
                </a:lnTo>
                <a:close/>
                <a:moveTo>
                  <a:pt x="19050" y="152400"/>
                </a:moveTo>
                <a:lnTo>
                  <a:pt x="38100" y="152400"/>
                </a:lnTo>
                <a:lnTo>
                  <a:pt x="38100" y="161925"/>
                </a:lnTo>
                <a:lnTo>
                  <a:pt x="28575" y="161925"/>
                </a:lnTo>
                <a:lnTo>
                  <a:pt x="28575" y="171450"/>
                </a:lnTo>
                <a:lnTo>
                  <a:pt x="19050" y="171450"/>
                </a:lnTo>
                <a:close/>
                <a:moveTo>
                  <a:pt x="495300" y="666750"/>
                </a:moveTo>
                <a:lnTo>
                  <a:pt x="504825" y="666750"/>
                </a:lnTo>
                <a:lnTo>
                  <a:pt x="504825" y="676275"/>
                </a:lnTo>
                <a:lnTo>
                  <a:pt x="514350" y="676275"/>
                </a:lnTo>
                <a:lnTo>
                  <a:pt x="514350" y="685800"/>
                </a:lnTo>
                <a:lnTo>
                  <a:pt x="504825" y="685800"/>
                </a:lnTo>
                <a:lnTo>
                  <a:pt x="504825" y="695325"/>
                </a:lnTo>
                <a:lnTo>
                  <a:pt x="485775" y="695325"/>
                </a:lnTo>
                <a:lnTo>
                  <a:pt x="485775" y="676275"/>
                </a:lnTo>
                <a:lnTo>
                  <a:pt x="495300" y="676275"/>
                </a:lnTo>
                <a:close/>
                <a:moveTo>
                  <a:pt x="609600" y="676275"/>
                </a:moveTo>
                <a:lnTo>
                  <a:pt x="638175" y="676275"/>
                </a:lnTo>
                <a:lnTo>
                  <a:pt x="638175" y="685800"/>
                </a:lnTo>
                <a:lnTo>
                  <a:pt x="647700" y="685800"/>
                </a:lnTo>
                <a:lnTo>
                  <a:pt x="647700" y="704850"/>
                </a:lnTo>
                <a:lnTo>
                  <a:pt x="619125" y="704850"/>
                </a:lnTo>
                <a:lnTo>
                  <a:pt x="619125" y="685800"/>
                </a:lnTo>
                <a:lnTo>
                  <a:pt x="609600" y="685800"/>
                </a:lnTo>
                <a:close/>
                <a:moveTo>
                  <a:pt x="542925" y="685800"/>
                </a:moveTo>
                <a:lnTo>
                  <a:pt x="552450" y="685800"/>
                </a:lnTo>
                <a:lnTo>
                  <a:pt x="552450" y="695325"/>
                </a:lnTo>
                <a:lnTo>
                  <a:pt x="542925" y="695325"/>
                </a:lnTo>
                <a:close/>
                <a:moveTo>
                  <a:pt x="552450" y="695325"/>
                </a:moveTo>
                <a:lnTo>
                  <a:pt x="561975" y="695325"/>
                </a:lnTo>
                <a:lnTo>
                  <a:pt x="561975" y="704850"/>
                </a:lnTo>
                <a:lnTo>
                  <a:pt x="552450" y="704850"/>
                </a:lnTo>
                <a:close/>
              </a:path>
            </a:pathLst>
          </a:custGeom>
          <a:solidFill xmlns:a="http://schemas.openxmlformats.org/drawingml/2006/main">
            <a:srgbClr val="F3F0E1"/>
          </a:solidFill>
          <a:ln xmlns:a="http://schemas.openxmlformats.org/drawingml/2006/main" w="0">
            <a:noFill/>
          </a:ln>
        </p:spPr>
      </p:sp>
      <p:sp>
        <p:nvSpPr>
          <p:cNvPr id="41" name="server vector #f3f0e0">
            <a:extLst xmlns:a="http://schemas.openxmlformats.org/drawingml/2006/main">
              <a:ext uri="{FF2B5EF4-FFF2-40B4-BE49-F238E27FC236}">
                <a16:creationId xmlns:a16="http://schemas.microsoft.com/office/drawing/2014/main" id="{BDFE2229-0E7F-48A8-B0EE-AE7A16FCE55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143625" y="1524000"/>
            <a:ext cx="790575" cy="704850"/>
          </a:xfrm>
          <a:custGeom xmlns:a="http://schemas.openxmlformats.org/drawingml/2006/main">
            <a:pathLst>
              <a:path w="790575" h="704850">
                <a:moveTo>
                  <a:pt x="371475" y="9525"/>
                </a:moveTo>
                <a:lnTo>
                  <a:pt x="390525" y="9525"/>
                </a:lnTo>
                <a:lnTo>
                  <a:pt x="390525" y="28575"/>
                </a:lnTo>
                <a:lnTo>
                  <a:pt x="381000" y="28575"/>
                </a:lnTo>
                <a:lnTo>
                  <a:pt x="381000" y="19050"/>
                </a:lnTo>
                <a:lnTo>
                  <a:pt x="371475" y="19050"/>
                </a:lnTo>
                <a:close/>
                <a:moveTo>
                  <a:pt x="352425" y="19050"/>
                </a:moveTo>
                <a:lnTo>
                  <a:pt x="371475" y="19050"/>
                </a:lnTo>
                <a:lnTo>
                  <a:pt x="371475" y="28575"/>
                </a:lnTo>
                <a:lnTo>
                  <a:pt x="352425" y="28575"/>
                </a:lnTo>
                <a:close/>
                <a:moveTo>
                  <a:pt x="638175" y="657225"/>
                </a:moveTo>
                <a:lnTo>
                  <a:pt x="647700" y="657225"/>
                </a:lnTo>
                <a:lnTo>
                  <a:pt x="647700" y="666750"/>
                </a:lnTo>
                <a:lnTo>
                  <a:pt x="638175" y="666750"/>
                </a:lnTo>
                <a:close/>
              </a:path>
            </a:pathLst>
          </a:custGeom>
          <a:solidFill xmlns:a="http://schemas.openxmlformats.org/drawingml/2006/main">
            <a:srgbClr val="F3F0E0"/>
          </a:solidFill>
          <a:ln xmlns:a="http://schemas.openxmlformats.org/drawingml/2006/main" w="0">
            <a:noFill/>
          </a:ln>
        </p:spPr>
      </p:sp>
      <p:sp>
        <p:nvSpPr>
          <p:cNvPr id="42" name="server vector #f2f0e1">
            <a:extLst xmlns:a="http://schemas.openxmlformats.org/drawingml/2006/main">
              <a:ext uri="{FF2B5EF4-FFF2-40B4-BE49-F238E27FC236}">
                <a16:creationId xmlns:a16="http://schemas.microsoft.com/office/drawing/2014/main" id="{BBFA7FAA-F415-40D7-80E9-466194B5301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143625" y="1524000"/>
            <a:ext cx="790575" cy="704850"/>
          </a:xfrm>
          <a:custGeom xmlns:a="http://schemas.openxmlformats.org/drawingml/2006/main">
            <a:pathLst>
              <a:path w="790575" h="704850">
                <a:moveTo>
                  <a:pt x="152400" y="0"/>
                </a:moveTo>
                <a:lnTo>
                  <a:pt x="161925" y="0"/>
                </a:lnTo>
                <a:lnTo>
                  <a:pt x="161925" y="9525"/>
                </a:lnTo>
                <a:lnTo>
                  <a:pt x="152400" y="9525"/>
                </a:lnTo>
                <a:close/>
                <a:moveTo>
                  <a:pt x="180975" y="0"/>
                </a:moveTo>
                <a:lnTo>
                  <a:pt x="190500" y="0"/>
                </a:lnTo>
                <a:lnTo>
                  <a:pt x="190500" y="9525"/>
                </a:lnTo>
                <a:lnTo>
                  <a:pt x="200025" y="9525"/>
                </a:lnTo>
                <a:lnTo>
                  <a:pt x="200025" y="28575"/>
                </a:lnTo>
                <a:lnTo>
                  <a:pt x="180975" y="28575"/>
                </a:lnTo>
                <a:close/>
                <a:moveTo>
                  <a:pt x="409575" y="0"/>
                </a:moveTo>
                <a:lnTo>
                  <a:pt x="428625" y="0"/>
                </a:lnTo>
                <a:lnTo>
                  <a:pt x="428625" y="9525"/>
                </a:lnTo>
                <a:lnTo>
                  <a:pt x="438150" y="9525"/>
                </a:lnTo>
                <a:lnTo>
                  <a:pt x="438150" y="19050"/>
                </a:lnTo>
                <a:lnTo>
                  <a:pt x="447675" y="19050"/>
                </a:lnTo>
                <a:lnTo>
                  <a:pt x="447675" y="28575"/>
                </a:lnTo>
                <a:lnTo>
                  <a:pt x="438150" y="28575"/>
                </a:lnTo>
                <a:lnTo>
                  <a:pt x="438150" y="47625"/>
                </a:lnTo>
                <a:lnTo>
                  <a:pt x="428625" y="47625"/>
                </a:lnTo>
                <a:lnTo>
                  <a:pt x="428625" y="28575"/>
                </a:lnTo>
                <a:lnTo>
                  <a:pt x="419100" y="28575"/>
                </a:lnTo>
                <a:lnTo>
                  <a:pt x="419100" y="38100"/>
                </a:lnTo>
                <a:lnTo>
                  <a:pt x="409575" y="38100"/>
                </a:lnTo>
                <a:lnTo>
                  <a:pt x="409575" y="28575"/>
                </a:lnTo>
                <a:lnTo>
                  <a:pt x="400050" y="28575"/>
                </a:lnTo>
                <a:lnTo>
                  <a:pt x="400050" y="19050"/>
                </a:lnTo>
                <a:lnTo>
                  <a:pt x="409575" y="19050"/>
                </a:lnTo>
                <a:close/>
                <a:moveTo>
                  <a:pt x="285750" y="9525"/>
                </a:moveTo>
                <a:lnTo>
                  <a:pt x="295275" y="9525"/>
                </a:lnTo>
                <a:lnTo>
                  <a:pt x="295275" y="19050"/>
                </a:lnTo>
                <a:lnTo>
                  <a:pt x="342900" y="19050"/>
                </a:lnTo>
                <a:lnTo>
                  <a:pt x="342900" y="28575"/>
                </a:lnTo>
                <a:lnTo>
                  <a:pt x="285750" y="28575"/>
                </a:lnTo>
                <a:close/>
                <a:moveTo>
                  <a:pt x="371475" y="19050"/>
                </a:moveTo>
                <a:lnTo>
                  <a:pt x="381000" y="19050"/>
                </a:lnTo>
                <a:lnTo>
                  <a:pt x="381000" y="38100"/>
                </a:lnTo>
                <a:lnTo>
                  <a:pt x="352425" y="38100"/>
                </a:lnTo>
                <a:lnTo>
                  <a:pt x="352425" y="28575"/>
                </a:lnTo>
                <a:lnTo>
                  <a:pt x="371475" y="28575"/>
                </a:lnTo>
                <a:close/>
                <a:moveTo>
                  <a:pt x="590550" y="19050"/>
                </a:moveTo>
                <a:lnTo>
                  <a:pt x="609600" y="19050"/>
                </a:lnTo>
                <a:lnTo>
                  <a:pt x="609600" y="28575"/>
                </a:lnTo>
                <a:lnTo>
                  <a:pt x="590550" y="28575"/>
                </a:lnTo>
                <a:close/>
                <a:moveTo>
                  <a:pt x="647700" y="19050"/>
                </a:moveTo>
                <a:lnTo>
                  <a:pt x="666750" y="19050"/>
                </a:lnTo>
                <a:lnTo>
                  <a:pt x="666750" y="47625"/>
                </a:lnTo>
                <a:lnTo>
                  <a:pt x="638175" y="47625"/>
                </a:lnTo>
                <a:lnTo>
                  <a:pt x="638175" y="28575"/>
                </a:lnTo>
                <a:lnTo>
                  <a:pt x="647700" y="28575"/>
                </a:lnTo>
                <a:close/>
                <a:moveTo>
                  <a:pt x="714375" y="19050"/>
                </a:moveTo>
                <a:lnTo>
                  <a:pt x="733425" y="19050"/>
                </a:lnTo>
                <a:lnTo>
                  <a:pt x="733425" y="38100"/>
                </a:lnTo>
                <a:lnTo>
                  <a:pt x="742950" y="38100"/>
                </a:lnTo>
                <a:lnTo>
                  <a:pt x="742950" y="57150"/>
                </a:lnTo>
                <a:lnTo>
                  <a:pt x="714375" y="57150"/>
                </a:lnTo>
                <a:close/>
                <a:moveTo>
                  <a:pt x="104775" y="28575"/>
                </a:moveTo>
                <a:lnTo>
                  <a:pt x="114300" y="28575"/>
                </a:lnTo>
                <a:lnTo>
                  <a:pt x="114300" y="38100"/>
                </a:lnTo>
                <a:lnTo>
                  <a:pt x="104775" y="38100"/>
                </a:lnTo>
                <a:close/>
                <a:moveTo>
                  <a:pt x="447675" y="28575"/>
                </a:moveTo>
                <a:lnTo>
                  <a:pt x="504825" y="28575"/>
                </a:lnTo>
                <a:lnTo>
                  <a:pt x="504825" y="38100"/>
                </a:lnTo>
                <a:lnTo>
                  <a:pt x="457200" y="38100"/>
                </a:lnTo>
                <a:lnTo>
                  <a:pt x="457200" y="47625"/>
                </a:lnTo>
                <a:lnTo>
                  <a:pt x="447675" y="47625"/>
                </a:lnTo>
                <a:close/>
                <a:moveTo>
                  <a:pt x="542925" y="28575"/>
                </a:moveTo>
                <a:lnTo>
                  <a:pt x="552450" y="28575"/>
                </a:lnTo>
                <a:lnTo>
                  <a:pt x="552450" y="38100"/>
                </a:lnTo>
                <a:lnTo>
                  <a:pt x="542925" y="38100"/>
                </a:lnTo>
                <a:close/>
                <a:moveTo>
                  <a:pt x="85725" y="38100"/>
                </a:moveTo>
                <a:lnTo>
                  <a:pt x="95250" y="38100"/>
                </a:lnTo>
                <a:lnTo>
                  <a:pt x="95250" y="47625"/>
                </a:lnTo>
                <a:lnTo>
                  <a:pt x="85725" y="47625"/>
                </a:lnTo>
                <a:close/>
                <a:moveTo>
                  <a:pt x="0" y="47625"/>
                </a:moveTo>
                <a:lnTo>
                  <a:pt x="9525" y="47625"/>
                </a:lnTo>
                <a:lnTo>
                  <a:pt x="9525" y="76200"/>
                </a:lnTo>
                <a:lnTo>
                  <a:pt x="0" y="76200"/>
                </a:lnTo>
                <a:close/>
                <a:moveTo>
                  <a:pt x="704850" y="66675"/>
                </a:moveTo>
                <a:lnTo>
                  <a:pt x="714375" y="66675"/>
                </a:lnTo>
                <a:lnTo>
                  <a:pt x="714375" y="95250"/>
                </a:lnTo>
                <a:lnTo>
                  <a:pt x="704850" y="95250"/>
                </a:lnTo>
                <a:lnTo>
                  <a:pt x="704850" y="104775"/>
                </a:lnTo>
                <a:lnTo>
                  <a:pt x="685800" y="104775"/>
                </a:lnTo>
                <a:lnTo>
                  <a:pt x="685800" y="95250"/>
                </a:lnTo>
                <a:lnTo>
                  <a:pt x="695325" y="95250"/>
                </a:lnTo>
                <a:lnTo>
                  <a:pt x="695325" y="76200"/>
                </a:lnTo>
                <a:lnTo>
                  <a:pt x="704850" y="76200"/>
                </a:lnTo>
                <a:close/>
                <a:moveTo>
                  <a:pt x="9525" y="76200"/>
                </a:moveTo>
                <a:lnTo>
                  <a:pt x="19050" y="76200"/>
                </a:lnTo>
                <a:lnTo>
                  <a:pt x="19050" y="85725"/>
                </a:lnTo>
                <a:lnTo>
                  <a:pt x="28575" y="85725"/>
                </a:lnTo>
                <a:lnTo>
                  <a:pt x="28575" y="104775"/>
                </a:lnTo>
                <a:lnTo>
                  <a:pt x="9525" y="104775"/>
                </a:lnTo>
                <a:close/>
                <a:moveTo>
                  <a:pt x="742950" y="85725"/>
                </a:moveTo>
                <a:lnTo>
                  <a:pt x="771525" y="85725"/>
                </a:lnTo>
                <a:lnTo>
                  <a:pt x="771525" y="95250"/>
                </a:lnTo>
                <a:lnTo>
                  <a:pt x="762000" y="95250"/>
                </a:lnTo>
                <a:lnTo>
                  <a:pt x="762000" y="104775"/>
                </a:lnTo>
                <a:lnTo>
                  <a:pt x="752475" y="104775"/>
                </a:lnTo>
                <a:lnTo>
                  <a:pt x="752475" y="95250"/>
                </a:lnTo>
                <a:lnTo>
                  <a:pt x="742950" y="95250"/>
                </a:lnTo>
                <a:close/>
                <a:moveTo>
                  <a:pt x="38100" y="104775"/>
                </a:moveTo>
                <a:lnTo>
                  <a:pt x="57150" y="104775"/>
                </a:lnTo>
                <a:lnTo>
                  <a:pt x="57150" y="114300"/>
                </a:lnTo>
                <a:lnTo>
                  <a:pt x="47625" y="114300"/>
                </a:lnTo>
                <a:lnTo>
                  <a:pt x="47625" y="133350"/>
                </a:lnTo>
                <a:lnTo>
                  <a:pt x="38100" y="133350"/>
                </a:lnTo>
                <a:close/>
                <a:moveTo>
                  <a:pt x="38100" y="142875"/>
                </a:moveTo>
                <a:lnTo>
                  <a:pt x="47625" y="142875"/>
                </a:lnTo>
                <a:lnTo>
                  <a:pt x="47625" y="161925"/>
                </a:lnTo>
                <a:lnTo>
                  <a:pt x="38100" y="161925"/>
                </a:lnTo>
                <a:close/>
                <a:moveTo>
                  <a:pt x="523875" y="180975"/>
                </a:moveTo>
                <a:lnTo>
                  <a:pt x="542925" y="180975"/>
                </a:lnTo>
                <a:lnTo>
                  <a:pt x="542925" y="200025"/>
                </a:lnTo>
                <a:lnTo>
                  <a:pt x="523875" y="200025"/>
                </a:lnTo>
                <a:close/>
                <a:moveTo>
                  <a:pt x="676275" y="209550"/>
                </a:moveTo>
                <a:lnTo>
                  <a:pt x="695325" y="209550"/>
                </a:lnTo>
                <a:lnTo>
                  <a:pt x="695325" y="219075"/>
                </a:lnTo>
                <a:lnTo>
                  <a:pt x="685800" y="219075"/>
                </a:lnTo>
                <a:lnTo>
                  <a:pt x="685800" y="238125"/>
                </a:lnTo>
                <a:lnTo>
                  <a:pt x="666750" y="238125"/>
                </a:lnTo>
                <a:lnTo>
                  <a:pt x="666750" y="228600"/>
                </a:lnTo>
                <a:lnTo>
                  <a:pt x="676275" y="228600"/>
                </a:lnTo>
                <a:close/>
                <a:moveTo>
                  <a:pt x="47625" y="266700"/>
                </a:moveTo>
                <a:lnTo>
                  <a:pt x="57150" y="266700"/>
                </a:lnTo>
                <a:lnTo>
                  <a:pt x="57150" y="276225"/>
                </a:lnTo>
                <a:lnTo>
                  <a:pt x="47625" y="276225"/>
                </a:lnTo>
                <a:close/>
                <a:moveTo>
                  <a:pt x="438150" y="304800"/>
                </a:moveTo>
                <a:lnTo>
                  <a:pt x="457200" y="304800"/>
                </a:lnTo>
                <a:lnTo>
                  <a:pt x="457200" y="314325"/>
                </a:lnTo>
                <a:lnTo>
                  <a:pt x="438150" y="314325"/>
                </a:lnTo>
                <a:close/>
                <a:moveTo>
                  <a:pt x="428625" y="314325"/>
                </a:moveTo>
                <a:lnTo>
                  <a:pt x="438150" y="314325"/>
                </a:lnTo>
                <a:lnTo>
                  <a:pt x="438150" y="323850"/>
                </a:lnTo>
                <a:lnTo>
                  <a:pt x="428625" y="323850"/>
                </a:lnTo>
                <a:close/>
                <a:moveTo>
                  <a:pt x="361950" y="457200"/>
                </a:moveTo>
                <a:lnTo>
                  <a:pt x="371475" y="457200"/>
                </a:lnTo>
                <a:lnTo>
                  <a:pt x="371475" y="476250"/>
                </a:lnTo>
                <a:lnTo>
                  <a:pt x="352425" y="476250"/>
                </a:lnTo>
                <a:lnTo>
                  <a:pt x="352425" y="466725"/>
                </a:lnTo>
                <a:lnTo>
                  <a:pt x="361950" y="466725"/>
                </a:lnTo>
                <a:close/>
                <a:moveTo>
                  <a:pt x="733425" y="581025"/>
                </a:moveTo>
                <a:lnTo>
                  <a:pt x="762000" y="581025"/>
                </a:lnTo>
                <a:lnTo>
                  <a:pt x="762000" y="600075"/>
                </a:lnTo>
                <a:lnTo>
                  <a:pt x="752475" y="600075"/>
                </a:lnTo>
                <a:lnTo>
                  <a:pt x="752475" y="609600"/>
                </a:lnTo>
                <a:lnTo>
                  <a:pt x="723900" y="609600"/>
                </a:lnTo>
                <a:lnTo>
                  <a:pt x="723900" y="600075"/>
                </a:lnTo>
                <a:lnTo>
                  <a:pt x="742950" y="600075"/>
                </a:lnTo>
                <a:lnTo>
                  <a:pt x="742950" y="590550"/>
                </a:lnTo>
                <a:lnTo>
                  <a:pt x="733425" y="590550"/>
                </a:lnTo>
                <a:close/>
                <a:moveTo>
                  <a:pt x="714375" y="609600"/>
                </a:moveTo>
                <a:lnTo>
                  <a:pt x="723900" y="609600"/>
                </a:lnTo>
                <a:lnTo>
                  <a:pt x="723900" y="619125"/>
                </a:lnTo>
                <a:lnTo>
                  <a:pt x="733425" y="619125"/>
                </a:lnTo>
                <a:lnTo>
                  <a:pt x="733425" y="638175"/>
                </a:lnTo>
                <a:lnTo>
                  <a:pt x="714375" y="638175"/>
                </a:lnTo>
                <a:lnTo>
                  <a:pt x="714375" y="657225"/>
                </a:lnTo>
                <a:lnTo>
                  <a:pt x="695325" y="657225"/>
                </a:lnTo>
                <a:lnTo>
                  <a:pt x="695325" y="666750"/>
                </a:lnTo>
                <a:lnTo>
                  <a:pt x="685800" y="666750"/>
                </a:lnTo>
                <a:lnTo>
                  <a:pt x="685800" y="647700"/>
                </a:lnTo>
                <a:lnTo>
                  <a:pt x="695325" y="647700"/>
                </a:lnTo>
                <a:lnTo>
                  <a:pt x="695325" y="638175"/>
                </a:lnTo>
                <a:lnTo>
                  <a:pt x="704850" y="638175"/>
                </a:lnTo>
                <a:lnTo>
                  <a:pt x="704850" y="628650"/>
                </a:lnTo>
                <a:lnTo>
                  <a:pt x="714375" y="628650"/>
                </a:lnTo>
                <a:close/>
                <a:moveTo>
                  <a:pt x="781050" y="628650"/>
                </a:moveTo>
                <a:lnTo>
                  <a:pt x="790575" y="628650"/>
                </a:lnTo>
                <a:lnTo>
                  <a:pt x="790575" y="647700"/>
                </a:lnTo>
                <a:lnTo>
                  <a:pt x="781050" y="647700"/>
                </a:lnTo>
                <a:close/>
                <a:moveTo>
                  <a:pt x="628650" y="647700"/>
                </a:moveTo>
                <a:lnTo>
                  <a:pt x="638175" y="647700"/>
                </a:lnTo>
                <a:lnTo>
                  <a:pt x="638175" y="666750"/>
                </a:lnTo>
                <a:lnTo>
                  <a:pt x="647700" y="666750"/>
                </a:lnTo>
                <a:lnTo>
                  <a:pt x="647700" y="657225"/>
                </a:lnTo>
                <a:lnTo>
                  <a:pt x="657225" y="657225"/>
                </a:lnTo>
                <a:lnTo>
                  <a:pt x="657225" y="666750"/>
                </a:lnTo>
                <a:lnTo>
                  <a:pt x="647700" y="666750"/>
                </a:lnTo>
                <a:lnTo>
                  <a:pt x="647700" y="676275"/>
                </a:lnTo>
                <a:lnTo>
                  <a:pt x="609600" y="676275"/>
                </a:lnTo>
                <a:lnTo>
                  <a:pt x="609600" y="685800"/>
                </a:lnTo>
                <a:lnTo>
                  <a:pt x="600075" y="685800"/>
                </a:lnTo>
                <a:lnTo>
                  <a:pt x="600075" y="676275"/>
                </a:lnTo>
                <a:lnTo>
                  <a:pt x="590550" y="676275"/>
                </a:lnTo>
                <a:lnTo>
                  <a:pt x="590550" y="695325"/>
                </a:lnTo>
                <a:lnTo>
                  <a:pt x="581025" y="695325"/>
                </a:lnTo>
                <a:lnTo>
                  <a:pt x="581025" y="704850"/>
                </a:lnTo>
                <a:lnTo>
                  <a:pt x="561975" y="704850"/>
                </a:lnTo>
                <a:lnTo>
                  <a:pt x="561975" y="695325"/>
                </a:lnTo>
                <a:lnTo>
                  <a:pt x="552450" y="695325"/>
                </a:lnTo>
                <a:lnTo>
                  <a:pt x="552450" y="685800"/>
                </a:lnTo>
                <a:lnTo>
                  <a:pt x="542925" y="685800"/>
                </a:lnTo>
                <a:lnTo>
                  <a:pt x="542925" y="695325"/>
                </a:lnTo>
                <a:lnTo>
                  <a:pt x="533400" y="695325"/>
                </a:lnTo>
                <a:lnTo>
                  <a:pt x="533400" y="685800"/>
                </a:lnTo>
                <a:lnTo>
                  <a:pt x="514350" y="685800"/>
                </a:lnTo>
                <a:lnTo>
                  <a:pt x="514350" y="676275"/>
                </a:lnTo>
                <a:lnTo>
                  <a:pt x="504825" y="676275"/>
                </a:lnTo>
                <a:lnTo>
                  <a:pt x="504825" y="666750"/>
                </a:lnTo>
                <a:lnTo>
                  <a:pt x="514350" y="666750"/>
                </a:lnTo>
                <a:lnTo>
                  <a:pt x="514350" y="657225"/>
                </a:lnTo>
                <a:lnTo>
                  <a:pt x="523875" y="657225"/>
                </a:lnTo>
                <a:lnTo>
                  <a:pt x="523875" y="666750"/>
                </a:lnTo>
                <a:lnTo>
                  <a:pt x="533400" y="666750"/>
                </a:lnTo>
                <a:lnTo>
                  <a:pt x="533400" y="676275"/>
                </a:lnTo>
                <a:lnTo>
                  <a:pt x="571500" y="676275"/>
                </a:lnTo>
                <a:lnTo>
                  <a:pt x="571500" y="666750"/>
                </a:lnTo>
                <a:lnTo>
                  <a:pt x="609600" y="666750"/>
                </a:lnTo>
                <a:lnTo>
                  <a:pt x="609600" y="657225"/>
                </a:lnTo>
                <a:lnTo>
                  <a:pt x="619125" y="657225"/>
                </a:lnTo>
                <a:lnTo>
                  <a:pt x="619125" y="666750"/>
                </a:lnTo>
                <a:lnTo>
                  <a:pt x="628650" y="666750"/>
                </a:lnTo>
                <a:close/>
                <a:moveTo>
                  <a:pt x="447675" y="685800"/>
                </a:moveTo>
                <a:lnTo>
                  <a:pt x="457200" y="685800"/>
                </a:lnTo>
                <a:lnTo>
                  <a:pt x="457200" y="704850"/>
                </a:lnTo>
                <a:lnTo>
                  <a:pt x="428625" y="704850"/>
                </a:lnTo>
                <a:lnTo>
                  <a:pt x="428625" y="695325"/>
                </a:lnTo>
                <a:lnTo>
                  <a:pt x="447675" y="695325"/>
                </a:lnTo>
                <a:close/>
              </a:path>
            </a:pathLst>
          </a:custGeom>
          <a:solidFill xmlns:a="http://schemas.openxmlformats.org/drawingml/2006/main">
            <a:srgbClr val="F2F0E1"/>
          </a:solidFill>
          <a:ln xmlns:a="http://schemas.openxmlformats.org/drawingml/2006/main" w="0">
            <a:noFill/>
          </a:ln>
        </p:spPr>
      </p:sp>
      <p:sp>
        <p:nvSpPr>
          <p:cNvPr id="43" name="server vector #eff0e5">
            <a:extLst xmlns:a="http://schemas.openxmlformats.org/drawingml/2006/main">
              <a:ext uri="{FF2B5EF4-FFF2-40B4-BE49-F238E27FC236}">
                <a16:creationId xmlns:a16="http://schemas.microsoft.com/office/drawing/2014/main" id="{602C9266-AAC0-4336-A401-838BD87F011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143625" y="1524000"/>
            <a:ext cx="790575" cy="704850"/>
          </a:xfrm>
          <a:custGeom xmlns:a="http://schemas.openxmlformats.org/drawingml/2006/main">
            <a:pathLst>
              <a:path w="790575" h="704850">
                <a:moveTo>
                  <a:pt x="419100" y="38100"/>
                </a:moveTo>
                <a:lnTo>
                  <a:pt x="428625" y="38100"/>
                </a:lnTo>
                <a:lnTo>
                  <a:pt x="428625" y="57150"/>
                </a:lnTo>
                <a:lnTo>
                  <a:pt x="409575" y="57150"/>
                </a:lnTo>
                <a:lnTo>
                  <a:pt x="409575" y="47625"/>
                </a:lnTo>
                <a:lnTo>
                  <a:pt x="419100" y="47625"/>
                </a:lnTo>
                <a:close/>
                <a:moveTo>
                  <a:pt x="85725" y="47625"/>
                </a:moveTo>
                <a:lnTo>
                  <a:pt x="95250" y="47625"/>
                </a:lnTo>
                <a:lnTo>
                  <a:pt x="95250" y="57150"/>
                </a:lnTo>
                <a:lnTo>
                  <a:pt x="85725" y="57150"/>
                </a:lnTo>
                <a:close/>
                <a:moveTo>
                  <a:pt x="114300" y="47625"/>
                </a:moveTo>
                <a:lnTo>
                  <a:pt x="133350" y="47625"/>
                </a:lnTo>
                <a:lnTo>
                  <a:pt x="133350" y="57150"/>
                </a:lnTo>
                <a:lnTo>
                  <a:pt x="114300" y="57150"/>
                </a:lnTo>
                <a:close/>
                <a:moveTo>
                  <a:pt x="142875" y="47625"/>
                </a:moveTo>
                <a:lnTo>
                  <a:pt x="161925" y="47625"/>
                </a:lnTo>
                <a:lnTo>
                  <a:pt x="161925" y="57150"/>
                </a:lnTo>
                <a:lnTo>
                  <a:pt x="142875" y="57150"/>
                </a:lnTo>
                <a:close/>
                <a:moveTo>
                  <a:pt x="209550" y="47625"/>
                </a:moveTo>
                <a:lnTo>
                  <a:pt x="238125" y="47625"/>
                </a:lnTo>
                <a:lnTo>
                  <a:pt x="238125" y="57150"/>
                </a:lnTo>
                <a:lnTo>
                  <a:pt x="209550" y="57150"/>
                </a:lnTo>
                <a:close/>
                <a:moveTo>
                  <a:pt x="438150" y="47625"/>
                </a:moveTo>
                <a:lnTo>
                  <a:pt x="447675" y="47625"/>
                </a:lnTo>
                <a:lnTo>
                  <a:pt x="447675" y="57150"/>
                </a:lnTo>
                <a:lnTo>
                  <a:pt x="438150" y="57150"/>
                </a:lnTo>
                <a:close/>
                <a:moveTo>
                  <a:pt x="476250" y="47625"/>
                </a:moveTo>
                <a:lnTo>
                  <a:pt x="619125" y="47625"/>
                </a:lnTo>
                <a:lnTo>
                  <a:pt x="619125" y="57150"/>
                </a:lnTo>
                <a:lnTo>
                  <a:pt x="476250" y="57150"/>
                </a:lnTo>
                <a:close/>
                <a:moveTo>
                  <a:pt x="76200" y="57150"/>
                </a:moveTo>
                <a:lnTo>
                  <a:pt x="85725" y="57150"/>
                </a:lnTo>
                <a:lnTo>
                  <a:pt x="85725" y="66675"/>
                </a:lnTo>
                <a:lnTo>
                  <a:pt x="76200" y="66675"/>
                </a:lnTo>
                <a:close/>
                <a:moveTo>
                  <a:pt x="57150" y="76200"/>
                </a:moveTo>
                <a:lnTo>
                  <a:pt x="76200" y="76200"/>
                </a:lnTo>
                <a:lnTo>
                  <a:pt x="76200" y="95250"/>
                </a:lnTo>
                <a:lnTo>
                  <a:pt x="57150" y="95250"/>
                </a:lnTo>
                <a:close/>
                <a:moveTo>
                  <a:pt x="295275" y="95250"/>
                </a:moveTo>
                <a:lnTo>
                  <a:pt x="304800" y="95250"/>
                </a:lnTo>
                <a:lnTo>
                  <a:pt x="304800" y="104775"/>
                </a:lnTo>
                <a:lnTo>
                  <a:pt x="295275" y="104775"/>
                </a:lnTo>
                <a:close/>
                <a:moveTo>
                  <a:pt x="323850" y="95250"/>
                </a:moveTo>
                <a:lnTo>
                  <a:pt x="438150" y="95250"/>
                </a:lnTo>
                <a:lnTo>
                  <a:pt x="438150" y="104775"/>
                </a:lnTo>
                <a:lnTo>
                  <a:pt x="323850" y="104775"/>
                </a:lnTo>
                <a:close/>
                <a:moveTo>
                  <a:pt x="514350" y="95250"/>
                </a:moveTo>
                <a:lnTo>
                  <a:pt x="523875" y="95250"/>
                </a:lnTo>
                <a:lnTo>
                  <a:pt x="523875" y="104775"/>
                </a:lnTo>
                <a:lnTo>
                  <a:pt x="514350" y="104775"/>
                </a:lnTo>
                <a:close/>
                <a:moveTo>
                  <a:pt x="542925" y="95250"/>
                </a:moveTo>
                <a:lnTo>
                  <a:pt x="561975" y="95250"/>
                </a:lnTo>
                <a:lnTo>
                  <a:pt x="561975" y="104775"/>
                </a:lnTo>
                <a:lnTo>
                  <a:pt x="542925" y="104775"/>
                </a:lnTo>
                <a:close/>
                <a:moveTo>
                  <a:pt x="657225" y="95250"/>
                </a:moveTo>
                <a:lnTo>
                  <a:pt x="666750" y="95250"/>
                </a:lnTo>
                <a:lnTo>
                  <a:pt x="666750" y="104775"/>
                </a:lnTo>
                <a:lnTo>
                  <a:pt x="657225" y="104775"/>
                </a:lnTo>
                <a:close/>
                <a:moveTo>
                  <a:pt x="180975" y="104775"/>
                </a:moveTo>
                <a:lnTo>
                  <a:pt x="219075" y="104775"/>
                </a:lnTo>
                <a:lnTo>
                  <a:pt x="219075" y="114300"/>
                </a:lnTo>
                <a:lnTo>
                  <a:pt x="209550" y="114300"/>
                </a:lnTo>
                <a:lnTo>
                  <a:pt x="209550" y="123825"/>
                </a:lnTo>
                <a:lnTo>
                  <a:pt x="200025" y="123825"/>
                </a:lnTo>
                <a:lnTo>
                  <a:pt x="200025" y="114300"/>
                </a:lnTo>
                <a:lnTo>
                  <a:pt x="180975" y="114300"/>
                </a:lnTo>
                <a:close/>
                <a:moveTo>
                  <a:pt x="590550" y="114300"/>
                </a:moveTo>
                <a:lnTo>
                  <a:pt x="600075" y="114300"/>
                </a:lnTo>
                <a:lnTo>
                  <a:pt x="600075" y="123825"/>
                </a:lnTo>
                <a:lnTo>
                  <a:pt x="590550" y="123825"/>
                </a:lnTo>
                <a:close/>
                <a:moveTo>
                  <a:pt x="609600" y="114300"/>
                </a:moveTo>
                <a:lnTo>
                  <a:pt x="619125" y="114300"/>
                </a:lnTo>
                <a:lnTo>
                  <a:pt x="619125" y="142875"/>
                </a:lnTo>
                <a:lnTo>
                  <a:pt x="609600" y="142875"/>
                </a:lnTo>
                <a:close/>
                <a:moveTo>
                  <a:pt x="152400" y="123825"/>
                </a:moveTo>
                <a:lnTo>
                  <a:pt x="161925" y="123825"/>
                </a:lnTo>
                <a:lnTo>
                  <a:pt x="161925" y="133350"/>
                </a:lnTo>
                <a:lnTo>
                  <a:pt x="152400" y="133350"/>
                </a:lnTo>
                <a:close/>
                <a:moveTo>
                  <a:pt x="209550" y="123825"/>
                </a:moveTo>
                <a:lnTo>
                  <a:pt x="257175" y="123825"/>
                </a:lnTo>
                <a:lnTo>
                  <a:pt x="257175" y="133350"/>
                </a:lnTo>
                <a:lnTo>
                  <a:pt x="209550" y="133350"/>
                </a:lnTo>
                <a:close/>
                <a:moveTo>
                  <a:pt x="47625" y="142875"/>
                </a:moveTo>
                <a:lnTo>
                  <a:pt x="57150" y="142875"/>
                </a:lnTo>
                <a:lnTo>
                  <a:pt x="57150" y="152400"/>
                </a:lnTo>
                <a:lnTo>
                  <a:pt x="47625" y="152400"/>
                </a:lnTo>
                <a:close/>
                <a:moveTo>
                  <a:pt x="123825" y="161925"/>
                </a:moveTo>
                <a:lnTo>
                  <a:pt x="133350" y="161925"/>
                </a:lnTo>
                <a:lnTo>
                  <a:pt x="133350" y="171450"/>
                </a:lnTo>
                <a:lnTo>
                  <a:pt x="123825" y="171450"/>
                </a:lnTo>
                <a:close/>
                <a:moveTo>
                  <a:pt x="257175" y="161925"/>
                </a:moveTo>
                <a:lnTo>
                  <a:pt x="266700" y="161925"/>
                </a:lnTo>
                <a:lnTo>
                  <a:pt x="266700" y="180975"/>
                </a:lnTo>
                <a:lnTo>
                  <a:pt x="276225" y="180975"/>
                </a:lnTo>
                <a:lnTo>
                  <a:pt x="276225" y="190500"/>
                </a:lnTo>
                <a:lnTo>
                  <a:pt x="257175" y="190500"/>
                </a:lnTo>
                <a:close/>
                <a:moveTo>
                  <a:pt x="609600" y="161925"/>
                </a:moveTo>
                <a:lnTo>
                  <a:pt x="619125" y="161925"/>
                </a:lnTo>
                <a:lnTo>
                  <a:pt x="619125" y="180975"/>
                </a:lnTo>
                <a:lnTo>
                  <a:pt x="609600" y="180975"/>
                </a:lnTo>
                <a:close/>
                <a:moveTo>
                  <a:pt x="228600" y="171450"/>
                </a:moveTo>
                <a:lnTo>
                  <a:pt x="238125" y="171450"/>
                </a:lnTo>
                <a:lnTo>
                  <a:pt x="238125" y="180975"/>
                </a:lnTo>
                <a:lnTo>
                  <a:pt x="228600" y="180975"/>
                </a:lnTo>
                <a:close/>
                <a:moveTo>
                  <a:pt x="219075" y="180975"/>
                </a:moveTo>
                <a:lnTo>
                  <a:pt x="228600" y="180975"/>
                </a:lnTo>
                <a:lnTo>
                  <a:pt x="228600" y="190500"/>
                </a:lnTo>
                <a:lnTo>
                  <a:pt x="219075" y="190500"/>
                </a:lnTo>
                <a:close/>
                <a:moveTo>
                  <a:pt x="447675" y="180975"/>
                </a:moveTo>
                <a:lnTo>
                  <a:pt x="495300" y="180975"/>
                </a:lnTo>
                <a:lnTo>
                  <a:pt x="495300" y="200025"/>
                </a:lnTo>
                <a:lnTo>
                  <a:pt x="457200" y="200025"/>
                </a:lnTo>
                <a:lnTo>
                  <a:pt x="457200" y="209550"/>
                </a:lnTo>
                <a:lnTo>
                  <a:pt x="400050" y="209550"/>
                </a:lnTo>
                <a:lnTo>
                  <a:pt x="400050" y="200025"/>
                </a:lnTo>
                <a:lnTo>
                  <a:pt x="447675" y="200025"/>
                </a:lnTo>
                <a:close/>
                <a:moveTo>
                  <a:pt x="209550" y="190500"/>
                </a:moveTo>
                <a:lnTo>
                  <a:pt x="219075" y="190500"/>
                </a:lnTo>
                <a:lnTo>
                  <a:pt x="219075" y="200025"/>
                </a:lnTo>
                <a:lnTo>
                  <a:pt x="209550" y="200025"/>
                </a:lnTo>
                <a:close/>
                <a:moveTo>
                  <a:pt x="590550" y="190500"/>
                </a:moveTo>
                <a:lnTo>
                  <a:pt x="600075" y="190500"/>
                </a:lnTo>
                <a:lnTo>
                  <a:pt x="600075" y="200025"/>
                </a:lnTo>
                <a:lnTo>
                  <a:pt x="590550" y="200025"/>
                </a:lnTo>
                <a:close/>
                <a:moveTo>
                  <a:pt x="219075" y="200025"/>
                </a:moveTo>
                <a:lnTo>
                  <a:pt x="238125" y="200025"/>
                </a:lnTo>
                <a:lnTo>
                  <a:pt x="238125" y="209550"/>
                </a:lnTo>
                <a:lnTo>
                  <a:pt x="219075" y="209550"/>
                </a:lnTo>
                <a:close/>
                <a:moveTo>
                  <a:pt x="247650" y="200025"/>
                </a:moveTo>
                <a:lnTo>
                  <a:pt x="295275" y="200025"/>
                </a:lnTo>
                <a:lnTo>
                  <a:pt x="295275" y="209550"/>
                </a:lnTo>
                <a:lnTo>
                  <a:pt x="247650" y="209550"/>
                </a:lnTo>
                <a:close/>
                <a:moveTo>
                  <a:pt x="342900" y="200025"/>
                </a:moveTo>
                <a:lnTo>
                  <a:pt x="352425" y="200025"/>
                </a:lnTo>
                <a:lnTo>
                  <a:pt x="352425" y="209550"/>
                </a:lnTo>
                <a:lnTo>
                  <a:pt x="342900" y="209550"/>
                </a:lnTo>
                <a:close/>
                <a:moveTo>
                  <a:pt x="381000" y="200025"/>
                </a:moveTo>
                <a:lnTo>
                  <a:pt x="390525" y="200025"/>
                </a:lnTo>
                <a:lnTo>
                  <a:pt x="390525" y="209550"/>
                </a:lnTo>
                <a:lnTo>
                  <a:pt x="381000" y="209550"/>
                </a:lnTo>
                <a:close/>
                <a:moveTo>
                  <a:pt x="657225" y="219075"/>
                </a:moveTo>
                <a:lnTo>
                  <a:pt x="666750" y="219075"/>
                </a:lnTo>
                <a:lnTo>
                  <a:pt x="666750" y="228600"/>
                </a:lnTo>
                <a:lnTo>
                  <a:pt x="657225" y="228600"/>
                </a:lnTo>
                <a:close/>
                <a:moveTo>
                  <a:pt x="657225" y="238125"/>
                </a:moveTo>
                <a:lnTo>
                  <a:pt x="676275" y="238125"/>
                </a:lnTo>
                <a:lnTo>
                  <a:pt x="676275" y="257175"/>
                </a:lnTo>
                <a:lnTo>
                  <a:pt x="666750" y="257175"/>
                </a:lnTo>
                <a:lnTo>
                  <a:pt x="666750" y="247650"/>
                </a:lnTo>
                <a:lnTo>
                  <a:pt x="657225" y="247650"/>
                </a:lnTo>
                <a:close/>
                <a:moveTo>
                  <a:pt x="57150" y="247650"/>
                </a:moveTo>
                <a:lnTo>
                  <a:pt x="66675" y="247650"/>
                </a:lnTo>
                <a:lnTo>
                  <a:pt x="66675" y="276225"/>
                </a:lnTo>
                <a:lnTo>
                  <a:pt x="57150" y="276225"/>
                </a:lnTo>
                <a:close/>
                <a:moveTo>
                  <a:pt x="123825" y="257175"/>
                </a:moveTo>
                <a:lnTo>
                  <a:pt x="142875" y="257175"/>
                </a:lnTo>
                <a:lnTo>
                  <a:pt x="142875" y="266700"/>
                </a:lnTo>
                <a:lnTo>
                  <a:pt x="123825" y="266700"/>
                </a:lnTo>
                <a:close/>
                <a:moveTo>
                  <a:pt x="171450" y="257175"/>
                </a:moveTo>
                <a:lnTo>
                  <a:pt x="190500" y="257175"/>
                </a:lnTo>
                <a:lnTo>
                  <a:pt x="190500" y="285750"/>
                </a:lnTo>
                <a:lnTo>
                  <a:pt x="171450" y="285750"/>
                </a:lnTo>
                <a:lnTo>
                  <a:pt x="171450" y="276225"/>
                </a:lnTo>
                <a:lnTo>
                  <a:pt x="180975" y="276225"/>
                </a:lnTo>
                <a:lnTo>
                  <a:pt x="180975" y="266700"/>
                </a:lnTo>
                <a:lnTo>
                  <a:pt x="171450" y="266700"/>
                </a:lnTo>
                <a:close/>
                <a:moveTo>
                  <a:pt x="219075" y="257175"/>
                </a:moveTo>
                <a:lnTo>
                  <a:pt x="247650" y="257175"/>
                </a:lnTo>
                <a:lnTo>
                  <a:pt x="247650" y="266700"/>
                </a:lnTo>
                <a:lnTo>
                  <a:pt x="219075" y="266700"/>
                </a:lnTo>
                <a:close/>
                <a:moveTo>
                  <a:pt x="581025" y="257175"/>
                </a:moveTo>
                <a:lnTo>
                  <a:pt x="609600" y="257175"/>
                </a:lnTo>
                <a:lnTo>
                  <a:pt x="609600" y="266700"/>
                </a:lnTo>
                <a:lnTo>
                  <a:pt x="600075" y="266700"/>
                </a:lnTo>
                <a:lnTo>
                  <a:pt x="600075" y="276225"/>
                </a:lnTo>
                <a:lnTo>
                  <a:pt x="590550" y="276225"/>
                </a:lnTo>
                <a:lnTo>
                  <a:pt x="590550" y="266700"/>
                </a:lnTo>
                <a:lnTo>
                  <a:pt x="581025" y="266700"/>
                </a:lnTo>
                <a:close/>
                <a:moveTo>
                  <a:pt x="219075" y="276225"/>
                </a:moveTo>
                <a:lnTo>
                  <a:pt x="247650" y="276225"/>
                </a:lnTo>
                <a:lnTo>
                  <a:pt x="247650" y="285750"/>
                </a:lnTo>
                <a:lnTo>
                  <a:pt x="219075" y="285750"/>
                </a:lnTo>
                <a:close/>
                <a:moveTo>
                  <a:pt x="142875" y="285750"/>
                </a:moveTo>
                <a:lnTo>
                  <a:pt x="152400" y="285750"/>
                </a:lnTo>
                <a:lnTo>
                  <a:pt x="152400" y="295275"/>
                </a:lnTo>
                <a:lnTo>
                  <a:pt x="142875" y="295275"/>
                </a:lnTo>
                <a:close/>
                <a:moveTo>
                  <a:pt x="190500" y="285750"/>
                </a:moveTo>
                <a:lnTo>
                  <a:pt x="219075" y="285750"/>
                </a:lnTo>
                <a:lnTo>
                  <a:pt x="219075" y="295275"/>
                </a:lnTo>
                <a:lnTo>
                  <a:pt x="190500" y="295275"/>
                </a:lnTo>
                <a:close/>
                <a:moveTo>
                  <a:pt x="247650" y="285750"/>
                </a:moveTo>
                <a:lnTo>
                  <a:pt x="266700" y="285750"/>
                </a:lnTo>
                <a:lnTo>
                  <a:pt x="266700" y="295275"/>
                </a:lnTo>
                <a:lnTo>
                  <a:pt x="247650" y="295275"/>
                </a:lnTo>
                <a:close/>
                <a:moveTo>
                  <a:pt x="600075" y="285750"/>
                </a:moveTo>
                <a:lnTo>
                  <a:pt x="609600" y="285750"/>
                </a:lnTo>
                <a:lnTo>
                  <a:pt x="609600" y="304800"/>
                </a:lnTo>
                <a:lnTo>
                  <a:pt x="600075" y="304800"/>
                </a:lnTo>
                <a:close/>
                <a:moveTo>
                  <a:pt x="57150" y="295275"/>
                </a:moveTo>
                <a:lnTo>
                  <a:pt x="66675" y="295275"/>
                </a:lnTo>
                <a:lnTo>
                  <a:pt x="66675" y="304800"/>
                </a:lnTo>
                <a:lnTo>
                  <a:pt x="57150" y="304800"/>
                </a:lnTo>
                <a:close/>
                <a:moveTo>
                  <a:pt x="57150" y="333375"/>
                </a:moveTo>
                <a:lnTo>
                  <a:pt x="66675" y="333375"/>
                </a:lnTo>
                <a:lnTo>
                  <a:pt x="66675" y="352425"/>
                </a:lnTo>
                <a:lnTo>
                  <a:pt x="57150" y="352425"/>
                </a:lnTo>
                <a:close/>
                <a:moveTo>
                  <a:pt x="161925" y="333375"/>
                </a:moveTo>
                <a:lnTo>
                  <a:pt x="171450" y="333375"/>
                </a:lnTo>
                <a:lnTo>
                  <a:pt x="171450" y="342900"/>
                </a:lnTo>
                <a:lnTo>
                  <a:pt x="161925" y="342900"/>
                </a:lnTo>
                <a:close/>
                <a:moveTo>
                  <a:pt x="209550" y="342900"/>
                </a:moveTo>
                <a:lnTo>
                  <a:pt x="219075" y="342900"/>
                </a:lnTo>
                <a:lnTo>
                  <a:pt x="219075" y="352425"/>
                </a:lnTo>
                <a:lnTo>
                  <a:pt x="209550" y="352425"/>
                </a:lnTo>
                <a:close/>
                <a:moveTo>
                  <a:pt x="161925" y="352425"/>
                </a:moveTo>
                <a:lnTo>
                  <a:pt x="171450" y="352425"/>
                </a:lnTo>
                <a:lnTo>
                  <a:pt x="171450" y="361950"/>
                </a:lnTo>
                <a:lnTo>
                  <a:pt x="161925" y="361950"/>
                </a:lnTo>
                <a:close/>
                <a:moveTo>
                  <a:pt x="419100" y="361950"/>
                </a:moveTo>
                <a:lnTo>
                  <a:pt x="428625" y="361950"/>
                </a:lnTo>
                <a:lnTo>
                  <a:pt x="428625" y="371475"/>
                </a:lnTo>
                <a:lnTo>
                  <a:pt x="419100" y="371475"/>
                </a:lnTo>
                <a:close/>
                <a:moveTo>
                  <a:pt x="409575" y="371475"/>
                </a:moveTo>
                <a:lnTo>
                  <a:pt x="419100" y="371475"/>
                </a:lnTo>
                <a:lnTo>
                  <a:pt x="419100" y="381000"/>
                </a:lnTo>
                <a:lnTo>
                  <a:pt x="409575" y="381000"/>
                </a:lnTo>
                <a:close/>
                <a:moveTo>
                  <a:pt x="200025" y="409575"/>
                </a:moveTo>
                <a:lnTo>
                  <a:pt x="209550" y="409575"/>
                </a:lnTo>
                <a:lnTo>
                  <a:pt x="209550" y="419100"/>
                </a:lnTo>
                <a:lnTo>
                  <a:pt x="200025" y="419100"/>
                </a:lnTo>
                <a:close/>
                <a:moveTo>
                  <a:pt x="400050" y="409575"/>
                </a:moveTo>
                <a:lnTo>
                  <a:pt x="409575" y="409575"/>
                </a:lnTo>
                <a:lnTo>
                  <a:pt x="409575" y="419100"/>
                </a:lnTo>
                <a:lnTo>
                  <a:pt x="419100" y="419100"/>
                </a:lnTo>
                <a:lnTo>
                  <a:pt x="419100" y="428625"/>
                </a:lnTo>
                <a:lnTo>
                  <a:pt x="400050" y="428625"/>
                </a:lnTo>
                <a:close/>
                <a:moveTo>
                  <a:pt x="485775" y="409575"/>
                </a:moveTo>
                <a:lnTo>
                  <a:pt x="495300" y="409575"/>
                </a:lnTo>
                <a:lnTo>
                  <a:pt x="495300" y="419100"/>
                </a:lnTo>
                <a:lnTo>
                  <a:pt x="485775" y="419100"/>
                </a:lnTo>
                <a:close/>
                <a:moveTo>
                  <a:pt x="209550" y="419100"/>
                </a:moveTo>
                <a:lnTo>
                  <a:pt x="219075" y="419100"/>
                </a:lnTo>
                <a:lnTo>
                  <a:pt x="219075" y="428625"/>
                </a:lnTo>
                <a:lnTo>
                  <a:pt x="209550" y="428625"/>
                </a:lnTo>
                <a:close/>
                <a:moveTo>
                  <a:pt x="161925" y="438150"/>
                </a:moveTo>
                <a:lnTo>
                  <a:pt x="180975" y="438150"/>
                </a:lnTo>
                <a:lnTo>
                  <a:pt x="180975" y="447675"/>
                </a:lnTo>
                <a:lnTo>
                  <a:pt x="161925" y="447675"/>
                </a:lnTo>
                <a:close/>
                <a:moveTo>
                  <a:pt x="114300" y="447675"/>
                </a:moveTo>
                <a:lnTo>
                  <a:pt x="123825" y="447675"/>
                </a:lnTo>
                <a:lnTo>
                  <a:pt x="123825" y="457200"/>
                </a:lnTo>
                <a:lnTo>
                  <a:pt x="114300" y="457200"/>
                </a:lnTo>
                <a:close/>
                <a:moveTo>
                  <a:pt x="133350" y="447675"/>
                </a:moveTo>
                <a:lnTo>
                  <a:pt x="142875" y="447675"/>
                </a:lnTo>
                <a:lnTo>
                  <a:pt x="142875" y="457200"/>
                </a:lnTo>
                <a:lnTo>
                  <a:pt x="133350" y="457200"/>
                </a:lnTo>
                <a:close/>
                <a:moveTo>
                  <a:pt x="47625" y="457200"/>
                </a:moveTo>
                <a:lnTo>
                  <a:pt x="57150" y="457200"/>
                </a:lnTo>
                <a:lnTo>
                  <a:pt x="57150" y="466725"/>
                </a:lnTo>
                <a:lnTo>
                  <a:pt x="47625" y="466725"/>
                </a:lnTo>
                <a:close/>
                <a:moveTo>
                  <a:pt x="381000" y="457200"/>
                </a:moveTo>
                <a:lnTo>
                  <a:pt x="390525" y="457200"/>
                </a:lnTo>
                <a:lnTo>
                  <a:pt x="390525" y="466725"/>
                </a:lnTo>
                <a:lnTo>
                  <a:pt x="381000" y="466725"/>
                </a:lnTo>
                <a:close/>
                <a:moveTo>
                  <a:pt x="752475" y="457200"/>
                </a:moveTo>
                <a:lnTo>
                  <a:pt x="762000" y="457200"/>
                </a:lnTo>
                <a:lnTo>
                  <a:pt x="762000" y="466725"/>
                </a:lnTo>
                <a:lnTo>
                  <a:pt x="752475" y="466725"/>
                </a:lnTo>
                <a:close/>
                <a:moveTo>
                  <a:pt x="371475" y="466725"/>
                </a:moveTo>
                <a:lnTo>
                  <a:pt x="381000" y="466725"/>
                </a:lnTo>
                <a:lnTo>
                  <a:pt x="381000" y="476250"/>
                </a:lnTo>
                <a:lnTo>
                  <a:pt x="371475" y="476250"/>
                </a:lnTo>
                <a:close/>
                <a:moveTo>
                  <a:pt x="390525" y="466725"/>
                </a:moveTo>
                <a:lnTo>
                  <a:pt x="400050" y="466725"/>
                </a:lnTo>
                <a:lnTo>
                  <a:pt x="400050" y="476250"/>
                </a:lnTo>
                <a:lnTo>
                  <a:pt x="390525" y="476250"/>
                </a:lnTo>
                <a:close/>
                <a:moveTo>
                  <a:pt x="752475" y="495300"/>
                </a:moveTo>
                <a:lnTo>
                  <a:pt x="762000" y="495300"/>
                </a:lnTo>
                <a:lnTo>
                  <a:pt x="762000" y="514350"/>
                </a:lnTo>
                <a:lnTo>
                  <a:pt x="752475" y="514350"/>
                </a:lnTo>
                <a:close/>
                <a:moveTo>
                  <a:pt x="285750" y="504825"/>
                </a:moveTo>
                <a:lnTo>
                  <a:pt x="295275" y="504825"/>
                </a:lnTo>
                <a:lnTo>
                  <a:pt x="295275" y="514350"/>
                </a:lnTo>
                <a:lnTo>
                  <a:pt x="333375" y="514350"/>
                </a:lnTo>
                <a:lnTo>
                  <a:pt x="333375" y="523875"/>
                </a:lnTo>
                <a:lnTo>
                  <a:pt x="285750" y="523875"/>
                </a:lnTo>
                <a:close/>
                <a:moveTo>
                  <a:pt x="647700" y="533400"/>
                </a:moveTo>
                <a:lnTo>
                  <a:pt x="657225" y="533400"/>
                </a:lnTo>
                <a:lnTo>
                  <a:pt x="657225" y="542925"/>
                </a:lnTo>
                <a:lnTo>
                  <a:pt x="647700" y="542925"/>
                </a:lnTo>
                <a:close/>
                <a:moveTo>
                  <a:pt x="638175" y="542925"/>
                </a:moveTo>
                <a:lnTo>
                  <a:pt x="647700" y="542925"/>
                </a:lnTo>
                <a:lnTo>
                  <a:pt x="647700" y="561975"/>
                </a:lnTo>
                <a:lnTo>
                  <a:pt x="628650" y="561975"/>
                </a:lnTo>
                <a:lnTo>
                  <a:pt x="628650" y="571500"/>
                </a:lnTo>
                <a:lnTo>
                  <a:pt x="619125" y="571500"/>
                </a:lnTo>
                <a:lnTo>
                  <a:pt x="619125" y="552450"/>
                </a:lnTo>
                <a:lnTo>
                  <a:pt x="638175" y="552450"/>
                </a:lnTo>
                <a:close/>
                <a:moveTo>
                  <a:pt x="85725" y="552450"/>
                </a:moveTo>
                <a:lnTo>
                  <a:pt x="104775" y="552450"/>
                </a:lnTo>
                <a:lnTo>
                  <a:pt x="104775" y="561975"/>
                </a:lnTo>
                <a:lnTo>
                  <a:pt x="95250" y="561975"/>
                </a:lnTo>
                <a:lnTo>
                  <a:pt x="95250" y="571500"/>
                </a:lnTo>
                <a:lnTo>
                  <a:pt x="85725" y="571500"/>
                </a:lnTo>
                <a:close/>
                <a:moveTo>
                  <a:pt x="600075" y="552450"/>
                </a:moveTo>
                <a:lnTo>
                  <a:pt x="609600" y="552450"/>
                </a:lnTo>
                <a:lnTo>
                  <a:pt x="609600" y="561975"/>
                </a:lnTo>
                <a:lnTo>
                  <a:pt x="600075" y="561975"/>
                </a:lnTo>
                <a:close/>
                <a:moveTo>
                  <a:pt x="657225" y="552450"/>
                </a:moveTo>
                <a:lnTo>
                  <a:pt x="666750" y="552450"/>
                </a:lnTo>
                <a:lnTo>
                  <a:pt x="666750" y="571500"/>
                </a:lnTo>
                <a:lnTo>
                  <a:pt x="657225" y="571500"/>
                </a:lnTo>
                <a:close/>
                <a:moveTo>
                  <a:pt x="723900" y="552450"/>
                </a:moveTo>
                <a:lnTo>
                  <a:pt x="733425" y="552450"/>
                </a:lnTo>
                <a:lnTo>
                  <a:pt x="733425" y="571500"/>
                </a:lnTo>
                <a:lnTo>
                  <a:pt x="723900" y="571500"/>
                </a:lnTo>
                <a:close/>
                <a:moveTo>
                  <a:pt x="152400" y="561975"/>
                </a:moveTo>
                <a:lnTo>
                  <a:pt x="161925" y="561975"/>
                </a:lnTo>
                <a:lnTo>
                  <a:pt x="161925" y="571500"/>
                </a:lnTo>
                <a:lnTo>
                  <a:pt x="152400" y="571500"/>
                </a:lnTo>
                <a:close/>
                <a:moveTo>
                  <a:pt x="171450" y="561975"/>
                </a:moveTo>
                <a:lnTo>
                  <a:pt x="180975" y="561975"/>
                </a:lnTo>
                <a:lnTo>
                  <a:pt x="180975" y="571500"/>
                </a:lnTo>
                <a:lnTo>
                  <a:pt x="171450" y="571500"/>
                </a:lnTo>
                <a:close/>
                <a:moveTo>
                  <a:pt x="200025" y="561975"/>
                </a:moveTo>
                <a:lnTo>
                  <a:pt x="238125" y="561975"/>
                </a:lnTo>
                <a:lnTo>
                  <a:pt x="238125" y="571500"/>
                </a:lnTo>
                <a:lnTo>
                  <a:pt x="228600" y="571500"/>
                </a:lnTo>
                <a:lnTo>
                  <a:pt x="228600" y="581025"/>
                </a:lnTo>
                <a:lnTo>
                  <a:pt x="200025" y="581025"/>
                </a:lnTo>
                <a:close/>
                <a:moveTo>
                  <a:pt x="561975" y="581025"/>
                </a:moveTo>
                <a:lnTo>
                  <a:pt x="571500" y="581025"/>
                </a:lnTo>
                <a:lnTo>
                  <a:pt x="571500" y="590550"/>
                </a:lnTo>
                <a:lnTo>
                  <a:pt x="561975" y="590550"/>
                </a:lnTo>
                <a:close/>
                <a:moveTo>
                  <a:pt x="704850" y="600075"/>
                </a:moveTo>
                <a:lnTo>
                  <a:pt x="723900" y="600075"/>
                </a:lnTo>
                <a:lnTo>
                  <a:pt x="723900" y="609600"/>
                </a:lnTo>
                <a:lnTo>
                  <a:pt x="704850" y="609600"/>
                </a:lnTo>
                <a:close/>
                <a:moveTo>
                  <a:pt x="485775" y="628650"/>
                </a:moveTo>
                <a:lnTo>
                  <a:pt x="495300" y="628650"/>
                </a:lnTo>
                <a:lnTo>
                  <a:pt x="495300" y="638175"/>
                </a:lnTo>
                <a:lnTo>
                  <a:pt x="485775" y="638175"/>
                </a:lnTo>
                <a:close/>
                <a:moveTo>
                  <a:pt x="514350" y="628650"/>
                </a:moveTo>
                <a:lnTo>
                  <a:pt x="523875" y="628650"/>
                </a:lnTo>
                <a:lnTo>
                  <a:pt x="523875" y="647700"/>
                </a:lnTo>
                <a:lnTo>
                  <a:pt x="514350" y="647700"/>
                </a:lnTo>
                <a:close/>
                <a:moveTo>
                  <a:pt x="533400" y="657225"/>
                </a:moveTo>
                <a:lnTo>
                  <a:pt x="571500" y="657225"/>
                </a:lnTo>
                <a:lnTo>
                  <a:pt x="571500" y="666750"/>
                </a:lnTo>
                <a:lnTo>
                  <a:pt x="552450" y="666750"/>
                </a:lnTo>
                <a:lnTo>
                  <a:pt x="552450" y="676275"/>
                </a:lnTo>
                <a:lnTo>
                  <a:pt x="542925" y="676275"/>
                </a:lnTo>
                <a:lnTo>
                  <a:pt x="542925" y="666750"/>
                </a:lnTo>
                <a:lnTo>
                  <a:pt x="533400" y="666750"/>
                </a:lnTo>
                <a:close/>
              </a:path>
            </a:pathLst>
          </a:custGeom>
          <a:solidFill xmlns:a="http://schemas.openxmlformats.org/drawingml/2006/main">
            <a:srgbClr val="EFF0E5"/>
          </a:solidFill>
          <a:ln xmlns:a="http://schemas.openxmlformats.org/drawingml/2006/main" w="0">
            <a:noFill/>
          </a:ln>
        </p:spPr>
      </p:sp>
      <p:sp>
        <p:nvSpPr>
          <p:cNvPr id="44" name="server vector #f4efe2">
            <a:extLst xmlns:a="http://schemas.openxmlformats.org/drawingml/2006/main">
              <a:ext uri="{FF2B5EF4-FFF2-40B4-BE49-F238E27FC236}">
                <a16:creationId xmlns:a16="http://schemas.microsoft.com/office/drawing/2014/main" id="{C132AD76-4E0B-4FBF-8E0D-FE78B9C963D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143625" y="1524000"/>
            <a:ext cx="790575" cy="704850"/>
          </a:xfrm>
          <a:custGeom xmlns:a="http://schemas.openxmlformats.org/drawingml/2006/main">
            <a:pathLst>
              <a:path w="790575" h="704850">
                <a:moveTo>
                  <a:pt x="638175" y="0"/>
                </a:moveTo>
                <a:lnTo>
                  <a:pt x="647700" y="0"/>
                </a:lnTo>
                <a:lnTo>
                  <a:pt x="647700" y="28575"/>
                </a:lnTo>
                <a:lnTo>
                  <a:pt x="619125" y="28575"/>
                </a:lnTo>
                <a:lnTo>
                  <a:pt x="619125" y="19050"/>
                </a:lnTo>
                <a:lnTo>
                  <a:pt x="638175" y="19050"/>
                </a:lnTo>
                <a:close/>
                <a:moveTo>
                  <a:pt x="38100" y="38100"/>
                </a:moveTo>
                <a:lnTo>
                  <a:pt x="47625" y="38100"/>
                </a:lnTo>
                <a:lnTo>
                  <a:pt x="47625" y="47625"/>
                </a:lnTo>
                <a:lnTo>
                  <a:pt x="38100" y="47625"/>
                </a:lnTo>
                <a:close/>
                <a:moveTo>
                  <a:pt x="695325" y="228600"/>
                </a:moveTo>
                <a:lnTo>
                  <a:pt x="704850" y="228600"/>
                </a:lnTo>
                <a:lnTo>
                  <a:pt x="704850" y="247650"/>
                </a:lnTo>
                <a:lnTo>
                  <a:pt x="695325" y="247650"/>
                </a:lnTo>
                <a:close/>
                <a:moveTo>
                  <a:pt x="723900" y="314325"/>
                </a:moveTo>
                <a:lnTo>
                  <a:pt x="752475" y="314325"/>
                </a:lnTo>
                <a:lnTo>
                  <a:pt x="752475" y="323850"/>
                </a:lnTo>
                <a:lnTo>
                  <a:pt x="723900" y="323850"/>
                </a:lnTo>
                <a:close/>
                <a:moveTo>
                  <a:pt x="762000" y="314325"/>
                </a:moveTo>
                <a:lnTo>
                  <a:pt x="771525" y="314325"/>
                </a:lnTo>
                <a:lnTo>
                  <a:pt x="771525" y="323850"/>
                </a:lnTo>
                <a:lnTo>
                  <a:pt x="762000" y="323850"/>
                </a:lnTo>
                <a:close/>
                <a:moveTo>
                  <a:pt x="123825" y="590550"/>
                </a:moveTo>
                <a:lnTo>
                  <a:pt x="142875" y="590550"/>
                </a:lnTo>
                <a:lnTo>
                  <a:pt x="142875" y="609600"/>
                </a:lnTo>
                <a:lnTo>
                  <a:pt x="123825" y="609600"/>
                </a:lnTo>
                <a:close/>
              </a:path>
            </a:pathLst>
          </a:custGeom>
          <a:solidFill xmlns:a="http://schemas.openxmlformats.org/drawingml/2006/main">
            <a:srgbClr val="F4EFE2"/>
          </a:solidFill>
          <a:ln xmlns:a="http://schemas.openxmlformats.org/drawingml/2006/main" w="0">
            <a:noFill/>
          </a:ln>
        </p:spPr>
      </p:sp>
      <p:sp>
        <p:nvSpPr>
          <p:cNvPr id="45" name="server vector #f3efe4">
            <a:extLst xmlns:a="http://schemas.openxmlformats.org/drawingml/2006/main">
              <a:ext uri="{FF2B5EF4-FFF2-40B4-BE49-F238E27FC236}">
                <a16:creationId xmlns:a16="http://schemas.microsoft.com/office/drawing/2014/main" id="{21E03E06-E6B8-4978-868A-A3A2BF7CF03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143625" y="1524000"/>
            <a:ext cx="790575" cy="704850"/>
          </a:xfrm>
          <a:custGeom xmlns:a="http://schemas.openxmlformats.org/drawingml/2006/main">
            <a:pathLst>
              <a:path w="790575" h="704850">
                <a:moveTo>
                  <a:pt x="323850" y="142875"/>
                </a:moveTo>
                <a:lnTo>
                  <a:pt x="333375" y="142875"/>
                </a:lnTo>
                <a:lnTo>
                  <a:pt x="333375" y="152400"/>
                </a:lnTo>
                <a:lnTo>
                  <a:pt x="323850" y="152400"/>
                </a:lnTo>
                <a:close/>
                <a:moveTo>
                  <a:pt x="342900" y="190500"/>
                </a:moveTo>
                <a:lnTo>
                  <a:pt x="352425" y="190500"/>
                </a:lnTo>
                <a:lnTo>
                  <a:pt x="352425" y="200025"/>
                </a:lnTo>
                <a:lnTo>
                  <a:pt x="342900" y="200025"/>
                </a:lnTo>
                <a:close/>
                <a:moveTo>
                  <a:pt x="295275" y="276225"/>
                </a:moveTo>
                <a:lnTo>
                  <a:pt x="342900" y="276225"/>
                </a:lnTo>
                <a:lnTo>
                  <a:pt x="342900" y="285750"/>
                </a:lnTo>
                <a:lnTo>
                  <a:pt x="333375" y="285750"/>
                </a:lnTo>
                <a:lnTo>
                  <a:pt x="333375" y="295275"/>
                </a:lnTo>
                <a:lnTo>
                  <a:pt x="323850" y="295275"/>
                </a:lnTo>
                <a:lnTo>
                  <a:pt x="323850" y="304800"/>
                </a:lnTo>
                <a:lnTo>
                  <a:pt x="314325" y="304800"/>
                </a:lnTo>
                <a:lnTo>
                  <a:pt x="314325" y="323850"/>
                </a:lnTo>
                <a:lnTo>
                  <a:pt x="295275" y="323850"/>
                </a:lnTo>
                <a:lnTo>
                  <a:pt x="295275" y="304800"/>
                </a:lnTo>
                <a:lnTo>
                  <a:pt x="285750" y="304800"/>
                </a:lnTo>
                <a:lnTo>
                  <a:pt x="285750" y="295275"/>
                </a:lnTo>
                <a:lnTo>
                  <a:pt x="276225" y="295275"/>
                </a:lnTo>
                <a:lnTo>
                  <a:pt x="276225" y="285750"/>
                </a:lnTo>
                <a:lnTo>
                  <a:pt x="295275" y="285750"/>
                </a:lnTo>
                <a:close/>
                <a:moveTo>
                  <a:pt x="371475" y="276225"/>
                </a:moveTo>
                <a:lnTo>
                  <a:pt x="400050" y="276225"/>
                </a:lnTo>
                <a:lnTo>
                  <a:pt x="400050" y="304800"/>
                </a:lnTo>
                <a:lnTo>
                  <a:pt x="371475" y="304800"/>
                </a:lnTo>
                <a:close/>
                <a:moveTo>
                  <a:pt x="19050" y="285750"/>
                </a:moveTo>
                <a:lnTo>
                  <a:pt x="28575" y="285750"/>
                </a:lnTo>
                <a:lnTo>
                  <a:pt x="28575" y="295275"/>
                </a:lnTo>
                <a:lnTo>
                  <a:pt x="19050" y="295275"/>
                </a:lnTo>
                <a:close/>
                <a:moveTo>
                  <a:pt x="9525" y="295275"/>
                </a:moveTo>
                <a:lnTo>
                  <a:pt x="19050" y="295275"/>
                </a:lnTo>
                <a:lnTo>
                  <a:pt x="19050" y="304800"/>
                </a:lnTo>
                <a:lnTo>
                  <a:pt x="38100" y="304800"/>
                </a:lnTo>
                <a:lnTo>
                  <a:pt x="38100" y="323850"/>
                </a:lnTo>
                <a:lnTo>
                  <a:pt x="19050" y="323850"/>
                </a:lnTo>
                <a:lnTo>
                  <a:pt x="19050" y="314325"/>
                </a:lnTo>
                <a:lnTo>
                  <a:pt x="9525" y="314325"/>
                </a:lnTo>
                <a:close/>
                <a:moveTo>
                  <a:pt x="657225" y="295275"/>
                </a:moveTo>
                <a:lnTo>
                  <a:pt x="676275" y="295275"/>
                </a:lnTo>
                <a:lnTo>
                  <a:pt x="676275" y="314325"/>
                </a:lnTo>
                <a:lnTo>
                  <a:pt x="666750" y="314325"/>
                </a:lnTo>
                <a:lnTo>
                  <a:pt x="666750" y="304800"/>
                </a:lnTo>
                <a:lnTo>
                  <a:pt x="657225" y="304800"/>
                </a:lnTo>
                <a:close/>
                <a:moveTo>
                  <a:pt x="676275" y="314325"/>
                </a:moveTo>
                <a:lnTo>
                  <a:pt x="695325" y="314325"/>
                </a:lnTo>
                <a:lnTo>
                  <a:pt x="695325" y="323850"/>
                </a:lnTo>
                <a:lnTo>
                  <a:pt x="676275" y="323850"/>
                </a:lnTo>
                <a:close/>
                <a:moveTo>
                  <a:pt x="695325" y="323850"/>
                </a:moveTo>
                <a:lnTo>
                  <a:pt x="714375" y="323850"/>
                </a:lnTo>
                <a:lnTo>
                  <a:pt x="714375" y="333375"/>
                </a:lnTo>
                <a:lnTo>
                  <a:pt x="695325" y="333375"/>
                </a:lnTo>
                <a:close/>
                <a:moveTo>
                  <a:pt x="742950" y="361950"/>
                </a:moveTo>
                <a:lnTo>
                  <a:pt x="771525" y="361950"/>
                </a:lnTo>
                <a:lnTo>
                  <a:pt x="771525" y="371475"/>
                </a:lnTo>
                <a:lnTo>
                  <a:pt x="781050" y="371475"/>
                </a:lnTo>
                <a:lnTo>
                  <a:pt x="781050" y="381000"/>
                </a:lnTo>
                <a:lnTo>
                  <a:pt x="771525" y="381000"/>
                </a:lnTo>
                <a:lnTo>
                  <a:pt x="771525" y="390525"/>
                </a:lnTo>
                <a:lnTo>
                  <a:pt x="790575" y="390525"/>
                </a:lnTo>
                <a:lnTo>
                  <a:pt x="790575" y="400050"/>
                </a:lnTo>
                <a:lnTo>
                  <a:pt x="752475" y="400050"/>
                </a:lnTo>
                <a:lnTo>
                  <a:pt x="752475" y="390525"/>
                </a:lnTo>
                <a:lnTo>
                  <a:pt x="733425" y="390525"/>
                </a:lnTo>
                <a:lnTo>
                  <a:pt x="733425" y="381000"/>
                </a:lnTo>
                <a:lnTo>
                  <a:pt x="742950" y="381000"/>
                </a:lnTo>
                <a:close/>
                <a:moveTo>
                  <a:pt x="19050" y="381000"/>
                </a:moveTo>
                <a:lnTo>
                  <a:pt x="38100" y="381000"/>
                </a:lnTo>
                <a:lnTo>
                  <a:pt x="38100" y="390525"/>
                </a:lnTo>
                <a:lnTo>
                  <a:pt x="19050" y="390525"/>
                </a:lnTo>
                <a:close/>
                <a:moveTo>
                  <a:pt x="0" y="419100"/>
                </a:moveTo>
                <a:lnTo>
                  <a:pt x="28575" y="419100"/>
                </a:lnTo>
                <a:lnTo>
                  <a:pt x="28575" y="428625"/>
                </a:lnTo>
                <a:lnTo>
                  <a:pt x="9525" y="428625"/>
                </a:lnTo>
                <a:lnTo>
                  <a:pt x="9525" y="438150"/>
                </a:lnTo>
                <a:lnTo>
                  <a:pt x="0" y="438150"/>
                </a:lnTo>
                <a:close/>
                <a:moveTo>
                  <a:pt x="0" y="533400"/>
                </a:moveTo>
                <a:lnTo>
                  <a:pt x="19050" y="533400"/>
                </a:lnTo>
                <a:lnTo>
                  <a:pt x="19050" y="552450"/>
                </a:lnTo>
                <a:lnTo>
                  <a:pt x="0" y="552450"/>
                </a:lnTo>
                <a:close/>
                <a:moveTo>
                  <a:pt x="57150" y="571500"/>
                </a:moveTo>
                <a:lnTo>
                  <a:pt x="76200" y="571500"/>
                </a:lnTo>
                <a:lnTo>
                  <a:pt x="76200" y="581025"/>
                </a:lnTo>
                <a:lnTo>
                  <a:pt x="85725" y="581025"/>
                </a:lnTo>
                <a:lnTo>
                  <a:pt x="85725" y="600075"/>
                </a:lnTo>
                <a:lnTo>
                  <a:pt x="76200" y="600075"/>
                </a:lnTo>
                <a:lnTo>
                  <a:pt x="76200" y="609600"/>
                </a:lnTo>
                <a:lnTo>
                  <a:pt x="66675" y="609600"/>
                </a:lnTo>
                <a:lnTo>
                  <a:pt x="66675" y="600075"/>
                </a:lnTo>
                <a:lnTo>
                  <a:pt x="57150" y="600075"/>
                </a:lnTo>
                <a:close/>
                <a:moveTo>
                  <a:pt x="314325" y="571500"/>
                </a:moveTo>
                <a:lnTo>
                  <a:pt x="333375" y="571500"/>
                </a:lnTo>
                <a:lnTo>
                  <a:pt x="333375" y="581025"/>
                </a:lnTo>
                <a:lnTo>
                  <a:pt x="342900" y="581025"/>
                </a:lnTo>
                <a:lnTo>
                  <a:pt x="342900" y="590550"/>
                </a:lnTo>
                <a:lnTo>
                  <a:pt x="314325" y="590550"/>
                </a:lnTo>
                <a:close/>
                <a:moveTo>
                  <a:pt x="95250" y="581025"/>
                </a:moveTo>
                <a:lnTo>
                  <a:pt x="123825" y="581025"/>
                </a:lnTo>
                <a:lnTo>
                  <a:pt x="123825" y="600075"/>
                </a:lnTo>
                <a:lnTo>
                  <a:pt x="104775" y="600075"/>
                </a:lnTo>
                <a:lnTo>
                  <a:pt x="104775" y="590550"/>
                </a:lnTo>
                <a:lnTo>
                  <a:pt x="95250" y="590550"/>
                </a:lnTo>
                <a:close/>
                <a:moveTo>
                  <a:pt x="266700" y="590550"/>
                </a:moveTo>
                <a:lnTo>
                  <a:pt x="295275" y="590550"/>
                </a:lnTo>
                <a:lnTo>
                  <a:pt x="295275" y="600075"/>
                </a:lnTo>
                <a:lnTo>
                  <a:pt x="266700" y="600075"/>
                </a:lnTo>
                <a:close/>
                <a:moveTo>
                  <a:pt x="66675" y="647700"/>
                </a:moveTo>
                <a:lnTo>
                  <a:pt x="104775" y="647700"/>
                </a:lnTo>
                <a:lnTo>
                  <a:pt x="104775" y="657225"/>
                </a:lnTo>
                <a:lnTo>
                  <a:pt x="95250" y="657225"/>
                </a:lnTo>
                <a:lnTo>
                  <a:pt x="95250" y="666750"/>
                </a:lnTo>
                <a:lnTo>
                  <a:pt x="66675" y="666750"/>
                </a:lnTo>
                <a:close/>
                <a:moveTo>
                  <a:pt x="323850" y="647700"/>
                </a:moveTo>
                <a:lnTo>
                  <a:pt x="371475" y="647700"/>
                </a:lnTo>
                <a:lnTo>
                  <a:pt x="371475" y="657225"/>
                </a:lnTo>
                <a:lnTo>
                  <a:pt x="381000" y="657225"/>
                </a:lnTo>
                <a:lnTo>
                  <a:pt x="381000" y="666750"/>
                </a:lnTo>
                <a:lnTo>
                  <a:pt x="390525" y="666750"/>
                </a:lnTo>
                <a:lnTo>
                  <a:pt x="390525" y="657225"/>
                </a:lnTo>
                <a:lnTo>
                  <a:pt x="400050" y="657225"/>
                </a:lnTo>
                <a:lnTo>
                  <a:pt x="400050" y="666750"/>
                </a:lnTo>
                <a:lnTo>
                  <a:pt x="419100" y="666750"/>
                </a:lnTo>
                <a:lnTo>
                  <a:pt x="419100" y="676275"/>
                </a:lnTo>
                <a:lnTo>
                  <a:pt x="400050" y="676275"/>
                </a:lnTo>
                <a:lnTo>
                  <a:pt x="400050" y="685800"/>
                </a:lnTo>
                <a:lnTo>
                  <a:pt x="381000" y="685800"/>
                </a:lnTo>
                <a:lnTo>
                  <a:pt x="381000" y="676275"/>
                </a:lnTo>
                <a:lnTo>
                  <a:pt x="371475" y="676275"/>
                </a:lnTo>
                <a:lnTo>
                  <a:pt x="371475" y="666750"/>
                </a:lnTo>
                <a:lnTo>
                  <a:pt x="342900" y="666750"/>
                </a:lnTo>
                <a:lnTo>
                  <a:pt x="342900" y="657225"/>
                </a:lnTo>
                <a:lnTo>
                  <a:pt x="323850" y="657225"/>
                </a:lnTo>
                <a:close/>
                <a:moveTo>
                  <a:pt x="752475" y="685800"/>
                </a:moveTo>
                <a:lnTo>
                  <a:pt x="771525" y="685800"/>
                </a:lnTo>
                <a:lnTo>
                  <a:pt x="771525" y="704850"/>
                </a:lnTo>
                <a:lnTo>
                  <a:pt x="752475" y="704850"/>
                </a:lnTo>
                <a:close/>
              </a:path>
            </a:pathLst>
          </a:custGeom>
          <a:solidFill xmlns:a="http://schemas.openxmlformats.org/drawingml/2006/main">
            <a:srgbClr val="F3EFE4"/>
          </a:solidFill>
          <a:ln xmlns:a="http://schemas.openxmlformats.org/drawingml/2006/main" w="0">
            <a:noFill/>
          </a:ln>
        </p:spPr>
      </p:sp>
      <p:sp>
        <p:nvSpPr>
          <p:cNvPr id="46" name="server vector #f3efe3">
            <a:extLst xmlns:a="http://schemas.openxmlformats.org/drawingml/2006/main">
              <a:ext uri="{FF2B5EF4-FFF2-40B4-BE49-F238E27FC236}">
                <a16:creationId xmlns:a16="http://schemas.microsoft.com/office/drawing/2014/main" id="{68FD23E9-EDC1-4C2D-AFB1-F8CB2F77BCA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143625" y="1524000"/>
            <a:ext cx="790575" cy="704850"/>
          </a:xfrm>
          <a:custGeom xmlns:a="http://schemas.openxmlformats.org/drawingml/2006/main">
            <a:pathLst>
              <a:path w="790575" h="704850">
                <a:moveTo>
                  <a:pt x="85725" y="0"/>
                </a:moveTo>
                <a:lnTo>
                  <a:pt x="142875" y="0"/>
                </a:lnTo>
                <a:lnTo>
                  <a:pt x="142875" y="19050"/>
                </a:lnTo>
                <a:lnTo>
                  <a:pt x="133350" y="19050"/>
                </a:lnTo>
                <a:lnTo>
                  <a:pt x="133350" y="28575"/>
                </a:lnTo>
                <a:lnTo>
                  <a:pt x="95250" y="28575"/>
                </a:lnTo>
                <a:lnTo>
                  <a:pt x="95250" y="19050"/>
                </a:lnTo>
                <a:lnTo>
                  <a:pt x="85725" y="19050"/>
                </a:lnTo>
                <a:close/>
                <a:moveTo>
                  <a:pt x="200025" y="0"/>
                </a:moveTo>
                <a:lnTo>
                  <a:pt x="219075" y="0"/>
                </a:lnTo>
                <a:lnTo>
                  <a:pt x="219075" y="28575"/>
                </a:lnTo>
                <a:lnTo>
                  <a:pt x="209550" y="28575"/>
                </a:lnTo>
                <a:lnTo>
                  <a:pt x="209550" y="19050"/>
                </a:lnTo>
                <a:lnTo>
                  <a:pt x="200025" y="19050"/>
                </a:lnTo>
                <a:close/>
                <a:moveTo>
                  <a:pt x="238125" y="0"/>
                </a:moveTo>
                <a:lnTo>
                  <a:pt x="257175" y="0"/>
                </a:lnTo>
                <a:lnTo>
                  <a:pt x="257175" y="19050"/>
                </a:lnTo>
                <a:lnTo>
                  <a:pt x="247650" y="19050"/>
                </a:lnTo>
                <a:lnTo>
                  <a:pt x="247650" y="9525"/>
                </a:lnTo>
                <a:lnTo>
                  <a:pt x="238125" y="9525"/>
                </a:lnTo>
                <a:close/>
                <a:moveTo>
                  <a:pt x="19050" y="19050"/>
                </a:moveTo>
                <a:lnTo>
                  <a:pt x="57150" y="19050"/>
                </a:lnTo>
                <a:lnTo>
                  <a:pt x="57150" y="28575"/>
                </a:lnTo>
                <a:lnTo>
                  <a:pt x="66675" y="28575"/>
                </a:lnTo>
                <a:lnTo>
                  <a:pt x="66675" y="57150"/>
                </a:lnTo>
                <a:lnTo>
                  <a:pt x="47625" y="57150"/>
                </a:lnTo>
                <a:lnTo>
                  <a:pt x="47625" y="38100"/>
                </a:lnTo>
                <a:lnTo>
                  <a:pt x="38100" y="38100"/>
                </a:lnTo>
                <a:lnTo>
                  <a:pt x="38100" y="47625"/>
                </a:lnTo>
                <a:lnTo>
                  <a:pt x="9525" y="47625"/>
                </a:lnTo>
                <a:lnTo>
                  <a:pt x="9525" y="28575"/>
                </a:lnTo>
                <a:lnTo>
                  <a:pt x="19050" y="28575"/>
                </a:lnTo>
                <a:close/>
                <a:moveTo>
                  <a:pt x="161925" y="19050"/>
                </a:moveTo>
                <a:lnTo>
                  <a:pt x="171450" y="19050"/>
                </a:lnTo>
                <a:lnTo>
                  <a:pt x="171450" y="28575"/>
                </a:lnTo>
                <a:lnTo>
                  <a:pt x="161925" y="28575"/>
                </a:lnTo>
                <a:close/>
                <a:moveTo>
                  <a:pt x="581025" y="19050"/>
                </a:moveTo>
                <a:lnTo>
                  <a:pt x="590550" y="19050"/>
                </a:lnTo>
                <a:lnTo>
                  <a:pt x="590550" y="28575"/>
                </a:lnTo>
                <a:lnTo>
                  <a:pt x="581025" y="28575"/>
                </a:lnTo>
                <a:close/>
                <a:moveTo>
                  <a:pt x="0" y="85725"/>
                </a:moveTo>
                <a:lnTo>
                  <a:pt x="9525" y="85725"/>
                </a:lnTo>
                <a:lnTo>
                  <a:pt x="9525" y="123825"/>
                </a:lnTo>
                <a:lnTo>
                  <a:pt x="19050" y="123825"/>
                </a:lnTo>
                <a:lnTo>
                  <a:pt x="19050" y="171450"/>
                </a:lnTo>
                <a:lnTo>
                  <a:pt x="38100" y="171450"/>
                </a:lnTo>
                <a:lnTo>
                  <a:pt x="38100" y="209550"/>
                </a:lnTo>
                <a:lnTo>
                  <a:pt x="47625" y="209550"/>
                </a:lnTo>
                <a:lnTo>
                  <a:pt x="47625" y="247650"/>
                </a:lnTo>
                <a:lnTo>
                  <a:pt x="38100" y="247650"/>
                </a:lnTo>
                <a:lnTo>
                  <a:pt x="38100" y="276225"/>
                </a:lnTo>
                <a:lnTo>
                  <a:pt x="28575" y="276225"/>
                </a:lnTo>
                <a:lnTo>
                  <a:pt x="28575" y="285750"/>
                </a:lnTo>
                <a:lnTo>
                  <a:pt x="19050" y="285750"/>
                </a:lnTo>
                <a:lnTo>
                  <a:pt x="19050" y="295275"/>
                </a:lnTo>
                <a:lnTo>
                  <a:pt x="9525" y="295275"/>
                </a:lnTo>
                <a:lnTo>
                  <a:pt x="9525" y="314325"/>
                </a:lnTo>
                <a:lnTo>
                  <a:pt x="19050" y="314325"/>
                </a:lnTo>
                <a:lnTo>
                  <a:pt x="19050" y="333375"/>
                </a:lnTo>
                <a:lnTo>
                  <a:pt x="38100" y="333375"/>
                </a:lnTo>
                <a:lnTo>
                  <a:pt x="38100" y="352425"/>
                </a:lnTo>
                <a:lnTo>
                  <a:pt x="47625" y="352425"/>
                </a:lnTo>
                <a:lnTo>
                  <a:pt x="47625" y="361950"/>
                </a:lnTo>
                <a:lnTo>
                  <a:pt x="0" y="361950"/>
                </a:lnTo>
                <a:close/>
                <a:moveTo>
                  <a:pt x="695325" y="114300"/>
                </a:moveTo>
                <a:lnTo>
                  <a:pt x="704850" y="114300"/>
                </a:lnTo>
                <a:lnTo>
                  <a:pt x="704850" y="123825"/>
                </a:lnTo>
                <a:lnTo>
                  <a:pt x="714375" y="123825"/>
                </a:lnTo>
                <a:lnTo>
                  <a:pt x="714375" y="142875"/>
                </a:lnTo>
                <a:lnTo>
                  <a:pt x="704850" y="142875"/>
                </a:lnTo>
                <a:lnTo>
                  <a:pt x="704850" y="152400"/>
                </a:lnTo>
                <a:lnTo>
                  <a:pt x="695325" y="152400"/>
                </a:lnTo>
                <a:lnTo>
                  <a:pt x="695325" y="133350"/>
                </a:lnTo>
                <a:lnTo>
                  <a:pt x="685800" y="133350"/>
                </a:lnTo>
                <a:lnTo>
                  <a:pt x="685800" y="123825"/>
                </a:lnTo>
                <a:lnTo>
                  <a:pt x="695325" y="123825"/>
                </a:lnTo>
                <a:close/>
                <a:moveTo>
                  <a:pt x="333375" y="123825"/>
                </a:moveTo>
                <a:lnTo>
                  <a:pt x="390525" y="123825"/>
                </a:lnTo>
                <a:lnTo>
                  <a:pt x="390525" y="133350"/>
                </a:lnTo>
                <a:lnTo>
                  <a:pt x="409575" y="133350"/>
                </a:lnTo>
                <a:lnTo>
                  <a:pt x="409575" y="123825"/>
                </a:lnTo>
                <a:lnTo>
                  <a:pt x="542925" y="123825"/>
                </a:lnTo>
                <a:lnTo>
                  <a:pt x="542925" y="133350"/>
                </a:lnTo>
                <a:lnTo>
                  <a:pt x="590550" y="133350"/>
                </a:lnTo>
                <a:lnTo>
                  <a:pt x="590550" y="152400"/>
                </a:lnTo>
                <a:lnTo>
                  <a:pt x="581025" y="152400"/>
                </a:lnTo>
                <a:lnTo>
                  <a:pt x="581025" y="180975"/>
                </a:lnTo>
                <a:lnTo>
                  <a:pt x="571500" y="180975"/>
                </a:lnTo>
                <a:lnTo>
                  <a:pt x="571500" y="171450"/>
                </a:lnTo>
                <a:lnTo>
                  <a:pt x="561975" y="171450"/>
                </a:lnTo>
                <a:lnTo>
                  <a:pt x="561975" y="180975"/>
                </a:lnTo>
                <a:lnTo>
                  <a:pt x="552450" y="180975"/>
                </a:lnTo>
                <a:lnTo>
                  <a:pt x="552450" y="171450"/>
                </a:lnTo>
                <a:lnTo>
                  <a:pt x="523875" y="171450"/>
                </a:lnTo>
                <a:lnTo>
                  <a:pt x="523875" y="180975"/>
                </a:lnTo>
                <a:lnTo>
                  <a:pt x="504825" y="180975"/>
                </a:lnTo>
                <a:lnTo>
                  <a:pt x="504825" y="171450"/>
                </a:lnTo>
                <a:lnTo>
                  <a:pt x="495300" y="171450"/>
                </a:lnTo>
                <a:lnTo>
                  <a:pt x="495300" y="161925"/>
                </a:lnTo>
                <a:lnTo>
                  <a:pt x="485775" y="161925"/>
                </a:lnTo>
                <a:lnTo>
                  <a:pt x="485775" y="171450"/>
                </a:lnTo>
                <a:lnTo>
                  <a:pt x="419100" y="171450"/>
                </a:lnTo>
                <a:lnTo>
                  <a:pt x="419100" y="161925"/>
                </a:lnTo>
                <a:lnTo>
                  <a:pt x="381000" y="161925"/>
                </a:lnTo>
                <a:lnTo>
                  <a:pt x="381000" y="180975"/>
                </a:lnTo>
                <a:lnTo>
                  <a:pt x="352425" y="180975"/>
                </a:lnTo>
                <a:lnTo>
                  <a:pt x="352425" y="190500"/>
                </a:lnTo>
                <a:lnTo>
                  <a:pt x="342900" y="190500"/>
                </a:lnTo>
                <a:lnTo>
                  <a:pt x="342900" y="180975"/>
                </a:lnTo>
                <a:lnTo>
                  <a:pt x="333375" y="180975"/>
                </a:lnTo>
                <a:lnTo>
                  <a:pt x="333375" y="171450"/>
                </a:lnTo>
                <a:lnTo>
                  <a:pt x="342900" y="171450"/>
                </a:lnTo>
                <a:lnTo>
                  <a:pt x="342900" y="161925"/>
                </a:lnTo>
                <a:lnTo>
                  <a:pt x="323850" y="161925"/>
                </a:lnTo>
                <a:lnTo>
                  <a:pt x="323850" y="152400"/>
                </a:lnTo>
                <a:lnTo>
                  <a:pt x="333375" y="152400"/>
                </a:lnTo>
                <a:lnTo>
                  <a:pt x="333375" y="142875"/>
                </a:lnTo>
                <a:lnTo>
                  <a:pt x="323850" y="142875"/>
                </a:lnTo>
                <a:lnTo>
                  <a:pt x="323850" y="133350"/>
                </a:lnTo>
                <a:lnTo>
                  <a:pt x="333375" y="133350"/>
                </a:lnTo>
                <a:close/>
                <a:moveTo>
                  <a:pt x="447675" y="152400"/>
                </a:moveTo>
                <a:lnTo>
                  <a:pt x="466725" y="152400"/>
                </a:lnTo>
                <a:lnTo>
                  <a:pt x="466725" y="142875"/>
                </a:lnTo>
                <a:lnTo>
                  <a:pt x="447675" y="142875"/>
                </a:lnTo>
                <a:close/>
                <a:moveTo>
                  <a:pt x="781050" y="247650"/>
                </a:moveTo>
                <a:lnTo>
                  <a:pt x="790575" y="247650"/>
                </a:lnTo>
                <a:lnTo>
                  <a:pt x="790575" y="304800"/>
                </a:lnTo>
                <a:lnTo>
                  <a:pt x="771525" y="304800"/>
                </a:lnTo>
                <a:lnTo>
                  <a:pt x="771525" y="314325"/>
                </a:lnTo>
                <a:lnTo>
                  <a:pt x="752475" y="314325"/>
                </a:lnTo>
                <a:lnTo>
                  <a:pt x="752475" y="304800"/>
                </a:lnTo>
                <a:lnTo>
                  <a:pt x="742950" y="304800"/>
                </a:lnTo>
                <a:lnTo>
                  <a:pt x="742950" y="295275"/>
                </a:lnTo>
                <a:lnTo>
                  <a:pt x="733425" y="295275"/>
                </a:lnTo>
                <a:lnTo>
                  <a:pt x="733425" y="266700"/>
                </a:lnTo>
                <a:lnTo>
                  <a:pt x="752475" y="266700"/>
                </a:lnTo>
                <a:lnTo>
                  <a:pt x="752475" y="285750"/>
                </a:lnTo>
                <a:lnTo>
                  <a:pt x="771525" y="285750"/>
                </a:lnTo>
                <a:lnTo>
                  <a:pt x="771525" y="266700"/>
                </a:lnTo>
                <a:lnTo>
                  <a:pt x="781050" y="266700"/>
                </a:lnTo>
                <a:close/>
                <a:moveTo>
                  <a:pt x="695325" y="257175"/>
                </a:moveTo>
                <a:lnTo>
                  <a:pt x="714375" y="257175"/>
                </a:lnTo>
                <a:lnTo>
                  <a:pt x="714375" y="276225"/>
                </a:lnTo>
                <a:lnTo>
                  <a:pt x="704850" y="276225"/>
                </a:lnTo>
                <a:lnTo>
                  <a:pt x="704850" y="285750"/>
                </a:lnTo>
                <a:lnTo>
                  <a:pt x="685800" y="285750"/>
                </a:lnTo>
                <a:lnTo>
                  <a:pt x="685800" y="266700"/>
                </a:lnTo>
                <a:lnTo>
                  <a:pt x="695325" y="266700"/>
                </a:lnTo>
                <a:close/>
                <a:moveTo>
                  <a:pt x="400050" y="276225"/>
                </a:moveTo>
                <a:lnTo>
                  <a:pt x="409575" y="276225"/>
                </a:lnTo>
                <a:lnTo>
                  <a:pt x="409575" y="285750"/>
                </a:lnTo>
                <a:lnTo>
                  <a:pt x="428625" y="285750"/>
                </a:lnTo>
                <a:lnTo>
                  <a:pt x="428625" y="276225"/>
                </a:lnTo>
                <a:lnTo>
                  <a:pt x="438150" y="276225"/>
                </a:lnTo>
                <a:lnTo>
                  <a:pt x="438150" y="285750"/>
                </a:lnTo>
                <a:lnTo>
                  <a:pt x="447675" y="285750"/>
                </a:lnTo>
                <a:lnTo>
                  <a:pt x="447675" y="276225"/>
                </a:lnTo>
                <a:lnTo>
                  <a:pt x="504825" y="276225"/>
                </a:lnTo>
                <a:lnTo>
                  <a:pt x="504825" y="285750"/>
                </a:lnTo>
                <a:lnTo>
                  <a:pt x="514350" y="285750"/>
                </a:lnTo>
                <a:lnTo>
                  <a:pt x="514350" y="295275"/>
                </a:lnTo>
                <a:lnTo>
                  <a:pt x="466725" y="295275"/>
                </a:lnTo>
                <a:lnTo>
                  <a:pt x="466725" y="304800"/>
                </a:lnTo>
                <a:lnTo>
                  <a:pt x="438150" y="304800"/>
                </a:lnTo>
                <a:lnTo>
                  <a:pt x="438150" y="314325"/>
                </a:lnTo>
                <a:lnTo>
                  <a:pt x="419100" y="314325"/>
                </a:lnTo>
                <a:lnTo>
                  <a:pt x="419100" y="323850"/>
                </a:lnTo>
                <a:lnTo>
                  <a:pt x="390525" y="323850"/>
                </a:lnTo>
                <a:lnTo>
                  <a:pt x="390525" y="333375"/>
                </a:lnTo>
                <a:lnTo>
                  <a:pt x="381000" y="333375"/>
                </a:lnTo>
                <a:lnTo>
                  <a:pt x="381000" y="342900"/>
                </a:lnTo>
                <a:lnTo>
                  <a:pt x="371475" y="342900"/>
                </a:lnTo>
                <a:lnTo>
                  <a:pt x="371475" y="352425"/>
                </a:lnTo>
                <a:lnTo>
                  <a:pt x="333375" y="352425"/>
                </a:lnTo>
                <a:lnTo>
                  <a:pt x="333375" y="342900"/>
                </a:lnTo>
                <a:lnTo>
                  <a:pt x="342900" y="342900"/>
                </a:lnTo>
                <a:lnTo>
                  <a:pt x="342900" y="323850"/>
                </a:lnTo>
                <a:lnTo>
                  <a:pt x="352425" y="323850"/>
                </a:lnTo>
                <a:lnTo>
                  <a:pt x="352425" y="314325"/>
                </a:lnTo>
                <a:lnTo>
                  <a:pt x="361950" y="314325"/>
                </a:lnTo>
                <a:lnTo>
                  <a:pt x="361950" y="304800"/>
                </a:lnTo>
                <a:lnTo>
                  <a:pt x="400050" y="304800"/>
                </a:lnTo>
                <a:close/>
                <a:moveTo>
                  <a:pt x="28575" y="285750"/>
                </a:moveTo>
                <a:lnTo>
                  <a:pt x="38100" y="285750"/>
                </a:lnTo>
                <a:lnTo>
                  <a:pt x="38100" y="295275"/>
                </a:lnTo>
                <a:lnTo>
                  <a:pt x="28575" y="295275"/>
                </a:lnTo>
                <a:close/>
                <a:moveTo>
                  <a:pt x="333375" y="285750"/>
                </a:moveTo>
                <a:lnTo>
                  <a:pt x="371475" y="285750"/>
                </a:lnTo>
                <a:lnTo>
                  <a:pt x="371475" y="295275"/>
                </a:lnTo>
                <a:lnTo>
                  <a:pt x="342900" y="295275"/>
                </a:lnTo>
                <a:lnTo>
                  <a:pt x="342900" y="304800"/>
                </a:lnTo>
                <a:lnTo>
                  <a:pt x="333375" y="304800"/>
                </a:lnTo>
                <a:lnTo>
                  <a:pt x="333375" y="333375"/>
                </a:lnTo>
                <a:lnTo>
                  <a:pt x="323850" y="333375"/>
                </a:lnTo>
                <a:lnTo>
                  <a:pt x="323850" y="323850"/>
                </a:lnTo>
                <a:lnTo>
                  <a:pt x="314325" y="323850"/>
                </a:lnTo>
                <a:lnTo>
                  <a:pt x="314325" y="304800"/>
                </a:lnTo>
                <a:lnTo>
                  <a:pt x="323850" y="304800"/>
                </a:lnTo>
                <a:lnTo>
                  <a:pt x="323850" y="295275"/>
                </a:lnTo>
                <a:lnTo>
                  <a:pt x="333375" y="295275"/>
                </a:lnTo>
                <a:close/>
                <a:moveTo>
                  <a:pt x="666750" y="285750"/>
                </a:moveTo>
                <a:lnTo>
                  <a:pt x="676275" y="285750"/>
                </a:lnTo>
                <a:lnTo>
                  <a:pt x="676275" y="295275"/>
                </a:lnTo>
                <a:lnTo>
                  <a:pt x="666750" y="295275"/>
                </a:lnTo>
                <a:close/>
                <a:moveTo>
                  <a:pt x="676275" y="295275"/>
                </a:moveTo>
                <a:lnTo>
                  <a:pt x="685800" y="295275"/>
                </a:lnTo>
                <a:lnTo>
                  <a:pt x="685800" y="304800"/>
                </a:lnTo>
                <a:lnTo>
                  <a:pt x="676275" y="304800"/>
                </a:lnTo>
                <a:close/>
                <a:moveTo>
                  <a:pt x="304800" y="323850"/>
                </a:moveTo>
                <a:lnTo>
                  <a:pt x="314325" y="323850"/>
                </a:lnTo>
                <a:lnTo>
                  <a:pt x="314325" y="333375"/>
                </a:lnTo>
                <a:lnTo>
                  <a:pt x="304800" y="333375"/>
                </a:lnTo>
                <a:close/>
                <a:moveTo>
                  <a:pt x="733425" y="333375"/>
                </a:moveTo>
                <a:lnTo>
                  <a:pt x="752475" y="333375"/>
                </a:lnTo>
                <a:lnTo>
                  <a:pt x="752475" y="342900"/>
                </a:lnTo>
                <a:lnTo>
                  <a:pt x="762000" y="342900"/>
                </a:lnTo>
                <a:lnTo>
                  <a:pt x="762000" y="333375"/>
                </a:lnTo>
                <a:lnTo>
                  <a:pt x="790575" y="333375"/>
                </a:lnTo>
                <a:lnTo>
                  <a:pt x="790575" y="371475"/>
                </a:lnTo>
                <a:lnTo>
                  <a:pt x="771525" y="371475"/>
                </a:lnTo>
                <a:lnTo>
                  <a:pt x="771525" y="361950"/>
                </a:lnTo>
                <a:lnTo>
                  <a:pt x="742950" y="361950"/>
                </a:lnTo>
                <a:lnTo>
                  <a:pt x="742950" y="371475"/>
                </a:lnTo>
                <a:lnTo>
                  <a:pt x="733425" y="371475"/>
                </a:lnTo>
                <a:lnTo>
                  <a:pt x="733425" y="352425"/>
                </a:lnTo>
                <a:lnTo>
                  <a:pt x="723900" y="352425"/>
                </a:lnTo>
                <a:lnTo>
                  <a:pt x="723900" y="342900"/>
                </a:lnTo>
                <a:lnTo>
                  <a:pt x="733425" y="342900"/>
                </a:lnTo>
                <a:close/>
                <a:moveTo>
                  <a:pt x="0" y="447675"/>
                </a:moveTo>
                <a:lnTo>
                  <a:pt x="19050" y="447675"/>
                </a:lnTo>
                <a:lnTo>
                  <a:pt x="19050" y="457200"/>
                </a:lnTo>
                <a:lnTo>
                  <a:pt x="28575" y="457200"/>
                </a:lnTo>
                <a:lnTo>
                  <a:pt x="28575" y="466725"/>
                </a:lnTo>
                <a:lnTo>
                  <a:pt x="19050" y="466725"/>
                </a:lnTo>
                <a:lnTo>
                  <a:pt x="19050" y="495300"/>
                </a:lnTo>
                <a:lnTo>
                  <a:pt x="38100" y="495300"/>
                </a:lnTo>
                <a:lnTo>
                  <a:pt x="38100" y="533400"/>
                </a:lnTo>
                <a:lnTo>
                  <a:pt x="47625" y="533400"/>
                </a:lnTo>
                <a:lnTo>
                  <a:pt x="47625" y="552450"/>
                </a:lnTo>
                <a:lnTo>
                  <a:pt x="57150" y="552450"/>
                </a:lnTo>
                <a:lnTo>
                  <a:pt x="57150" y="561975"/>
                </a:lnTo>
                <a:lnTo>
                  <a:pt x="66675" y="561975"/>
                </a:lnTo>
                <a:lnTo>
                  <a:pt x="66675" y="571500"/>
                </a:lnTo>
                <a:lnTo>
                  <a:pt x="57150" y="571500"/>
                </a:lnTo>
                <a:lnTo>
                  <a:pt x="57150" y="600075"/>
                </a:lnTo>
                <a:lnTo>
                  <a:pt x="66675" y="600075"/>
                </a:lnTo>
                <a:lnTo>
                  <a:pt x="66675" y="609600"/>
                </a:lnTo>
                <a:lnTo>
                  <a:pt x="76200" y="609600"/>
                </a:lnTo>
                <a:lnTo>
                  <a:pt x="76200" y="600075"/>
                </a:lnTo>
                <a:lnTo>
                  <a:pt x="85725" y="600075"/>
                </a:lnTo>
                <a:lnTo>
                  <a:pt x="85725" y="581025"/>
                </a:lnTo>
                <a:lnTo>
                  <a:pt x="95250" y="581025"/>
                </a:lnTo>
                <a:lnTo>
                  <a:pt x="95250" y="590550"/>
                </a:lnTo>
                <a:lnTo>
                  <a:pt x="104775" y="590550"/>
                </a:lnTo>
                <a:lnTo>
                  <a:pt x="104775" y="600075"/>
                </a:lnTo>
                <a:lnTo>
                  <a:pt x="123825" y="600075"/>
                </a:lnTo>
                <a:lnTo>
                  <a:pt x="123825" y="609600"/>
                </a:lnTo>
                <a:lnTo>
                  <a:pt x="142875" y="609600"/>
                </a:lnTo>
                <a:lnTo>
                  <a:pt x="142875" y="600075"/>
                </a:lnTo>
                <a:lnTo>
                  <a:pt x="152400" y="600075"/>
                </a:lnTo>
                <a:lnTo>
                  <a:pt x="152400" y="590550"/>
                </a:lnTo>
                <a:lnTo>
                  <a:pt x="266700" y="590550"/>
                </a:lnTo>
                <a:lnTo>
                  <a:pt x="266700" y="600075"/>
                </a:lnTo>
                <a:lnTo>
                  <a:pt x="295275" y="600075"/>
                </a:lnTo>
                <a:lnTo>
                  <a:pt x="295275" y="590550"/>
                </a:lnTo>
                <a:lnTo>
                  <a:pt x="304800" y="590550"/>
                </a:lnTo>
                <a:lnTo>
                  <a:pt x="304800" y="581025"/>
                </a:lnTo>
                <a:lnTo>
                  <a:pt x="314325" y="581025"/>
                </a:lnTo>
                <a:lnTo>
                  <a:pt x="314325" y="590550"/>
                </a:lnTo>
                <a:lnTo>
                  <a:pt x="342900" y="590550"/>
                </a:lnTo>
                <a:lnTo>
                  <a:pt x="342900" y="600075"/>
                </a:lnTo>
                <a:lnTo>
                  <a:pt x="352425" y="600075"/>
                </a:lnTo>
                <a:lnTo>
                  <a:pt x="352425" y="609600"/>
                </a:lnTo>
                <a:lnTo>
                  <a:pt x="371475" y="609600"/>
                </a:lnTo>
                <a:lnTo>
                  <a:pt x="371475" y="600075"/>
                </a:lnTo>
                <a:lnTo>
                  <a:pt x="400050" y="600075"/>
                </a:lnTo>
                <a:lnTo>
                  <a:pt x="400050" y="619125"/>
                </a:lnTo>
                <a:lnTo>
                  <a:pt x="419100" y="619125"/>
                </a:lnTo>
                <a:lnTo>
                  <a:pt x="419100" y="628650"/>
                </a:lnTo>
                <a:lnTo>
                  <a:pt x="314325" y="628650"/>
                </a:lnTo>
                <a:lnTo>
                  <a:pt x="314325" y="647700"/>
                </a:lnTo>
                <a:lnTo>
                  <a:pt x="323850" y="647700"/>
                </a:lnTo>
                <a:lnTo>
                  <a:pt x="323850" y="657225"/>
                </a:lnTo>
                <a:lnTo>
                  <a:pt x="342900" y="657225"/>
                </a:lnTo>
                <a:lnTo>
                  <a:pt x="342900" y="666750"/>
                </a:lnTo>
                <a:lnTo>
                  <a:pt x="371475" y="666750"/>
                </a:lnTo>
                <a:lnTo>
                  <a:pt x="371475" y="676275"/>
                </a:lnTo>
                <a:lnTo>
                  <a:pt x="381000" y="676275"/>
                </a:lnTo>
                <a:lnTo>
                  <a:pt x="381000" y="685800"/>
                </a:lnTo>
                <a:lnTo>
                  <a:pt x="371475" y="685800"/>
                </a:lnTo>
                <a:lnTo>
                  <a:pt x="371475" y="704850"/>
                </a:lnTo>
                <a:lnTo>
                  <a:pt x="0" y="704850"/>
                </a:lnTo>
                <a:lnTo>
                  <a:pt x="0" y="552450"/>
                </a:lnTo>
                <a:lnTo>
                  <a:pt x="19050" y="552450"/>
                </a:lnTo>
                <a:lnTo>
                  <a:pt x="19050" y="533400"/>
                </a:lnTo>
                <a:lnTo>
                  <a:pt x="0" y="533400"/>
                </a:lnTo>
                <a:close/>
                <a:moveTo>
                  <a:pt x="781050" y="447675"/>
                </a:moveTo>
                <a:lnTo>
                  <a:pt x="790575" y="447675"/>
                </a:lnTo>
                <a:lnTo>
                  <a:pt x="790575" y="504825"/>
                </a:lnTo>
                <a:lnTo>
                  <a:pt x="781050" y="504825"/>
                </a:lnTo>
                <a:close/>
                <a:moveTo>
                  <a:pt x="314325" y="466725"/>
                </a:moveTo>
                <a:lnTo>
                  <a:pt x="333375" y="466725"/>
                </a:lnTo>
                <a:lnTo>
                  <a:pt x="333375" y="495300"/>
                </a:lnTo>
                <a:lnTo>
                  <a:pt x="314325" y="495300"/>
                </a:lnTo>
                <a:lnTo>
                  <a:pt x="314325" y="485775"/>
                </a:lnTo>
                <a:lnTo>
                  <a:pt x="295275" y="485775"/>
                </a:lnTo>
                <a:lnTo>
                  <a:pt x="295275" y="476250"/>
                </a:lnTo>
                <a:lnTo>
                  <a:pt x="314325" y="476250"/>
                </a:lnTo>
                <a:close/>
                <a:moveTo>
                  <a:pt x="781050" y="533400"/>
                </a:moveTo>
                <a:lnTo>
                  <a:pt x="790575" y="533400"/>
                </a:lnTo>
                <a:lnTo>
                  <a:pt x="790575" y="552450"/>
                </a:lnTo>
                <a:lnTo>
                  <a:pt x="771525" y="552450"/>
                </a:lnTo>
                <a:lnTo>
                  <a:pt x="771525" y="542925"/>
                </a:lnTo>
                <a:lnTo>
                  <a:pt x="781050" y="542925"/>
                </a:lnTo>
                <a:close/>
                <a:moveTo>
                  <a:pt x="742950" y="552450"/>
                </a:moveTo>
                <a:lnTo>
                  <a:pt x="771525" y="552450"/>
                </a:lnTo>
                <a:lnTo>
                  <a:pt x="771525" y="561975"/>
                </a:lnTo>
                <a:lnTo>
                  <a:pt x="762000" y="561975"/>
                </a:lnTo>
                <a:lnTo>
                  <a:pt x="762000" y="571500"/>
                </a:lnTo>
                <a:lnTo>
                  <a:pt x="742950" y="571500"/>
                </a:lnTo>
                <a:close/>
                <a:moveTo>
                  <a:pt x="752475" y="600075"/>
                </a:moveTo>
                <a:lnTo>
                  <a:pt x="771525" y="600075"/>
                </a:lnTo>
                <a:lnTo>
                  <a:pt x="771525" y="609600"/>
                </a:lnTo>
                <a:lnTo>
                  <a:pt x="781050" y="609600"/>
                </a:lnTo>
                <a:lnTo>
                  <a:pt x="781050" y="628650"/>
                </a:lnTo>
                <a:lnTo>
                  <a:pt x="752475" y="628650"/>
                </a:lnTo>
                <a:close/>
                <a:moveTo>
                  <a:pt x="28575" y="628650"/>
                </a:moveTo>
                <a:lnTo>
                  <a:pt x="47625" y="628650"/>
                </a:lnTo>
                <a:lnTo>
                  <a:pt x="47625" y="600075"/>
                </a:lnTo>
                <a:lnTo>
                  <a:pt x="28575" y="600075"/>
                </a:lnTo>
                <a:close/>
                <a:moveTo>
                  <a:pt x="419100" y="628650"/>
                </a:moveTo>
                <a:lnTo>
                  <a:pt x="438150" y="628650"/>
                </a:lnTo>
                <a:lnTo>
                  <a:pt x="438150" y="647700"/>
                </a:lnTo>
                <a:lnTo>
                  <a:pt x="419100" y="647700"/>
                </a:lnTo>
                <a:close/>
                <a:moveTo>
                  <a:pt x="733425" y="638175"/>
                </a:moveTo>
                <a:lnTo>
                  <a:pt x="752475" y="638175"/>
                </a:lnTo>
                <a:lnTo>
                  <a:pt x="752475" y="657225"/>
                </a:lnTo>
                <a:lnTo>
                  <a:pt x="762000" y="657225"/>
                </a:lnTo>
                <a:lnTo>
                  <a:pt x="762000" y="666750"/>
                </a:lnTo>
                <a:lnTo>
                  <a:pt x="771525" y="666750"/>
                </a:lnTo>
                <a:lnTo>
                  <a:pt x="771525" y="657225"/>
                </a:lnTo>
                <a:lnTo>
                  <a:pt x="790575" y="657225"/>
                </a:lnTo>
                <a:lnTo>
                  <a:pt x="790575" y="704850"/>
                </a:lnTo>
                <a:lnTo>
                  <a:pt x="771525" y="704850"/>
                </a:lnTo>
                <a:lnTo>
                  <a:pt x="771525" y="685800"/>
                </a:lnTo>
                <a:lnTo>
                  <a:pt x="752475" y="685800"/>
                </a:lnTo>
                <a:lnTo>
                  <a:pt x="752475" y="704850"/>
                </a:lnTo>
                <a:lnTo>
                  <a:pt x="647700" y="704850"/>
                </a:lnTo>
                <a:lnTo>
                  <a:pt x="647700" y="685800"/>
                </a:lnTo>
                <a:lnTo>
                  <a:pt x="657225" y="685800"/>
                </a:lnTo>
                <a:lnTo>
                  <a:pt x="657225" y="676275"/>
                </a:lnTo>
                <a:lnTo>
                  <a:pt x="676275" y="676275"/>
                </a:lnTo>
                <a:lnTo>
                  <a:pt x="676275" y="666750"/>
                </a:lnTo>
                <a:lnTo>
                  <a:pt x="685800" y="666750"/>
                </a:lnTo>
                <a:lnTo>
                  <a:pt x="685800" y="676275"/>
                </a:lnTo>
                <a:lnTo>
                  <a:pt x="695325" y="676275"/>
                </a:lnTo>
                <a:lnTo>
                  <a:pt x="695325" y="666750"/>
                </a:lnTo>
                <a:lnTo>
                  <a:pt x="714375" y="666750"/>
                </a:lnTo>
                <a:lnTo>
                  <a:pt x="714375" y="657225"/>
                </a:lnTo>
                <a:lnTo>
                  <a:pt x="723900" y="657225"/>
                </a:lnTo>
                <a:lnTo>
                  <a:pt x="723900" y="647700"/>
                </a:lnTo>
                <a:lnTo>
                  <a:pt x="733425" y="647700"/>
                </a:lnTo>
                <a:close/>
                <a:moveTo>
                  <a:pt x="381000" y="647700"/>
                </a:moveTo>
                <a:lnTo>
                  <a:pt x="390525" y="647700"/>
                </a:lnTo>
                <a:lnTo>
                  <a:pt x="390525" y="666750"/>
                </a:lnTo>
                <a:lnTo>
                  <a:pt x="381000" y="666750"/>
                </a:lnTo>
                <a:close/>
                <a:moveTo>
                  <a:pt x="95250" y="657225"/>
                </a:moveTo>
                <a:lnTo>
                  <a:pt x="104775" y="657225"/>
                </a:lnTo>
                <a:lnTo>
                  <a:pt x="104775" y="647700"/>
                </a:lnTo>
                <a:lnTo>
                  <a:pt x="66675" y="647700"/>
                </a:lnTo>
                <a:lnTo>
                  <a:pt x="66675" y="666750"/>
                </a:lnTo>
                <a:lnTo>
                  <a:pt x="95250" y="666750"/>
                </a:lnTo>
                <a:close/>
                <a:moveTo>
                  <a:pt x="419100" y="657225"/>
                </a:moveTo>
                <a:lnTo>
                  <a:pt x="447675" y="657225"/>
                </a:lnTo>
                <a:lnTo>
                  <a:pt x="447675" y="666750"/>
                </a:lnTo>
                <a:lnTo>
                  <a:pt x="466725" y="666750"/>
                </a:lnTo>
                <a:lnTo>
                  <a:pt x="466725" y="685800"/>
                </a:lnTo>
                <a:lnTo>
                  <a:pt x="457200" y="685800"/>
                </a:lnTo>
                <a:lnTo>
                  <a:pt x="457200" y="676275"/>
                </a:lnTo>
                <a:lnTo>
                  <a:pt x="447675" y="676275"/>
                </a:lnTo>
                <a:lnTo>
                  <a:pt x="447675" y="685800"/>
                </a:lnTo>
                <a:lnTo>
                  <a:pt x="428625" y="685800"/>
                </a:lnTo>
                <a:lnTo>
                  <a:pt x="428625" y="695325"/>
                </a:lnTo>
                <a:lnTo>
                  <a:pt x="419100" y="695325"/>
                </a:lnTo>
                <a:lnTo>
                  <a:pt x="419100" y="704850"/>
                </a:lnTo>
                <a:lnTo>
                  <a:pt x="390525" y="704850"/>
                </a:lnTo>
                <a:lnTo>
                  <a:pt x="390525" y="695325"/>
                </a:lnTo>
                <a:lnTo>
                  <a:pt x="381000" y="695325"/>
                </a:lnTo>
                <a:lnTo>
                  <a:pt x="381000" y="685800"/>
                </a:lnTo>
                <a:lnTo>
                  <a:pt x="400050" y="685800"/>
                </a:lnTo>
                <a:lnTo>
                  <a:pt x="400050" y="676275"/>
                </a:lnTo>
                <a:lnTo>
                  <a:pt x="419100" y="676275"/>
                </a:lnTo>
                <a:close/>
                <a:moveTo>
                  <a:pt x="9525" y="666750"/>
                </a:moveTo>
                <a:lnTo>
                  <a:pt x="19050" y="666750"/>
                </a:lnTo>
                <a:lnTo>
                  <a:pt x="19050" y="647700"/>
                </a:lnTo>
                <a:lnTo>
                  <a:pt x="9525" y="647700"/>
                </a:lnTo>
                <a:close/>
                <a:moveTo>
                  <a:pt x="466725" y="685800"/>
                </a:moveTo>
                <a:lnTo>
                  <a:pt x="485775" y="685800"/>
                </a:lnTo>
                <a:lnTo>
                  <a:pt x="485775" y="704850"/>
                </a:lnTo>
                <a:lnTo>
                  <a:pt x="466725" y="704850"/>
                </a:lnTo>
                <a:close/>
                <a:moveTo>
                  <a:pt x="590550" y="685800"/>
                </a:moveTo>
                <a:lnTo>
                  <a:pt x="600075" y="685800"/>
                </a:lnTo>
                <a:lnTo>
                  <a:pt x="600075" y="704850"/>
                </a:lnTo>
                <a:lnTo>
                  <a:pt x="590550" y="704850"/>
                </a:lnTo>
                <a:close/>
              </a:path>
            </a:pathLst>
          </a:custGeom>
          <a:solidFill xmlns:a="http://schemas.openxmlformats.org/drawingml/2006/main">
            <a:srgbClr val="F3EFE3"/>
          </a:solidFill>
          <a:ln xmlns:a="http://schemas.openxmlformats.org/drawingml/2006/main" w="0">
            <a:noFill/>
          </a:ln>
        </p:spPr>
      </p:sp>
      <p:sp>
        <p:nvSpPr>
          <p:cNvPr id="47" name="server vector #f3efe2">
            <a:extLst xmlns:a="http://schemas.openxmlformats.org/drawingml/2006/main">
              <a:ext uri="{FF2B5EF4-FFF2-40B4-BE49-F238E27FC236}">
                <a16:creationId xmlns:a16="http://schemas.microsoft.com/office/drawing/2014/main" id="{D09464A0-B1C2-4B1E-A549-55A8AB813EB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143625" y="1524000"/>
            <a:ext cx="790575" cy="704850"/>
          </a:xfrm>
          <a:custGeom xmlns:a="http://schemas.openxmlformats.org/drawingml/2006/main">
            <a:pathLst>
              <a:path w="790575" h="704850">
                <a:moveTo>
                  <a:pt x="238125" y="9525"/>
                </a:moveTo>
                <a:lnTo>
                  <a:pt x="247650" y="9525"/>
                </a:lnTo>
                <a:lnTo>
                  <a:pt x="247650" y="19050"/>
                </a:lnTo>
                <a:lnTo>
                  <a:pt x="238125" y="19050"/>
                </a:lnTo>
                <a:close/>
                <a:moveTo>
                  <a:pt x="257175" y="9525"/>
                </a:moveTo>
                <a:lnTo>
                  <a:pt x="266700" y="9525"/>
                </a:lnTo>
                <a:lnTo>
                  <a:pt x="266700" y="19050"/>
                </a:lnTo>
                <a:lnTo>
                  <a:pt x="285750" y="19050"/>
                </a:lnTo>
                <a:lnTo>
                  <a:pt x="285750" y="28575"/>
                </a:lnTo>
                <a:lnTo>
                  <a:pt x="257175" y="28575"/>
                </a:lnTo>
                <a:close/>
                <a:moveTo>
                  <a:pt x="581025" y="9525"/>
                </a:moveTo>
                <a:lnTo>
                  <a:pt x="590550" y="9525"/>
                </a:lnTo>
                <a:lnTo>
                  <a:pt x="590550" y="19050"/>
                </a:lnTo>
                <a:lnTo>
                  <a:pt x="581025" y="19050"/>
                </a:lnTo>
                <a:close/>
                <a:moveTo>
                  <a:pt x="85725" y="19050"/>
                </a:moveTo>
                <a:lnTo>
                  <a:pt x="95250" y="19050"/>
                </a:lnTo>
                <a:lnTo>
                  <a:pt x="95250" y="38100"/>
                </a:lnTo>
                <a:lnTo>
                  <a:pt x="85725" y="38100"/>
                </a:lnTo>
                <a:close/>
                <a:moveTo>
                  <a:pt x="219075" y="19050"/>
                </a:moveTo>
                <a:lnTo>
                  <a:pt x="228600" y="19050"/>
                </a:lnTo>
                <a:lnTo>
                  <a:pt x="228600" y="28575"/>
                </a:lnTo>
                <a:lnTo>
                  <a:pt x="219075" y="28575"/>
                </a:lnTo>
                <a:close/>
                <a:moveTo>
                  <a:pt x="66675" y="38100"/>
                </a:moveTo>
                <a:lnTo>
                  <a:pt x="76200" y="38100"/>
                </a:lnTo>
                <a:lnTo>
                  <a:pt x="76200" y="57150"/>
                </a:lnTo>
                <a:lnTo>
                  <a:pt x="66675" y="57150"/>
                </a:lnTo>
                <a:close/>
                <a:moveTo>
                  <a:pt x="19050" y="47625"/>
                </a:moveTo>
                <a:lnTo>
                  <a:pt x="28575" y="47625"/>
                </a:lnTo>
                <a:lnTo>
                  <a:pt x="28575" y="66675"/>
                </a:lnTo>
                <a:lnTo>
                  <a:pt x="19050" y="66675"/>
                </a:lnTo>
                <a:close/>
                <a:moveTo>
                  <a:pt x="47625" y="57150"/>
                </a:moveTo>
                <a:lnTo>
                  <a:pt x="57150" y="57150"/>
                </a:lnTo>
                <a:lnTo>
                  <a:pt x="57150" y="66675"/>
                </a:lnTo>
                <a:lnTo>
                  <a:pt x="47625" y="66675"/>
                </a:lnTo>
                <a:close/>
                <a:moveTo>
                  <a:pt x="28575" y="66675"/>
                </a:moveTo>
                <a:lnTo>
                  <a:pt x="47625" y="66675"/>
                </a:lnTo>
                <a:lnTo>
                  <a:pt x="47625" y="104775"/>
                </a:lnTo>
                <a:lnTo>
                  <a:pt x="38100" y="104775"/>
                </a:lnTo>
                <a:lnTo>
                  <a:pt x="38100" y="85725"/>
                </a:lnTo>
                <a:lnTo>
                  <a:pt x="28575" y="85725"/>
                </a:lnTo>
                <a:close/>
                <a:moveTo>
                  <a:pt x="704850" y="114300"/>
                </a:moveTo>
                <a:lnTo>
                  <a:pt x="714375" y="114300"/>
                </a:lnTo>
                <a:lnTo>
                  <a:pt x="714375" y="123825"/>
                </a:lnTo>
                <a:lnTo>
                  <a:pt x="704850" y="123825"/>
                </a:lnTo>
                <a:close/>
                <a:moveTo>
                  <a:pt x="19050" y="133350"/>
                </a:moveTo>
                <a:lnTo>
                  <a:pt x="28575" y="133350"/>
                </a:lnTo>
                <a:lnTo>
                  <a:pt x="28575" y="152400"/>
                </a:lnTo>
                <a:lnTo>
                  <a:pt x="19050" y="152400"/>
                </a:lnTo>
                <a:close/>
                <a:moveTo>
                  <a:pt x="447675" y="142875"/>
                </a:moveTo>
                <a:lnTo>
                  <a:pt x="466725" y="142875"/>
                </a:lnTo>
                <a:lnTo>
                  <a:pt x="466725" y="152400"/>
                </a:lnTo>
                <a:lnTo>
                  <a:pt x="447675" y="152400"/>
                </a:lnTo>
                <a:close/>
                <a:moveTo>
                  <a:pt x="38100" y="161925"/>
                </a:moveTo>
                <a:lnTo>
                  <a:pt x="47625" y="161925"/>
                </a:lnTo>
                <a:lnTo>
                  <a:pt x="47625" y="171450"/>
                </a:lnTo>
                <a:lnTo>
                  <a:pt x="38100" y="171450"/>
                </a:lnTo>
                <a:close/>
                <a:moveTo>
                  <a:pt x="381000" y="161925"/>
                </a:moveTo>
                <a:lnTo>
                  <a:pt x="390525" y="161925"/>
                </a:lnTo>
                <a:lnTo>
                  <a:pt x="390525" y="171450"/>
                </a:lnTo>
                <a:lnTo>
                  <a:pt x="381000" y="171450"/>
                </a:lnTo>
                <a:close/>
                <a:moveTo>
                  <a:pt x="523875" y="171450"/>
                </a:moveTo>
                <a:lnTo>
                  <a:pt x="552450" y="171450"/>
                </a:lnTo>
                <a:lnTo>
                  <a:pt x="552450" y="180975"/>
                </a:lnTo>
                <a:lnTo>
                  <a:pt x="523875" y="180975"/>
                </a:lnTo>
                <a:close/>
                <a:moveTo>
                  <a:pt x="685800" y="219075"/>
                </a:moveTo>
                <a:lnTo>
                  <a:pt x="704850" y="219075"/>
                </a:lnTo>
                <a:lnTo>
                  <a:pt x="704850" y="228600"/>
                </a:lnTo>
                <a:lnTo>
                  <a:pt x="695325" y="228600"/>
                </a:lnTo>
                <a:lnTo>
                  <a:pt x="695325" y="247650"/>
                </a:lnTo>
                <a:lnTo>
                  <a:pt x="685800" y="247650"/>
                </a:lnTo>
                <a:close/>
                <a:moveTo>
                  <a:pt x="733425" y="219075"/>
                </a:moveTo>
                <a:lnTo>
                  <a:pt x="752475" y="219075"/>
                </a:lnTo>
                <a:lnTo>
                  <a:pt x="752475" y="238125"/>
                </a:lnTo>
                <a:lnTo>
                  <a:pt x="733425" y="238125"/>
                </a:lnTo>
                <a:close/>
                <a:moveTo>
                  <a:pt x="781050" y="228600"/>
                </a:moveTo>
                <a:lnTo>
                  <a:pt x="790575" y="228600"/>
                </a:lnTo>
                <a:lnTo>
                  <a:pt x="790575" y="238125"/>
                </a:lnTo>
                <a:lnTo>
                  <a:pt x="781050" y="238125"/>
                </a:lnTo>
                <a:close/>
                <a:moveTo>
                  <a:pt x="704850" y="238125"/>
                </a:moveTo>
                <a:lnTo>
                  <a:pt x="714375" y="238125"/>
                </a:lnTo>
                <a:lnTo>
                  <a:pt x="714375" y="257175"/>
                </a:lnTo>
                <a:lnTo>
                  <a:pt x="695325" y="257175"/>
                </a:lnTo>
                <a:lnTo>
                  <a:pt x="695325" y="247650"/>
                </a:lnTo>
                <a:lnTo>
                  <a:pt x="704850" y="247650"/>
                </a:lnTo>
                <a:close/>
                <a:moveTo>
                  <a:pt x="771525" y="238125"/>
                </a:moveTo>
                <a:lnTo>
                  <a:pt x="781050" y="238125"/>
                </a:lnTo>
                <a:lnTo>
                  <a:pt x="781050" y="266700"/>
                </a:lnTo>
                <a:lnTo>
                  <a:pt x="771525" y="266700"/>
                </a:lnTo>
                <a:close/>
                <a:moveTo>
                  <a:pt x="733425" y="257175"/>
                </a:moveTo>
                <a:lnTo>
                  <a:pt x="752475" y="257175"/>
                </a:lnTo>
                <a:lnTo>
                  <a:pt x="752475" y="266700"/>
                </a:lnTo>
                <a:lnTo>
                  <a:pt x="733425" y="266700"/>
                </a:lnTo>
                <a:close/>
                <a:moveTo>
                  <a:pt x="752475" y="276225"/>
                </a:moveTo>
                <a:lnTo>
                  <a:pt x="771525" y="276225"/>
                </a:lnTo>
                <a:lnTo>
                  <a:pt x="771525" y="285750"/>
                </a:lnTo>
                <a:lnTo>
                  <a:pt x="752475" y="285750"/>
                </a:lnTo>
                <a:close/>
                <a:moveTo>
                  <a:pt x="733425" y="295275"/>
                </a:moveTo>
                <a:lnTo>
                  <a:pt x="742950" y="295275"/>
                </a:lnTo>
                <a:lnTo>
                  <a:pt x="742950" y="304800"/>
                </a:lnTo>
                <a:lnTo>
                  <a:pt x="733425" y="304800"/>
                </a:lnTo>
                <a:close/>
                <a:moveTo>
                  <a:pt x="333375" y="304800"/>
                </a:moveTo>
                <a:lnTo>
                  <a:pt x="342900" y="304800"/>
                </a:lnTo>
                <a:lnTo>
                  <a:pt x="342900" y="314325"/>
                </a:lnTo>
                <a:lnTo>
                  <a:pt x="333375" y="314325"/>
                </a:lnTo>
                <a:close/>
                <a:moveTo>
                  <a:pt x="742950" y="304800"/>
                </a:moveTo>
                <a:lnTo>
                  <a:pt x="752475" y="304800"/>
                </a:lnTo>
                <a:lnTo>
                  <a:pt x="752475" y="314325"/>
                </a:lnTo>
                <a:lnTo>
                  <a:pt x="742950" y="314325"/>
                </a:lnTo>
                <a:close/>
                <a:moveTo>
                  <a:pt x="342900" y="314325"/>
                </a:moveTo>
                <a:lnTo>
                  <a:pt x="352425" y="314325"/>
                </a:lnTo>
                <a:lnTo>
                  <a:pt x="352425" y="323850"/>
                </a:lnTo>
                <a:lnTo>
                  <a:pt x="342900" y="323850"/>
                </a:lnTo>
                <a:close/>
                <a:moveTo>
                  <a:pt x="419100" y="314325"/>
                </a:moveTo>
                <a:lnTo>
                  <a:pt x="428625" y="314325"/>
                </a:lnTo>
                <a:lnTo>
                  <a:pt x="428625" y="323850"/>
                </a:lnTo>
                <a:lnTo>
                  <a:pt x="419100" y="323850"/>
                </a:lnTo>
                <a:close/>
                <a:moveTo>
                  <a:pt x="752475" y="314325"/>
                </a:moveTo>
                <a:lnTo>
                  <a:pt x="762000" y="314325"/>
                </a:lnTo>
                <a:lnTo>
                  <a:pt x="762000" y="342900"/>
                </a:lnTo>
                <a:lnTo>
                  <a:pt x="752475" y="342900"/>
                </a:lnTo>
                <a:lnTo>
                  <a:pt x="752475" y="333375"/>
                </a:lnTo>
                <a:lnTo>
                  <a:pt x="742950" y="333375"/>
                </a:lnTo>
                <a:lnTo>
                  <a:pt x="742950" y="323850"/>
                </a:lnTo>
                <a:lnTo>
                  <a:pt x="752475" y="323850"/>
                </a:lnTo>
                <a:close/>
                <a:moveTo>
                  <a:pt x="333375" y="323850"/>
                </a:moveTo>
                <a:lnTo>
                  <a:pt x="342900" y="323850"/>
                </a:lnTo>
                <a:lnTo>
                  <a:pt x="342900" y="333375"/>
                </a:lnTo>
                <a:lnTo>
                  <a:pt x="333375" y="333375"/>
                </a:lnTo>
                <a:close/>
                <a:moveTo>
                  <a:pt x="285750" y="457200"/>
                </a:moveTo>
                <a:lnTo>
                  <a:pt x="295275" y="457200"/>
                </a:lnTo>
                <a:lnTo>
                  <a:pt x="295275" y="466725"/>
                </a:lnTo>
                <a:lnTo>
                  <a:pt x="285750" y="466725"/>
                </a:lnTo>
                <a:close/>
                <a:moveTo>
                  <a:pt x="342900" y="457200"/>
                </a:moveTo>
                <a:lnTo>
                  <a:pt x="361950" y="457200"/>
                </a:lnTo>
                <a:lnTo>
                  <a:pt x="361950" y="466725"/>
                </a:lnTo>
                <a:lnTo>
                  <a:pt x="342900" y="466725"/>
                </a:lnTo>
                <a:close/>
                <a:moveTo>
                  <a:pt x="19050" y="466725"/>
                </a:moveTo>
                <a:lnTo>
                  <a:pt x="28575" y="466725"/>
                </a:lnTo>
                <a:lnTo>
                  <a:pt x="28575" y="476250"/>
                </a:lnTo>
                <a:lnTo>
                  <a:pt x="47625" y="476250"/>
                </a:lnTo>
                <a:lnTo>
                  <a:pt x="47625" y="485775"/>
                </a:lnTo>
                <a:lnTo>
                  <a:pt x="38100" y="485775"/>
                </a:lnTo>
                <a:lnTo>
                  <a:pt x="38100" y="495300"/>
                </a:lnTo>
                <a:lnTo>
                  <a:pt x="19050" y="495300"/>
                </a:lnTo>
                <a:close/>
                <a:moveTo>
                  <a:pt x="333375" y="476250"/>
                </a:moveTo>
                <a:lnTo>
                  <a:pt x="342900" y="476250"/>
                </a:lnTo>
                <a:lnTo>
                  <a:pt x="342900" y="495300"/>
                </a:lnTo>
                <a:lnTo>
                  <a:pt x="333375" y="495300"/>
                </a:lnTo>
                <a:close/>
                <a:moveTo>
                  <a:pt x="781050" y="619125"/>
                </a:moveTo>
                <a:lnTo>
                  <a:pt x="790575" y="619125"/>
                </a:lnTo>
                <a:lnTo>
                  <a:pt x="790575" y="628650"/>
                </a:lnTo>
                <a:lnTo>
                  <a:pt x="781050" y="628650"/>
                </a:lnTo>
                <a:close/>
                <a:moveTo>
                  <a:pt x="762000" y="628650"/>
                </a:moveTo>
                <a:lnTo>
                  <a:pt x="771525" y="628650"/>
                </a:lnTo>
                <a:lnTo>
                  <a:pt x="771525" y="638175"/>
                </a:lnTo>
                <a:lnTo>
                  <a:pt x="762000" y="638175"/>
                </a:lnTo>
                <a:close/>
                <a:moveTo>
                  <a:pt x="714375" y="638175"/>
                </a:moveTo>
                <a:lnTo>
                  <a:pt x="733425" y="638175"/>
                </a:lnTo>
                <a:lnTo>
                  <a:pt x="733425" y="647700"/>
                </a:lnTo>
                <a:lnTo>
                  <a:pt x="723900" y="647700"/>
                </a:lnTo>
                <a:lnTo>
                  <a:pt x="723900" y="657225"/>
                </a:lnTo>
                <a:lnTo>
                  <a:pt x="714375" y="657225"/>
                </a:lnTo>
                <a:close/>
                <a:moveTo>
                  <a:pt x="676275" y="657225"/>
                </a:moveTo>
                <a:lnTo>
                  <a:pt x="685800" y="657225"/>
                </a:lnTo>
                <a:lnTo>
                  <a:pt x="685800" y="666750"/>
                </a:lnTo>
                <a:lnTo>
                  <a:pt x="676275" y="666750"/>
                </a:lnTo>
                <a:close/>
                <a:moveTo>
                  <a:pt x="695325" y="657225"/>
                </a:moveTo>
                <a:lnTo>
                  <a:pt x="714375" y="657225"/>
                </a:lnTo>
                <a:lnTo>
                  <a:pt x="714375" y="666750"/>
                </a:lnTo>
                <a:lnTo>
                  <a:pt x="695325" y="666750"/>
                </a:lnTo>
                <a:close/>
                <a:moveTo>
                  <a:pt x="476250" y="666750"/>
                </a:moveTo>
                <a:lnTo>
                  <a:pt x="495300" y="666750"/>
                </a:lnTo>
                <a:lnTo>
                  <a:pt x="495300" y="676275"/>
                </a:lnTo>
                <a:lnTo>
                  <a:pt x="485775" y="676275"/>
                </a:lnTo>
                <a:lnTo>
                  <a:pt x="485775" y="685800"/>
                </a:lnTo>
                <a:lnTo>
                  <a:pt x="476250" y="685800"/>
                </a:lnTo>
                <a:close/>
                <a:moveTo>
                  <a:pt x="685800" y="666750"/>
                </a:moveTo>
                <a:lnTo>
                  <a:pt x="695325" y="666750"/>
                </a:lnTo>
                <a:lnTo>
                  <a:pt x="695325" y="676275"/>
                </a:lnTo>
                <a:lnTo>
                  <a:pt x="685800" y="676275"/>
                </a:lnTo>
                <a:close/>
                <a:moveTo>
                  <a:pt x="638175" y="676275"/>
                </a:moveTo>
                <a:lnTo>
                  <a:pt x="657225" y="676275"/>
                </a:lnTo>
                <a:lnTo>
                  <a:pt x="657225" y="685800"/>
                </a:lnTo>
                <a:lnTo>
                  <a:pt x="638175" y="685800"/>
                </a:lnTo>
                <a:close/>
                <a:moveTo>
                  <a:pt x="428625" y="685800"/>
                </a:moveTo>
                <a:lnTo>
                  <a:pt x="438150" y="685800"/>
                </a:lnTo>
                <a:lnTo>
                  <a:pt x="438150" y="695325"/>
                </a:lnTo>
                <a:lnTo>
                  <a:pt x="428625" y="695325"/>
                </a:lnTo>
                <a:close/>
                <a:moveTo>
                  <a:pt x="457200" y="685800"/>
                </a:moveTo>
                <a:lnTo>
                  <a:pt x="466725" y="685800"/>
                </a:lnTo>
                <a:lnTo>
                  <a:pt x="466725" y="695325"/>
                </a:lnTo>
                <a:lnTo>
                  <a:pt x="457200" y="695325"/>
                </a:lnTo>
                <a:close/>
                <a:moveTo>
                  <a:pt x="419100" y="695325"/>
                </a:moveTo>
                <a:lnTo>
                  <a:pt x="428625" y="695325"/>
                </a:lnTo>
                <a:lnTo>
                  <a:pt x="428625" y="704850"/>
                </a:lnTo>
                <a:lnTo>
                  <a:pt x="419100" y="704850"/>
                </a:lnTo>
                <a:close/>
              </a:path>
            </a:pathLst>
          </a:custGeom>
          <a:solidFill xmlns:a="http://schemas.openxmlformats.org/drawingml/2006/main">
            <a:srgbClr val="F3EFE2"/>
          </a:solidFill>
          <a:ln xmlns:a="http://schemas.openxmlformats.org/drawingml/2006/main" w="0">
            <a:noFill/>
          </a:ln>
        </p:spPr>
      </p:sp>
      <p:sp>
        <p:nvSpPr>
          <p:cNvPr id="48" name="server vector #f2efe3">
            <a:extLst xmlns:a="http://schemas.openxmlformats.org/drawingml/2006/main">
              <a:ext uri="{FF2B5EF4-FFF2-40B4-BE49-F238E27FC236}">
                <a16:creationId xmlns:a16="http://schemas.microsoft.com/office/drawing/2014/main" id="{D461F958-BDCD-4ECE-B31C-DA70B3490C5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143625" y="1524000"/>
            <a:ext cx="790575" cy="704850"/>
          </a:xfrm>
          <a:custGeom xmlns:a="http://schemas.openxmlformats.org/drawingml/2006/main">
            <a:pathLst>
              <a:path w="790575" h="704850">
                <a:moveTo>
                  <a:pt x="142875" y="0"/>
                </a:moveTo>
                <a:lnTo>
                  <a:pt x="152400" y="0"/>
                </a:lnTo>
                <a:lnTo>
                  <a:pt x="152400" y="19050"/>
                </a:lnTo>
                <a:lnTo>
                  <a:pt x="161925" y="19050"/>
                </a:lnTo>
                <a:lnTo>
                  <a:pt x="161925" y="28575"/>
                </a:lnTo>
                <a:lnTo>
                  <a:pt x="171450" y="28575"/>
                </a:lnTo>
                <a:lnTo>
                  <a:pt x="171450" y="38100"/>
                </a:lnTo>
                <a:lnTo>
                  <a:pt x="142875" y="38100"/>
                </a:lnTo>
                <a:lnTo>
                  <a:pt x="142875" y="28575"/>
                </a:lnTo>
                <a:lnTo>
                  <a:pt x="133350" y="28575"/>
                </a:lnTo>
                <a:lnTo>
                  <a:pt x="133350" y="19050"/>
                </a:lnTo>
                <a:lnTo>
                  <a:pt x="142875" y="19050"/>
                </a:lnTo>
                <a:close/>
                <a:moveTo>
                  <a:pt x="190500" y="0"/>
                </a:moveTo>
                <a:lnTo>
                  <a:pt x="200025" y="0"/>
                </a:lnTo>
                <a:lnTo>
                  <a:pt x="200025" y="9525"/>
                </a:lnTo>
                <a:lnTo>
                  <a:pt x="190500" y="9525"/>
                </a:lnTo>
                <a:close/>
                <a:moveTo>
                  <a:pt x="200025" y="19050"/>
                </a:moveTo>
                <a:lnTo>
                  <a:pt x="209550" y="19050"/>
                </a:lnTo>
                <a:lnTo>
                  <a:pt x="209550" y="28575"/>
                </a:lnTo>
                <a:lnTo>
                  <a:pt x="228600" y="28575"/>
                </a:lnTo>
                <a:lnTo>
                  <a:pt x="228600" y="19050"/>
                </a:lnTo>
                <a:lnTo>
                  <a:pt x="257175" y="19050"/>
                </a:lnTo>
                <a:lnTo>
                  <a:pt x="257175" y="28575"/>
                </a:lnTo>
                <a:lnTo>
                  <a:pt x="238125" y="28575"/>
                </a:lnTo>
                <a:lnTo>
                  <a:pt x="238125" y="38100"/>
                </a:lnTo>
                <a:lnTo>
                  <a:pt x="200025" y="38100"/>
                </a:lnTo>
                <a:close/>
                <a:moveTo>
                  <a:pt x="95250" y="28575"/>
                </a:moveTo>
                <a:lnTo>
                  <a:pt x="104775" y="28575"/>
                </a:lnTo>
                <a:lnTo>
                  <a:pt x="104775" y="38100"/>
                </a:lnTo>
                <a:lnTo>
                  <a:pt x="95250" y="38100"/>
                </a:lnTo>
                <a:close/>
                <a:moveTo>
                  <a:pt x="342900" y="28575"/>
                </a:moveTo>
                <a:lnTo>
                  <a:pt x="352425" y="28575"/>
                </a:lnTo>
                <a:lnTo>
                  <a:pt x="352425" y="38100"/>
                </a:lnTo>
                <a:lnTo>
                  <a:pt x="381000" y="38100"/>
                </a:lnTo>
                <a:lnTo>
                  <a:pt x="381000" y="28575"/>
                </a:lnTo>
                <a:lnTo>
                  <a:pt x="409575" y="28575"/>
                </a:lnTo>
                <a:lnTo>
                  <a:pt x="409575" y="38100"/>
                </a:lnTo>
                <a:lnTo>
                  <a:pt x="390525" y="38100"/>
                </a:lnTo>
                <a:lnTo>
                  <a:pt x="390525" y="47625"/>
                </a:lnTo>
                <a:lnTo>
                  <a:pt x="342900" y="47625"/>
                </a:lnTo>
                <a:close/>
                <a:moveTo>
                  <a:pt x="438150" y="28575"/>
                </a:moveTo>
                <a:lnTo>
                  <a:pt x="447675" y="28575"/>
                </a:lnTo>
                <a:lnTo>
                  <a:pt x="447675" y="38100"/>
                </a:lnTo>
                <a:lnTo>
                  <a:pt x="438150" y="38100"/>
                </a:lnTo>
                <a:close/>
                <a:moveTo>
                  <a:pt x="238125" y="38100"/>
                </a:moveTo>
                <a:lnTo>
                  <a:pt x="285750" y="38100"/>
                </a:lnTo>
                <a:lnTo>
                  <a:pt x="285750" y="47625"/>
                </a:lnTo>
                <a:lnTo>
                  <a:pt x="238125" y="47625"/>
                </a:lnTo>
                <a:close/>
                <a:moveTo>
                  <a:pt x="390525" y="47625"/>
                </a:moveTo>
                <a:lnTo>
                  <a:pt x="400050" y="47625"/>
                </a:lnTo>
                <a:lnTo>
                  <a:pt x="400050" y="57150"/>
                </a:lnTo>
                <a:lnTo>
                  <a:pt x="390525" y="57150"/>
                </a:lnTo>
                <a:close/>
                <a:moveTo>
                  <a:pt x="57150" y="57150"/>
                </a:moveTo>
                <a:lnTo>
                  <a:pt x="76200" y="57150"/>
                </a:lnTo>
                <a:lnTo>
                  <a:pt x="76200" y="66675"/>
                </a:lnTo>
                <a:lnTo>
                  <a:pt x="66675" y="66675"/>
                </a:lnTo>
                <a:lnTo>
                  <a:pt x="66675" y="76200"/>
                </a:lnTo>
                <a:lnTo>
                  <a:pt x="57150" y="76200"/>
                </a:lnTo>
                <a:lnTo>
                  <a:pt x="57150" y="95250"/>
                </a:lnTo>
                <a:lnTo>
                  <a:pt x="47625" y="95250"/>
                </a:lnTo>
                <a:lnTo>
                  <a:pt x="47625" y="66675"/>
                </a:lnTo>
                <a:lnTo>
                  <a:pt x="57150" y="66675"/>
                </a:lnTo>
                <a:close/>
                <a:moveTo>
                  <a:pt x="47625" y="114300"/>
                </a:moveTo>
                <a:lnTo>
                  <a:pt x="57150" y="114300"/>
                </a:lnTo>
                <a:lnTo>
                  <a:pt x="57150" y="123825"/>
                </a:lnTo>
                <a:lnTo>
                  <a:pt x="47625" y="123825"/>
                </a:lnTo>
                <a:close/>
                <a:moveTo>
                  <a:pt x="685800" y="114300"/>
                </a:moveTo>
                <a:lnTo>
                  <a:pt x="695325" y="114300"/>
                </a:lnTo>
                <a:lnTo>
                  <a:pt x="695325" y="123825"/>
                </a:lnTo>
                <a:lnTo>
                  <a:pt x="685800" y="123825"/>
                </a:lnTo>
                <a:close/>
                <a:moveTo>
                  <a:pt x="257175" y="123825"/>
                </a:moveTo>
                <a:lnTo>
                  <a:pt x="285750" y="123825"/>
                </a:lnTo>
                <a:lnTo>
                  <a:pt x="285750" y="142875"/>
                </a:lnTo>
                <a:lnTo>
                  <a:pt x="276225" y="142875"/>
                </a:lnTo>
                <a:lnTo>
                  <a:pt x="276225" y="152400"/>
                </a:lnTo>
                <a:lnTo>
                  <a:pt x="285750" y="152400"/>
                </a:lnTo>
                <a:lnTo>
                  <a:pt x="285750" y="161925"/>
                </a:lnTo>
                <a:lnTo>
                  <a:pt x="295275" y="161925"/>
                </a:lnTo>
                <a:lnTo>
                  <a:pt x="295275" y="171450"/>
                </a:lnTo>
                <a:lnTo>
                  <a:pt x="323850" y="171450"/>
                </a:lnTo>
                <a:lnTo>
                  <a:pt x="323850" y="161925"/>
                </a:lnTo>
                <a:lnTo>
                  <a:pt x="342900" y="161925"/>
                </a:lnTo>
                <a:lnTo>
                  <a:pt x="342900" y="171450"/>
                </a:lnTo>
                <a:lnTo>
                  <a:pt x="333375" y="171450"/>
                </a:lnTo>
                <a:lnTo>
                  <a:pt x="333375" y="180975"/>
                </a:lnTo>
                <a:lnTo>
                  <a:pt x="342900" y="180975"/>
                </a:lnTo>
                <a:lnTo>
                  <a:pt x="342900" y="190500"/>
                </a:lnTo>
                <a:lnTo>
                  <a:pt x="323850" y="190500"/>
                </a:lnTo>
                <a:lnTo>
                  <a:pt x="323850" y="180975"/>
                </a:lnTo>
                <a:lnTo>
                  <a:pt x="295275" y="180975"/>
                </a:lnTo>
                <a:lnTo>
                  <a:pt x="295275" y="190500"/>
                </a:lnTo>
                <a:lnTo>
                  <a:pt x="285750" y="190500"/>
                </a:lnTo>
                <a:lnTo>
                  <a:pt x="285750" y="180975"/>
                </a:lnTo>
                <a:lnTo>
                  <a:pt x="276225" y="180975"/>
                </a:lnTo>
                <a:lnTo>
                  <a:pt x="276225" y="161925"/>
                </a:lnTo>
                <a:lnTo>
                  <a:pt x="266700" y="161925"/>
                </a:lnTo>
                <a:lnTo>
                  <a:pt x="266700" y="133350"/>
                </a:lnTo>
                <a:lnTo>
                  <a:pt x="257175" y="133350"/>
                </a:lnTo>
                <a:close/>
                <a:moveTo>
                  <a:pt x="323850" y="123825"/>
                </a:moveTo>
                <a:lnTo>
                  <a:pt x="333375" y="123825"/>
                </a:lnTo>
                <a:lnTo>
                  <a:pt x="333375" y="133350"/>
                </a:lnTo>
                <a:lnTo>
                  <a:pt x="323850" y="133350"/>
                </a:lnTo>
                <a:close/>
                <a:moveTo>
                  <a:pt x="542925" y="123825"/>
                </a:moveTo>
                <a:lnTo>
                  <a:pt x="552450" y="123825"/>
                </a:lnTo>
                <a:lnTo>
                  <a:pt x="552450" y="133350"/>
                </a:lnTo>
                <a:lnTo>
                  <a:pt x="542925" y="133350"/>
                </a:lnTo>
                <a:close/>
                <a:moveTo>
                  <a:pt x="38100" y="133350"/>
                </a:moveTo>
                <a:lnTo>
                  <a:pt x="47625" y="133350"/>
                </a:lnTo>
                <a:lnTo>
                  <a:pt x="47625" y="142875"/>
                </a:lnTo>
                <a:lnTo>
                  <a:pt x="38100" y="142875"/>
                </a:lnTo>
                <a:close/>
                <a:moveTo>
                  <a:pt x="581025" y="152400"/>
                </a:moveTo>
                <a:lnTo>
                  <a:pt x="600075" y="152400"/>
                </a:lnTo>
                <a:lnTo>
                  <a:pt x="600075" y="180975"/>
                </a:lnTo>
                <a:lnTo>
                  <a:pt x="590550" y="180975"/>
                </a:lnTo>
                <a:lnTo>
                  <a:pt x="590550" y="200025"/>
                </a:lnTo>
                <a:lnTo>
                  <a:pt x="581025" y="200025"/>
                </a:lnTo>
                <a:lnTo>
                  <a:pt x="581025" y="190500"/>
                </a:lnTo>
                <a:lnTo>
                  <a:pt x="561975" y="190500"/>
                </a:lnTo>
                <a:lnTo>
                  <a:pt x="561975" y="200025"/>
                </a:lnTo>
                <a:lnTo>
                  <a:pt x="552450" y="200025"/>
                </a:lnTo>
                <a:lnTo>
                  <a:pt x="552450" y="190500"/>
                </a:lnTo>
                <a:lnTo>
                  <a:pt x="542925" y="190500"/>
                </a:lnTo>
                <a:lnTo>
                  <a:pt x="542925" y="180975"/>
                </a:lnTo>
                <a:lnTo>
                  <a:pt x="561975" y="180975"/>
                </a:lnTo>
                <a:lnTo>
                  <a:pt x="561975" y="171450"/>
                </a:lnTo>
                <a:lnTo>
                  <a:pt x="571500" y="171450"/>
                </a:lnTo>
                <a:lnTo>
                  <a:pt x="571500" y="180975"/>
                </a:lnTo>
                <a:lnTo>
                  <a:pt x="581025" y="180975"/>
                </a:lnTo>
                <a:close/>
                <a:moveTo>
                  <a:pt x="485775" y="161925"/>
                </a:moveTo>
                <a:lnTo>
                  <a:pt x="495300" y="161925"/>
                </a:lnTo>
                <a:lnTo>
                  <a:pt x="495300" y="171450"/>
                </a:lnTo>
                <a:lnTo>
                  <a:pt x="485775" y="171450"/>
                </a:lnTo>
                <a:close/>
                <a:moveTo>
                  <a:pt x="38100" y="171450"/>
                </a:moveTo>
                <a:lnTo>
                  <a:pt x="57150" y="171450"/>
                </a:lnTo>
                <a:lnTo>
                  <a:pt x="57150" y="180975"/>
                </a:lnTo>
                <a:lnTo>
                  <a:pt x="47625" y="180975"/>
                </a:lnTo>
                <a:lnTo>
                  <a:pt x="47625" y="209550"/>
                </a:lnTo>
                <a:lnTo>
                  <a:pt x="38100" y="209550"/>
                </a:lnTo>
                <a:close/>
                <a:moveTo>
                  <a:pt x="495300" y="171450"/>
                </a:moveTo>
                <a:lnTo>
                  <a:pt x="504825" y="171450"/>
                </a:lnTo>
                <a:lnTo>
                  <a:pt x="504825" y="180975"/>
                </a:lnTo>
                <a:lnTo>
                  <a:pt x="495300" y="180975"/>
                </a:lnTo>
                <a:close/>
                <a:moveTo>
                  <a:pt x="352425" y="180975"/>
                </a:moveTo>
                <a:lnTo>
                  <a:pt x="371475" y="180975"/>
                </a:lnTo>
                <a:lnTo>
                  <a:pt x="371475" y="190500"/>
                </a:lnTo>
                <a:lnTo>
                  <a:pt x="361950" y="190500"/>
                </a:lnTo>
                <a:lnTo>
                  <a:pt x="361950" y="200025"/>
                </a:lnTo>
                <a:lnTo>
                  <a:pt x="352425" y="200025"/>
                </a:lnTo>
                <a:close/>
                <a:moveTo>
                  <a:pt x="504825" y="180975"/>
                </a:moveTo>
                <a:lnTo>
                  <a:pt x="523875" y="180975"/>
                </a:lnTo>
                <a:lnTo>
                  <a:pt x="523875" y="200025"/>
                </a:lnTo>
                <a:lnTo>
                  <a:pt x="504825" y="200025"/>
                </a:lnTo>
                <a:close/>
                <a:moveTo>
                  <a:pt x="676275" y="238125"/>
                </a:moveTo>
                <a:lnTo>
                  <a:pt x="685800" y="238125"/>
                </a:lnTo>
                <a:lnTo>
                  <a:pt x="685800" y="247650"/>
                </a:lnTo>
                <a:lnTo>
                  <a:pt x="695325" y="247650"/>
                </a:lnTo>
                <a:lnTo>
                  <a:pt x="695325" y="266700"/>
                </a:lnTo>
                <a:lnTo>
                  <a:pt x="676275" y="266700"/>
                </a:lnTo>
                <a:close/>
                <a:moveTo>
                  <a:pt x="733425" y="238125"/>
                </a:moveTo>
                <a:lnTo>
                  <a:pt x="752475" y="238125"/>
                </a:lnTo>
                <a:lnTo>
                  <a:pt x="752475" y="257175"/>
                </a:lnTo>
                <a:lnTo>
                  <a:pt x="733425" y="257175"/>
                </a:lnTo>
                <a:close/>
                <a:moveTo>
                  <a:pt x="781050" y="238125"/>
                </a:moveTo>
                <a:lnTo>
                  <a:pt x="790575" y="238125"/>
                </a:lnTo>
                <a:lnTo>
                  <a:pt x="790575" y="247650"/>
                </a:lnTo>
                <a:lnTo>
                  <a:pt x="781050" y="247650"/>
                </a:lnTo>
                <a:close/>
                <a:moveTo>
                  <a:pt x="38100" y="247650"/>
                </a:moveTo>
                <a:lnTo>
                  <a:pt x="47625" y="247650"/>
                </a:lnTo>
                <a:lnTo>
                  <a:pt x="47625" y="257175"/>
                </a:lnTo>
                <a:lnTo>
                  <a:pt x="57150" y="257175"/>
                </a:lnTo>
                <a:lnTo>
                  <a:pt x="57150" y="266700"/>
                </a:lnTo>
                <a:lnTo>
                  <a:pt x="47625" y="266700"/>
                </a:lnTo>
                <a:lnTo>
                  <a:pt x="47625" y="285750"/>
                </a:lnTo>
                <a:lnTo>
                  <a:pt x="28575" y="285750"/>
                </a:lnTo>
                <a:lnTo>
                  <a:pt x="28575" y="276225"/>
                </a:lnTo>
                <a:lnTo>
                  <a:pt x="38100" y="276225"/>
                </a:lnTo>
                <a:close/>
                <a:moveTo>
                  <a:pt x="504825" y="266700"/>
                </a:moveTo>
                <a:lnTo>
                  <a:pt x="590550" y="266700"/>
                </a:lnTo>
                <a:lnTo>
                  <a:pt x="590550" y="276225"/>
                </a:lnTo>
                <a:lnTo>
                  <a:pt x="571500" y="276225"/>
                </a:lnTo>
                <a:lnTo>
                  <a:pt x="571500" y="304800"/>
                </a:lnTo>
                <a:lnTo>
                  <a:pt x="561975" y="304800"/>
                </a:lnTo>
                <a:lnTo>
                  <a:pt x="561975" y="285750"/>
                </a:lnTo>
                <a:lnTo>
                  <a:pt x="542925" y="285750"/>
                </a:lnTo>
                <a:lnTo>
                  <a:pt x="542925" y="295275"/>
                </a:lnTo>
                <a:lnTo>
                  <a:pt x="533400" y="295275"/>
                </a:lnTo>
                <a:lnTo>
                  <a:pt x="533400" y="304800"/>
                </a:lnTo>
                <a:lnTo>
                  <a:pt x="466725" y="304800"/>
                </a:lnTo>
                <a:lnTo>
                  <a:pt x="466725" y="295275"/>
                </a:lnTo>
                <a:lnTo>
                  <a:pt x="514350" y="295275"/>
                </a:lnTo>
                <a:lnTo>
                  <a:pt x="514350" y="285750"/>
                </a:lnTo>
                <a:lnTo>
                  <a:pt x="504825" y="285750"/>
                </a:lnTo>
                <a:close/>
                <a:moveTo>
                  <a:pt x="342900" y="276225"/>
                </a:moveTo>
                <a:lnTo>
                  <a:pt x="352425" y="276225"/>
                </a:lnTo>
                <a:lnTo>
                  <a:pt x="352425" y="285750"/>
                </a:lnTo>
                <a:lnTo>
                  <a:pt x="342900" y="285750"/>
                </a:lnTo>
                <a:close/>
                <a:moveTo>
                  <a:pt x="409575" y="276225"/>
                </a:moveTo>
                <a:lnTo>
                  <a:pt x="428625" y="276225"/>
                </a:lnTo>
                <a:lnTo>
                  <a:pt x="428625" y="285750"/>
                </a:lnTo>
                <a:lnTo>
                  <a:pt x="409575" y="285750"/>
                </a:lnTo>
                <a:close/>
                <a:moveTo>
                  <a:pt x="666750" y="276225"/>
                </a:moveTo>
                <a:lnTo>
                  <a:pt x="676275" y="276225"/>
                </a:lnTo>
                <a:lnTo>
                  <a:pt x="676275" y="285750"/>
                </a:lnTo>
                <a:lnTo>
                  <a:pt x="666750" y="285750"/>
                </a:lnTo>
                <a:close/>
                <a:moveTo>
                  <a:pt x="276225" y="295275"/>
                </a:moveTo>
                <a:lnTo>
                  <a:pt x="285750" y="295275"/>
                </a:lnTo>
                <a:lnTo>
                  <a:pt x="285750" y="304800"/>
                </a:lnTo>
                <a:lnTo>
                  <a:pt x="295275" y="304800"/>
                </a:lnTo>
                <a:lnTo>
                  <a:pt x="295275" y="323850"/>
                </a:lnTo>
                <a:lnTo>
                  <a:pt x="304800" y="323850"/>
                </a:lnTo>
                <a:lnTo>
                  <a:pt x="304800" y="333375"/>
                </a:lnTo>
                <a:lnTo>
                  <a:pt x="276225" y="333375"/>
                </a:lnTo>
                <a:lnTo>
                  <a:pt x="276225" y="342900"/>
                </a:lnTo>
                <a:lnTo>
                  <a:pt x="285750" y="342900"/>
                </a:lnTo>
                <a:lnTo>
                  <a:pt x="285750" y="352425"/>
                </a:lnTo>
                <a:lnTo>
                  <a:pt x="257175" y="352425"/>
                </a:lnTo>
                <a:lnTo>
                  <a:pt x="257175" y="323850"/>
                </a:lnTo>
                <a:lnTo>
                  <a:pt x="276225" y="323850"/>
                </a:lnTo>
                <a:close/>
                <a:moveTo>
                  <a:pt x="342900" y="295275"/>
                </a:moveTo>
                <a:lnTo>
                  <a:pt x="371475" y="295275"/>
                </a:lnTo>
                <a:lnTo>
                  <a:pt x="371475" y="304800"/>
                </a:lnTo>
                <a:lnTo>
                  <a:pt x="361950" y="304800"/>
                </a:lnTo>
                <a:lnTo>
                  <a:pt x="361950" y="314325"/>
                </a:lnTo>
                <a:lnTo>
                  <a:pt x="342900" y="314325"/>
                </a:lnTo>
                <a:close/>
                <a:moveTo>
                  <a:pt x="333375" y="314325"/>
                </a:moveTo>
                <a:lnTo>
                  <a:pt x="342900" y="314325"/>
                </a:lnTo>
                <a:lnTo>
                  <a:pt x="342900" y="323850"/>
                </a:lnTo>
                <a:lnTo>
                  <a:pt x="333375" y="323850"/>
                </a:lnTo>
                <a:close/>
                <a:moveTo>
                  <a:pt x="314325" y="323850"/>
                </a:moveTo>
                <a:lnTo>
                  <a:pt x="323850" y="323850"/>
                </a:lnTo>
                <a:lnTo>
                  <a:pt x="323850" y="333375"/>
                </a:lnTo>
                <a:lnTo>
                  <a:pt x="342900" y="333375"/>
                </a:lnTo>
                <a:lnTo>
                  <a:pt x="342900" y="342900"/>
                </a:lnTo>
                <a:lnTo>
                  <a:pt x="333375" y="342900"/>
                </a:lnTo>
                <a:lnTo>
                  <a:pt x="333375" y="352425"/>
                </a:lnTo>
                <a:lnTo>
                  <a:pt x="323850" y="352425"/>
                </a:lnTo>
                <a:lnTo>
                  <a:pt x="323850" y="342900"/>
                </a:lnTo>
                <a:lnTo>
                  <a:pt x="304800" y="342900"/>
                </a:lnTo>
                <a:lnTo>
                  <a:pt x="304800" y="333375"/>
                </a:lnTo>
                <a:lnTo>
                  <a:pt x="314325" y="333375"/>
                </a:lnTo>
                <a:close/>
                <a:moveTo>
                  <a:pt x="390525" y="323850"/>
                </a:moveTo>
                <a:lnTo>
                  <a:pt x="428625" y="323850"/>
                </a:lnTo>
                <a:lnTo>
                  <a:pt x="428625" y="333375"/>
                </a:lnTo>
                <a:lnTo>
                  <a:pt x="419100" y="333375"/>
                </a:lnTo>
                <a:lnTo>
                  <a:pt x="419100" y="342900"/>
                </a:lnTo>
                <a:lnTo>
                  <a:pt x="409575" y="342900"/>
                </a:lnTo>
                <a:lnTo>
                  <a:pt x="409575" y="352425"/>
                </a:lnTo>
                <a:lnTo>
                  <a:pt x="400050" y="352425"/>
                </a:lnTo>
                <a:lnTo>
                  <a:pt x="400050" y="361950"/>
                </a:lnTo>
                <a:lnTo>
                  <a:pt x="390525" y="361950"/>
                </a:lnTo>
                <a:lnTo>
                  <a:pt x="390525" y="342900"/>
                </a:lnTo>
                <a:lnTo>
                  <a:pt x="381000" y="342900"/>
                </a:lnTo>
                <a:lnTo>
                  <a:pt x="381000" y="333375"/>
                </a:lnTo>
                <a:lnTo>
                  <a:pt x="390525" y="333375"/>
                </a:lnTo>
                <a:close/>
                <a:moveTo>
                  <a:pt x="38100" y="342900"/>
                </a:moveTo>
                <a:lnTo>
                  <a:pt x="47625" y="342900"/>
                </a:lnTo>
                <a:lnTo>
                  <a:pt x="47625" y="352425"/>
                </a:lnTo>
                <a:lnTo>
                  <a:pt x="38100" y="352425"/>
                </a:lnTo>
                <a:close/>
                <a:moveTo>
                  <a:pt x="333375" y="352425"/>
                </a:moveTo>
                <a:lnTo>
                  <a:pt x="371475" y="352425"/>
                </a:lnTo>
                <a:lnTo>
                  <a:pt x="371475" y="361950"/>
                </a:lnTo>
                <a:lnTo>
                  <a:pt x="333375" y="361950"/>
                </a:lnTo>
                <a:close/>
                <a:moveTo>
                  <a:pt x="304800" y="419100"/>
                </a:moveTo>
                <a:lnTo>
                  <a:pt x="333375" y="419100"/>
                </a:lnTo>
                <a:lnTo>
                  <a:pt x="333375" y="428625"/>
                </a:lnTo>
                <a:lnTo>
                  <a:pt x="304800" y="428625"/>
                </a:lnTo>
                <a:close/>
                <a:moveTo>
                  <a:pt x="304800" y="447675"/>
                </a:moveTo>
                <a:lnTo>
                  <a:pt x="333375" y="447675"/>
                </a:lnTo>
                <a:lnTo>
                  <a:pt x="333375" y="457200"/>
                </a:lnTo>
                <a:lnTo>
                  <a:pt x="342900" y="457200"/>
                </a:lnTo>
                <a:lnTo>
                  <a:pt x="342900" y="466725"/>
                </a:lnTo>
                <a:lnTo>
                  <a:pt x="352425" y="466725"/>
                </a:lnTo>
                <a:lnTo>
                  <a:pt x="352425" y="476250"/>
                </a:lnTo>
                <a:lnTo>
                  <a:pt x="333375" y="476250"/>
                </a:lnTo>
                <a:lnTo>
                  <a:pt x="333375" y="466725"/>
                </a:lnTo>
                <a:lnTo>
                  <a:pt x="314325" y="466725"/>
                </a:lnTo>
                <a:lnTo>
                  <a:pt x="314325" y="476250"/>
                </a:lnTo>
                <a:lnTo>
                  <a:pt x="295275" y="476250"/>
                </a:lnTo>
                <a:lnTo>
                  <a:pt x="295275" y="485775"/>
                </a:lnTo>
                <a:lnTo>
                  <a:pt x="276225" y="485775"/>
                </a:lnTo>
                <a:lnTo>
                  <a:pt x="276225" y="476250"/>
                </a:lnTo>
                <a:lnTo>
                  <a:pt x="285750" y="476250"/>
                </a:lnTo>
                <a:lnTo>
                  <a:pt x="285750" y="466725"/>
                </a:lnTo>
                <a:lnTo>
                  <a:pt x="295275" y="466725"/>
                </a:lnTo>
                <a:lnTo>
                  <a:pt x="295275" y="457200"/>
                </a:lnTo>
                <a:lnTo>
                  <a:pt x="304800" y="457200"/>
                </a:lnTo>
                <a:close/>
                <a:moveTo>
                  <a:pt x="28575" y="457200"/>
                </a:moveTo>
                <a:lnTo>
                  <a:pt x="38100" y="457200"/>
                </a:lnTo>
                <a:lnTo>
                  <a:pt x="38100" y="466725"/>
                </a:lnTo>
                <a:lnTo>
                  <a:pt x="47625" y="466725"/>
                </a:lnTo>
                <a:lnTo>
                  <a:pt x="47625" y="476250"/>
                </a:lnTo>
                <a:lnTo>
                  <a:pt x="28575" y="476250"/>
                </a:lnTo>
                <a:close/>
                <a:moveTo>
                  <a:pt x="771525" y="457200"/>
                </a:moveTo>
                <a:lnTo>
                  <a:pt x="781050" y="457200"/>
                </a:lnTo>
                <a:lnTo>
                  <a:pt x="781050" y="495300"/>
                </a:lnTo>
                <a:lnTo>
                  <a:pt x="771525" y="495300"/>
                </a:lnTo>
                <a:close/>
                <a:moveTo>
                  <a:pt x="38100" y="485775"/>
                </a:moveTo>
                <a:lnTo>
                  <a:pt x="47625" y="485775"/>
                </a:lnTo>
                <a:lnTo>
                  <a:pt x="47625" y="523875"/>
                </a:lnTo>
                <a:lnTo>
                  <a:pt x="57150" y="523875"/>
                </a:lnTo>
                <a:lnTo>
                  <a:pt x="57150" y="542925"/>
                </a:lnTo>
                <a:lnTo>
                  <a:pt x="66675" y="542925"/>
                </a:lnTo>
                <a:lnTo>
                  <a:pt x="66675" y="552450"/>
                </a:lnTo>
                <a:lnTo>
                  <a:pt x="76200" y="552450"/>
                </a:lnTo>
                <a:lnTo>
                  <a:pt x="76200" y="561975"/>
                </a:lnTo>
                <a:lnTo>
                  <a:pt x="85725" y="561975"/>
                </a:lnTo>
                <a:lnTo>
                  <a:pt x="85725" y="571500"/>
                </a:lnTo>
                <a:lnTo>
                  <a:pt x="95250" y="571500"/>
                </a:lnTo>
                <a:lnTo>
                  <a:pt x="95250" y="581025"/>
                </a:lnTo>
                <a:lnTo>
                  <a:pt x="76200" y="581025"/>
                </a:lnTo>
                <a:lnTo>
                  <a:pt x="76200" y="571500"/>
                </a:lnTo>
                <a:lnTo>
                  <a:pt x="66675" y="571500"/>
                </a:lnTo>
                <a:lnTo>
                  <a:pt x="66675" y="561975"/>
                </a:lnTo>
                <a:lnTo>
                  <a:pt x="57150" y="561975"/>
                </a:lnTo>
                <a:lnTo>
                  <a:pt x="57150" y="552450"/>
                </a:lnTo>
                <a:lnTo>
                  <a:pt x="47625" y="552450"/>
                </a:lnTo>
                <a:lnTo>
                  <a:pt x="47625" y="533400"/>
                </a:lnTo>
                <a:lnTo>
                  <a:pt x="38100" y="533400"/>
                </a:lnTo>
                <a:close/>
                <a:moveTo>
                  <a:pt x="295275" y="485775"/>
                </a:moveTo>
                <a:lnTo>
                  <a:pt x="314325" y="485775"/>
                </a:lnTo>
                <a:lnTo>
                  <a:pt x="314325" y="495300"/>
                </a:lnTo>
                <a:lnTo>
                  <a:pt x="304800" y="495300"/>
                </a:lnTo>
                <a:lnTo>
                  <a:pt x="304800" y="504825"/>
                </a:lnTo>
                <a:lnTo>
                  <a:pt x="276225" y="504825"/>
                </a:lnTo>
                <a:lnTo>
                  <a:pt x="276225" y="495300"/>
                </a:lnTo>
                <a:lnTo>
                  <a:pt x="295275" y="495300"/>
                </a:lnTo>
                <a:close/>
                <a:moveTo>
                  <a:pt x="314325" y="495300"/>
                </a:moveTo>
                <a:lnTo>
                  <a:pt x="342900" y="495300"/>
                </a:lnTo>
                <a:lnTo>
                  <a:pt x="342900" y="504825"/>
                </a:lnTo>
                <a:lnTo>
                  <a:pt x="314325" y="504825"/>
                </a:lnTo>
                <a:close/>
                <a:moveTo>
                  <a:pt x="762000" y="561975"/>
                </a:moveTo>
                <a:lnTo>
                  <a:pt x="771525" y="561975"/>
                </a:lnTo>
                <a:lnTo>
                  <a:pt x="771525" y="571500"/>
                </a:lnTo>
                <a:lnTo>
                  <a:pt x="762000" y="571500"/>
                </a:lnTo>
                <a:close/>
                <a:moveTo>
                  <a:pt x="742950" y="571500"/>
                </a:moveTo>
                <a:lnTo>
                  <a:pt x="762000" y="571500"/>
                </a:lnTo>
                <a:lnTo>
                  <a:pt x="762000" y="581025"/>
                </a:lnTo>
                <a:lnTo>
                  <a:pt x="742950" y="581025"/>
                </a:lnTo>
                <a:close/>
                <a:moveTo>
                  <a:pt x="152400" y="581025"/>
                </a:moveTo>
                <a:lnTo>
                  <a:pt x="161925" y="581025"/>
                </a:lnTo>
                <a:lnTo>
                  <a:pt x="161925" y="590550"/>
                </a:lnTo>
                <a:lnTo>
                  <a:pt x="152400" y="590550"/>
                </a:lnTo>
                <a:close/>
                <a:moveTo>
                  <a:pt x="171450" y="581025"/>
                </a:moveTo>
                <a:lnTo>
                  <a:pt x="228600" y="581025"/>
                </a:lnTo>
                <a:lnTo>
                  <a:pt x="228600" y="590550"/>
                </a:lnTo>
                <a:lnTo>
                  <a:pt x="171450" y="590550"/>
                </a:lnTo>
                <a:close/>
                <a:moveTo>
                  <a:pt x="762000" y="581025"/>
                </a:moveTo>
                <a:lnTo>
                  <a:pt x="771525" y="581025"/>
                </a:lnTo>
                <a:lnTo>
                  <a:pt x="771525" y="590550"/>
                </a:lnTo>
                <a:lnTo>
                  <a:pt x="790575" y="590550"/>
                </a:lnTo>
                <a:lnTo>
                  <a:pt x="790575" y="619125"/>
                </a:lnTo>
                <a:lnTo>
                  <a:pt x="781050" y="619125"/>
                </a:lnTo>
                <a:lnTo>
                  <a:pt x="781050" y="609600"/>
                </a:lnTo>
                <a:lnTo>
                  <a:pt x="771525" y="609600"/>
                </a:lnTo>
                <a:lnTo>
                  <a:pt x="771525" y="600075"/>
                </a:lnTo>
                <a:lnTo>
                  <a:pt x="762000" y="600075"/>
                </a:lnTo>
                <a:close/>
                <a:moveTo>
                  <a:pt x="342900" y="590550"/>
                </a:moveTo>
                <a:lnTo>
                  <a:pt x="352425" y="590550"/>
                </a:lnTo>
                <a:lnTo>
                  <a:pt x="352425" y="600075"/>
                </a:lnTo>
                <a:lnTo>
                  <a:pt x="342900" y="600075"/>
                </a:lnTo>
                <a:close/>
                <a:moveTo>
                  <a:pt x="28575" y="600075"/>
                </a:moveTo>
                <a:lnTo>
                  <a:pt x="47625" y="600075"/>
                </a:lnTo>
                <a:lnTo>
                  <a:pt x="47625" y="628650"/>
                </a:lnTo>
                <a:lnTo>
                  <a:pt x="28575" y="628650"/>
                </a:lnTo>
                <a:close/>
                <a:moveTo>
                  <a:pt x="352425" y="600075"/>
                </a:moveTo>
                <a:lnTo>
                  <a:pt x="371475" y="600075"/>
                </a:lnTo>
                <a:lnTo>
                  <a:pt x="371475" y="609600"/>
                </a:lnTo>
                <a:lnTo>
                  <a:pt x="352425" y="609600"/>
                </a:lnTo>
                <a:close/>
                <a:moveTo>
                  <a:pt x="704850" y="609600"/>
                </a:moveTo>
                <a:lnTo>
                  <a:pt x="714375" y="609600"/>
                </a:lnTo>
                <a:lnTo>
                  <a:pt x="714375" y="628650"/>
                </a:lnTo>
                <a:lnTo>
                  <a:pt x="704850" y="628650"/>
                </a:lnTo>
                <a:close/>
                <a:moveTo>
                  <a:pt x="723900" y="609600"/>
                </a:moveTo>
                <a:lnTo>
                  <a:pt x="752475" y="609600"/>
                </a:lnTo>
                <a:lnTo>
                  <a:pt x="752475" y="628650"/>
                </a:lnTo>
                <a:lnTo>
                  <a:pt x="762000" y="628650"/>
                </a:lnTo>
                <a:lnTo>
                  <a:pt x="762000" y="638175"/>
                </a:lnTo>
                <a:lnTo>
                  <a:pt x="771525" y="638175"/>
                </a:lnTo>
                <a:lnTo>
                  <a:pt x="771525" y="628650"/>
                </a:lnTo>
                <a:lnTo>
                  <a:pt x="781050" y="628650"/>
                </a:lnTo>
                <a:lnTo>
                  <a:pt x="781050" y="647700"/>
                </a:lnTo>
                <a:lnTo>
                  <a:pt x="790575" y="647700"/>
                </a:lnTo>
                <a:lnTo>
                  <a:pt x="790575" y="657225"/>
                </a:lnTo>
                <a:lnTo>
                  <a:pt x="771525" y="657225"/>
                </a:lnTo>
                <a:lnTo>
                  <a:pt x="771525" y="666750"/>
                </a:lnTo>
                <a:lnTo>
                  <a:pt x="762000" y="666750"/>
                </a:lnTo>
                <a:lnTo>
                  <a:pt x="762000" y="657225"/>
                </a:lnTo>
                <a:lnTo>
                  <a:pt x="752475" y="657225"/>
                </a:lnTo>
                <a:lnTo>
                  <a:pt x="752475" y="638175"/>
                </a:lnTo>
                <a:lnTo>
                  <a:pt x="733425" y="638175"/>
                </a:lnTo>
                <a:lnTo>
                  <a:pt x="733425" y="619125"/>
                </a:lnTo>
                <a:lnTo>
                  <a:pt x="723900" y="619125"/>
                </a:lnTo>
                <a:close/>
                <a:moveTo>
                  <a:pt x="419100" y="619125"/>
                </a:moveTo>
                <a:lnTo>
                  <a:pt x="438150" y="619125"/>
                </a:lnTo>
                <a:lnTo>
                  <a:pt x="438150" y="628650"/>
                </a:lnTo>
                <a:lnTo>
                  <a:pt x="419100" y="628650"/>
                </a:lnTo>
                <a:close/>
                <a:moveTo>
                  <a:pt x="666750" y="628650"/>
                </a:moveTo>
                <a:lnTo>
                  <a:pt x="676275" y="628650"/>
                </a:lnTo>
                <a:lnTo>
                  <a:pt x="676275" y="647700"/>
                </a:lnTo>
                <a:lnTo>
                  <a:pt x="657225" y="647700"/>
                </a:lnTo>
                <a:lnTo>
                  <a:pt x="657225" y="638175"/>
                </a:lnTo>
                <a:lnTo>
                  <a:pt x="666750" y="638175"/>
                </a:lnTo>
                <a:close/>
                <a:moveTo>
                  <a:pt x="495300" y="638175"/>
                </a:moveTo>
                <a:lnTo>
                  <a:pt x="504825" y="638175"/>
                </a:lnTo>
                <a:lnTo>
                  <a:pt x="504825" y="666750"/>
                </a:lnTo>
                <a:lnTo>
                  <a:pt x="485775" y="666750"/>
                </a:lnTo>
                <a:lnTo>
                  <a:pt x="485775" y="647700"/>
                </a:lnTo>
                <a:lnTo>
                  <a:pt x="495300" y="647700"/>
                </a:lnTo>
                <a:close/>
                <a:moveTo>
                  <a:pt x="9525" y="647700"/>
                </a:moveTo>
                <a:lnTo>
                  <a:pt x="19050" y="647700"/>
                </a:lnTo>
                <a:lnTo>
                  <a:pt x="19050" y="666750"/>
                </a:lnTo>
                <a:lnTo>
                  <a:pt x="9525" y="666750"/>
                </a:lnTo>
                <a:close/>
                <a:moveTo>
                  <a:pt x="657225" y="657225"/>
                </a:moveTo>
                <a:lnTo>
                  <a:pt x="676275" y="657225"/>
                </a:lnTo>
                <a:lnTo>
                  <a:pt x="676275" y="676275"/>
                </a:lnTo>
                <a:lnTo>
                  <a:pt x="647700" y="676275"/>
                </a:lnTo>
                <a:lnTo>
                  <a:pt x="647700" y="666750"/>
                </a:lnTo>
                <a:lnTo>
                  <a:pt x="657225" y="666750"/>
                </a:lnTo>
                <a:close/>
                <a:moveTo>
                  <a:pt x="466725" y="666750"/>
                </a:moveTo>
                <a:lnTo>
                  <a:pt x="476250" y="666750"/>
                </a:lnTo>
                <a:lnTo>
                  <a:pt x="476250" y="685800"/>
                </a:lnTo>
                <a:lnTo>
                  <a:pt x="466725" y="685800"/>
                </a:lnTo>
                <a:close/>
                <a:moveTo>
                  <a:pt x="447675" y="676275"/>
                </a:moveTo>
                <a:lnTo>
                  <a:pt x="457200" y="676275"/>
                </a:lnTo>
                <a:lnTo>
                  <a:pt x="457200" y="685800"/>
                </a:lnTo>
                <a:lnTo>
                  <a:pt x="447675" y="685800"/>
                </a:lnTo>
                <a:close/>
                <a:moveTo>
                  <a:pt x="590550" y="676275"/>
                </a:moveTo>
                <a:lnTo>
                  <a:pt x="600075" y="676275"/>
                </a:lnTo>
                <a:lnTo>
                  <a:pt x="600075" y="685800"/>
                </a:lnTo>
                <a:lnTo>
                  <a:pt x="590550" y="685800"/>
                </a:lnTo>
                <a:close/>
                <a:moveTo>
                  <a:pt x="371475" y="685800"/>
                </a:moveTo>
                <a:lnTo>
                  <a:pt x="381000" y="685800"/>
                </a:lnTo>
                <a:lnTo>
                  <a:pt x="381000" y="695325"/>
                </a:lnTo>
                <a:lnTo>
                  <a:pt x="371475" y="695325"/>
                </a:lnTo>
                <a:close/>
              </a:path>
            </a:pathLst>
          </a:custGeom>
          <a:solidFill xmlns:a="http://schemas.openxmlformats.org/drawingml/2006/main">
            <a:srgbClr val="F2EFE3"/>
          </a:solidFill>
          <a:ln xmlns:a="http://schemas.openxmlformats.org/drawingml/2006/main" w="0">
            <a:noFill/>
          </a:ln>
        </p:spPr>
      </p:sp>
      <p:sp>
        <p:nvSpPr>
          <p:cNvPr id="49" name="server vector #eeefe4">
            <a:extLst xmlns:a="http://schemas.openxmlformats.org/drawingml/2006/main">
              <a:ext uri="{FF2B5EF4-FFF2-40B4-BE49-F238E27FC236}">
                <a16:creationId xmlns:a16="http://schemas.microsoft.com/office/drawing/2014/main" id="{34D0995A-1541-4D3C-A387-6370F260952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143625" y="1524000"/>
            <a:ext cx="790575" cy="704850"/>
          </a:xfrm>
          <a:custGeom xmlns:a="http://schemas.openxmlformats.org/drawingml/2006/main">
            <a:pathLst>
              <a:path w="790575" h="704850">
                <a:moveTo>
                  <a:pt x="133350" y="47625"/>
                </a:moveTo>
                <a:lnTo>
                  <a:pt x="142875" y="47625"/>
                </a:lnTo>
                <a:lnTo>
                  <a:pt x="142875" y="57150"/>
                </a:lnTo>
                <a:lnTo>
                  <a:pt x="133350" y="57150"/>
                </a:lnTo>
                <a:close/>
                <a:moveTo>
                  <a:pt x="238125" y="47625"/>
                </a:moveTo>
                <a:lnTo>
                  <a:pt x="304800" y="47625"/>
                </a:lnTo>
                <a:lnTo>
                  <a:pt x="304800" y="57150"/>
                </a:lnTo>
                <a:lnTo>
                  <a:pt x="238125" y="57150"/>
                </a:lnTo>
                <a:close/>
                <a:moveTo>
                  <a:pt x="323850" y="47625"/>
                </a:moveTo>
                <a:lnTo>
                  <a:pt x="390525" y="47625"/>
                </a:lnTo>
                <a:lnTo>
                  <a:pt x="390525" y="57150"/>
                </a:lnTo>
                <a:lnTo>
                  <a:pt x="323850" y="57150"/>
                </a:lnTo>
                <a:close/>
                <a:moveTo>
                  <a:pt x="457200" y="47625"/>
                </a:moveTo>
                <a:lnTo>
                  <a:pt x="476250" y="47625"/>
                </a:lnTo>
                <a:lnTo>
                  <a:pt x="476250" y="57150"/>
                </a:lnTo>
                <a:lnTo>
                  <a:pt x="457200" y="57150"/>
                </a:lnTo>
                <a:close/>
                <a:moveTo>
                  <a:pt x="57150" y="95250"/>
                </a:moveTo>
                <a:lnTo>
                  <a:pt x="76200" y="95250"/>
                </a:lnTo>
                <a:lnTo>
                  <a:pt x="76200" y="104775"/>
                </a:lnTo>
                <a:lnTo>
                  <a:pt x="66675" y="104775"/>
                </a:lnTo>
                <a:lnTo>
                  <a:pt x="66675" y="123825"/>
                </a:lnTo>
                <a:lnTo>
                  <a:pt x="57150" y="123825"/>
                </a:lnTo>
                <a:close/>
                <a:moveTo>
                  <a:pt x="161925" y="95250"/>
                </a:moveTo>
                <a:lnTo>
                  <a:pt x="180975" y="95250"/>
                </a:lnTo>
                <a:lnTo>
                  <a:pt x="180975" y="104775"/>
                </a:lnTo>
                <a:lnTo>
                  <a:pt x="161925" y="104775"/>
                </a:lnTo>
                <a:close/>
                <a:moveTo>
                  <a:pt x="257175" y="95250"/>
                </a:moveTo>
                <a:lnTo>
                  <a:pt x="295275" y="95250"/>
                </a:lnTo>
                <a:lnTo>
                  <a:pt x="295275" y="104775"/>
                </a:lnTo>
                <a:lnTo>
                  <a:pt x="257175" y="104775"/>
                </a:lnTo>
                <a:close/>
                <a:moveTo>
                  <a:pt x="314325" y="95250"/>
                </a:moveTo>
                <a:lnTo>
                  <a:pt x="323850" y="95250"/>
                </a:lnTo>
                <a:lnTo>
                  <a:pt x="323850" y="104775"/>
                </a:lnTo>
                <a:lnTo>
                  <a:pt x="314325" y="104775"/>
                </a:lnTo>
                <a:close/>
                <a:moveTo>
                  <a:pt x="438150" y="95250"/>
                </a:moveTo>
                <a:lnTo>
                  <a:pt x="457200" y="95250"/>
                </a:lnTo>
                <a:lnTo>
                  <a:pt x="457200" y="104775"/>
                </a:lnTo>
                <a:lnTo>
                  <a:pt x="438150" y="104775"/>
                </a:lnTo>
                <a:close/>
                <a:moveTo>
                  <a:pt x="495300" y="95250"/>
                </a:moveTo>
                <a:lnTo>
                  <a:pt x="514350" y="95250"/>
                </a:lnTo>
                <a:lnTo>
                  <a:pt x="514350" y="104775"/>
                </a:lnTo>
                <a:lnTo>
                  <a:pt x="495300" y="104775"/>
                </a:lnTo>
                <a:close/>
                <a:moveTo>
                  <a:pt x="561975" y="95250"/>
                </a:moveTo>
                <a:lnTo>
                  <a:pt x="600075" y="95250"/>
                </a:lnTo>
                <a:lnTo>
                  <a:pt x="600075" y="104775"/>
                </a:lnTo>
                <a:lnTo>
                  <a:pt x="561975" y="104775"/>
                </a:lnTo>
                <a:close/>
                <a:moveTo>
                  <a:pt x="133350" y="114300"/>
                </a:moveTo>
                <a:lnTo>
                  <a:pt x="142875" y="114300"/>
                </a:lnTo>
                <a:lnTo>
                  <a:pt x="142875" y="123825"/>
                </a:lnTo>
                <a:lnTo>
                  <a:pt x="133350" y="123825"/>
                </a:lnTo>
                <a:close/>
                <a:moveTo>
                  <a:pt x="180975" y="114300"/>
                </a:moveTo>
                <a:lnTo>
                  <a:pt x="200025" y="114300"/>
                </a:lnTo>
                <a:lnTo>
                  <a:pt x="200025" y="123825"/>
                </a:lnTo>
                <a:lnTo>
                  <a:pt x="209550" y="123825"/>
                </a:lnTo>
                <a:lnTo>
                  <a:pt x="209550" y="133350"/>
                </a:lnTo>
                <a:lnTo>
                  <a:pt x="219075" y="133350"/>
                </a:lnTo>
                <a:lnTo>
                  <a:pt x="219075" y="142875"/>
                </a:lnTo>
                <a:lnTo>
                  <a:pt x="180975" y="142875"/>
                </a:lnTo>
                <a:lnTo>
                  <a:pt x="180975" y="133350"/>
                </a:lnTo>
                <a:lnTo>
                  <a:pt x="171450" y="133350"/>
                </a:lnTo>
                <a:lnTo>
                  <a:pt x="171450" y="123825"/>
                </a:lnTo>
                <a:lnTo>
                  <a:pt x="180975" y="123825"/>
                </a:lnTo>
                <a:close/>
                <a:moveTo>
                  <a:pt x="142875" y="123825"/>
                </a:moveTo>
                <a:lnTo>
                  <a:pt x="152400" y="123825"/>
                </a:lnTo>
                <a:lnTo>
                  <a:pt x="152400" y="133350"/>
                </a:lnTo>
                <a:lnTo>
                  <a:pt x="142875" y="133350"/>
                </a:lnTo>
                <a:close/>
                <a:moveTo>
                  <a:pt x="114300" y="133350"/>
                </a:moveTo>
                <a:lnTo>
                  <a:pt x="142875" y="133350"/>
                </a:lnTo>
                <a:lnTo>
                  <a:pt x="142875" y="161925"/>
                </a:lnTo>
                <a:lnTo>
                  <a:pt x="133350" y="161925"/>
                </a:lnTo>
                <a:lnTo>
                  <a:pt x="133350" y="142875"/>
                </a:lnTo>
                <a:lnTo>
                  <a:pt x="123825" y="142875"/>
                </a:lnTo>
                <a:lnTo>
                  <a:pt x="123825" y="161925"/>
                </a:lnTo>
                <a:lnTo>
                  <a:pt x="114300" y="161925"/>
                </a:lnTo>
                <a:close/>
                <a:moveTo>
                  <a:pt x="247650" y="133350"/>
                </a:moveTo>
                <a:lnTo>
                  <a:pt x="257175" y="133350"/>
                </a:lnTo>
                <a:lnTo>
                  <a:pt x="257175" y="142875"/>
                </a:lnTo>
                <a:lnTo>
                  <a:pt x="247650" y="142875"/>
                </a:lnTo>
                <a:close/>
                <a:moveTo>
                  <a:pt x="142875" y="161925"/>
                </a:moveTo>
                <a:lnTo>
                  <a:pt x="152400" y="161925"/>
                </a:lnTo>
                <a:lnTo>
                  <a:pt x="152400" y="171450"/>
                </a:lnTo>
                <a:lnTo>
                  <a:pt x="190500" y="171450"/>
                </a:lnTo>
                <a:lnTo>
                  <a:pt x="190500" y="161925"/>
                </a:lnTo>
                <a:lnTo>
                  <a:pt x="219075" y="161925"/>
                </a:lnTo>
                <a:lnTo>
                  <a:pt x="219075" y="171450"/>
                </a:lnTo>
                <a:lnTo>
                  <a:pt x="228600" y="171450"/>
                </a:lnTo>
                <a:lnTo>
                  <a:pt x="228600" y="180975"/>
                </a:lnTo>
                <a:lnTo>
                  <a:pt x="219075" y="180975"/>
                </a:lnTo>
                <a:lnTo>
                  <a:pt x="219075" y="190500"/>
                </a:lnTo>
                <a:lnTo>
                  <a:pt x="209550" y="190500"/>
                </a:lnTo>
                <a:lnTo>
                  <a:pt x="209550" y="200025"/>
                </a:lnTo>
                <a:lnTo>
                  <a:pt x="219075" y="200025"/>
                </a:lnTo>
                <a:lnTo>
                  <a:pt x="219075" y="209550"/>
                </a:lnTo>
                <a:lnTo>
                  <a:pt x="133350" y="209550"/>
                </a:lnTo>
                <a:lnTo>
                  <a:pt x="133350" y="200025"/>
                </a:lnTo>
                <a:lnTo>
                  <a:pt x="123825" y="200025"/>
                </a:lnTo>
                <a:lnTo>
                  <a:pt x="123825" y="171450"/>
                </a:lnTo>
                <a:lnTo>
                  <a:pt x="133350" y="171450"/>
                </a:lnTo>
                <a:lnTo>
                  <a:pt x="133350" y="180975"/>
                </a:lnTo>
                <a:lnTo>
                  <a:pt x="142875" y="180975"/>
                </a:lnTo>
                <a:close/>
                <a:moveTo>
                  <a:pt x="590550" y="180975"/>
                </a:moveTo>
                <a:lnTo>
                  <a:pt x="600075" y="180975"/>
                </a:lnTo>
                <a:lnTo>
                  <a:pt x="600075" y="190500"/>
                </a:lnTo>
                <a:lnTo>
                  <a:pt x="590550" y="190500"/>
                </a:lnTo>
                <a:close/>
                <a:moveTo>
                  <a:pt x="609600" y="180975"/>
                </a:moveTo>
                <a:lnTo>
                  <a:pt x="619125" y="180975"/>
                </a:lnTo>
                <a:lnTo>
                  <a:pt x="619125" y="200025"/>
                </a:lnTo>
                <a:lnTo>
                  <a:pt x="609600" y="200025"/>
                </a:lnTo>
                <a:close/>
                <a:moveTo>
                  <a:pt x="66675" y="200025"/>
                </a:moveTo>
                <a:lnTo>
                  <a:pt x="76200" y="200025"/>
                </a:lnTo>
                <a:lnTo>
                  <a:pt x="76200" y="257175"/>
                </a:lnTo>
                <a:lnTo>
                  <a:pt x="66675" y="257175"/>
                </a:lnTo>
                <a:lnTo>
                  <a:pt x="66675" y="247650"/>
                </a:lnTo>
                <a:lnTo>
                  <a:pt x="57150" y="247650"/>
                </a:lnTo>
                <a:lnTo>
                  <a:pt x="57150" y="238125"/>
                </a:lnTo>
                <a:lnTo>
                  <a:pt x="66675" y="238125"/>
                </a:lnTo>
                <a:close/>
                <a:moveTo>
                  <a:pt x="352425" y="200025"/>
                </a:moveTo>
                <a:lnTo>
                  <a:pt x="361950" y="200025"/>
                </a:lnTo>
                <a:lnTo>
                  <a:pt x="361950" y="209550"/>
                </a:lnTo>
                <a:lnTo>
                  <a:pt x="352425" y="209550"/>
                </a:lnTo>
                <a:close/>
                <a:moveTo>
                  <a:pt x="371475" y="200025"/>
                </a:moveTo>
                <a:lnTo>
                  <a:pt x="381000" y="200025"/>
                </a:lnTo>
                <a:lnTo>
                  <a:pt x="381000" y="209550"/>
                </a:lnTo>
                <a:lnTo>
                  <a:pt x="371475" y="209550"/>
                </a:lnTo>
                <a:close/>
                <a:moveTo>
                  <a:pt x="390525" y="200025"/>
                </a:moveTo>
                <a:lnTo>
                  <a:pt x="400050" y="200025"/>
                </a:lnTo>
                <a:lnTo>
                  <a:pt x="400050" y="209550"/>
                </a:lnTo>
                <a:lnTo>
                  <a:pt x="390525" y="209550"/>
                </a:lnTo>
                <a:close/>
                <a:moveTo>
                  <a:pt x="457200" y="200025"/>
                </a:moveTo>
                <a:lnTo>
                  <a:pt x="514350" y="200025"/>
                </a:lnTo>
                <a:lnTo>
                  <a:pt x="514350" y="209550"/>
                </a:lnTo>
                <a:lnTo>
                  <a:pt x="457200" y="209550"/>
                </a:lnTo>
                <a:close/>
                <a:moveTo>
                  <a:pt x="542925" y="200025"/>
                </a:moveTo>
                <a:lnTo>
                  <a:pt x="600075" y="200025"/>
                </a:lnTo>
                <a:lnTo>
                  <a:pt x="600075" y="209550"/>
                </a:lnTo>
                <a:lnTo>
                  <a:pt x="542925" y="209550"/>
                </a:lnTo>
                <a:close/>
                <a:moveTo>
                  <a:pt x="657225" y="200025"/>
                </a:moveTo>
                <a:lnTo>
                  <a:pt x="666750" y="200025"/>
                </a:lnTo>
                <a:lnTo>
                  <a:pt x="666750" y="219075"/>
                </a:lnTo>
                <a:lnTo>
                  <a:pt x="657225" y="219075"/>
                </a:lnTo>
                <a:close/>
                <a:moveTo>
                  <a:pt x="657225" y="228600"/>
                </a:moveTo>
                <a:lnTo>
                  <a:pt x="666750" y="228600"/>
                </a:lnTo>
                <a:lnTo>
                  <a:pt x="666750" y="238125"/>
                </a:lnTo>
                <a:lnTo>
                  <a:pt x="657225" y="238125"/>
                </a:lnTo>
                <a:close/>
                <a:moveTo>
                  <a:pt x="657225" y="247650"/>
                </a:moveTo>
                <a:lnTo>
                  <a:pt x="666750" y="247650"/>
                </a:lnTo>
                <a:lnTo>
                  <a:pt x="666750" y="257175"/>
                </a:lnTo>
                <a:lnTo>
                  <a:pt x="657225" y="257175"/>
                </a:lnTo>
                <a:close/>
                <a:moveTo>
                  <a:pt x="190500" y="257175"/>
                </a:moveTo>
                <a:lnTo>
                  <a:pt x="200025" y="257175"/>
                </a:lnTo>
                <a:lnTo>
                  <a:pt x="200025" y="266700"/>
                </a:lnTo>
                <a:lnTo>
                  <a:pt x="209550" y="266700"/>
                </a:lnTo>
                <a:lnTo>
                  <a:pt x="209550" y="276225"/>
                </a:lnTo>
                <a:lnTo>
                  <a:pt x="219075" y="276225"/>
                </a:lnTo>
                <a:lnTo>
                  <a:pt x="219075" y="285750"/>
                </a:lnTo>
                <a:lnTo>
                  <a:pt x="190500" y="285750"/>
                </a:lnTo>
                <a:close/>
                <a:moveTo>
                  <a:pt x="57150" y="276225"/>
                </a:moveTo>
                <a:lnTo>
                  <a:pt x="66675" y="276225"/>
                </a:lnTo>
                <a:lnTo>
                  <a:pt x="66675" y="295275"/>
                </a:lnTo>
                <a:lnTo>
                  <a:pt x="57150" y="295275"/>
                </a:lnTo>
                <a:close/>
                <a:moveTo>
                  <a:pt x="180975" y="285750"/>
                </a:moveTo>
                <a:lnTo>
                  <a:pt x="190500" y="285750"/>
                </a:lnTo>
                <a:lnTo>
                  <a:pt x="190500" y="295275"/>
                </a:lnTo>
                <a:lnTo>
                  <a:pt x="180975" y="295275"/>
                </a:lnTo>
                <a:close/>
                <a:moveTo>
                  <a:pt x="600075" y="304800"/>
                </a:moveTo>
                <a:lnTo>
                  <a:pt x="609600" y="304800"/>
                </a:lnTo>
                <a:lnTo>
                  <a:pt x="609600" y="314325"/>
                </a:lnTo>
                <a:lnTo>
                  <a:pt x="600075" y="314325"/>
                </a:lnTo>
                <a:close/>
                <a:moveTo>
                  <a:pt x="523875" y="314325"/>
                </a:moveTo>
                <a:lnTo>
                  <a:pt x="533400" y="314325"/>
                </a:lnTo>
                <a:lnTo>
                  <a:pt x="533400" y="323850"/>
                </a:lnTo>
                <a:lnTo>
                  <a:pt x="523875" y="323850"/>
                </a:lnTo>
                <a:close/>
                <a:moveTo>
                  <a:pt x="180975" y="323850"/>
                </a:moveTo>
                <a:lnTo>
                  <a:pt x="219075" y="323850"/>
                </a:lnTo>
                <a:lnTo>
                  <a:pt x="219075" y="333375"/>
                </a:lnTo>
                <a:lnTo>
                  <a:pt x="247650" y="333375"/>
                </a:lnTo>
                <a:lnTo>
                  <a:pt x="247650" y="342900"/>
                </a:lnTo>
                <a:lnTo>
                  <a:pt x="209550" y="342900"/>
                </a:lnTo>
                <a:lnTo>
                  <a:pt x="209550" y="352425"/>
                </a:lnTo>
                <a:lnTo>
                  <a:pt x="257175" y="352425"/>
                </a:lnTo>
                <a:lnTo>
                  <a:pt x="257175" y="361950"/>
                </a:lnTo>
                <a:lnTo>
                  <a:pt x="200025" y="361950"/>
                </a:lnTo>
                <a:lnTo>
                  <a:pt x="200025" y="352425"/>
                </a:lnTo>
                <a:lnTo>
                  <a:pt x="190500" y="352425"/>
                </a:lnTo>
                <a:lnTo>
                  <a:pt x="190500" y="342900"/>
                </a:lnTo>
                <a:lnTo>
                  <a:pt x="200025" y="342900"/>
                </a:lnTo>
                <a:lnTo>
                  <a:pt x="200025" y="333375"/>
                </a:lnTo>
                <a:lnTo>
                  <a:pt x="180975" y="333375"/>
                </a:lnTo>
                <a:close/>
                <a:moveTo>
                  <a:pt x="504825" y="323850"/>
                </a:moveTo>
                <a:lnTo>
                  <a:pt x="523875" y="323850"/>
                </a:lnTo>
                <a:lnTo>
                  <a:pt x="523875" y="333375"/>
                </a:lnTo>
                <a:lnTo>
                  <a:pt x="504825" y="333375"/>
                </a:lnTo>
                <a:close/>
                <a:moveTo>
                  <a:pt x="457200" y="333375"/>
                </a:moveTo>
                <a:lnTo>
                  <a:pt x="466725" y="333375"/>
                </a:lnTo>
                <a:lnTo>
                  <a:pt x="466725" y="342900"/>
                </a:lnTo>
                <a:lnTo>
                  <a:pt x="457200" y="342900"/>
                </a:lnTo>
                <a:close/>
                <a:moveTo>
                  <a:pt x="114300" y="342900"/>
                </a:moveTo>
                <a:lnTo>
                  <a:pt x="123825" y="342900"/>
                </a:lnTo>
                <a:lnTo>
                  <a:pt x="123825" y="352425"/>
                </a:lnTo>
                <a:lnTo>
                  <a:pt x="114300" y="352425"/>
                </a:lnTo>
                <a:close/>
                <a:moveTo>
                  <a:pt x="447675" y="342900"/>
                </a:moveTo>
                <a:lnTo>
                  <a:pt x="457200" y="342900"/>
                </a:lnTo>
                <a:lnTo>
                  <a:pt x="457200" y="352425"/>
                </a:lnTo>
                <a:lnTo>
                  <a:pt x="447675" y="352425"/>
                </a:lnTo>
                <a:close/>
                <a:moveTo>
                  <a:pt x="123825" y="352425"/>
                </a:moveTo>
                <a:lnTo>
                  <a:pt x="133350" y="352425"/>
                </a:lnTo>
                <a:lnTo>
                  <a:pt x="133350" y="361950"/>
                </a:lnTo>
                <a:lnTo>
                  <a:pt x="123825" y="361950"/>
                </a:lnTo>
                <a:close/>
                <a:moveTo>
                  <a:pt x="552450" y="371475"/>
                </a:moveTo>
                <a:lnTo>
                  <a:pt x="561975" y="371475"/>
                </a:lnTo>
                <a:lnTo>
                  <a:pt x="561975" y="381000"/>
                </a:lnTo>
                <a:lnTo>
                  <a:pt x="552450" y="381000"/>
                </a:lnTo>
                <a:close/>
                <a:moveTo>
                  <a:pt x="485775" y="390525"/>
                </a:moveTo>
                <a:lnTo>
                  <a:pt x="523875" y="390525"/>
                </a:lnTo>
                <a:lnTo>
                  <a:pt x="523875" y="400050"/>
                </a:lnTo>
                <a:lnTo>
                  <a:pt x="485775" y="400050"/>
                </a:lnTo>
                <a:close/>
                <a:moveTo>
                  <a:pt x="209550" y="409575"/>
                </a:moveTo>
                <a:lnTo>
                  <a:pt x="285750" y="409575"/>
                </a:lnTo>
                <a:lnTo>
                  <a:pt x="285750" y="419100"/>
                </a:lnTo>
                <a:lnTo>
                  <a:pt x="257175" y="419100"/>
                </a:lnTo>
                <a:lnTo>
                  <a:pt x="257175" y="428625"/>
                </a:lnTo>
                <a:lnTo>
                  <a:pt x="247650" y="428625"/>
                </a:lnTo>
                <a:lnTo>
                  <a:pt x="247650" y="438150"/>
                </a:lnTo>
                <a:lnTo>
                  <a:pt x="219075" y="438150"/>
                </a:lnTo>
                <a:lnTo>
                  <a:pt x="219075" y="447675"/>
                </a:lnTo>
                <a:lnTo>
                  <a:pt x="209550" y="447675"/>
                </a:lnTo>
                <a:lnTo>
                  <a:pt x="209550" y="457200"/>
                </a:lnTo>
                <a:lnTo>
                  <a:pt x="190500" y="457200"/>
                </a:lnTo>
                <a:lnTo>
                  <a:pt x="190500" y="447675"/>
                </a:lnTo>
                <a:lnTo>
                  <a:pt x="180975" y="447675"/>
                </a:lnTo>
                <a:lnTo>
                  <a:pt x="180975" y="438150"/>
                </a:lnTo>
                <a:lnTo>
                  <a:pt x="190500" y="438150"/>
                </a:lnTo>
                <a:lnTo>
                  <a:pt x="190500" y="428625"/>
                </a:lnTo>
                <a:lnTo>
                  <a:pt x="219075" y="428625"/>
                </a:lnTo>
                <a:lnTo>
                  <a:pt x="219075" y="419100"/>
                </a:lnTo>
                <a:lnTo>
                  <a:pt x="209550" y="419100"/>
                </a:lnTo>
                <a:close/>
                <a:moveTo>
                  <a:pt x="295275" y="409575"/>
                </a:moveTo>
                <a:lnTo>
                  <a:pt x="342900" y="409575"/>
                </a:lnTo>
                <a:lnTo>
                  <a:pt x="342900" y="419100"/>
                </a:lnTo>
                <a:lnTo>
                  <a:pt x="295275" y="419100"/>
                </a:lnTo>
                <a:close/>
                <a:moveTo>
                  <a:pt x="390525" y="428625"/>
                </a:moveTo>
                <a:lnTo>
                  <a:pt x="409575" y="428625"/>
                </a:lnTo>
                <a:lnTo>
                  <a:pt x="409575" y="447675"/>
                </a:lnTo>
                <a:lnTo>
                  <a:pt x="400050" y="447675"/>
                </a:lnTo>
                <a:lnTo>
                  <a:pt x="400050" y="466725"/>
                </a:lnTo>
                <a:lnTo>
                  <a:pt x="390525" y="466725"/>
                </a:lnTo>
                <a:lnTo>
                  <a:pt x="390525" y="457200"/>
                </a:lnTo>
                <a:lnTo>
                  <a:pt x="381000" y="457200"/>
                </a:lnTo>
                <a:lnTo>
                  <a:pt x="381000" y="447675"/>
                </a:lnTo>
                <a:lnTo>
                  <a:pt x="390525" y="447675"/>
                </a:lnTo>
                <a:close/>
                <a:moveTo>
                  <a:pt x="57150" y="447675"/>
                </a:moveTo>
                <a:lnTo>
                  <a:pt x="66675" y="447675"/>
                </a:lnTo>
                <a:lnTo>
                  <a:pt x="66675" y="457200"/>
                </a:lnTo>
                <a:lnTo>
                  <a:pt x="57150" y="457200"/>
                </a:lnTo>
                <a:close/>
                <a:moveTo>
                  <a:pt x="142875" y="447675"/>
                </a:moveTo>
                <a:lnTo>
                  <a:pt x="152400" y="447675"/>
                </a:lnTo>
                <a:lnTo>
                  <a:pt x="152400" y="457200"/>
                </a:lnTo>
                <a:lnTo>
                  <a:pt x="142875" y="457200"/>
                </a:lnTo>
                <a:close/>
                <a:moveTo>
                  <a:pt x="371475" y="457200"/>
                </a:moveTo>
                <a:lnTo>
                  <a:pt x="381000" y="457200"/>
                </a:lnTo>
                <a:lnTo>
                  <a:pt x="381000" y="466725"/>
                </a:lnTo>
                <a:lnTo>
                  <a:pt x="371475" y="466725"/>
                </a:lnTo>
                <a:close/>
                <a:moveTo>
                  <a:pt x="47625" y="466725"/>
                </a:moveTo>
                <a:lnTo>
                  <a:pt x="57150" y="466725"/>
                </a:lnTo>
                <a:lnTo>
                  <a:pt x="57150" y="476250"/>
                </a:lnTo>
                <a:lnTo>
                  <a:pt x="47625" y="476250"/>
                </a:lnTo>
                <a:close/>
                <a:moveTo>
                  <a:pt x="190500" y="466725"/>
                </a:moveTo>
                <a:lnTo>
                  <a:pt x="209550" y="466725"/>
                </a:lnTo>
                <a:lnTo>
                  <a:pt x="209550" y="476250"/>
                </a:lnTo>
                <a:lnTo>
                  <a:pt x="190500" y="476250"/>
                </a:lnTo>
                <a:close/>
                <a:moveTo>
                  <a:pt x="752475" y="466725"/>
                </a:moveTo>
                <a:lnTo>
                  <a:pt x="762000" y="466725"/>
                </a:lnTo>
                <a:lnTo>
                  <a:pt x="762000" y="495300"/>
                </a:lnTo>
                <a:lnTo>
                  <a:pt x="752475" y="495300"/>
                </a:lnTo>
                <a:close/>
                <a:moveTo>
                  <a:pt x="247650" y="476250"/>
                </a:moveTo>
                <a:lnTo>
                  <a:pt x="257175" y="476250"/>
                </a:lnTo>
                <a:lnTo>
                  <a:pt x="257175" y="504825"/>
                </a:lnTo>
                <a:lnTo>
                  <a:pt x="285750" y="504825"/>
                </a:lnTo>
                <a:lnTo>
                  <a:pt x="285750" y="523875"/>
                </a:lnTo>
                <a:lnTo>
                  <a:pt x="257175" y="523875"/>
                </a:lnTo>
                <a:lnTo>
                  <a:pt x="257175" y="514350"/>
                </a:lnTo>
                <a:lnTo>
                  <a:pt x="238125" y="514350"/>
                </a:lnTo>
                <a:lnTo>
                  <a:pt x="238125" y="504825"/>
                </a:lnTo>
                <a:lnTo>
                  <a:pt x="228600" y="504825"/>
                </a:lnTo>
                <a:lnTo>
                  <a:pt x="228600" y="485775"/>
                </a:lnTo>
                <a:lnTo>
                  <a:pt x="247650" y="485775"/>
                </a:lnTo>
                <a:close/>
                <a:moveTo>
                  <a:pt x="57150" y="485775"/>
                </a:moveTo>
                <a:lnTo>
                  <a:pt x="66675" y="485775"/>
                </a:lnTo>
                <a:lnTo>
                  <a:pt x="66675" y="495300"/>
                </a:lnTo>
                <a:lnTo>
                  <a:pt x="57150" y="495300"/>
                </a:lnTo>
                <a:close/>
                <a:moveTo>
                  <a:pt x="123825" y="485775"/>
                </a:moveTo>
                <a:lnTo>
                  <a:pt x="133350" y="485775"/>
                </a:lnTo>
                <a:lnTo>
                  <a:pt x="133350" y="495300"/>
                </a:lnTo>
                <a:lnTo>
                  <a:pt x="123825" y="495300"/>
                </a:lnTo>
                <a:close/>
                <a:moveTo>
                  <a:pt x="209550" y="485775"/>
                </a:moveTo>
                <a:lnTo>
                  <a:pt x="219075" y="485775"/>
                </a:lnTo>
                <a:lnTo>
                  <a:pt x="219075" y="495300"/>
                </a:lnTo>
                <a:lnTo>
                  <a:pt x="209550" y="495300"/>
                </a:lnTo>
                <a:close/>
                <a:moveTo>
                  <a:pt x="676275" y="495300"/>
                </a:moveTo>
                <a:lnTo>
                  <a:pt x="685800" y="495300"/>
                </a:lnTo>
                <a:lnTo>
                  <a:pt x="685800" y="504825"/>
                </a:lnTo>
                <a:lnTo>
                  <a:pt x="676275" y="504825"/>
                </a:lnTo>
                <a:close/>
                <a:moveTo>
                  <a:pt x="57150" y="504825"/>
                </a:moveTo>
                <a:lnTo>
                  <a:pt x="66675" y="504825"/>
                </a:lnTo>
                <a:lnTo>
                  <a:pt x="66675" y="514350"/>
                </a:lnTo>
                <a:lnTo>
                  <a:pt x="76200" y="514350"/>
                </a:lnTo>
                <a:lnTo>
                  <a:pt x="76200" y="533400"/>
                </a:lnTo>
                <a:lnTo>
                  <a:pt x="85725" y="533400"/>
                </a:lnTo>
                <a:lnTo>
                  <a:pt x="85725" y="542925"/>
                </a:lnTo>
                <a:lnTo>
                  <a:pt x="95250" y="542925"/>
                </a:lnTo>
                <a:lnTo>
                  <a:pt x="95250" y="552450"/>
                </a:lnTo>
                <a:lnTo>
                  <a:pt x="85725" y="552450"/>
                </a:lnTo>
                <a:lnTo>
                  <a:pt x="85725" y="561975"/>
                </a:lnTo>
                <a:lnTo>
                  <a:pt x="76200" y="561975"/>
                </a:lnTo>
                <a:lnTo>
                  <a:pt x="76200" y="552450"/>
                </a:lnTo>
                <a:lnTo>
                  <a:pt x="66675" y="552450"/>
                </a:lnTo>
                <a:lnTo>
                  <a:pt x="66675" y="533400"/>
                </a:lnTo>
                <a:lnTo>
                  <a:pt x="57150" y="533400"/>
                </a:lnTo>
                <a:close/>
                <a:moveTo>
                  <a:pt x="628650" y="533400"/>
                </a:moveTo>
                <a:lnTo>
                  <a:pt x="638175" y="533400"/>
                </a:lnTo>
                <a:lnTo>
                  <a:pt x="638175" y="552450"/>
                </a:lnTo>
                <a:lnTo>
                  <a:pt x="619125" y="552450"/>
                </a:lnTo>
                <a:lnTo>
                  <a:pt x="619125" y="542925"/>
                </a:lnTo>
                <a:lnTo>
                  <a:pt x="628650" y="542925"/>
                </a:lnTo>
                <a:close/>
                <a:moveTo>
                  <a:pt x="714375" y="533400"/>
                </a:moveTo>
                <a:lnTo>
                  <a:pt x="723900" y="533400"/>
                </a:lnTo>
                <a:lnTo>
                  <a:pt x="723900" y="542925"/>
                </a:lnTo>
                <a:lnTo>
                  <a:pt x="714375" y="542925"/>
                </a:lnTo>
                <a:close/>
                <a:moveTo>
                  <a:pt x="647700" y="542925"/>
                </a:moveTo>
                <a:lnTo>
                  <a:pt x="657225" y="542925"/>
                </a:lnTo>
                <a:lnTo>
                  <a:pt x="657225" y="552450"/>
                </a:lnTo>
                <a:lnTo>
                  <a:pt x="647700" y="552450"/>
                </a:lnTo>
                <a:close/>
                <a:moveTo>
                  <a:pt x="590550" y="552450"/>
                </a:moveTo>
                <a:lnTo>
                  <a:pt x="600075" y="552450"/>
                </a:lnTo>
                <a:lnTo>
                  <a:pt x="600075" y="561975"/>
                </a:lnTo>
                <a:lnTo>
                  <a:pt x="590550" y="561975"/>
                </a:lnTo>
                <a:close/>
                <a:moveTo>
                  <a:pt x="180975" y="561975"/>
                </a:moveTo>
                <a:lnTo>
                  <a:pt x="200025" y="561975"/>
                </a:lnTo>
                <a:lnTo>
                  <a:pt x="200025" y="571500"/>
                </a:lnTo>
                <a:lnTo>
                  <a:pt x="180975" y="571500"/>
                </a:lnTo>
                <a:close/>
                <a:moveTo>
                  <a:pt x="628650" y="561975"/>
                </a:moveTo>
                <a:lnTo>
                  <a:pt x="647700" y="561975"/>
                </a:lnTo>
                <a:lnTo>
                  <a:pt x="647700" y="571500"/>
                </a:lnTo>
                <a:lnTo>
                  <a:pt x="628650" y="571500"/>
                </a:lnTo>
                <a:close/>
                <a:moveTo>
                  <a:pt x="609600" y="571500"/>
                </a:moveTo>
                <a:lnTo>
                  <a:pt x="619125" y="571500"/>
                </a:lnTo>
                <a:lnTo>
                  <a:pt x="619125" y="581025"/>
                </a:lnTo>
                <a:lnTo>
                  <a:pt x="609600" y="581025"/>
                </a:lnTo>
                <a:close/>
                <a:moveTo>
                  <a:pt x="552450" y="581025"/>
                </a:moveTo>
                <a:lnTo>
                  <a:pt x="561975" y="581025"/>
                </a:lnTo>
                <a:lnTo>
                  <a:pt x="561975" y="590550"/>
                </a:lnTo>
                <a:lnTo>
                  <a:pt x="552450" y="590550"/>
                </a:lnTo>
                <a:close/>
                <a:moveTo>
                  <a:pt x="571500" y="581025"/>
                </a:moveTo>
                <a:lnTo>
                  <a:pt x="590550" y="581025"/>
                </a:lnTo>
                <a:lnTo>
                  <a:pt x="590550" y="590550"/>
                </a:lnTo>
                <a:lnTo>
                  <a:pt x="571500" y="590550"/>
                </a:lnTo>
                <a:close/>
                <a:moveTo>
                  <a:pt x="723900" y="581025"/>
                </a:moveTo>
                <a:lnTo>
                  <a:pt x="733425" y="581025"/>
                </a:lnTo>
                <a:lnTo>
                  <a:pt x="733425" y="600075"/>
                </a:lnTo>
                <a:lnTo>
                  <a:pt x="714375" y="600075"/>
                </a:lnTo>
                <a:lnTo>
                  <a:pt x="714375" y="590550"/>
                </a:lnTo>
                <a:lnTo>
                  <a:pt x="723900" y="590550"/>
                </a:lnTo>
                <a:close/>
                <a:moveTo>
                  <a:pt x="695325" y="609600"/>
                </a:moveTo>
                <a:lnTo>
                  <a:pt x="704850" y="609600"/>
                </a:lnTo>
                <a:lnTo>
                  <a:pt x="704850" y="628650"/>
                </a:lnTo>
                <a:lnTo>
                  <a:pt x="695325" y="628650"/>
                </a:lnTo>
                <a:close/>
                <a:moveTo>
                  <a:pt x="495300" y="619125"/>
                </a:moveTo>
                <a:lnTo>
                  <a:pt x="504825" y="619125"/>
                </a:lnTo>
                <a:lnTo>
                  <a:pt x="504825" y="628650"/>
                </a:lnTo>
                <a:lnTo>
                  <a:pt x="495300" y="628650"/>
                </a:lnTo>
                <a:close/>
                <a:moveTo>
                  <a:pt x="628650" y="619125"/>
                </a:moveTo>
                <a:lnTo>
                  <a:pt x="647700" y="619125"/>
                </a:lnTo>
                <a:lnTo>
                  <a:pt x="647700" y="628650"/>
                </a:lnTo>
                <a:lnTo>
                  <a:pt x="666750" y="628650"/>
                </a:lnTo>
                <a:lnTo>
                  <a:pt x="666750" y="638175"/>
                </a:lnTo>
                <a:lnTo>
                  <a:pt x="628650" y="638175"/>
                </a:lnTo>
                <a:close/>
                <a:moveTo>
                  <a:pt x="504825" y="638175"/>
                </a:moveTo>
                <a:lnTo>
                  <a:pt x="514350" y="638175"/>
                </a:lnTo>
                <a:lnTo>
                  <a:pt x="514350" y="647700"/>
                </a:lnTo>
                <a:lnTo>
                  <a:pt x="504825" y="647700"/>
                </a:lnTo>
                <a:close/>
                <a:moveTo>
                  <a:pt x="533400" y="647700"/>
                </a:moveTo>
                <a:lnTo>
                  <a:pt x="542925" y="647700"/>
                </a:lnTo>
                <a:lnTo>
                  <a:pt x="542925" y="657225"/>
                </a:lnTo>
                <a:lnTo>
                  <a:pt x="533400" y="657225"/>
                </a:lnTo>
                <a:close/>
              </a:path>
            </a:pathLst>
          </a:custGeom>
          <a:solidFill xmlns:a="http://schemas.openxmlformats.org/drawingml/2006/main">
            <a:srgbClr val="EEEFE4"/>
          </a:solidFill>
          <a:ln xmlns:a="http://schemas.openxmlformats.org/drawingml/2006/main" w="0">
            <a:noFill/>
          </a:ln>
        </p:spPr>
      </p:sp>
      <p:sp>
        <p:nvSpPr>
          <p:cNvPr id="50" name="server vector #f0eee2">
            <a:extLst xmlns:a="http://schemas.openxmlformats.org/drawingml/2006/main">
              <a:ext uri="{FF2B5EF4-FFF2-40B4-BE49-F238E27FC236}">
                <a16:creationId xmlns:a16="http://schemas.microsoft.com/office/drawing/2014/main" id="{005A0FD9-4951-408A-A651-788F485CA99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143625" y="1524000"/>
            <a:ext cx="790575" cy="704850"/>
          </a:xfrm>
          <a:custGeom xmlns:a="http://schemas.openxmlformats.org/drawingml/2006/main">
            <a:pathLst>
              <a:path w="790575" h="704850">
                <a:moveTo>
                  <a:pt x="238125" y="28575"/>
                </a:moveTo>
                <a:lnTo>
                  <a:pt x="342900" y="28575"/>
                </a:lnTo>
                <a:lnTo>
                  <a:pt x="342900" y="47625"/>
                </a:lnTo>
                <a:lnTo>
                  <a:pt x="323850" y="47625"/>
                </a:lnTo>
                <a:lnTo>
                  <a:pt x="323850" y="57150"/>
                </a:lnTo>
                <a:lnTo>
                  <a:pt x="304800" y="57150"/>
                </a:lnTo>
                <a:lnTo>
                  <a:pt x="304800" y="47625"/>
                </a:lnTo>
                <a:lnTo>
                  <a:pt x="285750" y="47625"/>
                </a:lnTo>
                <a:lnTo>
                  <a:pt x="285750" y="38100"/>
                </a:lnTo>
                <a:lnTo>
                  <a:pt x="238125" y="38100"/>
                </a:lnTo>
                <a:close/>
                <a:moveTo>
                  <a:pt x="419100" y="28575"/>
                </a:moveTo>
                <a:lnTo>
                  <a:pt x="428625" y="28575"/>
                </a:lnTo>
                <a:lnTo>
                  <a:pt x="428625" y="38100"/>
                </a:lnTo>
                <a:lnTo>
                  <a:pt x="419100" y="38100"/>
                </a:lnTo>
                <a:close/>
                <a:moveTo>
                  <a:pt x="76200" y="47625"/>
                </a:moveTo>
                <a:lnTo>
                  <a:pt x="85725" y="47625"/>
                </a:lnTo>
                <a:lnTo>
                  <a:pt x="85725" y="57150"/>
                </a:lnTo>
                <a:lnTo>
                  <a:pt x="76200" y="57150"/>
                </a:lnTo>
                <a:close/>
                <a:moveTo>
                  <a:pt x="428625" y="47625"/>
                </a:moveTo>
                <a:lnTo>
                  <a:pt x="438150" y="47625"/>
                </a:lnTo>
                <a:lnTo>
                  <a:pt x="438150" y="57150"/>
                </a:lnTo>
                <a:lnTo>
                  <a:pt x="428625" y="57150"/>
                </a:lnTo>
                <a:close/>
                <a:moveTo>
                  <a:pt x="447675" y="47625"/>
                </a:moveTo>
                <a:lnTo>
                  <a:pt x="457200" y="47625"/>
                </a:lnTo>
                <a:lnTo>
                  <a:pt x="457200" y="57150"/>
                </a:lnTo>
                <a:lnTo>
                  <a:pt x="447675" y="57150"/>
                </a:lnTo>
                <a:close/>
                <a:moveTo>
                  <a:pt x="66675" y="66675"/>
                </a:moveTo>
                <a:lnTo>
                  <a:pt x="76200" y="66675"/>
                </a:lnTo>
                <a:lnTo>
                  <a:pt x="76200" y="76200"/>
                </a:lnTo>
                <a:lnTo>
                  <a:pt x="66675" y="76200"/>
                </a:lnTo>
                <a:close/>
                <a:moveTo>
                  <a:pt x="47625" y="95250"/>
                </a:moveTo>
                <a:lnTo>
                  <a:pt x="57150" y="95250"/>
                </a:lnTo>
                <a:lnTo>
                  <a:pt x="57150" y="104775"/>
                </a:lnTo>
                <a:lnTo>
                  <a:pt x="47625" y="104775"/>
                </a:lnTo>
                <a:close/>
                <a:moveTo>
                  <a:pt x="57150" y="123825"/>
                </a:moveTo>
                <a:lnTo>
                  <a:pt x="66675" y="123825"/>
                </a:lnTo>
                <a:lnTo>
                  <a:pt x="66675" y="238125"/>
                </a:lnTo>
                <a:lnTo>
                  <a:pt x="57150" y="238125"/>
                </a:lnTo>
                <a:lnTo>
                  <a:pt x="57150" y="257175"/>
                </a:lnTo>
                <a:lnTo>
                  <a:pt x="47625" y="257175"/>
                </a:lnTo>
                <a:lnTo>
                  <a:pt x="47625" y="180975"/>
                </a:lnTo>
                <a:lnTo>
                  <a:pt x="57150" y="180975"/>
                </a:lnTo>
                <a:lnTo>
                  <a:pt x="57150" y="171450"/>
                </a:lnTo>
                <a:lnTo>
                  <a:pt x="47625" y="171450"/>
                </a:lnTo>
                <a:lnTo>
                  <a:pt x="47625" y="152400"/>
                </a:lnTo>
                <a:lnTo>
                  <a:pt x="57150" y="152400"/>
                </a:lnTo>
                <a:close/>
                <a:moveTo>
                  <a:pt x="257175" y="133350"/>
                </a:moveTo>
                <a:lnTo>
                  <a:pt x="266700" y="133350"/>
                </a:lnTo>
                <a:lnTo>
                  <a:pt x="266700" y="161925"/>
                </a:lnTo>
                <a:lnTo>
                  <a:pt x="257175" y="161925"/>
                </a:lnTo>
                <a:close/>
                <a:moveTo>
                  <a:pt x="266700" y="161925"/>
                </a:moveTo>
                <a:lnTo>
                  <a:pt x="276225" y="161925"/>
                </a:lnTo>
                <a:lnTo>
                  <a:pt x="276225" y="180975"/>
                </a:lnTo>
                <a:lnTo>
                  <a:pt x="266700" y="180975"/>
                </a:lnTo>
                <a:close/>
                <a:moveTo>
                  <a:pt x="276225" y="180975"/>
                </a:moveTo>
                <a:lnTo>
                  <a:pt x="285750" y="180975"/>
                </a:lnTo>
                <a:lnTo>
                  <a:pt x="285750" y="190500"/>
                </a:lnTo>
                <a:lnTo>
                  <a:pt x="276225" y="190500"/>
                </a:lnTo>
                <a:close/>
                <a:moveTo>
                  <a:pt x="295275" y="180975"/>
                </a:moveTo>
                <a:lnTo>
                  <a:pt x="304800" y="180975"/>
                </a:lnTo>
                <a:lnTo>
                  <a:pt x="304800" y="190500"/>
                </a:lnTo>
                <a:lnTo>
                  <a:pt x="295275" y="190500"/>
                </a:lnTo>
                <a:close/>
                <a:moveTo>
                  <a:pt x="514350" y="200025"/>
                </a:moveTo>
                <a:lnTo>
                  <a:pt x="542925" y="200025"/>
                </a:lnTo>
                <a:lnTo>
                  <a:pt x="542925" y="209550"/>
                </a:lnTo>
                <a:lnTo>
                  <a:pt x="514350" y="209550"/>
                </a:lnTo>
                <a:close/>
                <a:moveTo>
                  <a:pt x="200025" y="257175"/>
                </a:moveTo>
                <a:lnTo>
                  <a:pt x="219075" y="257175"/>
                </a:lnTo>
                <a:lnTo>
                  <a:pt x="219075" y="266700"/>
                </a:lnTo>
                <a:lnTo>
                  <a:pt x="200025" y="266700"/>
                </a:lnTo>
                <a:close/>
                <a:moveTo>
                  <a:pt x="571500" y="276225"/>
                </a:moveTo>
                <a:lnTo>
                  <a:pt x="600075" y="276225"/>
                </a:lnTo>
                <a:lnTo>
                  <a:pt x="600075" y="304800"/>
                </a:lnTo>
                <a:lnTo>
                  <a:pt x="571500" y="304800"/>
                </a:lnTo>
                <a:close/>
                <a:moveTo>
                  <a:pt x="457200" y="304800"/>
                </a:moveTo>
                <a:lnTo>
                  <a:pt x="523875" y="304800"/>
                </a:lnTo>
                <a:lnTo>
                  <a:pt x="523875" y="323850"/>
                </a:lnTo>
                <a:lnTo>
                  <a:pt x="504825" y="323850"/>
                </a:lnTo>
                <a:lnTo>
                  <a:pt x="504825" y="333375"/>
                </a:lnTo>
                <a:lnTo>
                  <a:pt x="457200" y="333375"/>
                </a:lnTo>
                <a:lnTo>
                  <a:pt x="457200" y="342900"/>
                </a:lnTo>
                <a:lnTo>
                  <a:pt x="447675" y="342900"/>
                </a:lnTo>
                <a:lnTo>
                  <a:pt x="447675" y="361950"/>
                </a:lnTo>
                <a:lnTo>
                  <a:pt x="438150" y="361950"/>
                </a:lnTo>
                <a:lnTo>
                  <a:pt x="438150" y="371475"/>
                </a:lnTo>
                <a:lnTo>
                  <a:pt x="428625" y="371475"/>
                </a:lnTo>
                <a:lnTo>
                  <a:pt x="428625" y="361950"/>
                </a:lnTo>
                <a:lnTo>
                  <a:pt x="419100" y="361950"/>
                </a:lnTo>
                <a:lnTo>
                  <a:pt x="419100" y="371475"/>
                </a:lnTo>
                <a:lnTo>
                  <a:pt x="400050" y="371475"/>
                </a:lnTo>
                <a:lnTo>
                  <a:pt x="400050" y="352425"/>
                </a:lnTo>
                <a:lnTo>
                  <a:pt x="409575" y="352425"/>
                </a:lnTo>
                <a:lnTo>
                  <a:pt x="409575" y="342900"/>
                </a:lnTo>
                <a:lnTo>
                  <a:pt x="419100" y="342900"/>
                </a:lnTo>
                <a:lnTo>
                  <a:pt x="419100" y="333375"/>
                </a:lnTo>
                <a:lnTo>
                  <a:pt x="428625" y="333375"/>
                </a:lnTo>
                <a:lnTo>
                  <a:pt x="428625" y="323850"/>
                </a:lnTo>
                <a:lnTo>
                  <a:pt x="438150" y="323850"/>
                </a:lnTo>
                <a:lnTo>
                  <a:pt x="438150" y="314325"/>
                </a:lnTo>
                <a:lnTo>
                  <a:pt x="457200" y="314325"/>
                </a:lnTo>
                <a:close/>
                <a:moveTo>
                  <a:pt x="247650" y="323850"/>
                </a:moveTo>
                <a:lnTo>
                  <a:pt x="257175" y="323850"/>
                </a:lnTo>
                <a:lnTo>
                  <a:pt x="257175" y="352425"/>
                </a:lnTo>
                <a:lnTo>
                  <a:pt x="247650" y="352425"/>
                </a:lnTo>
                <a:close/>
                <a:moveTo>
                  <a:pt x="171450" y="333375"/>
                </a:moveTo>
                <a:lnTo>
                  <a:pt x="200025" y="333375"/>
                </a:lnTo>
                <a:lnTo>
                  <a:pt x="200025" y="342900"/>
                </a:lnTo>
                <a:lnTo>
                  <a:pt x="190500" y="342900"/>
                </a:lnTo>
                <a:lnTo>
                  <a:pt x="190500" y="352425"/>
                </a:lnTo>
                <a:lnTo>
                  <a:pt x="200025" y="352425"/>
                </a:lnTo>
                <a:lnTo>
                  <a:pt x="200025" y="361950"/>
                </a:lnTo>
                <a:lnTo>
                  <a:pt x="171450" y="361950"/>
                </a:lnTo>
                <a:lnTo>
                  <a:pt x="171450" y="352425"/>
                </a:lnTo>
                <a:lnTo>
                  <a:pt x="180975" y="352425"/>
                </a:lnTo>
                <a:lnTo>
                  <a:pt x="180975" y="342900"/>
                </a:lnTo>
                <a:lnTo>
                  <a:pt x="171450" y="342900"/>
                </a:lnTo>
                <a:close/>
                <a:moveTo>
                  <a:pt x="276225" y="333375"/>
                </a:moveTo>
                <a:lnTo>
                  <a:pt x="304800" y="333375"/>
                </a:lnTo>
                <a:lnTo>
                  <a:pt x="304800" y="342900"/>
                </a:lnTo>
                <a:lnTo>
                  <a:pt x="295275" y="342900"/>
                </a:lnTo>
                <a:lnTo>
                  <a:pt x="295275" y="352425"/>
                </a:lnTo>
                <a:lnTo>
                  <a:pt x="333375" y="352425"/>
                </a:lnTo>
                <a:lnTo>
                  <a:pt x="333375" y="361950"/>
                </a:lnTo>
                <a:lnTo>
                  <a:pt x="257175" y="361950"/>
                </a:lnTo>
                <a:lnTo>
                  <a:pt x="257175" y="352425"/>
                </a:lnTo>
                <a:lnTo>
                  <a:pt x="285750" y="352425"/>
                </a:lnTo>
                <a:lnTo>
                  <a:pt x="285750" y="342900"/>
                </a:lnTo>
                <a:lnTo>
                  <a:pt x="276225" y="342900"/>
                </a:lnTo>
                <a:close/>
                <a:moveTo>
                  <a:pt x="285750" y="409575"/>
                </a:moveTo>
                <a:lnTo>
                  <a:pt x="295275" y="409575"/>
                </a:lnTo>
                <a:lnTo>
                  <a:pt x="295275" y="419100"/>
                </a:lnTo>
                <a:lnTo>
                  <a:pt x="304800" y="419100"/>
                </a:lnTo>
                <a:lnTo>
                  <a:pt x="304800" y="428625"/>
                </a:lnTo>
                <a:lnTo>
                  <a:pt x="333375" y="428625"/>
                </a:lnTo>
                <a:lnTo>
                  <a:pt x="333375" y="419100"/>
                </a:lnTo>
                <a:lnTo>
                  <a:pt x="342900" y="419100"/>
                </a:lnTo>
                <a:lnTo>
                  <a:pt x="342900" y="409575"/>
                </a:lnTo>
                <a:lnTo>
                  <a:pt x="400050" y="409575"/>
                </a:lnTo>
                <a:lnTo>
                  <a:pt x="400050" y="428625"/>
                </a:lnTo>
                <a:lnTo>
                  <a:pt x="390525" y="428625"/>
                </a:lnTo>
                <a:lnTo>
                  <a:pt x="390525" y="447675"/>
                </a:lnTo>
                <a:lnTo>
                  <a:pt x="381000" y="447675"/>
                </a:lnTo>
                <a:lnTo>
                  <a:pt x="381000" y="457200"/>
                </a:lnTo>
                <a:lnTo>
                  <a:pt x="333375" y="457200"/>
                </a:lnTo>
                <a:lnTo>
                  <a:pt x="333375" y="447675"/>
                </a:lnTo>
                <a:lnTo>
                  <a:pt x="304800" y="447675"/>
                </a:lnTo>
                <a:lnTo>
                  <a:pt x="304800" y="457200"/>
                </a:lnTo>
                <a:lnTo>
                  <a:pt x="285750" y="457200"/>
                </a:lnTo>
                <a:lnTo>
                  <a:pt x="285750" y="476250"/>
                </a:lnTo>
                <a:lnTo>
                  <a:pt x="276225" y="476250"/>
                </a:lnTo>
                <a:lnTo>
                  <a:pt x="276225" y="485775"/>
                </a:lnTo>
                <a:lnTo>
                  <a:pt x="295275" y="485775"/>
                </a:lnTo>
                <a:lnTo>
                  <a:pt x="295275" y="495300"/>
                </a:lnTo>
                <a:lnTo>
                  <a:pt x="276225" y="495300"/>
                </a:lnTo>
                <a:lnTo>
                  <a:pt x="276225" y="504825"/>
                </a:lnTo>
                <a:lnTo>
                  <a:pt x="257175" y="504825"/>
                </a:lnTo>
                <a:lnTo>
                  <a:pt x="257175" y="447675"/>
                </a:lnTo>
                <a:lnTo>
                  <a:pt x="247650" y="447675"/>
                </a:lnTo>
                <a:lnTo>
                  <a:pt x="247650" y="428625"/>
                </a:lnTo>
                <a:lnTo>
                  <a:pt x="257175" y="428625"/>
                </a:lnTo>
                <a:lnTo>
                  <a:pt x="257175" y="419100"/>
                </a:lnTo>
                <a:lnTo>
                  <a:pt x="285750" y="419100"/>
                </a:lnTo>
                <a:close/>
                <a:moveTo>
                  <a:pt x="38100" y="457200"/>
                </a:moveTo>
                <a:lnTo>
                  <a:pt x="47625" y="457200"/>
                </a:lnTo>
                <a:lnTo>
                  <a:pt x="47625" y="466725"/>
                </a:lnTo>
                <a:lnTo>
                  <a:pt x="38100" y="466725"/>
                </a:lnTo>
                <a:close/>
                <a:moveTo>
                  <a:pt x="57150" y="457200"/>
                </a:moveTo>
                <a:lnTo>
                  <a:pt x="66675" y="457200"/>
                </a:lnTo>
                <a:lnTo>
                  <a:pt x="66675" y="485775"/>
                </a:lnTo>
                <a:lnTo>
                  <a:pt x="57150" y="485775"/>
                </a:lnTo>
                <a:lnTo>
                  <a:pt x="57150" y="495300"/>
                </a:lnTo>
                <a:lnTo>
                  <a:pt x="66675" y="495300"/>
                </a:lnTo>
                <a:lnTo>
                  <a:pt x="66675" y="504825"/>
                </a:lnTo>
                <a:lnTo>
                  <a:pt x="57150" y="504825"/>
                </a:lnTo>
                <a:lnTo>
                  <a:pt x="57150" y="523875"/>
                </a:lnTo>
                <a:lnTo>
                  <a:pt x="47625" y="523875"/>
                </a:lnTo>
                <a:lnTo>
                  <a:pt x="47625" y="476250"/>
                </a:lnTo>
                <a:lnTo>
                  <a:pt x="57150" y="476250"/>
                </a:lnTo>
                <a:close/>
                <a:moveTo>
                  <a:pt x="57150" y="533400"/>
                </a:moveTo>
                <a:lnTo>
                  <a:pt x="66675" y="533400"/>
                </a:lnTo>
                <a:lnTo>
                  <a:pt x="66675" y="542925"/>
                </a:lnTo>
                <a:lnTo>
                  <a:pt x="57150" y="542925"/>
                </a:lnTo>
                <a:close/>
                <a:moveTo>
                  <a:pt x="723900" y="571500"/>
                </a:moveTo>
                <a:lnTo>
                  <a:pt x="733425" y="571500"/>
                </a:lnTo>
                <a:lnTo>
                  <a:pt x="733425" y="581025"/>
                </a:lnTo>
                <a:lnTo>
                  <a:pt x="723900" y="581025"/>
                </a:lnTo>
                <a:close/>
                <a:moveTo>
                  <a:pt x="733425" y="590550"/>
                </a:moveTo>
                <a:lnTo>
                  <a:pt x="742950" y="590550"/>
                </a:lnTo>
                <a:lnTo>
                  <a:pt x="742950" y="600075"/>
                </a:lnTo>
                <a:lnTo>
                  <a:pt x="733425" y="600075"/>
                </a:lnTo>
                <a:close/>
                <a:moveTo>
                  <a:pt x="685800" y="619125"/>
                </a:moveTo>
                <a:lnTo>
                  <a:pt x="695325" y="619125"/>
                </a:lnTo>
                <a:lnTo>
                  <a:pt x="695325" y="628650"/>
                </a:lnTo>
                <a:lnTo>
                  <a:pt x="704850" y="628650"/>
                </a:lnTo>
                <a:lnTo>
                  <a:pt x="704850" y="638175"/>
                </a:lnTo>
                <a:lnTo>
                  <a:pt x="695325" y="638175"/>
                </a:lnTo>
                <a:lnTo>
                  <a:pt x="695325" y="647700"/>
                </a:lnTo>
                <a:lnTo>
                  <a:pt x="685800" y="647700"/>
                </a:lnTo>
                <a:lnTo>
                  <a:pt x="685800" y="657225"/>
                </a:lnTo>
                <a:lnTo>
                  <a:pt x="638175" y="657225"/>
                </a:lnTo>
                <a:lnTo>
                  <a:pt x="638175" y="647700"/>
                </a:lnTo>
                <a:lnTo>
                  <a:pt x="628650" y="647700"/>
                </a:lnTo>
                <a:lnTo>
                  <a:pt x="628650" y="666750"/>
                </a:lnTo>
                <a:lnTo>
                  <a:pt x="619125" y="666750"/>
                </a:lnTo>
                <a:lnTo>
                  <a:pt x="619125" y="657225"/>
                </a:lnTo>
                <a:lnTo>
                  <a:pt x="609600" y="657225"/>
                </a:lnTo>
                <a:lnTo>
                  <a:pt x="609600" y="647700"/>
                </a:lnTo>
                <a:lnTo>
                  <a:pt x="619125" y="647700"/>
                </a:lnTo>
                <a:lnTo>
                  <a:pt x="619125" y="638175"/>
                </a:lnTo>
                <a:lnTo>
                  <a:pt x="657225" y="638175"/>
                </a:lnTo>
                <a:lnTo>
                  <a:pt x="657225" y="647700"/>
                </a:lnTo>
                <a:lnTo>
                  <a:pt x="676275" y="647700"/>
                </a:lnTo>
                <a:lnTo>
                  <a:pt x="676275" y="628650"/>
                </a:lnTo>
                <a:lnTo>
                  <a:pt x="685800" y="628650"/>
                </a:lnTo>
                <a:close/>
                <a:moveTo>
                  <a:pt x="523875" y="638175"/>
                </a:moveTo>
                <a:lnTo>
                  <a:pt x="533400" y="638175"/>
                </a:lnTo>
                <a:lnTo>
                  <a:pt x="533400" y="666750"/>
                </a:lnTo>
                <a:lnTo>
                  <a:pt x="523875" y="666750"/>
                </a:lnTo>
                <a:lnTo>
                  <a:pt x="523875" y="657225"/>
                </a:lnTo>
                <a:lnTo>
                  <a:pt x="514350" y="657225"/>
                </a:lnTo>
                <a:lnTo>
                  <a:pt x="514350" y="666750"/>
                </a:lnTo>
                <a:lnTo>
                  <a:pt x="504825" y="666750"/>
                </a:lnTo>
                <a:lnTo>
                  <a:pt x="504825" y="647700"/>
                </a:lnTo>
                <a:lnTo>
                  <a:pt x="523875" y="647700"/>
                </a:lnTo>
                <a:close/>
                <a:moveTo>
                  <a:pt x="571500" y="657225"/>
                </a:moveTo>
                <a:lnTo>
                  <a:pt x="609600" y="657225"/>
                </a:lnTo>
                <a:lnTo>
                  <a:pt x="609600" y="666750"/>
                </a:lnTo>
                <a:lnTo>
                  <a:pt x="571500" y="666750"/>
                </a:lnTo>
                <a:close/>
                <a:moveTo>
                  <a:pt x="533400" y="666750"/>
                </a:moveTo>
                <a:lnTo>
                  <a:pt x="542925" y="666750"/>
                </a:lnTo>
                <a:lnTo>
                  <a:pt x="542925" y="676275"/>
                </a:lnTo>
                <a:lnTo>
                  <a:pt x="533400" y="676275"/>
                </a:lnTo>
                <a:close/>
              </a:path>
            </a:pathLst>
          </a:custGeom>
          <a:solidFill xmlns:a="http://schemas.openxmlformats.org/drawingml/2006/main">
            <a:srgbClr val="F0EEE2"/>
          </a:solidFill>
          <a:ln xmlns:a="http://schemas.openxmlformats.org/drawingml/2006/main" w="0">
            <a:noFill/>
          </a:ln>
        </p:spPr>
      </p:sp>
      <p:sp>
        <p:nvSpPr>
          <p:cNvPr id="51" name="server vector #e6ebe3">
            <a:extLst xmlns:a="http://schemas.openxmlformats.org/drawingml/2006/main">
              <a:ext uri="{FF2B5EF4-FFF2-40B4-BE49-F238E27FC236}">
                <a16:creationId xmlns:a16="http://schemas.microsoft.com/office/drawing/2014/main" id="{24AC9ABA-59A2-4FA6-8E3B-806A5BF952A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143625" y="1524000"/>
            <a:ext cx="790575" cy="704850"/>
          </a:xfrm>
          <a:custGeom xmlns:a="http://schemas.openxmlformats.org/drawingml/2006/main">
            <a:pathLst>
              <a:path w="790575" h="704850">
                <a:moveTo>
                  <a:pt x="104775" y="57150"/>
                </a:moveTo>
                <a:lnTo>
                  <a:pt x="114300" y="57150"/>
                </a:lnTo>
                <a:lnTo>
                  <a:pt x="114300" y="66675"/>
                </a:lnTo>
                <a:lnTo>
                  <a:pt x="104775" y="66675"/>
                </a:lnTo>
                <a:close/>
                <a:moveTo>
                  <a:pt x="619125" y="57150"/>
                </a:moveTo>
                <a:lnTo>
                  <a:pt x="628650" y="57150"/>
                </a:lnTo>
                <a:lnTo>
                  <a:pt x="628650" y="66675"/>
                </a:lnTo>
                <a:lnTo>
                  <a:pt x="619125" y="66675"/>
                </a:lnTo>
                <a:close/>
                <a:moveTo>
                  <a:pt x="123825" y="95250"/>
                </a:moveTo>
                <a:lnTo>
                  <a:pt x="133350" y="95250"/>
                </a:lnTo>
                <a:lnTo>
                  <a:pt x="133350" y="104775"/>
                </a:lnTo>
                <a:lnTo>
                  <a:pt x="123825" y="104775"/>
                </a:lnTo>
                <a:close/>
                <a:moveTo>
                  <a:pt x="180975" y="95250"/>
                </a:moveTo>
                <a:lnTo>
                  <a:pt x="257175" y="95250"/>
                </a:lnTo>
                <a:lnTo>
                  <a:pt x="257175" y="104775"/>
                </a:lnTo>
                <a:lnTo>
                  <a:pt x="180975" y="104775"/>
                </a:lnTo>
                <a:close/>
                <a:moveTo>
                  <a:pt x="600075" y="95250"/>
                </a:moveTo>
                <a:lnTo>
                  <a:pt x="609600" y="95250"/>
                </a:lnTo>
                <a:lnTo>
                  <a:pt x="609600" y="104775"/>
                </a:lnTo>
                <a:lnTo>
                  <a:pt x="600075" y="104775"/>
                </a:lnTo>
                <a:close/>
                <a:moveTo>
                  <a:pt x="66675" y="104775"/>
                </a:moveTo>
                <a:lnTo>
                  <a:pt x="76200" y="104775"/>
                </a:lnTo>
                <a:lnTo>
                  <a:pt x="76200" y="123825"/>
                </a:lnTo>
                <a:lnTo>
                  <a:pt x="66675" y="123825"/>
                </a:lnTo>
                <a:close/>
                <a:moveTo>
                  <a:pt x="114300" y="104775"/>
                </a:moveTo>
                <a:lnTo>
                  <a:pt x="123825" y="104775"/>
                </a:lnTo>
                <a:lnTo>
                  <a:pt x="123825" y="123825"/>
                </a:lnTo>
                <a:lnTo>
                  <a:pt x="142875" y="123825"/>
                </a:lnTo>
                <a:lnTo>
                  <a:pt x="142875" y="133350"/>
                </a:lnTo>
                <a:lnTo>
                  <a:pt x="114300" y="133350"/>
                </a:lnTo>
                <a:close/>
                <a:moveTo>
                  <a:pt x="609600" y="104775"/>
                </a:moveTo>
                <a:lnTo>
                  <a:pt x="619125" y="104775"/>
                </a:lnTo>
                <a:lnTo>
                  <a:pt x="619125" y="114300"/>
                </a:lnTo>
                <a:lnTo>
                  <a:pt x="609600" y="114300"/>
                </a:lnTo>
                <a:close/>
                <a:moveTo>
                  <a:pt x="657225" y="104775"/>
                </a:moveTo>
                <a:lnTo>
                  <a:pt x="666750" y="104775"/>
                </a:lnTo>
                <a:lnTo>
                  <a:pt x="666750" y="114300"/>
                </a:lnTo>
                <a:lnTo>
                  <a:pt x="657225" y="114300"/>
                </a:lnTo>
                <a:close/>
                <a:moveTo>
                  <a:pt x="142875" y="133350"/>
                </a:moveTo>
                <a:lnTo>
                  <a:pt x="152400" y="133350"/>
                </a:lnTo>
                <a:lnTo>
                  <a:pt x="152400" y="142875"/>
                </a:lnTo>
                <a:lnTo>
                  <a:pt x="142875" y="142875"/>
                </a:lnTo>
                <a:close/>
                <a:moveTo>
                  <a:pt x="114300" y="161925"/>
                </a:moveTo>
                <a:lnTo>
                  <a:pt x="123825" y="161925"/>
                </a:lnTo>
                <a:lnTo>
                  <a:pt x="123825" y="200025"/>
                </a:lnTo>
                <a:lnTo>
                  <a:pt x="114300" y="200025"/>
                </a:lnTo>
                <a:close/>
                <a:moveTo>
                  <a:pt x="133350" y="161925"/>
                </a:moveTo>
                <a:lnTo>
                  <a:pt x="142875" y="161925"/>
                </a:lnTo>
                <a:lnTo>
                  <a:pt x="142875" y="180975"/>
                </a:lnTo>
                <a:lnTo>
                  <a:pt x="133350" y="180975"/>
                </a:lnTo>
                <a:close/>
                <a:moveTo>
                  <a:pt x="180975" y="161925"/>
                </a:moveTo>
                <a:lnTo>
                  <a:pt x="190500" y="161925"/>
                </a:lnTo>
                <a:lnTo>
                  <a:pt x="190500" y="171450"/>
                </a:lnTo>
                <a:lnTo>
                  <a:pt x="180975" y="171450"/>
                </a:lnTo>
                <a:close/>
                <a:moveTo>
                  <a:pt x="66675" y="190500"/>
                </a:moveTo>
                <a:lnTo>
                  <a:pt x="76200" y="190500"/>
                </a:lnTo>
                <a:lnTo>
                  <a:pt x="76200" y="200025"/>
                </a:lnTo>
                <a:lnTo>
                  <a:pt x="66675" y="200025"/>
                </a:lnTo>
                <a:close/>
                <a:moveTo>
                  <a:pt x="657225" y="190500"/>
                </a:moveTo>
                <a:lnTo>
                  <a:pt x="666750" y="190500"/>
                </a:lnTo>
                <a:lnTo>
                  <a:pt x="666750" y="200025"/>
                </a:lnTo>
                <a:lnTo>
                  <a:pt x="657225" y="200025"/>
                </a:lnTo>
                <a:close/>
                <a:moveTo>
                  <a:pt x="123825" y="200025"/>
                </a:moveTo>
                <a:lnTo>
                  <a:pt x="133350" y="200025"/>
                </a:lnTo>
                <a:lnTo>
                  <a:pt x="133350" y="209550"/>
                </a:lnTo>
                <a:lnTo>
                  <a:pt x="123825" y="209550"/>
                </a:lnTo>
                <a:close/>
                <a:moveTo>
                  <a:pt x="600075" y="200025"/>
                </a:moveTo>
                <a:lnTo>
                  <a:pt x="609600" y="200025"/>
                </a:lnTo>
                <a:lnTo>
                  <a:pt x="609600" y="209550"/>
                </a:lnTo>
                <a:lnTo>
                  <a:pt x="600075" y="209550"/>
                </a:lnTo>
                <a:close/>
                <a:moveTo>
                  <a:pt x="76200" y="219075"/>
                </a:moveTo>
                <a:lnTo>
                  <a:pt x="85725" y="219075"/>
                </a:lnTo>
                <a:lnTo>
                  <a:pt x="85725" y="238125"/>
                </a:lnTo>
                <a:lnTo>
                  <a:pt x="76200" y="238125"/>
                </a:lnTo>
                <a:close/>
                <a:moveTo>
                  <a:pt x="647700" y="219075"/>
                </a:moveTo>
                <a:lnTo>
                  <a:pt x="657225" y="219075"/>
                </a:lnTo>
                <a:lnTo>
                  <a:pt x="657225" y="238125"/>
                </a:lnTo>
                <a:lnTo>
                  <a:pt x="647700" y="238125"/>
                </a:lnTo>
                <a:close/>
                <a:moveTo>
                  <a:pt x="123825" y="247650"/>
                </a:moveTo>
                <a:lnTo>
                  <a:pt x="609600" y="247650"/>
                </a:lnTo>
                <a:lnTo>
                  <a:pt x="609600" y="257175"/>
                </a:lnTo>
                <a:lnTo>
                  <a:pt x="123825" y="257175"/>
                </a:lnTo>
                <a:close/>
                <a:moveTo>
                  <a:pt x="66675" y="257175"/>
                </a:moveTo>
                <a:lnTo>
                  <a:pt x="76200" y="257175"/>
                </a:lnTo>
                <a:lnTo>
                  <a:pt x="76200" y="323850"/>
                </a:lnTo>
                <a:lnTo>
                  <a:pt x="66675" y="323850"/>
                </a:lnTo>
                <a:close/>
                <a:moveTo>
                  <a:pt x="114300" y="257175"/>
                </a:moveTo>
                <a:lnTo>
                  <a:pt x="123825" y="257175"/>
                </a:lnTo>
                <a:lnTo>
                  <a:pt x="123825" y="266700"/>
                </a:lnTo>
                <a:lnTo>
                  <a:pt x="114300" y="266700"/>
                </a:lnTo>
                <a:close/>
                <a:moveTo>
                  <a:pt x="609600" y="257175"/>
                </a:moveTo>
                <a:lnTo>
                  <a:pt x="619125" y="257175"/>
                </a:lnTo>
                <a:lnTo>
                  <a:pt x="619125" y="266700"/>
                </a:lnTo>
                <a:lnTo>
                  <a:pt x="609600" y="266700"/>
                </a:lnTo>
                <a:close/>
                <a:moveTo>
                  <a:pt x="657225" y="257175"/>
                </a:moveTo>
                <a:lnTo>
                  <a:pt x="666750" y="257175"/>
                </a:lnTo>
                <a:lnTo>
                  <a:pt x="666750" y="266700"/>
                </a:lnTo>
                <a:lnTo>
                  <a:pt x="657225" y="266700"/>
                </a:lnTo>
                <a:close/>
                <a:moveTo>
                  <a:pt x="171450" y="285750"/>
                </a:moveTo>
                <a:lnTo>
                  <a:pt x="180975" y="285750"/>
                </a:lnTo>
                <a:lnTo>
                  <a:pt x="180975" y="295275"/>
                </a:lnTo>
                <a:lnTo>
                  <a:pt x="171450" y="295275"/>
                </a:lnTo>
                <a:close/>
                <a:moveTo>
                  <a:pt x="238125" y="285750"/>
                </a:moveTo>
                <a:lnTo>
                  <a:pt x="247650" y="285750"/>
                </a:lnTo>
                <a:lnTo>
                  <a:pt x="247650" y="295275"/>
                </a:lnTo>
                <a:lnTo>
                  <a:pt x="238125" y="295275"/>
                </a:lnTo>
                <a:close/>
                <a:moveTo>
                  <a:pt x="657225" y="285750"/>
                </a:moveTo>
                <a:lnTo>
                  <a:pt x="666750" y="285750"/>
                </a:lnTo>
                <a:lnTo>
                  <a:pt x="666750" y="295275"/>
                </a:lnTo>
                <a:lnTo>
                  <a:pt x="657225" y="295275"/>
                </a:lnTo>
                <a:close/>
                <a:moveTo>
                  <a:pt x="180975" y="295275"/>
                </a:moveTo>
                <a:lnTo>
                  <a:pt x="190500" y="295275"/>
                </a:lnTo>
                <a:lnTo>
                  <a:pt x="190500" y="304800"/>
                </a:lnTo>
                <a:lnTo>
                  <a:pt x="180975" y="304800"/>
                </a:lnTo>
                <a:close/>
                <a:moveTo>
                  <a:pt x="247650" y="295275"/>
                </a:moveTo>
                <a:lnTo>
                  <a:pt x="257175" y="295275"/>
                </a:lnTo>
                <a:lnTo>
                  <a:pt x="257175" y="323850"/>
                </a:lnTo>
                <a:lnTo>
                  <a:pt x="247650" y="323850"/>
                </a:lnTo>
                <a:close/>
                <a:moveTo>
                  <a:pt x="647700" y="295275"/>
                </a:moveTo>
                <a:lnTo>
                  <a:pt x="657225" y="295275"/>
                </a:lnTo>
                <a:lnTo>
                  <a:pt x="657225" y="304800"/>
                </a:lnTo>
                <a:lnTo>
                  <a:pt x="647700" y="304800"/>
                </a:lnTo>
                <a:close/>
                <a:moveTo>
                  <a:pt x="542925" y="304800"/>
                </a:moveTo>
                <a:lnTo>
                  <a:pt x="552450" y="304800"/>
                </a:lnTo>
                <a:lnTo>
                  <a:pt x="552450" y="314325"/>
                </a:lnTo>
                <a:lnTo>
                  <a:pt x="542925" y="314325"/>
                </a:lnTo>
                <a:close/>
                <a:moveTo>
                  <a:pt x="590550" y="304800"/>
                </a:moveTo>
                <a:lnTo>
                  <a:pt x="600075" y="304800"/>
                </a:lnTo>
                <a:lnTo>
                  <a:pt x="600075" y="314325"/>
                </a:lnTo>
                <a:lnTo>
                  <a:pt x="590550" y="314325"/>
                </a:lnTo>
                <a:close/>
                <a:moveTo>
                  <a:pt x="142875" y="314325"/>
                </a:moveTo>
                <a:lnTo>
                  <a:pt x="152400" y="314325"/>
                </a:lnTo>
                <a:lnTo>
                  <a:pt x="152400" y="323850"/>
                </a:lnTo>
                <a:lnTo>
                  <a:pt x="142875" y="323850"/>
                </a:lnTo>
                <a:close/>
                <a:moveTo>
                  <a:pt x="180975" y="314325"/>
                </a:moveTo>
                <a:lnTo>
                  <a:pt x="190500" y="314325"/>
                </a:lnTo>
                <a:lnTo>
                  <a:pt x="190500" y="323850"/>
                </a:lnTo>
                <a:lnTo>
                  <a:pt x="180975" y="323850"/>
                </a:lnTo>
                <a:close/>
                <a:moveTo>
                  <a:pt x="209550" y="314325"/>
                </a:moveTo>
                <a:lnTo>
                  <a:pt x="219075" y="314325"/>
                </a:lnTo>
                <a:lnTo>
                  <a:pt x="219075" y="323850"/>
                </a:lnTo>
                <a:lnTo>
                  <a:pt x="209550" y="323850"/>
                </a:lnTo>
                <a:close/>
                <a:moveTo>
                  <a:pt x="609600" y="314325"/>
                </a:moveTo>
                <a:lnTo>
                  <a:pt x="619125" y="314325"/>
                </a:lnTo>
                <a:lnTo>
                  <a:pt x="619125" y="323850"/>
                </a:lnTo>
                <a:lnTo>
                  <a:pt x="609600" y="323850"/>
                </a:lnTo>
                <a:close/>
                <a:moveTo>
                  <a:pt x="152400" y="323850"/>
                </a:moveTo>
                <a:lnTo>
                  <a:pt x="180975" y="323850"/>
                </a:lnTo>
                <a:lnTo>
                  <a:pt x="180975" y="333375"/>
                </a:lnTo>
                <a:lnTo>
                  <a:pt x="152400" y="333375"/>
                </a:lnTo>
                <a:close/>
                <a:moveTo>
                  <a:pt x="219075" y="323850"/>
                </a:moveTo>
                <a:lnTo>
                  <a:pt x="247650" y="323850"/>
                </a:lnTo>
                <a:lnTo>
                  <a:pt x="247650" y="333375"/>
                </a:lnTo>
                <a:lnTo>
                  <a:pt x="219075" y="333375"/>
                </a:lnTo>
                <a:close/>
                <a:moveTo>
                  <a:pt x="619125" y="323850"/>
                </a:moveTo>
                <a:lnTo>
                  <a:pt x="628650" y="323850"/>
                </a:lnTo>
                <a:lnTo>
                  <a:pt x="628650" y="333375"/>
                </a:lnTo>
                <a:lnTo>
                  <a:pt x="619125" y="333375"/>
                </a:lnTo>
                <a:close/>
                <a:moveTo>
                  <a:pt x="466725" y="333375"/>
                </a:moveTo>
                <a:lnTo>
                  <a:pt x="476250" y="333375"/>
                </a:lnTo>
                <a:lnTo>
                  <a:pt x="476250" y="342900"/>
                </a:lnTo>
                <a:lnTo>
                  <a:pt x="466725" y="342900"/>
                </a:lnTo>
                <a:close/>
                <a:moveTo>
                  <a:pt x="495300" y="333375"/>
                </a:moveTo>
                <a:lnTo>
                  <a:pt x="504825" y="333375"/>
                </a:lnTo>
                <a:lnTo>
                  <a:pt x="504825" y="342900"/>
                </a:lnTo>
                <a:lnTo>
                  <a:pt x="495300" y="342900"/>
                </a:lnTo>
                <a:close/>
                <a:moveTo>
                  <a:pt x="514350" y="333375"/>
                </a:moveTo>
                <a:lnTo>
                  <a:pt x="523875" y="333375"/>
                </a:lnTo>
                <a:lnTo>
                  <a:pt x="523875" y="342900"/>
                </a:lnTo>
                <a:lnTo>
                  <a:pt x="514350" y="342900"/>
                </a:lnTo>
                <a:close/>
                <a:moveTo>
                  <a:pt x="66675" y="342900"/>
                </a:moveTo>
                <a:lnTo>
                  <a:pt x="76200" y="342900"/>
                </a:lnTo>
                <a:lnTo>
                  <a:pt x="76200" y="352425"/>
                </a:lnTo>
                <a:lnTo>
                  <a:pt x="66675" y="352425"/>
                </a:lnTo>
                <a:close/>
                <a:moveTo>
                  <a:pt x="504825" y="342900"/>
                </a:moveTo>
                <a:lnTo>
                  <a:pt x="514350" y="342900"/>
                </a:lnTo>
                <a:lnTo>
                  <a:pt x="514350" y="352425"/>
                </a:lnTo>
                <a:lnTo>
                  <a:pt x="504825" y="352425"/>
                </a:lnTo>
                <a:close/>
                <a:moveTo>
                  <a:pt x="685800" y="342900"/>
                </a:moveTo>
                <a:lnTo>
                  <a:pt x="695325" y="342900"/>
                </a:lnTo>
                <a:lnTo>
                  <a:pt x="695325" y="352425"/>
                </a:lnTo>
                <a:lnTo>
                  <a:pt x="685800" y="352425"/>
                </a:lnTo>
                <a:close/>
                <a:moveTo>
                  <a:pt x="695325" y="352425"/>
                </a:moveTo>
                <a:lnTo>
                  <a:pt x="704850" y="352425"/>
                </a:lnTo>
                <a:lnTo>
                  <a:pt x="704850" y="361950"/>
                </a:lnTo>
                <a:lnTo>
                  <a:pt x="695325" y="361950"/>
                </a:lnTo>
                <a:close/>
                <a:moveTo>
                  <a:pt x="133350" y="361950"/>
                </a:moveTo>
                <a:lnTo>
                  <a:pt x="152400" y="361950"/>
                </a:lnTo>
                <a:lnTo>
                  <a:pt x="152400" y="371475"/>
                </a:lnTo>
                <a:lnTo>
                  <a:pt x="133350" y="371475"/>
                </a:lnTo>
                <a:close/>
                <a:moveTo>
                  <a:pt x="581025" y="361950"/>
                </a:moveTo>
                <a:lnTo>
                  <a:pt x="590550" y="361950"/>
                </a:lnTo>
                <a:lnTo>
                  <a:pt x="590550" y="371475"/>
                </a:lnTo>
                <a:lnTo>
                  <a:pt x="581025" y="371475"/>
                </a:lnTo>
                <a:close/>
                <a:moveTo>
                  <a:pt x="590550" y="371475"/>
                </a:moveTo>
                <a:lnTo>
                  <a:pt x="600075" y="371475"/>
                </a:lnTo>
                <a:lnTo>
                  <a:pt x="600075" y="381000"/>
                </a:lnTo>
                <a:lnTo>
                  <a:pt x="590550" y="381000"/>
                </a:lnTo>
                <a:close/>
                <a:moveTo>
                  <a:pt x="533400" y="381000"/>
                </a:moveTo>
                <a:lnTo>
                  <a:pt x="542925" y="381000"/>
                </a:lnTo>
                <a:lnTo>
                  <a:pt x="542925" y="390525"/>
                </a:lnTo>
                <a:lnTo>
                  <a:pt x="533400" y="390525"/>
                </a:lnTo>
                <a:close/>
                <a:moveTo>
                  <a:pt x="714375" y="381000"/>
                </a:moveTo>
                <a:lnTo>
                  <a:pt x="723900" y="381000"/>
                </a:lnTo>
                <a:lnTo>
                  <a:pt x="723900" y="400050"/>
                </a:lnTo>
                <a:lnTo>
                  <a:pt x="714375" y="400050"/>
                </a:lnTo>
                <a:close/>
                <a:moveTo>
                  <a:pt x="76200" y="390525"/>
                </a:moveTo>
                <a:lnTo>
                  <a:pt x="85725" y="390525"/>
                </a:lnTo>
                <a:lnTo>
                  <a:pt x="85725" y="400050"/>
                </a:lnTo>
                <a:lnTo>
                  <a:pt x="76200" y="400050"/>
                </a:lnTo>
                <a:close/>
                <a:moveTo>
                  <a:pt x="400050" y="390525"/>
                </a:moveTo>
                <a:lnTo>
                  <a:pt x="409575" y="390525"/>
                </a:lnTo>
                <a:lnTo>
                  <a:pt x="409575" y="400050"/>
                </a:lnTo>
                <a:lnTo>
                  <a:pt x="400050" y="400050"/>
                </a:lnTo>
                <a:close/>
                <a:moveTo>
                  <a:pt x="476250" y="390525"/>
                </a:moveTo>
                <a:lnTo>
                  <a:pt x="485775" y="390525"/>
                </a:lnTo>
                <a:lnTo>
                  <a:pt x="485775" y="409575"/>
                </a:lnTo>
                <a:lnTo>
                  <a:pt x="476250" y="409575"/>
                </a:lnTo>
                <a:close/>
                <a:moveTo>
                  <a:pt x="657225" y="390525"/>
                </a:moveTo>
                <a:lnTo>
                  <a:pt x="666750" y="390525"/>
                </a:lnTo>
                <a:lnTo>
                  <a:pt x="666750" y="400050"/>
                </a:lnTo>
                <a:lnTo>
                  <a:pt x="657225" y="400050"/>
                </a:lnTo>
                <a:close/>
                <a:moveTo>
                  <a:pt x="390525" y="400050"/>
                </a:moveTo>
                <a:lnTo>
                  <a:pt x="400050" y="400050"/>
                </a:lnTo>
                <a:lnTo>
                  <a:pt x="400050" y="409575"/>
                </a:lnTo>
                <a:lnTo>
                  <a:pt x="390525" y="409575"/>
                </a:lnTo>
                <a:close/>
                <a:moveTo>
                  <a:pt x="428625" y="409575"/>
                </a:moveTo>
                <a:lnTo>
                  <a:pt x="438150" y="409575"/>
                </a:lnTo>
                <a:lnTo>
                  <a:pt x="438150" y="428625"/>
                </a:lnTo>
                <a:lnTo>
                  <a:pt x="428625" y="428625"/>
                </a:lnTo>
                <a:close/>
                <a:moveTo>
                  <a:pt x="542925" y="409575"/>
                </a:moveTo>
                <a:lnTo>
                  <a:pt x="552450" y="409575"/>
                </a:lnTo>
                <a:lnTo>
                  <a:pt x="552450" y="419100"/>
                </a:lnTo>
                <a:lnTo>
                  <a:pt x="542925" y="419100"/>
                </a:lnTo>
                <a:close/>
                <a:moveTo>
                  <a:pt x="600075" y="409575"/>
                </a:moveTo>
                <a:lnTo>
                  <a:pt x="609600" y="409575"/>
                </a:lnTo>
                <a:lnTo>
                  <a:pt x="609600" y="419100"/>
                </a:lnTo>
                <a:lnTo>
                  <a:pt x="600075" y="419100"/>
                </a:lnTo>
                <a:close/>
                <a:moveTo>
                  <a:pt x="66675" y="419100"/>
                </a:moveTo>
                <a:lnTo>
                  <a:pt x="76200" y="419100"/>
                </a:lnTo>
                <a:lnTo>
                  <a:pt x="76200" y="457200"/>
                </a:lnTo>
                <a:lnTo>
                  <a:pt x="66675" y="457200"/>
                </a:lnTo>
                <a:close/>
                <a:moveTo>
                  <a:pt x="409575" y="428625"/>
                </a:moveTo>
                <a:lnTo>
                  <a:pt x="428625" y="428625"/>
                </a:lnTo>
                <a:lnTo>
                  <a:pt x="428625" y="438150"/>
                </a:lnTo>
                <a:lnTo>
                  <a:pt x="409575" y="438150"/>
                </a:lnTo>
                <a:close/>
                <a:moveTo>
                  <a:pt x="723900" y="428625"/>
                </a:moveTo>
                <a:lnTo>
                  <a:pt x="733425" y="428625"/>
                </a:lnTo>
                <a:lnTo>
                  <a:pt x="733425" y="438150"/>
                </a:lnTo>
                <a:lnTo>
                  <a:pt x="723900" y="438150"/>
                </a:lnTo>
                <a:close/>
                <a:moveTo>
                  <a:pt x="219075" y="438150"/>
                </a:moveTo>
                <a:lnTo>
                  <a:pt x="247650" y="438150"/>
                </a:lnTo>
                <a:lnTo>
                  <a:pt x="247650" y="447675"/>
                </a:lnTo>
                <a:lnTo>
                  <a:pt x="219075" y="447675"/>
                </a:lnTo>
                <a:close/>
                <a:moveTo>
                  <a:pt x="180975" y="447675"/>
                </a:moveTo>
                <a:lnTo>
                  <a:pt x="190500" y="447675"/>
                </a:lnTo>
                <a:lnTo>
                  <a:pt x="190500" y="457200"/>
                </a:lnTo>
                <a:lnTo>
                  <a:pt x="180975" y="457200"/>
                </a:lnTo>
                <a:close/>
                <a:moveTo>
                  <a:pt x="209550" y="447675"/>
                </a:moveTo>
                <a:lnTo>
                  <a:pt x="219075" y="447675"/>
                </a:lnTo>
                <a:lnTo>
                  <a:pt x="219075" y="457200"/>
                </a:lnTo>
                <a:lnTo>
                  <a:pt x="209550" y="457200"/>
                </a:lnTo>
                <a:close/>
                <a:moveTo>
                  <a:pt x="247650" y="447675"/>
                </a:moveTo>
                <a:lnTo>
                  <a:pt x="257175" y="447675"/>
                </a:lnTo>
                <a:lnTo>
                  <a:pt x="257175" y="457200"/>
                </a:lnTo>
                <a:lnTo>
                  <a:pt x="247650" y="457200"/>
                </a:lnTo>
                <a:close/>
                <a:moveTo>
                  <a:pt x="581025" y="447675"/>
                </a:moveTo>
                <a:lnTo>
                  <a:pt x="590550" y="447675"/>
                </a:lnTo>
                <a:lnTo>
                  <a:pt x="590550" y="457200"/>
                </a:lnTo>
                <a:lnTo>
                  <a:pt x="581025" y="457200"/>
                </a:lnTo>
                <a:close/>
                <a:moveTo>
                  <a:pt x="114300" y="457200"/>
                </a:moveTo>
                <a:lnTo>
                  <a:pt x="123825" y="457200"/>
                </a:lnTo>
                <a:lnTo>
                  <a:pt x="123825" y="495300"/>
                </a:lnTo>
                <a:lnTo>
                  <a:pt x="133350" y="495300"/>
                </a:lnTo>
                <a:lnTo>
                  <a:pt x="133350" y="457200"/>
                </a:lnTo>
                <a:lnTo>
                  <a:pt x="142875" y="457200"/>
                </a:lnTo>
                <a:lnTo>
                  <a:pt x="142875" y="476250"/>
                </a:lnTo>
                <a:lnTo>
                  <a:pt x="152400" y="476250"/>
                </a:lnTo>
                <a:lnTo>
                  <a:pt x="152400" y="485775"/>
                </a:lnTo>
                <a:lnTo>
                  <a:pt x="180975" y="485775"/>
                </a:lnTo>
                <a:lnTo>
                  <a:pt x="180975" y="476250"/>
                </a:lnTo>
                <a:lnTo>
                  <a:pt x="219075" y="476250"/>
                </a:lnTo>
                <a:lnTo>
                  <a:pt x="219075" y="485775"/>
                </a:lnTo>
                <a:lnTo>
                  <a:pt x="209550" y="485775"/>
                </a:lnTo>
                <a:lnTo>
                  <a:pt x="209550" y="495300"/>
                </a:lnTo>
                <a:lnTo>
                  <a:pt x="219075" y="495300"/>
                </a:lnTo>
                <a:lnTo>
                  <a:pt x="219075" y="485775"/>
                </a:lnTo>
                <a:lnTo>
                  <a:pt x="228600" y="485775"/>
                </a:lnTo>
                <a:lnTo>
                  <a:pt x="228600" y="504825"/>
                </a:lnTo>
                <a:lnTo>
                  <a:pt x="238125" y="504825"/>
                </a:lnTo>
                <a:lnTo>
                  <a:pt x="238125" y="514350"/>
                </a:lnTo>
                <a:lnTo>
                  <a:pt x="257175" y="514350"/>
                </a:lnTo>
                <a:lnTo>
                  <a:pt x="257175" y="523875"/>
                </a:lnTo>
                <a:lnTo>
                  <a:pt x="123825" y="523875"/>
                </a:lnTo>
                <a:lnTo>
                  <a:pt x="123825" y="514350"/>
                </a:lnTo>
                <a:lnTo>
                  <a:pt x="114300" y="514350"/>
                </a:lnTo>
                <a:close/>
                <a:moveTo>
                  <a:pt x="590550" y="457200"/>
                </a:moveTo>
                <a:lnTo>
                  <a:pt x="600075" y="457200"/>
                </a:lnTo>
                <a:lnTo>
                  <a:pt x="600075" y="466725"/>
                </a:lnTo>
                <a:lnTo>
                  <a:pt x="590550" y="466725"/>
                </a:lnTo>
                <a:close/>
                <a:moveTo>
                  <a:pt x="600075" y="466725"/>
                </a:moveTo>
                <a:lnTo>
                  <a:pt x="609600" y="466725"/>
                </a:lnTo>
                <a:lnTo>
                  <a:pt x="609600" y="476250"/>
                </a:lnTo>
                <a:lnTo>
                  <a:pt x="600075" y="476250"/>
                </a:lnTo>
                <a:close/>
                <a:moveTo>
                  <a:pt x="695325" y="466725"/>
                </a:moveTo>
                <a:lnTo>
                  <a:pt x="704850" y="466725"/>
                </a:lnTo>
                <a:lnTo>
                  <a:pt x="704850" y="476250"/>
                </a:lnTo>
                <a:lnTo>
                  <a:pt x="695325" y="476250"/>
                </a:lnTo>
                <a:close/>
                <a:moveTo>
                  <a:pt x="438150" y="476250"/>
                </a:moveTo>
                <a:lnTo>
                  <a:pt x="447675" y="476250"/>
                </a:lnTo>
                <a:lnTo>
                  <a:pt x="447675" y="485775"/>
                </a:lnTo>
                <a:lnTo>
                  <a:pt x="438150" y="485775"/>
                </a:lnTo>
                <a:close/>
                <a:moveTo>
                  <a:pt x="495300" y="476250"/>
                </a:moveTo>
                <a:lnTo>
                  <a:pt x="504825" y="476250"/>
                </a:lnTo>
                <a:lnTo>
                  <a:pt x="504825" y="495300"/>
                </a:lnTo>
                <a:lnTo>
                  <a:pt x="495300" y="495300"/>
                </a:lnTo>
                <a:close/>
                <a:moveTo>
                  <a:pt x="704850" y="476250"/>
                </a:moveTo>
                <a:lnTo>
                  <a:pt x="714375" y="476250"/>
                </a:lnTo>
                <a:lnTo>
                  <a:pt x="714375" y="485775"/>
                </a:lnTo>
                <a:lnTo>
                  <a:pt x="704850" y="485775"/>
                </a:lnTo>
                <a:close/>
                <a:moveTo>
                  <a:pt x="695325" y="485775"/>
                </a:moveTo>
                <a:lnTo>
                  <a:pt x="704850" y="485775"/>
                </a:lnTo>
                <a:lnTo>
                  <a:pt x="704850" y="495300"/>
                </a:lnTo>
                <a:lnTo>
                  <a:pt x="695325" y="495300"/>
                </a:lnTo>
                <a:close/>
                <a:moveTo>
                  <a:pt x="542925" y="495300"/>
                </a:moveTo>
                <a:lnTo>
                  <a:pt x="552450" y="495300"/>
                </a:lnTo>
                <a:lnTo>
                  <a:pt x="552450" y="504825"/>
                </a:lnTo>
                <a:lnTo>
                  <a:pt x="542925" y="504825"/>
                </a:lnTo>
                <a:close/>
                <a:moveTo>
                  <a:pt x="66675" y="504825"/>
                </a:moveTo>
                <a:lnTo>
                  <a:pt x="76200" y="504825"/>
                </a:lnTo>
                <a:lnTo>
                  <a:pt x="76200" y="514350"/>
                </a:lnTo>
                <a:lnTo>
                  <a:pt x="66675" y="514350"/>
                </a:lnTo>
                <a:close/>
                <a:moveTo>
                  <a:pt x="552450" y="504825"/>
                </a:moveTo>
                <a:lnTo>
                  <a:pt x="561975" y="504825"/>
                </a:lnTo>
                <a:lnTo>
                  <a:pt x="561975" y="514350"/>
                </a:lnTo>
                <a:lnTo>
                  <a:pt x="552450" y="514350"/>
                </a:lnTo>
                <a:close/>
                <a:moveTo>
                  <a:pt x="638175" y="504825"/>
                </a:moveTo>
                <a:lnTo>
                  <a:pt x="647700" y="504825"/>
                </a:lnTo>
                <a:lnTo>
                  <a:pt x="647700" y="514350"/>
                </a:lnTo>
                <a:lnTo>
                  <a:pt x="638175" y="514350"/>
                </a:lnTo>
                <a:close/>
                <a:moveTo>
                  <a:pt x="476250" y="514350"/>
                </a:moveTo>
                <a:lnTo>
                  <a:pt x="485775" y="514350"/>
                </a:lnTo>
                <a:lnTo>
                  <a:pt x="485775" y="523875"/>
                </a:lnTo>
                <a:lnTo>
                  <a:pt x="476250" y="523875"/>
                </a:lnTo>
                <a:close/>
                <a:moveTo>
                  <a:pt x="504825" y="514350"/>
                </a:moveTo>
                <a:lnTo>
                  <a:pt x="514350" y="514350"/>
                </a:lnTo>
                <a:lnTo>
                  <a:pt x="514350" y="523875"/>
                </a:lnTo>
                <a:lnTo>
                  <a:pt x="504825" y="523875"/>
                </a:lnTo>
                <a:close/>
                <a:moveTo>
                  <a:pt x="419100" y="523875"/>
                </a:moveTo>
                <a:lnTo>
                  <a:pt x="428625" y="523875"/>
                </a:lnTo>
                <a:lnTo>
                  <a:pt x="428625" y="533400"/>
                </a:lnTo>
                <a:lnTo>
                  <a:pt x="419100" y="533400"/>
                </a:lnTo>
                <a:close/>
                <a:moveTo>
                  <a:pt x="628650" y="523875"/>
                </a:moveTo>
                <a:lnTo>
                  <a:pt x="638175" y="523875"/>
                </a:lnTo>
                <a:lnTo>
                  <a:pt x="638175" y="533400"/>
                </a:lnTo>
                <a:lnTo>
                  <a:pt x="628650" y="533400"/>
                </a:lnTo>
                <a:close/>
                <a:moveTo>
                  <a:pt x="657225" y="523875"/>
                </a:moveTo>
                <a:lnTo>
                  <a:pt x="666750" y="523875"/>
                </a:lnTo>
                <a:lnTo>
                  <a:pt x="666750" y="533400"/>
                </a:lnTo>
                <a:lnTo>
                  <a:pt x="657225" y="533400"/>
                </a:lnTo>
                <a:close/>
                <a:moveTo>
                  <a:pt x="723900" y="523875"/>
                </a:moveTo>
                <a:lnTo>
                  <a:pt x="733425" y="523875"/>
                </a:lnTo>
                <a:lnTo>
                  <a:pt x="733425" y="533400"/>
                </a:lnTo>
                <a:lnTo>
                  <a:pt x="723900" y="533400"/>
                </a:lnTo>
                <a:close/>
                <a:moveTo>
                  <a:pt x="619125" y="533400"/>
                </a:moveTo>
                <a:lnTo>
                  <a:pt x="628650" y="533400"/>
                </a:lnTo>
                <a:lnTo>
                  <a:pt x="628650" y="542925"/>
                </a:lnTo>
                <a:lnTo>
                  <a:pt x="619125" y="542925"/>
                </a:lnTo>
                <a:close/>
                <a:moveTo>
                  <a:pt x="533400" y="542925"/>
                </a:moveTo>
                <a:lnTo>
                  <a:pt x="542925" y="542925"/>
                </a:lnTo>
                <a:lnTo>
                  <a:pt x="542925" y="552450"/>
                </a:lnTo>
                <a:lnTo>
                  <a:pt x="533400" y="552450"/>
                </a:lnTo>
                <a:close/>
                <a:moveTo>
                  <a:pt x="609600" y="542925"/>
                </a:moveTo>
                <a:lnTo>
                  <a:pt x="619125" y="542925"/>
                </a:lnTo>
                <a:lnTo>
                  <a:pt x="619125" y="552450"/>
                </a:lnTo>
                <a:lnTo>
                  <a:pt x="609600" y="552450"/>
                </a:lnTo>
                <a:close/>
                <a:moveTo>
                  <a:pt x="542925" y="552450"/>
                </a:moveTo>
                <a:lnTo>
                  <a:pt x="561975" y="552450"/>
                </a:lnTo>
                <a:lnTo>
                  <a:pt x="561975" y="561975"/>
                </a:lnTo>
                <a:lnTo>
                  <a:pt x="542925" y="561975"/>
                </a:lnTo>
                <a:close/>
                <a:moveTo>
                  <a:pt x="714375" y="552450"/>
                </a:moveTo>
                <a:lnTo>
                  <a:pt x="723900" y="552450"/>
                </a:lnTo>
                <a:lnTo>
                  <a:pt x="723900" y="561975"/>
                </a:lnTo>
                <a:lnTo>
                  <a:pt x="714375" y="561975"/>
                </a:lnTo>
                <a:close/>
                <a:moveTo>
                  <a:pt x="533400" y="571500"/>
                </a:moveTo>
                <a:lnTo>
                  <a:pt x="542925" y="571500"/>
                </a:lnTo>
                <a:lnTo>
                  <a:pt x="542925" y="581025"/>
                </a:lnTo>
                <a:lnTo>
                  <a:pt x="533400" y="581025"/>
                </a:lnTo>
                <a:close/>
                <a:moveTo>
                  <a:pt x="619125" y="571500"/>
                </a:moveTo>
                <a:lnTo>
                  <a:pt x="628650" y="571500"/>
                </a:lnTo>
                <a:lnTo>
                  <a:pt x="628650" y="581025"/>
                </a:lnTo>
                <a:lnTo>
                  <a:pt x="619125" y="581025"/>
                </a:lnTo>
                <a:close/>
                <a:moveTo>
                  <a:pt x="647700" y="571500"/>
                </a:moveTo>
                <a:lnTo>
                  <a:pt x="666750" y="571500"/>
                </a:lnTo>
                <a:lnTo>
                  <a:pt x="666750" y="581025"/>
                </a:lnTo>
                <a:lnTo>
                  <a:pt x="647700" y="581025"/>
                </a:lnTo>
                <a:close/>
                <a:moveTo>
                  <a:pt x="590550" y="581025"/>
                </a:moveTo>
                <a:lnTo>
                  <a:pt x="600075" y="581025"/>
                </a:lnTo>
                <a:lnTo>
                  <a:pt x="600075" y="590550"/>
                </a:lnTo>
                <a:lnTo>
                  <a:pt x="590550" y="590550"/>
                </a:lnTo>
                <a:close/>
                <a:moveTo>
                  <a:pt x="714375" y="581025"/>
                </a:moveTo>
                <a:lnTo>
                  <a:pt x="723900" y="581025"/>
                </a:lnTo>
                <a:lnTo>
                  <a:pt x="723900" y="590550"/>
                </a:lnTo>
                <a:lnTo>
                  <a:pt x="714375" y="590550"/>
                </a:lnTo>
                <a:close/>
                <a:moveTo>
                  <a:pt x="438150" y="590550"/>
                </a:moveTo>
                <a:lnTo>
                  <a:pt x="447675" y="590550"/>
                </a:lnTo>
                <a:lnTo>
                  <a:pt x="447675" y="600075"/>
                </a:lnTo>
                <a:lnTo>
                  <a:pt x="438150" y="600075"/>
                </a:lnTo>
                <a:close/>
                <a:moveTo>
                  <a:pt x="561975" y="590550"/>
                </a:moveTo>
                <a:lnTo>
                  <a:pt x="590550" y="590550"/>
                </a:lnTo>
                <a:lnTo>
                  <a:pt x="590550" y="600075"/>
                </a:lnTo>
                <a:lnTo>
                  <a:pt x="581025" y="600075"/>
                </a:lnTo>
                <a:lnTo>
                  <a:pt x="581025" y="609600"/>
                </a:lnTo>
                <a:lnTo>
                  <a:pt x="561975" y="609600"/>
                </a:lnTo>
                <a:close/>
                <a:moveTo>
                  <a:pt x="466725" y="619125"/>
                </a:moveTo>
                <a:lnTo>
                  <a:pt x="476250" y="619125"/>
                </a:lnTo>
                <a:lnTo>
                  <a:pt x="476250" y="628650"/>
                </a:lnTo>
                <a:lnTo>
                  <a:pt x="466725" y="628650"/>
                </a:lnTo>
                <a:close/>
                <a:moveTo>
                  <a:pt x="514350" y="619125"/>
                </a:moveTo>
                <a:lnTo>
                  <a:pt x="523875" y="619125"/>
                </a:lnTo>
                <a:lnTo>
                  <a:pt x="523875" y="628650"/>
                </a:lnTo>
                <a:lnTo>
                  <a:pt x="514350" y="628650"/>
                </a:lnTo>
                <a:close/>
                <a:moveTo>
                  <a:pt x="647700" y="619125"/>
                </a:moveTo>
                <a:lnTo>
                  <a:pt x="657225" y="619125"/>
                </a:lnTo>
                <a:lnTo>
                  <a:pt x="657225" y="628650"/>
                </a:lnTo>
                <a:lnTo>
                  <a:pt x="647700" y="628650"/>
                </a:lnTo>
                <a:close/>
                <a:moveTo>
                  <a:pt x="676275" y="619125"/>
                </a:moveTo>
                <a:lnTo>
                  <a:pt x="685800" y="619125"/>
                </a:lnTo>
                <a:lnTo>
                  <a:pt x="685800" y="628650"/>
                </a:lnTo>
                <a:lnTo>
                  <a:pt x="676275" y="628650"/>
                </a:lnTo>
                <a:close/>
                <a:moveTo>
                  <a:pt x="523875" y="628650"/>
                </a:moveTo>
                <a:lnTo>
                  <a:pt x="533400" y="628650"/>
                </a:lnTo>
                <a:lnTo>
                  <a:pt x="533400" y="638175"/>
                </a:lnTo>
                <a:lnTo>
                  <a:pt x="523875" y="638175"/>
                </a:lnTo>
                <a:close/>
                <a:moveTo>
                  <a:pt x="619125" y="628650"/>
                </a:moveTo>
                <a:lnTo>
                  <a:pt x="628650" y="628650"/>
                </a:lnTo>
                <a:lnTo>
                  <a:pt x="628650" y="638175"/>
                </a:lnTo>
                <a:lnTo>
                  <a:pt x="619125" y="638175"/>
                </a:lnTo>
                <a:close/>
              </a:path>
            </a:pathLst>
          </a:custGeom>
          <a:solidFill xmlns:a="http://schemas.openxmlformats.org/drawingml/2006/main">
            <a:srgbClr val="E6EBE3"/>
          </a:solidFill>
          <a:ln xmlns:a="http://schemas.openxmlformats.org/drawingml/2006/main" w="0">
            <a:noFill/>
          </a:ln>
        </p:spPr>
      </p:sp>
      <p:sp>
        <p:nvSpPr>
          <p:cNvPr id="52" name="server vector #b2bdba">
            <a:extLst xmlns:a="http://schemas.openxmlformats.org/drawingml/2006/main">
              <a:ext uri="{FF2B5EF4-FFF2-40B4-BE49-F238E27FC236}">
                <a16:creationId xmlns:a16="http://schemas.microsoft.com/office/drawing/2014/main" id="{1528F291-0DAE-4CAE-A077-145442C32F7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143625" y="1524000"/>
            <a:ext cx="790575" cy="704850"/>
          </a:xfrm>
          <a:custGeom xmlns:a="http://schemas.openxmlformats.org/drawingml/2006/main">
            <a:pathLst>
              <a:path w="790575" h="704850">
                <a:moveTo>
                  <a:pt x="114300" y="57150"/>
                </a:moveTo>
                <a:lnTo>
                  <a:pt x="123825" y="57150"/>
                </a:lnTo>
                <a:lnTo>
                  <a:pt x="123825" y="66675"/>
                </a:lnTo>
                <a:lnTo>
                  <a:pt x="114300" y="66675"/>
                </a:lnTo>
                <a:close/>
                <a:moveTo>
                  <a:pt x="609600" y="57150"/>
                </a:moveTo>
                <a:lnTo>
                  <a:pt x="619125" y="57150"/>
                </a:lnTo>
                <a:lnTo>
                  <a:pt x="619125" y="66675"/>
                </a:lnTo>
                <a:lnTo>
                  <a:pt x="609600" y="66675"/>
                </a:lnTo>
                <a:close/>
                <a:moveTo>
                  <a:pt x="628650" y="66675"/>
                </a:moveTo>
                <a:lnTo>
                  <a:pt x="638175" y="66675"/>
                </a:lnTo>
                <a:lnTo>
                  <a:pt x="638175" y="76200"/>
                </a:lnTo>
                <a:lnTo>
                  <a:pt x="628650" y="76200"/>
                </a:lnTo>
                <a:close/>
                <a:moveTo>
                  <a:pt x="638175" y="76200"/>
                </a:moveTo>
                <a:lnTo>
                  <a:pt x="647700" y="76200"/>
                </a:lnTo>
                <a:lnTo>
                  <a:pt x="647700" y="85725"/>
                </a:lnTo>
                <a:lnTo>
                  <a:pt x="638175" y="85725"/>
                </a:lnTo>
                <a:close/>
                <a:moveTo>
                  <a:pt x="76200" y="85725"/>
                </a:moveTo>
                <a:lnTo>
                  <a:pt x="85725" y="85725"/>
                </a:lnTo>
                <a:lnTo>
                  <a:pt x="85725" y="95250"/>
                </a:lnTo>
                <a:lnTo>
                  <a:pt x="76200" y="95250"/>
                </a:lnTo>
                <a:close/>
                <a:moveTo>
                  <a:pt x="647700" y="85725"/>
                </a:moveTo>
                <a:lnTo>
                  <a:pt x="657225" y="85725"/>
                </a:lnTo>
                <a:lnTo>
                  <a:pt x="657225" y="95250"/>
                </a:lnTo>
                <a:lnTo>
                  <a:pt x="647700" y="95250"/>
                </a:lnTo>
                <a:close/>
                <a:moveTo>
                  <a:pt x="657225" y="114300"/>
                </a:moveTo>
                <a:lnTo>
                  <a:pt x="666750" y="114300"/>
                </a:lnTo>
                <a:lnTo>
                  <a:pt x="666750" y="190500"/>
                </a:lnTo>
                <a:lnTo>
                  <a:pt x="657225" y="190500"/>
                </a:lnTo>
                <a:close/>
                <a:moveTo>
                  <a:pt x="66675" y="123825"/>
                </a:moveTo>
                <a:lnTo>
                  <a:pt x="76200" y="123825"/>
                </a:lnTo>
                <a:lnTo>
                  <a:pt x="76200" y="190500"/>
                </a:lnTo>
                <a:lnTo>
                  <a:pt x="66675" y="190500"/>
                </a:lnTo>
                <a:close/>
                <a:moveTo>
                  <a:pt x="152400" y="133350"/>
                </a:moveTo>
                <a:lnTo>
                  <a:pt x="161925" y="133350"/>
                </a:lnTo>
                <a:lnTo>
                  <a:pt x="161925" y="142875"/>
                </a:lnTo>
                <a:lnTo>
                  <a:pt x="152400" y="142875"/>
                </a:lnTo>
                <a:close/>
                <a:moveTo>
                  <a:pt x="171450" y="133350"/>
                </a:moveTo>
                <a:lnTo>
                  <a:pt x="180975" y="133350"/>
                </a:lnTo>
                <a:lnTo>
                  <a:pt x="180975" y="142875"/>
                </a:lnTo>
                <a:lnTo>
                  <a:pt x="171450" y="142875"/>
                </a:lnTo>
                <a:close/>
                <a:moveTo>
                  <a:pt x="238125" y="133350"/>
                </a:moveTo>
                <a:lnTo>
                  <a:pt x="247650" y="133350"/>
                </a:lnTo>
                <a:lnTo>
                  <a:pt x="247650" y="142875"/>
                </a:lnTo>
                <a:lnTo>
                  <a:pt x="238125" y="142875"/>
                </a:lnTo>
                <a:close/>
                <a:moveTo>
                  <a:pt x="142875" y="142875"/>
                </a:moveTo>
                <a:lnTo>
                  <a:pt x="152400" y="142875"/>
                </a:lnTo>
                <a:lnTo>
                  <a:pt x="152400" y="161925"/>
                </a:lnTo>
                <a:lnTo>
                  <a:pt x="142875" y="161925"/>
                </a:lnTo>
                <a:close/>
                <a:moveTo>
                  <a:pt x="180975" y="142875"/>
                </a:moveTo>
                <a:lnTo>
                  <a:pt x="190500" y="142875"/>
                </a:lnTo>
                <a:lnTo>
                  <a:pt x="190500" y="161925"/>
                </a:lnTo>
                <a:lnTo>
                  <a:pt x="180975" y="161925"/>
                </a:lnTo>
                <a:close/>
                <a:moveTo>
                  <a:pt x="247650" y="142875"/>
                </a:moveTo>
                <a:lnTo>
                  <a:pt x="257175" y="142875"/>
                </a:lnTo>
                <a:lnTo>
                  <a:pt x="257175" y="161925"/>
                </a:lnTo>
                <a:lnTo>
                  <a:pt x="247650" y="161925"/>
                </a:lnTo>
                <a:close/>
                <a:moveTo>
                  <a:pt x="152400" y="161925"/>
                </a:moveTo>
                <a:lnTo>
                  <a:pt x="161925" y="161925"/>
                </a:lnTo>
                <a:lnTo>
                  <a:pt x="161925" y="171450"/>
                </a:lnTo>
                <a:lnTo>
                  <a:pt x="152400" y="171450"/>
                </a:lnTo>
                <a:close/>
                <a:moveTo>
                  <a:pt x="171450" y="161925"/>
                </a:moveTo>
                <a:lnTo>
                  <a:pt x="180975" y="161925"/>
                </a:lnTo>
                <a:lnTo>
                  <a:pt x="180975" y="171450"/>
                </a:lnTo>
                <a:lnTo>
                  <a:pt x="171450" y="171450"/>
                </a:lnTo>
                <a:close/>
                <a:moveTo>
                  <a:pt x="238125" y="161925"/>
                </a:moveTo>
                <a:lnTo>
                  <a:pt x="247650" y="161925"/>
                </a:lnTo>
                <a:lnTo>
                  <a:pt x="247650" y="171450"/>
                </a:lnTo>
                <a:lnTo>
                  <a:pt x="238125" y="171450"/>
                </a:lnTo>
                <a:close/>
                <a:moveTo>
                  <a:pt x="76200" y="209550"/>
                </a:moveTo>
                <a:lnTo>
                  <a:pt x="85725" y="209550"/>
                </a:lnTo>
                <a:lnTo>
                  <a:pt x="85725" y="219075"/>
                </a:lnTo>
                <a:lnTo>
                  <a:pt x="76200" y="219075"/>
                </a:lnTo>
                <a:close/>
                <a:moveTo>
                  <a:pt x="76200" y="238125"/>
                </a:moveTo>
                <a:lnTo>
                  <a:pt x="85725" y="238125"/>
                </a:lnTo>
                <a:lnTo>
                  <a:pt x="85725" y="247650"/>
                </a:lnTo>
                <a:lnTo>
                  <a:pt x="76200" y="247650"/>
                </a:lnTo>
                <a:close/>
                <a:moveTo>
                  <a:pt x="647700" y="238125"/>
                </a:moveTo>
                <a:lnTo>
                  <a:pt x="657225" y="238125"/>
                </a:lnTo>
                <a:lnTo>
                  <a:pt x="657225" y="247650"/>
                </a:lnTo>
                <a:lnTo>
                  <a:pt x="647700" y="247650"/>
                </a:lnTo>
                <a:close/>
                <a:moveTo>
                  <a:pt x="657225" y="266700"/>
                </a:moveTo>
                <a:lnTo>
                  <a:pt x="666750" y="266700"/>
                </a:lnTo>
                <a:lnTo>
                  <a:pt x="666750" y="285750"/>
                </a:lnTo>
                <a:lnTo>
                  <a:pt x="657225" y="285750"/>
                </a:lnTo>
                <a:close/>
                <a:moveTo>
                  <a:pt x="104775" y="276225"/>
                </a:moveTo>
                <a:lnTo>
                  <a:pt x="114300" y="276225"/>
                </a:lnTo>
                <a:lnTo>
                  <a:pt x="114300" y="342900"/>
                </a:lnTo>
                <a:lnTo>
                  <a:pt x="104775" y="342900"/>
                </a:lnTo>
                <a:close/>
                <a:moveTo>
                  <a:pt x="619125" y="276225"/>
                </a:moveTo>
                <a:lnTo>
                  <a:pt x="628650" y="276225"/>
                </a:lnTo>
                <a:lnTo>
                  <a:pt x="628650" y="285750"/>
                </a:lnTo>
                <a:lnTo>
                  <a:pt x="619125" y="285750"/>
                </a:lnTo>
                <a:close/>
                <a:moveTo>
                  <a:pt x="152400" y="285750"/>
                </a:moveTo>
                <a:lnTo>
                  <a:pt x="171450" y="285750"/>
                </a:lnTo>
                <a:lnTo>
                  <a:pt x="171450" y="295275"/>
                </a:lnTo>
                <a:lnTo>
                  <a:pt x="152400" y="295275"/>
                </a:lnTo>
                <a:close/>
                <a:moveTo>
                  <a:pt x="219075" y="285750"/>
                </a:moveTo>
                <a:lnTo>
                  <a:pt x="238125" y="285750"/>
                </a:lnTo>
                <a:lnTo>
                  <a:pt x="238125" y="295275"/>
                </a:lnTo>
                <a:lnTo>
                  <a:pt x="219075" y="295275"/>
                </a:lnTo>
                <a:close/>
                <a:moveTo>
                  <a:pt x="628650" y="285750"/>
                </a:moveTo>
                <a:lnTo>
                  <a:pt x="638175" y="285750"/>
                </a:lnTo>
                <a:lnTo>
                  <a:pt x="638175" y="295275"/>
                </a:lnTo>
                <a:lnTo>
                  <a:pt x="628650" y="295275"/>
                </a:lnTo>
                <a:close/>
                <a:moveTo>
                  <a:pt x="647700" y="285750"/>
                </a:moveTo>
                <a:lnTo>
                  <a:pt x="657225" y="285750"/>
                </a:lnTo>
                <a:lnTo>
                  <a:pt x="657225" y="295275"/>
                </a:lnTo>
                <a:lnTo>
                  <a:pt x="647700" y="295275"/>
                </a:lnTo>
                <a:close/>
                <a:moveTo>
                  <a:pt x="142875" y="295275"/>
                </a:moveTo>
                <a:lnTo>
                  <a:pt x="152400" y="295275"/>
                </a:lnTo>
                <a:lnTo>
                  <a:pt x="152400" y="314325"/>
                </a:lnTo>
                <a:lnTo>
                  <a:pt x="142875" y="314325"/>
                </a:lnTo>
                <a:close/>
                <a:moveTo>
                  <a:pt x="171450" y="295275"/>
                </a:moveTo>
                <a:lnTo>
                  <a:pt x="180975" y="295275"/>
                </a:lnTo>
                <a:lnTo>
                  <a:pt x="180975" y="304800"/>
                </a:lnTo>
                <a:lnTo>
                  <a:pt x="171450" y="304800"/>
                </a:lnTo>
                <a:close/>
                <a:moveTo>
                  <a:pt x="209550" y="295275"/>
                </a:moveTo>
                <a:lnTo>
                  <a:pt x="219075" y="295275"/>
                </a:lnTo>
                <a:lnTo>
                  <a:pt x="219075" y="304800"/>
                </a:lnTo>
                <a:lnTo>
                  <a:pt x="209550" y="304800"/>
                </a:lnTo>
                <a:close/>
                <a:moveTo>
                  <a:pt x="638175" y="295275"/>
                </a:moveTo>
                <a:lnTo>
                  <a:pt x="647700" y="295275"/>
                </a:lnTo>
                <a:lnTo>
                  <a:pt x="647700" y="304800"/>
                </a:lnTo>
                <a:lnTo>
                  <a:pt x="638175" y="304800"/>
                </a:lnTo>
                <a:close/>
                <a:moveTo>
                  <a:pt x="180975" y="304800"/>
                </a:moveTo>
                <a:lnTo>
                  <a:pt x="190500" y="304800"/>
                </a:lnTo>
                <a:lnTo>
                  <a:pt x="190500" y="314325"/>
                </a:lnTo>
                <a:lnTo>
                  <a:pt x="180975" y="314325"/>
                </a:lnTo>
                <a:close/>
                <a:moveTo>
                  <a:pt x="552450" y="304800"/>
                </a:moveTo>
                <a:lnTo>
                  <a:pt x="590550" y="304800"/>
                </a:lnTo>
                <a:lnTo>
                  <a:pt x="590550" y="314325"/>
                </a:lnTo>
                <a:lnTo>
                  <a:pt x="552450" y="314325"/>
                </a:lnTo>
                <a:close/>
                <a:moveTo>
                  <a:pt x="171450" y="314325"/>
                </a:moveTo>
                <a:lnTo>
                  <a:pt x="180975" y="314325"/>
                </a:lnTo>
                <a:lnTo>
                  <a:pt x="180975" y="323850"/>
                </a:lnTo>
                <a:lnTo>
                  <a:pt x="171450" y="323850"/>
                </a:lnTo>
                <a:close/>
                <a:moveTo>
                  <a:pt x="238125" y="314325"/>
                </a:moveTo>
                <a:lnTo>
                  <a:pt x="247650" y="314325"/>
                </a:lnTo>
                <a:lnTo>
                  <a:pt x="247650" y="323850"/>
                </a:lnTo>
                <a:lnTo>
                  <a:pt x="238125" y="323850"/>
                </a:lnTo>
                <a:close/>
                <a:moveTo>
                  <a:pt x="533400" y="314325"/>
                </a:moveTo>
                <a:lnTo>
                  <a:pt x="542925" y="314325"/>
                </a:lnTo>
                <a:lnTo>
                  <a:pt x="542925" y="323850"/>
                </a:lnTo>
                <a:lnTo>
                  <a:pt x="533400" y="323850"/>
                </a:lnTo>
                <a:close/>
                <a:moveTo>
                  <a:pt x="66675" y="323850"/>
                </a:moveTo>
                <a:lnTo>
                  <a:pt x="76200" y="323850"/>
                </a:lnTo>
                <a:lnTo>
                  <a:pt x="76200" y="342900"/>
                </a:lnTo>
                <a:lnTo>
                  <a:pt x="66675" y="342900"/>
                </a:lnTo>
                <a:close/>
                <a:moveTo>
                  <a:pt x="523875" y="323850"/>
                </a:moveTo>
                <a:lnTo>
                  <a:pt x="533400" y="323850"/>
                </a:lnTo>
                <a:lnTo>
                  <a:pt x="533400" y="333375"/>
                </a:lnTo>
                <a:lnTo>
                  <a:pt x="523875" y="333375"/>
                </a:lnTo>
                <a:close/>
                <a:moveTo>
                  <a:pt x="476250" y="333375"/>
                </a:moveTo>
                <a:lnTo>
                  <a:pt x="495300" y="333375"/>
                </a:lnTo>
                <a:lnTo>
                  <a:pt x="495300" y="342900"/>
                </a:lnTo>
                <a:lnTo>
                  <a:pt x="476250" y="342900"/>
                </a:lnTo>
                <a:close/>
                <a:moveTo>
                  <a:pt x="619125" y="333375"/>
                </a:moveTo>
                <a:lnTo>
                  <a:pt x="628650" y="333375"/>
                </a:lnTo>
                <a:lnTo>
                  <a:pt x="628650" y="342900"/>
                </a:lnTo>
                <a:lnTo>
                  <a:pt x="619125" y="342900"/>
                </a:lnTo>
                <a:close/>
                <a:moveTo>
                  <a:pt x="657225" y="333375"/>
                </a:moveTo>
                <a:lnTo>
                  <a:pt x="676275" y="333375"/>
                </a:lnTo>
                <a:lnTo>
                  <a:pt x="676275" y="342900"/>
                </a:lnTo>
                <a:lnTo>
                  <a:pt x="657225" y="342900"/>
                </a:lnTo>
                <a:close/>
                <a:moveTo>
                  <a:pt x="457200" y="342900"/>
                </a:moveTo>
                <a:lnTo>
                  <a:pt x="466725" y="342900"/>
                </a:lnTo>
                <a:lnTo>
                  <a:pt x="466725" y="352425"/>
                </a:lnTo>
                <a:lnTo>
                  <a:pt x="457200" y="352425"/>
                </a:lnTo>
                <a:close/>
                <a:moveTo>
                  <a:pt x="628650" y="342900"/>
                </a:moveTo>
                <a:lnTo>
                  <a:pt x="647700" y="342900"/>
                </a:lnTo>
                <a:lnTo>
                  <a:pt x="647700" y="352425"/>
                </a:lnTo>
                <a:lnTo>
                  <a:pt x="628650" y="352425"/>
                </a:lnTo>
                <a:close/>
                <a:moveTo>
                  <a:pt x="114300" y="352425"/>
                </a:moveTo>
                <a:lnTo>
                  <a:pt x="123825" y="352425"/>
                </a:lnTo>
                <a:lnTo>
                  <a:pt x="123825" y="361950"/>
                </a:lnTo>
                <a:lnTo>
                  <a:pt x="114300" y="361950"/>
                </a:lnTo>
                <a:close/>
                <a:moveTo>
                  <a:pt x="447675" y="352425"/>
                </a:moveTo>
                <a:lnTo>
                  <a:pt x="457200" y="352425"/>
                </a:lnTo>
                <a:lnTo>
                  <a:pt x="457200" y="361950"/>
                </a:lnTo>
                <a:lnTo>
                  <a:pt x="447675" y="361950"/>
                </a:lnTo>
                <a:close/>
                <a:moveTo>
                  <a:pt x="571500" y="352425"/>
                </a:moveTo>
                <a:lnTo>
                  <a:pt x="581025" y="352425"/>
                </a:lnTo>
                <a:lnTo>
                  <a:pt x="581025" y="361950"/>
                </a:lnTo>
                <a:lnTo>
                  <a:pt x="571500" y="361950"/>
                </a:lnTo>
                <a:close/>
                <a:moveTo>
                  <a:pt x="123825" y="361950"/>
                </a:moveTo>
                <a:lnTo>
                  <a:pt x="133350" y="361950"/>
                </a:lnTo>
                <a:lnTo>
                  <a:pt x="133350" y="371475"/>
                </a:lnTo>
                <a:lnTo>
                  <a:pt x="123825" y="371475"/>
                </a:lnTo>
                <a:close/>
                <a:moveTo>
                  <a:pt x="152400" y="361950"/>
                </a:moveTo>
                <a:lnTo>
                  <a:pt x="400050" y="361950"/>
                </a:lnTo>
                <a:lnTo>
                  <a:pt x="400050" y="371475"/>
                </a:lnTo>
                <a:lnTo>
                  <a:pt x="409575" y="371475"/>
                </a:lnTo>
                <a:lnTo>
                  <a:pt x="409575" y="390525"/>
                </a:lnTo>
                <a:lnTo>
                  <a:pt x="400050" y="390525"/>
                </a:lnTo>
                <a:lnTo>
                  <a:pt x="400050" y="381000"/>
                </a:lnTo>
                <a:lnTo>
                  <a:pt x="390525" y="381000"/>
                </a:lnTo>
                <a:lnTo>
                  <a:pt x="390525" y="371475"/>
                </a:lnTo>
                <a:lnTo>
                  <a:pt x="152400" y="371475"/>
                </a:lnTo>
                <a:close/>
                <a:moveTo>
                  <a:pt x="438150" y="361950"/>
                </a:moveTo>
                <a:lnTo>
                  <a:pt x="447675" y="361950"/>
                </a:lnTo>
                <a:lnTo>
                  <a:pt x="447675" y="371475"/>
                </a:lnTo>
                <a:lnTo>
                  <a:pt x="438150" y="371475"/>
                </a:lnTo>
                <a:close/>
                <a:moveTo>
                  <a:pt x="428625" y="371475"/>
                </a:moveTo>
                <a:lnTo>
                  <a:pt x="438150" y="371475"/>
                </a:lnTo>
                <a:lnTo>
                  <a:pt x="438150" y="381000"/>
                </a:lnTo>
                <a:lnTo>
                  <a:pt x="428625" y="381000"/>
                </a:lnTo>
                <a:close/>
                <a:moveTo>
                  <a:pt x="704850" y="371475"/>
                </a:moveTo>
                <a:lnTo>
                  <a:pt x="714375" y="371475"/>
                </a:lnTo>
                <a:lnTo>
                  <a:pt x="714375" y="381000"/>
                </a:lnTo>
                <a:lnTo>
                  <a:pt x="704850" y="381000"/>
                </a:lnTo>
                <a:close/>
                <a:moveTo>
                  <a:pt x="476250" y="381000"/>
                </a:moveTo>
                <a:lnTo>
                  <a:pt x="495300" y="381000"/>
                </a:lnTo>
                <a:lnTo>
                  <a:pt x="495300" y="390525"/>
                </a:lnTo>
                <a:lnTo>
                  <a:pt x="476250" y="390525"/>
                </a:lnTo>
                <a:close/>
                <a:moveTo>
                  <a:pt x="609600" y="381000"/>
                </a:moveTo>
                <a:lnTo>
                  <a:pt x="619125" y="381000"/>
                </a:lnTo>
                <a:lnTo>
                  <a:pt x="619125" y="390525"/>
                </a:lnTo>
                <a:lnTo>
                  <a:pt x="609600" y="390525"/>
                </a:lnTo>
                <a:close/>
                <a:moveTo>
                  <a:pt x="647700" y="381000"/>
                </a:moveTo>
                <a:lnTo>
                  <a:pt x="666750" y="381000"/>
                </a:lnTo>
                <a:lnTo>
                  <a:pt x="666750" y="390525"/>
                </a:lnTo>
                <a:lnTo>
                  <a:pt x="647700" y="390525"/>
                </a:lnTo>
                <a:close/>
                <a:moveTo>
                  <a:pt x="390525" y="390525"/>
                </a:moveTo>
                <a:lnTo>
                  <a:pt x="400050" y="390525"/>
                </a:lnTo>
                <a:lnTo>
                  <a:pt x="400050" y="400050"/>
                </a:lnTo>
                <a:lnTo>
                  <a:pt x="390525" y="400050"/>
                </a:lnTo>
                <a:close/>
                <a:moveTo>
                  <a:pt x="666750" y="390525"/>
                </a:moveTo>
                <a:lnTo>
                  <a:pt x="676275" y="390525"/>
                </a:lnTo>
                <a:lnTo>
                  <a:pt x="676275" y="409575"/>
                </a:lnTo>
                <a:lnTo>
                  <a:pt x="666750" y="409575"/>
                </a:lnTo>
                <a:close/>
                <a:moveTo>
                  <a:pt x="133350" y="400050"/>
                </a:moveTo>
                <a:lnTo>
                  <a:pt x="390525" y="400050"/>
                </a:lnTo>
                <a:lnTo>
                  <a:pt x="390525" y="409575"/>
                </a:lnTo>
                <a:lnTo>
                  <a:pt x="133350" y="409575"/>
                </a:lnTo>
                <a:close/>
                <a:moveTo>
                  <a:pt x="552450" y="409575"/>
                </a:moveTo>
                <a:lnTo>
                  <a:pt x="561975" y="409575"/>
                </a:lnTo>
                <a:lnTo>
                  <a:pt x="561975" y="419100"/>
                </a:lnTo>
                <a:lnTo>
                  <a:pt x="552450" y="419100"/>
                </a:lnTo>
                <a:close/>
                <a:moveTo>
                  <a:pt x="590550" y="409575"/>
                </a:moveTo>
                <a:lnTo>
                  <a:pt x="600075" y="409575"/>
                </a:lnTo>
                <a:lnTo>
                  <a:pt x="600075" y="419100"/>
                </a:lnTo>
                <a:lnTo>
                  <a:pt x="590550" y="419100"/>
                </a:lnTo>
                <a:close/>
                <a:moveTo>
                  <a:pt x="704850" y="409575"/>
                </a:moveTo>
                <a:lnTo>
                  <a:pt x="714375" y="409575"/>
                </a:lnTo>
                <a:lnTo>
                  <a:pt x="714375" y="428625"/>
                </a:lnTo>
                <a:lnTo>
                  <a:pt x="704850" y="428625"/>
                </a:lnTo>
                <a:close/>
                <a:moveTo>
                  <a:pt x="609600" y="419100"/>
                </a:moveTo>
                <a:lnTo>
                  <a:pt x="619125" y="419100"/>
                </a:lnTo>
                <a:lnTo>
                  <a:pt x="619125" y="428625"/>
                </a:lnTo>
                <a:lnTo>
                  <a:pt x="609600" y="428625"/>
                </a:lnTo>
                <a:close/>
                <a:moveTo>
                  <a:pt x="104775" y="428625"/>
                </a:moveTo>
                <a:lnTo>
                  <a:pt x="114300" y="428625"/>
                </a:lnTo>
                <a:lnTo>
                  <a:pt x="114300" y="495300"/>
                </a:lnTo>
                <a:lnTo>
                  <a:pt x="104775" y="495300"/>
                </a:lnTo>
                <a:close/>
                <a:moveTo>
                  <a:pt x="428625" y="428625"/>
                </a:moveTo>
                <a:lnTo>
                  <a:pt x="438150" y="428625"/>
                </a:lnTo>
                <a:lnTo>
                  <a:pt x="438150" y="438150"/>
                </a:lnTo>
                <a:lnTo>
                  <a:pt x="428625" y="438150"/>
                </a:lnTo>
                <a:close/>
                <a:moveTo>
                  <a:pt x="476250" y="428625"/>
                </a:moveTo>
                <a:lnTo>
                  <a:pt x="485775" y="428625"/>
                </a:lnTo>
                <a:lnTo>
                  <a:pt x="485775" y="438150"/>
                </a:lnTo>
                <a:lnTo>
                  <a:pt x="476250" y="438150"/>
                </a:lnTo>
                <a:close/>
                <a:moveTo>
                  <a:pt x="619125" y="428625"/>
                </a:moveTo>
                <a:lnTo>
                  <a:pt x="628650" y="428625"/>
                </a:lnTo>
                <a:lnTo>
                  <a:pt x="628650" y="438150"/>
                </a:lnTo>
                <a:lnTo>
                  <a:pt x="619125" y="438150"/>
                </a:lnTo>
                <a:close/>
                <a:moveTo>
                  <a:pt x="714375" y="428625"/>
                </a:moveTo>
                <a:lnTo>
                  <a:pt x="723900" y="428625"/>
                </a:lnTo>
                <a:lnTo>
                  <a:pt x="723900" y="438150"/>
                </a:lnTo>
                <a:lnTo>
                  <a:pt x="714375" y="438150"/>
                </a:lnTo>
                <a:close/>
                <a:moveTo>
                  <a:pt x="628650" y="438150"/>
                </a:moveTo>
                <a:lnTo>
                  <a:pt x="638175" y="438150"/>
                </a:lnTo>
                <a:lnTo>
                  <a:pt x="638175" y="447675"/>
                </a:lnTo>
                <a:lnTo>
                  <a:pt x="628650" y="447675"/>
                </a:lnTo>
                <a:close/>
                <a:moveTo>
                  <a:pt x="666750" y="438150"/>
                </a:moveTo>
                <a:lnTo>
                  <a:pt x="676275" y="438150"/>
                </a:lnTo>
                <a:lnTo>
                  <a:pt x="676275" y="447675"/>
                </a:lnTo>
                <a:lnTo>
                  <a:pt x="666750" y="447675"/>
                </a:lnTo>
                <a:close/>
                <a:moveTo>
                  <a:pt x="733425" y="438150"/>
                </a:moveTo>
                <a:lnTo>
                  <a:pt x="742950" y="438150"/>
                </a:lnTo>
                <a:lnTo>
                  <a:pt x="742950" y="447675"/>
                </a:lnTo>
                <a:lnTo>
                  <a:pt x="733425" y="447675"/>
                </a:lnTo>
                <a:close/>
                <a:moveTo>
                  <a:pt x="238125" y="447675"/>
                </a:moveTo>
                <a:lnTo>
                  <a:pt x="247650" y="447675"/>
                </a:lnTo>
                <a:lnTo>
                  <a:pt x="247650" y="457200"/>
                </a:lnTo>
                <a:lnTo>
                  <a:pt x="238125" y="457200"/>
                </a:lnTo>
                <a:close/>
                <a:moveTo>
                  <a:pt x="466725" y="447675"/>
                </a:moveTo>
                <a:lnTo>
                  <a:pt x="476250" y="447675"/>
                </a:lnTo>
                <a:lnTo>
                  <a:pt x="476250" y="457200"/>
                </a:lnTo>
                <a:lnTo>
                  <a:pt x="466725" y="457200"/>
                </a:lnTo>
                <a:close/>
                <a:moveTo>
                  <a:pt x="504825" y="447675"/>
                </a:moveTo>
                <a:lnTo>
                  <a:pt x="514350" y="447675"/>
                </a:lnTo>
                <a:lnTo>
                  <a:pt x="514350" y="457200"/>
                </a:lnTo>
                <a:lnTo>
                  <a:pt x="504825" y="457200"/>
                </a:lnTo>
                <a:close/>
                <a:moveTo>
                  <a:pt x="742950" y="447675"/>
                </a:moveTo>
                <a:lnTo>
                  <a:pt x="752475" y="447675"/>
                </a:lnTo>
                <a:lnTo>
                  <a:pt x="752475" y="457200"/>
                </a:lnTo>
                <a:lnTo>
                  <a:pt x="742950" y="457200"/>
                </a:lnTo>
                <a:close/>
                <a:moveTo>
                  <a:pt x="66675" y="457200"/>
                </a:moveTo>
                <a:lnTo>
                  <a:pt x="76200" y="457200"/>
                </a:lnTo>
                <a:lnTo>
                  <a:pt x="76200" y="504825"/>
                </a:lnTo>
                <a:lnTo>
                  <a:pt x="66675" y="504825"/>
                </a:lnTo>
                <a:close/>
                <a:moveTo>
                  <a:pt x="247650" y="457200"/>
                </a:moveTo>
                <a:lnTo>
                  <a:pt x="257175" y="457200"/>
                </a:lnTo>
                <a:lnTo>
                  <a:pt x="257175" y="476250"/>
                </a:lnTo>
                <a:lnTo>
                  <a:pt x="247650" y="476250"/>
                </a:lnTo>
                <a:close/>
                <a:moveTo>
                  <a:pt x="457200" y="457200"/>
                </a:moveTo>
                <a:lnTo>
                  <a:pt x="466725" y="457200"/>
                </a:lnTo>
                <a:lnTo>
                  <a:pt x="466725" y="466725"/>
                </a:lnTo>
                <a:lnTo>
                  <a:pt x="457200" y="466725"/>
                </a:lnTo>
                <a:close/>
                <a:moveTo>
                  <a:pt x="638175" y="457200"/>
                </a:moveTo>
                <a:lnTo>
                  <a:pt x="647700" y="457200"/>
                </a:lnTo>
                <a:lnTo>
                  <a:pt x="647700" y="466725"/>
                </a:lnTo>
                <a:lnTo>
                  <a:pt x="638175" y="466725"/>
                </a:lnTo>
                <a:close/>
                <a:moveTo>
                  <a:pt x="238125" y="476250"/>
                </a:moveTo>
                <a:lnTo>
                  <a:pt x="247650" y="476250"/>
                </a:lnTo>
                <a:lnTo>
                  <a:pt x="247650" y="485775"/>
                </a:lnTo>
                <a:lnTo>
                  <a:pt x="238125" y="485775"/>
                </a:lnTo>
                <a:close/>
                <a:moveTo>
                  <a:pt x="457200" y="495300"/>
                </a:moveTo>
                <a:lnTo>
                  <a:pt x="466725" y="495300"/>
                </a:lnTo>
                <a:lnTo>
                  <a:pt x="466725" y="504825"/>
                </a:lnTo>
                <a:lnTo>
                  <a:pt x="457200" y="504825"/>
                </a:lnTo>
                <a:close/>
                <a:moveTo>
                  <a:pt x="600075" y="495300"/>
                </a:moveTo>
                <a:lnTo>
                  <a:pt x="609600" y="495300"/>
                </a:lnTo>
                <a:lnTo>
                  <a:pt x="609600" y="504825"/>
                </a:lnTo>
                <a:lnTo>
                  <a:pt x="600075" y="504825"/>
                </a:lnTo>
                <a:close/>
                <a:moveTo>
                  <a:pt x="638175" y="495300"/>
                </a:moveTo>
                <a:lnTo>
                  <a:pt x="647700" y="495300"/>
                </a:lnTo>
                <a:lnTo>
                  <a:pt x="647700" y="504825"/>
                </a:lnTo>
                <a:lnTo>
                  <a:pt x="638175" y="504825"/>
                </a:lnTo>
                <a:close/>
                <a:moveTo>
                  <a:pt x="400050" y="504825"/>
                </a:moveTo>
                <a:lnTo>
                  <a:pt x="409575" y="504825"/>
                </a:lnTo>
                <a:lnTo>
                  <a:pt x="409575" y="514350"/>
                </a:lnTo>
                <a:lnTo>
                  <a:pt x="400050" y="514350"/>
                </a:lnTo>
                <a:close/>
                <a:moveTo>
                  <a:pt x="466725" y="504825"/>
                </a:moveTo>
                <a:lnTo>
                  <a:pt x="476250" y="504825"/>
                </a:lnTo>
                <a:lnTo>
                  <a:pt x="476250" y="514350"/>
                </a:lnTo>
                <a:lnTo>
                  <a:pt x="466725" y="514350"/>
                </a:lnTo>
                <a:close/>
                <a:moveTo>
                  <a:pt x="590550" y="504825"/>
                </a:moveTo>
                <a:lnTo>
                  <a:pt x="600075" y="504825"/>
                </a:lnTo>
                <a:lnTo>
                  <a:pt x="600075" y="514350"/>
                </a:lnTo>
                <a:lnTo>
                  <a:pt x="590550" y="514350"/>
                </a:lnTo>
                <a:close/>
                <a:moveTo>
                  <a:pt x="742950" y="504825"/>
                </a:moveTo>
                <a:lnTo>
                  <a:pt x="752475" y="504825"/>
                </a:lnTo>
                <a:lnTo>
                  <a:pt x="752475" y="514350"/>
                </a:lnTo>
                <a:lnTo>
                  <a:pt x="742950" y="514350"/>
                </a:lnTo>
                <a:close/>
                <a:moveTo>
                  <a:pt x="409575" y="514350"/>
                </a:moveTo>
                <a:lnTo>
                  <a:pt x="419100" y="514350"/>
                </a:lnTo>
                <a:lnTo>
                  <a:pt x="419100" y="523875"/>
                </a:lnTo>
                <a:lnTo>
                  <a:pt x="409575" y="523875"/>
                </a:lnTo>
                <a:close/>
                <a:moveTo>
                  <a:pt x="561975" y="514350"/>
                </a:moveTo>
                <a:lnTo>
                  <a:pt x="590550" y="514350"/>
                </a:lnTo>
                <a:lnTo>
                  <a:pt x="590550" y="523875"/>
                </a:lnTo>
                <a:lnTo>
                  <a:pt x="561975" y="523875"/>
                </a:lnTo>
                <a:close/>
                <a:moveTo>
                  <a:pt x="666750" y="514350"/>
                </a:moveTo>
                <a:lnTo>
                  <a:pt x="676275" y="514350"/>
                </a:lnTo>
                <a:lnTo>
                  <a:pt x="676275" y="523875"/>
                </a:lnTo>
                <a:lnTo>
                  <a:pt x="666750" y="523875"/>
                </a:lnTo>
                <a:close/>
                <a:moveTo>
                  <a:pt x="733425" y="514350"/>
                </a:moveTo>
                <a:lnTo>
                  <a:pt x="742950" y="514350"/>
                </a:lnTo>
                <a:lnTo>
                  <a:pt x="742950" y="523875"/>
                </a:lnTo>
                <a:lnTo>
                  <a:pt x="733425" y="523875"/>
                </a:lnTo>
                <a:close/>
                <a:moveTo>
                  <a:pt x="76200" y="523875"/>
                </a:moveTo>
                <a:lnTo>
                  <a:pt x="85725" y="523875"/>
                </a:lnTo>
                <a:lnTo>
                  <a:pt x="85725" y="533400"/>
                </a:lnTo>
                <a:lnTo>
                  <a:pt x="76200" y="533400"/>
                </a:lnTo>
                <a:close/>
                <a:moveTo>
                  <a:pt x="428625" y="523875"/>
                </a:moveTo>
                <a:lnTo>
                  <a:pt x="438150" y="523875"/>
                </a:lnTo>
                <a:lnTo>
                  <a:pt x="438150" y="533400"/>
                </a:lnTo>
                <a:lnTo>
                  <a:pt x="428625" y="533400"/>
                </a:lnTo>
                <a:close/>
                <a:moveTo>
                  <a:pt x="476250" y="523875"/>
                </a:moveTo>
                <a:lnTo>
                  <a:pt x="485775" y="523875"/>
                </a:lnTo>
                <a:lnTo>
                  <a:pt x="485775" y="533400"/>
                </a:lnTo>
                <a:lnTo>
                  <a:pt x="476250" y="533400"/>
                </a:lnTo>
                <a:close/>
                <a:moveTo>
                  <a:pt x="514350" y="523875"/>
                </a:moveTo>
                <a:lnTo>
                  <a:pt x="523875" y="523875"/>
                </a:lnTo>
                <a:lnTo>
                  <a:pt x="523875" y="533400"/>
                </a:lnTo>
                <a:lnTo>
                  <a:pt x="514350" y="533400"/>
                </a:lnTo>
                <a:close/>
                <a:moveTo>
                  <a:pt x="714375" y="523875"/>
                </a:moveTo>
                <a:lnTo>
                  <a:pt x="723900" y="523875"/>
                </a:lnTo>
                <a:lnTo>
                  <a:pt x="723900" y="533400"/>
                </a:lnTo>
                <a:lnTo>
                  <a:pt x="714375" y="533400"/>
                </a:lnTo>
                <a:close/>
                <a:moveTo>
                  <a:pt x="438150" y="533400"/>
                </a:moveTo>
                <a:lnTo>
                  <a:pt x="447675" y="533400"/>
                </a:lnTo>
                <a:lnTo>
                  <a:pt x="447675" y="552450"/>
                </a:lnTo>
                <a:lnTo>
                  <a:pt x="438150" y="552450"/>
                </a:lnTo>
                <a:close/>
                <a:moveTo>
                  <a:pt x="523875" y="533400"/>
                </a:moveTo>
                <a:lnTo>
                  <a:pt x="533400" y="533400"/>
                </a:lnTo>
                <a:lnTo>
                  <a:pt x="533400" y="542925"/>
                </a:lnTo>
                <a:lnTo>
                  <a:pt x="523875" y="542925"/>
                </a:lnTo>
                <a:close/>
                <a:moveTo>
                  <a:pt x="657225" y="533400"/>
                </a:moveTo>
                <a:lnTo>
                  <a:pt x="666750" y="533400"/>
                </a:lnTo>
                <a:lnTo>
                  <a:pt x="666750" y="552450"/>
                </a:lnTo>
                <a:lnTo>
                  <a:pt x="657225" y="552450"/>
                </a:lnTo>
                <a:close/>
                <a:moveTo>
                  <a:pt x="704850" y="533400"/>
                </a:moveTo>
                <a:lnTo>
                  <a:pt x="714375" y="533400"/>
                </a:lnTo>
                <a:lnTo>
                  <a:pt x="714375" y="552450"/>
                </a:lnTo>
                <a:lnTo>
                  <a:pt x="704850" y="552450"/>
                </a:lnTo>
                <a:close/>
                <a:moveTo>
                  <a:pt x="104775" y="552450"/>
                </a:moveTo>
                <a:lnTo>
                  <a:pt x="114300" y="552450"/>
                </a:lnTo>
                <a:lnTo>
                  <a:pt x="114300" y="561975"/>
                </a:lnTo>
                <a:lnTo>
                  <a:pt x="104775" y="561975"/>
                </a:lnTo>
                <a:close/>
                <a:moveTo>
                  <a:pt x="428625" y="552450"/>
                </a:moveTo>
                <a:lnTo>
                  <a:pt x="438150" y="552450"/>
                </a:lnTo>
                <a:lnTo>
                  <a:pt x="438150" y="581025"/>
                </a:lnTo>
                <a:lnTo>
                  <a:pt x="428625" y="581025"/>
                </a:lnTo>
                <a:close/>
                <a:moveTo>
                  <a:pt x="476250" y="552450"/>
                </a:moveTo>
                <a:lnTo>
                  <a:pt x="485775" y="552450"/>
                </a:lnTo>
                <a:lnTo>
                  <a:pt x="485775" y="561975"/>
                </a:lnTo>
                <a:lnTo>
                  <a:pt x="476250" y="561975"/>
                </a:lnTo>
                <a:close/>
                <a:moveTo>
                  <a:pt x="561975" y="552450"/>
                </a:moveTo>
                <a:lnTo>
                  <a:pt x="590550" y="552450"/>
                </a:lnTo>
                <a:lnTo>
                  <a:pt x="590550" y="561975"/>
                </a:lnTo>
                <a:lnTo>
                  <a:pt x="561975" y="561975"/>
                </a:lnTo>
                <a:close/>
                <a:moveTo>
                  <a:pt x="666750" y="561975"/>
                </a:moveTo>
                <a:lnTo>
                  <a:pt x="676275" y="561975"/>
                </a:lnTo>
                <a:lnTo>
                  <a:pt x="676275" y="571500"/>
                </a:lnTo>
                <a:lnTo>
                  <a:pt x="666750" y="571500"/>
                </a:lnTo>
                <a:close/>
                <a:moveTo>
                  <a:pt x="714375" y="561975"/>
                </a:moveTo>
                <a:lnTo>
                  <a:pt x="723900" y="561975"/>
                </a:lnTo>
                <a:lnTo>
                  <a:pt x="723900" y="581025"/>
                </a:lnTo>
                <a:lnTo>
                  <a:pt x="714375" y="581025"/>
                </a:lnTo>
                <a:close/>
                <a:moveTo>
                  <a:pt x="495300" y="571500"/>
                </a:moveTo>
                <a:lnTo>
                  <a:pt x="504825" y="571500"/>
                </a:lnTo>
                <a:lnTo>
                  <a:pt x="504825" y="581025"/>
                </a:lnTo>
                <a:lnTo>
                  <a:pt x="495300" y="581025"/>
                </a:lnTo>
                <a:close/>
                <a:moveTo>
                  <a:pt x="523875" y="571500"/>
                </a:moveTo>
                <a:lnTo>
                  <a:pt x="533400" y="571500"/>
                </a:lnTo>
                <a:lnTo>
                  <a:pt x="533400" y="581025"/>
                </a:lnTo>
                <a:lnTo>
                  <a:pt x="523875" y="581025"/>
                </a:lnTo>
                <a:close/>
                <a:moveTo>
                  <a:pt x="628650" y="571500"/>
                </a:moveTo>
                <a:lnTo>
                  <a:pt x="647700" y="571500"/>
                </a:lnTo>
                <a:lnTo>
                  <a:pt x="647700" y="581025"/>
                </a:lnTo>
                <a:lnTo>
                  <a:pt x="628650" y="581025"/>
                </a:lnTo>
                <a:close/>
                <a:moveTo>
                  <a:pt x="542925" y="581025"/>
                </a:moveTo>
                <a:lnTo>
                  <a:pt x="552450" y="581025"/>
                </a:lnTo>
                <a:lnTo>
                  <a:pt x="552450" y="590550"/>
                </a:lnTo>
                <a:lnTo>
                  <a:pt x="542925" y="590550"/>
                </a:lnTo>
                <a:close/>
                <a:moveTo>
                  <a:pt x="600075" y="581025"/>
                </a:moveTo>
                <a:lnTo>
                  <a:pt x="609600" y="581025"/>
                </a:lnTo>
                <a:lnTo>
                  <a:pt x="609600" y="590550"/>
                </a:lnTo>
                <a:lnTo>
                  <a:pt x="600075" y="590550"/>
                </a:lnTo>
                <a:close/>
                <a:moveTo>
                  <a:pt x="552450" y="590550"/>
                </a:moveTo>
                <a:lnTo>
                  <a:pt x="561975" y="590550"/>
                </a:lnTo>
                <a:lnTo>
                  <a:pt x="561975" y="600075"/>
                </a:lnTo>
                <a:lnTo>
                  <a:pt x="552450" y="600075"/>
                </a:lnTo>
                <a:close/>
                <a:moveTo>
                  <a:pt x="590550" y="590550"/>
                </a:moveTo>
                <a:lnTo>
                  <a:pt x="600075" y="590550"/>
                </a:lnTo>
                <a:lnTo>
                  <a:pt x="600075" y="600075"/>
                </a:lnTo>
                <a:lnTo>
                  <a:pt x="590550" y="600075"/>
                </a:lnTo>
                <a:close/>
                <a:moveTo>
                  <a:pt x="704850" y="590550"/>
                </a:moveTo>
                <a:lnTo>
                  <a:pt x="714375" y="590550"/>
                </a:lnTo>
                <a:lnTo>
                  <a:pt x="714375" y="600075"/>
                </a:lnTo>
                <a:lnTo>
                  <a:pt x="704850" y="600075"/>
                </a:lnTo>
                <a:close/>
                <a:moveTo>
                  <a:pt x="447675" y="600075"/>
                </a:moveTo>
                <a:lnTo>
                  <a:pt x="457200" y="600075"/>
                </a:lnTo>
                <a:lnTo>
                  <a:pt x="457200" y="609600"/>
                </a:lnTo>
                <a:lnTo>
                  <a:pt x="447675" y="609600"/>
                </a:lnTo>
                <a:close/>
                <a:moveTo>
                  <a:pt x="581025" y="600075"/>
                </a:moveTo>
                <a:lnTo>
                  <a:pt x="590550" y="600075"/>
                </a:lnTo>
                <a:lnTo>
                  <a:pt x="590550" y="609600"/>
                </a:lnTo>
                <a:lnTo>
                  <a:pt x="581025" y="609600"/>
                </a:lnTo>
                <a:close/>
                <a:moveTo>
                  <a:pt x="695325" y="600075"/>
                </a:moveTo>
                <a:lnTo>
                  <a:pt x="704850" y="600075"/>
                </a:lnTo>
                <a:lnTo>
                  <a:pt x="704850" y="609600"/>
                </a:lnTo>
                <a:lnTo>
                  <a:pt x="695325" y="609600"/>
                </a:lnTo>
                <a:close/>
                <a:moveTo>
                  <a:pt x="457200" y="609600"/>
                </a:moveTo>
                <a:lnTo>
                  <a:pt x="466725" y="609600"/>
                </a:lnTo>
                <a:lnTo>
                  <a:pt x="466725" y="619125"/>
                </a:lnTo>
                <a:lnTo>
                  <a:pt x="457200" y="619125"/>
                </a:lnTo>
                <a:close/>
                <a:moveTo>
                  <a:pt x="504825" y="609600"/>
                </a:moveTo>
                <a:lnTo>
                  <a:pt x="523875" y="609600"/>
                </a:lnTo>
                <a:lnTo>
                  <a:pt x="523875" y="619125"/>
                </a:lnTo>
                <a:lnTo>
                  <a:pt x="504825" y="619125"/>
                </a:lnTo>
                <a:close/>
                <a:moveTo>
                  <a:pt x="571500" y="609600"/>
                </a:moveTo>
                <a:lnTo>
                  <a:pt x="581025" y="609600"/>
                </a:lnTo>
                <a:lnTo>
                  <a:pt x="581025" y="619125"/>
                </a:lnTo>
                <a:lnTo>
                  <a:pt x="571500" y="619125"/>
                </a:lnTo>
                <a:close/>
                <a:moveTo>
                  <a:pt x="685800" y="609600"/>
                </a:moveTo>
                <a:lnTo>
                  <a:pt x="695325" y="609600"/>
                </a:lnTo>
                <a:lnTo>
                  <a:pt x="695325" y="619125"/>
                </a:lnTo>
                <a:lnTo>
                  <a:pt x="685800" y="619125"/>
                </a:lnTo>
                <a:close/>
                <a:moveTo>
                  <a:pt x="476250" y="619125"/>
                </a:moveTo>
                <a:lnTo>
                  <a:pt x="495300" y="619125"/>
                </a:lnTo>
                <a:lnTo>
                  <a:pt x="495300" y="628650"/>
                </a:lnTo>
                <a:lnTo>
                  <a:pt x="476250" y="628650"/>
                </a:lnTo>
                <a:close/>
                <a:moveTo>
                  <a:pt x="523875" y="619125"/>
                </a:moveTo>
                <a:lnTo>
                  <a:pt x="533400" y="619125"/>
                </a:lnTo>
                <a:lnTo>
                  <a:pt x="533400" y="628650"/>
                </a:lnTo>
                <a:lnTo>
                  <a:pt x="523875" y="628650"/>
                </a:lnTo>
                <a:close/>
                <a:moveTo>
                  <a:pt x="619125" y="619125"/>
                </a:moveTo>
                <a:lnTo>
                  <a:pt x="628650" y="619125"/>
                </a:lnTo>
                <a:lnTo>
                  <a:pt x="628650" y="628650"/>
                </a:lnTo>
                <a:lnTo>
                  <a:pt x="619125" y="628650"/>
                </a:lnTo>
                <a:close/>
                <a:moveTo>
                  <a:pt x="657225" y="619125"/>
                </a:moveTo>
                <a:lnTo>
                  <a:pt x="676275" y="619125"/>
                </a:lnTo>
                <a:lnTo>
                  <a:pt x="676275" y="628650"/>
                </a:lnTo>
                <a:lnTo>
                  <a:pt x="657225" y="628650"/>
                </a:lnTo>
                <a:close/>
                <a:moveTo>
                  <a:pt x="533400" y="638175"/>
                </a:moveTo>
                <a:lnTo>
                  <a:pt x="542925" y="638175"/>
                </a:lnTo>
                <a:lnTo>
                  <a:pt x="542925" y="647700"/>
                </a:lnTo>
                <a:lnTo>
                  <a:pt x="533400" y="647700"/>
                </a:lnTo>
                <a:close/>
                <a:moveTo>
                  <a:pt x="609600" y="638175"/>
                </a:moveTo>
                <a:lnTo>
                  <a:pt x="619125" y="638175"/>
                </a:lnTo>
                <a:lnTo>
                  <a:pt x="619125" y="647700"/>
                </a:lnTo>
                <a:lnTo>
                  <a:pt x="609600" y="647700"/>
                </a:lnTo>
                <a:close/>
                <a:moveTo>
                  <a:pt x="542925" y="647700"/>
                </a:moveTo>
                <a:lnTo>
                  <a:pt x="552450" y="647700"/>
                </a:lnTo>
                <a:lnTo>
                  <a:pt x="552450" y="657225"/>
                </a:lnTo>
                <a:lnTo>
                  <a:pt x="542925" y="657225"/>
                </a:lnTo>
                <a:close/>
                <a:moveTo>
                  <a:pt x="600075" y="647700"/>
                </a:moveTo>
                <a:lnTo>
                  <a:pt x="609600" y="647700"/>
                </a:lnTo>
                <a:lnTo>
                  <a:pt x="609600" y="657225"/>
                </a:lnTo>
                <a:lnTo>
                  <a:pt x="600075" y="657225"/>
                </a:lnTo>
                <a:close/>
              </a:path>
            </a:pathLst>
          </a:custGeom>
          <a:solidFill xmlns:a="http://schemas.openxmlformats.org/drawingml/2006/main">
            <a:srgbClr val="B2BDBA"/>
          </a:solidFill>
          <a:ln xmlns:a="http://schemas.openxmlformats.org/drawingml/2006/main" w="0">
            <a:noFill/>
          </a:ln>
        </p:spPr>
      </p:sp>
      <p:sp>
        <p:nvSpPr>
          <p:cNvPr id="53" name="server vector #6c7b7a">
            <a:extLst xmlns:a="http://schemas.openxmlformats.org/drawingml/2006/main">
              <a:ext uri="{FF2B5EF4-FFF2-40B4-BE49-F238E27FC236}">
                <a16:creationId xmlns:a16="http://schemas.microsoft.com/office/drawing/2014/main" id="{DA1B202B-3235-40F9-B777-E03178621D5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143625" y="1524000"/>
            <a:ext cx="790575" cy="704850"/>
          </a:xfrm>
          <a:custGeom xmlns:a="http://schemas.openxmlformats.org/drawingml/2006/main">
            <a:pathLst>
              <a:path w="790575" h="704850">
                <a:moveTo>
                  <a:pt x="123825" y="57150"/>
                </a:moveTo>
                <a:lnTo>
                  <a:pt x="609600" y="57150"/>
                </a:lnTo>
                <a:lnTo>
                  <a:pt x="609600" y="66675"/>
                </a:lnTo>
                <a:lnTo>
                  <a:pt x="123825" y="66675"/>
                </a:lnTo>
                <a:close/>
                <a:moveTo>
                  <a:pt x="95250" y="66675"/>
                </a:moveTo>
                <a:lnTo>
                  <a:pt x="104775" y="66675"/>
                </a:lnTo>
                <a:lnTo>
                  <a:pt x="104775" y="76200"/>
                </a:lnTo>
                <a:lnTo>
                  <a:pt x="95250" y="76200"/>
                </a:lnTo>
                <a:close/>
                <a:moveTo>
                  <a:pt x="85725" y="76200"/>
                </a:moveTo>
                <a:lnTo>
                  <a:pt x="95250" y="76200"/>
                </a:lnTo>
                <a:lnTo>
                  <a:pt x="95250" y="85725"/>
                </a:lnTo>
                <a:lnTo>
                  <a:pt x="85725" y="85725"/>
                </a:lnTo>
                <a:close/>
                <a:moveTo>
                  <a:pt x="76200" y="95250"/>
                </a:moveTo>
                <a:lnTo>
                  <a:pt x="85725" y="95250"/>
                </a:lnTo>
                <a:lnTo>
                  <a:pt x="85725" y="104775"/>
                </a:lnTo>
                <a:lnTo>
                  <a:pt x="76200" y="104775"/>
                </a:lnTo>
                <a:close/>
                <a:moveTo>
                  <a:pt x="114300" y="95250"/>
                </a:moveTo>
                <a:lnTo>
                  <a:pt x="123825" y="95250"/>
                </a:lnTo>
                <a:lnTo>
                  <a:pt x="123825" y="104775"/>
                </a:lnTo>
                <a:lnTo>
                  <a:pt x="114300" y="104775"/>
                </a:lnTo>
                <a:close/>
                <a:moveTo>
                  <a:pt x="647700" y="95250"/>
                </a:moveTo>
                <a:lnTo>
                  <a:pt x="657225" y="95250"/>
                </a:lnTo>
                <a:lnTo>
                  <a:pt x="657225" y="104775"/>
                </a:lnTo>
                <a:lnTo>
                  <a:pt x="647700" y="104775"/>
                </a:lnTo>
                <a:close/>
                <a:moveTo>
                  <a:pt x="104775" y="104775"/>
                </a:moveTo>
                <a:lnTo>
                  <a:pt x="114300" y="104775"/>
                </a:lnTo>
                <a:lnTo>
                  <a:pt x="114300" y="200025"/>
                </a:lnTo>
                <a:lnTo>
                  <a:pt x="104775" y="200025"/>
                </a:lnTo>
                <a:close/>
                <a:moveTo>
                  <a:pt x="619125" y="114300"/>
                </a:moveTo>
                <a:lnTo>
                  <a:pt x="628650" y="114300"/>
                </a:lnTo>
                <a:lnTo>
                  <a:pt x="628650" y="200025"/>
                </a:lnTo>
                <a:lnTo>
                  <a:pt x="619125" y="200025"/>
                </a:lnTo>
                <a:close/>
                <a:moveTo>
                  <a:pt x="161925" y="133350"/>
                </a:moveTo>
                <a:lnTo>
                  <a:pt x="171450" y="133350"/>
                </a:lnTo>
                <a:lnTo>
                  <a:pt x="171450" y="142875"/>
                </a:lnTo>
                <a:lnTo>
                  <a:pt x="161925" y="142875"/>
                </a:lnTo>
                <a:close/>
                <a:moveTo>
                  <a:pt x="219075" y="133350"/>
                </a:moveTo>
                <a:lnTo>
                  <a:pt x="238125" y="133350"/>
                </a:lnTo>
                <a:lnTo>
                  <a:pt x="238125" y="142875"/>
                </a:lnTo>
                <a:lnTo>
                  <a:pt x="219075" y="142875"/>
                </a:lnTo>
                <a:close/>
                <a:moveTo>
                  <a:pt x="209550" y="142875"/>
                </a:moveTo>
                <a:lnTo>
                  <a:pt x="219075" y="142875"/>
                </a:lnTo>
                <a:lnTo>
                  <a:pt x="219075" y="161925"/>
                </a:lnTo>
                <a:lnTo>
                  <a:pt x="209550" y="161925"/>
                </a:lnTo>
                <a:close/>
                <a:moveTo>
                  <a:pt x="161925" y="161925"/>
                </a:moveTo>
                <a:lnTo>
                  <a:pt x="171450" y="161925"/>
                </a:lnTo>
                <a:lnTo>
                  <a:pt x="171450" y="171450"/>
                </a:lnTo>
                <a:lnTo>
                  <a:pt x="161925" y="171450"/>
                </a:lnTo>
                <a:close/>
                <a:moveTo>
                  <a:pt x="219075" y="161925"/>
                </a:moveTo>
                <a:lnTo>
                  <a:pt x="228600" y="161925"/>
                </a:lnTo>
                <a:lnTo>
                  <a:pt x="228600" y="171450"/>
                </a:lnTo>
                <a:lnTo>
                  <a:pt x="219075" y="171450"/>
                </a:lnTo>
                <a:close/>
                <a:moveTo>
                  <a:pt x="114300" y="200025"/>
                </a:moveTo>
                <a:lnTo>
                  <a:pt x="123825" y="200025"/>
                </a:lnTo>
                <a:lnTo>
                  <a:pt x="123825" y="209550"/>
                </a:lnTo>
                <a:lnTo>
                  <a:pt x="114300" y="209550"/>
                </a:lnTo>
                <a:close/>
                <a:moveTo>
                  <a:pt x="609600" y="200025"/>
                </a:moveTo>
                <a:lnTo>
                  <a:pt x="619125" y="200025"/>
                </a:lnTo>
                <a:lnTo>
                  <a:pt x="619125" y="209550"/>
                </a:lnTo>
                <a:lnTo>
                  <a:pt x="609600" y="209550"/>
                </a:lnTo>
                <a:close/>
                <a:moveTo>
                  <a:pt x="123825" y="209550"/>
                </a:moveTo>
                <a:lnTo>
                  <a:pt x="600075" y="209550"/>
                </a:lnTo>
                <a:lnTo>
                  <a:pt x="600075" y="219075"/>
                </a:lnTo>
                <a:lnTo>
                  <a:pt x="123825" y="219075"/>
                </a:lnTo>
                <a:close/>
                <a:moveTo>
                  <a:pt x="647700" y="209550"/>
                </a:moveTo>
                <a:lnTo>
                  <a:pt x="657225" y="209550"/>
                </a:lnTo>
                <a:lnTo>
                  <a:pt x="657225" y="219075"/>
                </a:lnTo>
                <a:lnTo>
                  <a:pt x="647700" y="219075"/>
                </a:lnTo>
                <a:close/>
                <a:moveTo>
                  <a:pt x="85725" y="219075"/>
                </a:moveTo>
                <a:lnTo>
                  <a:pt x="95250" y="219075"/>
                </a:lnTo>
                <a:lnTo>
                  <a:pt x="95250" y="238125"/>
                </a:lnTo>
                <a:lnTo>
                  <a:pt x="85725" y="238125"/>
                </a:lnTo>
                <a:close/>
                <a:moveTo>
                  <a:pt x="638175" y="219075"/>
                </a:moveTo>
                <a:lnTo>
                  <a:pt x="647700" y="219075"/>
                </a:lnTo>
                <a:lnTo>
                  <a:pt x="647700" y="238125"/>
                </a:lnTo>
                <a:lnTo>
                  <a:pt x="638175" y="238125"/>
                </a:lnTo>
                <a:close/>
                <a:moveTo>
                  <a:pt x="76200" y="247650"/>
                </a:moveTo>
                <a:lnTo>
                  <a:pt x="85725" y="247650"/>
                </a:lnTo>
                <a:lnTo>
                  <a:pt x="85725" y="257175"/>
                </a:lnTo>
                <a:lnTo>
                  <a:pt x="76200" y="257175"/>
                </a:lnTo>
                <a:close/>
                <a:moveTo>
                  <a:pt x="647700" y="247650"/>
                </a:moveTo>
                <a:lnTo>
                  <a:pt x="657225" y="247650"/>
                </a:lnTo>
                <a:lnTo>
                  <a:pt x="657225" y="257175"/>
                </a:lnTo>
                <a:lnTo>
                  <a:pt x="647700" y="257175"/>
                </a:lnTo>
                <a:close/>
                <a:moveTo>
                  <a:pt x="104775" y="266700"/>
                </a:moveTo>
                <a:lnTo>
                  <a:pt x="114300" y="266700"/>
                </a:lnTo>
                <a:lnTo>
                  <a:pt x="114300" y="276225"/>
                </a:lnTo>
                <a:lnTo>
                  <a:pt x="104775" y="276225"/>
                </a:lnTo>
                <a:close/>
                <a:moveTo>
                  <a:pt x="619125" y="266700"/>
                </a:moveTo>
                <a:lnTo>
                  <a:pt x="628650" y="266700"/>
                </a:lnTo>
                <a:lnTo>
                  <a:pt x="628650" y="276225"/>
                </a:lnTo>
                <a:lnTo>
                  <a:pt x="619125" y="276225"/>
                </a:lnTo>
                <a:close/>
                <a:moveTo>
                  <a:pt x="152400" y="295275"/>
                </a:moveTo>
                <a:lnTo>
                  <a:pt x="161925" y="295275"/>
                </a:lnTo>
                <a:lnTo>
                  <a:pt x="161925" y="304800"/>
                </a:lnTo>
                <a:lnTo>
                  <a:pt x="152400" y="304800"/>
                </a:lnTo>
                <a:close/>
                <a:moveTo>
                  <a:pt x="219075" y="295275"/>
                </a:moveTo>
                <a:lnTo>
                  <a:pt x="228600" y="295275"/>
                </a:lnTo>
                <a:lnTo>
                  <a:pt x="228600" y="304800"/>
                </a:lnTo>
                <a:lnTo>
                  <a:pt x="219075" y="304800"/>
                </a:lnTo>
                <a:close/>
                <a:moveTo>
                  <a:pt x="238125" y="295275"/>
                </a:moveTo>
                <a:lnTo>
                  <a:pt x="247650" y="295275"/>
                </a:lnTo>
                <a:lnTo>
                  <a:pt x="247650" y="304800"/>
                </a:lnTo>
                <a:lnTo>
                  <a:pt x="238125" y="304800"/>
                </a:lnTo>
                <a:close/>
                <a:moveTo>
                  <a:pt x="209550" y="304800"/>
                </a:moveTo>
                <a:lnTo>
                  <a:pt x="219075" y="304800"/>
                </a:lnTo>
                <a:lnTo>
                  <a:pt x="219075" y="314325"/>
                </a:lnTo>
                <a:lnTo>
                  <a:pt x="209550" y="314325"/>
                </a:lnTo>
                <a:close/>
                <a:moveTo>
                  <a:pt x="152400" y="314325"/>
                </a:moveTo>
                <a:lnTo>
                  <a:pt x="161925" y="314325"/>
                </a:lnTo>
                <a:lnTo>
                  <a:pt x="161925" y="323850"/>
                </a:lnTo>
                <a:lnTo>
                  <a:pt x="152400" y="323850"/>
                </a:lnTo>
                <a:close/>
                <a:moveTo>
                  <a:pt x="219075" y="314325"/>
                </a:moveTo>
                <a:lnTo>
                  <a:pt x="228600" y="314325"/>
                </a:lnTo>
                <a:lnTo>
                  <a:pt x="228600" y="323850"/>
                </a:lnTo>
                <a:lnTo>
                  <a:pt x="219075" y="323850"/>
                </a:lnTo>
                <a:close/>
                <a:moveTo>
                  <a:pt x="600075" y="314325"/>
                </a:moveTo>
                <a:lnTo>
                  <a:pt x="609600" y="314325"/>
                </a:lnTo>
                <a:lnTo>
                  <a:pt x="609600" y="323850"/>
                </a:lnTo>
                <a:lnTo>
                  <a:pt x="600075" y="323850"/>
                </a:lnTo>
                <a:close/>
                <a:moveTo>
                  <a:pt x="609600" y="323850"/>
                </a:moveTo>
                <a:lnTo>
                  <a:pt x="619125" y="323850"/>
                </a:lnTo>
                <a:lnTo>
                  <a:pt x="619125" y="333375"/>
                </a:lnTo>
                <a:lnTo>
                  <a:pt x="609600" y="333375"/>
                </a:lnTo>
                <a:close/>
                <a:moveTo>
                  <a:pt x="523875" y="333375"/>
                </a:moveTo>
                <a:lnTo>
                  <a:pt x="533400" y="333375"/>
                </a:lnTo>
                <a:lnTo>
                  <a:pt x="533400" y="342900"/>
                </a:lnTo>
                <a:lnTo>
                  <a:pt x="523875" y="342900"/>
                </a:lnTo>
                <a:close/>
                <a:moveTo>
                  <a:pt x="104775" y="342900"/>
                </a:moveTo>
                <a:lnTo>
                  <a:pt x="114300" y="342900"/>
                </a:lnTo>
                <a:lnTo>
                  <a:pt x="114300" y="352425"/>
                </a:lnTo>
                <a:lnTo>
                  <a:pt x="104775" y="352425"/>
                </a:lnTo>
                <a:close/>
                <a:moveTo>
                  <a:pt x="495300" y="342900"/>
                </a:moveTo>
                <a:lnTo>
                  <a:pt x="504825" y="342900"/>
                </a:lnTo>
                <a:lnTo>
                  <a:pt x="504825" y="352425"/>
                </a:lnTo>
                <a:lnTo>
                  <a:pt x="495300" y="352425"/>
                </a:lnTo>
                <a:close/>
                <a:moveTo>
                  <a:pt x="514350" y="342900"/>
                </a:moveTo>
                <a:lnTo>
                  <a:pt x="523875" y="342900"/>
                </a:lnTo>
                <a:lnTo>
                  <a:pt x="523875" y="352425"/>
                </a:lnTo>
                <a:lnTo>
                  <a:pt x="514350" y="352425"/>
                </a:lnTo>
                <a:close/>
                <a:moveTo>
                  <a:pt x="571500" y="342900"/>
                </a:moveTo>
                <a:lnTo>
                  <a:pt x="581025" y="342900"/>
                </a:lnTo>
                <a:lnTo>
                  <a:pt x="581025" y="352425"/>
                </a:lnTo>
                <a:lnTo>
                  <a:pt x="571500" y="352425"/>
                </a:lnTo>
                <a:close/>
                <a:moveTo>
                  <a:pt x="676275" y="342900"/>
                </a:moveTo>
                <a:lnTo>
                  <a:pt x="685800" y="342900"/>
                </a:lnTo>
                <a:lnTo>
                  <a:pt x="685800" y="352425"/>
                </a:lnTo>
                <a:lnTo>
                  <a:pt x="676275" y="352425"/>
                </a:lnTo>
                <a:close/>
                <a:moveTo>
                  <a:pt x="561975" y="352425"/>
                </a:moveTo>
                <a:lnTo>
                  <a:pt x="571500" y="352425"/>
                </a:lnTo>
                <a:lnTo>
                  <a:pt x="571500" y="361950"/>
                </a:lnTo>
                <a:lnTo>
                  <a:pt x="561975" y="361950"/>
                </a:lnTo>
                <a:close/>
                <a:moveTo>
                  <a:pt x="581025" y="352425"/>
                </a:moveTo>
                <a:lnTo>
                  <a:pt x="590550" y="352425"/>
                </a:lnTo>
                <a:lnTo>
                  <a:pt x="590550" y="361950"/>
                </a:lnTo>
                <a:lnTo>
                  <a:pt x="581025" y="361950"/>
                </a:lnTo>
                <a:close/>
                <a:moveTo>
                  <a:pt x="685800" y="352425"/>
                </a:moveTo>
                <a:lnTo>
                  <a:pt x="695325" y="352425"/>
                </a:lnTo>
                <a:lnTo>
                  <a:pt x="695325" y="361950"/>
                </a:lnTo>
                <a:lnTo>
                  <a:pt x="685800" y="361950"/>
                </a:lnTo>
                <a:close/>
                <a:moveTo>
                  <a:pt x="76200" y="361950"/>
                </a:moveTo>
                <a:lnTo>
                  <a:pt x="85725" y="361950"/>
                </a:lnTo>
                <a:lnTo>
                  <a:pt x="85725" y="371475"/>
                </a:lnTo>
                <a:lnTo>
                  <a:pt x="76200" y="371475"/>
                </a:lnTo>
                <a:close/>
                <a:moveTo>
                  <a:pt x="552450" y="361950"/>
                </a:moveTo>
                <a:lnTo>
                  <a:pt x="561975" y="361950"/>
                </a:lnTo>
                <a:lnTo>
                  <a:pt x="561975" y="371475"/>
                </a:lnTo>
                <a:lnTo>
                  <a:pt x="552450" y="371475"/>
                </a:lnTo>
                <a:close/>
                <a:moveTo>
                  <a:pt x="695325" y="361950"/>
                </a:moveTo>
                <a:lnTo>
                  <a:pt x="704850" y="361950"/>
                </a:lnTo>
                <a:lnTo>
                  <a:pt x="704850" y="371475"/>
                </a:lnTo>
                <a:lnTo>
                  <a:pt x="695325" y="371475"/>
                </a:lnTo>
                <a:close/>
                <a:moveTo>
                  <a:pt x="85725" y="371475"/>
                </a:moveTo>
                <a:lnTo>
                  <a:pt x="95250" y="371475"/>
                </a:lnTo>
                <a:lnTo>
                  <a:pt x="95250" y="390525"/>
                </a:lnTo>
                <a:lnTo>
                  <a:pt x="85725" y="390525"/>
                </a:lnTo>
                <a:close/>
                <a:moveTo>
                  <a:pt x="542925" y="371475"/>
                </a:moveTo>
                <a:lnTo>
                  <a:pt x="552450" y="371475"/>
                </a:lnTo>
                <a:lnTo>
                  <a:pt x="552450" y="381000"/>
                </a:lnTo>
                <a:lnTo>
                  <a:pt x="542925" y="381000"/>
                </a:lnTo>
                <a:close/>
                <a:moveTo>
                  <a:pt x="428625" y="381000"/>
                </a:moveTo>
                <a:lnTo>
                  <a:pt x="438150" y="381000"/>
                </a:lnTo>
                <a:lnTo>
                  <a:pt x="438150" y="409575"/>
                </a:lnTo>
                <a:lnTo>
                  <a:pt x="428625" y="409575"/>
                </a:lnTo>
                <a:close/>
                <a:moveTo>
                  <a:pt x="523875" y="381000"/>
                </a:moveTo>
                <a:lnTo>
                  <a:pt x="533400" y="381000"/>
                </a:lnTo>
                <a:lnTo>
                  <a:pt x="533400" y="390525"/>
                </a:lnTo>
                <a:lnTo>
                  <a:pt x="523875" y="390525"/>
                </a:lnTo>
                <a:close/>
                <a:moveTo>
                  <a:pt x="619125" y="381000"/>
                </a:moveTo>
                <a:lnTo>
                  <a:pt x="647700" y="381000"/>
                </a:lnTo>
                <a:lnTo>
                  <a:pt x="647700" y="390525"/>
                </a:lnTo>
                <a:lnTo>
                  <a:pt x="619125" y="390525"/>
                </a:lnTo>
                <a:close/>
                <a:moveTo>
                  <a:pt x="76200" y="400050"/>
                </a:moveTo>
                <a:lnTo>
                  <a:pt x="85725" y="400050"/>
                </a:lnTo>
                <a:lnTo>
                  <a:pt x="85725" y="409575"/>
                </a:lnTo>
                <a:lnTo>
                  <a:pt x="76200" y="409575"/>
                </a:lnTo>
                <a:close/>
                <a:moveTo>
                  <a:pt x="123825" y="400050"/>
                </a:moveTo>
                <a:lnTo>
                  <a:pt x="133350" y="400050"/>
                </a:lnTo>
                <a:lnTo>
                  <a:pt x="133350" y="409575"/>
                </a:lnTo>
                <a:lnTo>
                  <a:pt x="123825" y="409575"/>
                </a:lnTo>
                <a:close/>
                <a:moveTo>
                  <a:pt x="114300" y="409575"/>
                </a:moveTo>
                <a:lnTo>
                  <a:pt x="123825" y="409575"/>
                </a:lnTo>
                <a:lnTo>
                  <a:pt x="123825" y="419100"/>
                </a:lnTo>
                <a:lnTo>
                  <a:pt x="114300" y="419100"/>
                </a:lnTo>
                <a:close/>
                <a:moveTo>
                  <a:pt x="476250" y="409575"/>
                </a:moveTo>
                <a:lnTo>
                  <a:pt x="485775" y="409575"/>
                </a:lnTo>
                <a:lnTo>
                  <a:pt x="485775" y="428625"/>
                </a:lnTo>
                <a:lnTo>
                  <a:pt x="476250" y="428625"/>
                </a:lnTo>
                <a:close/>
                <a:moveTo>
                  <a:pt x="561975" y="409575"/>
                </a:moveTo>
                <a:lnTo>
                  <a:pt x="590550" y="409575"/>
                </a:lnTo>
                <a:lnTo>
                  <a:pt x="590550" y="419100"/>
                </a:lnTo>
                <a:lnTo>
                  <a:pt x="561975" y="419100"/>
                </a:lnTo>
                <a:close/>
                <a:moveTo>
                  <a:pt x="104775" y="419100"/>
                </a:moveTo>
                <a:lnTo>
                  <a:pt x="114300" y="419100"/>
                </a:lnTo>
                <a:lnTo>
                  <a:pt x="114300" y="428625"/>
                </a:lnTo>
                <a:lnTo>
                  <a:pt x="104775" y="428625"/>
                </a:lnTo>
                <a:close/>
                <a:moveTo>
                  <a:pt x="438150" y="419100"/>
                </a:moveTo>
                <a:lnTo>
                  <a:pt x="447675" y="419100"/>
                </a:lnTo>
                <a:lnTo>
                  <a:pt x="447675" y="428625"/>
                </a:lnTo>
                <a:lnTo>
                  <a:pt x="438150" y="428625"/>
                </a:lnTo>
                <a:close/>
                <a:moveTo>
                  <a:pt x="533400" y="419100"/>
                </a:moveTo>
                <a:lnTo>
                  <a:pt x="542925" y="419100"/>
                </a:lnTo>
                <a:lnTo>
                  <a:pt x="542925" y="428625"/>
                </a:lnTo>
                <a:lnTo>
                  <a:pt x="533400" y="428625"/>
                </a:lnTo>
                <a:close/>
                <a:moveTo>
                  <a:pt x="523875" y="428625"/>
                </a:moveTo>
                <a:lnTo>
                  <a:pt x="533400" y="428625"/>
                </a:lnTo>
                <a:lnTo>
                  <a:pt x="533400" y="438150"/>
                </a:lnTo>
                <a:lnTo>
                  <a:pt x="523875" y="438150"/>
                </a:lnTo>
                <a:close/>
                <a:moveTo>
                  <a:pt x="666750" y="428625"/>
                </a:moveTo>
                <a:lnTo>
                  <a:pt x="676275" y="428625"/>
                </a:lnTo>
                <a:lnTo>
                  <a:pt x="676275" y="438150"/>
                </a:lnTo>
                <a:lnTo>
                  <a:pt x="666750" y="438150"/>
                </a:lnTo>
                <a:close/>
                <a:moveTo>
                  <a:pt x="409575" y="438150"/>
                </a:moveTo>
                <a:lnTo>
                  <a:pt x="419100" y="438150"/>
                </a:lnTo>
                <a:lnTo>
                  <a:pt x="419100" y="447675"/>
                </a:lnTo>
                <a:lnTo>
                  <a:pt x="409575" y="447675"/>
                </a:lnTo>
                <a:close/>
                <a:moveTo>
                  <a:pt x="514350" y="438150"/>
                </a:moveTo>
                <a:lnTo>
                  <a:pt x="523875" y="438150"/>
                </a:lnTo>
                <a:lnTo>
                  <a:pt x="523875" y="447675"/>
                </a:lnTo>
                <a:lnTo>
                  <a:pt x="514350" y="447675"/>
                </a:lnTo>
                <a:close/>
                <a:moveTo>
                  <a:pt x="152400" y="447675"/>
                </a:moveTo>
                <a:lnTo>
                  <a:pt x="180975" y="447675"/>
                </a:lnTo>
                <a:lnTo>
                  <a:pt x="180975" y="457200"/>
                </a:lnTo>
                <a:lnTo>
                  <a:pt x="152400" y="457200"/>
                </a:lnTo>
                <a:close/>
                <a:moveTo>
                  <a:pt x="219075" y="447675"/>
                </a:moveTo>
                <a:lnTo>
                  <a:pt x="228600" y="447675"/>
                </a:lnTo>
                <a:lnTo>
                  <a:pt x="228600" y="457200"/>
                </a:lnTo>
                <a:lnTo>
                  <a:pt x="219075" y="457200"/>
                </a:lnTo>
                <a:close/>
                <a:moveTo>
                  <a:pt x="400050" y="447675"/>
                </a:moveTo>
                <a:lnTo>
                  <a:pt x="409575" y="447675"/>
                </a:lnTo>
                <a:lnTo>
                  <a:pt x="409575" y="457200"/>
                </a:lnTo>
                <a:lnTo>
                  <a:pt x="400050" y="457200"/>
                </a:lnTo>
                <a:close/>
                <a:moveTo>
                  <a:pt x="552450" y="447675"/>
                </a:moveTo>
                <a:lnTo>
                  <a:pt x="561975" y="447675"/>
                </a:lnTo>
                <a:lnTo>
                  <a:pt x="561975" y="457200"/>
                </a:lnTo>
                <a:lnTo>
                  <a:pt x="552450" y="457200"/>
                </a:lnTo>
                <a:close/>
                <a:moveTo>
                  <a:pt x="590550" y="447675"/>
                </a:moveTo>
                <a:lnTo>
                  <a:pt x="600075" y="447675"/>
                </a:lnTo>
                <a:lnTo>
                  <a:pt x="600075" y="457200"/>
                </a:lnTo>
                <a:lnTo>
                  <a:pt x="590550" y="457200"/>
                </a:lnTo>
                <a:close/>
                <a:moveTo>
                  <a:pt x="676275" y="447675"/>
                </a:moveTo>
                <a:lnTo>
                  <a:pt x="685800" y="447675"/>
                </a:lnTo>
                <a:lnTo>
                  <a:pt x="685800" y="457200"/>
                </a:lnTo>
                <a:lnTo>
                  <a:pt x="676275" y="457200"/>
                </a:lnTo>
                <a:close/>
                <a:moveTo>
                  <a:pt x="142875" y="457200"/>
                </a:moveTo>
                <a:lnTo>
                  <a:pt x="152400" y="457200"/>
                </a:lnTo>
                <a:lnTo>
                  <a:pt x="152400" y="476250"/>
                </a:lnTo>
                <a:lnTo>
                  <a:pt x="142875" y="476250"/>
                </a:lnTo>
                <a:close/>
                <a:moveTo>
                  <a:pt x="180975" y="457200"/>
                </a:moveTo>
                <a:lnTo>
                  <a:pt x="190500" y="457200"/>
                </a:lnTo>
                <a:lnTo>
                  <a:pt x="190500" y="476250"/>
                </a:lnTo>
                <a:lnTo>
                  <a:pt x="180975" y="476250"/>
                </a:lnTo>
                <a:close/>
                <a:moveTo>
                  <a:pt x="209550" y="457200"/>
                </a:moveTo>
                <a:lnTo>
                  <a:pt x="219075" y="457200"/>
                </a:lnTo>
                <a:lnTo>
                  <a:pt x="219075" y="476250"/>
                </a:lnTo>
                <a:lnTo>
                  <a:pt x="209550" y="476250"/>
                </a:lnTo>
                <a:close/>
                <a:moveTo>
                  <a:pt x="504825" y="457200"/>
                </a:moveTo>
                <a:lnTo>
                  <a:pt x="514350" y="457200"/>
                </a:lnTo>
                <a:lnTo>
                  <a:pt x="514350" y="466725"/>
                </a:lnTo>
                <a:lnTo>
                  <a:pt x="504825" y="466725"/>
                </a:lnTo>
                <a:close/>
                <a:moveTo>
                  <a:pt x="542925" y="457200"/>
                </a:moveTo>
                <a:lnTo>
                  <a:pt x="552450" y="457200"/>
                </a:lnTo>
                <a:lnTo>
                  <a:pt x="552450" y="466725"/>
                </a:lnTo>
                <a:lnTo>
                  <a:pt x="542925" y="466725"/>
                </a:lnTo>
                <a:close/>
                <a:moveTo>
                  <a:pt x="600075" y="457200"/>
                </a:moveTo>
                <a:lnTo>
                  <a:pt x="609600" y="457200"/>
                </a:lnTo>
                <a:lnTo>
                  <a:pt x="609600" y="466725"/>
                </a:lnTo>
                <a:lnTo>
                  <a:pt x="600075" y="466725"/>
                </a:lnTo>
                <a:close/>
                <a:moveTo>
                  <a:pt x="685800" y="457200"/>
                </a:moveTo>
                <a:lnTo>
                  <a:pt x="695325" y="457200"/>
                </a:lnTo>
                <a:lnTo>
                  <a:pt x="695325" y="466725"/>
                </a:lnTo>
                <a:lnTo>
                  <a:pt x="685800" y="466725"/>
                </a:lnTo>
                <a:close/>
                <a:moveTo>
                  <a:pt x="742950" y="457200"/>
                </a:moveTo>
                <a:lnTo>
                  <a:pt x="752475" y="457200"/>
                </a:lnTo>
                <a:lnTo>
                  <a:pt x="752475" y="504825"/>
                </a:lnTo>
                <a:lnTo>
                  <a:pt x="742950" y="504825"/>
                </a:lnTo>
                <a:close/>
                <a:moveTo>
                  <a:pt x="638175" y="466725"/>
                </a:moveTo>
                <a:lnTo>
                  <a:pt x="647700" y="466725"/>
                </a:lnTo>
                <a:lnTo>
                  <a:pt x="647700" y="495300"/>
                </a:lnTo>
                <a:lnTo>
                  <a:pt x="638175" y="495300"/>
                </a:lnTo>
                <a:close/>
                <a:moveTo>
                  <a:pt x="704850" y="466725"/>
                </a:moveTo>
                <a:lnTo>
                  <a:pt x="714375" y="466725"/>
                </a:lnTo>
                <a:lnTo>
                  <a:pt x="714375" y="476250"/>
                </a:lnTo>
                <a:lnTo>
                  <a:pt x="704850" y="476250"/>
                </a:lnTo>
                <a:close/>
                <a:moveTo>
                  <a:pt x="152400" y="476250"/>
                </a:moveTo>
                <a:lnTo>
                  <a:pt x="180975" y="476250"/>
                </a:lnTo>
                <a:lnTo>
                  <a:pt x="180975" y="485775"/>
                </a:lnTo>
                <a:lnTo>
                  <a:pt x="152400" y="485775"/>
                </a:lnTo>
                <a:close/>
                <a:moveTo>
                  <a:pt x="219075" y="476250"/>
                </a:moveTo>
                <a:lnTo>
                  <a:pt x="238125" y="476250"/>
                </a:lnTo>
                <a:lnTo>
                  <a:pt x="238125" y="485775"/>
                </a:lnTo>
                <a:lnTo>
                  <a:pt x="219075" y="485775"/>
                </a:lnTo>
                <a:close/>
                <a:moveTo>
                  <a:pt x="533400" y="476250"/>
                </a:moveTo>
                <a:lnTo>
                  <a:pt x="542925" y="476250"/>
                </a:lnTo>
                <a:lnTo>
                  <a:pt x="542925" y="495300"/>
                </a:lnTo>
                <a:lnTo>
                  <a:pt x="533400" y="495300"/>
                </a:lnTo>
                <a:close/>
                <a:moveTo>
                  <a:pt x="704850" y="485775"/>
                </a:moveTo>
                <a:lnTo>
                  <a:pt x="714375" y="485775"/>
                </a:lnTo>
                <a:lnTo>
                  <a:pt x="714375" y="495300"/>
                </a:lnTo>
                <a:lnTo>
                  <a:pt x="704850" y="495300"/>
                </a:lnTo>
                <a:close/>
                <a:moveTo>
                  <a:pt x="104775" y="495300"/>
                </a:moveTo>
                <a:lnTo>
                  <a:pt x="114300" y="495300"/>
                </a:lnTo>
                <a:lnTo>
                  <a:pt x="114300" y="504825"/>
                </a:lnTo>
                <a:lnTo>
                  <a:pt x="104775" y="504825"/>
                </a:lnTo>
                <a:close/>
                <a:moveTo>
                  <a:pt x="400050" y="495300"/>
                </a:moveTo>
                <a:lnTo>
                  <a:pt x="409575" y="495300"/>
                </a:lnTo>
                <a:lnTo>
                  <a:pt x="409575" y="504825"/>
                </a:lnTo>
                <a:lnTo>
                  <a:pt x="400050" y="504825"/>
                </a:lnTo>
                <a:close/>
                <a:moveTo>
                  <a:pt x="685800" y="495300"/>
                </a:moveTo>
                <a:lnTo>
                  <a:pt x="695325" y="495300"/>
                </a:lnTo>
                <a:lnTo>
                  <a:pt x="695325" y="504825"/>
                </a:lnTo>
                <a:lnTo>
                  <a:pt x="685800" y="504825"/>
                </a:lnTo>
                <a:close/>
                <a:moveTo>
                  <a:pt x="504825" y="504825"/>
                </a:moveTo>
                <a:lnTo>
                  <a:pt x="514350" y="504825"/>
                </a:lnTo>
                <a:lnTo>
                  <a:pt x="514350" y="514350"/>
                </a:lnTo>
                <a:lnTo>
                  <a:pt x="504825" y="514350"/>
                </a:lnTo>
                <a:close/>
                <a:moveTo>
                  <a:pt x="676275" y="504825"/>
                </a:moveTo>
                <a:lnTo>
                  <a:pt x="685800" y="504825"/>
                </a:lnTo>
                <a:lnTo>
                  <a:pt x="685800" y="514350"/>
                </a:lnTo>
                <a:lnTo>
                  <a:pt x="676275" y="514350"/>
                </a:lnTo>
                <a:close/>
                <a:moveTo>
                  <a:pt x="76200" y="514350"/>
                </a:moveTo>
                <a:lnTo>
                  <a:pt x="85725" y="514350"/>
                </a:lnTo>
                <a:lnTo>
                  <a:pt x="85725" y="523875"/>
                </a:lnTo>
                <a:lnTo>
                  <a:pt x="76200" y="523875"/>
                </a:lnTo>
                <a:close/>
                <a:moveTo>
                  <a:pt x="628650" y="514350"/>
                </a:moveTo>
                <a:lnTo>
                  <a:pt x="638175" y="514350"/>
                </a:lnTo>
                <a:lnTo>
                  <a:pt x="638175" y="523875"/>
                </a:lnTo>
                <a:lnTo>
                  <a:pt x="628650" y="523875"/>
                </a:lnTo>
                <a:close/>
                <a:moveTo>
                  <a:pt x="133350" y="523875"/>
                </a:moveTo>
                <a:lnTo>
                  <a:pt x="161925" y="523875"/>
                </a:lnTo>
                <a:lnTo>
                  <a:pt x="161925" y="533400"/>
                </a:lnTo>
                <a:lnTo>
                  <a:pt x="133350" y="533400"/>
                </a:lnTo>
                <a:close/>
                <a:moveTo>
                  <a:pt x="323850" y="523875"/>
                </a:moveTo>
                <a:lnTo>
                  <a:pt x="381000" y="523875"/>
                </a:lnTo>
                <a:lnTo>
                  <a:pt x="381000" y="533400"/>
                </a:lnTo>
                <a:lnTo>
                  <a:pt x="323850" y="533400"/>
                </a:lnTo>
                <a:close/>
                <a:moveTo>
                  <a:pt x="85725" y="533400"/>
                </a:moveTo>
                <a:lnTo>
                  <a:pt x="95250" y="533400"/>
                </a:lnTo>
                <a:lnTo>
                  <a:pt x="95250" y="542925"/>
                </a:lnTo>
                <a:lnTo>
                  <a:pt x="85725" y="542925"/>
                </a:lnTo>
                <a:close/>
                <a:moveTo>
                  <a:pt x="381000" y="533400"/>
                </a:moveTo>
                <a:lnTo>
                  <a:pt x="390525" y="533400"/>
                </a:lnTo>
                <a:lnTo>
                  <a:pt x="390525" y="552450"/>
                </a:lnTo>
                <a:lnTo>
                  <a:pt x="381000" y="552450"/>
                </a:lnTo>
                <a:lnTo>
                  <a:pt x="381000" y="561975"/>
                </a:lnTo>
                <a:lnTo>
                  <a:pt x="114300" y="561975"/>
                </a:lnTo>
                <a:lnTo>
                  <a:pt x="114300" y="552450"/>
                </a:lnTo>
                <a:lnTo>
                  <a:pt x="371475" y="552450"/>
                </a:lnTo>
                <a:lnTo>
                  <a:pt x="371475" y="542925"/>
                </a:lnTo>
                <a:lnTo>
                  <a:pt x="381000" y="542925"/>
                </a:lnTo>
                <a:close/>
                <a:moveTo>
                  <a:pt x="476250" y="533400"/>
                </a:moveTo>
                <a:lnTo>
                  <a:pt x="485775" y="533400"/>
                </a:lnTo>
                <a:lnTo>
                  <a:pt x="485775" y="552450"/>
                </a:lnTo>
                <a:lnTo>
                  <a:pt x="476250" y="552450"/>
                </a:lnTo>
                <a:close/>
                <a:moveTo>
                  <a:pt x="95250" y="542925"/>
                </a:moveTo>
                <a:lnTo>
                  <a:pt x="104775" y="542925"/>
                </a:lnTo>
                <a:lnTo>
                  <a:pt x="104775" y="552450"/>
                </a:lnTo>
                <a:lnTo>
                  <a:pt x="95250" y="552450"/>
                </a:lnTo>
                <a:close/>
                <a:moveTo>
                  <a:pt x="542925" y="542925"/>
                </a:moveTo>
                <a:lnTo>
                  <a:pt x="552450" y="542925"/>
                </a:lnTo>
                <a:lnTo>
                  <a:pt x="552450" y="552450"/>
                </a:lnTo>
                <a:lnTo>
                  <a:pt x="542925" y="552450"/>
                </a:lnTo>
                <a:close/>
                <a:moveTo>
                  <a:pt x="600075" y="542925"/>
                </a:moveTo>
                <a:lnTo>
                  <a:pt x="609600" y="542925"/>
                </a:lnTo>
                <a:lnTo>
                  <a:pt x="609600" y="552450"/>
                </a:lnTo>
                <a:lnTo>
                  <a:pt x="600075" y="552450"/>
                </a:lnTo>
                <a:close/>
                <a:moveTo>
                  <a:pt x="666750" y="552450"/>
                </a:moveTo>
                <a:lnTo>
                  <a:pt x="676275" y="552450"/>
                </a:lnTo>
                <a:lnTo>
                  <a:pt x="676275" y="561975"/>
                </a:lnTo>
                <a:lnTo>
                  <a:pt x="666750" y="561975"/>
                </a:lnTo>
                <a:close/>
                <a:moveTo>
                  <a:pt x="466725" y="561975"/>
                </a:moveTo>
                <a:lnTo>
                  <a:pt x="476250" y="561975"/>
                </a:lnTo>
                <a:lnTo>
                  <a:pt x="476250" y="571500"/>
                </a:lnTo>
                <a:lnTo>
                  <a:pt x="485775" y="571500"/>
                </a:lnTo>
                <a:lnTo>
                  <a:pt x="485775" y="581025"/>
                </a:lnTo>
                <a:lnTo>
                  <a:pt x="495300" y="581025"/>
                </a:lnTo>
                <a:lnTo>
                  <a:pt x="495300" y="590550"/>
                </a:lnTo>
                <a:lnTo>
                  <a:pt x="476250" y="590550"/>
                </a:lnTo>
                <a:lnTo>
                  <a:pt x="476250" y="581025"/>
                </a:lnTo>
                <a:lnTo>
                  <a:pt x="466725" y="581025"/>
                </a:lnTo>
                <a:close/>
                <a:moveTo>
                  <a:pt x="504825" y="571500"/>
                </a:moveTo>
                <a:lnTo>
                  <a:pt x="523875" y="571500"/>
                </a:lnTo>
                <a:lnTo>
                  <a:pt x="523875" y="581025"/>
                </a:lnTo>
                <a:lnTo>
                  <a:pt x="504825" y="581025"/>
                </a:lnTo>
                <a:close/>
                <a:moveTo>
                  <a:pt x="666750" y="571500"/>
                </a:moveTo>
                <a:lnTo>
                  <a:pt x="676275" y="571500"/>
                </a:lnTo>
                <a:lnTo>
                  <a:pt x="676275" y="581025"/>
                </a:lnTo>
                <a:lnTo>
                  <a:pt x="666750" y="581025"/>
                </a:lnTo>
                <a:close/>
                <a:moveTo>
                  <a:pt x="628650" y="609600"/>
                </a:moveTo>
                <a:lnTo>
                  <a:pt x="647700" y="609600"/>
                </a:lnTo>
                <a:lnTo>
                  <a:pt x="647700" y="619125"/>
                </a:lnTo>
                <a:lnTo>
                  <a:pt x="628650" y="619125"/>
                </a:lnTo>
                <a:close/>
                <a:moveTo>
                  <a:pt x="552450" y="647700"/>
                </a:moveTo>
                <a:lnTo>
                  <a:pt x="600075" y="647700"/>
                </a:lnTo>
                <a:lnTo>
                  <a:pt x="600075" y="657225"/>
                </a:lnTo>
                <a:lnTo>
                  <a:pt x="552450" y="657225"/>
                </a:lnTo>
                <a:close/>
              </a:path>
            </a:pathLst>
          </a:custGeom>
          <a:solidFill xmlns:a="http://schemas.openxmlformats.org/drawingml/2006/main">
            <a:srgbClr val="6C7B7A"/>
          </a:solidFill>
          <a:ln xmlns:a="http://schemas.openxmlformats.org/drawingml/2006/main" w="0">
            <a:noFill/>
          </a:ln>
        </p:spPr>
      </p:sp>
      <p:sp>
        <p:nvSpPr>
          <p:cNvPr id="54" name="server vector #384b4d">
            <a:extLst xmlns:a="http://schemas.openxmlformats.org/drawingml/2006/main">
              <a:ext uri="{FF2B5EF4-FFF2-40B4-BE49-F238E27FC236}">
                <a16:creationId xmlns:a16="http://schemas.microsoft.com/office/drawing/2014/main" id="{B4A6BC0A-5DE4-46A0-A283-8ADBA4F33BF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143625" y="1524000"/>
            <a:ext cx="790575" cy="704850"/>
          </a:xfrm>
          <a:custGeom xmlns:a="http://schemas.openxmlformats.org/drawingml/2006/main">
            <a:pathLst>
              <a:path w="790575" h="704850">
                <a:moveTo>
                  <a:pt x="619125" y="66675"/>
                </a:moveTo>
                <a:lnTo>
                  <a:pt x="628650" y="66675"/>
                </a:lnTo>
                <a:lnTo>
                  <a:pt x="628650" y="76200"/>
                </a:lnTo>
                <a:lnTo>
                  <a:pt x="619125" y="76200"/>
                </a:lnTo>
                <a:close/>
                <a:moveTo>
                  <a:pt x="123825" y="85725"/>
                </a:moveTo>
                <a:lnTo>
                  <a:pt x="609600" y="85725"/>
                </a:lnTo>
                <a:lnTo>
                  <a:pt x="609600" y="95250"/>
                </a:lnTo>
                <a:lnTo>
                  <a:pt x="123825" y="95250"/>
                </a:lnTo>
                <a:close/>
                <a:moveTo>
                  <a:pt x="609600" y="95250"/>
                </a:moveTo>
                <a:lnTo>
                  <a:pt x="619125" y="95250"/>
                </a:lnTo>
                <a:lnTo>
                  <a:pt x="619125" y="104775"/>
                </a:lnTo>
                <a:lnTo>
                  <a:pt x="609600" y="104775"/>
                </a:lnTo>
                <a:close/>
                <a:moveTo>
                  <a:pt x="619125" y="104775"/>
                </a:moveTo>
                <a:lnTo>
                  <a:pt x="628650" y="104775"/>
                </a:lnTo>
                <a:lnTo>
                  <a:pt x="628650" y="114300"/>
                </a:lnTo>
                <a:lnTo>
                  <a:pt x="619125" y="114300"/>
                </a:lnTo>
                <a:close/>
                <a:moveTo>
                  <a:pt x="647700" y="104775"/>
                </a:moveTo>
                <a:lnTo>
                  <a:pt x="657225" y="104775"/>
                </a:lnTo>
                <a:lnTo>
                  <a:pt x="657225" y="114300"/>
                </a:lnTo>
                <a:lnTo>
                  <a:pt x="647700" y="114300"/>
                </a:lnTo>
                <a:close/>
                <a:moveTo>
                  <a:pt x="152400" y="142875"/>
                </a:moveTo>
                <a:lnTo>
                  <a:pt x="161925" y="142875"/>
                </a:lnTo>
                <a:lnTo>
                  <a:pt x="161925" y="161925"/>
                </a:lnTo>
                <a:lnTo>
                  <a:pt x="152400" y="161925"/>
                </a:lnTo>
                <a:close/>
                <a:moveTo>
                  <a:pt x="171450" y="142875"/>
                </a:moveTo>
                <a:lnTo>
                  <a:pt x="180975" y="142875"/>
                </a:lnTo>
                <a:lnTo>
                  <a:pt x="180975" y="161925"/>
                </a:lnTo>
                <a:lnTo>
                  <a:pt x="171450" y="161925"/>
                </a:lnTo>
                <a:close/>
                <a:moveTo>
                  <a:pt x="219075" y="142875"/>
                </a:moveTo>
                <a:lnTo>
                  <a:pt x="228600" y="142875"/>
                </a:lnTo>
                <a:lnTo>
                  <a:pt x="228600" y="161925"/>
                </a:lnTo>
                <a:lnTo>
                  <a:pt x="219075" y="161925"/>
                </a:lnTo>
                <a:close/>
                <a:moveTo>
                  <a:pt x="238125" y="142875"/>
                </a:moveTo>
                <a:lnTo>
                  <a:pt x="247650" y="142875"/>
                </a:lnTo>
                <a:lnTo>
                  <a:pt x="247650" y="161925"/>
                </a:lnTo>
                <a:lnTo>
                  <a:pt x="238125" y="161925"/>
                </a:lnTo>
                <a:close/>
                <a:moveTo>
                  <a:pt x="228600" y="161925"/>
                </a:moveTo>
                <a:lnTo>
                  <a:pt x="238125" y="161925"/>
                </a:lnTo>
                <a:lnTo>
                  <a:pt x="238125" y="171450"/>
                </a:lnTo>
                <a:lnTo>
                  <a:pt x="228600" y="171450"/>
                </a:lnTo>
                <a:close/>
                <a:moveTo>
                  <a:pt x="647700" y="190500"/>
                </a:moveTo>
                <a:lnTo>
                  <a:pt x="657225" y="190500"/>
                </a:lnTo>
                <a:lnTo>
                  <a:pt x="657225" y="209550"/>
                </a:lnTo>
                <a:lnTo>
                  <a:pt x="647700" y="209550"/>
                </a:lnTo>
                <a:close/>
                <a:moveTo>
                  <a:pt x="76200" y="200025"/>
                </a:moveTo>
                <a:lnTo>
                  <a:pt x="85725" y="200025"/>
                </a:lnTo>
                <a:lnTo>
                  <a:pt x="85725" y="209550"/>
                </a:lnTo>
                <a:lnTo>
                  <a:pt x="76200" y="209550"/>
                </a:lnTo>
                <a:close/>
                <a:moveTo>
                  <a:pt x="600075" y="209550"/>
                </a:moveTo>
                <a:lnTo>
                  <a:pt x="609600" y="209550"/>
                </a:lnTo>
                <a:lnTo>
                  <a:pt x="609600" y="219075"/>
                </a:lnTo>
                <a:lnTo>
                  <a:pt x="600075" y="219075"/>
                </a:lnTo>
                <a:close/>
                <a:moveTo>
                  <a:pt x="257175" y="238125"/>
                </a:moveTo>
                <a:lnTo>
                  <a:pt x="600075" y="238125"/>
                </a:lnTo>
                <a:lnTo>
                  <a:pt x="600075" y="247650"/>
                </a:lnTo>
                <a:lnTo>
                  <a:pt x="257175" y="247650"/>
                </a:lnTo>
                <a:close/>
                <a:moveTo>
                  <a:pt x="114300" y="247650"/>
                </a:moveTo>
                <a:lnTo>
                  <a:pt x="123825" y="247650"/>
                </a:lnTo>
                <a:lnTo>
                  <a:pt x="123825" y="257175"/>
                </a:lnTo>
                <a:lnTo>
                  <a:pt x="114300" y="257175"/>
                </a:lnTo>
                <a:close/>
                <a:moveTo>
                  <a:pt x="609600" y="247650"/>
                </a:moveTo>
                <a:lnTo>
                  <a:pt x="619125" y="247650"/>
                </a:lnTo>
                <a:lnTo>
                  <a:pt x="619125" y="257175"/>
                </a:lnTo>
                <a:lnTo>
                  <a:pt x="609600" y="257175"/>
                </a:lnTo>
                <a:close/>
                <a:moveTo>
                  <a:pt x="76200" y="257175"/>
                </a:moveTo>
                <a:lnTo>
                  <a:pt x="85725" y="257175"/>
                </a:lnTo>
                <a:lnTo>
                  <a:pt x="85725" y="266700"/>
                </a:lnTo>
                <a:lnTo>
                  <a:pt x="76200" y="266700"/>
                </a:lnTo>
                <a:close/>
                <a:moveTo>
                  <a:pt x="104775" y="257175"/>
                </a:moveTo>
                <a:lnTo>
                  <a:pt x="114300" y="257175"/>
                </a:lnTo>
                <a:lnTo>
                  <a:pt x="114300" y="266700"/>
                </a:lnTo>
                <a:lnTo>
                  <a:pt x="104775" y="266700"/>
                </a:lnTo>
                <a:close/>
                <a:moveTo>
                  <a:pt x="619125" y="257175"/>
                </a:moveTo>
                <a:lnTo>
                  <a:pt x="628650" y="257175"/>
                </a:lnTo>
                <a:lnTo>
                  <a:pt x="628650" y="266700"/>
                </a:lnTo>
                <a:lnTo>
                  <a:pt x="619125" y="266700"/>
                </a:lnTo>
                <a:close/>
                <a:moveTo>
                  <a:pt x="466725" y="342900"/>
                </a:moveTo>
                <a:lnTo>
                  <a:pt x="476250" y="342900"/>
                </a:lnTo>
                <a:lnTo>
                  <a:pt x="476250" y="352425"/>
                </a:lnTo>
                <a:lnTo>
                  <a:pt x="466725" y="352425"/>
                </a:lnTo>
                <a:close/>
                <a:moveTo>
                  <a:pt x="523875" y="342900"/>
                </a:moveTo>
                <a:lnTo>
                  <a:pt x="533400" y="342900"/>
                </a:lnTo>
                <a:lnTo>
                  <a:pt x="533400" y="352425"/>
                </a:lnTo>
                <a:lnTo>
                  <a:pt x="523875" y="352425"/>
                </a:lnTo>
                <a:close/>
                <a:moveTo>
                  <a:pt x="609600" y="342900"/>
                </a:moveTo>
                <a:lnTo>
                  <a:pt x="628650" y="342900"/>
                </a:lnTo>
                <a:lnTo>
                  <a:pt x="628650" y="352425"/>
                </a:lnTo>
                <a:lnTo>
                  <a:pt x="647700" y="352425"/>
                </a:lnTo>
                <a:lnTo>
                  <a:pt x="647700" y="342900"/>
                </a:lnTo>
                <a:lnTo>
                  <a:pt x="676275" y="342900"/>
                </a:lnTo>
                <a:lnTo>
                  <a:pt x="676275" y="352425"/>
                </a:lnTo>
                <a:lnTo>
                  <a:pt x="685800" y="352425"/>
                </a:lnTo>
                <a:lnTo>
                  <a:pt x="685800" y="361950"/>
                </a:lnTo>
                <a:lnTo>
                  <a:pt x="695325" y="361950"/>
                </a:lnTo>
                <a:lnTo>
                  <a:pt x="695325" y="371475"/>
                </a:lnTo>
                <a:lnTo>
                  <a:pt x="704850" y="371475"/>
                </a:lnTo>
                <a:lnTo>
                  <a:pt x="704850" y="381000"/>
                </a:lnTo>
                <a:lnTo>
                  <a:pt x="714375" y="381000"/>
                </a:lnTo>
                <a:lnTo>
                  <a:pt x="714375" y="409575"/>
                </a:lnTo>
                <a:lnTo>
                  <a:pt x="704850" y="409575"/>
                </a:lnTo>
                <a:lnTo>
                  <a:pt x="704850" y="428625"/>
                </a:lnTo>
                <a:lnTo>
                  <a:pt x="714375" y="428625"/>
                </a:lnTo>
                <a:lnTo>
                  <a:pt x="714375" y="438150"/>
                </a:lnTo>
                <a:lnTo>
                  <a:pt x="685800" y="438150"/>
                </a:lnTo>
                <a:lnTo>
                  <a:pt x="685800" y="447675"/>
                </a:lnTo>
                <a:lnTo>
                  <a:pt x="676275" y="447675"/>
                </a:lnTo>
                <a:lnTo>
                  <a:pt x="676275" y="428625"/>
                </a:lnTo>
                <a:lnTo>
                  <a:pt x="666750" y="428625"/>
                </a:lnTo>
                <a:lnTo>
                  <a:pt x="666750" y="409575"/>
                </a:lnTo>
                <a:lnTo>
                  <a:pt x="676275" y="409575"/>
                </a:lnTo>
                <a:lnTo>
                  <a:pt x="676275" y="390525"/>
                </a:lnTo>
                <a:lnTo>
                  <a:pt x="666750" y="390525"/>
                </a:lnTo>
                <a:lnTo>
                  <a:pt x="666750" y="381000"/>
                </a:lnTo>
                <a:lnTo>
                  <a:pt x="647700" y="381000"/>
                </a:lnTo>
                <a:lnTo>
                  <a:pt x="647700" y="371475"/>
                </a:lnTo>
                <a:lnTo>
                  <a:pt x="657225" y="371475"/>
                </a:lnTo>
                <a:lnTo>
                  <a:pt x="657225" y="352425"/>
                </a:lnTo>
                <a:lnTo>
                  <a:pt x="647700" y="352425"/>
                </a:lnTo>
                <a:lnTo>
                  <a:pt x="647700" y="361950"/>
                </a:lnTo>
                <a:lnTo>
                  <a:pt x="628650" y="361950"/>
                </a:lnTo>
                <a:lnTo>
                  <a:pt x="628650" y="371475"/>
                </a:lnTo>
                <a:lnTo>
                  <a:pt x="638175" y="371475"/>
                </a:lnTo>
                <a:lnTo>
                  <a:pt x="638175" y="381000"/>
                </a:lnTo>
                <a:lnTo>
                  <a:pt x="600075" y="381000"/>
                </a:lnTo>
                <a:lnTo>
                  <a:pt x="600075" y="371475"/>
                </a:lnTo>
                <a:lnTo>
                  <a:pt x="590550" y="371475"/>
                </a:lnTo>
                <a:lnTo>
                  <a:pt x="590550" y="352425"/>
                </a:lnTo>
                <a:lnTo>
                  <a:pt x="600075" y="352425"/>
                </a:lnTo>
                <a:lnTo>
                  <a:pt x="600075" y="361950"/>
                </a:lnTo>
                <a:lnTo>
                  <a:pt x="609600" y="361950"/>
                </a:lnTo>
                <a:close/>
                <a:moveTo>
                  <a:pt x="76200" y="352425"/>
                </a:moveTo>
                <a:lnTo>
                  <a:pt x="85725" y="352425"/>
                </a:lnTo>
                <a:lnTo>
                  <a:pt x="85725" y="361950"/>
                </a:lnTo>
                <a:lnTo>
                  <a:pt x="76200" y="361950"/>
                </a:lnTo>
                <a:close/>
                <a:moveTo>
                  <a:pt x="504825" y="352425"/>
                </a:moveTo>
                <a:lnTo>
                  <a:pt x="523875" y="352425"/>
                </a:lnTo>
                <a:lnTo>
                  <a:pt x="523875" y="361950"/>
                </a:lnTo>
                <a:lnTo>
                  <a:pt x="504825" y="361950"/>
                </a:lnTo>
                <a:close/>
                <a:moveTo>
                  <a:pt x="495300" y="381000"/>
                </a:moveTo>
                <a:lnTo>
                  <a:pt x="523875" y="381000"/>
                </a:lnTo>
                <a:lnTo>
                  <a:pt x="523875" y="390525"/>
                </a:lnTo>
                <a:lnTo>
                  <a:pt x="495300" y="390525"/>
                </a:lnTo>
                <a:close/>
                <a:moveTo>
                  <a:pt x="85725" y="390525"/>
                </a:moveTo>
                <a:lnTo>
                  <a:pt x="95250" y="390525"/>
                </a:lnTo>
                <a:lnTo>
                  <a:pt x="95250" y="400050"/>
                </a:lnTo>
                <a:lnTo>
                  <a:pt x="85725" y="400050"/>
                </a:lnTo>
                <a:close/>
                <a:moveTo>
                  <a:pt x="466725" y="390525"/>
                </a:moveTo>
                <a:lnTo>
                  <a:pt x="476250" y="390525"/>
                </a:lnTo>
                <a:lnTo>
                  <a:pt x="476250" y="409575"/>
                </a:lnTo>
                <a:lnTo>
                  <a:pt x="466725" y="409575"/>
                </a:lnTo>
                <a:close/>
                <a:moveTo>
                  <a:pt x="76200" y="409575"/>
                </a:moveTo>
                <a:lnTo>
                  <a:pt x="85725" y="409575"/>
                </a:lnTo>
                <a:lnTo>
                  <a:pt x="85725" y="419100"/>
                </a:lnTo>
                <a:lnTo>
                  <a:pt x="76200" y="419100"/>
                </a:lnTo>
                <a:close/>
                <a:moveTo>
                  <a:pt x="438150" y="409575"/>
                </a:moveTo>
                <a:lnTo>
                  <a:pt x="447675" y="409575"/>
                </a:lnTo>
                <a:lnTo>
                  <a:pt x="447675" y="419100"/>
                </a:lnTo>
                <a:lnTo>
                  <a:pt x="438150" y="419100"/>
                </a:lnTo>
                <a:close/>
                <a:moveTo>
                  <a:pt x="590550" y="419100"/>
                </a:moveTo>
                <a:lnTo>
                  <a:pt x="609600" y="419100"/>
                </a:lnTo>
                <a:lnTo>
                  <a:pt x="609600" y="428625"/>
                </a:lnTo>
                <a:lnTo>
                  <a:pt x="590550" y="428625"/>
                </a:lnTo>
                <a:close/>
                <a:moveTo>
                  <a:pt x="609600" y="428625"/>
                </a:moveTo>
                <a:lnTo>
                  <a:pt x="619125" y="428625"/>
                </a:lnTo>
                <a:lnTo>
                  <a:pt x="619125" y="438150"/>
                </a:lnTo>
                <a:lnTo>
                  <a:pt x="609600" y="438150"/>
                </a:lnTo>
                <a:close/>
                <a:moveTo>
                  <a:pt x="685800" y="428625"/>
                </a:moveTo>
                <a:lnTo>
                  <a:pt x="695325" y="428625"/>
                </a:lnTo>
                <a:lnTo>
                  <a:pt x="695325" y="419100"/>
                </a:lnTo>
                <a:lnTo>
                  <a:pt x="685800" y="419100"/>
                </a:lnTo>
                <a:close/>
                <a:moveTo>
                  <a:pt x="466725" y="438150"/>
                </a:moveTo>
                <a:lnTo>
                  <a:pt x="476250" y="438150"/>
                </a:lnTo>
                <a:lnTo>
                  <a:pt x="476250" y="447675"/>
                </a:lnTo>
                <a:lnTo>
                  <a:pt x="466725" y="447675"/>
                </a:lnTo>
                <a:close/>
                <a:moveTo>
                  <a:pt x="571500" y="438150"/>
                </a:moveTo>
                <a:lnTo>
                  <a:pt x="600075" y="438150"/>
                </a:lnTo>
                <a:lnTo>
                  <a:pt x="600075" y="447675"/>
                </a:lnTo>
                <a:lnTo>
                  <a:pt x="571500" y="447675"/>
                </a:lnTo>
                <a:close/>
                <a:moveTo>
                  <a:pt x="723900" y="438150"/>
                </a:moveTo>
                <a:lnTo>
                  <a:pt x="733425" y="438150"/>
                </a:lnTo>
                <a:lnTo>
                  <a:pt x="733425" y="447675"/>
                </a:lnTo>
                <a:lnTo>
                  <a:pt x="723900" y="447675"/>
                </a:lnTo>
                <a:close/>
                <a:moveTo>
                  <a:pt x="228600" y="447675"/>
                </a:moveTo>
                <a:lnTo>
                  <a:pt x="238125" y="447675"/>
                </a:lnTo>
                <a:lnTo>
                  <a:pt x="238125" y="457200"/>
                </a:lnTo>
                <a:lnTo>
                  <a:pt x="228600" y="457200"/>
                </a:lnTo>
                <a:close/>
                <a:moveTo>
                  <a:pt x="457200" y="447675"/>
                </a:moveTo>
                <a:lnTo>
                  <a:pt x="466725" y="447675"/>
                </a:lnTo>
                <a:lnTo>
                  <a:pt x="466725" y="457200"/>
                </a:lnTo>
                <a:lnTo>
                  <a:pt x="457200" y="457200"/>
                </a:lnTo>
                <a:close/>
                <a:moveTo>
                  <a:pt x="628650" y="447675"/>
                </a:moveTo>
                <a:lnTo>
                  <a:pt x="638175" y="447675"/>
                </a:lnTo>
                <a:lnTo>
                  <a:pt x="638175" y="466725"/>
                </a:lnTo>
                <a:lnTo>
                  <a:pt x="628650" y="466725"/>
                </a:lnTo>
                <a:close/>
                <a:moveTo>
                  <a:pt x="685800" y="447675"/>
                </a:moveTo>
                <a:lnTo>
                  <a:pt x="695325" y="447675"/>
                </a:lnTo>
                <a:lnTo>
                  <a:pt x="695325" y="457200"/>
                </a:lnTo>
                <a:lnTo>
                  <a:pt x="685800" y="457200"/>
                </a:lnTo>
                <a:close/>
                <a:moveTo>
                  <a:pt x="152400" y="457200"/>
                </a:moveTo>
                <a:lnTo>
                  <a:pt x="161925" y="457200"/>
                </a:lnTo>
                <a:lnTo>
                  <a:pt x="161925" y="476250"/>
                </a:lnTo>
                <a:lnTo>
                  <a:pt x="152400" y="476250"/>
                </a:lnTo>
                <a:close/>
                <a:moveTo>
                  <a:pt x="171450" y="457200"/>
                </a:moveTo>
                <a:lnTo>
                  <a:pt x="180975" y="457200"/>
                </a:lnTo>
                <a:lnTo>
                  <a:pt x="180975" y="476250"/>
                </a:lnTo>
                <a:lnTo>
                  <a:pt x="171450" y="476250"/>
                </a:lnTo>
                <a:close/>
                <a:moveTo>
                  <a:pt x="400050" y="457200"/>
                </a:moveTo>
                <a:lnTo>
                  <a:pt x="409575" y="457200"/>
                </a:lnTo>
                <a:lnTo>
                  <a:pt x="409575" y="495300"/>
                </a:lnTo>
                <a:lnTo>
                  <a:pt x="400050" y="495300"/>
                </a:lnTo>
                <a:close/>
                <a:moveTo>
                  <a:pt x="447675" y="457200"/>
                </a:moveTo>
                <a:lnTo>
                  <a:pt x="457200" y="457200"/>
                </a:lnTo>
                <a:lnTo>
                  <a:pt x="457200" y="466725"/>
                </a:lnTo>
                <a:lnTo>
                  <a:pt x="447675" y="466725"/>
                </a:lnTo>
                <a:close/>
                <a:moveTo>
                  <a:pt x="695325" y="457200"/>
                </a:moveTo>
                <a:lnTo>
                  <a:pt x="714375" y="457200"/>
                </a:lnTo>
                <a:lnTo>
                  <a:pt x="714375" y="466725"/>
                </a:lnTo>
                <a:lnTo>
                  <a:pt x="695325" y="466725"/>
                </a:lnTo>
                <a:close/>
                <a:moveTo>
                  <a:pt x="219075" y="466725"/>
                </a:moveTo>
                <a:lnTo>
                  <a:pt x="228600" y="466725"/>
                </a:lnTo>
                <a:lnTo>
                  <a:pt x="228600" y="476250"/>
                </a:lnTo>
                <a:lnTo>
                  <a:pt x="219075" y="476250"/>
                </a:lnTo>
                <a:close/>
                <a:moveTo>
                  <a:pt x="238125" y="466725"/>
                </a:moveTo>
                <a:lnTo>
                  <a:pt x="247650" y="466725"/>
                </a:lnTo>
                <a:lnTo>
                  <a:pt x="247650" y="476250"/>
                </a:lnTo>
                <a:lnTo>
                  <a:pt x="238125" y="476250"/>
                </a:lnTo>
                <a:close/>
                <a:moveTo>
                  <a:pt x="438150" y="466725"/>
                </a:moveTo>
                <a:lnTo>
                  <a:pt x="447675" y="466725"/>
                </a:lnTo>
                <a:lnTo>
                  <a:pt x="447675" y="476250"/>
                </a:lnTo>
                <a:lnTo>
                  <a:pt x="438150" y="476250"/>
                </a:lnTo>
                <a:close/>
                <a:moveTo>
                  <a:pt x="504825" y="466725"/>
                </a:moveTo>
                <a:lnTo>
                  <a:pt x="514350" y="466725"/>
                </a:lnTo>
                <a:lnTo>
                  <a:pt x="514350" y="476250"/>
                </a:lnTo>
                <a:lnTo>
                  <a:pt x="504825" y="476250"/>
                </a:lnTo>
                <a:close/>
                <a:moveTo>
                  <a:pt x="533400" y="466725"/>
                </a:moveTo>
                <a:lnTo>
                  <a:pt x="542925" y="466725"/>
                </a:lnTo>
                <a:lnTo>
                  <a:pt x="542925" y="476250"/>
                </a:lnTo>
                <a:lnTo>
                  <a:pt x="533400" y="476250"/>
                </a:lnTo>
                <a:close/>
                <a:moveTo>
                  <a:pt x="609600" y="466725"/>
                </a:moveTo>
                <a:lnTo>
                  <a:pt x="619125" y="466725"/>
                </a:lnTo>
                <a:lnTo>
                  <a:pt x="619125" y="495300"/>
                </a:lnTo>
                <a:lnTo>
                  <a:pt x="609600" y="495300"/>
                </a:lnTo>
                <a:close/>
                <a:moveTo>
                  <a:pt x="714375" y="466725"/>
                </a:moveTo>
                <a:lnTo>
                  <a:pt x="723900" y="466725"/>
                </a:lnTo>
                <a:lnTo>
                  <a:pt x="723900" y="485775"/>
                </a:lnTo>
                <a:lnTo>
                  <a:pt x="714375" y="485775"/>
                </a:lnTo>
                <a:close/>
                <a:moveTo>
                  <a:pt x="428625" y="476250"/>
                </a:moveTo>
                <a:lnTo>
                  <a:pt x="438150" y="476250"/>
                </a:lnTo>
                <a:lnTo>
                  <a:pt x="438150" y="485775"/>
                </a:lnTo>
                <a:lnTo>
                  <a:pt x="447675" y="485775"/>
                </a:lnTo>
                <a:lnTo>
                  <a:pt x="447675" y="495300"/>
                </a:lnTo>
                <a:lnTo>
                  <a:pt x="457200" y="495300"/>
                </a:lnTo>
                <a:lnTo>
                  <a:pt x="457200" y="504825"/>
                </a:lnTo>
                <a:lnTo>
                  <a:pt x="438150" y="504825"/>
                </a:lnTo>
                <a:lnTo>
                  <a:pt x="438150" y="495300"/>
                </a:lnTo>
                <a:lnTo>
                  <a:pt x="428625" y="495300"/>
                </a:lnTo>
                <a:close/>
                <a:moveTo>
                  <a:pt x="504825" y="495300"/>
                </a:moveTo>
                <a:lnTo>
                  <a:pt x="514350" y="495300"/>
                </a:lnTo>
                <a:lnTo>
                  <a:pt x="514350" y="504825"/>
                </a:lnTo>
                <a:lnTo>
                  <a:pt x="504825" y="504825"/>
                </a:lnTo>
                <a:close/>
                <a:moveTo>
                  <a:pt x="533400" y="495300"/>
                </a:moveTo>
                <a:lnTo>
                  <a:pt x="542925" y="495300"/>
                </a:lnTo>
                <a:lnTo>
                  <a:pt x="542925" y="504825"/>
                </a:lnTo>
                <a:lnTo>
                  <a:pt x="533400" y="504825"/>
                </a:lnTo>
                <a:close/>
                <a:moveTo>
                  <a:pt x="104775" y="504825"/>
                </a:moveTo>
                <a:lnTo>
                  <a:pt x="114300" y="504825"/>
                </a:lnTo>
                <a:lnTo>
                  <a:pt x="114300" y="514350"/>
                </a:lnTo>
                <a:lnTo>
                  <a:pt x="104775" y="514350"/>
                </a:lnTo>
                <a:close/>
                <a:moveTo>
                  <a:pt x="457200" y="504825"/>
                </a:moveTo>
                <a:lnTo>
                  <a:pt x="466725" y="504825"/>
                </a:lnTo>
                <a:lnTo>
                  <a:pt x="466725" y="514350"/>
                </a:lnTo>
                <a:lnTo>
                  <a:pt x="457200" y="514350"/>
                </a:lnTo>
                <a:close/>
                <a:moveTo>
                  <a:pt x="542925" y="504825"/>
                </a:moveTo>
                <a:lnTo>
                  <a:pt x="552450" y="504825"/>
                </a:lnTo>
                <a:lnTo>
                  <a:pt x="552450" y="514350"/>
                </a:lnTo>
                <a:lnTo>
                  <a:pt x="542925" y="514350"/>
                </a:lnTo>
                <a:close/>
                <a:moveTo>
                  <a:pt x="600075" y="504825"/>
                </a:moveTo>
                <a:lnTo>
                  <a:pt x="609600" y="504825"/>
                </a:lnTo>
                <a:lnTo>
                  <a:pt x="609600" y="523875"/>
                </a:lnTo>
                <a:lnTo>
                  <a:pt x="590550" y="523875"/>
                </a:lnTo>
                <a:lnTo>
                  <a:pt x="590550" y="514350"/>
                </a:lnTo>
                <a:lnTo>
                  <a:pt x="600075" y="514350"/>
                </a:lnTo>
                <a:close/>
                <a:moveTo>
                  <a:pt x="114300" y="514350"/>
                </a:moveTo>
                <a:lnTo>
                  <a:pt x="123825" y="514350"/>
                </a:lnTo>
                <a:lnTo>
                  <a:pt x="123825" y="523875"/>
                </a:lnTo>
                <a:lnTo>
                  <a:pt x="114300" y="523875"/>
                </a:lnTo>
                <a:close/>
                <a:moveTo>
                  <a:pt x="466725" y="514350"/>
                </a:moveTo>
                <a:lnTo>
                  <a:pt x="476250" y="514350"/>
                </a:lnTo>
                <a:lnTo>
                  <a:pt x="476250" y="523875"/>
                </a:lnTo>
                <a:lnTo>
                  <a:pt x="466725" y="523875"/>
                </a:lnTo>
                <a:close/>
                <a:moveTo>
                  <a:pt x="552450" y="514350"/>
                </a:moveTo>
                <a:lnTo>
                  <a:pt x="561975" y="514350"/>
                </a:lnTo>
                <a:lnTo>
                  <a:pt x="561975" y="523875"/>
                </a:lnTo>
                <a:lnTo>
                  <a:pt x="552450" y="523875"/>
                </a:lnTo>
                <a:close/>
                <a:moveTo>
                  <a:pt x="123825" y="523875"/>
                </a:moveTo>
                <a:lnTo>
                  <a:pt x="133350" y="523875"/>
                </a:lnTo>
                <a:lnTo>
                  <a:pt x="133350" y="533400"/>
                </a:lnTo>
                <a:lnTo>
                  <a:pt x="123825" y="533400"/>
                </a:lnTo>
                <a:close/>
                <a:moveTo>
                  <a:pt x="161925" y="523875"/>
                </a:moveTo>
                <a:lnTo>
                  <a:pt x="323850" y="523875"/>
                </a:lnTo>
                <a:lnTo>
                  <a:pt x="323850" y="533400"/>
                </a:lnTo>
                <a:lnTo>
                  <a:pt x="161925" y="533400"/>
                </a:lnTo>
                <a:close/>
                <a:moveTo>
                  <a:pt x="438150" y="523875"/>
                </a:moveTo>
                <a:lnTo>
                  <a:pt x="447675" y="523875"/>
                </a:lnTo>
                <a:lnTo>
                  <a:pt x="447675" y="533400"/>
                </a:lnTo>
                <a:lnTo>
                  <a:pt x="438150" y="533400"/>
                </a:lnTo>
                <a:close/>
                <a:moveTo>
                  <a:pt x="609600" y="523875"/>
                </a:moveTo>
                <a:lnTo>
                  <a:pt x="628650" y="523875"/>
                </a:lnTo>
                <a:lnTo>
                  <a:pt x="628650" y="533400"/>
                </a:lnTo>
                <a:lnTo>
                  <a:pt x="619125" y="533400"/>
                </a:lnTo>
                <a:lnTo>
                  <a:pt x="619125" y="542925"/>
                </a:lnTo>
                <a:lnTo>
                  <a:pt x="600075" y="542925"/>
                </a:lnTo>
                <a:lnTo>
                  <a:pt x="600075" y="533400"/>
                </a:lnTo>
                <a:lnTo>
                  <a:pt x="609600" y="533400"/>
                </a:lnTo>
                <a:close/>
                <a:moveTo>
                  <a:pt x="666750" y="523875"/>
                </a:moveTo>
                <a:lnTo>
                  <a:pt x="676275" y="523875"/>
                </a:lnTo>
                <a:lnTo>
                  <a:pt x="676275" y="533400"/>
                </a:lnTo>
                <a:lnTo>
                  <a:pt x="666750" y="533400"/>
                </a:lnTo>
                <a:close/>
                <a:moveTo>
                  <a:pt x="704850" y="523875"/>
                </a:moveTo>
                <a:lnTo>
                  <a:pt x="714375" y="523875"/>
                </a:lnTo>
                <a:lnTo>
                  <a:pt x="714375" y="533400"/>
                </a:lnTo>
                <a:lnTo>
                  <a:pt x="704850" y="533400"/>
                </a:lnTo>
                <a:close/>
                <a:moveTo>
                  <a:pt x="371475" y="533400"/>
                </a:moveTo>
                <a:lnTo>
                  <a:pt x="381000" y="533400"/>
                </a:lnTo>
                <a:lnTo>
                  <a:pt x="381000" y="542925"/>
                </a:lnTo>
                <a:lnTo>
                  <a:pt x="371475" y="542925"/>
                </a:lnTo>
                <a:close/>
                <a:moveTo>
                  <a:pt x="590550" y="542925"/>
                </a:moveTo>
                <a:lnTo>
                  <a:pt x="600075" y="542925"/>
                </a:lnTo>
                <a:lnTo>
                  <a:pt x="600075" y="552450"/>
                </a:lnTo>
                <a:lnTo>
                  <a:pt x="590550" y="552450"/>
                </a:lnTo>
                <a:close/>
                <a:moveTo>
                  <a:pt x="438150" y="552450"/>
                </a:moveTo>
                <a:lnTo>
                  <a:pt x="447675" y="552450"/>
                </a:lnTo>
                <a:lnTo>
                  <a:pt x="447675" y="581025"/>
                </a:lnTo>
                <a:lnTo>
                  <a:pt x="457200" y="581025"/>
                </a:lnTo>
                <a:lnTo>
                  <a:pt x="457200" y="571500"/>
                </a:lnTo>
                <a:lnTo>
                  <a:pt x="466725" y="571500"/>
                </a:lnTo>
                <a:lnTo>
                  <a:pt x="466725" y="581025"/>
                </a:lnTo>
                <a:lnTo>
                  <a:pt x="457200" y="581025"/>
                </a:lnTo>
                <a:lnTo>
                  <a:pt x="457200" y="600075"/>
                </a:lnTo>
                <a:lnTo>
                  <a:pt x="447675" y="600075"/>
                </a:lnTo>
                <a:lnTo>
                  <a:pt x="447675" y="590550"/>
                </a:lnTo>
                <a:lnTo>
                  <a:pt x="438150" y="590550"/>
                </a:lnTo>
                <a:close/>
                <a:moveTo>
                  <a:pt x="704850" y="552450"/>
                </a:moveTo>
                <a:lnTo>
                  <a:pt x="714375" y="552450"/>
                </a:lnTo>
                <a:lnTo>
                  <a:pt x="714375" y="561975"/>
                </a:lnTo>
                <a:lnTo>
                  <a:pt x="704850" y="561975"/>
                </a:lnTo>
                <a:close/>
                <a:moveTo>
                  <a:pt x="495300" y="581025"/>
                </a:moveTo>
                <a:lnTo>
                  <a:pt x="542925" y="581025"/>
                </a:lnTo>
                <a:lnTo>
                  <a:pt x="542925" y="590550"/>
                </a:lnTo>
                <a:lnTo>
                  <a:pt x="495300" y="590550"/>
                </a:lnTo>
                <a:close/>
                <a:moveTo>
                  <a:pt x="609600" y="581025"/>
                </a:moveTo>
                <a:lnTo>
                  <a:pt x="619125" y="581025"/>
                </a:lnTo>
                <a:lnTo>
                  <a:pt x="619125" y="590550"/>
                </a:lnTo>
                <a:lnTo>
                  <a:pt x="609600" y="590550"/>
                </a:lnTo>
                <a:close/>
                <a:moveTo>
                  <a:pt x="704850" y="581025"/>
                </a:moveTo>
                <a:lnTo>
                  <a:pt x="714375" y="581025"/>
                </a:lnTo>
                <a:lnTo>
                  <a:pt x="714375" y="590550"/>
                </a:lnTo>
                <a:lnTo>
                  <a:pt x="704850" y="590550"/>
                </a:lnTo>
                <a:close/>
                <a:moveTo>
                  <a:pt x="457200" y="600075"/>
                </a:moveTo>
                <a:lnTo>
                  <a:pt x="466725" y="600075"/>
                </a:lnTo>
                <a:lnTo>
                  <a:pt x="466725" y="609600"/>
                </a:lnTo>
                <a:lnTo>
                  <a:pt x="457200" y="609600"/>
                </a:lnTo>
                <a:close/>
                <a:moveTo>
                  <a:pt x="504825" y="600075"/>
                </a:moveTo>
                <a:lnTo>
                  <a:pt x="523875" y="600075"/>
                </a:lnTo>
                <a:lnTo>
                  <a:pt x="523875" y="609600"/>
                </a:lnTo>
                <a:lnTo>
                  <a:pt x="504825" y="609600"/>
                </a:lnTo>
                <a:close/>
                <a:moveTo>
                  <a:pt x="495300" y="609600"/>
                </a:moveTo>
                <a:lnTo>
                  <a:pt x="504825" y="609600"/>
                </a:lnTo>
                <a:lnTo>
                  <a:pt x="504825" y="619125"/>
                </a:lnTo>
                <a:lnTo>
                  <a:pt x="495300" y="619125"/>
                </a:lnTo>
                <a:close/>
                <a:moveTo>
                  <a:pt x="561975" y="609600"/>
                </a:moveTo>
                <a:lnTo>
                  <a:pt x="571500" y="609600"/>
                </a:lnTo>
                <a:lnTo>
                  <a:pt x="571500" y="619125"/>
                </a:lnTo>
                <a:lnTo>
                  <a:pt x="561975" y="619125"/>
                </a:lnTo>
                <a:close/>
                <a:moveTo>
                  <a:pt x="581025" y="609600"/>
                </a:moveTo>
                <a:lnTo>
                  <a:pt x="590550" y="609600"/>
                </a:lnTo>
                <a:lnTo>
                  <a:pt x="590550" y="619125"/>
                </a:lnTo>
                <a:lnTo>
                  <a:pt x="581025" y="619125"/>
                </a:lnTo>
                <a:close/>
                <a:moveTo>
                  <a:pt x="571500" y="619125"/>
                </a:moveTo>
                <a:lnTo>
                  <a:pt x="581025" y="619125"/>
                </a:lnTo>
                <a:lnTo>
                  <a:pt x="581025" y="628650"/>
                </a:lnTo>
                <a:lnTo>
                  <a:pt x="571500" y="628650"/>
                </a:lnTo>
                <a:close/>
              </a:path>
            </a:pathLst>
          </a:custGeom>
          <a:solidFill xmlns:a="http://schemas.openxmlformats.org/drawingml/2006/main">
            <a:srgbClr val="384B4D"/>
          </a:solidFill>
          <a:ln xmlns:a="http://schemas.openxmlformats.org/drawingml/2006/main" w="0">
            <a:noFill/>
          </a:ln>
        </p:spPr>
      </p:sp>
      <p:sp>
        <p:nvSpPr>
          <p:cNvPr id="55" name="server vector #273e41">
            <a:extLst xmlns:a="http://schemas.openxmlformats.org/drawingml/2006/main">
              <a:ext uri="{FF2B5EF4-FFF2-40B4-BE49-F238E27FC236}">
                <a16:creationId xmlns:a16="http://schemas.microsoft.com/office/drawing/2014/main" id="{8F49D0F9-D904-4D73-ABD4-87DA050F029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143625" y="1524000"/>
            <a:ext cx="790575" cy="704850"/>
          </a:xfrm>
          <a:custGeom xmlns:a="http://schemas.openxmlformats.org/drawingml/2006/main">
            <a:pathLst>
              <a:path w="790575" h="704850">
                <a:moveTo>
                  <a:pt x="104775" y="66675"/>
                </a:moveTo>
                <a:lnTo>
                  <a:pt x="114300" y="66675"/>
                </a:lnTo>
                <a:lnTo>
                  <a:pt x="114300" y="76200"/>
                </a:lnTo>
                <a:lnTo>
                  <a:pt x="104775" y="76200"/>
                </a:lnTo>
                <a:close/>
                <a:moveTo>
                  <a:pt x="428625" y="66675"/>
                </a:moveTo>
                <a:lnTo>
                  <a:pt x="447675" y="66675"/>
                </a:lnTo>
                <a:lnTo>
                  <a:pt x="447675" y="85725"/>
                </a:lnTo>
                <a:lnTo>
                  <a:pt x="428625" y="85725"/>
                </a:lnTo>
                <a:close/>
                <a:moveTo>
                  <a:pt x="466725" y="66675"/>
                </a:moveTo>
                <a:lnTo>
                  <a:pt x="619125" y="66675"/>
                </a:lnTo>
                <a:lnTo>
                  <a:pt x="619125" y="76200"/>
                </a:lnTo>
                <a:lnTo>
                  <a:pt x="638175" y="76200"/>
                </a:lnTo>
                <a:lnTo>
                  <a:pt x="638175" y="85725"/>
                </a:lnTo>
                <a:lnTo>
                  <a:pt x="647700" y="85725"/>
                </a:lnTo>
                <a:lnTo>
                  <a:pt x="647700" y="114300"/>
                </a:lnTo>
                <a:lnTo>
                  <a:pt x="638175" y="114300"/>
                </a:lnTo>
                <a:lnTo>
                  <a:pt x="638175" y="123825"/>
                </a:lnTo>
                <a:lnTo>
                  <a:pt x="628650" y="123825"/>
                </a:lnTo>
                <a:lnTo>
                  <a:pt x="628650" y="104775"/>
                </a:lnTo>
                <a:lnTo>
                  <a:pt x="619125" y="104775"/>
                </a:lnTo>
                <a:lnTo>
                  <a:pt x="619125" y="95250"/>
                </a:lnTo>
                <a:lnTo>
                  <a:pt x="609600" y="95250"/>
                </a:lnTo>
                <a:lnTo>
                  <a:pt x="609600" y="85725"/>
                </a:lnTo>
                <a:lnTo>
                  <a:pt x="466725" y="85725"/>
                </a:lnTo>
                <a:close/>
                <a:moveTo>
                  <a:pt x="114300" y="85725"/>
                </a:moveTo>
                <a:lnTo>
                  <a:pt x="123825" y="85725"/>
                </a:lnTo>
                <a:lnTo>
                  <a:pt x="123825" y="95250"/>
                </a:lnTo>
                <a:lnTo>
                  <a:pt x="114300" y="95250"/>
                </a:lnTo>
                <a:close/>
                <a:moveTo>
                  <a:pt x="76200" y="104775"/>
                </a:moveTo>
                <a:lnTo>
                  <a:pt x="85725" y="104775"/>
                </a:lnTo>
                <a:lnTo>
                  <a:pt x="85725" y="114300"/>
                </a:lnTo>
                <a:lnTo>
                  <a:pt x="76200" y="114300"/>
                </a:lnTo>
                <a:close/>
                <a:moveTo>
                  <a:pt x="647700" y="114300"/>
                </a:moveTo>
                <a:lnTo>
                  <a:pt x="657225" y="114300"/>
                </a:lnTo>
                <a:lnTo>
                  <a:pt x="657225" y="123825"/>
                </a:lnTo>
                <a:lnTo>
                  <a:pt x="647700" y="123825"/>
                </a:lnTo>
                <a:close/>
                <a:moveTo>
                  <a:pt x="647700" y="171450"/>
                </a:moveTo>
                <a:lnTo>
                  <a:pt x="657225" y="171450"/>
                </a:lnTo>
                <a:lnTo>
                  <a:pt x="657225" y="190500"/>
                </a:lnTo>
                <a:lnTo>
                  <a:pt x="647700" y="190500"/>
                </a:lnTo>
                <a:close/>
                <a:moveTo>
                  <a:pt x="628650" y="180975"/>
                </a:moveTo>
                <a:lnTo>
                  <a:pt x="638175" y="180975"/>
                </a:lnTo>
                <a:lnTo>
                  <a:pt x="638175" y="190500"/>
                </a:lnTo>
                <a:lnTo>
                  <a:pt x="628650" y="190500"/>
                </a:lnTo>
                <a:close/>
                <a:moveTo>
                  <a:pt x="638175" y="190500"/>
                </a:moveTo>
                <a:lnTo>
                  <a:pt x="647700" y="190500"/>
                </a:lnTo>
                <a:lnTo>
                  <a:pt x="647700" y="219075"/>
                </a:lnTo>
                <a:lnTo>
                  <a:pt x="638175" y="219075"/>
                </a:lnTo>
                <a:close/>
                <a:moveTo>
                  <a:pt x="266700" y="219075"/>
                </a:moveTo>
                <a:lnTo>
                  <a:pt x="428625" y="219075"/>
                </a:lnTo>
                <a:lnTo>
                  <a:pt x="428625" y="238125"/>
                </a:lnTo>
                <a:lnTo>
                  <a:pt x="266700" y="238125"/>
                </a:lnTo>
                <a:close/>
                <a:moveTo>
                  <a:pt x="142875" y="238125"/>
                </a:moveTo>
                <a:lnTo>
                  <a:pt x="257175" y="238125"/>
                </a:lnTo>
                <a:lnTo>
                  <a:pt x="257175" y="247650"/>
                </a:lnTo>
                <a:lnTo>
                  <a:pt x="142875" y="247650"/>
                </a:lnTo>
                <a:close/>
                <a:moveTo>
                  <a:pt x="600075" y="238125"/>
                </a:moveTo>
                <a:lnTo>
                  <a:pt x="609600" y="238125"/>
                </a:lnTo>
                <a:lnTo>
                  <a:pt x="609600" y="247650"/>
                </a:lnTo>
                <a:lnTo>
                  <a:pt x="600075" y="247650"/>
                </a:lnTo>
                <a:close/>
                <a:moveTo>
                  <a:pt x="647700" y="257175"/>
                </a:moveTo>
                <a:lnTo>
                  <a:pt x="657225" y="257175"/>
                </a:lnTo>
                <a:lnTo>
                  <a:pt x="657225" y="276225"/>
                </a:lnTo>
                <a:lnTo>
                  <a:pt x="647700" y="276225"/>
                </a:lnTo>
                <a:close/>
                <a:moveTo>
                  <a:pt x="76200" y="266700"/>
                </a:moveTo>
                <a:lnTo>
                  <a:pt x="85725" y="266700"/>
                </a:lnTo>
                <a:lnTo>
                  <a:pt x="85725" y="352425"/>
                </a:lnTo>
                <a:lnTo>
                  <a:pt x="76200" y="352425"/>
                </a:lnTo>
                <a:close/>
                <a:moveTo>
                  <a:pt x="628650" y="276225"/>
                </a:moveTo>
                <a:lnTo>
                  <a:pt x="638175" y="276225"/>
                </a:lnTo>
                <a:lnTo>
                  <a:pt x="638175" y="285750"/>
                </a:lnTo>
                <a:lnTo>
                  <a:pt x="628650" y="285750"/>
                </a:lnTo>
                <a:close/>
                <a:moveTo>
                  <a:pt x="638175" y="285750"/>
                </a:moveTo>
                <a:lnTo>
                  <a:pt x="647700" y="285750"/>
                </a:lnTo>
                <a:lnTo>
                  <a:pt x="647700" y="295275"/>
                </a:lnTo>
                <a:lnTo>
                  <a:pt x="638175" y="295275"/>
                </a:lnTo>
                <a:close/>
                <a:moveTo>
                  <a:pt x="152400" y="304800"/>
                </a:moveTo>
                <a:lnTo>
                  <a:pt x="161925" y="304800"/>
                </a:lnTo>
                <a:lnTo>
                  <a:pt x="161925" y="314325"/>
                </a:lnTo>
                <a:lnTo>
                  <a:pt x="152400" y="314325"/>
                </a:lnTo>
                <a:close/>
                <a:moveTo>
                  <a:pt x="171450" y="304800"/>
                </a:moveTo>
                <a:lnTo>
                  <a:pt x="180975" y="304800"/>
                </a:lnTo>
                <a:lnTo>
                  <a:pt x="180975" y="314325"/>
                </a:lnTo>
                <a:lnTo>
                  <a:pt x="171450" y="314325"/>
                </a:lnTo>
                <a:close/>
                <a:moveTo>
                  <a:pt x="219075" y="304800"/>
                </a:moveTo>
                <a:lnTo>
                  <a:pt x="228600" y="304800"/>
                </a:lnTo>
                <a:lnTo>
                  <a:pt x="228600" y="314325"/>
                </a:lnTo>
                <a:lnTo>
                  <a:pt x="219075" y="314325"/>
                </a:lnTo>
                <a:close/>
                <a:moveTo>
                  <a:pt x="238125" y="304800"/>
                </a:moveTo>
                <a:lnTo>
                  <a:pt x="247650" y="304800"/>
                </a:lnTo>
                <a:lnTo>
                  <a:pt x="247650" y="314325"/>
                </a:lnTo>
                <a:lnTo>
                  <a:pt x="238125" y="314325"/>
                </a:lnTo>
                <a:close/>
                <a:moveTo>
                  <a:pt x="161925" y="314325"/>
                </a:moveTo>
                <a:lnTo>
                  <a:pt x="171450" y="314325"/>
                </a:lnTo>
                <a:lnTo>
                  <a:pt x="171450" y="323850"/>
                </a:lnTo>
                <a:lnTo>
                  <a:pt x="161925" y="323850"/>
                </a:lnTo>
                <a:close/>
                <a:moveTo>
                  <a:pt x="228600" y="314325"/>
                </a:moveTo>
                <a:lnTo>
                  <a:pt x="238125" y="314325"/>
                </a:lnTo>
                <a:lnTo>
                  <a:pt x="238125" y="323850"/>
                </a:lnTo>
                <a:lnTo>
                  <a:pt x="228600" y="323850"/>
                </a:lnTo>
                <a:close/>
                <a:moveTo>
                  <a:pt x="542925" y="314325"/>
                </a:moveTo>
                <a:lnTo>
                  <a:pt x="552450" y="314325"/>
                </a:lnTo>
                <a:lnTo>
                  <a:pt x="552450" y="323850"/>
                </a:lnTo>
                <a:lnTo>
                  <a:pt x="542925" y="323850"/>
                </a:lnTo>
                <a:close/>
                <a:moveTo>
                  <a:pt x="561975" y="314325"/>
                </a:moveTo>
                <a:lnTo>
                  <a:pt x="600075" y="314325"/>
                </a:lnTo>
                <a:lnTo>
                  <a:pt x="600075" y="323850"/>
                </a:lnTo>
                <a:lnTo>
                  <a:pt x="609600" y="323850"/>
                </a:lnTo>
                <a:lnTo>
                  <a:pt x="609600" y="333375"/>
                </a:lnTo>
                <a:lnTo>
                  <a:pt x="619125" y="333375"/>
                </a:lnTo>
                <a:lnTo>
                  <a:pt x="619125" y="342900"/>
                </a:lnTo>
                <a:lnTo>
                  <a:pt x="609600" y="342900"/>
                </a:lnTo>
                <a:lnTo>
                  <a:pt x="609600" y="361950"/>
                </a:lnTo>
                <a:lnTo>
                  <a:pt x="600075" y="361950"/>
                </a:lnTo>
                <a:lnTo>
                  <a:pt x="600075" y="352425"/>
                </a:lnTo>
                <a:lnTo>
                  <a:pt x="581025" y="352425"/>
                </a:lnTo>
                <a:lnTo>
                  <a:pt x="581025" y="342900"/>
                </a:lnTo>
                <a:lnTo>
                  <a:pt x="571500" y="342900"/>
                </a:lnTo>
                <a:lnTo>
                  <a:pt x="571500" y="352425"/>
                </a:lnTo>
                <a:lnTo>
                  <a:pt x="561975" y="352425"/>
                </a:lnTo>
                <a:lnTo>
                  <a:pt x="561975" y="361950"/>
                </a:lnTo>
                <a:lnTo>
                  <a:pt x="552450" y="361950"/>
                </a:lnTo>
                <a:lnTo>
                  <a:pt x="552450" y="371475"/>
                </a:lnTo>
                <a:lnTo>
                  <a:pt x="542925" y="371475"/>
                </a:lnTo>
                <a:lnTo>
                  <a:pt x="542925" y="381000"/>
                </a:lnTo>
                <a:lnTo>
                  <a:pt x="523875" y="381000"/>
                </a:lnTo>
                <a:lnTo>
                  <a:pt x="523875" y="371475"/>
                </a:lnTo>
                <a:lnTo>
                  <a:pt x="533400" y="371475"/>
                </a:lnTo>
                <a:lnTo>
                  <a:pt x="533400" y="361950"/>
                </a:lnTo>
                <a:lnTo>
                  <a:pt x="523875" y="361950"/>
                </a:lnTo>
                <a:lnTo>
                  <a:pt x="523875" y="352425"/>
                </a:lnTo>
                <a:lnTo>
                  <a:pt x="533400" y="352425"/>
                </a:lnTo>
                <a:lnTo>
                  <a:pt x="533400" y="323850"/>
                </a:lnTo>
                <a:lnTo>
                  <a:pt x="542925" y="323850"/>
                </a:lnTo>
                <a:lnTo>
                  <a:pt x="542925" y="342900"/>
                </a:lnTo>
                <a:lnTo>
                  <a:pt x="552450" y="342900"/>
                </a:lnTo>
                <a:lnTo>
                  <a:pt x="552450" y="333375"/>
                </a:lnTo>
                <a:lnTo>
                  <a:pt x="581025" y="333375"/>
                </a:lnTo>
                <a:lnTo>
                  <a:pt x="581025" y="323850"/>
                </a:lnTo>
                <a:lnTo>
                  <a:pt x="561975" y="323850"/>
                </a:lnTo>
                <a:close/>
                <a:moveTo>
                  <a:pt x="95250" y="333375"/>
                </a:moveTo>
                <a:lnTo>
                  <a:pt x="104775" y="333375"/>
                </a:lnTo>
                <a:lnTo>
                  <a:pt x="104775" y="352425"/>
                </a:lnTo>
                <a:lnTo>
                  <a:pt x="95250" y="352425"/>
                </a:lnTo>
                <a:close/>
                <a:moveTo>
                  <a:pt x="476250" y="342900"/>
                </a:moveTo>
                <a:lnTo>
                  <a:pt x="495300" y="342900"/>
                </a:lnTo>
                <a:lnTo>
                  <a:pt x="495300" y="352425"/>
                </a:lnTo>
                <a:lnTo>
                  <a:pt x="476250" y="352425"/>
                </a:lnTo>
                <a:close/>
                <a:moveTo>
                  <a:pt x="104775" y="352425"/>
                </a:moveTo>
                <a:lnTo>
                  <a:pt x="114300" y="352425"/>
                </a:lnTo>
                <a:lnTo>
                  <a:pt x="114300" y="361950"/>
                </a:lnTo>
                <a:lnTo>
                  <a:pt x="123825" y="361950"/>
                </a:lnTo>
                <a:lnTo>
                  <a:pt x="123825" y="371475"/>
                </a:lnTo>
                <a:lnTo>
                  <a:pt x="161925" y="371475"/>
                </a:lnTo>
                <a:lnTo>
                  <a:pt x="161925" y="381000"/>
                </a:lnTo>
                <a:lnTo>
                  <a:pt x="142875" y="381000"/>
                </a:lnTo>
                <a:lnTo>
                  <a:pt x="142875" y="390525"/>
                </a:lnTo>
                <a:lnTo>
                  <a:pt x="152400" y="390525"/>
                </a:lnTo>
                <a:lnTo>
                  <a:pt x="152400" y="400050"/>
                </a:lnTo>
                <a:lnTo>
                  <a:pt x="123825" y="400050"/>
                </a:lnTo>
                <a:lnTo>
                  <a:pt x="123825" y="409575"/>
                </a:lnTo>
                <a:lnTo>
                  <a:pt x="114300" y="409575"/>
                </a:lnTo>
                <a:lnTo>
                  <a:pt x="114300" y="419100"/>
                </a:lnTo>
                <a:lnTo>
                  <a:pt x="104775" y="419100"/>
                </a:lnTo>
                <a:lnTo>
                  <a:pt x="104775" y="438150"/>
                </a:lnTo>
                <a:lnTo>
                  <a:pt x="95250" y="438150"/>
                </a:lnTo>
                <a:lnTo>
                  <a:pt x="95250" y="428625"/>
                </a:lnTo>
                <a:lnTo>
                  <a:pt x="85725" y="428625"/>
                </a:lnTo>
                <a:lnTo>
                  <a:pt x="85725" y="438150"/>
                </a:lnTo>
                <a:lnTo>
                  <a:pt x="76200" y="438150"/>
                </a:lnTo>
                <a:lnTo>
                  <a:pt x="76200" y="419100"/>
                </a:lnTo>
                <a:lnTo>
                  <a:pt x="85725" y="419100"/>
                </a:lnTo>
                <a:lnTo>
                  <a:pt x="85725" y="400050"/>
                </a:lnTo>
                <a:lnTo>
                  <a:pt x="95250" y="400050"/>
                </a:lnTo>
                <a:lnTo>
                  <a:pt x="95250" y="371475"/>
                </a:lnTo>
                <a:lnTo>
                  <a:pt x="85725" y="371475"/>
                </a:lnTo>
                <a:lnTo>
                  <a:pt x="85725" y="361950"/>
                </a:lnTo>
                <a:lnTo>
                  <a:pt x="104775" y="361950"/>
                </a:lnTo>
                <a:close/>
                <a:moveTo>
                  <a:pt x="495300" y="352425"/>
                </a:moveTo>
                <a:lnTo>
                  <a:pt x="504825" y="352425"/>
                </a:lnTo>
                <a:lnTo>
                  <a:pt x="504825" y="361950"/>
                </a:lnTo>
                <a:lnTo>
                  <a:pt x="495300" y="361950"/>
                </a:lnTo>
                <a:close/>
                <a:moveTo>
                  <a:pt x="647700" y="352425"/>
                </a:moveTo>
                <a:lnTo>
                  <a:pt x="657225" y="352425"/>
                </a:lnTo>
                <a:lnTo>
                  <a:pt x="657225" y="371475"/>
                </a:lnTo>
                <a:lnTo>
                  <a:pt x="647700" y="371475"/>
                </a:lnTo>
                <a:lnTo>
                  <a:pt x="647700" y="381000"/>
                </a:lnTo>
                <a:lnTo>
                  <a:pt x="638175" y="381000"/>
                </a:lnTo>
                <a:lnTo>
                  <a:pt x="638175" y="371475"/>
                </a:lnTo>
                <a:lnTo>
                  <a:pt x="628650" y="371475"/>
                </a:lnTo>
                <a:lnTo>
                  <a:pt x="628650" y="361950"/>
                </a:lnTo>
                <a:lnTo>
                  <a:pt x="647700" y="361950"/>
                </a:lnTo>
                <a:close/>
                <a:moveTo>
                  <a:pt x="476250" y="371475"/>
                </a:moveTo>
                <a:lnTo>
                  <a:pt x="495300" y="371475"/>
                </a:lnTo>
                <a:lnTo>
                  <a:pt x="495300" y="381000"/>
                </a:lnTo>
                <a:lnTo>
                  <a:pt x="476250" y="381000"/>
                </a:lnTo>
                <a:close/>
                <a:moveTo>
                  <a:pt x="390525" y="381000"/>
                </a:moveTo>
                <a:lnTo>
                  <a:pt x="400050" y="381000"/>
                </a:lnTo>
                <a:lnTo>
                  <a:pt x="400050" y="390525"/>
                </a:lnTo>
                <a:lnTo>
                  <a:pt x="390525" y="390525"/>
                </a:lnTo>
                <a:close/>
                <a:moveTo>
                  <a:pt x="381000" y="390525"/>
                </a:moveTo>
                <a:lnTo>
                  <a:pt x="390525" y="390525"/>
                </a:lnTo>
                <a:lnTo>
                  <a:pt x="390525" y="400050"/>
                </a:lnTo>
                <a:lnTo>
                  <a:pt x="381000" y="400050"/>
                </a:lnTo>
                <a:close/>
                <a:moveTo>
                  <a:pt x="542925" y="419100"/>
                </a:moveTo>
                <a:lnTo>
                  <a:pt x="561975" y="419100"/>
                </a:lnTo>
                <a:lnTo>
                  <a:pt x="561975" y="428625"/>
                </a:lnTo>
                <a:lnTo>
                  <a:pt x="542925" y="428625"/>
                </a:lnTo>
                <a:close/>
                <a:moveTo>
                  <a:pt x="581025" y="419100"/>
                </a:moveTo>
                <a:lnTo>
                  <a:pt x="590550" y="419100"/>
                </a:lnTo>
                <a:lnTo>
                  <a:pt x="590550" y="428625"/>
                </a:lnTo>
                <a:lnTo>
                  <a:pt x="581025" y="428625"/>
                </a:lnTo>
                <a:close/>
                <a:moveTo>
                  <a:pt x="685800" y="419100"/>
                </a:moveTo>
                <a:lnTo>
                  <a:pt x="695325" y="419100"/>
                </a:lnTo>
                <a:lnTo>
                  <a:pt x="695325" y="428625"/>
                </a:lnTo>
                <a:lnTo>
                  <a:pt x="685800" y="428625"/>
                </a:lnTo>
                <a:close/>
                <a:moveTo>
                  <a:pt x="533400" y="428625"/>
                </a:moveTo>
                <a:lnTo>
                  <a:pt x="542925" y="428625"/>
                </a:lnTo>
                <a:lnTo>
                  <a:pt x="542925" y="438150"/>
                </a:lnTo>
                <a:lnTo>
                  <a:pt x="533400" y="438150"/>
                </a:lnTo>
                <a:close/>
                <a:moveTo>
                  <a:pt x="590550" y="428625"/>
                </a:moveTo>
                <a:lnTo>
                  <a:pt x="609600" y="428625"/>
                </a:lnTo>
                <a:lnTo>
                  <a:pt x="609600" y="438150"/>
                </a:lnTo>
                <a:lnTo>
                  <a:pt x="628650" y="438150"/>
                </a:lnTo>
                <a:lnTo>
                  <a:pt x="628650" y="466725"/>
                </a:lnTo>
                <a:lnTo>
                  <a:pt x="638175" y="466725"/>
                </a:lnTo>
                <a:lnTo>
                  <a:pt x="638175" y="514350"/>
                </a:lnTo>
                <a:lnTo>
                  <a:pt x="628650" y="514350"/>
                </a:lnTo>
                <a:lnTo>
                  <a:pt x="628650" y="523875"/>
                </a:lnTo>
                <a:lnTo>
                  <a:pt x="609600" y="523875"/>
                </a:lnTo>
                <a:lnTo>
                  <a:pt x="609600" y="495300"/>
                </a:lnTo>
                <a:lnTo>
                  <a:pt x="619125" y="495300"/>
                </a:lnTo>
                <a:lnTo>
                  <a:pt x="619125" y="466725"/>
                </a:lnTo>
                <a:lnTo>
                  <a:pt x="609600" y="466725"/>
                </a:lnTo>
                <a:lnTo>
                  <a:pt x="609600" y="457200"/>
                </a:lnTo>
                <a:lnTo>
                  <a:pt x="600075" y="457200"/>
                </a:lnTo>
                <a:lnTo>
                  <a:pt x="600075" y="438150"/>
                </a:lnTo>
                <a:lnTo>
                  <a:pt x="590550" y="438150"/>
                </a:lnTo>
                <a:close/>
                <a:moveTo>
                  <a:pt x="419100" y="438150"/>
                </a:moveTo>
                <a:lnTo>
                  <a:pt x="438150" y="438150"/>
                </a:lnTo>
                <a:lnTo>
                  <a:pt x="438150" y="447675"/>
                </a:lnTo>
                <a:lnTo>
                  <a:pt x="419100" y="447675"/>
                </a:lnTo>
                <a:close/>
                <a:moveTo>
                  <a:pt x="561975" y="438150"/>
                </a:moveTo>
                <a:lnTo>
                  <a:pt x="571500" y="438150"/>
                </a:lnTo>
                <a:lnTo>
                  <a:pt x="571500" y="447675"/>
                </a:lnTo>
                <a:lnTo>
                  <a:pt x="561975" y="447675"/>
                </a:lnTo>
                <a:close/>
                <a:moveTo>
                  <a:pt x="685800" y="438150"/>
                </a:moveTo>
                <a:lnTo>
                  <a:pt x="723900" y="438150"/>
                </a:lnTo>
                <a:lnTo>
                  <a:pt x="723900" y="447675"/>
                </a:lnTo>
                <a:lnTo>
                  <a:pt x="742950" y="447675"/>
                </a:lnTo>
                <a:lnTo>
                  <a:pt x="742950" y="466725"/>
                </a:lnTo>
                <a:lnTo>
                  <a:pt x="714375" y="466725"/>
                </a:lnTo>
                <a:lnTo>
                  <a:pt x="714375" y="457200"/>
                </a:lnTo>
                <a:lnTo>
                  <a:pt x="695325" y="457200"/>
                </a:lnTo>
                <a:lnTo>
                  <a:pt x="695325" y="447675"/>
                </a:lnTo>
                <a:lnTo>
                  <a:pt x="685800" y="447675"/>
                </a:lnTo>
                <a:close/>
                <a:moveTo>
                  <a:pt x="409575" y="447675"/>
                </a:moveTo>
                <a:lnTo>
                  <a:pt x="419100" y="447675"/>
                </a:lnTo>
                <a:lnTo>
                  <a:pt x="419100" y="457200"/>
                </a:lnTo>
                <a:lnTo>
                  <a:pt x="447675" y="457200"/>
                </a:lnTo>
                <a:lnTo>
                  <a:pt x="447675" y="466725"/>
                </a:lnTo>
                <a:lnTo>
                  <a:pt x="438150" y="466725"/>
                </a:lnTo>
                <a:lnTo>
                  <a:pt x="438150" y="476250"/>
                </a:lnTo>
                <a:lnTo>
                  <a:pt x="428625" y="476250"/>
                </a:lnTo>
                <a:lnTo>
                  <a:pt x="428625" y="495300"/>
                </a:lnTo>
                <a:lnTo>
                  <a:pt x="438150" y="495300"/>
                </a:lnTo>
                <a:lnTo>
                  <a:pt x="438150" y="504825"/>
                </a:lnTo>
                <a:lnTo>
                  <a:pt x="457200" y="504825"/>
                </a:lnTo>
                <a:lnTo>
                  <a:pt x="457200" y="514350"/>
                </a:lnTo>
                <a:lnTo>
                  <a:pt x="466725" y="514350"/>
                </a:lnTo>
                <a:lnTo>
                  <a:pt x="466725" y="523875"/>
                </a:lnTo>
                <a:lnTo>
                  <a:pt x="476250" y="523875"/>
                </a:lnTo>
                <a:lnTo>
                  <a:pt x="476250" y="561975"/>
                </a:lnTo>
                <a:lnTo>
                  <a:pt x="466725" y="561975"/>
                </a:lnTo>
                <a:lnTo>
                  <a:pt x="466725" y="571500"/>
                </a:lnTo>
                <a:lnTo>
                  <a:pt x="457200" y="571500"/>
                </a:lnTo>
                <a:lnTo>
                  <a:pt x="457200" y="561975"/>
                </a:lnTo>
                <a:lnTo>
                  <a:pt x="447675" y="561975"/>
                </a:lnTo>
                <a:lnTo>
                  <a:pt x="447675" y="523875"/>
                </a:lnTo>
                <a:lnTo>
                  <a:pt x="419100" y="523875"/>
                </a:lnTo>
                <a:lnTo>
                  <a:pt x="419100" y="514350"/>
                </a:lnTo>
                <a:lnTo>
                  <a:pt x="409575" y="514350"/>
                </a:lnTo>
                <a:close/>
                <a:moveTo>
                  <a:pt x="514350" y="447675"/>
                </a:moveTo>
                <a:lnTo>
                  <a:pt x="523875" y="447675"/>
                </a:lnTo>
                <a:lnTo>
                  <a:pt x="523875" y="466725"/>
                </a:lnTo>
                <a:lnTo>
                  <a:pt x="533400" y="466725"/>
                </a:lnTo>
                <a:lnTo>
                  <a:pt x="533400" y="504825"/>
                </a:lnTo>
                <a:lnTo>
                  <a:pt x="542925" y="504825"/>
                </a:lnTo>
                <a:lnTo>
                  <a:pt x="542925" y="514350"/>
                </a:lnTo>
                <a:lnTo>
                  <a:pt x="552450" y="514350"/>
                </a:lnTo>
                <a:lnTo>
                  <a:pt x="552450" y="523875"/>
                </a:lnTo>
                <a:lnTo>
                  <a:pt x="609600" y="523875"/>
                </a:lnTo>
                <a:lnTo>
                  <a:pt x="609600" y="533400"/>
                </a:lnTo>
                <a:lnTo>
                  <a:pt x="600075" y="533400"/>
                </a:lnTo>
                <a:lnTo>
                  <a:pt x="600075" y="542925"/>
                </a:lnTo>
                <a:lnTo>
                  <a:pt x="590550" y="542925"/>
                </a:lnTo>
                <a:lnTo>
                  <a:pt x="590550" y="552450"/>
                </a:lnTo>
                <a:lnTo>
                  <a:pt x="552450" y="552450"/>
                </a:lnTo>
                <a:lnTo>
                  <a:pt x="552450" y="542925"/>
                </a:lnTo>
                <a:lnTo>
                  <a:pt x="533400" y="542925"/>
                </a:lnTo>
                <a:lnTo>
                  <a:pt x="533400" y="533400"/>
                </a:lnTo>
                <a:lnTo>
                  <a:pt x="523875" y="533400"/>
                </a:lnTo>
                <a:lnTo>
                  <a:pt x="523875" y="523875"/>
                </a:lnTo>
                <a:lnTo>
                  <a:pt x="514350" y="523875"/>
                </a:lnTo>
                <a:lnTo>
                  <a:pt x="514350" y="495300"/>
                </a:lnTo>
                <a:lnTo>
                  <a:pt x="504825" y="495300"/>
                </a:lnTo>
                <a:lnTo>
                  <a:pt x="504825" y="476250"/>
                </a:lnTo>
                <a:lnTo>
                  <a:pt x="514350" y="476250"/>
                </a:lnTo>
                <a:close/>
                <a:moveTo>
                  <a:pt x="714375" y="485775"/>
                </a:moveTo>
                <a:lnTo>
                  <a:pt x="723900" y="485775"/>
                </a:lnTo>
                <a:lnTo>
                  <a:pt x="723900" y="495300"/>
                </a:lnTo>
                <a:lnTo>
                  <a:pt x="714375" y="495300"/>
                </a:lnTo>
                <a:close/>
                <a:moveTo>
                  <a:pt x="76200" y="504825"/>
                </a:moveTo>
                <a:lnTo>
                  <a:pt x="85725" y="504825"/>
                </a:lnTo>
                <a:lnTo>
                  <a:pt x="85725" y="514350"/>
                </a:lnTo>
                <a:lnTo>
                  <a:pt x="76200" y="514350"/>
                </a:lnTo>
                <a:close/>
                <a:moveTo>
                  <a:pt x="733425" y="504825"/>
                </a:moveTo>
                <a:lnTo>
                  <a:pt x="742950" y="504825"/>
                </a:lnTo>
                <a:lnTo>
                  <a:pt x="742950" y="514350"/>
                </a:lnTo>
                <a:lnTo>
                  <a:pt x="733425" y="514350"/>
                </a:lnTo>
                <a:close/>
                <a:moveTo>
                  <a:pt x="676275" y="514350"/>
                </a:moveTo>
                <a:lnTo>
                  <a:pt x="685800" y="514350"/>
                </a:lnTo>
                <a:lnTo>
                  <a:pt x="685800" y="523875"/>
                </a:lnTo>
                <a:lnTo>
                  <a:pt x="676275" y="523875"/>
                </a:lnTo>
                <a:close/>
                <a:moveTo>
                  <a:pt x="723900" y="514350"/>
                </a:moveTo>
                <a:lnTo>
                  <a:pt x="733425" y="514350"/>
                </a:lnTo>
                <a:lnTo>
                  <a:pt x="733425" y="523875"/>
                </a:lnTo>
                <a:lnTo>
                  <a:pt x="723900" y="523875"/>
                </a:lnTo>
                <a:close/>
                <a:moveTo>
                  <a:pt x="695325" y="523875"/>
                </a:moveTo>
                <a:lnTo>
                  <a:pt x="704850" y="523875"/>
                </a:lnTo>
                <a:lnTo>
                  <a:pt x="704850" y="552450"/>
                </a:lnTo>
                <a:lnTo>
                  <a:pt x="695325" y="552450"/>
                </a:lnTo>
                <a:close/>
                <a:moveTo>
                  <a:pt x="314325" y="533400"/>
                </a:moveTo>
                <a:lnTo>
                  <a:pt x="342900" y="533400"/>
                </a:lnTo>
                <a:lnTo>
                  <a:pt x="342900" y="552450"/>
                </a:lnTo>
                <a:lnTo>
                  <a:pt x="314325" y="552450"/>
                </a:lnTo>
                <a:close/>
                <a:moveTo>
                  <a:pt x="352425" y="533400"/>
                </a:moveTo>
                <a:lnTo>
                  <a:pt x="361950" y="533400"/>
                </a:lnTo>
                <a:lnTo>
                  <a:pt x="361950" y="552450"/>
                </a:lnTo>
                <a:lnTo>
                  <a:pt x="352425" y="552450"/>
                </a:lnTo>
                <a:close/>
                <a:moveTo>
                  <a:pt x="666750" y="533400"/>
                </a:moveTo>
                <a:lnTo>
                  <a:pt x="676275" y="533400"/>
                </a:lnTo>
                <a:lnTo>
                  <a:pt x="676275" y="552450"/>
                </a:lnTo>
                <a:lnTo>
                  <a:pt x="666750" y="552450"/>
                </a:lnTo>
                <a:close/>
                <a:moveTo>
                  <a:pt x="561975" y="542925"/>
                </a:moveTo>
                <a:lnTo>
                  <a:pt x="581025" y="542925"/>
                </a:lnTo>
                <a:lnTo>
                  <a:pt x="581025" y="533400"/>
                </a:lnTo>
                <a:lnTo>
                  <a:pt x="561975" y="533400"/>
                </a:lnTo>
                <a:close/>
                <a:moveTo>
                  <a:pt x="676275" y="561975"/>
                </a:moveTo>
                <a:lnTo>
                  <a:pt x="685800" y="561975"/>
                </a:lnTo>
                <a:lnTo>
                  <a:pt x="685800" y="581025"/>
                </a:lnTo>
                <a:lnTo>
                  <a:pt x="704850" y="581025"/>
                </a:lnTo>
                <a:lnTo>
                  <a:pt x="704850" y="561975"/>
                </a:lnTo>
                <a:lnTo>
                  <a:pt x="714375" y="561975"/>
                </a:lnTo>
                <a:lnTo>
                  <a:pt x="714375" y="581025"/>
                </a:lnTo>
                <a:lnTo>
                  <a:pt x="704850" y="581025"/>
                </a:lnTo>
                <a:lnTo>
                  <a:pt x="704850" y="600075"/>
                </a:lnTo>
                <a:lnTo>
                  <a:pt x="695325" y="600075"/>
                </a:lnTo>
                <a:lnTo>
                  <a:pt x="695325" y="609600"/>
                </a:lnTo>
                <a:lnTo>
                  <a:pt x="685800" y="609600"/>
                </a:lnTo>
                <a:lnTo>
                  <a:pt x="685800" y="590550"/>
                </a:lnTo>
                <a:lnTo>
                  <a:pt x="647700" y="590550"/>
                </a:lnTo>
                <a:lnTo>
                  <a:pt x="647700" y="581025"/>
                </a:lnTo>
                <a:lnTo>
                  <a:pt x="676275" y="581025"/>
                </a:lnTo>
                <a:close/>
                <a:moveTo>
                  <a:pt x="457200" y="581025"/>
                </a:moveTo>
                <a:lnTo>
                  <a:pt x="476250" y="581025"/>
                </a:lnTo>
                <a:lnTo>
                  <a:pt x="476250" y="590550"/>
                </a:lnTo>
                <a:lnTo>
                  <a:pt x="495300" y="590550"/>
                </a:lnTo>
                <a:lnTo>
                  <a:pt x="495300" y="600075"/>
                </a:lnTo>
                <a:lnTo>
                  <a:pt x="476250" y="600075"/>
                </a:lnTo>
                <a:lnTo>
                  <a:pt x="476250" y="609600"/>
                </a:lnTo>
                <a:lnTo>
                  <a:pt x="495300" y="609600"/>
                </a:lnTo>
                <a:lnTo>
                  <a:pt x="495300" y="600075"/>
                </a:lnTo>
                <a:lnTo>
                  <a:pt x="504825" y="600075"/>
                </a:lnTo>
                <a:lnTo>
                  <a:pt x="504825" y="609600"/>
                </a:lnTo>
                <a:lnTo>
                  <a:pt x="495300" y="609600"/>
                </a:lnTo>
                <a:lnTo>
                  <a:pt x="495300" y="619125"/>
                </a:lnTo>
                <a:lnTo>
                  <a:pt x="466725" y="619125"/>
                </a:lnTo>
                <a:lnTo>
                  <a:pt x="466725" y="600075"/>
                </a:lnTo>
                <a:lnTo>
                  <a:pt x="457200" y="600075"/>
                </a:lnTo>
                <a:close/>
                <a:moveTo>
                  <a:pt x="514350" y="590550"/>
                </a:moveTo>
                <a:lnTo>
                  <a:pt x="552450" y="590550"/>
                </a:lnTo>
                <a:lnTo>
                  <a:pt x="552450" y="600075"/>
                </a:lnTo>
                <a:lnTo>
                  <a:pt x="561975" y="600075"/>
                </a:lnTo>
                <a:lnTo>
                  <a:pt x="561975" y="619125"/>
                </a:lnTo>
                <a:lnTo>
                  <a:pt x="552450" y="619125"/>
                </a:lnTo>
                <a:lnTo>
                  <a:pt x="552450" y="609600"/>
                </a:lnTo>
                <a:lnTo>
                  <a:pt x="542925" y="609600"/>
                </a:lnTo>
                <a:lnTo>
                  <a:pt x="542925" y="619125"/>
                </a:lnTo>
                <a:lnTo>
                  <a:pt x="523875" y="619125"/>
                </a:lnTo>
                <a:lnTo>
                  <a:pt x="523875" y="600075"/>
                </a:lnTo>
                <a:lnTo>
                  <a:pt x="514350" y="600075"/>
                </a:lnTo>
                <a:close/>
                <a:moveTo>
                  <a:pt x="590550" y="609600"/>
                </a:moveTo>
                <a:lnTo>
                  <a:pt x="600075" y="609600"/>
                </a:lnTo>
                <a:lnTo>
                  <a:pt x="600075" y="619125"/>
                </a:lnTo>
                <a:lnTo>
                  <a:pt x="590550" y="619125"/>
                </a:lnTo>
                <a:close/>
                <a:moveTo>
                  <a:pt x="619125" y="609600"/>
                </a:moveTo>
                <a:lnTo>
                  <a:pt x="628650" y="609600"/>
                </a:lnTo>
                <a:lnTo>
                  <a:pt x="628650" y="619125"/>
                </a:lnTo>
                <a:lnTo>
                  <a:pt x="619125" y="619125"/>
                </a:lnTo>
                <a:close/>
                <a:moveTo>
                  <a:pt x="581025" y="619125"/>
                </a:moveTo>
                <a:lnTo>
                  <a:pt x="590550" y="619125"/>
                </a:lnTo>
                <a:lnTo>
                  <a:pt x="590550" y="628650"/>
                </a:lnTo>
                <a:lnTo>
                  <a:pt x="581025" y="628650"/>
                </a:lnTo>
                <a:close/>
                <a:moveTo>
                  <a:pt x="609600" y="628650"/>
                </a:moveTo>
                <a:lnTo>
                  <a:pt x="619125" y="628650"/>
                </a:lnTo>
                <a:lnTo>
                  <a:pt x="619125" y="638175"/>
                </a:lnTo>
                <a:lnTo>
                  <a:pt x="609600" y="638175"/>
                </a:lnTo>
                <a:close/>
                <a:moveTo>
                  <a:pt x="600075" y="638175"/>
                </a:moveTo>
                <a:lnTo>
                  <a:pt x="609600" y="638175"/>
                </a:lnTo>
                <a:lnTo>
                  <a:pt x="609600" y="647700"/>
                </a:lnTo>
                <a:lnTo>
                  <a:pt x="600075" y="647700"/>
                </a:lnTo>
                <a:close/>
              </a:path>
            </a:pathLst>
          </a:custGeom>
          <a:solidFill xmlns:a="http://schemas.openxmlformats.org/drawingml/2006/main">
            <a:srgbClr val="273E41"/>
          </a:solidFill>
          <a:ln xmlns:a="http://schemas.openxmlformats.org/drawingml/2006/main" w="0">
            <a:noFill/>
          </a:ln>
        </p:spPr>
      </p:sp>
      <p:sp>
        <p:nvSpPr>
          <p:cNvPr id="56" name="server vector #23393d">
            <a:extLst xmlns:a="http://schemas.openxmlformats.org/drawingml/2006/main">
              <a:ext uri="{FF2B5EF4-FFF2-40B4-BE49-F238E27FC236}">
                <a16:creationId xmlns:a16="http://schemas.microsoft.com/office/drawing/2014/main" id="{B6A67CB9-9A38-4F90-A969-7FA73DFE310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143625" y="1524000"/>
            <a:ext cx="790575" cy="704850"/>
          </a:xfrm>
          <a:custGeom xmlns:a="http://schemas.openxmlformats.org/drawingml/2006/main">
            <a:pathLst>
              <a:path w="790575" h="704850">
                <a:moveTo>
                  <a:pt x="114300" y="66675"/>
                </a:moveTo>
                <a:lnTo>
                  <a:pt x="133350" y="66675"/>
                </a:lnTo>
                <a:lnTo>
                  <a:pt x="133350" y="76200"/>
                </a:lnTo>
                <a:lnTo>
                  <a:pt x="123825" y="76200"/>
                </a:lnTo>
                <a:lnTo>
                  <a:pt x="123825" y="85725"/>
                </a:lnTo>
                <a:lnTo>
                  <a:pt x="114300" y="85725"/>
                </a:lnTo>
                <a:close/>
                <a:moveTo>
                  <a:pt x="304800" y="66675"/>
                </a:moveTo>
                <a:lnTo>
                  <a:pt x="428625" y="66675"/>
                </a:lnTo>
                <a:lnTo>
                  <a:pt x="428625" y="85725"/>
                </a:lnTo>
                <a:lnTo>
                  <a:pt x="304800" y="85725"/>
                </a:lnTo>
                <a:close/>
                <a:moveTo>
                  <a:pt x="447675" y="66675"/>
                </a:moveTo>
                <a:lnTo>
                  <a:pt x="466725" y="66675"/>
                </a:lnTo>
                <a:lnTo>
                  <a:pt x="466725" y="85725"/>
                </a:lnTo>
                <a:lnTo>
                  <a:pt x="447675" y="85725"/>
                </a:lnTo>
                <a:close/>
                <a:moveTo>
                  <a:pt x="95250" y="76200"/>
                </a:moveTo>
                <a:lnTo>
                  <a:pt x="104775" y="76200"/>
                </a:lnTo>
                <a:lnTo>
                  <a:pt x="104775" y="85725"/>
                </a:lnTo>
                <a:lnTo>
                  <a:pt x="95250" y="85725"/>
                </a:lnTo>
                <a:close/>
                <a:moveTo>
                  <a:pt x="85725" y="85725"/>
                </a:moveTo>
                <a:lnTo>
                  <a:pt x="95250" y="85725"/>
                </a:lnTo>
                <a:lnTo>
                  <a:pt x="95250" y="114300"/>
                </a:lnTo>
                <a:lnTo>
                  <a:pt x="85725" y="114300"/>
                </a:lnTo>
                <a:close/>
                <a:moveTo>
                  <a:pt x="104775" y="95250"/>
                </a:moveTo>
                <a:lnTo>
                  <a:pt x="114300" y="95250"/>
                </a:lnTo>
                <a:lnTo>
                  <a:pt x="114300" y="104775"/>
                </a:lnTo>
                <a:lnTo>
                  <a:pt x="104775" y="104775"/>
                </a:lnTo>
                <a:close/>
                <a:moveTo>
                  <a:pt x="76200" y="114300"/>
                </a:moveTo>
                <a:lnTo>
                  <a:pt x="85725" y="114300"/>
                </a:lnTo>
                <a:lnTo>
                  <a:pt x="85725" y="142875"/>
                </a:lnTo>
                <a:lnTo>
                  <a:pt x="76200" y="142875"/>
                </a:lnTo>
                <a:close/>
                <a:moveTo>
                  <a:pt x="638175" y="114300"/>
                </a:moveTo>
                <a:lnTo>
                  <a:pt x="647700" y="114300"/>
                </a:lnTo>
                <a:lnTo>
                  <a:pt x="647700" y="123825"/>
                </a:lnTo>
                <a:lnTo>
                  <a:pt x="657225" y="123825"/>
                </a:lnTo>
                <a:lnTo>
                  <a:pt x="657225" y="171450"/>
                </a:lnTo>
                <a:lnTo>
                  <a:pt x="647700" y="171450"/>
                </a:lnTo>
                <a:lnTo>
                  <a:pt x="647700" y="133350"/>
                </a:lnTo>
                <a:lnTo>
                  <a:pt x="638175" y="133350"/>
                </a:lnTo>
                <a:lnTo>
                  <a:pt x="638175" y="180975"/>
                </a:lnTo>
                <a:lnTo>
                  <a:pt x="628650" y="180975"/>
                </a:lnTo>
                <a:lnTo>
                  <a:pt x="628650" y="123825"/>
                </a:lnTo>
                <a:lnTo>
                  <a:pt x="638175" y="123825"/>
                </a:lnTo>
                <a:close/>
                <a:moveTo>
                  <a:pt x="228600" y="142875"/>
                </a:moveTo>
                <a:lnTo>
                  <a:pt x="238125" y="142875"/>
                </a:lnTo>
                <a:lnTo>
                  <a:pt x="238125" y="161925"/>
                </a:lnTo>
                <a:lnTo>
                  <a:pt x="228600" y="161925"/>
                </a:lnTo>
                <a:close/>
                <a:moveTo>
                  <a:pt x="638175" y="180975"/>
                </a:moveTo>
                <a:lnTo>
                  <a:pt x="647700" y="180975"/>
                </a:lnTo>
                <a:lnTo>
                  <a:pt x="647700" y="190500"/>
                </a:lnTo>
                <a:lnTo>
                  <a:pt x="638175" y="190500"/>
                </a:lnTo>
                <a:close/>
                <a:moveTo>
                  <a:pt x="76200" y="190500"/>
                </a:moveTo>
                <a:lnTo>
                  <a:pt x="85725" y="190500"/>
                </a:lnTo>
                <a:lnTo>
                  <a:pt x="85725" y="200025"/>
                </a:lnTo>
                <a:lnTo>
                  <a:pt x="76200" y="200025"/>
                </a:lnTo>
                <a:close/>
                <a:moveTo>
                  <a:pt x="628650" y="190500"/>
                </a:moveTo>
                <a:lnTo>
                  <a:pt x="638175" y="190500"/>
                </a:lnTo>
                <a:lnTo>
                  <a:pt x="638175" y="238125"/>
                </a:lnTo>
                <a:lnTo>
                  <a:pt x="647700" y="238125"/>
                </a:lnTo>
                <a:lnTo>
                  <a:pt x="647700" y="276225"/>
                </a:lnTo>
                <a:lnTo>
                  <a:pt x="628650" y="276225"/>
                </a:lnTo>
                <a:lnTo>
                  <a:pt x="628650" y="257175"/>
                </a:lnTo>
                <a:lnTo>
                  <a:pt x="619125" y="257175"/>
                </a:lnTo>
                <a:lnTo>
                  <a:pt x="619125" y="247650"/>
                </a:lnTo>
                <a:lnTo>
                  <a:pt x="609600" y="247650"/>
                </a:lnTo>
                <a:lnTo>
                  <a:pt x="609600" y="238125"/>
                </a:lnTo>
                <a:lnTo>
                  <a:pt x="581025" y="238125"/>
                </a:lnTo>
                <a:lnTo>
                  <a:pt x="581025" y="219075"/>
                </a:lnTo>
                <a:lnTo>
                  <a:pt x="609600" y="219075"/>
                </a:lnTo>
                <a:lnTo>
                  <a:pt x="609600" y="209550"/>
                </a:lnTo>
                <a:lnTo>
                  <a:pt x="619125" y="209550"/>
                </a:lnTo>
                <a:lnTo>
                  <a:pt x="619125" y="200025"/>
                </a:lnTo>
                <a:lnTo>
                  <a:pt x="628650" y="200025"/>
                </a:lnTo>
                <a:close/>
                <a:moveTo>
                  <a:pt x="219075" y="219075"/>
                </a:moveTo>
                <a:lnTo>
                  <a:pt x="266700" y="219075"/>
                </a:lnTo>
                <a:lnTo>
                  <a:pt x="266700" y="238125"/>
                </a:lnTo>
                <a:lnTo>
                  <a:pt x="219075" y="238125"/>
                </a:lnTo>
                <a:close/>
                <a:moveTo>
                  <a:pt x="428625" y="219075"/>
                </a:moveTo>
                <a:lnTo>
                  <a:pt x="523875" y="219075"/>
                </a:lnTo>
                <a:lnTo>
                  <a:pt x="523875" y="238125"/>
                </a:lnTo>
                <a:lnTo>
                  <a:pt x="428625" y="238125"/>
                </a:lnTo>
                <a:close/>
                <a:moveTo>
                  <a:pt x="542925" y="219075"/>
                </a:moveTo>
                <a:lnTo>
                  <a:pt x="571500" y="219075"/>
                </a:lnTo>
                <a:lnTo>
                  <a:pt x="571500" y="238125"/>
                </a:lnTo>
                <a:lnTo>
                  <a:pt x="542925" y="238125"/>
                </a:lnTo>
                <a:close/>
                <a:moveTo>
                  <a:pt x="123825" y="238125"/>
                </a:moveTo>
                <a:lnTo>
                  <a:pt x="142875" y="238125"/>
                </a:lnTo>
                <a:lnTo>
                  <a:pt x="142875" y="247650"/>
                </a:lnTo>
                <a:lnTo>
                  <a:pt x="123825" y="247650"/>
                </a:lnTo>
                <a:close/>
                <a:moveTo>
                  <a:pt x="95250" y="266700"/>
                </a:moveTo>
                <a:lnTo>
                  <a:pt x="104775" y="266700"/>
                </a:lnTo>
                <a:lnTo>
                  <a:pt x="104775" y="333375"/>
                </a:lnTo>
                <a:lnTo>
                  <a:pt x="95250" y="333375"/>
                </a:lnTo>
                <a:lnTo>
                  <a:pt x="95250" y="352425"/>
                </a:lnTo>
                <a:lnTo>
                  <a:pt x="104775" y="352425"/>
                </a:lnTo>
                <a:lnTo>
                  <a:pt x="104775" y="361950"/>
                </a:lnTo>
                <a:lnTo>
                  <a:pt x="85725" y="361950"/>
                </a:lnTo>
                <a:lnTo>
                  <a:pt x="85725" y="276225"/>
                </a:lnTo>
                <a:lnTo>
                  <a:pt x="95250" y="276225"/>
                </a:lnTo>
                <a:close/>
                <a:moveTo>
                  <a:pt x="647700" y="276225"/>
                </a:moveTo>
                <a:lnTo>
                  <a:pt x="657225" y="276225"/>
                </a:lnTo>
                <a:lnTo>
                  <a:pt x="657225" y="285750"/>
                </a:lnTo>
                <a:lnTo>
                  <a:pt x="647700" y="285750"/>
                </a:lnTo>
                <a:close/>
                <a:moveTo>
                  <a:pt x="228600" y="295275"/>
                </a:moveTo>
                <a:lnTo>
                  <a:pt x="238125" y="295275"/>
                </a:lnTo>
                <a:lnTo>
                  <a:pt x="238125" y="304800"/>
                </a:lnTo>
                <a:lnTo>
                  <a:pt x="228600" y="304800"/>
                </a:lnTo>
                <a:close/>
                <a:moveTo>
                  <a:pt x="552450" y="314325"/>
                </a:moveTo>
                <a:lnTo>
                  <a:pt x="561975" y="314325"/>
                </a:lnTo>
                <a:lnTo>
                  <a:pt x="561975" y="333375"/>
                </a:lnTo>
                <a:lnTo>
                  <a:pt x="552450" y="333375"/>
                </a:lnTo>
                <a:lnTo>
                  <a:pt x="552450" y="342900"/>
                </a:lnTo>
                <a:lnTo>
                  <a:pt x="542925" y="342900"/>
                </a:lnTo>
                <a:lnTo>
                  <a:pt x="542925" y="323850"/>
                </a:lnTo>
                <a:lnTo>
                  <a:pt x="552450" y="323850"/>
                </a:lnTo>
                <a:close/>
                <a:moveTo>
                  <a:pt x="457200" y="352425"/>
                </a:moveTo>
                <a:lnTo>
                  <a:pt x="495300" y="352425"/>
                </a:lnTo>
                <a:lnTo>
                  <a:pt x="495300" y="361950"/>
                </a:lnTo>
                <a:lnTo>
                  <a:pt x="504825" y="361950"/>
                </a:lnTo>
                <a:lnTo>
                  <a:pt x="504825" y="381000"/>
                </a:lnTo>
                <a:lnTo>
                  <a:pt x="495300" y="381000"/>
                </a:lnTo>
                <a:lnTo>
                  <a:pt x="495300" y="371475"/>
                </a:lnTo>
                <a:lnTo>
                  <a:pt x="476250" y="371475"/>
                </a:lnTo>
                <a:lnTo>
                  <a:pt x="476250" y="390525"/>
                </a:lnTo>
                <a:lnTo>
                  <a:pt x="466725" y="390525"/>
                </a:lnTo>
                <a:lnTo>
                  <a:pt x="466725" y="409575"/>
                </a:lnTo>
                <a:lnTo>
                  <a:pt x="457200" y="409575"/>
                </a:lnTo>
                <a:lnTo>
                  <a:pt x="457200" y="371475"/>
                </a:lnTo>
                <a:lnTo>
                  <a:pt x="447675" y="371475"/>
                </a:lnTo>
                <a:lnTo>
                  <a:pt x="447675" y="361950"/>
                </a:lnTo>
                <a:lnTo>
                  <a:pt x="457200" y="361950"/>
                </a:lnTo>
                <a:close/>
                <a:moveTo>
                  <a:pt x="523875" y="361950"/>
                </a:moveTo>
                <a:lnTo>
                  <a:pt x="533400" y="361950"/>
                </a:lnTo>
                <a:lnTo>
                  <a:pt x="533400" y="371475"/>
                </a:lnTo>
                <a:lnTo>
                  <a:pt x="523875" y="371475"/>
                </a:lnTo>
                <a:close/>
                <a:moveTo>
                  <a:pt x="161925" y="371475"/>
                </a:moveTo>
                <a:lnTo>
                  <a:pt x="390525" y="371475"/>
                </a:lnTo>
                <a:lnTo>
                  <a:pt x="390525" y="381000"/>
                </a:lnTo>
                <a:lnTo>
                  <a:pt x="180975" y="381000"/>
                </a:lnTo>
                <a:lnTo>
                  <a:pt x="180975" y="390525"/>
                </a:lnTo>
                <a:lnTo>
                  <a:pt x="228600" y="390525"/>
                </a:lnTo>
                <a:lnTo>
                  <a:pt x="228600" y="400050"/>
                </a:lnTo>
                <a:lnTo>
                  <a:pt x="152400" y="400050"/>
                </a:lnTo>
                <a:lnTo>
                  <a:pt x="152400" y="390525"/>
                </a:lnTo>
                <a:lnTo>
                  <a:pt x="142875" y="390525"/>
                </a:lnTo>
                <a:lnTo>
                  <a:pt x="142875" y="381000"/>
                </a:lnTo>
                <a:lnTo>
                  <a:pt x="161925" y="381000"/>
                </a:lnTo>
                <a:close/>
                <a:moveTo>
                  <a:pt x="438150" y="371475"/>
                </a:moveTo>
                <a:lnTo>
                  <a:pt x="447675" y="371475"/>
                </a:lnTo>
                <a:lnTo>
                  <a:pt x="447675" y="409575"/>
                </a:lnTo>
                <a:lnTo>
                  <a:pt x="438150" y="409575"/>
                </a:lnTo>
                <a:close/>
                <a:moveTo>
                  <a:pt x="457200" y="371475"/>
                </a:moveTo>
                <a:lnTo>
                  <a:pt x="466725" y="371475"/>
                </a:lnTo>
                <a:lnTo>
                  <a:pt x="466725" y="361950"/>
                </a:lnTo>
                <a:lnTo>
                  <a:pt x="457200" y="361950"/>
                </a:lnTo>
                <a:close/>
                <a:moveTo>
                  <a:pt x="247650" y="390525"/>
                </a:moveTo>
                <a:lnTo>
                  <a:pt x="381000" y="390525"/>
                </a:lnTo>
                <a:lnTo>
                  <a:pt x="381000" y="400050"/>
                </a:lnTo>
                <a:lnTo>
                  <a:pt x="247650" y="400050"/>
                </a:lnTo>
                <a:close/>
                <a:moveTo>
                  <a:pt x="447675" y="409575"/>
                </a:moveTo>
                <a:lnTo>
                  <a:pt x="457200" y="409575"/>
                </a:lnTo>
                <a:lnTo>
                  <a:pt x="457200" y="438150"/>
                </a:lnTo>
                <a:lnTo>
                  <a:pt x="447675" y="438150"/>
                </a:lnTo>
                <a:lnTo>
                  <a:pt x="447675" y="457200"/>
                </a:lnTo>
                <a:lnTo>
                  <a:pt x="419100" y="457200"/>
                </a:lnTo>
                <a:lnTo>
                  <a:pt x="419100" y="447675"/>
                </a:lnTo>
                <a:lnTo>
                  <a:pt x="438150" y="447675"/>
                </a:lnTo>
                <a:lnTo>
                  <a:pt x="438150" y="428625"/>
                </a:lnTo>
                <a:lnTo>
                  <a:pt x="447675" y="428625"/>
                </a:lnTo>
                <a:close/>
                <a:moveTo>
                  <a:pt x="466725" y="409575"/>
                </a:moveTo>
                <a:lnTo>
                  <a:pt x="476250" y="409575"/>
                </a:lnTo>
                <a:lnTo>
                  <a:pt x="476250" y="438150"/>
                </a:lnTo>
                <a:lnTo>
                  <a:pt x="466725" y="438150"/>
                </a:lnTo>
                <a:close/>
                <a:moveTo>
                  <a:pt x="561975" y="419100"/>
                </a:moveTo>
                <a:lnTo>
                  <a:pt x="581025" y="419100"/>
                </a:lnTo>
                <a:lnTo>
                  <a:pt x="581025" y="428625"/>
                </a:lnTo>
                <a:lnTo>
                  <a:pt x="590550" y="428625"/>
                </a:lnTo>
                <a:lnTo>
                  <a:pt x="590550" y="438150"/>
                </a:lnTo>
                <a:lnTo>
                  <a:pt x="561975" y="438150"/>
                </a:lnTo>
                <a:lnTo>
                  <a:pt x="561975" y="447675"/>
                </a:lnTo>
                <a:lnTo>
                  <a:pt x="552450" y="447675"/>
                </a:lnTo>
                <a:lnTo>
                  <a:pt x="552450" y="457200"/>
                </a:lnTo>
                <a:lnTo>
                  <a:pt x="542925" y="457200"/>
                </a:lnTo>
                <a:lnTo>
                  <a:pt x="542925" y="466725"/>
                </a:lnTo>
                <a:lnTo>
                  <a:pt x="523875" y="466725"/>
                </a:lnTo>
                <a:lnTo>
                  <a:pt x="523875" y="438150"/>
                </a:lnTo>
                <a:lnTo>
                  <a:pt x="542925" y="438150"/>
                </a:lnTo>
                <a:lnTo>
                  <a:pt x="542925" y="428625"/>
                </a:lnTo>
                <a:lnTo>
                  <a:pt x="561975" y="428625"/>
                </a:lnTo>
                <a:close/>
                <a:moveTo>
                  <a:pt x="85725" y="428625"/>
                </a:moveTo>
                <a:lnTo>
                  <a:pt x="95250" y="428625"/>
                </a:lnTo>
                <a:lnTo>
                  <a:pt x="95250" y="438150"/>
                </a:lnTo>
                <a:lnTo>
                  <a:pt x="104775" y="438150"/>
                </a:lnTo>
                <a:lnTo>
                  <a:pt x="104775" y="466725"/>
                </a:lnTo>
                <a:lnTo>
                  <a:pt x="95250" y="466725"/>
                </a:lnTo>
                <a:lnTo>
                  <a:pt x="95250" y="457200"/>
                </a:lnTo>
                <a:lnTo>
                  <a:pt x="85725" y="457200"/>
                </a:lnTo>
                <a:lnTo>
                  <a:pt x="85725" y="504825"/>
                </a:lnTo>
                <a:lnTo>
                  <a:pt x="76200" y="504825"/>
                </a:lnTo>
                <a:lnTo>
                  <a:pt x="76200" y="438150"/>
                </a:lnTo>
                <a:lnTo>
                  <a:pt x="85725" y="438150"/>
                </a:lnTo>
                <a:close/>
                <a:moveTo>
                  <a:pt x="219075" y="457200"/>
                </a:moveTo>
                <a:lnTo>
                  <a:pt x="228600" y="457200"/>
                </a:lnTo>
                <a:lnTo>
                  <a:pt x="228600" y="466725"/>
                </a:lnTo>
                <a:lnTo>
                  <a:pt x="219075" y="466725"/>
                </a:lnTo>
                <a:close/>
                <a:moveTo>
                  <a:pt x="238125" y="457200"/>
                </a:moveTo>
                <a:lnTo>
                  <a:pt x="247650" y="457200"/>
                </a:lnTo>
                <a:lnTo>
                  <a:pt x="247650" y="466725"/>
                </a:lnTo>
                <a:lnTo>
                  <a:pt x="238125" y="466725"/>
                </a:lnTo>
                <a:close/>
                <a:moveTo>
                  <a:pt x="723900" y="466725"/>
                </a:moveTo>
                <a:lnTo>
                  <a:pt x="742950" y="466725"/>
                </a:lnTo>
                <a:lnTo>
                  <a:pt x="742950" y="504825"/>
                </a:lnTo>
                <a:lnTo>
                  <a:pt x="733425" y="504825"/>
                </a:lnTo>
                <a:lnTo>
                  <a:pt x="733425" y="514350"/>
                </a:lnTo>
                <a:lnTo>
                  <a:pt x="723900" y="514350"/>
                </a:lnTo>
                <a:lnTo>
                  <a:pt x="723900" y="523875"/>
                </a:lnTo>
                <a:lnTo>
                  <a:pt x="695325" y="523875"/>
                </a:lnTo>
                <a:lnTo>
                  <a:pt x="695325" y="552450"/>
                </a:lnTo>
                <a:lnTo>
                  <a:pt x="685800" y="552450"/>
                </a:lnTo>
                <a:lnTo>
                  <a:pt x="685800" y="561975"/>
                </a:lnTo>
                <a:lnTo>
                  <a:pt x="676275" y="561975"/>
                </a:lnTo>
                <a:lnTo>
                  <a:pt x="676275" y="542925"/>
                </a:lnTo>
                <a:lnTo>
                  <a:pt x="685800" y="542925"/>
                </a:lnTo>
                <a:lnTo>
                  <a:pt x="685800" y="533400"/>
                </a:lnTo>
                <a:lnTo>
                  <a:pt x="676275" y="533400"/>
                </a:lnTo>
                <a:lnTo>
                  <a:pt x="676275" y="523875"/>
                </a:lnTo>
                <a:lnTo>
                  <a:pt x="685800" y="523875"/>
                </a:lnTo>
                <a:lnTo>
                  <a:pt x="685800" y="504825"/>
                </a:lnTo>
                <a:lnTo>
                  <a:pt x="695325" y="504825"/>
                </a:lnTo>
                <a:lnTo>
                  <a:pt x="695325" y="495300"/>
                </a:lnTo>
                <a:lnTo>
                  <a:pt x="723900" y="495300"/>
                </a:lnTo>
                <a:close/>
                <a:moveTo>
                  <a:pt x="104775" y="514350"/>
                </a:moveTo>
                <a:lnTo>
                  <a:pt x="114300" y="514350"/>
                </a:lnTo>
                <a:lnTo>
                  <a:pt x="114300" y="523875"/>
                </a:lnTo>
                <a:lnTo>
                  <a:pt x="104775" y="523875"/>
                </a:lnTo>
                <a:close/>
                <a:moveTo>
                  <a:pt x="695325" y="514350"/>
                </a:moveTo>
                <a:lnTo>
                  <a:pt x="714375" y="514350"/>
                </a:lnTo>
                <a:lnTo>
                  <a:pt x="714375" y="504825"/>
                </a:lnTo>
                <a:lnTo>
                  <a:pt x="695325" y="504825"/>
                </a:lnTo>
                <a:close/>
                <a:moveTo>
                  <a:pt x="114300" y="523875"/>
                </a:moveTo>
                <a:lnTo>
                  <a:pt x="123825" y="523875"/>
                </a:lnTo>
                <a:lnTo>
                  <a:pt x="123825" y="533400"/>
                </a:lnTo>
                <a:lnTo>
                  <a:pt x="114300" y="533400"/>
                </a:lnTo>
                <a:close/>
                <a:moveTo>
                  <a:pt x="276225" y="533400"/>
                </a:moveTo>
                <a:lnTo>
                  <a:pt x="314325" y="533400"/>
                </a:lnTo>
                <a:lnTo>
                  <a:pt x="314325" y="552450"/>
                </a:lnTo>
                <a:lnTo>
                  <a:pt x="276225" y="552450"/>
                </a:lnTo>
                <a:close/>
                <a:moveTo>
                  <a:pt x="342900" y="533400"/>
                </a:moveTo>
                <a:lnTo>
                  <a:pt x="352425" y="533400"/>
                </a:lnTo>
                <a:lnTo>
                  <a:pt x="352425" y="552450"/>
                </a:lnTo>
                <a:lnTo>
                  <a:pt x="342900" y="552450"/>
                </a:lnTo>
                <a:close/>
                <a:moveTo>
                  <a:pt x="361950" y="533400"/>
                </a:moveTo>
                <a:lnTo>
                  <a:pt x="371475" y="533400"/>
                </a:lnTo>
                <a:lnTo>
                  <a:pt x="371475" y="552450"/>
                </a:lnTo>
                <a:lnTo>
                  <a:pt x="361950" y="552450"/>
                </a:lnTo>
                <a:close/>
                <a:moveTo>
                  <a:pt x="561975" y="533400"/>
                </a:moveTo>
                <a:lnTo>
                  <a:pt x="571500" y="533400"/>
                </a:lnTo>
                <a:lnTo>
                  <a:pt x="571500" y="542925"/>
                </a:lnTo>
                <a:lnTo>
                  <a:pt x="561975" y="542925"/>
                </a:lnTo>
                <a:close/>
                <a:moveTo>
                  <a:pt x="104775" y="542925"/>
                </a:moveTo>
                <a:lnTo>
                  <a:pt x="114300" y="542925"/>
                </a:lnTo>
                <a:lnTo>
                  <a:pt x="114300" y="552450"/>
                </a:lnTo>
                <a:lnTo>
                  <a:pt x="104775" y="552450"/>
                </a:lnTo>
                <a:close/>
                <a:moveTo>
                  <a:pt x="447675" y="561975"/>
                </a:moveTo>
                <a:lnTo>
                  <a:pt x="457200" y="561975"/>
                </a:lnTo>
                <a:lnTo>
                  <a:pt x="457200" y="581025"/>
                </a:lnTo>
                <a:lnTo>
                  <a:pt x="447675" y="581025"/>
                </a:lnTo>
                <a:close/>
                <a:moveTo>
                  <a:pt x="685800" y="571500"/>
                </a:moveTo>
                <a:lnTo>
                  <a:pt x="704850" y="571500"/>
                </a:lnTo>
                <a:lnTo>
                  <a:pt x="704850" y="581025"/>
                </a:lnTo>
                <a:lnTo>
                  <a:pt x="685800" y="581025"/>
                </a:lnTo>
                <a:close/>
                <a:moveTo>
                  <a:pt x="638175" y="581025"/>
                </a:moveTo>
                <a:lnTo>
                  <a:pt x="647700" y="581025"/>
                </a:lnTo>
                <a:lnTo>
                  <a:pt x="647700" y="590550"/>
                </a:lnTo>
                <a:lnTo>
                  <a:pt x="638175" y="590550"/>
                </a:lnTo>
                <a:close/>
                <a:moveTo>
                  <a:pt x="495300" y="590550"/>
                </a:moveTo>
                <a:lnTo>
                  <a:pt x="514350" y="590550"/>
                </a:lnTo>
                <a:lnTo>
                  <a:pt x="514350" y="600075"/>
                </a:lnTo>
                <a:lnTo>
                  <a:pt x="495300" y="600075"/>
                </a:lnTo>
                <a:close/>
                <a:moveTo>
                  <a:pt x="600075" y="590550"/>
                </a:moveTo>
                <a:lnTo>
                  <a:pt x="619125" y="590550"/>
                </a:lnTo>
                <a:lnTo>
                  <a:pt x="619125" y="600075"/>
                </a:lnTo>
                <a:lnTo>
                  <a:pt x="638175" y="600075"/>
                </a:lnTo>
                <a:lnTo>
                  <a:pt x="638175" y="609600"/>
                </a:lnTo>
                <a:lnTo>
                  <a:pt x="619125" y="609600"/>
                </a:lnTo>
                <a:lnTo>
                  <a:pt x="619125" y="628650"/>
                </a:lnTo>
                <a:lnTo>
                  <a:pt x="609600" y="628650"/>
                </a:lnTo>
                <a:lnTo>
                  <a:pt x="609600" y="638175"/>
                </a:lnTo>
                <a:lnTo>
                  <a:pt x="600075" y="638175"/>
                </a:lnTo>
                <a:lnTo>
                  <a:pt x="600075" y="647700"/>
                </a:lnTo>
                <a:lnTo>
                  <a:pt x="581025" y="647700"/>
                </a:lnTo>
                <a:lnTo>
                  <a:pt x="581025" y="628650"/>
                </a:lnTo>
                <a:lnTo>
                  <a:pt x="590550" y="628650"/>
                </a:lnTo>
                <a:lnTo>
                  <a:pt x="590550" y="619125"/>
                </a:lnTo>
                <a:lnTo>
                  <a:pt x="600075" y="619125"/>
                </a:lnTo>
                <a:lnTo>
                  <a:pt x="600075" y="609600"/>
                </a:lnTo>
                <a:lnTo>
                  <a:pt x="590550" y="609600"/>
                </a:lnTo>
                <a:lnTo>
                  <a:pt x="590550" y="600075"/>
                </a:lnTo>
                <a:lnTo>
                  <a:pt x="600075" y="600075"/>
                </a:lnTo>
                <a:close/>
                <a:moveTo>
                  <a:pt x="657225" y="590550"/>
                </a:moveTo>
                <a:lnTo>
                  <a:pt x="666750" y="590550"/>
                </a:lnTo>
                <a:lnTo>
                  <a:pt x="666750" y="600075"/>
                </a:lnTo>
                <a:lnTo>
                  <a:pt x="657225" y="600075"/>
                </a:lnTo>
                <a:close/>
                <a:moveTo>
                  <a:pt x="676275" y="590550"/>
                </a:moveTo>
                <a:lnTo>
                  <a:pt x="685800" y="590550"/>
                </a:lnTo>
                <a:lnTo>
                  <a:pt x="685800" y="619125"/>
                </a:lnTo>
                <a:lnTo>
                  <a:pt x="647700" y="619125"/>
                </a:lnTo>
                <a:lnTo>
                  <a:pt x="647700" y="609600"/>
                </a:lnTo>
                <a:lnTo>
                  <a:pt x="676275" y="609600"/>
                </a:lnTo>
                <a:close/>
                <a:moveTo>
                  <a:pt x="476250" y="600075"/>
                </a:moveTo>
                <a:lnTo>
                  <a:pt x="495300" y="600075"/>
                </a:lnTo>
                <a:lnTo>
                  <a:pt x="495300" y="609600"/>
                </a:lnTo>
                <a:lnTo>
                  <a:pt x="476250" y="609600"/>
                </a:lnTo>
                <a:close/>
                <a:moveTo>
                  <a:pt x="542925" y="609600"/>
                </a:moveTo>
                <a:lnTo>
                  <a:pt x="552450" y="609600"/>
                </a:lnTo>
                <a:lnTo>
                  <a:pt x="552450" y="619125"/>
                </a:lnTo>
                <a:lnTo>
                  <a:pt x="571500" y="619125"/>
                </a:lnTo>
                <a:lnTo>
                  <a:pt x="571500" y="628650"/>
                </a:lnTo>
                <a:lnTo>
                  <a:pt x="561975" y="628650"/>
                </a:lnTo>
                <a:lnTo>
                  <a:pt x="561975" y="647700"/>
                </a:lnTo>
                <a:lnTo>
                  <a:pt x="542925" y="647700"/>
                </a:lnTo>
                <a:lnTo>
                  <a:pt x="542925" y="638175"/>
                </a:lnTo>
                <a:lnTo>
                  <a:pt x="533400" y="638175"/>
                </a:lnTo>
                <a:lnTo>
                  <a:pt x="533400" y="619125"/>
                </a:lnTo>
                <a:lnTo>
                  <a:pt x="542925" y="619125"/>
                </a:lnTo>
                <a:close/>
                <a:moveTo>
                  <a:pt x="600075" y="609600"/>
                </a:moveTo>
                <a:lnTo>
                  <a:pt x="609600" y="609600"/>
                </a:lnTo>
                <a:lnTo>
                  <a:pt x="609600" y="600075"/>
                </a:lnTo>
                <a:lnTo>
                  <a:pt x="600075" y="600075"/>
                </a:lnTo>
                <a:close/>
              </a:path>
            </a:pathLst>
          </a:custGeom>
          <a:solidFill xmlns:a="http://schemas.openxmlformats.org/drawingml/2006/main">
            <a:srgbClr val="23393D"/>
          </a:solidFill>
          <a:ln xmlns:a="http://schemas.openxmlformats.org/drawingml/2006/main" w="0">
            <a:noFill/>
          </a:ln>
        </p:spPr>
      </p:sp>
      <p:sp>
        <p:nvSpPr>
          <p:cNvPr id="57" name="server vector #1f3438">
            <a:extLst xmlns:a="http://schemas.openxmlformats.org/drawingml/2006/main">
              <a:ext uri="{FF2B5EF4-FFF2-40B4-BE49-F238E27FC236}">
                <a16:creationId xmlns:a16="http://schemas.microsoft.com/office/drawing/2014/main" id="{5DAE40EB-C5A1-41C3-9332-9C70B7B8EC9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143625" y="1524000"/>
            <a:ext cx="790575" cy="704850"/>
          </a:xfrm>
          <a:custGeom xmlns:a="http://schemas.openxmlformats.org/drawingml/2006/main">
            <a:pathLst>
              <a:path w="790575" h="704850">
                <a:moveTo>
                  <a:pt x="133350" y="66675"/>
                </a:moveTo>
                <a:lnTo>
                  <a:pt x="304800" y="66675"/>
                </a:lnTo>
                <a:lnTo>
                  <a:pt x="304800" y="85725"/>
                </a:lnTo>
                <a:lnTo>
                  <a:pt x="123825" y="85725"/>
                </a:lnTo>
                <a:lnTo>
                  <a:pt x="123825" y="76200"/>
                </a:lnTo>
                <a:lnTo>
                  <a:pt x="133350" y="76200"/>
                </a:lnTo>
                <a:close/>
                <a:moveTo>
                  <a:pt x="104775" y="76200"/>
                </a:moveTo>
                <a:lnTo>
                  <a:pt x="114300" y="76200"/>
                </a:lnTo>
                <a:lnTo>
                  <a:pt x="114300" y="95250"/>
                </a:lnTo>
                <a:lnTo>
                  <a:pt x="104775" y="95250"/>
                </a:lnTo>
                <a:lnTo>
                  <a:pt x="104775" y="200025"/>
                </a:lnTo>
                <a:lnTo>
                  <a:pt x="114300" y="200025"/>
                </a:lnTo>
                <a:lnTo>
                  <a:pt x="114300" y="209550"/>
                </a:lnTo>
                <a:lnTo>
                  <a:pt x="123825" y="209550"/>
                </a:lnTo>
                <a:lnTo>
                  <a:pt x="123825" y="219075"/>
                </a:lnTo>
                <a:lnTo>
                  <a:pt x="219075" y="219075"/>
                </a:lnTo>
                <a:lnTo>
                  <a:pt x="219075" y="238125"/>
                </a:lnTo>
                <a:lnTo>
                  <a:pt x="123825" y="238125"/>
                </a:lnTo>
                <a:lnTo>
                  <a:pt x="123825" y="247650"/>
                </a:lnTo>
                <a:lnTo>
                  <a:pt x="114300" y="247650"/>
                </a:lnTo>
                <a:lnTo>
                  <a:pt x="114300" y="257175"/>
                </a:lnTo>
                <a:lnTo>
                  <a:pt x="104775" y="257175"/>
                </a:lnTo>
                <a:lnTo>
                  <a:pt x="104775" y="266700"/>
                </a:lnTo>
                <a:lnTo>
                  <a:pt x="95250" y="266700"/>
                </a:lnTo>
                <a:lnTo>
                  <a:pt x="95250" y="276225"/>
                </a:lnTo>
                <a:lnTo>
                  <a:pt x="85725" y="276225"/>
                </a:lnTo>
                <a:lnTo>
                  <a:pt x="85725" y="238125"/>
                </a:lnTo>
                <a:lnTo>
                  <a:pt x="95250" y="238125"/>
                </a:lnTo>
                <a:lnTo>
                  <a:pt x="95250" y="219075"/>
                </a:lnTo>
                <a:lnTo>
                  <a:pt x="85725" y="219075"/>
                </a:lnTo>
                <a:lnTo>
                  <a:pt x="85725" y="190500"/>
                </a:lnTo>
                <a:lnTo>
                  <a:pt x="76200" y="190500"/>
                </a:lnTo>
                <a:lnTo>
                  <a:pt x="76200" y="142875"/>
                </a:lnTo>
                <a:lnTo>
                  <a:pt x="85725" y="142875"/>
                </a:lnTo>
                <a:lnTo>
                  <a:pt x="85725" y="114300"/>
                </a:lnTo>
                <a:lnTo>
                  <a:pt x="95250" y="114300"/>
                </a:lnTo>
                <a:lnTo>
                  <a:pt x="95250" y="85725"/>
                </a:lnTo>
                <a:lnTo>
                  <a:pt x="104775" y="85725"/>
                </a:lnTo>
                <a:close/>
                <a:moveTo>
                  <a:pt x="638175" y="133350"/>
                </a:moveTo>
                <a:lnTo>
                  <a:pt x="647700" y="133350"/>
                </a:lnTo>
                <a:lnTo>
                  <a:pt x="647700" y="180975"/>
                </a:lnTo>
                <a:lnTo>
                  <a:pt x="638175" y="180975"/>
                </a:lnTo>
                <a:close/>
                <a:moveTo>
                  <a:pt x="161925" y="142875"/>
                </a:moveTo>
                <a:lnTo>
                  <a:pt x="171450" y="142875"/>
                </a:lnTo>
                <a:lnTo>
                  <a:pt x="171450" y="161925"/>
                </a:lnTo>
                <a:lnTo>
                  <a:pt x="161925" y="161925"/>
                </a:lnTo>
                <a:close/>
                <a:moveTo>
                  <a:pt x="523875" y="219075"/>
                </a:moveTo>
                <a:lnTo>
                  <a:pt x="542925" y="219075"/>
                </a:lnTo>
                <a:lnTo>
                  <a:pt x="542925" y="238125"/>
                </a:lnTo>
                <a:lnTo>
                  <a:pt x="523875" y="238125"/>
                </a:lnTo>
                <a:close/>
                <a:moveTo>
                  <a:pt x="571500" y="219075"/>
                </a:moveTo>
                <a:lnTo>
                  <a:pt x="581025" y="219075"/>
                </a:lnTo>
                <a:lnTo>
                  <a:pt x="581025" y="238125"/>
                </a:lnTo>
                <a:lnTo>
                  <a:pt x="571500" y="238125"/>
                </a:lnTo>
                <a:close/>
                <a:moveTo>
                  <a:pt x="638175" y="276225"/>
                </a:moveTo>
                <a:lnTo>
                  <a:pt x="647700" y="276225"/>
                </a:lnTo>
                <a:lnTo>
                  <a:pt x="647700" y="285750"/>
                </a:lnTo>
                <a:lnTo>
                  <a:pt x="638175" y="285750"/>
                </a:lnTo>
                <a:close/>
                <a:moveTo>
                  <a:pt x="161925" y="295275"/>
                </a:moveTo>
                <a:lnTo>
                  <a:pt x="171450" y="295275"/>
                </a:lnTo>
                <a:lnTo>
                  <a:pt x="171450" y="314325"/>
                </a:lnTo>
                <a:lnTo>
                  <a:pt x="161925" y="314325"/>
                </a:lnTo>
                <a:close/>
                <a:moveTo>
                  <a:pt x="228600" y="304800"/>
                </a:moveTo>
                <a:lnTo>
                  <a:pt x="238125" y="304800"/>
                </a:lnTo>
                <a:lnTo>
                  <a:pt x="238125" y="314325"/>
                </a:lnTo>
                <a:lnTo>
                  <a:pt x="228600" y="314325"/>
                </a:lnTo>
                <a:close/>
                <a:moveTo>
                  <a:pt x="561975" y="323850"/>
                </a:moveTo>
                <a:lnTo>
                  <a:pt x="581025" y="323850"/>
                </a:lnTo>
                <a:lnTo>
                  <a:pt x="581025" y="333375"/>
                </a:lnTo>
                <a:lnTo>
                  <a:pt x="561975" y="333375"/>
                </a:lnTo>
                <a:close/>
                <a:moveTo>
                  <a:pt x="457200" y="361950"/>
                </a:moveTo>
                <a:lnTo>
                  <a:pt x="466725" y="361950"/>
                </a:lnTo>
                <a:lnTo>
                  <a:pt x="466725" y="371475"/>
                </a:lnTo>
                <a:lnTo>
                  <a:pt x="457200" y="371475"/>
                </a:lnTo>
                <a:close/>
                <a:moveTo>
                  <a:pt x="504825" y="361950"/>
                </a:moveTo>
                <a:lnTo>
                  <a:pt x="523875" y="361950"/>
                </a:lnTo>
                <a:lnTo>
                  <a:pt x="523875" y="381000"/>
                </a:lnTo>
                <a:lnTo>
                  <a:pt x="504825" y="381000"/>
                </a:lnTo>
                <a:close/>
                <a:moveTo>
                  <a:pt x="447675" y="371475"/>
                </a:moveTo>
                <a:lnTo>
                  <a:pt x="457200" y="371475"/>
                </a:lnTo>
                <a:lnTo>
                  <a:pt x="457200" y="409575"/>
                </a:lnTo>
                <a:lnTo>
                  <a:pt x="447675" y="409575"/>
                </a:lnTo>
                <a:close/>
                <a:moveTo>
                  <a:pt x="180975" y="381000"/>
                </a:moveTo>
                <a:lnTo>
                  <a:pt x="390525" y="381000"/>
                </a:lnTo>
                <a:lnTo>
                  <a:pt x="390525" y="390525"/>
                </a:lnTo>
                <a:lnTo>
                  <a:pt x="247650" y="390525"/>
                </a:lnTo>
                <a:lnTo>
                  <a:pt x="247650" y="400050"/>
                </a:lnTo>
                <a:lnTo>
                  <a:pt x="228600" y="400050"/>
                </a:lnTo>
                <a:lnTo>
                  <a:pt x="228600" y="390525"/>
                </a:lnTo>
                <a:lnTo>
                  <a:pt x="180975" y="390525"/>
                </a:lnTo>
                <a:close/>
                <a:moveTo>
                  <a:pt x="457200" y="409575"/>
                </a:moveTo>
                <a:lnTo>
                  <a:pt x="466725" y="409575"/>
                </a:lnTo>
                <a:lnTo>
                  <a:pt x="466725" y="447675"/>
                </a:lnTo>
                <a:lnTo>
                  <a:pt x="457200" y="447675"/>
                </a:lnTo>
                <a:lnTo>
                  <a:pt x="457200" y="457200"/>
                </a:lnTo>
                <a:lnTo>
                  <a:pt x="447675" y="457200"/>
                </a:lnTo>
                <a:lnTo>
                  <a:pt x="447675" y="438150"/>
                </a:lnTo>
                <a:lnTo>
                  <a:pt x="457200" y="438150"/>
                </a:lnTo>
                <a:close/>
                <a:moveTo>
                  <a:pt x="85725" y="457200"/>
                </a:moveTo>
                <a:lnTo>
                  <a:pt x="95250" y="457200"/>
                </a:lnTo>
                <a:lnTo>
                  <a:pt x="95250" y="466725"/>
                </a:lnTo>
                <a:lnTo>
                  <a:pt x="104775" y="466725"/>
                </a:lnTo>
                <a:lnTo>
                  <a:pt x="104775" y="523875"/>
                </a:lnTo>
                <a:lnTo>
                  <a:pt x="114300" y="523875"/>
                </a:lnTo>
                <a:lnTo>
                  <a:pt x="114300" y="533400"/>
                </a:lnTo>
                <a:lnTo>
                  <a:pt x="276225" y="533400"/>
                </a:lnTo>
                <a:lnTo>
                  <a:pt x="276225" y="552450"/>
                </a:lnTo>
                <a:lnTo>
                  <a:pt x="114300" y="552450"/>
                </a:lnTo>
                <a:lnTo>
                  <a:pt x="114300" y="542925"/>
                </a:lnTo>
                <a:lnTo>
                  <a:pt x="95250" y="542925"/>
                </a:lnTo>
                <a:lnTo>
                  <a:pt x="95250" y="533400"/>
                </a:lnTo>
                <a:lnTo>
                  <a:pt x="85725" y="533400"/>
                </a:lnTo>
                <a:close/>
                <a:moveTo>
                  <a:pt x="161925" y="457200"/>
                </a:moveTo>
                <a:lnTo>
                  <a:pt x="171450" y="457200"/>
                </a:lnTo>
                <a:lnTo>
                  <a:pt x="171450" y="476250"/>
                </a:lnTo>
                <a:lnTo>
                  <a:pt x="161925" y="476250"/>
                </a:lnTo>
                <a:close/>
                <a:moveTo>
                  <a:pt x="228600" y="457200"/>
                </a:moveTo>
                <a:lnTo>
                  <a:pt x="238125" y="457200"/>
                </a:lnTo>
                <a:lnTo>
                  <a:pt x="238125" y="476250"/>
                </a:lnTo>
                <a:lnTo>
                  <a:pt x="228600" y="476250"/>
                </a:lnTo>
                <a:close/>
                <a:moveTo>
                  <a:pt x="695325" y="504825"/>
                </a:moveTo>
                <a:lnTo>
                  <a:pt x="714375" y="504825"/>
                </a:lnTo>
                <a:lnTo>
                  <a:pt x="714375" y="514350"/>
                </a:lnTo>
                <a:lnTo>
                  <a:pt x="695325" y="514350"/>
                </a:lnTo>
                <a:close/>
                <a:moveTo>
                  <a:pt x="571500" y="533400"/>
                </a:moveTo>
                <a:lnTo>
                  <a:pt x="581025" y="533400"/>
                </a:lnTo>
                <a:lnTo>
                  <a:pt x="581025" y="542925"/>
                </a:lnTo>
                <a:lnTo>
                  <a:pt x="571500" y="542925"/>
                </a:lnTo>
                <a:close/>
                <a:moveTo>
                  <a:pt x="676275" y="533400"/>
                </a:moveTo>
                <a:lnTo>
                  <a:pt x="685800" y="533400"/>
                </a:lnTo>
                <a:lnTo>
                  <a:pt x="685800" y="542925"/>
                </a:lnTo>
                <a:lnTo>
                  <a:pt x="676275" y="542925"/>
                </a:lnTo>
                <a:close/>
                <a:moveTo>
                  <a:pt x="685800" y="552450"/>
                </a:moveTo>
                <a:lnTo>
                  <a:pt x="704850" y="552450"/>
                </a:lnTo>
                <a:lnTo>
                  <a:pt x="704850" y="571500"/>
                </a:lnTo>
                <a:lnTo>
                  <a:pt x="685800" y="571500"/>
                </a:lnTo>
                <a:close/>
                <a:moveTo>
                  <a:pt x="619125" y="581025"/>
                </a:moveTo>
                <a:lnTo>
                  <a:pt x="638175" y="581025"/>
                </a:lnTo>
                <a:lnTo>
                  <a:pt x="638175" y="590550"/>
                </a:lnTo>
                <a:lnTo>
                  <a:pt x="657225" y="590550"/>
                </a:lnTo>
                <a:lnTo>
                  <a:pt x="657225" y="600075"/>
                </a:lnTo>
                <a:lnTo>
                  <a:pt x="666750" y="600075"/>
                </a:lnTo>
                <a:lnTo>
                  <a:pt x="666750" y="590550"/>
                </a:lnTo>
                <a:lnTo>
                  <a:pt x="676275" y="590550"/>
                </a:lnTo>
                <a:lnTo>
                  <a:pt x="676275" y="609600"/>
                </a:lnTo>
                <a:lnTo>
                  <a:pt x="638175" y="609600"/>
                </a:lnTo>
                <a:lnTo>
                  <a:pt x="638175" y="600075"/>
                </a:lnTo>
                <a:lnTo>
                  <a:pt x="619125" y="600075"/>
                </a:lnTo>
                <a:close/>
                <a:moveTo>
                  <a:pt x="600075" y="600075"/>
                </a:moveTo>
                <a:lnTo>
                  <a:pt x="609600" y="600075"/>
                </a:lnTo>
                <a:lnTo>
                  <a:pt x="609600" y="609600"/>
                </a:lnTo>
                <a:lnTo>
                  <a:pt x="600075" y="609600"/>
                </a:lnTo>
                <a:close/>
                <a:moveTo>
                  <a:pt x="561975" y="628650"/>
                </a:moveTo>
                <a:lnTo>
                  <a:pt x="581025" y="628650"/>
                </a:lnTo>
                <a:lnTo>
                  <a:pt x="581025" y="647700"/>
                </a:lnTo>
                <a:lnTo>
                  <a:pt x="561975" y="647700"/>
                </a:lnTo>
                <a:close/>
              </a:path>
            </a:pathLst>
          </a:custGeom>
          <a:solidFill xmlns:a="http://schemas.openxmlformats.org/drawingml/2006/main">
            <a:srgbClr val="1F3438"/>
          </a:solidFill>
          <a:ln xmlns:a="http://schemas.openxmlformats.org/drawingml/2006/main" w="0">
            <a:noFill/>
          </a:ln>
        </p:spPr>
      </p:sp>
      <p:sp>
        <p:nvSpPr>
          <p:cNvPr id="58" name="database vector #f1f3e9">
            <a:extLst xmlns:a="http://schemas.openxmlformats.org/drawingml/2006/main">
              <a:ext uri="{FF2B5EF4-FFF2-40B4-BE49-F238E27FC236}">
                <a16:creationId xmlns:a16="http://schemas.microsoft.com/office/drawing/2014/main" id="{FBD5B39E-D506-4A97-8CF3-F15B0FF4B61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01325" y="1533525"/>
            <a:ext cx="571500" cy="695325"/>
          </a:xfrm>
          <a:custGeom xmlns:a="http://schemas.openxmlformats.org/drawingml/2006/main">
            <a:pathLst>
              <a:path w="571500" h="695325">
                <a:moveTo>
                  <a:pt x="228600" y="95250"/>
                </a:moveTo>
                <a:lnTo>
                  <a:pt x="247650" y="95250"/>
                </a:lnTo>
                <a:lnTo>
                  <a:pt x="247650" y="104775"/>
                </a:lnTo>
                <a:lnTo>
                  <a:pt x="228600" y="104775"/>
                </a:lnTo>
                <a:close/>
                <a:moveTo>
                  <a:pt x="114300" y="114300"/>
                </a:moveTo>
                <a:lnTo>
                  <a:pt x="142875" y="114300"/>
                </a:lnTo>
                <a:lnTo>
                  <a:pt x="142875" y="123825"/>
                </a:lnTo>
                <a:lnTo>
                  <a:pt x="133350" y="123825"/>
                </a:lnTo>
                <a:lnTo>
                  <a:pt x="133350" y="133350"/>
                </a:lnTo>
                <a:lnTo>
                  <a:pt x="114300" y="133350"/>
                </a:lnTo>
                <a:close/>
                <a:moveTo>
                  <a:pt x="95250" y="133350"/>
                </a:moveTo>
                <a:lnTo>
                  <a:pt x="114300" y="133350"/>
                </a:lnTo>
                <a:lnTo>
                  <a:pt x="114300" y="152400"/>
                </a:lnTo>
                <a:lnTo>
                  <a:pt x="95250" y="152400"/>
                </a:lnTo>
                <a:close/>
                <a:moveTo>
                  <a:pt x="447675" y="133350"/>
                </a:moveTo>
                <a:lnTo>
                  <a:pt x="457200" y="133350"/>
                </a:lnTo>
                <a:lnTo>
                  <a:pt x="457200" y="161925"/>
                </a:lnTo>
                <a:lnTo>
                  <a:pt x="438150" y="161925"/>
                </a:lnTo>
                <a:lnTo>
                  <a:pt x="438150" y="152400"/>
                </a:lnTo>
                <a:lnTo>
                  <a:pt x="447675" y="152400"/>
                </a:lnTo>
                <a:close/>
                <a:moveTo>
                  <a:pt x="114300" y="152400"/>
                </a:moveTo>
                <a:lnTo>
                  <a:pt x="123825" y="152400"/>
                </a:lnTo>
                <a:lnTo>
                  <a:pt x="123825" y="161925"/>
                </a:lnTo>
                <a:lnTo>
                  <a:pt x="114300" y="161925"/>
                </a:lnTo>
                <a:close/>
                <a:moveTo>
                  <a:pt x="514350" y="161925"/>
                </a:moveTo>
                <a:lnTo>
                  <a:pt x="523875" y="161925"/>
                </a:lnTo>
                <a:lnTo>
                  <a:pt x="523875" y="209550"/>
                </a:lnTo>
                <a:lnTo>
                  <a:pt x="514350" y="209550"/>
                </a:lnTo>
                <a:close/>
                <a:moveTo>
                  <a:pt x="209550" y="180975"/>
                </a:moveTo>
                <a:lnTo>
                  <a:pt x="219075" y="180975"/>
                </a:lnTo>
                <a:lnTo>
                  <a:pt x="219075" y="200025"/>
                </a:lnTo>
                <a:lnTo>
                  <a:pt x="209550" y="200025"/>
                </a:lnTo>
                <a:close/>
                <a:moveTo>
                  <a:pt x="95250" y="209550"/>
                </a:moveTo>
                <a:lnTo>
                  <a:pt x="104775" y="209550"/>
                </a:lnTo>
                <a:lnTo>
                  <a:pt x="104775" y="228600"/>
                </a:lnTo>
                <a:lnTo>
                  <a:pt x="95250" y="228600"/>
                </a:lnTo>
                <a:close/>
                <a:moveTo>
                  <a:pt x="447675" y="209550"/>
                </a:moveTo>
                <a:lnTo>
                  <a:pt x="466725" y="209550"/>
                </a:lnTo>
                <a:lnTo>
                  <a:pt x="466725" y="247650"/>
                </a:lnTo>
                <a:lnTo>
                  <a:pt x="447675" y="247650"/>
                </a:lnTo>
                <a:lnTo>
                  <a:pt x="447675" y="238125"/>
                </a:lnTo>
                <a:lnTo>
                  <a:pt x="438150" y="238125"/>
                </a:lnTo>
                <a:lnTo>
                  <a:pt x="438150" y="228600"/>
                </a:lnTo>
                <a:lnTo>
                  <a:pt x="428625" y="228600"/>
                </a:lnTo>
                <a:lnTo>
                  <a:pt x="428625" y="219075"/>
                </a:lnTo>
                <a:lnTo>
                  <a:pt x="447675" y="219075"/>
                </a:lnTo>
                <a:close/>
                <a:moveTo>
                  <a:pt x="514350" y="228600"/>
                </a:moveTo>
                <a:lnTo>
                  <a:pt x="523875" y="228600"/>
                </a:lnTo>
                <a:lnTo>
                  <a:pt x="523875" y="247650"/>
                </a:lnTo>
                <a:lnTo>
                  <a:pt x="514350" y="247650"/>
                </a:lnTo>
                <a:close/>
                <a:moveTo>
                  <a:pt x="238125" y="247650"/>
                </a:moveTo>
                <a:lnTo>
                  <a:pt x="257175" y="247650"/>
                </a:lnTo>
                <a:lnTo>
                  <a:pt x="257175" y="257175"/>
                </a:lnTo>
                <a:lnTo>
                  <a:pt x="238125" y="257175"/>
                </a:lnTo>
                <a:close/>
                <a:moveTo>
                  <a:pt x="85725" y="266700"/>
                </a:moveTo>
                <a:lnTo>
                  <a:pt x="104775" y="266700"/>
                </a:lnTo>
                <a:lnTo>
                  <a:pt x="104775" y="276225"/>
                </a:lnTo>
                <a:lnTo>
                  <a:pt x="114300" y="276225"/>
                </a:lnTo>
                <a:lnTo>
                  <a:pt x="114300" y="285750"/>
                </a:lnTo>
                <a:lnTo>
                  <a:pt x="123825" y="285750"/>
                </a:lnTo>
                <a:lnTo>
                  <a:pt x="123825" y="295275"/>
                </a:lnTo>
                <a:lnTo>
                  <a:pt x="142875" y="295275"/>
                </a:lnTo>
                <a:lnTo>
                  <a:pt x="142875" y="304800"/>
                </a:lnTo>
                <a:lnTo>
                  <a:pt x="152400" y="304800"/>
                </a:lnTo>
                <a:lnTo>
                  <a:pt x="152400" y="314325"/>
                </a:lnTo>
                <a:lnTo>
                  <a:pt x="123825" y="314325"/>
                </a:lnTo>
                <a:lnTo>
                  <a:pt x="123825" y="304800"/>
                </a:lnTo>
                <a:lnTo>
                  <a:pt x="104775" y="304800"/>
                </a:lnTo>
                <a:lnTo>
                  <a:pt x="104775" y="295275"/>
                </a:lnTo>
                <a:lnTo>
                  <a:pt x="95250" y="295275"/>
                </a:lnTo>
                <a:lnTo>
                  <a:pt x="95250" y="285750"/>
                </a:lnTo>
                <a:lnTo>
                  <a:pt x="85725" y="285750"/>
                </a:lnTo>
                <a:close/>
                <a:moveTo>
                  <a:pt x="447675" y="276225"/>
                </a:moveTo>
                <a:lnTo>
                  <a:pt x="466725" y="276225"/>
                </a:lnTo>
                <a:lnTo>
                  <a:pt x="466725" y="285750"/>
                </a:lnTo>
                <a:lnTo>
                  <a:pt x="457200" y="285750"/>
                </a:lnTo>
                <a:lnTo>
                  <a:pt x="457200" y="295275"/>
                </a:lnTo>
                <a:lnTo>
                  <a:pt x="438150" y="295275"/>
                </a:lnTo>
                <a:lnTo>
                  <a:pt x="438150" y="285750"/>
                </a:lnTo>
                <a:lnTo>
                  <a:pt x="447675" y="285750"/>
                </a:lnTo>
                <a:close/>
                <a:moveTo>
                  <a:pt x="161925" y="304800"/>
                </a:moveTo>
                <a:lnTo>
                  <a:pt x="171450" y="304800"/>
                </a:lnTo>
                <a:lnTo>
                  <a:pt x="171450" y="314325"/>
                </a:lnTo>
                <a:lnTo>
                  <a:pt x="161925" y="314325"/>
                </a:lnTo>
                <a:close/>
                <a:moveTo>
                  <a:pt x="85725" y="342900"/>
                </a:moveTo>
                <a:lnTo>
                  <a:pt x="104775" y="342900"/>
                </a:lnTo>
                <a:lnTo>
                  <a:pt x="104775" y="352425"/>
                </a:lnTo>
                <a:lnTo>
                  <a:pt x="133350" y="352425"/>
                </a:lnTo>
                <a:lnTo>
                  <a:pt x="133350" y="361950"/>
                </a:lnTo>
                <a:lnTo>
                  <a:pt x="161925" y="361950"/>
                </a:lnTo>
                <a:lnTo>
                  <a:pt x="161925" y="371475"/>
                </a:lnTo>
                <a:lnTo>
                  <a:pt x="171450" y="371475"/>
                </a:lnTo>
                <a:lnTo>
                  <a:pt x="171450" y="381000"/>
                </a:lnTo>
                <a:lnTo>
                  <a:pt x="123825" y="381000"/>
                </a:lnTo>
                <a:lnTo>
                  <a:pt x="123825" y="390525"/>
                </a:lnTo>
                <a:lnTo>
                  <a:pt x="114300" y="390525"/>
                </a:lnTo>
                <a:lnTo>
                  <a:pt x="114300" y="419100"/>
                </a:lnTo>
                <a:lnTo>
                  <a:pt x="85725" y="419100"/>
                </a:lnTo>
                <a:close/>
                <a:moveTo>
                  <a:pt x="447675" y="342900"/>
                </a:moveTo>
                <a:lnTo>
                  <a:pt x="457200" y="342900"/>
                </a:lnTo>
                <a:lnTo>
                  <a:pt x="457200" y="352425"/>
                </a:lnTo>
                <a:lnTo>
                  <a:pt x="466725" y="352425"/>
                </a:lnTo>
                <a:lnTo>
                  <a:pt x="466725" y="361950"/>
                </a:lnTo>
                <a:lnTo>
                  <a:pt x="457200" y="361950"/>
                </a:lnTo>
                <a:lnTo>
                  <a:pt x="457200" y="371475"/>
                </a:lnTo>
                <a:lnTo>
                  <a:pt x="447675" y="371475"/>
                </a:lnTo>
                <a:close/>
                <a:moveTo>
                  <a:pt x="38100" y="390525"/>
                </a:moveTo>
                <a:lnTo>
                  <a:pt x="47625" y="390525"/>
                </a:lnTo>
                <a:lnTo>
                  <a:pt x="47625" y="400050"/>
                </a:lnTo>
                <a:lnTo>
                  <a:pt x="38100" y="400050"/>
                </a:lnTo>
                <a:close/>
                <a:moveTo>
                  <a:pt x="447675" y="400050"/>
                </a:moveTo>
                <a:lnTo>
                  <a:pt x="466725" y="400050"/>
                </a:lnTo>
                <a:lnTo>
                  <a:pt x="466725" y="419100"/>
                </a:lnTo>
                <a:lnTo>
                  <a:pt x="457200" y="419100"/>
                </a:lnTo>
                <a:lnTo>
                  <a:pt x="457200" y="428625"/>
                </a:lnTo>
                <a:lnTo>
                  <a:pt x="447675" y="428625"/>
                </a:lnTo>
                <a:close/>
                <a:moveTo>
                  <a:pt x="180975" y="447675"/>
                </a:moveTo>
                <a:lnTo>
                  <a:pt x="219075" y="447675"/>
                </a:lnTo>
                <a:lnTo>
                  <a:pt x="219075" y="466725"/>
                </a:lnTo>
                <a:lnTo>
                  <a:pt x="180975" y="466725"/>
                </a:lnTo>
                <a:close/>
                <a:moveTo>
                  <a:pt x="333375" y="457200"/>
                </a:moveTo>
                <a:lnTo>
                  <a:pt x="342900" y="457200"/>
                </a:lnTo>
                <a:lnTo>
                  <a:pt x="342900" y="466725"/>
                </a:lnTo>
                <a:lnTo>
                  <a:pt x="333375" y="466725"/>
                </a:lnTo>
                <a:close/>
                <a:moveTo>
                  <a:pt x="95250" y="485775"/>
                </a:moveTo>
                <a:lnTo>
                  <a:pt x="104775" y="485775"/>
                </a:lnTo>
                <a:lnTo>
                  <a:pt x="104775" y="495300"/>
                </a:lnTo>
                <a:lnTo>
                  <a:pt x="95250" y="495300"/>
                </a:lnTo>
                <a:close/>
                <a:moveTo>
                  <a:pt x="438150" y="485775"/>
                </a:moveTo>
                <a:lnTo>
                  <a:pt x="457200" y="485775"/>
                </a:lnTo>
                <a:lnTo>
                  <a:pt x="457200" y="495300"/>
                </a:lnTo>
                <a:lnTo>
                  <a:pt x="466725" y="495300"/>
                </a:lnTo>
                <a:lnTo>
                  <a:pt x="466725" y="504825"/>
                </a:lnTo>
                <a:lnTo>
                  <a:pt x="447675" y="504825"/>
                </a:lnTo>
                <a:lnTo>
                  <a:pt x="447675" y="495300"/>
                </a:lnTo>
                <a:lnTo>
                  <a:pt x="438150" y="495300"/>
                </a:lnTo>
                <a:close/>
                <a:moveTo>
                  <a:pt x="352425" y="504825"/>
                </a:moveTo>
                <a:lnTo>
                  <a:pt x="361950" y="504825"/>
                </a:lnTo>
                <a:lnTo>
                  <a:pt x="361950" y="523875"/>
                </a:lnTo>
                <a:lnTo>
                  <a:pt x="342900" y="523875"/>
                </a:lnTo>
                <a:lnTo>
                  <a:pt x="342900" y="514350"/>
                </a:lnTo>
                <a:lnTo>
                  <a:pt x="352425" y="514350"/>
                </a:lnTo>
                <a:close/>
                <a:moveTo>
                  <a:pt x="95250" y="533400"/>
                </a:moveTo>
                <a:lnTo>
                  <a:pt x="104775" y="533400"/>
                </a:lnTo>
                <a:lnTo>
                  <a:pt x="104775" y="542925"/>
                </a:lnTo>
                <a:lnTo>
                  <a:pt x="114300" y="542925"/>
                </a:lnTo>
                <a:lnTo>
                  <a:pt x="114300" y="552450"/>
                </a:lnTo>
                <a:lnTo>
                  <a:pt x="123825" y="552450"/>
                </a:lnTo>
                <a:lnTo>
                  <a:pt x="123825" y="561975"/>
                </a:lnTo>
                <a:lnTo>
                  <a:pt x="133350" y="561975"/>
                </a:lnTo>
                <a:lnTo>
                  <a:pt x="133350" y="571500"/>
                </a:lnTo>
                <a:lnTo>
                  <a:pt x="152400" y="571500"/>
                </a:lnTo>
                <a:lnTo>
                  <a:pt x="152400" y="590550"/>
                </a:lnTo>
                <a:lnTo>
                  <a:pt x="142875" y="590550"/>
                </a:lnTo>
                <a:lnTo>
                  <a:pt x="142875" y="581025"/>
                </a:lnTo>
                <a:lnTo>
                  <a:pt x="114300" y="581025"/>
                </a:lnTo>
                <a:lnTo>
                  <a:pt x="114300" y="571500"/>
                </a:lnTo>
                <a:lnTo>
                  <a:pt x="104775" y="571500"/>
                </a:lnTo>
                <a:lnTo>
                  <a:pt x="104775" y="561975"/>
                </a:lnTo>
                <a:lnTo>
                  <a:pt x="95250" y="561975"/>
                </a:lnTo>
                <a:close/>
                <a:moveTo>
                  <a:pt x="447675" y="542925"/>
                </a:moveTo>
                <a:lnTo>
                  <a:pt x="466725" y="542925"/>
                </a:lnTo>
                <a:lnTo>
                  <a:pt x="466725" y="561975"/>
                </a:lnTo>
                <a:lnTo>
                  <a:pt x="457200" y="561975"/>
                </a:lnTo>
                <a:lnTo>
                  <a:pt x="457200" y="571500"/>
                </a:lnTo>
                <a:lnTo>
                  <a:pt x="428625" y="571500"/>
                </a:lnTo>
                <a:lnTo>
                  <a:pt x="428625" y="561975"/>
                </a:lnTo>
                <a:lnTo>
                  <a:pt x="438150" y="561975"/>
                </a:lnTo>
                <a:lnTo>
                  <a:pt x="438150" y="552450"/>
                </a:lnTo>
                <a:lnTo>
                  <a:pt x="447675" y="552450"/>
                </a:lnTo>
                <a:close/>
                <a:moveTo>
                  <a:pt x="390525" y="571500"/>
                </a:moveTo>
                <a:lnTo>
                  <a:pt x="428625" y="571500"/>
                </a:lnTo>
                <a:lnTo>
                  <a:pt x="428625" y="581025"/>
                </a:lnTo>
                <a:lnTo>
                  <a:pt x="409575" y="581025"/>
                </a:lnTo>
                <a:lnTo>
                  <a:pt x="409575" y="590550"/>
                </a:lnTo>
                <a:lnTo>
                  <a:pt x="381000" y="590550"/>
                </a:lnTo>
                <a:lnTo>
                  <a:pt x="381000" y="581025"/>
                </a:lnTo>
                <a:lnTo>
                  <a:pt x="390525" y="581025"/>
                </a:lnTo>
                <a:close/>
                <a:moveTo>
                  <a:pt x="47625" y="581025"/>
                </a:moveTo>
                <a:lnTo>
                  <a:pt x="57150" y="581025"/>
                </a:lnTo>
                <a:lnTo>
                  <a:pt x="57150" y="590550"/>
                </a:lnTo>
                <a:lnTo>
                  <a:pt x="47625" y="590550"/>
                </a:lnTo>
                <a:close/>
                <a:moveTo>
                  <a:pt x="57150" y="590550"/>
                </a:moveTo>
                <a:lnTo>
                  <a:pt x="66675" y="590550"/>
                </a:lnTo>
                <a:lnTo>
                  <a:pt x="66675" y="600075"/>
                </a:lnTo>
                <a:lnTo>
                  <a:pt x="57150" y="600075"/>
                </a:lnTo>
                <a:close/>
                <a:moveTo>
                  <a:pt x="247650" y="590550"/>
                </a:moveTo>
                <a:lnTo>
                  <a:pt x="314325" y="590550"/>
                </a:lnTo>
                <a:lnTo>
                  <a:pt x="314325" y="600075"/>
                </a:lnTo>
                <a:lnTo>
                  <a:pt x="295275" y="600075"/>
                </a:lnTo>
                <a:lnTo>
                  <a:pt x="295275" y="609600"/>
                </a:lnTo>
                <a:lnTo>
                  <a:pt x="266700" y="609600"/>
                </a:lnTo>
                <a:lnTo>
                  <a:pt x="266700" y="600075"/>
                </a:lnTo>
                <a:lnTo>
                  <a:pt x="247650" y="600075"/>
                </a:lnTo>
                <a:close/>
                <a:moveTo>
                  <a:pt x="66675" y="600075"/>
                </a:moveTo>
                <a:lnTo>
                  <a:pt x="76200" y="600075"/>
                </a:lnTo>
                <a:lnTo>
                  <a:pt x="76200" y="609600"/>
                </a:lnTo>
                <a:lnTo>
                  <a:pt x="66675" y="609600"/>
                </a:lnTo>
                <a:close/>
                <a:moveTo>
                  <a:pt x="85725" y="609600"/>
                </a:moveTo>
                <a:lnTo>
                  <a:pt x="95250" y="609600"/>
                </a:lnTo>
                <a:lnTo>
                  <a:pt x="95250" y="619125"/>
                </a:lnTo>
                <a:lnTo>
                  <a:pt x="85725" y="619125"/>
                </a:lnTo>
                <a:close/>
                <a:moveTo>
                  <a:pt x="104775" y="619125"/>
                </a:moveTo>
                <a:lnTo>
                  <a:pt x="114300" y="619125"/>
                </a:lnTo>
                <a:lnTo>
                  <a:pt x="114300" y="628650"/>
                </a:lnTo>
                <a:lnTo>
                  <a:pt x="104775" y="628650"/>
                </a:lnTo>
                <a:close/>
              </a:path>
            </a:pathLst>
          </a:custGeom>
          <a:solidFill xmlns:a="http://schemas.openxmlformats.org/drawingml/2006/main">
            <a:srgbClr val="F1F3E9"/>
          </a:solidFill>
          <a:ln xmlns:a="http://schemas.openxmlformats.org/drawingml/2006/main" w="0">
            <a:noFill/>
          </a:ln>
        </p:spPr>
      </p:sp>
      <p:sp>
        <p:nvSpPr>
          <p:cNvPr id="59" name="database vector #f2f1e5">
            <a:extLst xmlns:a="http://schemas.openxmlformats.org/drawingml/2006/main">
              <a:ext uri="{FF2B5EF4-FFF2-40B4-BE49-F238E27FC236}">
                <a16:creationId xmlns:a16="http://schemas.microsoft.com/office/drawing/2014/main" id="{B8BB5239-A6EB-4E0E-AE1A-747056DE1C7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01325" y="1533525"/>
            <a:ext cx="571500" cy="695325"/>
          </a:xfrm>
          <a:custGeom xmlns:a="http://schemas.openxmlformats.org/drawingml/2006/main">
            <a:pathLst>
              <a:path w="571500" h="695325">
                <a:moveTo>
                  <a:pt x="76200" y="66675"/>
                </a:moveTo>
                <a:lnTo>
                  <a:pt x="95250" y="66675"/>
                </a:lnTo>
                <a:lnTo>
                  <a:pt x="95250" y="76200"/>
                </a:lnTo>
                <a:lnTo>
                  <a:pt x="76200" y="76200"/>
                </a:lnTo>
                <a:close/>
                <a:moveTo>
                  <a:pt x="66675" y="76200"/>
                </a:moveTo>
                <a:lnTo>
                  <a:pt x="76200" y="76200"/>
                </a:lnTo>
                <a:lnTo>
                  <a:pt x="76200" y="85725"/>
                </a:lnTo>
                <a:lnTo>
                  <a:pt x="66675" y="85725"/>
                </a:lnTo>
                <a:close/>
                <a:moveTo>
                  <a:pt x="57150" y="85725"/>
                </a:moveTo>
                <a:lnTo>
                  <a:pt x="66675" y="85725"/>
                </a:lnTo>
                <a:lnTo>
                  <a:pt x="66675" y="104775"/>
                </a:lnTo>
                <a:lnTo>
                  <a:pt x="57150" y="104775"/>
                </a:lnTo>
                <a:close/>
                <a:moveTo>
                  <a:pt x="352425" y="104775"/>
                </a:moveTo>
                <a:lnTo>
                  <a:pt x="390525" y="104775"/>
                </a:lnTo>
                <a:lnTo>
                  <a:pt x="390525" y="114300"/>
                </a:lnTo>
                <a:lnTo>
                  <a:pt x="381000" y="114300"/>
                </a:lnTo>
                <a:lnTo>
                  <a:pt x="381000" y="123825"/>
                </a:lnTo>
                <a:lnTo>
                  <a:pt x="371475" y="123825"/>
                </a:lnTo>
                <a:lnTo>
                  <a:pt x="371475" y="114300"/>
                </a:lnTo>
                <a:lnTo>
                  <a:pt x="352425" y="114300"/>
                </a:lnTo>
                <a:close/>
                <a:moveTo>
                  <a:pt x="142875" y="114300"/>
                </a:moveTo>
                <a:lnTo>
                  <a:pt x="180975" y="114300"/>
                </a:lnTo>
                <a:lnTo>
                  <a:pt x="180975" y="133350"/>
                </a:lnTo>
                <a:lnTo>
                  <a:pt x="171450" y="133350"/>
                </a:lnTo>
                <a:lnTo>
                  <a:pt x="171450" y="123825"/>
                </a:lnTo>
                <a:lnTo>
                  <a:pt x="161925" y="123825"/>
                </a:lnTo>
                <a:lnTo>
                  <a:pt x="161925" y="133350"/>
                </a:lnTo>
                <a:lnTo>
                  <a:pt x="142875" y="133350"/>
                </a:lnTo>
                <a:lnTo>
                  <a:pt x="142875" y="142875"/>
                </a:lnTo>
                <a:lnTo>
                  <a:pt x="133350" y="142875"/>
                </a:lnTo>
                <a:lnTo>
                  <a:pt x="133350" y="161925"/>
                </a:lnTo>
                <a:lnTo>
                  <a:pt x="123825" y="161925"/>
                </a:lnTo>
                <a:lnTo>
                  <a:pt x="123825" y="152400"/>
                </a:lnTo>
                <a:lnTo>
                  <a:pt x="114300" y="152400"/>
                </a:lnTo>
                <a:lnTo>
                  <a:pt x="114300" y="133350"/>
                </a:lnTo>
                <a:lnTo>
                  <a:pt x="133350" y="133350"/>
                </a:lnTo>
                <a:lnTo>
                  <a:pt x="133350" y="123825"/>
                </a:lnTo>
                <a:lnTo>
                  <a:pt x="142875" y="123825"/>
                </a:lnTo>
                <a:close/>
                <a:moveTo>
                  <a:pt x="400050" y="114300"/>
                </a:moveTo>
                <a:lnTo>
                  <a:pt x="409575" y="114300"/>
                </a:lnTo>
                <a:lnTo>
                  <a:pt x="409575" y="123825"/>
                </a:lnTo>
                <a:lnTo>
                  <a:pt x="400050" y="123825"/>
                </a:lnTo>
                <a:close/>
                <a:moveTo>
                  <a:pt x="409575" y="161925"/>
                </a:moveTo>
                <a:lnTo>
                  <a:pt x="419100" y="161925"/>
                </a:lnTo>
                <a:lnTo>
                  <a:pt x="419100" y="171450"/>
                </a:lnTo>
                <a:lnTo>
                  <a:pt x="409575" y="171450"/>
                </a:lnTo>
                <a:close/>
                <a:moveTo>
                  <a:pt x="381000" y="171450"/>
                </a:moveTo>
                <a:lnTo>
                  <a:pt x="390525" y="171450"/>
                </a:lnTo>
                <a:lnTo>
                  <a:pt x="390525" y="180975"/>
                </a:lnTo>
                <a:lnTo>
                  <a:pt x="381000" y="180975"/>
                </a:lnTo>
                <a:close/>
                <a:moveTo>
                  <a:pt x="219075" y="180975"/>
                </a:moveTo>
                <a:lnTo>
                  <a:pt x="228600" y="180975"/>
                </a:lnTo>
                <a:lnTo>
                  <a:pt x="228600" y="190500"/>
                </a:lnTo>
                <a:lnTo>
                  <a:pt x="219075" y="190500"/>
                </a:lnTo>
                <a:close/>
                <a:moveTo>
                  <a:pt x="323850" y="180975"/>
                </a:moveTo>
                <a:lnTo>
                  <a:pt x="333375" y="180975"/>
                </a:lnTo>
                <a:lnTo>
                  <a:pt x="333375" y="190500"/>
                </a:lnTo>
                <a:lnTo>
                  <a:pt x="323850" y="190500"/>
                </a:lnTo>
                <a:close/>
                <a:moveTo>
                  <a:pt x="28575" y="219075"/>
                </a:moveTo>
                <a:lnTo>
                  <a:pt x="38100" y="219075"/>
                </a:lnTo>
                <a:lnTo>
                  <a:pt x="38100" y="228600"/>
                </a:lnTo>
                <a:lnTo>
                  <a:pt x="28575" y="228600"/>
                </a:lnTo>
                <a:close/>
                <a:moveTo>
                  <a:pt x="190500" y="238125"/>
                </a:moveTo>
                <a:lnTo>
                  <a:pt x="200025" y="238125"/>
                </a:lnTo>
                <a:lnTo>
                  <a:pt x="200025" y="247650"/>
                </a:lnTo>
                <a:lnTo>
                  <a:pt x="190500" y="247650"/>
                </a:lnTo>
                <a:close/>
                <a:moveTo>
                  <a:pt x="400050" y="238125"/>
                </a:moveTo>
                <a:lnTo>
                  <a:pt x="409575" y="238125"/>
                </a:lnTo>
                <a:lnTo>
                  <a:pt x="409575" y="247650"/>
                </a:lnTo>
                <a:lnTo>
                  <a:pt x="400050" y="247650"/>
                </a:lnTo>
                <a:close/>
                <a:moveTo>
                  <a:pt x="95250" y="257175"/>
                </a:moveTo>
                <a:lnTo>
                  <a:pt x="104775" y="257175"/>
                </a:lnTo>
                <a:lnTo>
                  <a:pt x="104775" y="266700"/>
                </a:lnTo>
                <a:lnTo>
                  <a:pt x="95250" y="266700"/>
                </a:lnTo>
                <a:close/>
                <a:moveTo>
                  <a:pt x="447675" y="257175"/>
                </a:moveTo>
                <a:lnTo>
                  <a:pt x="457200" y="257175"/>
                </a:lnTo>
                <a:lnTo>
                  <a:pt x="457200" y="276225"/>
                </a:lnTo>
                <a:lnTo>
                  <a:pt x="447675" y="276225"/>
                </a:lnTo>
                <a:close/>
                <a:moveTo>
                  <a:pt x="180975" y="304800"/>
                </a:moveTo>
                <a:lnTo>
                  <a:pt x="190500" y="304800"/>
                </a:lnTo>
                <a:lnTo>
                  <a:pt x="190500" y="314325"/>
                </a:lnTo>
                <a:lnTo>
                  <a:pt x="180975" y="314325"/>
                </a:lnTo>
                <a:close/>
                <a:moveTo>
                  <a:pt x="190500" y="314325"/>
                </a:moveTo>
                <a:lnTo>
                  <a:pt x="200025" y="314325"/>
                </a:lnTo>
                <a:lnTo>
                  <a:pt x="200025" y="323850"/>
                </a:lnTo>
                <a:lnTo>
                  <a:pt x="190500" y="323850"/>
                </a:lnTo>
                <a:close/>
                <a:moveTo>
                  <a:pt x="228600" y="314325"/>
                </a:moveTo>
                <a:lnTo>
                  <a:pt x="238125" y="314325"/>
                </a:lnTo>
                <a:lnTo>
                  <a:pt x="238125" y="323850"/>
                </a:lnTo>
                <a:lnTo>
                  <a:pt x="228600" y="323850"/>
                </a:lnTo>
                <a:close/>
                <a:moveTo>
                  <a:pt x="28575" y="333375"/>
                </a:moveTo>
                <a:lnTo>
                  <a:pt x="38100" y="333375"/>
                </a:lnTo>
                <a:lnTo>
                  <a:pt x="38100" y="352425"/>
                </a:lnTo>
                <a:lnTo>
                  <a:pt x="28575" y="352425"/>
                </a:lnTo>
                <a:close/>
                <a:moveTo>
                  <a:pt x="409575" y="361950"/>
                </a:moveTo>
                <a:lnTo>
                  <a:pt x="419100" y="361950"/>
                </a:lnTo>
                <a:lnTo>
                  <a:pt x="419100" y="381000"/>
                </a:lnTo>
                <a:lnTo>
                  <a:pt x="400050" y="381000"/>
                </a:lnTo>
                <a:lnTo>
                  <a:pt x="400050" y="371475"/>
                </a:lnTo>
                <a:lnTo>
                  <a:pt x="409575" y="371475"/>
                </a:lnTo>
                <a:close/>
                <a:moveTo>
                  <a:pt x="447675" y="371475"/>
                </a:moveTo>
                <a:lnTo>
                  <a:pt x="457200" y="371475"/>
                </a:lnTo>
                <a:lnTo>
                  <a:pt x="457200" y="381000"/>
                </a:lnTo>
                <a:lnTo>
                  <a:pt x="466725" y="381000"/>
                </a:lnTo>
                <a:lnTo>
                  <a:pt x="466725" y="400050"/>
                </a:lnTo>
                <a:lnTo>
                  <a:pt x="447675" y="400050"/>
                </a:lnTo>
                <a:close/>
                <a:moveTo>
                  <a:pt x="142875" y="381000"/>
                </a:moveTo>
                <a:lnTo>
                  <a:pt x="171450" y="381000"/>
                </a:lnTo>
                <a:lnTo>
                  <a:pt x="171450" y="390525"/>
                </a:lnTo>
                <a:lnTo>
                  <a:pt x="161925" y="390525"/>
                </a:lnTo>
                <a:lnTo>
                  <a:pt x="161925" y="400050"/>
                </a:lnTo>
                <a:lnTo>
                  <a:pt x="152400" y="400050"/>
                </a:lnTo>
                <a:lnTo>
                  <a:pt x="152400" y="390525"/>
                </a:lnTo>
                <a:lnTo>
                  <a:pt x="142875" y="390525"/>
                </a:lnTo>
                <a:close/>
                <a:moveTo>
                  <a:pt x="114300" y="409575"/>
                </a:moveTo>
                <a:lnTo>
                  <a:pt x="123825" y="409575"/>
                </a:lnTo>
                <a:lnTo>
                  <a:pt x="123825" y="419100"/>
                </a:lnTo>
                <a:lnTo>
                  <a:pt x="114300" y="419100"/>
                </a:lnTo>
                <a:close/>
                <a:moveTo>
                  <a:pt x="247650" y="409575"/>
                </a:moveTo>
                <a:lnTo>
                  <a:pt x="257175" y="409575"/>
                </a:lnTo>
                <a:lnTo>
                  <a:pt x="257175" y="419100"/>
                </a:lnTo>
                <a:lnTo>
                  <a:pt x="276225" y="419100"/>
                </a:lnTo>
                <a:lnTo>
                  <a:pt x="276225" y="428625"/>
                </a:lnTo>
                <a:lnTo>
                  <a:pt x="304800" y="428625"/>
                </a:lnTo>
                <a:lnTo>
                  <a:pt x="304800" y="438150"/>
                </a:lnTo>
                <a:lnTo>
                  <a:pt x="323850" y="438150"/>
                </a:lnTo>
                <a:lnTo>
                  <a:pt x="323850" y="428625"/>
                </a:lnTo>
                <a:lnTo>
                  <a:pt x="361950" y="428625"/>
                </a:lnTo>
                <a:lnTo>
                  <a:pt x="361950" y="457200"/>
                </a:lnTo>
                <a:lnTo>
                  <a:pt x="333375" y="457200"/>
                </a:lnTo>
                <a:lnTo>
                  <a:pt x="333375" y="438150"/>
                </a:lnTo>
                <a:lnTo>
                  <a:pt x="323850" y="438150"/>
                </a:lnTo>
                <a:lnTo>
                  <a:pt x="323850" y="457200"/>
                </a:lnTo>
                <a:lnTo>
                  <a:pt x="314325" y="457200"/>
                </a:lnTo>
                <a:lnTo>
                  <a:pt x="314325" y="447675"/>
                </a:lnTo>
                <a:lnTo>
                  <a:pt x="304800" y="447675"/>
                </a:lnTo>
                <a:lnTo>
                  <a:pt x="304800" y="457200"/>
                </a:lnTo>
                <a:lnTo>
                  <a:pt x="314325" y="457200"/>
                </a:lnTo>
                <a:lnTo>
                  <a:pt x="314325" y="466725"/>
                </a:lnTo>
                <a:lnTo>
                  <a:pt x="219075" y="466725"/>
                </a:lnTo>
                <a:lnTo>
                  <a:pt x="219075" y="447675"/>
                </a:lnTo>
                <a:lnTo>
                  <a:pt x="161925" y="447675"/>
                </a:lnTo>
                <a:lnTo>
                  <a:pt x="161925" y="438150"/>
                </a:lnTo>
                <a:lnTo>
                  <a:pt x="171450" y="438150"/>
                </a:lnTo>
                <a:lnTo>
                  <a:pt x="171450" y="428625"/>
                </a:lnTo>
                <a:lnTo>
                  <a:pt x="209550" y="428625"/>
                </a:lnTo>
                <a:lnTo>
                  <a:pt x="209550" y="419100"/>
                </a:lnTo>
                <a:lnTo>
                  <a:pt x="219075" y="419100"/>
                </a:lnTo>
                <a:lnTo>
                  <a:pt x="219075" y="428625"/>
                </a:lnTo>
                <a:lnTo>
                  <a:pt x="228600" y="428625"/>
                </a:lnTo>
                <a:lnTo>
                  <a:pt x="228600" y="419100"/>
                </a:lnTo>
                <a:lnTo>
                  <a:pt x="247650" y="419100"/>
                </a:lnTo>
                <a:close/>
                <a:moveTo>
                  <a:pt x="523875" y="419100"/>
                </a:moveTo>
                <a:lnTo>
                  <a:pt x="533400" y="419100"/>
                </a:lnTo>
                <a:lnTo>
                  <a:pt x="533400" y="428625"/>
                </a:lnTo>
                <a:lnTo>
                  <a:pt x="523875" y="428625"/>
                </a:lnTo>
                <a:close/>
                <a:moveTo>
                  <a:pt x="152400" y="514350"/>
                </a:moveTo>
                <a:lnTo>
                  <a:pt x="161925" y="514350"/>
                </a:lnTo>
                <a:lnTo>
                  <a:pt x="161925" y="523875"/>
                </a:lnTo>
                <a:lnTo>
                  <a:pt x="152400" y="523875"/>
                </a:lnTo>
                <a:close/>
                <a:moveTo>
                  <a:pt x="190500" y="514350"/>
                </a:moveTo>
                <a:lnTo>
                  <a:pt x="209550" y="514350"/>
                </a:lnTo>
                <a:lnTo>
                  <a:pt x="209550" y="533400"/>
                </a:lnTo>
                <a:lnTo>
                  <a:pt x="180975" y="533400"/>
                </a:lnTo>
                <a:lnTo>
                  <a:pt x="180975" y="523875"/>
                </a:lnTo>
                <a:lnTo>
                  <a:pt x="190500" y="523875"/>
                </a:lnTo>
                <a:close/>
                <a:moveTo>
                  <a:pt x="266700" y="514350"/>
                </a:moveTo>
                <a:lnTo>
                  <a:pt x="276225" y="514350"/>
                </a:lnTo>
                <a:lnTo>
                  <a:pt x="276225" y="533400"/>
                </a:lnTo>
                <a:lnTo>
                  <a:pt x="266700" y="533400"/>
                </a:lnTo>
                <a:close/>
                <a:moveTo>
                  <a:pt x="285750" y="514350"/>
                </a:moveTo>
                <a:lnTo>
                  <a:pt x="295275" y="514350"/>
                </a:lnTo>
                <a:lnTo>
                  <a:pt x="295275" y="523875"/>
                </a:lnTo>
                <a:lnTo>
                  <a:pt x="285750" y="523875"/>
                </a:lnTo>
                <a:close/>
                <a:moveTo>
                  <a:pt x="361950" y="514350"/>
                </a:moveTo>
                <a:lnTo>
                  <a:pt x="381000" y="514350"/>
                </a:lnTo>
                <a:lnTo>
                  <a:pt x="381000" y="523875"/>
                </a:lnTo>
                <a:lnTo>
                  <a:pt x="361950" y="523875"/>
                </a:lnTo>
                <a:close/>
                <a:moveTo>
                  <a:pt x="447675" y="514350"/>
                </a:moveTo>
                <a:lnTo>
                  <a:pt x="457200" y="514350"/>
                </a:lnTo>
                <a:lnTo>
                  <a:pt x="457200" y="523875"/>
                </a:lnTo>
                <a:lnTo>
                  <a:pt x="447675" y="523875"/>
                </a:lnTo>
                <a:close/>
                <a:moveTo>
                  <a:pt x="447675" y="533400"/>
                </a:moveTo>
                <a:lnTo>
                  <a:pt x="457200" y="533400"/>
                </a:lnTo>
                <a:lnTo>
                  <a:pt x="457200" y="542925"/>
                </a:lnTo>
                <a:lnTo>
                  <a:pt x="447675" y="542925"/>
                </a:lnTo>
                <a:close/>
                <a:moveTo>
                  <a:pt x="114300" y="542925"/>
                </a:moveTo>
                <a:lnTo>
                  <a:pt x="123825" y="542925"/>
                </a:lnTo>
                <a:lnTo>
                  <a:pt x="123825" y="552450"/>
                </a:lnTo>
                <a:lnTo>
                  <a:pt x="114300" y="552450"/>
                </a:lnTo>
                <a:close/>
                <a:moveTo>
                  <a:pt x="209550" y="542925"/>
                </a:moveTo>
                <a:lnTo>
                  <a:pt x="228600" y="542925"/>
                </a:lnTo>
                <a:lnTo>
                  <a:pt x="228600" y="561975"/>
                </a:lnTo>
                <a:lnTo>
                  <a:pt x="209550" y="561975"/>
                </a:lnTo>
                <a:close/>
                <a:moveTo>
                  <a:pt x="438150" y="542925"/>
                </a:moveTo>
                <a:lnTo>
                  <a:pt x="447675" y="542925"/>
                </a:lnTo>
                <a:lnTo>
                  <a:pt x="447675" y="552450"/>
                </a:lnTo>
                <a:lnTo>
                  <a:pt x="438150" y="552450"/>
                </a:lnTo>
                <a:close/>
                <a:moveTo>
                  <a:pt x="123825" y="552450"/>
                </a:moveTo>
                <a:lnTo>
                  <a:pt x="133350" y="552450"/>
                </a:lnTo>
                <a:lnTo>
                  <a:pt x="133350" y="561975"/>
                </a:lnTo>
                <a:lnTo>
                  <a:pt x="123825" y="561975"/>
                </a:lnTo>
                <a:close/>
                <a:moveTo>
                  <a:pt x="152400" y="561975"/>
                </a:moveTo>
                <a:lnTo>
                  <a:pt x="161925" y="561975"/>
                </a:lnTo>
                <a:lnTo>
                  <a:pt x="161925" y="571500"/>
                </a:lnTo>
                <a:lnTo>
                  <a:pt x="152400" y="571500"/>
                </a:lnTo>
                <a:close/>
                <a:moveTo>
                  <a:pt x="409575" y="561975"/>
                </a:moveTo>
                <a:lnTo>
                  <a:pt x="419100" y="561975"/>
                </a:lnTo>
                <a:lnTo>
                  <a:pt x="419100" y="571500"/>
                </a:lnTo>
                <a:lnTo>
                  <a:pt x="409575" y="571500"/>
                </a:lnTo>
                <a:close/>
                <a:moveTo>
                  <a:pt x="514350" y="561975"/>
                </a:moveTo>
                <a:lnTo>
                  <a:pt x="523875" y="561975"/>
                </a:lnTo>
                <a:lnTo>
                  <a:pt x="523875" y="571500"/>
                </a:lnTo>
                <a:lnTo>
                  <a:pt x="514350" y="571500"/>
                </a:lnTo>
                <a:close/>
                <a:moveTo>
                  <a:pt x="28575" y="571500"/>
                </a:moveTo>
                <a:lnTo>
                  <a:pt x="47625" y="571500"/>
                </a:lnTo>
                <a:lnTo>
                  <a:pt x="47625" y="590550"/>
                </a:lnTo>
                <a:lnTo>
                  <a:pt x="38100" y="590550"/>
                </a:lnTo>
                <a:lnTo>
                  <a:pt x="38100" y="581025"/>
                </a:lnTo>
                <a:lnTo>
                  <a:pt x="28575" y="581025"/>
                </a:lnTo>
                <a:close/>
                <a:moveTo>
                  <a:pt x="171450" y="581025"/>
                </a:moveTo>
                <a:lnTo>
                  <a:pt x="200025" y="581025"/>
                </a:lnTo>
                <a:lnTo>
                  <a:pt x="200025" y="590550"/>
                </a:lnTo>
                <a:lnTo>
                  <a:pt x="171450" y="590550"/>
                </a:lnTo>
                <a:close/>
                <a:moveTo>
                  <a:pt x="504825" y="581025"/>
                </a:moveTo>
                <a:lnTo>
                  <a:pt x="514350" y="581025"/>
                </a:lnTo>
                <a:lnTo>
                  <a:pt x="514350" y="590550"/>
                </a:lnTo>
                <a:lnTo>
                  <a:pt x="504825" y="590550"/>
                </a:lnTo>
                <a:close/>
                <a:moveTo>
                  <a:pt x="495300" y="590550"/>
                </a:moveTo>
                <a:lnTo>
                  <a:pt x="504825" y="590550"/>
                </a:lnTo>
                <a:lnTo>
                  <a:pt x="504825" y="600075"/>
                </a:lnTo>
                <a:lnTo>
                  <a:pt x="495300" y="600075"/>
                </a:lnTo>
                <a:close/>
                <a:moveTo>
                  <a:pt x="485775" y="600075"/>
                </a:moveTo>
                <a:lnTo>
                  <a:pt x="495300" y="600075"/>
                </a:lnTo>
                <a:lnTo>
                  <a:pt x="495300" y="609600"/>
                </a:lnTo>
                <a:lnTo>
                  <a:pt x="485775" y="609600"/>
                </a:lnTo>
                <a:close/>
                <a:moveTo>
                  <a:pt x="447675" y="619125"/>
                </a:moveTo>
                <a:lnTo>
                  <a:pt x="466725" y="619125"/>
                </a:lnTo>
                <a:lnTo>
                  <a:pt x="466725" y="628650"/>
                </a:lnTo>
                <a:lnTo>
                  <a:pt x="457200" y="628650"/>
                </a:lnTo>
                <a:lnTo>
                  <a:pt x="457200" y="638175"/>
                </a:lnTo>
                <a:lnTo>
                  <a:pt x="447675" y="638175"/>
                </a:lnTo>
                <a:close/>
                <a:moveTo>
                  <a:pt x="114300" y="638175"/>
                </a:moveTo>
                <a:lnTo>
                  <a:pt x="123825" y="638175"/>
                </a:lnTo>
                <a:lnTo>
                  <a:pt x="123825" y="647700"/>
                </a:lnTo>
                <a:lnTo>
                  <a:pt x="114300" y="647700"/>
                </a:lnTo>
                <a:close/>
                <a:moveTo>
                  <a:pt x="171450" y="647700"/>
                </a:moveTo>
                <a:lnTo>
                  <a:pt x="180975" y="647700"/>
                </a:lnTo>
                <a:lnTo>
                  <a:pt x="180975" y="657225"/>
                </a:lnTo>
                <a:lnTo>
                  <a:pt x="171450" y="657225"/>
                </a:lnTo>
                <a:close/>
                <a:moveTo>
                  <a:pt x="190500" y="657225"/>
                </a:moveTo>
                <a:lnTo>
                  <a:pt x="200025" y="657225"/>
                </a:lnTo>
                <a:lnTo>
                  <a:pt x="200025" y="666750"/>
                </a:lnTo>
                <a:lnTo>
                  <a:pt x="190500" y="666750"/>
                </a:lnTo>
                <a:close/>
                <a:moveTo>
                  <a:pt x="257175" y="657225"/>
                </a:moveTo>
                <a:lnTo>
                  <a:pt x="304800" y="657225"/>
                </a:lnTo>
                <a:lnTo>
                  <a:pt x="304800" y="666750"/>
                </a:lnTo>
                <a:lnTo>
                  <a:pt x="257175" y="666750"/>
                </a:lnTo>
                <a:close/>
              </a:path>
            </a:pathLst>
          </a:custGeom>
          <a:solidFill xmlns:a="http://schemas.openxmlformats.org/drawingml/2006/main">
            <a:srgbClr val="F2F1E5"/>
          </a:solidFill>
          <a:ln xmlns:a="http://schemas.openxmlformats.org/drawingml/2006/main" w="0">
            <a:noFill/>
          </a:ln>
        </p:spPr>
      </p:sp>
      <p:sp>
        <p:nvSpPr>
          <p:cNvPr id="60" name="database vector #eef1e6">
            <a:extLst xmlns:a="http://schemas.openxmlformats.org/drawingml/2006/main">
              <a:ext uri="{FF2B5EF4-FFF2-40B4-BE49-F238E27FC236}">
                <a16:creationId xmlns:a16="http://schemas.microsoft.com/office/drawing/2014/main" id="{B5B5F4FE-B204-40CE-A81D-435DB952726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01325" y="1533525"/>
            <a:ext cx="571500" cy="695325"/>
          </a:xfrm>
          <a:custGeom xmlns:a="http://schemas.openxmlformats.org/drawingml/2006/main">
            <a:pathLst>
              <a:path w="571500" h="695325">
                <a:moveTo>
                  <a:pt x="171450" y="38100"/>
                </a:moveTo>
                <a:lnTo>
                  <a:pt x="190500" y="38100"/>
                </a:lnTo>
                <a:lnTo>
                  <a:pt x="190500" y="47625"/>
                </a:lnTo>
                <a:lnTo>
                  <a:pt x="180975" y="47625"/>
                </a:lnTo>
                <a:lnTo>
                  <a:pt x="180975" y="57150"/>
                </a:lnTo>
                <a:lnTo>
                  <a:pt x="152400" y="57150"/>
                </a:lnTo>
                <a:lnTo>
                  <a:pt x="152400" y="47625"/>
                </a:lnTo>
                <a:lnTo>
                  <a:pt x="171450" y="47625"/>
                </a:lnTo>
                <a:close/>
                <a:moveTo>
                  <a:pt x="381000" y="47625"/>
                </a:moveTo>
                <a:lnTo>
                  <a:pt x="390525" y="47625"/>
                </a:lnTo>
                <a:lnTo>
                  <a:pt x="390525" y="57150"/>
                </a:lnTo>
                <a:lnTo>
                  <a:pt x="381000" y="57150"/>
                </a:lnTo>
                <a:close/>
                <a:moveTo>
                  <a:pt x="457200" y="76200"/>
                </a:moveTo>
                <a:lnTo>
                  <a:pt x="476250" y="76200"/>
                </a:lnTo>
                <a:lnTo>
                  <a:pt x="476250" y="85725"/>
                </a:lnTo>
                <a:lnTo>
                  <a:pt x="457200" y="85725"/>
                </a:lnTo>
                <a:close/>
                <a:moveTo>
                  <a:pt x="66675" y="85725"/>
                </a:moveTo>
                <a:lnTo>
                  <a:pt x="76200" y="85725"/>
                </a:lnTo>
                <a:lnTo>
                  <a:pt x="76200" y="95250"/>
                </a:lnTo>
                <a:lnTo>
                  <a:pt x="66675" y="95250"/>
                </a:lnTo>
                <a:close/>
                <a:moveTo>
                  <a:pt x="238125" y="85725"/>
                </a:moveTo>
                <a:lnTo>
                  <a:pt x="247650" y="85725"/>
                </a:lnTo>
                <a:lnTo>
                  <a:pt x="247650" y="95250"/>
                </a:lnTo>
                <a:lnTo>
                  <a:pt x="238125" y="95250"/>
                </a:lnTo>
                <a:close/>
                <a:moveTo>
                  <a:pt x="323850" y="85725"/>
                </a:moveTo>
                <a:lnTo>
                  <a:pt x="333375" y="85725"/>
                </a:lnTo>
                <a:lnTo>
                  <a:pt x="333375" y="95250"/>
                </a:lnTo>
                <a:lnTo>
                  <a:pt x="323850" y="95250"/>
                </a:lnTo>
                <a:close/>
                <a:moveTo>
                  <a:pt x="361950" y="95250"/>
                </a:moveTo>
                <a:lnTo>
                  <a:pt x="390525" y="95250"/>
                </a:lnTo>
                <a:lnTo>
                  <a:pt x="390525" y="104775"/>
                </a:lnTo>
                <a:lnTo>
                  <a:pt x="361950" y="104775"/>
                </a:lnTo>
                <a:close/>
                <a:moveTo>
                  <a:pt x="495300" y="104775"/>
                </a:moveTo>
                <a:lnTo>
                  <a:pt x="504825" y="104775"/>
                </a:lnTo>
                <a:lnTo>
                  <a:pt x="504825" y="114300"/>
                </a:lnTo>
                <a:lnTo>
                  <a:pt x="495300" y="114300"/>
                </a:lnTo>
                <a:close/>
                <a:moveTo>
                  <a:pt x="409575" y="114300"/>
                </a:moveTo>
                <a:lnTo>
                  <a:pt x="438150" y="114300"/>
                </a:lnTo>
                <a:lnTo>
                  <a:pt x="438150" y="123825"/>
                </a:lnTo>
                <a:lnTo>
                  <a:pt x="447675" y="123825"/>
                </a:lnTo>
                <a:lnTo>
                  <a:pt x="447675" y="152400"/>
                </a:lnTo>
                <a:lnTo>
                  <a:pt x="438150" y="152400"/>
                </a:lnTo>
                <a:lnTo>
                  <a:pt x="438150" y="133350"/>
                </a:lnTo>
                <a:lnTo>
                  <a:pt x="428625" y="133350"/>
                </a:lnTo>
                <a:lnTo>
                  <a:pt x="428625" y="123825"/>
                </a:lnTo>
                <a:lnTo>
                  <a:pt x="409575" y="123825"/>
                </a:lnTo>
                <a:close/>
                <a:moveTo>
                  <a:pt x="104775" y="123825"/>
                </a:moveTo>
                <a:lnTo>
                  <a:pt x="114300" y="123825"/>
                </a:lnTo>
                <a:lnTo>
                  <a:pt x="114300" y="133350"/>
                </a:lnTo>
                <a:lnTo>
                  <a:pt x="104775" y="133350"/>
                </a:lnTo>
                <a:close/>
                <a:moveTo>
                  <a:pt x="104775" y="152400"/>
                </a:moveTo>
                <a:lnTo>
                  <a:pt x="114300" y="152400"/>
                </a:lnTo>
                <a:lnTo>
                  <a:pt x="114300" y="161925"/>
                </a:lnTo>
                <a:lnTo>
                  <a:pt x="104775" y="161925"/>
                </a:lnTo>
                <a:close/>
                <a:moveTo>
                  <a:pt x="428625" y="152400"/>
                </a:moveTo>
                <a:lnTo>
                  <a:pt x="438150" y="152400"/>
                </a:lnTo>
                <a:lnTo>
                  <a:pt x="438150" y="171450"/>
                </a:lnTo>
                <a:lnTo>
                  <a:pt x="428625" y="171450"/>
                </a:lnTo>
                <a:lnTo>
                  <a:pt x="428625" y="180975"/>
                </a:lnTo>
                <a:lnTo>
                  <a:pt x="400050" y="180975"/>
                </a:lnTo>
                <a:lnTo>
                  <a:pt x="400050" y="171450"/>
                </a:lnTo>
                <a:lnTo>
                  <a:pt x="419100" y="171450"/>
                </a:lnTo>
                <a:lnTo>
                  <a:pt x="419100" y="161925"/>
                </a:lnTo>
                <a:lnTo>
                  <a:pt x="428625" y="161925"/>
                </a:lnTo>
                <a:close/>
                <a:moveTo>
                  <a:pt x="114300" y="161925"/>
                </a:moveTo>
                <a:lnTo>
                  <a:pt x="123825" y="161925"/>
                </a:lnTo>
                <a:lnTo>
                  <a:pt x="123825" y="171450"/>
                </a:lnTo>
                <a:lnTo>
                  <a:pt x="114300" y="171450"/>
                </a:lnTo>
                <a:close/>
                <a:moveTo>
                  <a:pt x="381000" y="180975"/>
                </a:moveTo>
                <a:lnTo>
                  <a:pt x="400050" y="180975"/>
                </a:lnTo>
                <a:lnTo>
                  <a:pt x="400050" y="190500"/>
                </a:lnTo>
                <a:lnTo>
                  <a:pt x="381000" y="190500"/>
                </a:lnTo>
                <a:close/>
                <a:moveTo>
                  <a:pt x="219075" y="190500"/>
                </a:moveTo>
                <a:lnTo>
                  <a:pt x="228600" y="190500"/>
                </a:lnTo>
                <a:lnTo>
                  <a:pt x="228600" y="200025"/>
                </a:lnTo>
                <a:lnTo>
                  <a:pt x="219075" y="200025"/>
                </a:lnTo>
                <a:close/>
                <a:moveTo>
                  <a:pt x="323850" y="190500"/>
                </a:moveTo>
                <a:lnTo>
                  <a:pt x="342900" y="190500"/>
                </a:lnTo>
                <a:lnTo>
                  <a:pt x="342900" y="200025"/>
                </a:lnTo>
                <a:lnTo>
                  <a:pt x="323850" y="200025"/>
                </a:lnTo>
                <a:close/>
                <a:moveTo>
                  <a:pt x="381000" y="228600"/>
                </a:moveTo>
                <a:lnTo>
                  <a:pt x="400050" y="228600"/>
                </a:lnTo>
                <a:lnTo>
                  <a:pt x="400050" y="238125"/>
                </a:lnTo>
                <a:lnTo>
                  <a:pt x="381000" y="238125"/>
                </a:lnTo>
                <a:close/>
                <a:moveTo>
                  <a:pt x="85725" y="238125"/>
                </a:moveTo>
                <a:lnTo>
                  <a:pt x="104775" y="238125"/>
                </a:lnTo>
                <a:lnTo>
                  <a:pt x="104775" y="247650"/>
                </a:lnTo>
                <a:lnTo>
                  <a:pt x="85725" y="247650"/>
                </a:lnTo>
                <a:close/>
                <a:moveTo>
                  <a:pt x="228600" y="238125"/>
                </a:moveTo>
                <a:lnTo>
                  <a:pt x="238125" y="238125"/>
                </a:lnTo>
                <a:lnTo>
                  <a:pt x="238125" y="247650"/>
                </a:lnTo>
                <a:lnTo>
                  <a:pt x="228600" y="247650"/>
                </a:lnTo>
                <a:close/>
                <a:moveTo>
                  <a:pt x="342900" y="238125"/>
                </a:moveTo>
                <a:lnTo>
                  <a:pt x="352425" y="238125"/>
                </a:lnTo>
                <a:lnTo>
                  <a:pt x="352425" y="247650"/>
                </a:lnTo>
                <a:lnTo>
                  <a:pt x="342900" y="247650"/>
                </a:lnTo>
                <a:close/>
                <a:moveTo>
                  <a:pt x="371475" y="238125"/>
                </a:moveTo>
                <a:lnTo>
                  <a:pt x="381000" y="238125"/>
                </a:lnTo>
                <a:lnTo>
                  <a:pt x="381000" y="247650"/>
                </a:lnTo>
                <a:lnTo>
                  <a:pt x="371475" y="247650"/>
                </a:lnTo>
                <a:close/>
                <a:moveTo>
                  <a:pt x="304800" y="247650"/>
                </a:moveTo>
                <a:lnTo>
                  <a:pt x="314325" y="247650"/>
                </a:lnTo>
                <a:lnTo>
                  <a:pt x="314325" y="257175"/>
                </a:lnTo>
                <a:lnTo>
                  <a:pt x="304800" y="257175"/>
                </a:lnTo>
                <a:close/>
                <a:moveTo>
                  <a:pt x="85725" y="257175"/>
                </a:moveTo>
                <a:lnTo>
                  <a:pt x="95250" y="257175"/>
                </a:lnTo>
                <a:lnTo>
                  <a:pt x="95250" y="266700"/>
                </a:lnTo>
                <a:lnTo>
                  <a:pt x="85725" y="266700"/>
                </a:lnTo>
                <a:close/>
                <a:moveTo>
                  <a:pt x="152400" y="314325"/>
                </a:moveTo>
                <a:lnTo>
                  <a:pt x="171450" y="314325"/>
                </a:lnTo>
                <a:lnTo>
                  <a:pt x="171450" y="323850"/>
                </a:lnTo>
                <a:lnTo>
                  <a:pt x="152400" y="323850"/>
                </a:lnTo>
                <a:close/>
                <a:moveTo>
                  <a:pt x="400050" y="361950"/>
                </a:moveTo>
                <a:lnTo>
                  <a:pt x="409575" y="361950"/>
                </a:lnTo>
                <a:lnTo>
                  <a:pt x="409575" y="371475"/>
                </a:lnTo>
                <a:lnTo>
                  <a:pt x="400050" y="371475"/>
                </a:lnTo>
                <a:close/>
                <a:moveTo>
                  <a:pt x="180975" y="371475"/>
                </a:moveTo>
                <a:lnTo>
                  <a:pt x="200025" y="371475"/>
                </a:lnTo>
                <a:lnTo>
                  <a:pt x="200025" y="381000"/>
                </a:lnTo>
                <a:lnTo>
                  <a:pt x="180975" y="381000"/>
                </a:lnTo>
                <a:close/>
                <a:moveTo>
                  <a:pt x="390525" y="371475"/>
                </a:moveTo>
                <a:lnTo>
                  <a:pt x="400050" y="371475"/>
                </a:lnTo>
                <a:lnTo>
                  <a:pt x="400050" y="381000"/>
                </a:lnTo>
                <a:lnTo>
                  <a:pt x="390525" y="381000"/>
                </a:lnTo>
                <a:close/>
                <a:moveTo>
                  <a:pt x="38100" y="400050"/>
                </a:moveTo>
                <a:lnTo>
                  <a:pt x="47625" y="400050"/>
                </a:lnTo>
                <a:lnTo>
                  <a:pt x="47625" y="409575"/>
                </a:lnTo>
                <a:lnTo>
                  <a:pt x="38100" y="409575"/>
                </a:lnTo>
                <a:close/>
                <a:moveTo>
                  <a:pt x="95250" y="419100"/>
                </a:moveTo>
                <a:lnTo>
                  <a:pt x="114300" y="419100"/>
                </a:lnTo>
                <a:lnTo>
                  <a:pt x="114300" y="428625"/>
                </a:lnTo>
                <a:lnTo>
                  <a:pt x="95250" y="428625"/>
                </a:lnTo>
                <a:close/>
                <a:moveTo>
                  <a:pt x="438150" y="419100"/>
                </a:moveTo>
                <a:lnTo>
                  <a:pt x="447675" y="419100"/>
                </a:lnTo>
                <a:lnTo>
                  <a:pt x="447675" y="428625"/>
                </a:lnTo>
                <a:lnTo>
                  <a:pt x="438150" y="428625"/>
                </a:lnTo>
                <a:close/>
                <a:moveTo>
                  <a:pt x="114300" y="428625"/>
                </a:moveTo>
                <a:lnTo>
                  <a:pt x="123825" y="428625"/>
                </a:lnTo>
                <a:lnTo>
                  <a:pt x="123825" y="438150"/>
                </a:lnTo>
                <a:lnTo>
                  <a:pt x="114300" y="438150"/>
                </a:lnTo>
                <a:close/>
                <a:moveTo>
                  <a:pt x="428625" y="428625"/>
                </a:moveTo>
                <a:lnTo>
                  <a:pt x="438150" y="428625"/>
                </a:lnTo>
                <a:lnTo>
                  <a:pt x="438150" y="438150"/>
                </a:lnTo>
                <a:lnTo>
                  <a:pt x="428625" y="438150"/>
                </a:lnTo>
                <a:close/>
                <a:moveTo>
                  <a:pt x="133350" y="438150"/>
                </a:moveTo>
                <a:lnTo>
                  <a:pt x="152400" y="438150"/>
                </a:lnTo>
                <a:lnTo>
                  <a:pt x="152400" y="447675"/>
                </a:lnTo>
                <a:lnTo>
                  <a:pt x="161925" y="447675"/>
                </a:lnTo>
                <a:lnTo>
                  <a:pt x="161925" y="457200"/>
                </a:lnTo>
                <a:lnTo>
                  <a:pt x="142875" y="457200"/>
                </a:lnTo>
                <a:lnTo>
                  <a:pt x="142875" y="447675"/>
                </a:lnTo>
                <a:lnTo>
                  <a:pt x="133350" y="447675"/>
                </a:lnTo>
                <a:close/>
                <a:moveTo>
                  <a:pt x="171450" y="447675"/>
                </a:moveTo>
                <a:lnTo>
                  <a:pt x="180975" y="447675"/>
                </a:lnTo>
                <a:lnTo>
                  <a:pt x="180975" y="457200"/>
                </a:lnTo>
                <a:lnTo>
                  <a:pt x="171450" y="457200"/>
                </a:lnTo>
                <a:close/>
                <a:moveTo>
                  <a:pt x="361950" y="447675"/>
                </a:moveTo>
                <a:lnTo>
                  <a:pt x="390525" y="447675"/>
                </a:lnTo>
                <a:lnTo>
                  <a:pt x="390525" y="457200"/>
                </a:lnTo>
                <a:lnTo>
                  <a:pt x="371475" y="457200"/>
                </a:lnTo>
                <a:lnTo>
                  <a:pt x="371475" y="466725"/>
                </a:lnTo>
                <a:lnTo>
                  <a:pt x="352425" y="466725"/>
                </a:lnTo>
                <a:lnTo>
                  <a:pt x="352425" y="457200"/>
                </a:lnTo>
                <a:lnTo>
                  <a:pt x="361950" y="457200"/>
                </a:lnTo>
                <a:close/>
                <a:moveTo>
                  <a:pt x="38100" y="485775"/>
                </a:moveTo>
                <a:lnTo>
                  <a:pt x="47625" y="485775"/>
                </a:lnTo>
                <a:lnTo>
                  <a:pt x="47625" y="514350"/>
                </a:lnTo>
                <a:lnTo>
                  <a:pt x="28575" y="514350"/>
                </a:lnTo>
                <a:lnTo>
                  <a:pt x="28575" y="495300"/>
                </a:lnTo>
                <a:lnTo>
                  <a:pt x="38100" y="495300"/>
                </a:lnTo>
                <a:close/>
                <a:moveTo>
                  <a:pt x="95250" y="495300"/>
                </a:moveTo>
                <a:lnTo>
                  <a:pt x="104775" y="495300"/>
                </a:lnTo>
                <a:lnTo>
                  <a:pt x="104775" y="504825"/>
                </a:lnTo>
                <a:lnTo>
                  <a:pt x="95250" y="504825"/>
                </a:lnTo>
                <a:close/>
                <a:moveTo>
                  <a:pt x="142875" y="495300"/>
                </a:moveTo>
                <a:lnTo>
                  <a:pt x="152400" y="495300"/>
                </a:lnTo>
                <a:lnTo>
                  <a:pt x="152400" y="504825"/>
                </a:lnTo>
                <a:lnTo>
                  <a:pt x="142875" y="504825"/>
                </a:lnTo>
                <a:close/>
                <a:moveTo>
                  <a:pt x="85725" y="514350"/>
                </a:moveTo>
                <a:lnTo>
                  <a:pt x="104775" y="514350"/>
                </a:lnTo>
                <a:lnTo>
                  <a:pt x="104775" y="533400"/>
                </a:lnTo>
                <a:lnTo>
                  <a:pt x="95250" y="533400"/>
                </a:lnTo>
                <a:lnTo>
                  <a:pt x="95250" y="552450"/>
                </a:lnTo>
                <a:lnTo>
                  <a:pt x="85725" y="552450"/>
                </a:lnTo>
                <a:close/>
                <a:moveTo>
                  <a:pt x="104775" y="533400"/>
                </a:moveTo>
                <a:lnTo>
                  <a:pt x="114300" y="533400"/>
                </a:lnTo>
                <a:lnTo>
                  <a:pt x="114300" y="542925"/>
                </a:lnTo>
                <a:lnTo>
                  <a:pt x="104775" y="542925"/>
                </a:lnTo>
                <a:close/>
                <a:moveTo>
                  <a:pt x="457200" y="533400"/>
                </a:moveTo>
                <a:lnTo>
                  <a:pt x="466725" y="533400"/>
                </a:lnTo>
                <a:lnTo>
                  <a:pt x="466725" y="542925"/>
                </a:lnTo>
                <a:lnTo>
                  <a:pt x="457200" y="542925"/>
                </a:lnTo>
                <a:close/>
                <a:moveTo>
                  <a:pt x="171450" y="590550"/>
                </a:moveTo>
                <a:lnTo>
                  <a:pt x="180975" y="590550"/>
                </a:lnTo>
                <a:lnTo>
                  <a:pt x="180975" y="600075"/>
                </a:lnTo>
                <a:lnTo>
                  <a:pt x="171450" y="600075"/>
                </a:lnTo>
                <a:close/>
                <a:moveTo>
                  <a:pt x="485775" y="590550"/>
                </a:moveTo>
                <a:lnTo>
                  <a:pt x="495300" y="590550"/>
                </a:lnTo>
                <a:lnTo>
                  <a:pt x="495300" y="600075"/>
                </a:lnTo>
                <a:lnTo>
                  <a:pt x="485775" y="600075"/>
                </a:lnTo>
                <a:close/>
                <a:moveTo>
                  <a:pt x="76200" y="600075"/>
                </a:moveTo>
                <a:lnTo>
                  <a:pt x="85725" y="600075"/>
                </a:lnTo>
                <a:lnTo>
                  <a:pt x="85725" y="609600"/>
                </a:lnTo>
                <a:lnTo>
                  <a:pt x="76200" y="609600"/>
                </a:lnTo>
                <a:close/>
                <a:moveTo>
                  <a:pt x="476250" y="600075"/>
                </a:moveTo>
                <a:lnTo>
                  <a:pt x="485775" y="600075"/>
                </a:lnTo>
                <a:lnTo>
                  <a:pt x="485775" y="609600"/>
                </a:lnTo>
                <a:lnTo>
                  <a:pt x="476250" y="609600"/>
                </a:lnTo>
                <a:close/>
                <a:moveTo>
                  <a:pt x="457200" y="609600"/>
                </a:moveTo>
                <a:lnTo>
                  <a:pt x="476250" y="609600"/>
                </a:lnTo>
                <a:lnTo>
                  <a:pt x="476250" y="619125"/>
                </a:lnTo>
                <a:lnTo>
                  <a:pt x="457200" y="619125"/>
                </a:lnTo>
                <a:close/>
              </a:path>
            </a:pathLst>
          </a:custGeom>
          <a:solidFill xmlns:a="http://schemas.openxmlformats.org/drawingml/2006/main">
            <a:srgbClr val="EEF1E6"/>
          </a:solidFill>
          <a:ln xmlns:a="http://schemas.openxmlformats.org/drawingml/2006/main" w="0">
            <a:noFill/>
          </a:ln>
        </p:spPr>
      </p:sp>
      <p:sp>
        <p:nvSpPr>
          <p:cNvPr id="61" name="database vector #f3f0e6">
            <a:extLst xmlns:a="http://schemas.openxmlformats.org/drawingml/2006/main">
              <a:ext uri="{FF2B5EF4-FFF2-40B4-BE49-F238E27FC236}">
                <a16:creationId xmlns:a16="http://schemas.microsoft.com/office/drawing/2014/main" id="{0FBD59EB-33B1-4FDA-A850-172D5F3A061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01325" y="1533525"/>
            <a:ext cx="571500" cy="695325"/>
          </a:xfrm>
          <a:custGeom xmlns:a="http://schemas.openxmlformats.org/drawingml/2006/main">
            <a:pathLst>
              <a:path w="571500" h="695325">
                <a:moveTo>
                  <a:pt x="247650" y="95250"/>
                </a:moveTo>
                <a:lnTo>
                  <a:pt x="257175" y="95250"/>
                </a:lnTo>
                <a:lnTo>
                  <a:pt x="257175" y="104775"/>
                </a:lnTo>
                <a:lnTo>
                  <a:pt x="247650" y="104775"/>
                </a:lnTo>
                <a:close/>
                <a:moveTo>
                  <a:pt x="276225" y="95250"/>
                </a:moveTo>
                <a:lnTo>
                  <a:pt x="295275" y="95250"/>
                </a:lnTo>
                <a:lnTo>
                  <a:pt x="295275" y="104775"/>
                </a:lnTo>
                <a:lnTo>
                  <a:pt x="276225" y="104775"/>
                </a:lnTo>
                <a:close/>
                <a:moveTo>
                  <a:pt x="161925" y="104775"/>
                </a:moveTo>
                <a:lnTo>
                  <a:pt x="190500" y="104775"/>
                </a:lnTo>
                <a:lnTo>
                  <a:pt x="190500" y="114300"/>
                </a:lnTo>
                <a:lnTo>
                  <a:pt x="161925" y="114300"/>
                </a:lnTo>
                <a:close/>
                <a:moveTo>
                  <a:pt x="171450" y="171450"/>
                </a:moveTo>
                <a:lnTo>
                  <a:pt x="200025" y="171450"/>
                </a:lnTo>
                <a:lnTo>
                  <a:pt x="200025" y="180975"/>
                </a:lnTo>
                <a:lnTo>
                  <a:pt x="171450" y="180975"/>
                </a:lnTo>
                <a:close/>
                <a:moveTo>
                  <a:pt x="419100" y="219075"/>
                </a:moveTo>
                <a:lnTo>
                  <a:pt x="428625" y="219075"/>
                </a:lnTo>
                <a:lnTo>
                  <a:pt x="428625" y="228600"/>
                </a:lnTo>
                <a:lnTo>
                  <a:pt x="438150" y="228600"/>
                </a:lnTo>
                <a:lnTo>
                  <a:pt x="438150" y="238125"/>
                </a:lnTo>
                <a:lnTo>
                  <a:pt x="409575" y="238125"/>
                </a:lnTo>
                <a:lnTo>
                  <a:pt x="409575" y="228600"/>
                </a:lnTo>
                <a:lnTo>
                  <a:pt x="419100" y="228600"/>
                </a:lnTo>
                <a:close/>
                <a:moveTo>
                  <a:pt x="514350" y="219075"/>
                </a:moveTo>
                <a:lnTo>
                  <a:pt x="523875" y="219075"/>
                </a:lnTo>
                <a:lnTo>
                  <a:pt x="523875" y="228600"/>
                </a:lnTo>
                <a:lnTo>
                  <a:pt x="514350" y="228600"/>
                </a:lnTo>
                <a:close/>
                <a:moveTo>
                  <a:pt x="123825" y="228600"/>
                </a:moveTo>
                <a:lnTo>
                  <a:pt x="133350" y="228600"/>
                </a:lnTo>
                <a:lnTo>
                  <a:pt x="133350" y="238125"/>
                </a:lnTo>
                <a:lnTo>
                  <a:pt x="123825" y="238125"/>
                </a:lnTo>
                <a:close/>
                <a:moveTo>
                  <a:pt x="438150" y="238125"/>
                </a:moveTo>
                <a:lnTo>
                  <a:pt x="447675" y="238125"/>
                </a:lnTo>
                <a:lnTo>
                  <a:pt x="447675" y="247650"/>
                </a:lnTo>
                <a:lnTo>
                  <a:pt x="438150" y="247650"/>
                </a:lnTo>
                <a:close/>
                <a:moveTo>
                  <a:pt x="171450" y="247650"/>
                </a:moveTo>
                <a:lnTo>
                  <a:pt x="180975" y="247650"/>
                </a:lnTo>
                <a:lnTo>
                  <a:pt x="180975" y="257175"/>
                </a:lnTo>
                <a:lnTo>
                  <a:pt x="171450" y="257175"/>
                </a:lnTo>
                <a:close/>
                <a:moveTo>
                  <a:pt x="190500" y="247650"/>
                </a:moveTo>
                <a:lnTo>
                  <a:pt x="238125" y="247650"/>
                </a:lnTo>
                <a:lnTo>
                  <a:pt x="238125" y="257175"/>
                </a:lnTo>
                <a:lnTo>
                  <a:pt x="190500" y="257175"/>
                </a:lnTo>
                <a:close/>
                <a:moveTo>
                  <a:pt x="447675" y="247650"/>
                </a:moveTo>
                <a:lnTo>
                  <a:pt x="457200" y="247650"/>
                </a:lnTo>
                <a:lnTo>
                  <a:pt x="457200" y="257175"/>
                </a:lnTo>
                <a:lnTo>
                  <a:pt x="447675" y="257175"/>
                </a:lnTo>
                <a:close/>
                <a:moveTo>
                  <a:pt x="514350" y="247650"/>
                </a:moveTo>
                <a:lnTo>
                  <a:pt x="523875" y="247650"/>
                </a:lnTo>
                <a:lnTo>
                  <a:pt x="523875" y="257175"/>
                </a:lnTo>
                <a:lnTo>
                  <a:pt x="514350" y="257175"/>
                </a:lnTo>
                <a:close/>
                <a:moveTo>
                  <a:pt x="238125" y="257175"/>
                </a:moveTo>
                <a:lnTo>
                  <a:pt x="257175" y="257175"/>
                </a:lnTo>
                <a:lnTo>
                  <a:pt x="257175" y="266700"/>
                </a:lnTo>
                <a:lnTo>
                  <a:pt x="238125" y="266700"/>
                </a:lnTo>
                <a:close/>
                <a:moveTo>
                  <a:pt x="28575" y="285750"/>
                </a:moveTo>
                <a:lnTo>
                  <a:pt x="38100" y="285750"/>
                </a:lnTo>
                <a:lnTo>
                  <a:pt x="38100" y="295275"/>
                </a:lnTo>
                <a:lnTo>
                  <a:pt x="28575" y="295275"/>
                </a:lnTo>
                <a:close/>
                <a:moveTo>
                  <a:pt x="142875" y="295275"/>
                </a:moveTo>
                <a:lnTo>
                  <a:pt x="152400" y="295275"/>
                </a:lnTo>
                <a:lnTo>
                  <a:pt x="152400" y="304800"/>
                </a:lnTo>
                <a:lnTo>
                  <a:pt x="142875" y="304800"/>
                </a:lnTo>
                <a:close/>
                <a:moveTo>
                  <a:pt x="171450" y="304800"/>
                </a:moveTo>
                <a:lnTo>
                  <a:pt x="180975" y="304800"/>
                </a:lnTo>
                <a:lnTo>
                  <a:pt x="180975" y="314325"/>
                </a:lnTo>
                <a:lnTo>
                  <a:pt x="171450" y="314325"/>
                </a:lnTo>
                <a:close/>
                <a:moveTo>
                  <a:pt x="390525" y="304800"/>
                </a:moveTo>
                <a:lnTo>
                  <a:pt x="400050" y="304800"/>
                </a:lnTo>
                <a:lnTo>
                  <a:pt x="400050" y="314325"/>
                </a:lnTo>
                <a:lnTo>
                  <a:pt x="390525" y="314325"/>
                </a:lnTo>
                <a:close/>
                <a:moveTo>
                  <a:pt x="209550" y="314325"/>
                </a:moveTo>
                <a:lnTo>
                  <a:pt x="228600" y="314325"/>
                </a:lnTo>
                <a:lnTo>
                  <a:pt x="228600" y="323850"/>
                </a:lnTo>
                <a:lnTo>
                  <a:pt x="209550" y="323850"/>
                </a:lnTo>
                <a:close/>
                <a:moveTo>
                  <a:pt x="514350" y="314325"/>
                </a:moveTo>
                <a:lnTo>
                  <a:pt x="533400" y="314325"/>
                </a:lnTo>
                <a:lnTo>
                  <a:pt x="533400" y="333375"/>
                </a:lnTo>
                <a:lnTo>
                  <a:pt x="523875" y="333375"/>
                </a:lnTo>
                <a:lnTo>
                  <a:pt x="523875" y="342900"/>
                </a:lnTo>
                <a:lnTo>
                  <a:pt x="514350" y="342900"/>
                </a:lnTo>
                <a:close/>
                <a:moveTo>
                  <a:pt x="28575" y="352425"/>
                </a:moveTo>
                <a:lnTo>
                  <a:pt x="38100" y="352425"/>
                </a:lnTo>
                <a:lnTo>
                  <a:pt x="38100" y="409575"/>
                </a:lnTo>
                <a:lnTo>
                  <a:pt x="28575" y="409575"/>
                </a:lnTo>
                <a:lnTo>
                  <a:pt x="28575" y="400050"/>
                </a:lnTo>
                <a:lnTo>
                  <a:pt x="19050" y="400050"/>
                </a:lnTo>
                <a:lnTo>
                  <a:pt x="19050" y="371475"/>
                </a:lnTo>
                <a:lnTo>
                  <a:pt x="28575" y="371475"/>
                </a:lnTo>
                <a:close/>
                <a:moveTo>
                  <a:pt x="123825" y="381000"/>
                </a:moveTo>
                <a:lnTo>
                  <a:pt x="142875" y="381000"/>
                </a:lnTo>
                <a:lnTo>
                  <a:pt x="142875" y="390525"/>
                </a:lnTo>
                <a:lnTo>
                  <a:pt x="152400" y="390525"/>
                </a:lnTo>
                <a:lnTo>
                  <a:pt x="152400" y="400050"/>
                </a:lnTo>
                <a:lnTo>
                  <a:pt x="142875" y="400050"/>
                </a:lnTo>
                <a:lnTo>
                  <a:pt x="142875" y="409575"/>
                </a:lnTo>
                <a:lnTo>
                  <a:pt x="114300" y="409575"/>
                </a:lnTo>
                <a:lnTo>
                  <a:pt x="114300" y="390525"/>
                </a:lnTo>
                <a:lnTo>
                  <a:pt x="123825" y="390525"/>
                </a:lnTo>
                <a:close/>
                <a:moveTo>
                  <a:pt x="514350" y="381000"/>
                </a:moveTo>
                <a:lnTo>
                  <a:pt x="533400" y="381000"/>
                </a:lnTo>
                <a:lnTo>
                  <a:pt x="533400" y="409575"/>
                </a:lnTo>
                <a:lnTo>
                  <a:pt x="514350" y="409575"/>
                </a:lnTo>
                <a:close/>
                <a:moveTo>
                  <a:pt x="523875" y="428625"/>
                </a:moveTo>
                <a:lnTo>
                  <a:pt x="533400" y="428625"/>
                </a:lnTo>
                <a:lnTo>
                  <a:pt x="533400" y="447675"/>
                </a:lnTo>
                <a:lnTo>
                  <a:pt x="523875" y="447675"/>
                </a:lnTo>
                <a:close/>
                <a:moveTo>
                  <a:pt x="323850" y="438150"/>
                </a:moveTo>
                <a:lnTo>
                  <a:pt x="333375" y="438150"/>
                </a:lnTo>
                <a:lnTo>
                  <a:pt x="333375" y="457200"/>
                </a:lnTo>
                <a:lnTo>
                  <a:pt x="323850" y="457200"/>
                </a:lnTo>
                <a:close/>
                <a:moveTo>
                  <a:pt x="304800" y="447675"/>
                </a:moveTo>
                <a:lnTo>
                  <a:pt x="314325" y="447675"/>
                </a:lnTo>
                <a:lnTo>
                  <a:pt x="314325" y="457200"/>
                </a:lnTo>
                <a:lnTo>
                  <a:pt x="304800" y="457200"/>
                </a:lnTo>
                <a:close/>
                <a:moveTo>
                  <a:pt x="390525" y="504825"/>
                </a:moveTo>
                <a:lnTo>
                  <a:pt x="409575" y="504825"/>
                </a:lnTo>
                <a:lnTo>
                  <a:pt x="409575" y="514350"/>
                </a:lnTo>
                <a:lnTo>
                  <a:pt x="390525" y="514350"/>
                </a:lnTo>
                <a:close/>
                <a:moveTo>
                  <a:pt x="161925" y="514350"/>
                </a:moveTo>
                <a:lnTo>
                  <a:pt x="190500" y="514350"/>
                </a:lnTo>
                <a:lnTo>
                  <a:pt x="190500" y="523875"/>
                </a:lnTo>
                <a:lnTo>
                  <a:pt x="180975" y="523875"/>
                </a:lnTo>
                <a:lnTo>
                  <a:pt x="180975" y="533400"/>
                </a:lnTo>
                <a:lnTo>
                  <a:pt x="161925" y="533400"/>
                </a:lnTo>
                <a:close/>
                <a:moveTo>
                  <a:pt x="209550" y="514350"/>
                </a:moveTo>
                <a:lnTo>
                  <a:pt x="219075" y="514350"/>
                </a:lnTo>
                <a:lnTo>
                  <a:pt x="219075" y="523875"/>
                </a:lnTo>
                <a:lnTo>
                  <a:pt x="238125" y="523875"/>
                </a:lnTo>
                <a:lnTo>
                  <a:pt x="238125" y="514350"/>
                </a:lnTo>
                <a:lnTo>
                  <a:pt x="266700" y="514350"/>
                </a:lnTo>
                <a:lnTo>
                  <a:pt x="266700" y="533400"/>
                </a:lnTo>
                <a:lnTo>
                  <a:pt x="238125" y="533400"/>
                </a:lnTo>
                <a:lnTo>
                  <a:pt x="238125" y="542925"/>
                </a:lnTo>
                <a:lnTo>
                  <a:pt x="228600" y="542925"/>
                </a:lnTo>
                <a:lnTo>
                  <a:pt x="228600" y="533400"/>
                </a:lnTo>
                <a:lnTo>
                  <a:pt x="209550" y="533400"/>
                </a:lnTo>
                <a:close/>
                <a:moveTo>
                  <a:pt x="381000" y="514350"/>
                </a:moveTo>
                <a:lnTo>
                  <a:pt x="390525" y="514350"/>
                </a:lnTo>
                <a:lnTo>
                  <a:pt x="390525" y="523875"/>
                </a:lnTo>
                <a:lnTo>
                  <a:pt x="381000" y="523875"/>
                </a:lnTo>
                <a:close/>
                <a:moveTo>
                  <a:pt x="285750" y="523875"/>
                </a:moveTo>
                <a:lnTo>
                  <a:pt x="314325" y="523875"/>
                </a:lnTo>
                <a:lnTo>
                  <a:pt x="314325" y="533400"/>
                </a:lnTo>
                <a:lnTo>
                  <a:pt x="285750" y="533400"/>
                </a:lnTo>
                <a:close/>
                <a:moveTo>
                  <a:pt x="333375" y="523875"/>
                </a:moveTo>
                <a:lnTo>
                  <a:pt x="361950" y="523875"/>
                </a:lnTo>
                <a:lnTo>
                  <a:pt x="361950" y="533400"/>
                </a:lnTo>
                <a:lnTo>
                  <a:pt x="333375" y="533400"/>
                </a:lnTo>
                <a:close/>
                <a:moveTo>
                  <a:pt x="123825" y="533400"/>
                </a:moveTo>
                <a:lnTo>
                  <a:pt x="133350" y="533400"/>
                </a:lnTo>
                <a:lnTo>
                  <a:pt x="133350" y="542925"/>
                </a:lnTo>
                <a:lnTo>
                  <a:pt x="142875" y="542925"/>
                </a:lnTo>
                <a:lnTo>
                  <a:pt x="142875" y="552450"/>
                </a:lnTo>
                <a:lnTo>
                  <a:pt x="152400" y="552450"/>
                </a:lnTo>
                <a:lnTo>
                  <a:pt x="152400" y="571500"/>
                </a:lnTo>
                <a:lnTo>
                  <a:pt x="133350" y="571500"/>
                </a:lnTo>
                <a:lnTo>
                  <a:pt x="133350" y="552450"/>
                </a:lnTo>
                <a:lnTo>
                  <a:pt x="123825" y="552450"/>
                </a:lnTo>
                <a:close/>
                <a:moveTo>
                  <a:pt x="28575" y="542925"/>
                </a:moveTo>
                <a:lnTo>
                  <a:pt x="38100" y="542925"/>
                </a:lnTo>
                <a:lnTo>
                  <a:pt x="38100" y="552450"/>
                </a:lnTo>
                <a:lnTo>
                  <a:pt x="28575" y="552450"/>
                </a:lnTo>
                <a:close/>
                <a:moveTo>
                  <a:pt x="419100" y="561975"/>
                </a:moveTo>
                <a:lnTo>
                  <a:pt x="428625" y="561975"/>
                </a:lnTo>
                <a:lnTo>
                  <a:pt x="428625" y="571500"/>
                </a:lnTo>
                <a:lnTo>
                  <a:pt x="419100" y="571500"/>
                </a:lnTo>
                <a:close/>
                <a:moveTo>
                  <a:pt x="152400" y="571500"/>
                </a:moveTo>
                <a:lnTo>
                  <a:pt x="171450" y="571500"/>
                </a:lnTo>
                <a:lnTo>
                  <a:pt x="171450" y="581025"/>
                </a:lnTo>
                <a:lnTo>
                  <a:pt x="152400" y="581025"/>
                </a:lnTo>
                <a:close/>
                <a:moveTo>
                  <a:pt x="504825" y="571500"/>
                </a:moveTo>
                <a:lnTo>
                  <a:pt x="514350" y="571500"/>
                </a:lnTo>
                <a:lnTo>
                  <a:pt x="514350" y="581025"/>
                </a:lnTo>
                <a:lnTo>
                  <a:pt x="504825" y="581025"/>
                </a:lnTo>
                <a:close/>
                <a:moveTo>
                  <a:pt x="28575" y="581025"/>
                </a:moveTo>
                <a:lnTo>
                  <a:pt x="38100" y="581025"/>
                </a:lnTo>
                <a:lnTo>
                  <a:pt x="38100" y="590550"/>
                </a:lnTo>
                <a:lnTo>
                  <a:pt x="57150" y="590550"/>
                </a:lnTo>
                <a:lnTo>
                  <a:pt x="57150" y="600075"/>
                </a:lnTo>
                <a:lnTo>
                  <a:pt x="66675" y="600075"/>
                </a:lnTo>
                <a:lnTo>
                  <a:pt x="66675" y="609600"/>
                </a:lnTo>
                <a:lnTo>
                  <a:pt x="76200" y="609600"/>
                </a:lnTo>
                <a:lnTo>
                  <a:pt x="76200" y="619125"/>
                </a:lnTo>
                <a:lnTo>
                  <a:pt x="38100" y="619125"/>
                </a:lnTo>
                <a:lnTo>
                  <a:pt x="38100" y="628650"/>
                </a:lnTo>
                <a:lnTo>
                  <a:pt x="9525" y="628650"/>
                </a:lnTo>
                <a:lnTo>
                  <a:pt x="9525" y="600075"/>
                </a:lnTo>
                <a:lnTo>
                  <a:pt x="19050" y="600075"/>
                </a:lnTo>
                <a:lnTo>
                  <a:pt x="19050" y="590550"/>
                </a:lnTo>
                <a:lnTo>
                  <a:pt x="28575" y="590550"/>
                </a:lnTo>
                <a:close/>
                <a:moveTo>
                  <a:pt x="200025" y="581025"/>
                </a:moveTo>
                <a:lnTo>
                  <a:pt x="209550" y="581025"/>
                </a:lnTo>
                <a:lnTo>
                  <a:pt x="209550" y="590550"/>
                </a:lnTo>
                <a:lnTo>
                  <a:pt x="200025" y="590550"/>
                </a:lnTo>
                <a:close/>
                <a:moveTo>
                  <a:pt x="342900" y="581025"/>
                </a:moveTo>
                <a:lnTo>
                  <a:pt x="381000" y="581025"/>
                </a:lnTo>
                <a:lnTo>
                  <a:pt x="381000" y="590550"/>
                </a:lnTo>
                <a:lnTo>
                  <a:pt x="342900" y="590550"/>
                </a:lnTo>
                <a:close/>
                <a:moveTo>
                  <a:pt x="76200" y="619125"/>
                </a:moveTo>
                <a:lnTo>
                  <a:pt x="85725" y="619125"/>
                </a:lnTo>
                <a:lnTo>
                  <a:pt x="85725" y="628650"/>
                </a:lnTo>
                <a:lnTo>
                  <a:pt x="76200" y="628650"/>
                </a:lnTo>
                <a:close/>
                <a:moveTo>
                  <a:pt x="0" y="628650"/>
                </a:moveTo>
                <a:lnTo>
                  <a:pt x="9525" y="628650"/>
                </a:lnTo>
                <a:lnTo>
                  <a:pt x="9525" y="647700"/>
                </a:lnTo>
                <a:lnTo>
                  <a:pt x="0" y="647700"/>
                </a:lnTo>
                <a:close/>
                <a:moveTo>
                  <a:pt x="95250" y="628650"/>
                </a:moveTo>
                <a:lnTo>
                  <a:pt x="104775" y="628650"/>
                </a:lnTo>
                <a:lnTo>
                  <a:pt x="104775" y="638175"/>
                </a:lnTo>
                <a:lnTo>
                  <a:pt x="95250" y="638175"/>
                </a:lnTo>
                <a:close/>
                <a:moveTo>
                  <a:pt x="438150" y="628650"/>
                </a:moveTo>
                <a:lnTo>
                  <a:pt x="447675" y="628650"/>
                </a:lnTo>
                <a:lnTo>
                  <a:pt x="447675" y="638175"/>
                </a:lnTo>
                <a:lnTo>
                  <a:pt x="438150" y="638175"/>
                </a:lnTo>
                <a:close/>
              </a:path>
            </a:pathLst>
          </a:custGeom>
          <a:solidFill xmlns:a="http://schemas.openxmlformats.org/drawingml/2006/main">
            <a:srgbClr val="F3F0E6"/>
          </a:solidFill>
          <a:ln xmlns:a="http://schemas.openxmlformats.org/drawingml/2006/main" w="0">
            <a:noFill/>
          </a:ln>
        </p:spPr>
      </p:sp>
      <p:sp>
        <p:nvSpPr>
          <p:cNvPr id="62" name="database vector #f2f0e4">
            <a:extLst xmlns:a="http://schemas.openxmlformats.org/drawingml/2006/main">
              <a:ext uri="{FF2B5EF4-FFF2-40B4-BE49-F238E27FC236}">
                <a16:creationId xmlns:a16="http://schemas.microsoft.com/office/drawing/2014/main" id="{0E221DF6-53FD-4C57-AF3F-7257C25BE43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01325" y="1533525"/>
            <a:ext cx="571500" cy="695325"/>
          </a:xfrm>
          <a:custGeom xmlns:a="http://schemas.openxmlformats.org/drawingml/2006/main">
            <a:pathLst>
              <a:path w="571500" h="695325">
                <a:moveTo>
                  <a:pt x="180975" y="28575"/>
                </a:moveTo>
                <a:lnTo>
                  <a:pt x="190500" y="28575"/>
                </a:lnTo>
                <a:lnTo>
                  <a:pt x="190500" y="38100"/>
                </a:lnTo>
                <a:lnTo>
                  <a:pt x="180975" y="38100"/>
                </a:lnTo>
                <a:close/>
                <a:moveTo>
                  <a:pt x="123825" y="47625"/>
                </a:moveTo>
                <a:lnTo>
                  <a:pt x="133350" y="47625"/>
                </a:lnTo>
                <a:lnTo>
                  <a:pt x="133350" y="57150"/>
                </a:lnTo>
                <a:lnTo>
                  <a:pt x="123825" y="57150"/>
                </a:lnTo>
                <a:close/>
                <a:moveTo>
                  <a:pt x="419100" y="47625"/>
                </a:moveTo>
                <a:lnTo>
                  <a:pt x="428625" y="47625"/>
                </a:lnTo>
                <a:lnTo>
                  <a:pt x="428625" y="57150"/>
                </a:lnTo>
                <a:lnTo>
                  <a:pt x="419100" y="57150"/>
                </a:lnTo>
                <a:close/>
                <a:moveTo>
                  <a:pt x="114300" y="57150"/>
                </a:moveTo>
                <a:lnTo>
                  <a:pt x="123825" y="57150"/>
                </a:lnTo>
                <a:lnTo>
                  <a:pt x="123825" y="66675"/>
                </a:lnTo>
                <a:lnTo>
                  <a:pt x="114300" y="66675"/>
                </a:lnTo>
                <a:close/>
                <a:moveTo>
                  <a:pt x="200025" y="95250"/>
                </a:moveTo>
                <a:lnTo>
                  <a:pt x="219075" y="95250"/>
                </a:lnTo>
                <a:lnTo>
                  <a:pt x="219075" y="104775"/>
                </a:lnTo>
                <a:lnTo>
                  <a:pt x="247650" y="104775"/>
                </a:lnTo>
                <a:lnTo>
                  <a:pt x="247650" y="114300"/>
                </a:lnTo>
                <a:lnTo>
                  <a:pt x="190500" y="114300"/>
                </a:lnTo>
                <a:lnTo>
                  <a:pt x="190500" y="104775"/>
                </a:lnTo>
                <a:lnTo>
                  <a:pt x="200025" y="104775"/>
                </a:lnTo>
                <a:close/>
                <a:moveTo>
                  <a:pt x="276225" y="104775"/>
                </a:moveTo>
                <a:lnTo>
                  <a:pt x="295275" y="104775"/>
                </a:lnTo>
                <a:lnTo>
                  <a:pt x="295275" y="114300"/>
                </a:lnTo>
                <a:lnTo>
                  <a:pt x="276225" y="114300"/>
                </a:lnTo>
                <a:close/>
                <a:moveTo>
                  <a:pt x="314325" y="104775"/>
                </a:moveTo>
                <a:lnTo>
                  <a:pt x="352425" y="104775"/>
                </a:lnTo>
                <a:lnTo>
                  <a:pt x="352425" y="114300"/>
                </a:lnTo>
                <a:lnTo>
                  <a:pt x="314325" y="114300"/>
                </a:lnTo>
                <a:close/>
                <a:moveTo>
                  <a:pt x="28575" y="114300"/>
                </a:moveTo>
                <a:lnTo>
                  <a:pt x="38100" y="114300"/>
                </a:lnTo>
                <a:lnTo>
                  <a:pt x="38100" y="142875"/>
                </a:lnTo>
                <a:lnTo>
                  <a:pt x="28575" y="142875"/>
                </a:lnTo>
                <a:close/>
                <a:moveTo>
                  <a:pt x="180975" y="114300"/>
                </a:moveTo>
                <a:lnTo>
                  <a:pt x="190500" y="114300"/>
                </a:lnTo>
                <a:lnTo>
                  <a:pt x="190500" y="123825"/>
                </a:lnTo>
                <a:lnTo>
                  <a:pt x="180975" y="123825"/>
                </a:lnTo>
                <a:close/>
                <a:moveTo>
                  <a:pt x="352425" y="114300"/>
                </a:moveTo>
                <a:lnTo>
                  <a:pt x="371475" y="114300"/>
                </a:lnTo>
                <a:lnTo>
                  <a:pt x="371475" y="123825"/>
                </a:lnTo>
                <a:lnTo>
                  <a:pt x="352425" y="123825"/>
                </a:lnTo>
                <a:close/>
                <a:moveTo>
                  <a:pt x="381000" y="114300"/>
                </a:moveTo>
                <a:lnTo>
                  <a:pt x="400050" y="114300"/>
                </a:lnTo>
                <a:lnTo>
                  <a:pt x="400050" y="123825"/>
                </a:lnTo>
                <a:lnTo>
                  <a:pt x="381000" y="123825"/>
                </a:lnTo>
                <a:close/>
                <a:moveTo>
                  <a:pt x="514350" y="114300"/>
                </a:moveTo>
                <a:lnTo>
                  <a:pt x="523875" y="114300"/>
                </a:lnTo>
                <a:lnTo>
                  <a:pt x="523875" y="133350"/>
                </a:lnTo>
                <a:lnTo>
                  <a:pt x="533400" y="133350"/>
                </a:lnTo>
                <a:lnTo>
                  <a:pt x="533400" y="314325"/>
                </a:lnTo>
                <a:lnTo>
                  <a:pt x="523875" y="314325"/>
                </a:lnTo>
                <a:lnTo>
                  <a:pt x="523875" y="142875"/>
                </a:lnTo>
                <a:lnTo>
                  <a:pt x="514350" y="142875"/>
                </a:lnTo>
                <a:close/>
                <a:moveTo>
                  <a:pt x="371475" y="123825"/>
                </a:moveTo>
                <a:lnTo>
                  <a:pt x="381000" y="123825"/>
                </a:lnTo>
                <a:lnTo>
                  <a:pt x="381000" y="133350"/>
                </a:lnTo>
                <a:lnTo>
                  <a:pt x="371475" y="133350"/>
                </a:lnTo>
                <a:close/>
                <a:moveTo>
                  <a:pt x="133350" y="142875"/>
                </a:moveTo>
                <a:lnTo>
                  <a:pt x="142875" y="142875"/>
                </a:lnTo>
                <a:lnTo>
                  <a:pt x="142875" y="152400"/>
                </a:lnTo>
                <a:lnTo>
                  <a:pt x="133350" y="152400"/>
                </a:lnTo>
                <a:close/>
                <a:moveTo>
                  <a:pt x="161925" y="161925"/>
                </a:moveTo>
                <a:lnTo>
                  <a:pt x="190500" y="161925"/>
                </a:lnTo>
                <a:lnTo>
                  <a:pt x="190500" y="171450"/>
                </a:lnTo>
                <a:lnTo>
                  <a:pt x="161925" y="171450"/>
                </a:lnTo>
                <a:close/>
                <a:moveTo>
                  <a:pt x="381000" y="161925"/>
                </a:moveTo>
                <a:lnTo>
                  <a:pt x="390525" y="161925"/>
                </a:lnTo>
                <a:lnTo>
                  <a:pt x="390525" y="171450"/>
                </a:lnTo>
                <a:lnTo>
                  <a:pt x="381000" y="171450"/>
                </a:lnTo>
                <a:close/>
                <a:moveTo>
                  <a:pt x="342900" y="171450"/>
                </a:moveTo>
                <a:lnTo>
                  <a:pt x="352425" y="171450"/>
                </a:lnTo>
                <a:lnTo>
                  <a:pt x="352425" y="180975"/>
                </a:lnTo>
                <a:lnTo>
                  <a:pt x="342900" y="180975"/>
                </a:lnTo>
                <a:close/>
                <a:moveTo>
                  <a:pt x="28575" y="190500"/>
                </a:moveTo>
                <a:lnTo>
                  <a:pt x="38100" y="190500"/>
                </a:lnTo>
                <a:lnTo>
                  <a:pt x="38100" y="219075"/>
                </a:lnTo>
                <a:lnTo>
                  <a:pt x="28575" y="219075"/>
                </a:lnTo>
                <a:close/>
                <a:moveTo>
                  <a:pt x="409575" y="238125"/>
                </a:moveTo>
                <a:lnTo>
                  <a:pt x="419100" y="238125"/>
                </a:lnTo>
                <a:lnTo>
                  <a:pt x="419100" y="247650"/>
                </a:lnTo>
                <a:lnTo>
                  <a:pt x="409575" y="247650"/>
                </a:lnTo>
                <a:close/>
                <a:moveTo>
                  <a:pt x="428625" y="238125"/>
                </a:moveTo>
                <a:lnTo>
                  <a:pt x="438150" y="238125"/>
                </a:lnTo>
                <a:lnTo>
                  <a:pt x="438150" y="247650"/>
                </a:lnTo>
                <a:lnTo>
                  <a:pt x="428625" y="247650"/>
                </a:lnTo>
                <a:close/>
                <a:moveTo>
                  <a:pt x="161925" y="247650"/>
                </a:moveTo>
                <a:lnTo>
                  <a:pt x="171450" y="247650"/>
                </a:lnTo>
                <a:lnTo>
                  <a:pt x="171450" y="257175"/>
                </a:lnTo>
                <a:lnTo>
                  <a:pt x="161925" y="257175"/>
                </a:lnTo>
                <a:close/>
                <a:moveTo>
                  <a:pt x="180975" y="247650"/>
                </a:moveTo>
                <a:lnTo>
                  <a:pt x="190500" y="247650"/>
                </a:lnTo>
                <a:lnTo>
                  <a:pt x="190500" y="257175"/>
                </a:lnTo>
                <a:lnTo>
                  <a:pt x="180975" y="257175"/>
                </a:lnTo>
                <a:close/>
                <a:moveTo>
                  <a:pt x="438150" y="247650"/>
                </a:moveTo>
                <a:lnTo>
                  <a:pt x="447675" y="247650"/>
                </a:lnTo>
                <a:lnTo>
                  <a:pt x="447675" y="257175"/>
                </a:lnTo>
                <a:lnTo>
                  <a:pt x="438150" y="257175"/>
                </a:lnTo>
                <a:close/>
                <a:moveTo>
                  <a:pt x="438150" y="266700"/>
                </a:moveTo>
                <a:lnTo>
                  <a:pt x="447675" y="266700"/>
                </a:lnTo>
                <a:lnTo>
                  <a:pt x="447675" y="276225"/>
                </a:lnTo>
                <a:lnTo>
                  <a:pt x="438150" y="276225"/>
                </a:lnTo>
                <a:close/>
                <a:moveTo>
                  <a:pt x="123825" y="285750"/>
                </a:moveTo>
                <a:lnTo>
                  <a:pt x="142875" y="285750"/>
                </a:lnTo>
                <a:lnTo>
                  <a:pt x="142875" y="295275"/>
                </a:lnTo>
                <a:lnTo>
                  <a:pt x="123825" y="295275"/>
                </a:lnTo>
                <a:close/>
                <a:moveTo>
                  <a:pt x="161925" y="285750"/>
                </a:moveTo>
                <a:lnTo>
                  <a:pt x="171450" y="285750"/>
                </a:lnTo>
                <a:lnTo>
                  <a:pt x="171450" y="295275"/>
                </a:lnTo>
                <a:lnTo>
                  <a:pt x="190500" y="295275"/>
                </a:lnTo>
                <a:lnTo>
                  <a:pt x="190500" y="304800"/>
                </a:lnTo>
                <a:lnTo>
                  <a:pt x="152400" y="304800"/>
                </a:lnTo>
                <a:lnTo>
                  <a:pt x="152400" y="295275"/>
                </a:lnTo>
                <a:lnTo>
                  <a:pt x="161925" y="295275"/>
                </a:lnTo>
                <a:close/>
                <a:moveTo>
                  <a:pt x="428625" y="285750"/>
                </a:moveTo>
                <a:lnTo>
                  <a:pt x="438150" y="285750"/>
                </a:lnTo>
                <a:lnTo>
                  <a:pt x="438150" y="295275"/>
                </a:lnTo>
                <a:lnTo>
                  <a:pt x="428625" y="295275"/>
                </a:lnTo>
                <a:close/>
                <a:moveTo>
                  <a:pt x="400050" y="295275"/>
                </a:moveTo>
                <a:lnTo>
                  <a:pt x="419100" y="295275"/>
                </a:lnTo>
                <a:lnTo>
                  <a:pt x="419100" y="304800"/>
                </a:lnTo>
                <a:lnTo>
                  <a:pt x="400050" y="304800"/>
                </a:lnTo>
                <a:close/>
                <a:moveTo>
                  <a:pt x="190500" y="304800"/>
                </a:moveTo>
                <a:lnTo>
                  <a:pt x="228600" y="304800"/>
                </a:lnTo>
                <a:lnTo>
                  <a:pt x="228600" y="314325"/>
                </a:lnTo>
                <a:lnTo>
                  <a:pt x="190500" y="314325"/>
                </a:lnTo>
                <a:close/>
                <a:moveTo>
                  <a:pt x="371475" y="304800"/>
                </a:moveTo>
                <a:lnTo>
                  <a:pt x="390525" y="304800"/>
                </a:lnTo>
                <a:lnTo>
                  <a:pt x="390525" y="314325"/>
                </a:lnTo>
                <a:lnTo>
                  <a:pt x="371475" y="314325"/>
                </a:lnTo>
                <a:close/>
                <a:moveTo>
                  <a:pt x="238125" y="314325"/>
                </a:moveTo>
                <a:lnTo>
                  <a:pt x="247650" y="314325"/>
                </a:lnTo>
                <a:lnTo>
                  <a:pt x="247650" y="323850"/>
                </a:lnTo>
                <a:lnTo>
                  <a:pt x="238125" y="323850"/>
                </a:lnTo>
                <a:close/>
                <a:moveTo>
                  <a:pt x="266700" y="314325"/>
                </a:moveTo>
                <a:lnTo>
                  <a:pt x="276225" y="314325"/>
                </a:lnTo>
                <a:lnTo>
                  <a:pt x="276225" y="323850"/>
                </a:lnTo>
                <a:lnTo>
                  <a:pt x="266700" y="323850"/>
                </a:lnTo>
                <a:close/>
                <a:moveTo>
                  <a:pt x="523875" y="333375"/>
                </a:moveTo>
                <a:lnTo>
                  <a:pt x="533400" y="333375"/>
                </a:lnTo>
                <a:lnTo>
                  <a:pt x="533400" y="371475"/>
                </a:lnTo>
                <a:lnTo>
                  <a:pt x="523875" y="371475"/>
                </a:lnTo>
                <a:close/>
                <a:moveTo>
                  <a:pt x="428625" y="361950"/>
                </a:moveTo>
                <a:lnTo>
                  <a:pt x="438150" y="361950"/>
                </a:lnTo>
                <a:lnTo>
                  <a:pt x="438150" y="371475"/>
                </a:lnTo>
                <a:lnTo>
                  <a:pt x="428625" y="371475"/>
                </a:lnTo>
                <a:close/>
                <a:moveTo>
                  <a:pt x="438150" y="371475"/>
                </a:moveTo>
                <a:lnTo>
                  <a:pt x="447675" y="371475"/>
                </a:lnTo>
                <a:lnTo>
                  <a:pt x="447675" y="381000"/>
                </a:lnTo>
                <a:lnTo>
                  <a:pt x="438150" y="381000"/>
                </a:lnTo>
                <a:close/>
                <a:moveTo>
                  <a:pt x="161925" y="390525"/>
                </a:moveTo>
                <a:lnTo>
                  <a:pt x="180975" y="390525"/>
                </a:lnTo>
                <a:lnTo>
                  <a:pt x="180975" y="400050"/>
                </a:lnTo>
                <a:lnTo>
                  <a:pt x="161925" y="400050"/>
                </a:lnTo>
                <a:close/>
                <a:moveTo>
                  <a:pt x="257175" y="409575"/>
                </a:moveTo>
                <a:lnTo>
                  <a:pt x="266700" y="409575"/>
                </a:lnTo>
                <a:lnTo>
                  <a:pt x="266700" y="419100"/>
                </a:lnTo>
                <a:lnTo>
                  <a:pt x="257175" y="419100"/>
                </a:lnTo>
                <a:close/>
                <a:moveTo>
                  <a:pt x="523875" y="409575"/>
                </a:moveTo>
                <a:lnTo>
                  <a:pt x="533400" y="409575"/>
                </a:lnTo>
                <a:lnTo>
                  <a:pt x="533400" y="419100"/>
                </a:lnTo>
                <a:lnTo>
                  <a:pt x="523875" y="419100"/>
                </a:lnTo>
                <a:close/>
                <a:moveTo>
                  <a:pt x="304800" y="428625"/>
                </a:moveTo>
                <a:lnTo>
                  <a:pt x="323850" y="428625"/>
                </a:lnTo>
                <a:lnTo>
                  <a:pt x="323850" y="438150"/>
                </a:lnTo>
                <a:lnTo>
                  <a:pt x="304800" y="438150"/>
                </a:lnTo>
                <a:close/>
                <a:moveTo>
                  <a:pt x="361950" y="428625"/>
                </a:moveTo>
                <a:lnTo>
                  <a:pt x="371475" y="428625"/>
                </a:lnTo>
                <a:lnTo>
                  <a:pt x="371475" y="438150"/>
                </a:lnTo>
                <a:lnTo>
                  <a:pt x="361950" y="438150"/>
                </a:lnTo>
                <a:close/>
                <a:moveTo>
                  <a:pt x="390525" y="514350"/>
                </a:moveTo>
                <a:lnTo>
                  <a:pt x="409575" y="514350"/>
                </a:lnTo>
                <a:lnTo>
                  <a:pt x="409575" y="523875"/>
                </a:lnTo>
                <a:lnTo>
                  <a:pt x="390525" y="523875"/>
                </a:lnTo>
                <a:close/>
                <a:moveTo>
                  <a:pt x="142875" y="523875"/>
                </a:moveTo>
                <a:lnTo>
                  <a:pt x="152400" y="523875"/>
                </a:lnTo>
                <a:lnTo>
                  <a:pt x="152400" y="533400"/>
                </a:lnTo>
                <a:lnTo>
                  <a:pt x="142875" y="533400"/>
                </a:lnTo>
                <a:close/>
                <a:moveTo>
                  <a:pt x="276225" y="523875"/>
                </a:moveTo>
                <a:lnTo>
                  <a:pt x="285750" y="523875"/>
                </a:lnTo>
                <a:lnTo>
                  <a:pt x="285750" y="533400"/>
                </a:lnTo>
                <a:lnTo>
                  <a:pt x="276225" y="533400"/>
                </a:lnTo>
                <a:close/>
                <a:moveTo>
                  <a:pt x="314325" y="523875"/>
                </a:moveTo>
                <a:lnTo>
                  <a:pt x="333375" y="523875"/>
                </a:lnTo>
                <a:lnTo>
                  <a:pt x="333375" y="533400"/>
                </a:lnTo>
                <a:lnTo>
                  <a:pt x="342900" y="533400"/>
                </a:lnTo>
                <a:lnTo>
                  <a:pt x="342900" y="542925"/>
                </a:lnTo>
                <a:lnTo>
                  <a:pt x="323850" y="542925"/>
                </a:lnTo>
                <a:lnTo>
                  <a:pt x="323850" y="533400"/>
                </a:lnTo>
                <a:lnTo>
                  <a:pt x="314325" y="533400"/>
                </a:lnTo>
                <a:close/>
                <a:moveTo>
                  <a:pt x="361950" y="523875"/>
                </a:moveTo>
                <a:lnTo>
                  <a:pt x="390525" y="523875"/>
                </a:lnTo>
                <a:lnTo>
                  <a:pt x="390525" y="533400"/>
                </a:lnTo>
                <a:lnTo>
                  <a:pt x="381000" y="533400"/>
                </a:lnTo>
                <a:lnTo>
                  <a:pt x="381000" y="542925"/>
                </a:lnTo>
                <a:lnTo>
                  <a:pt x="371475" y="542925"/>
                </a:lnTo>
                <a:lnTo>
                  <a:pt x="371475" y="533400"/>
                </a:lnTo>
                <a:lnTo>
                  <a:pt x="361950" y="533400"/>
                </a:lnTo>
                <a:close/>
                <a:moveTo>
                  <a:pt x="161925" y="533400"/>
                </a:moveTo>
                <a:lnTo>
                  <a:pt x="228600" y="533400"/>
                </a:lnTo>
                <a:lnTo>
                  <a:pt x="228600" y="542925"/>
                </a:lnTo>
                <a:lnTo>
                  <a:pt x="209550" y="542925"/>
                </a:lnTo>
                <a:lnTo>
                  <a:pt x="209550" y="552450"/>
                </a:lnTo>
                <a:lnTo>
                  <a:pt x="171450" y="552450"/>
                </a:lnTo>
                <a:lnTo>
                  <a:pt x="171450" y="561975"/>
                </a:lnTo>
                <a:lnTo>
                  <a:pt x="228600" y="561975"/>
                </a:lnTo>
                <a:lnTo>
                  <a:pt x="228600" y="542925"/>
                </a:lnTo>
                <a:lnTo>
                  <a:pt x="238125" y="542925"/>
                </a:lnTo>
                <a:lnTo>
                  <a:pt x="238125" y="561975"/>
                </a:lnTo>
                <a:lnTo>
                  <a:pt x="228600" y="561975"/>
                </a:lnTo>
                <a:lnTo>
                  <a:pt x="228600" y="581025"/>
                </a:lnTo>
                <a:lnTo>
                  <a:pt x="171450" y="581025"/>
                </a:lnTo>
                <a:lnTo>
                  <a:pt x="171450" y="571500"/>
                </a:lnTo>
                <a:lnTo>
                  <a:pt x="161925" y="571500"/>
                </a:lnTo>
                <a:lnTo>
                  <a:pt x="161925" y="552450"/>
                </a:lnTo>
                <a:lnTo>
                  <a:pt x="152400" y="552450"/>
                </a:lnTo>
                <a:lnTo>
                  <a:pt x="152400" y="542925"/>
                </a:lnTo>
                <a:lnTo>
                  <a:pt x="161925" y="542925"/>
                </a:lnTo>
                <a:close/>
                <a:moveTo>
                  <a:pt x="285750" y="533400"/>
                </a:moveTo>
                <a:lnTo>
                  <a:pt x="314325" y="533400"/>
                </a:lnTo>
                <a:lnTo>
                  <a:pt x="314325" y="542925"/>
                </a:lnTo>
                <a:lnTo>
                  <a:pt x="285750" y="542925"/>
                </a:lnTo>
                <a:close/>
                <a:moveTo>
                  <a:pt x="523875" y="533400"/>
                </a:moveTo>
                <a:lnTo>
                  <a:pt x="533400" y="533400"/>
                </a:lnTo>
                <a:lnTo>
                  <a:pt x="533400" y="552450"/>
                </a:lnTo>
                <a:lnTo>
                  <a:pt x="523875" y="552450"/>
                </a:lnTo>
                <a:close/>
                <a:moveTo>
                  <a:pt x="28575" y="552450"/>
                </a:moveTo>
                <a:lnTo>
                  <a:pt x="38100" y="552450"/>
                </a:lnTo>
                <a:lnTo>
                  <a:pt x="38100" y="571500"/>
                </a:lnTo>
                <a:lnTo>
                  <a:pt x="28575" y="571500"/>
                </a:lnTo>
                <a:close/>
                <a:moveTo>
                  <a:pt x="400050" y="561975"/>
                </a:moveTo>
                <a:lnTo>
                  <a:pt x="409575" y="561975"/>
                </a:lnTo>
                <a:lnTo>
                  <a:pt x="409575" y="571500"/>
                </a:lnTo>
                <a:lnTo>
                  <a:pt x="400050" y="571500"/>
                </a:lnTo>
                <a:close/>
                <a:moveTo>
                  <a:pt x="514350" y="571500"/>
                </a:moveTo>
                <a:lnTo>
                  <a:pt x="523875" y="571500"/>
                </a:lnTo>
                <a:lnTo>
                  <a:pt x="523875" y="581025"/>
                </a:lnTo>
                <a:lnTo>
                  <a:pt x="514350" y="581025"/>
                </a:lnTo>
                <a:close/>
                <a:moveTo>
                  <a:pt x="0" y="581025"/>
                </a:moveTo>
                <a:lnTo>
                  <a:pt x="9525" y="581025"/>
                </a:lnTo>
                <a:lnTo>
                  <a:pt x="9525" y="600075"/>
                </a:lnTo>
                <a:lnTo>
                  <a:pt x="0" y="600075"/>
                </a:lnTo>
                <a:close/>
                <a:moveTo>
                  <a:pt x="19050" y="581025"/>
                </a:moveTo>
                <a:lnTo>
                  <a:pt x="28575" y="581025"/>
                </a:lnTo>
                <a:lnTo>
                  <a:pt x="28575" y="590550"/>
                </a:lnTo>
                <a:lnTo>
                  <a:pt x="19050" y="590550"/>
                </a:lnTo>
                <a:close/>
                <a:moveTo>
                  <a:pt x="238125" y="581025"/>
                </a:moveTo>
                <a:lnTo>
                  <a:pt x="247650" y="581025"/>
                </a:lnTo>
                <a:lnTo>
                  <a:pt x="247650" y="590550"/>
                </a:lnTo>
                <a:lnTo>
                  <a:pt x="238125" y="590550"/>
                </a:lnTo>
                <a:close/>
                <a:moveTo>
                  <a:pt x="400050" y="638175"/>
                </a:moveTo>
                <a:lnTo>
                  <a:pt x="438150" y="638175"/>
                </a:lnTo>
                <a:lnTo>
                  <a:pt x="438150" y="647700"/>
                </a:lnTo>
                <a:lnTo>
                  <a:pt x="400050" y="647700"/>
                </a:lnTo>
                <a:close/>
                <a:moveTo>
                  <a:pt x="209550" y="657225"/>
                </a:moveTo>
                <a:lnTo>
                  <a:pt x="257175" y="657225"/>
                </a:lnTo>
                <a:lnTo>
                  <a:pt x="257175" y="666750"/>
                </a:lnTo>
                <a:lnTo>
                  <a:pt x="209550" y="666750"/>
                </a:lnTo>
                <a:close/>
                <a:moveTo>
                  <a:pt x="304800" y="657225"/>
                </a:moveTo>
                <a:lnTo>
                  <a:pt x="314325" y="657225"/>
                </a:lnTo>
                <a:lnTo>
                  <a:pt x="314325" y="666750"/>
                </a:lnTo>
                <a:lnTo>
                  <a:pt x="304800" y="666750"/>
                </a:lnTo>
                <a:close/>
              </a:path>
            </a:pathLst>
          </a:custGeom>
          <a:solidFill xmlns:a="http://schemas.openxmlformats.org/drawingml/2006/main">
            <a:srgbClr val="F2F0E4"/>
          </a:solidFill>
          <a:ln xmlns:a="http://schemas.openxmlformats.org/drawingml/2006/main" w="0">
            <a:noFill/>
          </a:ln>
        </p:spPr>
      </p:sp>
      <p:sp>
        <p:nvSpPr>
          <p:cNvPr id="63" name="database vector #f2f0e3">
            <a:extLst xmlns:a="http://schemas.openxmlformats.org/drawingml/2006/main">
              <a:ext uri="{FF2B5EF4-FFF2-40B4-BE49-F238E27FC236}">
                <a16:creationId xmlns:a16="http://schemas.microsoft.com/office/drawing/2014/main" id="{C2BF0135-4CC9-4D64-ABAA-7FD81C12750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01325" y="1533525"/>
            <a:ext cx="571500" cy="695325"/>
          </a:xfrm>
          <a:custGeom xmlns:a="http://schemas.openxmlformats.org/drawingml/2006/main">
            <a:pathLst>
              <a:path w="571500" h="695325">
                <a:moveTo>
                  <a:pt x="447675" y="0"/>
                </a:moveTo>
                <a:lnTo>
                  <a:pt x="466725" y="0"/>
                </a:lnTo>
                <a:lnTo>
                  <a:pt x="466725" y="19050"/>
                </a:lnTo>
                <a:lnTo>
                  <a:pt x="447675" y="19050"/>
                </a:lnTo>
                <a:close/>
                <a:moveTo>
                  <a:pt x="438150" y="19050"/>
                </a:moveTo>
                <a:lnTo>
                  <a:pt x="447675" y="19050"/>
                </a:lnTo>
                <a:lnTo>
                  <a:pt x="447675" y="28575"/>
                </a:lnTo>
                <a:lnTo>
                  <a:pt x="438150" y="28575"/>
                </a:lnTo>
                <a:close/>
                <a:moveTo>
                  <a:pt x="190500" y="28575"/>
                </a:moveTo>
                <a:lnTo>
                  <a:pt x="200025" y="28575"/>
                </a:lnTo>
                <a:lnTo>
                  <a:pt x="200025" y="38100"/>
                </a:lnTo>
                <a:lnTo>
                  <a:pt x="190500" y="38100"/>
                </a:lnTo>
                <a:close/>
                <a:moveTo>
                  <a:pt x="209550" y="28575"/>
                </a:moveTo>
                <a:lnTo>
                  <a:pt x="219075" y="28575"/>
                </a:lnTo>
                <a:lnTo>
                  <a:pt x="219075" y="38100"/>
                </a:lnTo>
                <a:lnTo>
                  <a:pt x="209550" y="38100"/>
                </a:lnTo>
                <a:close/>
                <a:moveTo>
                  <a:pt x="361950" y="28575"/>
                </a:moveTo>
                <a:lnTo>
                  <a:pt x="381000" y="28575"/>
                </a:lnTo>
                <a:lnTo>
                  <a:pt x="381000" y="38100"/>
                </a:lnTo>
                <a:lnTo>
                  <a:pt x="361950" y="38100"/>
                </a:lnTo>
                <a:close/>
                <a:moveTo>
                  <a:pt x="95250" y="47625"/>
                </a:moveTo>
                <a:lnTo>
                  <a:pt x="123825" y="47625"/>
                </a:lnTo>
                <a:lnTo>
                  <a:pt x="123825" y="57150"/>
                </a:lnTo>
                <a:lnTo>
                  <a:pt x="95250" y="57150"/>
                </a:lnTo>
                <a:close/>
                <a:moveTo>
                  <a:pt x="76200" y="57150"/>
                </a:moveTo>
                <a:lnTo>
                  <a:pt x="85725" y="57150"/>
                </a:lnTo>
                <a:lnTo>
                  <a:pt x="85725" y="66675"/>
                </a:lnTo>
                <a:lnTo>
                  <a:pt x="76200" y="66675"/>
                </a:lnTo>
                <a:close/>
                <a:moveTo>
                  <a:pt x="57150" y="66675"/>
                </a:moveTo>
                <a:lnTo>
                  <a:pt x="66675" y="66675"/>
                </a:lnTo>
                <a:lnTo>
                  <a:pt x="66675" y="85725"/>
                </a:lnTo>
                <a:lnTo>
                  <a:pt x="47625" y="85725"/>
                </a:lnTo>
                <a:lnTo>
                  <a:pt x="47625" y="76200"/>
                </a:lnTo>
                <a:lnTo>
                  <a:pt x="57150" y="76200"/>
                </a:lnTo>
                <a:close/>
                <a:moveTo>
                  <a:pt x="533400" y="66675"/>
                </a:moveTo>
                <a:lnTo>
                  <a:pt x="542925" y="66675"/>
                </a:lnTo>
                <a:lnTo>
                  <a:pt x="542925" y="76200"/>
                </a:lnTo>
                <a:lnTo>
                  <a:pt x="533400" y="76200"/>
                </a:lnTo>
                <a:close/>
                <a:moveTo>
                  <a:pt x="495300" y="76200"/>
                </a:moveTo>
                <a:lnTo>
                  <a:pt x="514350" y="76200"/>
                </a:lnTo>
                <a:lnTo>
                  <a:pt x="514350" y="95250"/>
                </a:lnTo>
                <a:lnTo>
                  <a:pt x="504825" y="95250"/>
                </a:lnTo>
                <a:lnTo>
                  <a:pt x="504825" y="85725"/>
                </a:lnTo>
                <a:lnTo>
                  <a:pt x="495300" y="85725"/>
                </a:lnTo>
                <a:close/>
                <a:moveTo>
                  <a:pt x="38100" y="95250"/>
                </a:moveTo>
                <a:lnTo>
                  <a:pt x="47625" y="95250"/>
                </a:lnTo>
                <a:lnTo>
                  <a:pt x="47625" y="104775"/>
                </a:lnTo>
                <a:lnTo>
                  <a:pt x="38100" y="104775"/>
                </a:lnTo>
                <a:close/>
                <a:moveTo>
                  <a:pt x="190500" y="114300"/>
                </a:moveTo>
                <a:lnTo>
                  <a:pt x="209550" y="114300"/>
                </a:lnTo>
                <a:lnTo>
                  <a:pt x="209550" y="123825"/>
                </a:lnTo>
                <a:lnTo>
                  <a:pt x="200025" y="123825"/>
                </a:lnTo>
                <a:lnTo>
                  <a:pt x="200025" y="161925"/>
                </a:lnTo>
                <a:lnTo>
                  <a:pt x="161925" y="161925"/>
                </a:lnTo>
                <a:lnTo>
                  <a:pt x="161925" y="152400"/>
                </a:lnTo>
                <a:lnTo>
                  <a:pt x="171450" y="152400"/>
                </a:lnTo>
                <a:lnTo>
                  <a:pt x="171450" y="142875"/>
                </a:lnTo>
                <a:lnTo>
                  <a:pt x="161925" y="142875"/>
                </a:lnTo>
                <a:lnTo>
                  <a:pt x="161925" y="123825"/>
                </a:lnTo>
                <a:lnTo>
                  <a:pt x="171450" y="123825"/>
                </a:lnTo>
                <a:lnTo>
                  <a:pt x="171450" y="133350"/>
                </a:lnTo>
                <a:lnTo>
                  <a:pt x="180975" y="133350"/>
                </a:lnTo>
                <a:lnTo>
                  <a:pt x="180975" y="123825"/>
                </a:lnTo>
                <a:lnTo>
                  <a:pt x="190500" y="123825"/>
                </a:lnTo>
                <a:close/>
                <a:moveTo>
                  <a:pt x="219075" y="114300"/>
                </a:moveTo>
                <a:lnTo>
                  <a:pt x="238125" y="114300"/>
                </a:lnTo>
                <a:lnTo>
                  <a:pt x="238125" y="123825"/>
                </a:lnTo>
                <a:lnTo>
                  <a:pt x="219075" y="123825"/>
                </a:lnTo>
                <a:close/>
                <a:moveTo>
                  <a:pt x="361950" y="123825"/>
                </a:moveTo>
                <a:lnTo>
                  <a:pt x="371475" y="123825"/>
                </a:lnTo>
                <a:lnTo>
                  <a:pt x="371475" y="133350"/>
                </a:lnTo>
                <a:lnTo>
                  <a:pt x="361950" y="133350"/>
                </a:lnTo>
                <a:close/>
                <a:moveTo>
                  <a:pt x="9525" y="133350"/>
                </a:moveTo>
                <a:lnTo>
                  <a:pt x="19050" y="133350"/>
                </a:lnTo>
                <a:lnTo>
                  <a:pt x="19050" y="171450"/>
                </a:lnTo>
                <a:lnTo>
                  <a:pt x="9525" y="171450"/>
                </a:lnTo>
                <a:close/>
                <a:moveTo>
                  <a:pt x="142875" y="133350"/>
                </a:moveTo>
                <a:lnTo>
                  <a:pt x="152400" y="133350"/>
                </a:lnTo>
                <a:lnTo>
                  <a:pt x="152400" y="142875"/>
                </a:lnTo>
                <a:lnTo>
                  <a:pt x="142875" y="142875"/>
                </a:lnTo>
                <a:close/>
                <a:moveTo>
                  <a:pt x="142875" y="152400"/>
                </a:moveTo>
                <a:lnTo>
                  <a:pt x="152400" y="152400"/>
                </a:lnTo>
                <a:lnTo>
                  <a:pt x="152400" y="161925"/>
                </a:lnTo>
                <a:lnTo>
                  <a:pt x="142875" y="161925"/>
                </a:lnTo>
                <a:close/>
                <a:moveTo>
                  <a:pt x="323850" y="152400"/>
                </a:moveTo>
                <a:lnTo>
                  <a:pt x="342900" y="152400"/>
                </a:lnTo>
                <a:lnTo>
                  <a:pt x="342900" y="161925"/>
                </a:lnTo>
                <a:lnTo>
                  <a:pt x="333375" y="161925"/>
                </a:lnTo>
                <a:lnTo>
                  <a:pt x="333375" y="171450"/>
                </a:lnTo>
                <a:lnTo>
                  <a:pt x="323850" y="171450"/>
                </a:lnTo>
                <a:close/>
                <a:moveTo>
                  <a:pt x="9525" y="190500"/>
                </a:moveTo>
                <a:lnTo>
                  <a:pt x="19050" y="190500"/>
                </a:lnTo>
                <a:lnTo>
                  <a:pt x="19050" y="228600"/>
                </a:lnTo>
                <a:lnTo>
                  <a:pt x="9525" y="228600"/>
                </a:lnTo>
                <a:close/>
                <a:moveTo>
                  <a:pt x="9525" y="247650"/>
                </a:moveTo>
                <a:lnTo>
                  <a:pt x="19050" y="247650"/>
                </a:lnTo>
                <a:lnTo>
                  <a:pt x="19050" y="257175"/>
                </a:lnTo>
                <a:lnTo>
                  <a:pt x="9525" y="257175"/>
                </a:lnTo>
                <a:close/>
                <a:moveTo>
                  <a:pt x="114300" y="247650"/>
                </a:moveTo>
                <a:lnTo>
                  <a:pt x="123825" y="247650"/>
                </a:lnTo>
                <a:lnTo>
                  <a:pt x="123825" y="257175"/>
                </a:lnTo>
                <a:lnTo>
                  <a:pt x="114300" y="257175"/>
                </a:lnTo>
                <a:close/>
                <a:moveTo>
                  <a:pt x="400050" y="247650"/>
                </a:moveTo>
                <a:lnTo>
                  <a:pt x="409575" y="247650"/>
                </a:lnTo>
                <a:lnTo>
                  <a:pt x="409575" y="257175"/>
                </a:lnTo>
                <a:lnTo>
                  <a:pt x="400050" y="257175"/>
                </a:lnTo>
                <a:close/>
                <a:moveTo>
                  <a:pt x="276225" y="257175"/>
                </a:moveTo>
                <a:lnTo>
                  <a:pt x="285750" y="257175"/>
                </a:lnTo>
                <a:lnTo>
                  <a:pt x="285750" y="276225"/>
                </a:lnTo>
                <a:lnTo>
                  <a:pt x="304800" y="276225"/>
                </a:lnTo>
                <a:lnTo>
                  <a:pt x="304800" y="266700"/>
                </a:lnTo>
                <a:lnTo>
                  <a:pt x="314325" y="266700"/>
                </a:lnTo>
                <a:lnTo>
                  <a:pt x="314325" y="276225"/>
                </a:lnTo>
                <a:lnTo>
                  <a:pt x="333375" y="276225"/>
                </a:lnTo>
                <a:lnTo>
                  <a:pt x="333375" y="266700"/>
                </a:lnTo>
                <a:lnTo>
                  <a:pt x="390525" y="266700"/>
                </a:lnTo>
                <a:lnTo>
                  <a:pt x="390525" y="257175"/>
                </a:lnTo>
                <a:lnTo>
                  <a:pt x="400050" y="257175"/>
                </a:lnTo>
                <a:lnTo>
                  <a:pt x="400050" y="266700"/>
                </a:lnTo>
                <a:lnTo>
                  <a:pt x="390525" y="266700"/>
                </a:lnTo>
                <a:lnTo>
                  <a:pt x="390525" y="276225"/>
                </a:lnTo>
                <a:lnTo>
                  <a:pt x="361950" y="276225"/>
                </a:lnTo>
                <a:lnTo>
                  <a:pt x="361950" y="285750"/>
                </a:lnTo>
                <a:lnTo>
                  <a:pt x="352425" y="285750"/>
                </a:lnTo>
                <a:lnTo>
                  <a:pt x="352425" y="295275"/>
                </a:lnTo>
                <a:lnTo>
                  <a:pt x="342900" y="295275"/>
                </a:lnTo>
                <a:lnTo>
                  <a:pt x="342900" y="304800"/>
                </a:lnTo>
                <a:lnTo>
                  <a:pt x="314325" y="304800"/>
                </a:lnTo>
                <a:lnTo>
                  <a:pt x="314325" y="323850"/>
                </a:lnTo>
                <a:lnTo>
                  <a:pt x="304800" y="323850"/>
                </a:lnTo>
                <a:lnTo>
                  <a:pt x="304800" y="314325"/>
                </a:lnTo>
                <a:lnTo>
                  <a:pt x="295275" y="314325"/>
                </a:lnTo>
                <a:lnTo>
                  <a:pt x="295275" y="304800"/>
                </a:lnTo>
                <a:lnTo>
                  <a:pt x="276225" y="304800"/>
                </a:lnTo>
                <a:lnTo>
                  <a:pt x="276225" y="314325"/>
                </a:lnTo>
                <a:lnTo>
                  <a:pt x="266700" y="314325"/>
                </a:lnTo>
                <a:lnTo>
                  <a:pt x="266700" y="304800"/>
                </a:lnTo>
                <a:lnTo>
                  <a:pt x="257175" y="304800"/>
                </a:lnTo>
                <a:lnTo>
                  <a:pt x="257175" y="285750"/>
                </a:lnTo>
                <a:lnTo>
                  <a:pt x="266700" y="285750"/>
                </a:lnTo>
                <a:lnTo>
                  <a:pt x="266700" y="276225"/>
                </a:lnTo>
                <a:lnTo>
                  <a:pt x="276225" y="276225"/>
                </a:lnTo>
                <a:close/>
                <a:moveTo>
                  <a:pt x="171450" y="266700"/>
                </a:moveTo>
                <a:lnTo>
                  <a:pt x="180975" y="266700"/>
                </a:lnTo>
                <a:lnTo>
                  <a:pt x="180975" y="285750"/>
                </a:lnTo>
                <a:lnTo>
                  <a:pt x="171450" y="285750"/>
                </a:lnTo>
                <a:close/>
                <a:moveTo>
                  <a:pt x="123825" y="276225"/>
                </a:moveTo>
                <a:lnTo>
                  <a:pt x="142875" y="276225"/>
                </a:lnTo>
                <a:lnTo>
                  <a:pt x="142875" y="285750"/>
                </a:lnTo>
                <a:lnTo>
                  <a:pt x="123825" y="285750"/>
                </a:lnTo>
                <a:close/>
                <a:moveTo>
                  <a:pt x="142875" y="285750"/>
                </a:moveTo>
                <a:lnTo>
                  <a:pt x="152400" y="285750"/>
                </a:lnTo>
                <a:lnTo>
                  <a:pt x="152400" y="295275"/>
                </a:lnTo>
                <a:lnTo>
                  <a:pt x="142875" y="295275"/>
                </a:lnTo>
                <a:close/>
                <a:moveTo>
                  <a:pt x="438150" y="381000"/>
                </a:moveTo>
                <a:lnTo>
                  <a:pt x="447675" y="381000"/>
                </a:lnTo>
                <a:lnTo>
                  <a:pt x="447675" y="400050"/>
                </a:lnTo>
                <a:lnTo>
                  <a:pt x="438150" y="400050"/>
                </a:lnTo>
                <a:close/>
                <a:moveTo>
                  <a:pt x="180975" y="400050"/>
                </a:moveTo>
                <a:lnTo>
                  <a:pt x="200025" y="400050"/>
                </a:lnTo>
                <a:lnTo>
                  <a:pt x="200025" y="409575"/>
                </a:lnTo>
                <a:lnTo>
                  <a:pt x="190500" y="409575"/>
                </a:lnTo>
                <a:lnTo>
                  <a:pt x="190500" y="419100"/>
                </a:lnTo>
                <a:lnTo>
                  <a:pt x="200025" y="419100"/>
                </a:lnTo>
                <a:lnTo>
                  <a:pt x="200025" y="409575"/>
                </a:lnTo>
                <a:lnTo>
                  <a:pt x="219075" y="409575"/>
                </a:lnTo>
                <a:lnTo>
                  <a:pt x="219075" y="419100"/>
                </a:lnTo>
                <a:lnTo>
                  <a:pt x="200025" y="419100"/>
                </a:lnTo>
                <a:lnTo>
                  <a:pt x="200025" y="428625"/>
                </a:lnTo>
                <a:lnTo>
                  <a:pt x="180975" y="428625"/>
                </a:lnTo>
                <a:close/>
                <a:moveTo>
                  <a:pt x="247650" y="400050"/>
                </a:moveTo>
                <a:lnTo>
                  <a:pt x="266700" y="400050"/>
                </a:lnTo>
                <a:lnTo>
                  <a:pt x="266700" y="409575"/>
                </a:lnTo>
                <a:lnTo>
                  <a:pt x="247650" y="409575"/>
                </a:lnTo>
                <a:close/>
                <a:moveTo>
                  <a:pt x="142875" y="409575"/>
                </a:moveTo>
                <a:lnTo>
                  <a:pt x="152400" y="409575"/>
                </a:lnTo>
                <a:lnTo>
                  <a:pt x="152400" y="419100"/>
                </a:lnTo>
                <a:lnTo>
                  <a:pt x="142875" y="419100"/>
                </a:lnTo>
                <a:close/>
                <a:moveTo>
                  <a:pt x="238125" y="409575"/>
                </a:moveTo>
                <a:lnTo>
                  <a:pt x="247650" y="409575"/>
                </a:lnTo>
                <a:lnTo>
                  <a:pt x="247650" y="419100"/>
                </a:lnTo>
                <a:lnTo>
                  <a:pt x="238125" y="419100"/>
                </a:lnTo>
                <a:close/>
                <a:moveTo>
                  <a:pt x="266700" y="409575"/>
                </a:moveTo>
                <a:lnTo>
                  <a:pt x="276225" y="409575"/>
                </a:lnTo>
                <a:lnTo>
                  <a:pt x="276225" y="419100"/>
                </a:lnTo>
                <a:lnTo>
                  <a:pt x="266700" y="419100"/>
                </a:lnTo>
                <a:close/>
                <a:moveTo>
                  <a:pt x="152400" y="419100"/>
                </a:moveTo>
                <a:lnTo>
                  <a:pt x="161925" y="419100"/>
                </a:lnTo>
                <a:lnTo>
                  <a:pt x="161925" y="428625"/>
                </a:lnTo>
                <a:lnTo>
                  <a:pt x="152400" y="428625"/>
                </a:lnTo>
                <a:close/>
                <a:moveTo>
                  <a:pt x="219075" y="419100"/>
                </a:moveTo>
                <a:lnTo>
                  <a:pt x="228600" y="419100"/>
                </a:lnTo>
                <a:lnTo>
                  <a:pt x="228600" y="428625"/>
                </a:lnTo>
                <a:lnTo>
                  <a:pt x="219075" y="428625"/>
                </a:lnTo>
                <a:close/>
                <a:moveTo>
                  <a:pt x="276225" y="419100"/>
                </a:moveTo>
                <a:lnTo>
                  <a:pt x="285750" y="419100"/>
                </a:lnTo>
                <a:lnTo>
                  <a:pt x="285750" y="428625"/>
                </a:lnTo>
                <a:lnTo>
                  <a:pt x="276225" y="428625"/>
                </a:lnTo>
                <a:close/>
                <a:moveTo>
                  <a:pt x="419100" y="419100"/>
                </a:moveTo>
                <a:lnTo>
                  <a:pt x="428625" y="419100"/>
                </a:lnTo>
                <a:lnTo>
                  <a:pt x="428625" y="428625"/>
                </a:lnTo>
                <a:lnTo>
                  <a:pt x="419100" y="428625"/>
                </a:lnTo>
                <a:close/>
                <a:moveTo>
                  <a:pt x="161925" y="428625"/>
                </a:moveTo>
                <a:lnTo>
                  <a:pt x="171450" y="428625"/>
                </a:lnTo>
                <a:lnTo>
                  <a:pt x="171450" y="438150"/>
                </a:lnTo>
                <a:lnTo>
                  <a:pt x="161925" y="438150"/>
                </a:lnTo>
                <a:close/>
                <a:moveTo>
                  <a:pt x="0" y="476250"/>
                </a:moveTo>
                <a:lnTo>
                  <a:pt x="19050" y="476250"/>
                </a:lnTo>
                <a:lnTo>
                  <a:pt x="19050" y="495300"/>
                </a:lnTo>
                <a:lnTo>
                  <a:pt x="28575" y="495300"/>
                </a:lnTo>
                <a:lnTo>
                  <a:pt x="28575" y="561975"/>
                </a:lnTo>
                <a:lnTo>
                  <a:pt x="0" y="561975"/>
                </a:lnTo>
                <a:lnTo>
                  <a:pt x="0" y="542925"/>
                </a:lnTo>
                <a:lnTo>
                  <a:pt x="9525" y="542925"/>
                </a:lnTo>
                <a:lnTo>
                  <a:pt x="9525" y="533400"/>
                </a:lnTo>
                <a:lnTo>
                  <a:pt x="19050" y="533400"/>
                </a:lnTo>
                <a:lnTo>
                  <a:pt x="19050" y="514350"/>
                </a:lnTo>
                <a:lnTo>
                  <a:pt x="9525" y="514350"/>
                </a:lnTo>
                <a:lnTo>
                  <a:pt x="9525" y="495300"/>
                </a:lnTo>
                <a:lnTo>
                  <a:pt x="0" y="495300"/>
                </a:lnTo>
                <a:close/>
                <a:moveTo>
                  <a:pt x="123825" y="523875"/>
                </a:moveTo>
                <a:lnTo>
                  <a:pt x="133350" y="523875"/>
                </a:lnTo>
                <a:lnTo>
                  <a:pt x="133350" y="533400"/>
                </a:lnTo>
                <a:lnTo>
                  <a:pt x="123825" y="533400"/>
                </a:lnTo>
                <a:close/>
                <a:moveTo>
                  <a:pt x="390525" y="523875"/>
                </a:moveTo>
                <a:lnTo>
                  <a:pt x="400050" y="523875"/>
                </a:lnTo>
                <a:lnTo>
                  <a:pt x="400050" y="542925"/>
                </a:lnTo>
                <a:lnTo>
                  <a:pt x="381000" y="542925"/>
                </a:lnTo>
                <a:lnTo>
                  <a:pt x="381000" y="533400"/>
                </a:lnTo>
                <a:lnTo>
                  <a:pt x="390525" y="533400"/>
                </a:lnTo>
                <a:close/>
                <a:moveTo>
                  <a:pt x="276225" y="533400"/>
                </a:moveTo>
                <a:lnTo>
                  <a:pt x="285750" y="533400"/>
                </a:lnTo>
                <a:lnTo>
                  <a:pt x="285750" y="542925"/>
                </a:lnTo>
                <a:lnTo>
                  <a:pt x="276225" y="542925"/>
                </a:lnTo>
                <a:close/>
                <a:moveTo>
                  <a:pt x="314325" y="533400"/>
                </a:moveTo>
                <a:lnTo>
                  <a:pt x="323850" y="533400"/>
                </a:lnTo>
                <a:lnTo>
                  <a:pt x="323850" y="542925"/>
                </a:lnTo>
                <a:lnTo>
                  <a:pt x="314325" y="542925"/>
                </a:lnTo>
                <a:close/>
                <a:moveTo>
                  <a:pt x="285750" y="542925"/>
                </a:moveTo>
                <a:lnTo>
                  <a:pt x="295275" y="542925"/>
                </a:lnTo>
                <a:lnTo>
                  <a:pt x="295275" y="552450"/>
                </a:lnTo>
                <a:lnTo>
                  <a:pt x="285750" y="552450"/>
                </a:lnTo>
                <a:close/>
                <a:moveTo>
                  <a:pt x="171450" y="552450"/>
                </a:moveTo>
                <a:lnTo>
                  <a:pt x="190500" y="552450"/>
                </a:lnTo>
                <a:lnTo>
                  <a:pt x="190500" y="561975"/>
                </a:lnTo>
                <a:lnTo>
                  <a:pt x="171450" y="561975"/>
                </a:lnTo>
                <a:close/>
                <a:moveTo>
                  <a:pt x="238125" y="552450"/>
                </a:moveTo>
                <a:lnTo>
                  <a:pt x="247650" y="552450"/>
                </a:lnTo>
                <a:lnTo>
                  <a:pt x="247650" y="561975"/>
                </a:lnTo>
                <a:lnTo>
                  <a:pt x="238125" y="561975"/>
                </a:lnTo>
                <a:close/>
                <a:moveTo>
                  <a:pt x="419100" y="552450"/>
                </a:moveTo>
                <a:lnTo>
                  <a:pt x="428625" y="552450"/>
                </a:lnTo>
                <a:lnTo>
                  <a:pt x="428625" y="561975"/>
                </a:lnTo>
                <a:lnTo>
                  <a:pt x="419100" y="561975"/>
                </a:lnTo>
                <a:close/>
                <a:moveTo>
                  <a:pt x="485775" y="609600"/>
                </a:moveTo>
                <a:lnTo>
                  <a:pt x="495300" y="609600"/>
                </a:lnTo>
                <a:lnTo>
                  <a:pt x="495300" y="638175"/>
                </a:lnTo>
                <a:lnTo>
                  <a:pt x="457200" y="638175"/>
                </a:lnTo>
                <a:lnTo>
                  <a:pt x="457200" y="628650"/>
                </a:lnTo>
                <a:lnTo>
                  <a:pt x="466725" y="628650"/>
                </a:lnTo>
                <a:lnTo>
                  <a:pt x="466725" y="619125"/>
                </a:lnTo>
                <a:lnTo>
                  <a:pt x="485775" y="619125"/>
                </a:lnTo>
                <a:close/>
                <a:moveTo>
                  <a:pt x="438150" y="638175"/>
                </a:moveTo>
                <a:lnTo>
                  <a:pt x="457200" y="638175"/>
                </a:lnTo>
                <a:lnTo>
                  <a:pt x="457200" y="647700"/>
                </a:lnTo>
                <a:lnTo>
                  <a:pt x="438150" y="647700"/>
                </a:lnTo>
                <a:close/>
                <a:moveTo>
                  <a:pt x="152400" y="647700"/>
                </a:moveTo>
                <a:lnTo>
                  <a:pt x="171450" y="647700"/>
                </a:lnTo>
                <a:lnTo>
                  <a:pt x="171450" y="657225"/>
                </a:lnTo>
                <a:lnTo>
                  <a:pt x="190500" y="657225"/>
                </a:lnTo>
                <a:lnTo>
                  <a:pt x="190500" y="666750"/>
                </a:lnTo>
                <a:lnTo>
                  <a:pt x="200025" y="666750"/>
                </a:lnTo>
                <a:lnTo>
                  <a:pt x="200025" y="657225"/>
                </a:lnTo>
                <a:lnTo>
                  <a:pt x="209550" y="657225"/>
                </a:lnTo>
                <a:lnTo>
                  <a:pt x="209550" y="666750"/>
                </a:lnTo>
                <a:lnTo>
                  <a:pt x="200025" y="666750"/>
                </a:lnTo>
                <a:lnTo>
                  <a:pt x="200025" y="676275"/>
                </a:lnTo>
                <a:lnTo>
                  <a:pt x="180975" y="676275"/>
                </a:lnTo>
                <a:lnTo>
                  <a:pt x="180975" y="666750"/>
                </a:lnTo>
                <a:lnTo>
                  <a:pt x="161925" y="666750"/>
                </a:lnTo>
                <a:lnTo>
                  <a:pt x="161925" y="657225"/>
                </a:lnTo>
                <a:lnTo>
                  <a:pt x="152400" y="657225"/>
                </a:lnTo>
                <a:close/>
                <a:moveTo>
                  <a:pt x="371475" y="647700"/>
                </a:moveTo>
                <a:lnTo>
                  <a:pt x="381000" y="647700"/>
                </a:lnTo>
                <a:lnTo>
                  <a:pt x="381000" y="657225"/>
                </a:lnTo>
                <a:lnTo>
                  <a:pt x="371475" y="657225"/>
                </a:lnTo>
                <a:close/>
                <a:moveTo>
                  <a:pt x="400050" y="647700"/>
                </a:moveTo>
                <a:lnTo>
                  <a:pt x="428625" y="647700"/>
                </a:lnTo>
                <a:lnTo>
                  <a:pt x="428625" y="657225"/>
                </a:lnTo>
                <a:lnTo>
                  <a:pt x="400050" y="657225"/>
                </a:lnTo>
                <a:close/>
                <a:moveTo>
                  <a:pt x="314325" y="657225"/>
                </a:moveTo>
                <a:lnTo>
                  <a:pt x="371475" y="657225"/>
                </a:lnTo>
                <a:lnTo>
                  <a:pt x="371475" y="666750"/>
                </a:lnTo>
                <a:lnTo>
                  <a:pt x="361950" y="666750"/>
                </a:lnTo>
                <a:lnTo>
                  <a:pt x="361950" y="676275"/>
                </a:lnTo>
                <a:lnTo>
                  <a:pt x="342900" y="676275"/>
                </a:lnTo>
                <a:lnTo>
                  <a:pt x="342900" y="666750"/>
                </a:lnTo>
                <a:lnTo>
                  <a:pt x="314325" y="666750"/>
                </a:lnTo>
                <a:close/>
                <a:moveTo>
                  <a:pt x="228600" y="666750"/>
                </a:moveTo>
                <a:lnTo>
                  <a:pt x="238125" y="666750"/>
                </a:lnTo>
                <a:lnTo>
                  <a:pt x="238125" y="676275"/>
                </a:lnTo>
                <a:lnTo>
                  <a:pt x="228600" y="676275"/>
                </a:lnTo>
                <a:close/>
              </a:path>
            </a:pathLst>
          </a:custGeom>
          <a:solidFill xmlns:a="http://schemas.openxmlformats.org/drawingml/2006/main">
            <a:srgbClr val="F2F0E3"/>
          </a:solidFill>
          <a:ln xmlns:a="http://schemas.openxmlformats.org/drawingml/2006/main" w="0">
            <a:noFill/>
          </a:ln>
        </p:spPr>
      </p:sp>
      <p:sp>
        <p:nvSpPr>
          <p:cNvPr id="64" name="database vector #f3f0e1">
            <a:extLst xmlns:a="http://schemas.openxmlformats.org/drawingml/2006/main">
              <a:ext uri="{FF2B5EF4-FFF2-40B4-BE49-F238E27FC236}">
                <a16:creationId xmlns:a16="http://schemas.microsoft.com/office/drawing/2014/main" id="{EF5847D4-353F-48CC-B91A-60B074878ED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01325" y="1533525"/>
            <a:ext cx="571500" cy="695325"/>
          </a:xfrm>
          <a:custGeom xmlns:a="http://schemas.openxmlformats.org/drawingml/2006/main">
            <a:pathLst>
              <a:path w="571500" h="695325">
                <a:moveTo>
                  <a:pt x="0" y="0"/>
                </a:moveTo>
                <a:lnTo>
                  <a:pt x="238125" y="0"/>
                </a:lnTo>
                <a:lnTo>
                  <a:pt x="238125" y="9525"/>
                </a:lnTo>
                <a:lnTo>
                  <a:pt x="228600" y="9525"/>
                </a:lnTo>
                <a:lnTo>
                  <a:pt x="228600" y="19050"/>
                </a:lnTo>
                <a:lnTo>
                  <a:pt x="219075" y="19050"/>
                </a:lnTo>
                <a:lnTo>
                  <a:pt x="219075" y="28575"/>
                </a:lnTo>
                <a:lnTo>
                  <a:pt x="190500" y="28575"/>
                </a:lnTo>
                <a:lnTo>
                  <a:pt x="190500" y="9525"/>
                </a:lnTo>
                <a:lnTo>
                  <a:pt x="161925" y="9525"/>
                </a:lnTo>
                <a:lnTo>
                  <a:pt x="161925" y="19050"/>
                </a:lnTo>
                <a:lnTo>
                  <a:pt x="152400" y="19050"/>
                </a:lnTo>
                <a:lnTo>
                  <a:pt x="152400" y="28575"/>
                </a:lnTo>
                <a:lnTo>
                  <a:pt x="142875" y="28575"/>
                </a:lnTo>
                <a:lnTo>
                  <a:pt x="142875" y="38100"/>
                </a:lnTo>
                <a:lnTo>
                  <a:pt x="123825" y="38100"/>
                </a:lnTo>
                <a:lnTo>
                  <a:pt x="123825" y="28575"/>
                </a:lnTo>
                <a:lnTo>
                  <a:pt x="114300" y="28575"/>
                </a:lnTo>
                <a:lnTo>
                  <a:pt x="114300" y="38100"/>
                </a:lnTo>
                <a:lnTo>
                  <a:pt x="104775" y="38100"/>
                </a:lnTo>
                <a:lnTo>
                  <a:pt x="104775" y="47625"/>
                </a:lnTo>
                <a:lnTo>
                  <a:pt x="76200" y="47625"/>
                </a:lnTo>
                <a:lnTo>
                  <a:pt x="76200" y="57150"/>
                </a:lnTo>
                <a:lnTo>
                  <a:pt x="57150" y="57150"/>
                </a:lnTo>
                <a:lnTo>
                  <a:pt x="57150" y="66675"/>
                </a:lnTo>
                <a:lnTo>
                  <a:pt x="47625" y="66675"/>
                </a:lnTo>
                <a:lnTo>
                  <a:pt x="47625" y="95250"/>
                </a:lnTo>
                <a:lnTo>
                  <a:pt x="28575" y="95250"/>
                </a:lnTo>
                <a:lnTo>
                  <a:pt x="28575" y="104775"/>
                </a:lnTo>
                <a:lnTo>
                  <a:pt x="0" y="104775"/>
                </a:lnTo>
                <a:close/>
                <a:moveTo>
                  <a:pt x="285750" y="0"/>
                </a:moveTo>
                <a:lnTo>
                  <a:pt x="295275" y="0"/>
                </a:lnTo>
                <a:lnTo>
                  <a:pt x="295275" y="9525"/>
                </a:lnTo>
                <a:lnTo>
                  <a:pt x="285750" y="9525"/>
                </a:lnTo>
                <a:close/>
                <a:moveTo>
                  <a:pt x="400050" y="9525"/>
                </a:moveTo>
                <a:lnTo>
                  <a:pt x="419100" y="9525"/>
                </a:lnTo>
                <a:lnTo>
                  <a:pt x="419100" y="19050"/>
                </a:lnTo>
                <a:lnTo>
                  <a:pt x="428625" y="19050"/>
                </a:lnTo>
                <a:lnTo>
                  <a:pt x="428625" y="28575"/>
                </a:lnTo>
                <a:lnTo>
                  <a:pt x="400050" y="28575"/>
                </a:lnTo>
                <a:close/>
                <a:moveTo>
                  <a:pt x="447675" y="19050"/>
                </a:moveTo>
                <a:lnTo>
                  <a:pt x="466725" y="19050"/>
                </a:lnTo>
                <a:lnTo>
                  <a:pt x="466725" y="28575"/>
                </a:lnTo>
                <a:lnTo>
                  <a:pt x="457200" y="28575"/>
                </a:lnTo>
                <a:lnTo>
                  <a:pt x="457200" y="38100"/>
                </a:lnTo>
                <a:lnTo>
                  <a:pt x="438150" y="38100"/>
                </a:lnTo>
                <a:lnTo>
                  <a:pt x="438150" y="28575"/>
                </a:lnTo>
                <a:lnTo>
                  <a:pt x="447675" y="28575"/>
                </a:lnTo>
                <a:close/>
                <a:moveTo>
                  <a:pt x="114300" y="38100"/>
                </a:moveTo>
                <a:lnTo>
                  <a:pt x="123825" y="38100"/>
                </a:lnTo>
                <a:lnTo>
                  <a:pt x="123825" y="47625"/>
                </a:lnTo>
                <a:lnTo>
                  <a:pt x="114300" y="47625"/>
                </a:lnTo>
                <a:close/>
                <a:moveTo>
                  <a:pt x="561975" y="38100"/>
                </a:moveTo>
                <a:lnTo>
                  <a:pt x="571500" y="38100"/>
                </a:lnTo>
                <a:lnTo>
                  <a:pt x="571500" y="76200"/>
                </a:lnTo>
                <a:lnTo>
                  <a:pt x="561975" y="76200"/>
                </a:lnTo>
                <a:close/>
                <a:moveTo>
                  <a:pt x="504825" y="66675"/>
                </a:moveTo>
                <a:lnTo>
                  <a:pt x="533400" y="66675"/>
                </a:lnTo>
                <a:lnTo>
                  <a:pt x="533400" y="85725"/>
                </a:lnTo>
                <a:lnTo>
                  <a:pt x="523875" y="85725"/>
                </a:lnTo>
                <a:lnTo>
                  <a:pt x="523875" y="95250"/>
                </a:lnTo>
                <a:lnTo>
                  <a:pt x="514350" y="95250"/>
                </a:lnTo>
                <a:lnTo>
                  <a:pt x="514350" y="76200"/>
                </a:lnTo>
                <a:lnTo>
                  <a:pt x="504825" y="76200"/>
                </a:lnTo>
                <a:close/>
                <a:moveTo>
                  <a:pt x="0" y="133350"/>
                </a:moveTo>
                <a:lnTo>
                  <a:pt x="9525" y="133350"/>
                </a:lnTo>
                <a:lnTo>
                  <a:pt x="9525" y="276225"/>
                </a:lnTo>
                <a:lnTo>
                  <a:pt x="0" y="276225"/>
                </a:lnTo>
                <a:close/>
                <a:moveTo>
                  <a:pt x="152400" y="133350"/>
                </a:moveTo>
                <a:lnTo>
                  <a:pt x="161925" y="133350"/>
                </a:lnTo>
                <a:lnTo>
                  <a:pt x="161925" y="142875"/>
                </a:lnTo>
                <a:lnTo>
                  <a:pt x="171450" y="142875"/>
                </a:lnTo>
                <a:lnTo>
                  <a:pt x="171450" y="152400"/>
                </a:lnTo>
                <a:lnTo>
                  <a:pt x="142875" y="152400"/>
                </a:lnTo>
                <a:lnTo>
                  <a:pt x="142875" y="142875"/>
                </a:lnTo>
                <a:lnTo>
                  <a:pt x="152400" y="142875"/>
                </a:lnTo>
                <a:close/>
                <a:moveTo>
                  <a:pt x="0" y="304800"/>
                </a:moveTo>
                <a:lnTo>
                  <a:pt x="9525" y="304800"/>
                </a:lnTo>
                <a:lnTo>
                  <a:pt x="9525" y="333375"/>
                </a:lnTo>
                <a:lnTo>
                  <a:pt x="0" y="333375"/>
                </a:lnTo>
                <a:close/>
                <a:moveTo>
                  <a:pt x="428625" y="381000"/>
                </a:moveTo>
                <a:lnTo>
                  <a:pt x="438150" y="381000"/>
                </a:lnTo>
                <a:lnTo>
                  <a:pt x="438150" y="390525"/>
                </a:lnTo>
                <a:lnTo>
                  <a:pt x="428625" y="390525"/>
                </a:lnTo>
                <a:close/>
                <a:moveTo>
                  <a:pt x="409575" y="390525"/>
                </a:moveTo>
                <a:lnTo>
                  <a:pt x="419100" y="390525"/>
                </a:lnTo>
                <a:lnTo>
                  <a:pt x="419100" y="409575"/>
                </a:lnTo>
                <a:lnTo>
                  <a:pt x="409575" y="409575"/>
                </a:lnTo>
                <a:close/>
                <a:moveTo>
                  <a:pt x="171450" y="409575"/>
                </a:moveTo>
                <a:lnTo>
                  <a:pt x="180975" y="409575"/>
                </a:lnTo>
                <a:lnTo>
                  <a:pt x="180975" y="428625"/>
                </a:lnTo>
                <a:lnTo>
                  <a:pt x="171450" y="428625"/>
                </a:lnTo>
                <a:close/>
                <a:moveTo>
                  <a:pt x="219075" y="409575"/>
                </a:moveTo>
                <a:lnTo>
                  <a:pt x="238125" y="409575"/>
                </a:lnTo>
                <a:lnTo>
                  <a:pt x="238125" y="419100"/>
                </a:lnTo>
                <a:lnTo>
                  <a:pt x="219075" y="419100"/>
                </a:lnTo>
                <a:close/>
                <a:moveTo>
                  <a:pt x="0" y="428625"/>
                </a:moveTo>
                <a:lnTo>
                  <a:pt x="9525" y="428625"/>
                </a:lnTo>
                <a:lnTo>
                  <a:pt x="9525" y="447675"/>
                </a:lnTo>
                <a:lnTo>
                  <a:pt x="0" y="447675"/>
                </a:lnTo>
                <a:close/>
                <a:moveTo>
                  <a:pt x="0" y="495300"/>
                </a:moveTo>
                <a:lnTo>
                  <a:pt x="9525" y="495300"/>
                </a:lnTo>
                <a:lnTo>
                  <a:pt x="9525" y="542925"/>
                </a:lnTo>
                <a:lnTo>
                  <a:pt x="0" y="542925"/>
                </a:lnTo>
                <a:close/>
                <a:moveTo>
                  <a:pt x="409575" y="657225"/>
                </a:moveTo>
                <a:lnTo>
                  <a:pt x="419100" y="657225"/>
                </a:lnTo>
                <a:lnTo>
                  <a:pt x="419100" y="666750"/>
                </a:lnTo>
                <a:lnTo>
                  <a:pt x="409575" y="666750"/>
                </a:lnTo>
                <a:close/>
              </a:path>
            </a:pathLst>
          </a:custGeom>
          <a:solidFill xmlns:a="http://schemas.openxmlformats.org/drawingml/2006/main">
            <a:srgbClr val="F3F0E1"/>
          </a:solidFill>
          <a:ln xmlns:a="http://schemas.openxmlformats.org/drawingml/2006/main" w="0">
            <a:noFill/>
          </a:ln>
        </p:spPr>
      </p:sp>
      <p:sp>
        <p:nvSpPr>
          <p:cNvPr id="65" name="database vector #f0f0e6">
            <a:extLst xmlns:a="http://schemas.openxmlformats.org/drawingml/2006/main">
              <a:ext uri="{FF2B5EF4-FFF2-40B4-BE49-F238E27FC236}">
                <a16:creationId xmlns:a16="http://schemas.microsoft.com/office/drawing/2014/main" id="{EEE91F18-E51C-4C26-95DB-5A366E63BE0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01325" y="1533525"/>
            <a:ext cx="571500" cy="695325"/>
          </a:xfrm>
          <a:custGeom xmlns:a="http://schemas.openxmlformats.org/drawingml/2006/main">
            <a:pathLst>
              <a:path w="571500" h="695325">
                <a:moveTo>
                  <a:pt x="371475" y="38100"/>
                </a:moveTo>
                <a:lnTo>
                  <a:pt x="390525" y="38100"/>
                </a:lnTo>
                <a:lnTo>
                  <a:pt x="390525" y="47625"/>
                </a:lnTo>
                <a:lnTo>
                  <a:pt x="371475" y="47625"/>
                </a:lnTo>
                <a:close/>
                <a:moveTo>
                  <a:pt x="95250" y="66675"/>
                </a:moveTo>
                <a:lnTo>
                  <a:pt x="104775" y="66675"/>
                </a:lnTo>
                <a:lnTo>
                  <a:pt x="104775" y="76200"/>
                </a:lnTo>
                <a:lnTo>
                  <a:pt x="95250" y="76200"/>
                </a:lnTo>
                <a:close/>
                <a:moveTo>
                  <a:pt x="447675" y="66675"/>
                </a:moveTo>
                <a:lnTo>
                  <a:pt x="457200" y="66675"/>
                </a:lnTo>
                <a:lnTo>
                  <a:pt x="457200" y="76200"/>
                </a:lnTo>
                <a:lnTo>
                  <a:pt x="447675" y="76200"/>
                </a:lnTo>
                <a:close/>
                <a:moveTo>
                  <a:pt x="466725" y="66675"/>
                </a:moveTo>
                <a:lnTo>
                  <a:pt x="476250" y="66675"/>
                </a:lnTo>
                <a:lnTo>
                  <a:pt x="476250" y="76200"/>
                </a:lnTo>
                <a:lnTo>
                  <a:pt x="466725" y="76200"/>
                </a:lnTo>
                <a:close/>
                <a:moveTo>
                  <a:pt x="76200" y="76200"/>
                </a:moveTo>
                <a:lnTo>
                  <a:pt x="95250" y="76200"/>
                </a:lnTo>
                <a:lnTo>
                  <a:pt x="95250" y="85725"/>
                </a:lnTo>
                <a:lnTo>
                  <a:pt x="76200" y="85725"/>
                </a:lnTo>
                <a:close/>
                <a:moveTo>
                  <a:pt x="247650" y="85725"/>
                </a:moveTo>
                <a:lnTo>
                  <a:pt x="323850" y="85725"/>
                </a:lnTo>
                <a:lnTo>
                  <a:pt x="323850" y="95250"/>
                </a:lnTo>
                <a:lnTo>
                  <a:pt x="342900" y="95250"/>
                </a:lnTo>
                <a:lnTo>
                  <a:pt x="342900" y="104775"/>
                </a:lnTo>
                <a:lnTo>
                  <a:pt x="295275" y="104775"/>
                </a:lnTo>
                <a:lnTo>
                  <a:pt x="295275" y="95250"/>
                </a:lnTo>
                <a:lnTo>
                  <a:pt x="276225" y="95250"/>
                </a:lnTo>
                <a:lnTo>
                  <a:pt x="276225" y="104775"/>
                </a:lnTo>
                <a:lnTo>
                  <a:pt x="257175" y="104775"/>
                </a:lnTo>
                <a:lnTo>
                  <a:pt x="257175" y="95250"/>
                </a:lnTo>
                <a:lnTo>
                  <a:pt x="247650" y="95250"/>
                </a:lnTo>
                <a:close/>
                <a:moveTo>
                  <a:pt x="171450" y="95250"/>
                </a:moveTo>
                <a:lnTo>
                  <a:pt x="190500" y="95250"/>
                </a:lnTo>
                <a:lnTo>
                  <a:pt x="190500" y="104775"/>
                </a:lnTo>
                <a:lnTo>
                  <a:pt x="171450" y="104775"/>
                </a:lnTo>
                <a:close/>
                <a:moveTo>
                  <a:pt x="219075" y="95250"/>
                </a:moveTo>
                <a:lnTo>
                  <a:pt x="228600" y="95250"/>
                </a:lnTo>
                <a:lnTo>
                  <a:pt x="228600" y="104775"/>
                </a:lnTo>
                <a:lnTo>
                  <a:pt x="219075" y="104775"/>
                </a:lnTo>
                <a:close/>
                <a:moveTo>
                  <a:pt x="133350" y="104775"/>
                </a:moveTo>
                <a:lnTo>
                  <a:pt x="161925" y="104775"/>
                </a:lnTo>
                <a:lnTo>
                  <a:pt x="161925" y="114300"/>
                </a:lnTo>
                <a:lnTo>
                  <a:pt x="133350" y="114300"/>
                </a:lnTo>
                <a:close/>
                <a:moveTo>
                  <a:pt x="419100" y="123825"/>
                </a:moveTo>
                <a:lnTo>
                  <a:pt x="428625" y="123825"/>
                </a:lnTo>
                <a:lnTo>
                  <a:pt x="428625" y="133350"/>
                </a:lnTo>
                <a:lnTo>
                  <a:pt x="419100" y="133350"/>
                </a:lnTo>
                <a:close/>
                <a:moveTo>
                  <a:pt x="38100" y="142875"/>
                </a:moveTo>
                <a:lnTo>
                  <a:pt x="47625" y="142875"/>
                </a:lnTo>
                <a:lnTo>
                  <a:pt x="47625" y="152400"/>
                </a:lnTo>
                <a:lnTo>
                  <a:pt x="38100" y="152400"/>
                </a:lnTo>
                <a:close/>
                <a:moveTo>
                  <a:pt x="428625" y="142875"/>
                </a:moveTo>
                <a:lnTo>
                  <a:pt x="438150" y="142875"/>
                </a:lnTo>
                <a:lnTo>
                  <a:pt x="438150" y="152400"/>
                </a:lnTo>
                <a:lnTo>
                  <a:pt x="428625" y="152400"/>
                </a:lnTo>
                <a:close/>
                <a:moveTo>
                  <a:pt x="419100" y="152400"/>
                </a:moveTo>
                <a:lnTo>
                  <a:pt x="428625" y="152400"/>
                </a:lnTo>
                <a:lnTo>
                  <a:pt x="428625" y="161925"/>
                </a:lnTo>
                <a:lnTo>
                  <a:pt x="419100" y="161925"/>
                </a:lnTo>
                <a:close/>
                <a:moveTo>
                  <a:pt x="514350" y="152400"/>
                </a:moveTo>
                <a:lnTo>
                  <a:pt x="523875" y="152400"/>
                </a:lnTo>
                <a:lnTo>
                  <a:pt x="523875" y="161925"/>
                </a:lnTo>
                <a:lnTo>
                  <a:pt x="514350" y="161925"/>
                </a:lnTo>
                <a:close/>
                <a:moveTo>
                  <a:pt x="123825" y="161925"/>
                </a:moveTo>
                <a:lnTo>
                  <a:pt x="142875" y="161925"/>
                </a:lnTo>
                <a:lnTo>
                  <a:pt x="142875" y="171450"/>
                </a:lnTo>
                <a:lnTo>
                  <a:pt x="123825" y="171450"/>
                </a:lnTo>
                <a:close/>
                <a:moveTo>
                  <a:pt x="152400" y="171450"/>
                </a:moveTo>
                <a:lnTo>
                  <a:pt x="171450" y="171450"/>
                </a:lnTo>
                <a:lnTo>
                  <a:pt x="171450" y="180975"/>
                </a:lnTo>
                <a:lnTo>
                  <a:pt x="152400" y="180975"/>
                </a:lnTo>
                <a:close/>
                <a:moveTo>
                  <a:pt x="361950" y="171450"/>
                </a:moveTo>
                <a:lnTo>
                  <a:pt x="381000" y="171450"/>
                </a:lnTo>
                <a:lnTo>
                  <a:pt x="381000" y="190500"/>
                </a:lnTo>
                <a:lnTo>
                  <a:pt x="333375" y="190500"/>
                </a:lnTo>
                <a:lnTo>
                  <a:pt x="333375" y="180975"/>
                </a:lnTo>
                <a:lnTo>
                  <a:pt x="361950" y="180975"/>
                </a:lnTo>
                <a:close/>
                <a:moveTo>
                  <a:pt x="390525" y="171450"/>
                </a:moveTo>
                <a:lnTo>
                  <a:pt x="400050" y="171450"/>
                </a:lnTo>
                <a:lnTo>
                  <a:pt x="400050" y="180975"/>
                </a:lnTo>
                <a:lnTo>
                  <a:pt x="390525" y="180975"/>
                </a:lnTo>
                <a:close/>
                <a:moveTo>
                  <a:pt x="171450" y="180975"/>
                </a:moveTo>
                <a:lnTo>
                  <a:pt x="209550" y="180975"/>
                </a:lnTo>
                <a:lnTo>
                  <a:pt x="209550" y="190500"/>
                </a:lnTo>
                <a:lnTo>
                  <a:pt x="171450" y="190500"/>
                </a:lnTo>
                <a:close/>
                <a:moveTo>
                  <a:pt x="228600" y="180975"/>
                </a:moveTo>
                <a:lnTo>
                  <a:pt x="247650" y="180975"/>
                </a:lnTo>
                <a:lnTo>
                  <a:pt x="247650" y="190500"/>
                </a:lnTo>
                <a:lnTo>
                  <a:pt x="257175" y="190500"/>
                </a:lnTo>
                <a:lnTo>
                  <a:pt x="257175" y="200025"/>
                </a:lnTo>
                <a:lnTo>
                  <a:pt x="228600" y="200025"/>
                </a:lnTo>
                <a:close/>
                <a:moveTo>
                  <a:pt x="514350" y="209550"/>
                </a:moveTo>
                <a:lnTo>
                  <a:pt x="523875" y="209550"/>
                </a:lnTo>
                <a:lnTo>
                  <a:pt x="523875" y="219075"/>
                </a:lnTo>
                <a:lnTo>
                  <a:pt x="514350" y="219075"/>
                </a:lnTo>
                <a:close/>
                <a:moveTo>
                  <a:pt x="38100" y="219075"/>
                </a:moveTo>
                <a:lnTo>
                  <a:pt x="47625" y="219075"/>
                </a:lnTo>
                <a:lnTo>
                  <a:pt x="47625" y="228600"/>
                </a:lnTo>
                <a:lnTo>
                  <a:pt x="38100" y="228600"/>
                </a:lnTo>
                <a:close/>
                <a:moveTo>
                  <a:pt x="104775" y="219075"/>
                </a:moveTo>
                <a:lnTo>
                  <a:pt x="133350" y="219075"/>
                </a:lnTo>
                <a:lnTo>
                  <a:pt x="133350" y="228600"/>
                </a:lnTo>
                <a:lnTo>
                  <a:pt x="104775" y="228600"/>
                </a:lnTo>
                <a:close/>
                <a:moveTo>
                  <a:pt x="95250" y="228600"/>
                </a:moveTo>
                <a:lnTo>
                  <a:pt x="104775" y="228600"/>
                </a:lnTo>
                <a:lnTo>
                  <a:pt x="104775" y="238125"/>
                </a:lnTo>
                <a:lnTo>
                  <a:pt x="95250" y="238125"/>
                </a:lnTo>
                <a:close/>
                <a:moveTo>
                  <a:pt x="133350" y="228600"/>
                </a:moveTo>
                <a:lnTo>
                  <a:pt x="171450" y="228600"/>
                </a:lnTo>
                <a:lnTo>
                  <a:pt x="171450" y="247650"/>
                </a:lnTo>
                <a:lnTo>
                  <a:pt x="142875" y="247650"/>
                </a:lnTo>
                <a:lnTo>
                  <a:pt x="142875" y="238125"/>
                </a:lnTo>
                <a:lnTo>
                  <a:pt x="133350" y="238125"/>
                </a:lnTo>
                <a:close/>
                <a:moveTo>
                  <a:pt x="400050" y="228600"/>
                </a:moveTo>
                <a:lnTo>
                  <a:pt x="409575" y="228600"/>
                </a:lnTo>
                <a:lnTo>
                  <a:pt x="409575" y="238125"/>
                </a:lnTo>
                <a:lnTo>
                  <a:pt x="400050" y="238125"/>
                </a:lnTo>
                <a:close/>
                <a:moveTo>
                  <a:pt x="28575" y="238125"/>
                </a:moveTo>
                <a:lnTo>
                  <a:pt x="38100" y="238125"/>
                </a:lnTo>
                <a:lnTo>
                  <a:pt x="38100" y="247650"/>
                </a:lnTo>
                <a:lnTo>
                  <a:pt x="47625" y="247650"/>
                </a:lnTo>
                <a:lnTo>
                  <a:pt x="47625" y="295275"/>
                </a:lnTo>
                <a:lnTo>
                  <a:pt x="38100" y="295275"/>
                </a:lnTo>
                <a:lnTo>
                  <a:pt x="38100" y="285750"/>
                </a:lnTo>
                <a:lnTo>
                  <a:pt x="28575" y="285750"/>
                </a:lnTo>
                <a:close/>
                <a:moveTo>
                  <a:pt x="180975" y="238125"/>
                </a:moveTo>
                <a:lnTo>
                  <a:pt x="190500" y="238125"/>
                </a:lnTo>
                <a:lnTo>
                  <a:pt x="190500" y="247650"/>
                </a:lnTo>
                <a:lnTo>
                  <a:pt x="180975" y="247650"/>
                </a:lnTo>
                <a:close/>
                <a:moveTo>
                  <a:pt x="200025" y="238125"/>
                </a:moveTo>
                <a:lnTo>
                  <a:pt x="228600" y="238125"/>
                </a:lnTo>
                <a:lnTo>
                  <a:pt x="228600" y="247650"/>
                </a:lnTo>
                <a:lnTo>
                  <a:pt x="200025" y="247650"/>
                </a:lnTo>
                <a:close/>
                <a:moveTo>
                  <a:pt x="352425" y="238125"/>
                </a:moveTo>
                <a:lnTo>
                  <a:pt x="371475" y="238125"/>
                </a:lnTo>
                <a:lnTo>
                  <a:pt x="371475" y="257175"/>
                </a:lnTo>
                <a:lnTo>
                  <a:pt x="342900" y="257175"/>
                </a:lnTo>
                <a:lnTo>
                  <a:pt x="342900" y="247650"/>
                </a:lnTo>
                <a:lnTo>
                  <a:pt x="352425" y="247650"/>
                </a:lnTo>
                <a:close/>
                <a:moveTo>
                  <a:pt x="381000" y="238125"/>
                </a:moveTo>
                <a:lnTo>
                  <a:pt x="400050" y="238125"/>
                </a:lnTo>
                <a:lnTo>
                  <a:pt x="400050" y="247650"/>
                </a:lnTo>
                <a:lnTo>
                  <a:pt x="381000" y="247650"/>
                </a:lnTo>
                <a:close/>
                <a:moveTo>
                  <a:pt x="85725" y="247650"/>
                </a:moveTo>
                <a:lnTo>
                  <a:pt x="104775" y="247650"/>
                </a:lnTo>
                <a:lnTo>
                  <a:pt x="104775" y="257175"/>
                </a:lnTo>
                <a:lnTo>
                  <a:pt x="85725" y="257175"/>
                </a:lnTo>
                <a:close/>
                <a:moveTo>
                  <a:pt x="257175" y="247650"/>
                </a:moveTo>
                <a:lnTo>
                  <a:pt x="304800" y="247650"/>
                </a:lnTo>
                <a:lnTo>
                  <a:pt x="304800" y="257175"/>
                </a:lnTo>
                <a:lnTo>
                  <a:pt x="257175" y="257175"/>
                </a:lnTo>
                <a:close/>
                <a:moveTo>
                  <a:pt x="457200" y="247650"/>
                </a:moveTo>
                <a:lnTo>
                  <a:pt x="466725" y="247650"/>
                </a:lnTo>
                <a:lnTo>
                  <a:pt x="466725" y="276225"/>
                </a:lnTo>
                <a:lnTo>
                  <a:pt x="457200" y="276225"/>
                </a:lnTo>
                <a:close/>
                <a:moveTo>
                  <a:pt x="514350" y="257175"/>
                </a:moveTo>
                <a:lnTo>
                  <a:pt x="523875" y="257175"/>
                </a:lnTo>
                <a:lnTo>
                  <a:pt x="523875" y="314325"/>
                </a:lnTo>
                <a:lnTo>
                  <a:pt x="514350" y="314325"/>
                </a:lnTo>
                <a:close/>
                <a:moveTo>
                  <a:pt x="438150" y="276225"/>
                </a:moveTo>
                <a:lnTo>
                  <a:pt x="447675" y="276225"/>
                </a:lnTo>
                <a:lnTo>
                  <a:pt x="447675" y="285750"/>
                </a:lnTo>
                <a:lnTo>
                  <a:pt x="438150" y="285750"/>
                </a:lnTo>
                <a:close/>
                <a:moveTo>
                  <a:pt x="428625" y="295275"/>
                </a:moveTo>
                <a:lnTo>
                  <a:pt x="447675" y="295275"/>
                </a:lnTo>
                <a:lnTo>
                  <a:pt x="447675" y="304800"/>
                </a:lnTo>
                <a:lnTo>
                  <a:pt x="428625" y="304800"/>
                </a:lnTo>
                <a:close/>
                <a:moveTo>
                  <a:pt x="152400" y="304800"/>
                </a:moveTo>
                <a:lnTo>
                  <a:pt x="161925" y="304800"/>
                </a:lnTo>
                <a:lnTo>
                  <a:pt x="161925" y="314325"/>
                </a:lnTo>
                <a:lnTo>
                  <a:pt x="152400" y="314325"/>
                </a:lnTo>
                <a:close/>
                <a:moveTo>
                  <a:pt x="400050" y="304800"/>
                </a:moveTo>
                <a:lnTo>
                  <a:pt x="419100" y="304800"/>
                </a:lnTo>
                <a:lnTo>
                  <a:pt x="419100" y="314325"/>
                </a:lnTo>
                <a:lnTo>
                  <a:pt x="400050" y="314325"/>
                </a:lnTo>
                <a:close/>
                <a:moveTo>
                  <a:pt x="171450" y="314325"/>
                </a:moveTo>
                <a:lnTo>
                  <a:pt x="190500" y="314325"/>
                </a:lnTo>
                <a:lnTo>
                  <a:pt x="190500" y="323850"/>
                </a:lnTo>
                <a:lnTo>
                  <a:pt x="171450" y="323850"/>
                </a:lnTo>
                <a:close/>
                <a:moveTo>
                  <a:pt x="200025" y="314325"/>
                </a:moveTo>
                <a:lnTo>
                  <a:pt x="209550" y="314325"/>
                </a:lnTo>
                <a:lnTo>
                  <a:pt x="209550" y="323850"/>
                </a:lnTo>
                <a:lnTo>
                  <a:pt x="238125" y="323850"/>
                </a:lnTo>
                <a:lnTo>
                  <a:pt x="238125" y="333375"/>
                </a:lnTo>
                <a:lnTo>
                  <a:pt x="200025" y="333375"/>
                </a:lnTo>
                <a:close/>
                <a:moveTo>
                  <a:pt x="342900" y="314325"/>
                </a:moveTo>
                <a:lnTo>
                  <a:pt x="371475" y="314325"/>
                </a:lnTo>
                <a:lnTo>
                  <a:pt x="371475" y="323850"/>
                </a:lnTo>
                <a:lnTo>
                  <a:pt x="361950" y="323850"/>
                </a:lnTo>
                <a:lnTo>
                  <a:pt x="361950" y="333375"/>
                </a:lnTo>
                <a:lnTo>
                  <a:pt x="352425" y="333375"/>
                </a:lnTo>
                <a:lnTo>
                  <a:pt x="352425" y="323850"/>
                </a:lnTo>
                <a:lnTo>
                  <a:pt x="342900" y="323850"/>
                </a:lnTo>
                <a:close/>
                <a:moveTo>
                  <a:pt x="390525" y="314325"/>
                </a:moveTo>
                <a:lnTo>
                  <a:pt x="400050" y="314325"/>
                </a:lnTo>
                <a:lnTo>
                  <a:pt x="400050" y="323850"/>
                </a:lnTo>
                <a:lnTo>
                  <a:pt x="390525" y="323850"/>
                </a:lnTo>
                <a:close/>
                <a:moveTo>
                  <a:pt x="38100" y="323850"/>
                </a:moveTo>
                <a:lnTo>
                  <a:pt x="47625" y="323850"/>
                </a:lnTo>
                <a:lnTo>
                  <a:pt x="47625" y="333375"/>
                </a:lnTo>
                <a:lnTo>
                  <a:pt x="38100" y="333375"/>
                </a:lnTo>
                <a:close/>
                <a:moveTo>
                  <a:pt x="514350" y="342900"/>
                </a:moveTo>
                <a:lnTo>
                  <a:pt x="523875" y="342900"/>
                </a:lnTo>
                <a:lnTo>
                  <a:pt x="523875" y="381000"/>
                </a:lnTo>
                <a:lnTo>
                  <a:pt x="514350" y="381000"/>
                </a:lnTo>
                <a:close/>
                <a:moveTo>
                  <a:pt x="438150" y="352425"/>
                </a:moveTo>
                <a:lnTo>
                  <a:pt x="447675" y="352425"/>
                </a:lnTo>
                <a:lnTo>
                  <a:pt x="447675" y="361950"/>
                </a:lnTo>
                <a:lnTo>
                  <a:pt x="438150" y="361950"/>
                </a:lnTo>
                <a:close/>
                <a:moveTo>
                  <a:pt x="38100" y="361950"/>
                </a:moveTo>
                <a:lnTo>
                  <a:pt x="47625" y="361950"/>
                </a:lnTo>
                <a:lnTo>
                  <a:pt x="47625" y="390525"/>
                </a:lnTo>
                <a:lnTo>
                  <a:pt x="38100" y="390525"/>
                </a:lnTo>
                <a:close/>
                <a:moveTo>
                  <a:pt x="457200" y="361950"/>
                </a:moveTo>
                <a:lnTo>
                  <a:pt x="466725" y="361950"/>
                </a:lnTo>
                <a:lnTo>
                  <a:pt x="466725" y="381000"/>
                </a:lnTo>
                <a:lnTo>
                  <a:pt x="457200" y="381000"/>
                </a:lnTo>
                <a:close/>
                <a:moveTo>
                  <a:pt x="171450" y="371475"/>
                </a:moveTo>
                <a:lnTo>
                  <a:pt x="180975" y="371475"/>
                </a:lnTo>
                <a:lnTo>
                  <a:pt x="180975" y="381000"/>
                </a:lnTo>
                <a:lnTo>
                  <a:pt x="171450" y="381000"/>
                </a:lnTo>
                <a:close/>
                <a:moveTo>
                  <a:pt x="28575" y="409575"/>
                </a:moveTo>
                <a:lnTo>
                  <a:pt x="38100" y="409575"/>
                </a:lnTo>
                <a:lnTo>
                  <a:pt x="38100" y="419100"/>
                </a:lnTo>
                <a:lnTo>
                  <a:pt x="28575" y="419100"/>
                </a:lnTo>
                <a:close/>
                <a:moveTo>
                  <a:pt x="514350" y="409575"/>
                </a:moveTo>
                <a:lnTo>
                  <a:pt x="523875" y="409575"/>
                </a:lnTo>
                <a:lnTo>
                  <a:pt x="523875" y="447675"/>
                </a:lnTo>
                <a:lnTo>
                  <a:pt x="514350" y="447675"/>
                </a:lnTo>
                <a:close/>
                <a:moveTo>
                  <a:pt x="114300" y="419100"/>
                </a:moveTo>
                <a:lnTo>
                  <a:pt x="123825" y="419100"/>
                </a:lnTo>
                <a:lnTo>
                  <a:pt x="123825" y="428625"/>
                </a:lnTo>
                <a:lnTo>
                  <a:pt x="114300" y="428625"/>
                </a:lnTo>
                <a:close/>
                <a:moveTo>
                  <a:pt x="419100" y="428625"/>
                </a:moveTo>
                <a:lnTo>
                  <a:pt x="428625" y="428625"/>
                </a:lnTo>
                <a:lnTo>
                  <a:pt x="428625" y="438150"/>
                </a:lnTo>
                <a:lnTo>
                  <a:pt x="419100" y="438150"/>
                </a:lnTo>
                <a:close/>
                <a:moveTo>
                  <a:pt x="152400" y="438150"/>
                </a:moveTo>
                <a:lnTo>
                  <a:pt x="161925" y="438150"/>
                </a:lnTo>
                <a:lnTo>
                  <a:pt x="161925" y="447675"/>
                </a:lnTo>
                <a:lnTo>
                  <a:pt x="152400" y="447675"/>
                </a:lnTo>
                <a:close/>
                <a:moveTo>
                  <a:pt x="371475" y="438150"/>
                </a:moveTo>
                <a:lnTo>
                  <a:pt x="419100" y="438150"/>
                </a:lnTo>
                <a:lnTo>
                  <a:pt x="419100" y="447675"/>
                </a:lnTo>
                <a:lnTo>
                  <a:pt x="371475" y="447675"/>
                </a:lnTo>
                <a:close/>
                <a:moveTo>
                  <a:pt x="161925" y="447675"/>
                </a:moveTo>
                <a:lnTo>
                  <a:pt x="171450" y="447675"/>
                </a:lnTo>
                <a:lnTo>
                  <a:pt x="171450" y="457200"/>
                </a:lnTo>
                <a:lnTo>
                  <a:pt x="161925" y="457200"/>
                </a:lnTo>
                <a:close/>
                <a:moveTo>
                  <a:pt x="28575" y="457200"/>
                </a:moveTo>
                <a:lnTo>
                  <a:pt x="38100" y="457200"/>
                </a:lnTo>
                <a:lnTo>
                  <a:pt x="38100" y="495300"/>
                </a:lnTo>
                <a:lnTo>
                  <a:pt x="28575" y="495300"/>
                </a:lnTo>
                <a:close/>
                <a:moveTo>
                  <a:pt x="314325" y="457200"/>
                </a:moveTo>
                <a:lnTo>
                  <a:pt x="333375" y="457200"/>
                </a:lnTo>
                <a:lnTo>
                  <a:pt x="333375" y="466725"/>
                </a:lnTo>
                <a:lnTo>
                  <a:pt x="314325" y="466725"/>
                </a:lnTo>
                <a:close/>
                <a:moveTo>
                  <a:pt x="342900" y="457200"/>
                </a:moveTo>
                <a:lnTo>
                  <a:pt x="352425" y="457200"/>
                </a:lnTo>
                <a:lnTo>
                  <a:pt x="352425" y="466725"/>
                </a:lnTo>
                <a:lnTo>
                  <a:pt x="342900" y="466725"/>
                </a:lnTo>
                <a:close/>
                <a:moveTo>
                  <a:pt x="428625" y="485775"/>
                </a:moveTo>
                <a:lnTo>
                  <a:pt x="438150" y="485775"/>
                </a:lnTo>
                <a:lnTo>
                  <a:pt x="438150" y="495300"/>
                </a:lnTo>
                <a:lnTo>
                  <a:pt x="447675" y="495300"/>
                </a:lnTo>
                <a:lnTo>
                  <a:pt x="447675" y="504825"/>
                </a:lnTo>
                <a:lnTo>
                  <a:pt x="466725" y="504825"/>
                </a:lnTo>
                <a:lnTo>
                  <a:pt x="466725" y="523875"/>
                </a:lnTo>
                <a:lnTo>
                  <a:pt x="457200" y="523875"/>
                </a:lnTo>
                <a:lnTo>
                  <a:pt x="457200" y="514350"/>
                </a:lnTo>
                <a:lnTo>
                  <a:pt x="438150" y="514350"/>
                </a:lnTo>
                <a:lnTo>
                  <a:pt x="438150" y="504825"/>
                </a:lnTo>
                <a:lnTo>
                  <a:pt x="428625" y="504825"/>
                </a:lnTo>
                <a:lnTo>
                  <a:pt x="428625" y="514350"/>
                </a:lnTo>
                <a:lnTo>
                  <a:pt x="409575" y="514350"/>
                </a:lnTo>
                <a:lnTo>
                  <a:pt x="409575" y="504825"/>
                </a:lnTo>
                <a:lnTo>
                  <a:pt x="400050" y="504825"/>
                </a:lnTo>
                <a:lnTo>
                  <a:pt x="400050" y="495300"/>
                </a:lnTo>
                <a:lnTo>
                  <a:pt x="428625" y="495300"/>
                </a:lnTo>
                <a:close/>
                <a:moveTo>
                  <a:pt x="142875" y="504825"/>
                </a:moveTo>
                <a:lnTo>
                  <a:pt x="200025" y="504825"/>
                </a:lnTo>
                <a:lnTo>
                  <a:pt x="200025" y="514350"/>
                </a:lnTo>
                <a:lnTo>
                  <a:pt x="142875" y="514350"/>
                </a:lnTo>
                <a:close/>
                <a:moveTo>
                  <a:pt x="361950" y="504825"/>
                </a:moveTo>
                <a:lnTo>
                  <a:pt x="390525" y="504825"/>
                </a:lnTo>
                <a:lnTo>
                  <a:pt x="390525" y="514350"/>
                </a:lnTo>
                <a:lnTo>
                  <a:pt x="361950" y="514350"/>
                </a:lnTo>
                <a:close/>
                <a:moveTo>
                  <a:pt x="28575" y="514350"/>
                </a:moveTo>
                <a:lnTo>
                  <a:pt x="47625" y="514350"/>
                </a:lnTo>
                <a:lnTo>
                  <a:pt x="47625" y="552450"/>
                </a:lnTo>
                <a:lnTo>
                  <a:pt x="38100" y="552450"/>
                </a:lnTo>
                <a:lnTo>
                  <a:pt x="38100" y="542925"/>
                </a:lnTo>
                <a:lnTo>
                  <a:pt x="28575" y="542925"/>
                </a:lnTo>
                <a:close/>
                <a:moveTo>
                  <a:pt x="219075" y="514350"/>
                </a:moveTo>
                <a:lnTo>
                  <a:pt x="238125" y="514350"/>
                </a:lnTo>
                <a:lnTo>
                  <a:pt x="238125" y="523875"/>
                </a:lnTo>
                <a:lnTo>
                  <a:pt x="219075" y="523875"/>
                </a:lnTo>
                <a:close/>
                <a:moveTo>
                  <a:pt x="295275" y="514350"/>
                </a:moveTo>
                <a:lnTo>
                  <a:pt x="314325" y="514350"/>
                </a:lnTo>
                <a:lnTo>
                  <a:pt x="314325" y="523875"/>
                </a:lnTo>
                <a:lnTo>
                  <a:pt x="295275" y="523875"/>
                </a:lnTo>
                <a:close/>
                <a:moveTo>
                  <a:pt x="333375" y="514350"/>
                </a:moveTo>
                <a:lnTo>
                  <a:pt x="342900" y="514350"/>
                </a:lnTo>
                <a:lnTo>
                  <a:pt x="342900" y="523875"/>
                </a:lnTo>
                <a:lnTo>
                  <a:pt x="333375" y="523875"/>
                </a:lnTo>
                <a:close/>
                <a:moveTo>
                  <a:pt x="428625" y="552450"/>
                </a:moveTo>
                <a:lnTo>
                  <a:pt x="438150" y="552450"/>
                </a:lnTo>
                <a:lnTo>
                  <a:pt x="438150" y="561975"/>
                </a:lnTo>
                <a:lnTo>
                  <a:pt x="428625" y="561975"/>
                </a:lnTo>
                <a:close/>
                <a:moveTo>
                  <a:pt x="504825" y="561975"/>
                </a:moveTo>
                <a:lnTo>
                  <a:pt x="514350" y="561975"/>
                </a:lnTo>
                <a:lnTo>
                  <a:pt x="514350" y="571500"/>
                </a:lnTo>
                <a:lnTo>
                  <a:pt x="504825" y="571500"/>
                </a:lnTo>
                <a:close/>
                <a:moveTo>
                  <a:pt x="47625" y="571500"/>
                </a:moveTo>
                <a:lnTo>
                  <a:pt x="57150" y="571500"/>
                </a:lnTo>
                <a:lnTo>
                  <a:pt x="57150" y="581025"/>
                </a:lnTo>
                <a:lnTo>
                  <a:pt x="47625" y="581025"/>
                </a:lnTo>
                <a:close/>
                <a:moveTo>
                  <a:pt x="371475" y="571500"/>
                </a:moveTo>
                <a:lnTo>
                  <a:pt x="390525" y="571500"/>
                </a:lnTo>
                <a:lnTo>
                  <a:pt x="390525" y="581025"/>
                </a:lnTo>
                <a:lnTo>
                  <a:pt x="371475" y="581025"/>
                </a:lnTo>
                <a:close/>
                <a:moveTo>
                  <a:pt x="428625" y="571500"/>
                </a:moveTo>
                <a:lnTo>
                  <a:pt x="438150" y="571500"/>
                </a:lnTo>
                <a:lnTo>
                  <a:pt x="438150" y="581025"/>
                </a:lnTo>
                <a:lnTo>
                  <a:pt x="428625" y="581025"/>
                </a:lnTo>
                <a:close/>
                <a:moveTo>
                  <a:pt x="152400" y="581025"/>
                </a:moveTo>
                <a:lnTo>
                  <a:pt x="171450" y="581025"/>
                </a:lnTo>
                <a:lnTo>
                  <a:pt x="171450" y="590550"/>
                </a:lnTo>
                <a:lnTo>
                  <a:pt x="152400" y="590550"/>
                </a:lnTo>
                <a:close/>
                <a:moveTo>
                  <a:pt x="209550" y="581025"/>
                </a:moveTo>
                <a:lnTo>
                  <a:pt x="219075" y="581025"/>
                </a:lnTo>
                <a:lnTo>
                  <a:pt x="219075" y="590550"/>
                </a:lnTo>
                <a:lnTo>
                  <a:pt x="247650" y="590550"/>
                </a:lnTo>
                <a:lnTo>
                  <a:pt x="247650" y="600075"/>
                </a:lnTo>
                <a:lnTo>
                  <a:pt x="180975" y="600075"/>
                </a:lnTo>
                <a:lnTo>
                  <a:pt x="180975" y="590550"/>
                </a:lnTo>
                <a:lnTo>
                  <a:pt x="209550" y="590550"/>
                </a:lnTo>
                <a:close/>
                <a:moveTo>
                  <a:pt x="495300" y="581025"/>
                </a:moveTo>
                <a:lnTo>
                  <a:pt x="504825" y="581025"/>
                </a:lnTo>
                <a:lnTo>
                  <a:pt x="504825" y="590550"/>
                </a:lnTo>
                <a:lnTo>
                  <a:pt x="495300" y="590550"/>
                </a:lnTo>
                <a:close/>
                <a:moveTo>
                  <a:pt x="314325" y="590550"/>
                </a:moveTo>
                <a:lnTo>
                  <a:pt x="323850" y="590550"/>
                </a:lnTo>
                <a:lnTo>
                  <a:pt x="323850" y="600075"/>
                </a:lnTo>
                <a:lnTo>
                  <a:pt x="314325" y="600075"/>
                </a:lnTo>
                <a:close/>
                <a:moveTo>
                  <a:pt x="342900" y="590550"/>
                </a:moveTo>
                <a:lnTo>
                  <a:pt x="381000" y="590550"/>
                </a:lnTo>
                <a:lnTo>
                  <a:pt x="381000" y="600075"/>
                </a:lnTo>
                <a:lnTo>
                  <a:pt x="342900" y="600075"/>
                </a:lnTo>
                <a:close/>
                <a:moveTo>
                  <a:pt x="76200" y="609600"/>
                </a:moveTo>
                <a:lnTo>
                  <a:pt x="85725" y="609600"/>
                </a:lnTo>
                <a:lnTo>
                  <a:pt x="85725" y="619125"/>
                </a:lnTo>
                <a:lnTo>
                  <a:pt x="76200" y="619125"/>
                </a:lnTo>
                <a:close/>
                <a:moveTo>
                  <a:pt x="85725" y="619125"/>
                </a:moveTo>
                <a:lnTo>
                  <a:pt x="104775" y="619125"/>
                </a:lnTo>
                <a:lnTo>
                  <a:pt x="104775" y="628650"/>
                </a:lnTo>
                <a:lnTo>
                  <a:pt x="85725" y="628650"/>
                </a:lnTo>
                <a:close/>
                <a:moveTo>
                  <a:pt x="438150" y="619125"/>
                </a:moveTo>
                <a:lnTo>
                  <a:pt x="447675" y="619125"/>
                </a:lnTo>
                <a:lnTo>
                  <a:pt x="447675" y="628650"/>
                </a:lnTo>
                <a:lnTo>
                  <a:pt x="438150" y="628650"/>
                </a:lnTo>
                <a:close/>
                <a:moveTo>
                  <a:pt x="104775" y="628650"/>
                </a:moveTo>
                <a:lnTo>
                  <a:pt x="133350" y="628650"/>
                </a:lnTo>
                <a:lnTo>
                  <a:pt x="133350" y="638175"/>
                </a:lnTo>
                <a:lnTo>
                  <a:pt x="104775" y="638175"/>
                </a:lnTo>
                <a:close/>
                <a:moveTo>
                  <a:pt x="428625" y="628650"/>
                </a:moveTo>
                <a:lnTo>
                  <a:pt x="438150" y="628650"/>
                </a:lnTo>
                <a:lnTo>
                  <a:pt x="438150" y="638175"/>
                </a:lnTo>
                <a:lnTo>
                  <a:pt x="428625" y="638175"/>
                </a:lnTo>
                <a:close/>
                <a:moveTo>
                  <a:pt x="133350" y="638175"/>
                </a:moveTo>
                <a:lnTo>
                  <a:pt x="142875" y="638175"/>
                </a:lnTo>
                <a:lnTo>
                  <a:pt x="142875" y="647700"/>
                </a:lnTo>
                <a:lnTo>
                  <a:pt x="133350" y="647700"/>
                </a:lnTo>
                <a:close/>
              </a:path>
            </a:pathLst>
          </a:custGeom>
          <a:solidFill xmlns:a="http://schemas.openxmlformats.org/drawingml/2006/main">
            <a:srgbClr val="F0F0E6"/>
          </a:solidFill>
          <a:ln xmlns:a="http://schemas.openxmlformats.org/drawingml/2006/main" w="0">
            <a:noFill/>
          </a:ln>
        </p:spPr>
      </p:sp>
      <p:sp>
        <p:nvSpPr>
          <p:cNvPr id="66" name="database vector #f1f0e4">
            <a:extLst xmlns:a="http://schemas.openxmlformats.org/drawingml/2006/main">
              <a:ext uri="{FF2B5EF4-FFF2-40B4-BE49-F238E27FC236}">
                <a16:creationId xmlns:a16="http://schemas.microsoft.com/office/drawing/2014/main" id="{64B2EC63-ADBA-412A-A82D-0218FB6B5F7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01325" y="1533525"/>
            <a:ext cx="571500" cy="695325"/>
          </a:xfrm>
          <a:custGeom xmlns:a="http://schemas.openxmlformats.org/drawingml/2006/main">
            <a:pathLst>
              <a:path w="571500" h="695325">
                <a:moveTo>
                  <a:pt x="257175" y="28575"/>
                </a:moveTo>
                <a:lnTo>
                  <a:pt x="304800" y="28575"/>
                </a:lnTo>
                <a:lnTo>
                  <a:pt x="304800" y="38100"/>
                </a:lnTo>
                <a:lnTo>
                  <a:pt x="285750" y="38100"/>
                </a:lnTo>
                <a:lnTo>
                  <a:pt x="285750" y="47625"/>
                </a:lnTo>
                <a:lnTo>
                  <a:pt x="238125" y="47625"/>
                </a:lnTo>
                <a:lnTo>
                  <a:pt x="238125" y="38100"/>
                </a:lnTo>
                <a:lnTo>
                  <a:pt x="257175" y="38100"/>
                </a:lnTo>
                <a:close/>
                <a:moveTo>
                  <a:pt x="352425" y="28575"/>
                </a:moveTo>
                <a:lnTo>
                  <a:pt x="361950" y="28575"/>
                </a:lnTo>
                <a:lnTo>
                  <a:pt x="361950" y="38100"/>
                </a:lnTo>
                <a:lnTo>
                  <a:pt x="352425" y="38100"/>
                </a:lnTo>
                <a:close/>
                <a:moveTo>
                  <a:pt x="142875" y="38100"/>
                </a:moveTo>
                <a:lnTo>
                  <a:pt x="171450" y="38100"/>
                </a:lnTo>
                <a:lnTo>
                  <a:pt x="171450" y="47625"/>
                </a:lnTo>
                <a:lnTo>
                  <a:pt x="142875" y="47625"/>
                </a:lnTo>
                <a:close/>
                <a:moveTo>
                  <a:pt x="190500" y="38100"/>
                </a:moveTo>
                <a:lnTo>
                  <a:pt x="209550" y="38100"/>
                </a:lnTo>
                <a:lnTo>
                  <a:pt x="209550" y="47625"/>
                </a:lnTo>
                <a:lnTo>
                  <a:pt x="190500" y="47625"/>
                </a:lnTo>
                <a:close/>
                <a:moveTo>
                  <a:pt x="390525" y="38100"/>
                </a:moveTo>
                <a:lnTo>
                  <a:pt x="400050" y="38100"/>
                </a:lnTo>
                <a:lnTo>
                  <a:pt x="400050" y="47625"/>
                </a:lnTo>
                <a:lnTo>
                  <a:pt x="390525" y="47625"/>
                </a:lnTo>
                <a:close/>
                <a:moveTo>
                  <a:pt x="133350" y="47625"/>
                </a:moveTo>
                <a:lnTo>
                  <a:pt x="142875" y="47625"/>
                </a:lnTo>
                <a:lnTo>
                  <a:pt x="142875" y="57150"/>
                </a:lnTo>
                <a:lnTo>
                  <a:pt x="133350" y="57150"/>
                </a:lnTo>
                <a:close/>
                <a:moveTo>
                  <a:pt x="85725" y="57150"/>
                </a:moveTo>
                <a:lnTo>
                  <a:pt x="114300" y="57150"/>
                </a:lnTo>
                <a:lnTo>
                  <a:pt x="114300" y="66675"/>
                </a:lnTo>
                <a:lnTo>
                  <a:pt x="85725" y="66675"/>
                </a:lnTo>
                <a:close/>
                <a:moveTo>
                  <a:pt x="419100" y="57150"/>
                </a:moveTo>
                <a:lnTo>
                  <a:pt x="428625" y="57150"/>
                </a:lnTo>
                <a:lnTo>
                  <a:pt x="428625" y="66675"/>
                </a:lnTo>
                <a:lnTo>
                  <a:pt x="419100" y="66675"/>
                </a:lnTo>
                <a:close/>
                <a:moveTo>
                  <a:pt x="66675" y="66675"/>
                </a:moveTo>
                <a:lnTo>
                  <a:pt x="76200" y="66675"/>
                </a:lnTo>
                <a:lnTo>
                  <a:pt x="76200" y="76200"/>
                </a:lnTo>
                <a:lnTo>
                  <a:pt x="66675" y="76200"/>
                </a:lnTo>
                <a:close/>
                <a:moveTo>
                  <a:pt x="457200" y="66675"/>
                </a:moveTo>
                <a:lnTo>
                  <a:pt x="466725" y="66675"/>
                </a:lnTo>
                <a:lnTo>
                  <a:pt x="466725" y="76200"/>
                </a:lnTo>
                <a:lnTo>
                  <a:pt x="457200" y="76200"/>
                </a:lnTo>
                <a:close/>
                <a:moveTo>
                  <a:pt x="476250" y="66675"/>
                </a:moveTo>
                <a:lnTo>
                  <a:pt x="485775" y="66675"/>
                </a:lnTo>
                <a:lnTo>
                  <a:pt x="485775" y="76200"/>
                </a:lnTo>
                <a:lnTo>
                  <a:pt x="495300" y="76200"/>
                </a:lnTo>
                <a:lnTo>
                  <a:pt x="495300" y="85725"/>
                </a:lnTo>
                <a:lnTo>
                  <a:pt x="504825" y="85725"/>
                </a:lnTo>
                <a:lnTo>
                  <a:pt x="504825" y="95250"/>
                </a:lnTo>
                <a:lnTo>
                  <a:pt x="514350" y="95250"/>
                </a:lnTo>
                <a:lnTo>
                  <a:pt x="514350" y="142875"/>
                </a:lnTo>
                <a:lnTo>
                  <a:pt x="504825" y="142875"/>
                </a:lnTo>
                <a:lnTo>
                  <a:pt x="504825" y="104775"/>
                </a:lnTo>
                <a:lnTo>
                  <a:pt x="495300" y="104775"/>
                </a:lnTo>
                <a:lnTo>
                  <a:pt x="495300" y="95250"/>
                </a:lnTo>
                <a:lnTo>
                  <a:pt x="485775" y="95250"/>
                </a:lnTo>
                <a:lnTo>
                  <a:pt x="485775" y="85725"/>
                </a:lnTo>
                <a:lnTo>
                  <a:pt x="476250" y="85725"/>
                </a:lnTo>
                <a:close/>
                <a:moveTo>
                  <a:pt x="47625" y="85725"/>
                </a:moveTo>
                <a:lnTo>
                  <a:pt x="57150" y="85725"/>
                </a:lnTo>
                <a:lnTo>
                  <a:pt x="57150" y="114300"/>
                </a:lnTo>
                <a:lnTo>
                  <a:pt x="47625" y="114300"/>
                </a:lnTo>
                <a:close/>
                <a:moveTo>
                  <a:pt x="190500" y="95250"/>
                </a:moveTo>
                <a:lnTo>
                  <a:pt x="200025" y="95250"/>
                </a:lnTo>
                <a:lnTo>
                  <a:pt x="200025" y="104775"/>
                </a:lnTo>
                <a:lnTo>
                  <a:pt x="190500" y="104775"/>
                </a:lnTo>
                <a:close/>
                <a:moveTo>
                  <a:pt x="342900" y="95250"/>
                </a:moveTo>
                <a:lnTo>
                  <a:pt x="361950" y="95250"/>
                </a:lnTo>
                <a:lnTo>
                  <a:pt x="361950" y="104775"/>
                </a:lnTo>
                <a:lnTo>
                  <a:pt x="342900" y="104775"/>
                </a:lnTo>
                <a:close/>
                <a:moveTo>
                  <a:pt x="266700" y="104775"/>
                </a:moveTo>
                <a:lnTo>
                  <a:pt x="276225" y="104775"/>
                </a:lnTo>
                <a:lnTo>
                  <a:pt x="276225" y="114300"/>
                </a:lnTo>
                <a:lnTo>
                  <a:pt x="266700" y="114300"/>
                </a:lnTo>
                <a:close/>
                <a:moveTo>
                  <a:pt x="295275" y="104775"/>
                </a:moveTo>
                <a:lnTo>
                  <a:pt x="314325" y="104775"/>
                </a:lnTo>
                <a:lnTo>
                  <a:pt x="314325" y="114300"/>
                </a:lnTo>
                <a:lnTo>
                  <a:pt x="295275" y="114300"/>
                </a:lnTo>
                <a:close/>
                <a:moveTo>
                  <a:pt x="390525" y="104775"/>
                </a:moveTo>
                <a:lnTo>
                  <a:pt x="400050" y="104775"/>
                </a:lnTo>
                <a:lnTo>
                  <a:pt x="400050" y="114300"/>
                </a:lnTo>
                <a:lnTo>
                  <a:pt x="390525" y="114300"/>
                </a:lnTo>
                <a:close/>
                <a:moveTo>
                  <a:pt x="38100" y="114300"/>
                </a:moveTo>
                <a:lnTo>
                  <a:pt x="47625" y="114300"/>
                </a:lnTo>
                <a:lnTo>
                  <a:pt x="47625" y="123825"/>
                </a:lnTo>
                <a:lnTo>
                  <a:pt x="38100" y="123825"/>
                </a:lnTo>
                <a:close/>
                <a:moveTo>
                  <a:pt x="419100" y="133350"/>
                </a:moveTo>
                <a:lnTo>
                  <a:pt x="428625" y="133350"/>
                </a:lnTo>
                <a:lnTo>
                  <a:pt x="428625" y="152400"/>
                </a:lnTo>
                <a:lnTo>
                  <a:pt x="419100" y="152400"/>
                </a:lnTo>
                <a:close/>
                <a:moveTo>
                  <a:pt x="28575" y="142875"/>
                </a:moveTo>
                <a:lnTo>
                  <a:pt x="38100" y="142875"/>
                </a:lnTo>
                <a:lnTo>
                  <a:pt x="38100" y="171450"/>
                </a:lnTo>
                <a:lnTo>
                  <a:pt x="28575" y="171450"/>
                </a:lnTo>
                <a:close/>
                <a:moveTo>
                  <a:pt x="514350" y="142875"/>
                </a:moveTo>
                <a:lnTo>
                  <a:pt x="523875" y="142875"/>
                </a:lnTo>
                <a:lnTo>
                  <a:pt x="523875" y="152400"/>
                </a:lnTo>
                <a:lnTo>
                  <a:pt x="514350" y="152400"/>
                </a:lnTo>
                <a:close/>
                <a:moveTo>
                  <a:pt x="133350" y="152400"/>
                </a:moveTo>
                <a:lnTo>
                  <a:pt x="142875" y="152400"/>
                </a:lnTo>
                <a:lnTo>
                  <a:pt x="142875" y="161925"/>
                </a:lnTo>
                <a:lnTo>
                  <a:pt x="133350" y="161925"/>
                </a:lnTo>
                <a:close/>
                <a:moveTo>
                  <a:pt x="142875" y="161925"/>
                </a:moveTo>
                <a:lnTo>
                  <a:pt x="161925" y="161925"/>
                </a:lnTo>
                <a:lnTo>
                  <a:pt x="161925" y="171450"/>
                </a:lnTo>
                <a:lnTo>
                  <a:pt x="142875" y="171450"/>
                </a:lnTo>
                <a:close/>
                <a:moveTo>
                  <a:pt x="390525" y="161925"/>
                </a:moveTo>
                <a:lnTo>
                  <a:pt x="409575" y="161925"/>
                </a:lnTo>
                <a:lnTo>
                  <a:pt x="409575" y="171450"/>
                </a:lnTo>
                <a:lnTo>
                  <a:pt x="390525" y="171450"/>
                </a:lnTo>
                <a:close/>
                <a:moveTo>
                  <a:pt x="323850" y="171450"/>
                </a:moveTo>
                <a:lnTo>
                  <a:pt x="342900" y="171450"/>
                </a:lnTo>
                <a:lnTo>
                  <a:pt x="342900" y="180975"/>
                </a:lnTo>
                <a:lnTo>
                  <a:pt x="323850" y="180975"/>
                </a:lnTo>
                <a:close/>
                <a:moveTo>
                  <a:pt x="352425" y="171450"/>
                </a:moveTo>
                <a:lnTo>
                  <a:pt x="361950" y="171450"/>
                </a:lnTo>
                <a:lnTo>
                  <a:pt x="361950" y="180975"/>
                </a:lnTo>
                <a:lnTo>
                  <a:pt x="352425" y="180975"/>
                </a:lnTo>
                <a:close/>
                <a:moveTo>
                  <a:pt x="247650" y="180975"/>
                </a:moveTo>
                <a:lnTo>
                  <a:pt x="266700" y="180975"/>
                </a:lnTo>
                <a:lnTo>
                  <a:pt x="266700" y="200025"/>
                </a:lnTo>
                <a:lnTo>
                  <a:pt x="257175" y="200025"/>
                </a:lnTo>
                <a:lnTo>
                  <a:pt x="257175" y="190500"/>
                </a:lnTo>
                <a:lnTo>
                  <a:pt x="247650" y="190500"/>
                </a:lnTo>
                <a:close/>
                <a:moveTo>
                  <a:pt x="28575" y="228600"/>
                </a:moveTo>
                <a:lnTo>
                  <a:pt x="38100" y="228600"/>
                </a:lnTo>
                <a:lnTo>
                  <a:pt x="38100" y="238125"/>
                </a:lnTo>
                <a:lnTo>
                  <a:pt x="28575" y="238125"/>
                </a:lnTo>
                <a:close/>
                <a:moveTo>
                  <a:pt x="114300" y="228600"/>
                </a:moveTo>
                <a:lnTo>
                  <a:pt x="123825" y="228600"/>
                </a:lnTo>
                <a:lnTo>
                  <a:pt x="123825" y="238125"/>
                </a:lnTo>
                <a:lnTo>
                  <a:pt x="142875" y="238125"/>
                </a:lnTo>
                <a:lnTo>
                  <a:pt x="142875" y="247650"/>
                </a:lnTo>
                <a:lnTo>
                  <a:pt x="114300" y="247650"/>
                </a:lnTo>
                <a:close/>
                <a:moveTo>
                  <a:pt x="171450" y="238125"/>
                </a:moveTo>
                <a:lnTo>
                  <a:pt x="180975" y="238125"/>
                </a:lnTo>
                <a:lnTo>
                  <a:pt x="180975" y="247650"/>
                </a:lnTo>
                <a:lnTo>
                  <a:pt x="171450" y="247650"/>
                </a:lnTo>
                <a:close/>
                <a:moveTo>
                  <a:pt x="104775" y="247650"/>
                </a:moveTo>
                <a:lnTo>
                  <a:pt x="114300" y="247650"/>
                </a:lnTo>
                <a:lnTo>
                  <a:pt x="114300" y="276225"/>
                </a:lnTo>
                <a:lnTo>
                  <a:pt x="104775" y="276225"/>
                </a:lnTo>
                <a:close/>
                <a:moveTo>
                  <a:pt x="152400" y="247650"/>
                </a:moveTo>
                <a:lnTo>
                  <a:pt x="161925" y="247650"/>
                </a:lnTo>
                <a:lnTo>
                  <a:pt x="161925" y="257175"/>
                </a:lnTo>
                <a:lnTo>
                  <a:pt x="152400" y="257175"/>
                </a:lnTo>
                <a:close/>
                <a:moveTo>
                  <a:pt x="323850" y="247650"/>
                </a:moveTo>
                <a:lnTo>
                  <a:pt x="342900" y="247650"/>
                </a:lnTo>
                <a:lnTo>
                  <a:pt x="342900" y="257175"/>
                </a:lnTo>
                <a:lnTo>
                  <a:pt x="371475" y="257175"/>
                </a:lnTo>
                <a:lnTo>
                  <a:pt x="371475" y="247650"/>
                </a:lnTo>
                <a:lnTo>
                  <a:pt x="400050" y="247650"/>
                </a:lnTo>
                <a:lnTo>
                  <a:pt x="400050" y="257175"/>
                </a:lnTo>
                <a:lnTo>
                  <a:pt x="390525" y="257175"/>
                </a:lnTo>
                <a:lnTo>
                  <a:pt x="390525" y="266700"/>
                </a:lnTo>
                <a:lnTo>
                  <a:pt x="333375" y="266700"/>
                </a:lnTo>
                <a:lnTo>
                  <a:pt x="333375" y="276225"/>
                </a:lnTo>
                <a:lnTo>
                  <a:pt x="314325" y="276225"/>
                </a:lnTo>
                <a:lnTo>
                  <a:pt x="314325" y="266700"/>
                </a:lnTo>
                <a:lnTo>
                  <a:pt x="304800" y="266700"/>
                </a:lnTo>
                <a:lnTo>
                  <a:pt x="304800" y="257175"/>
                </a:lnTo>
                <a:lnTo>
                  <a:pt x="323850" y="257175"/>
                </a:lnTo>
                <a:close/>
                <a:moveTo>
                  <a:pt x="419100" y="295275"/>
                </a:moveTo>
                <a:lnTo>
                  <a:pt x="428625" y="295275"/>
                </a:lnTo>
                <a:lnTo>
                  <a:pt x="428625" y="304800"/>
                </a:lnTo>
                <a:lnTo>
                  <a:pt x="419100" y="304800"/>
                </a:lnTo>
                <a:close/>
                <a:moveTo>
                  <a:pt x="361950" y="304800"/>
                </a:moveTo>
                <a:lnTo>
                  <a:pt x="371475" y="304800"/>
                </a:lnTo>
                <a:lnTo>
                  <a:pt x="371475" y="314325"/>
                </a:lnTo>
                <a:lnTo>
                  <a:pt x="361950" y="314325"/>
                </a:lnTo>
                <a:close/>
                <a:moveTo>
                  <a:pt x="257175" y="314325"/>
                </a:moveTo>
                <a:lnTo>
                  <a:pt x="266700" y="314325"/>
                </a:lnTo>
                <a:lnTo>
                  <a:pt x="266700" y="323850"/>
                </a:lnTo>
                <a:lnTo>
                  <a:pt x="257175" y="323850"/>
                </a:lnTo>
                <a:close/>
                <a:moveTo>
                  <a:pt x="276225" y="314325"/>
                </a:moveTo>
                <a:lnTo>
                  <a:pt x="304800" y="314325"/>
                </a:lnTo>
                <a:lnTo>
                  <a:pt x="304800" y="323850"/>
                </a:lnTo>
                <a:lnTo>
                  <a:pt x="276225" y="323850"/>
                </a:lnTo>
                <a:close/>
                <a:moveTo>
                  <a:pt x="371475" y="314325"/>
                </a:moveTo>
                <a:lnTo>
                  <a:pt x="390525" y="314325"/>
                </a:lnTo>
                <a:lnTo>
                  <a:pt x="390525" y="323850"/>
                </a:lnTo>
                <a:lnTo>
                  <a:pt x="371475" y="323850"/>
                </a:lnTo>
                <a:close/>
                <a:moveTo>
                  <a:pt x="238125" y="323850"/>
                </a:moveTo>
                <a:lnTo>
                  <a:pt x="247650" y="323850"/>
                </a:lnTo>
                <a:lnTo>
                  <a:pt x="247650" y="333375"/>
                </a:lnTo>
                <a:lnTo>
                  <a:pt x="238125" y="333375"/>
                </a:lnTo>
                <a:close/>
                <a:moveTo>
                  <a:pt x="428625" y="352425"/>
                </a:moveTo>
                <a:lnTo>
                  <a:pt x="438150" y="352425"/>
                </a:lnTo>
                <a:lnTo>
                  <a:pt x="438150" y="361950"/>
                </a:lnTo>
                <a:lnTo>
                  <a:pt x="428625" y="361950"/>
                </a:lnTo>
                <a:close/>
                <a:moveTo>
                  <a:pt x="419100" y="361950"/>
                </a:moveTo>
                <a:lnTo>
                  <a:pt x="428625" y="361950"/>
                </a:lnTo>
                <a:lnTo>
                  <a:pt x="428625" y="371475"/>
                </a:lnTo>
                <a:lnTo>
                  <a:pt x="419100" y="371475"/>
                </a:lnTo>
                <a:close/>
                <a:moveTo>
                  <a:pt x="438150" y="361950"/>
                </a:moveTo>
                <a:lnTo>
                  <a:pt x="447675" y="361950"/>
                </a:lnTo>
                <a:lnTo>
                  <a:pt x="447675" y="371475"/>
                </a:lnTo>
                <a:lnTo>
                  <a:pt x="438150" y="371475"/>
                </a:lnTo>
                <a:close/>
                <a:moveTo>
                  <a:pt x="171450" y="381000"/>
                </a:moveTo>
                <a:lnTo>
                  <a:pt x="209550" y="381000"/>
                </a:lnTo>
                <a:lnTo>
                  <a:pt x="209550" y="390525"/>
                </a:lnTo>
                <a:lnTo>
                  <a:pt x="200025" y="390525"/>
                </a:lnTo>
                <a:lnTo>
                  <a:pt x="200025" y="400050"/>
                </a:lnTo>
                <a:lnTo>
                  <a:pt x="180975" y="400050"/>
                </a:lnTo>
                <a:lnTo>
                  <a:pt x="180975" y="390525"/>
                </a:lnTo>
                <a:lnTo>
                  <a:pt x="171450" y="390525"/>
                </a:lnTo>
                <a:close/>
                <a:moveTo>
                  <a:pt x="228600" y="381000"/>
                </a:moveTo>
                <a:lnTo>
                  <a:pt x="247650" y="381000"/>
                </a:lnTo>
                <a:lnTo>
                  <a:pt x="247650" y="390525"/>
                </a:lnTo>
                <a:lnTo>
                  <a:pt x="228600" y="390525"/>
                </a:lnTo>
                <a:close/>
                <a:moveTo>
                  <a:pt x="371475" y="381000"/>
                </a:moveTo>
                <a:lnTo>
                  <a:pt x="381000" y="381000"/>
                </a:lnTo>
                <a:lnTo>
                  <a:pt x="381000" y="390525"/>
                </a:lnTo>
                <a:lnTo>
                  <a:pt x="371475" y="390525"/>
                </a:lnTo>
                <a:close/>
                <a:moveTo>
                  <a:pt x="247650" y="390525"/>
                </a:moveTo>
                <a:lnTo>
                  <a:pt x="266700" y="390525"/>
                </a:lnTo>
                <a:lnTo>
                  <a:pt x="266700" y="400050"/>
                </a:lnTo>
                <a:lnTo>
                  <a:pt x="247650" y="400050"/>
                </a:lnTo>
                <a:close/>
                <a:moveTo>
                  <a:pt x="438150" y="400050"/>
                </a:moveTo>
                <a:lnTo>
                  <a:pt x="447675" y="400050"/>
                </a:lnTo>
                <a:lnTo>
                  <a:pt x="447675" y="419100"/>
                </a:lnTo>
                <a:lnTo>
                  <a:pt x="438150" y="419100"/>
                </a:lnTo>
                <a:close/>
                <a:moveTo>
                  <a:pt x="123825" y="419100"/>
                </a:moveTo>
                <a:lnTo>
                  <a:pt x="142875" y="419100"/>
                </a:lnTo>
                <a:lnTo>
                  <a:pt x="142875" y="428625"/>
                </a:lnTo>
                <a:lnTo>
                  <a:pt x="161925" y="428625"/>
                </a:lnTo>
                <a:lnTo>
                  <a:pt x="161925" y="438150"/>
                </a:lnTo>
                <a:lnTo>
                  <a:pt x="133350" y="438150"/>
                </a:lnTo>
                <a:lnTo>
                  <a:pt x="133350" y="428625"/>
                </a:lnTo>
                <a:lnTo>
                  <a:pt x="123825" y="428625"/>
                </a:lnTo>
                <a:close/>
                <a:moveTo>
                  <a:pt x="428625" y="419100"/>
                </a:moveTo>
                <a:lnTo>
                  <a:pt x="438150" y="419100"/>
                </a:lnTo>
                <a:lnTo>
                  <a:pt x="438150" y="428625"/>
                </a:lnTo>
                <a:lnTo>
                  <a:pt x="428625" y="428625"/>
                </a:lnTo>
                <a:close/>
                <a:moveTo>
                  <a:pt x="371475" y="428625"/>
                </a:moveTo>
                <a:lnTo>
                  <a:pt x="381000" y="428625"/>
                </a:lnTo>
                <a:lnTo>
                  <a:pt x="381000" y="438150"/>
                </a:lnTo>
                <a:lnTo>
                  <a:pt x="371475" y="438150"/>
                </a:lnTo>
                <a:close/>
                <a:moveTo>
                  <a:pt x="400050" y="428625"/>
                </a:moveTo>
                <a:lnTo>
                  <a:pt x="419100" y="428625"/>
                </a:lnTo>
                <a:lnTo>
                  <a:pt x="419100" y="438150"/>
                </a:lnTo>
                <a:lnTo>
                  <a:pt x="400050" y="438150"/>
                </a:lnTo>
                <a:close/>
                <a:moveTo>
                  <a:pt x="361950" y="438150"/>
                </a:moveTo>
                <a:lnTo>
                  <a:pt x="371475" y="438150"/>
                </a:lnTo>
                <a:lnTo>
                  <a:pt x="371475" y="447675"/>
                </a:lnTo>
                <a:lnTo>
                  <a:pt x="361950" y="447675"/>
                </a:lnTo>
                <a:close/>
                <a:moveTo>
                  <a:pt x="514350" y="447675"/>
                </a:moveTo>
                <a:lnTo>
                  <a:pt x="523875" y="447675"/>
                </a:lnTo>
                <a:lnTo>
                  <a:pt x="523875" y="457200"/>
                </a:lnTo>
                <a:lnTo>
                  <a:pt x="514350" y="457200"/>
                </a:lnTo>
                <a:close/>
                <a:moveTo>
                  <a:pt x="523875" y="457200"/>
                </a:moveTo>
                <a:lnTo>
                  <a:pt x="533400" y="457200"/>
                </a:lnTo>
                <a:lnTo>
                  <a:pt x="533400" y="476250"/>
                </a:lnTo>
                <a:lnTo>
                  <a:pt x="523875" y="476250"/>
                </a:lnTo>
                <a:close/>
                <a:moveTo>
                  <a:pt x="133350" y="504825"/>
                </a:moveTo>
                <a:lnTo>
                  <a:pt x="142875" y="504825"/>
                </a:lnTo>
                <a:lnTo>
                  <a:pt x="142875" y="514350"/>
                </a:lnTo>
                <a:lnTo>
                  <a:pt x="133350" y="514350"/>
                </a:lnTo>
                <a:close/>
                <a:moveTo>
                  <a:pt x="428625" y="504825"/>
                </a:moveTo>
                <a:lnTo>
                  <a:pt x="438150" y="504825"/>
                </a:lnTo>
                <a:lnTo>
                  <a:pt x="438150" y="514350"/>
                </a:lnTo>
                <a:lnTo>
                  <a:pt x="428625" y="514350"/>
                </a:lnTo>
                <a:close/>
                <a:moveTo>
                  <a:pt x="142875" y="514350"/>
                </a:moveTo>
                <a:lnTo>
                  <a:pt x="152400" y="514350"/>
                </a:lnTo>
                <a:lnTo>
                  <a:pt x="152400" y="523875"/>
                </a:lnTo>
                <a:lnTo>
                  <a:pt x="142875" y="523875"/>
                </a:lnTo>
                <a:close/>
                <a:moveTo>
                  <a:pt x="276225" y="514350"/>
                </a:moveTo>
                <a:lnTo>
                  <a:pt x="285750" y="514350"/>
                </a:lnTo>
                <a:lnTo>
                  <a:pt x="285750" y="523875"/>
                </a:lnTo>
                <a:lnTo>
                  <a:pt x="276225" y="523875"/>
                </a:lnTo>
                <a:close/>
                <a:moveTo>
                  <a:pt x="314325" y="514350"/>
                </a:moveTo>
                <a:lnTo>
                  <a:pt x="333375" y="514350"/>
                </a:lnTo>
                <a:lnTo>
                  <a:pt x="333375" y="523875"/>
                </a:lnTo>
                <a:lnTo>
                  <a:pt x="314325" y="523875"/>
                </a:lnTo>
                <a:close/>
                <a:moveTo>
                  <a:pt x="447675" y="523875"/>
                </a:moveTo>
                <a:lnTo>
                  <a:pt x="466725" y="523875"/>
                </a:lnTo>
                <a:lnTo>
                  <a:pt x="466725" y="533400"/>
                </a:lnTo>
                <a:lnTo>
                  <a:pt x="447675" y="533400"/>
                </a:lnTo>
                <a:close/>
                <a:moveTo>
                  <a:pt x="514350" y="523875"/>
                </a:moveTo>
                <a:lnTo>
                  <a:pt x="523875" y="523875"/>
                </a:lnTo>
                <a:lnTo>
                  <a:pt x="523875" y="561975"/>
                </a:lnTo>
                <a:lnTo>
                  <a:pt x="514350" y="561975"/>
                </a:lnTo>
                <a:close/>
                <a:moveTo>
                  <a:pt x="114300" y="533400"/>
                </a:moveTo>
                <a:lnTo>
                  <a:pt x="123825" y="533400"/>
                </a:lnTo>
                <a:lnTo>
                  <a:pt x="123825" y="542925"/>
                </a:lnTo>
                <a:lnTo>
                  <a:pt x="114300" y="542925"/>
                </a:lnTo>
                <a:close/>
                <a:moveTo>
                  <a:pt x="38100" y="552450"/>
                </a:moveTo>
                <a:lnTo>
                  <a:pt x="47625" y="552450"/>
                </a:lnTo>
                <a:lnTo>
                  <a:pt x="47625" y="571500"/>
                </a:lnTo>
                <a:lnTo>
                  <a:pt x="38100" y="571500"/>
                </a:lnTo>
                <a:close/>
                <a:moveTo>
                  <a:pt x="219075" y="581025"/>
                </a:moveTo>
                <a:lnTo>
                  <a:pt x="238125" y="581025"/>
                </a:lnTo>
                <a:lnTo>
                  <a:pt x="238125" y="590550"/>
                </a:lnTo>
                <a:lnTo>
                  <a:pt x="219075" y="590550"/>
                </a:lnTo>
                <a:close/>
                <a:moveTo>
                  <a:pt x="276225" y="581025"/>
                </a:moveTo>
                <a:lnTo>
                  <a:pt x="304800" y="581025"/>
                </a:lnTo>
                <a:lnTo>
                  <a:pt x="304800" y="590550"/>
                </a:lnTo>
                <a:lnTo>
                  <a:pt x="276225" y="590550"/>
                </a:lnTo>
                <a:close/>
                <a:moveTo>
                  <a:pt x="314325" y="581025"/>
                </a:moveTo>
                <a:lnTo>
                  <a:pt x="323850" y="581025"/>
                </a:lnTo>
                <a:lnTo>
                  <a:pt x="323850" y="590550"/>
                </a:lnTo>
                <a:lnTo>
                  <a:pt x="314325" y="590550"/>
                </a:lnTo>
                <a:close/>
                <a:moveTo>
                  <a:pt x="333375" y="581025"/>
                </a:moveTo>
                <a:lnTo>
                  <a:pt x="342900" y="581025"/>
                </a:lnTo>
                <a:lnTo>
                  <a:pt x="342900" y="600075"/>
                </a:lnTo>
                <a:lnTo>
                  <a:pt x="323850" y="600075"/>
                </a:lnTo>
                <a:lnTo>
                  <a:pt x="323850" y="590550"/>
                </a:lnTo>
                <a:lnTo>
                  <a:pt x="333375" y="590550"/>
                </a:lnTo>
                <a:close/>
                <a:moveTo>
                  <a:pt x="476250" y="609600"/>
                </a:moveTo>
                <a:lnTo>
                  <a:pt x="485775" y="609600"/>
                </a:lnTo>
                <a:lnTo>
                  <a:pt x="485775" y="619125"/>
                </a:lnTo>
                <a:lnTo>
                  <a:pt x="476250" y="619125"/>
                </a:lnTo>
                <a:close/>
                <a:moveTo>
                  <a:pt x="409575" y="628650"/>
                </a:moveTo>
                <a:lnTo>
                  <a:pt x="428625" y="628650"/>
                </a:lnTo>
                <a:lnTo>
                  <a:pt x="428625" y="638175"/>
                </a:lnTo>
                <a:lnTo>
                  <a:pt x="409575" y="638175"/>
                </a:lnTo>
                <a:close/>
                <a:moveTo>
                  <a:pt x="123825" y="638175"/>
                </a:moveTo>
                <a:lnTo>
                  <a:pt x="133350" y="638175"/>
                </a:lnTo>
                <a:lnTo>
                  <a:pt x="133350" y="647700"/>
                </a:lnTo>
                <a:lnTo>
                  <a:pt x="123825" y="647700"/>
                </a:lnTo>
                <a:close/>
                <a:moveTo>
                  <a:pt x="180975" y="647700"/>
                </a:moveTo>
                <a:lnTo>
                  <a:pt x="209550" y="647700"/>
                </a:lnTo>
                <a:lnTo>
                  <a:pt x="209550" y="657225"/>
                </a:lnTo>
                <a:lnTo>
                  <a:pt x="180975" y="657225"/>
                </a:lnTo>
                <a:close/>
                <a:moveTo>
                  <a:pt x="219075" y="647700"/>
                </a:moveTo>
                <a:lnTo>
                  <a:pt x="257175" y="647700"/>
                </a:lnTo>
                <a:lnTo>
                  <a:pt x="257175" y="657225"/>
                </a:lnTo>
                <a:lnTo>
                  <a:pt x="219075" y="657225"/>
                </a:lnTo>
                <a:close/>
                <a:moveTo>
                  <a:pt x="342900" y="647700"/>
                </a:moveTo>
                <a:lnTo>
                  <a:pt x="371475" y="647700"/>
                </a:lnTo>
                <a:lnTo>
                  <a:pt x="371475" y="657225"/>
                </a:lnTo>
                <a:lnTo>
                  <a:pt x="342900" y="657225"/>
                </a:lnTo>
                <a:close/>
              </a:path>
            </a:pathLst>
          </a:custGeom>
          <a:solidFill xmlns:a="http://schemas.openxmlformats.org/drawingml/2006/main">
            <a:srgbClr val="F1F0E4"/>
          </a:solidFill>
          <a:ln xmlns:a="http://schemas.openxmlformats.org/drawingml/2006/main" w="0">
            <a:noFill/>
          </a:ln>
        </p:spPr>
      </p:sp>
      <p:sp>
        <p:nvSpPr>
          <p:cNvPr id="67" name="database vector #ecf0e6">
            <a:extLst xmlns:a="http://schemas.openxmlformats.org/drawingml/2006/main">
              <a:ext uri="{FF2B5EF4-FFF2-40B4-BE49-F238E27FC236}">
                <a16:creationId xmlns:a16="http://schemas.microsoft.com/office/drawing/2014/main" id="{CCF15CA2-7736-4684-B83A-A024C1DDC19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01325" y="1533525"/>
            <a:ext cx="571500" cy="695325"/>
          </a:xfrm>
          <a:custGeom xmlns:a="http://schemas.openxmlformats.org/drawingml/2006/main">
            <a:pathLst>
              <a:path w="571500" h="695325">
                <a:moveTo>
                  <a:pt x="180975" y="47625"/>
                </a:moveTo>
                <a:lnTo>
                  <a:pt x="190500" y="47625"/>
                </a:lnTo>
                <a:lnTo>
                  <a:pt x="190500" y="57150"/>
                </a:lnTo>
                <a:lnTo>
                  <a:pt x="180975" y="57150"/>
                </a:lnTo>
                <a:close/>
                <a:moveTo>
                  <a:pt x="361950" y="47625"/>
                </a:moveTo>
                <a:lnTo>
                  <a:pt x="381000" y="47625"/>
                </a:lnTo>
                <a:lnTo>
                  <a:pt x="381000" y="57150"/>
                </a:lnTo>
                <a:lnTo>
                  <a:pt x="361950" y="57150"/>
                </a:lnTo>
                <a:close/>
                <a:moveTo>
                  <a:pt x="76200" y="85725"/>
                </a:moveTo>
                <a:lnTo>
                  <a:pt x="85725" y="85725"/>
                </a:lnTo>
                <a:lnTo>
                  <a:pt x="85725" y="95250"/>
                </a:lnTo>
                <a:lnTo>
                  <a:pt x="76200" y="95250"/>
                </a:lnTo>
                <a:close/>
                <a:moveTo>
                  <a:pt x="209550" y="85725"/>
                </a:moveTo>
                <a:lnTo>
                  <a:pt x="238125" y="85725"/>
                </a:lnTo>
                <a:lnTo>
                  <a:pt x="238125" y="95250"/>
                </a:lnTo>
                <a:lnTo>
                  <a:pt x="209550" y="95250"/>
                </a:lnTo>
                <a:close/>
                <a:moveTo>
                  <a:pt x="333375" y="85725"/>
                </a:moveTo>
                <a:lnTo>
                  <a:pt x="342900" y="85725"/>
                </a:lnTo>
                <a:lnTo>
                  <a:pt x="342900" y="95250"/>
                </a:lnTo>
                <a:lnTo>
                  <a:pt x="333375" y="95250"/>
                </a:lnTo>
                <a:close/>
                <a:moveTo>
                  <a:pt x="161925" y="95250"/>
                </a:moveTo>
                <a:lnTo>
                  <a:pt x="171450" y="95250"/>
                </a:lnTo>
                <a:lnTo>
                  <a:pt x="171450" y="104775"/>
                </a:lnTo>
                <a:lnTo>
                  <a:pt x="161925" y="104775"/>
                </a:lnTo>
                <a:close/>
                <a:moveTo>
                  <a:pt x="47625" y="114300"/>
                </a:moveTo>
                <a:lnTo>
                  <a:pt x="57150" y="114300"/>
                </a:lnTo>
                <a:lnTo>
                  <a:pt x="57150" y="123825"/>
                </a:lnTo>
                <a:lnTo>
                  <a:pt x="47625" y="123825"/>
                </a:lnTo>
                <a:close/>
                <a:moveTo>
                  <a:pt x="104775" y="114300"/>
                </a:moveTo>
                <a:lnTo>
                  <a:pt x="114300" y="114300"/>
                </a:lnTo>
                <a:lnTo>
                  <a:pt x="114300" y="123825"/>
                </a:lnTo>
                <a:lnTo>
                  <a:pt x="104775" y="123825"/>
                </a:lnTo>
                <a:close/>
                <a:moveTo>
                  <a:pt x="438150" y="114300"/>
                </a:moveTo>
                <a:lnTo>
                  <a:pt x="447675" y="114300"/>
                </a:lnTo>
                <a:lnTo>
                  <a:pt x="447675" y="123825"/>
                </a:lnTo>
                <a:lnTo>
                  <a:pt x="438150" y="123825"/>
                </a:lnTo>
                <a:close/>
                <a:moveTo>
                  <a:pt x="95250" y="123825"/>
                </a:moveTo>
                <a:lnTo>
                  <a:pt x="104775" y="123825"/>
                </a:lnTo>
                <a:lnTo>
                  <a:pt x="104775" y="133350"/>
                </a:lnTo>
                <a:lnTo>
                  <a:pt x="95250" y="133350"/>
                </a:lnTo>
                <a:close/>
                <a:moveTo>
                  <a:pt x="447675" y="123825"/>
                </a:moveTo>
                <a:lnTo>
                  <a:pt x="457200" y="123825"/>
                </a:lnTo>
                <a:lnTo>
                  <a:pt x="457200" y="133350"/>
                </a:lnTo>
                <a:lnTo>
                  <a:pt x="447675" y="133350"/>
                </a:lnTo>
                <a:close/>
                <a:moveTo>
                  <a:pt x="85725" y="133350"/>
                </a:moveTo>
                <a:lnTo>
                  <a:pt x="95250" y="133350"/>
                </a:lnTo>
                <a:lnTo>
                  <a:pt x="95250" y="152400"/>
                </a:lnTo>
                <a:lnTo>
                  <a:pt x="85725" y="152400"/>
                </a:lnTo>
                <a:close/>
                <a:moveTo>
                  <a:pt x="457200" y="133350"/>
                </a:moveTo>
                <a:lnTo>
                  <a:pt x="466725" y="133350"/>
                </a:lnTo>
                <a:lnTo>
                  <a:pt x="466725" y="152400"/>
                </a:lnTo>
                <a:lnTo>
                  <a:pt x="457200" y="152400"/>
                </a:lnTo>
                <a:close/>
                <a:moveTo>
                  <a:pt x="95250" y="152400"/>
                </a:moveTo>
                <a:lnTo>
                  <a:pt x="104775" y="152400"/>
                </a:lnTo>
                <a:lnTo>
                  <a:pt x="104775" y="161925"/>
                </a:lnTo>
                <a:lnTo>
                  <a:pt x="95250" y="161925"/>
                </a:lnTo>
                <a:close/>
                <a:moveTo>
                  <a:pt x="504825" y="152400"/>
                </a:moveTo>
                <a:lnTo>
                  <a:pt x="514350" y="152400"/>
                </a:lnTo>
                <a:lnTo>
                  <a:pt x="514350" y="561975"/>
                </a:lnTo>
                <a:lnTo>
                  <a:pt x="504825" y="561975"/>
                </a:lnTo>
                <a:close/>
                <a:moveTo>
                  <a:pt x="104775" y="161925"/>
                </a:moveTo>
                <a:lnTo>
                  <a:pt x="114300" y="161925"/>
                </a:lnTo>
                <a:lnTo>
                  <a:pt x="114300" y="171450"/>
                </a:lnTo>
                <a:lnTo>
                  <a:pt x="104775" y="171450"/>
                </a:lnTo>
                <a:close/>
                <a:moveTo>
                  <a:pt x="438150" y="161925"/>
                </a:moveTo>
                <a:lnTo>
                  <a:pt x="447675" y="161925"/>
                </a:lnTo>
                <a:lnTo>
                  <a:pt x="447675" y="171450"/>
                </a:lnTo>
                <a:lnTo>
                  <a:pt x="438150" y="171450"/>
                </a:lnTo>
                <a:close/>
                <a:moveTo>
                  <a:pt x="123825" y="171450"/>
                </a:moveTo>
                <a:lnTo>
                  <a:pt x="133350" y="171450"/>
                </a:lnTo>
                <a:lnTo>
                  <a:pt x="133350" y="180975"/>
                </a:lnTo>
                <a:lnTo>
                  <a:pt x="123825" y="180975"/>
                </a:lnTo>
                <a:close/>
                <a:moveTo>
                  <a:pt x="142875" y="171450"/>
                </a:moveTo>
                <a:lnTo>
                  <a:pt x="152400" y="171450"/>
                </a:lnTo>
                <a:lnTo>
                  <a:pt x="152400" y="180975"/>
                </a:lnTo>
                <a:lnTo>
                  <a:pt x="142875" y="180975"/>
                </a:lnTo>
                <a:close/>
                <a:moveTo>
                  <a:pt x="152400" y="180975"/>
                </a:moveTo>
                <a:lnTo>
                  <a:pt x="171450" y="180975"/>
                </a:lnTo>
                <a:lnTo>
                  <a:pt x="171450" y="190500"/>
                </a:lnTo>
                <a:lnTo>
                  <a:pt x="152400" y="190500"/>
                </a:lnTo>
                <a:close/>
                <a:moveTo>
                  <a:pt x="200025" y="190500"/>
                </a:moveTo>
                <a:lnTo>
                  <a:pt x="209550" y="190500"/>
                </a:lnTo>
                <a:lnTo>
                  <a:pt x="209550" y="200025"/>
                </a:lnTo>
                <a:lnTo>
                  <a:pt x="200025" y="200025"/>
                </a:lnTo>
                <a:close/>
                <a:moveTo>
                  <a:pt x="342900" y="190500"/>
                </a:moveTo>
                <a:lnTo>
                  <a:pt x="361950" y="190500"/>
                </a:lnTo>
                <a:lnTo>
                  <a:pt x="361950" y="200025"/>
                </a:lnTo>
                <a:lnTo>
                  <a:pt x="342900" y="200025"/>
                </a:lnTo>
                <a:close/>
                <a:moveTo>
                  <a:pt x="85725" y="209550"/>
                </a:moveTo>
                <a:lnTo>
                  <a:pt x="95250" y="209550"/>
                </a:lnTo>
                <a:lnTo>
                  <a:pt x="95250" y="238125"/>
                </a:lnTo>
                <a:lnTo>
                  <a:pt x="85725" y="238125"/>
                </a:lnTo>
                <a:close/>
                <a:moveTo>
                  <a:pt x="104775" y="209550"/>
                </a:moveTo>
                <a:lnTo>
                  <a:pt x="114300" y="209550"/>
                </a:lnTo>
                <a:lnTo>
                  <a:pt x="114300" y="219075"/>
                </a:lnTo>
                <a:lnTo>
                  <a:pt x="104775" y="219075"/>
                </a:lnTo>
                <a:close/>
                <a:moveTo>
                  <a:pt x="438150" y="209550"/>
                </a:moveTo>
                <a:lnTo>
                  <a:pt x="447675" y="209550"/>
                </a:lnTo>
                <a:lnTo>
                  <a:pt x="447675" y="219075"/>
                </a:lnTo>
                <a:lnTo>
                  <a:pt x="438150" y="219075"/>
                </a:lnTo>
                <a:close/>
                <a:moveTo>
                  <a:pt x="133350" y="219075"/>
                </a:moveTo>
                <a:lnTo>
                  <a:pt x="142875" y="219075"/>
                </a:lnTo>
                <a:lnTo>
                  <a:pt x="142875" y="228600"/>
                </a:lnTo>
                <a:lnTo>
                  <a:pt x="133350" y="228600"/>
                </a:lnTo>
                <a:close/>
                <a:moveTo>
                  <a:pt x="171450" y="228600"/>
                </a:moveTo>
                <a:lnTo>
                  <a:pt x="180975" y="228600"/>
                </a:lnTo>
                <a:lnTo>
                  <a:pt x="180975" y="238125"/>
                </a:lnTo>
                <a:lnTo>
                  <a:pt x="171450" y="238125"/>
                </a:lnTo>
                <a:close/>
                <a:moveTo>
                  <a:pt x="371475" y="228600"/>
                </a:moveTo>
                <a:lnTo>
                  <a:pt x="381000" y="228600"/>
                </a:lnTo>
                <a:lnTo>
                  <a:pt x="381000" y="238125"/>
                </a:lnTo>
                <a:lnTo>
                  <a:pt x="371475" y="238125"/>
                </a:lnTo>
                <a:close/>
                <a:moveTo>
                  <a:pt x="238125" y="238125"/>
                </a:moveTo>
                <a:lnTo>
                  <a:pt x="314325" y="238125"/>
                </a:lnTo>
                <a:lnTo>
                  <a:pt x="314325" y="247650"/>
                </a:lnTo>
                <a:lnTo>
                  <a:pt x="238125" y="247650"/>
                </a:lnTo>
                <a:close/>
                <a:moveTo>
                  <a:pt x="400050" y="314325"/>
                </a:moveTo>
                <a:lnTo>
                  <a:pt x="409575" y="314325"/>
                </a:lnTo>
                <a:lnTo>
                  <a:pt x="409575" y="323850"/>
                </a:lnTo>
                <a:lnTo>
                  <a:pt x="400050" y="323850"/>
                </a:lnTo>
                <a:close/>
                <a:moveTo>
                  <a:pt x="190500" y="323850"/>
                </a:moveTo>
                <a:lnTo>
                  <a:pt x="200025" y="323850"/>
                </a:lnTo>
                <a:lnTo>
                  <a:pt x="200025" y="333375"/>
                </a:lnTo>
                <a:lnTo>
                  <a:pt x="190500" y="333375"/>
                </a:lnTo>
                <a:close/>
                <a:moveTo>
                  <a:pt x="361950" y="323850"/>
                </a:moveTo>
                <a:lnTo>
                  <a:pt x="371475" y="323850"/>
                </a:lnTo>
                <a:lnTo>
                  <a:pt x="371475" y="333375"/>
                </a:lnTo>
                <a:lnTo>
                  <a:pt x="361950" y="333375"/>
                </a:lnTo>
                <a:close/>
                <a:moveTo>
                  <a:pt x="104775" y="342900"/>
                </a:moveTo>
                <a:lnTo>
                  <a:pt x="114300" y="342900"/>
                </a:lnTo>
                <a:lnTo>
                  <a:pt x="114300" y="352425"/>
                </a:lnTo>
                <a:lnTo>
                  <a:pt x="104775" y="352425"/>
                </a:lnTo>
                <a:close/>
                <a:moveTo>
                  <a:pt x="457200" y="342900"/>
                </a:moveTo>
                <a:lnTo>
                  <a:pt x="466725" y="342900"/>
                </a:lnTo>
                <a:lnTo>
                  <a:pt x="466725" y="352425"/>
                </a:lnTo>
                <a:lnTo>
                  <a:pt x="457200" y="352425"/>
                </a:lnTo>
                <a:close/>
                <a:moveTo>
                  <a:pt x="161925" y="361950"/>
                </a:moveTo>
                <a:lnTo>
                  <a:pt x="171450" y="361950"/>
                </a:lnTo>
                <a:lnTo>
                  <a:pt x="171450" y="371475"/>
                </a:lnTo>
                <a:lnTo>
                  <a:pt x="161925" y="371475"/>
                </a:lnTo>
                <a:close/>
                <a:moveTo>
                  <a:pt x="390525" y="361950"/>
                </a:moveTo>
                <a:lnTo>
                  <a:pt x="400050" y="361950"/>
                </a:lnTo>
                <a:lnTo>
                  <a:pt x="400050" y="371475"/>
                </a:lnTo>
                <a:lnTo>
                  <a:pt x="390525" y="371475"/>
                </a:lnTo>
                <a:close/>
                <a:moveTo>
                  <a:pt x="209550" y="371475"/>
                </a:moveTo>
                <a:lnTo>
                  <a:pt x="228600" y="371475"/>
                </a:lnTo>
                <a:lnTo>
                  <a:pt x="228600" y="381000"/>
                </a:lnTo>
                <a:lnTo>
                  <a:pt x="209550" y="381000"/>
                </a:lnTo>
                <a:close/>
                <a:moveTo>
                  <a:pt x="314325" y="371475"/>
                </a:moveTo>
                <a:lnTo>
                  <a:pt x="342900" y="371475"/>
                </a:lnTo>
                <a:lnTo>
                  <a:pt x="342900" y="381000"/>
                </a:lnTo>
                <a:lnTo>
                  <a:pt x="314325" y="381000"/>
                </a:lnTo>
                <a:close/>
                <a:moveTo>
                  <a:pt x="38100" y="409575"/>
                </a:moveTo>
                <a:lnTo>
                  <a:pt x="47625" y="409575"/>
                </a:lnTo>
                <a:lnTo>
                  <a:pt x="47625" y="419100"/>
                </a:lnTo>
                <a:lnTo>
                  <a:pt x="38100" y="419100"/>
                </a:lnTo>
                <a:close/>
                <a:moveTo>
                  <a:pt x="457200" y="419100"/>
                </a:moveTo>
                <a:lnTo>
                  <a:pt x="466725" y="419100"/>
                </a:lnTo>
                <a:lnTo>
                  <a:pt x="466725" y="428625"/>
                </a:lnTo>
                <a:lnTo>
                  <a:pt x="457200" y="428625"/>
                </a:lnTo>
                <a:close/>
                <a:moveTo>
                  <a:pt x="104775" y="428625"/>
                </a:moveTo>
                <a:lnTo>
                  <a:pt x="114300" y="428625"/>
                </a:lnTo>
                <a:lnTo>
                  <a:pt x="114300" y="438150"/>
                </a:lnTo>
                <a:lnTo>
                  <a:pt x="104775" y="438150"/>
                </a:lnTo>
                <a:close/>
                <a:moveTo>
                  <a:pt x="438150" y="428625"/>
                </a:moveTo>
                <a:lnTo>
                  <a:pt x="457200" y="428625"/>
                </a:lnTo>
                <a:lnTo>
                  <a:pt x="457200" y="438150"/>
                </a:lnTo>
                <a:lnTo>
                  <a:pt x="438150" y="438150"/>
                </a:lnTo>
                <a:close/>
                <a:moveTo>
                  <a:pt x="28575" y="438150"/>
                </a:moveTo>
                <a:lnTo>
                  <a:pt x="47625" y="438150"/>
                </a:lnTo>
                <a:lnTo>
                  <a:pt x="47625" y="447675"/>
                </a:lnTo>
                <a:lnTo>
                  <a:pt x="28575" y="447675"/>
                </a:lnTo>
                <a:close/>
                <a:moveTo>
                  <a:pt x="114300" y="438150"/>
                </a:moveTo>
                <a:lnTo>
                  <a:pt x="123825" y="438150"/>
                </a:lnTo>
                <a:lnTo>
                  <a:pt x="123825" y="447675"/>
                </a:lnTo>
                <a:lnTo>
                  <a:pt x="114300" y="447675"/>
                </a:lnTo>
                <a:close/>
                <a:moveTo>
                  <a:pt x="419100" y="438150"/>
                </a:moveTo>
                <a:lnTo>
                  <a:pt x="438150" y="438150"/>
                </a:lnTo>
                <a:lnTo>
                  <a:pt x="438150" y="447675"/>
                </a:lnTo>
                <a:lnTo>
                  <a:pt x="419100" y="447675"/>
                </a:lnTo>
                <a:close/>
                <a:moveTo>
                  <a:pt x="409575" y="447675"/>
                </a:moveTo>
                <a:lnTo>
                  <a:pt x="419100" y="447675"/>
                </a:lnTo>
                <a:lnTo>
                  <a:pt x="419100" y="457200"/>
                </a:lnTo>
                <a:lnTo>
                  <a:pt x="409575" y="457200"/>
                </a:lnTo>
                <a:close/>
                <a:moveTo>
                  <a:pt x="371475" y="457200"/>
                </a:moveTo>
                <a:lnTo>
                  <a:pt x="381000" y="457200"/>
                </a:lnTo>
                <a:lnTo>
                  <a:pt x="381000" y="466725"/>
                </a:lnTo>
                <a:lnTo>
                  <a:pt x="371475" y="466725"/>
                </a:lnTo>
                <a:close/>
                <a:moveTo>
                  <a:pt x="266700" y="466725"/>
                </a:moveTo>
                <a:lnTo>
                  <a:pt x="295275" y="466725"/>
                </a:lnTo>
                <a:lnTo>
                  <a:pt x="295275" y="476250"/>
                </a:lnTo>
                <a:lnTo>
                  <a:pt x="266700" y="476250"/>
                </a:lnTo>
                <a:close/>
                <a:moveTo>
                  <a:pt x="85725" y="476250"/>
                </a:moveTo>
                <a:lnTo>
                  <a:pt x="104775" y="476250"/>
                </a:lnTo>
                <a:lnTo>
                  <a:pt x="104775" y="485775"/>
                </a:lnTo>
                <a:lnTo>
                  <a:pt x="95250" y="485775"/>
                </a:lnTo>
                <a:lnTo>
                  <a:pt x="95250" y="504825"/>
                </a:lnTo>
                <a:lnTo>
                  <a:pt x="85725" y="504825"/>
                </a:lnTo>
                <a:close/>
                <a:moveTo>
                  <a:pt x="447675" y="476250"/>
                </a:moveTo>
                <a:lnTo>
                  <a:pt x="457200" y="476250"/>
                </a:lnTo>
                <a:lnTo>
                  <a:pt x="457200" y="485775"/>
                </a:lnTo>
                <a:lnTo>
                  <a:pt x="447675" y="485775"/>
                </a:lnTo>
                <a:close/>
                <a:moveTo>
                  <a:pt x="104775" y="485775"/>
                </a:moveTo>
                <a:lnTo>
                  <a:pt x="114300" y="485775"/>
                </a:lnTo>
                <a:lnTo>
                  <a:pt x="114300" y="495300"/>
                </a:lnTo>
                <a:lnTo>
                  <a:pt x="104775" y="495300"/>
                </a:lnTo>
                <a:close/>
                <a:moveTo>
                  <a:pt x="123825" y="485775"/>
                </a:moveTo>
                <a:lnTo>
                  <a:pt x="133350" y="485775"/>
                </a:lnTo>
                <a:lnTo>
                  <a:pt x="133350" y="495300"/>
                </a:lnTo>
                <a:lnTo>
                  <a:pt x="123825" y="495300"/>
                </a:lnTo>
                <a:close/>
                <a:moveTo>
                  <a:pt x="457200" y="485775"/>
                </a:moveTo>
                <a:lnTo>
                  <a:pt x="466725" y="485775"/>
                </a:lnTo>
                <a:lnTo>
                  <a:pt x="466725" y="495300"/>
                </a:lnTo>
                <a:lnTo>
                  <a:pt x="457200" y="495300"/>
                </a:lnTo>
                <a:close/>
                <a:moveTo>
                  <a:pt x="152400" y="495300"/>
                </a:moveTo>
                <a:lnTo>
                  <a:pt x="161925" y="495300"/>
                </a:lnTo>
                <a:lnTo>
                  <a:pt x="161925" y="504825"/>
                </a:lnTo>
                <a:lnTo>
                  <a:pt x="152400" y="504825"/>
                </a:lnTo>
                <a:close/>
                <a:moveTo>
                  <a:pt x="390525" y="495300"/>
                </a:moveTo>
                <a:lnTo>
                  <a:pt x="400050" y="495300"/>
                </a:lnTo>
                <a:lnTo>
                  <a:pt x="400050" y="504825"/>
                </a:lnTo>
                <a:lnTo>
                  <a:pt x="390525" y="504825"/>
                </a:lnTo>
                <a:close/>
                <a:moveTo>
                  <a:pt x="200025" y="504825"/>
                </a:moveTo>
                <a:lnTo>
                  <a:pt x="219075" y="504825"/>
                </a:lnTo>
                <a:lnTo>
                  <a:pt x="219075" y="514350"/>
                </a:lnTo>
                <a:lnTo>
                  <a:pt x="200025" y="514350"/>
                </a:lnTo>
                <a:close/>
                <a:moveTo>
                  <a:pt x="342900" y="504825"/>
                </a:moveTo>
                <a:lnTo>
                  <a:pt x="352425" y="504825"/>
                </a:lnTo>
                <a:lnTo>
                  <a:pt x="352425" y="514350"/>
                </a:lnTo>
                <a:lnTo>
                  <a:pt x="342900" y="514350"/>
                </a:lnTo>
                <a:close/>
                <a:moveTo>
                  <a:pt x="495300" y="571500"/>
                </a:moveTo>
                <a:lnTo>
                  <a:pt x="504825" y="571500"/>
                </a:lnTo>
                <a:lnTo>
                  <a:pt x="504825" y="581025"/>
                </a:lnTo>
                <a:lnTo>
                  <a:pt x="495300" y="581025"/>
                </a:lnTo>
                <a:close/>
                <a:moveTo>
                  <a:pt x="57150" y="581025"/>
                </a:moveTo>
                <a:lnTo>
                  <a:pt x="66675" y="581025"/>
                </a:lnTo>
                <a:lnTo>
                  <a:pt x="66675" y="590550"/>
                </a:lnTo>
                <a:lnTo>
                  <a:pt x="57150" y="590550"/>
                </a:lnTo>
                <a:close/>
                <a:moveTo>
                  <a:pt x="133350" y="581025"/>
                </a:moveTo>
                <a:lnTo>
                  <a:pt x="142875" y="581025"/>
                </a:lnTo>
                <a:lnTo>
                  <a:pt x="142875" y="590550"/>
                </a:lnTo>
                <a:lnTo>
                  <a:pt x="133350" y="590550"/>
                </a:lnTo>
                <a:close/>
                <a:moveTo>
                  <a:pt x="409575" y="581025"/>
                </a:moveTo>
                <a:lnTo>
                  <a:pt x="419100" y="581025"/>
                </a:lnTo>
                <a:lnTo>
                  <a:pt x="419100" y="590550"/>
                </a:lnTo>
                <a:lnTo>
                  <a:pt x="409575" y="590550"/>
                </a:lnTo>
                <a:close/>
                <a:moveTo>
                  <a:pt x="66675" y="590550"/>
                </a:moveTo>
                <a:lnTo>
                  <a:pt x="76200" y="590550"/>
                </a:lnTo>
                <a:lnTo>
                  <a:pt x="76200" y="600075"/>
                </a:lnTo>
                <a:lnTo>
                  <a:pt x="66675" y="600075"/>
                </a:lnTo>
                <a:close/>
                <a:moveTo>
                  <a:pt x="161925" y="590550"/>
                </a:moveTo>
                <a:lnTo>
                  <a:pt x="171450" y="590550"/>
                </a:lnTo>
                <a:lnTo>
                  <a:pt x="171450" y="600075"/>
                </a:lnTo>
                <a:lnTo>
                  <a:pt x="161925" y="600075"/>
                </a:lnTo>
                <a:close/>
                <a:moveTo>
                  <a:pt x="381000" y="590550"/>
                </a:moveTo>
                <a:lnTo>
                  <a:pt x="390525" y="590550"/>
                </a:lnTo>
                <a:lnTo>
                  <a:pt x="390525" y="600075"/>
                </a:lnTo>
                <a:lnTo>
                  <a:pt x="381000" y="600075"/>
                </a:lnTo>
                <a:close/>
                <a:moveTo>
                  <a:pt x="228600" y="600075"/>
                </a:moveTo>
                <a:lnTo>
                  <a:pt x="266700" y="600075"/>
                </a:lnTo>
                <a:lnTo>
                  <a:pt x="266700" y="609600"/>
                </a:lnTo>
                <a:lnTo>
                  <a:pt x="228600" y="609600"/>
                </a:lnTo>
                <a:close/>
                <a:moveTo>
                  <a:pt x="295275" y="600075"/>
                </a:moveTo>
                <a:lnTo>
                  <a:pt x="323850" y="600075"/>
                </a:lnTo>
                <a:lnTo>
                  <a:pt x="323850" y="609600"/>
                </a:lnTo>
                <a:lnTo>
                  <a:pt x="295275" y="609600"/>
                </a:lnTo>
                <a:close/>
                <a:moveTo>
                  <a:pt x="466725" y="600075"/>
                </a:moveTo>
                <a:lnTo>
                  <a:pt x="476250" y="600075"/>
                </a:lnTo>
                <a:lnTo>
                  <a:pt x="476250" y="609600"/>
                </a:lnTo>
                <a:lnTo>
                  <a:pt x="466725" y="609600"/>
                </a:lnTo>
                <a:close/>
                <a:moveTo>
                  <a:pt x="95250" y="609600"/>
                </a:moveTo>
                <a:lnTo>
                  <a:pt x="104775" y="609600"/>
                </a:lnTo>
                <a:lnTo>
                  <a:pt x="104775" y="619125"/>
                </a:lnTo>
                <a:lnTo>
                  <a:pt x="95250" y="619125"/>
                </a:lnTo>
                <a:close/>
                <a:moveTo>
                  <a:pt x="447675" y="609600"/>
                </a:moveTo>
                <a:lnTo>
                  <a:pt x="457200" y="609600"/>
                </a:lnTo>
                <a:lnTo>
                  <a:pt x="457200" y="619125"/>
                </a:lnTo>
                <a:lnTo>
                  <a:pt x="447675" y="619125"/>
                </a:lnTo>
                <a:close/>
                <a:moveTo>
                  <a:pt x="114300" y="619125"/>
                </a:moveTo>
                <a:lnTo>
                  <a:pt x="123825" y="619125"/>
                </a:lnTo>
                <a:lnTo>
                  <a:pt x="123825" y="628650"/>
                </a:lnTo>
                <a:lnTo>
                  <a:pt x="114300" y="628650"/>
                </a:lnTo>
                <a:close/>
                <a:moveTo>
                  <a:pt x="428625" y="619125"/>
                </a:moveTo>
                <a:lnTo>
                  <a:pt x="438150" y="619125"/>
                </a:lnTo>
                <a:lnTo>
                  <a:pt x="438150" y="628650"/>
                </a:lnTo>
                <a:lnTo>
                  <a:pt x="428625" y="628650"/>
                </a:lnTo>
                <a:close/>
                <a:moveTo>
                  <a:pt x="133350" y="628650"/>
                </a:moveTo>
                <a:lnTo>
                  <a:pt x="152400" y="628650"/>
                </a:lnTo>
                <a:lnTo>
                  <a:pt x="152400" y="638175"/>
                </a:lnTo>
                <a:lnTo>
                  <a:pt x="133350" y="638175"/>
                </a:lnTo>
                <a:close/>
                <a:moveTo>
                  <a:pt x="400050" y="628650"/>
                </a:moveTo>
                <a:lnTo>
                  <a:pt x="409575" y="628650"/>
                </a:lnTo>
                <a:lnTo>
                  <a:pt x="409575" y="638175"/>
                </a:lnTo>
                <a:lnTo>
                  <a:pt x="400050" y="638175"/>
                </a:lnTo>
                <a:close/>
                <a:moveTo>
                  <a:pt x="190500" y="638175"/>
                </a:moveTo>
                <a:lnTo>
                  <a:pt x="200025" y="638175"/>
                </a:lnTo>
                <a:lnTo>
                  <a:pt x="200025" y="647700"/>
                </a:lnTo>
                <a:lnTo>
                  <a:pt x="190500" y="647700"/>
                </a:lnTo>
                <a:close/>
                <a:moveTo>
                  <a:pt x="352425" y="638175"/>
                </a:moveTo>
                <a:lnTo>
                  <a:pt x="371475" y="638175"/>
                </a:lnTo>
                <a:lnTo>
                  <a:pt x="371475" y="647700"/>
                </a:lnTo>
                <a:lnTo>
                  <a:pt x="352425" y="647700"/>
                </a:lnTo>
                <a:close/>
              </a:path>
            </a:pathLst>
          </a:custGeom>
          <a:solidFill xmlns:a="http://schemas.openxmlformats.org/drawingml/2006/main">
            <a:srgbClr val="ECF0E6"/>
          </a:solidFill>
          <a:ln xmlns:a="http://schemas.openxmlformats.org/drawingml/2006/main" w="0">
            <a:noFill/>
          </a:ln>
        </p:spPr>
      </p:sp>
      <p:sp>
        <p:nvSpPr>
          <p:cNvPr id="68" name="database vector #f3efe4">
            <a:extLst xmlns:a="http://schemas.openxmlformats.org/drawingml/2006/main">
              <a:ext uri="{FF2B5EF4-FFF2-40B4-BE49-F238E27FC236}">
                <a16:creationId xmlns:a16="http://schemas.microsoft.com/office/drawing/2014/main" id="{7ADDC7D5-6101-46F7-8F99-CB542D8BFB9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01325" y="1533525"/>
            <a:ext cx="571500" cy="695325"/>
          </a:xfrm>
          <a:custGeom xmlns:a="http://schemas.openxmlformats.org/drawingml/2006/main">
            <a:pathLst>
              <a:path w="571500" h="695325">
                <a:moveTo>
                  <a:pt x="200025" y="161925"/>
                </a:moveTo>
                <a:lnTo>
                  <a:pt x="209550" y="161925"/>
                </a:lnTo>
                <a:lnTo>
                  <a:pt x="209550" y="171450"/>
                </a:lnTo>
                <a:lnTo>
                  <a:pt x="200025" y="171450"/>
                </a:lnTo>
                <a:close/>
                <a:moveTo>
                  <a:pt x="228600" y="257175"/>
                </a:moveTo>
                <a:lnTo>
                  <a:pt x="238125" y="257175"/>
                </a:lnTo>
                <a:lnTo>
                  <a:pt x="238125" y="266700"/>
                </a:lnTo>
                <a:lnTo>
                  <a:pt x="247650" y="266700"/>
                </a:lnTo>
                <a:lnTo>
                  <a:pt x="247650" y="276225"/>
                </a:lnTo>
                <a:lnTo>
                  <a:pt x="238125" y="276225"/>
                </a:lnTo>
                <a:lnTo>
                  <a:pt x="238125" y="285750"/>
                </a:lnTo>
                <a:lnTo>
                  <a:pt x="228600" y="285750"/>
                </a:lnTo>
                <a:lnTo>
                  <a:pt x="228600" y="276225"/>
                </a:lnTo>
                <a:lnTo>
                  <a:pt x="219075" y="276225"/>
                </a:lnTo>
                <a:lnTo>
                  <a:pt x="219075" y="266700"/>
                </a:lnTo>
                <a:lnTo>
                  <a:pt x="228600" y="266700"/>
                </a:lnTo>
                <a:close/>
                <a:moveTo>
                  <a:pt x="161925" y="266700"/>
                </a:moveTo>
                <a:lnTo>
                  <a:pt x="171450" y="266700"/>
                </a:lnTo>
                <a:lnTo>
                  <a:pt x="171450" y="276225"/>
                </a:lnTo>
                <a:lnTo>
                  <a:pt x="161925" y="276225"/>
                </a:lnTo>
                <a:close/>
                <a:moveTo>
                  <a:pt x="19050" y="285750"/>
                </a:moveTo>
                <a:lnTo>
                  <a:pt x="28575" y="285750"/>
                </a:lnTo>
                <a:lnTo>
                  <a:pt x="28575" y="304800"/>
                </a:lnTo>
                <a:lnTo>
                  <a:pt x="19050" y="304800"/>
                </a:lnTo>
                <a:close/>
                <a:moveTo>
                  <a:pt x="533400" y="323850"/>
                </a:moveTo>
                <a:lnTo>
                  <a:pt x="542925" y="323850"/>
                </a:lnTo>
                <a:lnTo>
                  <a:pt x="542925" y="333375"/>
                </a:lnTo>
                <a:lnTo>
                  <a:pt x="533400" y="333375"/>
                </a:lnTo>
                <a:close/>
                <a:moveTo>
                  <a:pt x="9525" y="342900"/>
                </a:moveTo>
                <a:lnTo>
                  <a:pt x="19050" y="342900"/>
                </a:lnTo>
                <a:lnTo>
                  <a:pt x="19050" y="400050"/>
                </a:lnTo>
                <a:lnTo>
                  <a:pt x="9525" y="400050"/>
                </a:lnTo>
                <a:lnTo>
                  <a:pt x="9525" y="390525"/>
                </a:lnTo>
                <a:lnTo>
                  <a:pt x="0" y="390525"/>
                </a:lnTo>
                <a:lnTo>
                  <a:pt x="0" y="381000"/>
                </a:lnTo>
                <a:lnTo>
                  <a:pt x="9525" y="381000"/>
                </a:lnTo>
                <a:close/>
                <a:moveTo>
                  <a:pt x="533400" y="371475"/>
                </a:moveTo>
                <a:lnTo>
                  <a:pt x="542925" y="371475"/>
                </a:lnTo>
                <a:lnTo>
                  <a:pt x="542925" y="381000"/>
                </a:lnTo>
                <a:lnTo>
                  <a:pt x="561975" y="381000"/>
                </a:lnTo>
                <a:lnTo>
                  <a:pt x="561975" y="390525"/>
                </a:lnTo>
                <a:lnTo>
                  <a:pt x="542925" y="390525"/>
                </a:lnTo>
                <a:lnTo>
                  <a:pt x="542925" y="419100"/>
                </a:lnTo>
                <a:lnTo>
                  <a:pt x="533400" y="419100"/>
                </a:lnTo>
                <a:close/>
                <a:moveTo>
                  <a:pt x="142875" y="400050"/>
                </a:moveTo>
                <a:lnTo>
                  <a:pt x="171450" y="400050"/>
                </a:lnTo>
                <a:lnTo>
                  <a:pt x="171450" y="409575"/>
                </a:lnTo>
                <a:lnTo>
                  <a:pt x="142875" y="409575"/>
                </a:lnTo>
                <a:close/>
                <a:moveTo>
                  <a:pt x="200025" y="419100"/>
                </a:moveTo>
                <a:lnTo>
                  <a:pt x="209550" y="419100"/>
                </a:lnTo>
                <a:lnTo>
                  <a:pt x="209550" y="428625"/>
                </a:lnTo>
                <a:lnTo>
                  <a:pt x="200025" y="428625"/>
                </a:lnTo>
                <a:close/>
                <a:moveTo>
                  <a:pt x="152400" y="523875"/>
                </a:moveTo>
                <a:lnTo>
                  <a:pt x="161925" y="523875"/>
                </a:lnTo>
                <a:lnTo>
                  <a:pt x="161925" y="542925"/>
                </a:lnTo>
                <a:lnTo>
                  <a:pt x="152400" y="542925"/>
                </a:lnTo>
                <a:lnTo>
                  <a:pt x="152400" y="552450"/>
                </a:lnTo>
                <a:lnTo>
                  <a:pt x="142875" y="552450"/>
                </a:lnTo>
                <a:lnTo>
                  <a:pt x="142875" y="533400"/>
                </a:lnTo>
                <a:lnTo>
                  <a:pt x="152400" y="533400"/>
                </a:lnTo>
                <a:close/>
                <a:moveTo>
                  <a:pt x="238125" y="533400"/>
                </a:moveTo>
                <a:lnTo>
                  <a:pt x="257175" y="533400"/>
                </a:lnTo>
                <a:lnTo>
                  <a:pt x="257175" y="542925"/>
                </a:lnTo>
                <a:lnTo>
                  <a:pt x="247650" y="542925"/>
                </a:lnTo>
                <a:lnTo>
                  <a:pt x="247650" y="552450"/>
                </a:lnTo>
                <a:lnTo>
                  <a:pt x="238125" y="552450"/>
                </a:lnTo>
                <a:close/>
                <a:moveTo>
                  <a:pt x="352425" y="533400"/>
                </a:moveTo>
                <a:lnTo>
                  <a:pt x="371475" y="533400"/>
                </a:lnTo>
                <a:lnTo>
                  <a:pt x="371475" y="542925"/>
                </a:lnTo>
                <a:lnTo>
                  <a:pt x="352425" y="542925"/>
                </a:lnTo>
                <a:close/>
                <a:moveTo>
                  <a:pt x="533400" y="533400"/>
                </a:moveTo>
                <a:lnTo>
                  <a:pt x="542925" y="533400"/>
                </a:lnTo>
                <a:lnTo>
                  <a:pt x="542925" y="552450"/>
                </a:lnTo>
                <a:lnTo>
                  <a:pt x="533400" y="552450"/>
                </a:lnTo>
                <a:close/>
                <a:moveTo>
                  <a:pt x="333375" y="542925"/>
                </a:moveTo>
                <a:lnTo>
                  <a:pt x="352425" y="542925"/>
                </a:lnTo>
                <a:lnTo>
                  <a:pt x="352425" y="552450"/>
                </a:lnTo>
                <a:lnTo>
                  <a:pt x="333375" y="552450"/>
                </a:lnTo>
                <a:close/>
                <a:moveTo>
                  <a:pt x="152400" y="552450"/>
                </a:moveTo>
                <a:lnTo>
                  <a:pt x="161925" y="552450"/>
                </a:lnTo>
                <a:lnTo>
                  <a:pt x="161925" y="561975"/>
                </a:lnTo>
                <a:lnTo>
                  <a:pt x="152400" y="561975"/>
                </a:lnTo>
                <a:close/>
                <a:moveTo>
                  <a:pt x="190500" y="552450"/>
                </a:moveTo>
                <a:lnTo>
                  <a:pt x="209550" y="552450"/>
                </a:lnTo>
                <a:lnTo>
                  <a:pt x="209550" y="561975"/>
                </a:lnTo>
                <a:lnTo>
                  <a:pt x="190500" y="561975"/>
                </a:lnTo>
                <a:close/>
                <a:moveTo>
                  <a:pt x="523875" y="552450"/>
                </a:moveTo>
                <a:lnTo>
                  <a:pt x="533400" y="552450"/>
                </a:lnTo>
                <a:lnTo>
                  <a:pt x="533400" y="561975"/>
                </a:lnTo>
                <a:lnTo>
                  <a:pt x="523875" y="561975"/>
                </a:lnTo>
                <a:close/>
                <a:moveTo>
                  <a:pt x="9525" y="581025"/>
                </a:moveTo>
                <a:lnTo>
                  <a:pt x="19050" y="581025"/>
                </a:lnTo>
                <a:lnTo>
                  <a:pt x="19050" y="600075"/>
                </a:lnTo>
                <a:lnTo>
                  <a:pt x="9525" y="600075"/>
                </a:lnTo>
                <a:close/>
                <a:moveTo>
                  <a:pt x="514350" y="581025"/>
                </a:moveTo>
                <a:lnTo>
                  <a:pt x="523875" y="581025"/>
                </a:lnTo>
                <a:lnTo>
                  <a:pt x="523875" y="590550"/>
                </a:lnTo>
                <a:lnTo>
                  <a:pt x="514350" y="590550"/>
                </a:lnTo>
                <a:close/>
                <a:moveTo>
                  <a:pt x="504825" y="590550"/>
                </a:moveTo>
                <a:lnTo>
                  <a:pt x="514350" y="590550"/>
                </a:lnTo>
                <a:lnTo>
                  <a:pt x="514350" y="600075"/>
                </a:lnTo>
                <a:lnTo>
                  <a:pt x="504825" y="600075"/>
                </a:lnTo>
                <a:close/>
                <a:moveTo>
                  <a:pt x="0" y="600075"/>
                </a:moveTo>
                <a:lnTo>
                  <a:pt x="9525" y="600075"/>
                </a:lnTo>
                <a:lnTo>
                  <a:pt x="9525" y="628650"/>
                </a:lnTo>
                <a:lnTo>
                  <a:pt x="0" y="628650"/>
                </a:lnTo>
                <a:close/>
                <a:moveTo>
                  <a:pt x="495300" y="600075"/>
                </a:moveTo>
                <a:lnTo>
                  <a:pt x="504825" y="600075"/>
                </a:lnTo>
                <a:lnTo>
                  <a:pt x="504825" y="609600"/>
                </a:lnTo>
                <a:lnTo>
                  <a:pt x="495300" y="609600"/>
                </a:lnTo>
                <a:close/>
                <a:moveTo>
                  <a:pt x="38100" y="619125"/>
                </a:moveTo>
                <a:lnTo>
                  <a:pt x="76200" y="619125"/>
                </a:lnTo>
                <a:lnTo>
                  <a:pt x="76200" y="628650"/>
                </a:lnTo>
                <a:lnTo>
                  <a:pt x="66675" y="628650"/>
                </a:lnTo>
                <a:lnTo>
                  <a:pt x="66675" y="638175"/>
                </a:lnTo>
                <a:lnTo>
                  <a:pt x="38100" y="638175"/>
                </a:lnTo>
                <a:lnTo>
                  <a:pt x="38100" y="647700"/>
                </a:lnTo>
                <a:lnTo>
                  <a:pt x="19050" y="647700"/>
                </a:lnTo>
                <a:lnTo>
                  <a:pt x="19050" y="657225"/>
                </a:lnTo>
                <a:lnTo>
                  <a:pt x="9525" y="657225"/>
                </a:lnTo>
                <a:lnTo>
                  <a:pt x="9525" y="628650"/>
                </a:lnTo>
                <a:lnTo>
                  <a:pt x="38100" y="628650"/>
                </a:lnTo>
                <a:close/>
                <a:moveTo>
                  <a:pt x="76200" y="628650"/>
                </a:moveTo>
                <a:lnTo>
                  <a:pt x="95250" y="628650"/>
                </a:lnTo>
                <a:lnTo>
                  <a:pt x="95250" y="638175"/>
                </a:lnTo>
                <a:lnTo>
                  <a:pt x="104775" y="638175"/>
                </a:lnTo>
                <a:lnTo>
                  <a:pt x="104775" y="657225"/>
                </a:lnTo>
                <a:lnTo>
                  <a:pt x="85725" y="657225"/>
                </a:lnTo>
                <a:lnTo>
                  <a:pt x="85725" y="638175"/>
                </a:lnTo>
                <a:lnTo>
                  <a:pt x="76200" y="638175"/>
                </a:lnTo>
                <a:close/>
                <a:moveTo>
                  <a:pt x="485775" y="638175"/>
                </a:moveTo>
                <a:lnTo>
                  <a:pt x="504825" y="638175"/>
                </a:lnTo>
                <a:lnTo>
                  <a:pt x="504825" y="657225"/>
                </a:lnTo>
                <a:lnTo>
                  <a:pt x="495300" y="657225"/>
                </a:lnTo>
                <a:lnTo>
                  <a:pt x="495300" y="647700"/>
                </a:lnTo>
                <a:lnTo>
                  <a:pt x="485775" y="647700"/>
                </a:lnTo>
                <a:close/>
                <a:moveTo>
                  <a:pt x="390525" y="685800"/>
                </a:moveTo>
                <a:lnTo>
                  <a:pt x="409575" y="685800"/>
                </a:lnTo>
                <a:lnTo>
                  <a:pt x="409575" y="695325"/>
                </a:lnTo>
                <a:lnTo>
                  <a:pt x="390525" y="695325"/>
                </a:lnTo>
                <a:close/>
              </a:path>
            </a:pathLst>
          </a:custGeom>
          <a:solidFill xmlns:a="http://schemas.openxmlformats.org/drawingml/2006/main">
            <a:srgbClr val="F3EFE4"/>
          </a:solidFill>
          <a:ln xmlns:a="http://schemas.openxmlformats.org/drawingml/2006/main" w="0">
            <a:noFill/>
          </a:ln>
        </p:spPr>
      </p:sp>
      <p:sp>
        <p:nvSpPr>
          <p:cNvPr id="69" name="database vector #f3efe3">
            <a:extLst xmlns:a="http://schemas.openxmlformats.org/drawingml/2006/main">
              <a:ext uri="{FF2B5EF4-FFF2-40B4-BE49-F238E27FC236}">
                <a16:creationId xmlns:a16="http://schemas.microsoft.com/office/drawing/2014/main" id="{CBE5AD95-4EDD-4CB6-8CA0-BEFF6F5B2AC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01325" y="1533525"/>
            <a:ext cx="571500" cy="695325"/>
          </a:xfrm>
          <a:custGeom xmlns:a="http://schemas.openxmlformats.org/drawingml/2006/main">
            <a:pathLst>
              <a:path w="571500" h="695325">
                <a:moveTo>
                  <a:pt x="419100" y="0"/>
                </a:moveTo>
                <a:lnTo>
                  <a:pt x="447675" y="0"/>
                </a:lnTo>
                <a:lnTo>
                  <a:pt x="447675" y="19050"/>
                </a:lnTo>
                <a:lnTo>
                  <a:pt x="438150" y="19050"/>
                </a:lnTo>
                <a:lnTo>
                  <a:pt x="438150" y="28575"/>
                </a:lnTo>
                <a:lnTo>
                  <a:pt x="428625" y="28575"/>
                </a:lnTo>
                <a:lnTo>
                  <a:pt x="428625" y="19050"/>
                </a:lnTo>
                <a:lnTo>
                  <a:pt x="419100" y="19050"/>
                </a:lnTo>
                <a:close/>
                <a:moveTo>
                  <a:pt x="476250" y="0"/>
                </a:moveTo>
                <a:lnTo>
                  <a:pt x="485775" y="0"/>
                </a:lnTo>
                <a:lnTo>
                  <a:pt x="485775" y="9525"/>
                </a:lnTo>
                <a:lnTo>
                  <a:pt x="514350" y="9525"/>
                </a:lnTo>
                <a:lnTo>
                  <a:pt x="514350" y="0"/>
                </a:lnTo>
                <a:lnTo>
                  <a:pt x="571500" y="0"/>
                </a:lnTo>
                <a:lnTo>
                  <a:pt x="571500" y="38100"/>
                </a:lnTo>
                <a:lnTo>
                  <a:pt x="561975" y="38100"/>
                </a:lnTo>
                <a:lnTo>
                  <a:pt x="561975" y="76200"/>
                </a:lnTo>
                <a:lnTo>
                  <a:pt x="571500" y="76200"/>
                </a:lnTo>
                <a:lnTo>
                  <a:pt x="571500" y="333375"/>
                </a:lnTo>
                <a:lnTo>
                  <a:pt x="561975" y="333375"/>
                </a:lnTo>
                <a:lnTo>
                  <a:pt x="561975" y="342900"/>
                </a:lnTo>
                <a:lnTo>
                  <a:pt x="571500" y="342900"/>
                </a:lnTo>
                <a:lnTo>
                  <a:pt x="571500" y="466725"/>
                </a:lnTo>
                <a:lnTo>
                  <a:pt x="542925" y="466725"/>
                </a:lnTo>
                <a:lnTo>
                  <a:pt x="542925" y="457200"/>
                </a:lnTo>
                <a:lnTo>
                  <a:pt x="533400" y="457200"/>
                </a:lnTo>
                <a:lnTo>
                  <a:pt x="533400" y="438150"/>
                </a:lnTo>
                <a:lnTo>
                  <a:pt x="542925" y="438150"/>
                </a:lnTo>
                <a:lnTo>
                  <a:pt x="542925" y="390525"/>
                </a:lnTo>
                <a:lnTo>
                  <a:pt x="561975" y="390525"/>
                </a:lnTo>
                <a:lnTo>
                  <a:pt x="561975" y="381000"/>
                </a:lnTo>
                <a:lnTo>
                  <a:pt x="542925" y="381000"/>
                </a:lnTo>
                <a:lnTo>
                  <a:pt x="542925" y="371475"/>
                </a:lnTo>
                <a:lnTo>
                  <a:pt x="533400" y="371475"/>
                </a:lnTo>
                <a:lnTo>
                  <a:pt x="533400" y="342900"/>
                </a:lnTo>
                <a:lnTo>
                  <a:pt x="542925" y="342900"/>
                </a:lnTo>
                <a:lnTo>
                  <a:pt x="542925" y="295275"/>
                </a:lnTo>
                <a:lnTo>
                  <a:pt x="533400" y="295275"/>
                </a:lnTo>
                <a:lnTo>
                  <a:pt x="533400" y="133350"/>
                </a:lnTo>
                <a:lnTo>
                  <a:pt x="523875" y="133350"/>
                </a:lnTo>
                <a:lnTo>
                  <a:pt x="523875" y="85725"/>
                </a:lnTo>
                <a:lnTo>
                  <a:pt x="533400" y="85725"/>
                </a:lnTo>
                <a:lnTo>
                  <a:pt x="533400" y="76200"/>
                </a:lnTo>
                <a:lnTo>
                  <a:pt x="542925" y="76200"/>
                </a:lnTo>
                <a:lnTo>
                  <a:pt x="542925" y="66675"/>
                </a:lnTo>
                <a:lnTo>
                  <a:pt x="523875" y="66675"/>
                </a:lnTo>
                <a:lnTo>
                  <a:pt x="523875" y="57150"/>
                </a:lnTo>
                <a:lnTo>
                  <a:pt x="504825" y="57150"/>
                </a:lnTo>
                <a:lnTo>
                  <a:pt x="504825" y="66675"/>
                </a:lnTo>
                <a:lnTo>
                  <a:pt x="495300" y="66675"/>
                </a:lnTo>
                <a:lnTo>
                  <a:pt x="495300" y="57150"/>
                </a:lnTo>
                <a:lnTo>
                  <a:pt x="476250" y="57150"/>
                </a:lnTo>
                <a:lnTo>
                  <a:pt x="476250" y="38100"/>
                </a:lnTo>
                <a:lnTo>
                  <a:pt x="466725" y="38100"/>
                </a:lnTo>
                <a:lnTo>
                  <a:pt x="466725" y="9525"/>
                </a:lnTo>
                <a:lnTo>
                  <a:pt x="476250" y="9525"/>
                </a:lnTo>
                <a:close/>
                <a:moveTo>
                  <a:pt x="171450" y="9525"/>
                </a:moveTo>
                <a:lnTo>
                  <a:pt x="180975" y="9525"/>
                </a:lnTo>
                <a:lnTo>
                  <a:pt x="180975" y="19050"/>
                </a:lnTo>
                <a:lnTo>
                  <a:pt x="190500" y="19050"/>
                </a:lnTo>
                <a:lnTo>
                  <a:pt x="190500" y="28575"/>
                </a:lnTo>
                <a:lnTo>
                  <a:pt x="161925" y="28575"/>
                </a:lnTo>
                <a:lnTo>
                  <a:pt x="161925" y="19050"/>
                </a:lnTo>
                <a:lnTo>
                  <a:pt x="171450" y="19050"/>
                </a:lnTo>
                <a:close/>
                <a:moveTo>
                  <a:pt x="0" y="104775"/>
                </a:moveTo>
                <a:lnTo>
                  <a:pt x="19050" y="104775"/>
                </a:lnTo>
                <a:lnTo>
                  <a:pt x="19050" y="114300"/>
                </a:lnTo>
                <a:lnTo>
                  <a:pt x="28575" y="114300"/>
                </a:lnTo>
                <a:lnTo>
                  <a:pt x="28575" y="133350"/>
                </a:lnTo>
                <a:lnTo>
                  <a:pt x="0" y="133350"/>
                </a:lnTo>
                <a:close/>
                <a:moveTo>
                  <a:pt x="209550" y="114300"/>
                </a:moveTo>
                <a:lnTo>
                  <a:pt x="219075" y="114300"/>
                </a:lnTo>
                <a:lnTo>
                  <a:pt x="219075" y="123825"/>
                </a:lnTo>
                <a:lnTo>
                  <a:pt x="238125" y="123825"/>
                </a:lnTo>
                <a:lnTo>
                  <a:pt x="238125" y="114300"/>
                </a:lnTo>
                <a:lnTo>
                  <a:pt x="295275" y="114300"/>
                </a:lnTo>
                <a:lnTo>
                  <a:pt x="295275" y="123825"/>
                </a:lnTo>
                <a:lnTo>
                  <a:pt x="314325" y="123825"/>
                </a:lnTo>
                <a:lnTo>
                  <a:pt x="314325" y="114300"/>
                </a:lnTo>
                <a:lnTo>
                  <a:pt x="352425" y="114300"/>
                </a:lnTo>
                <a:lnTo>
                  <a:pt x="352425" y="123825"/>
                </a:lnTo>
                <a:lnTo>
                  <a:pt x="361950" y="123825"/>
                </a:lnTo>
                <a:lnTo>
                  <a:pt x="361950" y="133350"/>
                </a:lnTo>
                <a:lnTo>
                  <a:pt x="381000" y="133350"/>
                </a:lnTo>
                <a:lnTo>
                  <a:pt x="381000" y="123825"/>
                </a:lnTo>
                <a:lnTo>
                  <a:pt x="400050" y="123825"/>
                </a:lnTo>
                <a:lnTo>
                  <a:pt x="400050" y="152400"/>
                </a:lnTo>
                <a:lnTo>
                  <a:pt x="390525" y="152400"/>
                </a:lnTo>
                <a:lnTo>
                  <a:pt x="390525" y="161925"/>
                </a:lnTo>
                <a:lnTo>
                  <a:pt x="342900" y="161925"/>
                </a:lnTo>
                <a:lnTo>
                  <a:pt x="342900" y="152400"/>
                </a:lnTo>
                <a:lnTo>
                  <a:pt x="323850" y="152400"/>
                </a:lnTo>
                <a:lnTo>
                  <a:pt x="323850" y="161925"/>
                </a:lnTo>
                <a:lnTo>
                  <a:pt x="314325" y="161925"/>
                </a:lnTo>
                <a:lnTo>
                  <a:pt x="314325" y="171450"/>
                </a:lnTo>
                <a:lnTo>
                  <a:pt x="285750" y="171450"/>
                </a:lnTo>
                <a:lnTo>
                  <a:pt x="285750" y="161925"/>
                </a:lnTo>
                <a:lnTo>
                  <a:pt x="257175" y="161925"/>
                </a:lnTo>
                <a:lnTo>
                  <a:pt x="257175" y="171450"/>
                </a:lnTo>
                <a:lnTo>
                  <a:pt x="209550" y="171450"/>
                </a:lnTo>
                <a:lnTo>
                  <a:pt x="209550" y="161925"/>
                </a:lnTo>
                <a:lnTo>
                  <a:pt x="200025" y="161925"/>
                </a:lnTo>
                <a:lnTo>
                  <a:pt x="200025" y="123825"/>
                </a:lnTo>
                <a:lnTo>
                  <a:pt x="209550" y="123825"/>
                </a:lnTo>
                <a:close/>
                <a:moveTo>
                  <a:pt x="9525" y="171450"/>
                </a:moveTo>
                <a:lnTo>
                  <a:pt x="19050" y="171450"/>
                </a:lnTo>
                <a:lnTo>
                  <a:pt x="19050" y="190500"/>
                </a:lnTo>
                <a:lnTo>
                  <a:pt x="9525" y="190500"/>
                </a:lnTo>
                <a:close/>
                <a:moveTo>
                  <a:pt x="428625" y="247650"/>
                </a:moveTo>
                <a:lnTo>
                  <a:pt x="438150" y="247650"/>
                </a:lnTo>
                <a:lnTo>
                  <a:pt x="438150" y="257175"/>
                </a:lnTo>
                <a:lnTo>
                  <a:pt x="428625" y="257175"/>
                </a:lnTo>
                <a:close/>
                <a:moveTo>
                  <a:pt x="9525" y="257175"/>
                </a:moveTo>
                <a:lnTo>
                  <a:pt x="19050" y="257175"/>
                </a:lnTo>
                <a:lnTo>
                  <a:pt x="19050" y="295275"/>
                </a:lnTo>
                <a:lnTo>
                  <a:pt x="9525" y="295275"/>
                </a:lnTo>
                <a:close/>
                <a:moveTo>
                  <a:pt x="123825" y="257175"/>
                </a:moveTo>
                <a:lnTo>
                  <a:pt x="133350" y="257175"/>
                </a:lnTo>
                <a:lnTo>
                  <a:pt x="133350" y="266700"/>
                </a:lnTo>
                <a:lnTo>
                  <a:pt x="161925" y="266700"/>
                </a:lnTo>
                <a:lnTo>
                  <a:pt x="161925" y="257175"/>
                </a:lnTo>
                <a:lnTo>
                  <a:pt x="200025" y="257175"/>
                </a:lnTo>
                <a:lnTo>
                  <a:pt x="200025" y="266700"/>
                </a:lnTo>
                <a:lnTo>
                  <a:pt x="219075" y="266700"/>
                </a:lnTo>
                <a:lnTo>
                  <a:pt x="219075" y="276225"/>
                </a:lnTo>
                <a:lnTo>
                  <a:pt x="228600" y="276225"/>
                </a:lnTo>
                <a:lnTo>
                  <a:pt x="228600" y="285750"/>
                </a:lnTo>
                <a:lnTo>
                  <a:pt x="238125" y="285750"/>
                </a:lnTo>
                <a:lnTo>
                  <a:pt x="238125" y="276225"/>
                </a:lnTo>
                <a:lnTo>
                  <a:pt x="247650" y="276225"/>
                </a:lnTo>
                <a:lnTo>
                  <a:pt x="247650" y="266700"/>
                </a:lnTo>
                <a:lnTo>
                  <a:pt x="266700" y="266700"/>
                </a:lnTo>
                <a:lnTo>
                  <a:pt x="266700" y="285750"/>
                </a:lnTo>
                <a:lnTo>
                  <a:pt x="257175" y="285750"/>
                </a:lnTo>
                <a:lnTo>
                  <a:pt x="257175" y="304800"/>
                </a:lnTo>
                <a:lnTo>
                  <a:pt x="190500" y="304800"/>
                </a:lnTo>
                <a:lnTo>
                  <a:pt x="190500" y="295275"/>
                </a:lnTo>
                <a:lnTo>
                  <a:pt x="171450" y="295275"/>
                </a:lnTo>
                <a:lnTo>
                  <a:pt x="171450" y="285750"/>
                </a:lnTo>
                <a:lnTo>
                  <a:pt x="152400" y="285750"/>
                </a:lnTo>
                <a:lnTo>
                  <a:pt x="152400" y="276225"/>
                </a:lnTo>
                <a:lnTo>
                  <a:pt x="123825" y="276225"/>
                </a:lnTo>
                <a:close/>
                <a:moveTo>
                  <a:pt x="419100" y="257175"/>
                </a:moveTo>
                <a:lnTo>
                  <a:pt x="428625" y="257175"/>
                </a:lnTo>
                <a:lnTo>
                  <a:pt x="428625" y="266700"/>
                </a:lnTo>
                <a:lnTo>
                  <a:pt x="419100" y="266700"/>
                </a:lnTo>
                <a:close/>
                <a:moveTo>
                  <a:pt x="390525" y="266700"/>
                </a:moveTo>
                <a:lnTo>
                  <a:pt x="419100" y="266700"/>
                </a:lnTo>
                <a:lnTo>
                  <a:pt x="419100" y="276225"/>
                </a:lnTo>
                <a:lnTo>
                  <a:pt x="409575" y="276225"/>
                </a:lnTo>
                <a:lnTo>
                  <a:pt x="409575" y="285750"/>
                </a:lnTo>
                <a:lnTo>
                  <a:pt x="400050" y="285750"/>
                </a:lnTo>
                <a:lnTo>
                  <a:pt x="400050" y="295275"/>
                </a:lnTo>
                <a:lnTo>
                  <a:pt x="352425" y="295275"/>
                </a:lnTo>
                <a:lnTo>
                  <a:pt x="352425" y="285750"/>
                </a:lnTo>
                <a:lnTo>
                  <a:pt x="361950" y="285750"/>
                </a:lnTo>
                <a:lnTo>
                  <a:pt x="361950" y="276225"/>
                </a:lnTo>
                <a:lnTo>
                  <a:pt x="390525" y="276225"/>
                </a:lnTo>
                <a:close/>
                <a:moveTo>
                  <a:pt x="161925" y="276225"/>
                </a:moveTo>
                <a:lnTo>
                  <a:pt x="171450" y="276225"/>
                </a:lnTo>
                <a:lnTo>
                  <a:pt x="171450" y="285750"/>
                </a:lnTo>
                <a:lnTo>
                  <a:pt x="180975" y="285750"/>
                </a:lnTo>
                <a:lnTo>
                  <a:pt x="180975" y="266700"/>
                </a:lnTo>
                <a:lnTo>
                  <a:pt x="161925" y="266700"/>
                </a:lnTo>
                <a:close/>
                <a:moveTo>
                  <a:pt x="19050" y="304800"/>
                </a:moveTo>
                <a:lnTo>
                  <a:pt x="28575" y="304800"/>
                </a:lnTo>
                <a:lnTo>
                  <a:pt x="28575" y="314325"/>
                </a:lnTo>
                <a:lnTo>
                  <a:pt x="19050" y="314325"/>
                </a:lnTo>
                <a:close/>
                <a:moveTo>
                  <a:pt x="9525" y="323850"/>
                </a:moveTo>
                <a:lnTo>
                  <a:pt x="19050" y="323850"/>
                </a:lnTo>
                <a:lnTo>
                  <a:pt x="19050" y="342900"/>
                </a:lnTo>
                <a:lnTo>
                  <a:pt x="9525" y="342900"/>
                </a:lnTo>
                <a:lnTo>
                  <a:pt x="9525" y="381000"/>
                </a:lnTo>
                <a:lnTo>
                  <a:pt x="0" y="381000"/>
                </a:lnTo>
                <a:lnTo>
                  <a:pt x="0" y="333375"/>
                </a:lnTo>
                <a:lnTo>
                  <a:pt x="9525" y="333375"/>
                </a:lnTo>
                <a:close/>
                <a:moveTo>
                  <a:pt x="0" y="390525"/>
                </a:moveTo>
                <a:lnTo>
                  <a:pt x="9525" y="390525"/>
                </a:lnTo>
                <a:lnTo>
                  <a:pt x="9525" y="409575"/>
                </a:lnTo>
                <a:lnTo>
                  <a:pt x="0" y="409575"/>
                </a:lnTo>
                <a:close/>
                <a:moveTo>
                  <a:pt x="171450" y="400050"/>
                </a:moveTo>
                <a:lnTo>
                  <a:pt x="180975" y="400050"/>
                </a:lnTo>
                <a:lnTo>
                  <a:pt x="180975" y="409575"/>
                </a:lnTo>
                <a:lnTo>
                  <a:pt x="171450" y="409575"/>
                </a:lnTo>
                <a:close/>
                <a:moveTo>
                  <a:pt x="209550" y="400050"/>
                </a:moveTo>
                <a:lnTo>
                  <a:pt x="238125" y="400050"/>
                </a:lnTo>
                <a:lnTo>
                  <a:pt x="238125" y="409575"/>
                </a:lnTo>
                <a:lnTo>
                  <a:pt x="209550" y="409575"/>
                </a:lnTo>
                <a:close/>
                <a:moveTo>
                  <a:pt x="123825" y="409575"/>
                </a:moveTo>
                <a:lnTo>
                  <a:pt x="142875" y="409575"/>
                </a:lnTo>
                <a:lnTo>
                  <a:pt x="142875" y="419100"/>
                </a:lnTo>
                <a:lnTo>
                  <a:pt x="123825" y="419100"/>
                </a:lnTo>
                <a:close/>
                <a:moveTo>
                  <a:pt x="152400" y="409575"/>
                </a:moveTo>
                <a:lnTo>
                  <a:pt x="171450" y="409575"/>
                </a:lnTo>
                <a:lnTo>
                  <a:pt x="171450" y="428625"/>
                </a:lnTo>
                <a:lnTo>
                  <a:pt x="161925" y="428625"/>
                </a:lnTo>
                <a:lnTo>
                  <a:pt x="161925" y="419100"/>
                </a:lnTo>
                <a:lnTo>
                  <a:pt x="152400" y="419100"/>
                </a:lnTo>
                <a:close/>
                <a:moveTo>
                  <a:pt x="190500" y="409575"/>
                </a:moveTo>
                <a:lnTo>
                  <a:pt x="200025" y="409575"/>
                </a:lnTo>
                <a:lnTo>
                  <a:pt x="200025" y="419100"/>
                </a:lnTo>
                <a:lnTo>
                  <a:pt x="190500" y="419100"/>
                </a:lnTo>
                <a:close/>
                <a:moveTo>
                  <a:pt x="304800" y="419100"/>
                </a:moveTo>
                <a:lnTo>
                  <a:pt x="361950" y="419100"/>
                </a:lnTo>
                <a:lnTo>
                  <a:pt x="361950" y="428625"/>
                </a:lnTo>
                <a:lnTo>
                  <a:pt x="304800" y="428625"/>
                </a:lnTo>
                <a:close/>
                <a:moveTo>
                  <a:pt x="133350" y="533400"/>
                </a:moveTo>
                <a:lnTo>
                  <a:pt x="142875" y="533400"/>
                </a:lnTo>
                <a:lnTo>
                  <a:pt x="142875" y="542925"/>
                </a:lnTo>
                <a:lnTo>
                  <a:pt x="133350" y="542925"/>
                </a:lnTo>
                <a:close/>
                <a:moveTo>
                  <a:pt x="257175" y="533400"/>
                </a:moveTo>
                <a:lnTo>
                  <a:pt x="276225" y="533400"/>
                </a:lnTo>
                <a:lnTo>
                  <a:pt x="276225" y="542925"/>
                </a:lnTo>
                <a:lnTo>
                  <a:pt x="285750" y="542925"/>
                </a:lnTo>
                <a:lnTo>
                  <a:pt x="285750" y="552450"/>
                </a:lnTo>
                <a:lnTo>
                  <a:pt x="276225" y="552450"/>
                </a:lnTo>
                <a:lnTo>
                  <a:pt x="276225" y="561975"/>
                </a:lnTo>
                <a:lnTo>
                  <a:pt x="285750" y="561975"/>
                </a:lnTo>
                <a:lnTo>
                  <a:pt x="285750" y="552450"/>
                </a:lnTo>
                <a:lnTo>
                  <a:pt x="295275" y="552450"/>
                </a:lnTo>
                <a:lnTo>
                  <a:pt x="295275" y="542925"/>
                </a:lnTo>
                <a:lnTo>
                  <a:pt x="333375" y="542925"/>
                </a:lnTo>
                <a:lnTo>
                  <a:pt x="333375" y="552450"/>
                </a:lnTo>
                <a:lnTo>
                  <a:pt x="352425" y="552450"/>
                </a:lnTo>
                <a:lnTo>
                  <a:pt x="352425" y="542925"/>
                </a:lnTo>
                <a:lnTo>
                  <a:pt x="400050" y="542925"/>
                </a:lnTo>
                <a:lnTo>
                  <a:pt x="400050" y="533400"/>
                </a:lnTo>
                <a:lnTo>
                  <a:pt x="409575" y="533400"/>
                </a:lnTo>
                <a:lnTo>
                  <a:pt x="409575" y="542925"/>
                </a:lnTo>
                <a:lnTo>
                  <a:pt x="400050" y="542925"/>
                </a:lnTo>
                <a:lnTo>
                  <a:pt x="400050" y="552450"/>
                </a:lnTo>
                <a:lnTo>
                  <a:pt x="409575" y="552450"/>
                </a:lnTo>
                <a:lnTo>
                  <a:pt x="409575" y="561975"/>
                </a:lnTo>
                <a:lnTo>
                  <a:pt x="361950" y="561975"/>
                </a:lnTo>
                <a:lnTo>
                  <a:pt x="361950" y="571500"/>
                </a:lnTo>
                <a:lnTo>
                  <a:pt x="314325" y="571500"/>
                </a:lnTo>
                <a:lnTo>
                  <a:pt x="314325" y="581025"/>
                </a:lnTo>
                <a:lnTo>
                  <a:pt x="304800" y="581025"/>
                </a:lnTo>
                <a:lnTo>
                  <a:pt x="304800" y="571500"/>
                </a:lnTo>
                <a:lnTo>
                  <a:pt x="295275" y="571500"/>
                </a:lnTo>
                <a:lnTo>
                  <a:pt x="295275" y="581025"/>
                </a:lnTo>
                <a:lnTo>
                  <a:pt x="285750" y="581025"/>
                </a:lnTo>
                <a:lnTo>
                  <a:pt x="285750" y="571500"/>
                </a:lnTo>
                <a:lnTo>
                  <a:pt x="276225" y="571500"/>
                </a:lnTo>
                <a:lnTo>
                  <a:pt x="276225" y="581025"/>
                </a:lnTo>
                <a:lnTo>
                  <a:pt x="238125" y="581025"/>
                </a:lnTo>
                <a:lnTo>
                  <a:pt x="238125" y="571500"/>
                </a:lnTo>
                <a:lnTo>
                  <a:pt x="228600" y="571500"/>
                </a:lnTo>
                <a:lnTo>
                  <a:pt x="228600" y="561975"/>
                </a:lnTo>
                <a:lnTo>
                  <a:pt x="247650" y="561975"/>
                </a:lnTo>
                <a:lnTo>
                  <a:pt x="247650" y="542925"/>
                </a:lnTo>
                <a:lnTo>
                  <a:pt x="257175" y="542925"/>
                </a:lnTo>
                <a:close/>
                <a:moveTo>
                  <a:pt x="542925" y="533400"/>
                </a:moveTo>
                <a:lnTo>
                  <a:pt x="571500" y="533400"/>
                </a:lnTo>
                <a:lnTo>
                  <a:pt x="571500" y="695325"/>
                </a:lnTo>
                <a:lnTo>
                  <a:pt x="409575" y="695325"/>
                </a:lnTo>
                <a:lnTo>
                  <a:pt x="409575" y="685800"/>
                </a:lnTo>
                <a:lnTo>
                  <a:pt x="390525" y="685800"/>
                </a:lnTo>
                <a:lnTo>
                  <a:pt x="390525" y="695325"/>
                </a:lnTo>
                <a:lnTo>
                  <a:pt x="152400" y="695325"/>
                </a:lnTo>
                <a:lnTo>
                  <a:pt x="152400" y="666750"/>
                </a:lnTo>
                <a:lnTo>
                  <a:pt x="180975" y="666750"/>
                </a:lnTo>
                <a:lnTo>
                  <a:pt x="180975" y="676275"/>
                </a:lnTo>
                <a:lnTo>
                  <a:pt x="200025" y="676275"/>
                </a:lnTo>
                <a:lnTo>
                  <a:pt x="200025" y="666750"/>
                </a:lnTo>
                <a:lnTo>
                  <a:pt x="228600" y="666750"/>
                </a:lnTo>
                <a:lnTo>
                  <a:pt x="228600" y="676275"/>
                </a:lnTo>
                <a:lnTo>
                  <a:pt x="361950" y="676275"/>
                </a:lnTo>
                <a:lnTo>
                  <a:pt x="361950" y="666750"/>
                </a:lnTo>
                <a:lnTo>
                  <a:pt x="371475" y="666750"/>
                </a:lnTo>
                <a:lnTo>
                  <a:pt x="371475" y="657225"/>
                </a:lnTo>
                <a:lnTo>
                  <a:pt x="381000" y="657225"/>
                </a:lnTo>
                <a:lnTo>
                  <a:pt x="381000" y="647700"/>
                </a:lnTo>
                <a:lnTo>
                  <a:pt x="400050" y="647700"/>
                </a:lnTo>
                <a:lnTo>
                  <a:pt x="400050" y="657225"/>
                </a:lnTo>
                <a:lnTo>
                  <a:pt x="409575" y="657225"/>
                </a:lnTo>
                <a:lnTo>
                  <a:pt x="409575" y="666750"/>
                </a:lnTo>
                <a:lnTo>
                  <a:pt x="428625" y="666750"/>
                </a:lnTo>
                <a:lnTo>
                  <a:pt x="428625" y="647700"/>
                </a:lnTo>
                <a:lnTo>
                  <a:pt x="457200" y="647700"/>
                </a:lnTo>
                <a:lnTo>
                  <a:pt x="457200" y="638175"/>
                </a:lnTo>
                <a:lnTo>
                  <a:pt x="485775" y="638175"/>
                </a:lnTo>
                <a:lnTo>
                  <a:pt x="485775" y="647700"/>
                </a:lnTo>
                <a:lnTo>
                  <a:pt x="495300" y="647700"/>
                </a:lnTo>
                <a:lnTo>
                  <a:pt x="495300" y="657225"/>
                </a:lnTo>
                <a:lnTo>
                  <a:pt x="504825" y="657225"/>
                </a:lnTo>
                <a:lnTo>
                  <a:pt x="504825" y="638175"/>
                </a:lnTo>
                <a:lnTo>
                  <a:pt x="495300" y="638175"/>
                </a:lnTo>
                <a:lnTo>
                  <a:pt x="495300" y="609600"/>
                </a:lnTo>
                <a:lnTo>
                  <a:pt x="504825" y="609600"/>
                </a:lnTo>
                <a:lnTo>
                  <a:pt x="504825" y="600075"/>
                </a:lnTo>
                <a:lnTo>
                  <a:pt x="514350" y="600075"/>
                </a:lnTo>
                <a:lnTo>
                  <a:pt x="514350" y="590550"/>
                </a:lnTo>
                <a:lnTo>
                  <a:pt x="523875" y="590550"/>
                </a:lnTo>
                <a:lnTo>
                  <a:pt x="523875" y="561975"/>
                </a:lnTo>
                <a:lnTo>
                  <a:pt x="533400" y="561975"/>
                </a:lnTo>
                <a:lnTo>
                  <a:pt x="533400" y="552450"/>
                </a:lnTo>
                <a:lnTo>
                  <a:pt x="542925" y="552450"/>
                </a:lnTo>
                <a:close/>
                <a:moveTo>
                  <a:pt x="0" y="561975"/>
                </a:moveTo>
                <a:lnTo>
                  <a:pt x="19050" y="561975"/>
                </a:lnTo>
                <a:lnTo>
                  <a:pt x="19050" y="571500"/>
                </a:lnTo>
                <a:lnTo>
                  <a:pt x="28575" y="571500"/>
                </a:lnTo>
                <a:lnTo>
                  <a:pt x="28575" y="581025"/>
                </a:lnTo>
                <a:lnTo>
                  <a:pt x="0" y="581025"/>
                </a:lnTo>
                <a:close/>
                <a:moveTo>
                  <a:pt x="66675" y="628650"/>
                </a:moveTo>
                <a:lnTo>
                  <a:pt x="76200" y="628650"/>
                </a:lnTo>
                <a:lnTo>
                  <a:pt x="76200" y="638175"/>
                </a:lnTo>
                <a:lnTo>
                  <a:pt x="85725" y="638175"/>
                </a:lnTo>
                <a:lnTo>
                  <a:pt x="85725" y="657225"/>
                </a:lnTo>
                <a:lnTo>
                  <a:pt x="104775" y="657225"/>
                </a:lnTo>
                <a:lnTo>
                  <a:pt x="104775" y="647700"/>
                </a:lnTo>
                <a:lnTo>
                  <a:pt x="114300" y="647700"/>
                </a:lnTo>
                <a:lnTo>
                  <a:pt x="114300" y="676275"/>
                </a:lnTo>
                <a:lnTo>
                  <a:pt x="104775" y="676275"/>
                </a:lnTo>
                <a:lnTo>
                  <a:pt x="104775" y="685800"/>
                </a:lnTo>
                <a:lnTo>
                  <a:pt x="95250" y="685800"/>
                </a:lnTo>
                <a:lnTo>
                  <a:pt x="95250" y="695325"/>
                </a:lnTo>
                <a:lnTo>
                  <a:pt x="57150" y="695325"/>
                </a:lnTo>
                <a:lnTo>
                  <a:pt x="57150" y="685800"/>
                </a:lnTo>
                <a:lnTo>
                  <a:pt x="47625" y="685800"/>
                </a:lnTo>
                <a:lnTo>
                  <a:pt x="47625" y="695325"/>
                </a:lnTo>
                <a:lnTo>
                  <a:pt x="0" y="695325"/>
                </a:lnTo>
                <a:lnTo>
                  <a:pt x="0" y="647700"/>
                </a:lnTo>
                <a:lnTo>
                  <a:pt x="9525" y="647700"/>
                </a:lnTo>
                <a:lnTo>
                  <a:pt x="9525" y="657225"/>
                </a:lnTo>
                <a:lnTo>
                  <a:pt x="19050" y="657225"/>
                </a:lnTo>
                <a:lnTo>
                  <a:pt x="19050" y="647700"/>
                </a:lnTo>
                <a:lnTo>
                  <a:pt x="38100" y="647700"/>
                </a:lnTo>
                <a:lnTo>
                  <a:pt x="38100" y="638175"/>
                </a:lnTo>
                <a:lnTo>
                  <a:pt x="66675" y="638175"/>
                </a:lnTo>
                <a:close/>
                <a:moveTo>
                  <a:pt x="123825" y="666750"/>
                </a:moveTo>
                <a:lnTo>
                  <a:pt x="142875" y="666750"/>
                </a:lnTo>
                <a:lnTo>
                  <a:pt x="142875" y="685800"/>
                </a:lnTo>
                <a:lnTo>
                  <a:pt x="133350" y="685800"/>
                </a:lnTo>
                <a:lnTo>
                  <a:pt x="133350" y="676275"/>
                </a:lnTo>
                <a:lnTo>
                  <a:pt x="123825" y="676275"/>
                </a:lnTo>
                <a:close/>
                <a:moveTo>
                  <a:pt x="114300" y="676275"/>
                </a:moveTo>
                <a:lnTo>
                  <a:pt x="123825" y="676275"/>
                </a:lnTo>
                <a:lnTo>
                  <a:pt x="123825" y="685800"/>
                </a:lnTo>
                <a:lnTo>
                  <a:pt x="114300" y="685800"/>
                </a:lnTo>
                <a:close/>
              </a:path>
            </a:pathLst>
          </a:custGeom>
          <a:solidFill xmlns:a="http://schemas.openxmlformats.org/drawingml/2006/main">
            <a:srgbClr val="F3EFE3"/>
          </a:solidFill>
          <a:ln xmlns:a="http://schemas.openxmlformats.org/drawingml/2006/main" w="0">
            <a:noFill/>
          </a:ln>
        </p:spPr>
      </p:sp>
      <p:sp>
        <p:nvSpPr>
          <p:cNvPr id="70" name="database vector #f3efe2">
            <a:extLst xmlns:a="http://schemas.openxmlformats.org/drawingml/2006/main">
              <a:ext uri="{FF2B5EF4-FFF2-40B4-BE49-F238E27FC236}">
                <a16:creationId xmlns:a16="http://schemas.microsoft.com/office/drawing/2014/main" id="{BF7C5463-2B3D-40B2-B4BA-94B891A08B8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01325" y="1533525"/>
            <a:ext cx="571500" cy="695325"/>
          </a:xfrm>
          <a:custGeom xmlns:a="http://schemas.openxmlformats.org/drawingml/2006/main">
            <a:pathLst>
              <a:path w="571500" h="695325">
                <a:moveTo>
                  <a:pt x="238125" y="0"/>
                </a:moveTo>
                <a:lnTo>
                  <a:pt x="257175" y="0"/>
                </a:lnTo>
                <a:lnTo>
                  <a:pt x="257175" y="9525"/>
                </a:lnTo>
                <a:lnTo>
                  <a:pt x="238125" y="9525"/>
                </a:lnTo>
                <a:close/>
                <a:moveTo>
                  <a:pt x="266700" y="0"/>
                </a:moveTo>
                <a:lnTo>
                  <a:pt x="285750" y="0"/>
                </a:lnTo>
                <a:lnTo>
                  <a:pt x="285750" y="9525"/>
                </a:lnTo>
                <a:lnTo>
                  <a:pt x="266700" y="9525"/>
                </a:lnTo>
                <a:close/>
                <a:moveTo>
                  <a:pt x="295275" y="0"/>
                </a:moveTo>
                <a:lnTo>
                  <a:pt x="304800" y="0"/>
                </a:lnTo>
                <a:lnTo>
                  <a:pt x="304800" y="9525"/>
                </a:lnTo>
                <a:lnTo>
                  <a:pt x="295275" y="9525"/>
                </a:lnTo>
                <a:close/>
                <a:moveTo>
                  <a:pt x="323850" y="0"/>
                </a:moveTo>
                <a:lnTo>
                  <a:pt x="342900" y="0"/>
                </a:lnTo>
                <a:lnTo>
                  <a:pt x="342900" y="9525"/>
                </a:lnTo>
                <a:lnTo>
                  <a:pt x="333375" y="9525"/>
                </a:lnTo>
                <a:lnTo>
                  <a:pt x="333375" y="19050"/>
                </a:lnTo>
                <a:lnTo>
                  <a:pt x="323850" y="19050"/>
                </a:lnTo>
                <a:close/>
                <a:moveTo>
                  <a:pt x="400050" y="0"/>
                </a:moveTo>
                <a:lnTo>
                  <a:pt x="419100" y="0"/>
                </a:lnTo>
                <a:lnTo>
                  <a:pt x="419100" y="9525"/>
                </a:lnTo>
                <a:lnTo>
                  <a:pt x="400050" y="9525"/>
                </a:lnTo>
                <a:close/>
                <a:moveTo>
                  <a:pt x="466725" y="0"/>
                </a:moveTo>
                <a:lnTo>
                  <a:pt x="476250" y="0"/>
                </a:lnTo>
                <a:lnTo>
                  <a:pt x="476250" y="9525"/>
                </a:lnTo>
                <a:lnTo>
                  <a:pt x="466725" y="9525"/>
                </a:lnTo>
                <a:close/>
                <a:moveTo>
                  <a:pt x="161925" y="9525"/>
                </a:moveTo>
                <a:lnTo>
                  <a:pt x="171450" y="9525"/>
                </a:lnTo>
                <a:lnTo>
                  <a:pt x="171450" y="19050"/>
                </a:lnTo>
                <a:lnTo>
                  <a:pt x="161925" y="19050"/>
                </a:lnTo>
                <a:close/>
                <a:moveTo>
                  <a:pt x="180975" y="9525"/>
                </a:moveTo>
                <a:lnTo>
                  <a:pt x="190500" y="9525"/>
                </a:lnTo>
                <a:lnTo>
                  <a:pt x="190500" y="19050"/>
                </a:lnTo>
                <a:lnTo>
                  <a:pt x="180975" y="19050"/>
                </a:lnTo>
                <a:close/>
                <a:moveTo>
                  <a:pt x="228600" y="9525"/>
                </a:moveTo>
                <a:lnTo>
                  <a:pt x="238125" y="9525"/>
                </a:lnTo>
                <a:lnTo>
                  <a:pt x="238125" y="19050"/>
                </a:lnTo>
                <a:lnTo>
                  <a:pt x="228600" y="19050"/>
                </a:lnTo>
                <a:close/>
                <a:moveTo>
                  <a:pt x="285750" y="9525"/>
                </a:moveTo>
                <a:lnTo>
                  <a:pt x="295275" y="9525"/>
                </a:lnTo>
                <a:lnTo>
                  <a:pt x="295275" y="19050"/>
                </a:lnTo>
                <a:lnTo>
                  <a:pt x="285750" y="19050"/>
                </a:lnTo>
                <a:close/>
                <a:moveTo>
                  <a:pt x="342900" y="9525"/>
                </a:moveTo>
                <a:lnTo>
                  <a:pt x="352425" y="9525"/>
                </a:lnTo>
                <a:lnTo>
                  <a:pt x="352425" y="19050"/>
                </a:lnTo>
                <a:lnTo>
                  <a:pt x="342900" y="19050"/>
                </a:lnTo>
                <a:close/>
                <a:moveTo>
                  <a:pt x="390525" y="9525"/>
                </a:moveTo>
                <a:lnTo>
                  <a:pt x="400050" y="9525"/>
                </a:lnTo>
                <a:lnTo>
                  <a:pt x="400050" y="28575"/>
                </a:lnTo>
                <a:lnTo>
                  <a:pt x="409575" y="28575"/>
                </a:lnTo>
                <a:lnTo>
                  <a:pt x="409575" y="38100"/>
                </a:lnTo>
                <a:lnTo>
                  <a:pt x="390525" y="38100"/>
                </a:lnTo>
                <a:lnTo>
                  <a:pt x="390525" y="28575"/>
                </a:lnTo>
                <a:lnTo>
                  <a:pt x="381000" y="28575"/>
                </a:lnTo>
                <a:lnTo>
                  <a:pt x="381000" y="19050"/>
                </a:lnTo>
                <a:lnTo>
                  <a:pt x="390525" y="19050"/>
                </a:lnTo>
                <a:close/>
                <a:moveTo>
                  <a:pt x="152400" y="19050"/>
                </a:moveTo>
                <a:lnTo>
                  <a:pt x="161925" y="19050"/>
                </a:lnTo>
                <a:lnTo>
                  <a:pt x="161925" y="28575"/>
                </a:lnTo>
                <a:lnTo>
                  <a:pt x="152400" y="28575"/>
                </a:lnTo>
                <a:close/>
                <a:moveTo>
                  <a:pt x="114300" y="28575"/>
                </a:moveTo>
                <a:lnTo>
                  <a:pt x="123825" y="28575"/>
                </a:lnTo>
                <a:lnTo>
                  <a:pt x="123825" y="38100"/>
                </a:lnTo>
                <a:lnTo>
                  <a:pt x="114300" y="38100"/>
                </a:lnTo>
                <a:close/>
                <a:moveTo>
                  <a:pt x="428625" y="28575"/>
                </a:moveTo>
                <a:lnTo>
                  <a:pt x="438150" y="28575"/>
                </a:lnTo>
                <a:lnTo>
                  <a:pt x="438150" y="38100"/>
                </a:lnTo>
                <a:lnTo>
                  <a:pt x="428625" y="38100"/>
                </a:lnTo>
                <a:close/>
                <a:moveTo>
                  <a:pt x="457200" y="28575"/>
                </a:moveTo>
                <a:lnTo>
                  <a:pt x="466725" y="28575"/>
                </a:lnTo>
                <a:lnTo>
                  <a:pt x="466725" y="38100"/>
                </a:lnTo>
                <a:lnTo>
                  <a:pt x="476250" y="38100"/>
                </a:lnTo>
                <a:lnTo>
                  <a:pt x="476250" y="47625"/>
                </a:lnTo>
                <a:lnTo>
                  <a:pt x="447675" y="47625"/>
                </a:lnTo>
                <a:lnTo>
                  <a:pt x="447675" y="38100"/>
                </a:lnTo>
                <a:lnTo>
                  <a:pt x="457200" y="38100"/>
                </a:lnTo>
                <a:close/>
                <a:moveTo>
                  <a:pt x="504825" y="57150"/>
                </a:moveTo>
                <a:lnTo>
                  <a:pt x="523875" y="57150"/>
                </a:lnTo>
                <a:lnTo>
                  <a:pt x="523875" y="66675"/>
                </a:lnTo>
                <a:lnTo>
                  <a:pt x="504825" y="66675"/>
                </a:lnTo>
                <a:close/>
                <a:moveTo>
                  <a:pt x="495300" y="66675"/>
                </a:moveTo>
                <a:lnTo>
                  <a:pt x="504825" y="66675"/>
                </a:lnTo>
                <a:lnTo>
                  <a:pt x="504825" y="76200"/>
                </a:lnTo>
                <a:lnTo>
                  <a:pt x="495300" y="76200"/>
                </a:lnTo>
                <a:close/>
                <a:moveTo>
                  <a:pt x="19050" y="104775"/>
                </a:moveTo>
                <a:lnTo>
                  <a:pt x="28575" y="104775"/>
                </a:lnTo>
                <a:lnTo>
                  <a:pt x="28575" y="114300"/>
                </a:lnTo>
                <a:lnTo>
                  <a:pt x="19050" y="114300"/>
                </a:lnTo>
                <a:close/>
                <a:moveTo>
                  <a:pt x="257175" y="161925"/>
                </a:moveTo>
                <a:lnTo>
                  <a:pt x="285750" y="161925"/>
                </a:lnTo>
                <a:lnTo>
                  <a:pt x="285750" y="171450"/>
                </a:lnTo>
                <a:lnTo>
                  <a:pt x="257175" y="171450"/>
                </a:lnTo>
                <a:close/>
                <a:moveTo>
                  <a:pt x="428625" y="257175"/>
                </a:moveTo>
                <a:lnTo>
                  <a:pt x="438150" y="257175"/>
                </a:lnTo>
                <a:lnTo>
                  <a:pt x="438150" y="266700"/>
                </a:lnTo>
                <a:lnTo>
                  <a:pt x="428625" y="266700"/>
                </a:lnTo>
                <a:close/>
                <a:moveTo>
                  <a:pt x="0" y="276225"/>
                </a:moveTo>
                <a:lnTo>
                  <a:pt x="9525" y="276225"/>
                </a:lnTo>
                <a:lnTo>
                  <a:pt x="9525" y="295275"/>
                </a:lnTo>
                <a:lnTo>
                  <a:pt x="19050" y="295275"/>
                </a:lnTo>
                <a:lnTo>
                  <a:pt x="19050" y="323850"/>
                </a:lnTo>
                <a:lnTo>
                  <a:pt x="9525" y="323850"/>
                </a:lnTo>
                <a:lnTo>
                  <a:pt x="9525" y="304800"/>
                </a:lnTo>
                <a:lnTo>
                  <a:pt x="0" y="304800"/>
                </a:lnTo>
                <a:close/>
                <a:moveTo>
                  <a:pt x="419100" y="381000"/>
                </a:moveTo>
                <a:lnTo>
                  <a:pt x="428625" y="381000"/>
                </a:lnTo>
                <a:lnTo>
                  <a:pt x="428625" y="390525"/>
                </a:lnTo>
                <a:lnTo>
                  <a:pt x="438150" y="390525"/>
                </a:lnTo>
                <a:lnTo>
                  <a:pt x="438150" y="400050"/>
                </a:lnTo>
                <a:lnTo>
                  <a:pt x="428625" y="400050"/>
                </a:lnTo>
                <a:lnTo>
                  <a:pt x="428625" y="409575"/>
                </a:lnTo>
                <a:lnTo>
                  <a:pt x="419100" y="409575"/>
                </a:lnTo>
                <a:close/>
                <a:moveTo>
                  <a:pt x="371475" y="409575"/>
                </a:moveTo>
                <a:lnTo>
                  <a:pt x="400050" y="409575"/>
                </a:lnTo>
                <a:lnTo>
                  <a:pt x="400050" y="419100"/>
                </a:lnTo>
                <a:lnTo>
                  <a:pt x="381000" y="419100"/>
                </a:lnTo>
                <a:lnTo>
                  <a:pt x="381000" y="428625"/>
                </a:lnTo>
                <a:lnTo>
                  <a:pt x="361950" y="428625"/>
                </a:lnTo>
                <a:lnTo>
                  <a:pt x="361950" y="419100"/>
                </a:lnTo>
                <a:lnTo>
                  <a:pt x="371475" y="419100"/>
                </a:lnTo>
                <a:close/>
                <a:moveTo>
                  <a:pt x="419100" y="533400"/>
                </a:moveTo>
                <a:lnTo>
                  <a:pt x="428625" y="533400"/>
                </a:lnTo>
                <a:lnTo>
                  <a:pt x="428625" y="542925"/>
                </a:lnTo>
                <a:lnTo>
                  <a:pt x="419100" y="542925"/>
                </a:lnTo>
                <a:close/>
                <a:moveTo>
                  <a:pt x="400050" y="542925"/>
                </a:moveTo>
                <a:lnTo>
                  <a:pt x="409575" y="542925"/>
                </a:lnTo>
                <a:lnTo>
                  <a:pt x="409575" y="552450"/>
                </a:lnTo>
                <a:lnTo>
                  <a:pt x="400050" y="552450"/>
                </a:lnTo>
                <a:close/>
                <a:moveTo>
                  <a:pt x="419100" y="657225"/>
                </a:moveTo>
                <a:lnTo>
                  <a:pt x="428625" y="657225"/>
                </a:lnTo>
                <a:lnTo>
                  <a:pt x="428625" y="666750"/>
                </a:lnTo>
                <a:lnTo>
                  <a:pt x="419100" y="666750"/>
                </a:lnTo>
                <a:close/>
                <a:moveTo>
                  <a:pt x="142875" y="666750"/>
                </a:moveTo>
                <a:lnTo>
                  <a:pt x="152400" y="666750"/>
                </a:lnTo>
                <a:lnTo>
                  <a:pt x="152400" y="695325"/>
                </a:lnTo>
                <a:lnTo>
                  <a:pt x="123825" y="695325"/>
                </a:lnTo>
                <a:lnTo>
                  <a:pt x="123825" y="676275"/>
                </a:lnTo>
                <a:lnTo>
                  <a:pt x="133350" y="676275"/>
                </a:lnTo>
                <a:lnTo>
                  <a:pt x="133350" y="685800"/>
                </a:lnTo>
                <a:lnTo>
                  <a:pt x="142875" y="685800"/>
                </a:lnTo>
                <a:close/>
              </a:path>
            </a:pathLst>
          </a:custGeom>
          <a:solidFill xmlns:a="http://schemas.openxmlformats.org/drawingml/2006/main">
            <a:srgbClr val="F3EFE2"/>
          </a:solidFill>
          <a:ln xmlns:a="http://schemas.openxmlformats.org/drawingml/2006/main" w="0">
            <a:noFill/>
          </a:ln>
        </p:spPr>
      </p:sp>
      <p:sp>
        <p:nvSpPr>
          <p:cNvPr id="71" name="database vector #f2efe4">
            <a:extLst xmlns:a="http://schemas.openxmlformats.org/drawingml/2006/main">
              <a:ext uri="{FF2B5EF4-FFF2-40B4-BE49-F238E27FC236}">
                <a16:creationId xmlns:a16="http://schemas.microsoft.com/office/drawing/2014/main" id="{D1756F29-5380-4867-B7E7-80F13724A6E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01325" y="1533525"/>
            <a:ext cx="571500" cy="695325"/>
          </a:xfrm>
          <a:custGeom xmlns:a="http://schemas.openxmlformats.org/drawingml/2006/main">
            <a:pathLst>
              <a:path w="571500" h="695325">
                <a:moveTo>
                  <a:pt x="361950" y="0"/>
                </a:moveTo>
                <a:lnTo>
                  <a:pt x="371475" y="0"/>
                </a:lnTo>
                <a:lnTo>
                  <a:pt x="371475" y="9525"/>
                </a:lnTo>
                <a:lnTo>
                  <a:pt x="361950" y="9525"/>
                </a:lnTo>
                <a:close/>
                <a:moveTo>
                  <a:pt x="276225" y="19050"/>
                </a:moveTo>
                <a:lnTo>
                  <a:pt x="314325" y="19050"/>
                </a:lnTo>
                <a:lnTo>
                  <a:pt x="314325" y="28575"/>
                </a:lnTo>
                <a:lnTo>
                  <a:pt x="352425" y="28575"/>
                </a:lnTo>
                <a:lnTo>
                  <a:pt x="352425" y="38100"/>
                </a:lnTo>
                <a:lnTo>
                  <a:pt x="304800" y="38100"/>
                </a:lnTo>
                <a:lnTo>
                  <a:pt x="304800" y="28575"/>
                </a:lnTo>
                <a:lnTo>
                  <a:pt x="276225" y="28575"/>
                </a:lnTo>
                <a:close/>
                <a:moveTo>
                  <a:pt x="361950" y="19050"/>
                </a:moveTo>
                <a:lnTo>
                  <a:pt x="371475" y="19050"/>
                </a:lnTo>
                <a:lnTo>
                  <a:pt x="371475" y="28575"/>
                </a:lnTo>
                <a:lnTo>
                  <a:pt x="361950" y="28575"/>
                </a:lnTo>
                <a:close/>
                <a:moveTo>
                  <a:pt x="161925" y="28575"/>
                </a:moveTo>
                <a:lnTo>
                  <a:pt x="180975" y="28575"/>
                </a:lnTo>
                <a:lnTo>
                  <a:pt x="180975" y="38100"/>
                </a:lnTo>
                <a:lnTo>
                  <a:pt x="161925" y="38100"/>
                </a:lnTo>
                <a:close/>
                <a:moveTo>
                  <a:pt x="219075" y="28575"/>
                </a:moveTo>
                <a:lnTo>
                  <a:pt x="257175" y="28575"/>
                </a:lnTo>
                <a:lnTo>
                  <a:pt x="257175" y="38100"/>
                </a:lnTo>
                <a:lnTo>
                  <a:pt x="238125" y="38100"/>
                </a:lnTo>
                <a:lnTo>
                  <a:pt x="238125" y="47625"/>
                </a:lnTo>
                <a:lnTo>
                  <a:pt x="228600" y="47625"/>
                </a:lnTo>
                <a:lnTo>
                  <a:pt x="228600" y="38100"/>
                </a:lnTo>
                <a:lnTo>
                  <a:pt x="219075" y="38100"/>
                </a:lnTo>
                <a:close/>
                <a:moveTo>
                  <a:pt x="381000" y="28575"/>
                </a:moveTo>
                <a:lnTo>
                  <a:pt x="390525" y="28575"/>
                </a:lnTo>
                <a:lnTo>
                  <a:pt x="390525" y="38100"/>
                </a:lnTo>
                <a:lnTo>
                  <a:pt x="381000" y="38100"/>
                </a:lnTo>
                <a:close/>
                <a:moveTo>
                  <a:pt x="133350" y="38100"/>
                </a:moveTo>
                <a:lnTo>
                  <a:pt x="142875" y="38100"/>
                </a:lnTo>
                <a:lnTo>
                  <a:pt x="142875" y="47625"/>
                </a:lnTo>
                <a:lnTo>
                  <a:pt x="133350" y="47625"/>
                </a:lnTo>
                <a:close/>
                <a:moveTo>
                  <a:pt x="409575" y="47625"/>
                </a:moveTo>
                <a:lnTo>
                  <a:pt x="419100" y="47625"/>
                </a:lnTo>
                <a:lnTo>
                  <a:pt x="419100" y="57150"/>
                </a:lnTo>
                <a:lnTo>
                  <a:pt x="409575" y="57150"/>
                </a:lnTo>
                <a:close/>
                <a:moveTo>
                  <a:pt x="428625" y="47625"/>
                </a:moveTo>
                <a:lnTo>
                  <a:pt x="438150" y="47625"/>
                </a:lnTo>
                <a:lnTo>
                  <a:pt x="438150" y="57150"/>
                </a:lnTo>
                <a:lnTo>
                  <a:pt x="466725" y="57150"/>
                </a:lnTo>
                <a:lnTo>
                  <a:pt x="466725" y="66675"/>
                </a:lnTo>
                <a:lnTo>
                  <a:pt x="428625" y="66675"/>
                </a:lnTo>
                <a:close/>
                <a:moveTo>
                  <a:pt x="485775" y="57150"/>
                </a:moveTo>
                <a:lnTo>
                  <a:pt x="495300" y="57150"/>
                </a:lnTo>
                <a:lnTo>
                  <a:pt x="495300" y="76200"/>
                </a:lnTo>
                <a:lnTo>
                  <a:pt x="485775" y="76200"/>
                </a:lnTo>
                <a:close/>
                <a:moveTo>
                  <a:pt x="514350" y="95250"/>
                </a:moveTo>
                <a:lnTo>
                  <a:pt x="523875" y="95250"/>
                </a:lnTo>
                <a:lnTo>
                  <a:pt x="523875" y="114300"/>
                </a:lnTo>
                <a:lnTo>
                  <a:pt x="514350" y="114300"/>
                </a:lnTo>
                <a:close/>
                <a:moveTo>
                  <a:pt x="247650" y="104775"/>
                </a:moveTo>
                <a:lnTo>
                  <a:pt x="266700" y="104775"/>
                </a:lnTo>
                <a:lnTo>
                  <a:pt x="266700" y="114300"/>
                </a:lnTo>
                <a:lnTo>
                  <a:pt x="247650" y="114300"/>
                </a:lnTo>
                <a:close/>
                <a:moveTo>
                  <a:pt x="295275" y="114300"/>
                </a:moveTo>
                <a:lnTo>
                  <a:pt x="314325" y="114300"/>
                </a:lnTo>
                <a:lnTo>
                  <a:pt x="314325" y="123825"/>
                </a:lnTo>
                <a:lnTo>
                  <a:pt x="295275" y="123825"/>
                </a:lnTo>
                <a:close/>
                <a:moveTo>
                  <a:pt x="38100" y="123825"/>
                </a:moveTo>
                <a:lnTo>
                  <a:pt x="47625" y="123825"/>
                </a:lnTo>
                <a:lnTo>
                  <a:pt x="47625" y="142875"/>
                </a:lnTo>
                <a:lnTo>
                  <a:pt x="38100" y="142875"/>
                </a:lnTo>
                <a:close/>
                <a:moveTo>
                  <a:pt x="400050" y="123825"/>
                </a:moveTo>
                <a:lnTo>
                  <a:pt x="409575" y="123825"/>
                </a:lnTo>
                <a:lnTo>
                  <a:pt x="409575" y="133350"/>
                </a:lnTo>
                <a:lnTo>
                  <a:pt x="419100" y="133350"/>
                </a:lnTo>
                <a:lnTo>
                  <a:pt x="419100" y="142875"/>
                </a:lnTo>
                <a:lnTo>
                  <a:pt x="409575" y="142875"/>
                </a:lnTo>
                <a:lnTo>
                  <a:pt x="409575" y="152400"/>
                </a:lnTo>
                <a:lnTo>
                  <a:pt x="419100" y="152400"/>
                </a:lnTo>
                <a:lnTo>
                  <a:pt x="419100" y="161925"/>
                </a:lnTo>
                <a:lnTo>
                  <a:pt x="390525" y="161925"/>
                </a:lnTo>
                <a:lnTo>
                  <a:pt x="390525" y="152400"/>
                </a:lnTo>
                <a:lnTo>
                  <a:pt x="400050" y="152400"/>
                </a:lnTo>
                <a:close/>
                <a:moveTo>
                  <a:pt x="19050" y="133350"/>
                </a:moveTo>
                <a:lnTo>
                  <a:pt x="28575" y="133350"/>
                </a:lnTo>
                <a:lnTo>
                  <a:pt x="28575" y="171450"/>
                </a:lnTo>
                <a:lnTo>
                  <a:pt x="38100" y="171450"/>
                </a:lnTo>
                <a:lnTo>
                  <a:pt x="38100" y="190500"/>
                </a:lnTo>
                <a:lnTo>
                  <a:pt x="28575" y="190500"/>
                </a:lnTo>
                <a:lnTo>
                  <a:pt x="28575" y="285750"/>
                </a:lnTo>
                <a:lnTo>
                  <a:pt x="19050" y="285750"/>
                </a:lnTo>
                <a:close/>
                <a:moveTo>
                  <a:pt x="190500" y="161925"/>
                </a:moveTo>
                <a:lnTo>
                  <a:pt x="200025" y="161925"/>
                </a:lnTo>
                <a:lnTo>
                  <a:pt x="200025" y="171450"/>
                </a:lnTo>
                <a:lnTo>
                  <a:pt x="190500" y="171450"/>
                </a:lnTo>
                <a:close/>
                <a:moveTo>
                  <a:pt x="314325" y="161925"/>
                </a:moveTo>
                <a:lnTo>
                  <a:pt x="323850" y="161925"/>
                </a:lnTo>
                <a:lnTo>
                  <a:pt x="323850" y="190500"/>
                </a:lnTo>
                <a:lnTo>
                  <a:pt x="276225" y="190500"/>
                </a:lnTo>
                <a:lnTo>
                  <a:pt x="276225" y="200025"/>
                </a:lnTo>
                <a:lnTo>
                  <a:pt x="266700" y="200025"/>
                </a:lnTo>
                <a:lnTo>
                  <a:pt x="266700" y="180975"/>
                </a:lnTo>
                <a:lnTo>
                  <a:pt x="276225" y="180975"/>
                </a:lnTo>
                <a:lnTo>
                  <a:pt x="276225" y="171450"/>
                </a:lnTo>
                <a:lnTo>
                  <a:pt x="314325" y="171450"/>
                </a:lnTo>
                <a:close/>
                <a:moveTo>
                  <a:pt x="333375" y="161925"/>
                </a:moveTo>
                <a:lnTo>
                  <a:pt x="381000" y="161925"/>
                </a:lnTo>
                <a:lnTo>
                  <a:pt x="381000" y="171450"/>
                </a:lnTo>
                <a:lnTo>
                  <a:pt x="333375" y="171450"/>
                </a:lnTo>
                <a:close/>
                <a:moveTo>
                  <a:pt x="200025" y="171450"/>
                </a:moveTo>
                <a:lnTo>
                  <a:pt x="257175" y="171450"/>
                </a:lnTo>
                <a:lnTo>
                  <a:pt x="257175" y="180975"/>
                </a:lnTo>
                <a:lnTo>
                  <a:pt x="200025" y="180975"/>
                </a:lnTo>
                <a:close/>
                <a:moveTo>
                  <a:pt x="104775" y="228600"/>
                </a:moveTo>
                <a:lnTo>
                  <a:pt x="114300" y="228600"/>
                </a:lnTo>
                <a:lnTo>
                  <a:pt x="114300" y="247650"/>
                </a:lnTo>
                <a:lnTo>
                  <a:pt x="104775" y="247650"/>
                </a:lnTo>
                <a:close/>
                <a:moveTo>
                  <a:pt x="419100" y="238125"/>
                </a:moveTo>
                <a:lnTo>
                  <a:pt x="428625" y="238125"/>
                </a:lnTo>
                <a:lnTo>
                  <a:pt x="428625" y="257175"/>
                </a:lnTo>
                <a:lnTo>
                  <a:pt x="419100" y="257175"/>
                </a:lnTo>
                <a:lnTo>
                  <a:pt x="419100" y="266700"/>
                </a:lnTo>
                <a:lnTo>
                  <a:pt x="400050" y="266700"/>
                </a:lnTo>
                <a:lnTo>
                  <a:pt x="400050" y="257175"/>
                </a:lnTo>
                <a:lnTo>
                  <a:pt x="409575" y="257175"/>
                </a:lnTo>
                <a:lnTo>
                  <a:pt x="409575" y="247650"/>
                </a:lnTo>
                <a:lnTo>
                  <a:pt x="419100" y="247650"/>
                </a:lnTo>
                <a:close/>
                <a:moveTo>
                  <a:pt x="123825" y="247650"/>
                </a:moveTo>
                <a:lnTo>
                  <a:pt x="152400" y="247650"/>
                </a:lnTo>
                <a:lnTo>
                  <a:pt x="152400" y="257175"/>
                </a:lnTo>
                <a:lnTo>
                  <a:pt x="161925" y="257175"/>
                </a:lnTo>
                <a:lnTo>
                  <a:pt x="161925" y="266700"/>
                </a:lnTo>
                <a:lnTo>
                  <a:pt x="133350" y="266700"/>
                </a:lnTo>
                <a:lnTo>
                  <a:pt x="133350" y="257175"/>
                </a:lnTo>
                <a:lnTo>
                  <a:pt x="123825" y="257175"/>
                </a:lnTo>
                <a:close/>
                <a:moveTo>
                  <a:pt x="114300" y="257175"/>
                </a:moveTo>
                <a:lnTo>
                  <a:pt x="123825" y="257175"/>
                </a:lnTo>
                <a:lnTo>
                  <a:pt x="123825" y="285750"/>
                </a:lnTo>
                <a:lnTo>
                  <a:pt x="114300" y="285750"/>
                </a:lnTo>
                <a:close/>
                <a:moveTo>
                  <a:pt x="200025" y="257175"/>
                </a:moveTo>
                <a:lnTo>
                  <a:pt x="228600" y="257175"/>
                </a:lnTo>
                <a:lnTo>
                  <a:pt x="228600" y="266700"/>
                </a:lnTo>
                <a:lnTo>
                  <a:pt x="200025" y="266700"/>
                </a:lnTo>
                <a:close/>
                <a:moveTo>
                  <a:pt x="257175" y="257175"/>
                </a:moveTo>
                <a:lnTo>
                  <a:pt x="276225" y="257175"/>
                </a:lnTo>
                <a:lnTo>
                  <a:pt x="276225" y="276225"/>
                </a:lnTo>
                <a:lnTo>
                  <a:pt x="266700" y="276225"/>
                </a:lnTo>
                <a:lnTo>
                  <a:pt x="266700" y="266700"/>
                </a:lnTo>
                <a:lnTo>
                  <a:pt x="257175" y="266700"/>
                </a:lnTo>
                <a:close/>
                <a:moveTo>
                  <a:pt x="438150" y="257175"/>
                </a:moveTo>
                <a:lnTo>
                  <a:pt x="447675" y="257175"/>
                </a:lnTo>
                <a:lnTo>
                  <a:pt x="447675" y="266700"/>
                </a:lnTo>
                <a:lnTo>
                  <a:pt x="438150" y="266700"/>
                </a:lnTo>
                <a:close/>
                <a:moveTo>
                  <a:pt x="142875" y="276225"/>
                </a:moveTo>
                <a:lnTo>
                  <a:pt x="152400" y="276225"/>
                </a:lnTo>
                <a:lnTo>
                  <a:pt x="152400" y="285750"/>
                </a:lnTo>
                <a:lnTo>
                  <a:pt x="142875" y="285750"/>
                </a:lnTo>
                <a:close/>
                <a:moveTo>
                  <a:pt x="428625" y="276225"/>
                </a:moveTo>
                <a:lnTo>
                  <a:pt x="438150" y="276225"/>
                </a:lnTo>
                <a:lnTo>
                  <a:pt x="438150" y="285750"/>
                </a:lnTo>
                <a:lnTo>
                  <a:pt x="428625" y="285750"/>
                </a:lnTo>
                <a:close/>
                <a:moveTo>
                  <a:pt x="152400" y="285750"/>
                </a:moveTo>
                <a:lnTo>
                  <a:pt x="161925" y="285750"/>
                </a:lnTo>
                <a:lnTo>
                  <a:pt x="161925" y="295275"/>
                </a:lnTo>
                <a:lnTo>
                  <a:pt x="152400" y="295275"/>
                </a:lnTo>
                <a:close/>
                <a:moveTo>
                  <a:pt x="400050" y="285750"/>
                </a:moveTo>
                <a:lnTo>
                  <a:pt x="428625" y="285750"/>
                </a:lnTo>
                <a:lnTo>
                  <a:pt x="428625" y="295275"/>
                </a:lnTo>
                <a:lnTo>
                  <a:pt x="400050" y="295275"/>
                </a:lnTo>
                <a:close/>
                <a:moveTo>
                  <a:pt x="28575" y="295275"/>
                </a:moveTo>
                <a:lnTo>
                  <a:pt x="47625" y="295275"/>
                </a:lnTo>
                <a:lnTo>
                  <a:pt x="47625" y="323850"/>
                </a:lnTo>
                <a:lnTo>
                  <a:pt x="38100" y="323850"/>
                </a:lnTo>
                <a:lnTo>
                  <a:pt x="38100" y="333375"/>
                </a:lnTo>
                <a:lnTo>
                  <a:pt x="28575" y="333375"/>
                </a:lnTo>
                <a:lnTo>
                  <a:pt x="28575" y="371475"/>
                </a:lnTo>
                <a:lnTo>
                  <a:pt x="19050" y="371475"/>
                </a:lnTo>
                <a:lnTo>
                  <a:pt x="19050" y="314325"/>
                </a:lnTo>
                <a:lnTo>
                  <a:pt x="28575" y="314325"/>
                </a:lnTo>
                <a:close/>
                <a:moveTo>
                  <a:pt x="342900" y="295275"/>
                </a:moveTo>
                <a:lnTo>
                  <a:pt x="400050" y="295275"/>
                </a:lnTo>
                <a:lnTo>
                  <a:pt x="400050" y="304800"/>
                </a:lnTo>
                <a:lnTo>
                  <a:pt x="361950" y="304800"/>
                </a:lnTo>
                <a:lnTo>
                  <a:pt x="361950" y="314325"/>
                </a:lnTo>
                <a:lnTo>
                  <a:pt x="342900" y="314325"/>
                </a:lnTo>
                <a:lnTo>
                  <a:pt x="342900" y="323850"/>
                </a:lnTo>
                <a:lnTo>
                  <a:pt x="314325" y="323850"/>
                </a:lnTo>
                <a:lnTo>
                  <a:pt x="314325" y="304800"/>
                </a:lnTo>
                <a:lnTo>
                  <a:pt x="342900" y="304800"/>
                </a:lnTo>
                <a:close/>
                <a:moveTo>
                  <a:pt x="533400" y="295275"/>
                </a:moveTo>
                <a:lnTo>
                  <a:pt x="542925" y="295275"/>
                </a:lnTo>
                <a:lnTo>
                  <a:pt x="542925" y="323850"/>
                </a:lnTo>
                <a:lnTo>
                  <a:pt x="533400" y="323850"/>
                </a:lnTo>
                <a:close/>
                <a:moveTo>
                  <a:pt x="228600" y="304800"/>
                </a:moveTo>
                <a:lnTo>
                  <a:pt x="266700" y="304800"/>
                </a:lnTo>
                <a:lnTo>
                  <a:pt x="266700" y="314325"/>
                </a:lnTo>
                <a:lnTo>
                  <a:pt x="257175" y="314325"/>
                </a:lnTo>
                <a:lnTo>
                  <a:pt x="257175" y="323850"/>
                </a:lnTo>
                <a:lnTo>
                  <a:pt x="247650" y="323850"/>
                </a:lnTo>
                <a:lnTo>
                  <a:pt x="247650" y="314325"/>
                </a:lnTo>
                <a:lnTo>
                  <a:pt x="228600" y="314325"/>
                </a:lnTo>
                <a:close/>
                <a:moveTo>
                  <a:pt x="276225" y="304800"/>
                </a:moveTo>
                <a:lnTo>
                  <a:pt x="295275" y="304800"/>
                </a:lnTo>
                <a:lnTo>
                  <a:pt x="295275" y="314325"/>
                </a:lnTo>
                <a:lnTo>
                  <a:pt x="276225" y="314325"/>
                </a:lnTo>
                <a:close/>
                <a:moveTo>
                  <a:pt x="533400" y="333375"/>
                </a:moveTo>
                <a:lnTo>
                  <a:pt x="542925" y="333375"/>
                </a:lnTo>
                <a:lnTo>
                  <a:pt x="542925" y="342900"/>
                </a:lnTo>
                <a:lnTo>
                  <a:pt x="533400" y="342900"/>
                </a:lnTo>
                <a:close/>
                <a:moveTo>
                  <a:pt x="561975" y="333375"/>
                </a:moveTo>
                <a:lnTo>
                  <a:pt x="571500" y="333375"/>
                </a:lnTo>
                <a:lnTo>
                  <a:pt x="571500" y="342900"/>
                </a:lnTo>
                <a:lnTo>
                  <a:pt x="561975" y="342900"/>
                </a:lnTo>
                <a:close/>
                <a:moveTo>
                  <a:pt x="523875" y="371475"/>
                </a:moveTo>
                <a:lnTo>
                  <a:pt x="533400" y="371475"/>
                </a:lnTo>
                <a:lnTo>
                  <a:pt x="533400" y="381000"/>
                </a:lnTo>
                <a:lnTo>
                  <a:pt x="523875" y="381000"/>
                </a:lnTo>
                <a:close/>
                <a:moveTo>
                  <a:pt x="390525" y="381000"/>
                </a:moveTo>
                <a:lnTo>
                  <a:pt x="400050" y="381000"/>
                </a:lnTo>
                <a:lnTo>
                  <a:pt x="400050" y="390525"/>
                </a:lnTo>
                <a:lnTo>
                  <a:pt x="390525" y="390525"/>
                </a:lnTo>
                <a:close/>
                <a:moveTo>
                  <a:pt x="200025" y="390525"/>
                </a:moveTo>
                <a:lnTo>
                  <a:pt x="247650" y="390525"/>
                </a:lnTo>
                <a:lnTo>
                  <a:pt x="247650" y="409575"/>
                </a:lnTo>
                <a:lnTo>
                  <a:pt x="238125" y="409575"/>
                </a:lnTo>
                <a:lnTo>
                  <a:pt x="238125" y="400050"/>
                </a:lnTo>
                <a:lnTo>
                  <a:pt x="209550" y="400050"/>
                </a:lnTo>
                <a:lnTo>
                  <a:pt x="209550" y="409575"/>
                </a:lnTo>
                <a:lnTo>
                  <a:pt x="200025" y="409575"/>
                </a:lnTo>
                <a:close/>
                <a:moveTo>
                  <a:pt x="266700" y="390525"/>
                </a:moveTo>
                <a:lnTo>
                  <a:pt x="285750" y="390525"/>
                </a:lnTo>
                <a:lnTo>
                  <a:pt x="285750" y="400050"/>
                </a:lnTo>
                <a:lnTo>
                  <a:pt x="276225" y="400050"/>
                </a:lnTo>
                <a:lnTo>
                  <a:pt x="276225" y="409575"/>
                </a:lnTo>
                <a:lnTo>
                  <a:pt x="266700" y="409575"/>
                </a:lnTo>
                <a:close/>
                <a:moveTo>
                  <a:pt x="371475" y="390525"/>
                </a:moveTo>
                <a:lnTo>
                  <a:pt x="381000" y="390525"/>
                </a:lnTo>
                <a:lnTo>
                  <a:pt x="381000" y="400050"/>
                </a:lnTo>
                <a:lnTo>
                  <a:pt x="371475" y="400050"/>
                </a:lnTo>
                <a:close/>
                <a:moveTo>
                  <a:pt x="9525" y="400050"/>
                </a:moveTo>
                <a:lnTo>
                  <a:pt x="28575" y="400050"/>
                </a:lnTo>
                <a:lnTo>
                  <a:pt x="28575" y="419100"/>
                </a:lnTo>
                <a:lnTo>
                  <a:pt x="19050" y="419100"/>
                </a:lnTo>
                <a:lnTo>
                  <a:pt x="19050" y="409575"/>
                </a:lnTo>
                <a:lnTo>
                  <a:pt x="9525" y="409575"/>
                </a:lnTo>
                <a:close/>
                <a:moveTo>
                  <a:pt x="276225" y="409575"/>
                </a:moveTo>
                <a:lnTo>
                  <a:pt x="304800" y="409575"/>
                </a:lnTo>
                <a:lnTo>
                  <a:pt x="304800" y="428625"/>
                </a:lnTo>
                <a:lnTo>
                  <a:pt x="285750" y="428625"/>
                </a:lnTo>
                <a:lnTo>
                  <a:pt x="285750" y="419100"/>
                </a:lnTo>
                <a:lnTo>
                  <a:pt x="276225" y="419100"/>
                </a:lnTo>
                <a:close/>
                <a:moveTo>
                  <a:pt x="333375" y="409575"/>
                </a:moveTo>
                <a:lnTo>
                  <a:pt x="342900" y="409575"/>
                </a:lnTo>
                <a:lnTo>
                  <a:pt x="342900" y="419100"/>
                </a:lnTo>
                <a:lnTo>
                  <a:pt x="333375" y="419100"/>
                </a:lnTo>
                <a:close/>
                <a:moveTo>
                  <a:pt x="142875" y="419100"/>
                </a:moveTo>
                <a:lnTo>
                  <a:pt x="152400" y="419100"/>
                </a:lnTo>
                <a:lnTo>
                  <a:pt x="152400" y="428625"/>
                </a:lnTo>
                <a:lnTo>
                  <a:pt x="142875" y="428625"/>
                </a:lnTo>
                <a:close/>
                <a:moveTo>
                  <a:pt x="533400" y="419100"/>
                </a:moveTo>
                <a:lnTo>
                  <a:pt x="542925" y="419100"/>
                </a:lnTo>
                <a:lnTo>
                  <a:pt x="542925" y="438150"/>
                </a:lnTo>
                <a:lnTo>
                  <a:pt x="533400" y="438150"/>
                </a:lnTo>
                <a:close/>
                <a:moveTo>
                  <a:pt x="381000" y="428625"/>
                </a:moveTo>
                <a:lnTo>
                  <a:pt x="390525" y="428625"/>
                </a:lnTo>
                <a:lnTo>
                  <a:pt x="390525" y="438150"/>
                </a:lnTo>
                <a:lnTo>
                  <a:pt x="381000" y="438150"/>
                </a:lnTo>
                <a:close/>
                <a:moveTo>
                  <a:pt x="523875" y="447675"/>
                </a:moveTo>
                <a:lnTo>
                  <a:pt x="533400" y="447675"/>
                </a:lnTo>
                <a:lnTo>
                  <a:pt x="533400" y="457200"/>
                </a:lnTo>
                <a:lnTo>
                  <a:pt x="523875" y="457200"/>
                </a:lnTo>
                <a:close/>
                <a:moveTo>
                  <a:pt x="0" y="457200"/>
                </a:moveTo>
                <a:lnTo>
                  <a:pt x="28575" y="457200"/>
                </a:lnTo>
                <a:lnTo>
                  <a:pt x="28575" y="495300"/>
                </a:lnTo>
                <a:lnTo>
                  <a:pt x="19050" y="495300"/>
                </a:lnTo>
                <a:lnTo>
                  <a:pt x="19050" y="476250"/>
                </a:lnTo>
                <a:lnTo>
                  <a:pt x="0" y="476250"/>
                </a:lnTo>
                <a:close/>
                <a:moveTo>
                  <a:pt x="533400" y="457200"/>
                </a:moveTo>
                <a:lnTo>
                  <a:pt x="542925" y="457200"/>
                </a:lnTo>
                <a:lnTo>
                  <a:pt x="542925" y="466725"/>
                </a:lnTo>
                <a:lnTo>
                  <a:pt x="533400" y="466725"/>
                </a:lnTo>
                <a:close/>
                <a:moveTo>
                  <a:pt x="561975" y="504825"/>
                </a:moveTo>
                <a:lnTo>
                  <a:pt x="571500" y="504825"/>
                </a:lnTo>
                <a:lnTo>
                  <a:pt x="571500" y="533400"/>
                </a:lnTo>
                <a:lnTo>
                  <a:pt x="523875" y="533400"/>
                </a:lnTo>
                <a:lnTo>
                  <a:pt x="523875" y="514350"/>
                </a:lnTo>
                <a:lnTo>
                  <a:pt x="533400" y="514350"/>
                </a:lnTo>
                <a:lnTo>
                  <a:pt x="533400" y="523875"/>
                </a:lnTo>
                <a:lnTo>
                  <a:pt x="552450" y="523875"/>
                </a:lnTo>
                <a:lnTo>
                  <a:pt x="552450" y="514350"/>
                </a:lnTo>
                <a:lnTo>
                  <a:pt x="561975" y="514350"/>
                </a:lnTo>
                <a:close/>
                <a:moveTo>
                  <a:pt x="133350" y="514350"/>
                </a:moveTo>
                <a:lnTo>
                  <a:pt x="142875" y="514350"/>
                </a:lnTo>
                <a:lnTo>
                  <a:pt x="142875" y="533400"/>
                </a:lnTo>
                <a:lnTo>
                  <a:pt x="133350" y="533400"/>
                </a:lnTo>
                <a:close/>
                <a:moveTo>
                  <a:pt x="409575" y="514350"/>
                </a:moveTo>
                <a:lnTo>
                  <a:pt x="438150" y="514350"/>
                </a:lnTo>
                <a:lnTo>
                  <a:pt x="438150" y="523875"/>
                </a:lnTo>
                <a:lnTo>
                  <a:pt x="447675" y="523875"/>
                </a:lnTo>
                <a:lnTo>
                  <a:pt x="447675" y="542925"/>
                </a:lnTo>
                <a:lnTo>
                  <a:pt x="438150" y="542925"/>
                </a:lnTo>
                <a:lnTo>
                  <a:pt x="438150" y="533400"/>
                </a:lnTo>
                <a:lnTo>
                  <a:pt x="419100" y="533400"/>
                </a:lnTo>
                <a:lnTo>
                  <a:pt x="419100" y="523875"/>
                </a:lnTo>
                <a:lnTo>
                  <a:pt x="409575" y="523875"/>
                </a:lnTo>
                <a:close/>
                <a:moveTo>
                  <a:pt x="400050" y="523875"/>
                </a:moveTo>
                <a:lnTo>
                  <a:pt x="409575" y="523875"/>
                </a:lnTo>
                <a:lnTo>
                  <a:pt x="409575" y="533400"/>
                </a:lnTo>
                <a:lnTo>
                  <a:pt x="400050" y="533400"/>
                </a:lnTo>
                <a:close/>
                <a:moveTo>
                  <a:pt x="342900" y="533400"/>
                </a:moveTo>
                <a:lnTo>
                  <a:pt x="352425" y="533400"/>
                </a:lnTo>
                <a:lnTo>
                  <a:pt x="352425" y="542925"/>
                </a:lnTo>
                <a:lnTo>
                  <a:pt x="342900" y="542925"/>
                </a:lnTo>
                <a:close/>
                <a:moveTo>
                  <a:pt x="428625" y="542925"/>
                </a:moveTo>
                <a:lnTo>
                  <a:pt x="438150" y="542925"/>
                </a:lnTo>
                <a:lnTo>
                  <a:pt x="438150" y="552450"/>
                </a:lnTo>
                <a:lnTo>
                  <a:pt x="428625" y="552450"/>
                </a:lnTo>
                <a:close/>
                <a:moveTo>
                  <a:pt x="276225" y="552450"/>
                </a:moveTo>
                <a:lnTo>
                  <a:pt x="285750" y="552450"/>
                </a:lnTo>
                <a:lnTo>
                  <a:pt x="285750" y="561975"/>
                </a:lnTo>
                <a:lnTo>
                  <a:pt x="276225" y="561975"/>
                </a:lnTo>
                <a:close/>
                <a:moveTo>
                  <a:pt x="19050" y="561975"/>
                </a:moveTo>
                <a:lnTo>
                  <a:pt x="28575" y="561975"/>
                </a:lnTo>
                <a:lnTo>
                  <a:pt x="28575" y="571500"/>
                </a:lnTo>
                <a:lnTo>
                  <a:pt x="19050" y="571500"/>
                </a:lnTo>
                <a:close/>
                <a:moveTo>
                  <a:pt x="361950" y="561975"/>
                </a:moveTo>
                <a:lnTo>
                  <a:pt x="400050" y="561975"/>
                </a:lnTo>
                <a:lnTo>
                  <a:pt x="400050" y="571500"/>
                </a:lnTo>
                <a:lnTo>
                  <a:pt x="371475" y="571500"/>
                </a:lnTo>
                <a:lnTo>
                  <a:pt x="371475" y="581025"/>
                </a:lnTo>
                <a:lnTo>
                  <a:pt x="333375" y="581025"/>
                </a:lnTo>
                <a:lnTo>
                  <a:pt x="333375" y="590550"/>
                </a:lnTo>
                <a:lnTo>
                  <a:pt x="323850" y="590550"/>
                </a:lnTo>
                <a:lnTo>
                  <a:pt x="323850" y="581025"/>
                </a:lnTo>
                <a:lnTo>
                  <a:pt x="314325" y="581025"/>
                </a:lnTo>
                <a:lnTo>
                  <a:pt x="314325" y="571500"/>
                </a:lnTo>
                <a:lnTo>
                  <a:pt x="361950" y="571500"/>
                </a:lnTo>
                <a:close/>
                <a:moveTo>
                  <a:pt x="228600" y="571500"/>
                </a:moveTo>
                <a:lnTo>
                  <a:pt x="238125" y="571500"/>
                </a:lnTo>
                <a:lnTo>
                  <a:pt x="238125" y="581025"/>
                </a:lnTo>
                <a:lnTo>
                  <a:pt x="228600" y="581025"/>
                </a:lnTo>
                <a:close/>
                <a:moveTo>
                  <a:pt x="276225" y="571500"/>
                </a:moveTo>
                <a:lnTo>
                  <a:pt x="285750" y="571500"/>
                </a:lnTo>
                <a:lnTo>
                  <a:pt x="285750" y="581025"/>
                </a:lnTo>
                <a:lnTo>
                  <a:pt x="276225" y="581025"/>
                </a:lnTo>
                <a:close/>
                <a:moveTo>
                  <a:pt x="295275" y="571500"/>
                </a:moveTo>
                <a:lnTo>
                  <a:pt x="304800" y="571500"/>
                </a:lnTo>
                <a:lnTo>
                  <a:pt x="304800" y="581025"/>
                </a:lnTo>
                <a:lnTo>
                  <a:pt x="295275" y="581025"/>
                </a:lnTo>
                <a:close/>
                <a:moveTo>
                  <a:pt x="247650" y="581025"/>
                </a:moveTo>
                <a:lnTo>
                  <a:pt x="276225" y="581025"/>
                </a:lnTo>
                <a:lnTo>
                  <a:pt x="276225" y="590550"/>
                </a:lnTo>
                <a:lnTo>
                  <a:pt x="247650" y="590550"/>
                </a:lnTo>
                <a:close/>
                <a:moveTo>
                  <a:pt x="304800" y="581025"/>
                </a:moveTo>
                <a:lnTo>
                  <a:pt x="314325" y="581025"/>
                </a:lnTo>
                <a:lnTo>
                  <a:pt x="314325" y="590550"/>
                </a:lnTo>
                <a:lnTo>
                  <a:pt x="304800" y="590550"/>
                </a:lnTo>
                <a:close/>
                <a:moveTo>
                  <a:pt x="104775" y="638175"/>
                </a:moveTo>
                <a:lnTo>
                  <a:pt x="114300" y="638175"/>
                </a:lnTo>
                <a:lnTo>
                  <a:pt x="114300" y="647700"/>
                </a:lnTo>
                <a:lnTo>
                  <a:pt x="104775" y="647700"/>
                </a:lnTo>
                <a:close/>
                <a:moveTo>
                  <a:pt x="114300" y="647700"/>
                </a:moveTo>
                <a:lnTo>
                  <a:pt x="152400" y="647700"/>
                </a:lnTo>
                <a:lnTo>
                  <a:pt x="152400" y="657225"/>
                </a:lnTo>
                <a:lnTo>
                  <a:pt x="142875" y="657225"/>
                </a:lnTo>
                <a:lnTo>
                  <a:pt x="142875" y="666750"/>
                </a:lnTo>
                <a:lnTo>
                  <a:pt x="123825" y="666750"/>
                </a:lnTo>
                <a:lnTo>
                  <a:pt x="123825" y="676275"/>
                </a:lnTo>
                <a:lnTo>
                  <a:pt x="114300" y="676275"/>
                </a:lnTo>
                <a:close/>
                <a:moveTo>
                  <a:pt x="209550" y="647700"/>
                </a:moveTo>
                <a:lnTo>
                  <a:pt x="219075" y="647700"/>
                </a:lnTo>
                <a:lnTo>
                  <a:pt x="219075" y="657225"/>
                </a:lnTo>
                <a:lnTo>
                  <a:pt x="209550" y="657225"/>
                </a:lnTo>
                <a:close/>
                <a:moveTo>
                  <a:pt x="152400" y="657225"/>
                </a:moveTo>
                <a:lnTo>
                  <a:pt x="161925" y="657225"/>
                </a:lnTo>
                <a:lnTo>
                  <a:pt x="161925" y="666750"/>
                </a:lnTo>
                <a:lnTo>
                  <a:pt x="152400" y="666750"/>
                </a:lnTo>
                <a:close/>
                <a:moveTo>
                  <a:pt x="238125" y="666750"/>
                </a:moveTo>
                <a:lnTo>
                  <a:pt x="342900" y="666750"/>
                </a:lnTo>
                <a:lnTo>
                  <a:pt x="342900" y="676275"/>
                </a:lnTo>
                <a:lnTo>
                  <a:pt x="238125" y="676275"/>
                </a:lnTo>
                <a:close/>
                <a:moveTo>
                  <a:pt x="104775" y="676275"/>
                </a:moveTo>
                <a:lnTo>
                  <a:pt x="114300" y="676275"/>
                </a:lnTo>
                <a:lnTo>
                  <a:pt x="114300" y="685800"/>
                </a:lnTo>
                <a:lnTo>
                  <a:pt x="104775" y="685800"/>
                </a:lnTo>
                <a:close/>
              </a:path>
            </a:pathLst>
          </a:custGeom>
          <a:solidFill xmlns:a="http://schemas.openxmlformats.org/drawingml/2006/main">
            <a:srgbClr val="F2EFE4"/>
          </a:solidFill>
          <a:ln xmlns:a="http://schemas.openxmlformats.org/drawingml/2006/main" w="0">
            <a:noFill/>
          </a:ln>
        </p:spPr>
      </p:sp>
      <p:sp>
        <p:nvSpPr>
          <p:cNvPr id="72" name="database vector #f2efe2">
            <a:extLst xmlns:a="http://schemas.openxmlformats.org/drawingml/2006/main">
              <a:ext uri="{FF2B5EF4-FFF2-40B4-BE49-F238E27FC236}">
                <a16:creationId xmlns:a16="http://schemas.microsoft.com/office/drawing/2014/main" id="{9963B0E4-C36A-4C5E-AAC8-2A8EF628FED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01325" y="1533525"/>
            <a:ext cx="571500" cy="695325"/>
          </a:xfrm>
          <a:custGeom xmlns:a="http://schemas.openxmlformats.org/drawingml/2006/main">
            <a:pathLst>
              <a:path w="571500" h="695325">
                <a:moveTo>
                  <a:pt x="257175" y="0"/>
                </a:moveTo>
                <a:lnTo>
                  <a:pt x="266700" y="0"/>
                </a:lnTo>
                <a:lnTo>
                  <a:pt x="266700" y="9525"/>
                </a:lnTo>
                <a:lnTo>
                  <a:pt x="285750" y="9525"/>
                </a:lnTo>
                <a:lnTo>
                  <a:pt x="285750" y="19050"/>
                </a:lnTo>
                <a:lnTo>
                  <a:pt x="276225" y="19050"/>
                </a:lnTo>
                <a:lnTo>
                  <a:pt x="276225" y="28575"/>
                </a:lnTo>
                <a:lnTo>
                  <a:pt x="219075" y="28575"/>
                </a:lnTo>
                <a:lnTo>
                  <a:pt x="219075" y="19050"/>
                </a:lnTo>
                <a:lnTo>
                  <a:pt x="238125" y="19050"/>
                </a:lnTo>
                <a:lnTo>
                  <a:pt x="238125" y="9525"/>
                </a:lnTo>
                <a:lnTo>
                  <a:pt x="257175" y="9525"/>
                </a:lnTo>
                <a:close/>
                <a:moveTo>
                  <a:pt x="304800" y="0"/>
                </a:moveTo>
                <a:lnTo>
                  <a:pt x="323850" y="0"/>
                </a:lnTo>
                <a:lnTo>
                  <a:pt x="323850" y="19050"/>
                </a:lnTo>
                <a:lnTo>
                  <a:pt x="333375" y="19050"/>
                </a:lnTo>
                <a:lnTo>
                  <a:pt x="333375" y="9525"/>
                </a:lnTo>
                <a:lnTo>
                  <a:pt x="342900" y="9525"/>
                </a:lnTo>
                <a:lnTo>
                  <a:pt x="342900" y="0"/>
                </a:lnTo>
                <a:lnTo>
                  <a:pt x="361950" y="0"/>
                </a:lnTo>
                <a:lnTo>
                  <a:pt x="361950" y="9525"/>
                </a:lnTo>
                <a:lnTo>
                  <a:pt x="371475" y="9525"/>
                </a:lnTo>
                <a:lnTo>
                  <a:pt x="371475" y="0"/>
                </a:lnTo>
                <a:lnTo>
                  <a:pt x="400050" y="0"/>
                </a:lnTo>
                <a:lnTo>
                  <a:pt x="400050" y="9525"/>
                </a:lnTo>
                <a:lnTo>
                  <a:pt x="390525" y="9525"/>
                </a:lnTo>
                <a:lnTo>
                  <a:pt x="390525" y="19050"/>
                </a:lnTo>
                <a:lnTo>
                  <a:pt x="381000" y="19050"/>
                </a:lnTo>
                <a:lnTo>
                  <a:pt x="381000" y="28575"/>
                </a:lnTo>
                <a:lnTo>
                  <a:pt x="371475" y="28575"/>
                </a:lnTo>
                <a:lnTo>
                  <a:pt x="371475" y="19050"/>
                </a:lnTo>
                <a:lnTo>
                  <a:pt x="361950" y="19050"/>
                </a:lnTo>
                <a:lnTo>
                  <a:pt x="361950" y="28575"/>
                </a:lnTo>
                <a:lnTo>
                  <a:pt x="314325" y="28575"/>
                </a:lnTo>
                <a:lnTo>
                  <a:pt x="314325" y="19050"/>
                </a:lnTo>
                <a:lnTo>
                  <a:pt x="295275" y="19050"/>
                </a:lnTo>
                <a:lnTo>
                  <a:pt x="295275" y="9525"/>
                </a:lnTo>
                <a:lnTo>
                  <a:pt x="304800" y="9525"/>
                </a:lnTo>
                <a:close/>
                <a:moveTo>
                  <a:pt x="485775" y="0"/>
                </a:moveTo>
                <a:lnTo>
                  <a:pt x="514350" y="0"/>
                </a:lnTo>
                <a:lnTo>
                  <a:pt x="514350" y="9525"/>
                </a:lnTo>
                <a:lnTo>
                  <a:pt x="485775" y="9525"/>
                </a:lnTo>
                <a:close/>
                <a:moveTo>
                  <a:pt x="342900" y="19050"/>
                </a:moveTo>
                <a:lnTo>
                  <a:pt x="352425" y="19050"/>
                </a:lnTo>
                <a:lnTo>
                  <a:pt x="352425" y="9525"/>
                </a:lnTo>
                <a:lnTo>
                  <a:pt x="342900" y="9525"/>
                </a:lnTo>
                <a:close/>
                <a:moveTo>
                  <a:pt x="142875" y="28575"/>
                </a:moveTo>
                <a:lnTo>
                  <a:pt x="161925" y="28575"/>
                </a:lnTo>
                <a:lnTo>
                  <a:pt x="161925" y="38100"/>
                </a:lnTo>
                <a:lnTo>
                  <a:pt x="142875" y="38100"/>
                </a:lnTo>
                <a:close/>
                <a:moveTo>
                  <a:pt x="200025" y="28575"/>
                </a:moveTo>
                <a:lnTo>
                  <a:pt x="209550" y="28575"/>
                </a:lnTo>
                <a:lnTo>
                  <a:pt x="209550" y="38100"/>
                </a:lnTo>
                <a:lnTo>
                  <a:pt x="200025" y="38100"/>
                </a:lnTo>
                <a:close/>
                <a:moveTo>
                  <a:pt x="409575" y="28575"/>
                </a:moveTo>
                <a:lnTo>
                  <a:pt x="428625" y="28575"/>
                </a:lnTo>
                <a:lnTo>
                  <a:pt x="428625" y="38100"/>
                </a:lnTo>
                <a:lnTo>
                  <a:pt x="447675" y="38100"/>
                </a:lnTo>
                <a:lnTo>
                  <a:pt x="447675" y="47625"/>
                </a:lnTo>
                <a:lnTo>
                  <a:pt x="476250" y="47625"/>
                </a:lnTo>
                <a:lnTo>
                  <a:pt x="476250" y="57150"/>
                </a:lnTo>
                <a:lnTo>
                  <a:pt x="485775" y="57150"/>
                </a:lnTo>
                <a:lnTo>
                  <a:pt x="485775" y="66675"/>
                </a:lnTo>
                <a:lnTo>
                  <a:pt x="466725" y="66675"/>
                </a:lnTo>
                <a:lnTo>
                  <a:pt x="466725" y="57150"/>
                </a:lnTo>
                <a:lnTo>
                  <a:pt x="438150" y="57150"/>
                </a:lnTo>
                <a:lnTo>
                  <a:pt x="438150" y="47625"/>
                </a:lnTo>
                <a:lnTo>
                  <a:pt x="409575" y="47625"/>
                </a:lnTo>
                <a:lnTo>
                  <a:pt x="409575" y="57150"/>
                </a:lnTo>
                <a:lnTo>
                  <a:pt x="400050" y="57150"/>
                </a:lnTo>
                <a:lnTo>
                  <a:pt x="400050" y="38100"/>
                </a:lnTo>
                <a:lnTo>
                  <a:pt x="409575" y="38100"/>
                </a:lnTo>
                <a:close/>
                <a:moveTo>
                  <a:pt x="104775" y="38100"/>
                </a:moveTo>
                <a:lnTo>
                  <a:pt x="114300" y="38100"/>
                </a:lnTo>
                <a:lnTo>
                  <a:pt x="114300" y="47625"/>
                </a:lnTo>
                <a:lnTo>
                  <a:pt x="104775" y="47625"/>
                </a:lnTo>
                <a:close/>
                <a:moveTo>
                  <a:pt x="123825" y="38100"/>
                </a:moveTo>
                <a:lnTo>
                  <a:pt x="133350" y="38100"/>
                </a:lnTo>
                <a:lnTo>
                  <a:pt x="133350" y="47625"/>
                </a:lnTo>
                <a:lnTo>
                  <a:pt x="123825" y="47625"/>
                </a:lnTo>
                <a:close/>
                <a:moveTo>
                  <a:pt x="209550" y="38100"/>
                </a:moveTo>
                <a:lnTo>
                  <a:pt x="219075" y="38100"/>
                </a:lnTo>
                <a:lnTo>
                  <a:pt x="219075" y="47625"/>
                </a:lnTo>
                <a:lnTo>
                  <a:pt x="209550" y="47625"/>
                </a:lnTo>
                <a:close/>
                <a:moveTo>
                  <a:pt x="342900" y="38100"/>
                </a:moveTo>
                <a:lnTo>
                  <a:pt x="352425" y="38100"/>
                </a:lnTo>
                <a:lnTo>
                  <a:pt x="352425" y="47625"/>
                </a:lnTo>
                <a:lnTo>
                  <a:pt x="342900" y="47625"/>
                </a:lnTo>
                <a:close/>
                <a:moveTo>
                  <a:pt x="76200" y="47625"/>
                </a:moveTo>
                <a:lnTo>
                  <a:pt x="95250" y="47625"/>
                </a:lnTo>
                <a:lnTo>
                  <a:pt x="95250" y="57150"/>
                </a:lnTo>
                <a:lnTo>
                  <a:pt x="76200" y="57150"/>
                </a:lnTo>
                <a:close/>
                <a:moveTo>
                  <a:pt x="57150" y="57150"/>
                </a:moveTo>
                <a:lnTo>
                  <a:pt x="76200" y="57150"/>
                </a:lnTo>
                <a:lnTo>
                  <a:pt x="76200" y="66675"/>
                </a:lnTo>
                <a:lnTo>
                  <a:pt x="57150" y="66675"/>
                </a:lnTo>
                <a:close/>
                <a:moveTo>
                  <a:pt x="47625" y="66675"/>
                </a:moveTo>
                <a:lnTo>
                  <a:pt x="57150" y="66675"/>
                </a:lnTo>
                <a:lnTo>
                  <a:pt x="57150" y="76200"/>
                </a:lnTo>
                <a:lnTo>
                  <a:pt x="47625" y="76200"/>
                </a:lnTo>
                <a:close/>
                <a:moveTo>
                  <a:pt x="28575" y="95250"/>
                </a:moveTo>
                <a:lnTo>
                  <a:pt x="38100" y="95250"/>
                </a:lnTo>
                <a:lnTo>
                  <a:pt x="38100" y="104775"/>
                </a:lnTo>
                <a:lnTo>
                  <a:pt x="47625" y="104775"/>
                </a:lnTo>
                <a:lnTo>
                  <a:pt x="47625" y="114300"/>
                </a:lnTo>
                <a:lnTo>
                  <a:pt x="28575" y="114300"/>
                </a:lnTo>
                <a:close/>
                <a:moveTo>
                  <a:pt x="409575" y="142875"/>
                </a:moveTo>
                <a:lnTo>
                  <a:pt x="419100" y="142875"/>
                </a:lnTo>
                <a:lnTo>
                  <a:pt x="419100" y="152400"/>
                </a:lnTo>
                <a:lnTo>
                  <a:pt x="409575" y="152400"/>
                </a:lnTo>
                <a:close/>
                <a:moveTo>
                  <a:pt x="152400" y="152400"/>
                </a:moveTo>
                <a:lnTo>
                  <a:pt x="161925" y="152400"/>
                </a:lnTo>
                <a:lnTo>
                  <a:pt x="161925" y="161925"/>
                </a:lnTo>
                <a:lnTo>
                  <a:pt x="152400" y="161925"/>
                </a:lnTo>
                <a:close/>
                <a:moveTo>
                  <a:pt x="257175" y="171450"/>
                </a:moveTo>
                <a:lnTo>
                  <a:pt x="276225" y="171450"/>
                </a:lnTo>
                <a:lnTo>
                  <a:pt x="276225" y="180975"/>
                </a:lnTo>
                <a:lnTo>
                  <a:pt x="257175" y="180975"/>
                </a:lnTo>
                <a:close/>
                <a:moveTo>
                  <a:pt x="9525" y="228600"/>
                </a:moveTo>
                <a:lnTo>
                  <a:pt x="19050" y="228600"/>
                </a:lnTo>
                <a:lnTo>
                  <a:pt x="19050" y="247650"/>
                </a:lnTo>
                <a:lnTo>
                  <a:pt x="9525" y="247650"/>
                </a:lnTo>
                <a:close/>
                <a:moveTo>
                  <a:pt x="285750" y="257175"/>
                </a:moveTo>
                <a:lnTo>
                  <a:pt x="304800" y="257175"/>
                </a:lnTo>
                <a:lnTo>
                  <a:pt x="304800" y="276225"/>
                </a:lnTo>
                <a:lnTo>
                  <a:pt x="285750" y="276225"/>
                </a:lnTo>
                <a:close/>
                <a:moveTo>
                  <a:pt x="419100" y="266700"/>
                </a:moveTo>
                <a:lnTo>
                  <a:pt x="438150" y="266700"/>
                </a:lnTo>
                <a:lnTo>
                  <a:pt x="438150" y="276225"/>
                </a:lnTo>
                <a:lnTo>
                  <a:pt x="428625" y="276225"/>
                </a:lnTo>
                <a:lnTo>
                  <a:pt x="428625" y="285750"/>
                </a:lnTo>
                <a:lnTo>
                  <a:pt x="409575" y="285750"/>
                </a:lnTo>
                <a:lnTo>
                  <a:pt x="409575" y="276225"/>
                </a:lnTo>
                <a:lnTo>
                  <a:pt x="419100" y="276225"/>
                </a:lnTo>
                <a:close/>
                <a:moveTo>
                  <a:pt x="419100" y="371475"/>
                </a:moveTo>
                <a:lnTo>
                  <a:pt x="438150" y="371475"/>
                </a:lnTo>
                <a:lnTo>
                  <a:pt x="438150" y="381000"/>
                </a:lnTo>
                <a:lnTo>
                  <a:pt x="419100" y="381000"/>
                </a:lnTo>
                <a:close/>
                <a:moveTo>
                  <a:pt x="400050" y="381000"/>
                </a:moveTo>
                <a:lnTo>
                  <a:pt x="419100" y="381000"/>
                </a:lnTo>
                <a:lnTo>
                  <a:pt x="419100" y="390525"/>
                </a:lnTo>
                <a:lnTo>
                  <a:pt x="409575" y="390525"/>
                </a:lnTo>
                <a:lnTo>
                  <a:pt x="409575" y="409575"/>
                </a:lnTo>
                <a:lnTo>
                  <a:pt x="428625" y="409575"/>
                </a:lnTo>
                <a:lnTo>
                  <a:pt x="428625" y="400050"/>
                </a:lnTo>
                <a:lnTo>
                  <a:pt x="438150" y="400050"/>
                </a:lnTo>
                <a:lnTo>
                  <a:pt x="438150" y="419100"/>
                </a:lnTo>
                <a:lnTo>
                  <a:pt x="419100" y="419100"/>
                </a:lnTo>
                <a:lnTo>
                  <a:pt x="419100" y="428625"/>
                </a:lnTo>
                <a:lnTo>
                  <a:pt x="400050" y="428625"/>
                </a:lnTo>
                <a:lnTo>
                  <a:pt x="400050" y="438150"/>
                </a:lnTo>
                <a:lnTo>
                  <a:pt x="390525" y="438150"/>
                </a:lnTo>
                <a:lnTo>
                  <a:pt x="390525" y="428625"/>
                </a:lnTo>
                <a:lnTo>
                  <a:pt x="381000" y="428625"/>
                </a:lnTo>
                <a:lnTo>
                  <a:pt x="381000" y="419100"/>
                </a:lnTo>
                <a:lnTo>
                  <a:pt x="400050" y="419100"/>
                </a:lnTo>
                <a:lnTo>
                  <a:pt x="400050" y="409575"/>
                </a:lnTo>
                <a:lnTo>
                  <a:pt x="371475" y="409575"/>
                </a:lnTo>
                <a:lnTo>
                  <a:pt x="371475" y="419100"/>
                </a:lnTo>
                <a:lnTo>
                  <a:pt x="342900" y="419100"/>
                </a:lnTo>
                <a:lnTo>
                  <a:pt x="342900" y="409575"/>
                </a:lnTo>
                <a:lnTo>
                  <a:pt x="333375" y="409575"/>
                </a:lnTo>
                <a:lnTo>
                  <a:pt x="333375" y="419100"/>
                </a:lnTo>
                <a:lnTo>
                  <a:pt x="304800" y="419100"/>
                </a:lnTo>
                <a:lnTo>
                  <a:pt x="304800" y="409575"/>
                </a:lnTo>
                <a:lnTo>
                  <a:pt x="276225" y="409575"/>
                </a:lnTo>
                <a:lnTo>
                  <a:pt x="276225" y="400050"/>
                </a:lnTo>
                <a:lnTo>
                  <a:pt x="285750" y="400050"/>
                </a:lnTo>
                <a:lnTo>
                  <a:pt x="285750" y="390525"/>
                </a:lnTo>
                <a:lnTo>
                  <a:pt x="304800" y="390525"/>
                </a:lnTo>
                <a:lnTo>
                  <a:pt x="304800" y="400050"/>
                </a:lnTo>
                <a:lnTo>
                  <a:pt x="314325" y="400050"/>
                </a:lnTo>
                <a:lnTo>
                  <a:pt x="314325" y="409575"/>
                </a:lnTo>
                <a:lnTo>
                  <a:pt x="323850" y="409575"/>
                </a:lnTo>
                <a:lnTo>
                  <a:pt x="323850" y="400050"/>
                </a:lnTo>
                <a:lnTo>
                  <a:pt x="381000" y="400050"/>
                </a:lnTo>
                <a:lnTo>
                  <a:pt x="381000" y="390525"/>
                </a:lnTo>
                <a:lnTo>
                  <a:pt x="400050" y="390525"/>
                </a:lnTo>
                <a:close/>
                <a:moveTo>
                  <a:pt x="0" y="409575"/>
                </a:moveTo>
                <a:lnTo>
                  <a:pt x="19050" y="409575"/>
                </a:lnTo>
                <a:lnTo>
                  <a:pt x="19050" y="428625"/>
                </a:lnTo>
                <a:lnTo>
                  <a:pt x="28575" y="428625"/>
                </a:lnTo>
                <a:lnTo>
                  <a:pt x="28575" y="457200"/>
                </a:lnTo>
                <a:lnTo>
                  <a:pt x="0" y="457200"/>
                </a:lnTo>
                <a:lnTo>
                  <a:pt x="0" y="447675"/>
                </a:lnTo>
                <a:lnTo>
                  <a:pt x="9525" y="447675"/>
                </a:lnTo>
                <a:lnTo>
                  <a:pt x="9525" y="428625"/>
                </a:lnTo>
                <a:lnTo>
                  <a:pt x="0" y="428625"/>
                </a:lnTo>
                <a:close/>
                <a:moveTo>
                  <a:pt x="533400" y="466725"/>
                </a:moveTo>
                <a:lnTo>
                  <a:pt x="571500" y="466725"/>
                </a:lnTo>
                <a:lnTo>
                  <a:pt x="571500" y="504825"/>
                </a:lnTo>
                <a:lnTo>
                  <a:pt x="561975" y="504825"/>
                </a:lnTo>
                <a:lnTo>
                  <a:pt x="561975" y="514350"/>
                </a:lnTo>
                <a:lnTo>
                  <a:pt x="552450" y="514350"/>
                </a:lnTo>
                <a:lnTo>
                  <a:pt x="552450" y="523875"/>
                </a:lnTo>
                <a:lnTo>
                  <a:pt x="533400" y="523875"/>
                </a:lnTo>
                <a:close/>
                <a:moveTo>
                  <a:pt x="9525" y="514350"/>
                </a:moveTo>
                <a:lnTo>
                  <a:pt x="19050" y="514350"/>
                </a:lnTo>
                <a:lnTo>
                  <a:pt x="19050" y="533400"/>
                </a:lnTo>
                <a:lnTo>
                  <a:pt x="9525" y="533400"/>
                </a:lnTo>
                <a:close/>
                <a:moveTo>
                  <a:pt x="409575" y="523875"/>
                </a:moveTo>
                <a:lnTo>
                  <a:pt x="419100" y="523875"/>
                </a:lnTo>
                <a:lnTo>
                  <a:pt x="419100" y="542925"/>
                </a:lnTo>
                <a:lnTo>
                  <a:pt x="428625" y="542925"/>
                </a:lnTo>
                <a:lnTo>
                  <a:pt x="428625" y="533400"/>
                </a:lnTo>
                <a:lnTo>
                  <a:pt x="438150" y="533400"/>
                </a:lnTo>
                <a:lnTo>
                  <a:pt x="438150" y="542925"/>
                </a:lnTo>
                <a:lnTo>
                  <a:pt x="428625" y="542925"/>
                </a:lnTo>
                <a:lnTo>
                  <a:pt x="428625" y="552450"/>
                </a:lnTo>
                <a:lnTo>
                  <a:pt x="419100" y="552450"/>
                </a:lnTo>
                <a:lnTo>
                  <a:pt x="419100" y="561975"/>
                </a:lnTo>
                <a:lnTo>
                  <a:pt x="409575" y="561975"/>
                </a:lnTo>
                <a:close/>
                <a:moveTo>
                  <a:pt x="381000" y="638175"/>
                </a:moveTo>
                <a:lnTo>
                  <a:pt x="390525" y="638175"/>
                </a:lnTo>
                <a:lnTo>
                  <a:pt x="390525" y="647700"/>
                </a:lnTo>
                <a:lnTo>
                  <a:pt x="381000" y="647700"/>
                </a:lnTo>
                <a:close/>
                <a:moveTo>
                  <a:pt x="142875" y="657225"/>
                </a:moveTo>
                <a:lnTo>
                  <a:pt x="152400" y="657225"/>
                </a:lnTo>
                <a:lnTo>
                  <a:pt x="152400" y="666750"/>
                </a:lnTo>
                <a:lnTo>
                  <a:pt x="142875" y="666750"/>
                </a:lnTo>
                <a:close/>
                <a:moveTo>
                  <a:pt x="47625" y="685800"/>
                </a:moveTo>
                <a:lnTo>
                  <a:pt x="57150" y="685800"/>
                </a:lnTo>
                <a:lnTo>
                  <a:pt x="57150" y="695325"/>
                </a:lnTo>
                <a:lnTo>
                  <a:pt x="47625" y="695325"/>
                </a:lnTo>
                <a:close/>
                <a:moveTo>
                  <a:pt x="95250" y="685800"/>
                </a:moveTo>
                <a:lnTo>
                  <a:pt x="123825" y="685800"/>
                </a:lnTo>
                <a:lnTo>
                  <a:pt x="123825" y="695325"/>
                </a:lnTo>
                <a:lnTo>
                  <a:pt x="95250" y="695325"/>
                </a:lnTo>
                <a:close/>
              </a:path>
            </a:pathLst>
          </a:custGeom>
          <a:solidFill xmlns:a="http://schemas.openxmlformats.org/drawingml/2006/main">
            <a:srgbClr val="F2EFE2"/>
          </a:solidFill>
          <a:ln xmlns:a="http://schemas.openxmlformats.org/drawingml/2006/main" w="0">
            <a:noFill/>
          </a:ln>
        </p:spPr>
      </p:sp>
      <p:sp>
        <p:nvSpPr>
          <p:cNvPr id="73" name="database vector #eeefe4">
            <a:extLst xmlns:a="http://schemas.openxmlformats.org/drawingml/2006/main">
              <a:ext uri="{FF2B5EF4-FFF2-40B4-BE49-F238E27FC236}">
                <a16:creationId xmlns:a16="http://schemas.microsoft.com/office/drawing/2014/main" id="{10FB57DC-E25C-46F8-B13C-761014FEC8F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01325" y="1533525"/>
            <a:ext cx="571500" cy="695325"/>
          </a:xfrm>
          <a:custGeom xmlns:a="http://schemas.openxmlformats.org/drawingml/2006/main">
            <a:pathLst>
              <a:path w="571500" h="695325">
                <a:moveTo>
                  <a:pt x="219075" y="38100"/>
                </a:moveTo>
                <a:lnTo>
                  <a:pt x="228600" y="38100"/>
                </a:lnTo>
                <a:lnTo>
                  <a:pt x="228600" y="47625"/>
                </a:lnTo>
                <a:lnTo>
                  <a:pt x="219075" y="47625"/>
                </a:lnTo>
                <a:close/>
                <a:moveTo>
                  <a:pt x="285750" y="38100"/>
                </a:moveTo>
                <a:lnTo>
                  <a:pt x="333375" y="38100"/>
                </a:lnTo>
                <a:lnTo>
                  <a:pt x="333375" y="47625"/>
                </a:lnTo>
                <a:lnTo>
                  <a:pt x="285750" y="47625"/>
                </a:lnTo>
                <a:close/>
                <a:moveTo>
                  <a:pt x="352425" y="38100"/>
                </a:moveTo>
                <a:lnTo>
                  <a:pt x="371475" y="38100"/>
                </a:lnTo>
                <a:lnTo>
                  <a:pt x="371475" y="47625"/>
                </a:lnTo>
                <a:lnTo>
                  <a:pt x="352425" y="47625"/>
                </a:lnTo>
                <a:close/>
                <a:moveTo>
                  <a:pt x="142875" y="47625"/>
                </a:moveTo>
                <a:lnTo>
                  <a:pt x="152400" y="47625"/>
                </a:lnTo>
                <a:lnTo>
                  <a:pt x="152400" y="57150"/>
                </a:lnTo>
                <a:lnTo>
                  <a:pt x="142875" y="57150"/>
                </a:lnTo>
                <a:close/>
                <a:moveTo>
                  <a:pt x="123825" y="57150"/>
                </a:moveTo>
                <a:lnTo>
                  <a:pt x="142875" y="57150"/>
                </a:lnTo>
                <a:lnTo>
                  <a:pt x="142875" y="66675"/>
                </a:lnTo>
                <a:lnTo>
                  <a:pt x="123825" y="66675"/>
                </a:lnTo>
                <a:close/>
                <a:moveTo>
                  <a:pt x="409575" y="57150"/>
                </a:moveTo>
                <a:lnTo>
                  <a:pt x="419100" y="57150"/>
                </a:lnTo>
                <a:lnTo>
                  <a:pt x="419100" y="66675"/>
                </a:lnTo>
                <a:lnTo>
                  <a:pt x="409575" y="66675"/>
                </a:lnTo>
                <a:close/>
                <a:moveTo>
                  <a:pt x="104775" y="66675"/>
                </a:moveTo>
                <a:lnTo>
                  <a:pt x="114300" y="66675"/>
                </a:lnTo>
                <a:lnTo>
                  <a:pt x="114300" y="76200"/>
                </a:lnTo>
                <a:lnTo>
                  <a:pt x="104775" y="76200"/>
                </a:lnTo>
                <a:close/>
                <a:moveTo>
                  <a:pt x="438150" y="66675"/>
                </a:moveTo>
                <a:lnTo>
                  <a:pt x="447675" y="66675"/>
                </a:lnTo>
                <a:lnTo>
                  <a:pt x="447675" y="76200"/>
                </a:lnTo>
                <a:lnTo>
                  <a:pt x="438150" y="76200"/>
                </a:lnTo>
                <a:close/>
                <a:moveTo>
                  <a:pt x="476250" y="85725"/>
                </a:moveTo>
                <a:lnTo>
                  <a:pt x="485775" y="85725"/>
                </a:lnTo>
                <a:lnTo>
                  <a:pt x="485775" y="95250"/>
                </a:lnTo>
                <a:lnTo>
                  <a:pt x="476250" y="95250"/>
                </a:lnTo>
                <a:close/>
                <a:moveTo>
                  <a:pt x="485775" y="95250"/>
                </a:moveTo>
                <a:lnTo>
                  <a:pt x="495300" y="95250"/>
                </a:lnTo>
                <a:lnTo>
                  <a:pt x="495300" y="104775"/>
                </a:lnTo>
                <a:lnTo>
                  <a:pt x="485775" y="104775"/>
                </a:lnTo>
                <a:close/>
                <a:moveTo>
                  <a:pt x="400050" y="104775"/>
                </a:moveTo>
                <a:lnTo>
                  <a:pt x="409575" y="104775"/>
                </a:lnTo>
                <a:lnTo>
                  <a:pt x="409575" y="114300"/>
                </a:lnTo>
                <a:lnTo>
                  <a:pt x="400050" y="114300"/>
                </a:lnTo>
                <a:close/>
                <a:moveTo>
                  <a:pt x="409575" y="123825"/>
                </a:moveTo>
                <a:lnTo>
                  <a:pt x="419100" y="123825"/>
                </a:lnTo>
                <a:lnTo>
                  <a:pt x="419100" y="133350"/>
                </a:lnTo>
                <a:lnTo>
                  <a:pt x="409575" y="133350"/>
                </a:lnTo>
                <a:close/>
                <a:moveTo>
                  <a:pt x="428625" y="133350"/>
                </a:moveTo>
                <a:lnTo>
                  <a:pt x="438150" y="133350"/>
                </a:lnTo>
                <a:lnTo>
                  <a:pt x="438150" y="142875"/>
                </a:lnTo>
                <a:lnTo>
                  <a:pt x="428625" y="142875"/>
                </a:lnTo>
                <a:close/>
                <a:moveTo>
                  <a:pt x="504825" y="142875"/>
                </a:moveTo>
                <a:lnTo>
                  <a:pt x="514350" y="142875"/>
                </a:lnTo>
                <a:lnTo>
                  <a:pt x="514350" y="152400"/>
                </a:lnTo>
                <a:lnTo>
                  <a:pt x="504825" y="152400"/>
                </a:lnTo>
                <a:close/>
                <a:moveTo>
                  <a:pt x="38100" y="152400"/>
                </a:moveTo>
                <a:lnTo>
                  <a:pt x="47625" y="152400"/>
                </a:lnTo>
                <a:lnTo>
                  <a:pt x="47625" y="190500"/>
                </a:lnTo>
                <a:lnTo>
                  <a:pt x="38100" y="190500"/>
                </a:lnTo>
                <a:close/>
                <a:moveTo>
                  <a:pt x="133350" y="171450"/>
                </a:moveTo>
                <a:lnTo>
                  <a:pt x="142875" y="171450"/>
                </a:lnTo>
                <a:lnTo>
                  <a:pt x="142875" y="180975"/>
                </a:lnTo>
                <a:lnTo>
                  <a:pt x="133350" y="180975"/>
                </a:lnTo>
                <a:close/>
                <a:moveTo>
                  <a:pt x="276225" y="190500"/>
                </a:moveTo>
                <a:lnTo>
                  <a:pt x="323850" y="190500"/>
                </a:lnTo>
                <a:lnTo>
                  <a:pt x="323850" y="200025"/>
                </a:lnTo>
                <a:lnTo>
                  <a:pt x="276225" y="200025"/>
                </a:lnTo>
                <a:close/>
                <a:moveTo>
                  <a:pt x="38100" y="228600"/>
                </a:moveTo>
                <a:lnTo>
                  <a:pt x="47625" y="228600"/>
                </a:lnTo>
                <a:lnTo>
                  <a:pt x="47625" y="247650"/>
                </a:lnTo>
                <a:lnTo>
                  <a:pt x="38100" y="247650"/>
                </a:lnTo>
                <a:close/>
                <a:moveTo>
                  <a:pt x="314325" y="238125"/>
                </a:moveTo>
                <a:lnTo>
                  <a:pt x="342900" y="238125"/>
                </a:lnTo>
                <a:lnTo>
                  <a:pt x="342900" y="247650"/>
                </a:lnTo>
                <a:lnTo>
                  <a:pt x="323850" y="247650"/>
                </a:lnTo>
                <a:lnTo>
                  <a:pt x="323850" y="257175"/>
                </a:lnTo>
                <a:lnTo>
                  <a:pt x="314325" y="257175"/>
                </a:lnTo>
                <a:close/>
                <a:moveTo>
                  <a:pt x="419100" y="304800"/>
                </a:moveTo>
                <a:lnTo>
                  <a:pt x="428625" y="304800"/>
                </a:lnTo>
                <a:lnTo>
                  <a:pt x="428625" y="314325"/>
                </a:lnTo>
                <a:lnTo>
                  <a:pt x="419100" y="314325"/>
                </a:lnTo>
                <a:close/>
                <a:moveTo>
                  <a:pt x="247650" y="323850"/>
                </a:moveTo>
                <a:lnTo>
                  <a:pt x="285750" y="323850"/>
                </a:lnTo>
                <a:lnTo>
                  <a:pt x="285750" y="333375"/>
                </a:lnTo>
                <a:lnTo>
                  <a:pt x="247650" y="333375"/>
                </a:lnTo>
                <a:close/>
                <a:moveTo>
                  <a:pt x="314325" y="323850"/>
                </a:moveTo>
                <a:lnTo>
                  <a:pt x="352425" y="323850"/>
                </a:lnTo>
                <a:lnTo>
                  <a:pt x="352425" y="333375"/>
                </a:lnTo>
                <a:lnTo>
                  <a:pt x="314325" y="333375"/>
                </a:lnTo>
                <a:close/>
                <a:moveTo>
                  <a:pt x="38100" y="333375"/>
                </a:moveTo>
                <a:lnTo>
                  <a:pt x="47625" y="333375"/>
                </a:lnTo>
                <a:lnTo>
                  <a:pt x="47625" y="361950"/>
                </a:lnTo>
                <a:lnTo>
                  <a:pt x="38100" y="361950"/>
                </a:lnTo>
                <a:close/>
                <a:moveTo>
                  <a:pt x="200025" y="371475"/>
                </a:moveTo>
                <a:lnTo>
                  <a:pt x="209550" y="371475"/>
                </a:lnTo>
                <a:lnTo>
                  <a:pt x="209550" y="381000"/>
                </a:lnTo>
                <a:lnTo>
                  <a:pt x="200025" y="381000"/>
                </a:lnTo>
                <a:close/>
                <a:moveTo>
                  <a:pt x="381000" y="371475"/>
                </a:moveTo>
                <a:lnTo>
                  <a:pt x="390525" y="371475"/>
                </a:lnTo>
                <a:lnTo>
                  <a:pt x="390525" y="390525"/>
                </a:lnTo>
                <a:lnTo>
                  <a:pt x="381000" y="390525"/>
                </a:lnTo>
                <a:close/>
                <a:moveTo>
                  <a:pt x="209550" y="381000"/>
                </a:moveTo>
                <a:lnTo>
                  <a:pt x="228600" y="381000"/>
                </a:lnTo>
                <a:lnTo>
                  <a:pt x="228600" y="390525"/>
                </a:lnTo>
                <a:lnTo>
                  <a:pt x="209550" y="390525"/>
                </a:lnTo>
                <a:close/>
                <a:moveTo>
                  <a:pt x="323850" y="381000"/>
                </a:moveTo>
                <a:lnTo>
                  <a:pt x="352425" y="381000"/>
                </a:lnTo>
                <a:lnTo>
                  <a:pt x="352425" y="390525"/>
                </a:lnTo>
                <a:lnTo>
                  <a:pt x="342900" y="390525"/>
                </a:lnTo>
                <a:lnTo>
                  <a:pt x="342900" y="400050"/>
                </a:lnTo>
                <a:lnTo>
                  <a:pt x="323850" y="400050"/>
                </a:lnTo>
                <a:close/>
                <a:moveTo>
                  <a:pt x="28575" y="419100"/>
                </a:moveTo>
                <a:lnTo>
                  <a:pt x="47625" y="419100"/>
                </a:lnTo>
                <a:lnTo>
                  <a:pt x="47625" y="438150"/>
                </a:lnTo>
                <a:lnTo>
                  <a:pt x="28575" y="438150"/>
                </a:lnTo>
                <a:close/>
                <a:moveTo>
                  <a:pt x="123825" y="428625"/>
                </a:moveTo>
                <a:lnTo>
                  <a:pt x="133350" y="428625"/>
                </a:lnTo>
                <a:lnTo>
                  <a:pt x="133350" y="447675"/>
                </a:lnTo>
                <a:lnTo>
                  <a:pt x="123825" y="447675"/>
                </a:lnTo>
                <a:close/>
                <a:moveTo>
                  <a:pt x="28575" y="447675"/>
                </a:moveTo>
                <a:lnTo>
                  <a:pt x="47625" y="447675"/>
                </a:lnTo>
                <a:lnTo>
                  <a:pt x="47625" y="485775"/>
                </a:lnTo>
                <a:lnTo>
                  <a:pt x="38100" y="485775"/>
                </a:lnTo>
                <a:lnTo>
                  <a:pt x="38100" y="457200"/>
                </a:lnTo>
                <a:lnTo>
                  <a:pt x="28575" y="457200"/>
                </a:lnTo>
                <a:close/>
                <a:moveTo>
                  <a:pt x="390525" y="447675"/>
                </a:moveTo>
                <a:lnTo>
                  <a:pt x="409575" y="447675"/>
                </a:lnTo>
                <a:lnTo>
                  <a:pt x="409575" y="457200"/>
                </a:lnTo>
                <a:lnTo>
                  <a:pt x="390525" y="457200"/>
                </a:lnTo>
                <a:close/>
                <a:moveTo>
                  <a:pt x="104775" y="495300"/>
                </a:moveTo>
                <a:lnTo>
                  <a:pt x="114300" y="495300"/>
                </a:lnTo>
                <a:lnTo>
                  <a:pt x="114300" y="504825"/>
                </a:lnTo>
                <a:lnTo>
                  <a:pt x="104775" y="504825"/>
                </a:lnTo>
                <a:close/>
                <a:moveTo>
                  <a:pt x="133350" y="495300"/>
                </a:moveTo>
                <a:lnTo>
                  <a:pt x="142875" y="495300"/>
                </a:lnTo>
                <a:lnTo>
                  <a:pt x="142875" y="504825"/>
                </a:lnTo>
                <a:lnTo>
                  <a:pt x="133350" y="504825"/>
                </a:lnTo>
                <a:close/>
                <a:moveTo>
                  <a:pt x="85725" y="504825"/>
                </a:moveTo>
                <a:lnTo>
                  <a:pt x="104775" y="504825"/>
                </a:lnTo>
                <a:lnTo>
                  <a:pt x="104775" y="514350"/>
                </a:lnTo>
                <a:lnTo>
                  <a:pt x="85725" y="514350"/>
                </a:lnTo>
                <a:close/>
                <a:moveTo>
                  <a:pt x="123825" y="504825"/>
                </a:moveTo>
                <a:lnTo>
                  <a:pt x="133350" y="504825"/>
                </a:lnTo>
                <a:lnTo>
                  <a:pt x="133350" y="514350"/>
                </a:lnTo>
                <a:lnTo>
                  <a:pt x="123825" y="514350"/>
                </a:lnTo>
                <a:close/>
                <a:moveTo>
                  <a:pt x="104775" y="514350"/>
                </a:moveTo>
                <a:lnTo>
                  <a:pt x="123825" y="514350"/>
                </a:lnTo>
                <a:lnTo>
                  <a:pt x="123825" y="533400"/>
                </a:lnTo>
                <a:lnTo>
                  <a:pt x="104775" y="533400"/>
                </a:lnTo>
                <a:close/>
                <a:moveTo>
                  <a:pt x="142875" y="638175"/>
                </a:moveTo>
                <a:lnTo>
                  <a:pt x="161925" y="638175"/>
                </a:lnTo>
                <a:lnTo>
                  <a:pt x="161925" y="647700"/>
                </a:lnTo>
                <a:lnTo>
                  <a:pt x="142875" y="647700"/>
                </a:lnTo>
                <a:close/>
                <a:moveTo>
                  <a:pt x="171450" y="638175"/>
                </a:moveTo>
                <a:lnTo>
                  <a:pt x="180975" y="638175"/>
                </a:lnTo>
                <a:lnTo>
                  <a:pt x="180975" y="647700"/>
                </a:lnTo>
                <a:lnTo>
                  <a:pt x="171450" y="647700"/>
                </a:lnTo>
                <a:close/>
                <a:moveTo>
                  <a:pt x="371475" y="638175"/>
                </a:moveTo>
                <a:lnTo>
                  <a:pt x="381000" y="638175"/>
                </a:lnTo>
                <a:lnTo>
                  <a:pt x="381000" y="647700"/>
                </a:lnTo>
                <a:lnTo>
                  <a:pt x="371475" y="647700"/>
                </a:lnTo>
                <a:close/>
                <a:moveTo>
                  <a:pt x="257175" y="647700"/>
                </a:moveTo>
                <a:lnTo>
                  <a:pt x="314325" y="647700"/>
                </a:lnTo>
                <a:lnTo>
                  <a:pt x="314325" y="657225"/>
                </a:lnTo>
                <a:lnTo>
                  <a:pt x="257175" y="657225"/>
                </a:lnTo>
                <a:close/>
                <a:moveTo>
                  <a:pt x="323850" y="647700"/>
                </a:moveTo>
                <a:lnTo>
                  <a:pt x="342900" y="647700"/>
                </a:lnTo>
                <a:lnTo>
                  <a:pt x="342900" y="657225"/>
                </a:lnTo>
                <a:lnTo>
                  <a:pt x="323850" y="657225"/>
                </a:lnTo>
                <a:close/>
              </a:path>
            </a:pathLst>
          </a:custGeom>
          <a:solidFill xmlns:a="http://schemas.openxmlformats.org/drawingml/2006/main">
            <a:srgbClr val="EEEFE4"/>
          </a:solidFill>
          <a:ln xmlns:a="http://schemas.openxmlformats.org/drawingml/2006/main" w="0">
            <a:noFill/>
          </a:ln>
        </p:spPr>
      </p:sp>
      <p:sp>
        <p:nvSpPr>
          <p:cNvPr id="74" name="database vector #eeeee3">
            <a:extLst xmlns:a="http://schemas.openxmlformats.org/drawingml/2006/main">
              <a:ext uri="{FF2B5EF4-FFF2-40B4-BE49-F238E27FC236}">
                <a16:creationId xmlns:a16="http://schemas.microsoft.com/office/drawing/2014/main" id="{0280ACAA-7159-46A1-A845-99205C300DD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01325" y="1533525"/>
            <a:ext cx="571500" cy="695325"/>
          </a:xfrm>
          <a:custGeom xmlns:a="http://schemas.openxmlformats.org/drawingml/2006/main">
            <a:pathLst>
              <a:path w="571500" h="695325">
                <a:moveTo>
                  <a:pt x="333375" y="38100"/>
                </a:moveTo>
                <a:lnTo>
                  <a:pt x="342900" y="38100"/>
                </a:lnTo>
                <a:lnTo>
                  <a:pt x="342900" y="47625"/>
                </a:lnTo>
                <a:lnTo>
                  <a:pt x="333375" y="47625"/>
                </a:lnTo>
                <a:close/>
                <a:moveTo>
                  <a:pt x="390525" y="47625"/>
                </a:moveTo>
                <a:lnTo>
                  <a:pt x="400050" y="47625"/>
                </a:lnTo>
                <a:lnTo>
                  <a:pt x="400050" y="57150"/>
                </a:lnTo>
                <a:lnTo>
                  <a:pt x="390525" y="57150"/>
                </a:lnTo>
                <a:close/>
                <a:moveTo>
                  <a:pt x="142875" y="57150"/>
                </a:moveTo>
                <a:lnTo>
                  <a:pt x="152400" y="57150"/>
                </a:lnTo>
                <a:lnTo>
                  <a:pt x="152400" y="66675"/>
                </a:lnTo>
                <a:lnTo>
                  <a:pt x="142875" y="66675"/>
                </a:lnTo>
                <a:close/>
                <a:moveTo>
                  <a:pt x="114300" y="66675"/>
                </a:moveTo>
                <a:lnTo>
                  <a:pt x="123825" y="66675"/>
                </a:lnTo>
                <a:lnTo>
                  <a:pt x="123825" y="76200"/>
                </a:lnTo>
                <a:lnTo>
                  <a:pt x="114300" y="76200"/>
                </a:lnTo>
                <a:close/>
                <a:moveTo>
                  <a:pt x="342900" y="85725"/>
                </a:moveTo>
                <a:lnTo>
                  <a:pt x="352425" y="85725"/>
                </a:lnTo>
                <a:lnTo>
                  <a:pt x="352425" y="95250"/>
                </a:lnTo>
                <a:lnTo>
                  <a:pt x="342900" y="95250"/>
                </a:lnTo>
                <a:close/>
                <a:moveTo>
                  <a:pt x="409575" y="104775"/>
                </a:moveTo>
                <a:lnTo>
                  <a:pt x="428625" y="104775"/>
                </a:lnTo>
                <a:lnTo>
                  <a:pt x="428625" y="114300"/>
                </a:lnTo>
                <a:lnTo>
                  <a:pt x="409575" y="114300"/>
                </a:lnTo>
                <a:close/>
                <a:moveTo>
                  <a:pt x="495300" y="114300"/>
                </a:moveTo>
                <a:lnTo>
                  <a:pt x="504825" y="114300"/>
                </a:lnTo>
                <a:lnTo>
                  <a:pt x="504825" y="123825"/>
                </a:lnTo>
                <a:lnTo>
                  <a:pt x="495300" y="123825"/>
                </a:lnTo>
                <a:close/>
                <a:moveTo>
                  <a:pt x="38100" y="190500"/>
                </a:moveTo>
                <a:lnTo>
                  <a:pt x="47625" y="190500"/>
                </a:lnTo>
                <a:lnTo>
                  <a:pt x="47625" y="219075"/>
                </a:lnTo>
                <a:lnTo>
                  <a:pt x="38100" y="219075"/>
                </a:lnTo>
                <a:close/>
                <a:moveTo>
                  <a:pt x="190500" y="190500"/>
                </a:moveTo>
                <a:lnTo>
                  <a:pt x="200025" y="190500"/>
                </a:lnTo>
                <a:lnTo>
                  <a:pt x="200025" y="200025"/>
                </a:lnTo>
                <a:lnTo>
                  <a:pt x="190500" y="200025"/>
                </a:lnTo>
                <a:close/>
                <a:moveTo>
                  <a:pt x="409575" y="219075"/>
                </a:moveTo>
                <a:lnTo>
                  <a:pt x="419100" y="219075"/>
                </a:lnTo>
                <a:lnTo>
                  <a:pt x="419100" y="228600"/>
                </a:lnTo>
                <a:lnTo>
                  <a:pt x="409575" y="228600"/>
                </a:lnTo>
                <a:close/>
                <a:moveTo>
                  <a:pt x="285750" y="323850"/>
                </a:moveTo>
                <a:lnTo>
                  <a:pt x="314325" y="323850"/>
                </a:lnTo>
                <a:lnTo>
                  <a:pt x="314325" y="333375"/>
                </a:lnTo>
                <a:lnTo>
                  <a:pt x="285750" y="333375"/>
                </a:lnTo>
                <a:close/>
                <a:moveTo>
                  <a:pt x="419100" y="352425"/>
                </a:moveTo>
                <a:lnTo>
                  <a:pt x="428625" y="352425"/>
                </a:lnTo>
                <a:lnTo>
                  <a:pt x="428625" y="361950"/>
                </a:lnTo>
                <a:lnTo>
                  <a:pt x="419100" y="361950"/>
                </a:lnTo>
                <a:close/>
                <a:moveTo>
                  <a:pt x="381000" y="361950"/>
                </a:moveTo>
                <a:lnTo>
                  <a:pt x="390525" y="361950"/>
                </a:lnTo>
                <a:lnTo>
                  <a:pt x="390525" y="371475"/>
                </a:lnTo>
                <a:lnTo>
                  <a:pt x="381000" y="371475"/>
                </a:lnTo>
                <a:close/>
                <a:moveTo>
                  <a:pt x="228600" y="371475"/>
                </a:moveTo>
                <a:lnTo>
                  <a:pt x="238125" y="371475"/>
                </a:lnTo>
                <a:lnTo>
                  <a:pt x="238125" y="381000"/>
                </a:lnTo>
                <a:lnTo>
                  <a:pt x="228600" y="381000"/>
                </a:lnTo>
                <a:close/>
                <a:moveTo>
                  <a:pt x="342900" y="371475"/>
                </a:moveTo>
                <a:lnTo>
                  <a:pt x="381000" y="371475"/>
                </a:lnTo>
                <a:lnTo>
                  <a:pt x="381000" y="381000"/>
                </a:lnTo>
                <a:lnTo>
                  <a:pt x="371475" y="381000"/>
                </a:lnTo>
                <a:lnTo>
                  <a:pt x="371475" y="400050"/>
                </a:lnTo>
                <a:lnTo>
                  <a:pt x="342900" y="400050"/>
                </a:lnTo>
                <a:lnTo>
                  <a:pt x="342900" y="390525"/>
                </a:lnTo>
                <a:lnTo>
                  <a:pt x="352425" y="390525"/>
                </a:lnTo>
                <a:lnTo>
                  <a:pt x="352425" y="381000"/>
                </a:lnTo>
                <a:lnTo>
                  <a:pt x="342900" y="381000"/>
                </a:lnTo>
                <a:close/>
                <a:moveTo>
                  <a:pt x="247650" y="381000"/>
                </a:moveTo>
                <a:lnTo>
                  <a:pt x="323850" y="381000"/>
                </a:lnTo>
                <a:lnTo>
                  <a:pt x="323850" y="409575"/>
                </a:lnTo>
                <a:lnTo>
                  <a:pt x="314325" y="409575"/>
                </a:lnTo>
                <a:lnTo>
                  <a:pt x="314325" y="400050"/>
                </a:lnTo>
                <a:lnTo>
                  <a:pt x="304800" y="400050"/>
                </a:lnTo>
                <a:lnTo>
                  <a:pt x="304800" y="390525"/>
                </a:lnTo>
                <a:lnTo>
                  <a:pt x="247650" y="390525"/>
                </a:lnTo>
                <a:close/>
                <a:moveTo>
                  <a:pt x="19050" y="419100"/>
                </a:moveTo>
                <a:lnTo>
                  <a:pt x="28575" y="419100"/>
                </a:lnTo>
                <a:lnTo>
                  <a:pt x="28575" y="428625"/>
                </a:lnTo>
                <a:lnTo>
                  <a:pt x="19050" y="428625"/>
                </a:lnTo>
                <a:close/>
                <a:moveTo>
                  <a:pt x="171450" y="457200"/>
                </a:moveTo>
                <a:lnTo>
                  <a:pt x="180975" y="457200"/>
                </a:lnTo>
                <a:lnTo>
                  <a:pt x="180975" y="466725"/>
                </a:lnTo>
                <a:lnTo>
                  <a:pt x="171450" y="466725"/>
                </a:lnTo>
                <a:close/>
                <a:moveTo>
                  <a:pt x="514350" y="457200"/>
                </a:moveTo>
                <a:lnTo>
                  <a:pt x="523875" y="457200"/>
                </a:lnTo>
                <a:lnTo>
                  <a:pt x="523875" y="476250"/>
                </a:lnTo>
                <a:lnTo>
                  <a:pt x="533400" y="476250"/>
                </a:lnTo>
                <a:lnTo>
                  <a:pt x="533400" y="514350"/>
                </a:lnTo>
                <a:lnTo>
                  <a:pt x="523875" y="514350"/>
                </a:lnTo>
                <a:lnTo>
                  <a:pt x="523875" y="523875"/>
                </a:lnTo>
                <a:lnTo>
                  <a:pt x="514350" y="523875"/>
                </a:lnTo>
                <a:close/>
                <a:moveTo>
                  <a:pt x="257175" y="466725"/>
                </a:moveTo>
                <a:lnTo>
                  <a:pt x="266700" y="466725"/>
                </a:lnTo>
                <a:lnTo>
                  <a:pt x="266700" y="476250"/>
                </a:lnTo>
                <a:lnTo>
                  <a:pt x="257175" y="476250"/>
                </a:lnTo>
                <a:close/>
                <a:moveTo>
                  <a:pt x="114300" y="485775"/>
                </a:moveTo>
                <a:lnTo>
                  <a:pt x="123825" y="485775"/>
                </a:lnTo>
                <a:lnTo>
                  <a:pt x="123825" y="495300"/>
                </a:lnTo>
                <a:lnTo>
                  <a:pt x="133350" y="495300"/>
                </a:lnTo>
                <a:lnTo>
                  <a:pt x="133350" y="504825"/>
                </a:lnTo>
                <a:lnTo>
                  <a:pt x="123825" y="504825"/>
                </a:lnTo>
                <a:lnTo>
                  <a:pt x="123825" y="514350"/>
                </a:lnTo>
                <a:lnTo>
                  <a:pt x="104775" y="514350"/>
                </a:lnTo>
                <a:lnTo>
                  <a:pt x="104775" y="504825"/>
                </a:lnTo>
                <a:lnTo>
                  <a:pt x="114300" y="504825"/>
                </a:lnTo>
                <a:close/>
                <a:moveTo>
                  <a:pt x="333375" y="504825"/>
                </a:moveTo>
                <a:lnTo>
                  <a:pt x="342900" y="504825"/>
                </a:lnTo>
                <a:lnTo>
                  <a:pt x="342900" y="514350"/>
                </a:lnTo>
                <a:lnTo>
                  <a:pt x="333375" y="514350"/>
                </a:lnTo>
                <a:close/>
                <a:moveTo>
                  <a:pt x="123825" y="514350"/>
                </a:moveTo>
                <a:lnTo>
                  <a:pt x="133350" y="514350"/>
                </a:lnTo>
                <a:lnTo>
                  <a:pt x="133350" y="523875"/>
                </a:lnTo>
                <a:lnTo>
                  <a:pt x="123825" y="523875"/>
                </a:lnTo>
                <a:close/>
                <a:moveTo>
                  <a:pt x="438150" y="514350"/>
                </a:moveTo>
                <a:lnTo>
                  <a:pt x="447675" y="514350"/>
                </a:lnTo>
                <a:lnTo>
                  <a:pt x="447675" y="523875"/>
                </a:lnTo>
                <a:lnTo>
                  <a:pt x="438150" y="523875"/>
                </a:lnTo>
                <a:close/>
                <a:moveTo>
                  <a:pt x="219075" y="600075"/>
                </a:moveTo>
                <a:lnTo>
                  <a:pt x="228600" y="600075"/>
                </a:lnTo>
                <a:lnTo>
                  <a:pt x="228600" y="609600"/>
                </a:lnTo>
                <a:lnTo>
                  <a:pt x="219075" y="609600"/>
                </a:lnTo>
                <a:close/>
                <a:moveTo>
                  <a:pt x="323850" y="600075"/>
                </a:moveTo>
                <a:lnTo>
                  <a:pt x="333375" y="600075"/>
                </a:lnTo>
                <a:lnTo>
                  <a:pt x="333375" y="609600"/>
                </a:lnTo>
                <a:lnTo>
                  <a:pt x="323850" y="609600"/>
                </a:lnTo>
                <a:close/>
                <a:moveTo>
                  <a:pt x="161925" y="638175"/>
                </a:moveTo>
                <a:lnTo>
                  <a:pt x="171450" y="638175"/>
                </a:lnTo>
                <a:lnTo>
                  <a:pt x="171450" y="647700"/>
                </a:lnTo>
                <a:lnTo>
                  <a:pt x="161925" y="647700"/>
                </a:lnTo>
                <a:close/>
                <a:moveTo>
                  <a:pt x="180975" y="638175"/>
                </a:moveTo>
                <a:lnTo>
                  <a:pt x="190500" y="638175"/>
                </a:lnTo>
                <a:lnTo>
                  <a:pt x="190500" y="647700"/>
                </a:lnTo>
                <a:lnTo>
                  <a:pt x="180975" y="647700"/>
                </a:lnTo>
                <a:close/>
                <a:moveTo>
                  <a:pt x="390525" y="638175"/>
                </a:moveTo>
                <a:lnTo>
                  <a:pt x="400050" y="638175"/>
                </a:lnTo>
                <a:lnTo>
                  <a:pt x="400050" y="647700"/>
                </a:lnTo>
                <a:lnTo>
                  <a:pt x="390525" y="647700"/>
                </a:lnTo>
                <a:close/>
                <a:moveTo>
                  <a:pt x="314325" y="647700"/>
                </a:moveTo>
                <a:lnTo>
                  <a:pt x="323850" y="647700"/>
                </a:lnTo>
                <a:lnTo>
                  <a:pt x="323850" y="657225"/>
                </a:lnTo>
                <a:lnTo>
                  <a:pt x="314325" y="657225"/>
                </a:lnTo>
                <a:close/>
              </a:path>
            </a:pathLst>
          </a:custGeom>
          <a:solidFill xmlns:a="http://schemas.openxmlformats.org/drawingml/2006/main">
            <a:srgbClr val="EEEEE3"/>
          </a:solidFill>
          <a:ln xmlns:a="http://schemas.openxmlformats.org/drawingml/2006/main" w="0">
            <a:noFill/>
          </a:ln>
        </p:spPr>
      </p:sp>
      <p:sp>
        <p:nvSpPr>
          <p:cNvPr id="75" name="database vector #c2cecb">
            <a:extLst xmlns:a="http://schemas.openxmlformats.org/drawingml/2006/main">
              <a:ext uri="{FF2B5EF4-FFF2-40B4-BE49-F238E27FC236}">
                <a16:creationId xmlns:a16="http://schemas.microsoft.com/office/drawing/2014/main" id="{19624D76-3C16-45CB-9EE0-04C5F1473D3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01325" y="1533525"/>
            <a:ext cx="571500" cy="695325"/>
          </a:xfrm>
          <a:custGeom xmlns:a="http://schemas.openxmlformats.org/drawingml/2006/main">
            <a:pathLst>
              <a:path w="571500" h="695325">
                <a:moveTo>
                  <a:pt x="190500" y="47625"/>
                </a:moveTo>
                <a:lnTo>
                  <a:pt x="219075" y="47625"/>
                </a:lnTo>
                <a:lnTo>
                  <a:pt x="219075" y="57150"/>
                </a:lnTo>
                <a:lnTo>
                  <a:pt x="190500" y="57150"/>
                </a:lnTo>
                <a:close/>
                <a:moveTo>
                  <a:pt x="342900" y="47625"/>
                </a:moveTo>
                <a:lnTo>
                  <a:pt x="361950" y="47625"/>
                </a:lnTo>
                <a:lnTo>
                  <a:pt x="361950" y="57150"/>
                </a:lnTo>
                <a:lnTo>
                  <a:pt x="342900" y="57150"/>
                </a:lnTo>
                <a:close/>
                <a:moveTo>
                  <a:pt x="152400" y="57150"/>
                </a:moveTo>
                <a:lnTo>
                  <a:pt x="161925" y="57150"/>
                </a:lnTo>
                <a:lnTo>
                  <a:pt x="161925" y="66675"/>
                </a:lnTo>
                <a:lnTo>
                  <a:pt x="152400" y="66675"/>
                </a:lnTo>
                <a:close/>
                <a:moveTo>
                  <a:pt x="400050" y="57150"/>
                </a:moveTo>
                <a:lnTo>
                  <a:pt x="409575" y="57150"/>
                </a:lnTo>
                <a:lnTo>
                  <a:pt x="409575" y="66675"/>
                </a:lnTo>
                <a:lnTo>
                  <a:pt x="400050" y="66675"/>
                </a:lnTo>
                <a:close/>
                <a:moveTo>
                  <a:pt x="428625" y="66675"/>
                </a:moveTo>
                <a:lnTo>
                  <a:pt x="438150" y="66675"/>
                </a:lnTo>
                <a:lnTo>
                  <a:pt x="438150" y="76200"/>
                </a:lnTo>
                <a:lnTo>
                  <a:pt x="428625" y="76200"/>
                </a:lnTo>
                <a:close/>
                <a:moveTo>
                  <a:pt x="95250" y="76200"/>
                </a:moveTo>
                <a:lnTo>
                  <a:pt x="104775" y="76200"/>
                </a:lnTo>
                <a:lnTo>
                  <a:pt x="104775" y="85725"/>
                </a:lnTo>
                <a:lnTo>
                  <a:pt x="95250" y="85725"/>
                </a:lnTo>
                <a:close/>
                <a:moveTo>
                  <a:pt x="447675" y="76200"/>
                </a:moveTo>
                <a:lnTo>
                  <a:pt x="457200" y="76200"/>
                </a:lnTo>
                <a:lnTo>
                  <a:pt x="457200" y="85725"/>
                </a:lnTo>
                <a:lnTo>
                  <a:pt x="447675" y="85725"/>
                </a:lnTo>
                <a:close/>
                <a:moveTo>
                  <a:pt x="190500" y="85725"/>
                </a:moveTo>
                <a:lnTo>
                  <a:pt x="209550" y="85725"/>
                </a:lnTo>
                <a:lnTo>
                  <a:pt x="209550" y="95250"/>
                </a:lnTo>
                <a:lnTo>
                  <a:pt x="190500" y="95250"/>
                </a:lnTo>
                <a:close/>
                <a:moveTo>
                  <a:pt x="352425" y="85725"/>
                </a:moveTo>
                <a:lnTo>
                  <a:pt x="371475" y="85725"/>
                </a:lnTo>
                <a:lnTo>
                  <a:pt x="371475" y="95250"/>
                </a:lnTo>
                <a:lnTo>
                  <a:pt x="352425" y="95250"/>
                </a:lnTo>
                <a:close/>
                <a:moveTo>
                  <a:pt x="466725" y="85725"/>
                </a:moveTo>
                <a:lnTo>
                  <a:pt x="476250" y="85725"/>
                </a:lnTo>
                <a:lnTo>
                  <a:pt x="476250" y="95250"/>
                </a:lnTo>
                <a:lnTo>
                  <a:pt x="466725" y="95250"/>
                </a:lnTo>
                <a:close/>
                <a:moveTo>
                  <a:pt x="66675" y="95250"/>
                </a:moveTo>
                <a:lnTo>
                  <a:pt x="76200" y="95250"/>
                </a:lnTo>
                <a:lnTo>
                  <a:pt x="76200" y="104775"/>
                </a:lnTo>
                <a:lnTo>
                  <a:pt x="66675" y="104775"/>
                </a:lnTo>
                <a:close/>
                <a:moveTo>
                  <a:pt x="152400" y="95250"/>
                </a:moveTo>
                <a:lnTo>
                  <a:pt x="161925" y="95250"/>
                </a:lnTo>
                <a:lnTo>
                  <a:pt x="161925" y="104775"/>
                </a:lnTo>
                <a:lnTo>
                  <a:pt x="152400" y="104775"/>
                </a:lnTo>
                <a:close/>
                <a:moveTo>
                  <a:pt x="390525" y="95250"/>
                </a:moveTo>
                <a:lnTo>
                  <a:pt x="409575" y="95250"/>
                </a:lnTo>
                <a:lnTo>
                  <a:pt x="409575" y="104775"/>
                </a:lnTo>
                <a:lnTo>
                  <a:pt x="390525" y="104775"/>
                </a:lnTo>
                <a:close/>
                <a:moveTo>
                  <a:pt x="476250" y="95250"/>
                </a:moveTo>
                <a:lnTo>
                  <a:pt x="485775" y="95250"/>
                </a:lnTo>
                <a:lnTo>
                  <a:pt x="485775" y="104775"/>
                </a:lnTo>
                <a:lnTo>
                  <a:pt x="476250" y="104775"/>
                </a:lnTo>
                <a:close/>
                <a:moveTo>
                  <a:pt x="57150" y="104775"/>
                </a:moveTo>
                <a:lnTo>
                  <a:pt x="66675" y="104775"/>
                </a:lnTo>
                <a:lnTo>
                  <a:pt x="66675" y="114300"/>
                </a:lnTo>
                <a:lnTo>
                  <a:pt x="57150" y="114300"/>
                </a:lnTo>
                <a:close/>
                <a:moveTo>
                  <a:pt x="123825" y="104775"/>
                </a:moveTo>
                <a:lnTo>
                  <a:pt x="133350" y="104775"/>
                </a:lnTo>
                <a:lnTo>
                  <a:pt x="133350" y="114300"/>
                </a:lnTo>
                <a:lnTo>
                  <a:pt x="123825" y="114300"/>
                </a:lnTo>
                <a:close/>
                <a:moveTo>
                  <a:pt x="485775" y="104775"/>
                </a:moveTo>
                <a:lnTo>
                  <a:pt x="495300" y="104775"/>
                </a:lnTo>
                <a:lnTo>
                  <a:pt x="495300" y="114300"/>
                </a:lnTo>
                <a:lnTo>
                  <a:pt x="485775" y="114300"/>
                </a:lnTo>
                <a:close/>
                <a:moveTo>
                  <a:pt x="47625" y="123825"/>
                </a:moveTo>
                <a:lnTo>
                  <a:pt x="57150" y="123825"/>
                </a:lnTo>
                <a:lnTo>
                  <a:pt x="57150" y="133350"/>
                </a:lnTo>
                <a:lnTo>
                  <a:pt x="47625" y="133350"/>
                </a:lnTo>
                <a:close/>
                <a:moveTo>
                  <a:pt x="428625" y="171450"/>
                </a:moveTo>
                <a:lnTo>
                  <a:pt x="438150" y="171450"/>
                </a:lnTo>
                <a:lnTo>
                  <a:pt x="438150" y="180975"/>
                </a:lnTo>
                <a:lnTo>
                  <a:pt x="428625" y="180975"/>
                </a:lnTo>
                <a:close/>
                <a:moveTo>
                  <a:pt x="142875" y="180975"/>
                </a:moveTo>
                <a:lnTo>
                  <a:pt x="152400" y="180975"/>
                </a:lnTo>
                <a:lnTo>
                  <a:pt x="152400" y="190500"/>
                </a:lnTo>
                <a:lnTo>
                  <a:pt x="142875" y="190500"/>
                </a:lnTo>
                <a:close/>
                <a:moveTo>
                  <a:pt x="400050" y="180975"/>
                </a:moveTo>
                <a:lnTo>
                  <a:pt x="409575" y="180975"/>
                </a:lnTo>
                <a:lnTo>
                  <a:pt x="409575" y="190500"/>
                </a:lnTo>
                <a:lnTo>
                  <a:pt x="400050" y="190500"/>
                </a:lnTo>
                <a:close/>
                <a:moveTo>
                  <a:pt x="180975" y="190500"/>
                </a:moveTo>
                <a:lnTo>
                  <a:pt x="190500" y="190500"/>
                </a:lnTo>
                <a:lnTo>
                  <a:pt x="190500" y="200025"/>
                </a:lnTo>
                <a:lnTo>
                  <a:pt x="180975" y="200025"/>
                </a:lnTo>
                <a:close/>
                <a:moveTo>
                  <a:pt x="361950" y="190500"/>
                </a:moveTo>
                <a:lnTo>
                  <a:pt x="381000" y="190500"/>
                </a:lnTo>
                <a:lnTo>
                  <a:pt x="381000" y="200025"/>
                </a:lnTo>
                <a:lnTo>
                  <a:pt x="361950" y="200025"/>
                </a:lnTo>
                <a:close/>
                <a:moveTo>
                  <a:pt x="95250" y="200025"/>
                </a:moveTo>
                <a:lnTo>
                  <a:pt x="104775" y="200025"/>
                </a:lnTo>
                <a:lnTo>
                  <a:pt x="104775" y="209550"/>
                </a:lnTo>
                <a:lnTo>
                  <a:pt x="95250" y="209550"/>
                </a:lnTo>
                <a:close/>
                <a:moveTo>
                  <a:pt x="114300" y="209550"/>
                </a:moveTo>
                <a:lnTo>
                  <a:pt x="123825" y="209550"/>
                </a:lnTo>
                <a:lnTo>
                  <a:pt x="123825" y="219075"/>
                </a:lnTo>
                <a:lnTo>
                  <a:pt x="114300" y="219075"/>
                </a:lnTo>
                <a:close/>
                <a:moveTo>
                  <a:pt x="428625" y="209550"/>
                </a:moveTo>
                <a:lnTo>
                  <a:pt x="438150" y="209550"/>
                </a:lnTo>
                <a:lnTo>
                  <a:pt x="438150" y="219075"/>
                </a:lnTo>
                <a:lnTo>
                  <a:pt x="428625" y="219075"/>
                </a:lnTo>
                <a:close/>
                <a:moveTo>
                  <a:pt x="142875" y="219075"/>
                </a:moveTo>
                <a:lnTo>
                  <a:pt x="152400" y="219075"/>
                </a:lnTo>
                <a:lnTo>
                  <a:pt x="152400" y="228600"/>
                </a:lnTo>
                <a:lnTo>
                  <a:pt x="142875" y="228600"/>
                </a:lnTo>
                <a:close/>
                <a:moveTo>
                  <a:pt x="400050" y="219075"/>
                </a:moveTo>
                <a:lnTo>
                  <a:pt x="409575" y="219075"/>
                </a:lnTo>
                <a:lnTo>
                  <a:pt x="409575" y="228600"/>
                </a:lnTo>
                <a:lnTo>
                  <a:pt x="400050" y="228600"/>
                </a:lnTo>
                <a:close/>
                <a:moveTo>
                  <a:pt x="180975" y="228600"/>
                </a:moveTo>
                <a:lnTo>
                  <a:pt x="200025" y="228600"/>
                </a:lnTo>
                <a:lnTo>
                  <a:pt x="200025" y="238125"/>
                </a:lnTo>
                <a:lnTo>
                  <a:pt x="180975" y="238125"/>
                </a:lnTo>
                <a:close/>
                <a:moveTo>
                  <a:pt x="352425" y="228600"/>
                </a:moveTo>
                <a:lnTo>
                  <a:pt x="371475" y="228600"/>
                </a:lnTo>
                <a:lnTo>
                  <a:pt x="371475" y="238125"/>
                </a:lnTo>
                <a:lnTo>
                  <a:pt x="352425" y="238125"/>
                </a:lnTo>
                <a:close/>
                <a:moveTo>
                  <a:pt x="85725" y="285750"/>
                </a:moveTo>
                <a:lnTo>
                  <a:pt x="95250" y="285750"/>
                </a:lnTo>
                <a:lnTo>
                  <a:pt x="95250" y="295275"/>
                </a:lnTo>
                <a:lnTo>
                  <a:pt x="85725" y="295275"/>
                </a:lnTo>
                <a:close/>
                <a:moveTo>
                  <a:pt x="457200" y="285750"/>
                </a:moveTo>
                <a:lnTo>
                  <a:pt x="466725" y="285750"/>
                </a:lnTo>
                <a:lnTo>
                  <a:pt x="466725" y="295275"/>
                </a:lnTo>
                <a:lnTo>
                  <a:pt x="457200" y="295275"/>
                </a:lnTo>
                <a:close/>
                <a:moveTo>
                  <a:pt x="95250" y="295275"/>
                </a:moveTo>
                <a:lnTo>
                  <a:pt x="104775" y="295275"/>
                </a:lnTo>
                <a:lnTo>
                  <a:pt x="104775" y="304800"/>
                </a:lnTo>
                <a:lnTo>
                  <a:pt x="95250" y="304800"/>
                </a:lnTo>
                <a:close/>
                <a:moveTo>
                  <a:pt x="447675" y="295275"/>
                </a:moveTo>
                <a:lnTo>
                  <a:pt x="457200" y="295275"/>
                </a:lnTo>
                <a:lnTo>
                  <a:pt x="457200" y="304800"/>
                </a:lnTo>
                <a:lnTo>
                  <a:pt x="447675" y="304800"/>
                </a:lnTo>
                <a:close/>
                <a:moveTo>
                  <a:pt x="114300" y="304800"/>
                </a:moveTo>
                <a:lnTo>
                  <a:pt x="123825" y="304800"/>
                </a:lnTo>
                <a:lnTo>
                  <a:pt x="123825" y="314325"/>
                </a:lnTo>
                <a:lnTo>
                  <a:pt x="114300" y="314325"/>
                </a:lnTo>
                <a:close/>
                <a:moveTo>
                  <a:pt x="428625" y="304800"/>
                </a:moveTo>
                <a:lnTo>
                  <a:pt x="438150" y="304800"/>
                </a:lnTo>
                <a:lnTo>
                  <a:pt x="438150" y="314325"/>
                </a:lnTo>
                <a:lnTo>
                  <a:pt x="428625" y="314325"/>
                </a:lnTo>
                <a:close/>
                <a:moveTo>
                  <a:pt x="142875" y="314325"/>
                </a:moveTo>
                <a:lnTo>
                  <a:pt x="152400" y="314325"/>
                </a:lnTo>
                <a:lnTo>
                  <a:pt x="152400" y="323850"/>
                </a:lnTo>
                <a:lnTo>
                  <a:pt x="142875" y="323850"/>
                </a:lnTo>
                <a:close/>
                <a:moveTo>
                  <a:pt x="409575" y="314325"/>
                </a:moveTo>
                <a:lnTo>
                  <a:pt x="419100" y="314325"/>
                </a:lnTo>
                <a:lnTo>
                  <a:pt x="419100" y="323850"/>
                </a:lnTo>
                <a:lnTo>
                  <a:pt x="409575" y="323850"/>
                </a:lnTo>
                <a:close/>
                <a:moveTo>
                  <a:pt x="171450" y="323850"/>
                </a:moveTo>
                <a:lnTo>
                  <a:pt x="190500" y="323850"/>
                </a:lnTo>
                <a:lnTo>
                  <a:pt x="190500" y="333375"/>
                </a:lnTo>
                <a:lnTo>
                  <a:pt x="171450" y="333375"/>
                </a:lnTo>
                <a:close/>
                <a:moveTo>
                  <a:pt x="371475" y="323850"/>
                </a:moveTo>
                <a:lnTo>
                  <a:pt x="390525" y="323850"/>
                </a:lnTo>
                <a:lnTo>
                  <a:pt x="390525" y="333375"/>
                </a:lnTo>
                <a:lnTo>
                  <a:pt x="371475" y="333375"/>
                </a:lnTo>
                <a:close/>
                <a:moveTo>
                  <a:pt x="238125" y="333375"/>
                </a:moveTo>
                <a:lnTo>
                  <a:pt x="314325" y="333375"/>
                </a:lnTo>
                <a:lnTo>
                  <a:pt x="314325" y="342900"/>
                </a:lnTo>
                <a:lnTo>
                  <a:pt x="238125" y="342900"/>
                </a:lnTo>
                <a:close/>
                <a:moveTo>
                  <a:pt x="438150" y="342900"/>
                </a:moveTo>
                <a:lnTo>
                  <a:pt x="447675" y="342900"/>
                </a:lnTo>
                <a:lnTo>
                  <a:pt x="447675" y="352425"/>
                </a:lnTo>
                <a:lnTo>
                  <a:pt x="438150" y="352425"/>
                </a:lnTo>
                <a:close/>
                <a:moveTo>
                  <a:pt x="133350" y="352425"/>
                </a:moveTo>
                <a:lnTo>
                  <a:pt x="142875" y="352425"/>
                </a:lnTo>
                <a:lnTo>
                  <a:pt x="142875" y="361950"/>
                </a:lnTo>
                <a:lnTo>
                  <a:pt x="133350" y="361950"/>
                </a:lnTo>
                <a:close/>
                <a:moveTo>
                  <a:pt x="409575" y="352425"/>
                </a:moveTo>
                <a:lnTo>
                  <a:pt x="419100" y="352425"/>
                </a:lnTo>
                <a:lnTo>
                  <a:pt x="419100" y="361950"/>
                </a:lnTo>
                <a:lnTo>
                  <a:pt x="409575" y="361950"/>
                </a:lnTo>
                <a:close/>
                <a:moveTo>
                  <a:pt x="171450" y="361950"/>
                </a:moveTo>
                <a:lnTo>
                  <a:pt x="190500" y="361950"/>
                </a:lnTo>
                <a:lnTo>
                  <a:pt x="190500" y="371475"/>
                </a:lnTo>
                <a:lnTo>
                  <a:pt x="171450" y="371475"/>
                </a:lnTo>
                <a:close/>
                <a:moveTo>
                  <a:pt x="371475" y="361950"/>
                </a:moveTo>
                <a:lnTo>
                  <a:pt x="381000" y="361950"/>
                </a:lnTo>
                <a:lnTo>
                  <a:pt x="381000" y="371475"/>
                </a:lnTo>
                <a:lnTo>
                  <a:pt x="371475" y="371475"/>
                </a:lnTo>
                <a:close/>
                <a:moveTo>
                  <a:pt x="238125" y="371475"/>
                </a:moveTo>
                <a:lnTo>
                  <a:pt x="314325" y="371475"/>
                </a:lnTo>
                <a:lnTo>
                  <a:pt x="314325" y="381000"/>
                </a:lnTo>
                <a:lnTo>
                  <a:pt x="238125" y="381000"/>
                </a:lnTo>
                <a:close/>
                <a:moveTo>
                  <a:pt x="85725" y="419100"/>
                </a:moveTo>
                <a:lnTo>
                  <a:pt x="95250" y="419100"/>
                </a:lnTo>
                <a:lnTo>
                  <a:pt x="95250" y="428625"/>
                </a:lnTo>
                <a:lnTo>
                  <a:pt x="85725" y="428625"/>
                </a:lnTo>
                <a:close/>
                <a:moveTo>
                  <a:pt x="95250" y="428625"/>
                </a:moveTo>
                <a:lnTo>
                  <a:pt x="104775" y="428625"/>
                </a:lnTo>
                <a:lnTo>
                  <a:pt x="104775" y="438150"/>
                </a:lnTo>
                <a:lnTo>
                  <a:pt x="95250" y="438150"/>
                </a:lnTo>
                <a:close/>
                <a:moveTo>
                  <a:pt x="133350" y="447675"/>
                </a:moveTo>
                <a:lnTo>
                  <a:pt x="142875" y="447675"/>
                </a:lnTo>
                <a:lnTo>
                  <a:pt x="142875" y="457200"/>
                </a:lnTo>
                <a:lnTo>
                  <a:pt x="133350" y="457200"/>
                </a:lnTo>
                <a:close/>
                <a:moveTo>
                  <a:pt x="161925" y="457200"/>
                </a:moveTo>
                <a:lnTo>
                  <a:pt x="171450" y="457200"/>
                </a:lnTo>
                <a:lnTo>
                  <a:pt x="171450" y="466725"/>
                </a:lnTo>
                <a:lnTo>
                  <a:pt x="161925" y="466725"/>
                </a:lnTo>
                <a:close/>
                <a:moveTo>
                  <a:pt x="381000" y="457200"/>
                </a:moveTo>
                <a:lnTo>
                  <a:pt x="400050" y="457200"/>
                </a:lnTo>
                <a:lnTo>
                  <a:pt x="400050" y="466725"/>
                </a:lnTo>
                <a:lnTo>
                  <a:pt x="381000" y="466725"/>
                </a:lnTo>
                <a:close/>
                <a:moveTo>
                  <a:pt x="219075" y="466725"/>
                </a:moveTo>
                <a:lnTo>
                  <a:pt x="257175" y="466725"/>
                </a:lnTo>
                <a:lnTo>
                  <a:pt x="257175" y="476250"/>
                </a:lnTo>
                <a:lnTo>
                  <a:pt x="219075" y="476250"/>
                </a:lnTo>
                <a:close/>
                <a:moveTo>
                  <a:pt x="295275" y="466725"/>
                </a:moveTo>
                <a:lnTo>
                  <a:pt x="342900" y="466725"/>
                </a:lnTo>
                <a:lnTo>
                  <a:pt x="342900" y="476250"/>
                </a:lnTo>
                <a:lnTo>
                  <a:pt x="295275" y="476250"/>
                </a:lnTo>
                <a:close/>
                <a:moveTo>
                  <a:pt x="104775" y="476250"/>
                </a:moveTo>
                <a:lnTo>
                  <a:pt x="114300" y="476250"/>
                </a:lnTo>
                <a:lnTo>
                  <a:pt x="114300" y="485775"/>
                </a:lnTo>
                <a:lnTo>
                  <a:pt x="104775" y="485775"/>
                </a:lnTo>
                <a:close/>
                <a:moveTo>
                  <a:pt x="438150" y="476250"/>
                </a:moveTo>
                <a:lnTo>
                  <a:pt x="447675" y="476250"/>
                </a:lnTo>
                <a:lnTo>
                  <a:pt x="447675" y="485775"/>
                </a:lnTo>
                <a:lnTo>
                  <a:pt x="438150" y="485775"/>
                </a:lnTo>
                <a:close/>
                <a:moveTo>
                  <a:pt x="457200" y="476250"/>
                </a:moveTo>
                <a:lnTo>
                  <a:pt x="466725" y="476250"/>
                </a:lnTo>
                <a:lnTo>
                  <a:pt x="466725" y="485775"/>
                </a:lnTo>
                <a:lnTo>
                  <a:pt x="457200" y="485775"/>
                </a:lnTo>
                <a:close/>
                <a:moveTo>
                  <a:pt x="133350" y="485775"/>
                </a:moveTo>
                <a:lnTo>
                  <a:pt x="142875" y="485775"/>
                </a:lnTo>
                <a:lnTo>
                  <a:pt x="142875" y="495300"/>
                </a:lnTo>
                <a:lnTo>
                  <a:pt x="133350" y="495300"/>
                </a:lnTo>
                <a:close/>
                <a:moveTo>
                  <a:pt x="419100" y="485775"/>
                </a:moveTo>
                <a:lnTo>
                  <a:pt x="428625" y="485775"/>
                </a:lnTo>
                <a:lnTo>
                  <a:pt x="428625" y="495300"/>
                </a:lnTo>
                <a:lnTo>
                  <a:pt x="419100" y="495300"/>
                </a:lnTo>
                <a:close/>
                <a:moveTo>
                  <a:pt x="161925" y="495300"/>
                </a:moveTo>
                <a:lnTo>
                  <a:pt x="180975" y="495300"/>
                </a:lnTo>
                <a:lnTo>
                  <a:pt x="180975" y="504825"/>
                </a:lnTo>
                <a:lnTo>
                  <a:pt x="161925" y="504825"/>
                </a:lnTo>
                <a:close/>
                <a:moveTo>
                  <a:pt x="381000" y="495300"/>
                </a:moveTo>
                <a:lnTo>
                  <a:pt x="390525" y="495300"/>
                </a:lnTo>
                <a:lnTo>
                  <a:pt x="390525" y="504825"/>
                </a:lnTo>
                <a:lnTo>
                  <a:pt x="381000" y="504825"/>
                </a:lnTo>
                <a:close/>
                <a:moveTo>
                  <a:pt x="219075" y="504825"/>
                </a:moveTo>
                <a:lnTo>
                  <a:pt x="266700" y="504825"/>
                </a:lnTo>
                <a:lnTo>
                  <a:pt x="266700" y="514350"/>
                </a:lnTo>
                <a:lnTo>
                  <a:pt x="219075" y="514350"/>
                </a:lnTo>
                <a:close/>
                <a:moveTo>
                  <a:pt x="285750" y="504825"/>
                </a:moveTo>
                <a:lnTo>
                  <a:pt x="333375" y="504825"/>
                </a:lnTo>
                <a:lnTo>
                  <a:pt x="333375" y="514350"/>
                </a:lnTo>
                <a:lnTo>
                  <a:pt x="285750" y="514350"/>
                </a:lnTo>
                <a:close/>
                <a:moveTo>
                  <a:pt x="85725" y="552450"/>
                </a:moveTo>
                <a:lnTo>
                  <a:pt x="95250" y="552450"/>
                </a:lnTo>
                <a:lnTo>
                  <a:pt x="95250" y="561975"/>
                </a:lnTo>
                <a:lnTo>
                  <a:pt x="85725" y="561975"/>
                </a:lnTo>
                <a:close/>
                <a:moveTo>
                  <a:pt x="47625" y="561975"/>
                </a:moveTo>
                <a:lnTo>
                  <a:pt x="57150" y="561975"/>
                </a:lnTo>
                <a:lnTo>
                  <a:pt x="57150" y="571500"/>
                </a:lnTo>
                <a:lnTo>
                  <a:pt x="47625" y="571500"/>
                </a:lnTo>
                <a:close/>
                <a:moveTo>
                  <a:pt x="95250" y="561975"/>
                </a:moveTo>
                <a:lnTo>
                  <a:pt x="104775" y="561975"/>
                </a:lnTo>
                <a:lnTo>
                  <a:pt x="104775" y="571500"/>
                </a:lnTo>
                <a:lnTo>
                  <a:pt x="95250" y="571500"/>
                </a:lnTo>
                <a:close/>
                <a:moveTo>
                  <a:pt x="104775" y="571500"/>
                </a:moveTo>
                <a:lnTo>
                  <a:pt x="114300" y="571500"/>
                </a:lnTo>
                <a:lnTo>
                  <a:pt x="114300" y="581025"/>
                </a:lnTo>
                <a:lnTo>
                  <a:pt x="104775" y="581025"/>
                </a:lnTo>
                <a:close/>
                <a:moveTo>
                  <a:pt x="438150" y="571500"/>
                </a:moveTo>
                <a:lnTo>
                  <a:pt x="447675" y="571500"/>
                </a:lnTo>
                <a:lnTo>
                  <a:pt x="447675" y="581025"/>
                </a:lnTo>
                <a:lnTo>
                  <a:pt x="438150" y="581025"/>
                </a:lnTo>
                <a:close/>
                <a:moveTo>
                  <a:pt x="123825" y="581025"/>
                </a:moveTo>
                <a:lnTo>
                  <a:pt x="133350" y="581025"/>
                </a:lnTo>
                <a:lnTo>
                  <a:pt x="133350" y="590550"/>
                </a:lnTo>
                <a:lnTo>
                  <a:pt x="123825" y="590550"/>
                </a:lnTo>
                <a:close/>
                <a:moveTo>
                  <a:pt x="419100" y="581025"/>
                </a:moveTo>
                <a:lnTo>
                  <a:pt x="428625" y="581025"/>
                </a:lnTo>
                <a:lnTo>
                  <a:pt x="428625" y="590550"/>
                </a:lnTo>
                <a:lnTo>
                  <a:pt x="419100" y="590550"/>
                </a:lnTo>
                <a:close/>
                <a:moveTo>
                  <a:pt x="485775" y="581025"/>
                </a:moveTo>
                <a:lnTo>
                  <a:pt x="495300" y="581025"/>
                </a:lnTo>
                <a:lnTo>
                  <a:pt x="495300" y="590550"/>
                </a:lnTo>
                <a:lnTo>
                  <a:pt x="485775" y="590550"/>
                </a:lnTo>
                <a:close/>
                <a:moveTo>
                  <a:pt x="152400" y="590550"/>
                </a:moveTo>
                <a:lnTo>
                  <a:pt x="161925" y="590550"/>
                </a:lnTo>
                <a:lnTo>
                  <a:pt x="161925" y="600075"/>
                </a:lnTo>
                <a:lnTo>
                  <a:pt x="152400" y="600075"/>
                </a:lnTo>
                <a:close/>
                <a:moveTo>
                  <a:pt x="390525" y="590550"/>
                </a:moveTo>
                <a:lnTo>
                  <a:pt x="400050" y="590550"/>
                </a:lnTo>
                <a:lnTo>
                  <a:pt x="400050" y="600075"/>
                </a:lnTo>
                <a:lnTo>
                  <a:pt x="390525" y="600075"/>
                </a:lnTo>
                <a:close/>
                <a:moveTo>
                  <a:pt x="476250" y="590550"/>
                </a:moveTo>
                <a:lnTo>
                  <a:pt x="485775" y="590550"/>
                </a:lnTo>
                <a:lnTo>
                  <a:pt x="485775" y="600075"/>
                </a:lnTo>
                <a:lnTo>
                  <a:pt x="476250" y="600075"/>
                </a:lnTo>
                <a:close/>
                <a:moveTo>
                  <a:pt x="85725" y="600075"/>
                </a:moveTo>
                <a:lnTo>
                  <a:pt x="95250" y="600075"/>
                </a:lnTo>
                <a:lnTo>
                  <a:pt x="95250" y="609600"/>
                </a:lnTo>
                <a:lnTo>
                  <a:pt x="85725" y="609600"/>
                </a:lnTo>
                <a:close/>
                <a:moveTo>
                  <a:pt x="200025" y="600075"/>
                </a:moveTo>
                <a:lnTo>
                  <a:pt x="219075" y="600075"/>
                </a:lnTo>
                <a:lnTo>
                  <a:pt x="219075" y="609600"/>
                </a:lnTo>
                <a:lnTo>
                  <a:pt x="200025" y="609600"/>
                </a:lnTo>
                <a:close/>
                <a:moveTo>
                  <a:pt x="333375" y="600075"/>
                </a:moveTo>
                <a:lnTo>
                  <a:pt x="352425" y="600075"/>
                </a:lnTo>
                <a:lnTo>
                  <a:pt x="352425" y="609600"/>
                </a:lnTo>
                <a:lnTo>
                  <a:pt x="333375" y="609600"/>
                </a:lnTo>
                <a:close/>
                <a:moveTo>
                  <a:pt x="123825" y="619125"/>
                </a:moveTo>
                <a:lnTo>
                  <a:pt x="133350" y="619125"/>
                </a:lnTo>
                <a:lnTo>
                  <a:pt x="133350" y="628650"/>
                </a:lnTo>
                <a:lnTo>
                  <a:pt x="123825" y="628650"/>
                </a:lnTo>
                <a:close/>
                <a:moveTo>
                  <a:pt x="419100" y="619125"/>
                </a:moveTo>
                <a:lnTo>
                  <a:pt x="428625" y="619125"/>
                </a:lnTo>
                <a:lnTo>
                  <a:pt x="428625" y="628650"/>
                </a:lnTo>
                <a:lnTo>
                  <a:pt x="419100" y="628650"/>
                </a:lnTo>
                <a:close/>
                <a:moveTo>
                  <a:pt x="152400" y="628650"/>
                </a:moveTo>
                <a:lnTo>
                  <a:pt x="161925" y="628650"/>
                </a:lnTo>
                <a:lnTo>
                  <a:pt x="161925" y="638175"/>
                </a:lnTo>
                <a:lnTo>
                  <a:pt x="152400" y="638175"/>
                </a:lnTo>
                <a:close/>
                <a:moveTo>
                  <a:pt x="390525" y="628650"/>
                </a:moveTo>
                <a:lnTo>
                  <a:pt x="400050" y="628650"/>
                </a:lnTo>
                <a:lnTo>
                  <a:pt x="400050" y="638175"/>
                </a:lnTo>
                <a:lnTo>
                  <a:pt x="390525" y="638175"/>
                </a:lnTo>
                <a:close/>
                <a:moveTo>
                  <a:pt x="200025" y="638175"/>
                </a:moveTo>
                <a:lnTo>
                  <a:pt x="238125" y="638175"/>
                </a:lnTo>
                <a:lnTo>
                  <a:pt x="238125" y="647700"/>
                </a:lnTo>
                <a:lnTo>
                  <a:pt x="200025" y="647700"/>
                </a:lnTo>
                <a:close/>
                <a:moveTo>
                  <a:pt x="323850" y="638175"/>
                </a:moveTo>
                <a:lnTo>
                  <a:pt x="352425" y="638175"/>
                </a:lnTo>
                <a:lnTo>
                  <a:pt x="352425" y="647700"/>
                </a:lnTo>
                <a:lnTo>
                  <a:pt x="323850" y="647700"/>
                </a:lnTo>
                <a:close/>
              </a:path>
            </a:pathLst>
          </a:custGeom>
          <a:solidFill xmlns:a="http://schemas.openxmlformats.org/drawingml/2006/main">
            <a:srgbClr val="C2CECB"/>
          </a:solidFill>
          <a:ln xmlns:a="http://schemas.openxmlformats.org/drawingml/2006/main" w="0">
            <a:noFill/>
          </a:ln>
        </p:spPr>
      </p:sp>
      <p:sp>
        <p:nvSpPr>
          <p:cNvPr id="76" name="database vector #768787">
            <a:extLst xmlns:a="http://schemas.openxmlformats.org/drawingml/2006/main">
              <a:ext uri="{FF2B5EF4-FFF2-40B4-BE49-F238E27FC236}">
                <a16:creationId xmlns:a16="http://schemas.microsoft.com/office/drawing/2014/main" id="{8529559F-D7A8-407C-8D75-0BBCD179D9F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01325" y="1533525"/>
            <a:ext cx="571500" cy="695325"/>
          </a:xfrm>
          <a:custGeom xmlns:a="http://schemas.openxmlformats.org/drawingml/2006/main">
            <a:pathLst>
              <a:path w="571500" h="695325">
                <a:moveTo>
                  <a:pt x="219075" y="47625"/>
                </a:moveTo>
                <a:lnTo>
                  <a:pt x="266700" y="47625"/>
                </a:lnTo>
                <a:lnTo>
                  <a:pt x="266700" y="57150"/>
                </a:lnTo>
                <a:lnTo>
                  <a:pt x="219075" y="57150"/>
                </a:lnTo>
                <a:close/>
                <a:moveTo>
                  <a:pt x="304800" y="47625"/>
                </a:moveTo>
                <a:lnTo>
                  <a:pt x="342900" y="47625"/>
                </a:lnTo>
                <a:lnTo>
                  <a:pt x="342900" y="57150"/>
                </a:lnTo>
                <a:lnTo>
                  <a:pt x="304800" y="57150"/>
                </a:lnTo>
                <a:close/>
                <a:moveTo>
                  <a:pt x="161925" y="57150"/>
                </a:moveTo>
                <a:lnTo>
                  <a:pt x="171450" y="57150"/>
                </a:lnTo>
                <a:lnTo>
                  <a:pt x="171450" y="66675"/>
                </a:lnTo>
                <a:lnTo>
                  <a:pt x="161925" y="66675"/>
                </a:lnTo>
                <a:close/>
                <a:moveTo>
                  <a:pt x="381000" y="57150"/>
                </a:moveTo>
                <a:lnTo>
                  <a:pt x="400050" y="57150"/>
                </a:lnTo>
                <a:lnTo>
                  <a:pt x="400050" y="66675"/>
                </a:lnTo>
                <a:lnTo>
                  <a:pt x="381000" y="66675"/>
                </a:lnTo>
                <a:close/>
                <a:moveTo>
                  <a:pt x="123825" y="66675"/>
                </a:moveTo>
                <a:lnTo>
                  <a:pt x="133350" y="66675"/>
                </a:lnTo>
                <a:lnTo>
                  <a:pt x="133350" y="76200"/>
                </a:lnTo>
                <a:lnTo>
                  <a:pt x="123825" y="76200"/>
                </a:lnTo>
                <a:close/>
                <a:moveTo>
                  <a:pt x="419100" y="66675"/>
                </a:moveTo>
                <a:lnTo>
                  <a:pt x="428625" y="66675"/>
                </a:lnTo>
                <a:lnTo>
                  <a:pt x="428625" y="76200"/>
                </a:lnTo>
                <a:lnTo>
                  <a:pt x="419100" y="76200"/>
                </a:lnTo>
                <a:close/>
                <a:moveTo>
                  <a:pt x="104775" y="76200"/>
                </a:moveTo>
                <a:lnTo>
                  <a:pt x="114300" y="76200"/>
                </a:lnTo>
                <a:lnTo>
                  <a:pt x="114300" y="85725"/>
                </a:lnTo>
                <a:lnTo>
                  <a:pt x="104775" y="85725"/>
                </a:lnTo>
                <a:close/>
                <a:moveTo>
                  <a:pt x="257175" y="76200"/>
                </a:moveTo>
                <a:lnTo>
                  <a:pt x="314325" y="76200"/>
                </a:lnTo>
                <a:lnTo>
                  <a:pt x="314325" y="85725"/>
                </a:lnTo>
                <a:lnTo>
                  <a:pt x="257175" y="85725"/>
                </a:lnTo>
                <a:close/>
                <a:moveTo>
                  <a:pt x="85725" y="85725"/>
                </a:moveTo>
                <a:lnTo>
                  <a:pt x="95250" y="85725"/>
                </a:lnTo>
                <a:lnTo>
                  <a:pt x="95250" y="95250"/>
                </a:lnTo>
                <a:lnTo>
                  <a:pt x="85725" y="95250"/>
                </a:lnTo>
                <a:close/>
                <a:moveTo>
                  <a:pt x="180975" y="85725"/>
                </a:moveTo>
                <a:lnTo>
                  <a:pt x="190500" y="85725"/>
                </a:lnTo>
                <a:lnTo>
                  <a:pt x="190500" y="95250"/>
                </a:lnTo>
                <a:lnTo>
                  <a:pt x="180975" y="95250"/>
                </a:lnTo>
                <a:close/>
                <a:moveTo>
                  <a:pt x="371475" y="85725"/>
                </a:moveTo>
                <a:lnTo>
                  <a:pt x="381000" y="85725"/>
                </a:lnTo>
                <a:lnTo>
                  <a:pt x="381000" y="95250"/>
                </a:lnTo>
                <a:lnTo>
                  <a:pt x="371475" y="95250"/>
                </a:lnTo>
                <a:close/>
                <a:moveTo>
                  <a:pt x="457200" y="85725"/>
                </a:moveTo>
                <a:lnTo>
                  <a:pt x="466725" y="85725"/>
                </a:lnTo>
                <a:lnTo>
                  <a:pt x="466725" y="95250"/>
                </a:lnTo>
                <a:lnTo>
                  <a:pt x="457200" y="95250"/>
                </a:lnTo>
                <a:close/>
                <a:moveTo>
                  <a:pt x="142875" y="95250"/>
                </a:moveTo>
                <a:lnTo>
                  <a:pt x="152400" y="95250"/>
                </a:lnTo>
                <a:lnTo>
                  <a:pt x="152400" y="104775"/>
                </a:lnTo>
                <a:lnTo>
                  <a:pt x="142875" y="104775"/>
                </a:lnTo>
                <a:close/>
                <a:moveTo>
                  <a:pt x="114300" y="104775"/>
                </a:moveTo>
                <a:lnTo>
                  <a:pt x="123825" y="104775"/>
                </a:lnTo>
                <a:lnTo>
                  <a:pt x="123825" y="114300"/>
                </a:lnTo>
                <a:lnTo>
                  <a:pt x="114300" y="114300"/>
                </a:lnTo>
                <a:close/>
                <a:moveTo>
                  <a:pt x="428625" y="104775"/>
                </a:moveTo>
                <a:lnTo>
                  <a:pt x="438150" y="104775"/>
                </a:lnTo>
                <a:lnTo>
                  <a:pt x="438150" y="114300"/>
                </a:lnTo>
                <a:lnTo>
                  <a:pt x="428625" y="114300"/>
                </a:lnTo>
                <a:close/>
                <a:moveTo>
                  <a:pt x="447675" y="114300"/>
                </a:moveTo>
                <a:lnTo>
                  <a:pt x="457200" y="114300"/>
                </a:lnTo>
                <a:lnTo>
                  <a:pt x="457200" y="123825"/>
                </a:lnTo>
                <a:lnTo>
                  <a:pt x="447675" y="123825"/>
                </a:lnTo>
                <a:close/>
                <a:moveTo>
                  <a:pt x="457200" y="123825"/>
                </a:moveTo>
                <a:lnTo>
                  <a:pt x="466725" y="123825"/>
                </a:lnTo>
                <a:lnTo>
                  <a:pt x="466725" y="133350"/>
                </a:lnTo>
                <a:lnTo>
                  <a:pt x="457200" y="133350"/>
                </a:lnTo>
                <a:close/>
                <a:moveTo>
                  <a:pt x="495300" y="123825"/>
                </a:moveTo>
                <a:lnTo>
                  <a:pt x="504825" y="123825"/>
                </a:lnTo>
                <a:lnTo>
                  <a:pt x="504825" y="133350"/>
                </a:lnTo>
                <a:lnTo>
                  <a:pt x="495300" y="133350"/>
                </a:lnTo>
                <a:close/>
                <a:moveTo>
                  <a:pt x="47625" y="133350"/>
                </a:moveTo>
                <a:lnTo>
                  <a:pt x="57150" y="133350"/>
                </a:lnTo>
                <a:lnTo>
                  <a:pt x="57150" y="180975"/>
                </a:lnTo>
                <a:lnTo>
                  <a:pt x="47625" y="180975"/>
                </a:lnTo>
                <a:close/>
                <a:moveTo>
                  <a:pt x="85725" y="152400"/>
                </a:moveTo>
                <a:lnTo>
                  <a:pt x="95250" y="152400"/>
                </a:lnTo>
                <a:lnTo>
                  <a:pt x="95250" y="161925"/>
                </a:lnTo>
                <a:lnTo>
                  <a:pt x="85725" y="161925"/>
                </a:lnTo>
                <a:close/>
                <a:moveTo>
                  <a:pt x="457200" y="152400"/>
                </a:moveTo>
                <a:lnTo>
                  <a:pt x="466725" y="152400"/>
                </a:lnTo>
                <a:lnTo>
                  <a:pt x="466725" y="161925"/>
                </a:lnTo>
                <a:lnTo>
                  <a:pt x="457200" y="161925"/>
                </a:lnTo>
                <a:close/>
                <a:moveTo>
                  <a:pt x="95250" y="161925"/>
                </a:moveTo>
                <a:lnTo>
                  <a:pt x="104775" y="161925"/>
                </a:lnTo>
                <a:lnTo>
                  <a:pt x="104775" y="171450"/>
                </a:lnTo>
                <a:lnTo>
                  <a:pt x="95250" y="171450"/>
                </a:lnTo>
                <a:close/>
                <a:moveTo>
                  <a:pt x="447675" y="161925"/>
                </a:moveTo>
                <a:lnTo>
                  <a:pt x="457200" y="161925"/>
                </a:lnTo>
                <a:lnTo>
                  <a:pt x="457200" y="171450"/>
                </a:lnTo>
                <a:lnTo>
                  <a:pt x="447675" y="171450"/>
                </a:lnTo>
                <a:close/>
                <a:moveTo>
                  <a:pt x="114300" y="171450"/>
                </a:moveTo>
                <a:lnTo>
                  <a:pt x="123825" y="171450"/>
                </a:lnTo>
                <a:lnTo>
                  <a:pt x="123825" y="180975"/>
                </a:lnTo>
                <a:lnTo>
                  <a:pt x="114300" y="180975"/>
                </a:lnTo>
                <a:close/>
                <a:moveTo>
                  <a:pt x="133350" y="180975"/>
                </a:moveTo>
                <a:lnTo>
                  <a:pt x="142875" y="180975"/>
                </a:lnTo>
                <a:lnTo>
                  <a:pt x="142875" y="190500"/>
                </a:lnTo>
                <a:lnTo>
                  <a:pt x="133350" y="190500"/>
                </a:lnTo>
                <a:close/>
                <a:moveTo>
                  <a:pt x="409575" y="180975"/>
                </a:moveTo>
                <a:lnTo>
                  <a:pt x="419100" y="180975"/>
                </a:lnTo>
                <a:lnTo>
                  <a:pt x="419100" y="190500"/>
                </a:lnTo>
                <a:lnTo>
                  <a:pt x="409575" y="190500"/>
                </a:lnTo>
                <a:close/>
                <a:moveTo>
                  <a:pt x="161925" y="190500"/>
                </a:moveTo>
                <a:lnTo>
                  <a:pt x="180975" y="190500"/>
                </a:lnTo>
                <a:lnTo>
                  <a:pt x="180975" y="200025"/>
                </a:lnTo>
                <a:lnTo>
                  <a:pt x="161925" y="200025"/>
                </a:lnTo>
                <a:close/>
                <a:moveTo>
                  <a:pt x="381000" y="190500"/>
                </a:moveTo>
                <a:lnTo>
                  <a:pt x="390525" y="190500"/>
                </a:lnTo>
                <a:lnTo>
                  <a:pt x="390525" y="200025"/>
                </a:lnTo>
                <a:lnTo>
                  <a:pt x="381000" y="200025"/>
                </a:lnTo>
                <a:close/>
                <a:moveTo>
                  <a:pt x="85725" y="200025"/>
                </a:moveTo>
                <a:lnTo>
                  <a:pt x="95250" y="200025"/>
                </a:lnTo>
                <a:lnTo>
                  <a:pt x="95250" y="209550"/>
                </a:lnTo>
                <a:lnTo>
                  <a:pt x="85725" y="209550"/>
                </a:lnTo>
                <a:close/>
                <a:moveTo>
                  <a:pt x="228600" y="200025"/>
                </a:moveTo>
                <a:lnTo>
                  <a:pt x="333375" y="200025"/>
                </a:lnTo>
                <a:lnTo>
                  <a:pt x="333375" y="209550"/>
                </a:lnTo>
                <a:lnTo>
                  <a:pt x="228600" y="209550"/>
                </a:lnTo>
                <a:close/>
                <a:moveTo>
                  <a:pt x="447675" y="200025"/>
                </a:moveTo>
                <a:lnTo>
                  <a:pt x="476250" y="200025"/>
                </a:lnTo>
                <a:lnTo>
                  <a:pt x="476250" y="285750"/>
                </a:lnTo>
                <a:lnTo>
                  <a:pt x="466725" y="285750"/>
                </a:lnTo>
                <a:lnTo>
                  <a:pt x="466725" y="209550"/>
                </a:lnTo>
                <a:lnTo>
                  <a:pt x="447675" y="209550"/>
                </a:lnTo>
                <a:close/>
                <a:moveTo>
                  <a:pt x="123825" y="209550"/>
                </a:moveTo>
                <a:lnTo>
                  <a:pt x="133350" y="209550"/>
                </a:lnTo>
                <a:lnTo>
                  <a:pt x="133350" y="219075"/>
                </a:lnTo>
                <a:lnTo>
                  <a:pt x="123825" y="219075"/>
                </a:lnTo>
                <a:close/>
                <a:moveTo>
                  <a:pt x="152400" y="219075"/>
                </a:moveTo>
                <a:lnTo>
                  <a:pt x="161925" y="219075"/>
                </a:lnTo>
                <a:lnTo>
                  <a:pt x="161925" y="228600"/>
                </a:lnTo>
                <a:lnTo>
                  <a:pt x="152400" y="228600"/>
                </a:lnTo>
                <a:close/>
                <a:moveTo>
                  <a:pt x="390525" y="219075"/>
                </a:moveTo>
                <a:lnTo>
                  <a:pt x="400050" y="219075"/>
                </a:lnTo>
                <a:lnTo>
                  <a:pt x="400050" y="228600"/>
                </a:lnTo>
                <a:lnTo>
                  <a:pt x="390525" y="228600"/>
                </a:lnTo>
                <a:close/>
                <a:moveTo>
                  <a:pt x="200025" y="228600"/>
                </a:moveTo>
                <a:lnTo>
                  <a:pt x="219075" y="228600"/>
                </a:lnTo>
                <a:lnTo>
                  <a:pt x="219075" y="238125"/>
                </a:lnTo>
                <a:lnTo>
                  <a:pt x="200025" y="238125"/>
                </a:lnTo>
                <a:close/>
                <a:moveTo>
                  <a:pt x="333375" y="228600"/>
                </a:moveTo>
                <a:lnTo>
                  <a:pt x="352425" y="228600"/>
                </a:lnTo>
                <a:lnTo>
                  <a:pt x="352425" y="238125"/>
                </a:lnTo>
                <a:lnTo>
                  <a:pt x="333375" y="238125"/>
                </a:lnTo>
                <a:close/>
                <a:moveTo>
                  <a:pt x="104775" y="304800"/>
                </a:moveTo>
                <a:lnTo>
                  <a:pt x="114300" y="304800"/>
                </a:lnTo>
                <a:lnTo>
                  <a:pt x="114300" y="314325"/>
                </a:lnTo>
                <a:lnTo>
                  <a:pt x="104775" y="314325"/>
                </a:lnTo>
                <a:close/>
                <a:moveTo>
                  <a:pt x="438150" y="304800"/>
                </a:moveTo>
                <a:lnTo>
                  <a:pt x="447675" y="304800"/>
                </a:lnTo>
                <a:lnTo>
                  <a:pt x="447675" y="314325"/>
                </a:lnTo>
                <a:lnTo>
                  <a:pt x="438150" y="314325"/>
                </a:lnTo>
                <a:close/>
                <a:moveTo>
                  <a:pt x="133350" y="314325"/>
                </a:moveTo>
                <a:lnTo>
                  <a:pt x="142875" y="314325"/>
                </a:lnTo>
                <a:lnTo>
                  <a:pt x="142875" y="323850"/>
                </a:lnTo>
                <a:lnTo>
                  <a:pt x="133350" y="323850"/>
                </a:lnTo>
                <a:close/>
                <a:moveTo>
                  <a:pt x="419100" y="314325"/>
                </a:moveTo>
                <a:lnTo>
                  <a:pt x="428625" y="314325"/>
                </a:lnTo>
                <a:lnTo>
                  <a:pt x="428625" y="323850"/>
                </a:lnTo>
                <a:lnTo>
                  <a:pt x="419100" y="323850"/>
                </a:lnTo>
                <a:close/>
                <a:moveTo>
                  <a:pt x="161925" y="323850"/>
                </a:moveTo>
                <a:lnTo>
                  <a:pt x="171450" y="323850"/>
                </a:lnTo>
                <a:lnTo>
                  <a:pt x="171450" y="333375"/>
                </a:lnTo>
                <a:lnTo>
                  <a:pt x="161925" y="333375"/>
                </a:lnTo>
                <a:close/>
                <a:moveTo>
                  <a:pt x="390525" y="323850"/>
                </a:moveTo>
                <a:lnTo>
                  <a:pt x="400050" y="323850"/>
                </a:lnTo>
                <a:lnTo>
                  <a:pt x="400050" y="333375"/>
                </a:lnTo>
                <a:lnTo>
                  <a:pt x="390525" y="333375"/>
                </a:lnTo>
                <a:close/>
                <a:moveTo>
                  <a:pt x="85725" y="333375"/>
                </a:moveTo>
                <a:lnTo>
                  <a:pt x="104775" y="333375"/>
                </a:lnTo>
                <a:lnTo>
                  <a:pt x="104775" y="342900"/>
                </a:lnTo>
                <a:lnTo>
                  <a:pt x="85725" y="342900"/>
                </a:lnTo>
                <a:close/>
                <a:moveTo>
                  <a:pt x="209550" y="333375"/>
                </a:moveTo>
                <a:lnTo>
                  <a:pt x="238125" y="333375"/>
                </a:lnTo>
                <a:lnTo>
                  <a:pt x="238125" y="342900"/>
                </a:lnTo>
                <a:lnTo>
                  <a:pt x="209550" y="342900"/>
                </a:lnTo>
                <a:close/>
                <a:moveTo>
                  <a:pt x="314325" y="333375"/>
                </a:moveTo>
                <a:lnTo>
                  <a:pt x="352425" y="333375"/>
                </a:lnTo>
                <a:lnTo>
                  <a:pt x="352425" y="342900"/>
                </a:lnTo>
                <a:lnTo>
                  <a:pt x="314325" y="342900"/>
                </a:lnTo>
                <a:close/>
                <a:moveTo>
                  <a:pt x="457200" y="333375"/>
                </a:moveTo>
                <a:lnTo>
                  <a:pt x="466725" y="333375"/>
                </a:lnTo>
                <a:lnTo>
                  <a:pt x="466725" y="342900"/>
                </a:lnTo>
                <a:lnTo>
                  <a:pt x="457200" y="342900"/>
                </a:lnTo>
                <a:close/>
                <a:moveTo>
                  <a:pt x="76200" y="342900"/>
                </a:moveTo>
                <a:lnTo>
                  <a:pt x="85725" y="342900"/>
                </a:lnTo>
                <a:lnTo>
                  <a:pt x="85725" y="409575"/>
                </a:lnTo>
                <a:lnTo>
                  <a:pt x="76200" y="409575"/>
                </a:lnTo>
                <a:close/>
                <a:moveTo>
                  <a:pt x="114300" y="342900"/>
                </a:moveTo>
                <a:lnTo>
                  <a:pt x="123825" y="342900"/>
                </a:lnTo>
                <a:lnTo>
                  <a:pt x="123825" y="352425"/>
                </a:lnTo>
                <a:lnTo>
                  <a:pt x="114300" y="352425"/>
                </a:lnTo>
                <a:close/>
                <a:moveTo>
                  <a:pt x="428625" y="342900"/>
                </a:moveTo>
                <a:lnTo>
                  <a:pt x="438150" y="342900"/>
                </a:lnTo>
                <a:lnTo>
                  <a:pt x="438150" y="352425"/>
                </a:lnTo>
                <a:lnTo>
                  <a:pt x="428625" y="352425"/>
                </a:lnTo>
                <a:close/>
                <a:moveTo>
                  <a:pt x="466725" y="342900"/>
                </a:moveTo>
                <a:lnTo>
                  <a:pt x="476250" y="342900"/>
                </a:lnTo>
                <a:lnTo>
                  <a:pt x="476250" y="419100"/>
                </a:lnTo>
                <a:lnTo>
                  <a:pt x="466725" y="419100"/>
                </a:lnTo>
                <a:close/>
                <a:moveTo>
                  <a:pt x="142875" y="352425"/>
                </a:moveTo>
                <a:lnTo>
                  <a:pt x="161925" y="352425"/>
                </a:lnTo>
                <a:lnTo>
                  <a:pt x="161925" y="361950"/>
                </a:lnTo>
                <a:lnTo>
                  <a:pt x="142875" y="361950"/>
                </a:lnTo>
                <a:close/>
                <a:moveTo>
                  <a:pt x="400050" y="352425"/>
                </a:moveTo>
                <a:lnTo>
                  <a:pt x="409575" y="352425"/>
                </a:lnTo>
                <a:lnTo>
                  <a:pt x="409575" y="361950"/>
                </a:lnTo>
                <a:lnTo>
                  <a:pt x="400050" y="361950"/>
                </a:lnTo>
                <a:close/>
                <a:moveTo>
                  <a:pt x="190500" y="361950"/>
                </a:moveTo>
                <a:lnTo>
                  <a:pt x="209550" y="361950"/>
                </a:lnTo>
                <a:lnTo>
                  <a:pt x="209550" y="371475"/>
                </a:lnTo>
                <a:lnTo>
                  <a:pt x="190500" y="371475"/>
                </a:lnTo>
                <a:close/>
                <a:moveTo>
                  <a:pt x="352425" y="361950"/>
                </a:moveTo>
                <a:lnTo>
                  <a:pt x="371475" y="361950"/>
                </a:lnTo>
                <a:lnTo>
                  <a:pt x="371475" y="371475"/>
                </a:lnTo>
                <a:lnTo>
                  <a:pt x="352425" y="371475"/>
                </a:lnTo>
                <a:close/>
                <a:moveTo>
                  <a:pt x="104775" y="438150"/>
                </a:moveTo>
                <a:lnTo>
                  <a:pt x="114300" y="438150"/>
                </a:lnTo>
                <a:lnTo>
                  <a:pt x="114300" y="447675"/>
                </a:lnTo>
                <a:lnTo>
                  <a:pt x="104775" y="447675"/>
                </a:lnTo>
                <a:close/>
                <a:moveTo>
                  <a:pt x="438150" y="438150"/>
                </a:moveTo>
                <a:lnTo>
                  <a:pt x="447675" y="438150"/>
                </a:lnTo>
                <a:lnTo>
                  <a:pt x="447675" y="447675"/>
                </a:lnTo>
                <a:lnTo>
                  <a:pt x="438150" y="447675"/>
                </a:lnTo>
                <a:close/>
                <a:moveTo>
                  <a:pt x="123825" y="447675"/>
                </a:moveTo>
                <a:lnTo>
                  <a:pt x="133350" y="447675"/>
                </a:lnTo>
                <a:lnTo>
                  <a:pt x="133350" y="457200"/>
                </a:lnTo>
                <a:lnTo>
                  <a:pt x="123825" y="457200"/>
                </a:lnTo>
                <a:close/>
                <a:moveTo>
                  <a:pt x="419100" y="447675"/>
                </a:moveTo>
                <a:lnTo>
                  <a:pt x="428625" y="447675"/>
                </a:lnTo>
                <a:lnTo>
                  <a:pt x="428625" y="457200"/>
                </a:lnTo>
                <a:lnTo>
                  <a:pt x="419100" y="457200"/>
                </a:lnTo>
                <a:close/>
                <a:moveTo>
                  <a:pt x="152400" y="457200"/>
                </a:moveTo>
                <a:lnTo>
                  <a:pt x="161925" y="457200"/>
                </a:lnTo>
                <a:lnTo>
                  <a:pt x="161925" y="466725"/>
                </a:lnTo>
                <a:lnTo>
                  <a:pt x="152400" y="466725"/>
                </a:lnTo>
                <a:close/>
                <a:moveTo>
                  <a:pt x="200025" y="466725"/>
                </a:moveTo>
                <a:lnTo>
                  <a:pt x="219075" y="466725"/>
                </a:lnTo>
                <a:lnTo>
                  <a:pt x="219075" y="476250"/>
                </a:lnTo>
                <a:lnTo>
                  <a:pt x="200025" y="476250"/>
                </a:lnTo>
                <a:close/>
                <a:moveTo>
                  <a:pt x="342900" y="466725"/>
                </a:moveTo>
                <a:lnTo>
                  <a:pt x="361950" y="466725"/>
                </a:lnTo>
                <a:lnTo>
                  <a:pt x="361950" y="476250"/>
                </a:lnTo>
                <a:lnTo>
                  <a:pt x="342900" y="476250"/>
                </a:lnTo>
                <a:close/>
                <a:moveTo>
                  <a:pt x="457200" y="466725"/>
                </a:moveTo>
                <a:lnTo>
                  <a:pt x="466725" y="466725"/>
                </a:lnTo>
                <a:lnTo>
                  <a:pt x="466725" y="476250"/>
                </a:lnTo>
                <a:lnTo>
                  <a:pt x="457200" y="476250"/>
                </a:lnTo>
                <a:close/>
                <a:moveTo>
                  <a:pt x="76200" y="476250"/>
                </a:moveTo>
                <a:lnTo>
                  <a:pt x="85725" y="476250"/>
                </a:lnTo>
                <a:lnTo>
                  <a:pt x="85725" y="485775"/>
                </a:lnTo>
                <a:lnTo>
                  <a:pt x="76200" y="485775"/>
                </a:lnTo>
                <a:close/>
                <a:moveTo>
                  <a:pt x="114300" y="476250"/>
                </a:moveTo>
                <a:lnTo>
                  <a:pt x="123825" y="476250"/>
                </a:lnTo>
                <a:lnTo>
                  <a:pt x="123825" y="485775"/>
                </a:lnTo>
                <a:lnTo>
                  <a:pt x="114300" y="485775"/>
                </a:lnTo>
                <a:close/>
                <a:moveTo>
                  <a:pt x="466725" y="476250"/>
                </a:moveTo>
                <a:lnTo>
                  <a:pt x="476250" y="476250"/>
                </a:lnTo>
                <a:lnTo>
                  <a:pt x="476250" y="552450"/>
                </a:lnTo>
                <a:lnTo>
                  <a:pt x="466725" y="552450"/>
                </a:lnTo>
                <a:close/>
                <a:moveTo>
                  <a:pt x="142875" y="485775"/>
                </a:moveTo>
                <a:lnTo>
                  <a:pt x="152400" y="485775"/>
                </a:lnTo>
                <a:lnTo>
                  <a:pt x="152400" y="495300"/>
                </a:lnTo>
                <a:lnTo>
                  <a:pt x="142875" y="495300"/>
                </a:lnTo>
                <a:close/>
                <a:moveTo>
                  <a:pt x="409575" y="485775"/>
                </a:moveTo>
                <a:lnTo>
                  <a:pt x="419100" y="485775"/>
                </a:lnTo>
                <a:lnTo>
                  <a:pt x="419100" y="495300"/>
                </a:lnTo>
                <a:lnTo>
                  <a:pt x="409575" y="495300"/>
                </a:lnTo>
                <a:close/>
                <a:moveTo>
                  <a:pt x="180975" y="495300"/>
                </a:moveTo>
                <a:lnTo>
                  <a:pt x="190500" y="495300"/>
                </a:lnTo>
                <a:lnTo>
                  <a:pt x="190500" y="504825"/>
                </a:lnTo>
                <a:lnTo>
                  <a:pt x="180975" y="504825"/>
                </a:lnTo>
                <a:close/>
                <a:moveTo>
                  <a:pt x="361950" y="495300"/>
                </a:moveTo>
                <a:lnTo>
                  <a:pt x="381000" y="495300"/>
                </a:lnTo>
                <a:lnTo>
                  <a:pt x="381000" y="504825"/>
                </a:lnTo>
                <a:lnTo>
                  <a:pt x="361950" y="504825"/>
                </a:lnTo>
                <a:close/>
                <a:moveTo>
                  <a:pt x="266700" y="504825"/>
                </a:moveTo>
                <a:lnTo>
                  <a:pt x="285750" y="504825"/>
                </a:lnTo>
                <a:lnTo>
                  <a:pt x="285750" y="514350"/>
                </a:lnTo>
                <a:lnTo>
                  <a:pt x="266700" y="514350"/>
                </a:lnTo>
                <a:close/>
                <a:moveTo>
                  <a:pt x="76200" y="514350"/>
                </a:moveTo>
                <a:lnTo>
                  <a:pt x="85725" y="514350"/>
                </a:lnTo>
                <a:lnTo>
                  <a:pt x="85725" y="542925"/>
                </a:lnTo>
                <a:lnTo>
                  <a:pt x="76200" y="542925"/>
                </a:lnTo>
                <a:close/>
                <a:moveTo>
                  <a:pt x="47625" y="552450"/>
                </a:moveTo>
                <a:lnTo>
                  <a:pt x="57150" y="552450"/>
                </a:lnTo>
                <a:lnTo>
                  <a:pt x="57150" y="561975"/>
                </a:lnTo>
                <a:lnTo>
                  <a:pt x="47625" y="561975"/>
                </a:lnTo>
                <a:close/>
                <a:moveTo>
                  <a:pt x="495300" y="561975"/>
                </a:moveTo>
                <a:lnTo>
                  <a:pt x="504825" y="561975"/>
                </a:lnTo>
                <a:lnTo>
                  <a:pt x="504825" y="571500"/>
                </a:lnTo>
                <a:lnTo>
                  <a:pt x="495300" y="571500"/>
                </a:lnTo>
                <a:close/>
                <a:moveTo>
                  <a:pt x="57150" y="571500"/>
                </a:moveTo>
                <a:lnTo>
                  <a:pt x="66675" y="571500"/>
                </a:lnTo>
                <a:lnTo>
                  <a:pt x="66675" y="581025"/>
                </a:lnTo>
                <a:lnTo>
                  <a:pt x="57150" y="581025"/>
                </a:lnTo>
                <a:close/>
                <a:moveTo>
                  <a:pt x="66675" y="581025"/>
                </a:moveTo>
                <a:lnTo>
                  <a:pt x="76200" y="581025"/>
                </a:lnTo>
                <a:lnTo>
                  <a:pt x="76200" y="590550"/>
                </a:lnTo>
                <a:lnTo>
                  <a:pt x="66675" y="590550"/>
                </a:lnTo>
                <a:close/>
                <a:moveTo>
                  <a:pt x="428625" y="581025"/>
                </a:moveTo>
                <a:lnTo>
                  <a:pt x="438150" y="581025"/>
                </a:lnTo>
                <a:lnTo>
                  <a:pt x="438150" y="590550"/>
                </a:lnTo>
                <a:lnTo>
                  <a:pt x="428625" y="590550"/>
                </a:lnTo>
                <a:close/>
                <a:moveTo>
                  <a:pt x="76200" y="590550"/>
                </a:moveTo>
                <a:lnTo>
                  <a:pt x="85725" y="590550"/>
                </a:lnTo>
                <a:lnTo>
                  <a:pt x="85725" y="600075"/>
                </a:lnTo>
                <a:lnTo>
                  <a:pt x="76200" y="600075"/>
                </a:lnTo>
                <a:close/>
                <a:moveTo>
                  <a:pt x="142875" y="590550"/>
                </a:moveTo>
                <a:lnTo>
                  <a:pt x="152400" y="590550"/>
                </a:lnTo>
                <a:lnTo>
                  <a:pt x="152400" y="600075"/>
                </a:lnTo>
                <a:lnTo>
                  <a:pt x="142875" y="600075"/>
                </a:lnTo>
                <a:close/>
                <a:moveTo>
                  <a:pt x="400050" y="590550"/>
                </a:moveTo>
                <a:lnTo>
                  <a:pt x="409575" y="590550"/>
                </a:lnTo>
                <a:lnTo>
                  <a:pt x="409575" y="600075"/>
                </a:lnTo>
                <a:lnTo>
                  <a:pt x="400050" y="600075"/>
                </a:lnTo>
                <a:close/>
                <a:moveTo>
                  <a:pt x="180975" y="600075"/>
                </a:moveTo>
                <a:lnTo>
                  <a:pt x="200025" y="600075"/>
                </a:lnTo>
                <a:lnTo>
                  <a:pt x="200025" y="609600"/>
                </a:lnTo>
                <a:lnTo>
                  <a:pt x="180975" y="609600"/>
                </a:lnTo>
                <a:close/>
                <a:moveTo>
                  <a:pt x="352425" y="600075"/>
                </a:moveTo>
                <a:lnTo>
                  <a:pt x="371475" y="600075"/>
                </a:lnTo>
                <a:lnTo>
                  <a:pt x="371475" y="609600"/>
                </a:lnTo>
                <a:lnTo>
                  <a:pt x="352425" y="609600"/>
                </a:lnTo>
                <a:close/>
                <a:moveTo>
                  <a:pt x="457200" y="600075"/>
                </a:moveTo>
                <a:lnTo>
                  <a:pt x="466725" y="600075"/>
                </a:lnTo>
                <a:lnTo>
                  <a:pt x="466725" y="609600"/>
                </a:lnTo>
                <a:lnTo>
                  <a:pt x="457200" y="609600"/>
                </a:lnTo>
                <a:close/>
                <a:moveTo>
                  <a:pt x="104775" y="609600"/>
                </a:moveTo>
                <a:lnTo>
                  <a:pt x="114300" y="609600"/>
                </a:lnTo>
                <a:lnTo>
                  <a:pt x="114300" y="619125"/>
                </a:lnTo>
                <a:lnTo>
                  <a:pt x="104775" y="619125"/>
                </a:lnTo>
                <a:close/>
                <a:moveTo>
                  <a:pt x="438150" y="609600"/>
                </a:moveTo>
                <a:lnTo>
                  <a:pt x="447675" y="609600"/>
                </a:lnTo>
                <a:lnTo>
                  <a:pt x="447675" y="619125"/>
                </a:lnTo>
                <a:lnTo>
                  <a:pt x="438150" y="619125"/>
                </a:lnTo>
                <a:close/>
                <a:moveTo>
                  <a:pt x="133350" y="619125"/>
                </a:moveTo>
                <a:lnTo>
                  <a:pt x="142875" y="619125"/>
                </a:lnTo>
                <a:lnTo>
                  <a:pt x="142875" y="628650"/>
                </a:lnTo>
                <a:lnTo>
                  <a:pt x="133350" y="628650"/>
                </a:lnTo>
                <a:close/>
                <a:moveTo>
                  <a:pt x="409575" y="619125"/>
                </a:moveTo>
                <a:lnTo>
                  <a:pt x="419100" y="619125"/>
                </a:lnTo>
                <a:lnTo>
                  <a:pt x="419100" y="628650"/>
                </a:lnTo>
                <a:lnTo>
                  <a:pt x="409575" y="628650"/>
                </a:lnTo>
                <a:close/>
                <a:moveTo>
                  <a:pt x="161925" y="628650"/>
                </a:moveTo>
                <a:lnTo>
                  <a:pt x="180975" y="628650"/>
                </a:lnTo>
                <a:lnTo>
                  <a:pt x="180975" y="638175"/>
                </a:lnTo>
                <a:lnTo>
                  <a:pt x="161925" y="638175"/>
                </a:lnTo>
                <a:close/>
                <a:moveTo>
                  <a:pt x="371475" y="628650"/>
                </a:moveTo>
                <a:lnTo>
                  <a:pt x="390525" y="628650"/>
                </a:lnTo>
                <a:lnTo>
                  <a:pt x="390525" y="638175"/>
                </a:lnTo>
                <a:lnTo>
                  <a:pt x="371475" y="638175"/>
                </a:lnTo>
                <a:close/>
                <a:moveTo>
                  <a:pt x="238125" y="638175"/>
                </a:moveTo>
                <a:lnTo>
                  <a:pt x="323850" y="638175"/>
                </a:lnTo>
                <a:lnTo>
                  <a:pt x="323850" y="647700"/>
                </a:lnTo>
                <a:lnTo>
                  <a:pt x="238125" y="647700"/>
                </a:lnTo>
                <a:close/>
              </a:path>
            </a:pathLst>
          </a:custGeom>
          <a:solidFill xmlns:a="http://schemas.openxmlformats.org/drawingml/2006/main">
            <a:srgbClr val="768787"/>
          </a:solidFill>
          <a:ln xmlns:a="http://schemas.openxmlformats.org/drawingml/2006/main" w="0">
            <a:noFill/>
          </a:ln>
        </p:spPr>
      </p:sp>
      <p:sp>
        <p:nvSpPr>
          <p:cNvPr id="77" name="database vector #4a5c5d">
            <a:extLst xmlns:a="http://schemas.openxmlformats.org/drawingml/2006/main">
              <a:ext uri="{FF2B5EF4-FFF2-40B4-BE49-F238E27FC236}">
                <a16:creationId xmlns:a16="http://schemas.microsoft.com/office/drawing/2014/main" id="{E6BFB677-D395-4E06-A3E6-AC5F40B0341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01325" y="1533525"/>
            <a:ext cx="571500" cy="695325"/>
          </a:xfrm>
          <a:custGeom xmlns:a="http://schemas.openxmlformats.org/drawingml/2006/main">
            <a:pathLst>
              <a:path w="571500" h="695325">
                <a:moveTo>
                  <a:pt x="266700" y="47625"/>
                </a:moveTo>
                <a:lnTo>
                  <a:pt x="304800" y="47625"/>
                </a:lnTo>
                <a:lnTo>
                  <a:pt x="304800" y="57150"/>
                </a:lnTo>
                <a:lnTo>
                  <a:pt x="266700" y="57150"/>
                </a:lnTo>
                <a:close/>
                <a:moveTo>
                  <a:pt x="171450" y="57150"/>
                </a:moveTo>
                <a:lnTo>
                  <a:pt x="180975" y="57150"/>
                </a:lnTo>
                <a:lnTo>
                  <a:pt x="180975" y="66675"/>
                </a:lnTo>
                <a:lnTo>
                  <a:pt x="171450" y="66675"/>
                </a:lnTo>
                <a:close/>
                <a:moveTo>
                  <a:pt x="371475" y="57150"/>
                </a:moveTo>
                <a:lnTo>
                  <a:pt x="381000" y="57150"/>
                </a:lnTo>
                <a:lnTo>
                  <a:pt x="381000" y="66675"/>
                </a:lnTo>
                <a:lnTo>
                  <a:pt x="371475" y="66675"/>
                </a:lnTo>
                <a:close/>
                <a:moveTo>
                  <a:pt x="133350" y="66675"/>
                </a:moveTo>
                <a:lnTo>
                  <a:pt x="142875" y="66675"/>
                </a:lnTo>
                <a:lnTo>
                  <a:pt x="142875" y="76200"/>
                </a:lnTo>
                <a:lnTo>
                  <a:pt x="133350" y="76200"/>
                </a:lnTo>
                <a:close/>
                <a:moveTo>
                  <a:pt x="409575" y="66675"/>
                </a:moveTo>
                <a:lnTo>
                  <a:pt x="419100" y="66675"/>
                </a:lnTo>
                <a:lnTo>
                  <a:pt x="419100" y="76200"/>
                </a:lnTo>
                <a:lnTo>
                  <a:pt x="409575" y="76200"/>
                </a:lnTo>
                <a:close/>
                <a:moveTo>
                  <a:pt x="228600" y="76200"/>
                </a:moveTo>
                <a:lnTo>
                  <a:pt x="257175" y="76200"/>
                </a:lnTo>
                <a:lnTo>
                  <a:pt x="257175" y="85725"/>
                </a:lnTo>
                <a:lnTo>
                  <a:pt x="228600" y="85725"/>
                </a:lnTo>
                <a:close/>
                <a:moveTo>
                  <a:pt x="314325" y="76200"/>
                </a:moveTo>
                <a:lnTo>
                  <a:pt x="333375" y="76200"/>
                </a:lnTo>
                <a:lnTo>
                  <a:pt x="333375" y="85725"/>
                </a:lnTo>
                <a:lnTo>
                  <a:pt x="314325" y="85725"/>
                </a:lnTo>
                <a:close/>
                <a:moveTo>
                  <a:pt x="438150" y="76200"/>
                </a:moveTo>
                <a:lnTo>
                  <a:pt x="447675" y="76200"/>
                </a:lnTo>
                <a:lnTo>
                  <a:pt x="447675" y="85725"/>
                </a:lnTo>
                <a:lnTo>
                  <a:pt x="438150" y="85725"/>
                </a:lnTo>
                <a:close/>
                <a:moveTo>
                  <a:pt x="171450" y="85725"/>
                </a:moveTo>
                <a:lnTo>
                  <a:pt x="180975" y="85725"/>
                </a:lnTo>
                <a:lnTo>
                  <a:pt x="180975" y="95250"/>
                </a:lnTo>
                <a:lnTo>
                  <a:pt x="171450" y="95250"/>
                </a:lnTo>
                <a:close/>
                <a:moveTo>
                  <a:pt x="381000" y="85725"/>
                </a:moveTo>
                <a:lnTo>
                  <a:pt x="390525" y="85725"/>
                </a:lnTo>
                <a:lnTo>
                  <a:pt x="390525" y="95250"/>
                </a:lnTo>
                <a:lnTo>
                  <a:pt x="381000" y="95250"/>
                </a:lnTo>
                <a:close/>
                <a:moveTo>
                  <a:pt x="76200" y="95250"/>
                </a:moveTo>
                <a:lnTo>
                  <a:pt x="85725" y="95250"/>
                </a:lnTo>
                <a:lnTo>
                  <a:pt x="85725" y="104775"/>
                </a:lnTo>
                <a:lnTo>
                  <a:pt x="76200" y="104775"/>
                </a:lnTo>
                <a:close/>
                <a:moveTo>
                  <a:pt x="133350" y="95250"/>
                </a:moveTo>
                <a:lnTo>
                  <a:pt x="142875" y="95250"/>
                </a:lnTo>
                <a:lnTo>
                  <a:pt x="142875" y="104775"/>
                </a:lnTo>
                <a:lnTo>
                  <a:pt x="133350" y="104775"/>
                </a:lnTo>
                <a:close/>
                <a:moveTo>
                  <a:pt x="409575" y="95250"/>
                </a:moveTo>
                <a:lnTo>
                  <a:pt x="419100" y="95250"/>
                </a:lnTo>
                <a:lnTo>
                  <a:pt x="419100" y="104775"/>
                </a:lnTo>
                <a:lnTo>
                  <a:pt x="409575" y="104775"/>
                </a:lnTo>
                <a:close/>
                <a:moveTo>
                  <a:pt x="66675" y="104775"/>
                </a:moveTo>
                <a:lnTo>
                  <a:pt x="76200" y="104775"/>
                </a:lnTo>
                <a:lnTo>
                  <a:pt x="76200" y="114300"/>
                </a:lnTo>
                <a:lnTo>
                  <a:pt x="66675" y="114300"/>
                </a:lnTo>
                <a:close/>
                <a:moveTo>
                  <a:pt x="57150" y="114300"/>
                </a:moveTo>
                <a:lnTo>
                  <a:pt x="66675" y="114300"/>
                </a:lnTo>
                <a:lnTo>
                  <a:pt x="66675" y="123825"/>
                </a:lnTo>
                <a:lnTo>
                  <a:pt x="57150" y="123825"/>
                </a:lnTo>
                <a:close/>
                <a:moveTo>
                  <a:pt x="95250" y="114300"/>
                </a:moveTo>
                <a:lnTo>
                  <a:pt x="104775" y="114300"/>
                </a:lnTo>
                <a:lnTo>
                  <a:pt x="104775" y="123825"/>
                </a:lnTo>
                <a:lnTo>
                  <a:pt x="95250" y="123825"/>
                </a:lnTo>
                <a:close/>
                <a:moveTo>
                  <a:pt x="85725" y="123825"/>
                </a:moveTo>
                <a:lnTo>
                  <a:pt x="95250" y="123825"/>
                </a:lnTo>
                <a:lnTo>
                  <a:pt x="95250" y="133350"/>
                </a:lnTo>
                <a:lnTo>
                  <a:pt x="85725" y="133350"/>
                </a:lnTo>
                <a:close/>
                <a:moveTo>
                  <a:pt x="466725" y="133350"/>
                </a:moveTo>
                <a:lnTo>
                  <a:pt x="476250" y="133350"/>
                </a:lnTo>
                <a:lnTo>
                  <a:pt x="476250" y="152400"/>
                </a:lnTo>
                <a:lnTo>
                  <a:pt x="466725" y="152400"/>
                </a:lnTo>
                <a:close/>
                <a:moveTo>
                  <a:pt x="495300" y="133350"/>
                </a:moveTo>
                <a:lnTo>
                  <a:pt x="504825" y="133350"/>
                </a:lnTo>
                <a:lnTo>
                  <a:pt x="504825" y="333375"/>
                </a:lnTo>
                <a:lnTo>
                  <a:pt x="495300" y="333375"/>
                </a:lnTo>
                <a:close/>
                <a:moveTo>
                  <a:pt x="438150" y="171450"/>
                </a:moveTo>
                <a:lnTo>
                  <a:pt x="447675" y="171450"/>
                </a:lnTo>
                <a:lnTo>
                  <a:pt x="447675" y="180975"/>
                </a:lnTo>
                <a:lnTo>
                  <a:pt x="438150" y="180975"/>
                </a:lnTo>
                <a:close/>
                <a:moveTo>
                  <a:pt x="47625" y="180975"/>
                </a:moveTo>
                <a:lnTo>
                  <a:pt x="57150" y="180975"/>
                </a:lnTo>
                <a:lnTo>
                  <a:pt x="57150" y="552450"/>
                </a:lnTo>
                <a:lnTo>
                  <a:pt x="47625" y="552450"/>
                </a:lnTo>
                <a:close/>
                <a:moveTo>
                  <a:pt x="419100" y="180975"/>
                </a:moveTo>
                <a:lnTo>
                  <a:pt x="428625" y="180975"/>
                </a:lnTo>
                <a:lnTo>
                  <a:pt x="428625" y="190500"/>
                </a:lnTo>
                <a:lnTo>
                  <a:pt x="419100" y="190500"/>
                </a:lnTo>
                <a:close/>
                <a:moveTo>
                  <a:pt x="85725" y="190500"/>
                </a:moveTo>
                <a:lnTo>
                  <a:pt x="95250" y="190500"/>
                </a:lnTo>
                <a:lnTo>
                  <a:pt x="95250" y="200025"/>
                </a:lnTo>
                <a:lnTo>
                  <a:pt x="85725" y="200025"/>
                </a:lnTo>
                <a:close/>
                <a:moveTo>
                  <a:pt x="390525" y="190500"/>
                </a:moveTo>
                <a:lnTo>
                  <a:pt x="400050" y="190500"/>
                </a:lnTo>
                <a:lnTo>
                  <a:pt x="400050" y="200025"/>
                </a:lnTo>
                <a:lnTo>
                  <a:pt x="390525" y="200025"/>
                </a:lnTo>
                <a:close/>
                <a:moveTo>
                  <a:pt x="457200" y="190500"/>
                </a:moveTo>
                <a:lnTo>
                  <a:pt x="466725" y="190500"/>
                </a:lnTo>
                <a:lnTo>
                  <a:pt x="466725" y="200025"/>
                </a:lnTo>
                <a:lnTo>
                  <a:pt x="457200" y="200025"/>
                </a:lnTo>
                <a:close/>
                <a:moveTo>
                  <a:pt x="76200" y="200025"/>
                </a:moveTo>
                <a:lnTo>
                  <a:pt x="85725" y="200025"/>
                </a:lnTo>
                <a:lnTo>
                  <a:pt x="85725" y="285750"/>
                </a:lnTo>
                <a:lnTo>
                  <a:pt x="76200" y="285750"/>
                </a:lnTo>
                <a:close/>
                <a:moveTo>
                  <a:pt x="104775" y="200025"/>
                </a:moveTo>
                <a:lnTo>
                  <a:pt x="114300" y="200025"/>
                </a:lnTo>
                <a:lnTo>
                  <a:pt x="114300" y="209550"/>
                </a:lnTo>
                <a:lnTo>
                  <a:pt x="104775" y="209550"/>
                </a:lnTo>
                <a:close/>
                <a:moveTo>
                  <a:pt x="209550" y="200025"/>
                </a:moveTo>
                <a:lnTo>
                  <a:pt x="228600" y="200025"/>
                </a:lnTo>
                <a:lnTo>
                  <a:pt x="228600" y="209550"/>
                </a:lnTo>
                <a:lnTo>
                  <a:pt x="209550" y="209550"/>
                </a:lnTo>
                <a:close/>
                <a:moveTo>
                  <a:pt x="333375" y="200025"/>
                </a:moveTo>
                <a:lnTo>
                  <a:pt x="352425" y="200025"/>
                </a:lnTo>
                <a:lnTo>
                  <a:pt x="352425" y="209550"/>
                </a:lnTo>
                <a:lnTo>
                  <a:pt x="333375" y="209550"/>
                </a:lnTo>
                <a:close/>
                <a:moveTo>
                  <a:pt x="438150" y="200025"/>
                </a:moveTo>
                <a:lnTo>
                  <a:pt x="447675" y="200025"/>
                </a:lnTo>
                <a:lnTo>
                  <a:pt x="447675" y="209550"/>
                </a:lnTo>
                <a:lnTo>
                  <a:pt x="438150" y="209550"/>
                </a:lnTo>
                <a:close/>
                <a:moveTo>
                  <a:pt x="419100" y="209550"/>
                </a:moveTo>
                <a:lnTo>
                  <a:pt x="428625" y="209550"/>
                </a:lnTo>
                <a:lnTo>
                  <a:pt x="428625" y="219075"/>
                </a:lnTo>
                <a:lnTo>
                  <a:pt x="419100" y="219075"/>
                </a:lnTo>
                <a:close/>
                <a:moveTo>
                  <a:pt x="161925" y="219075"/>
                </a:moveTo>
                <a:lnTo>
                  <a:pt x="171450" y="219075"/>
                </a:lnTo>
                <a:lnTo>
                  <a:pt x="171450" y="228600"/>
                </a:lnTo>
                <a:lnTo>
                  <a:pt x="161925" y="228600"/>
                </a:lnTo>
                <a:close/>
                <a:moveTo>
                  <a:pt x="381000" y="219075"/>
                </a:moveTo>
                <a:lnTo>
                  <a:pt x="390525" y="219075"/>
                </a:lnTo>
                <a:lnTo>
                  <a:pt x="390525" y="228600"/>
                </a:lnTo>
                <a:lnTo>
                  <a:pt x="381000" y="228600"/>
                </a:lnTo>
                <a:close/>
                <a:moveTo>
                  <a:pt x="219075" y="228600"/>
                </a:moveTo>
                <a:lnTo>
                  <a:pt x="257175" y="228600"/>
                </a:lnTo>
                <a:lnTo>
                  <a:pt x="257175" y="238125"/>
                </a:lnTo>
                <a:lnTo>
                  <a:pt x="219075" y="238125"/>
                </a:lnTo>
                <a:close/>
                <a:moveTo>
                  <a:pt x="295275" y="228600"/>
                </a:moveTo>
                <a:lnTo>
                  <a:pt x="333375" y="228600"/>
                </a:lnTo>
                <a:lnTo>
                  <a:pt x="333375" y="238125"/>
                </a:lnTo>
                <a:lnTo>
                  <a:pt x="295275" y="238125"/>
                </a:lnTo>
                <a:close/>
                <a:moveTo>
                  <a:pt x="123825" y="314325"/>
                </a:moveTo>
                <a:lnTo>
                  <a:pt x="133350" y="314325"/>
                </a:lnTo>
                <a:lnTo>
                  <a:pt x="133350" y="323850"/>
                </a:lnTo>
                <a:lnTo>
                  <a:pt x="123825" y="323850"/>
                </a:lnTo>
                <a:close/>
                <a:moveTo>
                  <a:pt x="85725" y="323850"/>
                </a:moveTo>
                <a:lnTo>
                  <a:pt x="95250" y="323850"/>
                </a:lnTo>
                <a:lnTo>
                  <a:pt x="95250" y="333375"/>
                </a:lnTo>
                <a:lnTo>
                  <a:pt x="85725" y="333375"/>
                </a:lnTo>
                <a:close/>
                <a:moveTo>
                  <a:pt x="152400" y="323850"/>
                </a:moveTo>
                <a:lnTo>
                  <a:pt x="161925" y="323850"/>
                </a:lnTo>
                <a:lnTo>
                  <a:pt x="161925" y="333375"/>
                </a:lnTo>
                <a:lnTo>
                  <a:pt x="152400" y="333375"/>
                </a:lnTo>
                <a:close/>
                <a:moveTo>
                  <a:pt x="76200" y="333375"/>
                </a:moveTo>
                <a:lnTo>
                  <a:pt x="85725" y="333375"/>
                </a:lnTo>
                <a:lnTo>
                  <a:pt x="85725" y="342900"/>
                </a:lnTo>
                <a:lnTo>
                  <a:pt x="76200" y="342900"/>
                </a:lnTo>
                <a:close/>
                <a:moveTo>
                  <a:pt x="200025" y="333375"/>
                </a:moveTo>
                <a:lnTo>
                  <a:pt x="209550" y="333375"/>
                </a:lnTo>
                <a:lnTo>
                  <a:pt x="209550" y="342900"/>
                </a:lnTo>
                <a:lnTo>
                  <a:pt x="200025" y="342900"/>
                </a:lnTo>
                <a:close/>
                <a:moveTo>
                  <a:pt x="352425" y="333375"/>
                </a:moveTo>
                <a:lnTo>
                  <a:pt x="361950" y="333375"/>
                </a:lnTo>
                <a:lnTo>
                  <a:pt x="361950" y="342900"/>
                </a:lnTo>
                <a:lnTo>
                  <a:pt x="352425" y="342900"/>
                </a:lnTo>
                <a:close/>
                <a:moveTo>
                  <a:pt x="447675" y="333375"/>
                </a:moveTo>
                <a:lnTo>
                  <a:pt x="457200" y="333375"/>
                </a:lnTo>
                <a:lnTo>
                  <a:pt x="457200" y="342900"/>
                </a:lnTo>
                <a:lnTo>
                  <a:pt x="447675" y="342900"/>
                </a:lnTo>
                <a:close/>
                <a:moveTo>
                  <a:pt x="123825" y="342900"/>
                </a:moveTo>
                <a:lnTo>
                  <a:pt x="133350" y="342900"/>
                </a:lnTo>
                <a:lnTo>
                  <a:pt x="133350" y="352425"/>
                </a:lnTo>
                <a:lnTo>
                  <a:pt x="123825" y="352425"/>
                </a:lnTo>
                <a:close/>
                <a:moveTo>
                  <a:pt x="390525" y="352425"/>
                </a:moveTo>
                <a:lnTo>
                  <a:pt x="400050" y="352425"/>
                </a:lnTo>
                <a:lnTo>
                  <a:pt x="400050" y="361950"/>
                </a:lnTo>
                <a:lnTo>
                  <a:pt x="390525" y="361950"/>
                </a:lnTo>
                <a:close/>
                <a:moveTo>
                  <a:pt x="209550" y="361950"/>
                </a:moveTo>
                <a:lnTo>
                  <a:pt x="228600" y="361950"/>
                </a:lnTo>
                <a:lnTo>
                  <a:pt x="228600" y="371475"/>
                </a:lnTo>
                <a:lnTo>
                  <a:pt x="209550" y="371475"/>
                </a:lnTo>
                <a:close/>
                <a:moveTo>
                  <a:pt x="323850" y="361950"/>
                </a:moveTo>
                <a:lnTo>
                  <a:pt x="352425" y="361950"/>
                </a:lnTo>
                <a:lnTo>
                  <a:pt x="352425" y="371475"/>
                </a:lnTo>
                <a:lnTo>
                  <a:pt x="323850" y="371475"/>
                </a:lnTo>
                <a:close/>
                <a:moveTo>
                  <a:pt x="76200" y="409575"/>
                </a:moveTo>
                <a:lnTo>
                  <a:pt x="85725" y="409575"/>
                </a:lnTo>
                <a:lnTo>
                  <a:pt x="85725" y="419100"/>
                </a:lnTo>
                <a:lnTo>
                  <a:pt x="76200" y="419100"/>
                </a:lnTo>
                <a:close/>
                <a:moveTo>
                  <a:pt x="466725" y="419100"/>
                </a:moveTo>
                <a:lnTo>
                  <a:pt x="476250" y="419100"/>
                </a:lnTo>
                <a:lnTo>
                  <a:pt x="476250" y="428625"/>
                </a:lnTo>
                <a:lnTo>
                  <a:pt x="466725" y="428625"/>
                </a:lnTo>
                <a:close/>
                <a:moveTo>
                  <a:pt x="457200" y="428625"/>
                </a:moveTo>
                <a:lnTo>
                  <a:pt x="466725" y="428625"/>
                </a:lnTo>
                <a:lnTo>
                  <a:pt x="466725" y="438150"/>
                </a:lnTo>
                <a:lnTo>
                  <a:pt x="457200" y="438150"/>
                </a:lnTo>
                <a:close/>
                <a:moveTo>
                  <a:pt x="142875" y="457200"/>
                </a:moveTo>
                <a:lnTo>
                  <a:pt x="152400" y="457200"/>
                </a:lnTo>
                <a:lnTo>
                  <a:pt x="152400" y="466725"/>
                </a:lnTo>
                <a:lnTo>
                  <a:pt x="142875" y="466725"/>
                </a:lnTo>
                <a:close/>
                <a:moveTo>
                  <a:pt x="400050" y="457200"/>
                </a:moveTo>
                <a:lnTo>
                  <a:pt x="409575" y="457200"/>
                </a:lnTo>
                <a:lnTo>
                  <a:pt x="409575" y="466725"/>
                </a:lnTo>
                <a:lnTo>
                  <a:pt x="400050" y="466725"/>
                </a:lnTo>
                <a:close/>
                <a:moveTo>
                  <a:pt x="76200" y="466725"/>
                </a:moveTo>
                <a:lnTo>
                  <a:pt x="104775" y="466725"/>
                </a:lnTo>
                <a:lnTo>
                  <a:pt x="104775" y="476250"/>
                </a:lnTo>
                <a:lnTo>
                  <a:pt x="76200" y="476250"/>
                </a:lnTo>
                <a:close/>
                <a:moveTo>
                  <a:pt x="180975" y="466725"/>
                </a:moveTo>
                <a:lnTo>
                  <a:pt x="200025" y="466725"/>
                </a:lnTo>
                <a:lnTo>
                  <a:pt x="200025" y="476250"/>
                </a:lnTo>
                <a:lnTo>
                  <a:pt x="180975" y="476250"/>
                </a:lnTo>
                <a:close/>
                <a:moveTo>
                  <a:pt x="361950" y="466725"/>
                </a:moveTo>
                <a:lnTo>
                  <a:pt x="371475" y="466725"/>
                </a:lnTo>
                <a:lnTo>
                  <a:pt x="371475" y="476250"/>
                </a:lnTo>
                <a:lnTo>
                  <a:pt x="361950" y="476250"/>
                </a:lnTo>
                <a:close/>
                <a:moveTo>
                  <a:pt x="447675" y="466725"/>
                </a:moveTo>
                <a:lnTo>
                  <a:pt x="457200" y="466725"/>
                </a:lnTo>
                <a:lnTo>
                  <a:pt x="457200" y="476250"/>
                </a:lnTo>
                <a:lnTo>
                  <a:pt x="447675" y="476250"/>
                </a:lnTo>
                <a:close/>
                <a:moveTo>
                  <a:pt x="428625" y="476250"/>
                </a:moveTo>
                <a:lnTo>
                  <a:pt x="438150" y="476250"/>
                </a:lnTo>
                <a:lnTo>
                  <a:pt x="438150" y="485775"/>
                </a:lnTo>
                <a:lnTo>
                  <a:pt x="428625" y="485775"/>
                </a:lnTo>
                <a:close/>
                <a:moveTo>
                  <a:pt x="76200" y="485775"/>
                </a:moveTo>
                <a:lnTo>
                  <a:pt x="85725" y="485775"/>
                </a:lnTo>
                <a:lnTo>
                  <a:pt x="85725" y="514350"/>
                </a:lnTo>
                <a:lnTo>
                  <a:pt x="76200" y="514350"/>
                </a:lnTo>
                <a:close/>
                <a:moveTo>
                  <a:pt x="400050" y="485775"/>
                </a:moveTo>
                <a:lnTo>
                  <a:pt x="409575" y="485775"/>
                </a:lnTo>
                <a:lnTo>
                  <a:pt x="409575" y="495300"/>
                </a:lnTo>
                <a:lnTo>
                  <a:pt x="400050" y="495300"/>
                </a:lnTo>
                <a:close/>
                <a:moveTo>
                  <a:pt x="190500" y="495300"/>
                </a:moveTo>
                <a:lnTo>
                  <a:pt x="209550" y="495300"/>
                </a:lnTo>
                <a:lnTo>
                  <a:pt x="209550" y="504825"/>
                </a:lnTo>
                <a:lnTo>
                  <a:pt x="190500" y="504825"/>
                </a:lnTo>
                <a:close/>
                <a:moveTo>
                  <a:pt x="342900" y="495300"/>
                </a:moveTo>
                <a:lnTo>
                  <a:pt x="361950" y="495300"/>
                </a:lnTo>
                <a:lnTo>
                  <a:pt x="361950" y="504825"/>
                </a:lnTo>
                <a:lnTo>
                  <a:pt x="342900" y="504825"/>
                </a:lnTo>
                <a:close/>
                <a:moveTo>
                  <a:pt x="76200" y="542925"/>
                </a:moveTo>
                <a:lnTo>
                  <a:pt x="85725" y="542925"/>
                </a:lnTo>
                <a:lnTo>
                  <a:pt x="85725" y="552450"/>
                </a:lnTo>
                <a:lnTo>
                  <a:pt x="76200" y="552450"/>
                </a:lnTo>
                <a:close/>
                <a:moveTo>
                  <a:pt x="466725" y="552450"/>
                </a:moveTo>
                <a:lnTo>
                  <a:pt x="476250" y="552450"/>
                </a:lnTo>
                <a:lnTo>
                  <a:pt x="476250" y="561975"/>
                </a:lnTo>
                <a:lnTo>
                  <a:pt x="466725" y="561975"/>
                </a:lnTo>
                <a:close/>
                <a:moveTo>
                  <a:pt x="495300" y="552450"/>
                </a:moveTo>
                <a:lnTo>
                  <a:pt x="504825" y="552450"/>
                </a:lnTo>
                <a:lnTo>
                  <a:pt x="504825" y="561975"/>
                </a:lnTo>
                <a:lnTo>
                  <a:pt x="495300" y="561975"/>
                </a:lnTo>
                <a:close/>
                <a:moveTo>
                  <a:pt x="457200" y="561975"/>
                </a:moveTo>
                <a:lnTo>
                  <a:pt x="466725" y="561975"/>
                </a:lnTo>
                <a:lnTo>
                  <a:pt x="466725" y="571500"/>
                </a:lnTo>
                <a:lnTo>
                  <a:pt x="457200" y="571500"/>
                </a:lnTo>
                <a:close/>
                <a:moveTo>
                  <a:pt x="447675" y="571500"/>
                </a:moveTo>
                <a:lnTo>
                  <a:pt x="457200" y="571500"/>
                </a:lnTo>
                <a:lnTo>
                  <a:pt x="457200" y="581025"/>
                </a:lnTo>
                <a:lnTo>
                  <a:pt x="447675" y="581025"/>
                </a:lnTo>
                <a:close/>
                <a:moveTo>
                  <a:pt x="485775" y="571500"/>
                </a:moveTo>
                <a:lnTo>
                  <a:pt x="495300" y="571500"/>
                </a:lnTo>
                <a:lnTo>
                  <a:pt x="495300" y="581025"/>
                </a:lnTo>
                <a:lnTo>
                  <a:pt x="485775" y="581025"/>
                </a:lnTo>
                <a:close/>
                <a:moveTo>
                  <a:pt x="114300" y="581025"/>
                </a:moveTo>
                <a:lnTo>
                  <a:pt x="123825" y="581025"/>
                </a:lnTo>
                <a:lnTo>
                  <a:pt x="123825" y="590550"/>
                </a:lnTo>
                <a:lnTo>
                  <a:pt x="114300" y="590550"/>
                </a:lnTo>
                <a:close/>
                <a:moveTo>
                  <a:pt x="476250" y="581025"/>
                </a:moveTo>
                <a:lnTo>
                  <a:pt x="485775" y="581025"/>
                </a:lnTo>
                <a:lnTo>
                  <a:pt x="485775" y="590550"/>
                </a:lnTo>
                <a:lnTo>
                  <a:pt x="476250" y="590550"/>
                </a:lnTo>
                <a:close/>
                <a:moveTo>
                  <a:pt x="466725" y="590550"/>
                </a:moveTo>
                <a:lnTo>
                  <a:pt x="476250" y="590550"/>
                </a:lnTo>
                <a:lnTo>
                  <a:pt x="476250" y="600075"/>
                </a:lnTo>
                <a:lnTo>
                  <a:pt x="466725" y="600075"/>
                </a:lnTo>
                <a:close/>
                <a:moveTo>
                  <a:pt x="171450" y="600075"/>
                </a:moveTo>
                <a:lnTo>
                  <a:pt x="180975" y="600075"/>
                </a:lnTo>
                <a:lnTo>
                  <a:pt x="180975" y="609600"/>
                </a:lnTo>
                <a:lnTo>
                  <a:pt x="171450" y="609600"/>
                </a:lnTo>
                <a:close/>
                <a:moveTo>
                  <a:pt x="371475" y="600075"/>
                </a:moveTo>
                <a:lnTo>
                  <a:pt x="381000" y="600075"/>
                </a:lnTo>
                <a:lnTo>
                  <a:pt x="381000" y="609600"/>
                </a:lnTo>
                <a:lnTo>
                  <a:pt x="371475" y="609600"/>
                </a:lnTo>
                <a:close/>
                <a:moveTo>
                  <a:pt x="114300" y="609600"/>
                </a:moveTo>
                <a:lnTo>
                  <a:pt x="123825" y="609600"/>
                </a:lnTo>
                <a:lnTo>
                  <a:pt x="123825" y="619125"/>
                </a:lnTo>
                <a:lnTo>
                  <a:pt x="114300" y="619125"/>
                </a:lnTo>
                <a:close/>
                <a:moveTo>
                  <a:pt x="238125" y="609600"/>
                </a:moveTo>
                <a:lnTo>
                  <a:pt x="314325" y="609600"/>
                </a:lnTo>
                <a:lnTo>
                  <a:pt x="314325" y="619125"/>
                </a:lnTo>
                <a:lnTo>
                  <a:pt x="238125" y="619125"/>
                </a:lnTo>
                <a:close/>
                <a:moveTo>
                  <a:pt x="428625" y="609600"/>
                </a:moveTo>
                <a:lnTo>
                  <a:pt x="438150" y="609600"/>
                </a:lnTo>
                <a:lnTo>
                  <a:pt x="438150" y="619125"/>
                </a:lnTo>
                <a:lnTo>
                  <a:pt x="428625" y="619125"/>
                </a:lnTo>
                <a:close/>
                <a:moveTo>
                  <a:pt x="180975" y="628650"/>
                </a:moveTo>
                <a:lnTo>
                  <a:pt x="190500" y="628650"/>
                </a:lnTo>
                <a:lnTo>
                  <a:pt x="190500" y="638175"/>
                </a:lnTo>
                <a:lnTo>
                  <a:pt x="180975" y="638175"/>
                </a:lnTo>
                <a:close/>
                <a:moveTo>
                  <a:pt x="361950" y="628650"/>
                </a:moveTo>
                <a:lnTo>
                  <a:pt x="371475" y="628650"/>
                </a:lnTo>
                <a:lnTo>
                  <a:pt x="371475" y="638175"/>
                </a:lnTo>
                <a:lnTo>
                  <a:pt x="361950" y="638175"/>
                </a:lnTo>
                <a:close/>
              </a:path>
            </a:pathLst>
          </a:custGeom>
          <a:solidFill xmlns:a="http://schemas.openxmlformats.org/drawingml/2006/main">
            <a:srgbClr val="4A5C5D"/>
          </a:solidFill>
          <a:ln xmlns:a="http://schemas.openxmlformats.org/drawingml/2006/main" w="0">
            <a:noFill/>
          </a:ln>
        </p:spPr>
      </p:sp>
      <p:sp>
        <p:nvSpPr>
          <p:cNvPr id="78" name="database vector #2d4346">
            <a:extLst xmlns:a="http://schemas.openxmlformats.org/drawingml/2006/main">
              <a:ext uri="{FF2B5EF4-FFF2-40B4-BE49-F238E27FC236}">
                <a16:creationId xmlns:a16="http://schemas.microsoft.com/office/drawing/2014/main" id="{EA9D91A6-57D8-429A-A118-9A3E30915ED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01325" y="1533525"/>
            <a:ext cx="571500" cy="695325"/>
          </a:xfrm>
          <a:custGeom xmlns:a="http://schemas.openxmlformats.org/drawingml/2006/main">
            <a:pathLst>
              <a:path w="571500" h="695325">
                <a:moveTo>
                  <a:pt x="180975" y="57150"/>
                </a:moveTo>
                <a:lnTo>
                  <a:pt x="200025" y="57150"/>
                </a:lnTo>
                <a:lnTo>
                  <a:pt x="200025" y="66675"/>
                </a:lnTo>
                <a:lnTo>
                  <a:pt x="180975" y="66675"/>
                </a:lnTo>
                <a:close/>
                <a:moveTo>
                  <a:pt x="352425" y="57150"/>
                </a:moveTo>
                <a:lnTo>
                  <a:pt x="371475" y="57150"/>
                </a:lnTo>
                <a:lnTo>
                  <a:pt x="371475" y="66675"/>
                </a:lnTo>
                <a:lnTo>
                  <a:pt x="352425" y="66675"/>
                </a:lnTo>
                <a:close/>
                <a:moveTo>
                  <a:pt x="142875" y="66675"/>
                </a:moveTo>
                <a:lnTo>
                  <a:pt x="161925" y="66675"/>
                </a:lnTo>
                <a:lnTo>
                  <a:pt x="161925" y="76200"/>
                </a:lnTo>
                <a:lnTo>
                  <a:pt x="142875" y="76200"/>
                </a:lnTo>
                <a:close/>
                <a:moveTo>
                  <a:pt x="390525" y="66675"/>
                </a:moveTo>
                <a:lnTo>
                  <a:pt x="409575" y="66675"/>
                </a:lnTo>
                <a:lnTo>
                  <a:pt x="409575" y="76200"/>
                </a:lnTo>
                <a:lnTo>
                  <a:pt x="390525" y="76200"/>
                </a:lnTo>
                <a:close/>
                <a:moveTo>
                  <a:pt x="114300" y="76200"/>
                </a:moveTo>
                <a:lnTo>
                  <a:pt x="133350" y="76200"/>
                </a:lnTo>
                <a:lnTo>
                  <a:pt x="133350" y="85725"/>
                </a:lnTo>
                <a:lnTo>
                  <a:pt x="123825" y="85725"/>
                </a:lnTo>
                <a:lnTo>
                  <a:pt x="123825" y="95250"/>
                </a:lnTo>
                <a:lnTo>
                  <a:pt x="133350" y="95250"/>
                </a:lnTo>
                <a:lnTo>
                  <a:pt x="133350" y="104775"/>
                </a:lnTo>
                <a:lnTo>
                  <a:pt x="114300" y="104775"/>
                </a:lnTo>
                <a:lnTo>
                  <a:pt x="114300" y="95250"/>
                </a:lnTo>
                <a:lnTo>
                  <a:pt x="95250" y="95250"/>
                </a:lnTo>
                <a:lnTo>
                  <a:pt x="95250" y="85725"/>
                </a:lnTo>
                <a:lnTo>
                  <a:pt x="114300" y="85725"/>
                </a:lnTo>
                <a:close/>
                <a:moveTo>
                  <a:pt x="209550" y="76200"/>
                </a:moveTo>
                <a:lnTo>
                  <a:pt x="228600" y="76200"/>
                </a:lnTo>
                <a:lnTo>
                  <a:pt x="228600" y="85725"/>
                </a:lnTo>
                <a:lnTo>
                  <a:pt x="209550" y="85725"/>
                </a:lnTo>
                <a:close/>
                <a:moveTo>
                  <a:pt x="333375" y="76200"/>
                </a:moveTo>
                <a:lnTo>
                  <a:pt x="371475" y="76200"/>
                </a:lnTo>
                <a:lnTo>
                  <a:pt x="371475" y="85725"/>
                </a:lnTo>
                <a:lnTo>
                  <a:pt x="333375" y="85725"/>
                </a:lnTo>
                <a:close/>
                <a:moveTo>
                  <a:pt x="419100" y="76200"/>
                </a:moveTo>
                <a:lnTo>
                  <a:pt x="438150" y="76200"/>
                </a:lnTo>
                <a:lnTo>
                  <a:pt x="438150" y="85725"/>
                </a:lnTo>
                <a:lnTo>
                  <a:pt x="419100" y="85725"/>
                </a:lnTo>
                <a:close/>
                <a:moveTo>
                  <a:pt x="142875" y="85725"/>
                </a:moveTo>
                <a:lnTo>
                  <a:pt x="171450" y="85725"/>
                </a:lnTo>
                <a:lnTo>
                  <a:pt x="171450" y="95250"/>
                </a:lnTo>
                <a:lnTo>
                  <a:pt x="142875" y="95250"/>
                </a:lnTo>
                <a:close/>
                <a:moveTo>
                  <a:pt x="390525" y="85725"/>
                </a:moveTo>
                <a:lnTo>
                  <a:pt x="409575" y="85725"/>
                </a:lnTo>
                <a:lnTo>
                  <a:pt x="409575" y="95250"/>
                </a:lnTo>
                <a:lnTo>
                  <a:pt x="390525" y="95250"/>
                </a:lnTo>
                <a:close/>
                <a:moveTo>
                  <a:pt x="447675" y="85725"/>
                </a:moveTo>
                <a:lnTo>
                  <a:pt x="457200" y="85725"/>
                </a:lnTo>
                <a:lnTo>
                  <a:pt x="457200" y="95250"/>
                </a:lnTo>
                <a:lnTo>
                  <a:pt x="447675" y="95250"/>
                </a:lnTo>
                <a:close/>
                <a:moveTo>
                  <a:pt x="85725" y="95250"/>
                </a:moveTo>
                <a:lnTo>
                  <a:pt x="95250" y="95250"/>
                </a:lnTo>
                <a:lnTo>
                  <a:pt x="95250" y="104775"/>
                </a:lnTo>
                <a:lnTo>
                  <a:pt x="114300" y="104775"/>
                </a:lnTo>
                <a:lnTo>
                  <a:pt x="114300" y="114300"/>
                </a:lnTo>
                <a:lnTo>
                  <a:pt x="95250" y="114300"/>
                </a:lnTo>
                <a:lnTo>
                  <a:pt x="95250" y="123825"/>
                </a:lnTo>
                <a:lnTo>
                  <a:pt x="85725" y="123825"/>
                </a:lnTo>
                <a:close/>
                <a:moveTo>
                  <a:pt x="419100" y="95250"/>
                </a:moveTo>
                <a:lnTo>
                  <a:pt x="438150" y="95250"/>
                </a:lnTo>
                <a:lnTo>
                  <a:pt x="438150" y="104775"/>
                </a:lnTo>
                <a:lnTo>
                  <a:pt x="419100" y="104775"/>
                </a:lnTo>
                <a:close/>
                <a:moveTo>
                  <a:pt x="466725" y="95250"/>
                </a:moveTo>
                <a:lnTo>
                  <a:pt x="476250" y="95250"/>
                </a:lnTo>
                <a:lnTo>
                  <a:pt x="476250" y="104775"/>
                </a:lnTo>
                <a:lnTo>
                  <a:pt x="466725" y="104775"/>
                </a:lnTo>
                <a:close/>
                <a:moveTo>
                  <a:pt x="438150" y="104775"/>
                </a:moveTo>
                <a:lnTo>
                  <a:pt x="457200" y="104775"/>
                </a:lnTo>
                <a:lnTo>
                  <a:pt x="457200" y="114300"/>
                </a:lnTo>
                <a:lnTo>
                  <a:pt x="438150" y="114300"/>
                </a:lnTo>
                <a:close/>
                <a:moveTo>
                  <a:pt x="476250" y="104775"/>
                </a:moveTo>
                <a:lnTo>
                  <a:pt x="485775" y="104775"/>
                </a:lnTo>
                <a:lnTo>
                  <a:pt x="485775" y="114300"/>
                </a:lnTo>
                <a:lnTo>
                  <a:pt x="476250" y="114300"/>
                </a:lnTo>
                <a:close/>
                <a:moveTo>
                  <a:pt x="485775" y="114300"/>
                </a:moveTo>
                <a:lnTo>
                  <a:pt x="495300" y="114300"/>
                </a:lnTo>
                <a:lnTo>
                  <a:pt x="495300" y="123825"/>
                </a:lnTo>
                <a:lnTo>
                  <a:pt x="485775" y="123825"/>
                </a:lnTo>
                <a:close/>
                <a:moveTo>
                  <a:pt x="104775" y="171450"/>
                </a:moveTo>
                <a:lnTo>
                  <a:pt x="114300" y="171450"/>
                </a:lnTo>
                <a:lnTo>
                  <a:pt x="114300" y="180975"/>
                </a:lnTo>
                <a:lnTo>
                  <a:pt x="104775" y="180975"/>
                </a:lnTo>
                <a:close/>
                <a:moveTo>
                  <a:pt x="114300" y="180975"/>
                </a:moveTo>
                <a:lnTo>
                  <a:pt x="133350" y="180975"/>
                </a:lnTo>
                <a:lnTo>
                  <a:pt x="133350" y="190500"/>
                </a:lnTo>
                <a:lnTo>
                  <a:pt x="114300" y="190500"/>
                </a:lnTo>
                <a:close/>
                <a:moveTo>
                  <a:pt x="428625" y="180975"/>
                </a:moveTo>
                <a:lnTo>
                  <a:pt x="438150" y="180975"/>
                </a:lnTo>
                <a:lnTo>
                  <a:pt x="438150" y="190500"/>
                </a:lnTo>
                <a:lnTo>
                  <a:pt x="428625" y="190500"/>
                </a:lnTo>
                <a:close/>
                <a:moveTo>
                  <a:pt x="133350" y="190500"/>
                </a:moveTo>
                <a:lnTo>
                  <a:pt x="161925" y="190500"/>
                </a:lnTo>
                <a:lnTo>
                  <a:pt x="161925" y="200025"/>
                </a:lnTo>
                <a:lnTo>
                  <a:pt x="133350" y="200025"/>
                </a:lnTo>
                <a:close/>
                <a:moveTo>
                  <a:pt x="400050" y="190500"/>
                </a:moveTo>
                <a:lnTo>
                  <a:pt x="419100" y="190500"/>
                </a:lnTo>
                <a:lnTo>
                  <a:pt x="419100" y="200025"/>
                </a:lnTo>
                <a:lnTo>
                  <a:pt x="400050" y="200025"/>
                </a:lnTo>
                <a:close/>
                <a:moveTo>
                  <a:pt x="447675" y="190500"/>
                </a:moveTo>
                <a:lnTo>
                  <a:pt x="457200" y="190500"/>
                </a:lnTo>
                <a:lnTo>
                  <a:pt x="457200" y="200025"/>
                </a:lnTo>
                <a:lnTo>
                  <a:pt x="447675" y="200025"/>
                </a:lnTo>
                <a:close/>
                <a:moveTo>
                  <a:pt x="114300" y="200025"/>
                </a:moveTo>
                <a:lnTo>
                  <a:pt x="133350" y="200025"/>
                </a:lnTo>
                <a:lnTo>
                  <a:pt x="133350" y="209550"/>
                </a:lnTo>
                <a:lnTo>
                  <a:pt x="114300" y="209550"/>
                </a:lnTo>
                <a:close/>
                <a:moveTo>
                  <a:pt x="171450" y="200025"/>
                </a:moveTo>
                <a:lnTo>
                  <a:pt x="209550" y="200025"/>
                </a:lnTo>
                <a:lnTo>
                  <a:pt x="209550" y="209550"/>
                </a:lnTo>
                <a:lnTo>
                  <a:pt x="171450" y="209550"/>
                </a:lnTo>
                <a:close/>
                <a:moveTo>
                  <a:pt x="352425" y="200025"/>
                </a:moveTo>
                <a:lnTo>
                  <a:pt x="371475" y="200025"/>
                </a:lnTo>
                <a:lnTo>
                  <a:pt x="371475" y="209550"/>
                </a:lnTo>
                <a:lnTo>
                  <a:pt x="352425" y="209550"/>
                </a:lnTo>
                <a:close/>
                <a:moveTo>
                  <a:pt x="428625" y="200025"/>
                </a:moveTo>
                <a:lnTo>
                  <a:pt x="438150" y="200025"/>
                </a:lnTo>
                <a:lnTo>
                  <a:pt x="438150" y="209550"/>
                </a:lnTo>
                <a:lnTo>
                  <a:pt x="428625" y="209550"/>
                </a:lnTo>
                <a:close/>
                <a:moveTo>
                  <a:pt x="133350" y="209550"/>
                </a:moveTo>
                <a:lnTo>
                  <a:pt x="152400" y="209550"/>
                </a:lnTo>
                <a:lnTo>
                  <a:pt x="152400" y="219075"/>
                </a:lnTo>
                <a:lnTo>
                  <a:pt x="133350" y="219075"/>
                </a:lnTo>
                <a:close/>
                <a:moveTo>
                  <a:pt x="400050" y="209550"/>
                </a:moveTo>
                <a:lnTo>
                  <a:pt x="419100" y="209550"/>
                </a:lnTo>
                <a:lnTo>
                  <a:pt x="419100" y="219075"/>
                </a:lnTo>
                <a:lnTo>
                  <a:pt x="400050" y="219075"/>
                </a:lnTo>
                <a:close/>
                <a:moveTo>
                  <a:pt x="171450" y="219075"/>
                </a:moveTo>
                <a:lnTo>
                  <a:pt x="190500" y="219075"/>
                </a:lnTo>
                <a:lnTo>
                  <a:pt x="190500" y="228600"/>
                </a:lnTo>
                <a:lnTo>
                  <a:pt x="171450" y="228600"/>
                </a:lnTo>
                <a:close/>
                <a:moveTo>
                  <a:pt x="361950" y="219075"/>
                </a:moveTo>
                <a:lnTo>
                  <a:pt x="381000" y="219075"/>
                </a:lnTo>
                <a:lnTo>
                  <a:pt x="381000" y="228600"/>
                </a:lnTo>
                <a:lnTo>
                  <a:pt x="361950" y="228600"/>
                </a:lnTo>
                <a:close/>
                <a:moveTo>
                  <a:pt x="257175" y="228600"/>
                </a:moveTo>
                <a:lnTo>
                  <a:pt x="295275" y="228600"/>
                </a:lnTo>
                <a:lnTo>
                  <a:pt x="295275" y="238125"/>
                </a:lnTo>
                <a:lnTo>
                  <a:pt x="257175" y="238125"/>
                </a:lnTo>
                <a:close/>
                <a:moveTo>
                  <a:pt x="466725" y="285750"/>
                </a:moveTo>
                <a:lnTo>
                  <a:pt x="476250" y="285750"/>
                </a:lnTo>
                <a:lnTo>
                  <a:pt x="476250" y="295275"/>
                </a:lnTo>
                <a:lnTo>
                  <a:pt x="466725" y="295275"/>
                </a:lnTo>
                <a:close/>
                <a:moveTo>
                  <a:pt x="85725" y="295275"/>
                </a:moveTo>
                <a:lnTo>
                  <a:pt x="95250" y="295275"/>
                </a:lnTo>
                <a:lnTo>
                  <a:pt x="95250" y="304800"/>
                </a:lnTo>
                <a:lnTo>
                  <a:pt x="104775" y="304800"/>
                </a:lnTo>
                <a:lnTo>
                  <a:pt x="104775" y="314325"/>
                </a:lnTo>
                <a:lnTo>
                  <a:pt x="123825" y="314325"/>
                </a:lnTo>
                <a:lnTo>
                  <a:pt x="123825" y="323850"/>
                </a:lnTo>
                <a:lnTo>
                  <a:pt x="114300" y="323850"/>
                </a:lnTo>
                <a:lnTo>
                  <a:pt x="114300" y="333375"/>
                </a:lnTo>
                <a:lnTo>
                  <a:pt x="123825" y="333375"/>
                </a:lnTo>
                <a:lnTo>
                  <a:pt x="123825" y="342900"/>
                </a:lnTo>
                <a:lnTo>
                  <a:pt x="104775" y="342900"/>
                </a:lnTo>
                <a:lnTo>
                  <a:pt x="104775" y="333375"/>
                </a:lnTo>
                <a:lnTo>
                  <a:pt x="95250" y="333375"/>
                </a:lnTo>
                <a:lnTo>
                  <a:pt x="95250" y="323850"/>
                </a:lnTo>
                <a:lnTo>
                  <a:pt x="85725" y="323850"/>
                </a:lnTo>
                <a:lnTo>
                  <a:pt x="85725" y="333375"/>
                </a:lnTo>
                <a:lnTo>
                  <a:pt x="76200" y="333375"/>
                </a:lnTo>
                <a:lnTo>
                  <a:pt x="76200" y="314325"/>
                </a:lnTo>
                <a:lnTo>
                  <a:pt x="85725" y="314325"/>
                </a:lnTo>
                <a:close/>
                <a:moveTo>
                  <a:pt x="457200" y="295275"/>
                </a:moveTo>
                <a:lnTo>
                  <a:pt x="466725" y="295275"/>
                </a:lnTo>
                <a:lnTo>
                  <a:pt x="466725" y="304800"/>
                </a:lnTo>
                <a:lnTo>
                  <a:pt x="457200" y="304800"/>
                </a:lnTo>
                <a:close/>
                <a:moveTo>
                  <a:pt x="133350" y="323850"/>
                </a:moveTo>
                <a:lnTo>
                  <a:pt x="152400" y="323850"/>
                </a:lnTo>
                <a:lnTo>
                  <a:pt x="152400" y="333375"/>
                </a:lnTo>
                <a:lnTo>
                  <a:pt x="133350" y="333375"/>
                </a:lnTo>
                <a:close/>
                <a:moveTo>
                  <a:pt x="400050" y="323850"/>
                </a:moveTo>
                <a:lnTo>
                  <a:pt x="409575" y="323850"/>
                </a:lnTo>
                <a:lnTo>
                  <a:pt x="409575" y="333375"/>
                </a:lnTo>
                <a:lnTo>
                  <a:pt x="400050" y="333375"/>
                </a:lnTo>
                <a:close/>
                <a:moveTo>
                  <a:pt x="161925" y="333375"/>
                </a:moveTo>
                <a:lnTo>
                  <a:pt x="200025" y="333375"/>
                </a:lnTo>
                <a:lnTo>
                  <a:pt x="200025" y="342900"/>
                </a:lnTo>
                <a:lnTo>
                  <a:pt x="161925" y="342900"/>
                </a:lnTo>
                <a:close/>
                <a:moveTo>
                  <a:pt x="361950" y="333375"/>
                </a:moveTo>
                <a:lnTo>
                  <a:pt x="371475" y="333375"/>
                </a:lnTo>
                <a:lnTo>
                  <a:pt x="371475" y="342900"/>
                </a:lnTo>
                <a:lnTo>
                  <a:pt x="361950" y="342900"/>
                </a:lnTo>
                <a:close/>
                <a:moveTo>
                  <a:pt x="466725" y="333375"/>
                </a:moveTo>
                <a:lnTo>
                  <a:pt x="476250" y="333375"/>
                </a:lnTo>
                <a:lnTo>
                  <a:pt x="476250" y="342900"/>
                </a:lnTo>
                <a:lnTo>
                  <a:pt x="466725" y="342900"/>
                </a:lnTo>
                <a:close/>
                <a:moveTo>
                  <a:pt x="495300" y="333375"/>
                </a:moveTo>
                <a:lnTo>
                  <a:pt x="504825" y="333375"/>
                </a:lnTo>
                <a:lnTo>
                  <a:pt x="504825" y="552450"/>
                </a:lnTo>
                <a:lnTo>
                  <a:pt x="495300" y="552450"/>
                </a:lnTo>
                <a:close/>
                <a:moveTo>
                  <a:pt x="133350" y="342900"/>
                </a:moveTo>
                <a:lnTo>
                  <a:pt x="161925" y="342900"/>
                </a:lnTo>
                <a:lnTo>
                  <a:pt x="161925" y="352425"/>
                </a:lnTo>
                <a:lnTo>
                  <a:pt x="133350" y="352425"/>
                </a:lnTo>
                <a:close/>
                <a:moveTo>
                  <a:pt x="419100" y="342900"/>
                </a:moveTo>
                <a:lnTo>
                  <a:pt x="428625" y="342900"/>
                </a:lnTo>
                <a:lnTo>
                  <a:pt x="428625" y="352425"/>
                </a:lnTo>
                <a:lnTo>
                  <a:pt x="419100" y="352425"/>
                </a:lnTo>
                <a:close/>
                <a:moveTo>
                  <a:pt x="161925" y="352425"/>
                </a:moveTo>
                <a:lnTo>
                  <a:pt x="180975" y="352425"/>
                </a:lnTo>
                <a:lnTo>
                  <a:pt x="180975" y="361950"/>
                </a:lnTo>
                <a:lnTo>
                  <a:pt x="161925" y="361950"/>
                </a:lnTo>
                <a:close/>
                <a:moveTo>
                  <a:pt x="228600" y="361950"/>
                </a:moveTo>
                <a:lnTo>
                  <a:pt x="247650" y="361950"/>
                </a:lnTo>
                <a:lnTo>
                  <a:pt x="247650" y="371475"/>
                </a:lnTo>
                <a:lnTo>
                  <a:pt x="228600" y="371475"/>
                </a:lnTo>
                <a:close/>
                <a:moveTo>
                  <a:pt x="304800" y="361950"/>
                </a:moveTo>
                <a:lnTo>
                  <a:pt x="323850" y="361950"/>
                </a:lnTo>
                <a:lnTo>
                  <a:pt x="323850" y="371475"/>
                </a:lnTo>
                <a:lnTo>
                  <a:pt x="304800" y="371475"/>
                </a:lnTo>
                <a:close/>
                <a:moveTo>
                  <a:pt x="114300" y="447675"/>
                </a:moveTo>
                <a:lnTo>
                  <a:pt x="123825" y="447675"/>
                </a:lnTo>
                <a:lnTo>
                  <a:pt x="123825" y="457200"/>
                </a:lnTo>
                <a:lnTo>
                  <a:pt x="114300" y="457200"/>
                </a:lnTo>
                <a:close/>
                <a:moveTo>
                  <a:pt x="428625" y="447675"/>
                </a:moveTo>
                <a:lnTo>
                  <a:pt x="438150" y="447675"/>
                </a:lnTo>
                <a:lnTo>
                  <a:pt x="438150" y="457200"/>
                </a:lnTo>
                <a:lnTo>
                  <a:pt x="428625" y="457200"/>
                </a:lnTo>
                <a:close/>
                <a:moveTo>
                  <a:pt x="104775" y="466725"/>
                </a:moveTo>
                <a:lnTo>
                  <a:pt x="114300" y="466725"/>
                </a:lnTo>
                <a:lnTo>
                  <a:pt x="114300" y="476250"/>
                </a:lnTo>
                <a:lnTo>
                  <a:pt x="104775" y="476250"/>
                </a:lnTo>
                <a:close/>
                <a:moveTo>
                  <a:pt x="161925" y="466725"/>
                </a:moveTo>
                <a:lnTo>
                  <a:pt x="180975" y="466725"/>
                </a:lnTo>
                <a:lnTo>
                  <a:pt x="180975" y="476250"/>
                </a:lnTo>
                <a:lnTo>
                  <a:pt x="161925" y="476250"/>
                </a:lnTo>
                <a:close/>
                <a:moveTo>
                  <a:pt x="371475" y="466725"/>
                </a:moveTo>
                <a:lnTo>
                  <a:pt x="390525" y="466725"/>
                </a:lnTo>
                <a:lnTo>
                  <a:pt x="390525" y="476250"/>
                </a:lnTo>
                <a:lnTo>
                  <a:pt x="371475" y="476250"/>
                </a:lnTo>
                <a:close/>
                <a:moveTo>
                  <a:pt x="209550" y="476250"/>
                </a:moveTo>
                <a:lnTo>
                  <a:pt x="352425" y="476250"/>
                </a:lnTo>
                <a:lnTo>
                  <a:pt x="352425" y="495300"/>
                </a:lnTo>
                <a:lnTo>
                  <a:pt x="342900" y="495300"/>
                </a:lnTo>
                <a:lnTo>
                  <a:pt x="342900" y="504825"/>
                </a:lnTo>
                <a:lnTo>
                  <a:pt x="209550" y="504825"/>
                </a:lnTo>
                <a:lnTo>
                  <a:pt x="209550" y="495300"/>
                </a:lnTo>
                <a:lnTo>
                  <a:pt x="257175" y="495300"/>
                </a:lnTo>
                <a:lnTo>
                  <a:pt x="257175" y="485775"/>
                </a:lnTo>
                <a:lnTo>
                  <a:pt x="209550" y="485775"/>
                </a:lnTo>
                <a:close/>
                <a:moveTo>
                  <a:pt x="152400" y="485775"/>
                </a:moveTo>
                <a:lnTo>
                  <a:pt x="180975" y="485775"/>
                </a:lnTo>
                <a:lnTo>
                  <a:pt x="180975" y="495300"/>
                </a:lnTo>
                <a:lnTo>
                  <a:pt x="152400" y="495300"/>
                </a:lnTo>
                <a:close/>
                <a:moveTo>
                  <a:pt x="390525" y="485775"/>
                </a:moveTo>
                <a:lnTo>
                  <a:pt x="400050" y="485775"/>
                </a:lnTo>
                <a:lnTo>
                  <a:pt x="400050" y="495300"/>
                </a:lnTo>
                <a:lnTo>
                  <a:pt x="390525" y="495300"/>
                </a:lnTo>
                <a:close/>
                <a:moveTo>
                  <a:pt x="304800" y="495300"/>
                </a:moveTo>
                <a:lnTo>
                  <a:pt x="333375" y="495300"/>
                </a:lnTo>
                <a:lnTo>
                  <a:pt x="333375" y="485775"/>
                </a:lnTo>
                <a:lnTo>
                  <a:pt x="304800" y="485775"/>
                </a:lnTo>
                <a:close/>
                <a:moveTo>
                  <a:pt x="85725" y="561975"/>
                </a:moveTo>
                <a:lnTo>
                  <a:pt x="95250" y="561975"/>
                </a:lnTo>
                <a:lnTo>
                  <a:pt x="95250" y="571500"/>
                </a:lnTo>
                <a:lnTo>
                  <a:pt x="104775" y="571500"/>
                </a:lnTo>
                <a:lnTo>
                  <a:pt x="104775" y="581025"/>
                </a:lnTo>
                <a:lnTo>
                  <a:pt x="85725" y="581025"/>
                </a:lnTo>
                <a:close/>
                <a:moveTo>
                  <a:pt x="457200" y="571500"/>
                </a:moveTo>
                <a:lnTo>
                  <a:pt x="466725" y="571500"/>
                </a:lnTo>
                <a:lnTo>
                  <a:pt x="466725" y="581025"/>
                </a:lnTo>
                <a:lnTo>
                  <a:pt x="457200" y="581025"/>
                </a:lnTo>
                <a:close/>
                <a:moveTo>
                  <a:pt x="76200" y="581025"/>
                </a:moveTo>
                <a:lnTo>
                  <a:pt x="85725" y="581025"/>
                </a:lnTo>
                <a:lnTo>
                  <a:pt x="85725" y="590550"/>
                </a:lnTo>
                <a:lnTo>
                  <a:pt x="76200" y="590550"/>
                </a:lnTo>
                <a:close/>
                <a:moveTo>
                  <a:pt x="104775" y="581025"/>
                </a:moveTo>
                <a:lnTo>
                  <a:pt x="114300" y="581025"/>
                </a:lnTo>
                <a:lnTo>
                  <a:pt x="114300" y="590550"/>
                </a:lnTo>
                <a:lnTo>
                  <a:pt x="104775" y="590550"/>
                </a:lnTo>
                <a:close/>
                <a:moveTo>
                  <a:pt x="466725" y="581025"/>
                </a:moveTo>
                <a:lnTo>
                  <a:pt x="476250" y="581025"/>
                </a:lnTo>
                <a:lnTo>
                  <a:pt x="476250" y="590550"/>
                </a:lnTo>
                <a:lnTo>
                  <a:pt x="466725" y="590550"/>
                </a:lnTo>
                <a:close/>
                <a:moveTo>
                  <a:pt x="85725" y="590550"/>
                </a:moveTo>
                <a:lnTo>
                  <a:pt x="95250" y="590550"/>
                </a:lnTo>
                <a:lnTo>
                  <a:pt x="95250" y="600075"/>
                </a:lnTo>
                <a:lnTo>
                  <a:pt x="85725" y="600075"/>
                </a:lnTo>
                <a:close/>
                <a:moveTo>
                  <a:pt x="123825" y="590550"/>
                </a:moveTo>
                <a:lnTo>
                  <a:pt x="142875" y="590550"/>
                </a:lnTo>
                <a:lnTo>
                  <a:pt x="142875" y="600075"/>
                </a:lnTo>
                <a:lnTo>
                  <a:pt x="123825" y="600075"/>
                </a:lnTo>
                <a:close/>
                <a:moveTo>
                  <a:pt x="409575" y="590550"/>
                </a:moveTo>
                <a:lnTo>
                  <a:pt x="428625" y="590550"/>
                </a:lnTo>
                <a:lnTo>
                  <a:pt x="428625" y="600075"/>
                </a:lnTo>
                <a:lnTo>
                  <a:pt x="409575" y="600075"/>
                </a:lnTo>
                <a:close/>
                <a:moveTo>
                  <a:pt x="457200" y="590550"/>
                </a:moveTo>
                <a:lnTo>
                  <a:pt x="466725" y="590550"/>
                </a:lnTo>
                <a:lnTo>
                  <a:pt x="466725" y="600075"/>
                </a:lnTo>
                <a:lnTo>
                  <a:pt x="457200" y="600075"/>
                </a:lnTo>
                <a:close/>
                <a:moveTo>
                  <a:pt x="95250" y="600075"/>
                </a:moveTo>
                <a:lnTo>
                  <a:pt x="114300" y="600075"/>
                </a:lnTo>
                <a:lnTo>
                  <a:pt x="114300" y="609600"/>
                </a:lnTo>
                <a:lnTo>
                  <a:pt x="95250" y="609600"/>
                </a:lnTo>
                <a:close/>
                <a:moveTo>
                  <a:pt x="142875" y="600075"/>
                </a:moveTo>
                <a:lnTo>
                  <a:pt x="171450" y="600075"/>
                </a:lnTo>
                <a:lnTo>
                  <a:pt x="171450" y="609600"/>
                </a:lnTo>
                <a:lnTo>
                  <a:pt x="142875" y="609600"/>
                </a:lnTo>
                <a:close/>
                <a:moveTo>
                  <a:pt x="381000" y="600075"/>
                </a:moveTo>
                <a:lnTo>
                  <a:pt x="409575" y="600075"/>
                </a:lnTo>
                <a:lnTo>
                  <a:pt x="409575" y="609600"/>
                </a:lnTo>
                <a:lnTo>
                  <a:pt x="400050" y="609600"/>
                </a:lnTo>
                <a:lnTo>
                  <a:pt x="400050" y="619125"/>
                </a:lnTo>
                <a:lnTo>
                  <a:pt x="409575" y="619125"/>
                </a:lnTo>
                <a:lnTo>
                  <a:pt x="409575" y="609600"/>
                </a:lnTo>
                <a:lnTo>
                  <a:pt x="428625" y="609600"/>
                </a:lnTo>
                <a:lnTo>
                  <a:pt x="428625" y="619125"/>
                </a:lnTo>
                <a:lnTo>
                  <a:pt x="409575" y="619125"/>
                </a:lnTo>
                <a:lnTo>
                  <a:pt x="409575" y="628650"/>
                </a:lnTo>
                <a:lnTo>
                  <a:pt x="381000" y="628650"/>
                </a:lnTo>
                <a:lnTo>
                  <a:pt x="381000" y="619125"/>
                </a:lnTo>
                <a:lnTo>
                  <a:pt x="390525" y="619125"/>
                </a:lnTo>
                <a:lnTo>
                  <a:pt x="390525" y="609600"/>
                </a:lnTo>
                <a:lnTo>
                  <a:pt x="381000" y="609600"/>
                </a:lnTo>
                <a:close/>
                <a:moveTo>
                  <a:pt x="447675" y="600075"/>
                </a:moveTo>
                <a:lnTo>
                  <a:pt x="457200" y="600075"/>
                </a:lnTo>
                <a:lnTo>
                  <a:pt x="457200" y="609600"/>
                </a:lnTo>
                <a:lnTo>
                  <a:pt x="447675" y="609600"/>
                </a:lnTo>
                <a:close/>
                <a:moveTo>
                  <a:pt x="123825" y="609600"/>
                </a:moveTo>
                <a:lnTo>
                  <a:pt x="142875" y="609600"/>
                </a:lnTo>
                <a:lnTo>
                  <a:pt x="142875" y="619125"/>
                </a:lnTo>
                <a:lnTo>
                  <a:pt x="123825" y="619125"/>
                </a:lnTo>
                <a:close/>
                <a:moveTo>
                  <a:pt x="219075" y="609600"/>
                </a:moveTo>
                <a:lnTo>
                  <a:pt x="238125" y="609600"/>
                </a:lnTo>
                <a:lnTo>
                  <a:pt x="238125" y="619125"/>
                </a:lnTo>
                <a:lnTo>
                  <a:pt x="219075" y="619125"/>
                </a:lnTo>
                <a:close/>
                <a:moveTo>
                  <a:pt x="314325" y="609600"/>
                </a:moveTo>
                <a:lnTo>
                  <a:pt x="333375" y="609600"/>
                </a:lnTo>
                <a:lnTo>
                  <a:pt x="333375" y="619125"/>
                </a:lnTo>
                <a:lnTo>
                  <a:pt x="314325" y="619125"/>
                </a:lnTo>
                <a:close/>
                <a:moveTo>
                  <a:pt x="142875" y="619125"/>
                </a:moveTo>
                <a:lnTo>
                  <a:pt x="171450" y="619125"/>
                </a:lnTo>
                <a:lnTo>
                  <a:pt x="171450" y="628650"/>
                </a:lnTo>
                <a:lnTo>
                  <a:pt x="142875" y="628650"/>
                </a:lnTo>
                <a:close/>
                <a:moveTo>
                  <a:pt x="190500" y="628650"/>
                </a:moveTo>
                <a:lnTo>
                  <a:pt x="200025" y="628650"/>
                </a:lnTo>
                <a:lnTo>
                  <a:pt x="200025" y="638175"/>
                </a:lnTo>
                <a:lnTo>
                  <a:pt x="190500" y="638175"/>
                </a:lnTo>
                <a:close/>
                <a:moveTo>
                  <a:pt x="352425" y="628650"/>
                </a:moveTo>
                <a:lnTo>
                  <a:pt x="361950" y="628650"/>
                </a:lnTo>
                <a:lnTo>
                  <a:pt x="361950" y="638175"/>
                </a:lnTo>
                <a:lnTo>
                  <a:pt x="352425" y="638175"/>
                </a:lnTo>
                <a:close/>
              </a:path>
            </a:pathLst>
          </a:custGeom>
          <a:solidFill xmlns:a="http://schemas.openxmlformats.org/drawingml/2006/main">
            <a:srgbClr val="2D4346"/>
          </a:solidFill>
          <a:ln xmlns:a="http://schemas.openxmlformats.org/drawingml/2006/main" w="0">
            <a:noFill/>
          </a:ln>
        </p:spPr>
      </p:sp>
      <p:sp>
        <p:nvSpPr>
          <p:cNvPr id="79" name="database vector #253e42">
            <a:extLst xmlns:a="http://schemas.openxmlformats.org/drawingml/2006/main">
              <a:ext uri="{FF2B5EF4-FFF2-40B4-BE49-F238E27FC236}">
                <a16:creationId xmlns:a16="http://schemas.microsoft.com/office/drawing/2014/main" id="{5907CCE7-8245-449F-9EF1-7427C776B05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01325" y="1533525"/>
            <a:ext cx="571500" cy="695325"/>
          </a:xfrm>
          <a:custGeom xmlns:a="http://schemas.openxmlformats.org/drawingml/2006/main">
            <a:pathLst>
              <a:path w="571500" h="695325">
                <a:moveTo>
                  <a:pt x="200025" y="57150"/>
                </a:moveTo>
                <a:lnTo>
                  <a:pt x="219075" y="57150"/>
                </a:lnTo>
                <a:lnTo>
                  <a:pt x="219075" y="66675"/>
                </a:lnTo>
                <a:lnTo>
                  <a:pt x="209550" y="66675"/>
                </a:lnTo>
                <a:lnTo>
                  <a:pt x="209550" y="85725"/>
                </a:lnTo>
                <a:lnTo>
                  <a:pt x="171450" y="85725"/>
                </a:lnTo>
                <a:lnTo>
                  <a:pt x="171450" y="76200"/>
                </a:lnTo>
                <a:lnTo>
                  <a:pt x="161925" y="76200"/>
                </a:lnTo>
                <a:lnTo>
                  <a:pt x="161925" y="66675"/>
                </a:lnTo>
                <a:lnTo>
                  <a:pt x="200025" y="66675"/>
                </a:lnTo>
                <a:close/>
                <a:moveTo>
                  <a:pt x="333375" y="57150"/>
                </a:moveTo>
                <a:lnTo>
                  <a:pt x="352425" y="57150"/>
                </a:lnTo>
                <a:lnTo>
                  <a:pt x="352425" y="66675"/>
                </a:lnTo>
                <a:lnTo>
                  <a:pt x="390525" y="66675"/>
                </a:lnTo>
                <a:lnTo>
                  <a:pt x="390525" y="85725"/>
                </a:lnTo>
                <a:lnTo>
                  <a:pt x="371475" y="85725"/>
                </a:lnTo>
                <a:lnTo>
                  <a:pt x="371475" y="76200"/>
                </a:lnTo>
                <a:lnTo>
                  <a:pt x="333375" y="76200"/>
                </a:lnTo>
                <a:close/>
                <a:moveTo>
                  <a:pt x="133350" y="76200"/>
                </a:moveTo>
                <a:lnTo>
                  <a:pt x="142875" y="76200"/>
                </a:lnTo>
                <a:lnTo>
                  <a:pt x="142875" y="85725"/>
                </a:lnTo>
                <a:lnTo>
                  <a:pt x="133350" y="85725"/>
                </a:lnTo>
                <a:close/>
                <a:moveTo>
                  <a:pt x="152400" y="76200"/>
                </a:moveTo>
                <a:lnTo>
                  <a:pt x="161925" y="76200"/>
                </a:lnTo>
                <a:lnTo>
                  <a:pt x="161925" y="85725"/>
                </a:lnTo>
                <a:lnTo>
                  <a:pt x="152400" y="85725"/>
                </a:lnTo>
                <a:close/>
                <a:moveTo>
                  <a:pt x="400050" y="76200"/>
                </a:moveTo>
                <a:lnTo>
                  <a:pt x="419100" y="76200"/>
                </a:lnTo>
                <a:lnTo>
                  <a:pt x="419100" y="85725"/>
                </a:lnTo>
                <a:lnTo>
                  <a:pt x="447675" y="85725"/>
                </a:lnTo>
                <a:lnTo>
                  <a:pt x="447675" y="95250"/>
                </a:lnTo>
                <a:lnTo>
                  <a:pt x="466725" y="95250"/>
                </a:lnTo>
                <a:lnTo>
                  <a:pt x="466725" y="104775"/>
                </a:lnTo>
                <a:lnTo>
                  <a:pt x="476250" y="104775"/>
                </a:lnTo>
                <a:lnTo>
                  <a:pt x="476250" y="114300"/>
                </a:lnTo>
                <a:lnTo>
                  <a:pt x="485775" y="114300"/>
                </a:lnTo>
                <a:lnTo>
                  <a:pt x="485775" y="123825"/>
                </a:lnTo>
                <a:lnTo>
                  <a:pt x="476250" y="123825"/>
                </a:lnTo>
                <a:lnTo>
                  <a:pt x="476250" y="133350"/>
                </a:lnTo>
                <a:lnTo>
                  <a:pt x="466725" y="133350"/>
                </a:lnTo>
                <a:lnTo>
                  <a:pt x="466725" y="123825"/>
                </a:lnTo>
                <a:lnTo>
                  <a:pt x="457200" y="123825"/>
                </a:lnTo>
                <a:lnTo>
                  <a:pt x="457200" y="104775"/>
                </a:lnTo>
                <a:lnTo>
                  <a:pt x="438150" y="104775"/>
                </a:lnTo>
                <a:lnTo>
                  <a:pt x="438150" y="95250"/>
                </a:lnTo>
                <a:lnTo>
                  <a:pt x="409575" y="95250"/>
                </a:lnTo>
                <a:lnTo>
                  <a:pt x="409575" y="85725"/>
                </a:lnTo>
                <a:lnTo>
                  <a:pt x="400050" y="85725"/>
                </a:lnTo>
                <a:close/>
                <a:moveTo>
                  <a:pt x="95250" y="95250"/>
                </a:moveTo>
                <a:lnTo>
                  <a:pt x="114300" y="95250"/>
                </a:lnTo>
                <a:lnTo>
                  <a:pt x="114300" y="104775"/>
                </a:lnTo>
                <a:lnTo>
                  <a:pt x="95250" y="104775"/>
                </a:lnTo>
                <a:close/>
                <a:moveTo>
                  <a:pt x="76200" y="104775"/>
                </a:moveTo>
                <a:lnTo>
                  <a:pt x="85725" y="104775"/>
                </a:lnTo>
                <a:lnTo>
                  <a:pt x="85725" y="161925"/>
                </a:lnTo>
                <a:lnTo>
                  <a:pt x="95250" y="161925"/>
                </a:lnTo>
                <a:lnTo>
                  <a:pt x="95250" y="171450"/>
                </a:lnTo>
                <a:lnTo>
                  <a:pt x="76200" y="171450"/>
                </a:lnTo>
                <a:lnTo>
                  <a:pt x="76200" y="123825"/>
                </a:lnTo>
                <a:lnTo>
                  <a:pt x="66675" y="123825"/>
                </a:lnTo>
                <a:lnTo>
                  <a:pt x="66675" y="114300"/>
                </a:lnTo>
                <a:lnTo>
                  <a:pt x="76200" y="114300"/>
                </a:lnTo>
                <a:close/>
                <a:moveTo>
                  <a:pt x="57150" y="123825"/>
                </a:moveTo>
                <a:lnTo>
                  <a:pt x="66675" y="123825"/>
                </a:lnTo>
                <a:lnTo>
                  <a:pt x="66675" y="133350"/>
                </a:lnTo>
                <a:lnTo>
                  <a:pt x="57150" y="133350"/>
                </a:lnTo>
                <a:close/>
                <a:moveTo>
                  <a:pt x="485775" y="123825"/>
                </a:moveTo>
                <a:lnTo>
                  <a:pt x="495300" y="123825"/>
                </a:lnTo>
                <a:lnTo>
                  <a:pt x="495300" y="133350"/>
                </a:lnTo>
                <a:lnTo>
                  <a:pt x="485775" y="133350"/>
                </a:lnTo>
                <a:close/>
                <a:moveTo>
                  <a:pt x="57150" y="152400"/>
                </a:moveTo>
                <a:lnTo>
                  <a:pt x="66675" y="152400"/>
                </a:lnTo>
                <a:lnTo>
                  <a:pt x="66675" y="190500"/>
                </a:lnTo>
                <a:lnTo>
                  <a:pt x="57150" y="190500"/>
                </a:lnTo>
                <a:close/>
                <a:moveTo>
                  <a:pt x="466725" y="152400"/>
                </a:moveTo>
                <a:lnTo>
                  <a:pt x="476250" y="152400"/>
                </a:lnTo>
                <a:lnTo>
                  <a:pt x="476250" y="171450"/>
                </a:lnTo>
                <a:lnTo>
                  <a:pt x="485775" y="171450"/>
                </a:lnTo>
                <a:lnTo>
                  <a:pt x="485775" y="161925"/>
                </a:lnTo>
                <a:lnTo>
                  <a:pt x="495300" y="161925"/>
                </a:lnTo>
                <a:lnTo>
                  <a:pt x="495300" y="190500"/>
                </a:lnTo>
                <a:lnTo>
                  <a:pt x="485775" y="190500"/>
                </a:lnTo>
                <a:lnTo>
                  <a:pt x="485775" y="180975"/>
                </a:lnTo>
                <a:lnTo>
                  <a:pt x="476250" y="180975"/>
                </a:lnTo>
                <a:lnTo>
                  <a:pt x="476250" y="200025"/>
                </a:lnTo>
                <a:lnTo>
                  <a:pt x="466725" y="200025"/>
                </a:lnTo>
                <a:lnTo>
                  <a:pt x="466725" y="190500"/>
                </a:lnTo>
                <a:lnTo>
                  <a:pt x="447675" y="190500"/>
                </a:lnTo>
                <a:lnTo>
                  <a:pt x="447675" y="200025"/>
                </a:lnTo>
                <a:lnTo>
                  <a:pt x="438150" y="200025"/>
                </a:lnTo>
                <a:lnTo>
                  <a:pt x="438150" y="180975"/>
                </a:lnTo>
                <a:lnTo>
                  <a:pt x="447675" y="180975"/>
                </a:lnTo>
                <a:lnTo>
                  <a:pt x="447675" y="171450"/>
                </a:lnTo>
                <a:lnTo>
                  <a:pt x="457200" y="171450"/>
                </a:lnTo>
                <a:lnTo>
                  <a:pt x="457200" y="161925"/>
                </a:lnTo>
                <a:lnTo>
                  <a:pt x="466725" y="161925"/>
                </a:lnTo>
                <a:close/>
                <a:moveTo>
                  <a:pt x="95250" y="171450"/>
                </a:moveTo>
                <a:lnTo>
                  <a:pt x="104775" y="171450"/>
                </a:lnTo>
                <a:lnTo>
                  <a:pt x="104775" y="180975"/>
                </a:lnTo>
                <a:lnTo>
                  <a:pt x="114300" y="180975"/>
                </a:lnTo>
                <a:lnTo>
                  <a:pt x="114300" y="190500"/>
                </a:lnTo>
                <a:lnTo>
                  <a:pt x="133350" y="190500"/>
                </a:lnTo>
                <a:lnTo>
                  <a:pt x="133350" y="200025"/>
                </a:lnTo>
                <a:lnTo>
                  <a:pt x="95250" y="200025"/>
                </a:lnTo>
                <a:close/>
                <a:moveTo>
                  <a:pt x="76200" y="190500"/>
                </a:moveTo>
                <a:lnTo>
                  <a:pt x="85725" y="190500"/>
                </a:lnTo>
                <a:lnTo>
                  <a:pt x="85725" y="200025"/>
                </a:lnTo>
                <a:lnTo>
                  <a:pt x="76200" y="200025"/>
                </a:lnTo>
                <a:close/>
                <a:moveTo>
                  <a:pt x="133350" y="200025"/>
                </a:moveTo>
                <a:lnTo>
                  <a:pt x="171450" y="200025"/>
                </a:lnTo>
                <a:lnTo>
                  <a:pt x="171450" y="209550"/>
                </a:lnTo>
                <a:lnTo>
                  <a:pt x="304800" y="209550"/>
                </a:lnTo>
                <a:lnTo>
                  <a:pt x="304800" y="228600"/>
                </a:lnTo>
                <a:lnTo>
                  <a:pt x="190500" y="228600"/>
                </a:lnTo>
                <a:lnTo>
                  <a:pt x="190500" y="219075"/>
                </a:lnTo>
                <a:lnTo>
                  <a:pt x="152400" y="219075"/>
                </a:lnTo>
                <a:lnTo>
                  <a:pt x="152400" y="209550"/>
                </a:lnTo>
                <a:lnTo>
                  <a:pt x="133350" y="209550"/>
                </a:lnTo>
                <a:close/>
                <a:moveTo>
                  <a:pt x="371475" y="200025"/>
                </a:moveTo>
                <a:lnTo>
                  <a:pt x="428625" y="200025"/>
                </a:lnTo>
                <a:lnTo>
                  <a:pt x="428625" y="209550"/>
                </a:lnTo>
                <a:lnTo>
                  <a:pt x="400050" y="209550"/>
                </a:lnTo>
                <a:lnTo>
                  <a:pt x="400050" y="219075"/>
                </a:lnTo>
                <a:lnTo>
                  <a:pt x="361950" y="219075"/>
                </a:lnTo>
                <a:lnTo>
                  <a:pt x="361950" y="228600"/>
                </a:lnTo>
                <a:lnTo>
                  <a:pt x="323850" y="228600"/>
                </a:lnTo>
                <a:lnTo>
                  <a:pt x="323850" y="209550"/>
                </a:lnTo>
                <a:lnTo>
                  <a:pt x="371475" y="209550"/>
                </a:lnTo>
                <a:close/>
                <a:moveTo>
                  <a:pt x="57150" y="285750"/>
                </a:moveTo>
                <a:lnTo>
                  <a:pt x="66675" y="285750"/>
                </a:lnTo>
                <a:lnTo>
                  <a:pt x="66675" y="295275"/>
                </a:lnTo>
                <a:lnTo>
                  <a:pt x="76200" y="295275"/>
                </a:lnTo>
                <a:lnTo>
                  <a:pt x="76200" y="285750"/>
                </a:lnTo>
                <a:lnTo>
                  <a:pt x="85725" y="285750"/>
                </a:lnTo>
                <a:lnTo>
                  <a:pt x="85725" y="314325"/>
                </a:lnTo>
                <a:lnTo>
                  <a:pt x="76200" y="314325"/>
                </a:lnTo>
                <a:lnTo>
                  <a:pt x="76200" y="333375"/>
                </a:lnTo>
                <a:lnTo>
                  <a:pt x="57150" y="333375"/>
                </a:lnTo>
                <a:close/>
                <a:moveTo>
                  <a:pt x="114300" y="323850"/>
                </a:moveTo>
                <a:lnTo>
                  <a:pt x="133350" y="323850"/>
                </a:lnTo>
                <a:lnTo>
                  <a:pt x="133350" y="333375"/>
                </a:lnTo>
                <a:lnTo>
                  <a:pt x="161925" y="333375"/>
                </a:lnTo>
                <a:lnTo>
                  <a:pt x="161925" y="342900"/>
                </a:lnTo>
                <a:lnTo>
                  <a:pt x="123825" y="342900"/>
                </a:lnTo>
                <a:lnTo>
                  <a:pt x="123825" y="333375"/>
                </a:lnTo>
                <a:lnTo>
                  <a:pt x="114300" y="333375"/>
                </a:lnTo>
                <a:close/>
                <a:moveTo>
                  <a:pt x="161925" y="342900"/>
                </a:moveTo>
                <a:lnTo>
                  <a:pt x="171450" y="342900"/>
                </a:lnTo>
                <a:lnTo>
                  <a:pt x="171450" y="352425"/>
                </a:lnTo>
                <a:lnTo>
                  <a:pt x="161925" y="352425"/>
                </a:lnTo>
                <a:close/>
                <a:moveTo>
                  <a:pt x="180975" y="352425"/>
                </a:moveTo>
                <a:lnTo>
                  <a:pt x="190500" y="352425"/>
                </a:lnTo>
                <a:lnTo>
                  <a:pt x="190500" y="361950"/>
                </a:lnTo>
                <a:lnTo>
                  <a:pt x="180975" y="361950"/>
                </a:lnTo>
                <a:close/>
                <a:moveTo>
                  <a:pt x="247650" y="361950"/>
                </a:moveTo>
                <a:lnTo>
                  <a:pt x="257175" y="361950"/>
                </a:lnTo>
                <a:lnTo>
                  <a:pt x="257175" y="371475"/>
                </a:lnTo>
                <a:lnTo>
                  <a:pt x="247650" y="371475"/>
                </a:lnTo>
                <a:close/>
                <a:moveTo>
                  <a:pt x="123825" y="457200"/>
                </a:moveTo>
                <a:lnTo>
                  <a:pt x="142875" y="457200"/>
                </a:lnTo>
                <a:lnTo>
                  <a:pt x="142875" y="466725"/>
                </a:lnTo>
                <a:lnTo>
                  <a:pt x="123825" y="466725"/>
                </a:lnTo>
                <a:close/>
                <a:moveTo>
                  <a:pt x="409575" y="457200"/>
                </a:moveTo>
                <a:lnTo>
                  <a:pt x="419100" y="457200"/>
                </a:lnTo>
                <a:lnTo>
                  <a:pt x="419100" y="466725"/>
                </a:lnTo>
                <a:lnTo>
                  <a:pt x="409575" y="466725"/>
                </a:lnTo>
                <a:close/>
                <a:moveTo>
                  <a:pt x="390525" y="466725"/>
                </a:moveTo>
                <a:lnTo>
                  <a:pt x="400050" y="466725"/>
                </a:lnTo>
                <a:lnTo>
                  <a:pt x="400050" y="476250"/>
                </a:lnTo>
                <a:lnTo>
                  <a:pt x="390525" y="476250"/>
                </a:lnTo>
                <a:close/>
                <a:moveTo>
                  <a:pt x="466725" y="466725"/>
                </a:moveTo>
                <a:lnTo>
                  <a:pt x="476250" y="466725"/>
                </a:lnTo>
                <a:lnTo>
                  <a:pt x="476250" y="476250"/>
                </a:lnTo>
                <a:lnTo>
                  <a:pt x="466725" y="476250"/>
                </a:lnTo>
                <a:close/>
                <a:moveTo>
                  <a:pt x="123825" y="476250"/>
                </a:moveTo>
                <a:lnTo>
                  <a:pt x="142875" y="476250"/>
                </a:lnTo>
                <a:lnTo>
                  <a:pt x="142875" y="485775"/>
                </a:lnTo>
                <a:lnTo>
                  <a:pt x="123825" y="485775"/>
                </a:lnTo>
                <a:close/>
                <a:moveTo>
                  <a:pt x="171450" y="476250"/>
                </a:moveTo>
                <a:lnTo>
                  <a:pt x="209550" y="476250"/>
                </a:lnTo>
                <a:lnTo>
                  <a:pt x="209550" y="485775"/>
                </a:lnTo>
                <a:lnTo>
                  <a:pt x="257175" y="485775"/>
                </a:lnTo>
                <a:lnTo>
                  <a:pt x="257175" y="495300"/>
                </a:lnTo>
                <a:lnTo>
                  <a:pt x="180975" y="495300"/>
                </a:lnTo>
                <a:lnTo>
                  <a:pt x="180975" y="485775"/>
                </a:lnTo>
                <a:lnTo>
                  <a:pt x="171450" y="485775"/>
                </a:lnTo>
                <a:close/>
                <a:moveTo>
                  <a:pt x="352425" y="476250"/>
                </a:moveTo>
                <a:lnTo>
                  <a:pt x="371475" y="476250"/>
                </a:lnTo>
                <a:lnTo>
                  <a:pt x="371475" y="485775"/>
                </a:lnTo>
                <a:lnTo>
                  <a:pt x="390525" y="485775"/>
                </a:lnTo>
                <a:lnTo>
                  <a:pt x="390525" y="495300"/>
                </a:lnTo>
                <a:lnTo>
                  <a:pt x="352425" y="495300"/>
                </a:lnTo>
                <a:close/>
                <a:moveTo>
                  <a:pt x="419100" y="476250"/>
                </a:moveTo>
                <a:lnTo>
                  <a:pt x="428625" y="476250"/>
                </a:lnTo>
                <a:lnTo>
                  <a:pt x="428625" y="485775"/>
                </a:lnTo>
                <a:lnTo>
                  <a:pt x="419100" y="485775"/>
                </a:lnTo>
                <a:close/>
                <a:moveTo>
                  <a:pt x="304800" y="485775"/>
                </a:moveTo>
                <a:lnTo>
                  <a:pt x="333375" y="485775"/>
                </a:lnTo>
                <a:lnTo>
                  <a:pt x="333375" y="495300"/>
                </a:lnTo>
                <a:lnTo>
                  <a:pt x="304800" y="495300"/>
                </a:lnTo>
                <a:close/>
                <a:moveTo>
                  <a:pt x="57150" y="552450"/>
                </a:moveTo>
                <a:lnTo>
                  <a:pt x="66675" y="552450"/>
                </a:lnTo>
                <a:lnTo>
                  <a:pt x="66675" y="571500"/>
                </a:lnTo>
                <a:lnTo>
                  <a:pt x="57150" y="571500"/>
                </a:lnTo>
                <a:close/>
                <a:moveTo>
                  <a:pt x="76200" y="552450"/>
                </a:moveTo>
                <a:lnTo>
                  <a:pt x="85725" y="552450"/>
                </a:lnTo>
                <a:lnTo>
                  <a:pt x="85725" y="581025"/>
                </a:lnTo>
                <a:lnTo>
                  <a:pt x="66675" y="581025"/>
                </a:lnTo>
                <a:lnTo>
                  <a:pt x="66675" y="571500"/>
                </a:lnTo>
                <a:lnTo>
                  <a:pt x="76200" y="571500"/>
                </a:lnTo>
                <a:close/>
                <a:moveTo>
                  <a:pt x="466725" y="561975"/>
                </a:moveTo>
                <a:lnTo>
                  <a:pt x="476250" y="561975"/>
                </a:lnTo>
                <a:lnTo>
                  <a:pt x="476250" y="571500"/>
                </a:lnTo>
                <a:lnTo>
                  <a:pt x="485775" y="571500"/>
                </a:lnTo>
                <a:lnTo>
                  <a:pt x="485775" y="561975"/>
                </a:lnTo>
                <a:lnTo>
                  <a:pt x="495300" y="561975"/>
                </a:lnTo>
                <a:lnTo>
                  <a:pt x="495300" y="571500"/>
                </a:lnTo>
                <a:lnTo>
                  <a:pt x="485775" y="571500"/>
                </a:lnTo>
                <a:lnTo>
                  <a:pt x="485775" y="581025"/>
                </a:lnTo>
                <a:lnTo>
                  <a:pt x="466725" y="581025"/>
                </a:lnTo>
                <a:close/>
                <a:moveTo>
                  <a:pt x="85725" y="581025"/>
                </a:moveTo>
                <a:lnTo>
                  <a:pt x="104775" y="581025"/>
                </a:lnTo>
                <a:lnTo>
                  <a:pt x="104775" y="590550"/>
                </a:lnTo>
                <a:lnTo>
                  <a:pt x="123825" y="590550"/>
                </a:lnTo>
                <a:lnTo>
                  <a:pt x="123825" y="600075"/>
                </a:lnTo>
                <a:lnTo>
                  <a:pt x="142875" y="600075"/>
                </a:lnTo>
                <a:lnTo>
                  <a:pt x="142875" y="609600"/>
                </a:lnTo>
                <a:lnTo>
                  <a:pt x="114300" y="609600"/>
                </a:lnTo>
                <a:lnTo>
                  <a:pt x="114300" y="600075"/>
                </a:lnTo>
                <a:lnTo>
                  <a:pt x="95250" y="600075"/>
                </a:lnTo>
                <a:lnTo>
                  <a:pt x="95250" y="590550"/>
                </a:lnTo>
                <a:lnTo>
                  <a:pt x="85725" y="590550"/>
                </a:lnTo>
                <a:close/>
                <a:moveTo>
                  <a:pt x="438150" y="581025"/>
                </a:moveTo>
                <a:lnTo>
                  <a:pt x="466725" y="581025"/>
                </a:lnTo>
                <a:lnTo>
                  <a:pt x="466725" y="590550"/>
                </a:lnTo>
                <a:lnTo>
                  <a:pt x="457200" y="590550"/>
                </a:lnTo>
                <a:lnTo>
                  <a:pt x="457200" y="600075"/>
                </a:lnTo>
                <a:lnTo>
                  <a:pt x="447675" y="600075"/>
                </a:lnTo>
                <a:lnTo>
                  <a:pt x="447675" y="609600"/>
                </a:lnTo>
                <a:lnTo>
                  <a:pt x="409575" y="609600"/>
                </a:lnTo>
                <a:lnTo>
                  <a:pt x="409575" y="600075"/>
                </a:lnTo>
                <a:lnTo>
                  <a:pt x="428625" y="600075"/>
                </a:lnTo>
                <a:lnTo>
                  <a:pt x="428625" y="590550"/>
                </a:lnTo>
                <a:lnTo>
                  <a:pt x="438150" y="590550"/>
                </a:lnTo>
                <a:close/>
                <a:moveTo>
                  <a:pt x="142875" y="609600"/>
                </a:moveTo>
                <a:lnTo>
                  <a:pt x="161925" y="609600"/>
                </a:lnTo>
                <a:lnTo>
                  <a:pt x="161925" y="619125"/>
                </a:lnTo>
                <a:lnTo>
                  <a:pt x="142875" y="619125"/>
                </a:lnTo>
                <a:close/>
                <a:moveTo>
                  <a:pt x="190500" y="609600"/>
                </a:moveTo>
                <a:lnTo>
                  <a:pt x="219075" y="609600"/>
                </a:lnTo>
                <a:lnTo>
                  <a:pt x="219075" y="619125"/>
                </a:lnTo>
                <a:lnTo>
                  <a:pt x="190500" y="619125"/>
                </a:lnTo>
                <a:close/>
                <a:moveTo>
                  <a:pt x="333375" y="609600"/>
                </a:moveTo>
                <a:lnTo>
                  <a:pt x="390525" y="609600"/>
                </a:lnTo>
                <a:lnTo>
                  <a:pt x="390525" y="619125"/>
                </a:lnTo>
                <a:lnTo>
                  <a:pt x="381000" y="619125"/>
                </a:lnTo>
                <a:lnTo>
                  <a:pt x="381000" y="628650"/>
                </a:lnTo>
                <a:lnTo>
                  <a:pt x="352425" y="628650"/>
                </a:lnTo>
                <a:lnTo>
                  <a:pt x="352425" y="619125"/>
                </a:lnTo>
                <a:lnTo>
                  <a:pt x="333375" y="619125"/>
                </a:lnTo>
                <a:close/>
                <a:moveTo>
                  <a:pt x="400050" y="609600"/>
                </a:moveTo>
                <a:lnTo>
                  <a:pt x="409575" y="609600"/>
                </a:lnTo>
                <a:lnTo>
                  <a:pt x="409575" y="619125"/>
                </a:lnTo>
                <a:lnTo>
                  <a:pt x="400050" y="619125"/>
                </a:lnTo>
                <a:close/>
                <a:moveTo>
                  <a:pt x="200025" y="628650"/>
                </a:moveTo>
                <a:lnTo>
                  <a:pt x="219075" y="628650"/>
                </a:lnTo>
                <a:lnTo>
                  <a:pt x="219075" y="638175"/>
                </a:lnTo>
                <a:lnTo>
                  <a:pt x="200025" y="638175"/>
                </a:lnTo>
                <a:close/>
                <a:moveTo>
                  <a:pt x="342900" y="628650"/>
                </a:moveTo>
                <a:lnTo>
                  <a:pt x="352425" y="628650"/>
                </a:lnTo>
                <a:lnTo>
                  <a:pt x="352425" y="638175"/>
                </a:lnTo>
                <a:lnTo>
                  <a:pt x="342900" y="638175"/>
                </a:lnTo>
                <a:close/>
              </a:path>
            </a:pathLst>
          </a:custGeom>
          <a:solidFill xmlns:a="http://schemas.openxmlformats.org/drawingml/2006/main">
            <a:srgbClr val="253E42"/>
          </a:solidFill>
          <a:ln xmlns:a="http://schemas.openxmlformats.org/drawingml/2006/main" w="0">
            <a:noFill/>
          </a:ln>
        </p:spPr>
      </p:sp>
      <p:sp>
        <p:nvSpPr>
          <p:cNvPr id="80" name="database vector #23393d">
            <a:extLst xmlns:a="http://schemas.openxmlformats.org/drawingml/2006/main">
              <a:ext uri="{FF2B5EF4-FFF2-40B4-BE49-F238E27FC236}">
                <a16:creationId xmlns:a16="http://schemas.microsoft.com/office/drawing/2014/main" id="{DF475F45-9754-4C7B-996F-929886FC8E3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01325" y="1533525"/>
            <a:ext cx="571500" cy="695325"/>
          </a:xfrm>
          <a:custGeom xmlns:a="http://schemas.openxmlformats.org/drawingml/2006/main">
            <a:pathLst>
              <a:path w="571500" h="695325">
                <a:moveTo>
                  <a:pt x="219075" y="57150"/>
                </a:moveTo>
                <a:lnTo>
                  <a:pt x="228600" y="57150"/>
                </a:lnTo>
                <a:lnTo>
                  <a:pt x="228600" y="76200"/>
                </a:lnTo>
                <a:lnTo>
                  <a:pt x="209550" y="76200"/>
                </a:lnTo>
                <a:lnTo>
                  <a:pt x="209550" y="66675"/>
                </a:lnTo>
                <a:lnTo>
                  <a:pt x="219075" y="66675"/>
                </a:lnTo>
                <a:close/>
                <a:moveTo>
                  <a:pt x="142875" y="76200"/>
                </a:moveTo>
                <a:lnTo>
                  <a:pt x="152400" y="76200"/>
                </a:lnTo>
                <a:lnTo>
                  <a:pt x="152400" y="85725"/>
                </a:lnTo>
                <a:lnTo>
                  <a:pt x="142875" y="85725"/>
                </a:lnTo>
                <a:close/>
                <a:moveTo>
                  <a:pt x="161925" y="76200"/>
                </a:moveTo>
                <a:lnTo>
                  <a:pt x="171450" y="76200"/>
                </a:lnTo>
                <a:lnTo>
                  <a:pt x="171450" y="85725"/>
                </a:lnTo>
                <a:lnTo>
                  <a:pt x="161925" y="85725"/>
                </a:lnTo>
                <a:close/>
                <a:moveTo>
                  <a:pt x="390525" y="76200"/>
                </a:moveTo>
                <a:lnTo>
                  <a:pt x="400050" y="76200"/>
                </a:lnTo>
                <a:lnTo>
                  <a:pt x="400050" y="85725"/>
                </a:lnTo>
                <a:lnTo>
                  <a:pt x="390525" y="85725"/>
                </a:lnTo>
                <a:close/>
                <a:moveTo>
                  <a:pt x="123825" y="85725"/>
                </a:moveTo>
                <a:lnTo>
                  <a:pt x="142875" y="85725"/>
                </a:lnTo>
                <a:lnTo>
                  <a:pt x="142875" y="95250"/>
                </a:lnTo>
                <a:lnTo>
                  <a:pt x="123825" y="95250"/>
                </a:lnTo>
                <a:close/>
                <a:moveTo>
                  <a:pt x="66675" y="123825"/>
                </a:moveTo>
                <a:lnTo>
                  <a:pt x="76200" y="123825"/>
                </a:lnTo>
                <a:lnTo>
                  <a:pt x="76200" y="133350"/>
                </a:lnTo>
                <a:lnTo>
                  <a:pt x="66675" y="133350"/>
                </a:lnTo>
                <a:close/>
                <a:moveTo>
                  <a:pt x="476250" y="123825"/>
                </a:moveTo>
                <a:lnTo>
                  <a:pt x="485775" y="123825"/>
                </a:lnTo>
                <a:lnTo>
                  <a:pt x="485775" y="133350"/>
                </a:lnTo>
                <a:lnTo>
                  <a:pt x="495300" y="133350"/>
                </a:lnTo>
                <a:lnTo>
                  <a:pt x="495300" y="161925"/>
                </a:lnTo>
                <a:lnTo>
                  <a:pt x="485775" y="161925"/>
                </a:lnTo>
                <a:lnTo>
                  <a:pt x="485775" y="171450"/>
                </a:lnTo>
                <a:lnTo>
                  <a:pt x="476250" y="171450"/>
                </a:lnTo>
                <a:close/>
                <a:moveTo>
                  <a:pt x="66675" y="161925"/>
                </a:moveTo>
                <a:lnTo>
                  <a:pt x="76200" y="161925"/>
                </a:lnTo>
                <a:lnTo>
                  <a:pt x="76200" y="171450"/>
                </a:lnTo>
                <a:lnTo>
                  <a:pt x="95250" y="171450"/>
                </a:lnTo>
                <a:lnTo>
                  <a:pt x="95250" y="190500"/>
                </a:lnTo>
                <a:lnTo>
                  <a:pt x="66675" y="190500"/>
                </a:lnTo>
                <a:close/>
                <a:moveTo>
                  <a:pt x="476250" y="180975"/>
                </a:moveTo>
                <a:lnTo>
                  <a:pt x="485775" y="180975"/>
                </a:lnTo>
                <a:lnTo>
                  <a:pt x="485775" y="190500"/>
                </a:lnTo>
                <a:lnTo>
                  <a:pt x="495300" y="190500"/>
                </a:lnTo>
                <a:lnTo>
                  <a:pt x="495300" y="228600"/>
                </a:lnTo>
                <a:lnTo>
                  <a:pt x="476250" y="228600"/>
                </a:lnTo>
                <a:close/>
                <a:moveTo>
                  <a:pt x="419100" y="190500"/>
                </a:moveTo>
                <a:lnTo>
                  <a:pt x="438150" y="190500"/>
                </a:lnTo>
                <a:lnTo>
                  <a:pt x="438150" y="200025"/>
                </a:lnTo>
                <a:lnTo>
                  <a:pt x="419100" y="200025"/>
                </a:lnTo>
                <a:close/>
                <a:moveTo>
                  <a:pt x="304800" y="209550"/>
                </a:moveTo>
                <a:lnTo>
                  <a:pt x="323850" y="209550"/>
                </a:lnTo>
                <a:lnTo>
                  <a:pt x="323850" y="228600"/>
                </a:lnTo>
                <a:lnTo>
                  <a:pt x="304800" y="228600"/>
                </a:lnTo>
                <a:close/>
                <a:moveTo>
                  <a:pt x="57150" y="257175"/>
                </a:moveTo>
                <a:lnTo>
                  <a:pt x="76200" y="257175"/>
                </a:lnTo>
                <a:lnTo>
                  <a:pt x="76200" y="295275"/>
                </a:lnTo>
                <a:lnTo>
                  <a:pt x="66675" y="295275"/>
                </a:lnTo>
                <a:lnTo>
                  <a:pt x="66675" y="285750"/>
                </a:lnTo>
                <a:lnTo>
                  <a:pt x="57150" y="285750"/>
                </a:lnTo>
                <a:close/>
                <a:moveTo>
                  <a:pt x="447675" y="304800"/>
                </a:moveTo>
                <a:lnTo>
                  <a:pt x="457200" y="304800"/>
                </a:lnTo>
                <a:lnTo>
                  <a:pt x="457200" y="314325"/>
                </a:lnTo>
                <a:lnTo>
                  <a:pt x="447675" y="314325"/>
                </a:lnTo>
                <a:close/>
                <a:moveTo>
                  <a:pt x="428625" y="314325"/>
                </a:moveTo>
                <a:lnTo>
                  <a:pt x="447675" y="314325"/>
                </a:lnTo>
                <a:lnTo>
                  <a:pt x="447675" y="323850"/>
                </a:lnTo>
                <a:lnTo>
                  <a:pt x="428625" y="323850"/>
                </a:lnTo>
                <a:close/>
                <a:moveTo>
                  <a:pt x="409575" y="323850"/>
                </a:moveTo>
                <a:lnTo>
                  <a:pt x="428625" y="323850"/>
                </a:lnTo>
                <a:lnTo>
                  <a:pt x="428625" y="333375"/>
                </a:lnTo>
                <a:lnTo>
                  <a:pt x="419100" y="333375"/>
                </a:lnTo>
                <a:lnTo>
                  <a:pt x="419100" y="352425"/>
                </a:lnTo>
                <a:lnTo>
                  <a:pt x="390525" y="352425"/>
                </a:lnTo>
                <a:lnTo>
                  <a:pt x="390525" y="361950"/>
                </a:lnTo>
                <a:lnTo>
                  <a:pt x="361950" y="361950"/>
                </a:lnTo>
                <a:lnTo>
                  <a:pt x="361950" y="342900"/>
                </a:lnTo>
                <a:lnTo>
                  <a:pt x="371475" y="342900"/>
                </a:lnTo>
                <a:lnTo>
                  <a:pt x="371475" y="333375"/>
                </a:lnTo>
                <a:lnTo>
                  <a:pt x="409575" y="333375"/>
                </a:lnTo>
                <a:close/>
                <a:moveTo>
                  <a:pt x="447675" y="323850"/>
                </a:moveTo>
                <a:lnTo>
                  <a:pt x="466725" y="323850"/>
                </a:lnTo>
                <a:lnTo>
                  <a:pt x="466725" y="333375"/>
                </a:lnTo>
                <a:lnTo>
                  <a:pt x="447675" y="333375"/>
                </a:lnTo>
                <a:close/>
                <a:moveTo>
                  <a:pt x="57150" y="333375"/>
                </a:moveTo>
                <a:lnTo>
                  <a:pt x="76200" y="333375"/>
                </a:lnTo>
                <a:lnTo>
                  <a:pt x="76200" y="390525"/>
                </a:lnTo>
                <a:lnTo>
                  <a:pt x="57150" y="390525"/>
                </a:lnTo>
                <a:close/>
                <a:moveTo>
                  <a:pt x="428625" y="333375"/>
                </a:moveTo>
                <a:lnTo>
                  <a:pt x="447675" y="333375"/>
                </a:lnTo>
                <a:lnTo>
                  <a:pt x="447675" y="342900"/>
                </a:lnTo>
                <a:lnTo>
                  <a:pt x="428625" y="342900"/>
                </a:lnTo>
                <a:close/>
                <a:moveTo>
                  <a:pt x="171450" y="342900"/>
                </a:moveTo>
                <a:lnTo>
                  <a:pt x="200025" y="342900"/>
                </a:lnTo>
                <a:lnTo>
                  <a:pt x="200025" y="361950"/>
                </a:lnTo>
                <a:lnTo>
                  <a:pt x="190500" y="361950"/>
                </a:lnTo>
                <a:lnTo>
                  <a:pt x="190500" y="352425"/>
                </a:lnTo>
                <a:lnTo>
                  <a:pt x="171450" y="352425"/>
                </a:lnTo>
                <a:close/>
                <a:moveTo>
                  <a:pt x="219075" y="342900"/>
                </a:moveTo>
                <a:lnTo>
                  <a:pt x="333375" y="342900"/>
                </a:lnTo>
                <a:lnTo>
                  <a:pt x="333375" y="361950"/>
                </a:lnTo>
                <a:lnTo>
                  <a:pt x="304800" y="361950"/>
                </a:lnTo>
                <a:lnTo>
                  <a:pt x="304800" y="371475"/>
                </a:lnTo>
                <a:lnTo>
                  <a:pt x="257175" y="371475"/>
                </a:lnTo>
                <a:lnTo>
                  <a:pt x="257175" y="361950"/>
                </a:lnTo>
                <a:lnTo>
                  <a:pt x="219075" y="361950"/>
                </a:lnTo>
                <a:close/>
                <a:moveTo>
                  <a:pt x="76200" y="419100"/>
                </a:moveTo>
                <a:lnTo>
                  <a:pt x="85725" y="419100"/>
                </a:lnTo>
                <a:lnTo>
                  <a:pt x="85725" y="428625"/>
                </a:lnTo>
                <a:lnTo>
                  <a:pt x="95250" y="428625"/>
                </a:lnTo>
                <a:lnTo>
                  <a:pt x="95250" y="438150"/>
                </a:lnTo>
                <a:lnTo>
                  <a:pt x="85725" y="438150"/>
                </a:lnTo>
                <a:lnTo>
                  <a:pt x="85725" y="457200"/>
                </a:lnTo>
                <a:lnTo>
                  <a:pt x="95250" y="457200"/>
                </a:lnTo>
                <a:lnTo>
                  <a:pt x="95250" y="466725"/>
                </a:lnTo>
                <a:lnTo>
                  <a:pt x="76200" y="466725"/>
                </a:lnTo>
                <a:close/>
                <a:moveTo>
                  <a:pt x="57150" y="428625"/>
                </a:moveTo>
                <a:lnTo>
                  <a:pt x="66675" y="428625"/>
                </a:lnTo>
                <a:lnTo>
                  <a:pt x="66675" y="447675"/>
                </a:lnTo>
                <a:lnTo>
                  <a:pt x="57150" y="447675"/>
                </a:lnTo>
                <a:close/>
                <a:moveTo>
                  <a:pt x="95250" y="438150"/>
                </a:moveTo>
                <a:lnTo>
                  <a:pt x="104775" y="438150"/>
                </a:lnTo>
                <a:lnTo>
                  <a:pt x="104775" y="447675"/>
                </a:lnTo>
                <a:lnTo>
                  <a:pt x="95250" y="447675"/>
                </a:lnTo>
                <a:close/>
                <a:moveTo>
                  <a:pt x="447675" y="438150"/>
                </a:moveTo>
                <a:lnTo>
                  <a:pt x="457200" y="438150"/>
                </a:lnTo>
                <a:lnTo>
                  <a:pt x="457200" y="447675"/>
                </a:lnTo>
                <a:lnTo>
                  <a:pt x="447675" y="447675"/>
                </a:lnTo>
                <a:close/>
                <a:moveTo>
                  <a:pt x="104775" y="447675"/>
                </a:moveTo>
                <a:lnTo>
                  <a:pt x="114300" y="447675"/>
                </a:lnTo>
                <a:lnTo>
                  <a:pt x="114300" y="457200"/>
                </a:lnTo>
                <a:lnTo>
                  <a:pt x="123825" y="457200"/>
                </a:lnTo>
                <a:lnTo>
                  <a:pt x="123825" y="466725"/>
                </a:lnTo>
                <a:lnTo>
                  <a:pt x="161925" y="466725"/>
                </a:lnTo>
                <a:lnTo>
                  <a:pt x="161925" y="476250"/>
                </a:lnTo>
                <a:lnTo>
                  <a:pt x="171450" y="476250"/>
                </a:lnTo>
                <a:lnTo>
                  <a:pt x="171450" y="485775"/>
                </a:lnTo>
                <a:lnTo>
                  <a:pt x="142875" y="485775"/>
                </a:lnTo>
                <a:lnTo>
                  <a:pt x="142875" y="476250"/>
                </a:lnTo>
                <a:lnTo>
                  <a:pt x="114300" y="476250"/>
                </a:lnTo>
                <a:lnTo>
                  <a:pt x="114300" y="466725"/>
                </a:lnTo>
                <a:lnTo>
                  <a:pt x="104775" y="466725"/>
                </a:lnTo>
                <a:close/>
                <a:moveTo>
                  <a:pt x="438150" y="447675"/>
                </a:moveTo>
                <a:lnTo>
                  <a:pt x="447675" y="447675"/>
                </a:lnTo>
                <a:lnTo>
                  <a:pt x="447675" y="457200"/>
                </a:lnTo>
                <a:lnTo>
                  <a:pt x="438150" y="457200"/>
                </a:lnTo>
                <a:close/>
                <a:moveTo>
                  <a:pt x="419100" y="457200"/>
                </a:moveTo>
                <a:lnTo>
                  <a:pt x="428625" y="457200"/>
                </a:lnTo>
                <a:lnTo>
                  <a:pt x="428625" y="466725"/>
                </a:lnTo>
                <a:lnTo>
                  <a:pt x="419100" y="466725"/>
                </a:lnTo>
                <a:close/>
                <a:moveTo>
                  <a:pt x="457200" y="457200"/>
                </a:moveTo>
                <a:lnTo>
                  <a:pt x="466725" y="457200"/>
                </a:lnTo>
                <a:lnTo>
                  <a:pt x="466725" y="466725"/>
                </a:lnTo>
                <a:lnTo>
                  <a:pt x="457200" y="466725"/>
                </a:lnTo>
                <a:close/>
                <a:moveTo>
                  <a:pt x="400050" y="466725"/>
                </a:moveTo>
                <a:lnTo>
                  <a:pt x="419100" y="466725"/>
                </a:lnTo>
                <a:lnTo>
                  <a:pt x="419100" y="485775"/>
                </a:lnTo>
                <a:lnTo>
                  <a:pt x="371475" y="485775"/>
                </a:lnTo>
                <a:lnTo>
                  <a:pt x="371475" y="476250"/>
                </a:lnTo>
                <a:lnTo>
                  <a:pt x="400050" y="476250"/>
                </a:lnTo>
                <a:close/>
                <a:moveTo>
                  <a:pt x="438150" y="466725"/>
                </a:moveTo>
                <a:lnTo>
                  <a:pt x="447675" y="466725"/>
                </a:lnTo>
                <a:lnTo>
                  <a:pt x="447675" y="476250"/>
                </a:lnTo>
                <a:lnTo>
                  <a:pt x="438150" y="476250"/>
                </a:lnTo>
                <a:close/>
                <a:moveTo>
                  <a:pt x="476250" y="533400"/>
                </a:moveTo>
                <a:lnTo>
                  <a:pt x="495300" y="533400"/>
                </a:lnTo>
                <a:lnTo>
                  <a:pt x="495300" y="561975"/>
                </a:lnTo>
                <a:lnTo>
                  <a:pt x="485775" y="561975"/>
                </a:lnTo>
                <a:lnTo>
                  <a:pt x="485775" y="571500"/>
                </a:lnTo>
                <a:lnTo>
                  <a:pt x="476250" y="571500"/>
                </a:lnTo>
                <a:close/>
                <a:moveTo>
                  <a:pt x="66675" y="561975"/>
                </a:moveTo>
                <a:lnTo>
                  <a:pt x="76200" y="561975"/>
                </a:lnTo>
                <a:lnTo>
                  <a:pt x="76200" y="571500"/>
                </a:lnTo>
                <a:lnTo>
                  <a:pt x="66675" y="571500"/>
                </a:lnTo>
                <a:close/>
                <a:moveTo>
                  <a:pt x="161925" y="609600"/>
                </a:moveTo>
                <a:lnTo>
                  <a:pt x="190500" y="609600"/>
                </a:lnTo>
                <a:lnTo>
                  <a:pt x="190500" y="619125"/>
                </a:lnTo>
                <a:lnTo>
                  <a:pt x="352425" y="619125"/>
                </a:lnTo>
                <a:lnTo>
                  <a:pt x="352425" y="628650"/>
                </a:lnTo>
                <a:lnTo>
                  <a:pt x="342900" y="628650"/>
                </a:lnTo>
                <a:lnTo>
                  <a:pt x="342900" y="638175"/>
                </a:lnTo>
                <a:lnTo>
                  <a:pt x="219075" y="638175"/>
                </a:lnTo>
                <a:lnTo>
                  <a:pt x="219075" y="628650"/>
                </a:lnTo>
                <a:lnTo>
                  <a:pt x="171450" y="628650"/>
                </a:lnTo>
                <a:lnTo>
                  <a:pt x="171450" y="619125"/>
                </a:lnTo>
                <a:lnTo>
                  <a:pt x="161925" y="619125"/>
                </a:lnTo>
                <a:close/>
              </a:path>
            </a:pathLst>
          </a:custGeom>
          <a:solidFill xmlns:a="http://schemas.openxmlformats.org/drawingml/2006/main">
            <a:srgbClr val="23393D"/>
          </a:solidFill>
          <a:ln xmlns:a="http://schemas.openxmlformats.org/drawingml/2006/main" w="0">
            <a:noFill/>
          </a:ln>
        </p:spPr>
      </p:sp>
      <p:sp>
        <p:nvSpPr>
          <p:cNvPr id="81" name="database vector #1c353a">
            <a:extLst xmlns:a="http://schemas.openxmlformats.org/drawingml/2006/main">
              <a:ext uri="{FF2B5EF4-FFF2-40B4-BE49-F238E27FC236}">
                <a16:creationId xmlns:a16="http://schemas.microsoft.com/office/drawing/2014/main" id="{56C192AE-297C-4D4D-A8BC-5AC2817D05F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01325" y="1533525"/>
            <a:ext cx="571500" cy="695325"/>
          </a:xfrm>
          <a:custGeom xmlns:a="http://schemas.openxmlformats.org/drawingml/2006/main">
            <a:pathLst>
              <a:path w="571500" h="695325">
                <a:moveTo>
                  <a:pt x="228600" y="57150"/>
                </a:moveTo>
                <a:lnTo>
                  <a:pt x="333375" y="57150"/>
                </a:lnTo>
                <a:lnTo>
                  <a:pt x="333375" y="76200"/>
                </a:lnTo>
                <a:lnTo>
                  <a:pt x="228600" y="76200"/>
                </a:lnTo>
                <a:close/>
                <a:moveTo>
                  <a:pt x="57150" y="133350"/>
                </a:moveTo>
                <a:lnTo>
                  <a:pt x="76200" y="133350"/>
                </a:lnTo>
                <a:lnTo>
                  <a:pt x="76200" y="161925"/>
                </a:lnTo>
                <a:lnTo>
                  <a:pt x="66675" y="161925"/>
                </a:lnTo>
                <a:lnTo>
                  <a:pt x="66675" y="152400"/>
                </a:lnTo>
                <a:lnTo>
                  <a:pt x="57150" y="152400"/>
                </a:lnTo>
                <a:close/>
                <a:moveTo>
                  <a:pt x="57150" y="190500"/>
                </a:moveTo>
                <a:lnTo>
                  <a:pt x="76200" y="190500"/>
                </a:lnTo>
                <a:lnTo>
                  <a:pt x="76200" y="257175"/>
                </a:lnTo>
                <a:lnTo>
                  <a:pt x="57150" y="257175"/>
                </a:lnTo>
                <a:close/>
                <a:moveTo>
                  <a:pt x="476250" y="228600"/>
                </a:moveTo>
                <a:lnTo>
                  <a:pt x="495300" y="228600"/>
                </a:lnTo>
                <a:lnTo>
                  <a:pt x="495300" y="533400"/>
                </a:lnTo>
                <a:lnTo>
                  <a:pt x="476250" y="533400"/>
                </a:lnTo>
                <a:lnTo>
                  <a:pt x="476250" y="466725"/>
                </a:lnTo>
                <a:lnTo>
                  <a:pt x="466725" y="466725"/>
                </a:lnTo>
                <a:lnTo>
                  <a:pt x="466725" y="457200"/>
                </a:lnTo>
                <a:lnTo>
                  <a:pt x="457200" y="457200"/>
                </a:lnTo>
                <a:lnTo>
                  <a:pt x="457200" y="466725"/>
                </a:lnTo>
                <a:lnTo>
                  <a:pt x="438150" y="466725"/>
                </a:lnTo>
                <a:lnTo>
                  <a:pt x="438150" y="476250"/>
                </a:lnTo>
                <a:lnTo>
                  <a:pt x="419100" y="476250"/>
                </a:lnTo>
                <a:lnTo>
                  <a:pt x="419100" y="466725"/>
                </a:lnTo>
                <a:lnTo>
                  <a:pt x="428625" y="466725"/>
                </a:lnTo>
                <a:lnTo>
                  <a:pt x="428625" y="457200"/>
                </a:lnTo>
                <a:lnTo>
                  <a:pt x="447675" y="457200"/>
                </a:lnTo>
                <a:lnTo>
                  <a:pt x="447675" y="447675"/>
                </a:lnTo>
                <a:lnTo>
                  <a:pt x="457200" y="447675"/>
                </a:lnTo>
                <a:lnTo>
                  <a:pt x="457200" y="438150"/>
                </a:lnTo>
                <a:lnTo>
                  <a:pt x="466725" y="438150"/>
                </a:lnTo>
                <a:lnTo>
                  <a:pt x="466725" y="428625"/>
                </a:lnTo>
                <a:lnTo>
                  <a:pt x="476250" y="428625"/>
                </a:lnTo>
                <a:lnTo>
                  <a:pt x="476250" y="333375"/>
                </a:lnTo>
                <a:lnTo>
                  <a:pt x="466725" y="333375"/>
                </a:lnTo>
                <a:lnTo>
                  <a:pt x="466725" y="323850"/>
                </a:lnTo>
                <a:lnTo>
                  <a:pt x="447675" y="323850"/>
                </a:lnTo>
                <a:lnTo>
                  <a:pt x="447675" y="314325"/>
                </a:lnTo>
                <a:lnTo>
                  <a:pt x="457200" y="314325"/>
                </a:lnTo>
                <a:lnTo>
                  <a:pt x="457200" y="304800"/>
                </a:lnTo>
                <a:lnTo>
                  <a:pt x="466725" y="304800"/>
                </a:lnTo>
                <a:lnTo>
                  <a:pt x="466725" y="295275"/>
                </a:lnTo>
                <a:lnTo>
                  <a:pt x="476250" y="295275"/>
                </a:lnTo>
                <a:close/>
                <a:moveTo>
                  <a:pt x="428625" y="323850"/>
                </a:moveTo>
                <a:lnTo>
                  <a:pt x="447675" y="323850"/>
                </a:lnTo>
                <a:lnTo>
                  <a:pt x="447675" y="333375"/>
                </a:lnTo>
                <a:lnTo>
                  <a:pt x="428625" y="333375"/>
                </a:lnTo>
                <a:close/>
                <a:moveTo>
                  <a:pt x="419100" y="333375"/>
                </a:moveTo>
                <a:lnTo>
                  <a:pt x="428625" y="333375"/>
                </a:lnTo>
                <a:lnTo>
                  <a:pt x="428625" y="342900"/>
                </a:lnTo>
                <a:lnTo>
                  <a:pt x="419100" y="342900"/>
                </a:lnTo>
                <a:close/>
                <a:moveTo>
                  <a:pt x="200025" y="342900"/>
                </a:moveTo>
                <a:lnTo>
                  <a:pt x="219075" y="342900"/>
                </a:lnTo>
                <a:lnTo>
                  <a:pt x="219075" y="361950"/>
                </a:lnTo>
                <a:lnTo>
                  <a:pt x="200025" y="361950"/>
                </a:lnTo>
                <a:close/>
                <a:moveTo>
                  <a:pt x="333375" y="342900"/>
                </a:moveTo>
                <a:lnTo>
                  <a:pt x="361950" y="342900"/>
                </a:lnTo>
                <a:lnTo>
                  <a:pt x="361950" y="361950"/>
                </a:lnTo>
                <a:lnTo>
                  <a:pt x="333375" y="361950"/>
                </a:lnTo>
                <a:close/>
                <a:moveTo>
                  <a:pt x="57150" y="390525"/>
                </a:moveTo>
                <a:lnTo>
                  <a:pt x="76200" y="390525"/>
                </a:lnTo>
                <a:lnTo>
                  <a:pt x="76200" y="561975"/>
                </a:lnTo>
                <a:lnTo>
                  <a:pt x="66675" y="561975"/>
                </a:lnTo>
                <a:lnTo>
                  <a:pt x="66675" y="552450"/>
                </a:lnTo>
                <a:lnTo>
                  <a:pt x="57150" y="552450"/>
                </a:lnTo>
                <a:lnTo>
                  <a:pt x="57150" y="447675"/>
                </a:lnTo>
                <a:lnTo>
                  <a:pt x="66675" y="447675"/>
                </a:lnTo>
                <a:lnTo>
                  <a:pt x="66675" y="428625"/>
                </a:lnTo>
                <a:lnTo>
                  <a:pt x="57150" y="428625"/>
                </a:lnTo>
                <a:close/>
                <a:moveTo>
                  <a:pt x="85725" y="438150"/>
                </a:moveTo>
                <a:lnTo>
                  <a:pt x="95250" y="438150"/>
                </a:lnTo>
                <a:lnTo>
                  <a:pt x="95250" y="447675"/>
                </a:lnTo>
                <a:lnTo>
                  <a:pt x="104775" y="447675"/>
                </a:lnTo>
                <a:lnTo>
                  <a:pt x="104775" y="466725"/>
                </a:lnTo>
                <a:lnTo>
                  <a:pt x="95250" y="466725"/>
                </a:lnTo>
                <a:lnTo>
                  <a:pt x="95250" y="457200"/>
                </a:lnTo>
                <a:lnTo>
                  <a:pt x="85725" y="457200"/>
                </a:lnTo>
                <a:close/>
              </a:path>
            </a:pathLst>
          </a:custGeom>
          <a:solidFill xmlns:a="http://schemas.openxmlformats.org/drawingml/2006/main">
            <a:srgbClr val="1C353A"/>
          </a:solidFill>
          <a:ln xmlns:a="http://schemas.openxmlformats.org/drawingml/2006/main" w="0">
            <a:noFill/>
          </a:ln>
        </p:spPr>
      </p:sp>
      <p:sp>
        <p:nvSpPr>
          <p:cNvPr id="82" name="">
            <a:extLst xmlns:a="http://schemas.openxmlformats.org/drawingml/2006/main">
              <a:ext uri="{FF2B5EF4-FFF2-40B4-BE49-F238E27FC236}">
                <a16:creationId xmlns:a16="http://schemas.microsoft.com/office/drawing/2014/main" id="{33E4921B-08A4-40CF-BED3-E0426D7D323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733425" y="2524125"/>
            <a:ext cx="3000375" cy="43815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/>
          <a:lstStyle xmlns:a="http://schemas.openxmlformats.org/drawingml/2006/main">
            <a:defPPr algn="ctr">
              <a:defRPr sz="217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defPPr>
            <a:lvl1pPr algn="ctr">
              <a:defRPr sz="217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1pPr>
            <a:lvl2pPr algn="ctr">
              <a:defRPr sz="217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2pPr>
            <a:lvl3pPr algn="ctr">
              <a:defRPr sz="217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3pPr>
            <a:lvl4pPr algn="ctr">
              <a:defRPr sz="217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4pPr>
            <a:lvl5pPr algn="ctr">
              <a:defRPr sz="217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5pPr>
            <a:lvl6pPr algn="ctr">
              <a:defRPr sz="217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6pPr>
            <a:lvl7pPr algn="ctr">
              <a:defRPr sz="217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7pPr>
            <a:lvl8pPr algn="ctr">
              <a:defRPr sz="217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8pPr>
            <a:lvl9pPr algn="ctr">
              <a:defRPr sz="217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9pPr>
          </a:lstStyle>
          <a:p xmlns:a="http://schemas.openxmlformats.org/drawingml/2006/main">
            <a:pPr algn="ctr">
              <a:lnSpc>
                <a:spcPct val="105000"/>
              </a:lnSpc>
              <a:buNone/>
              <a:defRPr sz="217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pPr>
            <a:r>
              <a:rPr sz="2175" b="0">
                <a:solidFill>
                  <a:srgbClr val="111111"/>
                </a:solidFill>
                <a:latin typeface="Arial"/>
                <a:ea typeface="Arial"/>
                <a:cs typeface="Arial"/>
              </a:rPr>
              <a:t>Frontend: lo que vemos</a:t>
            </a:r>
          </a:p>
        </p:txBody>
      </p:sp>
      <p:sp>
        <p:nvSpPr>
          <p:cNvPr id="83" name="">
            <a:extLst xmlns:a="http://schemas.openxmlformats.org/drawingml/2006/main">
              <a:ext uri="{FF2B5EF4-FFF2-40B4-BE49-F238E27FC236}">
                <a16:creationId xmlns:a16="http://schemas.microsoft.com/office/drawing/2014/main" id="{33284E38-F214-473C-8231-29667FDD853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733425" y="2962275"/>
            <a:ext cx="3000375" cy="40957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/>
          <a:lstStyle xmlns:a="http://schemas.openxmlformats.org/drawingml/2006/main">
            <a:defPPr algn="ctr">
              <a:defRPr sz="202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defPPr>
            <a:lvl1pPr algn="ctr">
              <a:defRPr sz="202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1pPr>
            <a:lvl2pPr algn="ctr">
              <a:defRPr sz="202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2pPr>
            <a:lvl3pPr algn="ctr">
              <a:defRPr sz="202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3pPr>
            <a:lvl4pPr algn="ctr">
              <a:defRPr sz="202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4pPr>
            <a:lvl5pPr algn="ctr">
              <a:defRPr sz="202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5pPr>
            <a:lvl6pPr algn="ctr">
              <a:defRPr sz="202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6pPr>
            <a:lvl7pPr algn="ctr">
              <a:defRPr sz="202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7pPr>
            <a:lvl8pPr algn="ctr">
              <a:defRPr sz="202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8pPr>
            <a:lvl9pPr algn="ctr">
              <a:defRPr sz="202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9pPr>
          </a:lstStyle>
          <a:p xmlns:a="http://schemas.openxmlformats.org/drawingml/2006/main">
            <a:pPr algn="ctr">
              <a:lnSpc>
                <a:spcPct val="105000"/>
              </a:lnSpc>
              <a:buNone/>
              <a:defRPr sz="202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pPr>
            <a:r>
              <a:rPr sz="2025" b="0">
                <a:solidFill>
                  <a:srgbClr val="111111"/>
                </a:solidFill>
                <a:latin typeface="Arial"/>
                <a:ea typeface="Arial"/>
                <a:cs typeface="Arial"/>
              </a:rPr>
              <a:t>React Native + Expo</a:t>
            </a:r>
          </a:p>
        </p:txBody>
      </p:sp>
      <p:sp>
        <p:nvSpPr>
          <p:cNvPr id="84" name="">
            <a:extLst xmlns:a="http://schemas.openxmlformats.org/drawingml/2006/main">
              <a:ext uri="{FF2B5EF4-FFF2-40B4-BE49-F238E27FC236}">
                <a16:creationId xmlns:a16="http://schemas.microsoft.com/office/drawing/2014/main" id="{B9676681-7B14-4EEB-9F44-409D6C544CF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010150" y="2390775"/>
            <a:ext cx="3076575" cy="69532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/>
          <a:lstStyle xmlns:a="http://schemas.openxmlformats.org/drawingml/2006/main">
            <a:defPPr algn="ctr">
              <a:defRPr sz="210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defPPr>
            <a:lvl1pPr algn="ctr">
              <a:defRPr sz="210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1pPr>
            <a:lvl2pPr algn="ctr">
              <a:defRPr sz="210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2pPr>
            <a:lvl3pPr algn="ctr">
              <a:defRPr sz="210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3pPr>
            <a:lvl4pPr algn="ctr">
              <a:defRPr sz="210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4pPr>
            <a:lvl5pPr algn="ctr">
              <a:defRPr sz="210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5pPr>
            <a:lvl6pPr algn="ctr">
              <a:defRPr sz="210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6pPr>
            <a:lvl7pPr algn="ctr">
              <a:defRPr sz="210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7pPr>
            <a:lvl8pPr algn="ctr">
              <a:defRPr sz="210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8pPr>
            <a:lvl9pPr algn="ctr">
              <a:defRPr sz="210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9pPr>
          </a:lstStyle>
          <a:p xmlns:a="http://schemas.openxmlformats.org/drawingml/2006/main">
            <a:pPr algn="ctr">
              <a:lnSpc>
                <a:spcPct val="105000"/>
              </a:lnSpc>
              <a:buNone/>
              <a:defRPr sz="210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pPr>
            <a:r>
              <a:rPr sz="2100" b="0">
                <a:solidFill>
                  <a:srgbClr val="111111"/>
                </a:solidFill>
                <a:latin typeface="Arial"/>
                <a:ea typeface="Arial"/>
                <a:cs typeface="Arial"/>
              </a:rPr>
              <a:t>Backend: donde se</a:t>
            </a:r>
          </a:p>
          <a:p xmlns:a="http://schemas.openxmlformats.org/drawingml/2006/main">
            <a:pPr algn="ctr">
              <a:lnSpc>
                <a:spcPct val="105000"/>
              </a:lnSpc>
              <a:buNone/>
              <a:defRPr sz="210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pPr>
            <a:r>
              <a:rPr sz="2100" b="0">
                <a:solidFill>
                  <a:srgbClr val="111111"/>
                </a:solidFill>
                <a:latin typeface="Arial"/>
                <a:ea typeface="Arial"/>
                <a:cs typeface="Arial"/>
              </a:rPr>
              <a:t>procesan las operaciones</a:t>
            </a:r>
          </a:p>
        </p:txBody>
      </p:sp>
      <p:sp>
        <p:nvSpPr>
          <p:cNvPr id="85" name="">
            <a:extLst xmlns:a="http://schemas.openxmlformats.org/drawingml/2006/main">
              <a:ext uri="{FF2B5EF4-FFF2-40B4-BE49-F238E27FC236}">
                <a16:creationId xmlns:a16="http://schemas.microsoft.com/office/drawing/2014/main" id="{736F45AB-93D9-4525-ADA6-48C527D18DF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010150" y="3133725"/>
            <a:ext cx="3076575" cy="38100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/>
          <a:lstStyle xmlns:a="http://schemas.openxmlformats.org/drawingml/2006/main">
            <a:defPPr algn="ctr">
              <a:defRPr sz="202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defPPr>
            <a:lvl1pPr algn="ctr">
              <a:defRPr sz="202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1pPr>
            <a:lvl2pPr algn="ctr">
              <a:defRPr sz="202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2pPr>
            <a:lvl3pPr algn="ctr">
              <a:defRPr sz="202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3pPr>
            <a:lvl4pPr algn="ctr">
              <a:defRPr sz="202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4pPr>
            <a:lvl5pPr algn="ctr">
              <a:defRPr sz="202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5pPr>
            <a:lvl6pPr algn="ctr">
              <a:defRPr sz="202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6pPr>
            <a:lvl7pPr algn="ctr">
              <a:defRPr sz="202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7pPr>
            <a:lvl8pPr algn="ctr">
              <a:defRPr sz="202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8pPr>
            <a:lvl9pPr algn="ctr">
              <a:defRPr sz="202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9pPr>
          </a:lstStyle>
          <a:p xmlns:a="http://schemas.openxmlformats.org/drawingml/2006/main">
            <a:pPr algn="ctr">
              <a:lnSpc>
                <a:spcPct val="105000"/>
              </a:lnSpc>
              <a:buNone/>
              <a:defRPr sz="202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pPr>
            <a:r>
              <a:rPr sz="2025" b="0">
                <a:solidFill>
                  <a:srgbClr val="111111"/>
                </a:solidFill>
                <a:latin typeface="Arial"/>
                <a:ea typeface="Arial"/>
                <a:cs typeface="Arial"/>
              </a:rPr>
              <a:t>Node.js + Express</a:t>
            </a:r>
          </a:p>
        </p:txBody>
      </p:sp>
      <p:sp>
        <p:nvSpPr>
          <p:cNvPr id="86" name="">
            <a:extLst xmlns:a="http://schemas.openxmlformats.org/drawingml/2006/main">
              <a:ext uri="{FF2B5EF4-FFF2-40B4-BE49-F238E27FC236}">
                <a16:creationId xmlns:a16="http://schemas.microsoft.com/office/drawing/2014/main" id="{06109959-EF31-42AF-8657-E381A072929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324975" y="2390775"/>
            <a:ext cx="3114675" cy="69532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/>
          <a:lstStyle xmlns:a="http://schemas.openxmlformats.org/drawingml/2006/main">
            <a:defPPr algn="ctr">
              <a:defRPr sz="210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defPPr>
            <a:lvl1pPr algn="ctr">
              <a:defRPr sz="210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1pPr>
            <a:lvl2pPr algn="ctr">
              <a:defRPr sz="210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2pPr>
            <a:lvl3pPr algn="ctr">
              <a:defRPr sz="210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3pPr>
            <a:lvl4pPr algn="ctr">
              <a:defRPr sz="210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4pPr>
            <a:lvl5pPr algn="ctr">
              <a:defRPr sz="210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5pPr>
            <a:lvl6pPr algn="ctr">
              <a:defRPr sz="210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6pPr>
            <a:lvl7pPr algn="ctr">
              <a:defRPr sz="210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7pPr>
            <a:lvl8pPr algn="ctr">
              <a:defRPr sz="210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8pPr>
            <a:lvl9pPr algn="ctr">
              <a:defRPr sz="210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9pPr>
          </a:lstStyle>
          <a:p xmlns:a="http://schemas.openxmlformats.org/drawingml/2006/main">
            <a:pPr algn="ctr">
              <a:lnSpc>
                <a:spcPct val="105000"/>
              </a:lnSpc>
              <a:buNone/>
              <a:defRPr sz="210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pPr>
            <a:r>
              <a:rPr sz="2100" b="0">
                <a:solidFill>
                  <a:srgbClr val="111111"/>
                </a:solidFill>
                <a:latin typeface="Arial"/>
                <a:ea typeface="Arial"/>
                <a:cs typeface="Arial"/>
              </a:rPr>
              <a:t>Base de datos: donde se</a:t>
            </a:r>
          </a:p>
          <a:p xmlns:a="http://schemas.openxmlformats.org/drawingml/2006/main">
            <a:pPr algn="ctr">
              <a:lnSpc>
                <a:spcPct val="105000"/>
              </a:lnSpc>
              <a:buNone/>
              <a:defRPr sz="210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pPr>
            <a:r>
              <a:rPr sz="2100" b="0">
                <a:solidFill>
                  <a:srgbClr val="111111"/>
                </a:solidFill>
                <a:latin typeface="Arial"/>
                <a:ea typeface="Arial"/>
                <a:cs typeface="Arial"/>
              </a:rPr>
              <a:t>guarda la información</a:t>
            </a:r>
          </a:p>
        </p:txBody>
      </p:sp>
      <p:sp>
        <p:nvSpPr>
          <p:cNvPr id="87" name="">
            <a:extLst xmlns:a="http://schemas.openxmlformats.org/drawingml/2006/main">
              <a:ext uri="{FF2B5EF4-FFF2-40B4-BE49-F238E27FC236}">
                <a16:creationId xmlns:a16="http://schemas.microsoft.com/office/drawing/2014/main" id="{325DD3E4-5DDE-488D-8F04-1C18B9FD49C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324975" y="3133725"/>
            <a:ext cx="3114675" cy="38100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/>
          <a:lstStyle xmlns:a="http://schemas.openxmlformats.org/drawingml/2006/main">
            <a:defPPr algn="ctr">
              <a:defRPr sz="202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defPPr>
            <a:lvl1pPr algn="ctr">
              <a:defRPr sz="202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1pPr>
            <a:lvl2pPr algn="ctr">
              <a:defRPr sz="202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2pPr>
            <a:lvl3pPr algn="ctr">
              <a:defRPr sz="202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3pPr>
            <a:lvl4pPr algn="ctr">
              <a:defRPr sz="202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4pPr>
            <a:lvl5pPr algn="ctr">
              <a:defRPr sz="202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5pPr>
            <a:lvl6pPr algn="ctr">
              <a:defRPr sz="202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6pPr>
            <a:lvl7pPr algn="ctr">
              <a:defRPr sz="202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7pPr>
            <a:lvl8pPr algn="ctr">
              <a:defRPr sz="202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8pPr>
            <a:lvl9pPr algn="ctr">
              <a:defRPr sz="202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9pPr>
          </a:lstStyle>
          <a:p xmlns:a="http://schemas.openxmlformats.org/drawingml/2006/main">
            <a:pPr algn="ctr">
              <a:lnSpc>
                <a:spcPct val="105000"/>
              </a:lnSpc>
              <a:buNone/>
              <a:defRPr sz="202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pPr>
            <a:r>
              <a:rPr sz="2025" b="0">
                <a:solidFill>
                  <a:srgbClr val="111111"/>
                </a:solidFill>
                <a:latin typeface="Arial"/>
                <a:ea typeface="Arial"/>
                <a:cs typeface="Arial"/>
              </a:rPr>
              <a:t>PostgreSQL</a:t>
            </a:r>
          </a:p>
        </p:txBody>
      </p:sp>
      <p:sp>
        <p:nvSpPr>
          <p:cNvPr id="88" name="">
            <a:extLst xmlns:a="http://schemas.openxmlformats.org/drawingml/2006/main">
              <a:ext uri="{FF2B5EF4-FFF2-40B4-BE49-F238E27FC236}">
                <a16:creationId xmlns:a16="http://schemas.microsoft.com/office/drawing/2014/main" id="{0B646F47-746C-4801-99AA-3265AAE44E1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000500" y="2286000"/>
            <a:ext cx="762000" cy="333375"/>
          </a:xfrm>
          <a:prstGeom xmlns:a="http://schemas.openxmlformats.org/drawingml/2006/main" prst="rightArrow">
            <a:avLst/>
          </a:prstGeom>
          <a:solidFill xmlns:a="http://schemas.openxmlformats.org/drawingml/2006/main">
            <a:srgbClr val="2C5E9B"/>
          </a:solidFill>
          <a:ln xmlns:a="http://schemas.openxmlformats.org/drawingml/2006/main" w="0">
            <a:noFill/>
          </a:ln>
        </p:spPr>
      </p:sp>
      <p:sp>
        <p:nvSpPr>
          <p:cNvPr id="89" name="">
            <a:extLst xmlns:a="http://schemas.openxmlformats.org/drawingml/2006/main">
              <a:ext uri="{FF2B5EF4-FFF2-40B4-BE49-F238E27FC236}">
                <a16:creationId xmlns:a16="http://schemas.microsoft.com/office/drawing/2014/main" id="{2342996B-E0B0-42B0-B2A7-94ED3E4AE3B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8334375" y="2286000"/>
            <a:ext cx="762000" cy="333375"/>
          </a:xfrm>
          <a:prstGeom xmlns:a="http://schemas.openxmlformats.org/drawingml/2006/main" prst="rightArrow">
            <a:avLst/>
          </a:prstGeom>
          <a:solidFill xmlns:a="http://schemas.openxmlformats.org/drawingml/2006/main">
            <a:srgbClr val="2C5E9B"/>
          </a:solidFill>
          <a:ln xmlns:a="http://schemas.openxmlformats.org/drawingml/2006/main" w="0">
            <a:noFill/>
          </a:ln>
        </p:spPr>
      </p:sp>
      <p:sp>
        <p:nvSpPr>
          <p:cNvPr id="90" name="">
            <a:extLst xmlns:a="http://schemas.openxmlformats.org/drawingml/2006/main">
              <a:ext uri="{FF2B5EF4-FFF2-40B4-BE49-F238E27FC236}">
                <a16:creationId xmlns:a16="http://schemas.microsoft.com/office/drawing/2014/main" id="{3070647B-7418-4ECE-9343-7162499F0E8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42925" y="3743325"/>
            <a:ext cx="12020550" cy="323850"/>
          </a:xfrm>
          <a:prstGeom xmlns:a="http://schemas.openxmlformats.org/drawingml/2006/main" prst="rightArrow">
            <a:avLst/>
          </a:prstGeom>
          <a:solidFill xmlns:a="http://schemas.openxmlformats.org/drawingml/2006/main">
            <a:srgbClr val="2C5E9B"/>
          </a:solidFill>
          <a:ln xmlns:a="http://schemas.openxmlformats.org/drawingml/2006/main" w="0">
            <a:noFill/>
          </a:ln>
        </p:spPr>
      </p:sp>
      <p:sp>
        <p:nvSpPr>
          <p:cNvPr id="91" name="">
            <a:extLst xmlns:a="http://schemas.openxmlformats.org/drawingml/2006/main">
              <a:ext uri="{FF2B5EF4-FFF2-40B4-BE49-F238E27FC236}">
                <a16:creationId xmlns:a16="http://schemas.microsoft.com/office/drawing/2014/main" id="{92FECF78-91D8-4BB4-9BCB-C1BB621178E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33400" y="4133850"/>
            <a:ext cx="3381375" cy="72390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/>
          <a:lstStyle xmlns:a="http://schemas.openxmlformats.org/drawingml/2006/main">
            <a:defPPr algn="ctr">
              <a:defRPr sz="202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defPPr>
            <a:lvl1pPr algn="ctr">
              <a:defRPr sz="202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1pPr>
            <a:lvl2pPr algn="ctr">
              <a:defRPr sz="202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2pPr>
            <a:lvl3pPr algn="ctr">
              <a:defRPr sz="202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3pPr>
            <a:lvl4pPr algn="ctr">
              <a:defRPr sz="202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4pPr>
            <a:lvl5pPr algn="ctr">
              <a:defRPr sz="202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5pPr>
            <a:lvl6pPr algn="ctr">
              <a:defRPr sz="202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6pPr>
            <a:lvl7pPr algn="ctr">
              <a:defRPr sz="202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7pPr>
            <a:lvl8pPr algn="ctr">
              <a:defRPr sz="202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8pPr>
            <a:lvl9pPr algn="ctr">
              <a:defRPr sz="202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9pPr>
          </a:lstStyle>
          <a:p xmlns:a="http://schemas.openxmlformats.org/drawingml/2006/main">
            <a:pPr algn="ctr">
              <a:lnSpc>
                <a:spcPct val="105000"/>
              </a:lnSpc>
              <a:buNone/>
              <a:defRPr sz="202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pPr>
            <a:r>
              <a:rPr sz="2025" b="0">
                <a:solidFill>
                  <a:srgbClr val="111111"/>
                </a:solidFill>
                <a:latin typeface="Arial"/>
                <a:ea typeface="Arial"/>
                <a:cs typeface="Arial"/>
              </a:rPr>
              <a:t>El empleado confirma</a:t>
            </a:r>
          </a:p>
          <a:p xmlns:a="http://schemas.openxmlformats.org/drawingml/2006/main">
            <a:pPr algn="ctr">
              <a:lnSpc>
                <a:spcPct val="105000"/>
              </a:lnSpc>
              <a:buNone/>
              <a:defRPr sz="202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pPr>
            <a:r>
              <a:rPr sz="2025" b="0">
                <a:solidFill>
                  <a:srgbClr val="111111"/>
                </a:solidFill>
                <a:latin typeface="Arial"/>
                <a:ea typeface="Arial"/>
                <a:cs typeface="Arial"/>
              </a:rPr>
              <a:t>una venta</a:t>
            </a:r>
          </a:p>
        </p:txBody>
      </p:sp>
      <p:sp>
        <p:nvSpPr>
          <p:cNvPr id="92" name="">
            <a:extLst xmlns:a="http://schemas.openxmlformats.org/drawingml/2006/main">
              <a:ext uri="{FF2B5EF4-FFF2-40B4-BE49-F238E27FC236}">
                <a16:creationId xmlns:a16="http://schemas.microsoft.com/office/drawing/2014/main" id="{86A4B69C-596A-4BAC-A341-738D841CF02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857750" y="4133850"/>
            <a:ext cx="3381375" cy="72390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/>
          <a:lstStyle xmlns:a="http://schemas.openxmlformats.org/drawingml/2006/main">
            <a:defPPr algn="ctr">
              <a:defRPr sz="202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defPPr>
            <a:lvl1pPr algn="ctr">
              <a:defRPr sz="202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1pPr>
            <a:lvl2pPr algn="ctr">
              <a:defRPr sz="202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2pPr>
            <a:lvl3pPr algn="ctr">
              <a:defRPr sz="202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3pPr>
            <a:lvl4pPr algn="ctr">
              <a:defRPr sz="202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4pPr>
            <a:lvl5pPr algn="ctr">
              <a:defRPr sz="202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5pPr>
            <a:lvl6pPr algn="ctr">
              <a:defRPr sz="202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6pPr>
            <a:lvl7pPr algn="ctr">
              <a:defRPr sz="202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7pPr>
            <a:lvl8pPr algn="ctr">
              <a:defRPr sz="202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8pPr>
            <a:lvl9pPr algn="ctr">
              <a:defRPr sz="202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9pPr>
          </a:lstStyle>
          <a:p xmlns:a="http://schemas.openxmlformats.org/drawingml/2006/main">
            <a:pPr algn="ctr">
              <a:lnSpc>
                <a:spcPct val="105000"/>
              </a:lnSpc>
              <a:buNone/>
              <a:defRPr sz="202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pPr>
            <a:r>
              <a:rPr sz="2025" b="0">
                <a:solidFill>
                  <a:srgbClr val="111111"/>
                </a:solidFill>
                <a:latin typeface="Arial"/>
                <a:ea typeface="Arial"/>
                <a:cs typeface="Arial"/>
              </a:rPr>
              <a:t>Se procesa la operación</a:t>
            </a:r>
          </a:p>
        </p:txBody>
      </p:sp>
      <p:sp>
        <p:nvSpPr>
          <p:cNvPr id="93" name="">
            <a:extLst xmlns:a="http://schemas.openxmlformats.org/drawingml/2006/main">
              <a:ext uri="{FF2B5EF4-FFF2-40B4-BE49-F238E27FC236}">
                <a16:creationId xmlns:a16="http://schemas.microsoft.com/office/drawing/2014/main" id="{230A5554-1C66-4B49-9733-B033AA8274A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191625" y="4133850"/>
            <a:ext cx="3381375" cy="72390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/>
          <a:lstStyle xmlns:a="http://schemas.openxmlformats.org/drawingml/2006/main">
            <a:defPPr algn="ctr">
              <a:defRPr sz="202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defPPr>
            <a:lvl1pPr algn="ctr">
              <a:defRPr sz="202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1pPr>
            <a:lvl2pPr algn="ctr">
              <a:defRPr sz="202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2pPr>
            <a:lvl3pPr algn="ctr">
              <a:defRPr sz="202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3pPr>
            <a:lvl4pPr algn="ctr">
              <a:defRPr sz="202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4pPr>
            <a:lvl5pPr algn="ctr">
              <a:defRPr sz="202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5pPr>
            <a:lvl6pPr algn="ctr">
              <a:defRPr sz="202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6pPr>
            <a:lvl7pPr algn="ctr">
              <a:defRPr sz="202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7pPr>
            <a:lvl8pPr algn="ctr">
              <a:defRPr sz="202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8pPr>
            <a:lvl9pPr algn="ctr">
              <a:defRPr sz="202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9pPr>
          </a:lstStyle>
          <a:p xmlns:a="http://schemas.openxmlformats.org/drawingml/2006/main">
            <a:pPr algn="ctr">
              <a:lnSpc>
                <a:spcPct val="105000"/>
              </a:lnSpc>
              <a:buNone/>
              <a:defRPr sz="202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pPr>
            <a:r>
              <a:rPr sz="2025" b="0">
                <a:solidFill>
                  <a:srgbClr val="111111"/>
                </a:solidFill>
                <a:latin typeface="Arial"/>
                <a:ea typeface="Arial"/>
                <a:cs typeface="Arial"/>
              </a:rPr>
              <a:t>Se guardan la venta y las</a:t>
            </a:r>
          </a:p>
          <a:p xmlns:a="http://schemas.openxmlformats.org/drawingml/2006/main">
            <a:pPr algn="ctr">
              <a:lnSpc>
                <a:spcPct val="105000"/>
              </a:lnSpc>
              <a:buNone/>
              <a:defRPr sz="202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pPr>
            <a:r>
              <a:rPr sz="2025" b="0">
                <a:solidFill>
                  <a:srgbClr val="111111"/>
                </a:solidFill>
                <a:latin typeface="Arial"/>
                <a:ea typeface="Arial"/>
                <a:cs typeface="Arial"/>
              </a:rPr>
              <a:t>nuevas cantidades</a:t>
            </a:r>
          </a:p>
        </p:txBody>
      </p:sp>
      <p:sp>
        <p:nvSpPr>
          <p:cNvPr id="94" name="">
            <a:extLst xmlns:a="http://schemas.openxmlformats.org/drawingml/2006/main">
              <a:ext uri="{FF2B5EF4-FFF2-40B4-BE49-F238E27FC236}">
                <a16:creationId xmlns:a16="http://schemas.microsoft.com/office/drawing/2014/main" id="{4D88B350-692F-4024-8605-E1E74DCE166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666750" y="5219700"/>
            <a:ext cx="5781675" cy="1733550"/>
          </a:xfrm>
          <a:prstGeom xmlns:a="http://schemas.openxmlformats.org/drawingml/2006/main" prst="roundRect">
            <a:avLst>
              <a:gd name="adj" fmla="val 12088"/>
            </a:avLst>
          </a:prstGeom>
          <a:solidFill xmlns:a="http://schemas.openxmlformats.org/drawingml/2006/main">
            <a:srgbClr val="B76340"/>
          </a:solidFill>
          <a:ln xmlns:a="http://schemas.openxmlformats.org/drawingml/2006/main" w="0">
            <a:noFill/>
          </a:ln>
        </p:spPr>
      </p:sp>
      <p:sp>
        <p:nvSpPr>
          <p:cNvPr id="95" name="">
            <a:extLst xmlns:a="http://schemas.openxmlformats.org/drawingml/2006/main">
              <a:ext uri="{FF2B5EF4-FFF2-40B4-BE49-F238E27FC236}">
                <a16:creationId xmlns:a16="http://schemas.microsoft.com/office/drawing/2014/main" id="{6F9A9E89-05A5-4D6F-ADCD-54BF35FB2EF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42925" y="5095875"/>
            <a:ext cx="5772150" cy="1704975"/>
          </a:xfrm>
          <a:prstGeom xmlns:a="http://schemas.openxmlformats.org/drawingml/2006/main" prst="roundRect">
            <a:avLst>
              <a:gd name="adj" fmla="val 12291"/>
            </a:avLst>
          </a:prstGeom>
          <a:solidFill xmlns:a="http://schemas.openxmlformats.org/drawingml/2006/main">
            <a:srgbClr val="F5F1E5"/>
          </a:solidFill>
          <a:ln xmlns:a="http://schemas.openxmlformats.org/drawingml/2006/main" w="23813">
            <a:solidFill>
              <a:srgbClr val="B76340"/>
            </a:solidFill>
          </a:ln>
        </p:spPr>
      </p:sp>
      <p:sp>
        <p:nvSpPr>
          <p:cNvPr id="96" name="appearance vector #f7f7ea">
            <a:extLst xmlns:a="http://schemas.openxmlformats.org/drawingml/2006/main">
              <a:ext uri="{FF2B5EF4-FFF2-40B4-BE49-F238E27FC236}">
                <a16:creationId xmlns:a16="http://schemas.microsoft.com/office/drawing/2014/main" id="{62BAD8C1-787E-49E6-857E-9C563614D94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343400" y="5114925"/>
            <a:ext cx="1943100" cy="1666875"/>
          </a:xfrm>
          <a:custGeom xmlns:a="http://schemas.openxmlformats.org/drawingml/2006/main">
            <a:pathLst>
              <a:path w="1943100" h="1666875">
                <a:moveTo>
                  <a:pt x="714375" y="295275"/>
                </a:moveTo>
                <a:lnTo>
                  <a:pt x="952500" y="295275"/>
                </a:lnTo>
                <a:lnTo>
                  <a:pt x="952500" y="304800"/>
                </a:lnTo>
                <a:lnTo>
                  <a:pt x="962025" y="304800"/>
                </a:lnTo>
                <a:lnTo>
                  <a:pt x="962025" y="295275"/>
                </a:lnTo>
                <a:lnTo>
                  <a:pt x="1085850" y="295275"/>
                </a:lnTo>
                <a:lnTo>
                  <a:pt x="1085850" y="304800"/>
                </a:lnTo>
                <a:lnTo>
                  <a:pt x="1114425" y="304800"/>
                </a:lnTo>
                <a:lnTo>
                  <a:pt x="1114425" y="295275"/>
                </a:lnTo>
                <a:lnTo>
                  <a:pt x="1133475" y="295275"/>
                </a:lnTo>
                <a:lnTo>
                  <a:pt x="1133475" y="304800"/>
                </a:lnTo>
                <a:lnTo>
                  <a:pt x="1143000" y="304800"/>
                </a:lnTo>
                <a:lnTo>
                  <a:pt x="1143000" y="295275"/>
                </a:lnTo>
                <a:lnTo>
                  <a:pt x="1238250" y="295275"/>
                </a:lnTo>
                <a:lnTo>
                  <a:pt x="1238250" y="304800"/>
                </a:lnTo>
                <a:lnTo>
                  <a:pt x="1266825" y="304800"/>
                </a:lnTo>
                <a:lnTo>
                  <a:pt x="1266825" y="314325"/>
                </a:lnTo>
                <a:lnTo>
                  <a:pt x="1247775" y="314325"/>
                </a:lnTo>
                <a:lnTo>
                  <a:pt x="1247775" y="333375"/>
                </a:lnTo>
                <a:lnTo>
                  <a:pt x="1238250" y="333375"/>
                </a:lnTo>
                <a:lnTo>
                  <a:pt x="1238250" y="342900"/>
                </a:lnTo>
                <a:lnTo>
                  <a:pt x="1228725" y="342900"/>
                </a:lnTo>
                <a:lnTo>
                  <a:pt x="1228725" y="352425"/>
                </a:lnTo>
                <a:lnTo>
                  <a:pt x="1209675" y="352425"/>
                </a:lnTo>
                <a:lnTo>
                  <a:pt x="1209675" y="333375"/>
                </a:lnTo>
                <a:lnTo>
                  <a:pt x="1200150" y="333375"/>
                </a:lnTo>
                <a:lnTo>
                  <a:pt x="1200150" y="342900"/>
                </a:lnTo>
                <a:lnTo>
                  <a:pt x="1181100" y="342900"/>
                </a:lnTo>
                <a:lnTo>
                  <a:pt x="1181100" y="361950"/>
                </a:lnTo>
                <a:lnTo>
                  <a:pt x="1200150" y="361950"/>
                </a:lnTo>
                <a:lnTo>
                  <a:pt x="1200150" y="371475"/>
                </a:lnTo>
                <a:lnTo>
                  <a:pt x="1209675" y="371475"/>
                </a:lnTo>
                <a:lnTo>
                  <a:pt x="1209675" y="381000"/>
                </a:lnTo>
                <a:lnTo>
                  <a:pt x="1247775" y="381000"/>
                </a:lnTo>
                <a:lnTo>
                  <a:pt x="1247775" y="409575"/>
                </a:lnTo>
                <a:lnTo>
                  <a:pt x="1266825" y="409575"/>
                </a:lnTo>
                <a:lnTo>
                  <a:pt x="1266825" y="400050"/>
                </a:lnTo>
                <a:lnTo>
                  <a:pt x="1257300" y="400050"/>
                </a:lnTo>
                <a:lnTo>
                  <a:pt x="1257300" y="361950"/>
                </a:lnTo>
                <a:lnTo>
                  <a:pt x="1266825" y="361950"/>
                </a:lnTo>
                <a:lnTo>
                  <a:pt x="1266825" y="400050"/>
                </a:lnTo>
                <a:lnTo>
                  <a:pt x="1276350" y="400050"/>
                </a:lnTo>
                <a:lnTo>
                  <a:pt x="1276350" y="419100"/>
                </a:lnTo>
                <a:lnTo>
                  <a:pt x="1266825" y="419100"/>
                </a:lnTo>
                <a:lnTo>
                  <a:pt x="1266825" y="428625"/>
                </a:lnTo>
                <a:lnTo>
                  <a:pt x="1238250" y="428625"/>
                </a:lnTo>
                <a:lnTo>
                  <a:pt x="1238250" y="447675"/>
                </a:lnTo>
                <a:lnTo>
                  <a:pt x="1209675" y="447675"/>
                </a:lnTo>
                <a:lnTo>
                  <a:pt x="1209675" y="457200"/>
                </a:lnTo>
                <a:lnTo>
                  <a:pt x="1219200" y="457200"/>
                </a:lnTo>
                <a:lnTo>
                  <a:pt x="1219200" y="466725"/>
                </a:lnTo>
                <a:lnTo>
                  <a:pt x="1200150" y="466725"/>
                </a:lnTo>
                <a:lnTo>
                  <a:pt x="1200150" y="476250"/>
                </a:lnTo>
                <a:lnTo>
                  <a:pt x="1209675" y="476250"/>
                </a:lnTo>
                <a:lnTo>
                  <a:pt x="1209675" y="485775"/>
                </a:lnTo>
                <a:lnTo>
                  <a:pt x="1200150" y="485775"/>
                </a:lnTo>
                <a:lnTo>
                  <a:pt x="1200150" y="495300"/>
                </a:lnTo>
                <a:lnTo>
                  <a:pt x="1209675" y="495300"/>
                </a:lnTo>
                <a:lnTo>
                  <a:pt x="1209675" y="504825"/>
                </a:lnTo>
                <a:lnTo>
                  <a:pt x="1143000" y="504825"/>
                </a:lnTo>
                <a:lnTo>
                  <a:pt x="1143000" y="514350"/>
                </a:lnTo>
                <a:lnTo>
                  <a:pt x="1123950" y="514350"/>
                </a:lnTo>
                <a:lnTo>
                  <a:pt x="1123950" y="504825"/>
                </a:lnTo>
                <a:lnTo>
                  <a:pt x="1104900" y="504825"/>
                </a:lnTo>
                <a:lnTo>
                  <a:pt x="1104900" y="514350"/>
                </a:lnTo>
                <a:lnTo>
                  <a:pt x="923925" y="514350"/>
                </a:lnTo>
                <a:lnTo>
                  <a:pt x="923925" y="504825"/>
                </a:lnTo>
                <a:lnTo>
                  <a:pt x="895350" y="504825"/>
                </a:lnTo>
                <a:lnTo>
                  <a:pt x="895350" y="514350"/>
                </a:lnTo>
                <a:lnTo>
                  <a:pt x="704850" y="514350"/>
                </a:lnTo>
                <a:lnTo>
                  <a:pt x="704850" y="495300"/>
                </a:lnTo>
                <a:lnTo>
                  <a:pt x="714375" y="495300"/>
                </a:lnTo>
                <a:lnTo>
                  <a:pt x="714375" y="485775"/>
                </a:lnTo>
                <a:lnTo>
                  <a:pt x="742950" y="485775"/>
                </a:lnTo>
                <a:lnTo>
                  <a:pt x="742950" y="495300"/>
                </a:lnTo>
                <a:lnTo>
                  <a:pt x="781050" y="495300"/>
                </a:lnTo>
                <a:lnTo>
                  <a:pt x="781050" y="485775"/>
                </a:lnTo>
                <a:lnTo>
                  <a:pt x="771525" y="485775"/>
                </a:lnTo>
                <a:lnTo>
                  <a:pt x="771525" y="457200"/>
                </a:lnTo>
                <a:lnTo>
                  <a:pt x="790575" y="457200"/>
                </a:lnTo>
                <a:lnTo>
                  <a:pt x="790575" y="447675"/>
                </a:lnTo>
                <a:lnTo>
                  <a:pt x="771525" y="447675"/>
                </a:lnTo>
                <a:lnTo>
                  <a:pt x="771525" y="428625"/>
                </a:lnTo>
                <a:lnTo>
                  <a:pt x="762000" y="428625"/>
                </a:lnTo>
                <a:lnTo>
                  <a:pt x="762000" y="409575"/>
                </a:lnTo>
                <a:lnTo>
                  <a:pt x="733425" y="409575"/>
                </a:lnTo>
                <a:lnTo>
                  <a:pt x="733425" y="400050"/>
                </a:lnTo>
                <a:lnTo>
                  <a:pt x="723900" y="400050"/>
                </a:lnTo>
                <a:lnTo>
                  <a:pt x="723900" y="314325"/>
                </a:lnTo>
                <a:lnTo>
                  <a:pt x="714375" y="314325"/>
                </a:lnTo>
                <a:close/>
                <a:moveTo>
                  <a:pt x="1381125" y="295275"/>
                </a:moveTo>
                <a:lnTo>
                  <a:pt x="1647825" y="295275"/>
                </a:lnTo>
                <a:lnTo>
                  <a:pt x="1647825" y="304800"/>
                </a:lnTo>
                <a:lnTo>
                  <a:pt x="1657350" y="304800"/>
                </a:lnTo>
                <a:lnTo>
                  <a:pt x="1657350" y="295275"/>
                </a:lnTo>
                <a:lnTo>
                  <a:pt x="1676400" y="295275"/>
                </a:lnTo>
                <a:lnTo>
                  <a:pt x="1676400" y="304800"/>
                </a:lnTo>
                <a:lnTo>
                  <a:pt x="1695450" y="304800"/>
                </a:lnTo>
                <a:lnTo>
                  <a:pt x="1695450" y="295275"/>
                </a:lnTo>
                <a:lnTo>
                  <a:pt x="1781175" y="295275"/>
                </a:lnTo>
                <a:lnTo>
                  <a:pt x="1781175" y="304800"/>
                </a:lnTo>
                <a:lnTo>
                  <a:pt x="1790700" y="304800"/>
                </a:lnTo>
                <a:lnTo>
                  <a:pt x="1790700" y="314325"/>
                </a:lnTo>
                <a:lnTo>
                  <a:pt x="1771650" y="314325"/>
                </a:lnTo>
                <a:lnTo>
                  <a:pt x="1771650" y="333375"/>
                </a:lnTo>
                <a:lnTo>
                  <a:pt x="1781175" y="333375"/>
                </a:lnTo>
                <a:lnTo>
                  <a:pt x="1781175" y="342900"/>
                </a:lnTo>
                <a:lnTo>
                  <a:pt x="1752600" y="342900"/>
                </a:lnTo>
                <a:lnTo>
                  <a:pt x="1752600" y="352425"/>
                </a:lnTo>
                <a:lnTo>
                  <a:pt x="1714500" y="352425"/>
                </a:lnTo>
                <a:lnTo>
                  <a:pt x="1714500" y="342900"/>
                </a:lnTo>
                <a:lnTo>
                  <a:pt x="1724025" y="342900"/>
                </a:lnTo>
                <a:lnTo>
                  <a:pt x="1724025" y="333375"/>
                </a:lnTo>
                <a:lnTo>
                  <a:pt x="1704975" y="333375"/>
                </a:lnTo>
                <a:lnTo>
                  <a:pt x="1704975" y="342900"/>
                </a:lnTo>
                <a:lnTo>
                  <a:pt x="1695450" y="342900"/>
                </a:lnTo>
                <a:lnTo>
                  <a:pt x="1695450" y="352425"/>
                </a:lnTo>
                <a:lnTo>
                  <a:pt x="1676400" y="352425"/>
                </a:lnTo>
                <a:lnTo>
                  <a:pt x="1676400" y="371475"/>
                </a:lnTo>
                <a:lnTo>
                  <a:pt x="1666875" y="371475"/>
                </a:lnTo>
                <a:lnTo>
                  <a:pt x="1666875" y="390525"/>
                </a:lnTo>
                <a:lnTo>
                  <a:pt x="1657350" y="390525"/>
                </a:lnTo>
                <a:lnTo>
                  <a:pt x="1657350" y="381000"/>
                </a:lnTo>
                <a:lnTo>
                  <a:pt x="1628775" y="381000"/>
                </a:lnTo>
                <a:lnTo>
                  <a:pt x="1628775" y="390525"/>
                </a:lnTo>
                <a:lnTo>
                  <a:pt x="1600200" y="390525"/>
                </a:lnTo>
                <a:lnTo>
                  <a:pt x="1600200" y="381000"/>
                </a:lnTo>
                <a:lnTo>
                  <a:pt x="1552575" y="381000"/>
                </a:lnTo>
                <a:lnTo>
                  <a:pt x="1552575" y="390525"/>
                </a:lnTo>
                <a:lnTo>
                  <a:pt x="1543050" y="390525"/>
                </a:lnTo>
                <a:lnTo>
                  <a:pt x="1543050" y="428625"/>
                </a:lnTo>
                <a:lnTo>
                  <a:pt x="1533525" y="428625"/>
                </a:lnTo>
                <a:lnTo>
                  <a:pt x="1533525" y="438150"/>
                </a:lnTo>
                <a:lnTo>
                  <a:pt x="1524000" y="438150"/>
                </a:lnTo>
                <a:lnTo>
                  <a:pt x="1524000" y="419100"/>
                </a:lnTo>
                <a:lnTo>
                  <a:pt x="1514475" y="419100"/>
                </a:lnTo>
                <a:lnTo>
                  <a:pt x="1514475" y="371475"/>
                </a:lnTo>
                <a:lnTo>
                  <a:pt x="1504950" y="371475"/>
                </a:lnTo>
                <a:lnTo>
                  <a:pt x="1504950" y="361950"/>
                </a:lnTo>
                <a:lnTo>
                  <a:pt x="1495425" y="361950"/>
                </a:lnTo>
                <a:lnTo>
                  <a:pt x="1495425" y="352425"/>
                </a:lnTo>
                <a:lnTo>
                  <a:pt x="1466850" y="352425"/>
                </a:lnTo>
                <a:lnTo>
                  <a:pt x="1466850" y="361950"/>
                </a:lnTo>
                <a:lnTo>
                  <a:pt x="1457325" y="361950"/>
                </a:lnTo>
                <a:lnTo>
                  <a:pt x="1457325" y="371475"/>
                </a:lnTo>
                <a:lnTo>
                  <a:pt x="1447800" y="371475"/>
                </a:lnTo>
                <a:lnTo>
                  <a:pt x="1447800" y="381000"/>
                </a:lnTo>
                <a:lnTo>
                  <a:pt x="1438275" y="381000"/>
                </a:lnTo>
                <a:lnTo>
                  <a:pt x="1438275" y="371475"/>
                </a:lnTo>
                <a:lnTo>
                  <a:pt x="1428750" y="371475"/>
                </a:lnTo>
                <a:lnTo>
                  <a:pt x="1428750" y="361950"/>
                </a:lnTo>
                <a:lnTo>
                  <a:pt x="1409700" y="361950"/>
                </a:lnTo>
                <a:lnTo>
                  <a:pt x="1409700" y="352425"/>
                </a:lnTo>
                <a:lnTo>
                  <a:pt x="1390650" y="352425"/>
                </a:lnTo>
                <a:lnTo>
                  <a:pt x="1390650" y="342900"/>
                </a:lnTo>
                <a:lnTo>
                  <a:pt x="1409700" y="342900"/>
                </a:lnTo>
                <a:lnTo>
                  <a:pt x="1409700" y="333375"/>
                </a:lnTo>
                <a:lnTo>
                  <a:pt x="1362075" y="333375"/>
                </a:lnTo>
                <a:lnTo>
                  <a:pt x="1362075" y="323850"/>
                </a:lnTo>
                <a:lnTo>
                  <a:pt x="1381125" y="323850"/>
                </a:lnTo>
                <a:lnTo>
                  <a:pt x="1381125" y="314325"/>
                </a:lnTo>
                <a:lnTo>
                  <a:pt x="1371600" y="314325"/>
                </a:lnTo>
                <a:lnTo>
                  <a:pt x="1371600" y="304800"/>
                </a:lnTo>
                <a:lnTo>
                  <a:pt x="1381125" y="304800"/>
                </a:lnTo>
                <a:close/>
                <a:moveTo>
                  <a:pt x="1809750" y="295275"/>
                </a:moveTo>
                <a:lnTo>
                  <a:pt x="1828800" y="295275"/>
                </a:lnTo>
                <a:lnTo>
                  <a:pt x="1828800" y="314325"/>
                </a:lnTo>
                <a:lnTo>
                  <a:pt x="1800225" y="314325"/>
                </a:lnTo>
                <a:lnTo>
                  <a:pt x="1800225" y="304800"/>
                </a:lnTo>
                <a:lnTo>
                  <a:pt x="1809750" y="304800"/>
                </a:lnTo>
                <a:close/>
                <a:moveTo>
                  <a:pt x="1847850" y="295275"/>
                </a:moveTo>
                <a:lnTo>
                  <a:pt x="1866900" y="295275"/>
                </a:lnTo>
                <a:lnTo>
                  <a:pt x="1866900" y="304800"/>
                </a:lnTo>
                <a:lnTo>
                  <a:pt x="1876425" y="304800"/>
                </a:lnTo>
                <a:lnTo>
                  <a:pt x="1876425" y="314325"/>
                </a:lnTo>
                <a:lnTo>
                  <a:pt x="1895475" y="314325"/>
                </a:lnTo>
                <a:lnTo>
                  <a:pt x="1895475" y="361950"/>
                </a:lnTo>
                <a:lnTo>
                  <a:pt x="1885950" y="361950"/>
                </a:lnTo>
                <a:lnTo>
                  <a:pt x="1885950" y="371475"/>
                </a:lnTo>
                <a:lnTo>
                  <a:pt x="1866900" y="371475"/>
                </a:lnTo>
                <a:lnTo>
                  <a:pt x="1866900" y="381000"/>
                </a:lnTo>
                <a:lnTo>
                  <a:pt x="1857375" y="381000"/>
                </a:lnTo>
                <a:lnTo>
                  <a:pt x="1857375" y="400050"/>
                </a:lnTo>
                <a:lnTo>
                  <a:pt x="1828800" y="400050"/>
                </a:lnTo>
                <a:lnTo>
                  <a:pt x="1828800" y="390525"/>
                </a:lnTo>
                <a:lnTo>
                  <a:pt x="1838325" y="390525"/>
                </a:lnTo>
                <a:lnTo>
                  <a:pt x="1838325" y="381000"/>
                </a:lnTo>
                <a:lnTo>
                  <a:pt x="1847850" y="381000"/>
                </a:lnTo>
                <a:lnTo>
                  <a:pt x="1847850" y="371475"/>
                </a:lnTo>
                <a:lnTo>
                  <a:pt x="1857375" y="371475"/>
                </a:lnTo>
                <a:lnTo>
                  <a:pt x="1857375" y="361950"/>
                </a:lnTo>
                <a:lnTo>
                  <a:pt x="1866900" y="361950"/>
                </a:lnTo>
                <a:lnTo>
                  <a:pt x="1866900" y="352425"/>
                </a:lnTo>
                <a:lnTo>
                  <a:pt x="1857375" y="352425"/>
                </a:lnTo>
                <a:lnTo>
                  <a:pt x="1857375" y="342900"/>
                </a:lnTo>
                <a:lnTo>
                  <a:pt x="1847850" y="342900"/>
                </a:lnTo>
                <a:lnTo>
                  <a:pt x="1847850" y="333375"/>
                </a:lnTo>
                <a:lnTo>
                  <a:pt x="1857375" y="333375"/>
                </a:lnTo>
                <a:lnTo>
                  <a:pt x="1857375" y="342900"/>
                </a:lnTo>
                <a:lnTo>
                  <a:pt x="1866900" y="342900"/>
                </a:lnTo>
                <a:lnTo>
                  <a:pt x="1866900" y="314325"/>
                </a:lnTo>
                <a:lnTo>
                  <a:pt x="1847850" y="314325"/>
                </a:lnTo>
                <a:close/>
                <a:moveTo>
                  <a:pt x="1276350" y="304800"/>
                </a:moveTo>
                <a:lnTo>
                  <a:pt x="1285875" y="304800"/>
                </a:lnTo>
                <a:lnTo>
                  <a:pt x="1285875" y="314325"/>
                </a:lnTo>
                <a:lnTo>
                  <a:pt x="1276350" y="314325"/>
                </a:lnTo>
                <a:close/>
                <a:moveTo>
                  <a:pt x="1314450" y="304800"/>
                </a:moveTo>
                <a:lnTo>
                  <a:pt x="1362075" y="304800"/>
                </a:lnTo>
                <a:lnTo>
                  <a:pt x="1362075" y="314325"/>
                </a:lnTo>
                <a:lnTo>
                  <a:pt x="1314450" y="314325"/>
                </a:lnTo>
                <a:close/>
                <a:moveTo>
                  <a:pt x="838200" y="381000"/>
                </a:moveTo>
                <a:lnTo>
                  <a:pt x="847725" y="381000"/>
                </a:lnTo>
                <a:lnTo>
                  <a:pt x="847725" y="390525"/>
                </a:lnTo>
                <a:lnTo>
                  <a:pt x="866775" y="390525"/>
                </a:lnTo>
                <a:lnTo>
                  <a:pt x="866775" y="428625"/>
                </a:lnTo>
                <a:lnTo>
                  <a:pt x="876300" y="428625"/>
                </a:lnTo>
                <a:lnTo>
                  <a:pt x="876300" y="438150"/>
                </a:lnTo>
                <a:lnTo>
                  <a:pt x="885825" y="438150"/>
                </a:lnTo>
                <a:lnTo>
                  <a:pt x="885825" y="447675"/>
                </a:lnTo>
                <a:lnTo>
                  <a:pt x="904875" y="447675"/>
                </a:lnTo>
                <a:lnTo>
                  <a:pt x="904875" y="438150"/>
                </a:lnTo>
                <a:lnTo>
                  <a:pt x="942975" y="438150"/>
                </a:lnTo>
                <a:lnTo>
                  <a:pt x="942975" y="428625"/>
                </a:lnTo>
                <a:lnTo>
                  <a:pt x="952500" y="428625"/>
                </a:lnTo>
                <a:lnTo>
                  <a:pt x="952500" y="419100"/>
                </a:lnTo>
                <a:lnTo>
                  <a:pt x="942975" y="419100"/>
                </a:lnTo>
                <a:lnTo>
                  <a:pt x="942975" y="409575"/>
                </a:lnTo>
                <a:lnTo>
                  <a:pt x="914400" y="409575"/>
                </a:lnTo>
                <a:lnTo>
                  <a:pt x="914400" y="400050"/>
                </a:lnTo>
                <a:lnTo>
                  <a:pt x="904875" y="400050"/>
                </a:lnTo>
                <a:lnTo>
                  <a:pt x="904875" y="371475"/>
                </a:lnTo>
                <a:lnTo>
                  <a:pt x="895350" y="371475"/>
                </a:lnTo>
                <a:lnTo>
                  <a:pt x="895350" y="361950"/>
                </a:lnTo>
                <a:lnTo>
                  <a:pt x="885825" y="361950"/>
                </a:lnTo>
                <a:lnTo>
                  <a:pt x="885825" y="371475"/>
                </a:lnTo>
                <a:lnTo>
                  <a:pt x="866775" y="371475"/>
                </a:lnTo>
                <a:lnTo>
                  <a:pt x="866775" y="352425"/>
                </a:lnTo>
                <a:lnTo>
                  <a:pt x="847725" y="352425"/>
                </a:lnTo>
                <a:lnTo>
                  <a:pt x="847725" y="371475"/>
                </a:lnTo>
                <a:lnTo>
                  <a:pt x="838200" y="371475"/>
                </a:lnTo>
                <a:close/>
                <a:moveTo>
                  <a:pt x="1476375" y="390525"/>
                </a:moveTo>
                <a:lnTo>
                  <a:pt x="1485900" y="390525"/>
                </a:lnTo>
                <a:lnTo>
                  <a:pt x="1485900" y="400050"/>
                </a:lnTo>
                <a:lnTo>
                  <a:pt x="1476375" y="400050"/>
                </a:lnTo>
                <a:close/>
                <a:moveTo>
                  <a:pt x="1876425" y="390525"/>
                </a:moveTo>
                <a:lnTo>
                  <a:pt x="1895475" y="390525"/>
                </a:lnTo>
                <a:lnTo>
                  <a:pt x="1895475" y="409575"/>
                </a:lnTo>
                <a:lnTo>
                  <a:pt x="1885950" y="409575"/>
                </a:lnTo>
                <a:lnTo>
                  <a:pt x="1885950" y="419100"/>
                </a:lnTo>
                <a:lnTo>
                  <a:pt x="1876425" y="419100"/>
                </a:lnTo>
                <a:close/>
                <a:moveTo>
                  <a:pt x="1323975" y="409575"/>
                </a:moveTo>
                <a:lnTo>
                  <a:pt x="1343025" y="409575"/>
                </a:lnTo>
                <a:lnTo>
                  <a:pt x="1343025" y="419100"/>
                </a:lnTo>
                <a:lnTo>
                  <a:pt x="1352550" y="419100"/>
                </a:lnTo>
                <a:lnTo>
                  <a:pt x="1352550" y="428625"/>
                </a:lnTo>
                <a:lnTo>
                  <a:pt x="1333500" y="428625"/>
                </a:lnTo>
                <a:lnTo>
                  <a:pt x="1333500" y="419100"/>
                </a:lnTo>
                <a:lnTo>
                  <a:pt x="1323975" y="419100"/>
                </a:lnTo>
                <a:close/>
                <a:moveTo>
                  <a:pt x="971550" y="419100"/>
                </a:moveTo>
                <a:lnTo>
                  <a:pt x="981075" y="419100"/>
                </a:lnTo>
                <a:lnTo>
                  <a:pt x="981075" y="428625"/>
                </a:lnTo>
                <a:lnTo>
                  <a:pt x="990600" y="428625"/>
                </a:lnTo>
                <a:lnTo>
                  <a:pt x="990600" y="438150"/>
                </a:lnTo>
                <a:lnTo>
                  <a:pt x="1009650" y="438150"/>
                </a:lnTo>
                <a:lnTo>
                  <a:pt x="1009650" y="428625"/>
                </a:lnTo>
                <a:lnTo>
                  <a:pt x="1028700" y="428625"/>
                </a:lnTo>
                <a:lnTo>
                  <a:pt x="1028700" y="438150"/>
                </a:lnTo>
                <a:lnTo>
                  <a:pt x="1162050" y="438150"/>
                </a:lnTo>
                <a:lnTo>
                  <a:pt x="1162050" y="428625"/>
                </a:lnTo>
                <a:lnTo>
                  <a:pt x="1171575" y="428625"/>
                </a:lnTo>
                <a:lnTo>
                  <a:pt x="1171575" y="400050"/>
                </a:lnTo>
                <a:lnTo>
                  <a:pt x="1162050" y="400050"/>
                </a:lnTo>
                <a:lnTo>
                  <a:pt x="1162050" y="390525"/>
                </a:lnTo>
                <a:lnTo>
                  <a:pt x="1009650" y="390525"/>
                </a:lnTo>
                <a:lnTo>
                  <a:pt x="1009650" y="381000"/>
                </a:lnTo>
                <a:lnTo>
                  <a:pt x="981075" y="381000"/>
                </a:lnTo>
                <a:lnTo>
                  <a:pt x="981075" y="390525"/>
                </a:lnTo>
                <a:lnTo>
                  <a:pt x="971550" y="390525"/>
                </a:lnTo>
                <a:close/>
                <a:moveTo>
                  <a:pt x="1476375" y="419100"/>
                </a:moveTo>
                <a:lnTo>
                  <a:pt x="1485900" y="419100"/>
                </a:lnTo>
                <a:lnTo>
                  <a:pt x="1485900" y="428625"/>
                </a:lnTo>
                <a:lnTo>
                  <a:pt x="1476375" y="428625"/>
                </a:lnTo>
                <a:close/>
                <a:moveTo>
                  <a:pt x="1571625" y="428625"/>
                </a:moveTo>
                <a:lnTo>
                  <a:pt x="1600200" y="428625"/>
                </a:lnTo>
                <a:lnTo>
                  <a:pt x="1600200" y="476250"/>
                </a:lnTo>
                <a:lnTo>
                  <a:pt x="1590675" y="476250"/>
                </a:lnTo>
                <a:lnTo>
                  <a:pt x="1590675" y="485775"/>
                </a:lnTo>
                <a:lnTo>
                  <a:pt x="1552575" y="485775"/>
                </a:lnTo>
                <a:lnTo>
                  <a:pt x="1552575" y="495300"/>
                </a:lnTo>
                <a:lnTo>
                  <a:pt x="1571625" y="495300"/>
                </a:lnTo>
                <a:lnTo>
                  <a:pt x="1571625" y="504825"/>
                </a:lnTo>
                <a:lnTo>
                  <a:pt x="1543050" y="504825"/>
                </a:lnTo>
                <a:lnTo>
                  <a:pt x="1543050" y="485775"/>
                </a:lnTo>
                <a:lnTo>
                  <a:pt x="1514475" y="485775"/>
                </a:lnTo>
                <a:lnTo>
                  <a:pt x="1514475" y="495300"/>
                </a:lnTo>
                <a:lnTo>
                  <a:pt x="1533525" y="495300"/>
                </a:lnTo>
                <a:lnTo>
                  <a:pt x="1533525" y="504825"/>
                </a:lnTo>
                <a:lnTo>
                  <a:pt x="1504950" y="504825"/>
                </a:lnTo>
                <a:lnTo>
                  <a:pt x="1504950" y="514350"/>
                </a:lnTo>
                <a:lnTo>
                  <a:pt x="1457325" y="514350"/>
                </a:lnTo>
                <a:lnTo>
                  <a:pt x="1457325" y="504825"/>
                </a:lnTo>
                <a:lnTo>
                  <a:pt x="1409700" y="504825"/>
                </a:lnTo>
                <a:lnTo>
                  <a:pt x="1409700" y="495300"/>
                </a:lnTo>
                <a:lnTo>
                  <a:pt x="1438275" y="495300"/>
                </a:lnTo>
                <a:lnTo>
                  <a:pt x="1438275" y="485775"/>
                </a:lnTo>
                <a:lnTo>
                  <a:pt x="1419225" y="485775"/>
                </a:lnTo>
                <a:lnTo>
                  <a:pt x="1419225" y="466725"/>
                </a:lnTo>
                <a:lnTo>
                  <a:pt x="1409700" y="466725"/>
                </a:lnTo>
                <a:lnTo>
                  <a:pt x="1409700" y="457200"/>
                </a:lnTo>
                <a:lnTo>
                  <a:pt x="1428750" y="457200"/>
                </a:lnTo>
                <a:lnTo>
                  <a:pt x="1428750" y="466725"/>
                </a:lnTo>
                <a:lnTo>
                  <a:pt x="1447800" y="466725"/>
                </a:lnTo>
                <a:lnTo>
                  <a:pt x="1447800" y="476250"/>
                </a:lnTo>
                <a:lnTo>
                  <a:pt x="1457325" y="476250"/>
                </a:lnTo>
                <a:lnTo>
                  <a:pt x="1457325" y="457200"/>
                </a:lnTo>
                <a:lnTo>
                  <a:pt x="1485900" y="457200"/>
                </a:lnTo>
                <a:lnTo>
                  <a:pt x="1485900" y="466725"/>
                </a:lnTo>
                <a:lnTo>
                  <a:pt x="1495425" y="466725"/>
                </a:lnTo>
                <a:lnTo>
                  <a:pt x="1495425" y="476250"/>
                </a:lnTo>
                <a:lnTo>
                  <a:pt x="1504950" y="476250"/>
                </a:lnTo>
                <a:lnTo>
                  <a:pt x="1504950" y="466725"/>
                </a:lnTo>
                <a:lnTo>
                  <a:pt x="1514475" y="466725"/>
                </a:lnTo>
                <a:lnTo>
                  <a:pt x="1514475" y="457200"/>
                </a:lnTo>
                <a:lnTo>
                  <a:pt x="1524000" y="457200"/>
                </a:lnTo>
                <a:lnTo>
                  <a:pt x="1524000" y="447675"/>
                </a:lnTo>
                <a:lnTo>
                  <a:pt x="1543050" y="447675"/>
                </a:lnTo>
                <a:lnTo>
                  <a:pt x="1543050" y="438150"/>
                </a:lnTo>
                <a:lnTo>
                  <a:pt x="1571625" y="438150"/>
                </a:lnTo>
                <a:close/>
                <a:moveTo>
                  <a:pt x="733425" y="447675"/>
                </a:moveTo>
                <a:lnTo>
                  <a:pt x="742950" y="447675"/>
                </a:lnTo>
                <a:lnTo>
                  <a:pt x="742950" y="457200"/>
                </a:lnTo>
                <a:lnTo>
                  <a:pt x="733425" y="457200"/>
                </a:lnTo>
                <a:close/>
                <a:moveTo>
                  <a:pt x="1628775" y="447675"/>
                </a:moveTo>
                <a:lnTo>
                  <a:pt x="1638300" y="447675"/>
                </a:lnTo>
                <a:lnTo>
                  <a:pt x="1638300" y="457200"/>
                </a:lnTo>
                <a:lnTo>
                  <a:pt x="1628775" y="457200"/>
                </a:lnTo>
                <a:close/>
                <a:moveTo>
                  <a:pt x="1876425" y="447675"/>
                </a:moveTo>
                <a:lnTo>
                  <a:pt x="1885950" y="447675"/>
                </a:lnTo>
                <a:lnTo>
                  <a:pt x="1885950" y="466725"/>
                </a:lnTo>
                <a:lnTo>
                  <a:pt x="1876425" y="466725"/>
                </a:lnTo>
                <a:close/>
                <a:moveTo>
                  <a:pt x="1362075" y="457200"/>
                </a:moveTo>
                <a:lnTo>
                  <a:pt x="1381125" y="457200"/>
                </a:lnTo>
                <a:lnTo>
                  <a:pt x="1381125" y="485775"/>
                </a:lnTo>
                <a:lnTo>
                  <a:pt x="1371600" y="485775"/>
                </a:lnTo>
                <a:lnTo>
                  <a:pt x="1371600" y="495300"/>
                </a:lnTo>
                <a:lnTo>
                  <a:pt x="1390650" y="495300"/>
                </a:lnTo>
                <a:lnTo>
                  <a:pt x="1390650" y="504825"/>
                </a:lnTo>
                <a:lnTo>
                  <a:pt x="1371600" y="504825"/>
                </a:lnTo>
                <a:lnTo>
                  <a:pt x="1371600" y="514350"/>
                </a:lnTo>
                <a:lnTo>
                  <a:pt x="1314450" y="514350"/>
                </a:lnTo>
                <a:lnTo>
                  <a:pt x="1314450" y="504825"/>
                </a:lnTo>
                <a:lnTo>
                  <a:pt x="1285875" y="504825"/>
                </a:lnTo>
                <a:lnTo>
                  <a:pt x="1285875" y="514350"/>
                </a:lnTo>
                <a:lnTo>
                  <a:pt x="1276350" y="514350"/>
                </a:lnTo>
                <a:lnTo>
                  <a:pt x="1276350" y="485775"/>
                </a:lnTo>
                <a:lnTo>
                  <a:pt x="1285875" y="485775"/>
                </a:lnTo>
                <a:lnTo>
                  <a:pt x="1285875" y="476250"/>
                </a:lnTo>
                <a:lnTo>
                  <a:pt x="1304925" y="476250"/>
                </a:lnTo>
                <a:lnTo>
                  <a:pt x="1304925" y="495300"/>
                </a:lnTo>
                <a:lnTo>
                  <a:pt x="1333500" y="495300"/>
                </a:lnTo>
                <a:lnTo>
                  <a:pt x="1333500" y="485775"/>
                </a:lnTo>
                <a:lnTo>
                  <a:pt x="1343025" y="485775"/>
                </a:lnTo>
                <a:lnTo>
                  <a:pt x="1343025" y="476250"/>
                </a:lnTo>
                <a:lnTo>
                  <a:pt x="1371600" y="476250"/>
                </a:lnTo>
                <a:lnTo>
                  <a:pt x="1371600" y="466725"/>
                </a:lnTo>
                <a:lnTo>
                  <a:pt x="1362075" y="466725"/>
                </a:lnTo>
                <a:close/>
                <a:moveTo>
                  <a:pt x="1457325" y="485775"/>
                </a:moveTo>
                <a:lnTo>
                  <a:pt x="1485900" y="485775"/>
                </a:lnTo>
                <a:lnTo>
                  <a:pt x="1485900" y="476250"/>
                </a:lnTo>
                <a:lnTo>
                  <a:pt x="1457325" y="476250"/>
                </a:lnTo>
                <a:close/>
                <a:moveTo>
                  <a:pt x="914400" y="495300"/>
                </a:moveTo>
                <a:lnTo>
                  <a:pt x="923925" y="495300"/>
                </a:lnTo>
                <a:lnTo>
                  <a:pt x="923925" y="485775"/>
                </a:lnTo>
                <a:lnTo>
                  <a:pt x="914400" y="485775"/>
                </a:lnTo>
                <a:close/>
                <a:moveTo>
                  <a:pt x="1247775" y="495300"/>
                </a:moveTo>
                <a:lnTo>
                  <a:pt x="1266825" y="495300"/>
                </a:lnTo>
                <a:lnTo>
                  <a:pt x="1266825" y="514350"/>
                </a:lnTo>
                <a:lnTo>
                  <a:pt x="1257300" y="514350"/>
                </a:lnTo>
                <a:lnTo>
                  <a:pt x="1257300" y="504825"/>
                </a:lnTo>
                <a:lnTo>
                  <a:pt x="1247775" y="504825"/>
                </a:lnTo>
                <a:close/>
                <a:moveTo>
                  <a:pt x="1676400" y="495300"/>
                </a:moveTo>
                <a:lnTo>
                  <a:pt x="1685925" y="495300"/>
                </a:lnTo>
                <a:lnTo>
                  <a:pt x="1685925" y="504825"/>
                </a:lnTo>
                <a:lnTo>
                  <a:pt x="1676400" y="504825"/>
                </a:lnTo>
                <a:close/>
                <a:moveTo>
                  <a:pt x="1866900" y="495300"/>
                </a:moveTo>
                <a:lnTo>
                  <a:pt x="1876425" y="495300"/>
                </a:lnTo>
                <a:lnTo>
                  <a:pt x="1876425" y="504825"/>
                </a:lnTo>
                <a:lnTo>
                  <a:pt x="1866900" y="504825"/>
                </a:lnTo>
                <a:close/>
                <a:moveTo>
                  <a:pt x="438150" y="771525"/>
                </a:moveTo>
                <a:lnTo>
                  <a:pt x="447675" y="771525"/>
                </a:lnTo>
                <a:lnTo>
                  <a:pt x="447675" y="781050"/>
                </a:lnTo>
                <a:lnTo>
                  <a:pt x="457200" y="781050"/>
                </a:lnTo>
                <a:lnTo>
                  <a:pt x="457200" y="790575"/>
                </a:lnTo>
                <a:lnTo>
                  <a:pt x="447675" y="790575"/>
                </a:lnTo>
                <a:lnTo>
                  <a:pt x="447675" y="800100"/>
                </a:lnTo>
                <a:lnTo>
                  <a:pt x="438150" y="800100"/>
                </a:lnTo>
                <a:lnTo>
                  <a:pt x="438150" y="790575"/>
                </a:lnTo>
                <a:lnTo>
                  <a:pt x="428625" y="790575"/>
                </a:lnTo>
                <a:lnTo>
                  <a:pt x="428625" y="781050"/>
                </a:lnTo>
                <a:lnTo>
                  <a:pt x="438150" y="781050"/>
                </a:lnTo>
                <a:close/>
                <a:moveTo>
                  <a:pt x="438150" y="1238250"/>
                </a:moveTo>
                <a:lnTo>
                  <a:pt x="447675" y="1238250"/>
                </a:lnTo>
                <a:lnTo>
                  <a:pt x="447675" y="1257300"/>
                </a:lnTo>
                <a:lnTo>
                  <a:pt x="438150" y="1257300"/>
                </a:lnTo>
                <a:close/>
              </a:path>
            </a:pathLst>
          </a:custGeom>
          <a:solidFill xmlns:a="http://schemas.openxmlformats.org/drawingml/2006/main">
            <a:srgbClr val="F7F7EA"/>
          </a:solidFill>
          <a:ln xmlns:a="http://schemas.openxmlformats.org/drawingml/2006/main" w="0">
            <a:noFill/>
          </a:ln>
        </p:spPr>
      </p:sp>
      <p:sp>
        <p:nvSpPr>
          <p:cNvPr id="97" name="appearance vector #f7f5e8">
            <a:extLst xmlns:a="http://schemas.openxmlformats.org/drawingml/2006/main">
              <a:ext uri="{FF2B5EF4-FFF2-40B4-BE49-F238E27FC236}">
                <a16:creationId xmlns:a16="http://schemas.microsoft.com/office/drawing/2014/main" id="{1C48BDB3-23EE-4DF6-BC4D-67B14465BBF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343400" y="5114925"/>
            <a:ext cx="1943100" cy="1666875"/>
          </a:xfrm>
          <a:custGeom xmlns:a="http://schemas.openxmlformats.org/drawingml/2006/main">
            <a:pathLst>
              <a:path w="1943100" h="1666875">
                <a:moveTo>
                  <a:pt x="952500" y="295275"/>
                </a:moveTo>
                <a:lnTo>
                  <a:pt x="962025" y="295275"/>
                </a:lnTo>
                <a:lnTo>
                  <a:pt x="962025" y="304800"/>
                </a:lnTo>
                <a:lnTo>
                  <a:pt x="952500" y="304800"/>
                </a:lnTo>
                <a:close/>
                <a:moveTo>
                  <a:pt x="1085850" y="295275"/>
                </a:moveTo>
                <a:lnTo>
                  <a:pt x="1114425" y="295275"/>
                </a:lnTo>
                <a:lnTo>
                  <a:pt x="1114425" y="304800"/>
                </a:lnTo>
                <a:lnTo>
                  <a:pt x="1085850" y="304800"/>
                </a:lnTo>
                <a:close/>
                <a:moveTo>
                  <a:pt x="1133475" y="295275"/>
                </a:moveTo>
                <a:lnTo>
                  <a:pt x="1143000" y="295275"/>
                </a:lnTo>
                <a:lnTo>
                  <a:pt x="1143000" y="304800"/>
                </a:lnTo>
                <a:lnTo>
                  <a:pt x="1133475" y="304800"/>
                </a:lnTo>
                <a:close/>
                <a:moveTo>
                  <a:pt x="1238250" y="295275"/>
                </a:moveTo>
                <a:lnTo>
                  <a:pt x="1381125" y="295275"/>
                </a:lnTo>
                <a:lnTo>
                  <a:pt x="1381125" y="304800"/>
                </a:lnTo>
                <a:lnTo>
                  <a:pt x="1371600" y="304800"/>
                </a:lnTo>
                <a:lnTo>
                  <a:pt x="1371600" y="314325"/>
                </a:lnTo>
                <a:lnTo>
                  <a:pt x="1381125" y="314325"/>
                </a:lnTo>
                <a:lnTo>
                  <a:pt x="1381125" y="323850"/>
                </a:lnTo>
                <a:lnTo>
                  <a:pt x="1362075" y="323850"/>
                </a:lnTo>
                <a:lnTo>
                  <a:pt x="1362075" y="333375"/>
                </a:lnTo>
                <a:lnTo>
                  <a:pt x="1409700" y="333375"/>
                </a:lnTo>
                <a:lnTo>
                  <a:pt x="1409700" y="342900"/>
                </a:lnTo>
                <a:lnTo>
                  <a:pt x="1390650" y="342900"/>
                </a:lnTo>
                <a:lnTo>
                  <a:pt x="1390650" y="352425"/>
                </a:lnTo>
                <a:lnTo>
                  <a:pt x="1409700" y="352425"/>
                </a:lnTo>
                <a:lnTo>
                  <a:pt x="1409700" y="361950"/>
                </a:lnTo>
                <a:lnTo>
                  <a:pt x="1428750" y="361950"/>
                </a:lnTo>
                <a:lnTo>
                  <a:pt x="1428750" y="371475"/>
                </a:lnTo>
                <a:lnTo>
                  <a:pt x="1438275" y="371475"/>
                </a:lnTo>
                <a:lnTo>
                  <a:pt x="1438275" y="400050"/>
                </a:lnTo>
                <a:lnTo>
                  <a:pt x="1428750" y="400050"/>
                </a:lnTo>
                <a:lnTo>
                  <a:pt x="1428750" y="390525"/>
                </a:lnTo>
                <a:lnTo>
                  <a:pt x="1419225" y="390525"/>
                </a:lnTo>
                <a:lnTo>
                  <a:pt x="1419225" y="419100"/>
                </a:lnTo>
                <a:lnTo>
                  <a:pt x="1438275" y="419100"/>
                </a:lnTo>
                <a:lnTo>
                  <a:pt x="1438275" y="438150"/>
                </a:lnTo>
                <a:lnTo>
                  <a:pt x="1447800" y="438150"/>
                </a:lnTo>
                <a:lnTo>
                  <a:pt x="1447800" y="447675"/>
                </a:lnTo>
                <a:lnTo>
                  <a:pt x="1457325" y="447675"/>
                </a:lnTo>
                <a:lnTo>
                  <a:pt x="1457325" y="476250"/>
                </a:lnTo>
                <a:lnTo>
                  <a:pt x="1447800" y="476250"/>
                </a:lnTo>
                <a:lnTo>
                  <a:pt x="1447800" y="466725"/>
                </a:lnTo>
                <a:lnTo>
                  <a:pt x="1428750" y="466725"/>
                </a:lnTo>
                <a:lnTo>
                  <a:pt x="1428750" y="457200"/>
                </a:lnTo>
                <a:lnTo>
                  <a:pt x="1409700" y="457200"/>
                </a:lnTo>
                <a:lnTo>
                  <a:pt x="1409700" y="466725"/>
                </a:lnTo>
                <a:lnTo>
                  <a:pt x="1419225" y="466725"/>
                </a:lnTo>
                <a:lnTo>
                  <a:pt x="1419225" y="485775"/>
                </a:lnTo>
                <a:lnTo>
                  <a:pt x="1438275" y="485775"/>
                </a:lnTo>
                <a:lnTo>
                  <a:pt x="1438275" y="495300"/>
                </a:lnTo>
                <a:lnTo>
                  <a:pt x="1409700" y="495300"/>
                </a:lnTo>
                <a:lnTo>
                  <a:pt x="1409700" y="504825"/>
                </a:lnTo>
                <a:lnTo>
                  <a:pt x="1457325" y="504825"/>
                </a:lnTo>
                <a:lnTo>
                  <a:pt x="1457325" y="514350"/>
                </a:lnTo>
                <a:lnTo>
                  <a:pt x="1371600" y="514350"/>
                </a:lnTo>
                <a:lnTo>
                  <a:pt x="1371600" y="504825"/>
                </a:lnTo>
                <a:lnTo>
                  <a:pt x="1390650" y="504825"/>
                </a:lnTo>
                <a:lnTo>
                  <a:pt x="1390650" y="495300"/>
                </a:lnTo>
                <a:lnTo>
                  <a:pt x="1371600" y="495300"/>
                </a:lnTo>
                <a:lnTo>
                  <a:pt x="1371600" y="485775"/>
                </a:lnTo>
                <a:lnTo>
                  <a:pt x="1381125" y="485775"/>
                </a:lnTo>
                <a:lnTo>
                  <a:pt x="1381125" y="457200"/>
                </a:lnTo>
                <a:lnTo>
                  <a:pt x="1362075" y="457200"/>
                </a:lnTo>
                <a:lnTo>
                  <a:pt x="1362075" y="466725"/>
                </a:lnTo>
                <a:lnTo>
                  <a:pt x="1371600" y="466725"/>
                </a:lnTo>
                <a:lnTo>
                  <a:pt x="1371600" y="476250"/>
                </a:lnTo>
                <a:lnTo>
                  <a:pt x="1343025" y="476250"/>
                </a:lnTo>
                <a:lnTo>
                  <a:pt x="1343025" y="485775"/>
                </a:lnTo>
                <a:lnTo>
                  <a:pt x="1333500" y="485775"/>
                </a:lnTo>
                <a:lnTo>
                  <a:pt x="1333500" y="495300"/>
                </a:lnTo>
                <a:lnTo>
                  <a:pt x="1304925" y="495300"/>
                </a:lnTo>
                <a:lnTo>
                  <a:pt x="1304925" y="476250"/>
                </a:lnTo>
                <a:lnTo>
                  <a:pt x="1285875" y="476250"/>
                </a:lnTo>
                <a:lnTo>
                  <a:pt x="1285875" y="485775"/>
                </a:lnTo>
                <a:lnTo>
                  <a:pt x="1276350" y="485775"/>
                </a:lnTo>
                <a:lnTo>
                  <a:pt x="1276350" y="514350"/>
                </a:lnTo>
                <a:lnTo>
                  <a:pt x="1266825" y="514350"/>
                </a:lnTo>
                <a:lnTo>
                  <a:pt x="1266825" y="495300"/>
                </a:lnTo>
                <a:lnTo>
                  <a:pt x="1247775" y="495300"/>
                </a:lnTo>
                <a:lnTo>
                  <a:pt x="1247775" y="504825"/>
                </a:lnTo>
                <a:lnTo>
                  <a:pt x="1257300" y="504825"/>
                </a:lnTo>
                <a:lnTo>
                  <a:pt x="1257300" y="514350"/>
                </a:lnTo>
                <a:lnTo>
                  <a:pt x="1143000" y="514350"/>
                </a:lnTo>
                <a:lnTo>
                  <a:pt x="1143000" y="504825"/>
                </a:lnTo>
                <a:lnTo>
                  <a:pt x="1209675" y="504825"/>
                </a:lnTo>
                <a:lnTo>
                  <a:pt x="1209675" y="495300"/>
                </a:lnTo>
                <a:lnTo>
                  <a:pt x="1200150" y="495300"/>
                </a:lnTo>
                <a:lnTo>
                  <a:pt x="1200150" y="485775"/>
                </a:lnTo>
                <a:lnTo>
                  <a:pt x="1209675" y="485775"/>
                </a:lnTo>
                <a:lnTo>
                  <a:pt x="1209675" y="476250"/>
                </a:lnTo>
                <a:lnTo>
                  <a:pt x="1200150" y="476250"/>
                </a:lnTo>
                <a:lnTo>
                  <a:pt x="1200150" y="466725"/>
                </a:lnTo>
                <a:lnTo>
                  <a:pt x="1219200" y="466725"/>
                </a:lnTo>
                <a:lnTo>
                  <a:pt x="1219200" y="457200"/>
                </a:lnTo>
                <a:lnTo>
                  <a:pt x="1209675" y="457200"/>
                </a:lnTo>
                <a:lnTo>
                  <a:pt x="1209675" y="447675"/>
                </a:lnTo>
                <a:lnTo>
                  <a:pt x="1238250" y="447675"/>
                </a:lnTo>
                <a:lnTo>
                  <a:pt x="1238250" y="428625"/>
                </a:lnTo>
                <a:lnTo>
                  <a:pt x="1266825" y="428625"/>
                </a:lnTo>
                <a:lnTo>
                  <a:pt x="1266825" y="419100"/>
                </a:lnTo>
                <a:lnTo>
                  <a:pt x="1276350" y="419100"/>
                </a:lnTo>
                <a:lnTo>
                  <a:pt x="1276350" y="400050"/>
                </a:lnTo>
                <a:lnTo>
                  <a:pt x="1266825" y="400050"/>
                </a:lnTo>
                <a:lnTo>
                  <a:pt x="1266825" y="361950"/>
                </a:lnTo>
                <a:lnTo>
                  <a:pt x="1257300" y="361950"/>
                </a:lnTo>
                <a:lnTo>
                  <a:pt x="1257300" y="400050"/>
                </a:lnTo>
                <a:lnTo>
                  <a:pt x="1266825" y="400050"/>
                </a:lnTo>
                <a:lnTo>
                  <a:pt x="1266825" y="409575"/>
                </a:lnTo>
                <a:lnTo>
                  <a:pt x="1247775" y="409575"/>
                </a:lnTo>
                <a:lnTo>
                  <a:pt x="1247775" y="381000"/>
                </a:lnTo>
                <a:lnTo>
                  <a:pt x="1209675" y="381000"/>
                </a:lnTo>
                <a:lnTo>
                  <a:pt x="1209675" y="371475"/>
                </a:lnTo>
                <a:lnTo>
                  <a:pt x="1200150" y="371475"/>
                </a:lnTo>
                <a:lnTo>
                  <a:pt x="1200150" y="361950"/>
                </a:lnTo>
                <a:lnTo>
                  <a:pt x="1181100" y="361950"/>
                </a:lnTo>
                <a:lnTo>
                  <a:pt x="1181100" y="342900"/>
                </a:lnTo>
                <a:lnTo>
                  <a:pt x="1200150" y="342900"/>
                </a:lnTo>
                <a:lnTo>
                  <a:pt x="1200150" y="333375"/>
                </a:lnTo>
                <a:lnTo>
                  <a:pt x="1209675" y="333375"/>
                </a:lnTo>
                <a:lnTo>
                  <a:pt x="1209675" y="352425"/>
                </a:lnTo>
                <a:lnTo>
                  <a:pt x="1228725" y="352425"/>
                </a:lnTo>
                <a:lnTo>
                  <a:pt x="1228725" y="342900"/>
                </a:lnTo>
                <a:lnTo>
                  <a:pt x="1238250" y="342900"/>
                </a:lnTo>
                <a:lnTo>
                  <a:pt x="1238250" y="333375"/>
                </a:lnTo>
                <a:lnTo>
                  <a:pt x="1247775" y="333375"/>
                </a:lnTo>
                <a:lnTo>
                  <a:pt x="1247775" y="314325"/>
                </a:lnTo>
                <a:lnTo>
                  <a:pt x="1266825" y="314325"/>
                </a:lnTo>
                <a:lnTo>
                  <a:pt x="1266825" y="304800"/>
                </a:lnTo>
                <a:lnTo>
                  <a:pt x="1238250" y="304800"/>
                </a:lnTo>
                <a:close/>
                <a:moveTo>
                  <a:pt x="1647825" y="295275"/>
                </a:moveTo>
                <a:lnTo>
                  <a:pt x="1657350" y="295275"/>
                </a:lnTo>
                <a:lnTo>
                  <a:pt x="1657350" y="304800"/>
                </a:lnTo>
                <a:lnTo>
                  <a:pt x="1647825" y="304800"/>
                </a:lnTo>
                <a:close/>
                <a:moveTo>
                  <a:pt x="1676400" y="295275"/>
                </a:moveTo>
                <a:lnTo>
                  <a:pt x="1695450" y="295275"/>
                </a:lnTo>
                <a:lnTo>
                  <a:pt x="1695450" y="304800"/>
                </a:lnTo>
                <a:lnTo>
                  <a:pt x="1676400" y="304800"/>
                </a:lnTo>
                <a:close/>
                <a:moveTo>
                  <a:pt x="1781175" y="295275"/>
                </a:moveTo>
                <a:lnTo>
                  <a:pt x="1809750" y="295275"/>
                </a:lnTo>
                <a:lnTo>
                  <a:pt x="1809750" y="304800"/>
                </a:lnTo>
                <a:lnTo>
                  <a:pt x="1800225" y="304800"/>
                </a:lnTo>
                <a:lnTo>
                  <a:pt x="1800225" y="314325"/>
                </a:lnTo>
                <a:lnTo>
                  <a:pt x="1828800" y="314325"/>
                </a:lnTo>
                <a:lnTo>
                  <a:pt x="1828800" y="295275"/>
                </a:lnTo>
                <a:lnTo>
                  <a:pt x="1847850" y="295275"/>
                </a:lnTo>
                <a:lnTo>
                  <a:pt x="1847850" y="314325"/>
                </a:lnTo>
                <a:lnTo>
                  <a:pt x="1866900" y="314325"/>
                </a:lnTo>
                <a:lnTo>
                  <a:pt x="1866900" y="342900"/>
                </a:lnTo>
                <a:lnTo>
                  <a:pt x="1857375" y="342900"/>
                </a:lnTo>
                <a:lnTo>
                  <a:pt x="1857375" y="333375"/>
                </a:lnTo>
                <a:lnTo>
                  <a:pt x="1847850" y="333375"/>
                </a:lnTo>
                <a:lnTo>
                  <a:pt x="1847850" y="342900"/>
                </a:lnTo>
                <a:lnTo>
                  <a:pt x="1857375" y="342900"/>
                </a:lnTo>
                <a:lnTo>
                  <a:pt x="1857375" y="352425"/>
                </a:lnTo>
                <a:lnTo>
                  <a:pt x="1866900" y="352425"/>
                </a:lnTo>
                <a:lnTo>
                  <a:pt x="1866900" y="361950"/>
                </a:lnTo>
                <a:lnTo>
                  <a:pt x="1857375" y="361950"/>
                </a:lnTo>
                <a:lnTo>
                  <a:pt x="1857375" y="371475"/>
                </a:lnTo>
                <a:lnTo>
                  <a:pt x="1847850" y="371475"/>
                </a:lnTo>
                <a:lnTo>
                  <a:pt x="1847850" y="381000"/>
                </a:lnTo>
                <a:lnTo>
                  <a:pt x="1838325" y="381000"/>
                </a:lnTo>
                <a:lnTo>
                  <a:pt x="1838325" y="390525"/>
                </a:lnTo>
                <a:lnTo>
                  <a:pt x="1828800" y="390525"/>
                </a:lnTo>
                <a:lnTo>
                  <a:pt x="1828800" y="400050"/>
                </a:lnTo>
                <a:lnTo>
                  <a:pt x="1857375" y="400050"/>
                </a:lnTo>
                <a:lnTo>
                  <a:pt x="1857375" y="381000"/>
                </a:lnTo>
                <a:lnTo>
                  <a:pt x="1866900" y="381000"/>
                </a:lnTo>
                <a:lnTo>
                  <a:pt x="1866900" y="371475"/>
                </a:lnTo>
                <a:lnTo>
                  <a:pt x="1885950" y="371475"/>
                </a:lnTo>
                <a:lnTo>
                  <a:pt x="1885950" y="361950"/>
                </a:lnTo>
                <a:lnTo>
                  <a:pt x="1895475" y="361950"/>
                </a:lnTo>
                <a:lnTo>
                  <a:pt x="1895475" y="390525"/>
                </a:lnTo>
                <a:lnTo>
                  <a:pt x="1876425" y="390525"/>
                </a:lnTo>
                <a:lnTo>
                  <a:pt x="1876425" y="419100"/>
                </a:lnTo>
                <a:lnTo>
                  <a:pt x="1885950" y="419100"/>
                </a:lnTo>
                <a:lnTo>
                  <a:pt x="1885950" y="409575"/>
                </a:lnTo>
                <a:lnTo>
                  <a:pt x="1895475" y="409575"/>
                </a:lnTo>
                <a:lnTo>
                  <a:pt x="1895475" y="495300"/>
                </a:lnTo>
                <a:lnTo>
                  <a:pt x="1885950" y="495300"/>
                </a:lnTo>
                <a:lnTo>
                  <a:pt x="1885950" y="504825"/>
                </a:lnTo>
                <a:lnTo>
                  <a:pt x="1876425" y="504825"/>
                </a:lnTo>
                <a:lnTo>
                  <a:pt x="1876425" y="495300"/>
                </a:lnTo>
                <a:lnTo>
                  <a:pt x="1866900" y="495300"/>
                </a:lnTo>
                <a:lnTo>
                  <a:pt x="1866900" y="504825"/>
                </a:lnTo>
                <a:lnTo>
                  <a:pt x="1876425" y="504825"/>
                </a:lnTo>
                <a:lnTo>
                  <a:pt x="1876425" y="514350"/>
                </a:lnTo>
                <a:lnTo>
                  <a:pt x="1695450" y="514350"/>
                </a:lnTo>
                <a:lnTo>
                  <a:pt x="1695450" y="504825"/>
                </a:lnTo>
                <a:lnTo>
                  <a:pt x="1685925" y="504825"/>
                </a:lnTo>
                <a:lnTo>
                  <a:pt x="1685925" y="495300"/>
                </a:lnTo>
                <a:lnTo>
                  <a:pt x="1676400" y="495300"/>
                </a:lnTo>
                <a:lnTo>
                  <a:pt x="1676400" y="504825"/>
                </a:lnTo>
                <a:lnTo>
                  <a:pt x="1638300" y="504825"/>
                </a:lnTo>
                <a:lnTo>
                  <a:pt x="1638300" y="514350"/>
                </a:lnTo>
                <a:lnTo>
                  <a:pt x="1504950" y="514350"/>
                </a:lnTo>
                <a:lnTo>
                  <a:pt x="1504950" y="504825"/>
                </a:lnTo>
                <a:lnTo>
                  <a:pt x="1533525" y="504825"/>
                </a:lnTo>
                <a:lnTo>
                  <a:pt x="1533525" y="495300"/>
                </a:lnTo>
                <a:lnTo>
                  <a:pt x="1514475" y="495300"/>
                </a:lnTo>
                <a:lnTo>
                  <a:pt x="1514475" y="485775"/>
                </a:lnTo>
                <a:lnTo>
                  <a:pt x="1543050" y="485775"/>
                </a:lnTo>
                <a:lnTo>
                  <a:pt x="1543050" y="504825"/>
                </a:lnTo>
                <a:lnTo>
                  <a:pt x="1571625" y="504825"/>
                </a:lnTo>
                <a:lnTo>
                  <a:pt x="1571625" y="495300"/>
                </a:lnTo>
                <a:lnTo>
                  <a:pt x="1552575" y="495300"/>
                </a:lnTo>
                <a:lnTo>
                  <a:pt x="1552575" y="485775"/>
                </a:lnTo>
                <a:lnTo>
                  <a:pt x="1590675" y="485775"/>
                </a:lnTo>
                <a:lnTo>
                  <a:pt x="1590675" y="476250"/>
                </a:lnTo>
                <a:lnTo>
                  <a:pt x="1600200" y="476250"/>
                </a:lnTo>
                <a:lnTo>
                  <a:pt x="1600200" y="438150"/>
                </a:lnTo>
                <a:lnTo>
                  <a:pt x="1647825" y="438150"/>
                </a:lnTo>
                <a:lnTo>
                  <a:pt x="1647825" y="447675"/>
                </a:lnTo>
                <a:lnTo>
                  <a:pt x="1666875" y="447675"/>
                </a:lnTo>
                <a:lnTo>
                  <a:pt x="1666875" y="438150"/>
                </a:lnTo>
                <a:lnTo>
                  <a:pt x="1695450" y="438150"/>
                </a:lnTo>
                <a:lnTo>
                  <a:pt x="1695450" y="447675"/>
                </a:lnTo>
                <a:lnTo>
                  <a:pt x="1781175" y="447675"/>
                </a:lnTo>
                <a:lnTo>
                  <a:pt x="1781175" y="438150"/>
                </a:lnTo>
                <a:lnTo>
                  <a:pt x="1790700" y="438150"/>
                </a:lnTo>
                <a:lnTo>
                  <a:pt x="1790700" y="447675"/>
                </a:lnTo>
                <a:lnTo>
                  <a:pt x="1800225" y="447675"/>
                </a:lnTo>
                <a:lnTo>
                  <a:pt x="1800225" y="438150"/>
                </a:lnTo>
                <a:lnTo>
                  <a:pt x="1819275" y="438150"/>
                </a:lnTo>
                <a:lnTo>
                  <a:pt x="1819275" y="428625"/>
                </a:lnTo>
                <a:lnTo>
                  <a:pt x="1800225" y="428625"/>
                </a:lnTo>
                <a:lnTo>
                  <a:pt x="1800225" y="419100"/>
                </a:lnTo>
                <a:lnTo>
                  <a:pt x="1771650" y="419100"/>
                </a:lnTo>
                <a:lnTo>
                  <a:pt x="1771650" y="390525"/>
                </a:lnTo>
                <a:lnTo>
                  <a:pt x="1752600" y="390525"/>
                </a:lnTo>
                <a:lnTo>
                  <a:pt x="1752600" y="381000"/>
                </a:lnTo>
                <a:lnTo>
                  <a:pt x="1743075" y="381000"/>
                </a:lnTo>
                <a:lnTo>
                  <a:pt x="1743075" y="371475"/>
                </a:lnTo>
                <a:lnTo>
                  <a:pt x="1724025" y="371475"/>
                </a:lnTo>
                <a:lnTo>
                  <a:pt x="1724025" y="381000"/>
                </a:lnTo>
                <a:lnTo>
                  <a:pt x="1695450" y="381000"/>
                </a:lnTo>
                <a:lnTo>
                  <a:pt x="1695450" y="390525"/>
                </a:lnTo>
                <a:lnTo>
                  <a:pt x="1666875" y="390525"/>
                </a:lnTo>
                <a:lnTo>
                  <a:pt x="1666875" y="371475"/>
                </a:lnTo>
                <a:lnTo>
                  <a:pt x="1676400" y="371475"/>
                </a:lnTo>
                <a:lnTo>
                  <a:pt x="1676400" y="352425"/>
                </a:lnTo>
                <a:lnTo>
                  <a:pt x="1695450" y="352425"/>
                </a:lnTo>
                <a:lnTo>
                  <a:pt x="1695450" y="342900"/>
                </a:lnTo>
                <a:lnTo>
                  <a:pt x="1704975" y="342900"/>
                </a:lnTo>
                <a:lnTo>
                  <a:pt x="1704975" y="333375"/>
                </a:lnTo>
                <a:lnTo>
                  <a:pt x="1724025" y="333375"/>
                </a:lnTo>
                <a:lnTo>
                  <a:pt x="1724025" y="342900"/>
                </a:lnTo>
                <a:lnTo>
                  <a:pt x="1714500" y="342900"/>
                </a:lnTo>
                <a:lnTo>
                  <a:pt x="1714500" y="352425"/>
                </a:lnTo>
                <a:lnTo>
                  <a:pt x="1752600" y="352425"/>
                </a:lnTo>
                <a:lnTo>
                  <a:pt x="1752600" y="342900"/>
                </a:lnTo>
                <a:lnTo>
                  <a:pt x="1781175" y="342900"/>
                </a:lnTo>
                <a:lnTo>
                  <a:pt x="1781175" y="333375"/>
                </a:lnTo>
                <a:lnTo>
                  <a:pt x="1771650" y="333375"/>
                </a:lnTo>
                <a:lnTo>
                  <a:pt x="1771650" y="314325"/>
                </a:lnTo>
                <a:lnTo>
                  <a:pt x="1790700" y="314325"/>
                </a:lnTo>
                <a:lnTo>
                  <a:pt x="1790700" y="304800"/>
                </a:lnTo>
                <a:lnTo>
                  <a:pt x="1781175" y="304800"/>
                </a:lnTo>
                <a:close/>
                <a:moveTo>
                  <a:pt x="1866900" y="295275"/>
                </a:moveTo>
                <a:lnTo>
                  <a:pt x="1876425" y="295275"/>
                </a:lnTo>
                <a:lnTo>
                  <a:pt x="1876425" y="304800"/>
                </a:lnTo>
                <a:lnTo>
                  <a:pt x="1866900" y="304800"/>
                </a:lnTo>
                <a:close/>
                <a:moveTo>
                  <a:pt x="1876425" y="304800"/>
                </a:moveTo>
                <a:lnTo>
                  <a:pt x="1885950" y="304800"/>
                </a:lnTo>
                <a:lnTo>
                  <a:pt x="1885950" y="314325"/>
                </a:lnTo>
                <a:lnTo>
                  <a:pt x="1876425" y="314325"/>
                </a:lnTo>
                <a:close/>
                <a:moveTo>
                  <a:pt x="1276350" y="314325"/>
                </a:moveTo>
                <a:lnTo>
                  <a:pt x="1285875" y="314325"/>
                </a:lnTo>
                <a:lnTo>
                  <a:pt x="1285875" y="304800"/>
                </a:lnTo>
                <a:lnTo>
                  <a:pt x="1276350" y="304800"/>
                </a:lnTo>
                <a:close/>
                <a:moveTo>
                  <a:pt x="1314450" y="314325"/>
                </a:moveTo>
                <a:lnTo>
                  <a:pt x="1362075" y="314325"/>
                </a:lnTo>
                <a:lnTo>
                  <a:pt x="1362075" y="304800"/>
                </a:lnTo>
                <a:lnTo>
                  <a:pt x="1314450" y="304800"/>
                </a:lnTo>
                <a:close/>
                <a:moveTo>
                  <a:pt x="847725" y="352425"/>
                </a:moveTo>
                <a:lnTo>
                  <a:pt x="866775" y="352425"/>
                </a:lnTo>
                <a:lnTo>
                  <a:pt x="866775" y="371475"/>
                </a:lnTo>
                <a:lnTo>
                  <a:pt x="876300" y="371475"/>
                </a:lnTo>
                <a:lnTo>
                  <a:pt x="876300" y="381000"/>
                </a:lnTo>
                <a:lnTo>
                  <a:pt x="866775" y="381000"/>
                </a:lnTo>
                <a:lnTo>
                  <a:pt x="866775" y="390525"/>
                </a:lnTo>
                <a:lnTo>
                  <a:pt x="847725" y="390525"/>
                </a:lnTo>
                <a:lnTo>
                  <a:pt x="847725" y="381000"/>
                </a:lnTo>
                <a:lnTo>
                  <a:pt x="838200" y="381000"/>
                </a:lnTo>
                <a:lnTo>
                  <a:pt x="838200" y="371475"/>
                </a:lnTo>
                <a:lnTo>
                  <a:pt x="847725" y="371475"/>
                </a:lnTo>
                <a:close/>
                <a:moveTo>
                  <a:pt x="1476375" y="381000"/>
                </a:moveTo>
                <a:lnTo>
                  <a:pt x="1485900" y="381000"/>
                </a:lnTo>
                <a:lnTo>
                  <a:pt x="1485900" y="390525"/>
                </a:lnTo>
                <a:lnTo>
                  <a:pt x="1476375" y="390525"/>
                </a:lnTo>
                <a:close/>
                <a:moveTo>
                  <a:pt x="1647825" y="381000"/>
                </a:moveTo>
                <a:lnTo>
                  <a:pt x="1657350" y="381000"/>
                </a:lnTo>
                <a:lnTo>
                  <a:pt x="1657350" y="390525"/>
                </a:lnTo>
                <a:lnTo>
                  <a:pt x="1647825" y="390525"/>
                </a:lnTo>
                <a:close/>
                <a:moveTo>
                  <a:pt x="28575" y="390525"/>
                </a:moveTo>
                <a:lnTo>
                  <a:pt x="47625" y="390525"/>
                </a:lnTo>
                <a:lnTo>
                  <a:pt x="47625" y="438150"/>
                </a:lnTo>
                <a:lnTo>
                  <a:pt x="57150" y="438150"/>
                </a:lnTo>
                <a:lnTo>
                  <a:pt x="57150" y="457200"/>
                </a:lnTo>
                <a:lnTo>
                  <a:pt x="47625" y="457200"/>
                </a:lnTo>
                <a:lnTo>
                  <a:pt x="47625" y="466725"/>
                </a:lnTo>
                <a:lnTo>
                  <a:pt x="28575" y="466725"/>
                </a:lnTo>
                <a:close/>
                <a:moveTo>
                  <a:pt x="1485900" y="390525"/>
                </a:moveTo>
                <a:lnTo>
                  <a:pt x="1495425" y="390525"/>
                </a:lnTo>
                <a:lnTo>
                  <a:pt x="1495425" y="428625"/>
                </a:lnTo>
                <a:lnTo>
                  <a:pt x="1485900" y="428625"/>
                </a:lnTo>
                <a:lnTo>
                  <a:pt x="1485900" y="419100"/>
                </a:lnTo>
                <a:lnTo>
                  <a:pt x="1476375" y="419100"/>
                </a:lnTo>
                <a:lnTo>
                  <a:pt x="1476375" y="400050"/>
                </a:lnTo>
                <a:lnTo>
                  <a:pt x="1485900" y="400050"/>
                </a:lnTo>
                <a:close/>
                <a:moveTo>
                  <a:pt x="742950" y="409575"/>
                </a:moveTo>
                <a:lnTo>
                  <a:pt x="762000" y="409575"/>
                </a:lnTo>
                <a:lnTo>
                  <a:pt x="762000" y="428625"/>
                </a:lnTo>
                <a:lnTo>
                  <a:pt x="771525" y="428625"/>
                </a:lnTo>
                <a:lnTo>
                  <a:pt x="771525" y="447675"/>
                </a:lnTo>
                <a:lnTo>
                  <a:pt x="790575" y="447675"/>
                </a:lnTo>
                <a:lnTo>
                  <a:pt x="790575" y="457200"/>
                </a:lnTo>
                <a:lnTo>
                  <a:pt x="771525" y="457200"/>
                </a:lnTo>
                <a:lnTo>
                  <a:pt x="771525" y="485775"/>
                </a:lnTo>
                <a:lnTo>
                  <a:pt x="781050" y="485775"/>
                </a:lnTo>
                <a:lnTo>
                  <a:pt x="781050" y="495300"/>
                </a:lnTo>
                <a:lnTo>
                  <a:pt x="742950" y="495300"/>
                </a:lnTo>
                <a:lnTo>
                  <a:pt x="742950" y="485775"/>
                </a:lnTo>
                <a:lnTo>
                  <a:pt x="723900" y="485775"/>
                </a:lnTo>
                <a:lnTo>
                  <a:pt x="723900" y="476250"/>
                </a:lnTo>
                <a:lnTo>
                  <a:pt x="733425" y="476250"/>
                </a:lnTo>
                <a:lnTo>
                  <a:pt x="733425" y="457200"/>
                </a:lnTo>
                <a:lnTo>
                  <a:pt x="742950" y="457200"/>
                </a:lnTo>
                <a:lnTo>
                  <a:pt x="742950" y="447675"/>
                </a:lnTo>
                <a:lnTo>
                  <a:pt x="733425" y="447675"/>
                </a:lnTo>
                <a:lnTo>
                  <a:pt x="733425" y="428625"/>
                </a:lnTo>
                <a:lnTo>
                  <a:pt x="742950" y="428625"/>
                </a:lnTo>
                <a:lnTo>
                  <a:pt x="742950" y="438150"/>
                </a:lnTo>
                <a:lnTo>
                  <a:pt x="752475" y="438150"/>
                </a:lnTo>
                <a:lnTo>
                  <a:pt x="752475" y="419100"/>
                </a:lnTo>
                <a:lnTo>
                  <a:pt x="742950" y="419100"/>
                </a:lnTo>
                <a:close/>
                <a:moveTo>
                  <a:pt x="1323975" y="419100"/>
                </a:moveTo>
                <a:lnTo>
                  <a:pt x="1333500" y="419100"/>
                </a:lnTo>
                <a:lnTo>
                  <a:pt x="1333500" y="428625"/>
                </a:lnTo>
                <a:lnTo>
                  <a:pt x="1352550" y="428625"/>
                </a:lnTo>
                <a:lnTo>
                  <a:pt x="1352550" y="419100"/>
                </a:lnTo>
                <a:lnTo>
                  <a:pt x="1343025" y="419100"/>
                </a:lnTo>
                <a:lnTo>
                  <a:pt x="1343025" y="409575"/>
                </a:lnTo>
                <a:lnTo>
                  <a:pt x="1323975" y="409575"/>
                </a:lnTo>
                <a:close/>
                <a:moveTo>
                  <a:pt x="1514475" y="419100"/>
                </a:moveTo>
                <a:lnTo>
                  <a:pt x="1524000" y="419100"/>
                </a:lnTo>
                <a:lnTo>
                  <a:pt x="1524000" y="438150"/>
                </a:lnTo>
                <a:lnTo>
                  <a:pt x="1533525" y="438150"/>
                </a:lnTo>
                <a:lnTo>
                  <a:pt x="1533525" y="428625"/>
                </a:lnTo>
                <a:lnTo>
                  <a:pt x="1552575" y="428625"/>
                </a:lnTo>
                <a:lnTo>
                  <a:pt x="1552575" y="438150"/>
                </a:lnTo>
                <a:lnTo>
                  <a:pt x="1543050" y="438150"/>
                </a:lnTo>
                <a:lnTo>
                  <a:pt x="1543050" y="447675"/>
                </a:lnTo>
                <a:lnTo>
                  <a:pt x="1524000" y="447675"/>
                </a:lnTo>
                <a:lnTo>
                  <a:pt x="1524000" y="457200"/>
                </a:lnTo>
                <a:lnTo>
                  <a:pt x="1514475" y="457200"/>
                </a:lnTo>
                <a:lnTo>
                  <a:pt x="1514475" y="466725"/>
                </a:lnTo>
                <a:lnTo>
                  <a:pt x="1504950" y="466725"/>
                </a:lnTo>
                <a:lnTo>
                  <a:pt x="1504950" y="476250"/>
                </a:lnTo>
                <a:lnTo>
                  <a:pt x="1495425" y="476250"/>
                </a:lnTo>
                <a:lnTo>
                  <a:pt x="1495425" y="466725"/>
                </a:lnTo>
                <a:lnTo>
                  <a:pt x="1485900" y="466725"/>
                </a:lnTo>
                <a:lnTo>
                  <a:pt x="1485900" y="457200"/>
                </a:lnTo>
                <a:lnTo>
                  <a:pt x="1504950" y="457200"/>
                </a:lnTo>
                <a:lnTo>
                  <a:pt x="1504950" y="447675"/>
                </a:lnTo>
                <a:lnTo>
                  <a:pt x="1514475" y="447675"/>
                </a:lnTo>
                <a:close/>
                <a:moveTo>
                  <a:pt x="1476375" y="428625"/>
                </a:moveTo>
                <a:lnTo>
                  <a:pt x="1485900" y="428625"/>
                </a:lnTo>
                <a:lnTo>
                  <a:pt x="1485900" y="438150"/>
                </a:lnTo>
                <a:lnTo>
                  <a:pt x="1476375" y="438150"/>
                </a:lnTo>
                <a:close/>
                <a:moveTo>
                  <a:pt x="1628775" y="457200"/>
                </a:moveTo>
                <a:lnTo>
                  <a:pt x="1638300" y="457200"/>
                </a:lnTo>
                <a:lnTo>
                  <a:pt x="1638300" y="447675"/>
                </a:lnTo>
                <a:lnTo>
                  <a:pt x="1628775" y="447675"/>
                </a:lnTo>
                <a:close/>
                <a:moveTo>
                  <a:pt x="1876425" y="466725"/>
                </a:moveTo>
                <a:lnTo>
                  <a:pt x="1885950" y="466725"/>
                </a:lnTo>
                <a:lnTo>
                  <a:pt x="1885950" y="447675"/>
                </a:lnTo>
                <a:lnTo>
                  <a:pt x="1876425" y="447675"/>
                </a:lnTo>
                <a:close/>
                <a:moveTo>
                  <a:pt x="1457325" y="476250"/>
                </a:moveTo>
                <a:lnTo>
                  <a:pt x="1485900" y="476250"/>
                </a:lnTo>
                <a:lnTo>
                  <a:pt x="1485900" y="485775"/>
                </a:lnTo>
                <a:lnTo>
                  <a:pt x="1457325" y="485775"/>
                </a:lnTo>
                <a:close/>
                <a:moveTo>
                  <a:pt x="914400" y="485775"/>
                </a:moveTo>
                <a:lnTo>
                  <a:pt x="923925" y="485775"/>
                </a:lnTo>
                <a:lnTo>
                  <a:pt x="923925" y="495300"/>
                </a:lnTo>
                <a:lnTo>
                  <a:pt x="914400" y="495300"/>
                </a:lnTo>
                <a:close/>
                <a:moveTo>
                  <a:pt x="895350" y="504825"/>
                </a:moveTo>
                <a:lnTo>
                  <a:pt x="923925" y="504825"/>
                </a:lnTo>
                <a:lnTo>
                  <a:pt x="923925" y="514350"/>
                </a:lnTo>
                <a:lnTo>
                  <a:pt x="895350" y="514350"/>
                </a:lnTo>
                <a:close/>
                <a:moveTo>
                  <a:pt x="1104900" y="504825"/>
                </a:moveTo>
                <a:lnTo>
                  <a:pt x="1123950" y="504825"/>
                </a:lnTo>
                <a:lnTo>
                  <a:pt x="1123950" y="514350"/>
                </a:lnTo>
                <a:lnTo>
                  <a:pt x="1104900" y="514350"/>
                </a:lnTo>
                <a:close/>
                <a:moveTo>
                  <a:pt x="1285875" y="504825"/>
                </a:moveTo>
                <a:lnTo>
                  <a:pt x="1314450" y="504825"/>
                </a:lnTo>
                <a:lnTo>
                  <a:pt x="1314450" y="514350"/>
                </a:lnTo>
                <a:lnTo>
                  <a:pt x="1285875" y="514350"/>
                </a:lnTo>
                <a:close/>
                <a:moveTo>
                  <a:pt x="28575" y="742950"/>
                </a:moveTo>
                <a:lnTo>
                  <a:pt x="47625" y="742950"/>
                </a:lnTo>
                <a:lnTo>
                  <a:pt x="47625" y="771525"/>
                </a:lnTo>
                <a:lnTo>
                  <a:pt x="28575" y="771525"/>
                </a:lnTo>
                <a:close/>
                <a:moveTo>
                  <a:pt x="390525" y="771525"/>
                </a:moveTo>
                <a:lnTo>
                  <a:pt x="400050" y="771525"/>
                </a:lnTo>
                <a:lnTo>
                  <a:pt x="400050" y="790575"/>
                </a:lnTo>
                <a:lnTo>
                  <a:pt x="390525" y="790575"/>
                </a:lnTo>
                <a:close/>
                <a:moveTo>
                  <a:pt x="428625" y="904875"/>
                </a:moveTo>
                <a:lnTo>
                  <a:pt x="438150" y="904875"/>
                </a:lnTo>
                <a:lnTo>
                  <a:pt x="438150" y="923925"/>
                </a:lnTo>
                <a:lnTo>
                  <a:pt x="428625" y="923925"/>
                </a:lnTo>
                <a:close/>
                <a:moveTo>
                  <a:pt x="1276350" y="904875"/>
                </a:moveTo>
                <a:lnTo>
                  <a:pt x="1285875" y="904875"/>
                </a:lnTo>
                <a:lnTo>
                  <a:pt x="1285875" y="923925"/>
                </a:lnTo>
                <a:lnTo>
                  <a:pt x="1266825" y="923925"/>
                </a:lnTo>
                <a:lnTo>
                  <a:pt x="1266825" y="914400"/>
                </a:lnTo>
                <a:lnTo>
                  <a:pt x="1276350" y="914400"/>
                </a:lnTo>
                <a:close/>
                <a:moveTo>
                  <a:pt x="28575" y="981075"/>
                </a:moveTo>
                <a:lnTo>
                  <a:pt x="47625" y="981075"/>
                </a:lnTo>
                <a:lnTo>
                  <a:pt x="47625" y="1000125"/>
                </a:lnTo>
                <a:lnTo>
                  <a:pt x="28575" y="1000125"/>
                </a:lnTo>
                <a:close/>
                <a:moveTo>
                  <a:pt x="28575" y="1362075"/>
                </a:moveTo>
                <a:lnTo>
                  <a:pt x="47625" y="1362075"/>
                </a:lnTo>
                <a:lnTo>
                  <a:pt x="47625" y="1381125"/>
                </a:lnTo>
                <a:lnTo>
                  <a:pt x="28575" y="1381125"/>
                </a:lnTo>
                <a:close/>
                <a:moveTo>
                  <a:pt x="676275" y="1362075"/>
                </a:moveTo>
                <a:lnTo>
                  <a:pt x="695325" y="1362075"/>
                </a:lnTo>
                <a:lnTo>
                  <a:pt x="695325" y="1371600"/>
                </a:lnTo>
                <a:lnTo>
                  <a:pt x="676275" y="1371600"/>
                </a:lnTo>
                <a:close/>
                <a:moveTo>
                  <a:pt x="28575" y="1400175"/>
                </a:moveTo>
                <a:lnTo>
                  <a:pt x="47625" y="1400175"/>
                </a:lnTo>
                <a:lnTo>
                  <a:pt x="47625" y="1409700"/>
                </a:lnTo>
                <a:lnTo>
                  <a:pt x="28575" y="1409700"/>
                </a:lnTo>
                <a:close/>
                <a:moveTo>
                  <a:pt x="28575" y="1438275"/>
                </a:moveTo>
                <a:lnTo>
                  <a:pt x="47625" y="1438275"/>
                </a:lnTo>
                <a:lnTo>
                  <a:pt x="47625" y="1457325"/>
                </a:lnTo>
                <a:lnTo>
                  <a:pt x="28575" y="1457325"/>
                </a:lnTo>
                <a:close/>
                <a:moveTo>
                  <a:pt x="400050" y="1657350"/>
                </a:moveTo>
                <a:lnTo>
                  <a:pt x="409575" y="1657350"/>
                </a:lnTo>
                <a:lnTo>
                  <a:pt x="409575" y="1666875"/>
                </a:lnTo>
                <a:lnTo>
                  <a:pt x="400050" y="1666875"/>
                </a:lnTo>
                <a:close/>
              </a:path>
            </a:pathLst>
          </a:custGeom>
          <a:solidFill xmlns:a="http://schemas.openxmlformats.org/drawingml/2006/main">
            <a:srgbClr val="F7F5E8"/>
          </a:solidFill>
          <a:ln xmlns:a="http://schemas.openxmlformats.org/drawingml/2006/main" w="0">
            <a:noFill/>
          </a:ln>
        </p:spPr>
      </p:sp>
      <p:sp>
        <p:nvSpPr>
          <p:cNvPr id="98" name="appearance vector #f3f2e5">
            <a:extLst xmlns:a="http://schemas.openxmlformats.org/drawingml/2006/main">
              <a:ext uri="{FF2B5EF4-FFF2-40B4-BE49-F238E27FC236}">
                <a16:creationId xmlns:a16="http://schemas.microsoft.com/office/drawing/2014/main" id="{BD6FBF1D-D8AF-4B32-A547-516BD9A2F1C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343400" y="5114925"/>
            <a:ext cx="1943100" cy="1666875"/>
          </a:xfrm>
          <a:custGeom xmlns:a="http://schemas.openxmlformats.org/drawingml/2006/main">
            <a:pathLst>
              <a:path w="1943100" h="1666875">
                <a:moveTo>
                  <a:pt x="28575" y="28575"/>
                </a:moveTo>
                <a:lnTo>
                  <a:pt x="47625" y="28575"/>
                </a:lnTo>
                <a:lnTo>
                  <a:pt x="47625" y="38100"/>
                </a:lnTo>
                <a:lnTo>
                  <a:pt x="57150" y="38100"/>
                </a:lnTo>
                <a:lnTo>
                  <a:pt x="57150" y="47625"/>
                </a:lnTo>
                <a:lnTo>
                  <a:pt x="47625" y="47625"/>
                </a:lnTo>
                <a:lnTo>
                  <a:pt x="47625" y="171450"/>
                </a:lnTo>
                <a:lnTo>
                  <a:pt x="28575" y="171450"/>
                </a:lnTo>
                <a:close/>
                <a:moveTo>
                  <a:pt x="428625" y="171450"/>
                </a:moveTo>
                <a:lnTo>
                  <a:pt x="438150" y="171450"/>
                </a:lnTo>
                <a:lnTo>
                  <a:pt x="438150" y="180975"/>
                </a:lnTo>
                <a:lnTo>
                  <a:pt x="428625" y="180975"/>
                </a:lnTo>
                <a:close/>
                <a:moveTo>
                  <a:pt x="447675" y="180975"/>
                </a:moveTo>
                <a:lnTo>
                  <a:pt x="457200" y="180975"/>
                </a:lnTo>
                <a:lnTo>
                  <a:pt x="457200" y="190500"/>
                </a:lnTo>
                <a:lnTo>
                  <a:pt x="447675" y="190500"/>
                </a:lnTo>
                <a:close/>
                <a:moveTo>
                  <a:pt x="190500" y="238125"/>
                </a:moveTo>
                <a:lnTo>
                  <a:pt x="209550" y="238125"/>
                </a:lnTo>
                <a:lnTo>
                  <a:pt x="209550" y="247650"/>
                </a:lnTo>
                <a:lnTo>
                  <a:pt x="200025" y="247650"/>
                </a:lnTo>
                <a:lnTo>
                  <a:pt x="200025" y="257175"/>
                </a:lnTo>
                <a:lnTo>
                  <a:pt x="209550" y="257175"/>
                </a:lnTo>
                <a:lnTo>
                  <a:pt x="209550" y="266700"/>
                </a:lnTo>
                <a:lnTo>
                  <a:pt x="200025" y="266700"/>
                </a:lnTo>
                <a:lnTo>
                  <a:pt x="200025" y="276225"/>
                </a:lnTo>
                <a:lnTo>
                  <a:pt x="180975" y="276225"/>
                </a:lnTo>
                <a:lnTo>
                  <a:pt x="180975" y="266700"/>
                </a:lnTo>
                <a:lnTo>
                  <a:pt x="171450" y="266700"/>
                </a:lnTo>
                <a:lnTo>
                  <a:pt x="171450" y="257175"/>
                </a:lnTo>
                <a:lnTo>
                  <a:pt x="180975" y="257175"/>
                </a:lnTo>
                <a:lnTo>
                  <a:pt x="180975" y="247650"/>
                </a:lnTo>
                <a:lnTo>
                  <a:pt x="190500" y="247650"/>
                </a:lnTo>
                <a:close/>
                <a:moveTo>
                  <a:pt x="285750" y="238125"/>
                </a:moveTo>
                <a:lnTo>
                  <a:pt x="314325" y="238125"/>
                </a:lnTo>
                <a:lnTo>
                  <a:pt x="314325" y="247650"/>
                </a:lnTo>
                <a:lnTo>
                  <a:pt x="323850" y="247650"/>
                </a:lnTo>
                <a:lnTo>
                  <a:pt x="323850" y="257175"/>
                </a:lnTo>
                <a:lnTo>
                  <a:pt x="333375" y="257175"/>
                </a:lnTo>
                <a:lnTo>
                  <a:pt x="333375" y="266700"/>
                </a:lnTo>
                <a:lnTo>
                  <a:pt x="323850" y="266700"/>
                </a:lnTo>
                <a:lnTo>
                  <a:pt x="323850" y="276225"/>
                </a:lnTo>
                <a:lnTo>
                  <a:pt x="304800" y="276225"/>
                </a:lnTo>
                <a:lnTo>
                  <a:pt x="304800" y="266700"/>
                </a:lnTo>
                <a:lnTo>
                  <a:pt x="295275" y="266700"/>
                </a:lnTo>
                <a:lnTo>
                  <a:pt x="295275" y="276225"/>
                </a:lnTo>
                <a:lnTo>
                  <a:pt x="285750" y="276225"/>
                </a:lnTo>
                <a:lnTo>
                  <a:pt x="285750" y="304800"/>
                </a:lnTo>
                <a:lnTo>
                  <a:pt x="209550" y="304800"/>
                </a:lnTo>
                <a:lnTo>
                  <a:pt x="209550" y="285750"/>
                </a:lnTo>
                <a:lnTo>
                  <a:pt x="200025" y="285750"/>
                </a:lnTo>
                <a:lnTo>
                  <a:pt x="200025" y="276225"/>
                </a:lnTo>
                <a:lnTo>
                  <a:pt x="209550" y="276225"/>
                </a:lnTo>
                <a:lnTo>
                  <a:pt x="209550" y="285750"/>
                </a:lnTo>
                <a:lnTo>
                  <a:pt x="228600" y="285750"/>
                </a:lnTo>
                <a:lnTo>
                  <a:pt x="228600" y="276225"/>
                </a:lnTo>
                <a:lnTo>
                  <a:pt x="247650" y="276225"/>
                </a:lnTo>
                <a:lnTo>
                  <a:pt x="247650" y="257175"/>
                </a:lnTo>
                <a:lnTo>
                  <a:pt x="266700" y="257175"/>
                </a:lnTo>
                <a:lnTo>
                  <a:pt x="266700" y="247650"/>
                </a:lnTo>
                <a:lnTo>
                  <a:pt x="285750" y="247650"/>
                </a:lnTo>
                <a:close/>
                <a:moveTo>
                  <a:pt x="1466850" y="352425"/>
                </a:moveTo>
                <a:lnTo>
                  <a:pt x="1476375" y="352425"/>
                </a:lnTo>
                <a:lnTo>
                  <a:pt x="1476375" y="361950"/>
                </a:lnTo>
                <a:lnTo>
                  <a:pt x="1466850" y="361950"/>
                </a:lnTo>
                <a:close/>
                <a:moveTo>
                  <a:pt x="28575" y="361950"/>
                </a:moveTo>
                <a:lnTo>
                  <a:pt x="47625" y="361950"/>
                </a:lnTo>
                <a:lnTo>
                  <a:pt x="47625" y="371475"/>
                </a:lnTo>
                <a:lnTo>
                  <a:pt x="57150" y="371475"/>
                </a:lnTo>
                <a:lnTo>
                  <a:pt x="57150" y="400050"/>
                </a:lnTo>
                <a:lnTo>
                  <a:pt x="66675" y="400050"/>
                </a:lnTo>
                <a:lnTo>
                  <a:pt x="66675" y="409575"/>
                </a:lnTo>
                <a:lnTo>
                  <a:pt x="57150" y="409575"/>
                </a:lnTo>
                <a:lnTo>
                  <a:pt x="57150" y="419100"/>
                </a:lnTo>
                <a:lnTo>
                  <a:pt x="66675" y="419100"/>
                </a:lnTo>
                <a:lnTo>
                  <a:pt x="66675" y="438150"/>
                </a:lnTo>
                <a:lnTo>
                  <a:pt x="76200" y="438150"/>
                </a:lnTo>
                <a:lnTo>
                  <a:pt x="76200" y="447675"/>
                </a:lnTo>
                <a:lnTo>
                  <a:pt x="66675" y="447675"/>
                </a:lnTo>
                <a:lnTo>
                  <a:pt x="66675" y="457200"/>
                </a:lnTo>
                <a:lnTo>
                  <a:pt x="57150" y="457200"/>
                </a:lnTo>
                <a:lnTo>
                  <a:pt x="57150" y="438150"/>
                </a:lnTo>
                <a:lnTo>
                  <a:pt x="47625" y="438150"/>
                </a:lnTo>
                <a:lnTo>
                  <a:pt x="47625" y="390525"/>
                </a:lnTo>
                <a:lnTo>
                  <a:pt x="28575" y="390525"/>
                </a:lnTo>
                <a:close/>
                <a:moveTo>
                  <a:pt x="1476375" y="371475"/>
                </a:moveTo>
                <a:lnTo>
                  <a:pt x="1485900" y="371475"/>
                </a:lnTo>
                <a:lnTo>
                  <a:pt x="1485900" y="381000"/>
                </a:lnTo>
                <a:lnTo>
                  <a:pt x="1476375" y="381000"/>
                </a:lnTo>
                <a:close/>
                <a:moveTo>
                  <a:pt x="1724025" y="371475"/>
                </a:moveTo>
                <a:lnTo>
                  <a:pt x="1743075" y="371475"/>
                </a:lnTo>
                <a:lnTo>
                  <a:pt x="1743075" y="381000"/>
                </a:lnTo>
                <a:lnTo>
                  <a:pt x="1752600" y="381000"/>
                </a:lnTo>
                <a:lnTo>
                  <a:pt x="1752600" y="390525"/>
                </a:lnTo>
                <a:lnTo>
                  <a:pt x="1695450" y="390525"/>
                </a:lnTo>
                <a:lnTo>
                  <a:pt x="1695450" y="381000"/>
                </a:lnTo>
                <a:lnTo>
                  <a:pt x="1724025" y="381000"/>
                </a:lnTo>
                <a:close/>
                <a:moveTo>
                  <a:pt x="95250" y="381000"/>
                </a:moveTo>
                <a:lnTo>
                  <a:pt x="114300" y="381000"/>
                </a:lnTo>
                <a:lnTo>
                  <a:pt x="114300" y="428625"/>
                </a:lnTo>
                <a:lnTo>
                  <a:pt x="95250" y="428625"/>
                </a:lnTo>
                <a:close/>
                <a:moveTo>
                  <a:pt x="1438275" y="381000"/>
                </a:moveTo>
                <a:lnTo>
                  <a:pt x="1447800" y="381000"/>
                </a:lnTo>
                <a:lnTo>
                  <a:pt x="1447800" y="438150"/>
                </a:lnTo>
                <a:lnTo>
                  <a:pt x="1438275" y="438150"/>
                </a:lnTo>
                <a:lnTo>
                  <a:pt x="1438275" y="419100"/>
                </a:lnTo>
                <a:lnTo>
                  <a:pt x="1419225" y="419100"/>
                </a:lnTo>
                <a:lnTo>
                  <a:pt x="1419225" y="390525"/>
                </a:lnTo>
                <a:lnTo>
                  <a:pt x="1428750" y="390525"/>
                </a:lnTo>
                <a:lnTo>
                  <a:pt x="1428750" y="400050"/>
                </a:lnTo>
                <a:lnTo>
                  <a:pt x="1438275" y="400050"/>
                </a:lnTo>
                <a:close/>
                <a:moveTo>
                  <a:pt x="1466850" y="381000"/>
                </a:moveTo>
                <a:lnTo>
                  <a:pt x="1476375" y="381000"/>
                </a:lnTo>
                <a:lnTo>
                  <a:pt x="1476375" y="428625"/>
                </a:lnTo>
                <a:lnTo>
                  <a:pt x="1466850" y="428625"/>
                </a:lnTo>
                <a:close/>
                <a:moveTo>
                  <a:pt x="1485900" y="381000"/>
                </a:moveTo>
                <a:lnTo>
                  <a:pt x="1495425" y="381000"/>
                </a:lnTo>
                <a:lnTo>
                  <a:pt x="1495425" y="390525"/>
                </a:lnTo>
                <a:lnTo>
                  <a:pt x="1485900" y="390525"/>
                </a:lnTo>
                <a:close/>
                <a:moveTo>
                  <a:pt x="1752600" y="390525"/>
                </a:moveTo>
                <a:lnTo>
                  <a:pt x="1771650" y="390525"/>
                </a:lnTo>
                <a:lnTo>
                  <a:pt x="1771650" y="419100"/>
                </a:lnTo>
                <a:lnTo>
                  <a:pt x="1800225" y="419100"/>
                </a:lnTo>
                <a:lnTo>
                  <a:pt x="1800225" y="428625"/>
                </a:lnTo>
                <a:lnTo>
                  <a:pt x="1819275" y="428625"/>
                </a:lnTo>
                <a:lnTo>
                  <a:pt x="1819275" y="438150"/>
                </a:lnTo>
                <a:lnTo>
                  <a:pt x="1800225" y="438150"/>
                </a:lnTo>
                <a:lnTo>
                  <a:pt x="1800225" y="447675"/>
                </a:lnTo>
                <a:lnTo>
                  <a:pt x="1790700" y="447675"/>
                </a:lnTo>
                <a:lnTo>
                  <a:pt x="1790700" y="438150"/>
                </a:lnTo>
                <a:lnTo>
                  <a:pt x="1781175" y="438150"/>
                </a:lnTo>
                <a:lnTo>
                  <a:pt x="1781175" y="447675"/>
                </a:lnTo>
                <a:lnTo>
                  <a:pt x="1695450" y="447675"/>
                </a:lnTo>
                <a:lnTo>
                  <a:pt x="1695450" y="438150"/>
                </a:lnTo>
                <a:lnTo>
                  <a:pt x="1676400" y="438150"/>
                </a:lnTo>
                <a:lnTo>
                  <a:pt x="1676400" y="428625"/>
                </a:lnTo>
                <a:lnTo>
                  <a:pt x="1704975" y="428625"/>
                </a:lnTo>
                <a:lnTo>
                  <a:pt x="1704975" y="438150"/>
                </a:lnTo>
                <a:lnTo>
                  <a:pt x="1752600" y="438150"/>
                </a:lnTo>
                <a:lnTo>
                  <a:pt x="1752600" y="428625"/>
                </a:lnTo>
                <a:lnTo>
                  <a:pt x="1762125" y="428625"/>
                </a:lnTo>
                <a:lnTo>
                  <a:pt x="1762125" y="400050"/>
                </a:lnTo>
                <a:lnTo>
                  <a:pt x="1752600" y="400050"/>
                </a:lnTo>
                <a:close/>
                <a:moveTo>
                  <a:pt x="723900" y="400050"/>
                </a:moveTo>
                <a:lnTo>
                  <a:pt x="733425" y="400050"/>
                </a:lnTo>
                <a:lnTo>
                  <a:pt x="733425" y="409575"/>
                </a:lnTo>
                <a:lnTo>
                  <a:pt x="742950" y="409575"/>
                </a:lnTo>
                <a:lnTo>
                  <a:pt x="742950" y="419100"/>
                </a:lnTo>
                <a:lnTo>
                  <a:pt x="752475" y="419100"/>
                </a:lnTo>
                <a:lnTo>
                  <a:pt x="752475" y="438150"/>
                </a:lnTo>
                <a:lnTo>
                  <a:pt x="742950" y="438150"/>
                </a:lnTo>
                <a:lnTo>
                  <a:pt x="742950" y="428625"/>
                </a:lnTo>
                <a:lnTo>
                  <a:pt x="733425" y="428625"/>
                </a:lnTo>
                <a:lnTo>
                  <a:pt x="733425" y="476250"/>
                </a:lnTo>
                <a:lnTo>
                  <a:pt x="723900" y="476250"/>
                </a:lnTo>
                <a:close/>
                <a:moveTo>
                  <a:pt x="942975" y="419100"/>
                </a:moveTo>
                <a:lnTo>
                  <a:pt x="952500" y="419100"/>
                </a:lnTo>
                <a:lnTo>
                  <a:pt x="952500" y="428625"/>
                </a:lnTo>
                <a:lnTo>
                  <a:pt x="942975" y="428625"/>
                </a:lnTo>
                <a:close/>
                <a:moveTo>
                  <a:pt x="85725" y="428625"/>
                </a:moveTo>
                <a:lnTo>
                  <a:pt x="95250" y="428625"/>
                </a:lnTo>
                <a:lnTo>
                  <a:pt x="95250" y="438150"/>
                </a:lnTo>
                <a:lnTo>
                  <a:pt x="85725" y="438150"/>
                </a:lnTo>
                <a:close/>
                <a:moveTo>
                  <a:pt x="1104900" y="428625"/>
                </a:moveTo>
                <a:lnTo>
                  <a:pt x="1143000" y="428625"/>
                </a:lnTo>
                <a:lnTo>
                  <a:pt x="1143000" y="438150"/>
                </a:lnTo>
                <a:lnTo>
                  <a:pt x="1104900" y="438150"/>
                </a:lnTo>
                <a:close/>
                <a:moveTo>
                  <a:pt x="1600200" y="428625"/>
                </a:moveTo>
                <a:lnTo>
                  <a:pt x="1609725" y="428625"/>
                </a:lnTo>
                <a:lnTo>
                  <a:pt x="1609725" y="438150"/>
                </a:lnTo>
                <a:lnTo>
                  <a:pt x="1600200" y="438150"/>
                </a:lnTo>
                <a:close/>
                <a:moveTo>
                  <a:pt x="1504950" y="438150"/>
                </a:moveTo>
                <a:lnTo>
                  <a:pt x="1514475" y="438150"/>
                </a:lnTo>
                <a:lnTo>
                  <a:pt x="1514475" y="447675"/>
                </a:lnTo>
                <a:lnTo>
                  <a:pt x="1504950" y="447675"/>
                </a:lnTo>
                <a:close/>
                <a:moveTo>
                  <a:pt x="1647825" y="438150"/>
                </a:moveTo>
                <a:lnTo>
                  <a:pt x="1666875" y="438150"/>
                </a:lnTo>
                <a:lnTo>
                  <a:pt x="1666875" y="447675"/>
                </a:lnTo>
                <a:lnTo>
                  <a:pt x="1647825" y="447675"/>
                </a:lnTo>
                <a:close/>
                <a:moveTo>
                  <a:pt x="1495425" y="447675"/>
                </a:moveTo>
                <a:lnTo>
                  <a:pt x="1504950" y="447675"/>
                </a:lnTo>
                <a:lnTo>
                  <a:pt x="1504950" y="457200"/>
                </a:lnTo>
                <a:lnTo>
                  <a:pt x="1495425" y="457200"/>
                </a:lnTo>
                <a:close/>
                <a:moveTo>
                  <a:pt x="47625" y="457200"/>
                </a:moveTo>
                <a:lnTo>
                  <a:pt x="57150" y="457200"/>
                </a:lnTo>
                <a:lnTo>
                  <a:pt x="57150" y="485775"/>
                </a:lnTo>
                <a:lnTo>
                  <a:pt x="47625" y="485775"/>
                </a:lnTo>
                <a:lnTo>
                  <a:pt x="47625" y="495300"/>
                </a:lnTo>
                <a:lnTo>
                  <a:pt x="28575" y="495300"/>
                </a:lnTo>
                <a:lnTo>
                  <a:pt x="28575" y="466725"/>
                </a:lnTo>
                <a:lnTo>
                  <a:pt x="47625" y="466725"/>
                </a:lnTo>
                <a:close/>
                <a:moveTo>
                  <a:pt x="152400" y="485775"/>
                </a:moveTo>
                <a:lnTo>
                  <a:pt x="161925" y="485775"/>
                </a:lnTo>
                <a:lnTo>
                  <a:pt x="161925" y="504825"/>
                </a:lnTo>
                <a:lnTo>
                  <a:pt x="152400" y="504825"/>
                </a:lnTo>
                <a:close/>
                <a:moveTo>
                  <a:pt x="1638300" y="504825"/>
                </a:moveTo>
                <a:lnTo>
                  <a:pt x="1695450" y="504825"/>
                </a:lnTo>
                <a:lnTo>
                  <a:pt x="1695450" y="514350"/>
                </a:lnTo>
                <a:lnTo>
                  <a:pt x="1638300" y="514350"/>
                </a:lnTo>
                <a:close/>
                <a:moveTo>
                  <a:pt x="247650" y="533400"/>
                </a:moveTo>
                <a:lnTo>
                  <a:pt x="257175" y="533400"/>
                </a:lnTo>
                <a:lnTo>
                  <a:pt x="257175" y="552450"/>
                </a:lnTo>
                <a:lnTo>
                  <a:pt x="247650" y="552450"/>
                </a:lnTo>
                <a:close/>
                <a:moveTo>
                  <a:pt x="685800" y="533400"/>
                </a:moveTo>
                <a:lnTo>
                  <a:pt x="733425" y="533400"/>
                </a:lnTo>
                <a:lnTo>
                  <a:pt x="733425" y="571500"/>
                </a:lnTo>
                <a:lnTo>
                  <a:pt x="742950" y="571500"/>
                </a:lnTo>
                <a:lnTo>
                  <a:pt x="742950" y="590550"/>
                </a:lnTo>
                <a:lnTo>
                  <a:pt x="714375" y="590550"/>
                </a:lnTo>
                <a:lnTo>
                  <a:pt x="714375" y="571500"/>
                </a:lnTo>
                <a:lnTo>
                  <a:pt x="704850" y="571500"/>
                </a:lnTo>
                <a:lnTo>
                  <a:pt x="704850" y="561975"/>
                </a:lnTo>
                <a:lnTo>
                  <a:pt x="685800" y="561975"/>
                </a:lnTo>
                <a:lnTo>
                  <a:pt x="685800" y="552450"/>
                </a:lnTo>
                <a:lnTo>
                  <a:pt x="695325" y="552450"/>
                </a:lnTo>
                <a:lnTo>
                  <a:pt x="695325" y="542925"/>
                </a:lnTo>
                <a:lnTo>
                  <a:pt x="685800" y="542925"/>
                </a:lnTo>
                <a:close/>
                <a:moveTo>
                  <a:pt x="123825" y="609600"/>
                </a:moveTo>
                <a:lnTo>
                  <a:pt x="133350" y="609600"/>
                </a:lnTo>
                <a:lnTo>
                  <a:pt x="133350" y="628650"/>
                </a:lnTo>
                <a:lnTo>
                  <a:pt x="114300" y="628650"/>
                </a:lnTo>
                <a:lnTo>
                  <a:pt x="114300" y="619125"/>
                </a:lnTo>
                <a:lnTo>
                  <a:pt x="123825" y="619125"/>
                </a:lnTo>
                <a:close/>
                <a:moveTo>
                  <a:pt x="38100" y="638175"/>
                </a:moveTo>
                <a:lnTo>
                  <a:pt x="47625" y="638175"/>
                </a:lnTo>
                <a:lnTo>
                  <a:pt x="47625" y="647700"/>
                </a:lnTo>
                <a:lnTo>
                  <a:pt x="76200" y="647700"/>
                </a:lnTo>
                <a:lnTo>
                  <a:pt x="76200" y="666750"/>
                </a:lnTo>
                <a:lnTo>
                  <a:pt x="57150" y="666750"/>
                </a:lnTo>
                <a:lnTo>
                  <a:pt x="57150" y="685800"/>
                </a:lnTo>
                <a:lnTo>
                  <a:pt x="66675" y="685800"/>
                </a:lnTo>
                <a:lnTo>
                  <a:pt x="66675" y="695325"/>
                </a:lnTo>
                <a:lnTo>
                  <a:pt x="76200" y="695325"/>
                </a:lnTo>
                <a:lnTo>
                  <a:pt x="76200" y="704850"/>
                </a:lnTo>
                <a:lnTo>
                  <a:pt x="85725" y="704850"/>
                </a:lnTo>
                <a:lnTo>
                  <a:pt x="85725" y="723900"/>
                </a:lnTo>
                <a:lnTo>
                  <a:pt x="76200" y="723900"/>
                </a:lnTo>
                <a:lnTo>
                  <a:pt x="76200" y="752475"/>
                </a:lnTo>
                <a:lnTo>
                  <a:pt x="66675" y="752475"/>
                </a:lnTo>
                <a:lnTo>
                  <a:pt x="66675" y="771525"/>
                </a:lnTo>
                <a:lnTo>
                  <a:pt x="57150" y="771525"/>
                </a:lnTo>
                <a:lnTo>
                  <a:pt x="57150" y="781050"/>
                </a:lnTo>
                <a:lnTo>
                  <a:pt x="47625" y="781050"/>
                </a:lnTo>
                <a:lnTo>
                  <a:pt x="47625" y="790575"/>
                </a:lnTo>
                <a:lnTo>
                  <a:pt x="28575" y="790575"/>
                </a:lnTo>
                <a:lnTo>
                  <a:pt x="28575" y="771525"/>
                </a:lnTo>
                <a:lnTo>
                  <a:pt x="47625" y="771525"/>
                </a:lnTo>
                <a:lnTo>
                  <a:pt x="47625" y="742950"/>
                </a:lnTo>
                <a:lnTo>
                  <a:pt x="28575" y="742950"/>
                </a:lnTo>
                <a:lnTo>
                  <a:pt x="28575" y="676275"/>
                </a:lnTo>
                <a:lnTo>
                  <a:pt x="38100" y="676275"/>
                </a:lnTo>
                <a:close/>
                <a:moveTo>
                  <a:pt x="85725" y="647700"/>
                </a:moveTo>
                <a:lnTo>
                  <a:pt x="95250" y="647700"/>
                </a:lnTo>
                <a:lnTo>
                  <a:pt x="95250" y="657225"/>
                </a:lnTo>
                <a:lnTo>
                  <a:pt x="85725" y="657225"/>
                </a:lnTo>
                <a:close/>
                <a:moveTo>
                  <a:pt x="95250" y="657225"/>
                </a:moveTo>
                <a:lnTo>
                  <a:pt x="114300" y="657225"/>
                </a:lnTo>
                <a:lnTo>
                  <a:pt x="114300" y="676275"/>
                </a:lnTo>
                <a:lnTo>
                  <a:pt x="95250" y="676275"/>
                </a:lnTo>
                <a:close/>
                <a:moveTo>
                  <a:pt x="428625" y="733425"/>
                </a:moveTo>
                <a:lnTo>
                  <a:pt x="466725" y="733425"/>
                </a:lnTo>
                <a:lnTo>
                  <a:pt x="466725" y="742950"/>
                </a:lnTo>
                <a:lnTo>
                  <a:pt x="476250" y="742950"/>
                </a:lnTo>
                <a:lnTo>
                  <a:pt x="476250" y="752475"/>
                </a:lnTo>
                <a:lnTo>
                  <a:pt x="428625" y="752475"/>
                </a:lnTo>
                <a:close/>
                <a:moveTo>
                  <a:pt x="485775" y="733425"/>
                </a:moveTo>
                <a:lnTo>
                  <a:pt x="495300" y="733425"/>
                </a:lnTo>
                <a:lnTo>
                  <a:pt x="495300" y="742950"/>
                </a:lnTo>
                <a:lnTo>
                  <a:pt x="504825" y="742950"/>
                </a:lnTo>
                <a:lnTo>
                  <a:pt x="504825" y="762000"/>
                </a:lnTo>
                <a:lnTo>
                  <a:pt x="485775" y="762000"/>
                </a:lnTo>
                <a:close/>
                <a:moveTo>
                  <a:pt x="533400" y="733425"/>
                </a:moveTo>
                <a:lnTo>
                  <a:pt x="542925" y="733425"/>
                </a:lnTo>
                <a:lnTo>
                  <a:pt x="542925" y="742950"/>
                </a:lnTo>
                <a:lnTo>
                  <a:pt x="571500" y="742950"/>
                </a:lnTo>
                <a:lnTo>
                  <a:pt x="571500" y="733425"/>
                </a:lnTo>
                <a:lnTo>
                  <a:pt x="581025" y="733425"/>
                </a:lnTo>
                <a:lnTo>
                  <a:pt x="581025" y="742950"/>
                </a:lnTo>
                <a:lnTo>
                  <a:pt x="590550" y="742950"/>
                </a:lnTo>
                <a:lnTo>
                  <a:pt x="590550" y="762000"/>
                </a:lnTo>
                <a:lnTo>
                  <a:pt x="600075" y="762000"/>
                </a:lnTo>
                <a:lnTo>
                  <a:pt x="600075" y="771525"/>
                </a:lnTo>
                <a:lnTo>
                  <a:pt x="609600" y="771525"/>
                </a:lnTo>
                <a:lnTo>
                  <a:pt x="609600" y="781050"/>
                </a:lnTo>
                <a:lnTo>
                  <a:pt x="619125" y="781050"/>
                </a:lnTo>
                <a:lnTo>
                  <a:pt x="619125" y="819150"/>
                </a:lnTo>
                <a:lnTo>
                  <a:pt x="600075" y="819150"/>
                </a:lnTo>
                <a:lnTo>
                  <a:pt x="600075" y="809625"/>
                </a:lnTo>
                <a:lnTo>
                  <a:pt x="571500" y="809625"/>
                </a:lnTo>
                <a:lnTo>
                  <a:pt x="571500" y="771525"/>
                </a:lnTo>
                <a:lnTo>
                  <a:pt x="561975" y="771525"/>
                </a:lnTo>
                <a:lnTo>
                  <a:pt x="561975" y="762000"/>
                </a:lnTo>
                <a:lnTo>
                  <a:pt x="542925" y="762000"/>
                </a:lnTo>
                <a:lnTo>
                  <a:pt x="542925" y="771525"/>
                </a:lnTo>
                <a:lnTo>
                  <a:pt x="533400" y="771525"/>
                </a:lnTo>
                <a:lnTo>
                  <a:pt x="533400" y="762000"/>
                </a:lnTo>
                <a:lnTo>
                  <a:pt x="514350" y="762000"/>
                </a:lnTo>
                <a:lnTo>
                  <a:pt x="514350" y="752475"/>
                </a:lnTo>
                <a:lnTo>
                  <a:pt x="523875" y="752475"/>
                </a:lnTo>
                <a:lnTo>
                  <a:pt x="523875" y="742950"/>
                </a:lnTo>
                <a:lnTo>
                  <a:pt x="533400" y="742950"/>
                </a:lnTo>
                <a:close/>
                <a:moveTo>
                  <a:pt x="371475" y="762000"/>
                </a:moveTo>
                <a:lnTo>
                  <a:pt x="381000" y="762000"/>
                </a:lnTo>
                <a:lnTo>
                  <a:pt x="381000" y="771525"/>
                </a:lnTo>
                <a:lnTo>
                  <a:pt x="390525" y="771525"/>
                </a:lnTo>
                <a:lnTo>
                  <a:pt x="390525" y="762000"/>
                </a:lnTo>
                <a:lnTo>
                  <a:pt x="409575" y="762000"/>
                </a:lnTo>
                <a:lnTo>
                  <a:pt x="409575" y="800100"/>
                </a:lnTo>
                <a:lnTo>
                  <a:pt x="371475" y="800100"/>
                </a:lnTo>
                <a:lnTo>
                  <a:pt x="371475" y="809625"/>
                </a:lnTo>
                <a:lnTo>
                  <a:pt x="361950" y="809625"/>
                </a:lnTo>
                <a:lnTo>
                  <a:pt x="361950" y="800100"/>
                </a:lnTo>
                <a:lnTo>
                  <a:pt x="352425" y="800100"/>
                </a:lnTo>
                <a:lnTo>
                  <a:pt x="352425" y="790575"/>
                </a:lnTo>
                <a:lnTo>
                  <a:pt x="361950" y="790575"/>
                </a:lnTo>
                <a:lnTo>
                  <a:pt x="361950" y="771525"/>
                </a:lnTo>
                <a:lnTo>
                  <a:pt x="371475" y="771525"/>
                </a:lnTo>
                <a:close/>
                <a:moveTo>
                  <a:pt x="390525" y="790575"/>
                </a:moveTo>
                <a:lnTo>
                  <a:pt x="400050" y="790575"/>
                </a:lnTo>
                <a:lnTo>
                  <a:pt x="400050" y="771525"/>
                </a:lnTo>
                <a:lnTo>
                  <a:pt x="390525" y="771525"/>
                </a:lnTo>
                <a:close/>
                <a:moveTo>
                  <a:pt x="457200" y="819150"/>
                </a:moveTo>
                <a:lnTo>
                  <a:pt x="485775" y="819150"/>
                </a:lnTo>
                <a:lnTo>
                  <a:pt x="485775" y="828675"/>
                </a:lnTo>
                <a:lnTo>
                  <a:pt x="504825" y="828675"/>
                </a:lnTo>
                <a:lnTo>
                  <a:pt x="504825" y="838200"/>
                </a:lnTo>
                <a:lnTo>
                  <a:pt x="514350" y="838200"/>
                </a:lnTo>
                <a:lnTo>
                  <a:pt x="514350" y="828675"/>
                </a:lnTo>
                <a:lnTo>
                  <a:pt x="533400" y="828675"/>
                </a:lnTo>
                <a:lnTo>
                  <a:pt x="533400" y="819150"/>
                </a:lnTo>
                <a:lnTo>
                  <a:pt x="552450" y="819150"/>
                </a:lnTo>
                <a:lnTo>
                  <a:pt x="552450" y="857250"/>
                </a:lnTo>
                <a:lnTo>
                  <a:pt x="542925" y="857250"/>
                </a:lnTo>
                <a:lnTo>
                  <a:pt x="542925" y="885825"/>
                </a:lnTo>
                <a:lnTo>
                  <a:pt x="523875" y="885825"/>
                </a:lnTo>
                <a:lnTo>
                  <a:pt x="523875" y="895350"/>
                </a:lnTo>
                <a:lnTo>
                  <a:pt x="457200" y="895350"/>
                </a:lnTo>
                <a:lnTo>
                  <a:pt x="457200" y="876300"/>
                </a:lnTo>
                <a:lnTo>
                  <a:pt x="466725" y="876300"/>
                </a:lnTo>
                <a:lnTo>
                  <a:pt x="466725" y="866775"/>
                </a:lnTo>
                <a:lnTo>
                  <a:pt x="476250" y="866775"/>
                </a:lnTo>
                <a:lnTo>
                  <a:pt x="476250" y="857250"/>
                </a:lnTo>
                <a:lnTo>
                  <a:pt x="485775" y="857250"/>
                </a:lnTo>
                <a:lnTo>
                  <a:pt x="485775" y="847725"/>
                </a:lnTo>
                <a:lnTo>
                  <a:pt x="466725" y="847725"/>
                </a:lnTo>
                <a:lnTo>
                  <a:pt x="466725" y="838200"/>
                </a:lnTo>
                <a:lnTo>
                  <a:pt x="457200" y="838200"/>
                </a:lnTo>
                <a:close/>
                <a:moveTo>
                  <a:pt x="342900" y="838200"/>
                </a:moveTo>
                <a:lnTo>
                  <a:pt x="361950" y="838200"/>
                </a:lnTo>
                <a:lnTo>
                  <a:pt x="361950" y="895350"/>
                </a:lnTo>
                <a:lnTo>
                  <a:pt x="342900" y="895350"/>
                </a:lnTo>
                <a:lnTo>
                  <a:pt x="342900" y="885825"/>
                </a:lnTo>
                <a:lnTo>
                  <a:pt x="352425" y="885825"/>
                </a:lnTo>
                <a:lnTo>
                  <a:pt x="352425" y="866775"/>
                </a:lnTo>
                <a:lnTo>
                  <a:pt x="342900" y="866775"/>
                </a:lnTo>
                <a:close/>
                <a:moveTo>
                  <a:pt x="400050" y="885825"/>
                </a:moveTo>
                <a:lnTo>
                  <a:pt x="419100" y="885825"/>
                </a:lnTo>
                <a:lnTo>
                  <a:pt x="419100" y="895350"/>
                </a:lnTo>
                <a:lnTo>
                  <a:pt x="400050" y="895350"/>
                </a:lnTo>
                <a:close/>
                <a:moveTo>
                  <a:pt x="1276350" y="895350"/>
                </a:moveTo>
                <a:lnTo>
                  <a:pt x="1295400" y="895350"/>
                </a:lnTo>
                <a:lnTo>
                  <a:pt x="1295400" y="904875"/>
                </a:lnTo>
                <a:lnTo>
                  <a:pt x="1276350" y="904875"/>
                </a:lnTo>
                <a:close/>
                <a:moveTo>
                  <a:pt x="381000" y="904875"/>
                </a:moveTo>
                <a:lnTo>
                  <a:pt x="390525" y="904875"/>
                </a:lnTo>
                <a:lnTo>
                  <a:pt x="390525" y="914400"/>
                </a:lnTo>
                <a:lnTo>
                  <a:pt x="381000" y="914400"/>
                </a:lnTo>
                <a:close/>
                <a:moveTo>
                  <a:pt x="1266825" y="923925"/>
                </a:moveTo>
                <a:lnTo>
                  <a:pt x="1285875" y="923925"/>
                </a:lnTo>
                <a:lnTo>
                  <a:pt x="1285875" y="933450"/>
                </a:lnTo>
                <a:lnTo>
                  <a:pt x="1266825" y="933450"/>
                </a:lnTo>
                <a:close/>
                <a:moveTo>
                  <a:pt x="38100" y="933450"/>
                </a:moveTo>
                <a:lnTo>
                  <a:pt x="47625" y="933450"/>
                </a:lnTo>
                <a:lnTo>
                  <a:pt x="47625" y="942975"/>
                </a:lnTo>
                <a:lnTo>
                  <a:pt x="57150" y="942975"/>
                </a:lnTo>
                <a:lnTo>
                  <a:pt x="57150" y="952500"/>
                </a:lnTo>
                <a:lnTo>
                  <a:pt x="66675" y="952500"/>
                </a:lnTo>
                <a:lnTo>
                  <a:pt x="66675" y="962025"/>
                </a:lnTo>
                <a:lnTo>
                  <a:pt x="85725" y="962025"/>
                </a:lnTo>
                <a:lnTo>
                  <a:pt x="85725" y="990600"/>
                </a:lnTo>
                <a:lnTo>
                  <a:pt x="76200" y="990600"/>
                </a:lnTo>
                <a:lnTo>
                  <a:pt x="76200" y="1000125"/>
                </a:lnTo>
                <a:lnTo>
                  <a:pt x="95250" y="1000125"/>
                </a:lnTo>
                <a:lnTo>
                  <a:pt x="95250" y="1028700"/>
                </a:lnTo>
                <a:lnTo>
                  <a:pt x="76200" y="1028700"/>
                </a:lnTo>
                <a:lnTo>
                  <a:pt x="76200" y="1038225"/>
                </a:lnTo>
                <a:lnTo>
                  <a:pt x="47625" y="1038225"/>
                </a:lnTo>
                <a:lnTo>
                  <a:pt x="47625" y="1047750"/>
                </a:lnTo>
                <a:lnTo>
                  <a:pt x="57150" y="1047750"/>
                </a:lnTo>
                <a:lnTo>
                  <a:pt x="57150" y="1057275"/>
                </a:lnTo>
                <a:lnTo>
                  <a:pt x="47625" y="1057275"/>
                </a:lnTo>
                <a:lnTo>
                  <a:pt x="47625" y="1095375"/>
                </a:lnTo>
                <a:lnTo>
                  <a:pt x="28575" y="1095375"/>
                </a:lnTo>
                <a:lnTo>
                  <a:pt x="28575" y="1000125"/>
                </a:lnTo>
                <a:lnTo>
                  <a:pt x="47625" y="1000125"/>
                </a:lnTo>
                <a:lnTo>
                  <a:pt x="47625" y="981075"/>
                </a:lnTo>
                <a:lnTo>
                  <a:pt x="28575" y="981075"/>
                </a:lnTo>
                <a:lnTo>
                  <a:pt x="28575" y="942975"/>
                </a:lnTo>
                <a:lnTo>
                  <a:pt x="38100" y="942975"/>
                </a:lnTo>
                <a:close/>
                <a:moveTo>
                  <a:pt x="1333500" y="933450"/>
                </a:moveTo>
                <a:lnTo>
                  <a:pt x="1362075" y="933450"/>
                </a:lnTo>
                <a:lnTo>
                  <a:pt x="1362075" y="952500"/>
                </a:lnTo>
                <a:lnTo>
                  <a:pt x="1333500" y="952500"/>
                </a:lnTo>
                <a:close/>
                <a:moveTo>
                  <a:pt x="828675" y="942975"/>
                </a:moveTo>
                <a:lnTo>
                  <a:pt x="847725" y="942975"/>
                </a:lnTo>
                <a:lnTo>
                  <a:pt x="847725" y="952500"/>
                </a:lnTo>
                <a:lnTo>
                  <a:pt x="838200" y="952500"/>
                </a:lnTo>
                <a:lnTo>
                  <a:pt x="838200" y="962025"/>
                </a:lnTo>
                <a:lnTo>
                  <a:pt x="828675" y="962025"/>
                </a:lnTo>
                <a:close/>
                <a:moveTo>
                  <a:pt x="171450" y="962025"/>
                </a:moveTo>
                <a:lnTo>
                  <a:pt x="200025" y="962025"/>
                </a:lnTo>
                <a:lnTo>
                  <a:pt x="200025" y="981075"/>
                </a:lnTo>
                <a:lnTo>
                  <a:pt x="190500" y="981075"/>
                </a:lnTo>
                <a:lnTo>
                  <a:pt x="190500" y="990600"/>
                </a:lnTo>
                <a:lnTo>
                  <a:pt x="161925" y="990600"/>
                </a:lnTo>
                <a:lnTo>
                  <a:pt x="161925" y="1000125"/>
                </a:lnTo>
                <a:lnTo>
                  <a:pt x="152400" y="1000125"/>
                </a:lnTo>
                <a:lnTo>
                  <a:pt x="152400" y="981075"/>
                </a:lnTo>
                <a:lnTo>
                  <a:pt x="171450" y="981075"/>
                </a:lnTo>
                <a:close/>
                <a:moveTo>
                  <a:pt x="123825" y="981075"/>
                </a:moveTo>
                <a:lnTo>
                  <a:pt x="133350" y="981075"/>
                </a:lnTo>
                <a:lnTo>
                  <a:pt x="133350" y="990600"/>
                </a:lnTo>
                <a:lnTo>
                  <a:pt x="142875" y="990600"/>
                </a:lnTo>
                <a:lnTo>
                  <a:pt x="142875" y="1000125"/>
                </a:lnTo>
                <a:lnTo>
                  <a:pt x="133350" y="1000125"/>
                </a:lnTo>
                <a:lnTo>
                  <a:pt x="133350" y="1019175"/>
                </a:lnTo>
                <a:lnTo>
                  <a:pt x="114300" y="1019175"/>
                </a:lnTo>
                <a:lnTo>
                  <a:pt x="114300" y="1009650"/>
                </a:lnTo>
                <a:lnTo>
                  <a:pt x="104775" y="1009650"/>
                </a:lnTo>
                <a:lnTo>
                  <a:pt x="104775" y="1000125"/>
                </a:lnTo>
                <a:lnTo>
                  <a:pt x="114300" y="1000125"/>
                </a:lnTo>
                <a:lnTo>
                  <a:pt x="114300" y="990600"/>
                </a:lnTo>
                <a:lnTo>
                  <a:pt x="123825" y="990600"/>
                </a:lnTo>
                <a:close/>
                <a:moveTo>
                  <a:pt x="95250" y="1038225"/>
                </a:moveTo>
                <a:lnTo>
                  <a:pt x="104775" y="1038225"/>
                </a:lnTo>
                <a:lnTo>
                  <a:pt x="104775" y="1047750"/>
                </a:lnTo>
                <a:lnTo>
                  <a:pt x="95250" y="1047750"/>
                </a:lnTo>
                <a:close/>
                <a:moveTo>
                  <a:pt x="104775" y="1047750"/>
                </a:moveTo>
                <a:lnTo>
                  <a:pt x="114300" y="1047750"/>
                </a:lnTo>
                <a:lnTo>
                  <a:pt x="114300" y="1057275"/>
                </a:lnTo>
                <a:lnTo>
                  <a:pt x="104775" y="1057275"/>
                </a:lnTo>
                <a:close/>
                <a:moveTo>
                  <a:pt x="438150" y="1171575"/>
                </a:moveTo>
                <a:lnTo>
                  <a:pt x="466725" y="1171575"/>
                </a:lnTo>
                <a:lnTo>
                  <a:pt x="466725" y="1181100"/>
                </a:lnTo>
                <a:lnTo>
                  <a:pt x="476250" y="1181100"/>
                </a:lnTo>
                <a:lnTo>
                  <a:pt x="476250" y="1190625"/>
                </a:lnTo>
                <a:lnTo>
                  <a:pt x="485775" y="1190625"/>
                </a:lnTo>
                <a:lnTo>
                  <a:pt x="485775" y="1200150"/>
                </a:lnTo>
                <a:lnTo>
                  <a:pt x="476250" y="1200150"/>
                </a:lnTo>
                <a:lnTo>
                  <a:pt x="476250" y="1209675"/>
                </a:lnTo>
                <a:lnTo>
                  <a:pt x="457200" y="1209675"/>
                </a:lnTo>
                <a:lnTo>
                  <a:pt x="457200" y="1200150"/>
                </a:lnTo>
                <a:lnTo>
                  <a:pt x="447675" y="1200150"/>
                </a:lnTo>
                <a:lnTo>
                  <a:pt x="447675" y="1190625"/>
                </a:lnTo>
                <a:lnTo>
                  <a:pt x="438150" y="1190625"/>
                </a:lnTo>
                <a:close/>
                <a:moveTo>
                  <a:pt x="361950" y="1200150"/>
                </a:moveTo>
                <a:lnTo>
                  <a:pt x="409575" y="1200150"/>
                </a:lnTo>
                <a:lnTo>
                  <a:pt x="409575" y="1257300"/>
                </a:lnTo>
                <a:lnTo>
                  <a:pt x="400050" y="1257300"/>
                </a:lnTo>
                <a:lnTo>
                  <a:pt x="400050" y="1266825"/>
                </a:lnTo>
                <a:lnTo>
                  <a:pt x="371475" y="1266825"/>
                </a:lnTo>
                <a:lnTo>
                  <a:pt x="371475" y="1285875"/>
                </a:lnTo>
                <a:lnTo>
                  <a:pt x="390525" y="1285875"/>
                </a:lnTo>
                <a:lnTo>
                  <a:pt x="390525" y="1304925"/>
                </a:lnTo>
                <a:lnTo>
                  <a:pt x="371475" y="1304925"/>
                </a:lnTo>
                <a:lnTo>
                  <a:pt x="371475" y="1295400"/>
                </a:lnTo>
                <a:lnTo>
                  <a:pt x="361950" y="1295400"/>
                </a:lnTo>
                <a:lnTo>
                  <a:pt x="361950" y="1304925"/>
                </a:lnTo>
                <a:lnTo>
                  <a:pt x="352425" y="1304925"/>
                </a:lnTo>
                <a:lnTo>
                  <a:pt x="352425" y="1295400"/>
                </a:lnTo>
                <a:lnTo>
                  <a:pt x="342900" y="1295400"/>
                </a:lnTo>
                <a:lnTo>
                  <a:pt x="342900" y="1219200"/>
                </a:lnTo>
                <a:lnTo>
                  <a:pt x="352425" y="1219200"/>
                </a:lnTo>
                <a:lnTo>
                  <a:pt x="352425" y="1209675"/>
                </a:lnTo>
                <a:lnTo>
                  <a:pt x="361950" y="1209675"/>
                </a:lnTo>
                <a:close/>
                <a:moveTo>
                  <a:pt x="466725" y="1257300"/>
                </a:moveTo>
                <a:lnTo>
                  <a:pt x="495300" y="1257300"/>
                </a:lnTo>
                <a:lnTo>
                  <a:pt x="495300" y="1266825"/>
                </a:lnTo>
                <a:lnTo>
                  <a:pt x="523875" y="1266825"/>
                </a:lnTo>
                <a:lnTo>
                  <a:pt x="523875" y="1295400"/>
                </a:lnTo>
                <a:lnTo>
                  <a:pt x="533400" y="1295400"/>
                </a:lnTo>
                <a:lnTo>
                  <a:pt x="533400" y="1304925"/>
                </a:lnTo>
                <a:lnTo>
                  <a:pt x="542925" y="1304925"/>
                </a:lnTo>
                <a:lnTo>
                  <a:pt x="542925" y="1323975"/>
                </a:lnTo>
                <a:lnTo>
                  <a:pt x="514350" y="1323975"/>
                </a:lnTo>
                <a:lnTo>
                  <a:pt x="514350" y="1304925"/>
                </a:lnTo>
                <a:lnTo>
                  <a:pt x="504825" y="1304925"/>
                </a:lnTo>
                <a:lnTo>
                  <a:pt x="504825" y="1295400"/>
                </a:lnTo>
                <a:lnTo>
                  <a:pt x="495300" y="1295400"/>
                </a:lnTo>
                <a:lnTo>
                  <a:pt x="495300" y="1285875"/>
                </a:lnTo>
                <a:lnTo>
                  <a:pt x="485775" y="1285875"/>
                </a:lnTo>
                <a:lnTo>
                  <a:pt x="485775" y="1276350"/>
                </a:lnTo>
                <a:lnTo>
                  <a:pt x="476250" y="1276350"/>
                </a:lnTo>
                <a:lnTo>
                  <a:pt x="476250" y="1266825"/>
                </a:lnTo>
                <a:lnTo>
                  <a:pt x="466725" y="1266825"/>
                </a:lnTo>
                <a:close/>
                <a:moveTo>
                  <a:pt x="38100" y="1304925"/>
                </a:moveTo>
                <a:lnTo>
                  <a:pt x="47625" y="1304925"/>
                </a:lnTo>
                <a:lnTo>
                  <a:pt x="47625" y="1323975"/>
                </a:lnTo>
                <a:lnTo>
                  <a:pt x="57150" y="1323975"/>
                </a:lnTo>
                <a:lnTo>
                  <a:pt x="57150" y="1333500"/>
                </a:lnTo>
                <a:lnTo>
                  <a:pt x="76200" y="1333500"/>
                </a:lnTo>
                <a:lnTo>
                  <a:pt x="76200" y="1323975"/>
                </a:lnTo>
                <a:lnTo>
                  <a:pt x="85725" y="1323975"/>
                </a:lnTo>
                <a:lnTo>
                  <a:pt x="85725" y="1333500"/>
                </a:lnTo>
                <a:lnTo>
                  <a:pt x="95250" y="1333500"/>
                </a:lnTo>
                <a:lnTo>
                  <a:pt x="95250" y="1352550"/>
                </a:lnTo>
                <a:lnTo>
                  <a:pt x="85725" y="1352550"/>
                </a:lnTo>
                <a:lnTo>
                  <a:pt x="85725" y="1362075"/>
                </a:lnTo>
                <a:lnTo>
                  <a:pt x="76200" y="1362075"/>
                </a:lnTo>
                <a:lnTo>
                  <a:pt x="76200" y="1371600"/>
                </a:lnTo>
                <a:lnTo>
                  <a:pt x="66675" y="1371600"/>
                </a:lnTo>
                <a:lnTo>
                  <a:pt x="66675" y="1381125"/>
                </a:lnTo>
                <a:lnTo>
                  <a:pt x="57150" y="1381125"/>
                </a:lnTo>
                <a:lnTo>
                  <a:pt x="57150" y="1438275"/>
                </a:lnTo>
                <a:lnTo>
                  <a:pt x="76200" y="1438275"/>
                </a:lnTo>
                <a:lnTo>
                  <a:pt x="76200" y="1447800"/>
                </a:lnTo>
                <a:lnTo>
                  <a:pt x="66675" y="1447800"/>
                </a:lnTo>
                <a:lnTo>
                  <a:pt x="66675" y="1457325"/>
                </a:lnTo>
                <a:lnTo>
                  <a:pt x="76200" y="1457325"/>
                </a:lnTo>
                <a:lnTo>
                  <a:pt x="76200" y="1447800"/>
                </a:lnTo>
                <a:lnTo>
                  <a:pt x="85725" y="1447800"/>
                </a:lnTo>
                <a:lnTo>
                  <a:pt x="85725" y="1457325"/>
                </a:lnTo>
                <a:lnTo>
                  <a:pt x="76200" y="1457325"/>
                </a:lnTo>
                <a:lnTo>
                  <a:pt x="76200" y="1466850"/>
                </a:lnTo>
                <a:lnTo>
                  <a:pt x="66675" y="1466850"/>
                </a:lnTo>
                <a:lnTo>
                  <a:pt x="66675" y="1476375"/>
                </a:lnTo>
                <a:lnTo>
                  <a:pt x="57150" y="1476375"/>
                </a:lnTo>
                <a:lnTo>
                  <a:pt x="57150" y="1466850"/>
                </a:lnTo>
                <a:lnTo>
                  <a:pt x="47625" y="1466850"/>
                </a:lnTo>
                <a:lnTo>
                  <a:pt x="47625" y="1504950"/>
                </a:lnTo>
                <a:lnTo>
                  <a:pt x="57150" y="1504950"/>
                </a:lnTo>
                <a:lnTo>
                  <a:pt x="57150" y="1514475"/>
                </a:lnTo>
                <a:lnTo>
                  <a:pt x="47625" y="1514475"/>
                </a:lnTo>
                <a:lnTo>
                  <a:pt x="47625" y="1524000"/>
                </a:lnTo>
                <a:lnTo>
                  <a:pt x="38100" y="1524000"/>
                </a:lnTo>
                <a:lnTo>
                  <a:pt x="38100" y="1514475"/>
                </a:lnTo>
                <a:lnTo>
                  <a:pt x="28575" y="1514475"/>
                </a:lnTo>
                <a:lnTo>
                  <a:pt x="28575" y="1457325"/>
                </a:lnTo>
                <a:lnTo>
                  <a:pt x="47625" y="1457325"/>
                </a:lnTo>
                <a:lnTo>
                  <a:pt x="47625" y="1438275"/>
                </a:lnTo>
                <a:lnTo>
                  <a:pt x="28575" y="1438275"/>
                </a:lnTo>
                <a:lnTo>
                  <a:pt x="28575" y="1409700"/>
                </a:lnTo>
                <a:lnTo>
                  <a:pt x="47625" y="1409700"/>
                </a:lnTo>
                <a:lnTo>
                  <a:pt x="47625" y="1400175"/>
                </a:lnTo>
                <a:lnTo>
                  <a:pt x="28575" y="1400175"/>
                </a:lnTo>
                <a:lnTo>
                  <a:pt x="28575" y="1381125"/>
                </a:lnTo>
                <a:lnTo>
                  <a:pt x="47625" y="1381125"/>
                </a:lnTo>
                <a:lnTo>
                  <a:pt x="47625" y="1362075"/>
                </a:lnTo>
                <a:lnTo>
                  <a:pt x="28575" y="1362075"/>
                </a:lnTo>
                <a:lnTo>
                  <a:pt x="28575" y="1323975"/>
                </a:lnTo>
                <a:lnTo>
                  <a:pt x="38100" y="1323975"/>
                </a:lnTo>
                <a:close/>
                <a:moveTo>
                  <a:pt x="571500" y="1304925"/>
                </a:moveTo>
                <a:lnTo>
                  <a:pt x="619125" y="1304925"/>
                </a:lnTo>
                <a:lnTo>
                  <a:pt x="619125" y="1314450"/>
                </a:lnTo>
                <a:lnTo>
                  <a:pt x="628650" y="1314450"/>
                </a:lnTo>
                <a:lnTo>
                  <a:pt x="628650" y="1323975"/>
                </a:lnTo>
                <a:lnTo>
                  <a:pt x="619125" y="1323975"/>
                </a:lnTo>
                <a:lnTo>
                  <a:pt x="619125" y="1333500"/>
                </a:lnTo>
                <a:lnTo>
                  <a:pt x="600075" y="1333500"/>
                </a:lnTo>
                <a:lnTo>
                  <a:pt x="600075" y="1343025"/>
                </a:lnTo>
                <a:lnTo>
                  <a:pt x="581025" y="1343025"/>
                </a:lnTo>
                <a:lnTo>
                  <a:pt x="581025" y="1333500"/>
                </a:lnTo>
                <a:lnTo>
                  <a:pt x="571500" y="1333500"/>
                </a:lnTo>
                <a:close/>
                <a:moveTo>
                  <a:pt x="1247775" y="1304925"/>
                </a:moveTo>
                <a:lnTo>
                  <a:pt x="1266825" y="1304925"/>
                </a:lnTo>
                <a:lnTo>
                  <a:pt x="1266825" y="1314450"/>
                </a:lnTo>
                <a:lnTo>
                  <a:pt x="1304925" y="1314450"/>
                </a:lnTo>
                <a:lnTo>
                  <a:pt x="1304925" y="1323975"/>
                </a:lnTo>
                <a:lnTo>
                  <a:pt x="1314450" y="1323975"/>
                </a:lnTo>
                <a:lnTo>
                  <a:pt x="1314450" y="1333500"/>
                </a:lnTo>
                <a:lnTo>
                  <a:pt x="1266825" y="1333500"/>
                </a:lnTo>
                <a:lnTo>
                  <a:pt x="1266825" y="1323975"/>
                </a:lnTo>
                <a:lnTo>
                  <a:pt x="1247775" y="1323975"/>
                </a:lnTo>
                <a:close/>
                <a:moveTo>
                  <a:pt x="771525" y="1314450"/>
                </a:moveTo>
                <a:lnTo>
                  <a:pt x="876300" y="1314450"/>
                </a:lnTo>
                <a:lnTo>
                  <a:pt x="876300" y="1323975"/>
                </a:lnTo>
                <a:lnTo>
                  <a:pt x="885825" y="1323975"/>
                </a:lnTo>
                <a:lnTo>
                  <a:pt x="885825" y="1333500"/>
                </a:lnTo>
                <a:lnTo>
                  <a:pt x="866775" y="1333500"/>
                </a:lnTo>
                <a:lnTo>
                  <a:pt x="866775" y="1343025"/>
                </a:lnTo>
                <a:lnTo>
                  <a:pt x="790575" y="1343025"/>
                </a:lnTo>
                <a:lnTo>
                  <a:pt x="790575" y="1333500"/>
                </a:lnTo>
                <a:lnTo>
                  <a:pt x="781050" y="1333500"/>
                </a:lnTo>
                <a:lnTo>
                  <a:pt x="781050" y="1343025"/>
                </a:lnTo>
                <a:lnTo>
                  <a:pt x="771525" y="1343025"/>
                </a:lnTo>
                <a:lnTo>
                  <a:pt x="771525" y="1333500"/>
                </a:lnTo>
                <a:lnTo>
                  <a:pt x="762000" y="1333500"/>
                </a:lnTo>
                <a:lnTo>
                  <a:pt x="762000" y="1323975"/>
                </a:lnTo>
                <a:lnTo>
                  <a:pt x="771525" y="1323975"/>
                </a:lnTo>
                <a:close/>
                <a:moveTo>
                  <a:pt x="895350" y="1323975"/>
                </a:moveTo>
                <a:lnTo>
                  <a:pt x="914400" y="1323975"/>
                </a:lnTo>
                <a:lnTo>
                  <a:pt x="914400" y="1333500"/>
                </a:lnTo>
                <a:lnTo>
                  <a:pt x="904875" y="1333500"/>
                </a:lnTo>
                <a:lnTo>
                  <a:pt x="904875" y="1343025"/>
                </a:lnTo>
                <a:lnTo>
                  <a:pt x="885825" y="1343025"/>
                </a:lnTo>
                <a:lnTo>
                  <a:pt x="885825" y="1333500"/>
                </a:lnTo>
                <a:lnTo>
                  <a:pt x="895350" y="1333500"/>
                </a:lnTo>
                <a:close/>
                <a:moveTo>
                  <a:pt x="609600" y="1381125"/>
                </a:moveTo>
                <a:lnTo>
                  <a:pt x="657225" y="1381125"/>
                </a:lnTo>
                <a:lnTo>
                  <a:pt x="657225" y="1390650"/>
                </a:lnTo>
                <a:lnTo>
                  <a:pt x="666750" y="1390650"/>
                </a:lnTo>
                <a:lnTo>
                  <a:pt x="666750" y="1400175"/>
                </a:lnTo>
                <a:lnTo>
                  <a:pt x="657225" y="1400175"/>
                </a:lnTo>
                <a:lnTo>
                  <a:pt x="657225" y="1409700"/>
                </a:lnTo>
                <a:lnTo>
                  <a:pt x="647700" y="1409700"/>
                </a:lnTo>
                <a:lnTo>
                  <a:pt x="647700" y="1400175"/>
                </a:lnTo>
                <a:lnTo>
                  <a:pt x="638175" y="1400175"/>
                </a:lnTo>
                <a:lnTo>
                  <a:pt x="638175" y="1409700"/>
                </a:lnTo>
                <a:lnTo>
                  <a:pt x="628650" y="1409700"/>
                </a:lnTo>
                <a:lnTo>
                  <a:pt x="628650" y="1400175"/>
                </a:lnTo>
                <a:lnTo>
                  <a:pt x="609600" y="1400175"/>
                </a:lnTo>
                <a:close/>
                <a:moveTo>
                  <a:pt x="723900" y="1381125"/>
                </a:moveTo>
                <a:lnTo>
                  <a:pt x="752475" y="1381125"/>
                </a:lnTo>
                <a:lnTo>
                  <a:pt x="752475" y="1400175"/>
                </a:lnTo>
                <a:lnTo>
                  <a:pt x="762000" y="1400175"/>
                </a:lnTo>
                <a:lnTo>
                  <a:pt x="762000" y="1390650"/>
                </a:lnTo>
                <a:lnTo>
                  <a:pt x="771525" y="1390650"/>
                </a:lnTo>
                <a:lnTo>
                  <a:pt x="771525" y="1400175"/>
                </a:lnTo>
                <a:lnTo>
                  <a:pt x="762000" y="1400175"/>
                </a:lnTo>
                <a:lnTo>
                  <a:pt x="762000" y="1409700"/>
                </a:lnTo>
                <a:lnTo>
                  <a:pt x="752475" y="1409700"/>
                </a:lnTo>
                <a:lnTo>
                  <a:pt x="752475" y="1419225"/>
                </a:lnTo>
                <a:lnTo>
                  <a:pt x="714375" y="1419225"/>
                </a:lnTo>
                <a:lnTo>
                  <a:pt x="714375" y="1409700"/>
                </a:lnTo>
                <a:lnTo>
                  <a:pt x="704850" y="1409700"/>
                </a:lnTo>
                <a:lnTo>
                  <a:pt x="704850" y="1419225"/>
                </a:lnTo>
                <a:lnTo>
                  <a:pt x="695325" y="1419225"/>
                </a:lnTo>
                <a:lnTo>
                  <a:pt x="695325" y="1400175"/>
                </a:lnTo>
                <a:lnTo>
                  <a:pt x="714375" y="1400175"/>
                </a:lnTo>
                <a:lnTo>
                  <a:pt x="714375" y="1390650"/>
                </a:lnTo>
                <a:lnTo>
                  <a:pt x="723900" y="1390650"/>
                </a:lnTo>
                <a:close/>
                <a:moveTo>
                  <a:pt x="800100" y="1381125"/>
                </a:moveTo>
                <a:lnTo>
                  <a:pt x="847725" y="1381125"/>
                </a:lnTo>
                <a:lnTo>
                  <a:pt x="847725" y="1390650"/>
                </a:lnTo>
                <a:lnTo>
                  <a:pt x="857250" y="1390650"/>
                </a:lnTo>
                <a:lnTo>
                  <a:pt x="857250" y="1400175"/>
                </a:lnTo>
                <a:lnTo>
                  <a:pt x="847725" y="1400175"/>
                </a:lnTo>
                <a:lnTo>
                  <a:pt x="847725" y="1409700"/>
                </a:lnTo>
                <a:lnTo>
                  <a:pt x="819150" y="1409700"/>
                </a:lnTo>
                <a:lnTo>
                  <a:pt x="819150" y="1419225"/>
                </a:lnTo>
                <a:lnTo>
                  <a:pt x="809625" y="1419225"/>
                </a:lnTo>
                <a:lnTo>
                  <a:pt x="809625" y="1409700"/>
                </a:lnTo>
                <a:lnTo>
                  <a:pt x="800100" y="1409700"/>
                </a:lnTo>
                <a:close/>
                <a:moveTo>
                  <a:pt x="876300" y="1381125"/>
                </a:moveTo>
                <a:lnTo>
                  <a:pt x="904875" y="1381125"/>
                </a:lnTo>
                <a:lnTo>
                  <a:pt x="904875" y="1400175"/>
                </a:lnTo>
                <a:lnTo>
                  <a:pt x="876300" y="1400175"/>
                </a:lnTo>
                <a:close/>
                <a:moveTo>
                  <a:pt x="571500" y="1390650"/>
                </a:moveTo>
                <a:lnTo>
                  <a:pt x="600075" y="1390650"/>
                </a:lnTo>
                <a:lnTo>
                  <a:pt x="600075" y="1400175"/>
                </a:lnTo>
                <a:lnTo>
                  <a:pt x="571500" y="1400175"/>
                </a:lnTo>
                <a:close/>
                <a:moveTo>
                  <a:pt x="762000" y="1409700"/>
                </a:moveTo>
                <a:lnTo>
                  <a:pt x="771525" y="1409700"/>
                </a:lnTo>
                <a:lnTo>
                  <a:pt x="771525" y="1419225"/>
                </a:lnTo>
                <a:lnTo>
                  <a:pt x="762000" y="1419225"/>
                </a:lnTo>
                <a:close/>
                <a:moveTo>
                  <a:pt x="133350" y="1438275"/>
                </a:moveTo>
                <a:lnTo>
                  <a:pt x="142875" y="1438275"/>
                </a:lnTo>
                <a:lnTo>
                  <a:pt x="142875" y="1457325"/>
                </a:lnTo>
                <a:lnTo>
                  <a:pt x="123825" y="1457325"/>
                </a:lnTo>
                <a:lnTo>
                  <a:pt x="123825" y="1447800"/>
                </a:lnTo>
                <a:lnTo>
                  <a:pt x="133350" y="1447800"/>
                </a:lnTo>
                <a:close/>
                <a:moveTo>
                  <a:pt x="361950" y="1600200"/>
                </a:moveTo>
                <a:lnTo>
                  <a:pt x="390525" y="1600200"/>
                </a:lnTo>
                <a:lnTo>
                  <a:pt x="390525" y="1619250"/>
                </a:lnTo>
                <a:lnTo>
                  <a:pt x="419100" y="1619250"/>
                </a:lnTo>
                <a:lnTo>
                  <a:pt x="419100" y="1600200"/>
                </a:lnTo>
                <a:lnTo>
                  <a:pt x="428625" y="1600200"/>
                </a:lnTo>
                <a:lnTo>
                  <a:pt x="428625" y="1609725"/>
                </a:lnTo>
                <a:lnTo>
                  <a:pt x="466725" y="1609725"/>
                </a:lnTo>
                <a:lnTo>
                  <a:pt x="466725" y="1600200"/>
                </a:lnTo>
                <a:lnTo>
                  <a:pt x="485775" y="1600200"/>
                </a:lnTo>
                <a:lnTo>
                  <a:pt x="485775" y="1609725"/>
                </a:lnTo>
                <a:lnTo>
                  <a:pt x="495300" y="1609725"/>
                </a:lnTo>
                <a:lnTo>
                  <a:pt x="495300" y="1619250"/>
                </a:lnTo>
                <a:lnTo>
                  <a:pt x="504825" y="1619250"/>
                </a:lnTo>
                <a:lnTo>
                  <a:pt x="504825" y="1628775"/>
                </a:lnTo>
                <a:lnTo>
                  <a:pt x="514350" y="1628775"/>
                </a:lnTo>
                <a:lnTo>
                  <a:pt x="514350" y="1638300"/>
                </a:lnTo>
                <a:lnTo>
                  <a:pt x="504825" y="1638300"/>
                </a:lnTo>
                <a:lnTo>
                  <a:pt x="504825" y="1647825"/>
                </a:lnTo>
                <a:lnTo>
                  <a:pt x="485775" y="1647825"/>
                </a:lnTo>
                <a:lnTo>
                  <a:pt x="485775" y="1638300"/>
                </a:lnTo>
                <a:lnTo>
                  <a:pt x="447675" y="1638300"/>
                </a:lnTo>
                <a:lnTo>
                  <a:pt x="447675" y="1628775"/>
                </a:lnTo>
                <a:lnTo>
                  <a:pt x="400050" y="1628775"/>
                </a:lnTo>
                <a:lnTo>
                  <a:pt x="400050" y="1638300"/>
                </a:lnTo>
                <a:lnTo>
                  <a:pt x="390525" y="1638300"/>
                </a:lnTo>
                <a:lnTo>
                  <a:pt x="390525" y="1628775"/>
                </a:lnTo>
                <a:lnTo>
                  <a:pt x="381000" y="1628775"/>
                </a:lnTo>
                <a:lnTo>
                  <a:pt x="381000" y="1638300"/>
                </a:lnTo>
                <a:lnTo>
                  <a:pt x="371475" y="1638300"/>
                </a:lnTo>
                <a:lnTo>
                  <a:pt x="371475" y="1647825"/>
                </a:lnTo>
                <a:lnTo>
                  <a:pt x="361950" y="1647825"/>
                </a:lnTo>
                <a:lnTo>
                  <a:pt x="361950" y="1638300"/>
                </a:lnTo>
                <a:lnTo>
                  <a:pt x="352425" y="1638300"/>
                </a:lnTo>
                <a:lnTo>
                  <a:pt x="352425" y="1609725"/>
                </a:lnTo>
                <a:lnTo>
                  <a:pt x="361950" y="1609725"/>
                </a:lnTo>
                <a:close/>
                <a:moveTo>
                  <a:pt x="381000" y="1638300"/>
                </a:moveTo>
                <a:lnTo>
                  <a:pt x="390525" y="1638300"/>
                </a:lnTo>
                <a:lnTo>
                  <a:pt x="390525" y="1647825"/>
                </a:lnTo>
                <a:lnTo>
                  <a:pt x="381000" y="1647825"/>
                </a:lnTo>
                <a:close/>
              </a:path>
            </a:pathLst>
          </a:custGeom>
          <a:solidFill xmlns:a="http://schemas.openxmlformats.org/drawingml/2006/main">
            <a:srgbClr val="F3F2E5"/>
          </a:solidFill>
          <a:ln xmlns:a="http://schemas.openxmlformats.org/drawingml/2006/main" w="0">
            <a:noFill/>
          </a:ln>
        </p:spPr>
      </p:sp>
      <p:sp>
        <p:nvSpPr>
          <p:cNvPr id="99" name="appearance vector #f4f0e4">
            <a:extLst xmlns:a="http://schemas.openxmlformats.org/drawingml/2006/main">
              <a:ext uri="{FF2B5EF4-FFF2-40B4-BE49-F238E27FC236}">
                <a16:creationId xmlns:a16="http://schemas.microsoft.com/office/drawing/2014/main" id="{8A47B353-3201-44C3-957B-5805BA74EF3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343400" y="5114925"/>
            <a:ext cx="1943100" cy="1666875"/>
          </a:xfrm>
          <a:custGeom xmlns:a="http://schemas.openxmlformats.org/drawingml/2006/main">
            <a:pathLst>
              <a:path w="1943100" h="1666875">
                <a:moveTo>
                  <a:pt x="38100" y="19050"/>
                </a:moveTo>
                <a:lnTo>
                  <a:pt x="47625" y="19050"/>
                </a:lnTo>
                <a:lnTo>
                  <a:pt x="47625" y="28575"/>
                </a:lnTo>
                <a:lnTo>
                  <a:pt x="38100" y="28575"/>
                </a:lnTo>
                <a:close/>
                <a:moveTo>
                  <a:pt x="1895475" y="123825"/>
                </a:moveTo>
                <a:lnTo>
                  <a:pt x="1905000" y="123825"/>
                </a:lnTo>
                <a:lnTo>
                  <a:pt x="1905000" y="142875"/>
                </a:lnTo>
                <a:lnTo>
                  <a:pt x="1895475" y="142875"/>
                </a:lnTo>
                <a:close/>
                <a:moveTo>
                  <a:pt x="28575" y="171450"/>
                </a:moveTo>
                <a:lnTo>
                  <a:pt x="47625" y="171450"/>
                </a:lnTo>
                <a:lnTo>
                  <a:pt x="47625" y="190500"/>
                </a:lnTo>
                <a:lnTo>
                  <a:pt x="38100" y="190500"/>
                </a:lnTo>
                <a:lnTo>
                  <a:pt x="38100" y="180975"/>
                </a:lnTo>
                <a:lnTo>
                  <a:pt x="28575" y="180975"/>
                </a:lnTo>
                <a:close/>
                <a:moveTo>
                  <a:pt x="295275" y="266700"/>
                </a:moveTo>
                <a:lnTo>
                  <a:pt x="304800" y="266700"/>
                </a:lnTo>
                <a:lnTo>
                  <a:pt x="304800" y="276225"/>
                </a:lnTo>
                <a:lnTo>
                  <a:pt x="295275" y="276225"/>
                </a:lnTo>
                <a:close/>
                <a:moveTo>
                  <a:pt x="57150" y="381000"/>
                </a:moveTo>
                <a:lnTo>
                  <a:pt x="66675" y="381000"/>
                </a:lnTo>
                <a:lnTo>
                  <a:pt x="66675" y="400050"/>
                </a:lnTo>
                <a:lnTo>
                  <a:pt x="57150" y="400050"/>
                </a:lnTo>
                <a:close/>
                <a:moveTo>
                  <a:pt x="76200" y="390525"/>
                </a:moveTo>
                <a:lnTo>
                  <a:pt x="95250" y="390525"/>
                </a:lnTo>
                <a:lnTo>
                  <a:pt x="95250" y="428625"/>
                </a:lnTo>
                <a:lnTo>
                  <a:pt x="85725" y="428625"/>
                </a:lnTo>
                <a:lnTo>
                  <a:pt x="85725" y="438150"/>
                </a:lnTo>
                <a:lnTo>
                  <a:pt x="66675" y="438150"/>
                </a:lnTo>
                <a:lnTo>
                  <a:pt x="66675" y="419100"/>
                </a:lnTo>
                <a:lnTo>
                  <a:pt x="57150" y="419100"/>
                </a:lnTo>
                <a:lnTo>
                  <a:pt x="57150" y="409575"/>
                </a:lnTo>
                <a:lnTo>
                  <a:pt x="66675" y="409575"/>
                </a:lnTo>
                <a:lnTo>
                  <a:pt x="66675" y="400050"/>
                </a:lnTo>
                <a:lnTo>
                  <a:pt x="76200" y="400050"/>
                </a:lnTo>
                <a:close/>
                <a:moveTo>
                  <a:pt x="95250" y="428625"/>
                </a:moveTo>
                <a:lnTo>
                  <a:pt x="104775" y="428625"/>
                </a:lnTo>
                <a:lnTo>
                  <a:pt x="104775" y="438150"/>
                </a:lnTo>
                <a:lnTo>
                  <a:pt x="95250" y="438150"/>
                </a:lnTo>
                <a:close/>
                <a:moveTo>
                  <a:pt x="66675" y="447675"/>
                </a:moveTo>
                <a:lnTo>
                  <a:pt x="76200" y="447675"/>
                </a:lnTo>
                <a:lnTo>
                  <a:pt x="76200" y="466725"/>
                </a:lnTo>
                <a:lnTo>
                  <a:pt x="66675" y="466725"/>
                </a:lnTo>
                <a:lnTo>
                  <a:pt x="66675" y="485775"/>
                </a:lnTo>
                <a:lnTo>
                  <a:pt x="57150" y="485775"/>
                </a:lnTo>
                <a:lnTo>
                  <a:pt x="57150" y="457200"/>
                </a:lnTo>
                <a:lnTo>
                  <a:pt x="66675" y="457200"/>
                </a:lnTo>
                <a:close/>
                <a:moveTo>
                  <a:pt x="28575" y="495300"/>
                </a:moveTo>
                <a:lnTo>
                  <a:pt x="47625" y="495300"/>
                </a:lnTo>
                <a:lnTo>
                  <a:pt x="47625" y="504825"/>
                </a:lnTo>
                <a:lnTo>
                  <a:pt x="28575" y="504825"/>
                </a:lnTo>
                <a:close/>
                <a:moveTo>
                  <a:pt x="276225" y="533400"/>
                </a:moveTo>
                <a:lnTo>
                  <a:pt x="285750" y="533400"/>
                </a:lnTo>
                <a:lnTo>
                  <a:pt x="285750" y="552450"/>
                </a:lnTo>
                <a:lnTo>
                  <a:pt x="266700" y="552450"/>
                </a:lnTo>
                <a:lnTo>
                  <a:pt x="266700" y="542925"/>
                </a:lnTo>
                <a:lnTo>
                  <a:pt x="276225" y="542925"/>
                </a:lnTo>
                <a:close/>
                <a:moveTo>
                  <a:pt x="647700" y="542925"/>
                </a:moveTo>
                <a:lnTo>
                  <a:pt x="695325" y="542925"/>
                </a:lnTo>
                <a:lnTo>
                  <a:pt x="695325" y="552450"/>
                </a:lnTo>
                <a:lnTo>
                  <a:pt x="685800" y="552450"/>
                </a:lnTo>
                <a:lnTo>
                  <a:pt x="685800" y="571500"/>
                </a:lnTo>
                <a:lnTo>
                  <a:pt x="676275" y="571500"/>
                </a:lnTo>
                <a:lnTo>
                  <a:pt x="676275" y="581025"/>
                </a:lnTo>
                <a:lnTo>
                  <a:pt x="657225" y="581025"/>
                </a:lnTo>
                <a:lnTo>
                  <a:pt x="657225" y="571500"/>
                </a:lnTo>
                <a:lnTo>
                  <a:pt x="647700" y="571500"/>
                </a:lnTo>
                <a:lnTo>
                  <a:pt x="647700" y="561975"/>
                </a:lnTo>
                <a:lnTo>
                  <a:pt x="666750" y="561975"/>
                </a:lnTo>
                <a:lnTo>
                  <a:pt x="666750" y="552450"/>
                </a:lnTo>
                <a:lnTo>
                  <a:pt x="647700" y="552450"/>
                </a:lnTo>
                <a:close/>
                <a:moveTo>
                  <a:pt x="752475" y="542925"/>
                </a:moveTo>
                <a:lnTo>
                  <a:pt x="781050" y="542925"/>
                </a:lnTo>
                <a:lnTo>
                  <a:pt x="781050" y="552450"/>
                </a:lnTo>
                <a:lnTo>
                  <a:pt x="752475" y="552450"/>
                </a:lnTo>
                <a:close/>
                <a:moveTo>
                  <a:pt x="866775" y="542925"/>
                </a:moveTo>
                <a:lnTo>
                  <a:pt x="876300" y="542925"/>
                </a:lnTo>
                <a:lnTo>
                  <a:pt x="876300" y="552450"/>
                </a:lnTo>
                <a:lnTo>
                  <a:pt x="866775" y="552450"/>
                </a:lnTo>
                <a:close/>
                <a:moveTo>
                  <a:pt x="1085850" y="542925"/>
                </a:moveTo>
                <a:lnTo>
                  <a:pt x="1104900" y="542925"/>
                </a:lnTo>
                <a:lnTo>
                  <a:pt x="1104900" y="552450"/>
                </a:lnTo>
                <a:lnTo>
                  <a:pt x="1085850" y="552450"/>
                </a:lnTo>
                <a:close/>
                <a:moveTo>
                  <a:pt x="1314450" y="542925"/>
                </a:moveTo>
                <a:lnTo>
                  <a:pt x="1323975" y="542925"/>
                </a:lnTo>
                <a:lnTo>
                  <a:pt x="1323975" y="552450"/>
                </a:lnTo>
                <a:lnTo>
                  <a:pt x="1314450" y="552450"/>
                </a:lnTo>
                <a:close/>
                <a:moveTo>
                  <a:pt x="1381125" y="542925"/>
                </a:moveTo>
                <a:lnTo>
                  <a:pt x="1400175" y="542925"/>
                </a:lnTo>
                <a:lnTo>
                  <a:pt x="1400175" y="552450"/>
                </a:lnTo>
                <a:lnTo>
                  <a:pt x="1381125" y="552450"/>
                </a:lnTo>
                <a:close/>
                <a:moveTo>
                  <a:pt x="1476375" y="542925"/>
                </a:moveTo>
                <a:lnTo>
                  <a:pt x="1485900" y="542925"/>
                </a:lnTo>
                <a:lnTo>
                  <a:pt x="1485900" y="552450"/>
                </a:lnTo>
                <a:lnTo>
                  <a:pt x="1476375" y="552450"/>
                </a:lnTo>
                <a:close/>
                <a:moveTo>
                  <a:pt x="790575" y="571500"/>
                </a:moveTo>
                <a:lnTo>
                  <a:pt x="800100" y="571500"/>
                </a:lnTo>
                <a:lnTo>
                  <a:pt x="800100" y="581025"/>
                </a:lnTo>
                <a:lnTo>
                  <a:pt x="790575" y="581025"/>
                </a:lnTo>
                <a:close/>
                <a:moveTo>
                  <a:pt x="1704975" y="590550"/>
                </a:moveTo>
                <a:lnTo>
                  <a:pt x="1714500" y="590550"/>
                </a:lnTo>
                <a:lnTo>
                  <a:pt x="1714500" y="600075"/>
                </a:lnTo>
                <a:lnTo>
                  <a:pt x="1704975" y="600075"/>
                </a:lnTo>
                <a:close/>
                <a:moveTo>
                  <a:pt x="76200" y="609600"/>
                </a:moveTo>
                <a:lnTo>
                  <a:pt x="95250" y="609600"/>
                </a:lnTo>
                <a:lnTo>
                  <a:pt x="95250" y="647700"/>
                </a:lnTo>
                <a:lnTo>
                  <a:pt x="85725" y="647700"/>
                </a:lnTo>
                <a:lnTo>
                  <a:pt x="85725" y="657225"/>
                </a:lnTo>
                <a:lnTo>
                  <a:pt x="95250" y="657225"/>
                </a:lnTo>
                <a:lnTo>
                  <a:pt x="95250" y="676275"/>
                </a:lnTo>
                <a:lnTo>
                  <a:pt x="114300" y="676275"/>
                </a:lnTo>
                <a:lnTo>
                  <a:pt x="114300" y="666750"/>
                </a:lnTo>
                <a:lnTo>
                  <a:pt x="133350" y="666750"/>
                </a:lnTo>
                <a:lnTo>
                  <a:pt x="133350" y="695325"/>
                </a:lnTo>
                <a:lnTo>
                  <a:pt x="142875" y="695325"/>
                </a:lnTo>
                <a:lnTo>
                  <a:pt x="142875" y="704850"/>
                </a:lnTo>
                <a:lnTo>
                  <a:pt x="133350" y="704850"/>
                </a:lnTo>
                <a:lnTo>
                  <a:pt x="133350" y="723900"/>
                </a:lnTo>
                <a:lnTo>
                  <a:pt x="123825" y="723900"/>
                </a:lnTo>
                <a:lnTo>
                  <a:pt x="123825" y="733425"/>
                </a:lnTo>
                <a:lnTo>
                  <a:pt x="104775" y="733425"/>
                </a:lnTo>
                <a:lnTo>
                  <a:pt x="104775" y="742950"/>
                </a:lnTo>
                <a:lnTo>
                  <a:pt x="85725" y="742950"/>
                </a:lnTo>
                <a:lnTo>
                  <a:pt x="85725" y="752475"/>
                </a:lnTo>
                <a:lnTo>
                  <a:pt x="76200" y="752475"/>
                </a:lnTo>
                <a:lnTo>
                  <a:pt x="76200" y="723900"/>
                </a:lnTo>
                <a:lnTo>
                  <a:pt x="85725" y="723900"/>
                </a:lnTo>
                <a:lnTo>
                  <a:pt x="85725" y="704850"/>
                </a:lnTo>
                <a:lnTo>
                  <a:pt x="76200" y="704850"/>
                </a:lnTo>
                <a:lnTo>
                  <a:pt x="76200" y="695325"/>
                </a:lnTo>
                <a:lnTo>
                  <a:pt x="66675" y="695325"/>
                </a:lnTo>
                <a:lnTo>
                  <a:pt x="66675" y="685800"/>
                </a:lnTo>
                <a:lnTo>
                  <a:pt x="57150" y="685800"/>
                </a:lnTo>
                <a:lnTo>
                  <a:pt x="57150" y="666750"/>
                </a:lnTo>
                <a:lnTo>
                  <a:pt x="76200" y="666750"/>
                </a:lnTo>
                <a:lnTo>
                  <a:pt x="76200" y="647700"/>
                </a:lnTo>
                <a:lnTo>
                  <a:pt x="47625" y="647700"/>
                </a:lnTo>
                <a:lnTo>
                  <a:pt x="47625" y="619125"/>
                </a:lnTo>
                <a:lnTo>
                  <a:pt x="57150" y="619125"/>
                </a:lnTo>
                <a:lnTo>
                  <a:pt x="57150" y="628650"/>
                </a:lnTo>
                <a:lnTo>
                  <a:pt x="66675" y="628650"/>
                </a:lnTo>
                <a:lnTo>
                  <a:pt x="66675" y="619125"/>
                </a:lnTo>
                <a:lnTo>
                  <a:pt x="76200" y="619125"/>
                </a:lnTo>
                <a:close/>
                <a:moveTo>
                  <a:pt x="1562100" y="628650"/>
                </a:moveTo>
                <a:lnTo>
                  <a:pt x="1571625" y="628650"/>
                </a:lnTo>
                <a:lnTo>
                  <a:pt x="1571625" y="638175"/>
                </a:lnTo>
                <a:lnTo>
                  <a:pt x="1562100" y="638175"/>
                </a:lnTo>
                <a:close/>
                <a:moveTo>
                  <a:pt x="1581150" y="628650"/>
                </a:moveTo>
                <a:lnTo>
                  <a:pt x="1590675" y="628650"/>
                </a:lnTo>
                <a:lnTo>
                  <a:pt x="1590675" y="638175"/>
                </a:lnTo>
                <a:lnTo>
                  <a:pt x="1581150" y="638175"/>
                </a:lnTo>
                <a:close/>
                <a:moveTo>
                  <a:pt x="1400175" y="638175"/>
                </a:moveTo>
                <a:lnTo>
                  <a:pt x="1428750" y="638175"/>
                </a:lnTo>
                <a:lnTo>
                  <a:pt x="1428750" y="647700"/>
                </a:lnTo>
                <a:lnTo>
                  <a:pt x="1400175" y="647700"/>
                </a:lnTo>
                <a:close/>
                <a:moveTo>
                  <a:pt x="104775" y="647700"/>
                </a:moveTo>
                <a:lnTo>
                  <a:pt x="114300" y="647700"/>
                </a:lnTo>
                <a:lnTo>
                  <a:pt x="114300" y="657225"/>
                </a:lnTo>
                <a:lnTo>
                  <a:pt x="104775" y="657225"/>
                </a:lnTo>
                <a:close/>
                <a:moveTo>
                  <a:pt x="1685925" y="657225"/>
                </a:moveTo>
                <a:lnTo>
                  <a:pt x="1695450" y="657225"/>
                </a:lnTo>
                <a:lnTo>
                  <a:pt x="1695450" y="666750"/>
                </a:lnTo>
                <a:lnTo>
                  <a:pt x="1685925" y="666750"/>
                </a:lnTo>
                <a:close/>
                <a:moveTo>
                  <a:pt x="28575" y="666750"/>
                </a:moveTo>
                <a:lnTo>
                  <a:pt x="38100" y="666750"/>
                </a:lnTo>
                <a:lnTo>
                  <a:pt x="38100" y="676275"/>
                </a:lnTo>
                <a:lnTo>
                  <a:pt x="28575" y="676275"/>
                </a:lnTo>
                <a:close/>
                <a:moveTo>
                  <a:pt x="1666875" y="695325"/>
                </a:moveTo>
                <a:lnTo>
                  <a:pt x="1676400" y="695325"/>
                </a:lnTo>
                <a:lnTo>
                  <a:pt x="1676400" y="704850"/>
                </a:lnTo>
                <a:lnTo>
                  <a:pt x="1666875" y="704850"/>
                </a:lnTo>
                <a:close/>
                <a:moveTo>
                  <a:pt x="95250" y="704850"/>
                </a:moveTo>
                <a:lnTo>
                  <a:pt x="104775" y="704850"/>
                </a:lnTo>
                <a:lnTo>
                  <a:pt x="104775" y="695325"/>
                </a:lnTo>
                <a:lnTo>
                  <a:pt x="95250" y="695325"/>
                </a:lnTo>
                <a:close/>
                <a:moveTo>
                  <a:pt x="142875" y="704850"/>
                </a:moveTo>
                <a:lnTo>
                  <a:pt x="152400" y="704850"/>
                </a:lnTo>
                <a:lnTo>
                  <a:pt x="152400" y="714375"/>
                </a:lnTo>
                <a:lnTo>
                  <a:pt x="142875" y="714375"/>
                </a:lnTo>
                <a:close/>
                <a:moveTo>
                  <a:pt x="114300" y="714375"/>
                </a:moveTo>
                <a:lnTo>
                  <a:pt x="123825" y="714375"/>
                </a:lnTo>
                <a:lnTo>
                  <a:pt x="123825" y="695325"/>
                </a:lnTo>
                <a:lnTo>
                  <a:pt x="114300" y="695325"/>
                </a:lnTo>
                <a:close/>
                <a:moveTo>
                  <a:pt x="561975" y="723900"/>
                </a:moveTo>
                <a:lnTo>
                  <a:pt x="571500" y="723900"/>
                </a:lnTo>
                <a:lnTo>
                  <a:pt x="571500" y="742950"/>
                </a:lnTo>
                <a:lnTo>
                  <a:pt x="542925" y="742950"/>
                </a:lnTo>
                <a:lnTo>
                  <a:pt x="542925" y="733425"/>
                </a:lnTo>
                <a:lnTo>
                  <a:pt x="561975" y="733425"/>
                </a:lnTo>
                <a:close/>
                <a:moveTo>
                  <a:pt x="609600" y="723900"/>
                </a:moveTo>
                <a:lnTo>
                  <a:pt x="628650" y="723900"/>
                </a:lnTo>
                <a:lnTo>
                  <a:pt x="628650" y="733425"/>
                </a:lnTo>
                <a:lnTo>
                  <a:pt x="609600" y="733425"/>
                </a:lnTo>
                <a:close/>
                <a:moveTo>
                  <a:pt x="409575" y="733425"/>
                </a:moveTo>
                <a:lnTo>
                  <a:pt x="419100" y="733425"/>
                </a:lnTo>
                <a:lnTo>
                  <a:pt x="419100" y="742950"/>
                </a:lnTo>
                <a:lnTo>
                  <a:pt x="409575" y="742950"/>
                </a:lnTo>
                <a:close/>
                <a:moveTo>
                  <a:pt x="619125" y="742950"/>
                </a:moveTo>
                <a:lnTo>
                  <a:pt x="638175" y="742950"/>
                </a:lnTo>
                <a:lnTo>
                  <a:pt x="638175" y="752475"/>
                </a:lnTo>
                <a:lnTo>
                  <a:pt x="647700" y="752475"/>
                </a:lnTo>
                <a:lnTo>
                  <a:pt x="647700" y="762000"/>
                </a:lnTo>
                <a:lnTo>
                  <a:pt x="657225" y="762000"/>
                </a:lnTo>
                <a:lnTo>
                  <a:pt x="657225" y="771525"/>
                </a:lnTo>
                <a:lnTo>
                  <a:pt x="647700" y="771525"/>
                </a:lnTo>
                <a:lnTo>
                  <a:pt x="647700" y="790575"/>
                </a:lnTo>
                <a:lnTo>
                  <a:pt x="638175" y="790575"/>
                </a:lnTo>
                <a:lnTo>
                  <a:pt x="638175" y="809625"/>
                </a:lnTo>
                <a:lnTo>
                  <a:pt x="619125" y="809625"/>
                </a:lnTo>
                <a:lnTo>
                  <a:pt x="619125" y="781050"/>
                </a:lnTo>
                <a:lnTo>
                  <a:pt x="609600" y="781050"/>
                </a:lnTo>
                <a:lnTo>
                  <a:pt x="609600" y="771525"/>
                </a:lnTo>
                <a:lnTo>
                  <a:pt x="600075" y="771525"/>
                </a:lnTo>
                <a:lnTo>
                  <a:pt x="600075" y="752475"/>
                </a:lnTo>
                <a:lnTo>
                  <a:pt x="619125" y="752475"/>
                </a:lnTo>
                <a:close/>
                <a:moveTo>
                  <a:pt x="66675" y="752475"/>
                </a:moveTo>
                <a:lnTo>
                  <a:pt x="76200" y="752475"/>
                </a:lnTo>
                <a:lnTo>
                  <a:pt x="76200" y="762000"/>
                </a:lnTo>
                <a:lnTo>
                  <a:pt x="66675" y="762000"/>
                </a:lnTo>
                <a:close/>
                <a:moveTo>
                  <a:pt x="390525" y="752475"/>
                </a:moveTo>
                <a:lnTo>
                  <a:pt x="409575" y="752475"/>
                </a:lnTo>
                <a:lnTo>
                  <a:pt x="409575" y="762000"/>
                </a:lnTo>
                <a:lnTo>
                  <a:pt x="390525" y="762000"/>
                </a:lnTo>
                <a:close/>
                <a:moveTo>
                  <a:pt x="381000" y="762000"/>
                </a:moveTo>
                <a:lnTo>
                  <a:pt x="390525" y="762000"/>
                </a:lnTo>
                <a:lnTo>
                  <a:pt x="390525" y="771525"/>
                </a:lnTo>
                <a:lnTo>
                  <a:pt x="381000" y="771525"/>
                </a:lnTo>
                <a:close/>
                <a:moveTo>
                  <a:pt x="1352550" y="762000"/>
                </a:moveTo>
                <a:lnTo>
                  <a:pt x="1362075" y="762000"/>
                </a:lnTo>
                <a:lnTo>
                  <a:pt x="1362075" y="771525"/>
                </a:lnTo>
                <a:lnTo>
                  <a:pt x="1371600" y="771525"/>
                </a:lnTo>
                <a:lnTo>
                  <a:pt x="1371600" y="781050"/>
                </a:lnTo>
                <a:lnTo>
                  <a:pt x="1352550" y="781050"/>
                </a:lnTo>
                <a:close/>
                <a:moveTo>
                  <a:pt x="57150" y="771525"/>
                </a:moveTo>
                <a:lnTo>
                  <a:pt x="66675" y="771525"/>
                </a:lnTo>
                <a:lnTo>
                  <a:pt x="66675" y="781050"/>
                </a:lnTo>
                <a:lnTo>
                  <a:pt x="57150" y="781050"/>
                </a:lnTo>
                <a:close/>
                <a:moveTo>
                  <a:pt x="47625" y="781050"/>
                </a:moveTo>
                <a:lnTo>
                  <a:pt x="57150" y="781050"/>
                </a:lnTo>
                <a:lnTo>
                  <a:pt x="57150" y="790575"/>
                </a:lnTo>
                <a:lnTo>
                  <a:pt x="47625" y="790575"/>
                </a:lnTo>
                <a:close/>
                <a:moveTo>
                  <a:pt x="666750" y="781050"/>
                </a:moveTo>
                <a:lnTo>
                  <a:pt x="676275" y="781050"/>
                </a:lnTo>
                <a:lnTo>
                  <a:pt x="676275" y="790575"/>
                </a:lnTo>
                <a:lnTo>
                  <a:pt x="666750" y="790575"/>
                </a:lnTo>
                <a:close/>
                <a:moveTo>
                  <a:pt x="38100" y="790575"/>
                </a:moveTo>
                <a:lnTo>
                  <a:pt x="47625" y="790575"/>
                </a:lnTo>
                <a:lnTo>
                  <a:pt x="47625" y="800100"/>
                </a:lnTo>
                <a:lnTo>
                  <a:pt x="38100" y="800100"/>
                </a:lnTo>
                <a:close/>
                <a:moveTo>
                  <a:pt x="390525" y="800100"/>
                </a:moveTo>
                <a:lnTo>
                  <a:pt x="409575" y="800100"/>
                </a:lnTo>
                <a:lnTo>
                  <a:pt x="409575" y="809625"/>
                </a:lnTo>
                <a:lnTo>
                  <a:pt x="390525" y="809625"/>
                </a:lnTo>
                <a:close/>
                <a:moveTo>
                  <a:pt x="409575" y="809625"/>
                </a:moveTo>
                <a:lnTo>
                  <a:pt x="419100" y="809625"/>
                </a:lnTo>
                <a:lnTo>
                  <a:pt x="419100" y="819150"/>
                </a:lnTo>
                <a:lnTo>
                  <a:pt x="409575" y="819150"/>
                </a:lnTo>
                <a:close/>
                <a:moveTo>
                  <a:pt x="571500" y="809625"/>
                </a:moveTo>
                <a:lnTo>
                  <a:pt x="600075" y="809625"/>
                </a:lnTo>
                <a:lnTo>
                  <a:pt x="600075" y="819150"/>
                </a:lnTo>
                <a:lnTo>
                  <a:pt x="609600" y="819150"/>
                </a:lnTo>
                <a:lnTo>
                  <a:pt x="609600" y="828675"/>
                </a:lnTo>
                <a:lnTo>
                  <a:pt x="581025" y="828675"/>
                </a:lnTo>
                <a:lnTo>
                  <a:pt x="581025" y="819150"/>
                </a:lnTo>
                <a:lnTo>
                  <a:pt x="571500" y="819150"/>
                </a:lnTo>
                <a:close/>
                <a:moveTo>
                  <a:pt x="447675" y="819150"/>
                </a:moveTo>
                <a:lnTo>
                  <a:pt x="457200" y="819150"/>
                </a:lnTo>
                <a:lnTo>
                  <a:pt x="457200" y="838200"/>
                </a:lnTo>
                <a:lnTo>
                  <a:pt x="466725" y="838200"/>
                </a:lnTo>
                <a:lnTo>
                  <a:pt x="466725" y="847725"/>
                </a:lnTo>
                <a:lnTo>
                  <a:pt x="485775" y="847725"/>
                </a:lnTo>
                <a:lnTo>
                  <a:pt x="485775" y="857250"/>
                </a:lnTo>
                <a:lnTo>
                  <a:pt x="476250" y="857250"/>
                </a:lnTo>
                <a:lnTo>
                  <a:pt x="476250" y="866775"/>
                </a:lnTo>
                <a:lnTo>
                  <a:pt x="457200" y="866775"/>
                </a:lnTo>
                <a:lnTo>
                  <a:pt x="457200" y="847725"/>
                </a:lnTo>
                <a:lnTo>
                  <a:pt x="447675" y="847725"/>
                </a:lnTo>
                <a:close/>
                <a:moveTo>
                  <a:pt x="561975" y="819150"/>
                </a:moveTo>
                <a:lnTo>
                  <a:pt x="571500" y="819150"/>
                </a:lnTo>
                <a:lnTo>
                  <a:pt x="571500" y="838200"/>
                </a:lnTo>
                <a:lnTo>
                  <a:pt x="561975" y="838200"/>
                </a:lnTo>
                <a:lnTo>
                  <a:pt x="561975" y="847725"/>
                </a:lnTo>
                <a:lnTo>
                  <a:pt x="552450" y="847725"/>
                </a:lnTo>
                <a:lnTo>
                  <a:pt x="552450" y="828675"/>
                </a:lnTo>
                <a:lnTo>
                  <a:pt x="561975" y="828675"/>
                </a:lnTo>
                <a:close/>
                <a:moveTo>
                  <a:pt x="342900" y="828675"/>
                </a:moveTo>
                <a:lnTo>
                  <a:pt x="361950" y="828675"/>
                </a:lnTo>
                <a:lnTo>
                  <a:pt x="361950" y="838200"/>
                </a:lnTo>
                <a:lnTo>
                  <a:pt x="342900" y="838200"/>
                </a:lnTo>
                <a:close/>
                <a:moveTo>
                  <a:pt x="361950" y="866775"/>
                </a:moveTo>
                <a:lnTo>
                  <a:pt x="371475" y="866775"/>
                </a:lnTo>
                <a:lnTo>
                  <a:pt x="371475" y="876300"/>
                </a:lnTo>
                <a:lnTo>
                  <a:pt x="381000" y="876300"/>
                </a:lnTo>
                <a:lnTo>
                  <a:pt x="381000" y="885825"/>
                </a:lnTo>
                <a:lnTo>
                  <a:pt x="400050" y="885825"/>
                </a:lnTo>
                <a:lnTo>
                  <a:pt x="400050" y="895350"/>
                </a:lnTo>
                <a:lnTo>
                  <a:pt x="409575" y="895350"/>
                </a:lnTo>
                <a:lnTo>
                  <a:pt x="409575" y="904875"/>
                </a:lnTo>
                <a:lnTo>
                  <a:pt x="400050" y="904875"/>
                </a:lnTo>
                <a:lnTo>
                  <a:pt x="400050" y="914400"/>
                </a:lnTo>
                <a:lnTo>
                  <a:pt x="390525" y="914400"/>
                </a:lnTo>
                <a:lnTo>
                  <a:pt x="390525" y="904875"/>
                </a:lnTo>
                <a:lnTo>
                  <a:pt x="381000" y="904875"/>
                </a:lnTo>
                <a:lnTo>
                  <a:pt x="381000" y="914400"/>
                </a:lnTo>
                <a:lnTo>
                  <a:pt x="390525" y="914400"/>
                </a:lnTo>
                <a:lnTo>
                  <a:pt x="390525" y="923925"/>
                </a:lnTo>
                <a:lnTo>
                  <a:pt x="381000" y="923925"/>
                </a:lnTo>
                <a:lnTo>
                  <a:pt x="381000" y="933450"/>
                </a:lnTo>
                <a:lnTo>
                  <a:pt x="371475" y="933450"/>
                </a:lnTo>
                <a:lnTo>
                  <a:pt x="371475" y="914400"/>
                </a:lnTo>
                <a:lnTo>
                  <a:pt x="352425" y="914400"/>
                </a:lnTo>
                <a:lnTo>
                  <a:pt x="352425" y="895350"/>
                </a:lnTo>
                <a:lnTo>
                  <a:pt x="361950" y="895350"/>
                </a:lnTo>
                <a:close/>
                <a:moveTo>
                  <a:pt x="342900" y="876300"/>
                </a:moveTo>
                <a:lnTo>
                  <a:pt x="352425" y="876300"/>
                </a:lnTo>
                <a:lnTo>
                  <a:pt x="352425" y="885825"/>
                </a:lnTo>
                <a:lnTo>
                  <a:pt x="342900" y="885825"/>
                </a:lnTo>
                <a:close/>
                <a:moveTo>
                  <a:pt x="1152525" y="876300"/>
                </a:moveTo>
                <a:lnTo>
                  <a:pt x="1162050" y="876300"/>
                </a:lnTo>
                <a:lnTo>
                  <a:pt x="1162050" y="885825"/>
                </a:lnTo>
                <a:lnTo>
                  <a:pt x="1152525" y="885825"/>
                </a:lnTo>
                <a:close/>
                <a:moveTo>
                  <a:pt x="1219200" y="876300"/>
                </a:moveTo>
                <a:lnTo>
                  <a:pt x="1247775" y="876300"/>
                </a:lnTo>
                <a:lnTo>
                  <a:pt x="1247775" y="885825"/>
                </a:lnTo>
                <a:lnTo>
                  <a:pt x="1219200" y="885825"/>
                </a:lnTo>
                <a:close/>
                <a:moveTo>
                  <a:pt x="1276350" y="885825"/>
                </a:moveTo>
                <a:lnTo>
                  <a:pt x="1295400" y="885825"/>
                </a:lnTo>
                <a:lnTo>
                  <a:pt x="1295400" y="895350"/>
                </a:lnTo>
                <a:lnTo>
                  <a:pt x="1276350" y="895350"/>
                </a:lnTo>
                <a:close/>
                <a:moveTo>
                  <a:pt x="390525" y="923925"/>
                </a:moveTo>
                <a:lnTo>
                  <a:pt x="400050" y="923925"/>
                </a:lnTo>
                <a:lnTo>
                  <a:pt x="400050" y="933450"/>
                </a:lnTo>
                <a:lnTo>
                  <a:pt x="390525" y="933450"/>
                </a:lnTo>
                <a:close/>
                <a:moveTo>
                  <a:pt x="971550" y="923925"/>
                </a:moveTo>
                <a:lnTo>
                  <a:pt x="981075" y="923925"/>
                </a:lnTo>
                <a:lnTo>
                  <a:pt x="981075" y="942975"/>
                </a:lnTo>
                <a:lnTo>
                  <a:pt x="962025" y="942975"/>
                </a:lnTo>
                <a:lnTo>
                  <a:pt x="962025" y="933450"/>
                </a:lnTo>
                <a:lnTo>
                  <a:pt x="971550" y="933450"/>
                </a:lnTo>
                <a:close/>
                <a:moveTo>
                  <a:pt x="66675" y="933450"/>
                </a:moveTo>
                <a:lnTo>
                  <a:pt x="76200" y="933450"/>
                </a:lnTo>
                <a:lnTo>
                  <a:pt x="76200" y="942975"/>
                </a:lnTo>
                <a:lnTo>
                  <a:pt x="85725" y="942975"/>
                </a:lnTo>
                <a:lnTo>
                  <a:pt x="85725" y="962025"/>
                </a:lnTo>
                <a:lnTo>
                  <a:pt x="66675" y="962025"/>
                </a:lnTo>
                <a:lnTo>
                  <a:pt x="66675" y="952500"/>
                </a:lnTo>
                <a:lnTo>
                  <a:pt x="57150" y="952500"/>
                </a:lnTo>
                <a:lnTo>
                  <a:pt x="57150" y="942975"/>
                </a:lnTo>
                <a:lnTo>
                  <a:pt x="66675" y="942975"/>
                </a:lnTo>
                <a:close/>
                <a:moveTo>
                  <a:pt x="933450" y="942975"/>
                </a:moveTo>
                <a:lnTo>
                  <a:pt x="942975" y="942975"/>
                </a:lnTo>
                <a:lnTo>
                  <a:pt x="942975" y="952500"/>
                </a:lnTo>
                <a:lnTo>
                  <a:pt x="933450" y="952500"/>
                </a:lnTo>
                <a:close/>
                <a:moveTo>
                  <a:pt x="1314450" y="942975"/>
                </a:moveTo>
                <a:lnTo>
                  <a:pt x="1333500" y="942975"/>
                </a:lnTo>
                <a:lnTo>
                  <a:pt x="1333500" y="952500"/>
                </a:lnTo>
                <a:lnTo>
                  <a:pt x="1381125" y="952500"/>
                </a:lnTo>
                <a:lnTo>
                  <a:pt x="1381125" y="962025"/>
                </a:lnTo>
                <a:lnTo>
                  <a:pt x="1371600" y="962025"/>
                </a:lnTo>
                <a:lnTo>
                  <a:pt x="1371600" y="971550"/>
                </a:lnTo>
                <a:lnTo>
                  <a:pt x="1362075" y="971550"/>
                </a:lnTo>
                <a:lnTo>
                  <a:pt x="1362075" y="981075"/>
                </a:lnTo>
                <a:lnTo>
                  <a:pt x="1352550" y="981075"/>
                </a:lnTo>
                <a:lnTo>
                  <a:pt x="1352550" y="971550"/>
                </a:lnTo>
                <a:lnTo>
                  <a:pt x="1333500" y="971550"/>
                </a:lnTo>
                <a:lnTo>
                  <a:pt x="1333500" y="962025"/>
                </a:lnTo>
                <a:lnTo>
                  <a:pt x="1314450" y="962025"/>
                </a:lnTo>
                <a:close/>
                <a:moveTo>
                  <a:pt x="1428750" y="942975"/>
                </a:moveTo>
                <a:lnTo>
                  <a:pt x="1438275" y="942975"/>
                </a:lnTo>
                <a:lnTo>
                  <a:pt x="1438275" y="952500"/>
                </a:lnTo>
                <a:lnTo>
                  <a:pt x="1485900" y="952500"/>
                </a:lnTo>
                <a:lnTo>
                  <a:pt x="1485900" y="962025"/>
                </a:lnTo>
                <a:lnTo>
                  <a:pt x="1428750" y="962025"/>
                </a:lnTo>
                <a:close/>
                <a:moveTo>
                  <a:pt x="752475" y="952500"/>
                </a:moveTo>
                <a:lnTo>
                  <a:pt x="762000" y="952500"/>
                </a:lnTo>
                <a:lnTo>
                  <a:pt x="762000" y="962025"/>
                </a:lnTo>
                <a:lnTo>
                  <a:pt x="752475" y="962025"/>
                </a:lnTo>
                <a:close/>
                <a:moveTo>
                  <a:pt x="838200" y="952500"/>
                </a:moveTo>
                <a:lnTo>
                  <a:pt x="847725" y="952500"/>
                </a:lnTo>
                <a:lnTo>
                  <a:pt x="847725" y="962025"/>
                </a:lnTo>
                <a:lnTo>
                  <a:pt x="838200" y="962025"/>
                </a:lnTo>
                <a:close/>
                <a:moveTo>
                  <a:pt x="885825" y="952500"/>
                </a:moveTo>
                <a:lnTo>
                  <a:pt x="895350" y="952500"/>
                </a:lnTo>
                <a:lnTo>
                  <a:pt x="895350" y="962025"/>
                </a:lnTo>
                <a:lnTo>
                  <a:pt x="885825" y="962025"/>
                </a:lnTo>
                <a:close/>
                <a:moveTo>
                  <a:pt x="1228725" y="952500"/>
                </a:moveTo>
                <a:lnTo>
                  <a:pt x="1266825" y="952500"/>
                </a:lnTo>
                <a:lnTo>
                  <a:pt x="1266825" y="962025"/>
                </a:lnTo>
                <a:lnTo>
                  <a:pt x="1228725" y="962025"/>
                </a:lnTo>
                <a:close/>
                <a:moveTo>
                  <a:pt x="85725" y="962025"/>
                </a:moveTo>
                <a:lnTo>
                  <a:pt x="95250" y="962025"/>
                </a:lnTo>
                <a:lnTo>
                  <a:pt x="95250" y="971550"/>
                </a:lnTo>
                <a:lnTo>
                  <a:pt x="104775" y="971550"/>
                </a:lnTo>
                <a:lnTo>
                  <a:pt x="104775" y="1009650"/>
                </a:lnTo>
                <a:lnTo>
                  <a:pt x="114300" y="1009650"/>
                </a:lnTo>
                <a:lnTo>
                  <a:pt x="114300" y="1019175"/>
                </a:lnTo>
                <a:lnTo>
                  <a:pt x="123825" y="1019175"/>
                </a:lnTo>
                <a:lnTo>
                  <a:pt x="123825" y="1028700"/>
                </a:lnTo>
                <a:lnTo>
                  <a:pt x="114300" y="1028700"/>
                </a:lnTo>
                <a:lnTo>
                  <a:pt x="114300" y="1038225"/>
                </a:lnTo>
                <a:lnTo>
                  <a:pt x="95250" y="1038225"/>
                </a:lnTo>
                <a:lnTo>
                  <a:pt x="95250" y="1047750"/>
                </a:lnTo>
                <a:lnTo>
                  <a:pt x="66675" y="1047750"/>
                </a:lnTo>
                <a:lnTo>
                  <a:pt x="66675" y="1057275"/>
                </a:lnTo>
                <a:lnTo>
                  <a:pt x="57150" y="1057275"/>
                </a:lnTo>
                <a:lnTo>
                  <a:pt x="57150" y="1047750"/>
                </a:lnTo>
                <a:lnTo>
                  <a:pt x="47625" y="1047750"/>
                </a:lnTo>
                <a:lnTo>
                  <a:pt x="47625" y="1038225"/>
                </a:lnTo>
                <a:lnTo>
                  <a:pt x="76200" y="1038225"/>
                </a:lnTo>
                <a:lnTo>
                  <a:pt x="76200" y="1028700"/>
                </a:lnTo>
                <a:lnTo>
                  <a:pt x="95250" y="1028700"/>
                </a:lnTo>
                <a:lnTo>
                  <a:pt x="95250" y="1000125"/>
                </a:lnTo>
                <a:lnTo>
                  <a:pt x="76200" y="1000125"/>
                </a:lnTo>
                <a:lnTo>
                  <a:pt x="76200" y="990600"/>
                </a:lnTo>
                <a:lnTo>
                  <a:pt x="85725" y="990600"/>
                </a:lnTo>
                <a:close/>
                <a:moveTo>
                  <a:pt x="790575" y="962025"/>
                </a:moveTo>
                <a:lnTo>
                  <a:pt x="800100" y="962025"/>
                </a:lnTo>
                <a:lnTo>
                  <a:pt x="800100" y="981075"/>
                </a:lnTo>
                <a:lnTo>
                  <a:pt x="790575" y="981075"/>
                </a:lnTo>
                <a:close/>
                <a:moveTo>
                  <a:pt x="1466850" y="971550"/>
                </a:moveTo>
                <a:lnTo>
                  <a:pt x="1476375" y="971550"/>
                </a:lnTo>
                <a:lnTo>
                  <a:pt x="1476375" y="981075"/>
                </a:lnTo>
                <a:lnTo>
                  <a:pt x="1466850" y="981075"/>
                </a:lnTo>
                <a:close/>
                <a:moveTo>
                  <a:pt x="133350" y="981075"/>
                </a:moveTo>
                <a:lnTo>
                  <a:pt x="152400" y="981075"/>
                </a:lnTo>
                <a:lnTo>
                  <a:pt x="152400" y="1000125"/>
                </a:lnTo>
                <a:lnTo>
                  <a:pt x="161925" y="1000125"/>
                </a:lnTo>
                <a:lnTo>
                  <a:pt x="161925" y="990600"/>
                </a:lnTo>
                <a:lnTo>
                  <a:pt x="180975" y="990600"/>
                </a:lnTo>
                <a:lnTo>
                  <a:pt x="180975" y="1009650"/>
                </a:lnTo>
                <a:lnTo>
                  <a:pt x="190500" y="1009650"/>
                </a:lnTo>
                <a:lnTo>
                  <a:pt x="190500" y="1028700"/>
                </a:lnTo>
                <a:lnTo>
                  <a:pt x="142875" y="1028700"/>
                </a:lnTo>
                <a:lnTo>
                  <a:pt x="142875" y="990600"/>
                </a:lnTo>
                <a:lnTo>
                  <a:pt x="133350" y="990600"/>
                </a:lnTo>
                <a:close/>
                <a:moveTo>
                  <a:pt x="819150" y="981075"/>
                </a:moveTo>
                <a:lnTo>
                  <a:pt x="838200" y="981075"/>
                </a:lnTo>
                <a:lnTo>
                  <a:pt x="838200" y="990600"/>
                </a:lnTo>
                <a:lnTo>
                  <a:pt x="828675" y="990600"/>
                </a:lnTo>
                <a:lnTo>
                  <a:pt x="828675" y="1000125"/>
                </a:lnTo>
                <a:lnTo>
                  <a:pt x="819150" y="1000125"/>
                </a:lnTo>
                <a:close/>
                <a:moveTo>
                  <a:pt x="1438275" y="981075"/>
                </a:moveTo>
                <a:lnTo>
                  <a:pt x="1447800" y="981075"/>
                </a:lnTo>
                <a:lnTo>
                  <a:pt x="1447800" y="990600"/>
                </a:lnTo>
                <a:lnTo>
                  <a:pt x="1438275" y="990600"/>
                </a:lnTo>
                <a:close/>
                <a:moveTo>
                  <a:pt x="1504950" y="981075"/>
                </a:moveTo>
                <a:lnTo>
                  <a:pt x="1514475" y="981075"/>
                </a:lnTo>
                <a:lnTo>
                  <a:pt x="1514475" y="990600"/>
                </a:lnTo>
                <a:lnTo>
                  <a:pt x="1504950" y="990600"/>
                </a:lnTo>
                <a:close/>
                <a:moveTo>
                  <a:pt x="1447800" y="990600"/>
                </a:moveTo>
                <a:lnTo>
                  <a:pt x="1485900" y="990600"/>
                </a:lnTo>
                <a:lnTo>
                  <a:pt x="1485900" y="1000125"/>
                </a:lnTo>
                <a:lnTo>
                  <a:pt x="1447800" y="1000125"/>
                </a:lnTo>
                <a:close/>
                <a:moveTo>
                  <a:pt x="295275" y="1009650"/>
                </a:moveTo>
                <a:lnTo>
                  <a:pt x="304800" y="1009650"/>
                </a:lnTo>
                <a:lnTo>
                  <a:pt x="304800" y="1019175"/>
                </a:lnTo>
                <a:lnTo>
                  <a:pt x="295275" y="1019175"/>
                </a:lnTo>
                <a:close/>
                <a:moveTo>
                  <a:pt x="447675" y="1009650"/>
                </a:moveTo>
                <a:lnTo>
                  <a:pt x="457200" y="1009650"/>
                </a:lnTo>
                <a:lnTo>
                  <a:pt x="457200" y="1019175"/>
                </a:lnTo>
                <a:lnTo>
                  <a:pt x="447675" y="1019175"/>
                </a:lnTo>
                <a:close/>
                <a:moveTo>
                  <a:pt x="714375" y="1009650"/>
                </a:moveTo>
                <a:lnTo>
                  <a:pt x="723900" y="1009650"/>
                </a:lnTo>
                <a:lnTo>
                  <a:pt x="723900" y="1019175"/>
                </a:lnTo>
                <a:lnTo>
                  <a:pt x="714375" y="1019175"/>
                </a:lnTo>
                <a:close/>
                <a:moveTo>
                  <a:pt x="809625" y="1009650"/>
                </a:moveTo>
                <a:lnTo>
                  <a:pt x="828675" y="1009650"/>
                </a:lnTo>
                <a:lnTo>
                  <a:pt x="828675" y="1019175"/>
                </a:lnTo>
                <a:lnTo>
                  <a:pt x="809625" y="1019175"/>
                </a:lnTo>
                <a:close/>
                <a:moveTo>
                  <a:pt x="1447800" y="1009650"/>
                </a:moveTo>
                <a:lnTo>
                  <a:pt x="1504950" y="1009650"/>
                </a:lnTo>
                <a:lnTo>
                  <a:pt x="1504950" y="1019175"/>
                </a:lnTo>
                <a:lnTo>
                  <a:pt x="1447800" y="1019175"/>
                </a:lnTo>
                <a:close/>
                <a:moveTo>
                  <a:pt x="1514475" y="1009650"/>
                </a:moveTo>
                <a:lnTo>
                  <a:pt x="1533525" y="1009650"/>
                </a:lnTo>
                <a:lnTo>
                  <a:pt x="1533525" y="1028700"/>
                </a:lnTo>
                <a:lnTo>
                  <a:pt x="1524000" y="1028700"/>
                </a:lnTo>
                <a:lnTo>
                  <a:pt x="1524000" y="1019175"/>
                </a:lnTo>
                <a:lnTo>
                  <a:pt x="1514475" y="1019175"/>
                </a:lnTo>
                <a:close/>
                <a:moveTo>
                  <a:pt x="600075" y="1047750"/>
                </a:moveTo>
                <a:lnTo>
                  <a:pt x="619125" y="1047750"/>
                </a:lnTo>
                <a:lnTo>
                  <a:pt x="619125" y="1057275"/>
                </a:lnTo>
                <a:lnTo>
                  <a:pt x="628650" y="1057275"/>
                </a:lnTo>
                <a:lnTo>
                  <a:pt x="628650" y="1066800"/>
                </a:lnTo>
                <a:lnTo>
                  <a:pt x="600075" y="1066800"/>
                </a:lnTo>
                <a:close/>
                <a:moveTo>
                  <a:pt x="1428750" y="1047750"/>
                </a:moveTo>
                <a:lnTo>
                  <a:pt x="1447800" y="1047750"/>
                </a:lnTo>
                <a:lnTo>
                  <a:pt x="1447800" y="1066800"/>
                </a:lnTo>
                <a:lnTo>
                  <a:pt x="1428750" y="1066800"/>
                </a:lnTo>
                <a:close/>
                <a:moveTo>
                  <a:pt x="1504950" y="1047750"/>
                </a:moveTo>
                <a:lnTo>
                  <a:pt x="1524000" y="1047750"/>
                </a:lnTo>
                <a:lnTo>
                  <a:pt x="1524000" y="1066800"/>
                </a:lnTo>
                <a:lnTo>
                  <a:pt x="1504950" y="1066800"/>
                </a:lnTo>
                <a:close/>
                <a:moveTo>
                  <a:pt x="152400" y="1057275"/>
                </a:moveTo>
                <a:lnTo>
                  <a:pt x="161925" y="1057275"/>
                </a:lnTo>
                <a:lnTo>
                  <a:pt x="161925" y="1066800"/>
                </a:lnTo>
                <a:lnTo>
                  <a:pt x="152400" y="1066800"/>
                </a:lnTo>
                <a:close/>
                <a:moveTo>
                  <a:pt x="419100" y="1171575"/>
                </a:moveTo>
                <a:lnTo>
                  <a:pt x="438150" y="1171575"/>
                </a:lnTo>
                <a:lnTo>
                  <a:pt x="438150" y="1190625"/>
                </a:lnTo>
                <a:lnTo>
                  <a:pt x="419100" y="1190625"/>
                </a:lnTo>
                <a:close/>
                <a:moveTo>
                  <a:pt x="1866900" y="1228725"/>
                </a:moveTo>
                <a:lnTo>
                  <a:pt x="1885950" y="1228725"/>
                </a:lnTo>
                <a:lnTo>
                  <a:pt x="1885950" y="1238250"/>
                </a:lnTo>
                <a:lnTo>
                  <a:pt x="1866900" y="1238250"/>
                </a:lnTo>
                <a:close/>
                <a:moveTo>
                  <a:pt x="1095375" y="1266825"/>
                </a:moveTo>
                <a:lnTo>
                  <a:pt x="1123950" y="1266825"/>
                </a:lnTo>
                <a:lnTo>
                  <a:pt x="1123950" y="1276350"/>
                </a:lnTo>
                <a:lnTo>
                  <a:pt x="1133475" y="1276350"/>
                </a:lnTo>
                <a:lnTo>
                  <a:pt x="1133475" y="1285875"/>
                </a:lnTo>
                <a:lnTo>
                  <a:pt x="1143000" y="1285875"/>
                </a:lnTo>
                <a:lnTo>
                  <a:pt x="1143000" y="1304925"/>
                </a:lnTo>
                <a:lnTo>
                  <a:pt x="1123950" y="1304925"/>
                </a:lnTo>
                <a:lnTo>
                  <a:pt x="1123950" y="1295400"/>
                </a:lnTo>
                <a:lnTo>
                  <a:pt x="1104900" y="1295400"/>
                </a:lnTo>
                <a:lnTo>
                  <a:pt x="1104900" y="1285875"/>
                </a:lnTo>
                <a:lnTo>
                  <a:pt x="1095375" y="1285875"/>
                </a:lnTo>
                <a:close/>
                <a:moveTo>
                  <a:pt x="371475" y="1276350"/>
                </a:moveTo>
                <a:lnTo>
                  <a:pt x="381000" y="1276350"/>
                </a:lnTo>
                <a:lnTo>
                  <a:pt x="381000" y="1285875"/>
                </a:lnTo>
                <a:lnTo>
                  <a:pt x="371475" y="1285875"/>
                </a:lnTo>
                <a:close/>
                <a:moveTo>
                  <a:pt x="542925" y="1276350"/>
                </a:moveTo>
                <a:lnTo>
                  <a:pt x="561975" y="1276350"/>
                </a:lnTo>
                <a:lnTo>
                  <a:pt x="561975" y="1285875"/>
                </a:lnTo>
                <a:lnTo>
                  <a:pt x="571500" y="1285875"/>
                </a:lnTo>
                <a:lnTo>
                  <a:pt x="571500" y="1333500"/>
                </a:lnTo>
                <a:lnTo>
                  <a:pt x="561975" y="1333500"/>
                </a:lnTo>
                <a:lnTo>
                  <a:pt x="561975" y="1323975"/>
                </a:lnTo>
                <a:lnTo>
                  <a:pt x="552450" y="1323975"/>
                </a:lnTo>
                <a:lnTo>
                  <a:pt x="552450" y="1314450"/>
                </a:lnTo>
                <a:lnTo>
                  <a:pt x="542925" y="1314450"/>
                </a:lnTo>
                <a:close/>
                <a:moveTo>
                  <a:pt x="485775" y="1285875"/>
                </a:moveTo>
                <a:lnTo>
                  <a:pt x="495300" y="1285875"/>
                </a:lnTo>
                <a:lnTo>
                  <a:pt x="495300" y="1295400"/>
                </a:lnTo>
                <a:lnTo>
                  <a:pt x="485775" y="1295400"/>
                </a:lnTo>
                <a:close/>
                <a:moveTo>
                  <a:pt x="1495425" y="1295400"/>
                </a:moveTo>
                <a:lnTo>
                  <a:pt x="1504950" y="1295400"/>
                </a:lnTo>
                <a:lnTo>
                  <a:pt x="1504950" y="1304925"/>
                </a:lnTo>
                <a:lnTo>
                  <a:pt x="1495425" y="1304925"/>
                </a:lnTo>
                <a:close/>
                <a:moveTo>
                  <a:pt x="104775" y="1304925"/>
                </a:moveTo>
                <a:lnTo>
                  <a:pt x="114300" y="1304925"/>
                </a:lnTo>
                <a:lnTo>
                  <a:pt x="114300" y="1323975"/>
                </a:lnTo>
                <a:lnTo>
                  <a:pt x="123825" y="1323975"/>
                </a:lnTo>
                <a:lnTo>
                  <a:pt x="123825" y="1333500"/>
                </a:lnTo>
                <a:lnTo>
                  <a:pt x="114300" y="1333500"/>
                </a:lnTo>
                <a:lnTo>
                  <a:pt x="114300" y="1352550"/>
                </a:lnTo>
                <a:lnTo>
                  <a:pt x="104775" y="1352550"/>
                </a:lnTo>
                <a:lnTo>
                  <a:pt x="104775" y="1362075"/>
                </a:lnTo>
                <a:lnTo>
                  <a:pt x="85725" y="1362075"/>
                </a:lnTo>
                <a:lnTo>
                  <a:pt x="85725" y="1352550"/>
                </a:lnTo>
                <a:lnTo>
                  <a:pt x="95250" y="1352550"/>
                </a:lnTo>
                <a:lnTo>
                  <a:pt x="95250" y="1333500"/>
                </a:lnTo>
                <a:lnTo>
                  <a:pt x="85725" y="1333500"/>
                </a:lnTo>
                <a:lnTo>
                  <a:pt x="85725" y="1323975"/>
                </a:lnTo>
                <a:lnTo>
                  <a:pt x="76200" y="1323975"/>
                </a:lnTo>
                <a:lnTo>
                  <a:pt x="76200" y="1333500"/>
                </a:lnTo>
                <a:lnTo>
                  <a:pt x="57150" y="1333500"/>
                </a:lnTo>
                <a:lnTo>
                  <a:pt x="57150" y="1323975"/>
                </a:lnTo>
                <a:lnTo>
                  <a:pt x="47625" y="1323975"/>
                </a:lnTo>
                <a:lnTo>
                  <a:pt x="47625" y="1314450"/>
                </a:lnTo>
                <a:lnTo>
                  <a:pt x="104775" y="1314450"/>
                </a:lnTo>
                <a:close/>
                <a:moveTo>
                  <a:pt x="419100" y="1304925"/>
                </a:moveTo>
                <a:lnTo>
                  <a:pt x="428625" y="1304925"/>
                </a:lnTo>
                <a:lnTo>
                  <a:pt x="428625" y="1314450"/>
                </a:lnTo>
                <a:lnTo>
                  <a:pt x="419100" y="1314450"/>
                </a:lnTo>
                <a:close/>
                <a:moveTo>
                  <a:pt x="895350" y="1304925"/>
                </a:moveTo>
                <a:lnTo>
                  <a:pt x="933450" y="1304925"/>
                </a:lnTo>
                <a:lnTo>
                  <a:pt x="933450" y="1314450"/>
                </a:lnTo>
                <a:lnTo>
                  <a:pt x="962025" y="1314450"/>
                </a:lnTo>
                <a:lnTo>
                  <a:pt x="962025" y="1323975"/>
                </a:lnTo>
                <a:lnTo>
                  <a:pt x="952500" y="1323975"/>
                </a:lnTo>
                <a:lnTo>
                  <a:pt x="952500" y="1333500"/>
                </a:lnTo>
                <a:lnTo>
                  <a:pt x="923925" y="1333500"/>
                </a:lnTo>
                <a:lnTo>
                  <a:pt x="923925" y="1323975"/>
                </a:lnTo>
                <a:lnTo>
                  <a:pt x="895350" y="1323975"/>
                </a:lnTo>
                <a:lnTo>
                  <a:pt x="895350" y="1333500"/>
                </a:lnTo>
                <a:lnTo>
                  <a:pt x="885825" y="1333500"/>
                </a:lnTo>
                <a:lnTo>
                  <a:pt x="885825" y="1323975"/>
                </a:lnTo>
                <a:lnTo>
                  <a:pt x="876300" y="1323975"/>
                </a:lnTo>
                <a:lnTo>
                  <a:pt x="876300" y="1314450"/>
                </a:lnTo>
                <a:lnTo>
                  <a:pt x="895350" y="1314450"/>
                </a:lnTo>
                <a:close/>
                <a:moveTo>
                  <a:pt x="628650" y="1314450"/>
                </a:moveTo>
                <a:lnTo>
                  <a:pt x="657225" y="1314450"/>
                </a:lnTo>
                <a:lnTo>
                  <a:pt x="657225" y="1333500"/>
                </a:lnTo>
                <a:lnTo>
                  <a:pt x="619125" y="1333500"/>
                </a:lnTo>
                <a:lnTo>
                  <a:pt x="619125" y="1323975"/>
                </a:lnTo>
                <a:lnTo>
                  <a:pt x="628650" y="1323975"/>
                </a:lnTo>
                <a:close/>
                <a:moveTo>
                  <a:pt x="1304925" y="1314450"/>
                </a:moveTo>
                <a:lnTo>
                  <a:pt x="1323975" y="1314450"/>
                </a:lnTo>
                <a:lnTo>
                  <a:pt x="1323975" y="1333500"/>
                </a:lnTo>
                <a:lnTo>
                  <a:pt x="1314450" y="1333500"/>
                </a:lnTo>
                <a:lnTo>
                  <a:pt x="1314450" y="1323975"/>
                </a:lnTo>
                <a:lnTo>
                  <a:pt x="1304925" y="1323975"/>
                </a:lnTo>
                <a:close/>
                <a:moveTo>
                  <a:pt x="676275" y="1352550"/>
                </a:moveTo>
                <a:lnTo>
                  <a:pt x="695325" y="1352550"/>
                </a:lnTo>
                <a:lnTo>
                  <a:pt x="695325" y="1362075"/>
                </a:lnTo>
                <a:lnTo>
                  <a:pt x="676275" y="1362075"/>
                </a:lnTo>
                <a:close/>
                <a:moveTo>
                  <a:pt x="76200" y="1362075"/>
                </a:moveTo>
                <a:lnTo>
                  <a:pt x="85725" y="1362075"/>
                </a:lnTo>
                <a:lnTo>
                  <a:pt x="85725" y="1371600"/>
                </a:lnTo>
                <a:lnTo>
                  <a:pt x="76200" y="1371600"/>
                </a:lnTo>
                <a:close/>
                <a:moveTo>
                  <a:pt x="676275" y="1371600"/>
                </a:moveTo>
                <a:lnTo>
                  <a:pt x="695325" y="1371600"/>
                </a:lnTo>
                <a:lnTo>
                  <a:pt x="695325" y="1390650"/>
                </a:lnTo>
                <a:lnTo>
                  <a:pt x="685800" y="1390650"/>
                </a:lnTo>
                <a:lnTo>
                  <a:pt x="685800" y="1400175"/>
                </a:lnTo>
                <a:lnTo>
                  <a:pt x="666750" y="1400175"/>
                </a:lnTo>
                <a:lnTo>
                  <a:pt x="666750" y="1390650"/>
                </a:lnTo>
                <a:lnTo>
                  <a:pt x="676275" y="1390650"/>
                </a:lnTo>
                <a:close/>
                <a:moveTo>
                  <a:pt x="752475" y="1381125"/>
                </a:moveTo>
                <a:lnTo>
                  <a:pt x="800100" y="1381125"/>
                </a:lnTo>
                <a:lnTo>
                  <a:pt x="800100" y="1409700"/>
                </a:lnTo>
                <a:lnTo>
                  <a:pt x="762000" y="1409700"/>
                </a:lnTo>
                <a:lnTo>
                  <a:pt x="762000" y="1400175"/>
                </a:lnTo>
                <a:lnTo>
                  <a:pt x="752475" y="1400175"/>
                </a:lnTo>
                <a:close/>
                <a:moveTo>
                  <a:pt x="847725" y="1381125"/>
                </a:moveTo>
                <a:lnTo>
                  <a:pt x="876300" y="1381125"/>
                </a:lnTo>
                <a:lnTo>
                  <a:pt x="876300" y="1400175"/>
                </a:lnTo>
                <a:lnTo>
                  <a:pt x="866775" y="1400175"/>
                </a:lnTo>
                <a:lnTo>
                  <a:pt x="866775" y="1409700"/>
                </a:lnTo>
                <a:lnTo>
                  <a:pt x="847725" y="1409700"/>
                </a:lnTo>
                <a:lnTo>
                  <a:pt x="847725" y="1400175"/>
                </a:lnTo>
                <a:lnTo>
                  <a:pt x="857250" y="1400175"/>
                </a:lnTo>
                <a:lnTo>
                  <a:pt x="857250" y="1390650"/>
                </a:lnTo>
                <a:lnTo>
                  <a:pt x="847725" y="1390650"/>
                </a:lnTo>
                <a:close/>
                <a:moveTo>
                  <a:pt x="561975" y="1390650"/>
                </a:moveTo>
                <a:lnTo>
                  <a:pt x="571500" y="1390650"/>
                </a:lnTo>
                <a:lnTo>
                  <a:pt x="571500" y="1400175"/>
                </a:lnTo>
                <a:lnTo>
                  <a:pt x="561975" y="1400175"/>
                </a:lnTo>
                <a:close/>
                <a:moveTo>
                  <a:pt x="600075" y="1390650"/>
                </a:moveTo>
                <a:lnTo>
                  <a:pt x="609600" y="1390650"/>
                </a:lnTo>
                <a:lnTo>
                  <a:pt x="609600" y="1400175"/>
                </a:lnTo>
                <a:lnTo>
                  <a:pt x="600075" y="1400175"/>
                </a:lnTo>
                <a:close/>
                <a:moveTo>
                  <a:pt x="1333500" y="1390650"/>
                </a:moveTo>
                <a:lnTo>
                  <a:pt x="1343025" y="1390650"/>
                </a:lnTo>
                <a:lnTo>
                  <a:pt x="1343025" y="1400175"/>
                </a:lnTo>
                <a:lnTo>
                  <a:pt x="1333500" y="1400175"/>
                </a:lnTo>
                <a:close/>
                <a:moveTo>
                  <a:pt x="1362075" y="1390650"/>
                </a:moveTo>
                <a:lnTo>
                  <a:pt x="1371600" y="1390650"/>
                </a:lnTo>
                <a:lnTo>
                  <a:pt x="1371600" y="1400175"/>
                </a:lnTo>
                <a:lnTo>
                  <a:pt x="1362075" y="1400175"/>
                </a:lnTo>
                <a:close/>
                <a:moveTo>
                  <a:pt x="57150" y="1400175"/>
                </a:moveTo>
                <a:lnTo>
                  <a:pt x="66675" y="1400175"/>
                </a:lnTo>
                <a:lnTo>
                  <a:pt x="66675" y="1409700"/>
                </a:lnTo>
                <a:lnTo>
                  <a:pt x="104775" y="1409700"/>
                </a:lnTo>
                <a:lnTo>
                  <a:pt x="104775" y="1419225"/>
                </a:lnTo>
                <a:lnTo>
                  <a:pt x="114300" y="1419225"/>
                </a:lnTo>
                <a:lnTo>
                  <a:pt x="114300" y="1409700"/>
                </a:lnTo>
                <a:lnTo>
                  <a:pt x="123825" y="1409700"/>
                </a:lnTo>
                <a:lnTo>
                  <a:pt x="123825" y="1400175"/>
                </a:lnTo>
                <a:lnTo>
                  <a:pt x="133350" y="1400175"/>
                </a:lnTo>
                <a:lnTo>
                  <a:pt x="133350" y="1409700"/>
                </a:lnTo>
                <a:lnTo>
                  <a:pt x="142875" y="1409700"/>
                </a:lnTo>
                <a:lnTo>
                  <a:pt x="142875" y="1438275"/>
                </a:lnTo>
                <a:lnTo>
                  <a:pt x="133350" y="1438275"/>
                </a:lnTo>
                <a:lnTo>
                  <a:pt x="133350" y="1447800"/>
                </a:lnTo>
                <a:lnTo>
                  <a:pt x="123825" y="1447800"/>
                </a:lnTo>
                <a:lnTo>
                  <a:pt x="123825" y="1457325"/>
                </a:lnTo>
                <a:lnTo>
                  <a:pt x="142875" y="1457325"/>
                </a:lnTo>
                <a:lnTo>
                  <a:pt x="142875" y="1438275"/>
                </a:lnTo>
                <a:lnTo>
                  <a:pt x="171450" y="1438275"/>
                </a:lnTo>
                <a:lnTo>
                  <a:pt x="171450" y="1447800"/>
                </a:lnTo>
                <a:lnTo>
                  <a:pt x="180975" y="1447800"/>
                </a:lnTo>
                <a:lnTo>
                  <a:pt x="180975" y="1466850"/>
                </a:lnTo>
                <a:lnTo>
                  <a:pt x="123825" y="1466850"/>
                </a:lnTo>
                <a:lnTo>
                  <a:pt x="123825" y="1476375"/>
                </a:lnTo>
                <a:lnTo>
                  <a:pt x="114300" y="1476375"/>
                </a:lnTo>
                <a:lnTo>
                  <a:pt x="114300" y="1485900"/>
                </a:lnTo>
                <a:lnTo>
                  <a:pt x="133350" y="1485900"/>
                </a:lnTo>
                <a:lnTo>
                  <a:pt x="133350" y="1495425"/>
                </a:lnTo>
                <a:lnTo>
                  <a:pt x="142875" y="1495425"/>
                </a:lnTo>
                <a:lnTo>
                  <a:pt x="142875" y="1504950"/>
                </a:lnTo>
                <a:lnTo>
                  <a:pt x="123825" y="1504950"/>
                </a:lnTo>
                <a:lnTo>
                  <a:pt x="123825" y="1495425"/>
                </a:lnTo>
                <a:lnTo>
                  <a:pt x="95250" y="1495425"/>
                </a:lnTo>
                <a:lnTo>
                  <a:pt x="95250" y="1485900"/>
                </a:lnTo>
                <a:lnTo>
                  <a:pt x="76200" y="1485900"/>
                </a:lnTo>
                <a:lnTo>
                  <a:pt x="76200" y="1495425"/>
                </a:lnTo>
                <a:lnTo>
                  <a:pt x="66675" y="1495425"/>
                </a:lnTo>
                <a:lnTo>
                  <a:pt x="66675" y="1504950"/>
                </a:lnTo>
                <a:lnTo>
                  <a:pt x="47625" y="1504950"/>
                </a:lnTo>
                <a:lnTo>
                  <a:pt x="47625" y="1466850"/>
                </a:lnTo>
                <a:lnTo>
                  <a:pt x="57150" y="1466850"/>
                </a:lnTo>
                <a:lnTo>
                  <a:pt x="57150" y="1476375"/>
                </a:lnTo>
                <a:lnTo>
                  <a:pt x="66675" y="1476375"/>
                </a:lnTo>
                <a:lnTo>
                  <a:pt x="66675" y="1466850"/>
                </a:lnTo>
                <a:lnTo>
                  <a:pt x="76200" y="1466850"/>
                </a:lnTo>
                <a:lnTo>
                  <a:pt x="76200" y="1457325"/>
                </a:lnTo>
                <a:lnTo>
                  <a:pt x="66675" y="1457325"/>
                </a:lnTo>
                <a:lnTo>
                  <a:pt x="66675" y="1447800"/>
                </a:lnTo>
                <a:lnTo>
                  <a:pt x="76200" y="1447800"/>
                </a:lnTo>
                <a:lnTo>
                  <a:pt x="76200" y="1438275"/>
                </a:lnTo>
                <a:lnTo>
                  <a:pt x="57150" y="1438275"/>
                </a:lnTo>
                <a:close/>
                <a:moveTo>
                  <a:pt x="571500" y="1400175"/>
                </a:moveTo>
                <a:lnTo>
                  <a:pt x="600075" y="1400175"/>
                </a:lnTo>
                <a:lnTo>
                  <a:pt x="600075" y="1409700"/>
                </a:lnTo>
                <a:lnTo>
                  <a:pt x="609600" y="1409700"/>
                </a:lnTo>
                <a:lnTo>
                  <a:pt x="609600" y="1400175"/>
                </a:lnTo>
                <a:lnTo>
                  <a:pt x="628650" y="1400175"/>
                </a:lnTo>
                <a:lnTo>
                  <a:pt x="628650" y="1409700"/>
                </a:lnTo>
                <a:lnTo>
                  <a:pt x="638175" y="1409700"/>
                </a:lnTo>
                <a:lnTo>
                  <a:pt x="638175" y="1400175"/>
                </a:lnTo>
                <a:lnTo>
                  <a:pt x="647700" y="1400175"/>
                </a:lnTo>
                <a:lnTo>
                  <a:pt x="647700" y="1409700"/>
                </a:lnTo>
                <a:lnTo>
                  <a:pt x="638175" y="1409700"/>
                </a:lnTo>
                <a:lnTo>
                  <a:pt x="638175" y="1419225"/>
                </a:lnTo>
                <a:lnTo>
                  <a:pt x="581025" y="1419225"/>
                </a:lnTo>
                <a:lnTo>
                  <a:pt x="581025" y="1409700"/>
                </a:lnTo>
                <a:lnTo>
                  <a:pt x="571500" y="1409700"/>
                </a:lnTo>
                <a:close/>
                <a:moveTo>
                  <a:pt x="657225" y="1400175"/>
                </a:moveTo>
                <a:lnTo>
                  <a:pt x="666750" y="1400175"/>
                </a:lnTo>
                <a:lnTo>
                  <a:pt x="666750" y="1409700"/>
                </a:lnTo>
                <a:lnTo>
                  <a:pt x="657225" y="1409700"/>
                </a:lnTo>
                <a:close/>
                <a:moveTo>
                  <a:pt x="762000" y="1400175"/>
                </a:moveTo>
                <a:lnTo>
                  <a:pt x="771525" y="1400175"/>
                </a:lnTo>
                <a:lnTo>
                  <a:pt x="771525" y="1390650"/>
                </a:lnTo>
                <a:lnTo>
                  <a:pt x="762000" y="1390650"/>
                </a:lnTo>
                <a:close/>
                <a:moveTo>
                  <a:pt x="819150" y="1409700"/>
                </a:moveTo>
                <a:lnTo>
                  <a:pt x="847725" y="1409700"/>
                </a:lnTo>
                <a:lnTo>
                  <a:pt x="847725" y="1419225"/>
                </a:lnTo>
                <a:lnTo>
                  <a:pt x="819150" y="1419225"/>
                </a:lnTo>
                <a:close/>
                <a:moveTo>
                  <a:pt x="619125" y="1447800"/>
                </a:moveTo>
                <a:lnTo>
                  <a:pt x="638175" y="1447800"/>
                </a:lnTo>
                <a:lnTo>
                  <a:pt x="638175" y="1457325"/>
                </a:lnTo>
                <a:lnTo>
                  <a:pt x="619125" y="1457325"/>
                </a:lnTo>
                <a:close/>
                <a:moveTo>
                  <a:pt x="657225" y="1447800"/>
                </a:moveTo>
                <a:lnTo>
                  <a:pt x="685800" y="1447800"/>
                </a:lnTo>
                <a:lnTo>
                  <a:pt x="685800" y="1457325"/>
                </a:lnTo>
                <a:lnTo>
                  <a:pt x="657225" y="1457325"/>
                </a:lnTo>
                <a:close/>
                <a:moveTo>
                  <a:pt x="76200" y="1457325"/>
                </a:moveTo>
                <a:lnTo>
                  <a:pt x="85725" y="1457325"/>
                </a:lnTo>
                <a:lnTo>
                  <a:pt x="85725" y="1447800"/>
                </a:lnTo>
                <a:lnTo>
                  <a:pt x="76200" y="1447800"/>
                </a:lnTo>
                <a:close/>
                <a:moveTo>
                  <a:pt x="180975" y="1485900"/>
                </a:moveTo>
                <a:lnTo>
                  <a:pt x="219075" y="1485900"/>
                </a:lnTo>
                <a:lnTo>
                  <a:pt x="219075" y="1504950"/>
                </a:lnTo>
                <a:lnTo>
                  <a:pt x="180975" y="1504950"/>
                </a:lnTo>
                <a:close/>
                <a:moveTo>
                  <a:pt x="28575" y="1514475"/>
                </a:moveTo>
                <a:lnTo>
                  <a:pt x="38100" y="1514475"/>
                </a:lnTo>
                <a:lnTo>
                  <a:pt x="38100" y="1524000"/>
                </a:lnTo>
                <a:lnTo>
                  <a:pt x="28575" y="1524000"/>
                </a:lnTo>
                <a:close/>
                <a:moveTo>
                  <a:pt x="361950" y="1562100"/>
                </a:moveTo>
                <a:lnTo>
                  <a:pt x="381000" y="1562100"/>
                </a:lnTo>
                <a:lnTo>
                  <a:pt x="381000" y="1600200"/>
                </a:lnTo>
                <a:lnTo>
                  <a:pt x="361950" y="1600200"/>
                </a:lnTo>
                <a:lnTo>
                  <a:pt x="361950" y="1590675"/>
                </a:lnTo>
                <a:lnTo>
                  <a:pt x="323850" y="1590675"/>
                </a:lnTo>
                <a:lnTo>
                  <a:pt x="323850" y="1581150"/>
                </a:lnTo>
                <a:lnTo>
                  <a:pt x="314325" y="1581150"/>
                </a:lnTo>
                <a:lnTo>
                  <a:pt x="314325" y="1571625"/>
                </a:lnTo>
                <a:lnTo>
                  <a:pt x="333375" y="1571625"/>
                </a:lnTo>
                <a:lnTo>
                  <a:pt x="333375" y="1581150"/>
                </a:lnTo>
                <a:lnTo>
                  <a:pt x="352425" y="1581150"/>
                </a:lnTo>
                <a:lnTo>
                  <a:pt x="352425" y="1571625"/>
                </a:lnTo>
                <a:lnTo>
                  <a:pt x="361950" y="1571625"/>
                </a:lnTo>
                <a:close/>
                <a:moveTo>
                  <a:pt x="247650" y="1581150"/>
                </a:moveTo>
                <a:lnTo>
                  <a:pt x="266700" y="1581150"/>
                </a:lnTo>
                <a:lnTo>
                  <a:pt x="266700" y="1600200"/>
                </a:lnTo>
                <a:lnTo>
                  <a:pt x="247650" y="1600200"/>
                </a:lnTo>
                <a:close/>
                <a:moveTo>
                  <a:pt x="447675" y="1581150"/>
                </a:moveTo>
                <a:lnTo>
                  <a:pt x="457200" y="1581150"/>
                </a:lnTo>
                <a:lnTo>
                  <a:pt x="457200" y="1600200"/>
                </a:lnTo>
                <a:lnTo>
                  <a:pt x="466725" y="1600200"/>
                </a:lnTo>
                <a:lnTo>
                  <a:pt x="466725" y="1609725"/>
                </a:lnTo>
                <a:lnTo>
                  <a:pt x="438150" y="1609725"/>
                </a:lnTo>
                <a:lnTo>
                  <a:pt x="438150" y="1590675"/>
                </a:lnTo>
                <a:lnTo>
                  <a:pt x="447675" y="1590675"/>
                </a:lnTo>
                <a:close/>
                <a:moveTo>
                  <a:pt x="323850" y="1609725"/>
                </a:moveTo>
                <a:lnTo>
                  <a:pt x="333375" y="1609725"/>
                </a:lnTo>
                <a:lnTo>
                  <a:pt x="333375" y="1619250"/>
                </a:lnTo>
                <a:lnTo>
                  <a:pt x="323850" y="1619250"/>
                </a:lnTo>
                <a:close/>
                <a:moveTo>
                  <a:pt x="390525" y="1609725"/>
                </a:moveTo>
                <a:lnTo>
                  <a:pt x="419100" y="1609725"/>
                </a:lnTo>
                <a:lnTo>
                  <a:pt x="419100" y="1619250"/>
                </a:lnTo>
                <a:lnTo>
                  <a:pt x="390525" y="1619250"/>
                </a:lnTo>
                <a:close/>
                <a:moveTo>
                  <a:pt x="333375" y="1619250"/>
                </a:moveTo>
                <a:lnTo>
                  <a:pt x="352425" y="1619250"/>
                </a:lnTo>
                <a:lnTo>
                  <a:pt x="352425" y="1638300"/>
                </a:lnTo>
                <a:lnTo>
                  <a:pt x="361950" y="1638300"/>
                </a:lnTo>
                <a:lnTo>
                  <a:pt x="361950" y="1647825"/>
                </a:lnTo>
                <a:lnTo>
                  <a:pt x="342900" y="1647825"/>
                </a:lnTo>
                <a:lnTo>
                  <a:pt x="342900" y="1638300"/>
                </a:lnTo>
                <a:lnTo>
                  <a:pt x="333375" y="1638300"/>
                </a:lnTo>
                <a:close/>
                <a:moveTo>
                  <a:pt x="381000" y="1628775"/>
                </a:moveTo>
                <a:lnTo>
                  <a:pt x="390525" y="1628775"/>
                </a:lnTo>
                <a:lnTo>
                  <a:pt x="390525" y="1638300"/>
                </a:lnTo>
                <a:lnTo>
                  <a:pt x="381000" y="1638300"/>
                </a:lnTo>
                <a:close/>
                <a:moveTo>
                  <a:pt x="371475" y="1638300"/>
                </a:moveTo>
                <a:lnTo>
                  <a:pt x="381000" y="1638300"/>
                </a:lnTo>
                <a:lnTo>
                  <a:pt x="381000" y="1657350"/>
                </a:lnTo>
                <a:lnTo>
                  <a:pt x="361950" y="1657350"/>
                </a:lnTo>
                <a:lnTo>
                  <a:pt x="361950" y="1647825"/>
                </a:lnTo>
                <a:lnTo>
                  <a:pt x="371475" y="1647825"/>
                </a:lnTo>
                <a:close/>
                <a:moveTo>
                  <a:pt x="390525" y="1638300"/>
                </a:moveTo>
                <a:lnTo>
                  <a:pt x="409575" y="1638300"/>
                </a:lnTo>
                <a:lnTo>
                  <a:pt x="409575" y="1647825"/>
                </a:lnTo>
                <a:lnTo>
                  <a:pt x="390525" y="1647825"/>
                </a:lnTo>
                <a:close/>
                <a:moveTo>
                  <a:pt x="476250" y="1638300"/>
                </a:moveTo>
                <a:lnTo>
                  <a:pt x="485775" y="1638300"/>
                </a:lnTo>
                <a:lnTo>
                  <a:pt x="485775" y="1647825"/>
                </a:lnTo>
                <a:lnTo>
                  <a:pt x="476250" y="1647825"/>
                </a:lnTo>
                <a:close/>
              </a:path>
            </a:pathLst>
          </a:custGeom>
          <a:solidFill xmlns:a="http://schemas.openxmlformats.org/drawingml/2006/main">
            <a:srgbClr val="F4F0E4"/>
          </a:solidFill>
          <a:ln xmlns:a="http://schemas.openxmlformats.org/drawingml/2006/main" w="0">
            <a:noFill/>
          </a:ln>
        </p:spPr>
      </p:sp>
      <p:sp>
        <p:nvSpPr>
          <p:cNvPr id="100" name="appearance vector #f3f0e3">
            <a:extLst xmlns:a="http://schemas.openxmlformats.org/drawingml/2006/main">
              <a:ext uri="{FF2B5EF4-FFF2-40B4-BE49-F238E27FC236}">
                <a16:creationId xmlns:a16="http://schemas.microsoft.com/office/drawing/2014/main" id="{C2CB5BC7-3246-47A5-B3C8-43B5668BEC6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343400" y="5114925"/>
            <a:ext cx="1943100" cy="1666875"/>
          </a:xfrm>
          <a:custGeom xmlns:a="http://schemas.openxmlformats.org/drawingml/2006/main">
            <a:pathLst>
              <a:path w="1943100" h="1666875">
                <a:moveTo>
                  <a:pt x="47625" y="28575"/>
                </a:moveTo>
                <a:lnTo>
                  <a:pt x="57150" y="28575"/>
                </a:lnTo>
                <a:lnTo>
                  <a:pt x="57150" y="38100"/>
                </a:lnTo>
                <a:lnTo>
                  <a:pt x="47625" y="38100"/>
                </a:lnTo>
                <a:close/>
                <a:moveTo>
                  <a:pt x="666750" y="38100"/>
                </a:moveTo>
                <a:lnTo>
                  <a:pt x="676275" y="38100"/>
                </a:lnTo>
                <a:lnTo>
                  <a:pt x="676275" y="47625"/>
                </a:lnTo>
                <a:lnTo>
                  <a:pt x="666750" y="47625"/>
                </a:lnTo>
                <a:close/>
                <a:moveTo>
                  <a:pt x="733425" y="38100"/>
                </a:moveTo>
                <a:lnTo>
                  <a:pt x="771525" y="38100"/>
                </a:lnTo>
                <a:lnTo>
                  <a:pt x="771525" y="47625"/>
                </a:lnTo>
                <a:lnTo>
                  <a:pt x="781050" y="47625"/>
                </a:lnTo>
                <a:lnTo>
                  <a:pt x="781050" y="66675"/>
                </a:lnTo>
                <a:lnTo>
                  <a:pt x="714375" y="66675"/>
                </a:lnTo>
                <a:lnTo>
                  <a:pt x="714375" y="85725"/>
                </a:lnTo>
                <a:lnTo>
                  <a:pt x="695325" y="85725"/>
                </a:lnTo>
                <a:lnTo>
                  <a:pt x="695325" y="76200"/>
                </a:lnTo>
                <a:lnTo>
                  <a:pt x="704850" y="76200"/>
                </a:lnTo>
                <a:lnTo>
                  <a:pt x="704850" y="66675"/>
                </a:lnTo>
                <a:lnTo>
                  <a:pt x="695325" y="66675"/>
                </a:lnTo>
                <a:lnTo>
                  <a:pt x="695325" y="57150"/>
                </a:lnTo>
                <a:lnTo>
                  <a:pt x="685800" y="57150"/>
                </a:lnTo>
                <a:lnTo>
                  <a:pt x="685800" y="47625"/>
                </a:lnTo>
                <a:lnTo>
                  <a:pt x="733425" y="47625"/>
                </a:lnTo>
                <a:close/>
                <a:moveTo>
                  <a:pt x="1390650" y="38100"/>
                </a:moveTo>
                <a:lnTo>
                  <a:pt x="1409700" y="38100"/>
                </a:lnTo>
                <a:lnTo>
                  <a:pt x="1409700" y="47625"/>
                </a:lnTo>
                <a:lnTo>
                  <a:pt x="1390650" y="47625"/>
                </a:lnTo>
                <a:close/>
                <a:moveTo>
                  <a:pt x="1657350" y="38100"/>
                </a:moveTo>
                <a:lnTo>
                  <a:pt x="1676400" y="38100"/>
                </a:lnTo>
                <a:lnTo>
                  <a:pt x="1676400" y="57150"/>
                </a:lnTo>
                <a:lnTo>
                  <a:pt x="1685925" y="57150"/>
                </a:lnTo>
                <a:lnTo>
                  <a:pt x="1685925" y="66675"/>
                </a:lnTo>
                <a:lnTo>
                  <a:pt x="1704975" y="66675"/>
                </a:lnTo>
                <a:lnTo>
                  <a:pt x="1704975" y="76200"/>
                </a:lnTo>
                <a:lnTo>
                  <a:pt x="1714500" y="76200"/>
                </a:lnTo>
                <a:lnTo>
                  <a:pt x="1714500" y="85725"/>
                </a:lnTo>
                <a:lnTo>
                  <a:pt x="1724025" y="85725"/>
                </a:lnTo>
                <a:lnTo>
                  <a:pt x="1724025" y="104775"/>
                </a:lnTo>
                <a:lnTo>
                  <a:pt x="1733550" y="104775"/>
                </a:lnTo>
                <a:lnTo>
                  <a:pt x="1733550" y="114300"/>
                </a:lnTo>
                <a:lnTo>
                  <a:pt x="1724025" y="114300"/>
                </a:lnTo>
                <a:lnTo>
                  <a:pt x="1724025" y="123825"/>
                </a:lnTo>
                <a:lnTo>
                  <a:pt x="1714500" y="123825"/>
                </a:lnTo>
                <a:lnTo>
                  <a:pt x="1714500" y="114300"/>
                </a:lnTo>
                <a:lnTo>
                  <a:pt x="1704975" y="114300"/>
                </a:lnTo>
                <a:lnTo>
                  <a:pt x="1704975" y="104775"/>
                </a:lnTo>
                <a:lnTo>
                  <a:pt x="1695450" y="104775"/>
                </a:lnTo>
                <a:lnTo>
                  <a:pt x="1695450" y="95250"/>
                </a:lnTo>
                <a:lnTo>
                  <a:pt x="1685925" y="95250"/>
                </a:lnTo>
                <a:lnTo>
                  <a:pt x="1685925" y="85725"/>
                </a:lnTo>
                <a:lnTo>
                  <a:pt x="1666875" y="85725"/>
                </a:lnTo>
                <a:lnTo>
                  <a:pt x="1666875" y="76200"/>
                </a:lnTo>
                <a:lnTo>
                  <a:pt x="1657350" y="76200"/>
                </a:lnTo>
                <a:close/>
                <a:moveTo>
                  <a:pt x="47625" y="47625"/>
                </a:moveTo>
                <a:lnTo>
                  <a:pt x="57150" y="47625"/>
                </a:lnTo>
                <a:lnTo>
                  <a:pt x="57150" y="114300"/>
                </a:lnTo>
                <a:lnTo>
                  <a:pt x="47625" y="114300"/>
                </a:lnTo>
                <a:close/>
                <a:moveTo>
                  <a:pt x="581025" y="47625"/>
                </a:moveTo>
                <a:lnTo>
                  <a:pt x="590550" y="47625"/>
                </a:lnTo>
                <a:lnTo>
                  <a:pt x="590550" y="66675"/>
                </a:lnTo>
                <a:lnTo>
                  <a:pt x="581025" y="66675"/>
                </a:lnTo>
                <a:close/>
                <a:moveTo>
                  <a:pt x="619125" y="47625"/>
                </a:moveTo>
                <a:lnTo>
                  <a:pt x="628650" y="47625"/>
                </a:lnTo>
                <a:lnTo>
                  <a:pt x="628650" y="57150"/>
                </a:lnTo>
                <a:lnTo>
                  <a:pt x="619125" y="57150"/>
                </a:lnTo>
                <a:close/>
                <a:moveTo>
                  <a:pt x="790575" y="47625"/>
                </a:moveTo>
                <a:lnTo>
                  <a:pt x="800100" y="47625"/>
                </a:lnTo>
                <a:lnTo>
                  <a:pt x="800100" y="57150"/>
                </a:lnTo>
                <a:lnTo>
                  <a:pt x="790575" y="57150"/>
                </a:lnTo>
                <a:close/>
                <a:moveTo>
                  <a:pt x="809625" y="47625"/>
                </a:moveTo>
                <a:lnTo>
                  <a:pt x="838200" y="47625"/>
                </a:lnTo>
                <a:lnTo>
                  <a:pt x="838200" y="57150"/>
                </a:lnTo>
                <a:lnTo>
                  <a:pt x="809625" y="57150"/>
                </a:lnTo>
                <a:close/>
                <a:moveTo>
                  <a:pt x="857250" y="47625"/>
                </a:moveTo>
                <a:lnTo>
                  <a:pt x="876300" y="47625"/>
                </a:lnTo>
                <a:lnTo>
                  <a:pt x="876300" y="57150"/>
                </a:lnTo>
                <a:lnTo>
                  <a:pt x="857250" y="57150"/>
                </a:lnTo>
                <a:close/>
                <a:moveTo>
                  <a:pt x="1171575" y="47625"/>
                </a:moveTo>
                <a:lnTo>
                  <a:pt x="1181100" y="47625"/>
                </a:lnTo>
                <a:lnTo>
                  <a:pt x="1181100" y="57150"/>
                </a:lnTo>
                <a:lnTo>
                  <a:pt x="1171575" y="57150"/>
                </a:lnTo>
                <a:close/>
                <a:moveTo>
                  <a:pt x="1200150" y="47625"/>
                </a:moveTo>
                <a:lnTo>
                  <a:pt x="1209675" y="47625"/>
                </a:lnTo>
                <a:lnTo>
                  <a:pt x="1209675" y="57150"/>
                </a:lnTo>
                <a:lnTo>
                  <a:pt x="1200150" y="57150"/>
                </a:lnTo>
                <a:close/>
                <a:moveTo>
                  <a:pt x="1562100" y="47625"/>
                </a:moveTo>
                <a:lnTo>
                  <a:pt x="1581150" y="47625"/>
                </a:lnTo>
                <a:lnTo>
                  <a:pt x="1581150" y="66675"/>
                </a:lnTo>
                <a:lnTo>
                  <a:pt x="1571625" y="66675"/>
                </a:lnTo>
                <a:lnTo>
                  <a:pt x="1571625" y="57150"/>
                </a:lnTo>
                <a:lnTo>
                  <a:pt x="1562100" y="57150"/>
                </a:lnTo>
                <a:close/>
                <a:moveTo>
                  <a:pt x="1600200" y="47625"/>
                </a:moveTo>
                <a:lnTo>
                  <a:pt x="1619250" y="47625"/>
                </a:lnTo>
                <a:lnTo>
                  <a:pt x="1619250" y="57150"/>
                </a:lnTo>
                <a:lnTo>
                  <a:pt x="1638300" y="57150"/>
                </a:lnTo>
                <a:lnTo>
                  <a:pt x="1638300" y="47625"/>
                </a:lnTo>
                <a:lnTo>
                  <a:pt x="1647825" y="47625"/>
                </a:lnTo>
                <a:lnTo>
                  <a:pt x="1647825" y="57150"/>
                </a:lnTo>
                <a:lnTo>
                  <a:pt x="1638300" y="57150"/>
                </a:lnTo>
                <a:lnTo>
                  <a:pt x="1638300" y="66675"/>
                </a:lnTo>
                <a:lnTo>
                  <a:pt x="1619250" y="66675"/>
                </a:lnTo>
                <a:lnTo>
                  <a:pt x="1619250" y="76200"/>
                </a:lnTo>
                <a:lnTo>
                  <a:pt x="1609725" y="76200"/>
                </a:lnTo>
                <a:lnTo>
                  <a:pt x="1609725" y="85725"/>
                </a:lnTo>
                <a:lnTo>
                  <a:pt x="1590675" y="85725"/>
                </a:lnTo>
                <a:lnTo>
                  <a:pt x="1590675" y="76200"/>
                </a:lnTo>
                <a:lnTo>
                  <a:pt x="1581150" y="76200"/>
                </a:lnTo>
                <a:lnTo>
                  <a:pt x="1581150" y="66675"/>
                </a:lnTo>
                <a:lnTo>
                  <a:pt x="1600200" y="66675"/>
                </a:lnTo>
                <a:close/>
                <a:moveTo>
                  <a:pt x="1724025" y="47625"/>
                </a:moveTo>
                <a:lnTo>
                  <a:pt x="1743075" y="47625"/>
                </a:lnTo>
                <a:lnTo>
                  <a:pt x="1743075" y="57150"/>
                </a:lnTo>
                <a:lnTo>
                  <a:pt x="1724025" y="57150"/>
                </a:lnTo>
                <a:close/>
                <a:moveTo>
                  <a:pt x="1800225" y="47625"/>
                </a:moveTo>
                <a:lnTo>
                  <a:pt x="1819275" y="47625"/>
                </a:lnTo>
                <a:lnTo>
                  <a:pt x="1819275" y="57150"/>
                </a:lnTo>
                <a:lnTo>
                  <a:pt x="1809750" y="57150"/>
                </a:lnTo>
                <a:lnTo>
                  <a:pt x="1809750" y="66675"/>
                </a:lnTo>
                <a:lnTo>
                  <a:pt x="1800225" y="66675"/>
                </a:lnTo>
                <a:close/>
                <a:moveTo>
                  <a:pt x="628650" y="57150"/>
                </a:moveTo>
                <a:lnTo>
                  <a:pt x="647700" y="57150"/>
                </a:lnTo>
                <a:lnTo>
                  <a:pt x="647700" y="66675"/>
                </a:lnTo>
                <a:lnTo>
                  <a:pt x="628650" y="66675"/>
                </a:lnTo>
                <a:close/>
                <a:moveTo>
                  <a:pt x="1181100" y="57150"/>
                </a:moveTo>
                <a:lnTo>
                  <a:pt x="1190625" y="57150"/>
                </a:lnTo>
                <a:lnTo>
                  <a:pt x="1190625" y="66675"/>
                </a:lnTo>
                <a:lnTo>
                  <a:pt x="1181100" y="66675"/>
                </a:lnTo>
                <a:close/>
                <a:moveTo>
                  <a:pt x="1543050" y="57150"/>
                </a:moveTo>
                <a:lnTo>
                  <a:pt x="1562100" y="57150"/>
                </a:lnTo>
                <a:lnTo>
                  <a:pt x="1562100" y="76200"/>
                </a:lnTo>
                <a:lnTo>
                  <a:pt x="1552575" y="76200"/>
                </a:lnTo>
                <a:lnTo>
                  <a:pt x="1552575" y="85725"/>
                </a:lnTo>
                <a:lnTo>
                  <a:pt x="1543050" y="85725"/>
                </a:lnTo>
                <a:lnTo>
                  <a:pt x="1543050" y="76200"/>
                </a:lnTo>
                <a:lnTo>
                  <a:pt x="1533525" y="76200"/>
                </a:lnTo>
                <a:lnTo>
                  <a:pt x="1533525" y="85725"/>
                </a:lnTo>
                <a:lnTo>
                  <a:pt x="1524000" y="85725"/>
                </a:lnTo>
                <a:lnTo>
                  <a:pt x="1524000" y="66675"/>
                </a:lnTo>
                <a:lnTo>
                  <a:pt x="1543050" y="66675"/>
                </a:lnTo>
                <a:close/>
                <a:moveTo>
                  <a:pt x="1743075" y="57150"/>
                </a:moveTo>
                <a:lnTo>
                  <a:pt x="1752600" y="57150"/>
                </a:lnTo>
                <a:lnTo>
                  <a:pt x="1752600" y="66675"/>
                </a:lnTo>
                <a:lnTo>
                  <a:pt x="1743075" y="66675"/>
                </a:lnTo>
                <a:close/>
                <a:moveTo>
                  <a:pt x="1762125" y="57150"/>
                </a:moveTo>
                <a:lnTo>
                  <a:pt x="1790700" y="57150"/>
                </a:lnTo>
                <a:lnTo>
                  <a:pt x="1790700" y="76200"/>
                </a:lnTo>
                <a:lnTo>
                  <a:pt x="1781175" y="76200"/>
                </a:lnTo>
                <a:lnTo>
                  <a:pt x="1781175" y="66675"/>
                </a:lnTo>
                <a:lnTo>
                  <a:pt x="1762125" y="66675"/>
                </a:lnTo>
                <a:close/>
                <a:moveTo>
                  <a:pt x="1047750" y="66675"/>
                </a:moveTo>
                <a:lnTo>
                  <a:pt x="1057275" y="66675"/>
                </a:lnTo>
                <a:lnTo>
                  <a:pt x="1057275" y="76200"/>
                </a:lnTo>
                <a:lnTo>
                  <a:pt x="1047750" y="76200"/>
                </a:lnTo>
                <a:close/>
                <a:moveTo>
                  <a:pt x="1362075" y="66675"/>
                </a:moveTo>
                <a:lnTo>
                  <a:pt x="1371600" y="66675"/>
                </a:lnTo>
                <a:lnTo>
                  <a:pt x="1371600" y="76200"/>
                </a:lnTo>
                <a:lnTo>
                  <a:pt x="1362075" y="76200"/>
                </a:lnTo>
                <a:close/>
                <a:moveTo>
                  <a:pt x="647700" y="76200"/>
                </a:moveTo>
                <a:lnTo>
                  <a:pt x="657225" y="76200"/>
                </a:lnTo>
                <a:lnTo>
                  <a:pt x="657225" y="85725"/>
                </a:lnTo>
                <a:lnTo>
                  <a:pt x="647700" y="85725"/>
                </a:lnTo>
                <a:close/>
                <a:moveTo>
                  <a:pt x="666750" y="76200"/>
                </a:moveTo>
                <a:lnTo>
                  <a:pt x="685800" y="76200"/>
                </a:lnTo>
                <a:lnTo>
                  <a:pt x="685800" y="104775"/>
                </a:lnTo>
                <a:lnTo>
                  <a:pt x="676275" y="104775"/>
                </a:lnTo>
                <a:lnTo>
                  <a:pt x="676275" y="95250"/>
                </a:lnTo>
                <a:lnTo>
                  <a:pt x="666750" y="95250"/>
                </a:lnTo>
                <a:close/>
                <a:moveTo>
                  <a:pt x="1019175" y="76200"/>
                </a:moveTo>
                <a:lnTo>
                  <a:pt x="1028700" y="76200"/>
                </a:lnTo>
                <a:lnTo>
                  <a:pt x="1028700" y="85725"/>
                </a:lnTo>
                <a:lnTo>
                  <a:pt x="1019175" y="85725"/>
                </a:lnTo>
                <a:close/>
                <a:moveTo>
                  <a:pt x="1409700" y="76200"/>
                </a:moveTo>
                <a:lnTo>
                  <a:pt x="1419225" y="76200"/>
                </a:lnTo>
                <a:lnTo>
                  <a:pt x="1419225" y="95250"/>
                </a:lnTo>
                <a:lnTo>
                  <a:pt x="1409700" y="95250"/>
                </a:lnTo>
                <a:close/>
                <a:moveTo>
                  <a:pt x="1428750" y="76200"/>
                </a:moveTo>
                <a:lnTo>
                  <a:pt x="1438275" y="76200"/>
                </a:lnTo>
                <a:lnTo>
                  <a:pt x="1438275" y="85725"/>
                </a:lnTo>
                <a:lnTo>
                  <a:pt x="1428750" y="85725"/>
                </a:lnTo>
                <a:close/>
                <a:moveTo>
                  <a:pt x="800100" y="85725"/>
                </a:moveTo>
                <a:lnTo>
                  <a:pt x="809625" y="85725"/>
                </a:lnTo>
                <a:lnTo>
                  <a:pt x="809625" y="95250"/>
                </a:lnTo>
                <a:lnTo>
                  <a:pt x="800100" y="95250"/>
                </a:lnTo>
                <a:close/>
                <a:moveTo>
                  <a:pt x="1352550" y="85725"/>
                </a:moveTo>
                <a:lnTo>
                  <a:pt x="1371600" y="85725"/>
                </a:lnTo>
                <a:lnTo>
                  <a:pt x="1371600" y="95250"/>
                </a:lnTo>
                <a:lnTo>
                  <a:pt x="1381125" y="95250"/>
                </a:lnTo>
                <a:lnTo>
                  <a:pt x="1381125" y="114300"/>
                </a:lnTo>
                <a:lnTo>
                  <a:pt x="1409700" y="114300"/>
                </a:lnTo>
                <a:lnTo>
                  <a:pt x="1409700" y="104775"/>
                </a:lnTo>
                <a:lnTo>
                  <a:pt x="1428750" y="104775"/>
                </a:lnTo>
                <a:lnTo>
                  <a:pt x="1428750" y="114300"/>
                </a:lnTo>
                <a:lnTo>
                  <a:pt x="1438275" y="114300"/>
                </a:lnTo>
                <a:lnTo>
                  <a:pt x="1438275" y="142875"/>
                </a:lnTo>
                <a:lnTo>
                  <a:pt x="1419225" y="142875"/>
                </a:lnTo>
                <a:lnTo>
                  <a:pt x="1419225" y="133350"/>
                </a:lnTo>
                <a:lnTo>
                  <a:pt x="1409700" y="133350"/>
                </a:lnTo>
                <a:lnTo>
                  <a:pt x="1409700" y="152400"/>
                </a:lnTo>
                <a:lnTo>
                  <a:pt x="1381125" y="152400"/>
                </a:lnTo>
                <a:lnTo>
                  <a:pt x="1381125" y="142875"/>
                </a:lnTo>
                <a:lnTo>
                  <a:pt x="1390650" y="142875"/>
                </a:lnTo>
                <a:lnTo>
                  <a:pt x="1390650" y="133350"/>
                </a:lnTo>
                <a:lnTo>
                  <a:pt x="1362075" y="133350"/>
                </a:lnTo>
                <a:lnTo>
                  <a:pt x="1362075" y="142875"/>
                </a:lnTo>
                <a:lnTo>
                  <a:pt x="1352550" y="142875"/>
                </a:lnTo>
                <a:lnTo>
                  <a:pt x="1352550" y="123825"/>
                </a:lnTo>
                <a:lnTo>
                  <a:pt x="1362075" y="123825"/>
                </a:lnTo>
                <a:lnTo>
                  <a:pt x="1362075" y="95250"/>
                </a:lnTo>
                <a:lnTo>
                  <a:pt x="1352550" y="95250"/>
                </a:lnTo>
                <a:close/>
                <a:moveTo>
                  <a:pt x="695325" y="104775"/>
                </a:moveTo>
                <a:lnTo>
                  <a:pt x="704850" y="104775"/>
                </a:lnTo>
                <a:lnTo>
                  <a:pt x="704850" y="114300"/>
                </a:lnTo>
                <a:lnTo>
                  <a:pt x="733425" y="114300"/>
                </a:lnTo>
                <a:lnTo>
                  <a:pt x="733425" y="104775"/>
                </a:lnTo>
                <a:lnTo>
                  <a:pt x="742950" y="104775"/>
                </a:lnTo>
                <a:lnTo>
                  <a:pt x="742950" y="142875"/>
                </a:lnTo>
                <a:lnTo>
                  <a:pt x="733425" y="142875"/>
                </a:lnTo>
                <a:lnTo>
                  <a:pt x="733425" y="133350"/>
                </a:lnTo>
                <a:lnTo>
                  <a:pt x="695325" y="133350"/>
                </a:lnTo>
                <a:close/>
                <a:moveTo>
                  <a:pt x="533400" y="114300"/>
                </a:moveTo>
                <a:lnTo>
                  <a:pt x="561975" y="114300"/>
                </a:lnTo>
                <a:lnTo>
                  <a:pt x="561975" y="123825"/>
                </a:lnTo>
                <a:lnTo>
                  <a:pt x="571500" y="123825"/>
                </a:lnTo>
                <a:lnTo>
                  <a:pt x="571500" y="133350"/>
                </a:lnTo>
                <a:lnTo>
                  <a:pt x="561975" y="133350"/>
                </a:lnTo>
                <a:lnTo>
                  <a:pt x="561975" y="142875"/>
                </a:lnTo>
                <a:lnTo>
                  <a:pt x="514350" y="142875"/>
                </a:lnTo>
                <a:lnTo>
                  <a:pt x="514350" y="133350"/>
                </a:lnTo>
                <a:lnTo>
                  <a:pt x="523875" y="133350"/>
                </a:lnTo>
                <a:lnTo>
                  <a:pt x="523875" y="123825"/>
                </a:lnTo>
                <a:lnTo>
                  <a:pt x="533400" y="123825"/>
                </a:lnTo>
                <a:close/>
                <a:moveTo>
                  <a:pt x="628650" y="114300"/>
                </a:moveTo>
                <a:lnTo>
                  <a:pt x="638175" y="114300"/>
                </a:lnTo>
                <a:lnTo>
                  <a:pt x="638175" y="133350"/>
                </a:lnTo>
                <a:lnTo>
                  <a:pt x="628650" y="133350"/>
                </a:lnTo>
                <a:close/>
                <a:moveTo>
                  <a:pt x="1304925" y="114300"/>
                </a:moveTo>
                <a:lnTo>
                  <a:pt x="1323975" y="114300"/>
                </a:lnTo>
                <a:lnTo>
                  <a:pt x="1323975" y="123825"/>
                </a:lnTo>
                <a:lnTo>
                  <a:pt x="1314450" y="123825"/>
                </a:lnTo>
                <a:lnTo>
                  <a:pt x="1314450" y="133350"/>
                </a:lnTo>
                <a:lnTo>
                  <a:pt x="1304925" y="133350"/>
                </a:lnTo>
                <a:close/>
                <a:moveTo>
                  <a:pt x="1495425" y="114300"/>
                </a:moveTo>
                <a:lnTo>
                  <a:pt x="1504950" y="114300"/>
                </a:lnTo>
                <a:lnTo>
                  <a:pt x="1504950" y="133350"/>
                </a:lnTo>
                <a:lnTo>
                  <a:pt x="1495425" y="133350"/>
                </a:lnTo>
                <a:close/>
                <a:moveTo>
                  <a:pt x="1514475" y="114300"/>
                </a:moveTo>
                <a:lnTo>
                  <a:pt x="1533525" y="114300"/>
                </a:lnTo>
                <a:lnTo>
                  <a:pt x="1533525" y="133350"/>
                </a:lnTo>
                <a:lnTo>
                  <a:pt x="1514475" y="133350"/>
                </a:lnTo>
                <a:close/>
                <a:moveTo>
                  <a:pt x="1552575" y="114300"/>
                </a:moveTo>
                <a:lnTo>
                  <a:pt x="1590675" y="114300"/>
                </a:lnTo>
                <a:lnTo>
                  <a:pt x="1590675" y="123825"/>
                </a:lnTo>
                <a:lnTo>
                  <a:pt x="1619250" y="123825"/>
                </a:lnTo>
                <a:lnTo>
                  <a:pt x="1619250" y="114300"/>
                </a:lnTo>
                <a:lnTo>
                  <a:pt x="1638300" y="114300"/>
                </a:lnTo>
                <a:lnTo>
                  <a:pt x="1638300" y="133350"/>
                </a:lnTo>
                <a:lnTo>
                  <a:pt x="1628775" y="133350"/>
                </a:lnTo>
                <a:lnTo>
                  <a:pt x="1628775" y="152400"/>
                </a:lnTo>
                <a:lnTo>
                  <a:pt x="1609725" y="152400"/>
                </a:lnTo>
                <a:lnTo>
                  <a:pt x="1609725" y="142875"/>
                </a:lnTo>
                <a:lnTo>
                  <a:pt x="1590675" y="142875"/>
                </a:lnTo>
                <a:lnTo>
                  <a:pt x="1590675" y="133350"/>
                </a:lnTo>
                <a:lnTo>
                  <a:pt x="1552575" y="133350"/>
                </a:lnTo>
                <a:close/>
                <a:moveTo>
                  <a:pt x="1647825" y="114300"/>
                </a:moveTo>
                <a:lnTo>
                  <a:pt x="1657350" y="114300"/>
                </a:lnTo>
                <a:lnTo>
                  <a:pt x="1657350" y="133350"/>
                </a:lnTo>
                <a:lnTo>
                  <a:pt x="1647825" y="133350"/>
                </a:lnTo>
                <a:close/>
                <a:moveTo>
                  <a:pt x="1028700" y="123825"/>
                </a:moveTo>
                <a:lnTo>
                  <a:pt x="1038225" y="123825"/>
                </a:lnTo>
                <a:lnTo>
                  <a:pt x="1038225" y="133350"/>
                </a:lnTo>
                <a:lnTo>
                  <a:pt x="1028700" y="133350"/>
                </a:lnTo>
                <a:close/>
                <a:moveTo>
                  <a:pt x="1257300" y="123825"/>
                </a:moveTo>
                <a:lnTo>
                  <a:pt x="1266825" y="123825"/>
                </a:lnTo>
                <a:lnTo>
                  <a:pt x="1266825" y="133350"/>
                </a:lnTo>
                <a:lnTo>
                  <a:pt x="1276350" y="133350"/>
                </a:lnTo>
                <a:lnTo>
                  <a:pt x="1276350" y="142875"/>
                </a:lnTo>
                <a:lnTo>
                  <a:pt x="1247775" y="142875"/>
                </a:lnTo>
                <a:lnTo>
                  <a:pt x="1247775" y="133350"/>
                </a:lnTo>
                <a:lnTo>
                  <a:pt x="1257300" y="133350"/>
                </a:lnTo>
                <a:close/>
                <a:moveTo>
                  <a:pt x="1295400" y="133350"/>
                </a:moveTo>
                <a:lnTo>
                  <a:pt x="1304925" y="133350"/>
                </a:lnTo>
                <a:lnTo>
                  <a:pt x="1304925" y="152400"/>
                </a:lnTo>
                <a:lnTo>
                  <a:pt x="1295400" y="152400"/>
                </a:lnTo>
                <a:close/>
                <a:moveTo>
                  <a:pt x="1466850" y="133350"/>
                </a:moveTo>
                <a:lnTo>
                  <a:pt x="1485900" y="133350"/>
                </a:lnTo>
                <a:lnTo>
                  <a:pt x="1485900" y="152400"/>
                </a:lnTo>
                <a:lnTo>
                  <a:pt x="1466850" y="152400"/>
                </a:lnTo>
                <a:close/>
                <a:moveTo>
                  <a:pt x="47625" y="142875"/>
                </a:moveTo>
                <a:lnTo>
                  <a:pt x="66675" y="142875"/>
                </a:lnTo>
                <a:lnTo>
                  <a:pt x="66675" y="152400"/>
                </a:lnTo>
                <a:lnTo>
                  <a:pt x="47625" y="152400"/>
                </a:lnTo>
                <a:close/>
                <a:moveTo>
                  <a:pt x="495300" y="152400"/>
                </a:moveTo>
                <a:lnTo>
                  <a:pt x="504825" y="152400"/>
                </a:lnTo>
                <a:lnTo>
                  <a:pt x="504825" y="161925"/>
                </a:lnTo>
                <a:lnTo>
                  <a:pt x="495300" y="161925"/>
                </a:lnTo>
                <a:close/>
                <a:moveTo>
                  <a:pt x="47625" y="161925"/>
                </a:moveTo>
                <a:lnTo>
                  <a:pt x="66675" y="161925"/>
                </a:lnTo>
                <a:lnTo>
                  <a:pt x="66675" y="171450"/>
                </a:lnTo>
                <a:lnTo>
                  <a:pt x="57150" y="171450"/>
                </a:lnTo>
                <a:lnTo>
                  <a:pt x="57150" y="190500"/>
                </a:lnTo>
                <a:lnTo>
                  <a:pt x="47625" y="190500"/>
                </a:lnTo>
                <a:close/>
                <a:moveTo>
                  <a:pt x="428625" y="161925"/>
                </a:moveTo>
                <a:lnTo>
                  <a:pt x="438150" y="161925"/>
                </a:lnTo>
                <a:lnTo>
                  <a:pt x="438150" y="171450"/>
                </a:lnTo>
                <a:lnTo>
                  <a:pt x="428625" y="171450"/>
                </a:lnTo>
                <a:close/>
                <a:moveTo>
                  <a:pt x="1362075" y="161925"/>
                </a:moveTo>
                <a:lnTo>
                  <a:pt x="1381125" y="161925"/>
                </a:lnTo>
                <a:lnTo>
                  <a:pt x="1381125" y="171450"/>
                </a:lnTo>
                <a:lnTo>
                  <a:pt x="1371600" y="171450"/>
                </a:lnTo>
                <a:lnTo>
                  <a:pt x="1371600" y="180975"/>
                </a:lnTo>
                <a:lnTo>
                  <a:pt x="1381125" y="180975"/>
                </a:lnTo>
                <a:lnTo>
                  <a:pt x="1381125" y="171450"/>
                </a:lnTo>
                <a:lnTo>
                  <a:pt x="1390650" y="171450"/>
                </a:lnTo>
                <a:lnTo>
                  <a:pt x="1390650" y="161925"/>
                </a:lnTo>
                <a:lnTo>
                  <a:pt x="1400175" y="161925"/>
                </a:lnTo>
                <a:lnTo>
                  <a:pt x="1400175" y="171450"/>
                </a:lnTo>
                <a:lnTo>
                  <a:pt x="1409700" y="171450"/>
                </a:lnTo>
                <a:lnTo>
                  <a:pt x="1409700" y="200025"/>
                </a:lnTo>
                <a:lnTo>
                  <a:pt x="1400175" y="200025"/>
                </a:lnTo>
                <a:lnTo>
                  <a:pt x="1400175" y="180975"/>
                </a:lnTo>
                <a:lnTo>
                  <a:pt x="1390650" y="180975"/>
                </a:lnTo>
                <a:lnTo>
                  <a:pt x="1390650" y="219075"/>
                </a:lnTo>
                <a:lnTo>
                  <a:pt x="1371600" y="219075"/>
                </a:lnTo>
                <a:lnTo>
                  <a:pt x="1371600" y="190500"/>
                </a:lnTo>
                <a:lnTo>
                  <a:pt x="1352550" y="190500"/>
                </a:lnTo>
                <a:lnTo>
                  <a:pt x="1352550" y="200025"/>
                </a:lnTo>
                <a:lnTo>
                  <a:pt x="1343025" y="200025"/>
                </a:lnTo>
                <a:lnTo>
                  <a:pt x="1343025" y="190500"/>
                </a:lnTo>
                <a:lnTo>
                  <a:pt x="1333500" y="190500"/>
                </a:lnTo>
                <a:lnTo>
                  <a:pt x="1333500" y="180975"/>
                </a:lnTo>
                <a:lnTo>
                  <a:pt x="1362075" y="180975"/>
                </a:lnTo>
                <a:close/>
                <a:moveTo>
                  <a:pt x="904875" y="171450"/>
                </a:moveTo>
                <a:lnTo>
                  <a:pt x="914400" y="171450"/>
                </a:lnTo>
                <a:lnTo>
                  <a:pt x="914400" y="180975"/>
                </a:lnTo>
                <a:lnTo>
                  <a:pt x="904875" y="180975"/>
                </a:lnTo>
                <a:close/>
                <a:moveTo>
                  <a:pt x="1533525" y="171450"/>
                </a:moveTo>
                <a:lnTo>
                  <a:pt x="1543050" y="171450"/>
                </a:lnTo>
                <a:lnTo>
                  <a:pt x="1543050" y="180975"/>
                </a:lnTo>
                <a:lnTo>
                  <a:pt x="1552575" y="180975"/>
                </a:lnTo>
                <a:lnTo>
                  <a:pt x="1552575" y="171450"/>
                </a:lnTo>
                <a:lnTo>
                  <a:pt x="1562100" y="171450"/>
                </a:lnTo>
                <a:lnTo>
                  <a:pt x="1562100" y="190500"/>
                </a:lnTo>
                <a:lnTo>
                  <a:pt x="1543050" y="190500"/>
                </a:lnTo>
                <a:lnTo>
                  <a:pt x="1543050" y="209550"/>
                </a:lnTo>
                <a:lnTo>
                  <a:pt x="1533525" y="209550"/>
                </a:lnTo>
                <a:close/>
                <a:moveTo>
                  <a:pt x="95250" y="180975"/>
                </a:moveTo>
                <a:lnTo>
                  <a:pt x="104775" y="180975"/>
                </a:lnTo>
                <a:lnTo>
                  <a:pt x="104775" y="190500"/>
                </a:lnTo>
                <a:lnTo>
                  <a:pt x="95250" y="190500"/>
                </a:lnTo>
                <a:close/>
                <a:moveTo>
                  <a:pt x="1771650" y="180975"/>
                </a:moveTo>
                <a:lnTo>
                  <a:pt x="1781175" y="180975"/>
                </a:lnTo>
                <a:lnTo>
                  <a:pt x="1781175" y="190500"/>
                </a:lnTo>
                <a:lnTo>
                  <a:pt x="1771650" y="190500"/>
                </a:lnTo>
                <a:close/>
                <a:moveTo>
                  <a:pt x="85725" y="190500"/>
                </a:moveTo>
                <a:lnTo>
                  <a:pt x="95250" y="190500"/>
                </a:lnTo>
                <a:lnTo>
                  <a:pt x="95250" y="200025"/>
                </a:lnTo>
                <a:lnTo>
                  <a:pt x="104775" y="200025"/>
                </a:lnTo>
                <a:lnTo>
                  <a:pt x="104775" y="209550"/>
                </a:lnTo>
                <a:lnTo>
                  <a:pt x="123825" y="209550"/>
                </a:lnTo>
                <a:lnTo>
                  <a:pt x="123825" y="219075"/>
                </a:lnTo>
                <a:lnTo>
                  <a:pt x="114300" y="219075"/>
                </a:lnTo>
                <a:lnTo>
                  <a:pt x="114300" y="238125"/>
                </a:lnTo>
                <a:lnTo>
                  <a:pt x="133350" y="238125"/>
                </a:lnTo>
                <a:lnTo>
                  <a:pt x="133350" y="247650"/>
                </a:lnTo>
                <a:lnTo>
                  <a:pt x="152400" y="247650"/>
                </a:lnTo>
                <a:lnTo>
                  <a:pt x="152400" y="257175"/>
                </a:lnTo>
                <a:lnTo>
                  <a:pt x="142875" y="257175"/>
                </a:lnTo>
                <a:lnTo>
                  <a:pt x="142875" y="266700"/>
                </a:lnTo>
                <a:lnTo>
                  <a:pt x="114300" y="266700"/>
                </a:lnTo>
                <a:lnTo>
                  <a:pt x="114300" y="257175"/>
                </a:lnTo>
                <a:lnTo>
                  <a:pt x="104775" y="257175"/>
                </a:lnTo>
                <a:lnTo>
                  <a:pt x="104775" y="247650"/>
                </a:lnTo>
                <a:lnTo>
                  <a:pt x="76200" y="247650"/>
                </a:lnTo>
                <a:lnTo>
                  <a:pt x="76200" y="238125"/>
                </a:lnTo>
                <a:lnTo>
                  <a:pt x="85725" y="238125"/>
                </a:lnTo>
                <a:lnTo>
                  <a:pt x="85725" y="228600"/>
                </a:lnTo>
                <a:lnTo>
                  <a:pt x="76200" y="228600"/>
                </a:lnTo>
                <a:lnTo>
                  <a:pt x="76200" y="219075"/>
                </a:lnTo>
                <a:lnTo>
                  <a:pt x="85725" y="219075"/>
                </a:lnTo>
                <a:close/>
                <a:moveTo>
                  <a:pt x="466725" y="190500"/>
                </a:moveTo>
                <a:lnTo>
                  <a:pt x="476250" y="190500"/>
                </a:lnTo>
                <a:lnTo>
                  <a:pt x="476250" y="219075"/>
                </a:lnTo>
                <a:lnTo>
                  <a:pt x="466725" y="219075"/>
                </a:lnTo>
                <a:close/>
                <a:moveTo>
                  <a:pt x="628650" y="190500"/>
                </a:moveTo>
                <a:lnTo>
                  <a:pt x="647700" y="190500"/>
                </a:lnTo>
                <a:lnTo>
                  <a:pt x="647700" y="200025"/>
                </a:lnTo>
                <a:lnTo>
                  <a:pt x="628650" y="200025"/>
                </a:lnTo>
                <a:close/>
                <a:moveTo>
                  <a:pt x="1562100" y="190500"/>
                </a:moveTo>
                <a:lnTo>
                  <a:pt x="1571625" y="190500"/>
                </a:lnTo>
                <a:lnTo>
                  <a:pt x="1571625" y="200025"/>
                </a:lnTo>
                <a:lnTo>
                  <a:pt x="1600200" y="200025"/>
                </a:lnTo>
                <a:lnTo>
                  <a:pt x="1600200" y="209550"/>
                </a:lnTo>
                <a:lnTo>
                  <a:pt x="1609725" y="209550"/>
                </a:lnTo>
                <a:lnTo>
                  <a:pt x="1609725" y="219075"/>
                </a:lnTo>
                <a:lnTo>
                  <a:pt x="1571625" y="219075"/>
                </a:lnTo>
                <a:lnTo>
                  <a:pt x="1571625" y="228600"/>
                </a:lnTo>
                <a:lnTo>
                  <a:pt x="1562100" y="228600"/>
                </a:lnTo>
                <a:lnTo>
                  <a:pt x="1562100" y="219075"/>
                </a:lnTo>
                <a:lnTo>
                  <a:pt x="1543050" y="219075"/>
                </a:lnTo>
                <a:lnTo>
                  <a:pt x="1543050" y="209550"/>
                </a:lnTo>
                <a:lnTo>
                  <a:pt x="1562100" y="209550"/>
                </a:lnTo>
                <a:close/>
                <a:moveTo>
                  <a:pt x="1323975" y="200025"/>
                </a:moveTo>
                <a:lnTo>
                  <a:pt x="1333500" y="200025"/>
                </a:lnTo>
                <a:lnTo>
                  <a:pt x="1333500" y="219075"/>
                </a:lnTo>
                <a:lnTo>
                  <a:pt x="1323975" y="219075"/>
                </a:lnTo>
                <a:close/>
                <a:moveTo>
                  <a:pt x="1704975" y="200025"/>
                </a:moveTo>
                <a:lnTo>
                  <a:pt x="1714500" y="200025"/>
                </a:lnTo>
                <a:lnTo>
                  <a:pt x="1714500" y="209550"/>
                </a:lnTo>
                <a:lnTo>
                  <a:pt x="1704975" y="209550"/>
                </a:lnTo>
                <a:close/>
                <a:moveTo>
                  <a:pt x="1733550" y="200025"/>
                </a:moveTo>
                <a:lnTo>
                  <a:pt x="1743075" y="200025"/>
                </a:lnTo>
                <a:lnTo>
                  <a:pt x="1743075" y="209550"/>
                </a:lnTo>
                <a:lnTo>
                  <a:pt x="1733550" y="209550"/>
                </a:lnTo>
                <a:close/>
                <a:moveTo>
                  <a:pt x="1143000" y="209550"/>
                </a:moveTo>
                <a:lnTo>
                  <a:pt x="1152525" y="209550"/>
                </a:lnTo>
                <a:lnTo>
                  <a:pt x="1152525" y="228600"/>
                </a:lnTo>
                <a:lnTo>
                  <a:pt x="1143000" y="228600"/>
                </a:lnTo>
                <a:close/>
                <a:moveTo>
                  <a:pt x="1181100" y="209550"/>
                </a:moveTo>
                <a:lnTo>
                  <a:pt x="1190625" y="209550"/>
                </a:lnTo>
                <a:lnTo>
                  <a:pt x="1190625" y="219075"/>
                </a:lnTo>
                <a:lnTo>
                  <a:pt x="1181100" y="219075"/>
                </a:lnTo>
                <a:close/>
                <a:moveTo>
                  <a:pt x="1666875" y="209550"/>
                </a:moveTo>
                <a:lnTo>
                  <a:pt x="1676400" y="209550"/>
                </a:lnTo>
                <a:lnTo>
                  <a:pt x="1676400" y="219075"/>
                </a:lnTo>
                <a:lnTo>
                  <a:pt x="1666875" y="219075"/>
                </a:lnTo>
                <a:close/>
                <a:moveTo>
                  <a:pt x="1685925" y="209550"/>
                </a:moveTo>
                <a:lnTo>
                  <a:pt x="1704975" y="209550"/>
                </a:lnTo>
                <a:lnTo>
                  <a:pt x="1704975" y="219075"/>
                </a:lnTo>
                <a:lnTo>
                  <a:pt x="1685925" y="219075"/>
                </a:lnTo>
                <a:close/>
                <a:moveTo>
                  <a:pt x="1504950" y="219075"/>
                </a:moveTo>
                <a:lnTo>
                  <a:pt x="1524000" y="219075"/>
                </a:lnTo>
                <a:lnTo>
                  <a:pt x="1524000" y="228600"/>
                </a:lnTo>
                <a:lnTo>
                  <a:pt x="1504950" y="228600"/>
                </a:lnTo>
                <a:close/>
                <a:moveTo>
                  <a:pt x="1057275" y="228600"/>
                </a:moveTo>
                <a:lnTo>
                  <a:pt x="1066800" y="228600"/>
                </a:lnTo>
                <a:lnTo>
                  <a:pt x="1066800" y="238125"/>
                </a:lnTo>
                <a:lnTo>
                  <a:pt x="1057275" y="238125"/>
                </a:lnTo>
                <a:close/>
                <a:moveTo>
                  <a:pt x="1104900" y="228600"/>
                </a:moveTo>
                <a:lnTo>
                  <a:pt x="1114425" y="228600"/>
                </a:lnTo>
                <a:lnTo>
                  <a:pt x="1114425" y="238125"/>
                </a:lnTo>
                <a:lnTo>
                  <a:pt x="1104900" y="238125"/>
                </a:lnTo>
                <a:close/>
                <a:moveTo>
                  <a:pt x="1276350" y="228600"/>
                </a:moveTo>
                <a:lnTo>
                  <a:pt x="1285875" y="228600"/>
                </a:lnTo>
                <a:lnTo>
                  <a:pt x="1285875" y="238125"/>
                </a:lnTo>
                <a:lnTo>
                  <a:pt x="1295400" y="238125"/>
                </a:lnTo>
                <a:lnTo>
                  <a:pt x="1295400" y="247650"/>
                </a:lnTo>
                <a:lnTo>
                  <a:pt x="1276350" y="247650"/>
                </a:lnTo>
                <a:close/>
                <a:moveTo>
                  <a:pt x="1704975" y="228600"/>
                </a:moveTo>
                <a:lnTo>
                  <a:pt x="1714500" y="228600"/>
                </a:lnTo>
                <a:lnTo>
                  <a:pt x="1714500" y="238125"/>
                </a:lnTo>
                <a:lnTo>
                  <a:pt x="1704975" y="238125"/>
                </a:lnTo>
                <a:close/>
                <a:moveTo>
                  <a:pt x="962025" y="238125"/>
                </a:moveTo>
                <a:lnTo>
                  <a:pt x="971550" y="238125"/>
                </a:lnTo>
                <a:lnTo>
                  <a:pt x="971550" y="247650"/>
                </a:lnTo>
                <a:lnTo>
                  <a:pt x="962025" y="247650"/>
                </a:lnTo>
                <a:close/>
                <a:moveTo>
                  <a:pt x="1028700" y="238125"/>
                </a:moveTo>
                <a:lnTo>
                  <a:pt x="1038225" y="238125"/>
                </a:lnTo>
                <a:lnTo>
                  <a:pt x="1038225" y="247650"/>
                </a:lnTo>
                <a:lnTo>
                  <a:pt x="1028700" y="247650"/>
                </a:lnTo>
                <a:close/>
                <a:moveTo>
                  <a:pt x="1047750" y="238125"/>
                </a:moveTo>
                <a:lnTo>
                  <a:pt x="1057275" y="238125"/>
                </a:lnTo>
                <a:lnTo>
                  <a:pt x="1057275" y="247650"/>
                </a:lnTo>
                <a:lnTo>
                  <a:pt x="1047750" y="247650"/>
                </a:lnTo>
                <a:close/>
                <a:moveTo>
                  <a:pt x="1133475" y="238125"/>
                </a:moveTo>
                <a:lnTo>
                  <a:pt x="1143000" y="238125"/>
                </a:lnTo>
                <a:lnTo>
                  <a:pt x="1143000" y="247650"/>
                </a:lnTo>
                <a:lnTo>
                  <a:pt x="1133475" y="247650"/>
                </a:lnTo>
                <a:close/>
                <a:moveTo>
                  <a:pt x="1200150" y="238125"/>
                </a:moveTo>
                <a:lnTo>
                  <a:pt x="1219200" y="238125"/>
                </a:lnTo>
                <a:lnTo>
                  <a:pt x="1219200" y="247650"/>
                </a:lnTo>
                <a:lnTo>
                  <a:pt x="1200150" y="247650"/>
                </a:lnTo>
                <a:close/>
                <a:moveTo>
                  <a:pt x="200025" y="247650"/>
                </a:moveTo>
                <a:lnTo>
                  <a:pt x="209550" y="247650"/>
                </a:lnTo>
                <a:lnTo>
                  <a:pt x="209550" y="257175"/>
                </a:lnTo>
                <a:lnTo>
                  <a:pt x="200025" y="257175"/>
                </a:lnTo>
                <a:close/>
                <a:moveTo>
                  <a:pt x="1038225" y="247650"/>
                </a:moveTo>
                <a:lnTo>
                  <a:pt x="1047750" y="247650"/>
                </a:lnTo>
                <a:lnTo>
                  <a:pt x="1047750" y="266700"/>
                </a:lnTo>
                <a:lnTo>
                  <a:pt x="1038225" y="266700"/>
                </a:lnTo>
                <a:close/>
                <a:moveTo>
                  <a:pt x="161925" y="257175"/>
                </a:moveTo>
                <a:lnTo>
                  <a:pt x="171450" y="257175"/>
                </a:lnTo>
                <a:lnTo>
                  <a:pt x="171450" y="266700"/>
                </a:lnTo>
                <a:lnTo>
                  <a:pt x="161925" y="266700"/>
                </a:lnTo>
                <a:close/>
                <a:moveTo>
                  <a:pt x="828675" y="257175"/>
                </a:moveTo>
                <a:lnTo>
                  <a:pt x="895350" y="257175"/>
                </a:lnTo>
                <a:lnTo>
                  <a:pt x="895350" y="266700"/>
                </a:lnTo>
                <a:lnTo>
                  <a:pt x="828675" y="266700"/>
                </a:lnTo>
                <a:close/>
                <a:moveTo>
                  <a:pt x="952500" y="257175"/>
                </a:moveTo>
                <a:lnTo>
                  <a:pt x="962025" y="257175"/>
                </a:lnTo>
                <a:lnTo>
                  <a:pt x="962025" y="266700"/>
                </a:lnTo>
                <a:lnTo>
                  <a:pt x="952500" y="266700"/>
                </a:lnTo>
                <a:close/>
                <a:moveTo>
                  <a:pt x="1209675" y="257175"/>
                </a:moveTo>
                <a:lnTo>
                  <a:pt x="1238250" y="257175"/>
                </a:lnTo>
                <a:lnTo>
                  <a:pt x="1238250" y="266700"/>
                </a:lnTo>
                <a:lnTo>
                  <a:pt x="1209675" y="266700"/>
                </a:lnTo>
                <a:close/>
                <a:moveTo>
                  <a:pt x="1266825" y="257175"/>
                </a:moveTo>
                <a:lnTo>
                  <a:pt x="1295400" y="257175"/>
                </a:lnTo>
                <a:lnTo>
                  <a:pt x="1295400" y="266700"/>
                </a:lnTo>
                <a:lnTo>
                  <a:pt x="1266825" y="266700"/>
                </a:lnTo>
                <a:close/>
                <a:moveTo>
                  <a:pt x="1362075" y="257175"/>
                </a:moveTo>
                <a:lnTo>
                  <a:pt x="1371600" y="257175"/>
                </a:lnTo>
                <a:lnTo>
                  <a:pt x="1371600" y="266700"/>
                </a:lnTo>
                <a:lnTo>
                  <a:pt x="1362075" y="266700"/>
                </a:lnTo>
                <a:close/>
                <a:moveTo>
                  <a:pt x="1381125" y="257175"/>
                </a:moveTo>
                <a:lnTo>
                  <a:pt x="1409700" y="257175"/>
                </a:lnTo>
                <a:lnTo>
                  <a:pt x="1409700" y="266700"/>
                </a:lnTo>
                <a:lnTo>
                  <a:pt x="1381125" y="266700"/>
                </a:lnTo>
                <a:close/>
                <a:moveTo>
                  <a:pt x="1428750" y="257175"/>
                </a:moveTo>
                <a:lnTo>
                  <a:pt x="1447800" y="257175"/>
                </a:lnTo>
                <a:lnTo>
                  <a:pt x="1447800" y="266700"/>
                </a:lnTo>
                <a:lnTo>
                  <a:pt x="1428750" y="266700"/>
                </a:lnTo>
                <a:close/>
                <a:moveTo>
                  <a:pt x="1466850" y="257175"/>
                </a:moveTo>
                <a:lnTo>
                  <a:pt x="1504950" y="257175"/>
                </a:lnTo>
                <a:lnTo>
                  <a:pt x="1504950" y="266700"/>
                </a:lnTo>
                <a:lnTo>
                  <a:pt x="1466850" y="266700"/>
                </a:lnTo>
                <a:close/>
                <a:moveTo>
                  <a:pt x="1628775" y="257175"/>
                </a:moveTo>
                <a:lnTo>
                  <a:pt x="1666875" y="257175"/>
                </a:lnTo>
                <a:lnTo>
                  <a:pt x="1666875" y="266700"/>
                </a:lnTo>
                <a:lnTo>
                  <a:pt x="1628775" y="266700"/>
                </a:lnTo>
                <a:close/>
                <a:moveTo>
                  <a:pt x="1724025" y="257175"/>
                </a:moveTo>
                <a:lnTo>
                  <a:pt x="1743075" y="257175"/>
                </a:lnTo>
                <a:lnTo>
                  <a:pt x="1743075" y="266700"/>
                </a:lnTo>
                <a:lnTo>
                  <a:pt x="1724025" y="266700"/>
                </a:lnTo>
                <a:close/>
                <a:moveTo>
                  <a:pt x="1800225" y="257175"/>
                </a:moveTo>
                <a:lnTo>
                  <a:pt x="1809750" y="257175"/>
                </a:lnTo>
                <a:lnTo>
                  <a:pt x="1809750" y="266700"/>
                </a:lnTo>
                <a:lnTo>
                  <a:pt x="1800225" y="266700"/>
                </a:lnTo>
                <a:close/>
                <a:moveTo>
                  <a:pt x="323850" y="266700"/>
                </a:moveTo>
                <a:lnTo>
                  <a:pt x="333375" y="266700"/>
                </a:lnTo>
                <a:lnTo>
                  <a:pt x="333375" y="276225"/>
                </a:lnTo>
                <a:lnTo>
                  <a:pt x="323850" y="276225"/>
                </a:lnTo>
                <a:close/>
                <a:moveTo>
                  <a:pt x="76200" y="276225"/>
                </a:moveTo>
                <a:lnTo>
                  <a:pt x="95250" y="276225"/>
                </a:lnTo>
                <a:lnTo>
                  <a:pt x="95250" y="295275"/>
                </a:lnTo>
                <a:lnTo>
                  <a:pt x="85725" y="295275"/>
                </a:lnTo>
                <a:lnTo>
                  <a:pt x="85725" y="285750"/>
                </a:lnTo>
                <a:lnTo>
                  <a:pt x="76200" y="285750"/>
                </a:lnTo>
                <a:close/>
                <a:moveTo>
                  <a:pt x="76200" y="295275"/>
                </a:moveTo>
                <a:lnTo>
                  <a:pt x="85725" y="295275"/>
                </a:lnTo>
                <a:lnTo>
                  <a:pt x="85725" y="304800"/>
                </a:lnTo>
                <a:lnTo>
                  <a:pt x="76200" y="304800"/>
                </a:lnTo>
                <a:close/>
                <a:moveTo>
                  <a:pt x="95250" y="295275"/>
                </a:moveTo>
                <a:lnTo>
                  <a:pt x="104775" y="295275"/>
                </a:lnTo>
                <a:lnTo>
                  <a:pt x="104775" y="304800"/>
                </a:lnTo>
                <a:lnTo>
                  <a:pt x="95250" y="304800"/>
                </a:lnTo>
                <a:close/>
                <a:moveTo>
                  <a:pt x="47625" y="361950"/>
                </a:moveTo>
                <a:lnTo>
                  <a:pt x="57150" y="361950"/>
                </a:lnTo>
                <a:lnTo>
                  <a:pt x="57150" y="371475"/>
                </a:lnTo>
                <a:lnTo>
                  <a:pt x="47625" y="371475"/>
                </a:lnTo>
                <a:close/>
                <a:moveTo>
                  <a:pt x="76200" y="371475"/>
                </a:moveTo>
                <a:lnTo>
                  <a:pt x="85725" y="371475"/>
                </a:lnTo>
                <a:lnTo>
                  <a:pt x="85725" y="381000"/>
                </a:lnTo>
                <a:lnTo>
                  <a:pt x="95250" y="381000"/>
                </a:lnTo>
                <a:lnTo>
                  <a:pt x="95250" y="371475"/>
                </a:lnTo>
                <a:lnTo>
                  <a:pt x="104775" y="371475"/>
                </a:lnTo>
                <a:lnTo>
                  <a:pt x="104775" y="381000"/>
                </a:lnTo>
                <a:lnTo>
                  <a:pt x="95250" y="381000"/>
                </a:lnTo>
                <a:lnTo>
                  <a:pt x="95250" y="390525"/>
                </a:lnTo>
                <a:lnTo>
                  <a:pt x="76200" y="390525"/>
                </a:lnTo>
                <a:close/>
                <a:moveTo>
                  <a:pt x="76200" y="438150"/>
                </a:moveTo>
                <a:lnTo>
                  <a:pt x="104775" y="438150"/>
                </a:lnTo>
                <a:lnTo>
                  <a:pt x="104775" y="447675"/>
                </a:lnTo>
                <a:lnTo>
                  <a:pt x="95250" y="447675"/>
                </a:lnTo>
                <a:lnTo>
                  <a:pt x="95250" y="457200"/>
                </a:lnTo>
                <a:lnTo>
                  <a:pt x="76200" y="457200"/>
                </a:lnTo>
                <a:close/>
                <a:moveTo>
                  <a:pt x="66675" y="466725"/>
                </a:moveTo>
                <a:lnTo>
                  <a:pt x="76200" y="466725"/>
                </a:lnTo>
                <a:lnTo>
                  <a:pt x="76200" y="476250"/>
                </a:lnTo>
                <a:lnTo>
                  <a:pt x="66675" y="476250"/>
                </a:lnTo>
                <a:close/>
                <a:moveTo>
                  <a:pt x="1885950" y="514350"/>
                </a:moveTo>
                <a:lnTo>
                  <a:pt x="1905000" y="514350"/>
                </a:lnTo>
                <a:lnTo>
                  <a:pt x="1905000" y="523875"/>
                </a:lnTo>
                <a:lnTo>
                  <a:pt x="1895475" y="523875"/>
                </a:lnTo>
                <a:lnTo>
                  <a:pt x="1895475" y="533400"/>
                </a:lnTo>
                <a:lnTo>
                  <a:pt x="1885950" y="533400"/>
                </a:lnTo>
                <a:lnTo>
                  <a:pt x="1885950" y="542925"/>
                </a:lnTo>
                <a:lnTo>
                  <a:pt x="1876425" y="542925"/>
                </a:lnTo>
                <a:lnTo>
                  <a:pt x="1876425" y="523875"/>
                </a:lnTo>
                <a:lnTo>
                  <a:pt x="1885950" y="523875"/>
                </a:lnTo>
                <a:close/>
                <a:moveTo>
                  <a:pt x="257175" y="533400"/>
                </a:moveTo>
                <a:lnTo>
                  <a:pt x="266700" y="533400"/>
                </a:lnTo>
                <a:lnTo>
                  <a:pt x="266700" y="552450"/>
                </a:lnTo>
                <a:lnTo>
                  <a:pt x="257175" y="552450"/>
                </a:lnTo>
                <a:close/>
                <a:moveTo>
                  <a:pt x="285750" y="533400"/>
                </a:moveTo>
                <a:lnTo>
                  <a:pt x="304800" y="533400"/>
                </a:lnTo>
                <a:lnTo>
                  <a:pt x="304800" y="542925"/>
                </a:lnTo>
                <a:lnTo>
                  <a:pt x="333375" y="542925"/>
                </a:lnTo>
                <a:lnTo>
                  <a:pt x="333375" y="552450"/>
                </a:lnTo>
                <a:lnTo>
                  <a:pt x="285750" y="552450"/>
                </a:lnTo>
                <a:close/>
                <a:moveTo>
                  <a:pt x="361950" y="533400"/>
                </a:moveTo>
                <a:lnTo>
                  <a:pt x="381000" y="533400"/>
                </a:lnTo>
                <a:lnTo>
                  <a:pt x="381000" y="552450"/>
                </a:lnTo>
                <a:lnTo>
                  <a:pt x="361950" y="552450"/>
                </a:lnTo>
                <a:close/>
                <a:moveTo>
                  <a:pt x="647700" y="533400"/>
                </a:moveTo>
                <a:lnTo>
                  <a:pt x="657225" y="533400"/>
                </a:lnTo>
                <a:lnTo>
                  <a:pt x="657225" y="542925"/>
                </a:lnTo>
                <a:lnTo>
                  <a:pt x="647700" y="542925"/>
                </a:lnTo>
                <a:close/>
                <a:moveTo>
                  <a:pt x="228600" y="542925"/>
                </a:moveTo>
                <a:lnTo>
                  <a:pt x="247650" y="542925"/>
                </a:lnTo>
                <a:lnTo>
                  <a:pt x="247650" y="552450"/>
                </a:lnTo>
                <a:lnTo>
                  <a:pt x="228600" y="552450"/>
                </a:lnTo>
                <a:close/>
                <a:moveTo>
                  <a:pt x="428625" y="542925"/>
                </a:moveTo>
                <a:lnTo>
                  <a:pt x="438150" y="542925"/>
                </a:lnTo>
                <a:lnTo>
                  <a:pt x="438150" y="552450"/>
                </a:lnTo>
                <a:lnTo>
                  <a:pt x="428625" y="552450"/>
                </a:lnTo>
                <a:close/>
                <a:moveTo>
                  <a:pt x="447675" y="542925"/>
                </a:moveTo>
                <a:lnTo>
                  <a:pt x="457200" y="542925"/>
                </a:lnTo>
                <a:lnTo>
                  <a:pt x="457200" y="552450"/>
                </a:lnTo>
                <a:lnTo>
                  <a:pt x="447675" y="552450"/>
                </a:lnTo>
                <a:close/>
                <a:moveTo>
                  <a:pt x="600075" y="542925"/>
                </a:moveTo>
                <a:lnTo>
                  <a:pt x="609600" y="542925"/>
                </a:lnTo>
                <a:lnTo>
                  <a:pt x="609600" y="552450"/>
                </a:lnTo>
                <a:lnTo>
                  <a:pt x="600075" y="552450"/>
                </a:lnTo>
                <a:close/>
                <a:moveTo>
                  <a:pt x="619125" y="542925"/>
                </a:moveTo>
                <a:lnTo>
                  <a:pt x="647700" y="542925"/>
                </a:lnTo>
                <a:lnTo>
                  <a:pt x="647700" y="552450"/>
                </a:lnTo>
                <a:lnTo>
                  <a:pt x="666750" y="552450"/>
                </a:lnTo>
                <a:lnTo>
                  <a:pt x="666750" y="561975"/>
                </a:lnTo>
                <a:lnTo>
                  <a:pt x="609600" y="561975"/>
                </a:lnTo>
                <a:lnTo>
                  <a:pt x="609600" y="552450"/>
                </a:lnTo>
                <a:lnTo>
                  <a:pt x="619125" y="552450"/>
                </a:lnTo>
                <a:close/>
                <a:moveTo>
                  <a:pt x="828675" y="542925"/>
                </a:moveTo>
                <a:lnTo>
                  <a:pt x="847725" y="542925"/>
                </a:lnTo>
                <a:lnTo>
                  <a:pt x="847725" y="552450"/>
                </a:lnTo>
                <a:lnTo>
                  <a:pt x="828675" y="552450"/>
                </a:lnTo>
                <a:close/>
                <a:moveTo>
                  <a:pt x="857250" y="542925"/>
                </a:moveTo>
                <a:lnTo>
                  <a:pt x="866775" y="542925"/>
                </a:lnTo>
                <a:lnTo>
                  <a:pt x="866775" y="552450"/>
                </a:lnTo>
                <a:lnTo>
                  <a:pt x="857250" y="552450"/>
                </a:lnTo>
                <a:close/>
                <a:moveTo>
                  <a:pt x="981075" y="542925"/>
                </a:moveTo>
                <a:lnTo>
                  <a:pt x="990600" y="542925"/>
                </a:lnTo>
                <a:lnTo>
                  <a:pt x="990600" y="552450"/>
                </a:lnTo>
                <a:lnTo>
                  <a:pt x="981075" y="552450"/>
                </a:lnTo>
                <a:close/>
                <a:moveTo>
                  <a:pt x="1066800" y="542925"/>
                </a:moveTo>
                <a:lnTo>
                  <a:pt x="1085850" y="542925"/>
                </a:lnTo>
                <a:lnTo>
                  <a:pt x="1085850" y="552450"/>
                </a:lnTo>
                <a:lnTo>
                  <a:pt x="1066800" y="552450"/>
                </a:lnTo>
                <a:close/>
                <a:moveTo>
                  <a:pt x="1171575" y="542925"/>
                </a:moveTo>
                <a:lnTo>
                  <a:pt x="1209675" y="542925"/>
                </a:lnTo>
                <a:lnTo>
                  <a:pt x="1209675" y="552450"/>
                </a:lnTo>
                <a:lnTo>
                  <a:pt x="1171575" y="552450"/>
                </a:lnTo>
                <a:close/>
                <a:moveTo>
                  <a:pt x="1295400" y="542925"/>
                </a:moveTo>
                <a:lnTo>
                  <a:pt x="1314450" y="542925"/>
                </a:lnTo>
                <a:lnTo>
                  <a:pt x="1314450" y="552450"/>
                </a:lnTo>
                <a:lnTo>
                  <a:pt x="1295400" y="552450"/>
                </a:lnTo>
                <a:close/>
                <a:moveTo>
                  <a:pt x="1495425" y="542925"/>
                </a:moveTo>
                <a:lnTo>
                  <a:pt x="1533525" y="542925"/>
                </a:lnTo>
                <a:lnTo>
                  <a:pt x="1533525" y="552450"/>
                </a:lnTo>
                <a:lnTo>
                  <a:pt x="1495425" y="552450"/>
                </a:lnTo>
                <a:close/>
                <a:moveTo>
                  <a:pt x="752475" y="552450"/>
                </a:moveTo>
                <a:lnTo>
                  <a:pt x="781050" y="552450"/>
                </a:lnTo>
                <a:lnTo>
                  <a:pt x="781050" y="561975"/>
                </a:lnTo>
                <a:lnTo>
                  <a:pt x="790575" y="561975"/>
                </a:lnTo>
                <a:lnTo>
                  <a:pt x="790575" y="581025"/>
                </a:lnTo>
                <a:lnTo>
                  <a:pt x="771525" y="581025"/>
                </a:lnTo>
                <a:lnTo>
                  <a:pt x="771525" y="571500"/>
                </a:lnTo>
                <a:lnTo>
                  <a:pt x="733425" y="571500"/>
                </a:lnTo>
                <a:lnTo>
                  <a:pt x="733425" y="561975"/>
                </a:lnTo>
                <a:lnTo>
                  <a:pt x="752475" y="561975"/>
                </a:lnTo>
                <a:close/>
                <a:moveTo>
                  <a:pt x="381000" y="561975"/>
                </a:moveTo>
                <a:lnTo>
                  <a:pt x="390525" y="561975"/>
                </a:lnTo>
                <a:lnTo>
                  <a:pt x="390525" y="581025"/>
                </a:lnTo>
                <a:lnTo>
                  <a:pt x="381000" y="581025"/>
                </a:lnTo>
                <a:close/>
                <a:moveTo>
                  <a:pt x="685800" y="561975"/>
                </a:moveTo>
                <a:lnTo>
                  <a:pt x="704850" y="561975"/>
                </a:lnTo>
                <a:lnTo>
                  <a:pt x="704850" y="571500"/>
                </a:lnTo>
                <a:lnTo>
                  <a:pt x="714375" y="571500"/>
                </a:lnTo>
                <a:lnTo>
                  <a:pt x="714375" y="590550"/>
                </a:lnTo>
                <a:lnTo>
                  <a:pt x="695325" y="590550"/>
                </a:lnTo>
                <a:lnTo>
                  <a:pt x="695325" y="600075"/>
                </a:lnTo>
                <a:lnTo>
                  <a:pt x="666750" y="600075"/>
                </a:lnTo>
                <a:lnTo>
                  <a:pt x="666750" y="581025"/>
                </a:lnTo>
                <a:lnTo>
                  <a:pt x="676275" y="581025"/>
                </a:lnTo>
                <a:lnTo>
                  <a:pt x="676275" y="571500"/>
                </a:lnTo>
                <a:lnTo>
                  <a:pt x="685800" y="571500"/>
                </a:lnTo>
                <a:close/>
                <a:moveTo>
                  <a:pt x="1381125" y="561975"/>
                </a:moveTo>
                <a:lnTo>
                  <a:pt x="1390650" y="561975"/>
                </a:lnTo>
                <a:lnTo>
                  <a:pt x="1390650" y="571500"/>
                </a:lnTo>
                <a:lnTo>
                  <a:pt x="1381125" y="571500"/>
                </a:lnTo>
                <a:close/>
                <a:moveTo>
                  <a:pt x="1495425" y="561975"/>
                </a:moveTo>
                <a:lnTo>
                  <a:pt x="1504950" y="561975"/>
                </a:lnTo>
                <a:lnTo>
                  <a:pt x="1504950" y="571500"/>
                </a:lnTo>
                <a:lnTo>
                  <a:pt x="1495425" y="571500"/>
                </a:lnTo>
                <a:close/>
                <a:moveTo>
                  <a:pt x="1447800" y="571500"/>
                </a:moveTo>
                <a:lnTo>
                  <a:pt x="1466850" y="571500"/>
                </a:lnTo>
                <a:lnTo>
                  <a:pt x="1466850" y="590550"/>
                </a:lnTo>
                <a:lnTo>
                  <a:pt x="1457325" y="590550"/>
                </a:lnTo>
                <a:lnTo>
                  <a:pt x="1457325" y="581025"/>
                </a:lnTo>
                <a:lnTo>
                  <a:pt x="1447800" y="581025"/>
                </a:lnTo>
                <a:close/>
                <a:moveTo>
                  <a:pt x="1524000" y="571500"/>
                </a:moveTo>
                <a:lnTo>
                  <a:pt x="1552575" y="571500"/>
                </a:lnTo>
                <a:lnTo>
                  <a:pt x="1552575" y="600075"/>
                </a:lnTo>
                <a:lnTo>
                  <a:pt x="1543050" y="600075"/>
                </a:lnTo>
                <a:lnTo>
                  <a:pt x="1543050" y="590550"/>
                </a:lnTo>
                <a:lnTo>
                  <a:pt x="1524000" y="590550"/>
                </a:lnTo>
                <a:close/>
                <a:moveTo>
                  <a:pt x="161925" y="581025"/>
                </a:moveTo>
                <a:lnTo>
                  <a:pt x="171450" y="581025"/>
                </a:lnTo>
                <a:lnTo>
                  <a:pt x="171450" y="609600"/>
                </a:lnTo>
                <a:lnTo>
                  <a:pt x="190500" y="609600"/>
                </a:lnTo>
                <a:lnTo>
                  <a:pt x="190500" y="619125"/>
                </a:lnTo>
                <a:lnTo>
                  <a:pt x="209550" y="619125"/>
                </a:lnTo>
                <a:lnTo>
                  <a:pt x="209550" y="628650"/>
                </a:lnTo>
                <a:lnTo>
                  <a:pt x="200025" y="628650"/>
                </a:lnTo>
                <a:lnTo>
                  <a:pt x="200025" y="638175"/>
                </a:lnTo>
                <a:lnTo>
                  <a:pt x="180975" y="638175"/>
                </a:lnTo>
                <a:lnTo>
                  <a:pt x="180975" y="647700"/>
                </a:lnTo>
                <a:lnTo>
                  <a:pt x="152400" y="647700"/>
                </a:lnTo>
                <a:lnTo>
                  <a:pt x="152400" y="638175"/>
                </a:lnTo>
                <a:lnTo>
                  <a:pt x="142875" y="638175"/>
                </a:lnTo>
                <a:lnTo>
                  <a:pt x="142875" y="628650"/>
                </a:lnTo>
                <a:lnTo>
                  <a:pt x="133350" y="628650"/>
                </a:lnTo>
                <a:lnTo>
                  <a:pt x="133350" y="609600"/>
                </a:lnTo>
                <a:lnTo>
                  <a:pt x="123825" y="609600"/>
                </a:lnTo>
                <a:lnTo>
                  <a:pt x="123825" y="619125"/>
                </a:lnTo>
                <a:lnTo>
                  <a:pt x="95250" y="619125"/>
                </a:lnTo>
                <a:lnTo>
                  <a:pt x="95250" y="609600"/>
                </a:lnTo>
                <a:lnTo>
                  <a:pt x="76200" y="609600"/>
                </a:lnTo>
                <a:lnTo>
                  <a:pt x="76200" y="600075"/>
                </a:lnTo>
                <a:lnTo>
                  <a:pt x="104775" y="600075"/>
                </a:lnTo>
                <a:lnTo>
                  <a:pt x="104775" y="590550"/>
                </a:lnTo>
                <a:lnTo>
                  <a:pt x="133350" y="590550"/>
                </a:lnTo>
                <a:lnTo>
                  <a:pt x="133350" y="600075"/>
                </a:lnTo>
                <a:lnTo>
                  <a:pt x="142875" y="600075"/>
                </a:lnTo>
                <a:lnTo>
                  <a:pt x="142875" y="590550"/>
                </a:lnTo>
                <a:lnTo>
                  <a:pt x="152400" y="590550"/>
                </a:lnTo>
                <a:lnTo>
                  <a:pt x="152400" y="600075"/>
                </a:lnTo>
                <a:lnTo>
                  <a:pt x="161925" y="600075"/>
                </a:lnTo>
                <a:close/>
                <a:moveTo>
                  <a:pt x="476250" y="581025"/>
                </a:moveTo>
                <a:lnTo>
                  <a:pt x="495300" y="581025"/>
                </a:lnTo>
                <a:lnTo>
                  <a:pt x="495300" y="590550"/>
                </a:lnTo>
                <a:lnTo>
                  <a:pt x="485775" y="590550"/>
                </a:lnTo>
                <a:lnTo>
                  <a:pt x="485775" y="600075"/>
                </a:lnTo>
                <a:lnTo>
                  <a:pt x="476250" y="600075"/>
                </a:lnTo>
                <a:close/>
                <a:moveTo>
                  <a:pt x="1695450" y="581025"/>
                </a:moveTo>
                <a:lnTo>
                  <a:pt x="1704975" y="581025"/>
                </a:lnTo>
                <a:lnTo>
                  <a:pt x="1704975" y="600075"/>
                </a:lnTo>
                <a:lnTo>
                  <a:pt x="1695450" y="600075"/>
                </a:lnTo>
                <a:close/>
                <a:moveTo>
                  <a:pt x="723900" y="590550"/>
                </a:moveTo>
                <a:lnTo>
                  <a:pt x="733425" y="590550"/>
                </a:lnTo>
                <a:lnTo>
                  <a:pt x="733425" y="600075"/>
                </a:lnTo>
                <a:lnTo>
                  <a:pt x="723900" y="600075"/>
                </a:lnTo>
                <a:close/>
                <a:moveTo>
                  <a:pt x="1571625" y="590550"/>
                </a:moveTo>
                <a:lnTo>
                  <a:pt x="1581150" y="590550"/>
                </a:lnTo>
                <a:lnTo>
                  <a:pt x="1581150" y="609600"/>
                </a:lnTo>
                <a:lnTo>
                  <a:pt x="1590675" y="609600"/>
                </a:lnTo>
                <a:lnTo>
                  <a:pt x="1590675" y="590550"/>
                </a:lnTo>
                <a:lnTo>
                  <a:pt x="1619250" y="590550"/>
                </a:lnTo>
                <a:lnTo>
                  <a:pt x="1619250" y="609600"/>
                </a:lnTo>
                <a:lnTo>
                  <a:pt x="1600200" y="609600"/>
                </a:lnTo>
                <a:lnTo>
                  <a:pt x="1600200" y="619125"/>
                </a:lnTo>
                <a:lnTo>
                  <a:pt x="1609725" y="619125"/>
                </a:lnTo>
                <a:lnTo>
                  <a:pt x="1609725" y="638175"/>
                </a:lnTo>
                <a:lnTo>
                  <a:pt x="1628775" y="638175"/>
                </a:lnTo>
                <a:lnTo>
                  <a:pt x="1628775" y="628650"/>
                </a:lnTo>
                <a:lnTo>
                  <a:pt x="1638300" y="628650"/>
                </a:lnTo>
                <a:lnTo>
                  <a:pt x="1638300" y="638175"/>
                </a:lnTo>
                <a:lnTo>
                  <a:pt x="1647825" y="638175"/>
                </a:lnTo>
                <a:lnTo>
                  <a:pt x="1647825" y="666750"/>
                </a:lnTo>
                <a:lnTo>
                  <a:pt x="1638300" y="666750"/>
                </a:lnTo>
                <a:lnTo>
                  <a:pt x="1638300" y="676275"/>
                </a:lnTo>
                <a:lnTo>
                  <a:pt x="1628775" y="676275"/>
                </a:lnTo>
                <a:lnTo>
                  <a:pt x="1628775" y="685800"/>
                </a:lnTo>
                <a:lnTo>
                  <a:pt x="1619250" y="685800"/>
                </a:lnTo>
                <a:lnTo>
                  <a:pt x="1619250" y="676275"/>
                </a:lnTo>
                <a:lnTo>
                  <a:pt x="1609725" y="676275"/>
                </a:lnTo>
                <a:lnTo>
                  <a:pt x="1609725" y="666750"/>
                </a:lnTo>
                <a:lnTo>
                  <a:pt x="1600200" y="666750"/>
                </a:lnTo>
                <a:lnTo>
                  <a:pt x="1600200" y="657225"/>
                </a:lnTo>
                <a:lnTo>
                  <a:pt x="1590675" y="657225"/>
                </a:lnTo>
                <a:lnTo>
                  <a:pt x="1590675" y="676275"/>
                </a:lnTo>
                <a:lnTo>
                  <a:pt x="1600200" y="676275"/>
                </a:lnTo>
                <a:lnTo>
                  <a:pt x="1600200" y="685800"/>
                </a:lnTo>
                <a:lnTo>
                  <a:pt x="1581150" y="685800"/>
                </a:lnTo>
                <a:lnTo>
                  <a:pt x="1581150" y="695325"/>
                </a:lnTo>
                <a:lnTo>
                  <a:pt x="1562100" y="695325"/>
                </a:lnTo>
                <a:lnTo>
                  <a:pt x="1562100" y="638175"/>
                </a:lnTo>
                <a:lnTo>
                  <a:pt x="1590675" y="638175"/>
                </a:lnTo>
                <a:lnTo>
                  <a:pt x="1590675" y="628650"/>
                </a:lnTo>
                <a:lnTo>
                  <a:pt x="1581150" y="628650"/>
                </a:lnTo>
                <a:lnTo>
                  <a:pt x="1581150" y="619125"/>
                </a:lnTo>
                <a:lnTo>
                  <a:pt x="1571625" y="619125"/>
                </a:lnTo>
                <a:close/>
                <a:moveTo>
                  <a:pt x="1676400" y="590550"/>
                </a:moveTo>
                <a:lnTo>
                  <a:pt x="1685925" y="590550"/>
                </a:lnTo>
                <a:lnTo>
                  <a:pt x="1685925" y="600075"/>
                </a:lnTo>
                <a:lnTo>
                  <a:pt x="1676400" y="600075"/>
                </a:lnTo>
                <a:close/>
                <a:moveTo>
                  <a:pt x="638175" y="600075"/>
                </a:moveTo>
                <a:lnTo>
                  <a:pt x="666750" y="600075"/>
                </a:lnTo>
                <a:lnTo>
                  <a:pt x="666750" y="609600"/>
                </a:lnTo>
                <a:lnTo>
                  <a:pt x="657225" y="609600"/>
                </a:lnTo>
                <a:lnTo>
                  <a:pt x="657225" y="619125"/>
                </a:lnTo>
                <a:lnTo>
                  <a:pt x="638175" y="619125"/>
                </a:lnTo>
                <a:close/>
                <a:moveTo>
                  <a:pt x="1485900" y="600075"/>
                </a:moveTo>
                <a:lnTo>
                  <a:pt x="1495425" y="600075"/>
                </a:lnTo>
                <a:lnTo>
                  <a:pt x="1495425" y="619125"/>
                </a:lnTo>
                <a:lnTo>
                  <a:pt x="1485900" y="619125"/>
                </a:lnTo>
                <a:close/>
                <a:moveTo>
                  <a:pt x="1704975" y="600075"/>
                </a:moveTo>
                <a:lnTo>
                  <a:pt x="1752600" y="600075"/>
                </a:lnTo>
                <a:lnTo>
                  <a:pt x="1752600" y="619125"/>
                </a:lnTo>
                <a:lnTo>
                  <a:pt x="1743075" y="619125"/>
                </a:lnTo>
                <a:lnTo>
                  <a:pt x="1743075" y="638175"/>
                </a:lnTo>
                <a:lnTo>
                  <a:pt x="1704975" y="638175"/>
                </a:lnTo>
                <a:lnTo>
                  <a:pt x="1704975" y="628650"/>
                </a:lnTo>
                <a:lnTo>
                  <a:pt x="1724025" y="628650"/>
                </a:lnTo>
                <a:lnTo>
                  <a:pt x="1724025" y="609600"/>
                </a:lnTo>
                <a:lnTo>
                  <a:pt x="1704975" y="609600"/>
                </a:lnTo>
                <a:close/>
                <a:moveTo>
                  <a:pt x="1876425" y="600075"/>
                </a:moveTo>
                <a:lnTo>
                  <a:pt x="1885950" y="600075"/>
                </a:lnTo>
                <a:lnTo>
                  <a:pt x="1885950" y="609600"/>
                </a:lnTo>
                <a:lnTo>
                  <a:pt x="1876425" y="609600"/>
                </a:lnTo>
                <a:close/>
                <a:moveTo>
                  <a:pt x="66675" y="609600"/>
                </a:moveTo>
                <a:lnTo>
                  <a:pt x="76200" y="609600"/>
                </a:lnTo>
                <a:lnTo>
                  <a:pt x="76200" y="619125"/>
                </a:lnTo>
                <a:lnTo>
                  <a:pt x="66675" y="619125"/>
                </a:lnTo>
                <a:close/>
                <a:moveTo>
                  <a:pt x="57150" y="619125"/>
                </a:moveTo>
                <a:lnTo>
                  <a:pt x="66675" y="619125"/>
                </a:lnTo>
                <a:lnTo>
                  <a:pt x="66675" y="628650"/>
                </a:lnTo>
                <a:lnTo>
                  <a:pt x="57150" y="628650"/>
                </a:lnTo>
                <a:close/>
                <a:moveTo>
                  <a:pt x="781050" y="619125"/>
                </a:moveTo>
                <a:lnTo>
                  <a:pt x="790575" y="619125"/>
                </a:lnTo>
                <a:lnTo>
                  <a:pt x="790575" y="638175"/>
                </a:lnTo>
                <a:lnTo>
                  <a:pt x="819150" y="638175"/>
                </a:lnTo>
                <a:lnTo>
                  <a:pt x="819150" y="628650"/>
                </a:lnTo>
                <a:lnTo>
                  <a:pt x="838200" y="628650"/>
                </a:lnTo>
                <a:lnTo>
                  <a:pt x="838200" y="638175"/>
                </a:lnTo>
                <a:lnTo>
                  <a:pt x="828675" y="638175"/>
                </a:lnTo>
                <a:lnTo>
                  <a:pt x="828675" y="647700"/>
                </a:lnTo>
                <a:lnTo>
                  <a:pt x="819150" y="647700"/>
                </a:lnTo>
                <a:lnTo>
                  <a:pt x="819150" y="657225"/>
                </a:lnTo>
                <a:lnTo>
                  <a:pt x="800100" y="657225"/>
                </a:lnTo>
                <a:lnTo>
                  <a:pt x="800100" y="647700"/>
                </a:lnTo>
                <a:lnTo>
                  <a:pt x="771525" y="647700"/>
                </a:lnTo>
                <a:lnTo>
                  <a:pt x="771525" y="657225"/>
                </a:lnTo>
                <a:lnTo>
                  <a:pt x="733425" y="657225"/>
                </a:lnTo>
                <a:lnTo>
                  <a:pt x="733425" y="647700"/>
                </a:lnTo>
                <a:lnTo>
                  <a:pt x="723900" y="647700"/>
                </a:lnTo>
                <a:lnTo>
                  <a:pt x="723900" y="638175"/>
                </a:lnTo>
                <a:lnTo>
                  <a:pt x="752475" y="638175"/>
                </a:lnTo>
                <a:lnTo>
                  <a:pt x="752475" y="628650"/>
                </a:lnTo>
                <a:lnTo>
                  <a:pt x="781050" y="628650"/>
                </a:lnTo>
                <a:close/>
                <a:moveTo>
                  <a:pt x="1562100" y="619125"/>
                </a:moveTo>
                <a:lnTo>
                  <a:pt x="1571625" y="619125"/>
                </a:lnTo>
                <a:lnTo>
                  <a:pt x="1571625" y="628650"/>
                </a:lnTo>
                <a:lnTo>
                  <a:pt x="1562100" y="628650"/>
                </a:lnTo>
                <a:close/>
                <a:moveTo>
                  <a:pt x="95250" y="628650"/>
                </a:moveTo>
                <a:lnTo>
                  <a:pt x="104775" y="628650"/>
                </a:lnTo>
                <a:lnTo>
                  <a:pt x="104775" y="657225"/>
                </a:lnTo>
                <a:lnTo>
                  <a:pt x="95250" y="657225"/>
                </a:lnTo>
                <a:close/>
                <a:moveTo>
                  <a:pt x="123825" y="628650"/>
                </a:moveTo>
                <a:lnTo>
                  <a:pt x="133350" y="628650"/>
                </a:lnTo>
                <a:lnTo>
                  <a:pt x="133350" y="638175"/>
                </a:lnTo>
                <a:lnTo>
                  <a:pt x="123825" y="638175"/>
                </a:lnTo>
                <a:close/>
                <a:moveTo>
                  <a:pt x="600075" y="628650"/>
                </a:moveTo>
                <a:lnTo>
                  <a:pt x="609600" y="628650"/>
                </a:lnTo>
                <a:lnTo>
                  <a:pt x="609600" y="638175"/>
                </a:lnTo>
                <a:lnTo>
                  <a:pt x="619125" y="638175"/>
                </a:lnTo>
                <a:lnTo>
                  <a:pt x="619125" y="628650"/>
                </a:lnTo>
                <a:lnTo>
                  <a:pt x="628650" y="628650"/>
                </a:lnTo>
                <a:lnTo>
                  <a:pt x="628650" y="666750"/>
                </a:lnTo>
                <a:lnTo>
                  <a:pt x="609600" y="666750"/>
                </a:lnTo>
                <a:lnTo>
                  <a:pt x="609600" y="676275"/>
                </a:lnTo>
                <a:lnTo>
                  <a:pt x="561975" y="676275"/>
                </a:lnTo>
                <a:lnTo>
                  <a:pt x="561975" y="657225"/>
                </a:lnTo>
                <a:lnTo>
                  <a:pt x="571500" y="657225"/>
                </a:lnTo>
                <a:lnTo>
                  <a:pt x="571500" y="638175"/>
                </a:lnTo>
                <a:lnTo>
                  <a:pt x="600075" y="638175"/>
                </a:lnTo>
                <a:close/>
                <a:moveTo>
                  <a:pt x="1352550" y="628650"/>
                </a:moveTo>
                <a:lnTo>
                  <a:pt x="1381125" y="628650"/>
                </a:lnTo>
                <a:lnTo>
                  <a:pt x="1381125" y="638175"/>
                </a:lnTo>
                <a:lnTo>
                  <a:pt x="1400175" y="638175"/>
                </a:lnTo>
                <a:lnTo>
                  <a:pt x="1400175" y="647700"/>
                </a:lnTo>
                <a:lnTo>
                  <a:pt x="1428750" y="647700"/>
                </a:lnTo>
                <a:lnTo>
                  <a:pt x="1428750" y="657225"/>
                </a:lnTo>
                <a:lnTo>
                  <a:pt x="1447800" y="657225"/>
                </a:lnTo>
                <a:lnTo>
                  <a:pt x="1447800" y="638175"/>
                </a:lnTo>
                <a:lnTo>
                  <a:pt x="1457325" y="638175"/>
                </a:lnTo>
                <a:lnTo>
                  <a:pt x="1457325" y="657225"/>
                </a:lnTo>
                <a:lnTo>
                  <a:pt x="1447800" y="657225"/>
                </a:lnTo>
                <a:lnTo>
                  <a:pt x="1447800" y="676275"/>
                </a:lnTo>
                <a:lnTo>
                  <a:pt x="1438275" y="676275"/>
                </a:lnTo>
                <a:lnTo>
                  <a:pt x="1438275" y="666750"/>
                </a:lnTo>
                <a:lnTo>
                  <a:pt x="1428750" y="666750"/>
                </a:lnTo>
                <a:lnTo>
                  <a:pt x="1428750" y="676275"/>
                </a:lnTo>
                <a:lnTo>
                  <a:pt x="1419225" y="676275"/>
                </a:lnTo>
                <a:lnTo>
                  <a:pt x="1419225" y="666750"/>
                </a:lnTo>
                <a:lnTo>
                  <a:pt x="1409700" y="666750"/>
                </a:lnTo>
                <a:lnTo>
                  <a:pt x="1409700" y="657225"/>
                </a:lnTo>
                <a:lnTo>
                  <a:pt x="1390650" y="657225"/>
                </a:lnTo>
                <a:lnTo>
                  <a:pt x="1390650" y="647700"/>
                </a:lnTo>
                <a:lnTo>
                  <a:pt x="1371600" y="647700"/>
                </a:lnTo>
                <a:lnTo>
                  <a:pt x="1371600" y="657225"/>
                </a:lnTo>
                <a:lnTo>
                  <a:pt x="1362075" y="657225"/>
                </a:lnTo>
                <a:lnTo>
                  <a:pt x="1362075" y="647700"/>
                </a:lnTo>
                <a:lnTo>
                  <a:pt x="1333500" y="647700"/>
                </a:lnTo>
                <a:lnTo>
                  <a:pt x="1333500" y="638175"/>
                </a:lnTo>
                <a:lnTo>
                  <a:pt x="1352550" y="638175"/>
                </a:lnTo>
                <a:close/>
                <a:moveTo>
                  <a:pt x="1524000" y="628650"/>
                </a:moveTo>
                <a:lnTo>
                  <a:pt x="1533525" y="628650"/>
                </a:lnTo>
                <a:lnTo>
                  <a:pt x="1533525" y="638175"/>
                </a:lnTo>
                <a:lnTo>
                  <a:pt x="1524000" y="638175"/>
                </a:lnTo>
                <a:close/>
                <a:moveTo>
                  <a:pt x="428625" y="638175"/>
                </a:moveTo>
                <a:lnTo>
                  <a:pt x="438150" y="638175"/>
                </a:lnTo>
                <a:lnTo>
                  <a:pt x="438150" y="657225"/>
                </a:lnTo>
                <a:lnTo>
                  <a:pt x="428625" y="657225"/>
                </a:lnTo>
                <a:close/>
                <a:moveTo>
                  <a:pt x="1466850" y="638175"/>
                </a:moveTo>
                <a:lnTo>
                  <a:pt x="1485900" y="638175"/>
                </a:lnTo>
                <a:lnTo>
                  <a:pt x="1485900" y="657225"/>
                </a:lnTo>
                <a:lnTo>
                  <a:pt x="1476375" y="657225"/>
                </a:lnTo>
                <a:lnTo>
                  <a:pt x="1476375" y="647700"/>
                </a:lnTo>
                <a:lnTo>
                  <a:pt x="1466850" y="647700"/>
                </a:lnTo>
                <a:close/>
                <a:moveTo>
                  <a:pt x="1514475" y="638175"/>
                </a:moveTo>
                <a:lnTo>
                  <a:pt x="1524000" y="638175"/>
                </a:lnTo>
                <a:lnTo>
                  <a:pt x="1524000" y="657225"/>
                </a:lnTo>
                <a:lnTo>
                  <a:pt x="1533525" y="657225"/>
                </a:lnTo>
                <a:lnTo>
                  <a:pt x="1533525" y="638175"/>
                </a:lnTo>
                <a:lnTo>
                  <a:pt x="1543050" y="638175"/>
                </a:lnTo>
                <a:lnTo>
                  <a:pt x="1543050" y="695325"/>
                </a:lnTo>
                <a:lnTo>
                  <a:pt x="1533525" y="695325"/>
                </a:lnTo>
                <a:lnTo>
                  <a:pt x="1533525" y="676275"/>
                </a:lnTo>
                <a:lnTo>
                  <a:pt x="1524000" y="676275"/>
                </a:lnTo>
                <a:lnTo>
                  <a:pt x="1524000" y="666750"/>
                </a:lnTo>
                <a:lnTo>
                  <a:pt x="1514475" y="666750"/>
                </a:lnTo>
                <a:close/>
                <a:moveTo>
                  <a:pt x="1685925" y="638175"/>
                </a:moveTo>
                <a:lnTo>
                  <a:pt x="1695450" y="638175"/>
                </a:lnTo>
                <a:lnTo>
                  <a:pt x="1695450" y="657225"/>
                </a:lnTo>
                <a:lnTo>
                  <a:pt x="1685925" y="657225"/>
                </a:lnTo>
                <a:close/>
                <a:moveTo>
                  <a:pt x="514350" y="647700"/>
                </a:moveTo>
                <a:lnTo>
                  <a:pt x="542925" y="647700"/>
                </a:lnTo>
                <a:lnTo>
                  <a:pt x="542925" y="666750"/>
                </a:lnTo>
                <a:lnTo>
                  <a:pt x="533400" y="666750"/>
                </a:lnTo>
                <a:lnTo>
                  <a:pt x="533400" y="657225"/>
                </a:lnTo>
                <a:lnTo>
                  <a:pt x="514350" y="657225"/>
                </a:lnTo>
                <a:close/>
                <a:moveTo>
                  <a:pt x="1295400" y="647700"/>
                </a:moveTo>
                <a:lnTo>
                  <a:pt x="1304925" y="647700"/>
                </a:lnTo>
                <a:lnTo>
                  <a:pt x="1304925" y="695325"/>
                </a:lnTo>
                <a:lnTo>
                  <a:pt x="1314450" y="695325"/>
                </a:lnTo>
                <a:lnTo>
                  <a:pt x="1314450" y="704850"/>
                </a:lnTo>
                <a:lnTo>
                  <a:pt x="1323975" y="704850"/>
                </a:lnTo>
                <a:lnTo>
                  <a:pt x="1323975" y="714375"/>
                </a:lnTo>
                <a:lnTo>
                  <a:pt x="1333500" y="714375"/>
                </a:lnTo>
                <a:lnTo>
                  <a:pt x="1333500" y="676275"/>
                </a:lnTo>
                <a:lnTo>
                  <a:pt x="1343025" y="676275"/>
                </a:lnTo>
                <a:lnTo>
                  <a:pt x="1343025" y="695325"/>
                </a:lnTo>
                <a:lnTo>
                  <a:pt x="1352550" y="695325"/>
                </a:lnTo>
                <a:lnTo>
                  <a:pt x="1352550" y="704850"/>
                </a:lnTo>
                <a:lnTo>
                  <a:pt x="1362075" y="704850"/>
                </a:lnTo>
                <a:lnTo>
                  <a:pt x="1362075" y="695325"/>
                </a:lnTo>
                <a:lnTo>
                  <a:pt x="1371600" y="695325"/>
                </a:lnTo>
                <a:lnTo>
                  <a:pt x="1371600" y="723900"/>
                </a:lnTo>
                <a:lnTo>
                  <a:pt x="1381125" y="723900"/>
                </a:lnTo>
                <a:lnTo>
                  <a:pt x="1381125" y="733425"/>
                </a:lnTo>
                <a:lnTo>
                  <a:pt x="1362075" y="733425"/>
                </a:lnTo>
                <a:lnTo>
                  <a:pt x="1362075" y="742950"/>
                </a:lnTo>
                <a:lnTo>
                  <a:pt x="1352550" y="742950"/>
                </a:lnTo>
                <a:lnTo>
                  <a:pt x="1352550" y="723900"/>
                </a:lnTo>
                <a:lnTo>
                  <a:pt x="1343025" y="723900"/>
                </a:lnTo>
                <a:lnTo>
                  <a:pt x="1343025" y="714375"/>
                </a:lnTo>
                <a:lnTo>
                  <a:pt x="1333500" y="714375"/>
                </a:lnTo>
                <a:lnTo>
                  <a:pt x="1333500" y="723900"/>
                </a:lnTo>
                <a:lnTo>
                  <a:pt x="1314450" y="723900"/>
                </a:lnTo>
                <a:lnTo>
                  <a:pt x="1314450" y="733425"/>
                </a:lnTo>
                <a:lnTo>
                  <a:pt x="1295400" y="733425"/>
                </a:lnTo>
                <a:close/>
                <a:moveTo>
                  <a:pt x="609600" y="657225"/>
                </a:moveTo>
                <a:lnTo>
                  <a:pt x="619125" y="657225"/>
                </a:lnTo>
                <a:lnTo>
                  <a:pt x="619125" y="647700"/>
                </a:lnTo>
                <a:lnTo>
                  <a:pt x="609600" y="647700"/>
                </a:lnTo>
                <a:close/>
                <a:moveTo>
                  <a:pt x="1495425" y="657225"/>
                </a:moveTo>
                <a:lnTo>
                  <a:pt x="1504950" y="657225"/>
                </a:lnTo>
                <a:lnTo>
                  <a:pt x="1504950" y="676275"/>
                </a:lnTo>
                <a:lnTo>
                  <a:pt x="1495425" y="676275"/>
                </a:lnTo>
                <a:close/>
                <a:moveTo>
                  <a:pt x="1685925" y="666750"/>
                </a:moveTo>
                <a:lnTo>
                  <a:pt x="1695450" y="666750"/>
                </a:lnTo>
                <a:lnTo>
                  <a:pt x="1695450" y="676275"/>
                </a:lnTo>
                <a:lnTo>
                  <a:pt x="1685925" y="676275"/>
                </a:lnTo>
                <a:close/>
                <a:moveTo>
                  <a:pt x="1504950" y="676275"/>
                </a:moveTo>
                <a:lnTo>
                  <a:pt x="1514475" y="676275"/>
                </a:lnTo>
                <a:lnTo>
                  <a:pt x="1514475" y="685800"/>
                </a:lnTo>
                <a:lnTo>
                  <a:pt x="1504950" y="685800"/>
                </a:lnTo>
                <a:close/>
                <a:moveTo>
                  <a:pt x="1676400" y="676275"/>
                </a:moveTo>
                <a:lnTo>
                  <a:pt x="1685925" y="676275"/>
                </a:lnTo>
                <a:lnTo>
                  <a:pt x="1685925" y="685800"/>
                </a:lnTo>
                <a:lnTo>
                  <a:pt x="1676400" y="685800"/>
                </a:lnTo>
                <a:close/>
                <a:moveTo>
                  <a:pt x="1600200" y="685800"/>
                </a:moveTo>
                <a:lnTo>
                  <a:pt x="1609725" y="685800"/>
                </a:lnTo>
                <a:lnTo>
                  <a:pt x="1609725" y="704850"/>
                </a:lnTo>
                <a:lnTo>
                  <a:pt x="1600200" y="704850"/>
                </a:lnTo>
                <a:close/>
                <a:moveTo>
                  <a:pt x="1638300" y="685800"/>
                </a:moveTo>
                <a:lnTo>
                  <a:pt x="1657350" y="685800"/>
                </a:lnTo>
                <a:lnTo>
                  <a:pt x="1657350" y="695325"/>
                </a:lnTo>
                <a:lnTo>
                  <a:pt x="1666875" y="695325"/>
                </a:lnTo>
                <a:lnTo>
                  <a:pt x="1666875" y="685800"/>
                </a:lnTo>
                <a:lnTo>
                  <a:pt x="1676400" y="685800"/>
                </a:lnTo>
                <a:lnTo>
                  <a:pt x="1676400" y="695325"/>
                </a:lnTo>
                <a:lnTo>
                  <a:pt x="1666875" y="695325"/>
                </a:lnTo>
                <a:lnTo>
                  <a:pt x="1666875" y="704850"/>
                </a:lnTo>
                <a:lnTo>
                  <a:pt x="1647825" y="704850"/>
                </a:lnTo>
                <a:lnTo>
                  <a:pt x="1647825" y="714375"/>
                </a:lnTo>
                <a:lnTo>
                  <a:pt x="1628775" y="714375"/>
                </a:lnTo>
                <a:lnTo>
                  <a:pt x="1628775" y="695325"/>
                </a:lnTo>
                <a:lnTo>
                  <a:pt x="1638300" y="695325"/>
                </a:lnTo>
                <a:close/>
                <a:moveTo>
                  <a:pt x="142875" y="695325"/>
                </a:moveTo>
                <a:lnTo>
                  <a:pt x="171450" y="695325"/>
                </a:lnTo>
                <a:lnTo>
                  <a:pt x="171450" y="723900"/>
                </a:lnTo>
                <a:lnTo>
                  <a:pt x="142875" y="723900"/>
                </a:lnTo>
                <a:lnTo>
                  <a:pt x="142875" y="714375"/>
                </a:lnTo>
                <a:lnTo>
                  <a:pt x="152400" y="714375"/>
                </a:lnTo>
                <a:lnTo>
                  <a:pt x="152400" y="704850"/>
                </a:lnTo>
                <a:lnTo>
                  <a:pt x="142875" y="704850"/>
                </a:lnTo>
                <a:close/>
                <a:moveTo>
                  <a:pt x="1447800" y="695325"/>
                </a:moveTo>
                <a:lnTo>
                  <a:pt x="1466850" y="695325"/>
                </a:lnTo>
                <a:lnTo>
                  <a:pt x="1466850" y="714375"/>
                </a:lnTo>
                <a:lnTo>
                  <a:pt x="1457325" y="714375"/>
                </a:lnTo>
                <a:lnTo>
                  <a:pt x="1457325" y="723900"/>
                </a:lnTo>
                <a:lnTo>
                  <a:pt x="1447800" y="723900"/>
                </a:lnTo>
                <a:close/>
                <a:moveTo>
                  <a:pt x="361950" y="704850"/>
                </a:moveTo>
                <a:lnTo>
                  <a:pt x="381000" y="704850"/>
                </a:lnTo>
                <a:lnTo>
                  <a:pt x="381000" y="714375"/>
                </a:lnTo>
                <a:lnTo>
                  <a:pt x="371475" y="714375"/>
                </a:lnTo>
                <a:lnTo>
                  <a:pt x="371475" y="733425"/>
                </a:lnTo>
                <a:lnTo>
                  <a:pt x="361950" y="733425"/>
                </a:lnTo>
                <a:close/>
                <a:moveTo>
                  <a:pt x="1476375" y="704850"/>
                </a:moveTo>
                <a:lnTo>
                  <a:pt x="1485900" y="704850"/>
                </a:lnTo>
                <a:lnTo>
                  <a:pt x="1485900" y="714375"/>
                </a:lnTo>
                <a:lnTo>
                  <a:pt x="1476375" y="714375"/>
                </a:lnTo>
                <a:close/>
                <a:moveTo>
                  <a:pt x="1533525" y="704850"/>
                </a:moveTo>
                <a:lnTo>
                  <a:pt x="1543050" y="704850"/>
                </a:lnTo>
                <a:lnTo>
                  <a:pt x="1543050" y="714375"/>
                </a:lnTo>
                <a:lnTo>
                  <a:pt x="1533525" y="714375"/>
                </a:lnTo>
                <a:close/>
                <a:moveTo>
                  <a:pt x="476250" y="714375"/>
                </a:moveTo>
                <a:lnTo>
                  <a:pt x="485775" y="714375"/>
                </a:lnTo>
                <a:lnTo>
                  <a:pt x="485775" y="723900"/>
                </a:lnTo>
                <a:lnTo>
                  <a:pt x="476250" y="723900"/>
                </a:lnTo>
                <a:close/>
                <a:moveTo>
                  <a:pt x="523875" y="714375"/>
                </a:moveTo>
                <a:lnTo>
                  <a:pt x="571500" y="714375"/>
                </a:lnTo>
                <a:lnTo>
                  <a:pt x="571500" y="723900"/>
                </a:lnTo>
                <a:lnTo>
                  <a:pt x="561975" y="723900"/>
                </a:lnTo>
                <a:lnTo>
                  <a:pt x="561975" y="733425"/>
                </a:lnTo>
                <a:lnTo>
                  <a:pt x="533400" y="733425"/>
                </a:lnTo>
                <a:lnTo>
                  <a:pt x="533400" y="723900"/>
                </a:lnTo>
                <a:lnTo>
                  <a:pt x="523875" y="723900"/>
                </a:lnTo>
                <a:close/>
                <a:moveTo>
                  <a:pt x="1543050" y="714375"/>
                </a:moveTo>
                <a:lnTo>
                  <a:pt x="1571625" y="714375"/>
                </a:lnTo>
                <a:lnTo>
                  <a:pt x="1571625" y="723900"/>
                </a:lnTo>
                <a:lnTo>
                  <a:pt x="1562100" y="723900"/>
                </a:lnTo>
                <a:lnTo>
                  <a:pt x="1562100" y="733425"/>
                </a:lnTo>
                <a:lnTo>
                  <a:pt x="1543050" y="733425"/>
                </a:lnTo>
                <a:close/>
                <a:moveTo>
                  <a:pt x="485775" y="723900"/>
                </a:moveTo>
                <a:lnTo>
                  <a:pt x="495300" y="723900"/>
                </a:lnTo>
                <a:lnTo>
                  <a:pt x="495300" y="733425"/>
                </a:lnTo>
                <a:lnTo>
                  <a:pt x="485775" y="733425"/>
                </a:lnTo>
                <a:close/>
                <a:moveTo>
                  <a:pt x="419100" y="733425"/>
                </a:moveTo>
                <a:lnTo>
                  <a:pt x="428625" y="733425"/>
                </a:lnTo>
                <a:lnTo>
                  <a:pt x="428625" y="752475"/>
                </a:lnTo>
                <a:lnTo>
                  <a:pt x="419100" y="752475"/>
                </a:lnTo>
                <a:lnTo>
                  <a:pt x="419100" y="762000"/>
                </a:lnTo>
                <a:lnTo>
                  <a:pt x="409575" y="762000"/>
                </a:lnTo>
                <a:lnTo>
                  <a:pt x="409575" y="752475"/>
                </a:lnTo>
                <a:lnTo>
                  <a:pt x="390525" y="752475"/>
                </a:lnTo>
                <a:lnTo>
                  <a:pt x="390525" y="742950"/>
                </a:lnTo>
                <a:lnTo>
                  <a:pt x="419100" y="742950"/>
                </a:lnTo>
                <a:close/>
                <a:moveTo>
                  <a:pt x="466725" y="733425"/>
                </a:moveTo>
                <a:lnTo>
                  <a:pt x="485775" y="733425"/>
                </a:lnTo>
                <a:lnTo>
                  <a:pt x="485775" y="762000"/>
                </a:lnTo>
                <a:lnTo>
                  <a:pt x="466725" y="762000"/>
                </a:lnTo>
                <a:lnTo>
                  <a:pt x="466725" y="752475"/>
                </a:lnTo>
                <a:lnTo>
                  <a:pt x="476250" y="752475"/>
                </a:lnTo>
                <a:lnTo>
                  <a:pt x="476250" y="742950"/>
                </a:lnTo>
                <a:lnTo>
                  <a:pt x="466725" y="742950"/>
                </a:lnTo>
                <a:close/>
                <a:moveTo>
                  <a:pt x="495300" y="733425"/>
                </a:moveTo>
                <a:lnTo>
                  <a:pt x="514350" y="733425"/>
                </a:lnTo>
                <a:lnTo>
                  <a:pt x="514350" y="742950"/>
                </a:lnTo>
                <a:lnTo>
                  <a:pt x="495300" y="742950"/>
                </a:lnTo>
                <a:close/>
                <a:moveTo>
                  <a:pt x="523875" y="733425"/>
                </a:moveTo>
                <a:lnTo>
                  <a:pt x="533400" y="733425"/>
                </a:lnTo>
                <a:lnTo>
                  <a:pt x="533400" y="742950"/>
                </a:lnTo>
                <a:lnTo>
                  <a:pt x="523875" y="742950"/>
                </a:lnTo>
                <a:close/>
                <a:moveTo>
                  <a:pt x="581025" y="733425"/>
                </a:moveTo>
                <a:lnTo>
                  <a:pt x="590550" y="733425"/>
                </a:lnTo>
                <a:lnTo>
                  <a:pt x="590550" y="742950"/>
                </a:lnTo>
                <a:lnTo>
                  <a:pt x="581025" y="742950"/>
                </a:lnTo>
                <a:close/>
                <a:moveTo>
                  <a:pt x="1314450" y="733425"/>
                </a:moveTo>
                <a:lnTo>
                  <a:pt x="1323975" y="733425"/>
                </a:lnTo>
                <a:lnTo>
                  <a:pt x="1323975" y="742950"/>
                </a:lnTo>
                <a:lnTo>
                  <a:pt x="1314450" y="742950"/>
                </a:lnTo>
                <a:close/>
                <a:moveTo>
                  <a:pt x="1428750" y="733425"/>
                </a:moveTo>
                <a:lnTo>
                  <a:pt x="1438275" y="733425"/>
                </a:lnTo>
                <a:lnTo>
                  <a:pt x="1438275" y="752475"/>
                </a:lnTo>
                <a:lnTo>
                  <a:pt x="1428750" y="752475"/>
                </a:lnTo>
                <a:close/>
                <a:moveTo>
                  <a:pt x="590550" y="742950"/>
                </a:moveTo>
                <a:lnTo>
                  <a:pt x="600075" y="742950"/>
                </a:lnTo>
                <a:lnTo>
                  <a:pt x="600075" y="762000"/>
                </a:lnTo>
                <a:lnTo>
                  <a:pt x="590550" y="762000"/>
                </a:lnTo>
                <a:close/>
                <a:moveTo>
                  <a:pt x="1476375" y="742950"/>
                </a:moveTo>
                <a:lnTo>
                  <a:pt x="1485900" y="742950"/>
                </a:lnTo>
                <a:lnTo>
                  <a:pt x="1485900" y="771525"/>
                </a:lnTo>
                <a:lnTo>
                  <a:pt x="1476375" y="771525"/>
                </a:lnTo>
                <a:close/>
                <a:moveTo>
                  <a:pt x="381000" y="752475"/>
                </a:moveTo>
                <a:lnTo>
                  <a:pt x="390525" y="752475"/>
                </a:lnTo>
                <a:lnTo>
                  <a:pt x="390525" y="762000"/>
                </a:lnTo>
                <a:lnTo>
                  <a:pt x="381000" y="762000"/>
                </a:lnTo>
                <a:close/>
                <a:moveTo>
                  <a:pt x="1295400" y="752475"/>
                </a:moveTo>
                <a:lnTo>
                  <a:pt x="1304925" y="752475"/>
                </a:lnTo>
                <a:lnTo>
                  <a:pt x="1304925" y="762000"/>
                </a:lnTo>
                <a:lnTo>
                  <a:pt x="1314450" y="762000"/>
                </a:lnTo>
                <a:lnTo>
                  <a:pt x="1314450" y="771525"/>
                </a:lnTo>
                <a:lnTo>
                  <a:pt x="1323975" y="771525"/>
                </a:lnTo>
                <a:lnTo>
                  <a:pt x="1323975" y="762000"/>
                </a:lnTo>
                <a:lnTo>
                  <a:pt x="1343025" y="762000"/>
                </a:lnTo>
                <a:lnTo>
                  <a:pt x="1343025" y="752475"/>
                </a:lnTo>
                <a:lnTo>
                  <a:pt x="1362075" y="752475"/>
                </a:lnTo>
                <a:lnTo>
                  <a:pt x="1362075" y="762000"/>
                </a:lnTo>
                <a:lnTo>
                  <a:pt x="1352550" y="762000"/>
                </a:lnTo>
                <a:lnTo>
                  <a:pt x="1352550" y="781050"/>
                </a:lnTo>
                <a:lnTo>
                  <a:pt x="1343025" y="781050"/>
                </a:lnTo>
                <a:lnTo>
                  <a:pt x="1343025" y="790575"/>
                </a:lnTo>
                <a:lnTo>
                  <a:pt x="1333500" y="790575"/>
                </a:lnTo>
                <a:lnTo>
                  <a:pt x="1333500" y="781050"/>
                </a:lnTo>
                <a:lnTo>
                  <a:pt x="1314450" y="781050"/>
                </a:lnTo>
                <a:lnTo>
                  <a:pt x="1314450" y="800100"/>
                </a:lnTo>
                <a:lnTo>
                  <a:pt x="1304925" y="800100"/>
                </a:lnTo>
                <a:lnTo>
                  <a:pt x="1304925" y="790575"/>
                </a:lnTo>
                <a:lnTo>
                  <a:pt x="1295400" y="790575"/>
                </a:lnTo>
                <a:lnTo>
                  <a:pt x="1295400" y="781050"/>
                </a:lnTo>
                <a:lnTo>
                  <a:pt x="1285875" y="781050"/>
                </a:lnTo>
                <a:lnTo>
                  <a:pt x="1285875" y="771525"/>
                </a:lnTo>
                <a:lnTo>
                  <a:pt x="1295400" y="771525"/>
                </a:lnTo>
                <a:close/>
                <a:moveTo>
                  <a:pt x="1381125" y="762000"/>
                </a:moveTo>
                <a:lnTo>
                  <a:pt x="1400175" y="762000"/>
                </a:lnTo>
                <a:lnTo>
                  <a:pt x="1400175" y="781050"/>
                </a:lnTo>
                <a:lnTo>
                  <a:pt x="1390650" y="781050"/>
                </a:lnTo>
                <a:lnTo>
                  <a:pt x="1390650" y="790575"/>
                </a:lnTo>
                <a:lnTo>
                  <a:pt x="1371600" y="790575"/>
                </a:lnTo>
                <a:lnTo>
                  <a:pt x="1371600" y="771525"/>
                </a:lnTo>
                <a:lnTo>
                  <a:pt x="1381125" y="771525"/>
                </a:lnTo>
                <a:close/>
                <a:moveTo>
                  <a:pt x="352425" y="771525"/>
                </a:moveTo>
                <a:lnTo>
                  <a:pt x="361950" y="771525"/>
                </a:lnTo>
                <a:lnTo>
                  <a:pt x="361950" y="790575"/>
                </a:lnTo>
                <a:lnTo>
                  <a:pt x="352425" y="790575"/>
                </a:lnTo>
                <a:lnTo>
                  <a:pt x="352425" y="800100"/>
                </a:lnTo>
                <a:lnTo>
                  <a:pt x="342900" y="800100"/>
                </a:lnTo>
                <a:lnTo>
                  <a:pt x="342900" y="781050"/>
                </a:lnTo>
                <a:lnTo>
                  <a:pt x="352425" y="781050"/>
                </a:lnTo>
                <a:close/>
                <a:moveTo>
                  <a:pt x="1438275" y="771525"/>
                </a:moveTo>
                <a:lnTo>
                  <a:pt x="1447800" y="771525"/>
                </a:lnTo>
                <a:lnTo>
                  <a:pt x="1447800" y="781050"/>
                </a:lnTo>
                <a:lnTo>
                  <a:pt x="1438275" y="781050"/>
                </a:lnTo>
                <a:close/>
                <a:moveTo>
                  <a:pt x="1524000" y="781050"/>
                </a:moveTo>
                <a:lnTo>
                  <a:pt x="1533525" y="781050"/>
                </a:lnTo>
                <a:lnTo>
                  <a:pt x="1533525" y="790575"/>
                </a:lnTo>
                <a:lnTo>
                  <a:pt x="1524000" y="790575"/>
                </a:lnTo>
                <a:close/>
                <a:moveTo>
                  <a:pt x="1543050" y="790575"/>
                </a:moveTo>
                <a:lnTo>
                  <a:pt x="1552575" y="790575"/>
                </a:lnTo>
                <a:lnTo>
                  <a:pt x="1552575" y="800100"/>
                </a:lnTo>
                <a:lnTo>
                  <a:pt x="1543050" y="800100"/>
                </a:lnTo>
                <a:close/>
                <a:moveTo>
                  <a:pt x="352425" y="800100"/>
                </a:moveTo>
                <a:lnTo>
                  <a:pt x="361950" y="800100"/>
                </a:lnTo>
                <a:lnTo>
                  <a:pt x="361950" y="819150"/>
                </a:lnTo>
                <a:lnTo>
                  <a:pt x="352425" y="819150"/>
                </a:lnTo>
                <a:close/>
                <a:moveTo>
                  <a:pt x="371475" y="800100"/>
                </a:moveTo>
                <a:lnTo>
                  <a:pt x="381000" y="800100"/>
                </a:lnTo>
                <a:lnTo>
                  <a:pt x="381000" y="809625"/>
                </a:lnTo>
                <a:lnTo>
                  <a:pt x="371475" y="809625"/>
                </a:lnTo>
                <a:close/>
                <a:moveTo>
                  <a:pt x="1533525" y="800100"/>
                </a:moveTo>
                <a:lnTo>
                  <a:pt x="1543050" y="800100"/>
                </a:lnTo>
                <a:lnTo>
                  <a:pt x="1543050" y="819150"/>
                </a:lnTo>
                <a:lnTo>
                  <a:pt x="1533525" y="819150"/>
                </a:lnTo>
                <a:close/>
                <a:moveTo>
                  <a:pt x="561975" y="809625"/>
                </a:moveTo>
                <a:lnTo>
                  <a:pt x="571500" y="809625"/>
                </a:lnTo>
                <a:lnTo>
                  <a:pt x="571500" y="819150"/>
                </a:lnTo>
                <a:lnTo>
                  <a:pt x="561975" y="819150"/>
                </a:lnTo>
                <a:close/>
                <a:moveTo>
                  <a:pt x="619125" y="809625"/>
                </a:moveTo>
                <a:lnTo>
                  <a:pt x="638175" y="809625"/>
                </a:lnTo>
                <a:lnTo>
                  <a:pt x="638175" y="819150"/>
                </a:lnTo>
                <a:lnTo>
                  <a:pt x="628650" y="819150"/>
                </a:lnTo>
                <a:lnTo>
                  <a:pt x="628650" y="828675"/>
                </a:lnTo>
                <a:lnTo>
                  <a:pt x="609600" y="828675"/>
                </a:lnTo>
                <a:lnTo>
                  <a:pt x="609600" y="819150"/>
                </a:lnTo>
                <a:lnTo>
                  <a:pt x="619125" y="819150"/>
                </a:lnTo>
                <a:close/>
                <a:moveTo>
                  <a:pt x="104775" y="819150"/>
                </a:moveTo>
                <a:lnTo>
                  <a:pt x="114300" y="819150"/>
                </a:lnTo>
                <a:lnTo>
                  <a:pt x="114300" y="828675"/>
                </a:lnTo>
                <a:lnTo>
                  <a:pt x="104775" y="828675"/>
                </a:lnTo>
                <a:close/>
                <a:moveTo>
                  <a:pt x="409575" y="819150"/>
                </a:moveTo>
                <a:lnTo>
                  <a:pt x="428625" y="819150"/>
                </a:lnTo>
                <a:lnTo>
                  <a:pt x="428625" y="828675"/>
                </a:lnTo>
                <a:lnTo>
                  <a:pt x="419100" y="828675"/>
                </a:lnTo>
                <a:lnTo>
                  <a:pt x="419100" y="847725"/>
                </a:lnTo>
                <a:lnTo>
                  <a:pt x="409575" y="847725"/>
                </a:lnTo>
                <a:close/>
                <a:moveTo>
                  <a:pt x="552450" y="819150"/>
                </a:moveTo>
                <a:lnTo>
                  <a:pt x="561975" y="819150"/>
                </a:lnTo>
                <a:lnTo>
                  <a:pt x="561975" y="828675"/>
                </a:lnTo>
                <a:lnTo>
                  <a:pt x="552450" y="828675"/>
                </a:lnTo>
                <a:close/>
                <a:moveTo>
                  <a:pt x="571500" y="819150"/>
                </a:moveTo>
                <a:lnTo>
                  <a:pt x="581025" y="819150"/>
                </a:lnTo>
                <a:lnTo>
                  <a:pt x="581025" y="828675"/>
                </a:lnTo>
                <a:lnTo>
                  <a:pt x="571500" y="828675"/>
                </a:lnTo>
                <a:close/>
                <a:moveTo>
                  <a:pt x="1219200" y="819150"/>
                </a:moveTo>
                <a:lnTo>
                  <a:pt x="1228725" y="819150"/>
                </a:lnTo>
                <a:lnTo>
                  <a:pt x="1228725" y="828675"/>
                </a:lnTo>
                <a:lnTo>
                  <a:pt x="1238250" y="828675"/>
                </a:lnTo>
                <a:lnTo>
                  <a:pt x="1238250" y="838200"/>
                </a:lnTo>
                <a:lnTo>
                  <a:pt x="1228725" y="838200"/>
                </a:lnTo>
                <a:lnTo>
                  <a:pt x="1228725" y="847725"/>
                </a:lnTo>
                <a:lnTo>
                  <a:pt x="1219200" y="847725"/>
                </a:lnTo>
                <a:close/>
                <a:moveTo>
                  <a:pt x="438150" y="828675"/>
                </a:moveTo>
                <a:lnTo>
                  <a:pt x="447675" y="828675"/>
                </a:lnTo>
                <a:lnTo>
                  <a:pt x="447675" y="847725"/>
                </a:lnTo>
                <a:lnTo>
                  <a:pt x="428625" y="847725"/>
                </a:lnTo>
                <a:lnTo>
                  <a:pt x="428625" y="838200"/>
                </a:lnTo>
                <a:lnTo>
                  <a:pt x="438150" y="838200"/>
                </a:lnTo>
                <a:close/>
                <a:moveTo>
                  <a:pt x="1000125" y="828675"/>
                </a:moveTo>
                <a:lnTo>
                  <a:pt x="1009650" y="828675"/>
                </a:lnTo>
                <a:lnTo>
                  <a:pt x="1009650" y="847725"/>
                </a:lnTo>
                <a:lnTo>
                  <a:pt x="990600" y="847725"/>
                </a:lnTo>
                <a:lnTo>
                  <a:pt x="990600" y="838200"/>
                </a:lnTo>
                <a:lnTo>
                  <a:pt x="1000125" y="838200"/>
                </a:lnTo>
                <a:close/>
                <a:moveTo>
                  <a:pt x="1266825" y="828675"/>
                </a:moveTo>
                <a:lnTo>
                  <a:pt x="1276350" y="828675"/>
                </a:lnTo>
                <a:lnTo>
                  <a:pt x="1276350" y="838200"/>
                </a:lnTo>
                <a:lnTo>
                  <a:pt x="1266825" y="838200"/>
                </a:lnTo>
                <a:close/>
                <a:moveTo>
                  <a:pt x="1876425" y="828675"/>
                </a:moveTo>
                <a:lnTo>
                  <a:pt x="1885950" y="828675"/>
                </a:lnTo>
                <a:lnTo>
                  <a:pt x="1885950" y="847725"/>
                </a:lnTo>
                <a:lnTo>
                  <a:pt x="1876425" y="847725"/>
                </a:lnTo>
                <a:close/>
                <a:moveTo>
                  <a:pt x="361950" y="838200"/>
                </a:moveTo>
                <a:lnTo>
                  <a:pt x="371475" y="838200"/>
                </a:lnTo>
                <a:lnTo>
                  <a:pt x="371475" y="847725"/>
                </a:lnTo>
                <a:lnTo>
                  <a:pt x="381000" y="847725"/>
                </a:lnTo>
                <a:lnTo>
                  <a:pt x="381000" y="876300"/>
                </a:lnTo>
                <a:lnTo>
                  <a:pt x="371475" y="876300"/>
                </a:lnTo>
                <a:lnTo>
                  <a:pt x="371475" y="866775"/>
                </a:lnTo>
                <a:lnTo>
                  <a:pt x="361950" y="866775"/>
                </a:lnTo>
                <a:close/>
                <a:moveTo>
                  <a:pt x="1143000" y="838200"/>
                </a:moveTo>
                <a:lnTo>
                  <a:pt x="1162050" y="838200"/>
                </a:lnTo>
                <a:lnTo>
                  <a:pt x="1162050" y="847725"/>
                </a:lnTo>
                <a:lnTo>
                  <a:pt x="1143000" y="847725"/>
                </a:lnTo>
                <a:close/>
                <a:moveTo>
                  <a:pt x="1257300" y="838200"/>
                </a:moveTo>
                <a:lnTo>
                  <a:pt x="1266825" y="838200"/>
                </a:lnTo>
                <a:lnTo>
                  <a:pt x="1266825" y="857250"/>
                </a:lnTo>
                <a:lnTo>
                  <a:pt x="1276350" y="857250"/>
                </a:lnTo>
                <a:lnTo>
                  <a:pt x="1276350" y="866775"/>
                </a:lnTo>
                <a:lnTo>
                  <a:pt x="1257300" y="866775"/>
                </a:lnTo>
                <a:close/>
                <a:moveTo>
                  <a:pt x="400050" y="847725"/>
                </a:moveTo>
                <a:lnTo>
                  <a:pt x="409575" y="847725"/>
                </a:lnTo>
                <a:lnTo>
                  <a:pt x="409575" y="857250"/>
                </a:lnTo>
                <a:lnTo>
                  <a:pt x="400050" y="857250"/>
                </a:lnTo>
                <a:close/>
                <a:moveTo>
                  <a:pt x="942975" y="847725"/>
                </a:moveTo>
                <a:lnTo>
                  <a:pt x="952500" y="847725"/>
                </a:lnTo>
                <a:lnTo>
                  <a:pt x="952500" y="866775"/>
                </a:lnTo>
                <a:lnTo>
                  <a:pt x="942975" y="866775"/>
                </a:lnTo>
                <a:close/>
                <a:moveTo>
                  <a:pt x="981075" y="847725"/>
                </a:moveTo>
                <a:lnTo>
                  <a:pt x="990600" y="847725"/>
                </a:lnTo>
                <a:lnTo>
                  <a:pt x="990600" y="866775"/>
                </a:lnTo>
                <a:lnTo>
                  <a:pt x="981075" y="866775"/>
                </a:lnTo>
                <a:close/>
                <a:moveTo>
                  <a:pt x="542925" y="857250"/>
                </a:moveTo>
                <a:lnTo>
                  <a:pt x="552450" y="857250"/>
                </a:lnTo>
                <a:lnTo>
                  <a:pt x="552450" y="866775"/>
                </a:lnTo>
                <a:lnTo>
                  <a:pt x="542925" y="866775"/>
                </a:lnTo>
                <a:close/>
                <a:moveTo>
                  <a:pt x="1200150" y="857250"/>
                </a:moveTo>
                <a:lnTo>
                  <a:pt x="1209675" y="857250"/>
                </a:lnTo>
                <a:lnTo>
                  <a:pt x="1209675" y="885825"/>
                </a:lnTo>
                <a:lnTo>
                  <a:pt x="1200150" y="885825"/>
                </a:lnTo>
                <a:close/>
                <a:moveTo>
                  <a:pt x="342900" y="866775"/>
                </a:moveTo>
                <a:lnTo>
                  <a:pt x="352425" y="866775"/>
                </a:lnTo>
                <a:lnTo>
                  <a:pt x="352425" y="876300"/>
                </a:lnTo>
                <a:lnTo>
                  <a:pt x="342900" y="876300"/>
                </a:lnTo>
                <a:close/>
                <a:moveTo>
                  <a:pt x="971550" y="866775"/>
                </a:moveTo>
                <a:lnTo>
                  <a:pt x="981075" y="866775"/>
                </a:lnTo>
                <a:lnTo>
                  <a:pt x="981075" y="876300"/>
                </a:lnTo>
                <a:lnTo>
                  <a:pt x="971550" y="876300"/>
                </a:lnTo>
                <a:close/>
                <a:moveTo>
                  <a:pt x="933450" y="876300"/>
                </a:moveTo>
                <a:lnTo>
                  <a:pt x="952500" y="876300"/>
                </a:lnTo>
                <a:lnTo>
                  <a:pt x="952500" y="885825"/>
                </a:lnTo>
                <a:lnTo>
                  <a:pt x="933450" y="885825"/>
                </a:lnTo>
                <a:close/>
                <a:moveTo>
                  <a:pt x="1171575" y="876300"/>
                </a:moveTo>
                <a:lnTo>
                  <a:pt x="1181100" y="876300"/>
                </a:lnTo>
                <a:lnTo>
                  <a:pt x="1181100" y="885825"/>
                </a:lnTo>
                <a:lnTo>
                  <a:pt x="1171575" y="885825"/>
                </a:lnTo>
                <a:close/>
                <a:moveTo>
                  <a:pt x="1247775" y="876300"/>
                </a:moveTo>
                <a:lnTo>
                  <a:pt x="1266825" y="876300"/>
                </a:lnTo>
                <a:lnTo>
                  <a:pt x="1266825" y="895350"/>
                </a:lnTo>
                <a:lnTo>
                  <a:pt x="1257300" y="895350"/>
                </a:lnTo>
                <a:lnTo>
                  <a:pt x="1257300" y="885825"/>
                </a:lnTo>
                <a:lnTo>
                  <a:pt x="1247775" y="885825"/>
                </a:lnTo>
                <a:close/>
                <a:moveTo>
                  <a:pt x="1276350" y="876300"/>
                </a:moveTo>
                <a:lnTo>
                  <a:pt x="1285875" y="876300"/>
                </a:lnTo>
                <a:lnTo>
                  <a:pt x="1285875" y="885825"/>
                </a:lnTo>
                <a:lnTo>
                  <a:pt x="1276350" y="885825"/>
                </a:lnTo>
                <a:close/>
                <a:moveTo>
                  <a:pt x="523875" y="885825"/>
                </a:moveTo>
                <a:lnTo>
                  <a:pt x="533400" y="885825"/>
                </a:lnTo>
                <a:lnTo>
                  <a:pt x="533400" y="895350"/>
                </a:lnTo>
                <a:lnTo>
                  <a:pt x="523875" y="895350"/>
                </a:lnTo>
                <a:close/>
                <a:moveTo>
                  <a:pt x="1238250" y="885825"/>
                </a:moveTo>
                <a:lnTo>
                  <a:pt x="1247775" y="885825"/>
                </a:lnTo>
                <a:lnTo>
                  <a:pt x="1247775" y="895350"/>
                </a:lnTo>
                <a:lnTo>
                  <a:pt x="1238250" y="895350"/>
                </a:lnTo>
                <a:close/>
                <a:moveTo>
                  <a:pt x="104775" y="914400"/>
                </a:moveTo>
                <a:lnTo>
                  <a:pt x="123825" y="914400"/>
                </a:lnTo>
                <a:lnTo>
                  <a:pt x="123825" y="933450"/>
                </a:lnTo>
                <a:lnTo>
                  <a:pt x="133350" y="933450"/>
                </a:lnTo>
                <a:lnTo>
                  <a:pt x="133350" y="952500"/>
                </a:lnTo>
                <a:lnTo>
                  <a:pt x="114300" y="952500"/>
                </a:lnTo>
                <a:lnTo>
                  <a:pt x="114300" y="942975"/>
                </a:lnTo>
                <a:lnTo>
                  <a:pt x="95250" y="942975"/>
                </a:lnTo>
                <a:lnTo>
                  <a:pt x="95250" y="923925"/>
                </a:lnTo>
                <a:lnTo>
                  <a:pt x="104775" y="923925"/>
                </a:lnTo>
                <a:close/>
                <a:moveTo>
                  <a:pt x="38100" y="923925"/>
                </a:moveTo>
                <a:lnTo>
                  <a:pt x="47625" y="923925"/>
                </a:lnTo>
                <a:lnTo>
                  <a:pt x="47625" y="933450"/>
                </a:lnTo>
                <a:lnTo>
                  <a:pt x="38100" y="933450"/>
                </a:lnTo>
                <a:close/>
                <a:moveTo>
                  <a:pt x="76200" y="923925"/>
                </a:moveTo>
                <a:lnTo>
                  <a:pt x="85725" y="923925"/>
                </a:lnTo>
                <a:lnTo>
                  <a:pt x="85725" y="942975"/>
                </a:lnTo>
                <a:lnTo>
                  <a:pt x="76200" y="942975"/>
                </a:lnTo>
                <a:close/>
                <a:moveTo>
                  <a:pt x="28575" y="933450"/>
                </a:moveTo>
                <a:lnTo>
                  <a:pt x="38100" y="933450"/>
                </a:lnTo>
                <a:lnTo>
                  <a:pt x="38100" y="942975"/>
                </a:lnTo>
                <a:lnTo>
                  <a:pt x="28575" y="942975"/>
                </a:lnTo>
                <a:close/>
                <a:moveTo>
                  <a:pt x="47625" y="933450"/>
                </a:moveTo>
                <a:lnTo>
                  <a:pt x="66675" y="933450"/>
                </a:lnTo>
                <a:lnTo>
                  <a:pt x="66675" y="942975"/>
                </a:lnTo>
                <a:lnTo>
                  <a:pt x="47625" y="942975"/>
                </a:lnTo>
                <a:close/>
                <a:moveTo>
                  <a:pt x="85725" y="942975"/>
                </a:moveTo>
                <a:lnTo>
                  <a:pt x="95250" y="942975"/>
                </a:lnTo>
                <a:lnTo>
                  <a:pt x="95250" y="962025"/>
                </a:lnTo>
                <a:lnTo>
                  <a:pt x="85725" y="962025"/>
                </a:lnTo>
                <a:close/>
                <a:moveTo>
                  <a:pt x="847725" y="942975"/>
                </a:moveTo>
                <a:lnTo>
                  <a:pt x="866775" y="942975"/>
                </a:lnTo>
                <a:lnTo>
                  <a:pt x="866775" y="952500"/>
                </a:lnTo>
                <a:lnTo>
                  <a:pt x="876300" y="952500"/>
                </a:lnTo>
                <a:lnTo>
                  <a:pt x="876300" y="942975"/>
                </a:lnTo>
                <a:lnTo>
                  <a:pt x="904875" y="942975"/>
                </a:lnTo>
                <a:lnTo>
                  <a:pt x="904875" y="952500"/>
                </a:lnTo>
                <a:lnTo>
                  <a:pt x="885825" y="952500"/>
                </a:lnTo>
                <a:lnTo>
                  <a:pt x="885825" y="962025"/>
                </a:lnTo>
                <a:lnTo>
                  <a:pt x="857250" y="962025"/>
                </a:lnTo>
                <a:lnTo>
                  <a:pt x="857250" y="971550"/>
                </a:lnTo>
                <a:lnTo>
                  <a:pt x="847725" y="971550"/>
                </a:lnTo>
                <a:close/>
                <a:moveTo>
                  <a:pt x="1162050" y="942975"/>
                </a:moveTo>
                <a:lnTo>
                  <a:pt x="1190625" y="942975"/>
                </a:lnTo>
                <a:lnTo>
                  <a:pt x="1190625" y="962025"/>
                </a:lnTo>
                <a:lnTo>
                  <a:pt x="1143000" y="962025"/>
                </a:lnTo>
                <a:lnTo>
                  <a:pt x="1143000" y="952500"/>
                </a:lnTo>
                <a:lnTo>
                  <a:pt x="1162050" y="952500"/>
                </a:lnTo>
                <a:close/>
                <a:moveTo>
                  <a:pt x="1476375" y="942975"/>
                </a:moveTo>
                <a:lnTo>
                  <a:pt x="1485900" y="942975"/>
                </a:lnTo>
                <a:lnTo>
                  <a:pt x="1485900" y="952500"/>
                </a:lnTo>
                <a:lnTo>
                  <a:pt x="1476375" y="952500"/>
                </a:lnTo>
                <a:close/>
                <a:moveTo>
                  <a:pt x="133350" y="952500"/>
                </a:moveTo>
                <a:lnTo>
                  <a:pt x="161925" y="952500"/>
                </a:lnTo>
                <a:lnTo>
                  <a:pt x="161925" y="962025"/>
                </a:lnTo>
                <a:lnTo>
                  <a:pt x="171450" y="962025"/>
                </a:lnTo>
                <a:lnTo>
                  <a:pt x="171450" y="981075"/>
                </a:lnTo>
                <a:lnTo>
                  <a:pt x="152400" y="981075"/>
                </a:lnTo>
                <a:lnTo>
                  <a:pt x="152400" y="962025"/>
                </a:lnTo>
                <a:lnTo>
                  <a:pt x="142875" y="962025"/>
                </a:lnTo>
                <a:lnTo>
                  <a:pt x="142875" y="981075"/>
                </a:lnTo>
                <a:lnTo>
                  <a:pt x="133350" y="981075"/>
                </a:lnTo>
                <a:close/>
                <a:moveTo>
                  <a:pt x="419100" y="952500"/>
                </a:moveTo>
                <a:lnTo>
                  <a:pt x="438150" y="952500"/>
                </a:lnTo>
                <a:lnTo>
                  <a:pt x="438150" y="962025"/>
                </a:lnTo>
                <a:lnTo>
                  <a:pt x="419100" y="962025"/>
                </a:lnTo>
                <a:close/>
                <a:moveTo>
                  <a:pt x="495300" y="952500"/>
                </a:moveTo>
                <a:lnTo>
                  <a:pt x="504825" y="952500"/>
                </a:lnTo>
                <a:lnTo>
                  <a:pt x="504825" y="962025"/>
                </a:lnTo>
                <a:lnTo>
                  <a:pt x="495300" y="962025"/>
                </a:lnTo>
                <a:close/>
                <a:moveTo>
                  <a:pt x="800100" y="952500"/>
                </a:moveTo>
                <a:lnTo>
                  <a:pt x="828675" y="952500"/>
                </a:lnTo>
                <a:lnTo>
                  <a:pt x="828675" y="962025"/>
                </a:lnTo>
                <a:lnTo>
                  <a:pt x="819150" y="962025"/>
                </a:lnTo>
                <a:lnTo>
                  <a:pt x="819150" y="981075"/>
                </a:lnTo>
                <a:lnTo>
                  <a:pt x="800100" y="981075"/>
                </a:lnTo>
                <a:close/>
                <a:moveTo>
                  <a:pt x="95250" y="962025"/>
                </a:moveTo>
                <a:lnTo>
                  <a:pt x="104775" y="962025"/>
                </a:lnTo>
                <a:lnTo>
                  <a:pt x="104775" y="971550"/>
                </a:lnTo>
                <a:lnTo>
                  <a:pt x="95250" y="971550"/>
                </a:lnTo>
                <a:close/>
                <a:moveTo>
                  <a:pt x="1428750" y="962025"/>
                </a:moveTo>
                <a:lnTo>
                  <a:pt x="1466850" y="962025"/>
                </a:lnTo>
                <a:lnTo>
                  <a:pt x="1466850" y="971550"/>
                </a:lnTo>
                <a:lnTo>
                  <a:pt x="1428750" y="971550"/>
                </a:lnTo>
                <a:close/>
                <a:moveTo>
                  <a:pt x="200025" y="971550"/>
                </a:moveTo>
                <a:lnTo>
                  <a:pt x="209550" y="971550"/>
                </a:lnTo>
                <a:lnTo>
                  <a:pt x="209550" y="981075"/>
                </a:lnTo>
                <a:lnTo>
                  <a:pt x="200025" y="981075"/>
                </a:lnTo>
                <a:close/>
                <a:moveTo>
                  <a:pt x="104775" y="981075"/>
                </a:moveTo>
                <a:lnTo>
                  <a:pt x="123825" y="981075"/>
                </a:lnTo>
                <a:lnTo>
                  <a:pt x="123825" y="990600"/>
                </a:lnTo>
                <a:lnTo>
                  <a:pt x="114300" y="990600"/>
                </a:lnTo>
                <a:lnTo>
                  <a:pt x="114300" y="1000125"/>
                </a:lnTo>
                <a:lnTo>
                  <a:pt x="104775" y="1000125"/>
                </a:lnTo>
                <a:close/>
                <a:moveTo>
                  <a:pt x="190500" y="981075"/>
                </a:moveTo>
                <a:lnTo>
                  <a:pt x="200025" y="981075"/>
                </a:lnTo>
                <a:lnTo>
                  <a:pt x="200025" y="990600"/>
                </a:lnTo>
                <a:lnTo>
                  <a:pt x="190500" y="990600"/>
                </a:lnTo>
                <a:close/>
                <a:moveTo>
                  <a:pt x="1457325" y="981075"/>
                </a:moveTo>
                <a:lnTo>
                  <a:pt x="1466850" y="981075"/>
                </a:lnTo>
                <a:lnTo>
                  <a:pt x="1466850" y="990600"/>
                </a:lnTo>
                <a:lnTo>
                  <a:pt x="1457325" y="990600"/>
                </a:lnTo>
                <a:close/>
                <a:moveTo>
                  <a:pt x="1485900" y="981075"/>
                </a:moveTo>
                <a:lnTo>
                  <a:pt x="1495425" y="981075"/>
                </a:lnTo>
                <a:lnTo>
                  <a:pt x="1495425" y="990600"/>
                </a:lnTo>
                <a:lnTo>
                  <a:pt x="1514475" y="990600"/>
                </a:lnTo>
                <a:lnTo>
                  <a:pt x="1514475" y="1019175"/>
                </a:lnTo>
                <a:lnTo>
                  <a:pt x="1504950" y="1019175"/>
                </a:lnTo>
                <a:lnTo>
                  <a:pt x="1504950" y="1000125"/>
                </a:lnTo>
                <a:lnTo>
                  <a:pt x="1485900" y="1000125"/>
                </a:lnTo>
                <a:close/>
                <a:moveTo>
                  <a:pt x="180975" y="990600"/>
                </a:moveTo>
                <a:lnTo>
                  <a:pt x="190500" y="990600"/>
                </a:lnTo>
                <a:lnTo>
                  <a:pt x="190500" y="1009650"/>
                </a:lnTo>
                <a:lnTo>
                  <a:pt x="180975" y="1009650"/>
                </a:lnTo>
                <a:close/>
                <a:moveTo>
                  <a:pt x="133350" y="1000125"/>
                </a:moveTo>
                <a:lnTo>
                  <a:pt x="142875" y="1000125"/>
                </a:lnTo>
                <a:lnTo>
                  <a:pt x="142875" y="1028700"/>
                </a:lnTo>
                <a:lnTo>
                  <a:pt x="123825" y="1028700"/>
                </a:lnTo>
                <a:lnTo>
                  <a:pt x="123825" y="1019175"/>
                </a:lnTo>
                <a:lnTo>
                  <a:pt x="133350" y="1019175"/>
                </a:lnTo>
                <a:close/>
                <a:moveTo>
                  <a:pt x="209550" y="1009650"/>
                </a:moveTo>
                <a:lnTo>
                  <a:pt x="238125" y="1009650"/>
                </a:lnTo>
                <a:lnTo>
                  <a:pt x="238125" y="1028700"/>
                </a:lnTo>
                <a:lnTo>
                  <a:pt x="219075" y="1028700"/>
                </a:lnTo>
                <a:lnTo>
                  <a:pt x="219075" y="1019175"/>
                </a:lnTo>
                <a:lnTo>
                  <a:pt x="209550" y="1019175"/>
                </a:lnTo>
                <a:close/>
                <a:moveTo>
                  <a:pt x="304800" y="1009650"/>
                </a:moveTo>
                <a:lnTo>
                  <a:pt x="314325" y="1009650"/>
                </a:lnTo>
                <a:lnTo>
                  <a:pt x="314325" y="1019175"/>
                </a:lnTo>
                <a:lnTo>
                  <a:pt x="304800" y="1019175"/>
                </a:lnTo>
                <a:close/>
                <a:moveTo>
                  <a:pt x="1152525" y="1009650"/>
                </a:moveTo>
                <a:lnTo>
                  <a:pt x="1162050" y="1009650"/>
                </a:lnTo>
                <a:lnTo>
                  <a:pt x="1162050" y="1019175"/>
                </a:lnTo>
                <a:lnTo>
                  <a:pt x="1152525" y="1019175"/>
                </a:lnTo>
                <a:close/>
                <a:moveTo>
                  <a:pt x="114300" y="1028700"/>
                </a:moveTo>
                <a:lnTo>
                  <a:pt x="123825" y="1028700"/>
                </a:lnTo>
                <a:lnTo>
                  <a:pt x="123825" y="1066800"/>
                </a:lnTo>
                <a:lnTo>
                  <a:pt x="114300" y="1066800"/>
                </a:lnTo>
                <a:lnTo>
                  <a:pt x="114300" y="1076325"/>
                </a:lnTo>
                <a:lnTo>
                  <a:pt x="95250" y="1076325"/>
                </a:lnTo>
                <a:lnTo>
                  <a:pt x="95250" y="1085850"/>
                </a:lnTo>
                <a:lnTo>
                  <a:pt x="85725" y="1085850"/>
                </a:lnTo>
                <a:lnTo>
                  <a:pt x="85725" y="1066800"/>
                </a:lnTo>
                <a:lnTo>
                  <a:pt x="76200" y="1066800"/>
                </a:lnTo>
                <a:lnTo>
                  <a:pt x="76200" y="1057275"/>
                </a:lnTo>
                <a:lnTo>
                  <a:pt x="66675" y="1057275"/>
                </a:lnTo>
                <a:lnTo>
                  <a:pt x="66675" y="1047750"/>
                </a:lnTo>
                <a:lnTo>
                  <a:pt x="104775" y="1047750"/>
                </a:lnTo>
                <a:lnTo>
                  <a:pt x="104775" y="1038225"/>
                </a:lnTo>
                <a:lnTo>
                  <a:pt x="114300" y="1038225"/>
                </a:lnTo>
                <a:close/>
                <a:moveTo>
                  <a:pt x="1333500" y="1047750"/>
                </a:moveTo>
                <a:lnTo>
                  <a:pt x="1371600" y="1047750"/>
                </a:lnTo>
                <a:lnTo>
                  <a:pt x="1371600" y="1066800"/>
                </a:lnTo>
                <a:lnTo>
                  <a:pt x="1333500" y="1066800"/>
                </a:lnTo>
                <a:close/>
                <a:moveTo>
                  <a:pt x="1409700" y="1047750"/>
                </a:moveTo>
                <a:lnTo>
                  <a:pt x="1428750" y="1047750"/>
                </a:lnTo>
                <a:lnTo>
                  <a:pt x="1428750" y="1066800"/>
                </a:lnTo>
                <a:lnTo>
                  <a:pt x="1409700" y="1066800"/>
                </a:lnTo>
                <a:close/>
                <a:moveTo>
                  <a:pt x="1704975" y="1047750"/>
                </a:moveTo>
                <a:lnTo>
                  <a:pt x="1714500" y="1047750"/>
                </a:lnTo>
                <a:lnTo>
                  <a:pt x="1714500" y="1057275"/>
                </a:lnTo>
                <a:lnTo>
                  <a:pt x="1724025" y="1057275"/>
                </a:lnTo>
                <a:lnTo>
                  <a:pt x="1724025" y="1047750"/>
                </a:lnTo>
                <a:lnTo>
                  <a:pt x="1733550" y="1047750"/>
                </a:lnTo>
                <a:lnTo>
                  <a:pt x="1733550" y="1057275"/>
                </a:lnTo>
                <a:lnTo>
                  <a:pt x="1743075" y="1057275"/>
                </a:lnTo>
                <a:lnTo>
                  <a:pt x="1743075" y="1066800"/>
                </a:lnTo>
                <a:lnTo>
                  <a:pt x="1733550" y="1066800"/>
                </a:lnTo>
                <a:lnTo>
                  <a:pt x="1733550" y="1076325"/>
                </a:lnTo>
                <a:lnTo>
                  <a:pt x="1714500" y="1076325"/>
                </a:lnTo>
                <a:lnTo>
                  <a:pt x="1714500" y="1066800"/>
                </a:lnTo>
                <a:lnTo>
                  <a:pt x="1704975" y="1066800"/>
                </a:lnTo>
                <a:close/>
                <a:moveTo>
                  <a:pt x="1771650" y="1047750"/>
                </a:moveTo>
                <a:lnTo>
                  <a:pt x="1781175" y="1047750"/>
                </a:lnTo>
                <a:lnTo>
                  <a:pt x="1781175" y="1057275"/>
                </a:lnTo>
                <a:lnTo>
                  <a:pt x="1800225" y="1057275"/>
                </a:lnTo>
                <a:lnTo>
                  <a:pt x="1800225" y="1066800"/>
                </a:lnTo>
                <a:lnTo>
                  <a:pt x="1771650" y="1066800"/>
                </a:lnTo>
                <a:close/>
                <a:moveTo>
                  <a:pt x="1847850" y="1047750"/>
                </a:moveTo>
                <a:lnTo>
                  <a:pt x="1857375" y="1047750"/>
                </a:lnTo>
                <a:lnTo>
                  <a:pt x="1857375" y="1066800"/>
                </a:lnTo>
                <a:lnTo>
                  <a:pt x="1847850" y="1066800"/>
                </a:lnTo>
                <a:close/>
                <a:moveTo>
                  <a:pt x="47625" y="1057275"/>
                </a:moveTo>
                <a:lnTo>
                  <a:pt x="57150" y="1057275"/>
                </a:lnTo>
                <a:lnTo>
                  <a:pt x="57150" y="1066800"/>
                </a:lnTo>
                <a:lnTo>
                  <a:pt x="47625" y="1066800"/>
                </a:lnTo>
                <a:close/>
                <a:moveTo>
                  <a:pt x="104775" y="1057275"/>
                </a:moveTo>
                <a:lnTo>
                  <a:pt x="114300" y="1057275"/>
                </a:lnTo>
                <a:lnTo>
                  <a:pt x="114300" y="1047750"/>
                </a:lnTo>
                <a:lnTo>
                  <a:pt x="104775" y="1047750"/>
                </a:lnTo>
                <a:close/>
                <a:moveTo>
                  <a:pt x="161925" y="1057275"/>
                </a:moveTo>
                <a:lnTo>
                  <a:pt x="180975" y="1057275"/>
                </a:lnTo>
                <a:lnTo>
                  <a:pt x="180975" y="1066800"/>
                </a:lnTo>
                <a:lnTo>
                  <a:pt x="171450" y="1066800"/>
                </a:lnTo>
                <a:lnTo>
                  <a:pt x="171450" y="1085850"/>
                </a:lnTo>
                <a:lnTo>
                  <a:pt x="152400" y="1085850"/>
                </a:lnTo>
                <a:lnTo>
                  <a:pt x="152400" y="1066800"/>
                </a:lnTo>
                <a:lnTo>
                  <a:pt x="161925" y="1066800"/>
                </a:lnTo>
                <a:close/>
                <a:moveTo>
                  <a:pt x="409575" y="1057275"/>
                </a:moveTo>
                <a:lnTo>
                  <a:pt x="438150" y="1057275"/>
                </a:lnTo>
                <a:lnTo>
                  <a:pt x="438150" y="1066800"/>
                </a:lnTo>
                <a:lnTo>
                  <a:pt x="419100" y="1066800"/>
                </a:lnTo>
                <a:lnTo>
                  <a:pt x="419100" y="1085850"/>
                </a:lnTo>
                <a:lnTo>
                  <a:pt x="409575" y="1085850"/>
                </a:lnTo>
                <a:close/>
                <a:moveTo>
                  <a:pt x="504825" y="1057275"/>
                </a:moveTo>
                <a:lnTo>
                  <a:pt x="523875" y="1057275"/>
                </a:lnTo>
                <a:lnTo>
                  <a:pt x="523875" y="1066800"/>
                </a:lnTo>
                <a:lnTo>
                  <a:pt x="504825" y="1066800"/>
                </a:lnTo>
                <a:close/>
                <a:moveTo>
                  <a:pt x="990600" y="1057275"/>
                </a:moveTo>
                <a:lnTo>
                  <a:pt x="1000125" y="1057275"/>
                </a:lnTo>
                <a:lnTo>
                  <a:pt x="1000125" y="1066800"/>
                </a:lnTo>
                <a:lnTo>
                  <a:pt x="990600" y="1066800"/>
                </a:lnTo>
                <a:close/>
                <a:moveTo>
                  <a:pt x="1009650" y="1057275"/>
                </a:moveTo>
                <a:lnTo>
                  <a:pt x="1019175" y="1057275"/>
                </a:lnTo>
                <a:lnTo>
                  <a:pt x="1019175" y="1066800"/>
                </a:lnTo>
                <a:lnTo>
                  <a:pt x="1009650" y="1066800"/>
                </a:lnTo>
                <a:close/>
                <a:moveTo>
                  <a:pt x="1219200" y="1057275"/>
                </a:moveTo>
                <a:lnTo>
                  <a:pt x="1228725" y="1057275"/>
                </a:lnTo>
                <a:lnTo>
                  <a:pt x="1228725" y="1066800"/>
                </a:lnTo>
                <a:lnTo>
                  <a:pt x="1219200" y="1066800"/>
                </a:lnTo>
                <a:close/>
                <a:moveTo>
                  <a:pt x="742950" y="1076325"/>
                </a:moveTo>
                <a:lnTo>
                  <a:pt x="752475" y="1076325"/>
                </a:lnTo>
                <a:lnTo>
                  <a:pt x="752475" y="1085850"/>
                </a:lnTo>
                <a:lnTo>
                  <a:pt x="742950" y="1085850"/>
                </a:lnTo>
                <a:close/>
                <a:moveTo>
                  <a:pt x="400050" y="1095375"/>
                </a:moveTo>
                <a:lnTo>
                  <a:pt x="409575" y="1095375"/>
                </a:lnTo>
                <a:lnTo>
                  <a:pt x="409575" y="1104900"/>
                </a:lnTo>
                <a:lnTo>
                  <a:pt x="400050" y="1104900"/>
                </a:lnTo>
                <a:close/>
                <a:moveTo>
                  <a:pt x="514350" y="1095375"/>
                </a:moveTo>
                <a:lnTo>
                  <a:pt x="523875" y="1095375"/>
                </a:lnTo>
                <a:lnTo>
                  <a:pt x="523875" y="1104900"/>
                </a:lnTo>
                <a:lnTo>
                  <a:pt x="514350" y="1104900"/>
                </a:lnTo>
                <a:close/>
                <a:moveTo>
                  <a:pt x="1419225" y="1095375"/>
                </a:moveTo>
                <a:lnTo>
                  <a:pt x="1428750" y="1095375"/>
                </a:lnTo>
                <a:lnTo>
                  <a:pt x="1428750" y="1104900"/>
                </a:lnTo>
                <a:lnTo>
                  <a:pt x="1419225" y="1104900"/>
                </a:lnTo>
                <a:close/>
                <a:moveTo>
                  <a:pt x="257175" y="1114425"/>
                </a:moveTo>
                <a:lnTo>
                  <a:pt x="266700" y="1114425"/>
                </a:lnTo>
                <a:lnTo>
                  <a:pt x="266700" y="1133475"/>
                </a:lnTo>
                <a:lnTo>
                  <a:pt x="257175" y="1133475"/>
                </a:lnTo>
                <a:close/>
                <a:moveTo>
                  <a:pt x="457200" y="1114425"/>
                </a:moveTo>
                <a:lnTo>
                  <a:pt x="466725" y="1114425"/>
                </a:lnTo>
                <a:lnTo>
                  <a:pt x="466725" y="1123950"/>
                </a:lnTo>
                <a:lnTo>
                  <a:pt x="457200" y="1123950"/>
                </a:lnTo>
                <a:close/>
                <a:moveTo>
                  <a:pt x="1019175" y="1123950"/>
                </a:moveTo>
                <a:lnTo>
                  <a:pt x="1028700" y="1123950"/>
                </a:lnTo>
                <a:lnTo>
                  <a:pt x="1028700" y="1133475"/>
                </a:lnTo>
                <a:lnTo>
                  <a:pt x="1019175" y="1133475"/>
                </a:lnTo>
                <a:close/>
                <a:moveTo>
                  <a:pt x="1381125" y="1123950"/>
                </a:moveTo>
                <a:lnTo>
                  <a:pt x="1390650" y="1123950"/>
                </a:lnTo>
                <a:lnTo>
                  <a:pt x="1390650" y="1133475"/>
                </a:lnTo>
                <a:lnTo>
                  <a:pt x="1381125" y="1133475"/>
                </a:lnTo>
                <a:close/>
                <a:moveTo>
                  <a:pt x="1247775" y="1133475"/>
                </a:moveTo>
                <a:lnTo>
                  <a:pt x="1266825" y="1133475"/>
                </a:lnTo>
                <a:lnTo>
                  <a:pt x="1266825" y="1152525"/>
                </a:lnTo>
                <a:lnTo>
                  <a:pt x="1247775" y="1152525"/>
                </a:lnTo>
                <a:close/>
                <a:moveTo>
                  <a:pt x="133350" y="1143000"/>
                </a:moveTo>
                <a:lnTo>
                  <a:pt x="161925" y="1143000"/>
                </a:lnTo>
                <a:lnTo>
                  <a:pt x="161925" y="1162050"/>
                </a:lnTo>
                <a:lnTo>
                  <a:pt x="152400" y="1162050"/>
                </a:lnTo>
                <a:lnTo>
                  <a:pt x="152400" y="1152525"/>
                </a:lnTo>
                <a:lnTo>
                  <a:pt x="133350" y="1152525"/>
                </a:lnTo>
                <a:close/>
                <a:moveTo>
                  <a:pt x="447675" y="1162050"/>
                </a:moveTo>
                <a:lnTo>
                  <a:pt x="457200" y="1162050"/>
                </a:lnTo>
                <a:lnTo>
                  <a:pt x="457200" y="1171575"/>
                </a:lnTo>
                <a:lnTo>
                  <a:pt x="447675" y="1171575"/>
                </a:lnTo>
                <a:close/>
                <a:moveTo>
                  <a:pt x="466725" y="1171575"/>
                </a:moveTo>
                <a:lnTo>
                  <a:pt x="476250" y="1171575"/>
                </a:lnTo>
                <a:lnTo>
                  <a:pt x="476250" y="1181100"/>
                </a:lnTo>
                <a:lnTo>
                  <a:pt x="466725" y="1181100"/>
                </a:lnTo>
                <a:close/>
                <a:moveTo>
                  <a:pt x="371475" y="1190625"/>
                </a:moveTo>
                <a:lnTo>
                  <a:pt x="409575" y="1190625"/>
                </a:lnTo>
                <a:lnTo>
                  <a:pt x="409575" y="1200150"/>
                </a:lnTo>
                <a:lnTo>
                  <a:pt x="371475" y="1200150"/>
                </a:lnTo>
                <a:close/>
                <a:moveTo>
                  <a:pt x="352425" y="1200150"/>
                </a:moveTo>
                <a:lnTo>
                  <a:pt x="361950" y="1200150"/>
                </a:lnTo>
                <a:lnTo>
                  <a:pt x="361950" y="1209675"/>
                </a:lnTo>
                <a:lnTo>
                  <a:pt x="352425" y="1209675"/>
                </a:lnTo>
                <a:close/>
                <a:moveTo>
                  <a:pt x="1162050" y="1257300"/>
                </a:moveTo>
                <a:lnTo>
                  <a:pt x="1181100" y="1257300"/>
                </a:lnTo>
                <a:lnTo>
                  <a:pt x="1181100" y="1266825"/>
                </a:lnTo>
                <a:lnTo>
                  <a:pt x="1162050" y="1266825"/>
                </a:lnTo>
                <a:close/>
                <a:moveTo>
                  <a:pt x="371475" y="1266825"/>
                </a:moveTo>
                <a:lnTo>
                  <a:pt x="381000" y="1266825"/>
                </a:lnTo>
                <a:lnTo>
                  <a:pt x="381000" y="1276350"/>
                </a:lnTo>
                <a:lnTo>
                  <a:pt x="371475" y="1276350"/>
                </a:lnTo>
                <a:close/>
                <a:moveTo>
                  <a:pt x="390525" y="1266825"/>
                </a:moveTo>
                <a:lnTo>
                  <a:pt x="400050" y="1266825"/>
                </a:lnTo>
                <a:lnTo>
                  <a:pt x="400050" y="1276350"/>
                </a:lnTo>
                <a:lnTo>
                  <a:pt x="390525" y="1276350"/>
                </a:lnTo>
                <a:close/>
                <a:moveTo>
                  <a:pt x="523875" y="1266825"/>
                </a:moveTo>
                <a:lnTo>
                  <a:pt x="533400" y="1266825"/>
                </a:lnTo>
                <a:lnTo>
                  <a:pt x="533400" y="1285875"/>
                </a:lnTo>
                <a:lnTo>
                  <a:pt x="542925" y="1285875"/>
                </a:lnTo>
                <a:lnTo>
                  <a:pt x="542925" y="1304925"/>
                </a:lnTo>
                <a:lnTo>
                  <a:pt x="533400" y="1304925"/>
                </a:lnTo>
                <a:lnTo>
                  <a:pt x="533400" y="1295400"/>
                </a:lnTo>
                <a:lnTo>
                  <a:pt x="523875" y="1295400"/>
                </a:lnTo>
                <a:close/>
                <a:moveTo>
                  <a:pt x="1152525" y="1266825"/>
                </a:moveTo>
                <a:lnTo>
                  <a:pt x="1162050" y="1266825"/>
                </a:lnTo>
                <a:lnTo>
                  <a:pt x="1162050" y="1276350"/>
                </a:lnTo>
                <a:lnTo>
                  <a:pt x="1152525" y="1276350"/>
                </a:lnTo>
                <a:close/>
                <a:moveTo>
                  <a:pt x="1181100" y="1266825"/>
                </a:moveTo>
                <a:lnTo>
                  <a:pt x="1190625" y="1266825"/>
                </a:lnTo>
                <a:lnTo>
                  <a:pt x="1190625" y="1276350"/>
                </a:lnTo>
                <a:lnTo>
                  <a:pt x="1181100" y="1276350"/>
                </a:lnTo>
                <a:close/>
                <a:moveTo>
                  <a:pt x="400050" y="1276350"/>
                </a:moveTo>
                <a:lnTo>
                  <a:pt x="419100" y="1276350"/>
                </a:lnTo>
                <a:lnTo>
                  <a:pt x="419100" y="1285875"/>
                </a:lnTo>
                <a:lnTo>
                  <a:pt x="428625" y="1285875"/>
                </a:lnTo>
                <a:lnTo>
                  <a:pt x="428625" y="1295400"/>
                </a:lnTo>
                <a:lnTo>
                  <a:pt x="409575" y="1295400"/>
                </a:lnTo>
                <a:lnTo>
                  <a:pt x="409575" y="1304925"/>
                </a:lnTo>
                <a:lnTo>
                  <a:pt x="390525" y="1304925"/>
                </a:lnTo>
                <a:lnTo>
                  <a:pt x="390525" y="1285875"/>
                </a:lnTo>
                <a:lnTo>
                  <a:pt x="400050" y="1285875"/>
                </a:lnTo>
                <a:close/>
                <a:moveTo>
                  <a:pt x="466725" y="1276350"/>
                </a:moveTo>
                <a:lnTo>
                  <a:pt x="485775" y="1276350"/>
                </a:lnTo>
                <a:lnTo>
                  <a:pt x="485775" y="1295400"/>
                </a:lnTo>
                <a:lnTo>
                  <a:pt x="504825" y="1295400"/>
                </a:lnTo>
                <a:lnTo>
                  <a:pt x="504825" y="1304925"/>
                </a:lnTo>
                <a:lnTo>
                  <a:pt x="457200" y="1304925"/>
                </a:lnTo>
                <a:lnTo>
                  <a:pt x="457200" y="1285875"/>
                </a:lnTo>
                <a:lnTo>
                  <a:pt x="466725" y="1285875"/>
                </a:lnTo>
                <a:close/>
                <a:moveTo>
                  <a:pt x="1085850" y="1276350"/>
                </a:moveTo>
                <a:lnTo>
                  <a:pt x="1095375" y="1276350"/>
                </a:lnTo>
                <a:lnTo>
                  <a:pt x="1095375" y="1285875"/>
                </a:lnTo>
                <a:lnTo>
                  <a:pt x="1085850" y="1285875"/>
                </a:lnTo>
                <a:close/>
                <a:moveTo>
                  <a:pt x="1133475" y="1276350"/>
                </a:moveTo>
                <a:lnTo>
                  <a:pt x="1143000" y="1276350"/>
                </a:lnTo>
                <a:lnTo>
                  <a:pt x="1143000" y="1285875"/>
                </a:lnTo>
                <a:lnTo>
                  <a:pt x="1133475" y="1285875"/>
                </a:lnTo>
                <a:close/>
                <a:moveTo>
                  <a:pt x="1876425" y="1276350"/>
                </a:moveTo>
                <a:lnTo>
                  <a:pt x="1885950" y="1276350"/>
                </a:lnTo>
                <a:lnTo>
                  <a:pt x="1885950" y="1285875"/>
                </a:lnTo>
                <a:lnTo>
                  <a:pt x="1876425" y="1285875"/>
                </a:lnTo>
                <a:close/>
                <a:moveTo>
                  <a:pt x="571500" y="1285875"/>
                </a:moveTo>
                <a:lnTo>
                  <a:pt x="581025" y="1285875"/>
                </a:lnTo>
                <a:lnTo>
                  <a:pt x="581025" y="1295400"/>
                </a:lnTo>
                <a:lnTo>
                  <a:pt x="600075" y="1295400"/>
                </a:lnTo>
                <a:lnTo>
                  <a:pt x="600075" y="1304925"/>
                </a:lnTo>
                <a:lnTo>
                  <a:pt x="571500" y="1304925"/>
                </a:lnTo>
                <a:close/>
                <a:moveTo>
                  <a:pt x="1095375" y="1285875"/>
                </a:moveTo>
                <a:lnTo>
                  <a:pt x="1104900" y="1285875"/>
                </a:lnTo>
                <a:lnTo>
                  <a:pt x="1104900" y="1295400"/>
                </a:lnTo>
                <a:lnTo>
                  <a:pt x="1095375" y="1295400"/>
                </a:lnTo>
                <a:close/>
                <a:moveTo>
                  <a:pt x="1143000" y="1285875"/>
                </a:moveTo>
                <a:lnTo>
                  <a:pt x="1152525" y="1285875"/>
                </a:lnTo>
                <a:lnTo>
                  <a:pt x="1152525" y="1295400"/>
                </a:lnTo>
                <a:lnTo>
                  <a:pt x="1143000" y="1295400"/>
                </a:lnTo>
                <a:close/>
                <a:moveTo>
                  <a:pt x="1219200" y="1285875"/>
                </a:moveTo>
                <a:lnTo>
                  <a:pt x="1228725" y="1285875"/>
                </a:lnTo>
                <a:lnTo>
                  <a:pt x="1228725" y="1295400"/>
                </a:lnTo>
                <a:lnTo>
                  <a:pt x="1219200" y="1295400"/>
                </a:lnTo>
                <a:close/>
                <a:moveTo>
                  <a:pt x="1247775" y="1285875"/>
                </a:moveTo>
                <a:lnTo>
                  <a:pt x="1285875" y="1285875"/>
                </a:lnTo>
                <a:lnTo>
                  <a:pt x="1285875" y="1295400"/>
                </a:lnTo>
                <a:lnTo>
                  <a:pt x="1266825" y="1295400"/>
                </a:lnTo>
                <a:lnTo>
                  <a:pt x="1266825" y="1304925"/>
                </a:lnTo>
                <a:lnTo>
                  <a:pt x="1247775" y="1304925"/>
                </a:lnTo>
                <a:close/>
                <a:moveTo>
                  <a:pt x="1400175" y="1285875"/>
                </a:moveTo>
                <a:lnTo>
                  <a:pt x="1409700" y="1285875"/>
                </a:lnTo>
                <a:lnTo>
                  <a:pt x="1409700" y="1304925"/>
                </a:lnTo>
                <a:lnTo>
                  <a:pt x="1400175" y="1304925"/>
                </a:lnTo>
                <a:close/>
                <a:moveTo>
                  <a:pt x="1485900" y="1285875"/>
                </a:moveTo>
                <a:lnTo>
                  <a:pt x="1504950" y="1285875"/>
                </a:lnTo>
                <a:lnTo>
                  <a:pt x="1504950" y="1295400"/>
                </a:lnTo>
                <a:lnTo>
                  <a:pt x="1495425" y="1295400"/>
                </a:lnTo>
                <a:lnTo>
                  <a:pt x="1495425" y="1304925"/>
                </a:lnTo>
                <a:lnTo>
                  <a:pt x="1476375" y="1304925"/>
                </a:lnTo>
                <a:lnTo>
                  <a:pt x="1476375" y="1295400"/>
                </a:lnTo>
                <a:lnTo>
                  <a:pt x="1485900" y="1295400"/>
                </a:lnTo>
                <a:close/>
                <a:moveTo>
                  <a:pt x="104775" y="1295400"/>
                </a:moveTo>
                <a:lnTo>
                  <a:pt x="114300" y="1295400"/>
                </a:lnTo>
                <a:lnTo>
                  <a:pt x="114300" y="1304925"/>
                </a:lnTo>
                <a:lnTo>
                  <a:pt x="104775" y="1304925"/>
                </a:lnTo>
                <a:close/>
                <a:moveTo>
                  <a:pt x="361950" y="1295400"/>
                </a:moveTo>
                <a:lnTo>
                  <a:pt x="371475" y="1295400"/>
                </a:lnTo>
                <a:lnTo>
                  <a:pt x="371475" y="1304925"/>
                </a:lnTo>
                <a:lnTo>
                  <a:pt x="361950" y="1304925"/>
                </a:lnTo>
                <a:close/>
                <a:moveTo>
                  <a:pt x="609600" y="1295400"/>
                </a:moveTo>
                <a:lnTo>
                  <a:pt x="628650" y="1295400"/>
                </a:lnTo>
                <a:lnTo>
                  <a:pt x="628650" y="1304925"/>
                </a:lnTo>
                <a:lnTo>
                  <a:pt x="638175" y="1304925"/>
                </a:lnTo>
                <a:lnTo>
                  <a:pt x="638175" y="1314450"/>
                </a:lnTo>
                <a:lnTo>
                  <a:pt x="619125" y="1314450"/>
                </a:lnTo>
                <a:lnTo>
                  <a:pt x="619125" y="1304925"/>
                </a:lnTo>
                <a:lnTo>
                  <a:pt x="609600" y="1304925"/>
                </a:lnTo>
                <a:close/>
                <a:moveTo>
                  <a:pt x="914400" y="1295400"/>
                </a:moveTo>
                <a:lnTo>
                  <a:pt x="923925" y="1295400"/>
                </a:lnTo>
                <a:lnTo>
                  <a:pt x="923925" y="1304925"/>
                </a:lnTo>
                <a:lnTo>
                  <a:pt x="914400" y="1304925"/>
                </a:lnTo>
                <a:close/>
                <a:moveTo>
                  <a:pt x="952500" y="1295400"/>
                </a:moveTo>
                <a:lnTo>
                  <a:pt x="981075" y="1295400"/>
                </a:lnTo>
                <a:lnTo>
                  <a:pt x="981075" y="1304925"/>
                </a:lnTo>
                <a:lnTo>
                  <a:pt x="971550" y="1304925"/>
                </a:lnTo>
                <a:lnTo>
                  <a:pt x="971550" y="1314450"/>
                </a:lnTo>
                <a:lnTo>
                  <a:pt x="1019175" y="1314450"/>
                </a:lnTo>
                <a:lnTo>
                  <a:pt x="1019175" y="1323975"/>
                </a:lnTo>
                <a:lnTo>
                  <a:pt x="962025" y="1323975"/>
                </a:lnTo>
                <a:lnTo>
                  <a:pt x="962025" y="1314450"/>
                </a:lnTo>
                <a:lnTo>
                  <a:pt x="933450" y="1314450"/>
                </a:lnTo>
                <a:lnTo>
                  <a:pt x="933450" y="1304925"/>
                </a:lnTo>
                <a:lnTo>
                  <a:pt x="952500" y="1304925"/>
                </a:lnTo>
                <a:close/>
                <a:moveTo>
                  <a:pt x="1314450" y="1295400"/>
                </a:moveTo>
                <a:lnTo>
                  <a:pt x="1323975" y="1295400"/>
                </a:lnTo>
                <a:lnTo>
                  <a:pt x="1323975" y="1304925"/>
                </a:lnTo>
                <a:lnTo>
                  <a:pt x="1333500" y="1304925"/>
                </a:lnTo>
                <a:lnTo>
                  <a:pt x="1333500" y="1314450"/>
                </a:lnTo>
                <a:lnTo>
                  <a:pt x="1343025" y="1314450"/>
                </a:lnTo>
                <a:lnTo>
                  <a:pt x="1343025" y="1323975"/>
                </a:lnTo>
                <a:lnTo>
                  <a:pt x="1333500" y="1323975"/>
                </a:lnTo>
                <a:lnTo>
                  <a:pt x="1333500" y="1333500"/>
                </a:lnTo>
                <a:lnTo>
                  <a:pt x="1323975" y="1333500"/>
                </a:lnTo>
                <a:lnTo>
                  <a:pt x="1323975" y="1314450"/>
                </a:lnTo>
                <a:lnTo>
                  <a:pt x="1295400" y="1314450"/>
                </a:lnTo>
                <a:lnTo>
                  <a:pt x="1295400" y="1304925"/>
                </a:lnTo>
                <a:lnTo>
                  <a:pt x="1314450" y="1304925"/>
                </a:lnTo>
                <a:close/>
                <a:moveTo>
                  <a:pt x="1419225" y="1295400"/>
                </a:moveTo>
                <a:lnTo>
                  <a:pt x="1428750" y="1295400"/>
                </a:lnTo>
                <a:lnTo>
                  <a:pt x="1428750" y="1304925"/>
                </a:lnTo>
                <a:lnTo>
                  <a:pt x="1419225" y="1304925"/>
                </a:lnTo>
                <a:close/>
                <a:moveTo>
                  <a:pt x="790575" y="1304925"/>
                </a:moveTo>
                <a:lnTo>
                  <a:pt x="885825" y="1304925"/>
                </a:lnTo>
                <a:lnTo>
                  <a:pt x="885825" y="1314450"/>
                </a:lnTo>
                <a:lnTo>
                  <a:pt x="790575" y="1314450"/>
                </a:lnTo>
                <a:close/>
                <a:moveTo>
                  <a:pt x="1143000" y="1304925"/>
                </a:moveTo>
                <a:lnTo>
                  <a:pt x="1152525" y="1304925"/>
                </a:lnTo>
                <a:lnTo>
                  <a:pt x="1152525" y="1314450"/>
                </a:lnTo>
                <a:lnTo>
                  <a:pt x="1143000" y="1314450"/>
                </a:lnTo>
                <a:close/>
                <a:moveTo>
                  <a:pt x="1228725" y="1304925"/>
                </a:moveTo>
                <a:lnTo>
                  <a:pt x="1247775" y="1304925"/>
                </a:lnTo>
                <a:lnTo>
                  <a:pt x="1247775" y="1323975"/>
                </a:lnTo>
                <a:lnTo>
                  <a:pt x="1266825" y="1323975"/>
                </a:lnTo>
                <a:lnTo>
                  <a:pt x="1266825" y="1333500"/>
                </a:lnTo>
                <a:lnTo>
                  <a:pt x="1257300" y="1333500"/>
                </a:lnTo>
                <a:lnTo>
                  <a:pt x="1257300" y="1343025"/>
                </a:lnTo>
                <a:lnTo>
                  <a:pt x="1238250" y="1343025"/>
                </a:lnTo>
                <a:lnTo>
                  <a:pt x="1238250" y="1323975"/>
                </a:lnTo>
                <a:lnTo>
                  <a:pt x="1228725" y="1323975"/>
                </a:lnTo>
                <a:close/>
                <a:moveTo>
                  <a:pt x="1266825" y="1304925"/>
                </a:moveTo>
                <a:lnTo>
                  <a:pt x="1276350" y="1304925"/>
                </a:lnTo>
                <a:lnTo>
                  <a:pt x="1276350" y="1314450"/>
                </a:lnTo>
                <a:lnTo>
                  <a:pt x="1266825" y="1314450"/>
                </a:lnTo>
                <a:close/>
                <a:moveTo>
                  <a:pt x="1352550" y="1304925"/>
                </a:moveTo>
                <a:lnTo>
                  <a:pt x="1362075" y="1304925"/>
                </a:lnTo>
                <a:lnTo>
                  <a:pt x="1362075" y="1314450"/>
                </a:lnTo>
                <a:lnTo>
                  <a:pt x="1352550" y="1314450"/>
                </a:lnTo>
                <a:close/>
                <a:moveTo>
                  <a:pt x="1428750" y="1304925"/>
                </a:moveTo>
                <a:lnTo>
                  <a:pt x="1457325" y="1304925"/>
                </a:lnTo>
                <a:lnTo>
                  <a:pt x="1457325" y="1314450"/>
                </a:lnTo>
                <a:lnTo>
                  <a:pt x="1428750" y="1314450"/>
                </a:lnTo>
                <a:close/>
                <a:moveTo>
                  <a:pt x="114300" y="1314450"/>
                </a:moveTo>
                <a:lnTo>
                  <a:pt x="123825" y="1314450"/>
                </a:lnTo>
                <a:lnTo>
                  <a:pt x="123825" y="1323975"/>
                </a:lnTo>
                <a:lnTo>
                  <a:pt x="114300" y="1323975"/>
                </a:lnTo>
                <a:close/>
                <a:moveTo>
                  <a:pt x="542925" y="1314450"/>
                </a:moveTo>
                <a:lnTo>
                  <a:pt x="552450" y="1314450"/>
                </a:lnTo>
                <a:lnTo>
                  <a:pt x="552450" y="1323975"/>
                </a:lnTo>
                <a:lnTo>
                  <a:pt x="542925" y="1323975"/>
                </a:lnTo>
                <a:close/>
                <a:moveTo>
                  <a:pt x="1362075" y="1314450"/>
                </a:moveTo>
                <a:lnTo>
                  <a:pt x="1371600" y="1314450"/>
                </a:lnTo>
                <a:lnTo>
                  <a:pt x="1371600" y="1323975"/>
                </a:lnTo>
                <a:lnTo>
                  <a:pt x="1362075" y="1323975"/>
                </a:lnTo>
                <a:close/>
                <a:moveTo>
                  <a:pt x="1219200" y="1323975"/>
                </a:moveTo>
                <a:lnTo>
                  <a:pt x="1228725" y="1323975"/>
                </a:lnTo>
                <a:lnTo>
                  <a:pt x="1228725" y="1333500"/>
                </a:lnTo>
                <a:lnTo>
                  <a:pt x="1219200" y="1333500"/>
                </a:lnTo>
                <a:close/>
                <a:moveTo>
                  <a:pt x="114300" y="1333500"/>
                </a:moveTo>
                <a:lnTo>
                  <a:pt x="123825" y="1333500"/>
                </a:lnTo>
                <a:lnTo>
                  <a:pt x="123825" y="1352550"/>
                </a:lnTo>
                <a:lnTo>
                  <a:pt x="114300" y="1352550"/>
                </a:lnTo>
                <a:close/>
                <a:moveTo>
                  <a:pt x="1447800" y="1333500"/>
                </a:moveTo>
                <a:lnTo>
                  <a:pt x="1457325" y="1333500"/>
                </a:lnTo>
                <a:lnTo>
                  <a:pt x="1457325" y="1343025"/>
                </a:lnTo>
                <a:lnTo>
                  <a:pt x="1447800" y="1343025"/>
                </a:lnTo>
                <a:close/>
                <a:moveTo>
                  <a:pt x="104775" y="1352550"/>
                </a:moveTo>
                <a:lnTo>
                  <a:pt x="114300" y="1352550"/>
                </a:lnTo>
                <a:lnTo>
                  <a:pt x="114300" y="1362075"/>
                </a:lnTo>
                <a:lnTo>
                  <a:pt x="104775" y="1362075"/>
                </a:lnTo>
                <a:close/>
                <a:moveTo>
                  <a:pt x="1409700" y="1352550"/>
                </a:moveTo>
                <a:lnTo>
                  <a:pt x="1419225" y="1352550"/>
                </a:lnTo>
                <a:lnTo>
                  <a:pt x="1419225" y="1371600"/>
                </a:lnTo>
                <a:lnTo>
                  <a:pt x="1409700" y="1371600"/>
                </a:lnTo>
                <a:close/>
                <a:moveTo>
                  <a:pt x="85725" y="1362075"/>
                </a:moveTo>
                <a:lnTo>
                  <a:pt x="95250" y="1362075"/>
                </a:lnTo>
                <a:lnTo>
                  <a:pt x="95250" y="1371600"/>
                </a:lnTo>
                <a:lnTo>
                  <a:pt x="85725" y="1371600"/>
                </a:lnTo>
                <a:close/>
                <a:moveTo>
                  <a:pt x="66675" y="1371600"/>
                </a:moveTo>
                <a:lnTo>
                  <a:pt x="76200" y="1371600"/>
                </a:lnTo>
                <a:lnTo>
                  <a:pt x="76200" y="1381125"/>
                </a:lnTo>
                <a:lnTo>
                  <a:pt x="66675" y="1381125"/>
                </a:lnTo>
                <a:close/>
                <a:moveTo>
                  <a:pt x="57150" y="1381125"/>
                </a:moveTo>
                <a:lnTo>
                  <a:pt x="66675" y="1381125"/>
                </a:lnTo>
                <a:lnTo>
                  <a:pt x="66675" y="1400175"/>
                </a:lnTo>
                <a:lnTo>
                  <a:pt x="57150" y="1400175"/>
                </a:lnTo>
                <a:close/>
                <a:moveTo>
                  <a:pt x="104775" y="1381125"/>
                </a:moveTo>
                <a:lnTo>
                  <a:pt x="123825" y="1381125"/>
                </a:lnTo>
                <a:lnTo>
                  <a:pt x="123825" y="1390650"/>
                </a:lnTo>
                <a:lnTo>
                  <a:pt x="133350" y="1390650"/>
                </a:lnTo>
                <a:lnTo>
                  <a:pt x="133350" y="1400175"/>
                </a:lnTo>
                <a:lnTo>
                  <a:pt x="123825" y="1400175"/>
                </a:lnTo>
                <a:lnTo>
                  <a:pt x="123825" y="1409700"/>
                </a:lnTo>
                <a:lnTo>
                  <a:pt x="114300" y="1409700"/>
                </a:lnTo>
                <a:lnTo>
                  <a:pt x="114300" y="1419225"/>
                </a:lnTo>
                <a:lnTo>
                  <a:pt x="104775" y="1419225"/>
                </a:lnTo>
                <a:lnTo>
                  <a:pt x="104775" y="1409700"/>
                </a:lnTo>
                <a:lnTo>
                  <a:pt x="85725" y="1409700"/>
                </a:lnTo>
                <a:lnTo>
                  <a:pt x="85725" y="1400175"/>
                </a:lnTo>
                <a:lnTo>
                  <a:pt x="95250" y="1400175"/>
                </a:lnTo>
                <a:lnTo>
                  <a:pt x="95250" y="1390650"/>
                </a:lnTo>
                <a:lnTo>
                  <a:pt x="104775" y="1390650"/>
                </a:lnTo>
                <a:close/>
                <a:moveTo>
                  <a:pt x="552450" y="1381125"/>
                </a:moveTo>
                <a:lnTo>
                  <a:pt x="581025" y="1381125"/>
                </a:lnTo>
                <a:lnTo>
                  <a:pt x="581025" y="1390650"/>
                </a:lnTo>
                <a:lnTo>
                  <a:pt x="561975" y="1390650"/>
                </a:lnTo>
                <a:lnTo>
                  <a:pt x="561975" y="1400175"/>
                </a:lnTo>
                <a:lnTo>
                  <a:pt x="533400" y="1400175"/>
                </a:lnTo>
                <a:lnTo>
                  <a:pt x="533400" y="1390650"/>
                </a:lnTo>
                <a:lnTo>
                  <a:pt x="552450" y="1390650"/>
                </a:lnTo>
                <a:close/>
                <a:moveTo>
                  <a:pt x="1295400" y="1381125"/>
                </a:moveTo>
                <a:lnTo>
                  <a:pt x="1304925" y="1381125"/>
                </a:lnTo>
                <a:lnTo>
                  <a:pt x="1304925" y="1400175"/>
                </a:lnTo>
                <a:lnTo>
                  <a:pt x="1295400" y="1400175"/>
                </a:lnTo>
                <a:close/>
                <a:moveTo>
                  <a:pt x="1314450" y="1381125"/>
                </a:moveTo>
                <a:lnTo>
                  <a:pt x="1323975" y="1381125"/>
                </a:lnTo>
                <a:lnTo>
                  <a:pt x="1323975" y="1390650"/>
                </a:lnTo>
                <a:lnTo>
                  <a:pt x="1333500" y="1390650"/>
                </a:lnTo>
                <a:lnTo>
                  <a:pt x="1333500" y="1400175"/>
                </a:lnTo>
                <a:lnTo>
                  <a:pt x="1314450" y="1400175"/>
                </a:lnTo>
                <a:close/>
                <a:moveTo>
                  <a:pt x="685800" y="1390650"/>
                </a:moveTo>
                <a:lnTo>
                  <a:pt x="695325" y="1390650"/>
                </a:lnTo>
                <a:lnTo>
                  <a:pt x="695325" y="1419225"/>
                </a:lnTo>
                <a:lnTo>
                  <a:pt x="685800" y="1419225"/>
                </a:lnTo>
                <a:lnTo>
                  <a:pt x="685800" y="1409700"/>
                </a:lnTo>
                <a:lnTo>
                  <a:pt x="676275" y="1409700"/>
                </a:lnTo>
                <a:lnTo>
                  <a:pt x="676275" y="1400175"/>
                </a:lnTo>
                <a:lnTo>
                  <a:pt x="685800" y="1400175"/>
                </a:lnTo>
                <a:close/>
                <a:moveTo>
                  <a:pt x="904875" y="1390650"/>
                </a:moveTo>
                <a:lnTo>
                  <a:pt x="914400" y="1390650"/>
                </a:lnTo>
                <a:lnTo>
                  <a:pt x="914400" y="1409700"/>
                </a:lnTo>
                <a:lnTo>
                  <a:pt x="895350" y="1409700"/>
                </a:lnTo>
                <a:lnTo>
                  <a:pt x="895350" y="1400175"/>
                </a:lnTo>
                <a:lnTo>
                  <a:pt x="904875" y="1400175"/>
                </a:lnTo>
                <a:close/>
                <a:moveTo>
                  <a:pt x="923925" y="1390650"/>
                </a:moveTo>
                <a:lnTo>
                  <a:pt x="962025" y="1390650"/>
                </a:lnTo>
                <a:lnTo>
                  <a:pt x="962025" y="1400175"/>
                </a:lnTo>
                <a:lnTo>
                  <a:pt x="923925" y="1400175"/>
                </a:lnTo>
                <a:close/>
                <a:moveTo>
                  <a:pt x="1343025" y="1390650"/>
                </a:moveTo>
                <a:lnTo>
                  <a:pt x="1362075" y="1390650"/>
                </a:lnTo>
                <a:lnTo>
                  <a:pt x="1362075" y="1400175"/>
                </a:lnTo>
                <a:lnTo>
                  <a:pt x="1343025" y="1400175"/>
                </a:lnTo>
                <a:close/>
                <a:moveTo>
                  <a:pt x="323850" y="1400175"/>
                </a:moveTo>
                <a:lnTo>
                  <a:pt x="342900" y="1400175"/>
                </a:lnTo>
                <a:lnTo>
                  <a:pt x="342900" y="1409700"/>
                </a:lnTo>
                <a:lnTo>
                  <a:pt x="323850" y="1409700"/>
                </a:lnTo>
                <a:close/>
                <a:moveTo>
                  <a:pt x="561975" y="1400175"/>
                </a:moveTo>
                <a:lnTo>
                  <a:pt x="571500" y="1400175"/>
                </a:lnTo>
                <a:lnTo>
                  <a:pt x="571500" y="1409700"/>
                </a:lnTo>
                <a:lnTo>
                  <a:pt x="561975" y="1409700"/>
                </a:lnTo>
                <a:close/>
                <a:moveTo>
                  <a:pt x="600075" y="1400175"/>
                </a:moveTo>
                <a:lnTo>
                  <a:pt x="609600" y="1400175"/>
                </a:lnTo>
                <a:lnTo>
                  <a:pt x="609600" y="1409700"/>
                </a:lnTo>
                <a:lnTo>
                  <a:pt x="600075" y="1409700"/>
                </a:lnTo>
                <a:close/>
                <a:moveTo>
                  <a:pt x="866775" y="1400175"/>
                </a:moveTo>
                <a:lnTo>
                  <a:pt x="885825" y="1400175"/>
                </a:lnTo>
                <a:lnTo>
                  <a:pt x="885825" y="1409700"/>
                </a:lnTo>
                <a:lnTo>
                  <a:pt x="876300" y="1409700"/>
                </a:lnTo>
                <a:lnTo>
                  <a:pt x="876300" y="1428750"/>
                </a:lnTo>
                <a:lnTo>
                  <a:pt x="838200" y="1428750"/>
                </a:lnTo>
                <a:lnTo>
                  <a:pt x="838200" y="1438275"/>
                </a:lnTo>
                <a:lnTo>
                  <a:pt x="828675" y="1438275"/>
                </a:lnTo>
                <a:lnTo>
                  <a:pt x="828675" y="1428750"/>
                </a:lnTo>
                <a:lnTo>
                  <a:pt x="809625" y="1428750"/>
                </a:lnTo>
                <a:lnTo>
                  <a:pt x="809625" y="1419225"/>
                </a:lnTo>
                <a:lnTo>
                  <a:pt x="800100" y="1419225"/>
                </a:lnTo>
                <a:lnTo>
                  <a:pt x="800100" y="1409700"/>
                </a:lnTo>
                <a:lnTo>
                  <a:pt x="809625" y="1409700"/>
                </a:lnTo>
                <a:lnTo>
                  <a:pt x="809625" y="1419225"/>
                </a:lnTo>
                <a:lnTo>
                  <a:pt x="847725" y="1419225"/>
                </a:lnTo>
                <a:lnTo>
                  <a:pt x="847725" y="1409700"/>
                </a:lnTo>
                <a:lnTo>
                  <a:pt x="866775" y="1409700"/>
                </a:lnTo>
                <a:close/>
                <a:moveTo>
                  <a:pt x="1333500" y="1400175"/>
                </a:moveTo>
                <a:lnTo>
                  <a:pt x="1343025" y="1400175"/>
                </a:lnTo>
                <a:lnTo>
                  <a:pt x="1343025" y="1409700"/>
                </a:lnTo>
                <a:lnTo>
                  <a:pt x="1333500" y="1409700"/>
                </a:lnTo>
                <a:close/>
                <a:moveTo>
                  <a:pt x="142875" y="1409700"/>
                </a:moveTo>
                <a:lnTo>
                  <a:pt x="152400" y="1409700"/>
                </a:lnTo>
                <a:lnTo>
                  <a:pt x="152400" y="1428750"/>
                </a:lnTo>
                <a:lnTo>
                  <a:pt x="161925" y="1428750"/>
                </a:lnTo>
                <a:lnTo>
                  <a:pt x="161925" y="1438275"/>
                </a:lnTo>
                <a:lnTo>
                  <a:pt x="142875" y="1438275"/>
                </a:lnTo>
                <a:close/>
                <a:moveTo>
                  <a:pt x="571500" y="1409700"/>
                </a:moveTo>
                <a:lnTo>
                  <a:pt x="581025" y="1409700"/>
                </a:lnTo>
                <a:lnTo>
                  <a:pt x="581025" y="1419225"/>
                </a:lnTo>
                <a:lnTo>
                  <a:pt x="571500" y="1419225"/>
                </a:lnTo>
                <a:close/>
                <a:moveTo>
                  <a:pt x="704850" y="1409700"/>
                </a:moveTo>
                <a:lnTo>
                  <a:pt x="714375" y="1409700"/>
                </a:lnTo>
                <a:lnTo>
                  <a:pt x="714375" y="1419225"/>
                </a:lnTo>
                <a:lnTo>
                  <a:pt x="733425" y="1419225"/>
                </a:lnTo>
                <a:lnTo>
                  <a:pt x="733425" y="1428750"/>
                </a:lnTo>
                <a:lnTo>
                  <a:pt x="714375" y="1428750"/>
                </a:lnTo>
                <a:lnTo>
                  <a:pt x="714375" y="1438275"/>
                </a:lnTo>
                <a:lnTo>
                  <a:pt x="704850" y="1438275"/>
                </a:lnTo>
                <a:lnTo>
                  <a:pt x="704850" y="1428750"/>
                </a:lnTo>
                <a:lnTo>
                  <a:pt x="695325" y="1428750"/>
                </a:lnTo>
                <a:lnTo>
                  <a:pt x="695325" y="1419225"/>
                </a:lnTo>
                <a:lnTo>
                  <a:pt x="704850" y="1419225"/>
                </a:lnTo>
                <a:close/>
                <a:moveTo>
                  <a:pt x="752475" y="1409700"/>
                </a:moveTo>
                <a:lnTo>
                  <a:pt x="762000" y="1409700"/>
                </a:lnTo>
                <a:lnTo>
                  <a:pt x="762000" y="1419225"/>
                </a:lnTo>
                <a:lnTo>
                  <a:pt x="752475" y="1419225"/>
                </a:lnTo>
                <a:close/>
                <a:moveTo>
                  <a:pt x="771525" y="1409700"/>
                </a:moveTo>
                <a:lnTo>
                  <a:pt x="790575" y="1409700"/>
                </a:lnTo>
                <a:lnTo>
                  <a:pt x="790575" y="1419225"/>
                </a:lnTo>
                <a:lnTo>
                  <a:pt x="781050" y="1419225"/>
                </a:lnTo>
                <a:lnTo>
                  <a:pt x="781050" y="1428750"/>
                </a:lnTo>
                <a:lnTo>
                  <a:pt x="771525" y="1428750"/>
                </a:lnTo>
                <a:close/>
                <a:moveTo>
                  <a:pt x="571500" y="1447800"/>
                </a:moveTo>
                <a:lnTo>
                  <a:pt x="590550" y="1447800"/>
                </a:lnTo>
                <a:lnTo>
                  <a:pt x="590550" y="1457325"/>
                </a:lnTo>
                <a:lnTo>
                  <a:pt x="571500" y="1457325"/>
                </a:lnTo>
                <a:close/>
                <a:moveTo>
                  <a:pt x="733425" y="1447800"/>
                </a:moveTo>
                <a:lnTo>
                  <a:pt x="742950" y="1447800"/>
                </a:lnTo>
                <a:lnTo>
                  <a:pt x="742950" y="1457325"/>
                </a:lnTo>
                <a:lnTo>
                  <a:pt x="733425" y="1457325"/>
                </a:lnTo>
                <a:close/>
                <a:moveTo>
                  <a:pt x="762000" y="1447800"/>
                </a:moveTo>
                <a:lnTo>
                  <a:pt x="781050" y="1447800"/>
                </a:lnTo>
                <a:lnTo>
                  <a:pt x="781050" y="1457325"/>
                </a:lnTo>
                <a:lnTo>
                  <a:pt x="762000" y="1457325"/>
                </a:lnTo>
                <a:close/>
                <a:moveTo>
                  <a:pt x="76200" y="1485900"/>
                </a:moveTo>
                <a:lnTo>
                  <a:pt x="95250" y="1485900"/>
                </a:lnTo>
                <a:lnTo>
                  <a:pt x="95250" y="1495425"/>
                </a:lnTo>
                <a:lnTo>
                  <a:pt x="76200" y="1495425"/>
                </a:lnTo>
                <a:close/>
                <a:moveTo>
                  <a:pt x="171450" y="1485900"/>
                </a:moveTo>
                <a:lnTo>
                  <a:pt x="180975" y="1485900"/>
                </a:lnTo>
                <a:lnTo>
                  <a:pt x="180975" y="1504950"/>
                </a:lnTo>
                <a:lnTo>
                  <a:pt x="152400" y="1504950"/>
                </a:lnTo>
                <a:lnTo>
                  <a:pt x="152400" y="1495425"/>
                </a:lnTo>
                <a:lnTo>
                  <a:pt x="171450" y="1495425"/>
                </a:lnTo>
                <a:close/>
                <a:moveTo>
                  <a:pt x="219075" y="1485900"/>
                </a:moveTo>
                <a:lnTo>
                  <a:pt x="228600" y="1485900"/>
                </a:lnTo>
                <a:lnTo>
                  <a:pt x="228600" y="1495425"/>
                </a:lnTo>
                <a:lnTo>
                  <a:pt x="247650" y="1495425"/>
                </a:lnTo>
                <a:lnTo>
                  <a:pt x="247650" y="1504950"/>
                </a:lnTo>
                <a:lnTo>
                  <a:pt x="219075" y="1504950"/>
                </a:lnTo>
                <a:close/>
                <a:moveTo>
                  <a:pt x="66675" y="1495425"/>
                </a:moveTo>
                <a:lnTo>
                  <a:pt x="76200" y="1495425"/>
                </a:lnTo>
                <a:lnTo>
                  <a:pt x="76200" y="1504950"/>
                </a:lnTo>
                <a:lnTo>
                  <a:pt x="66675" y="1504950"/>
                </a:lnTo>
                <a:close/>
                <a:moveTo>
                  <a:pt x="95250" y="1495425"/>
                </a:moveTo>
                <a:lnTo>
                  <a:pt x="123825" y="1495425"/>
                </a:lnTo>
                <a:lnTo>
                  <a:pt x="123825" y="1504950"/>
                </a:lnTo>
                <a:lnTo>
                  <a:pt x="133350" y="1504950"/>
                </a:lnTo>
                <a:lnTo>
                  <a:pt x="133350" y="1514475"/>
                </a:lnTo>
                <a:lnTo>
                  <a:pt x="114300" y="1514475"/>
                </a:lnTo>
                <a:lnTo>
                  <a:pt x="114300" y="1504950"/>
                </a:lnTo>
                <a:lnTo>
                  <a:pt x="95250" y="1504950"/>
                </a:lnTo>
                <a:close/>
                <a:moveTo>
                  <a:pt x="57150" y="1504950"/>
                </a:moveTo>
                <a:lnTo>
                  <a:pt x="66675" y="1504950"/>
                </a:lnTo>
                <a:lnTo>
                  <a:pt x="66675" y="1524000"/>
                </a:lnTo>
                <a:lnTo>
                  <a:pt x="47625" y="1524000"/>
                </a:lnTo>
                <a:lnTo>
                  <a:pt x="47625" y="1514475"/>
                </a:lnTo>
                <a:lnTo>
                  <a:pt x="57150" y="1514475"/>
                </a:lnTo>
                <a:close/>
                <a:moveTo>
                  <a:pt x="190500" y="1504950"/>
                </a:moveTo>
                <a:lnTo>
                  <a:pt x="209550" y="1504950"/>
                </a:lnTo>
                <a:lnTo>
                  <a:pt x="209550" y="1514475"/>
                </a:lnTo>
                <a:lnTo>
                  <a:pt x="190500" y="1514475"/>
                </a:lnTo>
                <a:close/>
                <a:moveTo>
                  <a:pt x="266700" y="1514475"/>
                </a:moveTo>
                <a:lnTo>
                  <a:pt x="285750" y="1514475"/>
                </a:lnTo>
                <a:lnTo>
                  <a:pt x="285750" y="1524000"/>
                </a:lnTo>
                <a:lnTo>
                  <a:pt x="266700" y="1524000"/>
                </a:lnTo>
                <a:close/>
                <a:moveTo>
                  <a:pt x="304800" y="1514475"/>
                </a:moveTo>
                <a:lnTo>
                  <a:pt x="323850" y="1514475"/>
                </a:lnTo>
                <a:lnTo>
                  <a:pt x="323850" y="1524000"/>
                </a:lnTo>
                <a:lnTo>
                  <a:pt x="304800" y="1524000"/>
                </a:lnTo>
                <a:close/>
                <a:moveTo>
                  <a:pt x="171450" y="1543050"/>
                </a:moveTo>
                <a:lnTo>
                  <a:pt x="200025" y="1543050"/>
                </a:lnTo>
                <a:lnTo>
                  <a:pt x="200025" y="1571625"/>
                </a:lnTo>
                <a:lnTo>
                  <a:pt x="190500" y="1571625"/>
                </a:lnTo>
                <a:lnTo>
                  <a:pt x="190500" y="1562100"/>
                </a:lnTo>
                <a:lnTo>
                  <a:pt x="171450" y="1562100"/>
                </a:lnTo>
                <a:close/>
                <a:moveTo>
                  <a:pt x="257175" y="1552575"/>
                </a:moveTo>
                <a:lnTo>
                  <a:pt x="276225" y="1552575"/>
                </a:lnTo>
                <a:lnTo>
                  <a:pt x="276225" y="1562100"/>
                </a:lnTo>
                <a:lnTo>
                  <a:pt x="285750" y="1562100"/>
                </a:lnTo>
                <a:lnTo>
                  <a:pt x="285750" y="1581150"/>
                </a:lnTo>
                <a:lnTo>
                  <a:pt x="295275" y="1581150"/>
                </a:lnTo>
                <a:lnTo>
                  <a:pt x="295275" y="1600200"/>
                </a:lnTo>
                <a:lnTo>
                  <a:pt x="276225" y="1600200"/>
                </a:lnTo>
                <a:lnTo>
                  <a:pt x="276225" y="1609725"/>
                </a:lnTo>
                <a:lnTo>
                  <a:pt x="257175" y="1609725"/>
                </a:lnTo>
                <a:lnTo>
                  <a:pt x="257175" y="1600200"/>
                </a:lnTo>
                <a:lnTo>
                  <a:pt x="266700" y="1600200"/>
                </a:lnTo>
                <a:lnTo>
                  <a:pt x="266700" y="1581150"/>
                </a:lnTo>
                <a:lnTo>
                  <a:pt x="247650" y="1581150"/>
                </a:lnTo>
                <a:lnTo>
                  <a:pt x="247650" y="1600200"/>
                </a:lnTo>
                <a:lnTo>
                  <a:pt x="209550" y="1600200"/>
                </a:lnTo>
                <a:lnTo>
                  <a:pt x="209550" y="1581150"/>
                </a:lnTo>
                <a:lnTo>
                  <a:pt x="200025" y="1581150"/>
                </a:lnTo>
                <a:lnTo>
                  <a:pt x="200025" y="1571625"/>
                </a:lnTo>
                <a:lnTo>
                  <a:pt x="209550" y="1571625"/>
                </a:lnTo>
                <a:lnTo>
                  <a:pt x="209550" y="1581150"/>
                </a:lnTo>
                <a:lnTo>
                  <a:pt x="228600" y="1581150"/>
                </a:lnTo>
                <a:lnTo>
                  <a:pt x="228600" y="1562100"/>
                </a:lnTo>
                <a:lnTo>
                  <a:pt x="238125" y="1562100"/>
                </a:lnTo>
                <a:lnTo>
                  <a:pt x="238125" y="1571625"/>
                </a:lnTo>
                <a:lnTo>
                  <a:pt x="257175" y="1571625"/>
                </a:lnTo>
                <a:close/>
                <a:moveTo>
                  <a:pt x="371475" y="1552575"/>
                </a:moveTo>
                <a:lnTo>
                  <a:pt x="390525" y="1552575"/>
                </a:lnTo>
                <a:lnTo>
                  <a:pt x="390525" y="1562100"/>
                </a:lnTo>
                <a:lnTo>
                  <a:pt x="400050" y="1562100"/>
                </a:lnTo>
                <a:lnTo>
                  <a:pt x="400050" y="1571625"/>
                </a:lnTo>
                <a:lnTo>
                  <a:pt x="409575" y="1571625"/>
                </a:lnTo>
                <a:lnTo>
                  <a:pt x="409575" y="1590675"/>
                </a:lnTo>
                <a:lnTo>
                  <a:pt x="419100" y="1590675"/>
                </a:lnTo>
                <a:lnTo>
                  <a:pt x="419100" y="1609725"/>
                </a:lnTo>
                <a:lnTo>
                  <a:pt x="390525" y="1609725"/>
                </a:lnTo>
                <a:lnTo>
                  <a:pt x="390525" y="1600200"/>
                </a:lnTo>
                <a:lnTo>
                  <a:pt x="381000" y="1600200"/>
                </a:lnTo>
                <a:lnTo>
                  <a:pt x="381000" y="1562100"/>
                </a:lnTo>
                <a:lnTo>
                  <a:pt x="371475" y="1562100"/>
                </a:lnTo>
                <a:close/>
                <a:moveTo>
                  <a:pt x="352425" y="1562100"/>
                </a:moveTo>
                <a:lnTo>
                  <a:pt x="361950" y="1562100"/>
                </a:lnTo>
                <a:lnTo>
                  <a:pt x="361950" y="1571625"/>
                </a:lnTo>
                <a:lnTo>
                  <a:pt x="352425" y="1571625"/>
                </a:lnTo>
                <a:close/>
                <a:moveTo>
                  <a:pt x="333375" y="1571625"/>
                </a:moveTo>
                <a:lnTo>
                  <a:pt x="352425" y="1571625"/>
                </a:lnTo>
                <a:lnTo>
                  <a:pt x="352425" y="1581150"/>
                </a:lnTo>
                <a:lnTo>
                  <a:pt x="333375" y="1581150"/>
                </a:lnTo>
                <a:close/>
                <a:moveTo>
                  <a:pt x="457200" y="1571625"/>
                </a:moveTo>
                <a:lnTo>
                  <a:pt x="466725" y="1571625"/>
                </a:lnTo>
                <a:lnTo>
                  <a:pt x="466725" y="1590675"/>
                </a:lnTo>
                <a:lnTo>
                  <a:pt x="485775" y="1590675"/>
                </a:lnTo>
                <a:lnTo>
                  <a:pt x="485775" y="1600200"/>
                </a:lnTo>
                <a:lnTo>
                  <a:pt x="457200" y="1600200"/>
                </a:lnTo>
                <a:close/>
                <a:moveTo>
                  <a:pt x="304800" y="1581150"/>
                </a:moveTo>
                <a:lnTo>
                  <a:pt x="323850" y="1581150"/>
                </a:lnTo>
                <a:lnTo>
                  <a:pt x="323850" y="1590675"/>
                </a:lnTo>
                <a:lnTo>
                  <a:pt x="361950" y="1590675"/>
                </a:lnTo>
                <a:lnTo>
                  <a:pt x="361950" y="1609725"/>
                </a:lnTo>
                <a:lnTo>
                  <a:pt x="352425" y="1609725"/>
                </a:lnTo>
                <a:lnTo>
                  <a:pt x="352425" y="1619250"/>
                </a:lnTo>
                <a:lnTo>
                  <a:pt x="333375" y="1619250"/>
                </a:lnTo>
                <a:lnTo>
                  <a:pt x="333375" y="1609725"/>
                </a:lnTo>
                <a:lnTo>
                  <a:pt x="304800" y="1609725"/>
                </a:lnTo>
                <a:close/>
                <a:moveTo>
                  <a:pt x="428625" y="1600200"/>
                </a:moveTo>
                <a:lnTo>
                  <a:pt x="438150" y="1600200"/>
                </a:lnTo>
                <a:lnTo>
                  <a:pt x="438150" y="1609725"/>
                </a:lnTo>
                <a:lnTo>
                  <a:pt x="428625" y="1609725"/>
                </a:lnTo>
                <a:close/>
                <a:moveTo>
                  <a:pt x="485775" y="1600200"/>
                </a:moveTo>
                <a:lnTo>
                  <a:pt x="495300" y="1600200"/>
                </a:lnTo>
                <a:lnTo>
                  <a:pt x="495300" y="1609725"/>
                </a:lnTo>
                <a:lnTo>
                  <a:pt x="485775" y="1609725"/>
                </a:lnTo>
                <a:close/>
                <a:moveTo>
                  <a:pt x="571500" y="1609725"/>
                </a:moveTo>
                <a:lnTo>
                  <a:pt x="581025" y="1609725"/>
                </a:lnTo>
                <a:lnTo>
                  <a:pt x="581025" y="1628775"/>
                </a:lnTo>
                <a:lnTo>
                  <a:pt x="600075" y="1628775"/>
                </a:lnTo>
                <a:lnTo>
                  <a:pt x="600075" y="1638300"/>
                </a:lnTo>
                <a:lnTo>
                  <a:pt x="561975" y="1638300"/>
                </a:lnTo>
                <a:lnTo>
                  <a:pt x="561975" y="1628775"/>
                </a:lnTo>
                <a:lnTo>
                  <a:pt x="552450" y="1628775"/>
                </a:lnTo>
                <a:lnTo>
                  <a:pt x="552450" y="1619250"/>
                </a:lnTo>
                <a:lnTo>
                  <a:pt x="561975" y="1619250"/>
                </a:lnTo>
                <a:lnTo>
                  <a:pt x="561975" y="1628775"/>
                </a:lnTo>
                <a:lnTo>
                  <a:pt x="571500" y="1628775"/>
                </a:lnTo>
                <a:close/>
                <a:moveTo>
                  <a:pt x="514350" y="1619250"/>
                </a:moveTo>
                <a:lnTo>
                  <a:pt x="542925" y="1619250"/>
                </a:lnTo>
                <a:lnTo>
                  <a:pt x="542925" y="1628775"/>
                </a:lnTo>
                <a:lnTo>
                  <a:pt x="552450" y="1628775"/>
                </a:lnTo>
                <a:lnTo>
                  <a:pt x="552450" y="1638300"/>
                </a:lnTo>
                <a:lnTo>
                  <a:pt x="523875" y="1638300"/>
                </a:lnTo>
                <a:lnTo>
                  <a:pt x="523875" y="1628775"/>
                </a:lnTo>
                <a:lnTo>
                  <a:pt x="514350" y="1628775"/>
                </a:lnTo>
                <a:close/>
              </a:path>
            </a:pathLst>
          </a:custGeom>
          <a:solidFill xmlns:a="http://schemas.openxmlformats.org/drawingml/2006/main">
            <a:srgbClr val="F3F0E3"/>
          </a:solidFill>
          <a:ln xmlns:a="http://schemas.openxmlformats.org/drawingml/2006/main" w="0">
            <a:noFill/>
          </a:ln>
        </p:spPr>
      </p:sp>
      <p:sp>
        <p:nvSpPr>
          <p:cNvPr id="101" name="appearance vector #f3f0e1">
            <a:extLst xmlns:a="http://schemas.openxmlformats.org/drawingml/2006/main">
              <a:ext uri="{FF2B5EF4-FFF2-40B4-BE49-F238E27FC236}">
                <a16:creationId xmlns:a16="http://schemas.microsoft.com/office/drawing/2014/main" id="{B0B6B304-67EA-4B81-88AC-D3DB595EA91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343400" y="5114925"/>
            <a:ext cx="1943100" cy="1666875"/>
          </a:xfrm>
          <a:custGeom xmlns:a="http://schemas.openxmlformats.org/drawingml/2006/main">
            <a:pathLst>
              <a:path w="1943100" h="1666875">
                <a:moveTo>
                  <a:pt x="800100" y="28575"/>
                </a:moveTo>
                <a:lnTo>
                  <a:pt x="962025" y="28575"/>
                </a:lnTo>
                <a:lnTo>
                  <a:pt x="962025" y="38100"/>
                </a:lnTo>
                <a:lnTo>
                  <a:pt x="971550" y="38100"/>
                </a:lnTo>
                <a:lnTo>
                  <a:pt x="971550" y="28575"/>
                </a:lnTo>
                <a:lnTo>
                  <a:pt x="981075" y="28575"/>
                </a:lnTo>
                <a:lnTo>
                  <a:pt x="981075" y="38100"/>
                </a:lnTo>
                <a:lnTo>
                  <a:pt x="990600" y="38100"/>
                </a:lnTo>
                <a:lnTo>
                  <a:pt x="990600" y="28575"/>
                </a:lnTo>
                <a:lnTo>
                  <a:pt x="1000125" y="28575"/>
                </a:lnTo>
                <a:lnTo>
                  <a:pt x="1000125" y="38100"/>
                </a:lnTo>
                <a:lnTo>
                  <a:pt x="1009650" y="38100"/>
                </a:lnTo>
                <a:lnTo>
                  <a:pt x="1009650" y="28575"/>
                </a:lnTo>
                <a:lnTo>
                  <a:pt x="1057275" y="28575"/>
                </a:lnTo>
                <a:lnTo>
                  <a:pt x="1057275" y="38100"/>
                </a:lnTo>
                <a:lnTo>
                  <a:pt x="1114425" y="38100"/>
                </a:lnTo>
                <a:lnTo>
                  <a:pt x="1114425" y="47625"/>
                </a:lnTo>
                <a:lnTo>
                  <a:pt x="1123950" y="47625"/>
                </a:lnTo>
                <a:lnTo>
                  <a:pt x="1123950" y="38100"/>
                </a:lnTo>
                <a:lnTo>
                  <a:pt x="1152525" y="38100"/>
                </a:lnTo>
                <a:lnTo>
                  <a:pt x="1152525" y="28575"/>
                </a:lnTo>
                <a:lnTo>
                  <a:pt x="1238250" y="28575"/>
                </a:lnTo>
                <a:lnTo>
                  <a:pt x="1238250" y="47625"/>
                </a:lnTo>
                <a:lnTo>
                  <a:pt x="1200150" y="47625"/>
                </a:lnTo>
                <a:lnTo>
                  <a:pt x="1200150" y="57150"/>
                </a:lnTo>
                <a:lnTo>
                  <a:pt x="1181100" y="57150"/>
                </a:lnTo>
                <a:lnTo>
                  <a:pt x="1181100" y="47625"/>
                </a:lnTo>
                <a:lnTo>
                  <a:pt x="1171575" y="47625"/>
                </a:lnTo>
                <a:lnTo>
                  <a:pt x="1171575" y="57150"/>
                </a:lnTo>
                <a:lnTo>
                  <a:pt x="1152525" y="57150"/>
                </a:lnTo>
                <a:lnTo>
                  <a:pt x="1152525" y="66675"/>
                </a:lnTo>
                <a:lnTo>
                  <a:pt x="1095375" y="66675"/>
                </a:lnTo>
                <a:lnTo>
                  <a:pt x="1095375" y="76200"/>
                </a:lnTo>
                <a:lnTo>
                  <a:pt x="1085850" y="76200"/>
                </a:lnTo>
                <a:lnTo>
                  <a:pt x="1085850" y="104775"/>
                </a:lnTo>
                <a:lnTo>
                  <a:pt x="1066800" y="104775"/>
                </a:lnTo>
                <a:lnTo>
                  <a:pt x="1066800" y="76200"/>
                </a:lnTo>
                <a:lnTo>
                  <a:pt x="1057275" y="76200"/>
                </a:lnTo>
                <a:lnTo>
                  <a:pt x="1057275" y="66675"/>
                </a:lnTo>
                <a:lnTo>
                  <a:pt x="1047750" y="66675"/>
                </a:lnTo>
                <a:lnTo>
                  <a:pt x="1047750" y="95250"/>
                </a:lnTo>
                <a:lnTo>
                  <a:pt x="1038225" y="95250"/>
                </a:lnTo>
                <a:lnTo>
                  <a:pt x="1038225" y="104775"/>
                </a:lnTo>
                <a:lnTo>
                  <a:pt x="1019175" y="104775"/>
                </a:lnTo>
                <a:lnTo>
                  <a:pt x="1019175" y="114300"/>
                </a:lnTo>
                <a:lnTo>
                  <a:pt x="1009650" y="114300"/>
                </a:lnTo>
                <a:lnTo>
                  <a:pt x="1009650" y="142875"/>
                </a:lnTo>
                <a:lnTo>
                  <a:pt x="990600" y="142875"/>
                </a:lnTo>
                <a:lnTo>
                  <a:pt x="990600" y="95250"/>
                </a:lnTo>
                <a:lnTo>
                  <a:pt x="1000125" y="95250"/>
                </a:lnTo>
                <a:lnTo>
                  <a:pt x="1000125" y="85725"/>
                </a:lnTo>
                <a:lnTo>
                  <a:pt x="1028700" y="85725"/>
                </a:lnTo>
                <a:lnTo>
                  <a:pt x="1028700" y="76200"/>
                </a:lnTo>
                <a:lnTo>
                  <a:pt x="1019175" y="76200"/>
                </a:lnTo>
                <a:lnTo>
                  <a:pt x="1019175" y="66675"/>
                </a:lnTo>
                <a:lnTo>
                  <a:pt x="971550" y="66675"/>
                </a:lnTo>
                <a:lnTo>
                  <a:pt x="971550" y="76200"/>
                </a:lnTo>
                <a:lnTo>
                  <a:pt x="952500" y="76200"/>
                </a:lnTo>
                <a:lnTo>
                  <a:pt x="952500" y="66675"/>
                </a:lnTo>
                <a:lnTo>
                  <a:pt x="933450" y="66675"/>
                </a:lnTo>
                <a:lnTo>
                  <a:pt x="933450" y="47625"/>
                </a:lnTo>
                <a:lnTo>
                  <a:pt x="923925" y="47625"/>
                </a:lnTo>
                <a:lnTo>
                  <a:pt x="923925" y="66675"/>
                </a:lnTo>
                <a:lnTo>
                  <a:pt x="885825" y="66675"/>
                </a:lnTo>
                <a:lnTo>
                  <a:pt x="885825" y="57150"/>
                </a:lnTo>
                <a:lnTo>
                  <a:pt x="876300" y="57150"/>
                </a:lnTo>
                <a:lnTo>
                  <a:pt x="876300" y="47625"/>
                </a:lnTo>
                <a:lnTo>
                  <a:pt x="857250" y="47625"/>
                </a:lnTo>
                <a:lnTo>
                  <a:pt x="857250" y="76200"/>
                </a:lnTo>
                <a:lnTo>
                  <a:pt x="838200" y="76200"/>
                </a:lnTo>
                <a:lnTo>
                  <a:pt x="838200" y="47625"/>
                </a:lnTo>
                <a:lnTo>
                  <a:pt x="809625" y="47625"/>
                </a:lnTo>
                <a:lnTo>
                  <a:pt x="809625" y="57150"/>
                </a:lnTo>
                <a:lnTo>
                  <a:pt x="800100" y="57150"/>
                </a:lnTo>
                <a:lnTo>
                  <a:pt x="800100" y="47625"/>
                </a:lnTo>
                <a:lnTo>
                  <a:pt x="790575" y="47625"/>
                </a:lnTo>
                <a:lnTo>
                  <a:pt x="790575" y="57150"/>
                </a:lnTo>
                <a:lnTo>
                  <a:pt x="781050" y="57150"/>
                </a:lnTo>
                <a:lnTo>
                  <a:pt x="781050" y="47625"/>
                </a:lnTo>
                <a:lnTo>
                  <a:pt x="771525" y="47625"/>
                </a:lnTo>
                <a:lnTo>
                  <a:pt x="771525" y="38100"/>
                </a:lnTo>
                <a:lnTo>
                  <a:pt x="800100" y="38100"/>
                </a:lnTo>
                <a:close/>
                <a:moveTo>
                  <a:pt x="1266825" y="28575"/>
                </a:moveTo>
                <a:lnTo>
                  <a:pt x="1304925" y="28575"/>
                </a:lnTo>
                <a:lnTo>
                  <a:pt x="1304925" y="47625"/>
                </a:lnTo>
                <a:lnTo>
                  <a:pt x="1266825" y="47625"/>
                </a:lnTo>
                <a:close/>
                <a:moveTo>
                  <a:pt x="1343025" y="28575"/>
                </a:moveTo>
                <a:lnTo>
                  <a:pt x="1390650" y="28575"/>
                </a:lnTo>
                <a:lnTo>
                  <a:pt x="1390650" y="57150"/>
                </a:lnTo>
                <a:lnTo>
                  <a:pt x="1381125" y="57150"/>
                </a:lnTo>
                <a:lnTo>
                  <a:pt x="1381125" y="66675"/>
                </a:lnTo>
                <a:lnTo>
                  <a:pt x="1343025" y="66675"/>
                </a:lnTo>
                <a:lnTo>
                  <a:pt x="1343025" y="57150"/>
                </a:lnTo>
                <a:lnTo>
                  <a:pt x="1333500" y="57150"/>
                </a:lnTo>
                <a:lnTo>
                  <a:pt x="1333500" y="38100"/>
                </a:lnTo>
                <a:lnTo>
                  <a:pt x="1343025" y="38100"/>
                </a:lnTo>
                <a:close/>
                <a:moveTo>
                  <a:pt x="1438275" y="28575"/>
                </a:moveTo>
                <a:lnTo>
                  <a:pt x="1457325" y="28575"/>
                </a:lnTo>
                <a:lnTo>
                  <a:pt x="1457325" y="38100"/>
                </a:lnTo>
                <a:lnTo>
                  <a:pt x="1495425" y="38100"/>
                </a:lnTo>
                <a:lnTo>
                  <a:pt x="1495425" y="47625"/>
                </a:lnTo>
                <a:lnTo>
                  <a:pt x="1504950" y="47625"/>
                </a:lnTo>
                <a:lnTo>
                  <a:pt x="1504950" y="38100"/>
                </a:lnTo>
                <a:lnTo>
                  <a:pt x="1514475" y="38100"/>
                </a:lnTo>
                <a:lnTo>
                  <a:pt x="1514475" y="28575"/>
                </a:lnTo>
                <a:lnTo>
                  <a:pt x="1562100" y="28575"/>
                </a:lnTo>
                <a:lnTo>
                  <a:pt x="1562100" y="38100"/>
                </a:lnTo>
                <a:lnTo>
                  <a:pt x="1571625" y="38100"/>
                </a:lnTo>
                <a:lnTo>
                  <a:pt x="1571625" y="47625"/>
                </a:lnTo>
                <a:lnTo>
                  <a:pt x="1562100" y="47625"/>
                </a:lnTo>
                <a:lnTo>
                  <a:pt x="1562100" y="57150"/>
                </a:lnTo>
                <a:lnTo>
                  <a:pt x="1543050" y="57150"/>
                </a:lnTo>
                <a:lnTo>
                  <a:pt x="1543050" y="66675"/>
                </a:lnTo>
                <a:lnTo>
                  <a:pt x="1524000" y="66675"/>
                </a:lnTo>
                <a:lnTo>
                  <a:pt x="1524000" y="85725"/>
                </a:lnTo>
                <a:lnTo>
                  <a:pt x="1533525" y="85725"/>
                </a:lnTo>
                <a:lnTo>
                  <a:pt x="1533525" y="76200"/>
                </a:lnTo>
                <a:lnTo>
                  <a:pt x="1543050" y="76200"/>
                </a:lnTo>
                <a:lnTo>
                  <a:pt x="1543050" y="85725"/>
                </a:lnTo>
                <a:lnTo>
                  <a:pt x="1552575" y="85725"/>
                </a:lnTo>
                <a:lnTo>
                  <a:pt x="1552575" y="76200"/>
                </a:lnTo>
                <a:lnTo>
                  <a:pt x="1562100" y="76200"/>
                </a:lnTo>
                <a:lnTo>
                  <a:pt x="1562100" y="57150"/>
                </a:lnTo>
                <a:lnTo>
                  <a:pt x="1571625" y="57150"/>
                </a:lnTo>
                <a:lnTo>
                  <a:pt x="1571625" y="66675"/>
                </a:lnTo>
                <a:lnTo>
                  <a:pt x="1581150" y="66675"/>
                </a:lnTo>
                <a:lnTo>
                  <a:pt x="1581150" y="76200"/>
                </a:lnTo>
                <a:lnTo>
                  <a:pt x="1590675" y="76200"/>
                </a:lnTo>
                <a:lnTo>
                  <a:pt x="1590675" y="85725"/>
                </a:lnTo>
                <a:lnTo>
                  <a:pt x="1609725" y="85725"/>
                </a:lnTo>
                <a:lnTo>
                  <a:pt x="1609725" y="76200"/>
                </a:lnTo>
                <a:lnTo>
                  <a:pt x="1619250" y="76200"/>
                </a:lnTo>
                <a:lnTo>
                  <a:pt x="1619250" y="66675"/>
                </a:lnTo>
                <a:lnTo>
                  <a:pt x="1638300" y="66675"/>
                </a:lnTo>
                <a:lnTo>
                  <a:pt x="1638300" y="57150"/>
                </a:lnTo>
                <a:lnTo>
                  <a:pt x="1647825" y="57150"/>
                </a:lnTo>
                <a:lnTo>
                  <a:pt x="1647825" y="38100"/>
                </a:lnTo>
                <a:lnTo>
                  <a:pt x="1657350" y="38100"/>
                </a:lnTo>
                <a:lnTo>
                  <a:pt x="1657350" y="76200"/>
                </a:lnTo>
                <a:lnTo>
                  <a:pt x="1666875" y="76200"/>
                </a:lnTo>
                <a:lnTo>
                  <a:pt x="1666875" y="95250"/>
                </a:lnTo>
                <a:lnTo>
                  <a:pt x="1657350" y="95250"/>
                </a:lnTo>
                <a:lnTo>
                  <a:pt x="1657350" y="104775"/>
                </a:lnTo>
                <a:lnTo>
                  <a:pt x="1685925" y="104775"/>
                </a:lnTo>
                <a:lnTo>
                  <a:pt x="1685925" y="95250"/>
                </a:lnTo>
                <a:lnTo>
                  <a:pt x="1695450" y="95250"/>
                </a:lnTo>
                <a:lnTo>
                  <a:pt x="1695450" y="104775"/>
                </a:lnTo>
                <a:lnTo>
                  <a:pt x="1704975" y="104775"/>
                </a:lnTo>
                <a:lnTo>
                  <a:pt x="1704975" y="114300"/>
                </a:lnTo>
                <a:lnTo>
                  <a:pt x="1714500" y="114300"/>
                </a:lnTo>
                <a:lnTo>
                  <a:pt x="1714500" y="123825"/>
                </a:lnTo>
                <a:lnTo>
                  <a:pt x="1724025" y="123825"/>
                </a:lnTo>
                <a:lnTo>
                  <a:pt x="1724025" y="114300"/>
                </a:lnTo>
                <a:lnTo>
                  <a:pt x="1733550" y="114300"/>
                </a:lnTo>
                <a:lnTo>
                  <a:pt x="1733550" y="104775"/>
                </a:lnTo>
                <a:lnTo>
                  <a:pt x="1724025" y="104775"/>
                </a:lnTo>
                <a:lnTo>
                  <a:pt x="1724025" y="85725"/>
                </a:lnTo>
                <a:lnTo>
                  <a:pt x="1714500" y="85725"/>
                </a:lnTo>
                <a:lnTo>
                  <a:pt x="1714500" y="76200"/>
                </a:lnTo>
                <a:lnTo>
                  <a:pt x="1704975" y="76200"/>
                </a:lnTo>
                <a:lnTo>
                  <a:pt x="1704975" y="57150"/>
                </a:lnTo>
                <a:lnTo>
                  <a:pt x="1714500" y="57150"/>
                </a:lnTo>
                <a:lnTo>
                  <a:pt x="1714500" y="47625"/>
                </a:lnTo>
                <a:lnTo>
                  <a:pt x="1724025" y="47625"/>
                </a:lnTo>
                <a:lnTo>
                  <a:pt x="1724025" y="57150"/>
                </a:lnTo>
                <a:lnTo>
                  <a:pt x="1743075" y="57150"/>
                </a:lnTo>
                <a:lnTo>
                  <a:pt x="1743075" y="47625"/>
                </a:lnTo>
                <a:lnTo>
                  <a:pt x="1752600" y="47625"/>
                </a:lnTo>
                <a:lnTo>
                  <a:pt x="1752600" y="38100"/>
                </a:lnTo>
                <a:lnTo>
                  <a:pt x="1762125" y="38100"/>
                </a:lnTo>
                <a:lnTo>
                  <a:pt x="1762125" y="47625"/>
                </a:lnTo>
                <a:lnTo>
                  <a:pt x="1781175" y="47625"/>
                </a:lnTo>
                <a:lnTo>
                  <a:pt x="1781175" y="38100"/>
                </a:lnTo>
                <a:lnTo>
                  <a:pt x="1790700" y="38100"/>
                </a:lnTo>
                <a:lnTo>
                  <a:pt x="1790700" y="47625"/>
                </a:lnTo>
                <a:lnTo>
                  <a:pt x="1800225" y="47625"/>
                </a:lnTo>
                <a:lnTo>
                  <a:pt x="1800225" y="66675"/>
                </a:lnTo>
                <a:lnTo>
                  <a:pt x="1809750" y="66675"/>
                </a:lnTo>
                <a:lnTo>
                  <a:pt x="1809750" y="95250"/>
                </a:lnTo>
                <a:lnTo>
                  <a:pt x="1800225" y="95250"/>
                </a:lnTo>
                <a:lnTo>
                  <a:pt x="1800225" y="104775"/>
                </a:lnTo>
                <a:lnTo>
                  <a:pt x="1790700" y="104775"/>
                </a:lnTo>
                <a:lnTo>
                  <a:pt x="1790700" y="57150"/>
                </a:lnTo>
                <a:lnTo>
                  <a:pt x="1762125" y="57150"/>
                </a:lnTo>
                <a:lnTo>
                  <a:pt x="1762125" y="66675"/>
                </a:lnTo>
                <a:lnTo>
                  <a:pt x="1752600" y="66675"/>
                </a:lnTo>
                <a:lnTo>
                  <a:pt x="1752600" y="57150"/>
                </a:lnTo>
                <a:lnTo>
                  <a:pt x="1743075" y="57150"/>
                </a:lnTo>
                <a:lnTo>
                  <a:pt x="1743075" y="85725"/>
                </a:lnTo>
                <a:lnTo>
                  <a:pt x="1733550" y="85725"/>
                </a:lnTo>
                <a:lnTo>
                  <a:pt x="1733550" y="104775"/>
                </a:lnTo>
                <a:lnTo>
                  <a:pt x="1743075" y="104775"/>
                </a:lnTo>
                <a:lnTo>
                  <a:pt x="1743075" y="85725"/>
                </a:lnTo>
                <a:lnTo>
                  <a:pt x="1762125" y="85725"/>
                </a:lnTo>
                <a:lnTo>
                  <a:pt x="1762125" y="95250"/>
                </a:lnTo>
                <a:lnTo>
                  <a:pt x="1781175" y="95250"/>
                </a:lnTo>
                <a:lnTo>
                  <a:pt x="1781175" y="104775"/>
                </a:lnTo>
                <a:lnTo>
                  <a:pt x="1790700" y="104775"/>
                </a:lnTo>
                <a:lnTo>
                  <a:pt x="1790700" y="114300"/>
                </a:lnTo>
                <a:lnTo>
                  <a:pt x="1800225" y="114300"/>
                </a:lnTo>
                <a:lnTo>
                  <a:pt x="1800225" y="133350"/>
                </a:lnTo>
                <a:lnTo>
                  <a:pt x="1809750" y="133350"/>
                </a:lnTo>
                <a:lnTo>
                  <a:pt x="1809750" y="190500"/>
                </a:lnTo>
                <a:lnTo>
                  <a:pt x="1790700" y="190500"/>
                </a:lnTo>
                <a:lnTo>
                  <a:pt x="1790700" y="180975"/>
                </a:lnTo>
                <a:lnTo>
                  <a:pt x="1771650" y="180975"/>
                </a:lnTo>
                <a:lnTo>
                  <a:pt x="1771650" y="190500"/>
                </a:lnTo>
                <a:lnTo>
                  <a:pt x="1752600" y="190500"/>
                </a:lnTo>
                <a:lnTo>
                  <a:pt x="1752600" y="180975"/>
                </a:lnTo>
                <a:lnTo>
                  <a:pt x="1762125" y="180975"/>
                </a:lnTo>
                <a:lnTo>
                  <a:pt x="1762125" y="171450"/>
                </a:lnTo>
                <a:lnTo>
                  <a:pt x="1752600" y="171450"/>
                </a:lnTo>
                <a:lnTo>
                  <a:pt x="1752600" y="161925"/>
                </a:lnTo>
                <a:lnTo>
                  <a:pt x="1762125" y="161925"/>
                </a:lnTo>
                <a:lnTo>
                  <a:pt x="1762125" y="152400"/>
                </a:lnTo>
                <a:lnTo>
                  <a:pt x="1752600" y="152400"/>
                </a:lnTo>
                <a:lnTo>
                  <a:pt x="1752600" y="142875"/>
                </a:lnTo>
                <a:lnTo>
                  <a:pt x="1743075" y="142875"/>
                </a:lnTo>
                <a:lnTo>
                  <a:pt x="1743075" y="152400"/>
                </a:lnTo>
                <a:lnTo>
                  <a:pt x="1733550" y="152400"/>
                </a:lnTo>
                <a:lnTo>
                  <a:pt x="1733550" y="171450"/>
                </a:lnTo>
                <a:lnTo>
                  <a:pt x="1724025" y="171450"/>
                </a:lnTo>
                <a:lnTo>
                  <a:pt x="1724025" y="190500"/>
                </a:lnTo>
                <a:lnTo>
                  <a:pt x="1743075" y="190500"/>
                </a:lnTo>
                <a:lnTo>
                  <a:pt x="1743075" y="200025"/>
                </a:lnTo>
                <a:lnTo>
                  <a:pt x="1704975" y="200025"/>
                </a:lnTo>
                <a:lnTo>
                  <a:pt x="1704975" y="209550"/>
                </a:lnTo>
                <a:lnTo>
                  <a:pt x="1685925" y="209550"/>
                </a:lnTo>
                <a:lnTo>
                  <a:pt x="1685925" y="219075"/>
                </a:lnTo>
                <a:lnTo>
                  <a:pt x="1676400" y="219075"/>
                </a:lnTo>
                <a:lnTo>
                  <a:pt x="1676400" y="209550"/>
                </a:lnTo>
                <a:lnTo>
                  <a:pt x="1666875" y="209550"/>
                </a:lnTo>
                <a:lnTo>
                  <a:pt x="1666875" y="228600"/>
                </a:lnTo>
                <a:lnTo>
                  <a:pt x="1657350" y="228600"/>
                </a:lnTo>
                <a:lnTo>
                  <a:pt x="1657350" y="247650"/>
                </a:lnTo>
                <a:lnTo>
                  <a:pt x="1638300" y="247650"/>
                </a:lnTo>
                <a:lnTo>
                  <a:pt x="1638300" y="209550"/>
                </a:lnTo>
                <a:lnTo>
                  <a:pt x="1600200" y="209550"/>
                </a:lnTo>
                <a:lnTo>
                  <a:pt x="1600200" y="200025"/>
                </a:lnTo>
                <a:lnTo>
                  <a:pt x="1571625" y="200025"/>
                </a:lnTo>
                <a:lnTo>
                  <a:pt x="1571625" y="190500"/>
                </a:lnTo>
                <a:lnTo>
                  <a:pt x="1562100" y="190500"/>
                </a:lnTo>
                <a:lnTo>
                  <a:pt x="1562100" y="171450"/>
                </a:lnTo>
                <a:lnTo>
                  <a:pt x="1552575" y="171450"/>
                </a:lnTo>
                <a:lnTo>
                  <a:pt x="1552575" y="180975"/>
                </a:lnTo>
                <a:lnTo>
                  <a:pt x="1543050" y="180975"/>
                </a:lnTo>
                <a:lnTo>
                  <a:pt x="1543050" y="171450"/>
                </a:lnTo>
                <a:lnTo>
                  <a:pt x="1533525" y="171450"/>
                </a:lnTo>
                <a:lnTo>
                  <a:pt x="1533525" y="200025"/>
                </a:lnTo>
                <a:lnTo>
                  <a:pt x="1514475" y="200025"/>
                </a:lnTo>
                <a:lnTo>
                  <a:pt x="1514475" y="219075"/>
                </a:lnTo>
                <a:lnTo>
                  <a:pt x="1504950" y="219075"/>
                </a:lnTo>
                <a:lnTo>
                  <a:pt x="1504950" y="200025"/>
                </a:lnTo>
                <a:lnTo>
                  <a:pt x="1485900" y="200025"/>
                </a:lnTo>
                <a:lnTo>
                  <a:pt x="1485900" y="190500"/>
                </a:lnTo>
                <a:lnTo>
                  <a:pt x="1466850" y="190500"/>
                </a:lnTo>
                <a:lnTo>
                  <a:pt x="1466850" y="180975"/>
                </a:lnTo>
                <a:lnTo>
                  <a:pt x="1428750" y="180975"/>
                </a:lnTo>
                <a:lnTo>
                  <a:pt x="1428750" y="200025"/>
                </a:lnTo>
                <a:lnTo>
                  <a:pt x="1438275" y="200025"/>
                </a:lnTo>
                <a:lnTo>
                  <a:pt x="1438275" y="219075"/>
                </a:lnTo>
                <a:lnTo>
                  <a:pt x="1409700" y="219075"/>
                </a:lnTo>
                <a:lnTo>
                  <a:pt x="1409700" y="228600"/>
                </a:lnTo>
                <a:lnTo>
                  <a:pt x="1390650" y="228600"/>
                </a:lnTo>
                <a:lnTo>
                  <a:pt x="1390650" y="238125"/>
                </a:lnTo>
                <a:lnTo>
                  <a:pt x="1381125" y="238125"/>
                </a:lnTo>
                <a:lnTo>
                  <a:pt x="1381125" y="228600"/>
                </a:lnTo>
                <a:lnTo>
                  <a:pt x="1371600" y="228600"/>
                </a:lnTo>
                <a:lnTo>
                  <a:pt x="1371600" y="219075"/>
                </a:lnTo>
                <a:lnTo>
                  <a:pt x="1390650" y="219075"/>
                </a:lnTo>
                <a:lnTo>
                  <a:pt x="1390650" y="180975"/>
                </a:lnTo>
                <a:lnTo>
                  <a:pt x="1400175" y="180975"/>
                </a:lnTo>
                <a:lnTo>
                  <a:pt x="1400175" y="200025"/>
                </a:lnTo>
                <a:lnTo>
                  <a:pt x="1409700" y="200025"/>
                </a:lnTo>
                <a:lnTo>
                  <a:pt x="1409700" y="171450"/>
                </a:lnTo>
                <a:lnTo>
                  <a:pt x="1428750" y="171450"/>
                </a:lnTo>
                <a:lnTo>
                  <a:pt x="1428750" y="142875"/>
                </a:lnTo>
                <a:lnTo>
                  <a:pt x="1438275" y="142875"/>
                </a:lnTo>
                <a:lnTo>
                  <a:pt x="1438275" y="114300"/>
                </a:lnTo>
                <a:lnTo>
                  <a:pt x="1428750" y="114300"/>
                </a:lnTo>
                <a:lnTo>
                  <a:pt x="1428750" y="104775"/>
                </a:lnTo>
                <a:lnTo>
                  <a:pt x="1419225" y="104775"/>
                </a:lnTo>
                <a:lnTo>
                  <a:pt x="1419225" y="76200"/>
                </a:lnTo>
                <a:lnTo>
                  <a:pt x="1409700" y="76200"/>
                </a:lnTo>
                <a:lnTo>
                  <a:pt x="1409700" y="38100"/>
                </a:lnTo>
                <a:lnTo>
                  <a:pt x="1438275" y="38100"/>
                </a:lnTo>
                <a:close/>
                <a:moveTo>
                  <a:pt x="600075" y="38100"/>
                </a:moveTo>
                <a:lnTo>
                  <a:pt x="628650" y="38100"/>
                </a:lnTo>
                <a:lnTo>
                  <a:pt x="628650" y="47625"/>
                </a:lnTo>
                <a:lnTo>
                  <a:pt x="619125" y="47625"/>
                </a:lnTo>
                <a:lnTo>
                  <a:pt x="619125" y="57150"/>
                </a:lnTo>
                <a:lnTo>
                  <a:pt x="628650" y="57150"/>
                </a:lnTo>
                <a:lnTo>
                  <a:pt x="628650" y="66675"/>
                </a:lnTo>
                <a:lnTo>
                  <a:pt x="647700" y="66675"/>
                </a:lnTo>
                <a:lnTo>
                  <a:pt x="647700" y="47625"/>
                </a:lnTo>
                <a:lnTo>
                  <a:pt x="657225" y="47625"/>
                </a:lnTo>
                <a:lnTo>
                  <a:pt x="657225" y="38100"/>
                </a:lnTo>
                <a:lnTo>
                  <a:pt x="666750" y="38100"/>
                </a:lnTo>
                <a:lnTo>
                  <a:pt x="666750" y="47625"/>
                </a:lnTo>
                <a:lnTo>
                  <a:pt x="685800" y="47625"/>
                </a:lnTo>
                <a:lnTo>
                  <a:pt x="685800" y="57150"/>
                </a:lnTo>
                <a:lnTo>
                  <a:pt x="695325" y="57150"/>
                </a:lnTo>
                <a:lnTo>
                  <a:pt x="695325" y="66675"/>
                </a:lnTo>
                <a:lnTo>
                  <a:pt x="704850" y="66675"/>
                </a:lnTo>
                <a:lnTo>
                  <a:pt x="704850" y="76200"/>
                </a:lnTo>
                <a:lnTo>
                  <a:pt x="695325" y="76200"/>
                </a:lnTo>
                <a:lnTo>
                  <a:pt x="695325" y="85725"/>
                </a:lnTo>
                <a:lnTo>
                  <a:pt x="704850" y="85725"/>
                </a:lnTo>
                <a:lnTo>
                  <a:pt x="704850" y="104775"/>
                </a:lnTo>
                <a:lnTo>
                  <a:pt x="695325" y="104775"/>
                </a:lnTo>
                <a:lnTo>
                  <a:pt x="695325" y="133350"/>
                </a:lnTo>
                <a:lnTo>
                  <a:pt x="733425" y="133350"/>
                </a:lnTo>
                <a:lnTo>
                  <a:pt x="733425" y="142875"/>
                </a:lnTo>
                <a:lnTo>
                  <a:pt x="742950" y="142875"/>
                </a:lnTo>
                <a:lnTo>
                  <a:pt x="742950" y="190500"/>
                </a:lnTo>
                <a:lnTo>
                  <a:pt x="733425" y="190500"/>
                </a:lnTo>
                <a:lnTo>
                  <a:pt x="733425" y="200025"/>
                </a:lnTo>
                <a:lnTo>
                  <a:pt x="714375" y="200025"/>
                </a:lnTo>
                <a:lnTo>
                  <a:pt x="714375" y="209550"/>
                </a:lnTo>
                <a:lnTo>
                  <a:pt x="704850" y="209550"/>
                </a:lnTo>
                <a:lnTo>
                  <a:pt x="704850" y="219075"/>
                </a:lnTo>
                <a:lnTo>
                  <a:pt x="695325" y="219075"/>
                </a:lnTo>
                <a:lnTo>
                  <a:pt x="695325" y="228600"/>
                </a:lnTo>
                <a:lnTo>
                  <a:pt x="666750" y="228600"/>
                </a:lnTo>
                <a:lnTo>
                  <a:pt x="666750" y="219075"/>
                </a:lnTo>
                <a:lnTo>
                  <a:pt x="628650" y="219075"/>
                </a:lnTo>
                <a:lnTo>
                  <a:pt x="628650" y="209550"/>
                </a:lnTo>
                <a:lnTo>
                  <a:pt x="647700" y="209550"/>
                </a:lnTo>
                <a:lnTo>
                  <a:pt x="647700" y="190500"/>
                </a:lnTo>
                <a:lnTo>
                  <a:pt x="628650" y="190500"/>
                </a:lnTo>
                <a:lnTo>
                  <a:pt x="628650" y="200025"/>
                </a:lnTo>
                <a:lnTo>
                  <a:pt x="571500" y="200025"/>
                </a:lnTo>
                <a:lnTo>
                  <a:pt x="571500" y="190500"/>
                </a:lnTo>
                <a:lnTo>
                  <a:pt x="561975" y="190500"/>
                </a:lnTo>
                <a:lnTo>
                  <a:pt x="561975" y="152400"/>
                </a:lnTo>
                <a:lnTo>
                  <a:pt x="533400" y="152400"/>
                </a:lnTo>
                <a:lnTo>
                  <a:pt x="533400" y="142875"/>
                </a:lnTo>
                <a:lnTo>
                  <a:pt x="561975" y="142875"/>
                </a:lnTo>
                <a:lnTo>
                  <a:pt x="561975" y="133350"/>
                </a:lnTo>
                <a:lnTo>
                  <a:pt x="571500" y="133350"/>
                </a:lnTo>
                <a:lnTo>
                  <a:pt x="571500" y="123825"/>
                </a:lnTo>
                <a:lnTo>
                  <a:pt x="561975" y="123825"/>
                </a:lnTo>
                <a:lnTo>
                  <a:pt x="561975" y="114300"/>
                </a:lnTo>
                <a:lnTo>
                  <a:pt x="533400" y="114300"/>
                </a:lnTo>
                <a:lnTo>
                  <a:pt x="533400" y="104775"/>
                </a:lnTo>
                <a:lnTo>
                  <a:pt x="523875" y="104775"/>
                </a:lnTo>
                <a:lnTo>
                  <a:pt x="523875" y="95250"/>
                </a:lnTo>
                <a:lnTo>
                  <a:pt x="504825" y="95250"/>
                </a:lnTo>
                <a:lnTo>
                  <a:pt x="504825" y="85725"/>
                </a:lnTo>
                <a:lnTo>
                  <a:pt x="495300" y="85725"/>
                </a:lnTo>
                <a:lnTo>
                  <a:pt x="495300" y="76200"/>
                </a:lnTo>
                <a:lnTo>
                  <a:pt x="485775" y="76200"/>
                </a:lnTo>
                <a:lnTo>
                  <a:pt x="485775" y="57150"/>
                </a:lnTo>
                <a:lnTo>
                  <a:pt x="504825" y="57150"/>
                </a:lnTo>
                <a:lnTo>
                  <a:pt x="504825" y="47625"/>
                </a:lnTo>
                <a:lnTo>
                  <a:pt x="523875" y="47625"/>
                </a:lnTo>
                <a:lnTo>
                  <a:pt x="523875" y="57150"/>
                </a:lnTo>
                <a:lnTo>
                  <a:pt x="581025" y="57150"/>
                </a:lnTo>
                <a:lnTo>
                  <a:pt x="581025" y="66675"/>
                </a:lnTo>
                <a:lnTo>
                  <a:pt x="571500" y="66675"/>
                </a:lnTo>
                <a:lnTo>
                  <a:pt x="571500" y="76200"/>
                </a:lnTo>
                <a:lnTo>
                  <a:pt x="581025" y="76200"/>
                </a:lnTo>
                <a:lnTo>
                  <a:pt x="581025" y="66675"/>
                </a:lnTo>
                <a:lnTo>
                  <a:pt x="590550" y="66675"/>
                </a:lnTo>
                <a:lnTo>
                  <a:pt x="590550" y="47625"/>
                </a:lnTo>
                <a:lnTo>
                  <a:pt x="600075" y="47625"/>
                </a:lnTo>
                <a:close/>
                <a:moveTo>
                  <a:pt x="723900" y="38100"/>
                </a:moveTo>
                <a:lnTo>
                  <a:pt x="733425" y="38100"/>
                </a:lnTo>
                <a:lnTo>
                  <a:pt x="733425" y="47625"/>
                </a:lnTo>
                <a:lnTo>
                  <a:pt x="723900" y="47625"/>
                </a:lnTo>
                <a:close/>
                <a:moveTo>
                  <a:pt x="1609725" y="38100"/>
                </a:moveTo>
                <a:lnTo>
                  <a:pt x="1619250" y="38100"/>
                </a:lnTo>
                <a:lnTo>
                  <a:pt x="1619250" y="47625"/>
                </a:lnTo>
                <a:lnTo>
                  <a:pt x="1609725" y="47625"/>
                </a:lnTo>
                <a:close/>
                <a:moveTo>
                  <a:pt x="1676400" y="38100"/>
                </a:moveTo>
                <a:lnTo>
                  <a:pt x="1685925" y="38100"/>
                </a:lnTo>
                <a:lnTo>
                  <a:pt x="1685925" y="47625"/>
                </a:lnTo>
                <a:lnTo>
                  <a:pt x="1676400" y="47625"/>
                </a:lnTo>
                <a:close/>
                <a:moveTo>
                  <a:pt x="57150" y="57150"/>
                </a:moveTo>
                <a:lnTo>
                  <a:pt x="76200" y="57150"/>
                </a:lnTo>
                <a:lnTo>
                  <a:pt x="76200" y="66675"/>
                </a:lnTo>
                <a:lnTo>
                  <a:pt x="57150" y="66675"/>
                </a:lnTo>
                <a:close/>
                <a:moveTo>
                  <a:pt x="57150" y="76200"/>
                </a:moveTo>
                <a:lnTo>
                  <a:pt x="76200" y="76200"/>
                </a:lnTo>
                <a:lnTo>
                  <a:pt x="76200" y="104775"/>
                </a:lnTo>
                <a:lnTo>
                  <a:pt x="95250" y="104775"/>
                </a:lnTo>
                <a:lnTo>
                  <a:pt x="95250" y="85725"/>
                </a:lnTo>
                <a:lnTo>
                  <a:pt x="133350" y="85725"/>
                </a:lnTo>
                <a:lnTo>
                  <a:pt x="133350" y="95250"/>
                </a:lnTo>
                <a:lnTo>
                  <a:pt x="142875" y="95250"/>
                </a:lnTo>
                <a:lnTo>
                  <a:pt x="142875" y="104775"/>
                </a:lnTo>
                <a:lnTo>
                  <a:pt x="133350" y="104775"/>
                </a:lnTo>
                <a:lnTo>
                  <a:pt x="133350" y="114300"/>
                </a:lnTo>
                <a:lnTo>
                  <a:pt x="142875" y="114300"/>
                </a:lnTo>
                <a:lnTo>
                  <a:pt x="142875" y="133350"/>
                </a:lnTo>
                <a:lnTo>
                  <a:pt x="152400" y="133350"/>
                </a:lnTo>
                <a:lnTo>
                  <a:pt x="152400" y="161925"/>
                </a:lnTo>
                <a:lnTo>
                  <a:pt x="133350" y="161925"/>
                </a:lnTo>
                <a:lnTo>
                  <a:pt x="133350" y="171450"/>
                </a:lnTo>
                <a:lnTo>
                  <a:pt x="114300" y="171450"/>
                </a:lnTo>
                <a:lnTo>
                  <a:pt x="114300" y="180975"/>
                </a:lnTo>
                <a:lnTo>
                  <a:pt x="85725" y="180975"/>
                </a:lnTo>
                <a:lnTo>
                  <a:pt x="85725" y="171450"/>
                </a:lnTo>
                <a:lnTo>
                  <a:pt x="76200" y="171450"/>
                </a:lnTo>
                <a:lnTo>
                  <a:pt x="76200" y="152400"/>
                </a:lnTo>
                <a:lnTo>
                  <a:pt x="66675" y="152400"/>
                </a:lnTo>
                <a:lnTo>
                  <a:pt x="66675" y="133350"/>
                </a:lnTo>
                <a:lnTo>
                  <a:pt x="76200" y="133350"/>
                </a:lnTo>
                <a:lnTo>
                  <a:pt x="76200" y="114300"/>
                </a:lnTo>
                <a:lnTo>
                  <a:pt x="57150" y="114300"/>
                </a:lnTo>
                <a:close/>
                <a:moveTo>
                  <a:pt x="581025" y="85725"/>
                </a:moveTo>
                <a:lnTo>
                  <a:pt x="590550" y="85725"/>
                </a:lnTo>
                <a:lnTo>
                  <a:pt x="590550" y="76200"/>
                </a:lnTo>
                <a:lnTo>
                  <a:pt x="581025" y="76200"/>
                </a:lnTo>
                <a:close/>
                <a:moveTo>
                  <a:pt x="638175" y="85725"/>
                </a:moveTo>
                <a:lnTo>
                  <a:pt x="657225" y="85725"/>
                </a:lnTo>
                <a:lnTo>
                  <a:pt x="657225" y="95250"/>
                </a:lnTo>
                <a:lnTo>
                  <a:pt x="676275" y="95250"/>
                </a:lnTo>
                <a:lnTo>
                  <a:pt x="676275" y="104775"/>
                </a:lnTo>
                <a:lnTo>
                  <a:pt x="685800" y="104775"/>
                </a:lnTo>
                <a:lnTo>
                  <a:pt x="685800" y="76200"/>
                </a:lnTo>
                <a:lnTo>
                  <a:pt x="638175" y="76200"/>
                </a:lnTo>
                <a:close/>
                <a:moveTo>
                  <a:pt x="1428750" y="85725"/>
                </a:moveTo>
                <a:lnTo>
                  <a:pt x="1438275" y="85725"/>
                </a:lnTo>
                <a:lnTo>
                  <a:pt x="1438275" y="76200"/>
                </a:lnTo>
                <a:lnTo>
                  <a:pt x="1428750" y="76200"/>
                </a:lnTo>
                <a:close/>
                <a:moveTo>
                  <a:pt x="619125" y="95250"/>
                </a:moveTo>
                <a:lnTo>
                  <a:pt x="628650" y="95250"/>
                </a:lnTo>
                <a:lnTo>
                  <a:pt x="628650" y="85725"/>
                </a:lnTo>
                <a:lnTo>
                  <a:pt x="590550" y="85725"/>
                </a:lnTo>
                <a:lnTo>
                  <a:pt x="590550" y="123825"/>
                </a:lnTo>
                <a:lnTo>
                  <a:pt x="581025" y="123825"/>
                </a:lnTo>
                <a:lnTo>
                  <a:pt x="581025" y="133350"/>
                </a:lnTo>
                <a:lnTo>
                  <a:pt x="571500" y="133350"/>
                </a:lnTo>
                <a:lnTo>
                  <a:pt x="571500" y="161925"/>
                </a:lnTo>
                <a:lnTo>
                  <a:pt x="590550" y="161925"/>
                </a:lnTo>
                <a:lnTo>
                  <a:pt x="590550" y="171450"/>
                </a:lnTo>
                <a:lnTo>
                  <a:pt x="600075" y="171450"/>
                </a:lnTo>
                <a:lnTo>
                  <a:pt x="600075" y="180975"/>
                </a:lnTo>
                <a:lnTo>
                  <a:pt x="619125" y="180975"/>
                </a:lnTo>
                <a:lnTo>
                  <a:pt x="619125" y="152400"/>
                </a:lnTo>
                <a:lnTo>
                  <a:pt x="600075" y="152400"/>
                </a:lnTo>
                <a:lnTo>
                  <a:pt x="600075" y="133350"/>
                </a:lnTo>
                <a:lnTo>
                  <a:pt x="590550" y="133350"/>
                </a:lnTo>
                <a:lnTo>
                  <a:pt x="590550" y="123825"/>
                </a:lnTo>
                <a:lnTo>
                  <a:pt x="600075" y="123825"/>
                </a:lnTo>
                <a:lnTo>
                  <a:pt x="600075" y="114300"/>
                </a:lnTo>
                <a:lnTo>
                  <a:pt x="619125" y="114300"/>
                </a:lnTo>
                <a:close/>
                <a:moveTo>
                  <a:pt x="733425" y="95250"/>
                </a:moveTo>
                <a:lnTo>
                  <a:pt x="742950" y="95250"/>
                </a:lnTo>
                <a:lnTo>
                  <a:pt x="742950" y="104775"/>
                </a:lnTo>
                <a:lnTo>
                  <a:pt x="733425" y="104775"/>
                </a:lnTo>
                <a:close/>
                <a:moveTo>
                  <a:pt x="762000" y="95250"/>
                </a:moveTo>
                <a:lnTo>
                  <a:pt x="781050" y="95250"/>
                </a:lnTo>
                <a:lnTo>
                  <a:pt x="781050" y="190500"/>
                </a:lnTo>
                <a:lnTo>
                  <a:pt x="762000" y="190500"/>
                </a:lnTo>
                <a:close/>
                <a:moveTo>
                  <a:pt x="800100" y="95250"/>
                </a:moveTo>
                <a:lnTo>
                  <a:pt x="819150" y="95250"/>
                </a:lnTo>
                <a:lnTo>
                  <a:pt x="819150" y="190500"/>
                </a:lnTo>
                <a:lnTo>
                  <a:pt x="800100" y="190500"/>
                </a:lnTo>
                <a:close/>
                <a:moveTo>
                  <a:pt x="914400" y="95250"/>
                </a:moveTo>
                <a:lnTo>
                  <a:pt x="933450" y="95250"/>
                </a:lnTo>
                <a:lnTo>
                  <a:pt x="933450" y="190500"/>
                </a:lnTo>
                <a:lnTo>
                  <a:pt x="923925" y="190500"/>
                </a:lnTo>
                <a:lnTo>
                  <a:pt x="923925" y="200025"/>
                </a:lnTo>
                <a:lnTo>
                  <a:pt x="914400" y="200025"/>
                </a:lnTo>
                <a:lnTo>
                  <a:pt x="914400" y="190500"/>
                </a:lnTo>
                <a:lnTo>
                  <a:pt x="904875" y="190500"/>
                </a:lnTo>
                <a:lnTo>
                  <a:pt x="904875" y="180975"/>
                </a:lnTo>
                <a:lnTo>
                  <a:pt x="914400" y="180975"/>
                </a:lnTo>
                <a:close/>
                <a:moveTo>
                  <a:pt x="1352550" y="95250"/>
                </a:moveTo>
                <a:lnTo>
                  <a:pt x="1362075" y="95250"/>
                </a:lnTo>
                <a:lnTo>
                  <a:pt x="1362075" y="104775"/>
                </a:lnTo>
                <a:lnTo>
                  <a:pt x="1352550" y="104775"/>
                </a:lnTo>
                <a:close/>
                <a:moveTo>
                  <a:pt x="466725" y="104775"/>
                </a:moveTo>
                <a:lnTo>
                  <a:pt x="476250" y="104775"/>
                </a:lnTo>
                <a:lnTo>
                  <a:pt x="476250" y="133350"/>
                </a:lnTo>
                <a:lnTo>
                  <a:pt x="466725" y="133350"/>
                </a:lnTo>
                <a:close/>
                <a:moveTo>
                  <a:pt x="704850" y="104775"/>
                </a:moveTo>
                <a:lnTo>
                  <a:pt x="733425" y="104775"/>
                </a:lnTo>
                <a:lnTo>
                  <a:pt x="733425" y="114300"/>
                </a:lnTo>
                <a:lnTo>
                  <a:pt x="704850" y="114300"/>
                </a:lnTo>
                <a:close/>
                <a:moveTo>
                  <a:pt x="1485900" y="104775"/>
                </a:moveTo>
                <a:lnTo>
                  <a:pt x="1504950" y="104775"/>
                </a:lnTo>
                <a:lnTo>
                  <a:pt x="1504950" y="95250"/>
                </a:lnTo>
                <a:lnTo>
                  <a:pt x="1485900" y="95250"/>
                </a:lnTo>
                <a:close/>
                <a:moveTo>
                  <a:pt x="1571625" y="104775"/>
                </a:moveTo>
                <a:lnTo>
                  <a:pt x="1581150" y="104775"/>
                </a:lnTo>
                <a:lnTo>
                  <a:pt x="1581150" y="114300"/>
                </a:lnTo>
                <a:lnTo>
                  <a:pt x="1552575" y="114300"/>
                </a:lnTo>
                <a:lnTo>
                  <a:pt x="1552575" y="133350"/>
                </a:lnTo>
                <a:lnTo>
                  <a:pt x="1590675" y="133350"/>
                </a:lnTo>
                <a:lnTo>
                  <a:pt x="1590675" y="142875"/>
                </a:lnTo>
                <a:lnTo>
                  <a:pt x="1609725" y="142875"/>
                </a:lnTo>
                <a:lnTo>
                  <a:pt x="1609725" y="152400"/>
                </a:lnTo>
                <a:lnTo>
                  <a:pt x="1628775" y="152400"/>
                </a:lnTo>
                <a:lnTo>
                  <a:pt x="1628775" y="133350"/>
                </a:lnTo>
                <a:lnTo>
                  <a:pt x="1638300" y="133350"/>
                </a:lnTo>
                <a:lnTo>
                  <a:pt x="1638300" y="114300"/>
                </a:lnTo>
                <a:lnTo>
                  <a:pt x="1619250" y="114300"/>
                </a:lnTo>
                <a:lnTo>
                  <a:pt x="1619250" y="123825"/>
                </a:lnTo>
                <a:lnTo>
                  <a:pt x="1590675" y="123825"/>
                </a:lnTo>
                <a:lnTo>
                  <a:pt x="1590675" y="104775"/>
                </a:lnTo>
                <a:lnTo>
                  <a:pt x="1600200" y="104775"/>
                </a:lnTo>
                <a:lnTo>
                  <a:pt x="1600200" y="95250"/>
                </a:lnTo>
                <a:lnTo>
                  <a:pt x="1571625" y="95250"/>
                </a:lnTo>
                <a:close/>
                <a:moveTo>
                  <a:pt x="523875" y="114300"/>
                </a:moveTo>
                <a:lnTo>
                  <a:pt x="533400" y="114300"/>
                </a:lnTo>
                <a:lnTo>
                  <a:pt x="533400" y="123825"/>
                </a:lnTo>
                <a:lnTo>
                  <a:pt x="523875" y="123825"/>
                </a:lnTo>
                <a:close/>
                <a:moveTo>
                  <a:pt x="952500" y="114300"/>
                </a:moveTo>
                <a:lnTo>
                  <a:pt x="971550" y="114300"/>
                </a:lnTo>
                <a:lnTo>
                  <a:pt x="971550" y="133350"/>
                </a:lnTo>
                <a:lnTo>
                  <a:pt x="952500" y="133350"/>
                </a:lnTo>
                <a:close/>
                <a:moveTo>
                  <a:pt x="1066800" y="114300"/>
                </a:moveTo>
                <a:lnTo>
                  <a:pt x="1076325" y="114300"/>
                </a:lnTo>
                <a:lnTo>
                  <a:pt x="1076325" y="142875"/>
                </a:lnTo>
                <a:lnTo>
                  <a:pt x="1057275" y="142875"/>
                </a:lnTo>
                <a:lnTo>
                  <a:pt x="1057275" y="152400"/>
                </a:lnTo>
                <a:lnTo>
                  <a:pt x="1047750" y="152400"/>
                </a:lnTo>
                <a:lnTo>
                  <a:pt x="1047750" y="171450"/>
                </a:lnTo>
                <a:lnTo>
                  <a:pt x="1028700" y="171450"/>
                </a:lnTo>
                <a:lnTo>
                  <a:pt x="1028700" y="133350"/>
                </a:lnTo>
                <a:lnTo>
                  <a:pt x="1038225" y="133350"/>
                </a:lnTo>
                <a:lnTo>
                  <a:pt x="1038225" y="123825"/>
                </a:lnTo>
                <a:lnTo>
                  <a:pt x="1066800" y="123825"/>
                </a:lnTo>
                <a:close/>
                <a:moveTo>
                  <a:pt x="514350" y="123825"/>
                </a:moveTo>
                <a:lnTo>
                  <a:pt x="523875" y="123825"/>
                </a:lnTo>
                <a:lnTo>
                  <a:pt x="523875" y="133350"/>
                </a:lnTo>
                <a:lnTo>
                  <a:pt x="514350" y="133350"/>
                </a:lnTo>
                <a:close/>
                <a:moveTo>
                  <a:pt x="876300" y="123825"/>
                </a:moveTo>
                <a:lnTo>
                  <a:pt x="895350" y="123825"/>
                </a:lnTo>
                <a:lnTo>
                  <a:pt x="895350" y="171450"/>
                </a:lnTo>
                <a:lnTo>
                  <a:pt x="885825" y="171450"/>
                </a:lnTo>
                <a:lnTo>
                  <a:pt x="885825" y="180975"/>
                </a:lnTo>
                <a:lnTo>
                  <a:pt x="876300" y="180975"/>
                </a:lnTo>
                <a:lnTo>
                  <a:pt x="876300" y="171450"/>
                </a:lnTo>
                <a:lnTo>
                  <a:pt x="866775" y="171450"/>
                </a:lnTo>
                <a:lnTo>
                  <a:pt x="866775" y="161925"/>
                </a:lnTo>
                <a:lnTo>
                  <a:pt x="876300" y="161925"/>
                </a:lnTo>
                <a:close/>
                <a:moveTo>
                  <a:pt x="1457325" y="123825"/>
                </a:moveTo>
                <a:lnTo>
                  <a:pt x="1447800" y="123825"/>
                </a:lnTo>
                <a:lnTo>
                  <a:pt x="1447800" y="152400"/>
                </a:lnTo>
                <a:lnTo>
                  <a:pt x="1457325" y="152400"/>
                </a:lnTo>
                <a:lnTo>
                  <a:pt x="1457325" y="161925"/>
                </a:lnTo>
                <a:lnTo>
                  <a:pt x="1447800" y="161925"/>
                </a:lnTo>
                <a:lnTo>
                  <a:pt x="1447800" y="171450"/>
                </a:lnTo>
                <a:lnTo>
                  <a:pt x="1466850" y="171450"/>
                </a:lnTo>
                <a:lnTo>
                  <a:pt x="1466850" y="152400"/>
                </a:lnTo>
                <a:lnTo>
                  <a:pt x="1495425" y="152400"/>
                </a:lnTo>
                <a:lnTo>
                  <a:pt x="1495425" y="142875"/>
                </a:lnTo>
                <a:lnTo>
                  <a:pt x="1485900" y="142875"/>
                </a:lnTo>
                <a:lnTo>
                  <a:pt x="1485900" y="133350"/>
                </a:lnTo>
                <a:lnTo>
                  <a:pt x="1466850" y="133350"/>
                </a:lnTo>
                <a:lnTo>
                  <a:pt x="1466850" y="142875"/>
                </a:lnTo>
                <a:lnTo>
                  <a:pt x="1457325" y="142875"/>
                </a:lnTo>
                <a:close/>
                <a:moveTo>
                  <a:pt x="1457325" y="123825"/>
                </a:moveTo>
                <a:lnTo>
                  <a:pt x="1476375" y="123825"/>
                </a:lnTo>
                <a:lnTo>
                  <a:pt x="1476375" y="104775"/>
                </a:lnTo>
                <a:lnTo>
                  <a:pt x="1457325" y="104775"/>
                </a:lnTo>
                <a:close/>
                <a:moveTo>
                  <a:pt x="628650" y="133350"/>
                </a:moveTo>
                <a:lnTo>
                  <a:pt x="638175" y="133350"/>
                </a:lnTo>
                <a:lnTo>
                  <a:pt x="638175" y="114300"/>
                </a:lnTo>
                <a:lnTo>
                  <a:pt x="628650" y="114300"/>
                </a:lnTo>
                <a:close/>
                <a:moveTo>
                  <a:pt x="1343025" y="133350"/>
                </a:moveTo>
                <a:lnTo>
                  <a:pt x="1352550" y="133350"/>
                </a:lnTo>
                <a:lnTo>
                  <a:pt x="1352550" y="142875"/>
                </a:lnTo>
                <a:lnTo>
                  <a:pt x="1362075" y="142875"/>
                </a:lnTo>
                <a:lnTo>
                  <a:pt x="1362075" y="133350"/>
                </a:lnTo>
                <a:lnTo>
                  <a:pt x="1381125" y="133350"/>
                </a:lnTo>
                <a:lnTo>
                  <a:pt x="1381125" y="152400"/>
                </a:lnTo>
                <a:lnTo>
                  <a:pt x="1371600" y="152400"/>
                </a:lnTo>
                <a:lnTo>
                  <a:pt x="1371600" y="161925"/>
                </a:lnTo>
                <a:lnTo>
                  <a:pt x="1352550" y="161925"/>
                </a:lnTo>
                <a:lnTo>
                  <a:pt x="1352550" y="152400"/>
                </a:lnTo>
                <a:lnTo>
                  <a:pt x="1343025" y="152400"/>
                </a:lnTo>
                <a:close/>
                <a:moveTo>
                  <a:pt x="1409700" y="133350"/>
                </a:moveTo>
                <a:lnTo>
                  <a:pt x="1419225" y="133350"/>
                </a:lnTo>
                <a:lnTo>
                  <a:pt x="1419225" y="142875"/>
                </a:lnTo>
                <a:lnTo>
                  <a:pt x="1409700" y="142875"/>
                </a:lnTo>
                <a:close/>
                <a:moveTo>
                  <a:pt x="1495425" y="133350"/>
                </a:moveTo>
                <a:lnTo>
                  <a:pt x="1504950" y="133350"/>
                </a:lnTo>
                <a:lnTo>
                  <a:pt x="1504950" y="114300"/>
                </a:lnTo>
                <a:lnTo>
                  <a:pt x="1495425" y="114300"/>
                </a:lnTo>
                <a:close/>
                <a:moveTo>
                  <a:pt x="1514475" y="133350"/>
                </a:moveTo>
                <a:lnTo>
                  <a:pt x="1533525" y="133350"/>
                </a:lnTo>
                <a:lnTo>
                  <a:pt x="1533525" y="114300"/>
                </a:lnTo>
                <a:lnTo>
                  <a:pt x="1514475" y="114300"/>
                </a:lnTo>
                <a:close/>
                <a:moveTo>
                  <a:pt x="438150" y="142875"/>
                </a:moveTo>
                <a:lnTo>
                  <a:pt x="457200" y="142875"/>
                </a:lnTo>
                <a:lnTo>
                  <a:pt x="457200" y="152400"/>
                </a:lnTo>
                <a:lnTo>
                  <a:pt x="438150" y="152400"/>
                </a:lnTo>
                <a:close/>
                <a:moveTo>
                  <a:pt x="485775" y="142875"/>
                </a:moveTo>
                <a:lnTo>
                  <a:pt x="504825" y="142875"/>
                </a:lnTo>
                <a:lnTo>
                  <a:pt x="504825" y="152400"/>
                </a:lnTo>
                <a:lnTo>
                  <a:pt x="495300" y="152400"/>
                </a:lnTo>
                <a:lnTo>
                  <a:pt x="495300" y="161925"/>
                </a:lnTo>
                <a:lnTo>
                  <a:pt x="476250" y="161925"/>
                </a:lnTo>
                <a:lnTo>
                  <a:pt x="476250" y="152400"/>
                </a:lnTo>
                <a:lnTo>
                  <a:pt x="485775" y="152400"/>
                </a:lnTo>
                <a:close/>
                <a:moveTo>
                  <a:pt x="514350" y="142875"/>
                </a:moveTo>
                <a:lnTo>
                  <a:pt x="523875" y="142875"/>
                </a:lnTo>
                <a:lnTo>
                  <a:pt x="523875" y="161925"/>
                </a:lnTo>
                <a:lnTo>
                  <a:pt x="514350" y="161925"/>
                </a:lnTo>
                <a:close/>
                <a:moveTo>
                  <a:pt x="85725" y="152400"/>
                </a:moveTo>
                <a:lnTo>
                  <a:pt x="114300" y="152400"/>
                </a:lnTo>
                <a:lnTo>
                  <a:pt x="114300" y="123825"/>
                </a:lnTo>
                <a:lnTo>
                  <a:pt x="85725" y="123825"/>
                </a:lnTo>
                <a:close/>
                <a:moveTo>
                  <a:pt x="1647825" y="152400"/>
                </a:moveTo>
                <a:lnTo>
                  <a:pt x="1657350" y="152400"/>
                </a:lnTo>
                <a:lnTo>
                  <a:pt x="1657350" y="114300"/>
                </a:lnTo>
                <a:lnTo>
                  <a:pt x="1647825" y="114300"/>
                </a:lnTo>
                <a:lnTo>
                  <a:pt x="1647825" y="133350"/>
                </a:lnTo>
                <a:lnTo>
                  <a:pt x="1638300" y="133350"/>
                </a:lnTo>
                <a:lnTo>
                  <a:pt x="1638300" y="152400"/>
                </a:lnTo>
                <a:lnTo>
                  <a:pt x="1628775" y="152400"/>
                </a:lnTo>
                <a:lnTo>
                  <a:pt x="1628775" y="161925"/>
                </a:lnTo>
                <a:lnTo>
                  <a:pt x="1619250" y="161925"/>
                </a:lnTo>
                <a:lnTo>
                  <a:pt x="1619250" y="171450"/>
                </a:lnTo>
                <a:lnTo>
                  <a:pt x="1628775" y="171450"/>
                </a:lnTo>
                <a:lnTo>
                  <a:pt x="1628775" y="180975"/>
                </a:lnTo>
                <a:lnTo>
                  <a:pt x="1638300" y="180975"/>
                </a:lnTo>
                <a:lnTo>
                  <a:pt x="1638300" y="171450"/>
                </a:lnTo>
                <a:lnTo>
                  <a:pt x="1647825" y="171450"/>
                </a:lnTo>
                <a:close/>
                <a:moveTo>
                  <a:pt x="495300" y="161925"/>
                </a:moveTo>
                <a:lnTo>
                  <a:pt x="504825" y="161925"/>
                </a:lnTo>
                <a:lnTo>
                  <a:pt x="504825" y="171450"/>
                </a:lnTo>
                <a:lnTo>
                  <a:pt x="495300" y="171450"/>
                </a:lnTo>
                <a:close/>
                <a:moveTo>
                  <a:pt x="657225" y="161925"/>
                </a:moveTo>
                <a:lnTo>
                  <a:pt x="666750" y="161925"/>
                </a:lnTo>
                <a:lnTo>
                  <a:pt x="666750" y="152400"/>
                </a:lnTo>
                <a:lnTo>
                  <a:pt x="657225" y="152400"/>
                </a:lnTo>
                <a:close/>
                <a:moveTo>
                  <a:pt x="1543050" y="161925"/>
                </a:moveTo>
                <a:lnTo>
                  <a:pt x="1562100" y="161925"/>
                </a:lnTo>
                <a:lnTo>
                  <a:pt x="1562100" y="152400"/>
                </a:lnTo>
                <a:lnTo>
                  <a:pt x="1543050" y="152400"/>
                </a:lnTo>
                <a:close/>
                <a:moveTo>
                  <a:pt x="57150" y="171450"/>
                </a:moveTo>
                <a:lnTo>
                  <a:pt x="66675" y="171450"/>
                </a:lnTo>
                <a:lnTo>
                  <a:pt x="66675" y="190500"/>
                </a:lnTo>
                <a:lnTo>
                  <a:pt x="57150" y="190500"/>
                </a:lnTo>
                <a:close/>
                <a:moveTo>
                  <a:pt x="952500" y="171450"/>
                </a:moveTo>
                <a:lnTo>
                  <a:pt x="971550" y="171450"/>
                </a:lnTo>
                <a:lnTo>
                  <a:pt x="971550" y="190500"/>
                </a:lnTo>
                <a:lnTo>
                  <a:pt x="952500" y="190500"/>
                </a:lnTo>
                <a:close/>
                <a:moveTo>
                  <a:pt x="1343025" y="171450"/>
                </a:moveTo>
                <a:lnTo>
                  <a:pt x="1352550" y="171450"/>
                </a:lnTo>
                <a:lnTo>
                  <a:pt x="1352550" y="180975"/>
                </a:lnTo>
                <a:lnTo>
                  <a:pt x="1343025" y="180975"/>
                </a:lnTo>
                <a:close/>
                <a:moveTo>
                  <a:pt x="1371600" y="171450"/>
                </a:moveTo>
                <a:lnTo>
                  <a:pt x="1381125" y="171450"/>
                </a:lnTo>
                <a:lnTo>
                  <a:pt x="1381125" y="180975"/>
                </a:lnTo>
                <a:lnTo>
                  <a:pt x="1371600" y="180975"/>
                </a:lnTo>
                <a:close/>
                <a:moveTo>
                  <a:pt x="685800" y="180975"/>
                </a:moveTo>
                <a:lnTo>
                  <a:pt x="695325" y="180975"/>
                </a:lnTo>
                <a:lnTo>
                  <a:pt x="695325" y="171450"/>
                </a:lnTo>
                <a:lnTo>
                  <a:pt x="685800" y="171450"/>
                </a:lnTo>
                <a:close/>
                <a:moveTo>
                  <a:pt x="1219200" y="180975"/>
                </a:moveTo>
                <a:lnTo>
                  <a:pt x="1238250" y="180975"/>
                </a:lnTo>
                <a:lnTo>
                  <a:pt x="1238250" y="190500"/>
                </a:lnTo>
                <a:lnTo>
                  <a:pt x="1219200" y="190500"/>
                </a:lnTo>
                <a:close/>
                <a:moveTo>
                  <a:pt x="47625" y="190500"/>
                </a:moveTo>
                <a:lnTo>
                  <a:pt x="57150" y="190500"/>
                </a:lnTo>
                <a:lnTo>
                  <a:pt x="57150" y="200025"/>
                </a:lnTo>
                <a:lnTo>
                  <a:pt x="47625" y="200025"/>
                </a:lnTo>
                <a:close/>
                <a:moveTo>
                  <a:pt x="1323975" y="190500"/>
                </a:moveTo>
                <a:lnTo>
                  <a:pt x="1343025" y="190500"/>
                </a:lnTo>
                <a:lnTo>
                  <a:pt x="1343025" y="200025"/>
                </a:lnTo>
                <a:lnTo>
                  <a:pt x="1323975" y="200025"/>
                </a:lnTo>
                <a:close/>
                <a:moveTo>
                  <a:pt x="76200" y="200025"/>
                </a:moveTo>
                <a:lnTo>
                  <a:pt x="85725" y="200025"/>
                </a:lnTo>
                <a:lnTo>
                  <a:pt x="85725" y="219075"/>
                </a:lnTo>
                <a:lnTo>
                  <a:pt x="76200" y="219075"/>
                </a:lnTo>
                <a:close/>
                <a:moveTo>
                  <a:pt x="1123950" y="209550"/>
                </a:moveTo>
                <a:lnTo>
                  <a:pt x="1143000" y="209550"/>
                </a:lnTo>
                <a:lnTo>
                  <a:pt x="1143000" y="238125"/>
                </a:lnTo>
                <a:lnTo>
                  <a:pt x="1133475" y="238125"/>
                </a:lnTo>
                <a:lnTo>
                  <a:pt x="1133475" y="247650"/>
                </a:lnTo>
                <a:lnTo>
                  <a:pt x="1123950" y="247650"/>
                </a:lnTo>
                <a:lnTo>
                  <a:pt x="1123950" y="266700"/>
                </a:lnTo>
                <a:lnTo>
                  <a:pt x="1114425" y="266700"/>
                </a:lnTo>
                <a:lnTo>
                  <a:pt x="1114425" y="257175"/>
                </a:lnTo>
                <a:lnTo>
                  <a:pt x="1095375" y="257175"/>
                </a:lnTo>
                <a:lnTo>
                  <a:pt x="1095375" y="238125"/>
                </a:lnTo>
                <a:lnTo>
                  <a:pt x="1114425" y="238125"/>
                </a:lnTo>
                <a:lnTo>
                  <a:pt x="1114425" y="228600"/>
                </a:lnTo>
                <a:lnTo>
                  <a:pt x="1123950" y="228600"/>
                </a:lnTo>
                <a:close/>
                <a:moveTo>
                  <a:pt x="1524000" y="209550"/>
                </a:moveTo>
                <a:lnTo>
                  <a:pt x="1543050" y="209550"/>
                </a:lnTo>
                <a:lnTo>
                  <a:pt x="1543050" y="219075"/>
                </a:lnTo>
                <a:lnTo>
                  <a:pt x="1562100" y="219075"/>
                </a:lnTo>
                <a:lnTo>
                  <a:pt x="1562100" y="228600"/>
                </a:lnTo>
                <a:lnTo>
                  <a:pt x="1552575" y="228600"/>
                </a:lnTo>
                <a:lnTo>
                  <a:pt x="1552575" y="238125"/>
                </a:lnTo>
                <a:lnTo>
                  <a:pt x="1533525" y="238125"/>
                </a:lnTo>
                <a:lnTo>
                  <a:pt x="1533525" y="228600"/>
                </a:lnTo>
                <a:lnTo>
                  <a:pt x="1524000" y="228600"/>
                </a:lnTo>
                <a:close/>
                <a:moveTo>
                  <a:pt x="733425" y="219075"/>
                </a:moveTo>
                <a:lnTo>
                  <a:pt x="771525" y="219075"/>
                </a:lnTo>
                <a:lnTo>
                  <a:pt x="771525" y="228600"/>
                </a:lnTo>
                <a:lnTo>
                  <a:pt x="733425" y="228600"/>
                </a:lnTo>
                <a:close/>
                <a:moveTo>
                  <a:pt x="1038225" y="219075"/>
                </a:moveTo>
                <a:lnTo>
                  <a:pt x="1057275" y="219075"/>
                </a:lnTo>
                <a:lnTo>
                  <a:pt x="1057275" y="238125"/>
                </a:lnTo>
                <a:lnTo>
                  <a:pt x="1047750" y="238125"/>
                </a:lnTo>
                <a:lnTo>
                  <a:pt x="1047750" y="247650"/>
                </a:lnTo>
                <a:lnTo>
                  <a:pt x="1038225" y="247650"/>
                </a:lnTo>
                <a:lnTo>
                  <a:pt x="1038225" y="238125"/>
                </a:lnTo>
                <a:lnTo>
                  <a:pt x="1028700" y="238125"/>
                </a:lnTo>
                <a:lnTo>
                  <a:pt x="1028700" y="228600"/>
                </a:lnTo>
                <a:lnTo>
                  <a:pt x="1038225" y="228600"/>
                </a:lnTo>
                <a:close/>
                <a:moveTo>
                  <a:pt x="1238250" y="219075"/>
                </a:moveTo>
                <a:lnTo>
                  <a:pt x="1266825" y="219075"/>
                </a:lnTo>
                <a:lnTo>
                  <a:pt x="1266825" y="228600"/>
                </a:lnTo>
                <a:lnTo>
                  <a:pt x="1257300" y="228600"/>
                </a:lnTo>
                <a:lnTo>
                  <a:pt x="1257300" y="247650"/>
                </a:lnTo>
                <a:lnTo>
                  <a:pt x="1228725" y="247650"/>
                </a:lnTo>
                <a:lnTo>
                  <a:pt x="1228725" y="228600"/>
                </a:lnTo>
                <a:lnTo>
                  <a:pt x="1238250" y="228600"/>
                </a:lnTo>
                <a:close/>
                <a:moveTo>
                  <a:pt x="1438275" y="219075"/>
                </a:moveTo>
                <a:lnTo>
                  <a:pt x="1447800" y="219075"/>
                </a:lnTo>
                <a:lnTo>
                  <a:pt x="1447800" y="228600"/>
                </a:lnTo>
                <a:lnTo>
                  <a:pt x="1438275" y="228600"/>
                </a:lnTo>
                <a:close/>
                <a:moveTo>
                  <a:pt x="1485900" y="219075"/>
                </a:moveTo>
                <a:lnTo>
                  <a:pt x="1504950" y="219075"/>
                </a:lnTo>
                <a:lnTo>
                  <a:pt x="1504950" y="228600"/>
                </a:lnTo>
                <a:lnTo>
                  <a:pt x="1495425" y="228600"/>
                </a:lnTo>
                <a:lnTo>
                  <a:pt x="1495425" y="238125"/>
                </a:lnTo>
                <a:lnTo>
                  <a:pt x="1485900" y="238125"/>
                </a:lnTo>
                <a:close/>
                <a:moveTo>
                  <a:pt x="1695450" y="219075"/>
                </a:moveTo>
                <a:lnTo>
                  <a:pt x="1704975" y="219075"/>
                </a:lnTo>
                <a:lnTo>
                  <a:pt x="1704975" y="228600"/>
                </a:lnTo>
                <a:lnTo>
                  <a:pt x="1695450" y="228600"/>
                </a:lnTo>
                <a:close/>
                <a:moveTo>
                  <a:pt x="66675" y="228600"/>
                </a:moveTo>
                <a:lnTo>
                  <a:pt x="85725" y="228600"/>
                </a:lnTo>
                <a:lnTo>
                  <a:pt x="85725" y="238125"/>
                </a:lnTo>
                <a:lnTo>
                  <a:pt x="66675" y="238125"/>
                </a:lnTo>
                <a:close/>
                <a:moveTo>
                  <a:pt x="790575" y="238125"/>
                </a:moveTo>
                <a:lnTo>
                  <a:pt x="800100" y="238125"/>
                </a:lnTo>
                <a:lnTo>
                  <a:pt x="800100" y="247650"/>
                </a:lnTo>
                <a:lnTo>
                  <a:pt x="790575" y="247650"/>
                </a:lnTo>
                <a:close/>
                <a:moveTo>
                  <a:pt x="809625" y="238125"/>
                </a:moveTo>
                <a:lnTo>
                  <a:pt x="885825" y="238125"/>
                </a:lnTo>
                <a:lnTo>
                  <a:pt x="885825" y="257175"/>
                </a:lnTo>
                <a:lnTo>
                  <a:pt x="828675" y="257175"/>
                </a:lnTo>
                <a:lnTo>
                  <a:pt x="828675" y="247650"/>
                </a:lnTo>
                <a:lnTo>
                  <a:pt x="809625" y="247650"/>
                </a:lnTo>
                <a:close/>
                <a:moveTo>
                  <a:pt x="1181100" y="238125"/>
                </a:moveTo>
                <a:lnTo>
                  <a:pt x="1200150" y="238125"/>
                </a:lnTo>
                <a:lnTo>
                  <a:pt x="1200150" y="247650"/>
                </a:lnTo>
                <a:lnTo>
                  <a:pt x="1219200" y="247650"/>
                </a:lnTo>
                <a:lnTo>
                  <a:pt x="1219200" y="257175"/>
                </a:lnTo>
                <a:lnTo>
                  <a:pt x="1209675" y="257175"/>
                </a:lnTo>
                <a:lnTo>
                  <a:pt x="1209675" y="266700"/>
                </a:lnTo>
                <a:lnTo>
                  <a:pt x="1181100" y="266700"/>
                </a:lnTo>
                <a:close/>
                <a:moveTo>
                  <a:pt x="1295400" y="238125"/>
                </a:moveTo>
                <a:lnTo>
                  <a:pt x="1304925" y="238125"/>
                </a:lnTo>
                <a:lnTo>
                  <a:pt x="1304925" y="257175"/>
                </a:lnTo>
                <a:lnTo>
                  <a:pt x="1314450" y="257175"/>
                </a:lnTo>
                <a:lnTo>
                  <a:pt x="1314450" y="266700"/>
                </a:lnTo>
                <a:lnTo>
                  <a:pt x="1295400" y="266700"/>
                </a:lnTo>
                <a:lnTo>
                  <a:pt x="1295400" y="257175"/>
                </a:lnTo>
                <a:lnTo>
                  <a:pt x="1276350" y="257175"/>
                </a:lnTo>
                <a:lnTo>
                  <a:pt x="1276350" y="247650"/>
                </a:lnTo>
                <a:lnTo>
                  <a:pt x="1295400" y="247650"/>
                </a:lnTo>
                <a:close/>
                <a:moveTo>
                  <a:pt x="1495425" y="238125"/>
                </a:moveTo>
                <a:lnTo>
                  <a:pt x="1504950" y="238125"/>
                </a:lnTo>
                <a:lnTo>
                  <a:pt x="1504950" y="247650"/>
                </a:lnTo>
                <a:lnTo>
                  <a:pt x="1495425" y="247650"/>
                </a:lnTo>
                <a:close/>
                <a:moveTo>
                  <a:pt x="76200" y="247650"/>
                </a:moveTo>
                <a:lnTo>
                  <a:pt x="104775" y="247650"/>
                </a:lnTo>
                <a:lnTo>
                  <a:pt x="104775" y="257175"/>
                </a:lnTo>
                <a:lnTo>
                  <a:pt x="114300" y="257175"/>
                </a:lnTo>
                <a:lnTo>
                  <a:pt x="114300" y="266700"/>
                </a:lnTo>
                <a:lnTo>
                  <a:pt x="123825" y="266700"/>
                </a:lnTo>
                <a:lnTo>
                  <a:pt x="123825" y="295275"/>
                </a:lnTo>
                <a:lnTo>
                  <a:pt x="114300" y="295275"/>
                </a:lnTo>
                <a:lnTo>
                  <a:pt x="114300" y="276225"/>
                </a:lnTo>
                <a:lnTo>
                  <a:pt x="66675" y="276225"/>
                </a:lnTo>
                <a:lnTo>
                  <a:pt x="66675" y="266700"/>
                </a:lnTo>
                <a:lnTo>
                  <a:pt x="76200" y="266700"/>
                </a:lnTo>
                <a:close/>
                <a:moveTo>
                  <a:pt x="962025" y="247650"/>
                </a:moveTo>
                <a:lnTo>
                  <a:pt x="971550" y="247650"/>
                </a:lnTo>
                <a:lnTo>
                  <a:pt x="971550" y="266700"/>
                </a:lnTo>
                <a:lnTo>
                  <a:pt x="962025" y="266700"/>
                </a:lnTo>
                <a:close/>
                <a:moveTo>
                  <a:pt x="1028700" y="247650"/>
                </a:moveTo>
                <a:lnTo>
                  <a:pt x="1038225" y="247650"/>
                </a:lnTo>
                <a:lnTo>
                  <a:pt x="1038225" y="266700"/>
                </a:lnTo>
                <a:lnTo>
                  <a:pt x="1028700" y="266700"/>
                </a:lnTo>
                <a:close/>
                <a:moveTo>
                  <a:pt x="142875" y="257175"/>
                </a:moveTo>
                <a:lnTo>
                  <a:pt x="161925" y="257175"/>
                </a:lnTo>
                <a:lnTo>
                  <a:pt x="161925" y="276225"/>
                </a:lnTo>
                <a:lnTo>
                  <a:pt x="133350" y="276225"/>
                </a:lnTo>
                <a:lnTo>
                  <a:pt x="133350" y="266700"/>
                </a:lnTo>
                <a:lnTo>
                  <a:pt x="142875" y="266700"/>
                </a:lnTo>
                <a:close/>
                <a:moveTo>
                  <a:pt x="1076325" y="257175"/>
                </a:moveTo>
                <a:lnTo>
                  <a:pt x="1085850" y="257175"/>
                </a:lnTo>
                <a:lnTo>
                  <a:pt x="1085850" y="266700"/>
                </a:lnTo>
                <a:lnTo>
                  <a:pt x="1076325" y="266700"/>
                </a:lnTo>
                <a:close/>
                <a:moveTo>
                  <a:pt x="1371600" y="257175"/>
                </a:moveTo>
                <a:lnTo>
                  <a:pt x="1381125" y="257175"/>
                </a:lnTo>
                <a:lnTo>
                  <a:pt x="1381125" y="266700"/>
                </a:lnTo>
                <a:lnTo>
                  <a:pt x="1371600" y="266700"/>
                </a:lnTo>
                <a:close/>
                <a:moveTo>
                  <a:pt x="1504950" y="257175"/>
                </a:moveTo>
                <a:lnTo>
                  <a:pt x="1514475" y="257175"/>
                </a:lnTo>
                <a:lnTo>
                  <a:pt x="1514475" y="266700"/>
                </a:lnTo>
                <a:lnTo>
                  <a:pt x="1504950" y="266700"/>
                </a:lnTo>
                <a:close/>
                <a:moveTo>
                  <a:pt x="1533525" y="257175"/>
                </a:moveTo>
                <a:lnTo>
                  <a:pt x="1562100" y="257175"/>
                </a:lnTo>
                <a:lnTo>
                  <a:pt x="1562100" y="266700"/>
                </a:lnTo>
                <a:lnTo>
                  <a:pt x="1533525" y="266700"/>
                </a:lnTo>
                <a:close/>
                <a:moveTo>
                  <a:pt x="1276350" y="266700"/>
                </a:moveTo>
                <a:lnTo>
                  <a:pt x="1285875" y="266700"/>
                </a:lnTo>
                <a:lnTo>
                  <a:pt x="1285875" y="276225"/>
                </a:lnTo>
                <a:lnTo>
                  <a:pt x="1276350" y="276225"/>
                </a:lnTo>
                <a:close/>
                <a:moveTo>
                  <a:pt x="95250" y="285750"/>
                </a:moveTo>
                <a:lnTo>
                  <a:pt x="104775" y="285750"/>
                </a:lnTo>
                <a:lnTo>
                  <a:pt x="104775" y="295275"/>
                </a:lnTo>
                <a:lnTo>
                  <a:pt x="95250" y="295275"/>
                </a:lnTo>
                <a:close/>
                <a:moveTo>
                  <a:pt x="85725" y="295275"/>
                </a:moveTo>
                <a:lnTo>
                  <a:pt x="95250" y="295275"/>
                </a:lnTo>
                <a:lnTo>
                  <a:pt x="95250" y="323850"/>
                </a:lnTo>
                <a:lnTo>
                  <a:pt x="76200" y="323850"/>
                </a:lnTo>
                <a:lnTo>
                  <a:pt x="76200" y="304800"/>
                </a:lnTo>
                <a:lnTo>
                  <a:pt x="85725" y="304800"/>
                </a:lnTo>
                <a:close/>
                <a:moveTo>
                  <a:pt x="85725" y="371475"/>
                </a:moveTo>
                <a:lnTo>
                  <a:pt x="95250" y="371475"/>
                </a:lnTo>
                <a:lnTo>
                  <a:pt x="95250" y="381000"/>
                </a:lnTo>
                <a:lnTo>
                  <a:pt x="85725" y="381000"/>
                </a:lnTo>
                <a:close/>
                <a:moveTo>
                  <a:pt x="95250" y="447675"/>
                </a:moveTo>
                <a:lnTo>
                  <a:pt x="104775" y="447675"/>
                </a:lnTo>
                <a:lnTo>
                  <a:pt x="104775" y="457200"/>
                </a:lnTo>
                <a:lnTo>
                  <a:pt x="95250" y="457200"/>
                </a:lnTo>
                <a:close/>
                <a:moveTo>
                  <a:pt x="76200" y="457200"/>
                </a:moveTo>
                <a:lnTo>
                  <a:pt x="85725" y="457200"/>
                </a:lnTo>
                <a:lnTo>
                  <a:pt x="85725" y="476250"/>
                </a:lnTo>
                <a:lnTo>
                  <a:pt x="76200" y="476250"/>
                </a:lnTo>
                <a:close/>
                <a:moveTo>
                  <a:pt x="904875" y="533400"/>
                </a:moveTo>
                <a:lnTo>
                  <a:pt x="981075" y="533400"/>
                </a:lnTo>
                <a:lnTo>
                  <a:pt x="981075" y="552450"/>
                </a:lnTo>
                <a:lnTo>
                  <a:pt x="971550" y="552450"/>
                </a:lnTo>
                <a:lnTo>
                  <a:pt x="971550" y="561975"/>
                </a:lnTo>
                <a:lnTo>
                  <a:pt x="914400" y="561975"/>
                </a:lnTo>
                <a:lnTo>
                  <a:pt x="914400" y="552450"/>
                </a:lnTo>
                <a:lnTo>
                  <a:pt x="895350" y="552450"/>
                </a:lnTo>
                <a:lnTo>
                  <a:pt x="895350" y="542925"/>
                </a:lnTo>
                <a:lnTo>
                  <a:pt x="904875" y="542925"/>
                </a:lnTo>
                <a:close/>
                <a:moveTo>
                  <a:pt x="1181100" y="533400"/>
                </a:moveTo>
                <a:lnTo>
                  <a:pt x="1200150" y="533400"/>
                </a:lnTo>
                <a:lnTo>
                  <a:pt x="1200150" y="542925"/>
                </a:lnTo>
                <a:lnTo>
                  <a:pt x="1181100" y="542925"/>
                </a:lnTo>
                <a:close/>
                <a:moveTo>
                  <a:pt x="876300" y="542925"/>
                </a:moveTo>
                <a:lnTo>
                  <a:pt x="885825" y="542925"/>
                </a:lnTo>
                <a:lnTo>
                  <a:pt x="885825" y="552450"/>
                </a:lnTo>
                <a:lnTo>
                  <a:pt x="876300" y="552450"/>
                </a:lnTo>
                <a:close/>
                <a:moveTo>
                  <a:pt x="1685925" y="542925"/>
                </a:moveTo>
                <a:lnTo>
                  <a:pt x="1704975" y="542925"/>
                </a:lnTo>
                <a:lnTo>
                  <a:pt x="1704975" y="581025"/>
                </a:lnTo>
                <a:lnTo>
                  <a:pt x="1695450" y="581025"/>
                </a:lnTo>
                <a:lnTo>
                  <a:pt x="1695450" y="600075"/>
                </a:lnTo>
                <a:lnTo>
                  <a:pt x="1704975" y="600075"/>
                </a:lnTo>
                <a:lnTo>
                  <a:pt x="1704975" y="609600"/>
                </a:lnTo>
                <a:lnTo>
                  <a:pt x="1724025" y="609600"/>
                </a:lnTo>
                <a:lnTo>
                  <a:pt x="1724025" y="628650"/>
                </a:lnTo>
                <a:lnTo>
                  <a:pt x="1704975" y="628650"/>
                </a:lnTo>
                <a:lnTo>
                  <a:pt x="1704975" y="638175"/>
                </a:lnTo>
                <a:lnTo>
                  <a:pt x="1685925" y="638175"/>
                </a:lnTo>
                <a:lnTo>
                  <a:pt x="1685925" y="676275"/>
                </a:lnTo>
                <a:lnTo>
                  <a:pt x="1676400" y="676275"/>
                </a:lnTo>
                <a:lnTo>
                  <a:pt x="1676400" y="685800"/>
                </a:lnTo>
                <a:lnTo>
                  <a:pt x="1666875" y="685800"/>
                </a:lnTo>
                <a:lnTo>
                  <a:pt x="1666875" y="695325"/>
                </a:lnTo>
                <a:lnTo>
                  <a:pt x="1657350" y="695325"/>
                </a:lnTo>
                <a:lnTo>
                  <a:pt x="1657350" y="685800"/>
                </a:lnTo>
                <a:lnTo>
                  <a:pt x="1647825" y="685800"/>
                </a:lnTo>
                <a:lnTo>
                  <a:pt x="1647825" y="676275"/>
                </a:lnTo>
                <a:lnTo>
                  <a:pt x="1638300" y="676275"/>
                </a:lnTo>
                <a:lnTo>
                  <a:pt x="1638300" y="666750"/>
                </a:lnTo>
                <a:lnTo>
                  <a:pt x="1647825" y="666750"/>
                </a:lnTo>
                <a:lnTo>
                  <a:pt x="1647825" y="638175"/>
                </a:lnTo>
                <a:lnTo>
                  <a:pt x="1638300" y="638175"/>
                </a:lnTo>
                <a:lnTo>
                  <a:pt x="1638300" y="628650"/>
                </a:lnTo>
                <a:lnTo>
                  <a:pt x="1628775" y="628650"/>
                </a:lnTo>
                <a:lnTo>
                  <a:pt x="1628775" y="638175"/>
                </a:lnTo>
                <a:lnTo>
                  <a:pt x="1609725" y="638175"/>
                </a:lnTo>
                <a:lnTo>
                  <a:pt x="1609725" y="619125"/>
                </a:lnTo>
                <a:lnTo>
                  <a:pt x="1600200" y="619125"/>
                </a:lnTo>
                <a:lnTo>
                  <a:pt x="1600200" y="609600"/>
                </a:lnTo>
                <a:lnTo>
                  <a:pt x="1676400" y="609600"/>
                </a:lnTo>
                <a:lnTo>
                  <a:pt x="1676400" y="600075"/>
                </a:lnTo>
                <a:lnTo>
                  <a:pt x="1685925" y="600075"/>
                </a:lnTo>
                <a:lnTo>
                  <a:pt x="1685925" y="590550"/>
                </a:lnTo>
                <a:lnTo>
                  <a:pt x="1676400" y="590550"/>
                </a:lnTo>
                <a:lnTo>
                  <a:pt x="1676400" y="581025"/>
                </a:lnTo>
                <a:lnTo>
                  <a:pt x="1657350" y="581025"/>
                </a:lnTo>
                <a:lnTo>
                  <a:pt x="1657350" y="561975"/>
                </a:lnTo>
                <a:lnTo>
                  <a:pt x="1685925" y="561975"/>
                </a:lnTo>
                <a:close/>
                <a:moveTo>
                  <a:pt x="1181100" y="552450"/>
                </a:moveTo>
                <a:lnTo>
                  <a:pt x="1200150" y="552450"/>
                </a:lnTo>
                <a:lnTo>
                  <a:pt x="1200150" y="571500"/>
                </a:lnTo>
                <a:lnTo>
                  <a:pt x="1190625" y="571500"/>
                </a:lnTo>
                <a:lnTo>
                  <a:pt x="1190625" y="581025"/>
                </a:lnTo>
                <a:lnTo>
                  <a:pt x="1181100" y="581025"/>
                </a:lnTo>
                <a:lnTo>
                  <a:pt x="1181100" y="571500"/>
                </a:lnTo>
                <a:lnTo>
                  <a:pt x="1171575" y="571500"/>
                </a:lnTo>
                <a:lnTo>
                  <a:pt x="1171575" y="561975"/>
                </a:lnTo>
                <a:lnTo>
                  <a:pt x="1181100" y="561975"/>
                </a:lnTo>
                <a:close/>
                <a:moveTo>
                  <a:pt x="85725" y="571500"/>
                </a:moveTo>
                <a:lnTo>
                  <a:pt x="171450" y="571500"/>
                </a:lnTo>
                <a:lnTo>
                  <a:pt x="171450" y="581025"/>
                </a:lnTo>
                <a:lnTo>
                  <a:pt x="161925" y="581025"/>
                </a:lnTo>
                <a:lnTo>
                  <a:pt x="161925" y="600075"/>
                </a:lnTo>
                <a:lnTo>
                  <a:pt x="152400" y="600075"/>
                </a:lnTo>
                <a:lnTo>
                  <a:pt x="152400" y="590550"/>
                </a:lnTo>
                <a:lnTo>
                  <a:pt x="142875" y="590550"/>
                </a:lnTo>
                <a:lnTo>
                  <a:pt x="142875" y="600075"/>
                </a:lnTo>
                <a:lnTo>
                  <a:pt x="133350" y="600075"/>
                </a:lnTo>
                <a:lnTo>
                  <a:pt x="133350" y="590550"/>
                </a:lnTo>
                <a:lnTo>
                  <a:pt x="104775" y="590550"/>
                </a:lnTo>
                <a:lnTo>
                  <a:pt x="104775" y="600075"/>
                </a:lnTo>
                <a:lnTo>
                  <a:pt x="76200" y="600075"/>
                </a:lnTo>
                <a:lnTo>
                  <a:pt x="76200" y="581025"/>
                </a:lnTo>
                <a:lnTo>
                  <a:pt x="85725" y="581025"/>
                </a:lnTo>
                <a:close/>
                <a:moveTo>
                  <a:pt x="190500" y="590550"/>
                </a:moveTo>
                <a:lnTo>
                  <a:pt x="209550" y="590550"/>
                </a:lnTo>
                <a:lnTo>
                  <a:pt x="209550" y="619125"/>
                </a:lnTo>
                <a:lnTo>
                  <a:pt x="190500" y="619125"/>
                </a:lnTo>
                <a:close/>
                <a:moveTo>
                  <a:pt x="1524000" y="590550"/>
                </a:moveTo>
                <a:lnTo>
                  <a:pt x="1543050" y="590550"/>
                </a:lnTo>
                <a:lnTo>
                  <a:pt x="1543050" y="600075"/>
                </a:lnTo>
                <a:lnTo>
                  <a:pt x="1571625" y="600075"/>
                </a:lnTo>
                <a:lnTo>
                  <a:pt x="1571625" y="619125"/>
                </a:lnTo>
                <a:lnTo>
                  <a:pt x="1533525" y="619125"/>
                </a:lnTo>
                <a:lnTo>
                  <a:pt x="1533525" y="628650"/>
                </a:lnTo>
                <a:lnTo>
                  <a:pt x="1524000" y="628650"/>
                </a:lnTo>
                <a:lnTo>
                  <a:pt x="1524000" y="638175"/>
                </a:lnTo>
                <a:lnTo>
                  <a:pt x="1514475" y="638175"/>
                </a:lnTo>
                <a:lnTo>
                  <a:pt x="1514475" y="657225"/>
                </a:lnTo>
                <a:lnTo>
                  <a:pt x="1495425" y="657225"/>
                </a:lnTo>
                <a:lnTo>
                  <a:pt x="1495425" y="676275"/>
                </a:lnTo>
                <a:lnTo>
                  <a:pt x="1504950" y="676275"/>
                </a:lnTo>
                <a:lnTo>
                  <a:pt x="1504950" y="685800"/>
                </a:lnTo>
                <a:lnTo>
                  <a:pt x="1514475" y="685800"/>
                </a:lnTo>
                <a:lnTo>
                  <a:pt x="1514475" y="676275"/>
                </a:lnTo>
                <a:lnTo>
                  <a:pt x="1533525" y="676275"/>
                </a:lnTo>
                <a:lnTo>
                  <a:pt x="1533525" y="714375"/>
                </a:lnTo>
                <a:lnTo>
                  <a:pt x="1543050" y="714375"/>
                </a:lnTo>
                <a:lnTo>
                  <a:pt x="1543050" y="733425"/>
                </a:lnTo>
                <a:lnTo>
                  <a:pt x="1562100" y="733425"/>
                </a:lnTo>
                <a:lnTo>
                  <a:pt x="1562100" y="723900"/>
                </a:lnTo>
                <a:lnTo>
                  <a:pt x="1581150" y="723900"/>
                </a:lnTo>
                <a:lnTo>
                  <a:pt x="1581150" y="733425"/>
                </a:lnTo>
                <a:lnTo>
                  <a:pt x="1562100" y="733425"/>
                </a:lnTo>
                <a:lnTo>
                  <a:pt x="1562100" y="742950"/>
                </a:lnTo>
                <a:lnTo>
                  <a:pt x="1533525" y="742950"/>
                </a:lnTo>
                <a:lnTo>
                  <a:pt x="1533525" y="752475"/>
                </a:lnTo>
                <a:lnTo>
                  <a:pt x="1504950" y="752475"/>
                </a:lnTo>
                <a:lnTo>
                  <a:pt x="1504950" y="762000"/>
                </a:lnTo>
                <a:lnTo>
                  <a:pt x="1495425" y="762000"/>
                </a:lnTo>
                <a:lnTo>
                  <a:pt x="1495425" y="752475"/>
                </a:lnTo>
                <a:lnTo>
                  <a:pt x="1485900" y="752475"/>
                </a:lnTo>
                <a:lnTo>
                  <a:pt x="1485900" y="742950"/>
                </a:lnTo>
                <a:lnTo>
                  <a:pt x="1476375" y="742950"/>
                </a:lnTo>
                <a:lnTo>
                  <a:pt x="1476375" y="733425"/>
                </a:lnTo>
                <a:lnTo>
                  <a:pt x="1466850" y="733425"/>
                </a:lnTo>
                <a:lnTo>
                  <a:pt x="1466850" y="742950"/>
                </a:lnTo>
                <a:lnTo>
                  <a:pt x="1457325" y="742950"/>
                </a:lnTo>
                <a:lnTo>
                  <a:pt x="1457325" y="752475"/>
                </a:lnTo>
                <a:lnTo>
                  <a:pt x="1438275" y="752475"/>
                </a:lnTo>
                <a:lnTo>
                  <a:pt x="1438275" y="723900"/>
                </a:lnTo>
                <a:lnTo>
                  <a:pt x="1457325" y="723900"/>
                </a:lnTo>
                <a:lnTo>
                  <a:pt x="1457325" y="714375"/>
                </a:lnTo>
                <a:lnTo>
                  <a:pt x="1466850" y="714375"/>
                </a:lnTo>
                <a:lnTo>
                  <a:pt x="1466850" y="695325"/>
                </a:lnTo>
                <a:lnTo>
                  <a:pt x="1476375" y="695325"/>
                </a:lnTo>
                <a:lnTo>
                  <a:pt x="1476375" y="685800"/>
                </a:lnTo>
                <a:lnTo>
                  <a:pt x="1466850" y="685800"/>
                </a:lnTo>
                <a:lnTo>
                  <a:pt x="1466850" y="657225"/>
                </a:lnTo>
                <a:lnTo>
                  <a:pt x="1457325" y="657225"/>
                </a:lnTo>
                <a:lnTo>
                  <a:pt x="1457325" y="647700"/>
                </a:lnTo>
                <a:lnTo>
                  <a:pt x="1476375" y="647700"/>
                </a:lnTo>
                <a:lnTo>
                  <a:pt x="1476375" y="657225"/>
                </a:lnTo>
                <a:lnTo>
                  <a:pt x="1485900" y="657225"/>
                </a:lnTo>
                <a:lnTo>
                  <a:pt x="1485900" y="638175"/>
                </a:lnTo>
                <a:lnTo>
                  <a:pt x="1476375" y="638175"/>
                </a:lnTo>
                <a:lnTo>
                  <a:pt x="1476375" y="619125"/>
                </a:lnTo>
                <a:lnTo>
                  <a:pt x="1524000" y="619125"/>
                </a:lnTo>
                <a:lnTo>
                  <a:pt x="1524000" y="609600"/>
                </a:lnTo>
                <a:lnTo>
                  <a:pt x="1533525" y="609600"/>
                </a:lnTo>
                <a:lnTo>
                  <a:pt x="1533525" y="600075"/>
                </a:lnTo>
                <a:lnTo>
                  <a:pt x="1524000" y="600075"/>
                </a:lnTo>
                <a:close/>
                <a:moveTo>
                  <a:pt x="619125" y="600075"/>
                </a:moveTo>
                <a:lnTo>
                  <a:pt x="638175" y="600075"/>
                </a:lnTo>
                <a:lnTo>
                  <a:pt x="638175" y="628650"/>
                </a:lnTo>
                <a:lnTo>
                  <a:pt x="619125" y="628650"/>
                </a:lnTo>
                <a:lnTo>
                  <a:pt x="619125" y="638175"/>
                </a:lnTo>
                <a:lnTo>
                  <a:pt x="609600" y="638175"/>
                </a:lnTo>
                <a:lnTo>
                  <a:pt x="609600" y="609600"/>
                </a:lnTo>
                <a:lnTo>
                  <a:pt x="619125" y="609600"/>
                </a:lnTo>
                <a:close/>
                <a:moveTo>
                  <a:pt x="1866900" y="600075"/>
                </a:moveTo>
                <a:lnTo>
                  <a:pt x="1876425" y="600075"/>
                </a:lnTo>
                <a:lnTo>
                  <a:pt x="1876425" y="609600"/>
                </a:lnTo>
                <a:lnTo>
                  <a:pt x="1866900" y="609600"/>
                </a:lnTo>
                <a:close/>
                <a:moveTo>
                  <a:pt x="352425" y="638175"/>
                </a:moveTo>
                <a:lnTo>
                  <a:pt x="390525" y="638175"/>
                </a:lnTo>
                <a:lnTo>
                  <a:pt x="390525" y="657225"/>
                </a:lnTo>
                <a:lnTo>
                  <a:pt x="361950" y="657225"/>
                </a:lnTo>
                <a:lnTo>
                  <a:pt x="361950" y="666750"/>
                </a:lnTo>
                <a:lnTo>
                  <a:pt x="342900" y="666750"/>
                </a:lnTo>
                <a:lnTo>
                  <a:pt x="342900" y="657225"/>
                </a:lnTo>
                <a:lnTo>
                  <a:pt x="352425" y="657225"/>
                </a:lnTo>
                <a:close/>
                <a:moveTo>
                  <a:pt x="1495425" y="638175"/>
                </a:moveTo>
                <a:lnTo>
                  <a:pt x="1504950" y="638175"/>
                </a:lnTo>
                <a:lnTo>
                  <a:pt x="1504950" y="628650"/>
                </a:lnTo>
                <a:lnTo>
                  <a:pt x="1495425" y="628650"/>
                </a:lnTo>
                <a:close/>
                <a:moveTo>
                  <a:pt x="1857375" y="638175"/>
                </a:moveTo>
                <a:lnTo>
                  <a:pt x="1876425" y="638175"/>
                </a:lnTo>
                <a:lnTo>
                  <a:pt x="1876425" y="647700"/>
                </a:lnTo>
                <a:lnTo>
                  <a:pt x="1885950" y="647700"/>
                </a:lnTo>
                <a:lnTo>
                  <a:pt x="1885950" y="657225"/>
                </a:lnTo>
                <a:lnTo>
                  <a:pt x="1895475" y="657225"/>
                </a:lnTo>
                <a:lnTo>
                  <a:pt x="1895475" y="666750"/>
                </a:lnTo>
                <a:lnTo>
                  <a:pt x="1905000" y="666750"/>
                </a:lnTo>
                <a:lnTo>
                  <a:pt x="1905000" y="685800"/>
                </a:lnTo>
                <a:lnTo>
                  <a:pt x="1895475" y="685800"/>
                </a:lnTo>
                <a:lnTo>
                  <a:pt x="1895475" y="704850"/>
                </a:lnTo>
                <a:lnTo>
                  <a:pt x="1885950" y="704850"/>
                </a:lnTo>
                <a:lnTo>
                  <a:pt x="1885950" y="714375"/>
                </a:lnTo>
                <a:lnTo>
                  <a:pt x="1866900" y="714375"/>
                </a:lnTo>
                <a:lnTo>
                  <a:pt x="1866900" y="704850"/>
                </a:lnTo>
                <a:lnTo>
                  <a:pt x="1857375" y="704850"/>
                </a:lnTo>
                <a:lnTo>
                  <a:pt x="1857375" y="714375"/>
                </a:lnTo>
                <a:lnTo>
                  <a:pt x="1866900" y="714375"/>
                </a:lnTo>
                <a:lnTo>
                  <a:pt x="1866900" y="723900"/>
                </a:lnTo>
                <a:lnTo>
                  <a:pt x="1857375" y="723900"/>
                </a:lnTo>
                <a:lnTo>
                  <a:pt x="1857375" y="742950"/>
                </a:lnTo>
                <a:lnTo>
                  <a:pt x="1847850" y="742950"/>
                </a:lnTo>
                <a:lnTo>
                  <a:pt x="1847850" y="752475"/>
                </a:lnTo>
                <a:lnTo>
                  <a:pt x="1828800" y="752475"/>
                </a:lnTo>
                <a:lnTo>
                  <a:pt x="1828800" y="695325"/>
                </a:lnTo>
                <a:lnTo>
                  <a:pt x="1819275" y="695325"/>
                </a:lnTo>
                <a:lnTo>
                  <a:pt x="1819275" y="685800"/>
                </a:lnTo>
                <a:lnTo>
                  <a:pt x="1809750" y="685800"/>
                </a:lnTo>
                <a:lnTo>
                  <a:pt x="1809750" y="666750"/>
                </a:lnTo>
                <a:lnTo>
                  <a:pt x="1819275" y="666750"/>
                </a:lnTo>
                <a:lnTo>
                  <a:pt x="1819275" y="657225"/>
                </a:lnTo>
                <a:lnTo>
                  <a:pt x="1847850" y="657225"/>
                </a:lnTo>
                <a:lnTo>
                  <a:pt x="1847850" y="647700"/>
                </a:lnTo>
                <a:lnTo>
                  <a:pt x="1857375" y="647700"/>
                </a:lnTo>
                <a:close/>
                <a:moveTo>
                  <a:pt x="1343025" y="647700"/>
                </a:moveTo>
                <a:lnTo>
                  <a:pt x="1362075" y="647700"/>
                </a:lnTo>
                <a:lnTo>
                  <a:pt x="1362075" y="657225"/>
                </a:lnTo>
                <a:lnTo>
                  <a:pt x="1343025" y="657225"/>
                </a:lnTo>
                <a:close/>
                <a:moveTo>
                  <a:pt x="800100" y="657225"/>
                </a:moveTo>
                <a:lnTo>
                  <a:pt x="819150" y="657225"/>
                </a:lnTo>
                <a:lnTo>
                  <a:pt x="819150" y="666750"/>
                </a:lnTo>
                <a:lnTo>
                  <a:pt x="800100" y="666750"/>
                </a:lnTo>
                <a:close/>
                <a:moveTo>
                  <a:pt x="1590675" y="657225"/>
                </a:moveTo>
                <a:lnTo>
                  <a:pt x="1600200" y="657225"/>
                </a:lnTo>
                <a:lnTo>
                  <a:pt x="1600200" y="666750"/>
                </a:lnTo>
                <a:lnTo>
                  <a:pt x="1609725" y="666750"/>
                </a:lnTo>
                <a:lnTo>
                  <a:pt x="1609725" y="676275"/>
                </a:lnTo>
                <a:lnTo>
                  <a:pt x="1619250" y="676275"/>
                </a:lnTo>
                <a:lnTo>
                  <a:pt x="1619250" y="685800"/>
                </a:lnTo>
                <a:lnTo>
                  <a:pt x="1600200" y="685800"/>
                </a:lnTo>
                <a:lnTo>
                  <a:pt x="1600200" y="676275"/>
                </a:lnTo>
                <a:lnTo>
                  <a:pt x="1590675" y="676275"/>
                </a:lnTo>
                <a:close/>
                <a:moveTo>
                  <a:pt x="1657350" y="676275"/>
                </a:moveTo>
                <a:lnTo>
                  <a:pt x="1666875" y="676275"/>
                </a:lnTo>
                <a:lnTo>
                  <a:pt x="1666875" y="666750"/>
                </a:lnTo>
                <a:lnTo>
                  <a:pt x="1657350" y="666750"/>
                </a:lnTo>
                <a:close/>
                <a:moveTo>
                  <a:pt x="1352550" y="695325"/>
                </a:moveTo>
                <a:lnTo>
                  <a:pt x="1362075" y="695325"/>
                </a:lnTo>
                <a:lnTo>
                  <a:pt x="1362075" y="704850"/>
                </a:lnTo>
                <a:lnTo>
                  <a:pt x="1352550" y="704850"/>
                </a:lnTo>
                <a:close/>
                <a:moveTo>
                  <a:pt x="285750" y="704850"/>
                </a:moveTo>
                <a:lnTo>
                  <a:pt x="314325" y="704850"/>
                </a:lnTo>
                <a:lnTo>
                  <a:pt x="314325" y="714375"/>
                </a:lnTo>
                <a:lnTo>
                  <a:pt x="323850" y="714375"/>
                </a:lnTo>
                <a:lnTo>
                  <a:pt x="323850" y="723900"/>
                </a:lnTo>
                <a:lnTo>
                  <a:pt x="304800" y="723900"/>
                </a:lnTo>
                <a:lnTo>
                  <a:pt x="304800" y="714375"/>
                </a:lnTo>
                <a:lnTo>
                  <a:pt x="285750" y="714375"/>
                </a:lnTo>
                <a:close/>
                <a:moveTo>
                  <a:pt x="1476375" y="714375"/>
                </a:moveTo>
                <a:lnTo>
                  <a:pt x="1485900" y="714375"/>
                </a:lnTo>
                <a:lnTo>
                  <a:pt x="1485900" y="704850"/>
                </a:lnTo>
                <a:lnTo>
                  <a:pt x="1476375" y="704850"/>
                </a:lnTo>
                <a:close/>
                <a:moveTo>
                  <a:pt x="1628775" y="714375"/>
                </a:moveTo>
                <a:lnTo>
                  <a:pt x="1638300" y="714375"/>
                </a:lnTo>
                <a:lnTo>
                  <a:pt x="1638300" y="723900"/>
                </a:lnTo>
                <a:lnTo>
                  <a:pt x="1628775" y="723900"/>
                </a:lnTo>
                <a:close/>
                <a:moveTo>
                  <a:pt x="1885950" y="714375"/>
                </a:moveTo>
                <a:lnTo>
                  <a:pt x="1895475" y="714375"/>
                </a:lnTo>
                <a:lnTo>
                  <a:pt x="1895475" y="723900"/>
                </a:lnTo>
                <a:lnTo>
                  <a:pt x="1885950" y="723900"/>
                </a:lnTo>
                <a:close/>
                <a:moveTo>
                  <a:pt x="1314450" y="723900"/>
                </a:moveTo>
                <a:lnTo>
                  <a:pt x="1323975" y="723900"/>
                </a:lnTo>
                <a:lnTo>
                  <a:pt x="1323975" y="733425"/>
                </a:lnTo>
                <a:lnTo>
                  <a:pt x="1314450" y="733425"/>
                </a:lnTo>
                <a:close/>
                <a:moveTo>
                  <a:pt x="1362075" y="733425"/>
                </a:moveTo>
                <a:lnTo>
                  <a:pt x="1381125" y="733425"/>
                </a:lnTo>
                <a:lnTo>
                  <a:pt x="1381125" y="752475"/>
                </a:lnTo>
                <a:lnTo>
                  <a:pt x="1352550" y="752475"/>
                </a:lnTo>
                <a:lnTo>
                  <a:pt x="1352550" y="742950"/>
                </a:lnTo>
                <a:lnTo>
                  <a:pt x="1362075" y="742950"/>
                </a:lnTo>
                <a:close/>
                <a:moveTo>
                  <a:pt x="1609725" y="733425"/>
                </a:moveTo>
                <a:lnTo>
                  <a:pt x="1619250" y="733425"/>
                </a:lnTo>
                <a:lnTo>
                  <a:pt x="1619250" y="742950"/>
                </a:lnTo>
                <a:lnTo>
                  <a:pt x="1609725" y="742950"/>
                </a:lnTo>
                <a:close/>
                <a:moveTo>
                  <a:pt x="104775" y="771525"/>
                </a:moveTo>
                <a:lnTo>
                  <a:pt x="114300" y="771525"/>
                </a:lnTo>
                <a:lnTo>
                  <a:pt x="114300" y="781050"/>
                </a:lnTo>
                <a:lnTo>
                  <a:pt x="104775" y="781050"/>
                </a:lnTo>
                <a:close/>
                <a:moveTo>
                  <a:pt x="1533525" y="790575"/>
                </a:moveTo>
                <a:lnTo>
                  <a:pt x="1543050" y="790575"/>
                </a:lnTo>
                <a:lnTo>
                  <a:pt x="1543050" y="800100"/>
                </a:lnTo>
                <a:lnTo>
                  <a:pt x="1533525" y="800100"/>
                </a:lnTo>
                <a:close/>
                <a:moveTo>
                  <a:pt x="104775" y="828675"/>
                </a:moveTo>
                <a:lnTo>
                  <a:pt x="114300" y="828675"/>
                </a:lnTo>
                <a:lnTo>
                  <a:pt x="114300" y="847725"/>
                </a:lnTo>
                <a:lnTo>
                  <a:pt x="123825" y="847725"/>
                </a:lnTo>
                <a:lnTo>
                  <a:pt x="123825" y="857250"/>
                </a:lnTo>
                <a:lnTo>
                  <a:pt x="104775" y="857250"/>
                </a:lnTo>
                <a:close/>
                <a:moveTo>
                  <a:pt x="133350" y="942975"/>
                </a:moveTo>
                <a:lnTo>
                  <a:pt x="152400" y="942975"/>
                </a:lnTo>
                <a:lnTo>
                  <a:pt x="152400" y="952500"/>
                </a:lnTo>
                <a:lnTo>
                  <a:pt x="133350" y="952500"/>
                </a:lnTo>
                <a:close/>
                <a:moveTo>
                  <a:pt x="476250" y="942975"/>
                </a:moveTo>
                <a:lnTo>
                  <a:pt x="485775" y="942975"/>
                </a:lnTo>
                <a:lnTo>
                  <a:pt x="485775" y="952500"/>
                </a:lnTo>
                <a:lnTo>
                  <a:pt x="495300" y="952500"/>
                </a:lnTo>
                <a:lnTo>
                  <a:pt x="495300" y="962025"/>
                </a:lnTo>
                <a:lnTo>
                  <a:pt x="504825" y="962025"/>
                </a:lnTo>
                <a:lnTo>
                  <a:pt x="504825" y="971550"/>
                </a:lnTo>
                <a:lnTo>
                  <a:pt x="485775" y="971550"/>
                </a:lnTo>
                <a:lnTo>
                  <a:pt x="485775" y="981075"/>
                </a:lnTo>
                <a:lnTo>
                  <a:pt x="457200" y="981075"/>
                </a:lnTo>
                <a:lnTo>
                  <a:pt x="457200" y="952500"/>
                </a:lnTo>
                <a:lnTo>
                  <a:pt x="476250" y="952500"/>
                </a:lnTo>
                <a:close/>
                <a:moveTo>
                  <a:pt x="819150" y="962025"/>
                </a:moveTo>
                <a:lnTo>
                  <a:pt x="847725" y="962025"/>
                </a:lnTo>
                <a:lnTo>
                  <a:pt x="847725" y="971550"/>
                </a:lnTo>
                <a:lnTo>
                  <a:pt x="857250" y="971550"/>
                </a:lnTo>
                <a:lnTo>
                  <a:pt x="857250" y="962025"/>
                </a:lnTo>
                <a:lnTo>
                  <a:pt x="885825" y="962025"/>
                </a:lnTo>
                <a:lnTo>
                  <a:pt x="885825" y="971550"/>
                </a:lnTo>
                <a:lnTo>
                  <a:pt x="876300" y="971550"/>
                </a:lnTo>
                <a:lnTo>
                  <a:pt x="876300" y="981075"/>
                </a:lnTo>
                <a:lnTo>
                  <a:pt x="866775" y="981075"/>
                </a:lnTo>
                <a:lnTo>
                  <a:pt x="866775" y="1000125"/>
                </a:lnTo>
                <a:lnTo>
                  <a:pt x="847725" y="1000125"/>
                </a:lnTo>
                <a:lnTo>
                  <a:pt x="847725" y="990600"/>
                </a:lnTo>
                <a:lnTo>
                  <a:pt x="838200" y="990600"/>
                </a:lnTo>
                <a:lnTo>
                  <a:pt x="838200" y="981075"/>
                </a:lnTo>
                <a:lnTo>
                  <a:pt x="819150" y="981075"/>
                </a:lnTo>
                <a:close/>
                <a:moveTo>
                  <a:pt x="466725" y="971550"/>
                </a:moveTo>
                <a:lnTo>
                  <a:pt x="476250" y="971550"/>
                </a:lnTo>
                <a:lnTo>
                  <a:pt x="476250" y="962025"/>
                </a:lnTo>
                <a:lnTo>
                  <a:pt x="466725" y="962025"/>
                </a:lnTo>
                <a:close/>
                <a:moveTo>
                  <a:pt x="457200" y="990600"/>
                </a:moveTo>
                <a:lnTo>
                  <a:pt x="476250" y="990600"/>
                </a:lnTo>
                <a:lnTo>
                  <a:pt x="476250" y="1000125"/>
                </a:lnTo>
                <a:lnTo>
                  <a:pt x="457200" y="1000125"/>
                </a:lnTo>
                <a:close/>
                <a:moveTo>
                  <a:pt x="314325" y="1009650"/>
                </a:moveTo>
                <a:lnTo>
                  <a:pt x="323850" y="1009650"/>
                </a:lnTo>
                <a:lnTo>
                  <a:pt x="323850" y="1028700"/>
                </a:lnTo>
                <a:lnTo>
                  <a:pt x="304800" y="1028700"/>
                </a:lnTo>
                <a:lnTo>
                  <a:pt x="304800" y="1019175"/>
                </a:lnTo>
                <a:lnTo>
                  <a:pt x="314325" y="1019175"/>
                </a:lnTo>
                <a:close/>
                <a:moveTo>
                  <a:pt x="495300" y="1047750"/>
                </a:moveTo>
                <a:lnTo>
                  <a:pt x="514350" y="1047750"/>
                </a:lnTo>
                <a:lnTo>
                  <a:pt x="514350" y="1057275"/>
                </a:lnTo>
                <a:lnTo>
                  <a:pt x="504825" y="1057275"/>
                </a:lnTo>
                <a:lnTo>
                  <a:pt x="504825" y="1066800"/>
                </a:lnTo>
                <a:lnTo>
                  <a:pt x="485775" y="1066800"/>
                </a:lnTo>
                <a:lnTo>
                  <a:pt x="485775" y="1057275"/>
                </a:lnTo>
                <a:lnTo>
                  <a:pt x="495300" y="1057275"/>
                </a:lnTo>
                <a:close/>
                <a:moveTo>
                  <a:pt x="1371600" y="1047750"/>
                </a:moveTo>
                <a:lnTo>
                  <a:pt x="1381125" y="1047750"/>
                </a:lnTo>
                <a:lnTo>
                  <a:pt x="1381125" y="1066800"/>
                </a:lnTo>
                <a:lnTo>
                  <a:pt x="1371600" y="1066800"/>
                </a:lnTo>
                <a:close/>
                <a:moveTo>
                  <a:pt x="419100" y="1066800"/>
                </a:moveTo>
                <a:lnTo>
                  <a:pt x="438150" y="1066800"/>
                </a:lnTo>
                <a:lnTo>
                  <a:pt x="438150" y="1085850"/>
                </a:lnTo>
                <a:lnTo>
                  <a:pt x="428625" y="1085850"/>
                </a:lnTo>
                <a:lnTo>
                  <a:pt x="428625" y="1095375"/>
                </a:lnTo>
                <a:lnTo>
                  <a:pt x="419100" y="1095375"/>
                </a:lnTo>
                <a:close/>
                <a:moveTo>
                  <a:pt x="504825" y="1066800"/>
                </a:moveTo>
                <a:lnTo>
                  <a:pt x="514350" y="1066800"/>
                </a:lnTo>
                <a:lnTo>
                  <a:pt x="514350" y="1076325"/>
                </a:lnTo>
                <a:lnTo>
                  <a:pt x="504825" y="1076325"/>
                </a:lnTo>
                <a:close/>
                <a:moveTo>
                  <a:pt x="1457325" y="1085850"/>
                </a:moveTo>
                <a:lnTo>
                  <a:pt x="1485900" y="1085850"/>
                </a:lnTo>
                <a:lnTo>
                  <a:pt x="1485900" y="1104900"/>
                </a:lnTo>
                <a:lnTo>
                  <a:pt x="1476375" y="1104900"/>
                </a:lnTo>
                <a:lnTo>
                  <a:pt x="1476375" y="1095375"/>
                </a:lnTo>
                <a:lnTo>
                  <a:pt x="1457325" y="1095375"/>
                </a:lnTo>
                <a:close/>
                <a:moveTo>
                  <a:pt x="1428750" y="1095375"/>
                </a:moveTo>
                <a:lnTo>
                  <a:pt x="1438275" y="1095375"/>
                </a:lnTo>
                <a:lnTo>
                  <a:pt x="1438275" y="1104900"/>
                </a:lnTo>
                <a:lnTo>
                  <a:pt x="1428750" y="1104900"/>
                </a:lnTo>
                <a:close/>
                <a:moveTo>
                  <a:pt x="76200" y="1123950"/>
                </a:moveTo>
                <a:lnTo>
                  <a:pt x="95250" y="1123950"/>
                </a:lnTo>
                <a:lnTo>
                  <a:pt x="95250" y="1152525"/>
                </a:lnTo>
                <a:lnTo>
                  <a:pt x="76200" y="1152525"/>
                </a:lnTo>
                <a:close/>
                <a:moveTo>
                  <a:pt x="1228725" y="1133475"/>
                </a:moveTo>
                <a:lnTo>
                  <a:pt x="1247775" y="1133475"/>
                </a:lnTo>
                <a:lnTo>
                  <a:pt x="1247775" y="1152525"/>
                </a:lnTo>
                <a:lnTo>
                  <a:pt x="1228725" y="1152525"/>
                </a:lnTo>
                <a:close/>
                <a:moveTo>
                  <a:pt x="1304925" y="1133475"/>
                </a:moveTo>
                <a:lnTo>
                  <a:pt x="1447800" y="1133475"/>
                </a:lnTo>
                <a:lnTo>
                  <a:pt x="1447800" y="1143000"/>
                </a:lnTo>
                <a:lnTo>
                  <a:pt x="1457325" y="1143000"/>
                </a:lnTo>
                <a:lnTo>
                  <a:pt x="1457325" y="1152525"/>
                </a:lnTo>
                <a:lnTo>
                  <a:pt x="1285875" y="1152525"/>
                </a:lnTo>
                <a:lnTo>
                  <a:pt x="1285875" y="1143000"/>
                </a:lnTo>
                <a:lnTo>
                  <a:pt x="1304925" y="1143000"/>
                </a:lnTo>
                <a:close/>
                <a:moveTo>
                  <a:pt x="123825" y="1152525"/>
                </a:moveTo>
                <a:lnTo>
                  <a:pt x="152400" y="1152525"/>
                </a:lnTo>
                <a:lnTo>
                  <a:pt x="152400" y="1171575"/>
                </a:lnTo>
                <a:lnTo>
                  <a:pt x="133350" y="1171575"/>
                </a:lnTo>
                <a:lnTo>
                  <a:pt x="133350" y="1181100"/>
                </a:lnTo>
                <a:lnTo>
                  <a:pt x="114300" y="1181100"/>
                </a:lnTo>
                <a:lnTo>
                  <a:pt x="114300" y="1162050"/>
                </a:lnTo>
                <a:lnTo>
                  <a:pt x="123825" y="1162050"/>
                </a:lnTo>
                <a:close/>
                <a:moveTo>
                  <a:pt x="1085850" y="1152525"/>
                </a:moveTo>
                <a:lnTo>
                  <a:pt x="1095375" y="1152525"/>
                </a:lnTo>
                <a:lnTo>
                  <a:pt x="1095375" y="1162050"/>
                </a:lnTo>
                <a:lnTo>
                  <a:pt x="1085850" y="1162050"/>
                </a:lnTo>
                <a:close/>
                <a:moveTo>
                  <a:pt x="1076325" y="1285875"/>
                </a:moveTo>
                <a:lnTo>
                  <a:pt x="1095375" y="1285875"/>
                </a:lnTo>
                <a:lnTo>
                  <a:pt x="1095375" y="1304925"/>
                </a:lnTo>
                <a:lnTo>
                  <a:pt x="1085850" y="1304925"/>
                </a:lnTo>
                <a:lnTo>
                  <a:pt x="1085850" y="1295400"/>
                </a:lnTo>
                <a:lnTo>
                  <a:pt x="1076325" y="1295400"/>
                </a:lnTo>
                <a:close/>
                <a:moveTo>
                  <a:pt x="933450" y="1400175"/>
                </a:moveTo>
                <a:lnTo>
                  <a:pt x="952500" y="1400175"/>
                </a:lnTo>
                <a:lnTo>
                  <a:pt x="952500" y="1409700"/>
                </a:lnTo>
                <a:lnTo>
                  <a:pt x="942975" y="1409700"/>
                </a:lnTo>
                <a:lnTo>
                  <a:pt x="942975" y="1419225"/>
                </a:lnTo>
                <a:lnTo>
                  <a:pt x="933450" y="1419225"/>
                </a:lnTo>
                <a:lnTo>
                  <a:pt x="933450" y="1428750"/>
                </a:lnTo>
                <a:lnTo>
                  <a:pt x="914400" y="1428750"/>
                </a:lnTo>
                <a:lnTo>
                  <a:pt x="914400" y="1419225"/>
                </a:lnTo>
                <a:lnTo>
                  <a:pt x="923925" y="1419225"/>
                </a:lnTo>
                <a:lnTo>
                  <a:pt x="923925" y="1409700"/>
                </a:lnTo>
                <a:lnTo>
                  <a:pt x="933450" y="1409700"/>
                </a:lnTo>
                <a:close/>
                <a:moveTo>
                  <a:pt x="685800" y="1419225"/>
                </a:moveTo>
                <a:lnTo>
                  <a:pt x="695325" y="1419225"/>
                </a:lnTo>
                <a:lnTo>
                  <a:pt x="695325" y="1428750"/>
                </a:lnTo>
                <a:lnTo>
                  <a:pt x="685800" y="1428750"/>
                </a:lnTo>
                <a:close/>
                <a:moveTo>
                  <a:pt x="733425" y="1419225"/>
                </a:moveTo>
                <a:lnTo>
                  <a:pt x="771525" y="1419225"/>
                </a:lnTo>
                <a:lnTo>
                  <a:pt x="771525" y="1428750"/>
                </a:lnTo>
                <a:lnTo>
                  <a:pt x="781050" y="1428750"/>
                </a:lnTo>
                <a:lnTo>
                  <a:pt x="781050" y="1447800"/>
                </a:lnTo>
                <a:lnTo>
                  <a:pt x="752475" y="1447800"/>
                </a:lnTo>
                <a:lnTo>
                  <a:pt x="752475" y="1438275"/>
                </a:lnTo>
                <a:lnTo>
                  <a:pt x="742950" y="1438275"/>
                </a:lnTo>
                <a:lnTo>
                  <a:pt x="742950" y="1447800"/>
                </a:lnTo>
                <a:lnTo>
                  <a:pt x="733425" y="1447800"/>
                </a:lnTo>
                <a:lnTo>
                  <a:pt x="733425" y="1457325"/>
                </a:lnTo>
                <a:lnTo>
                  <a:pt x="742950" y="1457325"/>
                </a:lnTo>
                <a:lnTo>
                  <a:pt x="742950" y="1466850"/>
                </a:lnTo>
                <a:lnTo>
                  <a:pt x="704850" y="1466850"/>
                </a:lnTo>
                <a:lnTo>
                  <a:pt x="704850" y="1457325"/>
                </a:lnTo>
                <a:lnTo>
                  <a:pt x="695325" y="1457325"/>
                </a:lnTo>
                <a:lnTo>
                  <a:pt x="695325" y="1447800"/>
                </a:lnTo>
                <a:lnTo>
                  <a:pt x="704850" y="1447800"/>
                </a:lnTo>
                <a:lnTo>
                  <a:pt x="704850" y="1438275"/>
                </a:lnTo>
                <a:lnTo>
                  <a:pt x="714375" y="1438275"/>
                </a:lnTo>
                <a:lnTo>
                  <a:pt x="714375" y="1428750"/>
                </a:lnTo>
                <a:lnTo>
                  <a:pt x="733425" y="1428750"/>
                </a:lnTo>
                <a:close/>
                <a:moveTo>
                  <a:pt x="428625" y="1428750"/>
                </a:moveTo>
                <a:lnTo>
                  <a:pt x="438150" y="1428750"/>
                </a:lnTo>
                <a:lnTo>
                  <a:pt x="438150" y="1438275"/>
                </a:lnTo>
                <a:lnTo>
                  <a:pt x="457200" y="1438275"/>
                </a:lnTo>
                <a:lnTo>
                  <a:pt x="457200" y="1447800"/>
                </a:lnTo>
                <a:lnTo>
                  <a:pt x="466725" y="1447800"/>
                </a:lnTo>
                <a:lnTo>
                  <a:pt x="466725" y="1457325"/>
                </a:lnTo>
                <a:lnTo>
                  <a:pt x="447675" y="1457325"/>
                </a:lnTo>
                <a:lnTo>
                  <a:pt x="447675" y="1466850"/>
                </a:lnTo>
                <a:lnTo>
                  <a:pt x="438150" y="1466850"/>
                </a:lnTo>
                <a:lnTo>
                  <a:pt x="438150" y="1457325"/>
                </a:lnTo>
                <a:lnTo>
                  <a:pt x="419100" y="1457325"/>
                </a:lnTo>
                <a:lnTo>
                  <a:pt x="419100" y="1438275"/>
                </a:lnTo>
                <a:lnTo>
                  <a:pt x="428625" y="1438275"/>
                </a:lnTo>
                <a:close/>
                <a:moveTo>
                  <a:pt x="76200" y="1495425"/>
                </a:moveTo>
                <a:lnTo>
                  <a:pt x="95250" y="1495425"/>
                </a:lnTo>
                <a:lnTo>
                  <a:pt x="95250" y="1504950"/>
                </a:lnTo>
                <a:lnTo>
                  <a:pt x="114300" y="1504950"/>
                </a:lnTo>
                <a:lnTo>
                  <a:pt x="114300" y="1514475"/>
                </a:lnTo>
                <a:lnTo>
                  <a:pt x="152400" y="1514475"/>
                </a:lnTo>
                <a:lnTo>
                  <a:pt x="152400" y="1504950"/>
                </a:lnTo>
                <a:lnTo>
                  <a:pt x="171450" y="1504950"/>
                </a:lnTo>
                <a:lnTo>
                  <a:pt x="171450" y="1562100"/>
                </a:lnTo>
                <a:lnTo>
                  <a:pt x="190500" y="1562100"/>
                </a:lnTo>
                <a:lnTo>
                  <a:pt x="190500" y="1571625"/>
                </a:lnTo>
                <a:lnTo>
                  <a:pt x="200025" y="1571625"/>
                </a:lnTo>
                <a:lnTo>
                  <a:pt x="200025" y="1581150"/>
                </a:lnTo>
                <a:lnTo>
                  <a:pt x="209550" y="1581150"/>
                </a:lnTo>
                <a:lnTo>
                  <a:pt x="209550" y="1600200"/>
                </a:lnTo>
                <a:lnTo>
                  <a:pt x="257175" y="1600200"/>
                </a:lnTo>
                <a:lnTo>
                  <a:pt x="257175" y="1609725"/>
                </a:lnTo>
                <a:lnTo>
                  <a:pt x="200025" y="1609725"/>
                </a:lnTo>
                <a:lnTo>
                  <a:pt x="200025" y="1600200"/>
                </a:lnTo>
                <a:lnTo>
                  <a:pt x="180975" y="1600200"/>
                </a:lnTo>
                <a:lnTo>
                  <a:pt x="180975" y="1590675"/>
                </a:lnTo>
                <a:lnTo>
                  <a:pt x="171450" y="1590675"/>
                </a:lnTo>
                <a:lnTo>
                  <a:pt x="171450" y="1581150"/>
                </a:lnTo>
                <a:lnTo>
                  <a:pt x="161925" y="1581150"/>
                </a:lnTo>
                <a:lnTo>
                  <a:pt x="161925" y="1571625"/>
                </a:lnTo>
                <a:lnTo>
                  <a:pt x="152400" y="1571625"/>
                </a:lnTo>
                <a:lnTo>
                  <a:pt x="152400" y="1552575"/>
                </a:lnTo>
                <a:lnTo>
                  <a:pt x="161925" y="1552575"/>
                </a:lnTo>
                <a:lnTo>
                  <a:pt x="161925" y="1543050"/>
                </a:lnTo>
                <a:lnTo>
                  <a:pt x="133350" y="1543050"/>
                </a:lnTo>
                <a:lnTo>
                  <a:pt x="133350" y="1552575"/>
                </a:lnTo>
                <a:lnTo>
                  <a:pt x="95250" y="1552575"/>
                </a:lnTo>
                <a:lnTo>
                  <a:pt x="95250" y="1524000"/>
                </a:lnTo>
                <a:lnTo>
                  <a:pt x="85725" y="1524000"/>
                </a:lnTo>
                <a:lnTo>
                  <a:pt x="85725" y="1533525"/>
                </a:lnTo>
                <a:lnTo>
                  <a:pt x="76200" y="1533525"/>
                </a:lnTo>
                <a:lnTo>
                  <a:pt x="76200" y="1524000"/>
                </a:lnTo>
                <a:lnTo>
                  <a:pt x="66675" y="1524000"/>
                </a:lnTo>
                <a:lnTo>
                  <a:pt x="66675" y="1504950"/>
                </a:lnTo>
                <a:lnTo>
                  <a:pt x="76200" y="1504950"/>
                </a:lnTo>
                <a:close/>
                <a:moveTo>
                  <a:pt x="266700" y="1495425"/>
                </a:moveTo>
                <a:lnTo>
                  <a:pt x="285750" y="1495425"/>
                </a:lnTo>
                <a:lnTo>
                  <a:pt x="285750" y="1514475"/>
                </a:lnTo>
                <a:lnTo>
                  <a:pt x="266700" y="1514475"/>
                </a:lnTo>
                <a:close/>
                <a:moveTo>
                  <a:pt x="304800" y="1504950"/>
                </a:moveTo>
                <a:lnTo>
                  <a:pt x="323850" y="1504950"/>
                </a:lnTo>
                <a:lnTo>
                  <a:pt x="323850" y="1514475"/>
                </a:lnTo>
                <a:lnTo>
                  <a:pt x="304800" y="1514475"/>
                </a:lnTo>
                <a:close/>
                <a:moveTo>
                  <a:pt x="352425" y="1504950"/>
                </a:moveTo>
                <a:lnTo>
                  <a:pt x="371475" y="1504950"/>
                </a:lnTo>
                <a:lnTo>
                  <a:pt x="371475" y="1514475"/>
                </a:lnTo>
                <a:lnTo>
                  <a:pt x="390525" y="1514475"/>
                </a:lnTo>
                <a:lnTo>
                  <a:pt x="390525" y="1524000"/>
                </a:lnTo>
                <a:lnTo>
                  <a:pt x="381000" y="1524000"/>
                </a:lnTo>
                <a:lnTo>
                  <a:pt x="381000" y="1533525"/>
                </a:lnTo>
                <a:lnTo>
                  <a:pt x="361950" y="1533525"/>
                </a:lnTo>
                <a:lnTo>
                  <a:pt x="361950" y="1524000"/>
                </a:lnTo>
                <a:lnTo>
                  <a:pt x="352425" y="1524000"/>
                </a:lnTo>
                <a:close/>
                <a:moveTo>
                  <a:pt x="190500" y="1514475"/>
                </a:moveTo>
                <a:lnTo>
                  <a:pt x="209550" y="1514475"/>
                </a:lnTo>
                <a:lnTo>
                  <a:pt x="209550" y="1543050"/>
                </a:lnTo>
                <a:lnTo>
                  <a:pt x="190500" y="1543050"/>
                </a:lnTo>
                <a:close/>
                <a:moveTo>
                  <a:pt x="390525" y="1533525"/>
                </a:moveTo>
                <a:lnTo>
                  <a:pt x="400050" y="1533525"/>
                </a:lnTo>
                <a:lnTo>
                  <a:pt x="400050" y="1562100"/>
                </a:lnTo>
                <a:lnTo>
                  <a:pt x="390525" y="1562100"/>
                </a:lnTo>
                <a:close/>
                <a:moveTo>
                  <a:pt x="238125" y="1552575"/>
                </a:moveTo>
                <a:lnTo>
                  <a:pt x="257175" y="1552575"/>
                </a:lnTo>
                <a:lnTo>
                  <a:pt x="257175" y="1571625"/>
                </a:lnTo>
                <a:lnTo>
                  <a:pt x="238125" y="1571625"/>
                </a:lnTo>
                <a:close/>
              </a:path>
            </a:pathLst>
          </a:custGeom>
          <a:solidFill xmlns:a="http://schemas.openxmlformats.org/drawingml/2006/main">
            <a:srgbClr val="F3F0E1"/>
          </a:solidFill>
          <a:ln xmlns:a="http://schemas.openxmlformats.org/drawingml/2006/main" w="0">
            <a:noFill/>
          </a:ln>
        </p:spPr>
      </p:sp>
      <p:sp>
        <p:nvSpPr>
          <p:cNvPr id="102" name="appearance vector #f3f0e0">
            <a:extLst xmlns:a="http://schemas.openxmlformats.org/drawingml/2006/main">
              <a:ext uri="{FF2B5EF4-FFF2-40B4-BE49-F238E27FC236}">
                <a16:creationId xmlns:a16="http://schemas.microsoft.com/office/drawing/2014/main" id="{87F85272-354E-47CE-8900-D159724629B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343400" y="5114925"/>
            <a:ext cx="1943100" cy="1666875"/>
          </a:xfrm>
          <a:custGeom xmlns:a="http://schemas.openxmlformats.org/drawingml/2006/main">
            <a:pathLst>
              <a:path w="1943100" h="1666875">
                <a:moveTo>
                  <a:pt x="838200" y="19050"/>
                </a:moveTo>
                <a:lnTo>
                  <a:pt x="857250" y="19050"/>
                </a:lnTo>
                <a:lnTo>
                  <a:pt x="857250" y="28575"/>
                </a:lnTo>
                <a:lnTo>
                  <a:pt x="838200" y="28575"/>
                </a:lnTo>
                <a:close/>
                <a:moveTo>
                  <a:pt x="1400175" y="19050"/>
                </a:moveTo>
                <a:lnTo>
                  <a:pt x="1419225" y="19050"/>
                </a:lnTo>
                <a:lnTo>
                  <a:pt x="1419225" y="28575"/>
                </a:lnTo>
                <a:lnTo>
                  <a:pt x="1438275" y="28575"/>
                </a:lnTo>
                <a:lnTo>
                  <a:pt x="1438275" y="38100"/>
                </a:lnTo>
                <a:lnTo>
                  <a:pt x="1409700" y="38100"/>
                </a:lnTo>
                <a:lnTo>
                  <a:pt x="1409700" y="28575"/>
                </a:lnTo>
                <a:lnTo>
                  <a:pt x="1400175" y="28575"/>
                </a:lnTo>
                <a:close/>
                <a:moveTo>
                  <a:pt x="114300" y="28575"/>
                </a:moveTo>
                <a:lnTo>
                  <a:pt x="123825" y="28575"/>
                </a:lnTo>
                <a:lnTo>
                  <a:pt x="123825" y="38100"/>
                </a:lnTo>
                <a:lnTo>
                  <a:pt x="114300" y="38100"/>
                </a:lnTo>
                <a:close/>
                <a:moveTo>
                  <a:pt x="133350" y="28575"/>
                </a:moveTo>
                <a:lnTo>
                  <a:pt x="142875" y="28575"/>
                </a:lnTo>
                <a:lnTo>
                  <a:pt x="142875" y="38100"/>
                </a:lnTo>
                <a:lnTo>
                  <a:pt x="133350" y="38100"/>
                </a:lnTo>
                <a:close/>
                <a:moveTo>
                  <a:pt x="533400" y="28575"/>
                </a:moveTo>
                <a:lnTo>
                  <a:pt x="542925" y="28575"/>
                </a:lnTo>
                <a:lnTo>
                  <a:pt x="542925" y="38100"/>
                </a:lnTo>
                <a:lnTo>
                  <a:pt x="533400" y="38100"/>
                </a:lnTo>
                <a:close/>
                <a:moveTo>
                  <a:pt x="619125" y="28575"/>
                </a:moveTo>
                <a:lnTo>
                  <a:pt x="628650" y="28575"/>
                </a:lnTo>
                <a:lnTo>
                  <a:pt x="628650" y="38100"/>
                </a:lnTo>
                <a:lnTo>
                  <a:pt x="619125" y="38100"/>
                </a:lnTo>
                <a:close/>
                <a:moveTo>
                  <a:pt x="771525" y="28575"/>
                </a:moveTo>
                <a:lnTo>
                  <a:pt x="781050" y="28575"/>
                </a:lnTo>
                <a:lnTo>
                  <a:pt x="781050" y="38100"/>
                </a:lnTo>
                <a:lnTo>
                  <a:pt x="771525" y="38100"/>
                </a:lnTo>
                <a:close/>
                <a:moveTo>
                  <a:pt x="1095375" y="28575"/>
                </a:moveTo>
                <a:lnTo>
                  <a:pt x="1123950" y="28575"/>
                </a:lnTo>
                <a:lnTo>
                  <a:pt x="1123950" y="47625"/>
                </a:lnTo>
                <a:lnTo>
                  <a:pt x="1114425" y="47625"/>
                </a:lnTo>
                <a:lnTo>
                  <a:pt x="1114425" y="38100"/>
                </a:lnTo>
                <a:lnTo>
                  <a:pt x="1095375" y="38100"/>
                </a:lnTo>
                <a:close/>
                <a:moveTo>
                  <a:pt x="1143000" y="28575"/>
                </a:moveTo>
                <a:lnTo>
                  <a:pt x="1152525" y="28575"/>
                </a:lnTo>
                <a:lnTo>
                  <a:pt x="1152525" y="38100"/>
                </a:lnTo>
                <a:lnTo>
                  <a:pt x="1143000" y="38100"/>
                </a:lnTo>
                <a:close/>
                <a:moveTo>
                  <a:pt x="1457325" y="28575"/>
                </a:moveTo>
                <a:lnTo>
                  <a:pt x="1514475" y="28575"/>
                </a:lnTo>
                <a:lnTo>
                  <a:pt x="1514475" y="38100"/>
                </a:lnTo>
                <a:lnTo>
                  <a:pt x="1457325" y="38100"/>
                </a:lnTo>
                <a:close/>
                <a:moveTo>
                  <a:pt x="1562100" y="28575"/>
                </a:moveTo>
                <a:lnTo>
                  <a:pt x="1581150" y="28575"/>
                </a:lnTo>
                <a:lnTo>
                  <a:pt x="1581150" y="38100"/>
                </a:lnTo>
                <a:lnTo>
                  <a:pt x="1562100" y="38100"/>
                </a:lnTo>
                <a:close/>
                <a:moveTo>
                  <a:pt x="1609725" y="28575"/>
                </a:moveTo>
                <a:lnTo>
                  <a:pt x="1619250" y="28575"/>
                </a:lnTo>
                <a:lnTo>
                  <a:pt x="1619250" y="38100"/>
                </a:lnTo>
                <a:lnTo>
                  <a:pt x="1609725" y="38100"/>
                </a:lnTo>
                <a:close/>
                <a:moveTo>
                  <a:pt x="1638300" y="28575"/>
                </a:moveTo>
                <a:lnTo>
                  <a:pt x="1657350" y="28575"/>
                </a:lnTo>
                <a:lnTo>
                  <a:pt x="1657350" y="38100"/>
                </a:lnTo>
                <a:lnTo>
                  <a:pt x="1638300" y="38100"/>
                </a:lnTo>
                <a:close/>
                <a:moveTo>
                  <a:pt x="1676400" y="28575"/>
                </a:moveTo>
                <a:lnTo>
                  <a:pt x="1714500" y="28575"/>
                </a:lnTo>
                <a:lnTo>
                  <a:pt x="1714500" y="38100"/>
                </a:lnTo>
                <a:lnTo>
                  <a:pt x="1676400" y="38100"/>
                </a:lnTo>
                <a:close/>
                <a:moveTo>
                  <a:pt x="1800225" y="28575"/>
                </a:moveTo>
                <a:lnTo>
                  <a:pt x="1809750" y="28575"/>
                </a:lnTo>
                <a:lnTo>
                  <a:pt x="1809750" y="38100"/>
                </a:lnTo>
                <a:lnTo>
                  <a:pt x="1800225" y="38100"/>
                </a:lnTo>
                <a:close/>
                <a:moveTo>
                  <a:pt x="466725" y="38100"/>
                </a:moveTo>
                <a:lnTo>
                  <a:pt x="476250" y="38100"/>
                </a:lnTo>
                <a:lnTo>
                  <a:pt x="476250" y="47625"/>
                </a:lnTo>
                <a:lnTo>
                  <a:pt x="466725" y="47625"/>
                </a:lnTo>
                <a:close/>
                <a:moveTo>
                  <a:pt x="542925" y="38100"/>
                </a:moveTo>
                <a:lnTo>
                  <a:pt x="552450" y="38100"/>
                </a:lnTo>
                <a:lnTo>
                  <a:pt x="552450" y="47625"/>
                </a:lnTo>
                <a:lnTo>
                  <a:pt x="542925" y="47625"/>
                </a:lnTo>
                <a:close/>
                <a:moveTo>
                  <a:pt x="571500" y="38100"/>
                </a:moveTo>
                <a:lnTo>
                  <a:pt x="581025" y="38100"/>
                </a:lnTo>
                <a:lnTo>
                  <a:pt x="581025" y="47625"/>
                </a:lnTo>
                <a:lnTo>
                  <a:pt x="571500" y="47625"/>
                </a:lnTo>
                <a:close/>
                <a:moveTo>
                  <a:pt x="1828800" y="38100"/>
                </a:moveTo>
                <a:lnTo>
                  <a:pt x="1838325" y="38100"/>
                </a:lnTo>
                <a:lnTo>
                  <a:pt x="1838325" y="47625"/>
                </a:lnTo>
                <a:lnTo>
                  <a:pt x="1828800" y="47625"/>
                </a:lnTo>
                <a:close/>
                <a:moveTo>
                  <a:pt x="104775" y="66675"/>
                </a:moveTo>
                <a:lnTo>
                  <a:pt x="133350" y="66675"/>
                </a:lnTo>
                <a:lnTo>
                  <a:pt x="133350" y="85725"/>
                </a:lnTo>
                <a:lnTo>
                  <a:pt x="114300" y="85725"/>
                </a:lnTo>
                <a:lnTo>
                  <a:pt x="114300" y="76200"/>
                </a:lnTo>
                <a:lnTo>
                  <a:pt x="104775" y="76200"/>
                </a:lnTo>
                <a:close/>
                <a:moveTo>
                  <a:pt x="419100" y="76200"/>
                </a:moveTo>
                <a:lnTo>
                  <a:pt x="428625" y="76200"/>
                </a:lnTo>
                <a:lnTo>
                  <a:pt x="428625" y="95250"/>
                </a:lnTo>
                <a:lnTo>
                  <a:pt x="419100" y="95250"/>
                </a:lnTo>
                <a:close/>
                <a:moveTo>
                  <a:pt x="133350" y="85725"/>
                </a:moveTo>
                <a:lnTo>
                  <a:pt x="142875" y="85725"/>
                </a:lnTo>
                <a:lnTo>
                  <a:pt x="142875" y="95250"/>
                </a:lnTo>
                <a:lnTo>
                  <a:pt x="133350" y="95250"/>
                </a:lnTo>
                <a:close/>
                <a:moveTo>
                  <a:pt x="504825" y="95250"/>
                </a:moveTo>
                <a:lnTo>
                  <a:pt x="523875" y="95250"/>
                </a:lnTo>
                <a:lnTo>
                  <a:pt x="523875" y="104775"/>
                </a:lnTo>
                <a:lnTo>
                  <a:pt x="533400" y="104775"/>
                </a:lnTo>
                <a:lnTo>
                  <a:pt x="533400" y="114300"/>
                </a:lnTo>
                <a:lnTo>
                  <a:pt x="523875" y="114300"/>
                </a:lnTo>
                <a:lnTo>
                  <a:pt x="523875" y="123825"/>
                </a:lnTo>
                <a:lnTo>
                  <a:pt x="504825" y="123825"/>
                </a:lnTo>
                <a:lnTo>
                  <a:pt x="504825" y="114300"/>
                </a:lnTo>
                <a:lnTo>
                  <a:pt x="495300" y="114300"/>
                </a:lnTo>
                <a:lnTo>
                  <a:pt x="495300" y="104775"/>
                </a:lnTo>
                <a:lnTo>
                  <a:pt x="504825" y="104775"/>
                </a:lnTo>
                <a:close/>
                <a:moveTo>
                  <a:pt x="1457325" y="104775"/>
                </a:moveTo>
                <a:lnTo>
                  <a:pt x="1476375" y="104775"/>
                </a:lnTo>
                <a:lnTo>
                  <a:pt x="1476375" y="123825"/>
                </a:lnTo>
                <a:lnTo>
                  <a:pt x="1457325" y="123825"/>
                </a:lnTo>
                <a:close/>
                <a:moveTo>
                  <a:pt x="1638300" y="133350"/>
                </a:moveTo>
                <a:lnTo>
                  <a:pt x="1657350" y="133350"/>
                </a:lnTo>
                <a:lnTo>
                  <a:pt x="1657350" y="152400"/>
                </a:lnTo>
                <a:lnTo>
                  <a:pt x="1647825" y="152400"/>
                </a:lnTo>
                <a:lnTo>
                  <a:pt x="1647825" y="171450"/>
                </a:lnTo>
                <a:lnTo>
                  <a:pt x="1638300" y="171450"/>
                </a:lnTo>
                <a:lnTo>
                  <a:pt x="1638300" y="180975"/>
                </a:lnTo>
                <a:lnTo>
                  <a:pt x="1628775" y="180975"/>
                </a:lnTo>
                <a:lnTo>
                  <a:pt x="1628775" y="171450"/>
                </a:lnTo>
                <a:lnTo>
                  <a:pt x="1619250" y="171450"/>
                </a:lnTo>
                <a:lnTo>
                  <a:pt x="1619250" y="161925"/>
                </a:lnTo>
                <a:lnTo>
                  <a:pt x="1628775" y="161925"/>
                </a:lnTo>
                <a:lnTo>
                  <a:pt x="1628775" y="152400"/>
                </a:lnTo>
                <a:lnTo>
                  <a:pt x="1638300" y="152400"/>
                </a:lnTo>
                <a:close/>
                <a:moveTo>
                  <a:pt x="1743075" y="142875"/>
                </a:moveTo>
                <a:lnTo>
                  <a:pt x="1752600" y="142875"/>
                </a:lnTo>
                <a:lnTo>
                  <a:pt x="1752600" y="152400"/>
                </a:lnTo>
                <a:lnTo>
                  <a:pt x="1762125" y="152400"/>
                </a:lnTo>
                <a:lnTo>
                  <a:pt x="1762125" y="161925"/>
                </a:lnTo>
                <a:lnTo>
                  <a:pt x="1752600" y="161925"/>
                </a:lnTo>
                <a:lnTo>
                  <a:pt x="1752600" y="171450"/>
                </a:lnTo>
                <a:lnTo>
                  <a:pt x="1762125" y="171450"/>
                </a:lnTo>
                <a:lnTo>
                  <a:pt x="1762125" y="180975"/>
                </a:lnTo>
                <a:lnTo>
                  <a:pt x="1752600" y="180975"/>
                </a:lnTo>
                <a:lnTo>
                  <a:pt x="1752600" y="190500"/>
                </a:lnTo>
                <a:lnTo>
                  <a:pt x="1724025" y="190500"/>
                </a:lnTo>
                <a:lnTo>
                  <a:pt x="1724025" y="171450"/>
                </a:lnTo>
                <a:lnTo>
                  <a:pt x="1733550" y="171450"/>
                </a:lnTo>
                <a:lnTo>
                  <a:pt x="1733550" y="152400"/>
                </a:lnTo>
                <a:lnTo>
                  <a:pt x="1743075" y="152400"/>
                </a:lnTo>
                <a:close/>
                <a:moveTo>
                  <a:pt x="514350" y="161925"/>
                </a:moveTo>
                <a:lnTo>
                  <a:pt x="523875" y="161925"/>
                </a:lnTo>
                <a:lnTo>
                  <a:pt x="523875" y="171450"/>
                </a:lnTo>
                <a:lnTo>
                  <a:pt x="514350" y="171450"/>
                </a:lnTo>
                <a:close/>
                <a:moveTo>
                  <a:pt x="523875" y="171450"/>
                </a:moveTo>
                <a:lnTo>
                  <a:pt x="533400" y="171450"/>
                </a:lnTo>
                <a:lnTo>
                  <a:pt x="533400" y="180975"/>
                </a:lnTo>
                <a:lnTo>
                  <a:pt x="523875" y="180975"/>
                </a:lnTo>
                <a:close/>
                <a:moveTo>
                  <a:pt x="514350" y="180975"/>
                </a:moveTo>
                <a:lnTo>
                  <a:pt x="523875" y="180975"/>
                </a:lnTo>
                <a:lnTo>
                  <a:pt x="523875" y="190500"/>
                </a:lnTo>
                <a:lnTo>
                  <a:pt x="514350" y="190500"/>
                </a:lnTo>
                <a:close/>
                <a:moveTo>
                  <a:pt x="1428750" y="180975"/>
                </a:moveTo>
                <a:lnTo>
                  <a:pt x="1447800" y="180975"/>
                </a:lnTo>
                <a:lnTo>
                  <a:pt x="1447800" y="200025"/>
                </a:lnTo>
                <a:lnTo>
                  <a:pt x="1428750" y="200025"/>
                </a:lnTo>
                <a:close/>
                <a:moveTo>
                  <a:pt x="66675" y="200025"/>
                </a:moveTo>
                <a:lnTo>
                  <a:pt x="76200" y="200025"/>
                </a:lnTo>
                <a:lnTo>
                  <a:pt x="76200" y="228600"/>
                </a:lnTo>
                <a:lnTo>
                  <a:pt x="66675" y="228600"/>
                </a:lnTo>
                <a:close/>
                <a:moveTo>
                  <a:pt x="733425" y="228600"/>
                </a:moveTo>
                <a:lnTo>
                  <a:pt x="771525" y="228600"/>
                </a:lnTo>
                <a:lnTo>
                  <a:pt x="771525" y="238125"/>
                </a:lnTo>
                <a:lnTo>
                  <a:pt x="762000" y="238125"/>
                </a:lnTo>
                <a:lnTo>
                  <a:pt x="762000" y="247650"/>
                </a:lnTo>
                <a:lnTo>
                  <a:pt x="742950" y="247650"/>
                </a:lnTo>
                <a:lnTo>
                  <a:pt x="742950" y="238125"/>
                </a:lnTo>
                <a:lnTo>
                  <a:pt x="733425" y="238125"/>
                </a:lnTo>
                <a:close/>
                <a:moveTo>
                  <a:pt x="1552575" y="238125"/>
                </a:moveTo>
                <a:lnTo>
                  <a:pt x="1562100" y="238125"/>
                </a:lnTo>
                <a:lnTo>
                  <a:pt x="1562100" y="247650"/>
                </a:lnTo>
                <a:lnTo>
                  <a:pt x="1552575" y="247650"/>
                </a:lnTo>
                <a:close/>
                <a:moveTo>
                  <a:pt x="866775" y="533400"/>
                </a:moveTo>
                <a:lnTo>
                  <a:pt x="876300" y="533400"/>
                </a:lnTo>
                <a:lnTo>
                  <a:pt x="876300" y="542925"/>
                </a:lnTo>
                <a:lnTo>
                  <a:pt x="866775" y="542925"/>
                </a:lnTo>
                <a:close/>
                <a:moveTo>
                  <a:pt x="1495425" y="628650"/>
                </a:moveTo>
                <a:lnTo>
                  <a:pt x="1504950" y="628650"/>
                </a:lnTo>
                <a:lnTo>
                  <a:pt x="1504950" y="638175"/>
                </a:lnTo>
                <a:lnTo>
                  <a:pt x="1495425" y="638175"/>
                </a:lnTo>
                <a:close/>
                <a:moveTo>
                  <a:pt x="1914525" y="704850"/>
                </a:moveTo>
                <a:lnTo>
                  <a:pt x="1924050" y="704850"/>
                </a:lnTo>
                <a:lnTo>
                  <a:pt x="1924050" y="723900"/>
                </a:lnTo>
                <a:lnTo>
                  <a:pt x="1914525" y="723900"/>
                </a:lnTo>
                <a:close/>
                <a:moveTo>
                  <a:pt x="276225" y="714375"/>
                </a:moveTo>
                <a:lnTo>
                  <a:pt x="285750" y="714375"/>
                </a:lnTo>
                <a:lnTo>
                  <a:pt x="285750" y="723900"/>
                </a:lnTo>
                <a:lnTo>
                  <a:pt x="276225" y="723900"/>
                </a:lnTo>
                <a:close/>
                <a:moveTo>
                  <a:pt x="314325" y="723900"/>
                </a:moveTo>
                <a:lnTo>
                  <a:pt x="323850" y="723900"/>
                </a:lnTo>
                <a:lnTo>
                  <a:pt x="323850" y="733425"/>
                </a:lnTo>
                <a:lnTo>
                  <a:pt x="314325" y="733425"/>
                </a:lnTo>
                <a:close/>
                <a:moveTo>
                  <a:pt x="114300" y="1247775"/>
                </a:moveTo>
                <a:lnTo>
                  <a:pt x="123825" y="1247775"/>
                </a:lnTo>
                <a:lnTo>
                  <a:pt x="123825" y="1257300"/>
                </a:lnTo>
                <a:lnTo>
                  <a:pt x="114300" y="1257300"/>
                </a:lnTo>
                <a:close/>
                <a:moveTo>
                  <a:pt x="495300" y="1409700"/>
                </a:moveTo>
                <a:lnTo>
                  <a:pt x="504825" y="1409700"/>
                </a:lnTo>
                <a:lnTo>
                  <a:pt x="504825" y="1419225"/>
                </a:lnTo>
                <a:lnTo>
                  <a:pt x="495300" y="1419225"/>
                </a:lnTo>
                <a:close/>
                <a:moveTo>
                  <a:pt x="942975" y="1409700"/>
                </a:moveTo>
                <a:lnTo>
                  <a:pt x="962025" y="1409700"/>
                </a:lnTo>
                <a:lnTo>
                  <a:pt x="962025" y="1428750"/>
                </a:lnTo>
                <a:lnTo>
                  <a:pt x="942975" y="1428750"/>
                </a:lnTo>
                <a:close/>
                <a:moveTo>
                  <a:pt x="200025" y="1419225"/>
                </a:moveTo>
                <a:lnTo>
                  <a:pt x="228600" y="1419225"/>
                </a:lnTo>
                <a:lnTo>
                  <a:pt x="228600" y="1428750"/>
                </a:lnTo>
                <a:lnTo>
                  <a:pt x="219075" y="1428750"/>
                </a:lnTo>
                <a:lnTo>
                  <a:pt x="219075" y="1447800"/>
                </a:lnTo>
                <a:lnTo>
                  <a:pt x="209550" y="1447800"/>
                </a:lnTo>
                <a:lnTo>
                  <a:pt x="209550" y="1438275"/>
                </a:lnTo>
                <a:lnTo>
                  <a:pt x="200025" y="1438275"/>
                </a:lnTo>
                <a:close/>
                <a:moveTo>
                  <a:pt x="285750" y="1419225"/>
                </a:moveTo>
                <a:lnTo>
                  <a:pt x="304800" y="1419225"/>
                </a:lnTo>
                <a:lnTo>
                  <a:pt x="304800" y="1428750"/>
                </a:lnTo>
                <a:lnTo>
                  <a:pt x="295275" y="1428750"/>
                </a:lnTo>
                <a:lnTo>
                  <a:pt x="295275" y="1438275"/>
                </a:lnTo>
                <a:lnTo>
                  <a:pt x="285750" y="1438275"/>
                </a:lnTo>
                <a:close/>
                <a:moveTo>
                  <a:pt x="428625" y="1419225"/>
                </a:moveTo>
                <a:lnTo>
                  <a:pt x="438150" y="1419225"/>
                </a:lnTo>
                <a:lnTo>
                  <a:pt x="438150" y="1428750"/>
                </a:lnTo>
                <a:lnTo>
                  <a:pt x="428625" y="1428750"/>
                </a:lnTo>
                <a:close/>
                <a:moveTo>
                  <a:pt x="257175" y="1428750"/>
                </a:moveTo>
                <a:lnTo>
                  <a:pt x="276225" y="1428750"/>
                </a:lnTo>
                <a:lnTo>
                  <a:pt x="276225" y="1438275"/>
                </a:lnTo>
                <a:lnTo>
                  <a:pt x="257175" y="1438275"/>
                </a:lnTo>
                <a:close/>
                <a:moveTo>
                  <a:pt x="466725" y="1428750"/>
                </a:moveTo>
                <a:lnTo>
                  <a:pt x="476250" y="1428750"/>
                </a:lnTo>
                <a:lnTo>
                  <a:pt x="476250" y="1447800"/>
                </a:lnTo>
                <a:lnTo>
                  <a:pt x="457200" y="1447800"/>
                </a:lnTo>
                <a:lnTo>
                  <a:pt x="457200" y="1438275"/>
                </a:lnTo>
                <a:lnTo>
                  <a:pt x="466725" y="1438275"/>
                </a:lnTo>
                <a:close/>
                <a:moveTo>
                  <a:pt x="1000125" y="1428750"/>
                </a:moveTo>
                <a:lnTo>
                  <a:pt x="1009650" y="1428750"/>
                </a:lnTo>
                <a:lnTo>
                  <a:pt x="1009650" y="1438275"/>
                </a:lnTo>
                <a:lnTo>
                  <a:pt x="1000125" y="1438275"/>
                </a:lnTo>
                <a:close/>
                <a:moveTo>
                  <a:pt x="352425" y="1438275"/>
                </a:moveTo>
                <a:lnTo>
                  <a:pt x="371475" y="1438275"/>
                </a:lnTo>
                <a:lnTo>
                  <a:pt x="371475" y="1447800"/>
                </a:lnTo>
                <a:lnTo>
                  <a:pt x="361950" y="1447800"/>
                </a:lnTo>
                <a:lnTo>
                  <a:pt x="361950" y="1466850"/>
                </a:lnTo>
                <a:lnTo>
                  <a:pt x="352425" y="1466850"/>
                </a:lnTo>
                <a:close/>
                <a:moveTo>
                  <a:pt x="390525" y="1438275"/>
                </a:moveTo>
                <a:lnTo>
                  <a:pt x="400050" y="1438275"/>
                </a:lnTo>
                <a:lnTo>
                  <a:pt x="400050" y="1457325"/>
                </a:lnTo>
                <a:lnTo>
                  <a:pt x="390525" y="1457325"/>
                </a:lnTo>
                <a:close/>
                <a:moveTo>
                  <a:pt x="533400" y="1438275"/>
                </a:moveTo>
                <a:lnTo>
                  <a:pt x="552450" y="1438275"/>
                </a:lnTo>
                <a:lnTo>
                  <a:pt x="552450" y="1447800"/>
                </a:lnTo>
                <a:lnTo>
                  <a:pt x="533400" y="1447800"/>
                </a:lnTo>
                <a:close/>
                <a:moveTo>
                  <a:pt x="304800" y="1447800"/>
                </a:moveTo>
                <a:lnTo>
                  <a:pt x="314325" y="1447800"/>
                </a:lnTo>
                <a:lnTo>
                  <a:pt x="314325" y="1457325"/>
                </a:lnTo>
                <a:lnTo>
                  <a:pt x="304800" y="1457325"/>
                </a:lnTo>
                <a:close/>
                <a:moveTo>
                  <a:pt x="371475" y="1457325"/>
                </a:moveTo>
                <a:lnTo>
                  <a:pt x="381000" y="1457325"/>
                </a:lnTo>
                <a:lnTo>
                  <a:pt x="381000" y="1466850"/>
                </a:lnTo>
                <a:lnTo>
                  <a:pt x="371475" y="1466850"/>
                </a:lnTo>
                <a:close/>
                <a:moveTo>
                  <a:pt x="476250" y="1457325"/>
                </a:moveTo>
                <a:lnTo>
                  <a:pt x="485775" y="1457325"/>
                </a:lnTo>
                <a:lnTo>
                  <a:pt x="485775" y="1466850"/>
                </a:lnTo>
                <a:lnTo>
                  <a:pt x="476250" y="1466850"/>
                </a:lnTo>
                <a:close/>
                <a:moveTo>
                  <a:pt x="266700" y="1485900"/>
                </a:moveTo>
                <a:lnTo>
                  <a:pt x="276225" y="1485900"/>
                </a:lnTo>
                <a:lnTo>
                  <a:pt x="276225" y="1495425"/>
                </a:lnTo>
                <a:lnTo>
                  <a:pt x="266700" y="1495425"/>
                </a:lnTo>
                <a:close/>
                <a:moveTo>
                  <a:pt x="361950" y="1495425"/>
                </a:moveTo>
                <a:lnTo>
                  <a:pt x="371475" y="1495425"/>
                </a:lnTo>
                <a:lnTo>
                  <a:pt x="371475" y="1504950"/>
                </a:lnTo>
                <a:lnTo>
                  <a:pt x="361950" y="1504950"/>
                </a:lnTo>
                <a:close/>
                <a:moveTo>
                  <a:pt x="409575" y="1495425"/>
                </a:moveTo>
                <a:lnTo>
                  <a:pt x="419100" y="1495425"/>
                </a:lnTo>
                <a:lnTo>
                  <a:pt x="419100" y="1504950"/>
                </a:lnTo>
                <a:lnTo>
                  <a:pt x="409575" y="1504950"/>
                </a:lnTo>
                <a:close/>
                <a:moveTo>
                  <a:pt x="85725" y="1524000"/>
                </a:moveTo>
                <a:lnTo>
                  <a:pt x="95250" y="1524000"/>
                </a:lnTo>
                <a:lnTo>
                  <a:pt x="95250" y="1543050"/>
                </a:lnTo>
                <a:lnTo>
                  <a:pt x="76200" y="1543050"/>
                </a:lnTo>
                <a:lnTo>
                  <a:pt x="76200" y="1533525"/>
                </a:lnTo>
                <a:lnTo>
                  <a:pt x="85725" y="1533525"/>
                </a:lnTo>
                <a:close/>
                <a:moveTo>
                  <a:pt x="95250" y="1552575"/>
                </a:moveTo>
                <a:lnTo>
                  <a:pt x="104775" y="1552575"/>
                </a:lnTo>
                <a:lnTo>
                  <a:pt x="104775" y="1562100"/>
                </a:lnTo>
                <a:lnTo>
                  <a:pt x="95250" y="1562100"/>
                </a:lnTo>
                <a:close/>
                <a:moveTo>
                  <a:pt x="133350" y="1562100"/>
                </a:moveTo>
                <a:lnTo>
                  <a:pt x="152400" y="1562100"/>
                </a:lnTo>
                <a:lnTo>
                  <a:pt x="152400" y="1571625"/>
                </a:lnTo>
                <a:lnTo>
                  <a:pt x="161925" y="1571625"/>
                </a:lnTo>
                <a:lnTo>
                  <a:pt x="161925" y="1581150"/>
                </a:lnTo>
                <a:lnTo>
                  <a:pt x="171450" y="1581150"/>
                </a:lnTo>
                <a:lnTo>
                  <a:pt x="171450" y="1590675"/>
                </a:lnTo>
                <a:lnTo>
                  <a:pt x="180975" y="1590675"/>
                </a:lnTo>
                <a:lnTo>
                  <a:pt x="180975" y="1600200"/>
                </a:lnTo>
                <a:lnTo>
                  <a:pt x="161925" y="1600200"/>
                </a:lnTo>
                <a:lnTo>
                  <a:pt x="161925" y="1609725"/>
                </a:lnTo>
                <a:lnTo>
                  <a:pt x="123825" y="1609725"/>
                </a:lnTo>
                <a:lnTo>
                  <a:pt x="123825" y="1600200"/>
                </a:lnTo>
                <a:lnTo>
                  <a:pt x="114300" y="1600200"/>
                </a:lnTo>
                <a:lnTo>
                  <a:pt x="114300" y="1581150"/>
                </a:lnTo>
                <a:lnTo>
                  <a:pt x="123825" y="1581150"/>
                </a:lnTo>
                <a:lnTo>
                  <a:pt x="123825" y="1571625"/>
                </a:lnTo>
                <a:lnTo>
                  <a:pt x="133350" y="1571625"/>
                </a:lnTo>
                <a:close/>
                <a:moveTo>
                  <a:pt x="104775" y="1628775"/>
                </a:moveTo>
                <a:lnTo>
                  <a:pt x="114300" y="1628775"/>
                </a:lnTo>
                <a:lnTo>
                  <a:pt x="114300" y="1638300"/>
                </a:lnTo>
                <a:lnTo>
                  <a:pt x="104775" y="1638300"/>
                </a:lnTo>
                <a:close/>
                <a:moveTo>
                  <a:pt x="123825" y="1628775"/>
                </a:moveTo>
                <a:lnTo>
                  <a:pt x="133350" y="1628775"/>
                </a:lnTo>
                <a:lnTo>
                  <a:pt x="133350" y="1638300"/>
                </a:lnTo>
                <a:lnTo>
                  <a:pt x="123825" y="1638300"/>
                </a:lnTo>
                <a:close/>
              </a:path>
            </a:pathLst>
          </a:custGeom>
          <a:solidFill xmlns:a="http://schemas.openxmlformats.org/drawingml/2006/main">
            <a:srgbClr val="F3F0E0"/>
          </a:solidFill>
          <a:ln xmlns:a="http://schemas.openxmlformats.org/drawingml/2006/main" w="0">
            <a:noFill/>
          </a:ln>
        </p:spPr>
      </p:sp>
      <p:sp>
        <p:nvSpPr>
          <p:cNvPr id="103" name="appearance vector #f2f0e2">
            <a:extLst xmlns:a="http://schemas.openxmlformats.org/drawingml/2006/main">
              <a:ext uri="{FF2B5EF4-FFF2-40B4-BE49-F238E27FC236}">
                <a16:creationId xmlns:a16="http://schemas.microsoft.com/office/drawing/2014/main" id="{B0BEDFE7-2016-4A43-A3A5-E7C5C294B91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343400" y="5114925"/>
            <a:ext cx="1943100" cy="1666875"/>
          </a:xfrm>
          <a:custGeom xmlns:a="http://schemas.openxmlformats.org/drawingml/2006/main">
            <a:pathLst>
              <a:path w="1943100" h="1666875">
                <a:moveTo>
                  <a:pt x="1771650" y="28575"/>
                </a:moveTo>
                <a:lnTo>
                  <a:pt x="1781175" y="28575"/>
                </a:lnTo>
                <a:lnTo>
                  <a:pt x="1781175" y="47625"/>
                </a:lnTo>
                <a:lnTo>
                  <a:pt x="1762125" y="47625"/>
                </a:lnTo>
                <a:lnTo>
                  <a:pt x="1762125" y="38100"/>
                </a:lnTo>
                <a:lnTo>
                  <a:pt x="1771650" y="38100"/>
                </a:lnTo>
                <a:close/>
                <a:moveTo>
                  <a:pt x="57150" y="38100"/>
                </a:moveTo>
                <a:lnTo>
                  <a:pt x="66675" y="38100"/>
                </a:lnTo>
                <a:lnTo>
                  <a:pt x="66675" y="57150"/>
                </a:lnTo>
                <a:lnTo>
                  <a:pt x="57150" y="57150"/>
                </a:lnTo>
                <a:close/>
                <a:moveTo>
                  <a:pt x="1495425" y="38100"/>
                </a:moveTo>
                <a:lnTo>
                  <a:pt x="1504950" y="38100"/>
                </a:lnTo>
                <a:lnTo>
                  <a:pt x="1504950" y="47625"/>
                </a:lnTo>
                <a:lnTo>
                  <a:pt x="1495425" y="47625"/>
                </a:lnTo>
                <a:close/>
                <a:moveTo>
                  <a:pt x="1685925" y="38100"/>
                </a:moveTo>
                <a:lnTo>
                  <a:pt x="1714500" y="38100"/>
                </a:lnTo>
                <a:lnTo>
                  <a:pt x="1714500" y="57150"/>
                </a:lnTo>
                <a:lnTo>
                  <a:pt x="1704975" y="57150"/>
                </a:lnTo>
                <a:lnTo>
                  <a:pt x="1704975" y="66675"/>
                </a:lnTo>
                <a:lnTo>
                  <a:pt x="1685925" y="66675"/>
                </a:lnTo>
                <a:lnTo>
                  <a:pt x="1685925" y="57150"/>
                </a:lnTo>
                <a:lnTo>
                  <a:pt x="1676400" y="57150"/>
                </a:lnTo>
                <a:lnTo>
                  <a:pt x="1676400" y="47625"/>
                </a:lnTo>
                <a:lnTo>
                  <a:pt x="1685925" y="47625"/>
                </a:lnTo>
                <a:close/>
                <a:moveTo>
                  <a:pt x="1790700" y="38100"/>
                </a:moveTo>
                <a:lnTo>
                  <a:pt x="1800225" y="38100"/>
                </a:lnTo>
                <a:lnTo>
                  <a:pt x="1800225" y="47625"/>
                </a:lnTo>
                <a:lnTo>
                  <a:pt x="1790700" y="47625"/>
                </a:lnTo>
                <a:close/>
                <a:moveTo>
                  <a:pt x="552450" y="47625"/>
                </a:moveTo>
                <a:lnTo>
                  <a:pt x="581025" y="47625"/>
                </a:lnTo>
                <a:lnTo>
                  <a:pt x="581025" y="57150"/>
                </a:lnTo>
                <a:lnTo>
                  <a:pt x="552450" y="57150"/>
                </a:lnTo>
                <a:close/>
                <a:moveTo>
                  <a:pt x="923925" y="47625"/>
                </a:moveTo>
                <a:lnTo>
                  <a:pt x="933450" y="47625"/>
                </a:lnTo>
                <a:lnTo>
                  <a:pt x="933450" y="66675"/>
                </a:lnTo>
                <a:lnTo>
                  <a:pt x="923925" y="66675"/>
                </a:lnTo>
                <a:close/>
                <a:moveTo>
                  <a:pt x="809625" y="57150"/>
                </a:moveTo>
                <a:lnTo>
                  <a:pt x="819150" y="57150"/>
                </a:lnTo>
                <a:lnTo>
                  <a:pt x="819150" y="66675"/>
                </a:lnTo>
                <a:lnTo>
                  <a:pt x="809625" y="66675"/>
                </a:lnTo>
                <a:close/>
                <a:moveTo>
                  <a:pt x="57150" y="66675"/>
                </a:moveTo>
                <a:lnTo>
                  <a:pt x="66675" y="66675"/>
                </a:lnTo>
                <a:lnTo>
                  <a:pt x="66675" y="76200"/>
                </a:lnTo>
                <a:lnTo>
                  <a:pt x="57150" y="76200"/>
                </a:lnTo>
                <a:close/>
                <a:moveTo>
                  <a:pt x="571500" y="66675"/>
                </a:moveTo>
                <a:lnTo>
                  <a:pt x="581025" y="66675"/>
                </a:lnTo>
                <a:lnTo>
                  <a:pt x="581025" y="76200"/>
                </a:lnTo>
                <a:lnTo>
                  <a:pt x="571500" y="76200"/>
                </a:lnTo>
                <a:close/>
                <a:moveTo>
                  <a:pt x="76200" y="76200"/>
                </a:moveTo>
                <a:lnTo>
                  <a:pt x="85725" y="76200"/>
                </a:lnTo>
                <a:lnTo>
                  <a:pt x="85725" y="85725"/>
                </a:lnTo>
                <a:lnTo>
                  <a:pt x="95250" y="85725"/>
                </a:lnTo>
                <a:lnTo>
                  <a:pt x="95250" y="76200"/>
                </a:lnTo>
                <a:lnTo>
                  <a:pt x="114300" y="76200"/>
                </a:lnTo>
                <a:lnTo>
                  <a:pt x="114300" y="85725"/>
                </a:lnTo>
                <a:lnTo>
                  <a:pt x="95250" y="85725"/>
                </a:lnTo>
                <a:lnTo>
                  <a:pt x="95250" y="104775"/>
                </a:lnTo>
                <a:lnTo>
                  <a:pt x="76200" y="104775"/>
                </a:lnTo>
                <a:close/>
                <a:moveTo>
                  <a:pt x="409575" y="76200"/>
                </a:moveTo>
                <a:lnTo>
                  <a:pt x="419100" y="76200"/>
                </a:lnTo>
                <a:lnTo>
                  <a:pt x="419100" y="95250"/>
                </a:lnTo>
                <a:lnTo>
                  <a:pt x="428625" y="95250"/>
                </a:lnTo>
                <a:lnTo>
                  <a:pt x="428625" y="104775"/>
                </a:lnTo>
                <a:lnTo>
                  <a:pt x="466725" y="104775"/>
                </a:lnTo>
                <a:lnTo>
                  <a:pt x="466725" y="133350"/>
                </a:lnTo>
                <a:lnTo>
                  <a:pt x="476250" y="133350"/>
                </a:lnTo>
                <a:lnTo>
                  <a:pt x="476250" y="104775"/>
                </a:lnTo>
                <a:lnTo>
                  <a:pt x="495300" y="104775"/>
                </a:lnTo>
                <a:lnTo>
                  <a:pt x="495300" y="114300"/>
                </a:lnTo>
                <a:lnTo>
                  <a:pt x="504825" y="114300"/>
                </a:lnTo>
                <a:lnTo>
                  <a:pt x="504825" y="123825"/>
                </a:lnTo>
                <a:lnTo>
                  <a:pt x="514350" y="123825"/>
                </a:lnTo>
                <a:lnTo>
                  <a:pt x="514350" y="161925"/>
                </a:lnTo>
                <a:lnTo>
                  <a:pt x="504825" y="161925"/>
                </a:lnTo>
                <a:lnTo>
                  <a:pt x="504825" y="142875"/>
                </a:lnTo>
                <a:lnTo>
                  <a:pt x="485775" y="142875"/>
                </a:lnTo>
                <a:lnTo>
                  <a:pt x="485775" y="152400"/>
                </a:lnTo>
                <a:lnTo>
                  <a:pt x="476250" y="152400"/>
                </a:lnTo>
                <a:lnTo>
                  <a:pt x="476250" y="161925"/>
                </a:lnTo>
                <a:lnTo>
                  <a:pt x="495300" y="161925"/>
                </a:lnTo>
                <a:lnTo>
                  <a:pt x="495300" y="171450"/>
                </a:lnTo>
                <a:lnTo>
                  <a:pt x="504825" y="171450"/>
                </a:lnTo>
                <a:lnTo>
                  <a:pt x="504825" y="190500"/>
                </a:lnTo>
                <a:lnTo>
                  <a:pt x="495300" y="190500"/>
                </a:lnTo>
                <a:lnTo>
                  <a:pt x="495300" y="209550"/>
                </a:lnTo>
                <a:lnTo>
                  <a:pt x="485775" y="209550"/>
                </a:lnTo>
                <a:lnTo>
                  <a:pt x="485775" y="219075"/>
                </a:lnTo>
                <a:lnTo>
                  <a:pt x="476250" y="219075"/>
                </a:lnTo>
                <a:lnTo>
                  <a:pt x="476250" y="190500"/>
                </a:lnTo>
                <a:lnTo>
                  <a:pt x="457200" y="190500"/>
                </a:lnTo>
                <a:lnTo>
                  <a:pt x="457200" y="180975"/>
                </a:lnTo>
                <a:lnTo>
                  <a:pt x="447675" y="180975"/>
                </a:lnTo>
                <a:lnTo>
                  <a:pt x="447675" y="171450"/>
                </a:lnTo>
                <a:lnTo>
                  <a:pt x="438150" y="171450"/>
                </a:lnTo>
                <a:lnTo>
                  <a:pt x="438150" y="161925"/>
                </a:lnTo>
                <a:lnTo>
                  <a:pt x="447675" y="161925"/>
                </a:lnTo>
                <a:lnTo>
                  <a:pt x="447675" y="152400"/>
                </a:lnTo>
                <a:lnTo>
                  <a:pt x="457200" y="152400"/>
                </a:lnTo>
                <a:lnTo>
                  <a:pt x="457200" y="142875"/>
                </a:lnTo>
                <a:lnTo>
                  <a:pt x="438150" y="142875"/>
                </a:lnTo>
                <a:lnTo>
                  <a:pt x="438150" y="133350"/>
                </a:lnTo>
                <a:lnTo>
                  <a:pt x="400050" y="133350"/>
                </a:lnTo>
                <a:lnTo>
                  <a:pt x="400050" y="104775"/>
                </a:lnTo>
                <a:lnTo>
                  <a:pt x="409575" y="104775"/>
                </a:lnTo>
                <a:close/>
                <a:moveTo>
                  <a:pt x="581025" y="76200"/>
                </a:moveTo>
                <a:lnTo>
                  <a:pt x="590550" y="76200"/>
                </a:lnTo>
                <a:lnTo>
                  <a:pt x="590550" y="85725"/>
                </a:lnTo>
                <a:lnTo>
                  <a:pt x="581025" y="85725"/>
                </a:lnTo>
                <a:close/>
                <a:moveTo>
                  <a:pt x="638175" y="76200"/>
                </a:moveTo>
                <a:lnTo>
                  <a:pt x="647700" y="76200"/>
                </a:lnTo>
                <a:lnTo>
                  <a:pt x="647700" y="85725"/>
                </a:lnTo>
                <a:lnTo>
                  <a:pt x="638175" y="85725"/>
                </a:lnTo>
                <a:close/>
                <a:moveTo>
                  <a:pt x="657225" y="76200"/>
                </a:moveTo>
                <a:lnTo>
                  <a:pt x="666750" y="76200"/>
                </a:lnTo>
                <a:lnTo>
                  <a:pt x="666750" y="95250"/>
                </a:lnTo>
                <a:lnTo>
                  <a:pt x="657225" y="95250"/>
                </a:lnTo>
                <a:close/>
                <a:moveTo>
                  <a:pt x="590550" y="85725"/>
                </a:moveTo>
                <a:lnTo>
                  <a:pt x="628650" y="85725"/>
                </a:lnTo>
                <a:lnTo>
                  <a:pt x="628650" y="95250"/>
                </a:lnTo>
                <a:lnTo>
                  <a:pt x="619125" y="95250"/>
                </a:lnTo>
                <a:lnTo>
                  <a:pt x="619125" y="114300"/>
                </a:lnTo>
                <a:lnTo>
                  <a:pt x="600075" y="114300"/>
                </a:lnTo>
                <a:lnTo>
                  <a:pt x="600075" y="123825"/>
                </a:lnTo>
                <a:lnTo>
                  <a:pt x="590550" y="123825"/>
                </a:lnTo>
                <a:close/>
                <a:moveTo>
                  <a:pt x="704850" y="85725"/>
                </a:moveTo>
                <a:lnTo>
                  <a:pt x="733425" y="85725"/>
                </a:lnTo>
                <a:lnTo>
                  <a:pt x="733425" y="104775"/>
                </a:lnTo>
                <a:lnTo>
                  <a:pt x="704850" y="104775"/>
                </a:lnTo>
                <a:close/>
                <a:moveTo>
                  <a:pt x="1666875" y="85725"/>
                </a:moveTo>
                <a:lnTo>
                  <a:pt x="1685925" y="85725"/>
                </a:lnTo>
                <a:lnTo>
                  <a:pt x="1685925" y="104775"/>
                </a:lnTo>
                <a:lnTo>
                  <a:pt x="1657350" y="104775"/>
                </a:lnTo>
                <a:lnTo>
                  <a:pt x="1657350" y="95250"/>
                </a:lnTo>
                <a:lnTo>
                  <a:pt x="1666875" y="95250"/>
                </a:lnTo>
                <a:close/>
                <a:moveTo>
                  <a:pt x="1733550" y="85725"/>
                </a:moveTo>
                <a:lnTo>
                  <a:pt x="1743075" y="85725"/>
                </a:lnTo>
                <a:lnTo>
                  <a:pt x="1743075" y="104775"/>
                </a:lnTo>
                <a:lnTo>
                  <a:pt x="1733550" y="104775"/>
                </a:lnTo>
                <a:close/>
                <a:moveTo>
                  <a:pt x="1343025" y="95250"/>
                </a:moveTo>
                <a:lnTo>
                  <a:pt x="1352550" y="95250"/>
                </a:lnTo>
                <a:lnTo>
                  <a:pt x="1352550" y="104775"/>
                </a:lnTo>
                <a:lnTo>
                  <a:pt x="1362075" y="104775"/>
                </a:lnTo>
                <a:lnTo>
                  <a:pt x="1362075" y="123825"/>
                </a:lnTo>
                <a:lnTo>
                  <a:pt x="1352550" y="123825"/>
                </a:lnTo>
                <a:lnTo>
                  <a:pt x="1352550" y="133350"/>
                </a:lnTo>
                <a:lnTo>
                  <a:pt x="1343025" y="133350"/>
                </a:lnTo>
                <a:lnTo>
                  <a:pt x="1343025" y="152400"/>
                </a:lnTo>
                <a:lnTo>
                  <a:pt x="1352550" y="152400"/>
                </a:lnTo>
                <a:lnTo>
                  <a:pt x="1352550" y="161925"/>
                </a:lnTo>
                <a:lnTo>
                  <a:pt x="1362075" y="161925"/>
                </a:lnTo>
                <a:lnTo>
                  <a:pt x="1362075" y="180975"/>
                </a:lnTo>
                <a:lnTo>
                  <a:pt x="1352550" y="180975"/>
                </a:lnTo>
                <a:lnTo>
                  <a:pt x="1352550" y="171450"/>
                </a:lnTo>
                <a:lnTo>
                  <a:pt x="1343025" y="171450"/>
                </a:lnTo>
                <a:lnTo>
                  <a:pt x="1343025" y="180975"/>
                </a:lnTo>
                <a:lnTo>
                  <a:pt x="1333500" y="180975"/>
                </a:lnTo>
                <a:lnTo>
                  <a:pt x="1333500" y="190500"/>
                </a:lnTo>
                <a:lnTo>
                  <a:pt x="1323975" y="190500"/>
                </a:lnTo>
                <a:lnTo>
                  <a:pt x="1323975" y="200025"/>
                </a:lnTo>
                <a:lnTo>
                  <a:pt x="1304925" y="200025"/>
                </a:lnTo>
                <a:lnTo>
                  <a:pt x="1304925" y="190500"/>
                </a:lnTo>
                <a:lnTo>
                  <a:pt x="1295400" y="190500"/>
                </a:lnTo>
                <a:lnTo>
                  <a:pt x="1295400" y="152400"/>
                </a:lnTo>
                <a:lnTo>
                  <a:pt x="1304925" y="152400"/>
                </a:lnTo>
                <a:lnTo>
                  <a:pt x="1304925" y="133350"/>
                </a:lnTo>
                <a:lnTo>
                  <a:pt x="1314450" y="133350"/>
                </a:lnTo>
                <a:lnTo>
                  <a:pt x="1314450" y="123825"/>
                </a:lnTo>
                <a:lnTo>
                  <a:pt x="1323975" y="123825"/>
                </a:lnTo>
                <a:lnTo>
                  <a:pt x="1323975" y="104775"/>
                </a:lnTo>
                <a:lnTo>
                  <a:pt x="1343025" y="104775"/>
                </a:lnTo>
                <a:close/>
                <a:moveTo>
                  <a:pt x="1409700" y="95250"/>
                </a:moveTo>
                <a:lnTo>
                  <a:pt x="1419225" y="95250"/>
                </a:lnTo>
                <a:lnTo>
                  <a:pt x="1419225" y="104775"/>
                </a:lnTo>
                <a:lnTo>
                  <a:pt x="1409700" y="104775"/>
                </a:lnTo>
                <a:close/>
                <a:moveTo>
                  <a:pt x="1485900" y="95250"/>
                </a:moveTo>
                <a:lnTo>
                  <a:pt x="1504950" y="95250"/>
                </a:lnTo>
                <a:lnTo>
                  <a:pt x="1504950" y="104775"/>
                </a:lnTo>
                <a:lnTo>
                  <a:pt x="1485900" y="104775"/>
                </a:lnTo>
                <a:close/>
                <a:moveTo>
                  <a:pt x="1571625" y="95250"/>
                </a:moveTo>
                <a:lnTo>
                  <a:pt x="1600200" y="95250"/>
                </a:lnTo>
                <a:lnTo>
                  <a:pt x="1600200" y="104775"/>
                </a:lnTo>
                <a:lnTo>
                  <a:pt x="1590675" y="104775"/>
                </a:lnTo>
                <a:lnTo>
                  <a:pt x="1590675" y="114300"/>
                </a:lnTo>
                <a:lnTo>
                  <a:pt x="1581150" y="114300"/>
                </a:lnTo>
                <a:lnTo>
                  <a:pt x="1581150" y="104775"/>
                </a:lnTo>
                <a:lnTo>
                  <a:pt x="1571625" y="104775"/>
                </a:lnTo>
                <a:close/>
                <a:moveTo>
                  <a:pt x="133350" y="104775"/>
                </a:moveTo>
                <a:lnTo>
                  <a:pt x="142875" y="104775"/>
                </a:lnTo>
                <a:lnTo>
                  <a:pt x="142875" y="114300"/>
                </a:lnTo>
                <a:lnTo>
                  <a:pt x="133350" y="114300"/>
                </a:lnTo>
                <a:close/>
                <a:moveTo>
                  <a:pt x="142875" y="114300"/>
                </a:moveTo>
                <a:lnTo>
                  <a:pt x="152400" y="114300"/>
                </a:lnTo>
                <a:lnTo>
                  <a:pt x="152400" y="123825"/>
                </a:lnTo>
                <a:lnTo>
                  <a:pt x="142875" y="123825"/>
                </a:lnTo>
                <a:close/>
                <a:moveTo>
                  <a:pt x="581025" y="123825"/>
                </a:moveTo>
                <a:lnTo>
                  <a:pt x="590550" y="123825"/>
                </a:lnTo>
                <a:lnTo>
                  <a:pt x="590550" y="133350"/>
                </a:lnTo>
                <a:lnTo>
                  <a:pt x="600075" y="133350"/>
                </a:lnTo>
                <a:lnTo>
                  <a:pt x="600075" y="152400"/>
                </a:lnTo>
                <a:lnTo>
                  <a:pt x="619125" y="152400"/>
                </a:lnTo>
                <a:lnTo>
                  <a:pt x="619125" y="180975"/>
                </a:lnTo>
                <a:lnTo>
                  <a:pt x="600075" y="180975"/>
                </a:lnTo>
                <a:lnTo>
                  <a:pt x="600075" y="171450"/>
                </a:lnTo>
                <a:lnTo>
                  <a:pt x="590550" y="171450"/>
                </a:lnTo>
                <a:lnTo>
                  <a:pt x="590550" y="161925"/>
                </a:lnTo>
                <a:lnTo>
                  <a:pt x="571500" y="161925"/>
                </a:lnTo>
                <a:lnTo>
                  <a:pt x="571500" y="133350"/>
                </a:lnTo>
                <a:lnTo>
                  <a:pt x="581025" y="133350"/>
                </a:lnTo>
                <a:close/>
                <a:moveTo>
                  <a:pt x="1447800" y="123825"/>
                </a:moveTo>
                <a:lnTo>
                  <a:pt x="1457325" y="123825"/>
                </a:lnTo>
                <a:lnTo>
                  <a:pt x="1457325" y="142875"/>
                </a:lnTo>
                <a:lnTo>
                  <a:pt x="1466850" y="142875"/>
                </a:lnTo>
                <a:lnTo>
                  <a:pt x="1466850" y="171450"/>
                </a:lnTo>
                <a:lnTo>
                  <a:pt x="1447800" y="171450"/>
                </a:lnTo>
                <a:lnTo>
                  <a:pt x="1447800" y="161925"/>
                </a:lnTo>
                <a:lnTo>
                  <a:pt x="1457325" y="161925"/>
                </a:lnTo>
                <a:lnTo>
                  <a:pt x="1457325" y="152400"/>
                </a:lnTo>
                <a:lnTo>
                  <a:pt x="1447800" y="152400"/>
                </a:lnTo>
                <a:close/>
                <a:moveTo>
                  <a:pt x="1381125" y="133350"/>
                </a:moveTo>
                <a:lnTo>
                  <a:pt x="1390650" y="133350"/>
                </a:lnTo>
                <a:lnTo>
                  <a:pt x="1390650" y="142875"/>
                </a:lnTo>
                <a:lnTo>
                  <a:pt x="1381125" y="142875"/>
                </a:lnTo>
                <a:close/>
                <a:moveTo>
                  <a:pt x="523875" y="142875"/>
                </a:moveTo>
                <a:lnTo>
                  <a:pt x="533400" y="142875"/>
                </a:lnTo>
                <a:lnTo>
                  <a:pt x="533400" y="152400"/>
                </a:lnTo>
                <a:lnTo>
                  <a:pt x="561975" y="152400"/>
                </a:lnTo>
                <a:lnTo>
                  <a:pt x="561975" y="200025"/>
                </a:lnTo>
                <a:lnTo>
                  <a:pt x="514350" y="200025"/>
                </a:lnTo>
                <a:lnTo>
                  <a:pt x="514350" y="190500"/>
                </a:lnTo>
                <a:lnTo>
                  <a:pt x="523875" y="190500"/>
                </a:lnTo>
                <a:lnTo>
                  <a:pt x="523875" y="180975"/>
                </a:lnTo>
                <a:lnTo>
                  <a:pt x="533400" y="180975"/>
                </a:lnTo>
                <a:lnTo>
                  <a:pt x="533400" y="171450"/>
                </a:lnTo>
                <a:lnTo>
                  <a:pt x="523875" y="171450"/>
                </a:lnTo>
                <a:close/>
                <a:moveTo>
                  <a:pt x="1409700" y="142875"/>
                </a:moveTo>
                <a:lnTo>
                  <a:pt x="1428750" y="142875"/>
                </a:lnTo>
                <a:lnTo>
                  <a:pt x="1428750" y="171450"/>
                </a:lnTo>
                <a:lnTo>
                  <a:pt x="1400175" y="171450"/>
                </a:lnTo>
                <a:lnTo>
                  <a:pt x="1400175" y="161925"/>
                </a:lnTo>
                <a:lnTo>
                  <a:pt x="1409700" y="161925"/>
                </a:lnTo>
                <a:close/>
                <a:moveTo>
                  <a:pt x="1485900" y="142875"/>
                </a:moveTo>
                <a:lnTo>
                  <a:pt x="1495425" y="142875"/>
                </a:lnTo>
                <a:lnTo>
                  <a:pt x="1495425" y="152400"/>
                </a:lnTo>
                <a:lnTo>
                  <a:pt x="1485900" y="152400"/>
                </a:lnTo>
                <a:close/>
                <a:moveTo>
                  <a:pt x="152400" y="152400"/>
                </a:moveTo>
                <a:lnTo>
                  <a:pt x="161925" y="152400"/>
                </a:lnTo>
                <a:lnTo>
                  <a:pt x="161925" y="161925"/>
                </a:lnTo>
                <a:lnTo>
                  <a:pt x="152400" y="161925"/>
                </a:lnTo>
                <a:close/>
                <a:moveTo>
                  <a:pt x="657225" y="152400"/>
                </a:moveTo>
                <a:lnTo>
                  <a:pt x="666750" y="152400"/>
                </a:lnTo>
                <a:lnTo>
                  <a:pt x="666750" y="161925"/>
                </a:lnTo>
                <a:lnTo>
                  <a:pt x="657225" y="161925"/>
                </a:lnTo>
                <a:close/>
                <a:moveTo>
                  <a:pt x="1371600" y="152400"/>
                </a:moveTo>
                <a:lnTo>
                  <a:pt x="1390650" y="152400"/>
                </a:lnTo>
                <a:lnTo>
                  <a:pt x="1390650" y="171450"/>
                </a:lnTo>
                <a:lnTo>
                  <a:pt x="1381125" y="171450"/>
                </a:lnTo>
                <a:lnTo>
                  <a:pt x="1381125" y="161925"/>
                </a:lnTo>
                <a:lnTo>
                  <a:pt x="1371600" y="161925"/>
                </a:lnTo>
                <a:close/>
                <a:moveTo>
                  <a:pt x="1543050" y="152400"/>
                </a:moveTo>
                <a:lnTo>
                  <a:pt x="1562100" y="152400"/>
                </a:lnTo>
                <a:lnTo>
                  <a:pt x="1562100" y="161925"/>
                </a:lnTo>
                <a:lnTo>
                  <a:pt x="1543050" y="161925"/>
                </a:lnTo>
                <a:close/>
                <a:moveTo>
                  <a:pt x="133350" y="161925"/>
                </a:moveTo>
                <a:lnTo>
                  <a:pt x="142875" y="161925"/>
                </a:lnTo>
                <a:lnTo>
                  <a:pt x="142875" y="180975"/>
                </a:lnTo>
                <a:lnTo>
                  <a:pt x="133350" y="180975"/>
                </a:lnTo>
                <a:lnTo>
                  <a:pt x="133350" y="190500"/>
                </a:lnTo>
                <a:lnTo>
                  <a:pt x="123825" y="190500"/>
                </a:lnTo>
                <a:lnTo>
                  <a:pt x="123825" y="209550"/>
                </a:lnTo>
                <a:lnTo>
                  <a:pt x="104775" y="209550"/>
                </a:lnTo>
                <a:lnTo>
                  <a:pt x="104775" y="200025"/>
                </a:lnTo>
                <a:lnTo>
                  <a:pt x="95250" y="200025"/>
                </a:lnTo>
                <a:lnTo>
                  <a:pt x="95250" y="190500"/>
                </a:lnTo>
                <a:lnTo>
                  <a:pt x="104775" y="190500"/>
                </a:lnTo>
                <a:lnTo>
                  <a:pt x="104775" y="180975"/>
                </a:lnTo>
                <a:lnTo>
                  <a:pt x="114300" y="180975"/>
                </a:lnTo>
                <a:lnTo>
                  <a:pt x="114300" y="171450"/>
                </a:lnTo>
                <a:lnTo>
                  <a:pt x="133350" y="171450"/>
                </a:lnTo>
                <a:close/>
                <a:moveTo>
                  <a:pt x="361950" y="171450"/>
                </a:moveTo>
                <a:lnTo>
                  <a:pt x="381000" y="171450"/>
                </a:lnTo>
                <a:lnTo>
                  <a:pt x="381000" y="180975"/>
                </a:lnTo>
                <a:lnTo>
                  <a:pt x="361950" y="180975"/>
                </a:lnTo>
                <a:close/>
                <a:moveTo>
                  <a:pt x="685800" y="171450"/>
                </a:moveTo>
                <a:lnTo>
                  <a:pt x="695325" y="171450"/>
                </a:lnTo>
                <a:lnTo>
                  <a:pt x="695325" y="180975"/>
                </a:lnTo>
                <a:lnTo>
                  <a:pt x="685800" y="180975"/>
                </a:lnTo>
                <a:close/>
                <a:moveTo>
                  <a:pt x="1447800" y="180975"/>
                </a:moveTo>
                <a:lnTo>
                  <a:pt x="1466850" y="180975"/>
                </a:lnTo>
                <a:lnTo>
                  <a:pt x="1466850" y="190500"/>
                </a:lnTo>
                <a:lnTo>
                  <a:pt x="1485900" y="190500"/>
                </a:lnTo>
                <a:lnTo>
                  <a:pt x="1485900" y="200025"/>
                </a:lnTo>
                <a:lnTo>
                  <a:pt x="1504950" y="200025"/>
                </a:lnTo>
                <a:lnTo>
                  <a:pt x="1504950" y="219075"/>
                </a:lnTo>
                <a:lnTo>
                  <a:pt x="1485900" y="219075"/>
                </a:lnTo>
                <a:lnTo>
                  <a:pt x="1485900" y="238125"/>
                </a:lnTo>
                <a:lnTo>
                  <a:pt x="1495425" y="238125"/>
                </a:lnTo>
                <a:lnTo>
                  <a:pt x="1495425" y="257175"/>
                </a:lnTo>
                <a:lnTo>
                  <a:pt x="1476375" y="257175"/>
                </a:lnTo>
                <a:lnTo>
                  <a:pt x="1476375" y="228600"/>
                </a:lnTo>
                <a:lnTo>
                  <a:pt x="1447800" y="228600"/>
                </a:lnTo>
                <a:lnTo>
                  <a:pt x="1447800" y="219075"/>
                </a:lnTo>
                <a:lnTo>
                  <a:pt x="1438275" y="219075"/>
                </a:lnTo>
                <a:lnTo>
                  <a:pt x="1438275" y="200025"/>
                </a:lnTo>
                <a:lnTo>
                  <a:pt x="1447800" y="200025"/>
                </a:lnTo>
                <a:close/>
                <a:moveTo>
                  <a:pt x="590550" y="200025"/>
                </a:moveTo>
                <a:lnTo>
                  <a:pt x="647700" y="200025"/>
                </a:lnTo>
                <a:lnTo>
                  <a:pt x="647700" y="209550"/>
                </a:lnTo>
                <a:lnTo>
                  <a:pt x="628650" y="209550"/>
                </a:lnTo>
                <a:lnTo>
                  <a:pt x="628650" y="219075"/>
                </a:lnTo>
                <a:lnTo>
                  <a:pt x="600075" y="219075"/>
                </a:lnTo>
                <a:lnTo>
                  <a:pt x="600075" y="209550"/>
                </a:lnTo>
                <a:lnTo>
                  <a:pt x="590550" y="209550"/>
                </a:lnTo>
                <a:close/>
                <a:moveTo>
                  <a:pt x="1514475" y="200025"/>
                </a:moveTo>
                <a:lnTo>
                  <a:pt x="1533525" y="200025"/>
                </a:lnTo>
                <a:lnTo>
                  <a:pt x="1533525" y="209550"/>
                </a:lnTo>
                <a:lnTo>
                  <a:pt x="1524000" y="209550"/>
                </a:lnTo>
                <a:lnTo>
                  <a:pt x="1524000" y="219075"/>
                </a:lnTo>
                <a:lnTo>
                  <a:pt x="1514475" y="219075"/>
                </a:lnTo>
                <a:close/>
                <a:moveTo>
                  <a:pt x="1714500" y="200025"/>
                </a:moveTo>
                <a:lnTo>
                  <a:pt x="1733550" y="200025"/>
                </a:lnTo>
                <a:lnTo>
                  <a:pt x="1733550" y="209550"/>
                </a:lnTo>
                <a:lnTo>
                  <a:pt x="1714500" y="209550"/>
                </a:lnTo>
                <a:close/>
                <a:moveTo>
                  <a:pt x="1609725" y="209550"/>
                </a:moveTo>
                <a:lnTo>
                  <a:pt x="1638300" y="209550"/>
                </a:lnTo>
                <a:lnTo>
                  <a:pt x="1638300" y="247650"/>
                </a:lnTo>
                <a:lnTo>
                  <a:pt x="1647825" y="247650"/>
                </a:lnTo>
                <a:lnTo>
                  <a:pt x="1647825" y="257175"/>
                </a:lnTo>
                <a:lnTo>
                  <a:pt x="1628775" y="257175"/>
                </a:lnTo>
                <a:lnTo>
                  <a:pt x="1628775" y="247650"/>
                </a:lnTo>
                <a:lnTo>
                  <a:pt x="1619250" y="247650"/>
                </a:lnTo>
                <a:lnTo>
                  <a:pt x="1619250" y="228600"/>
                </a:lnTo>
                <a:lnTo>
                  <a:pt x="1628775" y="228600"/>
                </a:lnTo>
                <a:lnTo>
                  <a:pt x="1628775" y="219075"/>
                </a:lnTo>
                <a:lnTo>
                  <a:pt x="1609725" y="219075"/>
                </a:lnTo>
                <a:close/>
                <a:moveTo>
                  <a:pt x="114300" y="219075"/>
                </a:moveTo>
                <a:lnTo>
                  <a:pt x="123825" y="219075"/>
                </a:lnTo>
                <a:lnTo>
                  <a:pt x="123825" y="228600"/>
                </a:lnTo>
                <a:lnTo>
                  <a:pt x="133350" y="228600"/>
                </a:lnTo>
                <a:lnTo>
                  <a:pt x="133350" y="238125"/>
                </a:lnTo>
                <a:lnTo>
                  <a:pt x="114300" y="238125"/>
                </a:lnTo>
                <a:close/>
                <a:moveTo>
                  <a:pt x="1314450" y="219075"/>
                </a:moveTo>
                <a:lnTo>
                  <a:pt x="1343025" y="219075"/>
                </a:lnTo>
                <a:lnTo>
                  <a:pt x="1343025" y="238125"/>
                </a:lnTo>
                <a:lnTo>
                  <a:pt x="1371600" y="238125"/>
                </a:lnTo>
                <a:lnTo>
                  <a:pt x="1371600" y="257175"/>
                </a:lnTo>
                <a:lnTo>
                  <a:pt x="1362075" y="257175"/>
                </a:lnTo>
                <a:lnTo>
                  <a:pt x="1362075" y="266700"/>
                </a:lnTo>
                <a:lnTo>
                  <a:pt x="1314450" y="266700"/>
                </a:lnTo>
                <a:lnTo>
                  <a:pt x="1314450" y="257175"/>
                </a:lnTo>
                <a:lnTo>
                  <a:pt x="1304925" y="257175"/>
                </a:lnTo>
                <a:lnTo>
                  <a:pt x="1304925" y="238125"/>
                </a:lnTo>
                <a:lnTo>
                  <a:pt x="1295400" y="238125"/>
                </a:lnTo>
                <a:lnTo>
                  <a:pt x="1295400" y="228600"/>
                </a:lnTo>
                <a:lnTo>
                  <a:pt x="1314450" y="228600"/>
                </a:lnTo>
                <a:close/>
                <a:moveTo>
                  <a:pt x="1409700" y="219075"/>
                </a:moveTo>
                <a:lnTo>
                  <a:pt x="1438275" y="219075"/>
                </a:lnTo>
                <a:lnTo>
                  <a:pt x="1438275" y="228600"/>
                </a:lnTo>
                <a:lnTo>
                  <a:pt x="1428750" y="228600"/>
                </a:lnTo>
                <a:lnTo>
                  <a:pt x="1428750" y="238125"/>
                </a:lnTo>
                <a:lnTo>
                  <a:pt x="1400175" y="238125"/>
                </a:lnTo>
                <a:lnTo>
                  <a:pt x="1400175" y="228600"/>
                </a:lnTo>
                <a:lnTo>
                  <a:pt x="1409700" y="228600"/>
                </a:lnTo>
                <a:close/>
                <a:moveTo>
                  <a:pt x="1466850" y="219075"/>
                </a:moveTo>
                <a:lnTo>
                  <a:pt x="1476375" y="219075"/>
                </a:lnTo>
                <a:lnTo>
                  <a:pt x="1476375" y="200025"/>
                </a:lnTo>
                <a:lnTo>
                  <a:pt x="1466850" y="200025"/>
                </a:lnTo>
                <a:close/>
                <a:moveTo>
                  <a:pt x="1571625" y="219075"/>
                </a:moveTo>
                <a:lnTo>
                  <a:pt x="1581150" y="219075"/>
                </a:lnTo>
                <a:lnTo>
                  <a:pt x="1581150" y="238125"/>
                </a:lnTo>
                <a:lnTo>
                  <a:pt x="1552575" y="238125"/>
                </a:lnTo>
                <a:lnTo>
                  <a:pt x="1552575" y="228600"/>
                </a:lnTo>
                <a:lnTo>
                  <a:pt x="1571625" y="228600"/>
                </a:lnTo>
                <a:close/>
                <a:moveTo>
                  <a:pt x="1666875" y="219075"/>
                </a:moveTo>
                <a:lnTo>
                  <a:pt x="1695450" y="219075"/>
                </a:lnTo>
                <a:lnTo>
                  <a:pt x="1695450" y="228600"/>
                </a:lnTo>
                <a:lnTo>
                  <a:pt x="1704975" y="228600"/>
                </a:lnTo>
                <a:lnTo>
                  <a:pt x="1704975" y="238125"/>
                </a:lnTo>
                <a:lnTo>
                  <a:pt x="1724025" y="238125"/>
                </a:lnTo>
                <a:lnTo>
                  <a:pt x="1724025" y="276225"/>
                </a:lnTo>
                <a:lnTo>
                  <a:pt x="1695450" y="276225"/>
                </a:lnTo>
                <a:lnTo>
                  <a:pt x="1695450" y="266700"/>
                </a:lnTo>
                <a:lnTo>
                  <a:pt x="1676400" y="266700"/>
                </a:lnTo>
                <a:lnTo>
                  <a:pt x="1676400" y="276225"/>
                </a:lnTo>
                <a:lnTo>
                  <a:pt x="1657350" y="276225"/>
                </a:lnTo>
                <a:lnTo>
                  <a:pt x="1657350" y="266700"/>
                </a:lnTo>
                <a:lnTo>
                  <a:pt x="1666875" y="266700"/>
                </a:lnTo>
                <a:lnTo>
                  <a:pt x="1666875" y="257175"/>
                </a:lnTo>
                <a:lnTo>
                  <a:pt x="1685925" y="257175"/>
                </a:lnTo>
                <a:lnTo>
                  <a:pt x="1685925" y="247650"/>
                </a:lnTo>
                <a:lnTo>
                  <a:pt x="1695450" y="247650"/>
                </a:lnTo>
                <a:lnTo>
                  <a:pt x="1695450" y="238125"/>
                </a:lnTo>
                <a:lnTo>
                  <a:pt x="1657350" y="238125"/>
                </a:lnTo>
                <a:lnTo>
                  <a:pt x="1657350" y="228600"/>
                </a:lnTo>
                <a:lnTo>
                  <a:pt x="1666875" y="228600"/>
                </a:lnTo>
                <a:close/>
                <a:moveTo>
                  <a:pt x="152400" y="228600"/>
                </a:moveTo>
                <a:lnTo>
                  <a:pt x="161925" y="228600"/>
                </a:lnTo>
                <a:lnTo>
                  <a:pt x="161925" y="238125"/>
                </a:lnTo>
                <a:lnTo>
                  <a:pt x="180975" y="238125"/>
                </a:lnTo>
                <a:lnTo>
                  <a:pt x="180975" y="257175"/>
                </a:lnTo>
                <a:lnTo>
                  <a:pt x="152400" y="257175"/>
                </a:lnTo>
                <a:lnTo>
                  <a:pt x="152400" y="247650"/>
                </a:lnTo>
                <a:lnTo>
                  <a:pt x="133350" y="247650"/>
                </a:lnTo>
                <a:lnTo>
                  <a:pt x="133350" y="238125"/>
                </a:lnTo>
                <a:lnTo>
                  <a:pt x="152400" y="238125"/>
                </a:lnTo>
                <a:close/>
                <a:moveTo>
                  <a:pt x="285750" y="228600"/>
                </a:moveTo>
                <a:lnTo>
                  <a:pt x="295275" y="228600"/>
                </a:lnTo>
                <a:lnTo>
                  <a:pt x="295275" y="238125"/>
                </a:lnTo>
                <a:lnTo>
                  <a:pt x="285750" y="238125"/>
                </a:lnTo>
                <a:close/>
                <a:moveTo>
                  <a:pt x="1143000" y="228600"/>
                </a:moveTo>
                <a:lnTo>
                  <a:pt x="1162050" y="228600"/>
                </a:lnTo>
                <a:lnTo>
                  <a:pt x="1162050" y="238125"/>
                </a:lnTo>
                <a:lnTo>
                  <a:pt x="1152525" y="238125"/>
                </a:lnTo>
                <a:lnTo>
                  <a:pt x="1152525" y="247650"/>
                </a:lnTo>
                <a:lnTo>
                  <a:pt x="1162050" y="247650"/>
                </a:lnTo>
                <a:lnTo>
                  <a:pt x="1162050" y="257175"/>
                </a:lnTo>
                <a:lnTo>
                  <a:pt x="1181100" y="257175"/>
                </a:lnTo>
                <a:lnTo>
                  <a:pt x="1181100" y="266700"/>
                </a:lnTo>
                <a:lnTo>
                  <a:pt x="1162050" y="266700"/>
                </a:lnTo>
                <a:lnTo>
                  <a:pt x="1162050" y="276225"/>
                </a:lnTo>
                <a:lnTo>
                  <a:pt x="1133475" y="276225"/>
                </a:lnTo>
                <a:lnTo>
                  <a:pt x="1133475" y="266700"/>
                </a:lnTo>
                <a:lnTo>
                  <a:pt x="1123950" y="266700"/>
                </a:lnTo>
                <a:lnTo>
                  <a:pt x="1123950" y="257175"/>
                </a:lnTo>
                <a:lnTo>
                  <a:pt x="1133475" y="257175"/>
                </a:lnTo>
                <a:lnTo>
                  <a:pt x="1133475" y="247650"/>
                </a:lnTo>
                <a:lnTo>
                  <a:pt x="1143000" y="247650"/>
                </a:lnTo>
                <a:close/>
                <a:moveTo>
                  <a:pt x="1257300" y="228600"/>
                </a:moveTo>
                <a:lnTo>
                  <a:pt x="1276350" y="228600"/>
                </a:lnTo>
                <a:lnTo>
                  <a:pt x="1276350" y="257175"/>
                </a:lnTo>
                <a:lnTo>
                  <a:pt x="1266825" y="257175"/>
                </a:lnTo>
                <a:lnTo>
                  <a:pt x="1266825" y="266700"/>
                </a:lnTo>
                <a:lnTo>
                  <a:pt x="1238250" y="266700"/>
                </a:lnTo>
                <a:lnTo>
                  <a:pt x="1238250" y="257175"/>
                </a:lnTo>
                <a:lnTo>
                  <a:pt x="1219200" y="257175"/>
                </a:lnTo>
                <a:lnTo>
                  <a:pt x="1219200" y="238125"/>
                </a:lnTo>
                <a:lnTo>
                  <a:pt x="1228725" y="238125"/>
                </a:lnTo>
                <a:lnTo>
                  <a:pt x="1228725" y="247650"/>
                </a:lnTo>
                <a:lnTo>
                  <a:pt x="1257300" y="247650"/>
                </a:lnTo>
                <a:close/>
                <a:moveTo>
                  <a:pt x="238125" y="238125"/>
                </a:moveTo>
                <a:lnTo>
                  <a:pt x="247650" y="238125"/>
                </a:lnTo>
                <a:lnTo>
                  <a:pt x="247650" y="247650"/>
                </a:lnTo>
                <a:lnTo>
                  <a:pt x="257175" y="247650"/>
                </a:lnTo>
                <a:lnTo>
                  <a:pt x="257175" y="238125"/>
                </a:lnTo>
                <a:lnTo>
                  <a:pt x="285750" y="238125"/>
                </a:lnTo>
                <a:lnTo>
                  <a:pt x="285750" y="247650"/>
                </a:lnTo>
                <a:lnTo>
                  <a:pt x="266700" y="247650"/>
                </a:lnTo>
                <a:lnTo>
                  <a:pt x="266700" y="257175"/>
                </a:lnTo>
                <a:lnTo>
                  <a:pt x="247650" y="257175"/>
                </a:lnTo>
                <a:lnTo>
                  <a:pt x="247650" y="276225"/>
                </a:lnTo>
                <a:lnTo>
                  <a:pt x="228600" y="276225"/>
                </a:lnTo>
                <a:lnTo>
                  <a:pt x="228600" y="285750"/>
                </a:lnTo>
                <a:lnTo>
                  <a:pt x="209550" y="285750"/>
                </a:lnTo>
                <a:lnTo>
                  <a:pt x="209550" y="276225"/>
                </a:lnTo>
                <a:lnTo>
                  <a:pt x="200025" y="276225"/>
                </a:lnTo>
                <a:lnTo>
                  <a:pt x="200025" y="266700"/>
                </a:lnTo>
                <a:lnTo>
                  <a:pt x="209550" y="266700"/>
                </a:lnTo>
                <a:lnTo>
                  <a:pt x="209550" y="247650"/>
                </a:lnTo>
                <a:lnTo>
                  <a:pt x="238125" y="247650"/>
                </a:lnTo>
                <a:close/>
                <a:moveTo>
                  <a:pt x="800100" y="238125"/>
                </a:moveTo>
                <a:lnTo>
                  <a:pt x="809625" y="238125"/>
                </a:lnTo>
                <a:lnTo>
                  <a:pt x="809625" y="247650"/>
                </a:lnTo>
                <a:lnTo>
                  <a:pt x="828675" y="247650"/>
                </a:lnTo>
                <a:lnTo>
                  <a:pt x="828675" y="266700"/>
                </a:lnTo>
                <a:lnTo>
                  <a:pt x="790575" y="266700"/>
                </a:lnTo>
                <a:lnTo>
                  <a:pt x="790575" y="247650"/>
                </a:lnTo>
                <a:lnTo>
                  <a:pt x="800100" y="247650"/>
                </a:lnTo>
                <a:close/>
                <a:moveTo>
                  <a:pt x="333375" y="257175"/>
                </a:moveTo>
                <a:lnTo>
                  <a:pt x="342900" y="257175"/>
                </a:lnTo>
                <a:lnTo>
                  <a:pt x="342900" y="266700"/>
                </a:lnTo>
                <a:lnTo>
                  <a:pt x="333375" y="266700"/>
                </a:lnTo>
                <a:close/>
                <a:moveTo>
                  <a:pt x="419100" y="257175"/>
                </a:moveTo>
                <a:lnTo>
                  <a:pt x="438150" y="257175"/>
                </a:lnTo>
                <a:lnTo>
                  <a:pt x="438150" y="266700"/>
                </a:lnTo>
                <a:lnTo>
                  <a:pt x="419100" y="266700"/>
                </a:lnTo>
                <a:close/>
                <a:moveTo>
                  <a:pt x="771525" y="257175"/>
                </a:moveTo>
                <a:lnTo>
                  <a:pt x="781050" y="257175"/>
                </a:lnTo>
                <a:lnTo>
                  <a:pt x="781050" y="266700"/>
                </a:lnTo>
                <a:lnTo>
                  <a:pt x="771525" y="266700"/>
                </a:lnTo>
                <a:close/>
                <a:moveTo>
                  <a:pt x="1019175" y="257175"/>
                </a:moveTo>
                <a:lnTo>
                  <a:pt x="1028700" y="257175"/>
                </a:lnTo>
                <a:lnTo>
                  <a:pt x="1028700" y="266700"/>
                </a:lnTo>
                <a:lnTo>
                  <a:pt x="1019175" y="266700"/>
                </a:lnTo>
                <a:close/>
                <a:moveTo>
                  <a:pt x="1095375" y="257175"/>
                </a:moveTo>
                <a:lnTo>
                  <a:pt x="1114425" y="257175"/>
                </a:lnTo>
                <a:lnTo>
                  <a:pt x="1114425" y="266700"/>
                </a:lnTo>
                <a:lnTo>
                  <a:pt x="1095375" y="266700"/>
                </a:lnTo>
                <a:close/>
                <a:moveTo>
                  <a:pt x="1343025" y="257175"/>
                </a:moveTo>
                <a:lnTo>
                  <a:pt x="1352550" y="257175"/>
                </a:lnTo>
                <a:lnTo>
                  <a:pt x="1352550" y="247650"/>
                </a:lnTo>
                <a:lnTo>
                  <a:pt x="1343025" y="247650"/>
                </a:lnTo>
                <a:close/>
                <a:moveTo>
                  <a:pt x="1409700" y="257175"/>
                </a:moveTo>
                <a:lnTo>
                  <a:pt x="1428750" y="257175"/>
                </a:lnTo>
                <a:lnTo>
                  <a:pt x="1428750" y="266700"/>
                </a:lnTo>
                <a:lnTo>
                  <a:pt x="1419225" y="266700"/>
                </a:lnTo>
                <a:lnTo>
                  <a:pt x="1419225" y="276225"/>
                </a:lnTo>
                <a:lnTo>
                  <a:pt x="1381125" y="276225"/>
                </a:lnTo>
                <a:lnTo>
                  <a:pt x="1381125" y="266700"/>
                </a:lnTo>
                <a:lnTo>
                  <a:pt x="1409700" y="266700"/>
                </a:lnTo>
                <a:close/>
                <a:moveTo>
                  <a:pt x="1562100" y="257175"/>
                </a:moveTo>
                <a:lnTo>
                  <a:pt x="1581150" y="257175"/>
                </a:lnTo>
                <a:lnTo>
                  <a:pt x="1581150" y="276225"/>
                </a:lnTo>
                <a:lnTo>
                  <a:pt x="1552575" y="276225"/>
                </a:lnTo>
                <a:lnTo>
                  <a:pt x="1552575" y="266700"/>
                </a:lnTo>
                <a:lnTo>
                  <a:pt x="1562100" y="266700"/>
                </a:lnTo>
                <a:close/>
                <a:moveTo>
                  <a:pt x="1619250" y="257175"/>
                </a:moveTo>
                <a:lnTo>
                  <a:pt x="1628775" y="257175"/>
                </a:lnTo>
                <a:lnTo>
                  <a:pt x="1628775" y="266700"/>
                </a:lnTo>
                <a:lnTo>
                  <a:pt x="1619250" y="266700"/>
                </a:lnTo>
                <a:close/>
                <a:moveTo>
                  <a:pt x="1790700" y="257175"/>
                </a:moveTo>
                <a:lnTo>
                  <a:pt x="1800225" y="257175"/>
                </a:lnTo>
                <a:lnTo>
                  <a:pt x="1800225" y="266700"/>
                </a:lnTo>
                <a:lnTo>
                  <a:pt x="1809750" y="266700"/>
                </a:lnTo>
                <a:lnTo>
                  <a:pt x="1809750" y="276225"/>
                </a:lnTo>
                <a:lnTo>
                  <a:pt x="1790700" y="276225"/>
                </a:lnTo>
                <a:close/>
                <a:moveTo>
                  <a:pt x="161925" y="266700"/>
                </a:moveTo>
                <a:lnTo>
                  <a:pt x="180975" y="266700"/>
                </a:lnTo>
                <a:lnTo>
                  <a:pt x="180975" y="276225"/>
                </a:lnTo>
                <a:lnTo>
                  <a:pt x="161925" y="276225"/>
                </a:lnTo>
                <a:close/>
                <a:moveTo>
                  <a:pt x="1190625" y="266700"/>
                </a:moveTo>
                <a:lnTo>
                  <a:pt x="1219200" y="266700"/>
                </a:lnTo>
                <a:lnTo>
                  <a:pt x="1219200" y="276225"/>
                </a:lnTo>
                <a:lnTo>
                  <a:pt x="1190625" y="276225"/>
                </a:lnTo>
                <a:close/>
                <a:moveTo>
                  <a:pt x="1476375" y="266700"/>
                </a:moveTo>
                <a:lnTo>
                  <a:pt x="1495425" y="266700"/>
                </a:lnTo>
                <a:lnTo>
                  <a:pt x="1495425" y="276225"/>
                </a:lnTo>
                <a:lnTo>
                  <a:pt x="1476375" y="276225"/>
                </a:lnTo>
                <a:close/>
                <a:moveTo>
                  <a:pt x="95250" y="276225"/>
                </a:moveTo>
                <a:lnTo>
                  <a:pt x="114300" y="276225"/>
                </a:lnTo>
                <a:lnTo>
                  <a:pt x="114300" y="295275"/>
                </a:lnTo>
                <a:lnTo>
                  <a:pt x="104775" y="295275"/>
                </a:lnTo>
                <a:lnTo>
                  <a:pt x="104775" y="285750"/>
                </a:lnTo>
                <a:lnTo>
                  <a:pt x="95250" y="285750"/>
                </a:lnTo>
                <a:close/>
                <a:moveTo>
                  <a:pt x="76200" y="323850"/>
                </a:moveTo>
                <a:lnTo>
                  <a:pt x="95250" y="323850"/>
                </a:lnTo>
                <a:lnTo>
                  <a:pt x="95250" y="342900"/>
                </a:lnTo>
                <a:lnTo>
                  <a:pt x="104775" y="342900"/>
                </a:lnTo>
                <a:lnTo>
                  <a:pt x="104775" y="361950"/>
                </a:lnTo>
                <a:lnTo>
                  <a:pt x="114300" y="361950"/>
                </a:lnTo>
                <a:lnTo>
                  <a:pt x="114300" y="381000"/>
                </a:lnTo>
                <a:lnTo>
                  <a:pt x="104775" y="381000"/>
                </a:lnTo>
                <a:lnTo>
                  <a:pt x="104775" y="371475"/>
                </a:lnTo>
                <a:lnTo>
                  <a:pt x="95250" y="371475"/>
                </a:lnTo>
                <a:lnTo>
                  <a:pt x="95250" y="352425"/>
                </a:lnTo>
                <a:lnTo>
                  <a:pt x="85725" y="352425"/>
                </a:lnTo>
                <a:lnTo>
                  <a:pt x="85725" y="342900"/>
                </a:lnTo>
                <a:lnTo>
                  <a:pt x="76200" y="342900"/>
                </a:lnTo>
                <a:close/>
                <a:moveTo>
                  <a:pt x="38100" y="352425"/>
                </a:moveTo>
                <a:lnTo>
                  <a:pt x="47625" y="352425"/>
                </a:lnTo>
                <a:lnTo>
                  <a:pt x="47625" y="361950"/>
                </a:lnTo>
                <a:lnTo>
                  <a:pt x="38100" y="361950"/>
                </a:lnTo>
                <a:close/>
                <a:moveTo>
                  <a:pt x="381000" y="533400"/>
                </a:moveTo>
                <a:lnTo>
                  <a:pt x="390525" y="533400"/>
                </a:lnTo>
                <a:lnTo>
                  <a:pt x="390525" y="552450"/>
                </a:lnTo>
                <a:lnTo>
                  <a:pt x="381000" y="552450"/>
                </a:lnTo>
                <a:close/>
                <a:moveTo>
                  <a:pt x="428625" y="533400"/>
                </a:moveTo>
                <a:lnTo>
                  <a:pt x="457200" y="533400"/>
                </a:lnTo>
                <a:lnTo>
                  <a:pt x="457200" y="542925"/>
                </a:lnTo>
                <a:lnTo>
                  <a:pt x="447675" y="542925"/>
                </a:lnTo>
                <a:lnTo>
                  <a:pt x="447675" y="552450"/>
                </a:lnTo>
                <a:lnTo>
                  <a:pt x="438150" y="552450"/>
                </a:lnTo>
                <a:lnTo>
                  <a:pt x="438150" y="542925"/>
                </a:lnTo>
                <a:lnTo>
                  <a:pt x="428625" y="542925"/>
                </a:lnTo>
                <a:close/>
                <a:moveTo>
                  <a:pt x="581025" y="533400"/>
                </a:moveTo>
                <a:lnTo>
                  <a:pt x="590550" y="533400"/>
                </a:lnTo>
                <a:lnTo>
                  <a:pt x="590550" y="542925"/>
                </a:lnTo>
                <a:lnTo>
                  <a:pt x="600075" y="542925"/>
                </a:lnTo>
                <a:lnTo>
                  <a:pt x="600075" y="552450"/>
                </a:lnTo>
                <a:lnTo>
                  <a:pt x="609600" y="552450"/>
                </a:lnTo>
                <a:lnTo>
                  <a:pt x="609600" y="533400"/>
                </a:lnTo>
                <a:lnTo>
                  <a:pt x="647700" y="533400"/>
                </a:lnTo>
                <a:lnTo>
                  <a:pt x="647700" y="542925"/>
                </a:lnTo>
                <a:lnTo>
                  <a:pt x="619125" y="542925"/>
                </a:lnTo>
                <a:lnTo>
                  <a:pt x="619125" y="552450"/>
                </a:lnTo>
                <a:lnTo>
                  <a:pt x="609600" y="552450"/>
                </a:lnTo>
                <a:lnTo>
                  <a:pt x="609600" y="561975"/>
                </a:lnTo>
                <a:lnTo>
                  <a:pt x="590550" y="561975"/>
                </a:lnTo>
                <a:lnTo>
                  <a:pt x="590550" y="552450"/>
                </a:lnTo>
                <a:lnTo>
                  <a:pt x="581025" y="552450"/>
                </a:lnTo>
                <a:close/>
                <a:moveTo>
                  <a:pt x="657225" y="533400"/>
                </a:moveTo>
                <a:lnTo>
                  <a:pt x="685800" y="533400"/>
                </a:lnTo>
                <a:lnTo>
                  <a:pt x="685800" y="542925"/>
                </a:lnTo>
                <a:lnTo>
                  <a:pt x="657225" y="542925"/>
                </a:lnTo>
                <a:close/>
                <a:moveTo>
                  <a:pt x="733425" y="533400"/>
                </a:moveTo>
                <a:lnTo>
                  <a:pt x="742950" y="533400"/>
                </a:lnTo>
                <a:lnTo>
                  <a:pt x="742950" y="542925"/>
                </a:lnTo>
                <a:lnTo>
                  <a:pt x="752475" y="542925"/>
                </a:lnTo>
                <a:lnTo>
                  <a:pt x="752475" y="561975"/>
                </a:lnTo>
                <a:lnTo>
                  <a:pt x="733425" y="561975"/>
                </a:lnTo>
                <a:close/>
                <a:moveTo>
                  <a:pt x="828675" y="533400"/>
                </a:moveTo>
                <a:lnTo>
                  <a:pt x="847725" y="533400"/>
                </a:lnTo>
                <a:lnTo>
                  <a:pt x="847725" y="542925"/>
                </a:lnTo>
                <a:lnTo>
                  <a:pt x="828675" y="542925"/>
                </a:lnTo>
                <a:close/>
                <a:moveTo>
                  <a:pt x="1504950" y="533400"/>
                </a:moveTo>
                <a:lnTo>
                  <a:pt x="1524000" y="533400"/>
                </a:lnTo>
                <a:lnTo>
                  <a:pt x="1524000" y="542925"/>
                </a:lnTo>
                <a:lnTo>
                  <a:pt x="1504950" y="542925"/>
                </a:lnTo>
                <a:close/>
                <a:moveTo>
                  <a:pt x="847725" y="542925"/>
                </a:moveTo>
                <a:lnTo>
                  <a:pt x="857250" y="542925"/>
                </a:lnTo>
                <a:lnTo>
                  <a:pt x="857250" y="552450"/>
                </a:lnTo>
                <a:lnTo>
                  <a:pt x="847725" y="552450"/>
                </a:lnTo>
                <a:close/>
                <a:moveTo>
                  <a:pt x="1514475" y="552450"/>
                </a:moveTo>
                <a:lnTo>
                  <a:pt x="1524000" y="552450"/>
                </a:lnTo>
                <a:lnTo>
                  <a:pt x="1524000" y="561975"/>
                </a:lnTo>
                <a:lnTo>
                  <a:pt x="1514475" y="561975"/>
                </a:lnTo>
                <a:close/>
                <a:moveTo>
                  <a:pt x="1524000" y="561975"/>
                </a:moveTo>
                <a:lnTo>
                  <a:pt x="1543050" y="561975"/>
                </a:lnTo>
                <a:lnTo>
                  <a:pt x="1543050" y="571500"/>
                </a:lnTo>
                <a:lnTo>
                  <a:pt x="1524000" y="571500"/>
                </a:lnTo>
                <a:close/>
                <a:moveTo>
                  <a:pt x="1600200" y="571500"/>
                </a:moveTo>
                <a:lnTo>
                  <a:pt x="1619250" y="571500"/>
                </a:lnTo>
                <a:lnTo>
                  <a:pt x="1619250" y="590550"/>
                </a:lnTo>
                <a:lnTo>
                  <a:pt x="1600200" y="590550"/>
                </a:lnTo>
                <a:close/>
                <a:moveTo>
                  <a:pt x="1714500" y="571500"/>
                </a:moveTo>
                <a:lnTo>
                  <a:pt x="1724025" y="571500"/>
                </a:lnTo>
                <a:lnTo>
                  <a:pt x="1724025" y="581025"/>
                </a:lnTo>
                <a:lnTo>
                  <a:pt x="1733550" y="581025"/>
                </a:lnTo>
                <a:lnTo>
                  <a:pt x="1733550" y="590550"/>
                </a:lnTo>
                <a:lnTo>
                  <a:pt x="1743075" y="590550"/>
                </a:lnTo>
                <a:lnTo>
                  <a:pt x="1743075" y="600075"/>
                </a:lnTo>
                <a:lnTo>
                  <a:pt x="1714500" y="600075"/>
                </a:lnTo>
                <a:lnTo>
                  <a:pt x="1714500" y="590550"/>
                </a:lnTo>
                <a:lnTo>
                  <a:pt x="1704975" y="590550"/>
                </a:lnTo>
                <a:lnTo>
                  <a:pt x="1704975" y="581025"/>
                </a:lnTo>
                <a:lnTo>
                  <a:pt x="1714500" y="581025"/>
                </a:lnTo>
                <a:close/>
                <a:moveTo>
                  <a:pt x="1447800" y="581025"/>
                </a:moveTo>
                <a:lnTo>
                  <a:pt x="1457325" y="581025"/>
                </a:lnTo>
                <a:lnTo>
                  <a:pt x="1457325" y="590550"/>
                </a:lnTo>
                <a:lnTo>
                  <a:pt x="1447800" y="590550"/>
                </a:lnTo>
                <a:close/>
                <a:moveTo>
                  <a:pt x="1524000" y="600075"/>
                </a:moveTo>
                <a:lnTo>
                  <a:pt x="1533525" y="600075"/>
                </a:lnTo>
                <a:lnTo>
                  <a:pt x="1533525" y="609600"/>
                </a:lnTo>
                <a:lnTo>
                  <a:pt x="1524000" y="609600"/>
                </a:lnTo>
                <a:close/>
                <a:moveTo>
                  <a:pt x="47625" y="609600"/>
                </a:moveTo>
                <a:lnTo>
                  <a:pt x="57150" y="609600"/>
                </a:lnTo>
                <a:lnTo>
                  <a:pt x="57150" y="619125"/>
                </a:lnTo>
                <a:lnTo>
                  <a:pt x="47625" y="619125"/>
                </a:lnTo>
                <a:close/>
                <a:moveTo>
                  <a:pt x="771525" y="619125"/>
                </a:moveTo>
                <a:lnTo>
                  <a:pt x="781050" y="619125"/>
                </a:lnTo>
                <a:lnTo>
                  <a:pt x="781050" y="628650"/>
                </a:lnTo>
                <a:lnTo>
                  <a:pt x="771525" y="628650"/>
                </a:lnTo>
                <a:close/>
                <a:moveTo>
                  <a:pt x="581025" y="628650"/>
                </a:moveTo>
                <a:lnTo>
                  <a:pt x="600075" y="628650"/>
                </a:lnTo>
                <a:lnTo>
                  <a:pt x="600075" y="638175"/>
                </a:lnTo>
                <a:lnTo>
                  <a:pt x="581025" y="638175"/>
                </a:lnTo>
                <a:close/>
                <a:moveTo>
                  <a:pt x="1457325" y="628650"/>
                </a:moveTo>
                <a:lnTo>
                  <a:pt x="1476375" y="628650"/>
                </a:lnTo>
                <a:lnTo>
                  <a:pt x="1476375" y="638175"/>
                </a:lnTo>
                <a:lnTo>
                  <a:pt x="1466850" y="638175"/>
                </a:lnTo>
                <a:lnTo>
                  <a:pt x="1466850" y="647700"/>
                </a:lnTo>
                <a:lnTo>
                  <a:pt x="1457325" y="647700"/>
                </a:lnTo>
                <a:close/>
                <a:moveTo>
                  <a:pt x="1304925" y="638175"/>
                </a:moveTo>
                <a:lnTo>
                  <a:pt x="1333500" y="638175"/>
                </a:lnTo>
                <a:lnTo>
                  <a:pt x="1333500" y="647700"/>
                </a:lnTo>
                <a:lnTo>
                  <a:pt x="1343025" y="647700"/>
                </a:lnTo>
                <a:lnTo>
                  <a:pt x="1343025" y="657225"/>
                </a:lnTo>
                <a:lnTo>
                  <a:pt x="1352550" y="657225"/>
                </a:lnTo>
                <a:lnTo>
                  <a:pt x="1352550" y="685800"/>
                </a:lnTo>
                <a:lnTo>
                  <a:pt x="1362075" y="685800"/>
                </a:lnTo>
                <a:lnTo>
                  <a:pt x="1362075" y="695325"/>
                </a:lnTo>
                <a:lnTo>
                  <a:pt x="1343025" y="695325"/>
                </a:lnTo>
                <a:lnTo>
                  <a:pt x="1343025" y="676275"/>
                </a:lnTo>
                <a:lnTo>
                  <a:pt x="1333500" y="676275"/>
                </a:lnTo>
                <a:lnTo>
                  <a:pt x="1333500" y="685800"/>
                </a:lnTo>
                <a:lnTo>
                  <a:pt x="1314450" y="685800"/>
                </a:lnTo>
                <a:lnTo>
                  <a:pt x="1314450" y="695325"/>
                </a:lnTo>
                <a:lnTo>
                  <a:pt x="1304925" y="695325"/>
                </a:lnTo>
                <a:close/>
                <a:moveTo>
                  <a:pt x="1524000" y="638175"/>
                </a:moveTo>
                <a:lnTo>
                  <a:pt x="1533525" y="638175"/>
                </a:lnTo>
                <a:lnTo>
                  <a:pt x="1533525" y="657225"/>
                </a:lnTo>
                <a:lnTo>
                  <a:pt x="1524000" y="657225"/>
                </a:lnTo>
                <a:close/>
                <a:moveTo>
                  <a:pt x="495300" y="647700"/>
                </a:moveTo>
                <a:lnTo>
                  <a:pt x="514350" y="647700"/>
                </a:lnTo>
                <a:lnTo>
                  <a:pt x="514350" y="666750"/>
                </a:lnTo>
                <a:lnTo>
                  <a:pt x="495300" y="666750"/>
                </a:lnTo>
                <a:close/>
                <a:moveTo>
                  <a:pt x="609600" y="647700"/>
                </a:moveTo>
                <a:lnTo>
                  <a:pt x="619125" y="647700"/>
                </a:lnTo>
                <a:lnTo>
                  <a:pt x="619125" y="657225"/>
                </a:lnTo>
                <a:lnTo>
                  <a:pt x="609600" y="657225"/>
                </a:lnTo>
                <a:close/>
                <a:moveTo>
                  <a:pt x="1371600" y="647700"/>
                </a:moveTo>
                <a:lnTo>
                  <a:pt x="1390650" y="647700"/>
                </a:lnTo>
                <a:lnTo>
                  <a:pt x="1390650" y="666750"/>
                </a:lnTo>
                <a:lnTo>
                  <a:pt x="1371600" y="666750"/>
                </a:lnTo>
                <a:close/>
                <a:moveTo>
                  <a:pt x="542925" y="657225"/>
                </a:moveTo>
                <a:lnTo>
                  <a:pt x="552450" y="657225"/>
                </a:lnTo>
                <a:lnTo>
                  <a:pt x="552450" y="666750"/>
                </a:lnTo>
                <a:lnTo>
                  <a:pt x="542925" y="666750"/>
                </a:lnTo>
                <a:close/>
                <a:moveTo>
                  <a:pt x="1447800" y="657225"/>
                </a:moveTo>
                <a:lnTo>
                  <a:pt x="1466850" y="657225"/>
                </a:lnTo>
                <a:lnTo>
                  <a:pt x="1466850" y="685800"/>
                </a:lnTo>
                <a:lnTo>
                  <a:pt x="1476375" y="685800"/>
                </a:lnTo>
                <a:lnTo>
                  <a:pt x="1476375" y="695325"/>
                </a:lnTo>
                <a:lnTo>
                  <a:pt x="1447800" y="695325"/>
                </a:lnTo>
                <a:close/>
                <a:moveTo>
                  <a:pt x="1504950" y="657225"/>
                </a:moveTo>
                <a:lnTo>
                  <a:pt x="1514475" y="657225"/>
                </a:lnTo>
                <a:lnTo>
                  <a:pt x="1514475" y="666750"/>
                </a:lnTo>
                <a:lnTo>
                  <a:pt x="1504950" y="666750"/>
                </a:lnTo>
                <a:close/>
                <a:moveTo>
                  <a:pt x="609600" y="666750"/>
                </a:moveTo>
                <a:lnTo>
                  <a:pt x="619125" y="666750"/>
                </a:lnTo>
                <a:lnTo>
                  <a:pt x="619125" y="676275"/>
                </a:lnTo>
                <a:lnTo>
                  <a:pt x="609600" y="676275"/>
                </a:lnTo>
                <a:close/>
                <a:moveTo>
                  <a:pt x="1657350" y="666750"/>
                </a:moveTo>
                <a:lnTo>
                  <a:pt x="1666875" y="666750"/>
                </a:lnTo>
                <a:lnTo>
                  <a:pt x="1666875" y="676275"/>
                </a:lnTo>
                <a:lnTo>
                  <a:pt x="1657350" y="676275"/>
                </a:lnTo>
                <a:close/>
                <a:moveTo>
                  <a:pt x="219075" y="676275"/>
                </a:moveTo>
                <a:lnTo>
                  <a:pt x="228600" y="676275"/>
                </a:lnTo>
                <a:lnTo>
                  <a:pt x="228600" y="695325"/>
                </a:lnTo>
                <a:lnTo>
                  <a:pt x="219075" y="695325"/>
                </a:lnTo>
                <a:close/>
                <a:moveTo>
                  <a:pt x="590550" y="676275"/>
                </a:moveTo>
                <a:lnTo>
                  <a:pt x="609600" y="676275"/>
                </a:lnTo>
                <a:lnTo>
                  <a:pt x="609600" y="685800"/>
                </a:lnTo>
                <a:lnTo>
                  <a:pt x="590550" y="685800"/>
                </a:lnTo>
                <a:close/>
                <a:moveTo>
                  <a:pt x="1628775" y="676275"/>
                </a:moveTo>
                <a:lnTo>
                  <a:pt x="1647825" y="676275"/>
                </a:lnTo>
                <a:lnTo>
                  <a:pt x="1647825" y="685800"/>
                </a:lnTo>
                <a:lnTo>
                  <a:pt x="1638300" y="685800"/>
                </a:lnTo>
                <a:lnTo>
                  <a:pt x="1638300" y="695325"/>
                </a:lnTo>
                <a:lnTo>
                  <a:pt x="1628775" y="695325"/>
                </a:lnTo>
                <a:lnTo>
                  <a:pt x="1628775" y="723900"/>
                </a:lnTo>
                <a:lnTo>
                  <a:pt x="1619250" y="723900"/>
                </a:lnTo>
                <a:lnTo>
                  <a:pt x="1619250" y="733425"/>
                </a:lnTo>
                <a:lnTo>
                  <a:pt x="1609725" y="733425"/>
                </a:lnTo>
                <a:lnTo>
                  <a:pt x="1609725" y="742950"/>
                </a:lnTo>
                <a:lnTo>
                  <a:pt x="1600200" y="742950"/>
                </a:lnTo>
                <a:lnTo>
                  <a:pt x="1600200" y="723900"/>
                </a:lnTo>
                <a:lnTo>
                  <a:pt x="1609725" y="723900"/>
                </a:lnTo>
                <a:lnTo>
                  <a:pt x="1609725" y="685800"/>
                </a:lnTo>
                <a:lnTo>
                  <a:pt x="1628775" y="685800"/>
                </a:lnTo>
                <a:close/>
                <a:moveTo>
                  <a:pt x="1562100" y="695325"/>
                </a:moveTo>
                <a:lnTo>
                  <a:pt x="1581150" y="695325"/>
                </a:lnTo>
                <a:lnTo>
                  <a:pt x="1581150" y="704850"/>
                </a:lnTo>
                <a:lnTo>
                  <a:pt x="1562100" y="704850"/>
                </a:lnTo>
                <a:close/>
                <a:moveTo>
                  <a:pt x="371475" y="714375"/>
                </a:moveTo>
                <a:lnTo>
                  <a:pt x="381000" y="714375"/>
                </a:lnTo>
                <a:lnTo>
                  <a:pt x="381000" y="723900"/>
                </a:lnTo>
                <a:lnTo>
                  <a:pt x="371475" y="723900"/>
                </a:lnTo>
                <a:close/>
                <a:moveTo>
                  <a:pt x="447675" y="714375"/>
                </a:moveTo>
                <a:lnTo>
                  <a:pt x="466725" y="714375"/>
                </a:lnTo>
                <a:lnTo>
                  <a:pt x="466725" y="723900"/>
                </a:lnTo>
                <a:lnTo>
                  <a:pt x="485775" y="723900"/>
                </a:lnTo>
                <a:lnTo>
                  <a:pt x="485775" y="733425"/>
                </a:lnTo>
                <a:lnTo>
                  <a:pt x="428625" y="733425"/>
                </a:lnTo>
                <a:lnTo>
                  <a:pt x="428625" y="723900"/>
                </a:lnTo>
                <a:lnTo>
                  <a:pt x="447675" y="723900"/>
                </a:lnTo>
                <a:close/>
                <a:moveTo>
                  <a:pt x="514350" y="714375"/>
                </a:moveTo>
                <a:lnTo>
                  <a:pt x="523875" y="714375"/>
                </a:lnTo>
                <a:lnTo>
                  <a:pt x="523875" y="723900"/>
                </a:lnTo>
                <a:lnTo>
                  <a:pt x="533400" y="723900"/>
                </a:lnTo>
                <a:lnTo>
                  <a:pt x="533400" y="733425"/>
                </a:lnTo>
                <a:lnTo>
                  <a:pt x="523875" y="733425"/>
                </a:lnTo>
                <a:lnTo>
                  <a:pt x="523875" y="742950"/>
                </a:lnTo>
                <a:lnTo>
                  <a:pt x="514350" y="742950"/>
                </a:lnTo>
                <a:lnTo>
                  <a:pt x="514350" y="733425"/>
                </a:lnTo>
                <a:lnTo>
                  <a:pt x="495300" y="733425"/>
                </a:lnTo>
                <a:lnTo>
                  <a:pt x="495300" y="723900"/>
                </a:lnTo>
                <a:lnTo>
                  <a:pt x="514350" y="723900"/>
                </a:lnTo>
                <a:close/>
                <a:moveTo>
                  <a:pt x="1295400" y="733425"/>
                </a:moveTo>
                <a:lnTo>
                  <a:pt x="1314450" y="733425"/>
                </a:lnTo>
                <a:lnTo>
                  <a:pt x="1314450" y="742950"/>
                </a:lnTo>
                <a:lnTo>
                  <a:pt x="1295400" y="742950"/>
                </a:lnTo>
                <a:close/>
                <a:moveTo>
                  <a:pt x="1562100" y="733425"/>
                </a:moveTo>
                <a:lnTo>
                  <a:pt x="1581150" y="733425"/>
                </a:lnTo>
                <a:lnTo>
                  <a:pt x="1581150" y="752475"/>
                </a:lnTo>
                <a:lnTo>
                  <a:pt x="1590675" y="752475"/>
                </a:lnTo>
                <a:lnTo>
                  <a:pt x="1590675" y="762000"/>
                </a:lnTo>
                <a:lnTo>
                  <a:pt x="1581150" y="762000"/>
                </a:lnTo>
                <a:lnTo>
                  <a:pt x="1581150" y="771525"/>
                </a:lnTo>
                <a:lnTo>
                  <a:pt x="1562100" y="771525"/>
                </a:lnTo>
                <a:close/>
                <a:moveTo>
                  <a:pt x="1381125" y="742950"/>
                </a:moveTo>
                <a:lnTo>
                  <a:pt x="1390650" y="742950"/>
                </a:lnTo>
                <a:lnTo>
                  <a:pt x="1390650" y="752475"/>
                </a:lnTo>
                <a:lnTo>
                  <a:pt x="1381125" y="752475"/>
                </a:lnTo>
                <a:close/>
                <a:moveTo>
                  <a:pt x="457200" y="752475"/>
                </a:moveTo>
                <a:lnTo>
                  <a:pt x="466725" y="752475"/>
                </a:lnTo>
                <a:lnTo>
                  <a:pt x="466725" y="762000"/>
                </a:lnTo>
                <a:lnTo>
                  <a:pt x="457200" y="762000"/>
                </a:lnTo>
                <a:close/>
                <a:moveTo>
                  <a:pt x="1390650" y="752475"/>
                </a:moveTo>
                <a:lnTo>
                  <a:pt x="1400175" y="752475"/>
                </a:lnTo>
                <a:lnTo>
                  <a:pt x="1400175" y="762000"/>
                </a:lnTo>
                <a:lnTo>
                  <a:pt x="1390650" y="762000"/>
                </a:lnTo>
                <a:close/>
                <a:moveTo>
                  <a:pt x="1485900" y="752475"/>
                </a:moveTo>
                <a:lnTo>
                  <a:pt x="1495425" y="752475"/>
                </a:lnTo>
                <a:lnTo>
                  <a:pt x="1495425" y="762000"/>
                </a:lnTo>
                <a:lnTo>
                  <a:pt x="1485900" y="762000"/>
                </a:lnTo>
                <a:close/>
                <a:moveTo>
                  <a:pt x="1533525" y="771525"/>
                </a:moveTo>
                <a:lnTo>
                  <a:pt x="1562100" y="771525"/>
                </a:lnTo>
                <a:lnTo>
                  <a:pt x="1562100" y="781050"/>
                </a:lnTo>
                <a:lnTo>
                  <a:pt x="1552575" y="781050"/>
                </a:lnTo>
                <a:lnTo>
                  <a:pt x="1552575" y="790575"/>
                </a:lnTo>
                <a:lnTo>
                  <a:pt x="1533525" y="790575"/>
                </a:lnTo>
                <a:close/>
                <a:moveTo>
                  <a:pt x="104775" y="781050"/>
                </a:moveTo>
                <a:lnTo>
                  <a:pt x="114300" y="781050"/>
                </a:lnTo>
                <a:lnTo>
                  <a:pt x="114300" y="790575"/>
                </a:lnTo>
                <a:lnTo>
                  <a:pt x="104775" y="790575"/>
                </a:lnTo>
                <a:close/>
                <a:moveTo>
                  <a:pt x="1314450" y="781050"/>
                </a:moveTo>
                <a:lnTo>
                  <a:pt x="1333500" y="781050"/>
                </a:lnTo>
                <a:lnTo>
                  <a:pt x="1333500" y="800100"/>
                </a:lnTo>
                <a:lnTo>
                  <a:pt x="1314450" y="800100"/>
                </a:lnTo>
                <a:close/>
                <a:moveTo>
                  <a:pt x="1524000" y="790575"/>
                </a:moveTo>
                <a:lnTo>
                  <a:pt x="1533525" y="790575"/>
                </a:lnTo>
                <a:lnTo>
                  <a:pt x="1533525" y="828675"/>
                </a:lnTo>
                <a:lnTo>
                  <a:pt x="1524000" y="828675"/>
                </a:lnTo>
                <a:close/>
                <a:moveTo>
                  <a:pt x="38100" y="809625"/>
                </a:moveTo>
                <a:lnTo>
                  <a:pt x="47625" y="809625"/>
                </a:lnTo>
                <a:lnTo>
                  <a:pt x="47625" y="819150"/>
                </a:lnTo>
                <a:lnTo>
                  <a:pt x="57150" y="819150"/>
                </a:lnTo>
                <a:lnTo>
                  <a:pt x="57150" y="828675"/>
                </a:lnTo>
                <a:lnTo>
                  <a:pt x="47625" y="828675"/>
                </a:lnTo>
                <a:lnTo>
                  <a:pt x="47625" y="838200"/>
                </a:lnTo>
                <a:lnTo>
                  <a:pt x="38100" y="838200"/>
                </a:lnTo>
                <a:close/>
                <a:moveTo>
                  <a:pt x="1885950" y="809625"/>
                </a:moveTo>
                <a:lnTo>
                  <a:pt x="1905000" y="809625"/>
                </a:lnTo>
                <a:lnTo>
                  <a:pt x="1905000" y="828675"/>
                </a:lnTo>
                <a:lnTo>
                  <a:pt x="1895475" y="828675"/>
                </a:lnTo>
                <a:lnTo>
                  <a:pt x="1895475" y="857250"/>
                </a:lnTo>
                <a:lnTo>
                  <a:pt x="1885950" y="857250"/>
                </a:lnTo>
                <a:lnTo>
                  <a:pt x="1885950" y="828675"/>
                </a:lnTo>
                <a:lnTo>
                  <a:pt x="1876425" y="828675"/>
                </a:lnTo>
                <a:lnTo>
                  <a:pt x="1876425" y="819150"/>
                </a:lnTo>
                <a:lnTo>
                  <a:pt x="1885950" y="819150"/>
                </a:lnTo>
                <a:close/>
                <a:moveTo>
                  <a:pt x="114300" y="819150"/>
                </a:moveTo>
                <a:lnTo>
                  <a:pt x="123825" y="819150"/>
                </a:lnTo>
                <a:lnTo>
                  <a:pt x="123825" y="847725"/>
                </a:lnTo>
                <a:lnTo>
                  <a:pt x="114300" y="847725"/>
                </a:lnTo>
                <a:close/>
                <a:moveTo>
                  <a:pt x="419100" y="828675"/>
                </a:moveTo>
                <a:lnTo>
                  <a:pt x="438150" y="828675"/>
                </a:lnTo>
                <a:lnTo>
                  <a:pt x="438150" y="838200"/>
                </a:lnTo>
                <a:lnTo>
                  <a:pt x="428625" y="838200"/>
                </a:lnTo>
                <a:lnTo>
                  <a:pt x="428625" y="847725"/>
                </a:lnTo>
                <a:lnTo>
                  <a:pt x="419100" y="847725"/>
                </a:lnTo>
                <a:close/>
                <a:moveTo>
                  <a:pt x="609600" y="828675"/>
                </a:moveTo>
                <a:lnTo>
                  <a:pt x="619125" y="828675"/>
                </a:lnTo>
                <a:lnTo>
                  <a:pt x="619125" y="838200"/>
                </a:lnTo>
                <a:lnTo>
                  <a:pt x="609600" y="838200"/>
                </a:lnTo>
                <a:close/>
                <a:moveTo>
                  <a:pt x="1276350" y="828675"/>
                </a:moveTo>
                <a:lnTo>
                  <a:pt x="1285875" y="828675"/>
                </a:lnTo>
                <a:lnTo>
                  <a:pt x="1285875" y="857250"/>
                </a:lnTo>
                <a:lnTo>
                  <a:pt x="1266825" y="857250"/>
                </a:lnTo>
                <a:lnTo>
                  <a:pt x="1266825" y="838200"/>
                </a:lnTo>
                <a:lnTo>
                  <a:pt x="1276350" y="838200"/>
                </a:lnTo>
                <a:close/>
                <a:moveTo>
                  <a:pt x="952500" y="838200"/>
                </a:moveTo>
                <a:lnTo>
                  <a:pt x="981075" y="838200"/>
                </a:lnTo>
                <a:lnTo>
                  <a:pt x="981075" y="866775"/>
                </a:lnTo>
                <a:lnTo>
                  <a:pt x="952500" y="866775"/>
                </a:lnTo>
                <a:close/>
                <a:moveTo>
                  <a:pt x="409575" y="847725"/>
                </a:moveTo>
                <a:lnTo>
                  <a:pt x="419100" y="847725"/>
                </a:lnTo>
                <a:lnTo>
                  <a:pt x="419100" y="857250"/>
                </a:lnTo>
                <a:lnTo>
                  <a:pt x="409575" y="857250"/>
                </a:lnTo>
                <a:close/>
                <a:moveTo>
                  <a:pt x="1181100" y="857250"/>
                </a:moveTo>
                <a:lnTo>
                  <a:pt x="1200150" y="857250"/>
                </a:lnTo>
                <a:lnTo>
                  <a:pt x="1200150" y="885825"/>
                </a:lnTo>
                <a:lnTo>
                  <a:pt x="1181100" y="885825"/>
                </a:lnTo>
                <a:close/>
                <a:moveTo>
                  <a:pt x="942975" y="866775"/>
                </a:moveTo>
                <a:lnTo>
                  <a:pt x="952500" y="866775"/>
                </a:lnTo>
                <a:lnTo>
                  <a:pt x="952500" y="876300"/>
                </a:lnTo>
                <a:lnTo>
                  <a:pt x="942975" y="876300"/>
                </a:lnTo>
                <a:close/>
                <a:moveTo>
                  <a:pt x="923925" y="876300"/>
                </a:moveTo>
                <a:lnTo>
                  <a:pt x="933450" y="876300"/>
                </a:lnTo>
                <a:lnTo>
                  <a:pt x="933450" y="885825"/>
                </a:lnTo>
                <a:lnTo>
                  <a:pt x="923925" y="885825"/>
                </a:lnTo>
                <a:close/>
                <a:moveTo>
                  <a:pt x="914400" y="885825"/>
                </a:moveTo>
                <a:lnTo>
                  <a:pt x="923925" y="885825"/>
                </a:lnTo>
                <a:lnTo>
                  <a:pt x="923925" y="895350"/>
                </a:lnTo>
                <a:lnTo>
                  <a:pt x="914400" y="895350"/>
                </a:lnTo>
                <a:close/>
                <a:moveTo>
                  <a:pt x="1019175" y="895350"/>
                </a:moveTo>
                <a:lnTo>
                  <a:pt x="1038225" y="895350"/>
                </a:lnTo>
                <a:lnTo>
                  <a:pt x="1038225" y="904875"/>
                </a:lnTo>
                <a:lnTo>
                  <a:pt x="1019175" y="904875"/>
                </a:lnTo>
                <a:close/>
                <a:moveTo>
                  <a:pt x="85725" y="923925"/>
                </a:moveTo>
                <a:lnTo>
                  <a:pt x="95250" y="923925"/>
                </a:lnTo>
                <a:lnTo>
                  <a:pt x="95250" y="942975"/>
                </a:lnTo>
                <a:lnTo>
                  <a:pt x="85725" y="942975"/>
                </a:lnTo>
                <a:close/>
                <a:moveTo>
                  <a:pt x="123825" y="923925"/>
                </a:moveTo>
                <a:lnTo>
                  <a:pt x="133350" y="923925"/>
                </a:lnTo>
                <a:lnTo>
                  <a:pt x="133350" y="933450"/>
                </a:lnTo>
                <a:lnTo>
                  <a:pt x="123825" y="933450"/>
                </a:lnTo>
                <a:close/>
                <a:moveTo>
                  <a:pt x="133350" y="933450"/>
                </a:moveTo>
                <a:lnTo>
                  <a:pt x="142875" y="933450"/>
                </a:lnTo>
                <a:lnTo>
                  <a:pt x="142875" y="942975"/>
                </a:lnTo>
                <a:lnTo>
                  <a:pt x="133350" y="942975"/>
                </a:lnTo>
                <a:close/>
                <a:moveTo>
                  <a:pt x="542925" y="942975"/>
                </a:moveTo>
                <a:lnTo>
                  <a:pt x="552450" y="942975"/>
                </a:lnTo>
                <a:lnTo>
                  <a:pt x="552450" y="962025"/>
                </a:lnTo>
                <a:lnTo>
                  <a:pt x="542925" y="962025"/>
                </a:lnTo>
                <a:close/>
                <a:moveTo>
                  <a:pt x="800100" y="942975"/>
                </a:moveTo>
                <a:lnTo>
                  <a:pt x="828675" y="942975"/>
                </a:lnTo>
                <a:lnTo>
                  <a:pt x="828675" y="952500"/>
                </a:lnTo>
                <a:lnTo>
                  <a:pt x="800100" y="952500"/>
                </a:lnTo>
                <a:close/>
                <a:moveTo>
                  <a:pt x="866775" y="942975"/>
                </a:moveTo>
                <a:lnTo>
                  <a:pt x="876300" y="942975"/>
                </a:lnTo>
                <a:lnTo>
                  <a:pt x="876300" y="952500"/>
                </a:lnTo>
                <a:lnTo>
                  <a:pt x="866775" y="952500"/>
                </a:lnTo>
                <a:close/>
                <a:moveTo>
                  <a:pt x="1133475" y="942975"/>
                </a:moveTo>
                <a:lnTo>
                  <a:pt x="1162050" y="942975"/>
                </a:lnTo>
                <a:lnTo>
                  <a:pt x="1162050" y="952500"/>
                </a:lnTo>
                <a:lnTo>
                  <a:pt x="1143000" y="952500"/>
                </a:lnTo>
                <a:lnTo>
                  <a:pt x="1143000" y="962025"/>
                </a:lnTo>
                <a:lnTo>
                  <a:pt x="1133475" y="962025"/>
                </a:lnTo>
                <a:lnTo>
                  <a:pt x="1133475" y="971550"/>
                </a:lnTo>
                <a:lnTo>
                  <a:pt x="1123950" y="971550"/>
                </a:lnTo>
                <a:lnTo>
                  <a:pt x="1123950" y="981075"/>
                </a:lnTo>
                <a:lnTo>
                  <a:pt x="1114425" y="981075"/>
                </a:lnTo>
                <a:lnTo>
                  <a:pt x="1114425" y="971550"/>
                </a:lnTo>
                <a:lnTo>
                  <a:pt x="1104900" y="971550"/>
                </a:lnTo>
                <a:lnTo>
                  <a:pt x="1104900" y="962025"/>
                </a:lnTo>
                <a:lnTo>
                  <a:pt x="1114425" y="962025"/>
                </a:lnTo>
                <a:lnTo>
                  <a:pt x="1114425" y="952500"/>
                </a:lnTo>
                <a:lnTo>
                  <a:pt x="1133475" y="952500"/>
                </a:lnTo>
                <a:close/>
                <a:moveTo>
                  <a:pt x="209550" y="1019175"/>
                </a:moveTo>
                <a:lnTo>
                  <a:pt x="219075" y="1019175"/>
                </a:lnTo>
                <a:lnTo>
                  <a:pt x="219075" y="1028700"/>
                </a:lnTo>
                <a:lnTo>
                  <a:pt x="209550" y="1028700"/>
                </a:lnTo>
                <a:close/>
                <a:moveTo>
                  <a:pt x="1714500" y="1047750"/>
                </a:moveTo>
                <a:lnTo>
                  <a:pt x="1724025" y="1047750"/>
                </a:lnTo>
                <a:lnTo>
                  <a:pt x="1724025" y="1057275"/>
                </a:lnTo>
                <a:lnTo>
                  <a:pt x="1714500" y="1057275"/>
                </a:lnTo>
                <a:close/>
                <a:moveTo>
                  <a:pt x="1838325" y="1047750"/>
                </a:moveTo>
                <a:lnTo>
                  <a:pt x="1847850" y="1047750"/>
                </a:lnTo>
                <a:lnTo>
                  <a:pt x="1847850" y="1066800"/>
                </a:lnTo>
                <a:lnTo>
                  <a:pt x="1838325" y="1066800"/>
                </a:lnTo>
                <a:close/>
                <a:moveTo>
                  <a:pt x="981075" y="1057275"/>
                </a:moveTo>
                <a:lnTo>
                  <a:pt x="990600" y="1057275"/>
                </a:lnTo>
                <a:lnTo>
                  <a:pt x="990600" y="1066800"/>
                </a:lnTo>
                <a:lnTo>
                  <a:pt x="981075" y="1066800"/>
                </a:lnTo>
                <a:close/>
                <a:moveTo>
                  <a:pt x="1695450" y="1057275"/>
                </a:moveTo>
                <a:lnTo>
                  <a:pt x="1704975" y="1057275"/>
                </a:lnTo>
                <a:lnTo>
                  <a:pt x="1704975" y="1066800"/>
                </a:lnTo>
                <a:lnTo>
                  <a:pt x="1695450" y="1066800"/>
                </a:lnTo>
                <a:close/>
                <a:moveTo>
                  <a:pt x="1704975" y="1066800"/>
                </a:moveTo>
                <a:lnTo>
                  <a:pt x="1714500" y="1066800"/>
                </a:lnTo>
                <a:lnTo>
                  <a:pt x="1714500" y="1076325"/>
                </a:lnTo>
                <a:lnTo>
                  <a:pt x="1704975" y="1076325"/>
                </a:lnTo>
                <a:close/>
                <a:moveTo>
                  <a:pt x="752475" y="1076325"/>
                </a:moveTo>
                <a:lnTo>
                  <a:pt x="762000" y="1076325"/>
                </a:lnTo>
                <a:lnTo>
                  <a:pt x="762000" y="1095375"/>
                </a:lnTo>
                <a:lnTo>
                  <a:pt x="742950" y="1095375"/>
                </a:lnTo>
                <a:lnTo>
                  <a:pt x="742950" y="1085850"/>
                </a:lnTo>
                <a:lnTo>
                  <a:pt x="752475" y="1085850"/>
                </a:lnTo>
                <a:close/>
                <a:moveTo>
                  <a:pt x="400050" y="1085850"/>
                </a:moveTo>
                <a:lnTo>
                  <a:pt x="419100" y="1085850"/>
                </a:lnTo>
                <a:lnTo>
                  <a:pt x="419100" y="1095375"/>
                </a:lnTo>
                <a:lnTo>
                  <a:pt x="428625" y="1095375"/>
                </a:lnTo>
                <a:lnTo>
                  <a:pt x="428625" y="1104900"/>
                </a:lnTo>
                <a:lnTo>
                  <a:pt x="409575" y="1104900"/>
                </a:lnTo>
                <a:lnTo>
                  <a:pt x="409575" y="1095375"/>
                </a:lnTo>
                <a:lnTo>
                  <a:pt x="400050" y="1095375"/>
                </a:lnTo>
                <a:close/>
                <a:moveTo>
                  <a:pt x="1047750" y="1085850"/>
                </a:moveTo>
                <a:lnTo>
                  <a:pt x="1057275" y="1085850"/>
                </a:lnTo>
                <a:lnTo>
                  <a:pt x="1057275" y="1095375"/>
                </a:lnTo>
                <a:lnTo>
                  <a:pt x="1047750" y="1095375"/>
                </a:lnTo>
                <a:close/>
                <a:moveTo>
                  <a:pt x="466725" y="1095375"/>
                </a:moveTo>
                <a:lnTo>
                  <a:pt x="476250" y="1095375"/>
                </a:lnTo>
                <a:lnTo>
                  <a:pt x="476250" y="1114425"/>
                </a:lnTo>
                <a:lnTo>
                  <a:pt x="466725" y="1114425"/>
                </a:lnTo>
                <a:close/>
                <a:moveTo>
                  <a:pt x="571500" y="1095375"/>
                </a:moveTo>
                <a:lnTo>
                  <a:pt x="590550" y="1095375"/>
                </a:lnTo>
                <a:lnTo>
                  <a:pt x="590550" y="1104900"/>
                </a:lnTo>
                <a:lnTo>
                  <a:pt x="571500" y="1104900"/>
                </a:lnTo>
                <a:close/>
                <a:moveTo>
                  <a:pt x="1428750" y="1104900"/>
                </a:moveTo>
                <a:lnTo>
                  <a:pt x="1447800" y="1104900"/>
                </a:lnTo>
                <a:lnTo>
                  <a:pt x="1447800" y="1114425"/>
                </a:lnTo>
                <a:lnTo>
                  <a:pt x="1428750" y="1114425"/>
                </a:lnTo>
                <a:close/>
                <a:moveTo>
                  <a:pt x="447675" y="1114425"/>
                </a:moveTo>
                <a:lnTo>
                  <a:pt x="457200" y="1114425"/>
                </a:lnTo>
                <a:lnTo>
                  <a:pt x="457200" y="1123950"/>
                </a:lnTo>
                <a:lnTo>
                  <a:pt x="447675" y="1123950"/>
                </a:lnTo>
                <a:close/>
                <a:moveTo>
                  <a:pt x="1009650" y="1123950"/>
                </a:moveTo>
                <a:lnTo>
                  <a:pt x="1019175" y="1123950"/>
                </a:lnTo>
                <a:lnTo>
                  <a:pt x="1019175" y="1133475"/>
                </a:lnTo>
                <a:lnTo>
                  <a:pt x="1009650" y="1133475"/>
                </a:lnTo>
                <a:close/>
                <a:moveTo>
                  <a:pt x="1419225" y="1123950"/>
                </a:moveTo>
                <a:lnTo>
                  <a:pt x="1447800" y="1123950"/>
                </a:lnTo>
                <a:lnTo>
                  <a:pt x="1447800" y="1133475"/>
                </a:lnTo>
                <a:lnTo>
                  <a:pt x="1419225" y="1133475"/>
                </a:lnTo>
                <a:close/>
                <a:moveTo>
                  <a:pt x="1866900" y="1123950"/>
                </a:moveTo>
                <a:lnTo>
                  <a:pt x="1885950" y="1123950"/>
                </a:lnTo>
                <a:lnTo>
                  <a:pt x="1885950" y="1143000"/>
                </a:lnTo>
                <a:lnTo>
                  <a:pt x="1866900" y="1143000"/>
                </a:lnTo>
                <a:close/>
                <a:moveTo>
                  <a:pt x="142875" y="1133475"/>
                </a:moveTo>
                <a:lnTo>
                  <a:pt x="152400" y="1133475"/>
                </a:lnTo>
                <a:lnTo>
                  <a:pt x="152400" y="1143000"/>
                </a:lnTo>
                <a:lnTo>
                  <a:pt x="142875" y="1143000"/>
                </a:lnTo>
                <a:close/>
                <a:moveTo>
                  <a:pt x="1571625" y="1133475"/>
                </a:moveTo>
                <a:lnTo>
                  <a:pt x="1590675" y="1133475"/>
                </a:lnTo>
                <a:lnTo>
                  <a:pt x="1590675" y="1152525"/>
                </a:lnTo>
                <a:lnTo>
                  <a:pt x="1571625" y="1152525"/>
                </a:lnTo>
                <a:close/>
                <a:moveTo>
                  <a:pt x="133350" y="1171575"/>
                </a:moveTo>
                <a:lnTo>
                  <a:pt x="142875" y="1171575"/>
                </a:lnTo>
                <a:lnTo>
                  <a:pt x="142875" y="1181100"/>
                </a:lnTo>
                <a:lnTo>
                  <a:pt x="133350" y="1181100"/>
                </a:lnTo>
                <a:close/>
                <a:moveTo>
                  <a:pt x="771525" y="1190625"/>
                </a:moveTo>
                <a:lnTo>
                  <a:pt x="781050" y="1190625"/>
                </a:lnTo>
                <a:lnTo>
                  <a:pt x="781050" y="1200150"/>
                </a:lnTo>
                <a:lnTo>
                  <a:pt x="771525" y="1200150"/>
                </a:lnTo>
                <a:close/>
                <a:moveTo>
                  <a:pt x="1314450" y="1228725"/>
                </a:moveTo>
                <a:lnTo>
                  <a:pt x="1323975" y="1228725"/>
                </a:lnTo>
                <a:lnTo>
                  <a:pt x="1323975" y="1247775"/>
                </a:lnTo>
                <a:lnTo>
                  <a:pt x="1314450" y="1247775"/>
                </a:lnTo>
                <a:close/>
                <a:moveTo>
                  <a:pt x="428625" y="1247775"/>
                </a:moveTo>
                <a:lnTo>
                  <a:pt x="438150" y="1247775"/>
                </a:lnTo>
                <a:lnTo>
                  <a:pt x="438150" y="1257300"/>
                </a:lnTo>
                <a:lnTo>
                  <a:pt x="428625" y="1257300"/>
                </a:lnTo>
                <a:close/>
                <a:moveTo>
                  <a:pt x="1333500" y="1247775"/>
                </a:moveTo>
                <a:lnTo>
                  <a:pt x="1343025" y="1247775"/>
                </a:lnTo>
                <a:lnTo>
                  <a:pt x="1343025" y="1257300"/>
                </a:lnTo>
                <a:lnTo>
                  <a:pt x="1333500" y="1257300"/>
                </a:lnTo>
                <a:close/>
                <a:moveTo>
                  <a:pt x="400050" y="1257300"/>
                </a:moveTo>
                <a:lnTo>
                  <a:pt x="419100" y="1257300"/>
                </a:lnTo>
                <a:lnTo>
                  <a:pt x="419100" y="1276350"/>
                </a:lnTo>
                <a:lnTo>
                  <a:pt x="400050" y="1276350"/>
                </a:lnTo>
                <a:close/>
                <a:moveTo>
                  <a:pt x="1200150" y="1257300"/>
                </a:moveTo>
                <a:lnTo>
                  <a:pt x="1209675" y="1257300"/>
                </a:lnTo>
                <a:lnTo>
                  <a:pt x="1209675" y="1266825"/>
                </a:lnTo>
                <a:lnTo>
                  <a:pt x="1200150" y="1266825"/>
                </a:lnTo>
                <a:close/>
                <a:moveTo>
                  <a:pt x="1190625" y="1266825"/>
                </a:moveTo>
                <a:lnTo>
                  <a:pt x="1200150" y="1266825"/>
                </a:lnTo>
                <a:lnTo>
                  <a:pt x="1200150" y="1276350"/>
                </a:lnTo>
                <a:lnTo>
                  <a:pt x="1190625" y="1276350"/>
                </a:lnTo>
                <a:close/>
                <a:moveTo>
                  <a:pt x="1266825" y="1266825"/>
                </a:moveTo>
                <a:lnTo>
                  <a:pt x="1295400" y="1266825"/>
                </a:lnTo>
                <a:lnTo>
                  <a:pt x="1295400" y="1276350"/>
                </a:lnTo>
                <a:lnTo>
                  <a:pt x="1304925" y="1276350"/>
                </a:lnTo>
                <a:lnTo>
                  <a:pt x="1304925" y="1285875"/>
                </a:lnTo>
                <a:lnTo>
                  <a:pt x="1352550" y="1285875"/>
                </a:lnTo>
                <a:lnTo>
                  <a:pt x="1352550" y="1323975"/>
                </a:lnTo>
                <a:lnTo>
                  <a:pt x="1343025" y="1323975"/>
                </a:lnTo>
                <a:lnTo>
                  <a:pt x="1343025" y="1314450"/>
                </a:lnTo>
                <a:lnTo>
                  <a:pt x="1333500" y="1314450"/>
                </a:lnTo>
                <a:lnTo>
                  <a:pt x="1333500" y="1304925"/>
                </a:lnTo>
                <a:lnTo>
                  <a:pt x="1323975" y="1304925"/>
                </a:lnTo>
                <a:lnTo>
                  <a:pt x="1323975" y="1295400"/>
                </a:lnTo>
                <a:lnTo>
                  <a:pt x="1314450" y="1295400"/>
                </a:lnTo>
                <a:lnTo>
                  <a:pt x="1314450" y="1304925"/>
                </a:lnTo>
                <a:lnTo>
                  <a:pt x="1295400" y="1304925"/>
                </a:lnTo>
                <a:lnTo>
                  <a:pt x="1295400" y="1295400"/>
                </a:lnTo>
                <a:lnTo>
                  <a:pt x="1285875" y="1295400"/>
                </a:lnTo>
                <a:lnTo>
                  <a:pt x="1285875" y="1285875"/>
                </a:lnTo>
                <a:lnTo>
                  <a:pt x="1257300" y="1285875"/>
                </a:lnTo>
                <a:lnTo>
                  <a:pt x="1257300" y="1276350"/>
                </a:lnTo>
                <a:lnTo>
                  <a:pt x="1266825" y="1276350"/>
                </a:lnTo>
                <a:close/>
                <a:moveTo>
                  <a:pt x="1885950" y="1266825"/>
                </a:moveTo>
                <a:lnTo>
                  <a:pt x="1895475" y="1266825"/>
                </a:lnTo>
                <a:lnTo>
                  <a:pt x="1895475" y="1285875"/>
                </a:lnTo>
                <a:lnTo>
                  <a:pt x="1885950" y="1285875"/>
                </a:lnTo>
                <a:close/>
                <a:moveTo>
                  <a:pt x="590550" y="1276350"/>
                </a:moveTo>
                <a:lnTo>
                  <a:pt x="600075" y="1276350"/>
                </a:lnTo>
                <a:lnTo>
                  <a:pt x="600075" y="1295400"/>
                </a:lnTo>
                <a:lnTo>
                  <a:pt x="590550" y="1295400"/>
                </a:lnTo>
                <a:close/>
                <a:moveTo>
                  <a:pt x="1143000" y="1276350"/>
                </a:moveTo>
                <a:lnTo>
                  <a:pt x="1152525" y="1276350"/>
                </a:lnTo>
                <a:lnTo>
                  <a:pt x="1152525" y="1285875"/>
                </a:lnTo>
                <a:lnTo>
                  <a:pt x="1143000" y="1285875"/>
                </a:lnTo>
                <a:close/>
                <a:moveTo>
                  <a:pt x="1419225" y="1276350"/>
                </a:moveTo>
                <a:lnTo>
                  <a:pt x="1428750" y="1276350"/>
                </a:lnTo>
                <a:lnTo>
                  <a:pt x="1428750" y="1285875"/>
                </a:lnTo>
                <a:lnTo>
                  <a:pt x="1466850" y="1285875"/>
                </a:lnTo>
                <a:lnTo>
                  <a:pt x="1466850" y="1295400"/>
                </a:lnTo>
                <a:lnTo>
                  <a:pt x="1476375" y="1295400"/>
                </a:lnTo>
                <a:lnTo>
                  <a:pt x="1476375" y="1304925"/>
                </a:lnTo>
                <a:lnTo>
                  <a:pt x="1428750" y="1304925"/>
                </a:lnTo>
                <a:lnTo>
                  <a:pt x="1428750" y="1295400"/>
                </a:lnTo>
                <a:lnTo>
                  <a:pt x="1419225" y="1295400"/>
                </a:lnTo>
                <a:lnTo>
                  <a:pt x="1419225" y="1304925"/>
                </a:lnTo>
                <a:lnTo>
                  <a:pt x="1409700" y="1304925"/>
                </a:lnTo>
                <a:lnTo>
                  <a:pt x="1409700" y="1285875"/>
                </a:lnTo>
                <a:lnTo>
                  <a:pt x="1419225" y="1285875"/>
                </a:lnTo>
                <a:close/>
                <a:moveTo>
                  <a:pt x="1228725" y="1285875"/>
                </a:moveTo>
                <a:lnTo>
                  <a:pt x="1247775" y="1285875"/>
                </a:lnTo>
                <a:lnTo>
                  <a:pt x="1247775" y="1304925"/>
                </a:lnTo>
                <a:lnTo>
                  <a:pt x="1228725" y="1304925"/>
                </a:lnTo>
                <a:close/>
                <a:moveTo>
                  <a:pt x="1371600" y="1285875"/>
                </a:moveTo>
                <a:lnTo>
                  <a:pt x="1400175" y="1285875"/>
                </a:lnTo>
                <a:lnTo>
                  <a:pt x="1400175" y="1314450"/>
                </a:lnTo>
                <a:lnTo>
                  <a:pt x="1390650" y="1314450"/>
                </a:lnTo>
                <a:lnTo>
                  <a:pt x="1390650" y="1323975"/>
                </a:lnTo>
                <a:lnTo>
                  <a:pt x="1381125" y="1323975"/>
                </a:lnTo>
                <a:lnTo>
                  <a:pt x="1381125" y="1333500"/>
                </a:lnTo>
                <a:lnTo>
                  <a:pt x="1362075" y="1333500"/>
                </a:lnTo>
                <a:lnTo>
                  <a:pt x="1362075" y="1323975"/>
                </a:lnTo>
                <a:lnTo>
                  <a:pt x="1371600" y="1323975"/>
                </a:lnTo>
                <a:lnTo>
                  <a:pt x="1371600" y="1314450"/>
                </a:lnTo>
                <a:lnTo>
                  <a:pt x="1362075" y="1314450"/>
                </a:lnTo>
                <a:lnTo>
                  <a:pt x="1362075" y="1304925"/>
                </a:lnTo>
                <a:lnTo>
                  <a:pt x="1371600" y="1304925"/>
                </a:lnTo>
                <a:close/>
                <a:moveTo>
                  <a:pt x="1533525" y="1285875"/>
                </a:moveTo>
                <a:lnTo>
                  <a:pt x="1543050" y="1285875"/>
                </a:lnTo>
                <a:lnTo>
                  <a:pt x="1543050" y="1295400"/>
                </a:lnTo>
                <a:lnTo>
                  <a:pt x="1533525" y="1295400"/>
                </a:lnTo>
                <a:close/>
                <a:moveTo>
                  <a:pt x="495300" y="1304925"/>
                </a:moveTo>
                <a:lnTo>
                  <a:pt x="514350" y="1304925"/>
                </a:lnTo>
                <a:lnTo>
                  <a:pt x="514350" y="1323975"/>
                </a:lnTo>
                <a:lnTo>
                  <a:pt x="504825" y="1323975"/>
                </a:lnTo>
                <a:lnTo>
                  <a:pt x="504825" y="1314450"/>
                </a:lnTo>
                <a:lnTo>
                  <a:pt x="495300" y="1314450"/>
                </a:lnTo>
                <a:close/>
                <a:moveTo>
                  <a:pt x="1000125" y="1323975"/>
                </a:moveTo>
                <a:lnTo>
                  <a:pt x="1009650" y="1323975"/>
                </a:lnTo>
                <a:lnTo>
                  <a:pt x="1009650" y="1333500"/>
                </a:lnTo>
                <a:lnTo>
                  <a:pt x="1000125" y="1333500"/>
                </a:lnTo>
                <a:close/>
                <a:moveTo>
                  <a:pt x="1228725" y="1323975"/>
                </a:moveTo>
                <a:lnTo>
                  <a:pt x="1238250" y="1323975"/>
                </a:lnTo>
                <a:lnTo>
                  <a:pt x="1238250" y="1333500"/>
                </a:lnTo>
                <a:lnTo>
                  <a:pt x="1228725" y="1333500"/>
                </a:lnTo>
                <a:close/>
                <a:moveTo>
                  <a:pt x="1333500" y="1323975"/>
                </a:moveTo>
                <a:lnTo>
                  <a:pt x="1343025" y="1323975"/>
                </a:lnTo>
                <a:lnTo>
                  <a:pt x="1343025" y="1333500"/>
                </a:lnTo>
                <a:lnTo>
                  <a:pt x="1333500" y="1333500"/>
                </a:lnTo>
                <a:close/>
                <a:moveTo>
                  <a:pt x="1457325" y="1333500"/>
                </a:moveTo>
                <a:lnTo>
                  <a:pt x="1466850" y="1333500"/>
                </a:lnTo>
                <a:lnTo>
                  <a:pt x="1466850" y="1352550"/>
                </a:lnTo>
                <a:lnTo>
                  <a:pt x="1447800" y="1352550"/>
                </a:lnTo>
                <a:lnTo>
                  <a:pt x="1447800" y="1343025"/>
                </a:lnTo>
                <a:lnTo>
                  <a:pt x="1457325" y="1343025"/>
                </a:lnTo>
                <a:close/>
                <a:moveTo>
                  <a:pt x="542925" y="1381125"/>
                </a:moveTo>
                <a:lnTo>
                  <a:pt x="552450" y="1381125"/>
                </a:lnTo>
                <a:lnTo>
                  <a:pt x="552450" y="1390650"/>
                </a:lnTo>
                <a:lnTo>
                  <a:pt x="542925" y="1390650"/>
                </a:lnTo>
                <a:close/>
                <a:moveTo>
                  <a:pt x="904875" y="1381125"/>
                </a:moveTo>
                <a:lnTo>
                  <a:pt x="981075" y="1381125"/>
                </a:lnTo>
                <a:lnTo>
                  <a:pt x="981075" y="1400175"/>
                </a:lnTo>
                <a:lnTo>
                  <a:pt x="962025" y="1400175"/>
                </a:lnTo>
                <a:lnTo>
                  <a:pt x="962025" y="1390650"/>
                </a:lnTo>
                <a:lnTo>
                  <a:pt x="923925" y="1390650"/>
                </a:lnTo>
                <a:lnTo>
                  <a:pt x="923925" y="1400175"/>
                </a:lnTo>
                <a:lnTo>
                  <a:pt x="933450" y="1400175"/>
                </a:lnTo>
                <a:lnTo>
                  <a:pt x="933450" y="1409700"/>
                </a:lnTo>
                <a:lnTo>
                  <a:pt x="923925" y="1409700"/>
                </a:lnTo>
                <a:lnTo>
                  <a:pt x="923925" y="1419225"/>
                </a:lnTo>
                <a:lnTo>
                  <a:pt x="914400" y="1419225"/>
                </a:lnTo>
                <a:lnTo>
                  <a:pt x="914400" y="1390650"/>
                </a:lnTo>
                <a:lnTo>
                  <a:pt x="904875" y="1390650"/>
                </a:lnTo>
                <a:close/>
                <a:moveTo>
                  <a:pt x="1333500" y="1381125"/>
                </a:moveTo>
                <a:lnTo>
                  <a:pt x="1343025" y="1381125"/>
                </a:lnTo>
                <a:lnTo>
                  <a:pt x="1343025" y="1390650"/>
                </a:lnTo>
                <a:lnTo>
                  <a:pt x="1333500" y="1390650"/>
                </a:lnTo>
                <a:close/>
                <a:moveTo>
                  <a:pt x="695325" y="1390650"/>
                </a:moveTo>
                <a:lnTo>
                  <a:pt x="714375" y="1390650"/>
                </a:lnTo>
                <a:lnTo>
                  <a:pt x="714375" y="1400175"/>
                </a:lnTo>
                <a:lnTo>
                  <a:pt x="695325" y="1400175"/>
                </a:lnTo>
                <a:close/>
                <a:moveTo>
                  <a:pt x="952500" y="1400175"/>
                </a:moveTo>
                <a:lnTo>
                  <a:pt x="962025" y="1400175"/>
                </a:lnTo>
                <a:lnTo>
                  <a:pt x="962025" y="1409700"/>
                </a:lnTo>
                <a:lnTo>
                  <a:pt x="952500" y="1409700"/>
                </a:lnTo>
                <a:close/>
                <a:moveTo>
                  <a:pt x="323850" y="1409700"/>
                </a:moveTo>
                <a:lnTo>
                  <a:pt x="342900" y="1409700"/>
                </a:lnTo>
                <a:lnTo>
                  <a:pt x="342900" y="1419225"/>
                </a:lnTo>
                <a:lnTo>
                  <a:pt x="323850" y="1419225"/>
                </a:lnTo>
                <a:close/>
                <a:moveTo>
                  <a:pt x="228600" y="1485900"/>
                </a:moveTo>
                <a:lnTo>
                  <a:pt x="247650" y="1485900"/>
                </a:lnTo>
                <a:lnTo>
                  <a:pt x="247650" y="1495425"/>
                </a:lnTo>
                <a:lnTo>
                  <a:pt x="228600" y="1495425"/>
                </a:lnTo>
                <a:close/>
                <a:moveTo>
                  <a:pt x="228600" y="1504950"/>
                </a:moveTo>
                <a:lnTo>
                  <a:pt x="247650" y="1504950"/>
                </a:lnTo>
                <a:lnTo>
                  <a:pt x="247650" y="1524000"/>
                </a:lnTo>
                <a:lnTo>
                  <a:pt x="228600" y="1524000"/>
                </a:lnTo>
                <a:close/>
                <a:moveTo>
                  <a:pt x="457200" y="1562100"/>
                </a:moveTo>
                <a:lnTo>
                  <a:pt x="466725" y="1562100"/>
                </a:lnTo>
                <a:lnTo>
                  <a:pt x="466725" y="1571625"/>
                </a:lnTo>
                <a:lnTo>
                  <a:pt x="457200" y="1571625"/>
                </a:lnTo>
                <a:close/>
                <a:moveTo>
                  <a:pt x="295275" y="1590675"/>
                </a:moveTo>
                <a:lnTo>
                  <a:pt x="304800" y="1590675"/>
                </a:lnTo>
                <a:lnTo>
                  <a:pt x="304800" y="1609725"/>
                </a:lnTo>
                <a:lnTo>
                  <a:pt x="276225" y="1609725"/>
                </a:lnTo>
                <a:lnTo>
                  <a:pt x="276225" y="1600200"/>
                </a:lnTo>
                <a:lnTo>
                  <a:pt x="295275" y="1600200"/>
                </a:lnTo>
                <a:close/>
                <a:moveTo>
                  <a:pt x="523875" y="1609725"/>
                </a:moveTo>
                <a:lnTo>
                  <a:pt x="542925" y="1609725"/>
                </a:lnTo>
                <a:lnTo>
                  <a:pt x="542925" y="1619250"/>
                </a:lnTo>
                <a:lnTo>
                  <a:pt x="523875" y="1619250"/>
                </a:lnTo>
                <a:close/>
                <a:moveTo>
                  <a:pt x="542925" y="1619250"/>
                </a:moveTo>
                <a:lnTo>
                  <a:pt x="552450" y="1619250"/>
                </a:lnTo>
                <a:lnTo>
                  <a:pt x="552450" y="1628775"/>
                </a:lnTo>
                <a:lnTo>
                  <a:pt x="542925" y="1628775"/>
                </a:lnTo>
                <a:close/>
                <a:moveTo>
                  <a:pt x="400050" y="1628775"/>
                </a:moveTo>
                <a:lnTo>
                  <a:pt x="409575" y="1628775"/>
                </a:lnTo>
                <a:lnTo>
                  <a:pt x="409575" y="1638300"/>
                </a:lnTo>
                <a:lnTo>
                  <a:pt x="400050" y="1638300"/>
                </a:lnTo>
                <a:close/>
              </a:path>
            </a:pathLst>
          </a:custGeom>
          <a:solidFill xmlns:a="http://schemas.openxmlformats.org/drawingml/2006/main">
            <a:srgbClr val="F2F0E2"/>
          </a:solidFill>
          <a:ln xmlns:a="http://schemas.openxmlformats.org/drawingml/2006/main" w="0">
            <a:noFill/>
          </a:ln>
        </p:spPr>
      </p:sp>
      <p:sp>
        <p:nvSpPr>
          <p:cNvPr id="104" name="appearance vector #f5efe2">
            <a:extLst xmlns:a="http://schemas.openxmlformats.org/drawingml/2006/main">
              <a:ext uri="{FF2B5EF4-FFF2-40B4-BE49-F238E27FC236}">
                <a16:creationId xmlns:a16="http://schemas.microsoft.com/office/drawing/2014/main" id="{DC44E896-5A3F-42A4-8AB6-472408231EE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343400" y="5114925"/>
            <a:ext cx="1943100" cy="1666875"/>
          </a:xfrm>
          <a:custGeom xmlns:a="http://schemas.openxmlformats.org/drawingml/2006/main">
            <a:pathLst>
              <a:path w="1943100" h="1666875">
                <a:moveTo>
                  <a:pt x="47625" y="19050"/>
                </a:moveTo>
                <a:lnTo>
                  <a:pt x="57150" y="19050"/>
                </a:lnTo>
                <a:lnTo>
                  <a:pt x="57150" y="28575"/>
                </a:lnTo>
                <a:lnTo>
                  <a:pt x="47625" y="28575"/>
                </a:lnTo>
                <a:close/>
                <a:moveTo>
                  <a:pt x="714375" y="19050"/>
                </a:moveTo>
                <a:lnTo>
                  <a:pt x="723900" y="19050"/>
                </a:lnTo>
                <a:lnTo>
                  <a:pt x="723900" y="28575"/>
                </a:lnTo>
                <a:lnTo>
                  <a:pt x="714375" y="28575"/>
                </a:lnTo>
                <a:close/>
                <a:moveTo>
                  <a:pt x="942975" y="19050"/>
                </a:moveTo>
                <a:lnTo>
                  <a:pt x="962025" y="19050"/>
                </a:lnTo>
                <a:lnTo>
                  <a:pt x="962025" y="28575"/>
                </a:lnTo>
                <a:lnTo>
                  <a:pt x="942975" y="28575"/>
                </a:lnTo>
                <a:close/>
                <a:moveTo>
                  <a:pt x="971550" y="19050"/>
                </a:moveTo>
                <a:lnTo>
                  <a:pt x="990600" y="19050"/>
                </a:lnTo>
                <a:lnTo>
                  <a:pt x="990600" y="38100"/>
                </a:lnTo>
                <a:lnTo>
                  <a:pt x="981075" y="38100"/>
                </a:lnTo>
                <a:lnTo>
                  <a:pt x="981075" y="28575"/>
                </a:lnTo>
                <a:lnTo>
                  <a:pt x="971550" y="28575"/>
                </a:lnTo>
                <a:close/>
                <a:moveTo>
                  <a:pt x="1009650" y="19050"/>
                </a:moveTo>
                <a:lnTo>
                  <a:pt x="1019175" y="19050"/>
                </a:lnTo>
                <a:lnTo>
                  <a:pt x="1019175" y="28575"/>
                </a:lnTo>
                <a:lnTo>
                  <a:pt x="1009650" y="28575"/>
                </a:lnTo>
                <a:close/>
                <a:moveTo>
                  <a:pt x="1028700" y="19050"/>
                </a:moveTo>
                <a:lnTo>
                  <a:pt x="1038225" y="19050"/>
                </a:lnTo>
                <a:lnTo>
                  <a:pt x="1038225" y="28575"/>
                </a:lnTo>
                <a:lnTo>
                  <a:pt x="1028700" y="28575"/>
                </a:lnTo>
                <a:close/>
                <a:moveTo>
                  <a:pt x="1238250" y="19050"/>
                </a:moveTo>
                <a:lnTo>
                  <a:pt x="1257300" y="19050"/>
                </a:lnTo>
                <a:lnTo>
                  <a:pt x="1257300" y="38100"/>
                </a:lnTo>
                <a:lnTo>
                  <a:pt x="1238250" y="38100"/>
                </a:lnTo>
                <a:close/>
                <a:moveTo>
                  <a:pt x="1276350" y="19050"/>
                </a:moveTo>
                <a:lnTo>
                  <a:pt x="1295400" y="19050"/>
                </a:lnTo>
                <a:lnTo>
                  <a:pt x="1295400" y="28575"/>
                </a:lnTo>
                <a:lnTo>
                  <a:pt x="1276350" y="28575"/>
                </a:lnTo>
                <a:close/>
                <a:moveTo>
                  <a:pt x="1343025" y="19050"/>
                </a:moveTo>
                <a:lnTo>
                  <a:pt x="1352550" y="19050"/>
                </a:lnTo>
                <a:lnTo>
                  <a:pt x="1352550" y="28575"/>
                </a:lnTo>
                <a:lnTo>
                  <a:pt x="1343025" y="28575"/>
                </a:lnTo>
                <a:close/>
                <a:moveTo>
                  <a:pt x="1390650" y="19050"/>
                </a:moveTo>
                <a:lnTo>
                  <a:pt x="1400175" y="19050"/>
                </a:lnTo>
                <a:lnTo>
                  <a:pt x="1400175" y="28575"/>
                </a:lnTo>
                <a:lnTo>
                  <a:pt x="1390650" y="28575"/>
                </a:lnTo>
                <a:close/>
                <a:moveTo>
                  <a:pt x="1790700" y="19050"/>
                </a:moveTo>
                <a:lnTo>
                  <a:pt x="1800225" y="19050"/>
                </a:lnTo>
                <a:lnTo>
                  <a:pt x="1800225" y="28575"/>
                </a:lnTo>
                <a:lnTo>
                  <a:pt x="1790700" y="28575"/>
                </a:lnTo>
                <a:close/>
                <a:moveTo>
                  <a:pt x="723900" y="28575"/>
                </a:moveTo>
                <a:lnTo>
                  <a:pt x="771525" y="28575"/>
                </a:lnTo>
                <a:lnTo>
                  <a:pt x="771525" y="38100"/>
                </a:lnTo>
                <a:lnTo>
                  <a:pt x="723900" y="38100"/>
                </a:lnTo>
                <a:close/>
                <a:moveTo>
                  <a:pt x="781050" y="28575"/>
                </a:moveTo>
                <a:lnTo>
                  <a:pt x="800100" y="28575"/>
                </a:lnTo>
                <a:lnTo>
                  <a:pt x="800100" y="38100"/>
                </a:lnTo>
                <a:lnTo>
                  <a:pt x="781050" y="38100"/>
                </a:lnTo>
                <a:close/>
                <a:moveTo>
                  <a:pt x="962025" y="28575"/>
                </a:moveTo>
                <a:lnTo>
                  <a:pt x="971550" y="28575"/>
                </a:lnTo>
                <a:lnTo>
                  <a:pt x="971550" y="38100"/>
                </a:lnTo>
                <a:lnTo>
                  <a:pt x="962025" y="38100"/>
                </a:lnTo>
                <a:close/>
                <a:moveTo>
                  <a:pt x="1000125" y="28575"/>
                </a:moveTo>
                <a:lnTo>
                  <a:pt x="1009650" y="28575"/>
                </a:lnTo>
                <a:lnTo>
                  <a:pt x="1009650" y="38100"/>
                </a:lnTo>
                <a:lnTo>
                  <a:pt x="1000125" y="38100"/>
                </a:lnTo>
                <a:close/>
                <a:moveTo>
                  <a:pt x="1057275" y="28575"/>
                </a:moveTo>
                <a:lnTo>
                  <a:pt x="1095375" y="28575"/>
                </a:lnTo>
                <a:lnTo>
                  <a:pt x="1095375" y="38100"/>
                </a:lnTo>
                <a:lnTo>
                  <a:pt x="1057275" y="38100"/>
                </a:lnTo>
                <a:close/>
                <a:moveTo>
                  <a:pt x="647700" y="38100"/>
                </a:moveTo>
                <a:lnTo>
                  <a:pt x="657225" y="38100"/>
                </a:lnTo>
                <a:lnTo>
                  <a:pt x="657225" y="47625"/>
                </a:lnTo>
                <a:lnTo>
                  <a:pt x="647700" y="47625"/>
                </a:lnTo>
                <a:close/>
                <a:moveTo>
                  <a:pt x="695325" y="38100"/>
                </a:moveTo>
                <a:lnTo>
                  <a:pt x="714375" y="38100"/>
                </a:lnTo>
                <a:lnTo>
                  <a:pt x="714375" y="47625"/>
                </a:lnTo>
                <a:lnTo>
                  <a:pt x="695325" y="47625"/>
                </a:lnTo>
                <a:close/>
                <a:moveTo>
                  <a:pt x="1876425" y="57150"/>
                </a:moveTo>
                <a:lnTo>
                  <a:pt x="1885950" y="57150"/>
                </a:lnTo>
                <a:lnTo>
                  <a:pt x="1885950" y="66675"/>
                </a:lnTo>
                <a:lnTo>
                  <a:pt x="1876425" y="66675"/>
                </a:lnTo>
                <a:close/>
                <a:moveTo>
                  <a:pt x="1905000" y="95250"/>
                </a:moveTo>
                <a:lnTo>
                  <a:pt x="1914525" y="95250"/>
                </a:lnTo>
                <a:lnTo>
                  <a:pt x="1914525" y="152400"/>
                </a:lnTo>
                <a:lnTo>
                  <a:pt x="1924050" y="152400"/>
                </a:lnTo>
                <a:lnTo>
                  <a:pt x="1924050" y="190500"/>
                </a:lnTo>
                <a:lnTo>
                  <a:pt x="1905000" y="190500"/>
                </a:lnTo>
                <a:lnTo>
                  <a:pt x="1905000" y="114300"/>
                </a:lnTo>
                <a:lnTo>
                  <a:pt x="1895475" y="114300"/>
                </a:lnTo>
                <a:lnTo>
                  <a:pt x="1895475" y="104775"/>
                </a:lnTo>
                <a:lnTo>
                  <a:pt x="1905000" y="104775"/>
                </a:lnTo>
                <a:close/>
                <a:moveTo>
                  <a:pt x="95250" y="123825"/>
                </a:moveTo>
                <a:lnTo>
                  <a:pt x="104775" y="123825"/>
                </a:lnTo>
                <a:lnTo>
                  <a:pt x="104775" y="133350"/>
                </a:lnTo>
                <a:lnTo>
                  <a:pt x="114300" y="133350"/>
                </a:lnTo>
                <a:lnTo>
                  <a:pt x="114300" y="152400"/>
                </a:lnTo>
                <a:lnTo>
                  <a:pt x="95250" y="152400"/>
                </a:lnTo>
                <a:close/>
                <a:moveTo>
                  <a:pt x="714375" y="219075"/>
                </a:moveTo>
                <a:lnTo>
                  <a:pt x="723900" y="219075"/>
                </a:lnTo>
                <a:lnTo>
                  <a:pt x="723900" y="238125"/>
                </a:lnTo>
                <a:lnTo>
                  <a:pt x="714375" y="238125"/>
                </a:lnTo>
                <a:close/>
                <a:moveTo>
                  <a:pt x="1209675" y="228600"/>
                </a:moveTo>
                <a:lnTo>
                  <a:pt x="1219200" y="228600"/>
                </a:lnTo>
                <a:lnTo>
                  <a:pt x="1219200" y="238125"/>
                </a:lnTo>
                <a:lnTo>
                  <a:pt x="1209675" y="238125"/>
                </a:lnTo>
                <a:close/>
                <a:moveTo>
                  <a:pt x="638175" y="238125"/>
                </a:moveTo>
                <a:lnTo>
                  <a:pt x="676275" y="238125"/>
                </a:lnTo>
                <a:lnTo>
                  <a:pt x="676275" y="247650"/>
                </a:lnTo>
                <a:lnTo>
                  <a:pt x="638175" y="247650"/>
                </a:lnTo>
                <a:close/>
                <a:moveTo>
                  <a:pt x="57150" y="485775"/>
                </a:moveTo>
                <a:lnTo>
                  <a:pt x="66675" y="485775"/>
                </a:lnTo>
                <a:lnTo>
                  <a:pt x="66675" y="495300"/>
                </a:lnTo>
                <a:lnTo>
                  <a:pt x="57150" y="495300"/>
                </a:lnTo>
                <a:close/>
                <a:moveTo>
                  <a:pt x="1914525" y="495300"/>
                </a:moveTo>
                <a:lnTo>
                  <a:pt x="1924050" y="495300"/>
                </a:lnTo>
                <a:lnTo>
                  <a:pt x="1924050" y="514350"/>
                </a:lnTo>
                <a:lnTo>
                  <a:pt x="1914525" y="514350"/>
                </a:lnTo>
                <a:close/>
                <a:moveTo>
                  <a:pt x="876300" y="533400"/>
                </a:moveTo>
                <a:lnTo>
                  <a:pt x="895350" y="533400"/>
                </a:lnTo>
                <a:lnTo>
                  <a:pt x="895350" y="552450"/>
                </a:lnTo>
                <a:lnTo>
                  <a:pt x="885825" y="552450"/>
                </a:lnTo>
                <a:lnTo>
                  <a:pt x="885825" y="542925"/>
                </a:lnTo>
                <a:lnTo>
                  <a:pt x="876300" y="542925"/>
                </a:lnTo>
                <a:close/>
                <a:moveTo>
                  <a:pt x="1895475" y="600075"/>
                </a:moveTo>
                <a:lnTo>
                  <a:pt x="1914525" y="600075"/>
                </a:lnTo>
                <a:lnTo>
                  <a:pt x="1914525" y="609600"/>
                </a:lnTo>
                <a:lnTo>
                  <a:pt x="1895475" y="609600"/>
                </a:lnTo>
                <a:close/>
                <a:moveTo>
                  <a:pt x="1885950" y="609600"/>
                </a:moveTo>
                <a:lnTo>
                  <a:pt x="1895475" y="609600"/>
                </a:lnTo>
                <a:lnTo>
                  <a:pt x="1895475" y="619125"/>
                </a:lnTo>
                <a:lnTo>
                  <a:pt x="1885950" y="619125"/>
                </a:lnTo>
                <a:close/>
                <a:moveTo>
                  <a:pt x="1895475" y="619125"/>
                </a:moveTo>
                <a:lnTo>
                  <a:pt x="1905000" y="619125"/>
                </a:lnTo>
                <a:lnTo>
                  <a:pt x="1905000" y="628650"/>
                </a:lnTo>
                <a:lnTo>
                  <a:pt x="1895475" y="628650"/>
                </a:lnTo>
                <a:close/>
                <a:moveTo>
                  <a:pt x="1704975" y="638175"/>
                </a:moveTo>
                <a:lnTo>
                  <a:pt x="1714500" y="638175"/>
                </a:lnTo>
                <a:lnTo>
                  <a:pt x="1714500" y="647700"/>
                </a:lnTo>
                <a:lnTo>
                  <a:pt x="1704975" y="647700"/>
                </a:lnTo>
                <a:close/>
                <a:moveTo>
                  <a:pt x="1695450" y="657225"/>
                </a:moveTo>
                <a:lnTo>
                  <a:pt x="1704975" y="657225"/>
                </a:lnTo>
                <a:lnTo>
                  <a:pt x="1704975" y="666750"/>
                </a:lnTo>
                <a:lnTo>
                  <a:pt x="1695450" y="666750"/>
                </a:lnTo>
                <a:close/>
                <a:moveTo>
                  <a:pt x="1685925" y="676275"/>
                </a:moveTo>
                <a:lnTo>
                  <a:pt x="1714500" y="676275"/>
                </a:lnTo>
                <a:lnTo>
                  <a:pt x="1714500" y="704850"/>
                </a:lnTo>
                <a:lnTo>
                  <a:pt x="1733550" y="704850"/>
                </a:lnTo>
                <a:lnTo>
                  <a:pt x="1733550" y="714375"/>
                </a:lnTo>
                <a:lnTo>
                  <a:pt x="1743075" y="714375"/>
                </a:lnTo>
                <a:lnTo>
                  <a:pt x="1743075" y="723900"/>
                </a:lnTo>
                <a:lnTo>
                  <a:pt x="1733550" y="723900"/>
                </a:lnTo>
                <a:lnTo>
                  <a:pt x="1733550" y="733425"/>
                </a:lnTo>
                <a:lnTo>
                  <a:pt x="1743075" y="733425"/>
                </a:lnTo>
                <a:lnTo>
                  <a:pt x="1743075" y="742950"/>
                </a:lnTo>
                <a:lnTo>
                  <a:pt x="1762125" y="742950"/>
                </a:lnTo>
                <a:lnTo>
                  <a:pt x="1762125" y="762000"/>
                </a:lnTo>
                <a:lnTo>
                  <a:pt x="1743075" y="762000"/>
                </a:lnTo>
                <a:lnTo>
                  <a:pt x="1743075" y="771525"/>
                </a:lnTo>
                <a:lnTo>
                  <a:pt x="1733550" y="771525"/>
                </a:lnTo>
                <a:lnTo>
                  <a:pt x="1733550" y="752475"/>
                </a:lnTo>
                <a:lnTo>
                  <a:pt x="1714500" y="752475"/>
                </a:lnTo>
                <a:lnTo>
                  <a:pt x="1714500" y="771525"/>
                </a:lnTo>
                <a:lnTo>
                  <a:pt x="1704975" y="771525"/>
                </a:lnTo>
                <a:lnTo>
                  <a:pt x="1704975" y="781050"/>
                </a:lnTo>
                <a:lnTo>
                  <a:pt x="1695450" y="781050"/>
                </a:lnTo>
                <a:lnTo>
                  <a:pt x="1695450" y="771525"/>
                </a:lnTo>
                <a:lnTo>
                  <a:pt x="1685925" y="771525"/>
                </a:lnTo>
                <a:lnTo>
                  <a:pt x="1685925" y="762000"/>
                </a:lnTo>
                <a:lnTo>
                  <a:pt x="1666875" y="762000"/>
                </a:lnTo>
                <a:lnTo>
                  <a:pt x="1666875" y="752475"/>
                </a:lnTo>
                <a:lnTo>
                  <a:pt x="1647825" y="752475"/>
                </a:lnTo>
                <a:lnTo>
                  <a:pt x="1647825" y="742950"/>
                </a:lnTo>
                <a:lnTo>
                  <a:pt x="1638300" y="742950"/>
                </a:lnTo>
                <a:lnTo>
                  <a:pt x="1638300" y="714375"/>
                </a:lnTo>
                <a:lnTo>
                  <a:pt x="1647825" y="714375"/>
                </a:lnTo>
                <a:lnTo>
                  <a:pt x="1647825" y="704850"/>
                </a:lnTo>
                <a:lnTo>
                  <a:pt x="1676400" y="704850"/>
                </a:lnTo>
                <a:lnTo>
                  <a:pt x="1676400" y="733425"/>
                </a:lnTo>
                <a:lnTo>
                  <a:pt x="1685925" y="733425"/>
                </a:lnTo>
                <a:lnTo>
                  <a:pt x="1685925" y="742950"/>
                </a:lnTo>
                <a:lnTo>
                  <a:pt x="1704975" y="742950"/>
                </a:lnTo>
                <a:lnTo>
                  <a:pt x="1704975" y="723900"/>
                </a:lnTo>
                <a:lnTo>
                  <a:pt x="1695450" y="723900"/>
                </a:lnTo>
                <a:lnTo>
                  <a:pt x="1695450" y="695325"/>
                </a:lnTo>
                <a:lnTo>
                  <a:pt x="1685925" y="695325"/>
                </a:lnTo>
                <a:close/>
                <a:moveTo>
                  <a:pt x="1743075" y="676275"/>
                </a:moveTo>
                <a:lnTo>
                  <a:pt x="1762125" y="676275"/>
                </a:lnTo>
                <a:lnTo>
                  <a:pt x="1762125" y="695325"/>
                </a:lnTo>
                <a:lnTo>
                  <a:pt x="1743075" y="695325"/>
                </a:lnTo>
                <a:close/>
                <a:moveTo>
                  <a:pt x="276225" y="685800"/>
                </a:moveTo>
                <a:lnTo>
                  <a:pt x="304800" y="685800"/>
                </a:lnTo>
                <a:lnTo>
                  <a:pt x="304800" y="695325"/>
                </a:lnTo>
                <a:lnTo>
                  <a:pt x="295275" y="695325"/>
                </a:lnTo>
                <a:lnTo>
                  <a:pt x="295275" y="704850"/>
                </a:lnTo>
                <a:lnTo>
                  <a:pt x="285750" y="704850"/>
                </a:lnTo>
                <a:lnTo>
                  <a:pt x="285750" y="714375"/>
                </a:lnTo>
                <a:lnTo>
                  <a:pt x="266700" y="714375"/>
                </a:lnTo>
                <a:lnTo>
                  <a:pt x="266700" y="695325"/>
                </a:lnTo>
                <a:lnTo>
                  <a:pt x="276225" y="695325"/>
                </a:lnTo>
                <a:close/>
                <a:moveTo>
                  <a:pt x="1790700" y="685800"/>
                </a:moveTo>
                <a:lnTo>
                  <a:pt x="1819275" y="685800"/>
                </a:lnTo>
                <a:lnTo>
                  <a:pt x="1819275" y="704850"/>
                </a:lnTo>
                <a:lnTo>
                  <a:pt x="1828800" y="704850"/>
                </a:lnTo>
                <a:lnTo>
                  <a:pt x="1828800" y="742950"/>
                </a:lnTo>
                <a:lnTo>
                  <a:pt x="1809750" y="742950"/>
                </a:lnTo>
                <a:lnTo>
                  <a:pt x="1809750" y="714375"/>
                </a:lnTo>
                <a:lnTo>
                  <a:pt x="1800225" y="714375"/>
                </a:lnTo>
                <a:lnTo>
                  <a:pt x="1800225" y="695325"/>
                </a:lnTo>
                <a:lnTo>
                  <a:pt x="1790700" y="695325"/>
                </a:lnTo>
                <a:close/>
                <a:moveTo>
                  <a:pt x="1905000" y="704850"/>
                </a:moveTo>
                <a:lnTo>
                  <a:pt x="1914525" y="704850"/>
                </a:lnTo>
                <a:lnTo>
                  <a:pt x="1914525" y="723900"/>
                </a:lnTo>
                <a:lnTo>
                  <a:pt x="1905000" y="723900"/>
                </a:lnTo>
                <a:close/>
                <a:moveTo>
                  <a:pt x="1866900" y="723900"/>
                </a:moveTo>
                <a:lnTo>
                  <a:pt x="1885950" y="723900"/>
                </a:lnTo>
                <a:lnTo>
                  <a:pt x="1885950" y="742950"/>
                </a:lnTo>
                <a:lnTo>
                  <a:pt x="1866900" y="742950"/>
                </a:lnTo>
                <a:close/>
                <a:moveTo>
                  <a:pt x="609600" y="733425"/>
                </a:moveTo>
                <a:lnTo>
                  <a:pt x="628650" y="733425"/>
                </a:lnTo>
                <a:lnTo>
                  <a:pt x="628650" y="742950"/>
                </a:lnTo>
                <a:lnTo>
                  <a:pt x="619125" y="742950"/>
                </a:lnTo>
                <a:lnTo>
                  <a:pt x="619125" y="752475"/>
                </a:lnTo>
                <a:lnTo>
                  <a:pt x="609600" y="752475"/>
                </a:lnTo>
                <a:close/>
                <a:moveTo>
                  <a:pt x="1781175" y="752475"/>
                </a:moveTo>
                <a:lnTo>
                  <a:pt x="1790700" y="752475"/>
                </a:lnTo>
                <a:lnTo>
                  <a:pt x="1790700" y="781050"/>
                </a:lnTo>
                <a:lnTo>
                  <a:pt x="1781175" y="781050"/>
                </a:lnTo>
                <a:close/>
                <a:moveTo>
                  <a:pt x="1704975" y="781050"/>
                </a:moveTo>
                <a:lnTo>
                  <a:pt x="1714500" y="781050"/>
                </a:lnTo>
                <a:lnTo>
                  <a:pt x="1714500" y="790575"/>
                </a:lnTo>
                <a:lnTo>
                  <a:pt x="1704975" y="790575"/>
                </a:lnTo>
                <a:close/>
                <a:moveTo>
                  <a:pt x="1676400" y="800100"/>
                </a:moveTo>
                <a:lnTo>
                  <a:pt x="1685925" y="800100"/>
                </a:lnTo>
                <a:lnTo>
                  <a:pt x="1685925" y="809625"/>
                </a:lnTo>
                <a:lnTo>
                  <a:pt x="1676400" y="809625"/>
                </a:lnTo>
                <a:close/>
                <a:moveTo>
                  <a:pt x="1695450" y="809625"/>
                </a:moveTo>
                <a:lnTo>
                  <a:pt x="1704975" y="809625"/>
                </a:lnTo>
                <a:lnTo>
                  <a:pt x="1704975" y="819150"/>
                </a:lnTo>
                <a:lnTo>
                  <a:pt x="1695450" y="819150"/>
                </a:lnTo>
                <a:close/>
                <a:moveTo>
                  <a:pt x="1914525" y="828675"/>
                </a:moveTo>
                <a:lnTo>
                  <a:pt x="1924050" y="828675"/>
                </a:lnTo>
                <a:lnTo>
                  <a:pt x="1924050" y="857250"/>
                </a:lnTo>
                <a:lnTo>
                  <a:pt x="1905000" y="857250"/>
                </a:lnTo>
                <a:lnTo>
                  <a:pt x="1905000" y="847725"/>
                </a:lnTo>
                <a:lnTo>
                  <a:pt x="1914525" y="847725"/>
                </a:lnTo>
                <a:close/>
                <a:moveTo>
                  <a:pt x="1676400" y="866775"/>
                </a:moveTo>
                <a:lnTo>
                  <a:pt x="1685925" y="866775"/>
                </a:lnTo>
                <a:lnTo>
                  <a:pt x="1685925" y="876300"/>
                </a:lnTo>
                <a:lnTo>
                  <a:pt x="1676400" y="876300"/>
                </a:lnTo>
                <a:close/>
                <a:moveTo>
                  <a:pt x="1143000" y="876300"/>
                </a:moveTo>
                <a:lnTo>
                  <a:pt x="1152525" y="876300"/>
                </a:lnTo>
                <a:lnTo>
                  <a:pt x="1152525" y="885825"/>
                </a:lnTo>
                <a:lnTo>
                  <a:pt x="1143000" y="885825"/>
                </a:lnTo>
                <a:close/>
                <a:moveTo>
                  <a:pt x="1666875" y="876300"/>
                </a:moveTo>
                <a:lnTo>
                  <a:pt x="1676400" y="876300"/>
                </a:lnTo>
                <a:lnTo>
                  <a:pt x="1676400" y="885825"/>
                </a:lnTo>
                <a:lnTo>
                  <a:pt x="1666875" y="885825"/>
                </a:lnTo>
                <a:close/>
                <a:moveTo>
                  <a:pt x="1352550" y="885825"/>
                </a:moveTo>
                <a:lnTo>
                  <a:pt x="1362075" y="885825"/>
                </a:lnTo>
                <a:lnTo>
                  <a:pt x="1362075" y="904875"/>
                </a:lnTo>
                <a:lnTo>
                  <a:pt x="1352550" y="904875"/>
                </a:lnTo>
                <a:close/>
                <a:moveTo>
                  <a:pt x="1628775" y="933450"/>
                </a:moveTo>
                <a:lnTo>
                  <a:pt x="1638300" y="933450"/>
                </a:lnTo>
                <a:lnTo>
                  <a:pt x="1638300" y="942975"/>
                </a:lnTo>
                <a:lnTo>
                  <a:pt x="1628775" y="942975"/>
                </a:lnTo>
                <a:close/>
                <a:moveTo>
                  <a:pt x="457200" y="942975"/>
                </a:moveTo>
                <a:lnTo>
                  <a:pt x="466725" y="942975"/>
                </a:lnTo>
                <a:lnTo>
                  <a:pt x="466725" y="952500"/>
                </a:lnTo>
                <a:lnTo>
                  <a:pt x="457200" y="952500"/>
                </a:lnTo>
                <a:close/>
                <a:moveTo>
                  <a:pt x="942975" y="942975"/>
                </a:moveTo>
                <a:lnTo>
                  <a:pt x="952500" y="942975"/>
                </a:lnTo>
                <a:lnTo>
                  <a:pt x="952500" y="952500"/>
                </a:lnTo>
                <a:lnTo>
                  <a:pt x="962025" y="952500"/>
                </a:lnTo>
                <a:lnTo>
                  <a:pt x="962025" y="990600"/>
                </a:lnTo>
                <a:lnTo>
                  <a:pt x="952500" y="990600"/>
                </a:lnTo>
                <a:lnTo>
                  <a:pt x="952500" y="971550"/>
                </a:lnTo>
                <a:lnTo>
                  <a:pt x="933450" y="971550"/>
                </a:lnTo>
                <a:lnTo>
                  <a:pt x="933450" y="952500"/>
                </a:lnTo>
                <a:lnTo>
                  <a:pt x="942975" y="952500"/>
                </a:lnTo>
                <a:close/>
                <a:moveTo>
                  <a:pt x="971550" y="952500"/>
                </a:moveTo>
                <a:lnTo>
                  <a:pt x="981075" y="952500"/>
                </a:lnTo>
                <a:lnTo>
                  <a:pt x="981075" y="962025"/>
                </a:lnTo>
                <a:lnTo>
                  <a:pt x="971550" y="962025"/>
                </a:lnTo>
                <a:close/>
                <a:moveTo>
                  <a:pt x="1409700" y="952500"/>
                </a:moveTo>
                <a:lnTo>
                  <a:pt x="1428750" y="952500"/>
                </a:lnTo>
                <a:lnTo>
                  <a:pt x="1428750" y="971550"/>
                </a:lnTo>
                <a:lnTo>
                  <a:pt x="1409700" y="971550"/>
                </a:lnTo>
                <a:close/>
                <a:moveTo>
                  <a:pt x="1590675" y="952500"/>
                </a:moveTo>
                <a:lnTo>
                  <a:pt x="1600200" y="952500"/>
                </a:lnTo>
                <a:lnTo>
                  <a:pt x="1600200" y="962025"/>
                </a:lnTo>
                <a:lnTo>
                  <a:pt x="1590675" y="962025"/>
                </a:lnTo>
                <a:close/>
                <a:moveTo>
                  <a:pt x="771525" y="962025"/>
                </a:moveTo>
                <a:lnTo>
                  <a:pt x="790575" y="962025"/>
                </a:lnTo>
                <a:lnTo>
                  <a:pt x="790575" y="981075"/>
                </a:lnTo>
                <a:lnTo>
                  <a:pt x="819150" y="981075"/>
                </a:lnTo>
                <a:lnTo>
                  <a:pt x="819150" y="1000125"/>
                </a:lnTo>
                <a:lnTo>
                  <a:pt x="828675" y="1000125"/>
                </a:lnTo>
                <a:lnTo>
                  <a:pt x="828675" y="990600"/>
                </a:lnTo>
                <a:lnTo>
                  <a:pt x="847725" y="990600"/>
                </a:lnTo>
                <a:lnTo>
                  <a:pt x="847725" y="1000125"/>
                </a:lnTo>
                <a:lnTo>
                  <a:pt x="866775" y="1000125"/>
                </a:lnTo>
                <a:lnTo>
                  <a:pt x="866775" y="990600"/>
                </a:lnTo>
                <a:lnTo>
                  <a:pt x="876300" y="990600"/>
                </a:lnTo>
                <a:lnTo>
                  <a:pt x="876300" y="971550"/>
                </a:lnTo>
                <a:lnTo>
                  <a:pt x="885825" y="971550"/>
                </a:lnTo>
                <a:lnTo>
                  <a:pt x="885825" y="1019175"/>
                </a:lnTo>
                <a:lnTo>
                  <a:pt x="876300" y="1019175"/>
                </a:lnTo>
                <a:lnTo>
                  <a:pt x="876300" y="1028700"/>
                </a:lnTo>
                <a:lnTo>
                  <a:pt x="828675" y="1028700"/>
                </a:lnTo>
                <a:lnTo>
                  <a:pt x="828675" y="1009650"/>
                </a:lnTo>
                <a:lnTo>
                  <a:pt x="800100" y="1009650"/>
                </a:lnTo>
                <a:lnTo>
                  <a:pt x="800100" y="1019175"/>
                </a:lnTo>
                <a:lnTo>
                  <a:pt x="771525" y="1019175"/>
                </a:lnTo>
                <a:lnTo>
                  <a:pt x="771525" y="1000125"/>
                </a:lnTo>
                <a:lnTo>
                  <a:pt x="781050" y="1000125"/>
                </a:lnTo>
                <a:lnTo>
                  <a:pt x="781050" y="981075"/>
                </a:lnTo>
                <a:lnTo>
                  <a:pt x="762000" y="981075"/>
                </a:lnTo>
                <a:lnTo>
                  <a:pt x="762000" y="971550"/>
                </a:lnTo>
                <a:lnTo>
                  <a:pt x="771525" y="971550"/>
                </a:lnTo>
                <a:close/>
                <a:moveTo>
                  <a:pt x="1228725" y="962025"/>
                </a:moveTo>
                <a:lnTo>
                  <a:pt x="1285875" y="962025"/>
                </a:lnTo>
                <a:lnTo>
                  <a:pt x="1285875" y="981075"/>
                </a:lnTo>
                <a:lnTo>
                  <a:pt x="1266825" y="981075"/>
                </a:lnTo>
                <a:lnTo>
                  <a:pt x="1266825" y="971550"/>
                </a:lnTo>
                <a:lnTo>
                  <a:pt x="1228725" y="971550"/>
                </a:lnTo>
                <a:close/>
                <a:moveTo>
                  <a:pt x="1314450" y="962025"/>
                </a:moveTo>
                <a:lnTo>
                  <a:pt x="1333500" y="962025"/>
                </a:lnTo>
                <a:lnTo>
                  <a:pt x="1333500" y="971550"/>
                </a:lnTo>
                <a:lnTo>
                  <a:pt x="1314450" y="971550"/>
                </a:lnTo>
                <a:close/>
                <a:moveTo>
                  <a:pt x="1371600" y="962025"/>
                </a:moveTo>
                <a:lnTo>
                  <a:pt x="1381125" y="962025"/>
                </a:lnTo>
                <a:lnTo>
                  <a:pt x="1381125" y="981075"/>
                </a:lnTo>
                <a:lnTo>
                  <a:pt x="1362075" y="981075"/>
                </a:lnTo>
                <a:lnTo>
                  <a:pt x="1362075" y="971550"/>
                </a:lnTo>
                <a:lnTo>
                  <a:pt x="1371600" y="971550"/>
                </a:lnTo>
                <a:close/>
                <a:moveTo>
                  <a:pt x="1514475" y="962025"/>
                </a:moveTo>
                <a:lnTo>
                  <a:pt x="1543050" y="962025"/>
                </a:lnTo>
                <a:lnTo>
                  <a:pt x="1543050" y="971550"/>
                </a:lnTo>
                <a:lnTo>
                  <a:pt x="1552575" y="971550"/>
                </a:lnTo>
                <a:lnTo>
                  <a:pt x="1552575" y="981075"/>
                </a:lnTo>
                <a:lnTo>
                  <a:pt x="1562100" y="981075"/>
                </a:lnTo>
                <a:lnTo>
                  <a:pt x="1562100" y="1009650"/>
                </a:lnTo>
                <a:lnTo>
                  <a:pt x="1533525" y="1009650"/>
                </a:lnTo>
                <a:lnTo>
                  <a:pt x="1533525" y="990600"/>
                </a:lnTo>
                <a:lnTo>
                  <a:pt x="1514475" y="990600"/>
                </a:lnTo>
                <a:close/>
                <a:moveTo>
                  <a:pt x="504825" y="971550"/>
                </a:moveTo>
                <a:lnTo>
                  <a:pt x="523875" y="971550"/>
                </a:lnTo>
                <a:lnTo>
                  <a:pt x="523875" y="981075"/>
                </a:lnTo>
                <a:lnTo>
                  <a:pt x="504825" y="981075"/>
                </a:lnTo>
                <a:close/>
                <a:moveTo>
                  <a:pt x="742950" y="971550"/>
                </a:moveTo>
                <a:lnTo>
                  <a:pt x="752475" y="971550"/>
                </a:lnTo>
                <a:lnTo>
                  <a:pt x="752475" y="981075"/>
                </a:lnTo>
                <a:lnTo>
                  <a:pt x="742950" y="981075"/>
                </a:lnTo>
                <a:close/>
                <a:moveTo>
                  <a:pt x="1428750" y="971550"/>
                </a:moveTo>
                <a:lnTo>
                  <a:pt x="1466850" y="971550"/>
                </a:lnTo>
                <a:lnTo>
                  <a:pt x="1466850" y="981075"/>
                </a:lnTo>
                <a:lnTo>
                  <a:pt x="1457325" y="981075"/>
                </a:lnTo>
                <a:lnTo>
                  <a:pt x="1457325" y="990600"/>
                </a:lnTo>
                <a:lnTo>
                  <a:pt x="1447800" y="990600"/>
                </a:lnTo>
                <a:lnTo>
                  <a:pt x="1447800" y="981075"/>
                </a:lnTo>
                <a:lnTo>
                  <a:pt x="1438275" y="981075"/>
                </a:lnTo>
                <a:lnTo>
                  <a:pt x="1438275" y="990600"/>
                </a:lnTo>
                <a:lnTo>
                  <a:pt x="1447800" y="990600"/>
                </a:lnTo>
                <a:lnTo>
                  <a:pt x="1447800" y="1000125"/>
                </a:lnTo>
                <a:lnTo>
                  <a:pt x="1476375" y="1000125"/>
                </a:lnTo>
                <a:lnTo>
                  <a:pt x="1476375" y="1009650"/>
                </a:lnTo>
                <a:lnTo>
                  <a:pt x="1447800" y="1009650"/>
                </a:lnTo>
                <a:lnTo>
                  <a:pt x="1447800" y="1019175"/>
                </a:lnTo>
                <a:lnTo>
                  <a:pt x="1428750" y="1019175"/>
                </a:lnTo>
                <a:lnTo>
                  <a:pt x="1428750" y="1009650"/>
                </a:lnTo>
                <a:lnTo>
                  <a:pt x="1419225" y="1009650"/>
                </a:lnTo>
                <a:lnTo>
                  <a:pt x="1419225" y="1000125"/>
                </a:lnTo>
                <a:lnTo>
                  <a:pt x="1428750" y="1000125"/>
                </a:lnTo>
                <a:close/>
                <a:moveTo>
                  <a:pt x="485775" y="981075"/>
                </a:moveTo>
                <a:lnTo>
                  <a:pt x="495300" y="981075"/>
                </a:lnTo>
                <a:lnTo>
                  <a:pt x="495300" y="990600"/>
                </a:lnTo>
                <a:lnTo>
                  <a:pt x="485775" y="990600"/>
                </a:lnTo>
                <a:close/>
                <a:moveTo>
                  <a:pt x="361950" y="990600"/>
                </a:moveTo>
                <a:lnTo>
                  <a:pt x="371475" y="990600"/>
                </a:lnTo>
                <a:lnTo>
                  <a:pt x="371475" y="1000125"/>
                </a:lnTo>
                <a:lnTo>
                  <a:pt x="361950" y="1000125"/>
                </a:lnTo>
                <a:close/>
                <a:moveTo>
                  <a:pt x="438150" y="990600"/>
                </a:moveTo>
                <a:lnTo>
                  <a:pt x="457200" y="990600"/>
                </a:lnTo>
                <a:lnTo>
                  <a:pt x="457200" y="1000125"/>
                </a:lnTo>
                <a:lnTo>
                  <a:pt x="447675" y="1000125"/>
                </a:lnTo>
                <a:lnTo>
                  <a:pt x="447675" y="1009650"/>
                </a:lnTo>
                <a:lnTo>
                  <a:pt x="438150" y="1009650"/>
                </a:lnTo>
                <a:close/>
                <a:moveTo>
                  <a:pt x="619125" y="990600"/>
                </a:moveTo>
                <a:lnTo>
                  <a:pt x="638175" y="990600"/>
                </a:lnTo>
                <a:lnTo>
                  <a:pt x="638175" y="1000125"/>
                </a:lnTo>
                <a:lnTo>
                  <a:pt x="647700" y="1000125"/>
                </a:lnTo>
                <a:lnTo>
                  <a:pt x="647700" y="1019175"/>
                </a:lnTo>
                <a:lnTo>
                  <a:pt x="619125" y="1019175"/>
                </a:lnTo>
                <a:close/>
                <a:moveTo>
                  <a:pt x="962025" y="990600"/>
                </a:moveTo>
                <a:lnTo>
                  <a:pt x="971550" y="990600"/>
                </a:lnTo>
                <a:lnTo>
                  <a:pt x="971550" y="1000125"/>
                </a:lnTo>
                <a:lnTo>
                  <a:pt x="962025" y="1000125"/>
                </a:lnTo>
                <a:close/>
                <a:moveTo>
                  <a:pt x="1133475" y="990600"/>
                </a:moveTo>
                <a:lnTo>
                  <a:pt x="1143000" y="990600"/>
                </a:lnTo>
                <a:lnTo>
                  <a:pt x="1143000" y="1000125"/>
                </a:lnTo>
                <a:lnTo>
                  <a:pt x="1133475" y="1000125"/>
                </a:lnTo>
                <a:close/>
                <a:moveTo>
                  <a:pt x="295275" y="1000125"/>
                </a:moveTo>
                <a:lnTo>
                  <a:pt x="304800" y="1000125"/>
                </a:lnTo>
                <a:lnTo>
                  <a:pt x="304800" y="1009650"/>
                </a:lnTo>
                <a:lnTo>
                  <a:pt x="295275" y="1009650"/>
                </a:lnTo>
                <a:close/>
                <a:moveTo>
                  <a:pt x="352425" y="1000125"/>
                </a:moveTo>
                <a:lnTo>
                  <a:pt x="361950" y="1000125"/>
                </a:lnTo>
                <a:lnTo>
                  <a:pt x="361950" y="1009650"/>
                </a:lnTo>
                <a:lnTo>
                  <a:pt x="371475" y="1009650"/>
                </a:lnTo>
                <a:lnTo>
                  <a:pt x="371475" y="1019175"/>
                </a:lnTo>
                <a:lnTo>
                  <a:pt x="333375" y="1019175"/>
                </a:lnTo>
                <a:lnTo>
                  <a:pt x="333375" y="1009650"/>
                </a:lnTo>
                <a:lnTo>
                  <a:pt x="352425" y="1009650"/>
                </a:lnTo>
                <a:close/>
                <a:moveTo>
                  <a:pt x="266700" y="1009650"/>
                </a:moveTo>
                <a:lnTo>
                  <a:pt x="295275" y="1009650"/>
                </a:lnTo>
                <a:lnTo>
                  <a:pt x="295275" y="1019175"/>
                </a:lnTo>
                <a:lnTo>
                  <a:pt x="304800" y="1019175"/>
                </a:lnTo>
                <a:lnTo>
                  <a:pt x="304800" y="1028700"/>
                </a:lnTo>
                <a:lnTo>
                  <a:pt x="266700" y="1028700"/>
                </a:lnTo>
                <a:close/>
                <a:moveTo>
                  <a:pt x="476250" y="1009650"/>
                </a:moveTo>
                <a:lnTo>
                  <a:pt x="552450" y="1009650"/>
                </a:lnTo>
                <a:lnTo>
                  <a:pt x="552450" y="1028700"/>
                </a:lnTo>
                <a:lnTo>
                  <a:pt x="514350" y="1028700"/>
                </a:lnTo>
                <a:lnTo>
                  <a:pt x="514350" y="1019175"/>
                </a:lnTo>
                <a:lnTo>
                  <a:pt x="495300" y="1019175"/>
                </a:lnTo>
                <a:lnTo>
                  <a:pt x="495300" y="1028700"/>
                </a:lnTo>
                <a:lnTo>
                  <a:pt x="485775" y="1028700"/>
                </a:lnTo>
                <a:lnTo>
                  <a:pt x="485775" y="1019175"/>
                </a:lnTo>
                <a:lnTo>
                  <a:pt x="476250" y="1019175"/>
                </a:lnTo>
                <a:close/>
                <a:moveTo>
                  <a:pt x="1019175" y="1009650"/>
                </a:moveTo>
                <a:lnTo>
                  <a:pt x="1028700" y="1009650"/>
                </a:lnTo>
                <a:lnTo>
                  <a:pt x="1028700" y="1028700"/>
                </a:lnTo>
                <a:lnTo>
                  <a:pt x="1019175" y="1028700"/>
                </a:lnTo>
                <a:close/>
                <a:moveTo>
                  <a:pt x="1047750" y="1009650"/>
                </a:moveTo>
                <a:lnTo>
                  <a:pt x="1057275" y="1009650"/>
                </a:lnTo>
                <a:lnTo>
                  <a:pt x="1057275" y="1028700"/>
                </a:lnTo>
                <a:lnTo>
                  <a:pt x="1047750" y="1028700"/>
                </a:lnTo>
                <a:close/>
                <a:moveTo>
                  <a:pt x="1133475" y="1009650"/>
                </a:moveTo>
                <a:lnTo>
                  <a:pt x="1143000" y="1009650"/>
                </a:lnTo>
                <a:lnTo>
                  <a:pt x="1143000" y="1019175"/>
                </a:lnTo>
                <a:lnTo>
                  <a:pt x="1133475" y="1019175"/>
                </a:lnTo>
                <a:close/>
                <a:moveTo>
                  <a:pt x="1171575" y="1009650"/>
                </a:moveTo>
                <a:lnTo>
                  <a:pt x="1181100" y="1009650"/>
                </a:lnTo>
                <a:lnTo>
                  <a:pt x="1181100" y="1019175"/>
                </a:lnTo>
                <a:lnTo>
                  <a:pt x="1171575" y="1019175"/>
                </a:lnTo>
                <a:close/>
                <a:moveTo>
                  <a:pt x="1514475" y="1019175"/>
                </a:moveTo>
                <a:lnTo>
                  <a:pt x="1524000" y="1019175"/>
                </a:lnTo>
                <a:lnTo>
                  <a:pt x="1524000" y="1028700"/>
                </a:lnTo>
                <a:lnTo>
                  <a:pt x="1514475" y="1028700"/>
                </a:lnTo>
                <a:close/>
                <a:moveTo>
                  <a:pt x="485775" y="1047750"/>
                </a:moveTo>
                <a:lnTo>
                  <a:pt x="495300" y="1047750"/>
                </a:lnTo>
                <a:lnTo>
                  <a:pt x="495300" y="1057275"/>
                </a:lnTo>
                <a:lnTo>
                  <a:pt x="485775" y="1057275"/>
                </a:lnTo>
                <a:close/>
                <a:moveTo>
                  <a:pt x="1314450" y="1047750"/>
                </a:moveTo>
                <a:lnTo>
                  <a:pt x="1333500" y="1047750"/>
                </a:lnTo>
                <a:lnTo>
                  <a:pt x="1333500" y="1066800"/>
                </a:lnTo>
                <a:lnTo>
                  <a:pt x="1314450" y="1066800"/>
                </a:lnTo>
                <a:close/>
                <a:moveTo>
                  <a:pt x="1543050" y="1047750"/>
                </a:moveTo>
                <a:lnTo>
                  <a:pt x="1552575" y="1047750"/>
                </a:lnTo>
                <a:lnTo>
                  <a:pt x="1552575" y="1066800"/>
                </a:lnTo>
                <a:lnTo>
                  <a:pt x="1543050" y="1066800"/>
                </a:lnTo>
                <a:close/>
                <a:moveTo>
                  <a:pt x="123825" y="1057275"/>
                </a:moveTo>
                <a:lnTo>
                  <a:pt x="152400" y="1057275"/>
                </a:lnTo>
                <a:lnTo>
                  <a:pt x="152400" y="1066800"/>
                </a:lnTo>
                <a:lnTo>
                  <a:pt x="123825" y="1066800"/>
                </a:lnTo>
                <a:close/>
                <a:moveTo>
                  <a:pt x="342900" y="1057275"/>
                </a:moveTo>
                <a:lnTo>
                  <a:pt x="371475" y="1057275"/>
                </a:lnTo>
                <a:lnTo>
                  <a:pt x="371475" y="1066800"/>
                </a:lnTo>
                <a:lnTo>
                  <a:pt x="352425" y="1066800"/>
                </a:lnTo>
                <a:lnTo>
                  <a:pt x="352425" y="1076325"/>
                </a:lnTo>
                <a:lnTo>
                  <a:pt x="342900" y="1076325"/>
                </a:lnTo>
                <a:close/>
                <a:moveTo>
                  <a:pt x="476250" y="1057275"/>
                </a:moveTo>
                <a:lnTo>
                  <a:pt x="485775" y="1057275"/>
                </a:lnTo>
                <a:lnTo>
                  <a:pt x="485775" y="1066800"/>
                </a:lnTo>
                <a:lnTo>
                  <a:pt x="476250" y="1066800"/>
                </a:lnTo>
                <a:close/>
                <a:moveTo>
                  <a:pt x="1352550" y="1066800"/>
                </a:moveTo>
                <a:lnTo>
                  <a:pt x="1362075" y="1066800"/>
                </a:lnTo>
                <a:lnTo>
                  <a:pt x="1362075" y="1076325"/>
                </a:lnTo>
                <a:lnTo>
                  <a:pt x="1352550" y="1076325"/>
                </a:lnTo>
                <a:close/>
                <a:moveTo>
                  <a:pt x="1743075" y="1076325"/>
                </a:moveTo>
                <a:lnTo>
                  <a:pt x="1752600" y="1076325"/>
                </a:lnTo>
                <a:lnTo>
                  <a:pt x="1752600" y="1085850"/>
                </a:lnTo>
                <a:lnTo>
                  <a:pt x="1762125" y="1085850"/>
                </a:lnTo>
                <a:lnTo>
                  <a:pt x="1762125" y="1104900"/>
                </a:lnTo>
                <a:lnTo>
                  <a:pt x="1743075" y="1104900"/>
                </a:lnTo>
                <a:lnTo>
                  <a:pt x="1743075" y="1095375"/>
                </a:lnTo>
                <a:lnTo>
                  <a:pt x="1733550" y="1095375"/>
                </a:lnTo>
                <a:lnTo>
                  <a:pt x="1733550" y="1085850"/>
                </a:lnTo>
                <a:lnTo>
                  <a:pt x="1743075" y="1085850"/>
                </a:lnTo>
                <a:close/>
                <a:moveTo>
                  <a:pt x="1343025" y="1095375"/>
                </a:moveTo>
                <a:lnTo>
                  <a:pt x="1352550" y="1095375"/>
                </a:lnTo>
                <a:lnTo>
                  <a:pt x="1352550" y="1114425"/>
                </a:lnTo>
                <a:lnTo>
                  <a:pt x="1343025" y="1114425"/>
                </a:lnTo>
                <a:close/>
                <a:moveTo>
                  <a:pt x="1390650" y="1104900"/>
                </a:moveTo>
                <a:lnTo>
                  <a:pt x="1400175" y="1104900"/>
                </a:lnTo>
                <a:lnTo>
                  <a:pt x="1400175" y="1114425"/>
                </a:lnTo>
                <a:lnTo>
                  <a:pt x="1390650" y="1114425"/>
                </a:lnTo>
                <a:close/>
                <a:moveTo>
                  <a:pt x="1352550" y="1114425"/>
                </a:moveTo>
                <a:lnTo>
                  <a:pt x="1362075" y="1114425"/>
                </a:lnTo>
                <a:lnTo>
                  <a:pt x="1362075" y="1123950"/>
                </a:lnTo>
                <a:lnTo>
                  <a:pt x="1352550" y="1123950"/>
                </a:lnTo>
                <a:close/>
                <a:moveTo>
                  <a:pt x="1514475" y="1123950"/>
                </a:moveTo>
                <a:lnTo>
                  <a:pt x="1524000" y="1123950"/>
                </a:lnTo>
                <a:lnTo>
                  <a:pt x="1524000" y="1143000"/>
                </a:lnTo>
                <a:lnTo>
                  <a:pt x="1504950" y="1143000"/>
                </a:lnTo>
                <a:lnTo>
                  <a:pt x="1504950" y="1133475"/>
                </a:lnTo>
                <a:lnTo>
                  <a:pt x="1514475" y="1133475"/>
                </a:lnTo>
                <a:close/>
                <a:moveTo>
                  <a:pt x="1914525" y="1143000"/>
                </a:moveTo>
                <a:lnTo>
                  <a:pt x="1924050" y="1143000"/>
                </a:lnTo>
                <a:lnTo>
                  <a:pt x="1924050" y="1152525"/>
                </a:lnTo>
                <a:lnTo>
                  <a:pt x="1914525" y="1152525"/>
                </a:lnTo>
                <a:close/>
                <a:moveTo>
                  <a:pt x="1362075" y="1152525"/>
                </a:moveTo>
                <a:lnTo>
                  <a:pt x="1371600" y="1152525"/>
                </a:lnTo>
                <a:lnTo>
                  <a:pt x="1371600" y="1162050"/>
                </a:lnTo>
                <a:lnTo>
                  <a:pt x="1362075" y="1162050"/>
                </a:lnTo>
                <a:close/>
                <a:moveTo>
                  <a:pt x="1371600" y="1162050"/>
                </a:moveTo>
                <a:lnTo>
                  <a:pt x="1381125" y="1162050"/>
                </a:lnTo>
                <a:lnTo>
                  <a:pt x="1381125" y="1171575"/>
                </a:lnTo>
                <a:lnTo>
                  <a:pt x="1371600" y="1171575"/>
                </a:lnTo>
                <a:close/>
                <a:moveTo>
                  <a:pt x="1390650" y="1162050"/>
                </a:moveTo>
                <a:lnTo>
                  <a:pt x="1400175" y="1162050"/>
                </a:lnTo>
                <a:lnTo>
                  <a:pt x="1400175" y="1171575"/>
                </a:lnTo>
                <a:lnTo>
                  <a:pt x="1390650" y="1171575"/>
                </a:lnTo>
                <a:close/>
                <a:moveTo>
                  <a:pt x="1628775" y="1162050"/>
                </a:moveTo>
                <a:lnTo>
                  <a:pt x="1638300" y="1162050"/>
                </a:lnTo>
                <a:lnTo>
                  <a:pt x="1638300" y="1228725"/>
                </a:lnTo>
                <a:lnTo>
                  <a:pt x="1628775" y="1228725"/>
                </a:lnTo>
                <a:close/>
                <a:moveTo>
                  <a:pt x="1647825" y="1162050"/>
                </a:moveTo>
                <a:lnTo>
                  <a:pt x="1657350" y="1162050"/>
                </a:lnTo>
                <a:lnTo>
                  <a:pt x="1657350" y="1171575"/>
                </a:lnTo>
                <a:lnTo>
                  <a:pt x="1647825" y="1171575"/>
                </a:lnTo>
                <a:close/>
                <a:moveTo>
                  <a:pt x="1704975" y="1162050"/>
                </a:moveTo>
                <a:lnTo>
                  <a:pt x="1752600" y="1162050"/>
                </a:lnTo>
                <a:lnTo>
                  <a:pt x="1752600" y="1171575"/>
                </a:lnTo>
                <a:lnTo>
                  <a:pt x="1743075" y="1171575"/>
                </a:lnTo>
                <a:lnTo>
                  <a:pt x="1743075" y="1181100"/>
                </a:lnTo>
                <a:lnTo>
                  <a:pt x="1733550" y="1181100"/>
                </a:lnTo>
                <a:lnTo>
                  <a:pt x="1733550" y="1171575"/>
                </a:lnTo>
                <a:lnTo>
                  <a:pt x="1704975" y="1171575"/>
                </a:lnTo>
                <a:close/>
                <a:moveTo>
                  <a:pt x="1352550" y="1171575"/>
                </a:moveTo>
                <a:lnTo>
                  <a:pt x="1362075" y="1171575"/>
                </a:lnTo>
                <a:lnTo>
                  <a:pt x="1362075" y="1181100"/>
                </a:lnTo>
                <a:lnTo>
                  <a:pt x="1352550" y="1181100"/>
                </a:lnTo>
                <a:close/>
                <a:moveTo>
                  <a:pt x="1276350" y="1200150"/>
                </a:moveTo>
                <a:lnTo>
                  <a:pt x="1304925" y="1200150"/>
                </a:lnTo>
                <a:lnTo>
                  <a:pt x="1304925" y="1209675"/>
                </a:lnTo>
                <a:lnTo>
                  <a:pt x="1285875" y="1209675"/>
                </a:lnTo>
                <a:lnTo>
                  <a:pt x="1285875" y="1228725"/>
                </a:lnTo>
                <a:lnTo>
                  <a:pt x="1247775" y="1228725"/>
                </a:lnTo>
                <a:lnTo>
                  <a:pt x="1247775" y="1219200"/>
                </a:lnTo>
                <a:lnTo>
                  <a:pt x="1257300" y="1219200"/>
                </a:lnTo>
                <a:lnTo>
                  <a:pt x="1257300" y="1209675"/>
                </a:lnTo>
                <a:lnTo>
                  <a:pt x="1276350" y="1209675"/>
                </a:lnTo>
                <a:close/>
                <a:moveTo>
                  <a:pt x="1390650" y="1200150"/>
                </a:moveTo>
                <a:lnTo>
                  <a:pt x="1400175" y="1200150"/>
                </a:lnTo>
                <a:lnTo>
                  <a:pt x="1400175" y="1209675"/>
                </a:lnTo>
                <a:lnTo>
                  <a:pt x="1390650" y="1209675"/>
                </a:lnTo>
                <a:close/>
                <a:moveTo>
                  <a:pt x="1724025" y="1209675"/>
                </a:moveTo>
                <a:lnTo>
                  <a:pt x="1743075" y="1209675"/>
                </a:lnTo>
                <a:lnTo>
                  <a:pt x="1743075" y="1228725"/>
                </a:lnTo>
                <a:lnTo>
                  <a:pt x="1724025" y="1228725"/>
                </a:lnTo>
                <a:close/>
                <a:moveTo>
                  <a:pt x="914400" y="1285875"/>
                </a:moveTo>
                <a:lnTo>
                  <a:pt x="923925" y="1285875"/>
                </a:lnTo>
                <a:lnTo>
                  <a:pt x="923925" y="1295400"/>
                </a:lnTo>
                <a:lnTo>
                  <a:pt x="914400" y="1295400"/>
                </a:lnTo>
                <a:close/>
                <a:moveTo>
                  <a:pt x="904875" y="1295400"/>
                </a:moveTo>
                <a:lnTo>
                  <a:pt x="914400" y="1295400"/>
                </a:lnTo>
                <a:lnTo>
                  <a:pt x="914400" y="1304925"/>
                </a:lnTo>
                <a:lnTo>
                  <a:pt x="904875" y="1304925"/>
                </a:lnTo>
                <a:close/>
                <a:moveTo>
                  <a:pt x="1628775" y="1314450"/>
                </a:moveTo>
                <a:lnTo>
                  <a:pt x="1638300" y="1314450"/>
                </a:lnTo>
                <a:lnTo>
                  <a:pt x="1638300" y="1333500"/>
                </a:lnTo>
                <a:lnTo>
                  <a:pt x="1628775" y="1333500"/>
                </a:lnTo>
                <a:close/>
                <a:moveTo>
                  <a:pt x="1419225" y="1323975"/>
                </a:moveTo>
                <a:lnTo>
                  <a:pt x="1428750" y="1323975"/>
                </a:lnTo>
                <a:lnTo>
                  <a:pt x="1428750" y="1343025"/>
                </a:lnTo>
                <a:lnTo>
                  <a:pt x="1409700" y="1343025"/>
                </a:lnTo>
                <a:lnTo>
                  <a:pt x="1409700" y="1333500"/>
                </a:lnTo>
                <a:lnTo>
                  <a:pt x="1419225" y="1333500"/>
                </a:lnTo>
                <a:close/>
                <a:moveTo>
                  <a:pt x="1562100" y="1362075"/>
                </a:moveTo>
                <a:lnTo>
                  <a:pt x="1571625" y="1362075"/>
                </a:lnTo>
                <a:lnTo>
                  <a:pt x="1571625" y="1371600"/>
                </a:lnTo>
                <a:lnTo>
                  <a:pt x="1562100" y="1371600"/>
                </a:lnTo>
                <a:close/>
                <a:moveTo>
                  <a:pt x="485775" y="1419225"/>
                </a:moveTo>
                <a:lnTo>
                  <a:pt x="514350" y="1419225"/>
                </a:lnTo>
                <a:lnTo>
                  <a:pt x="514350" y="1428750"/>
                </a:lnTo>
                <a:lnTo>
                  <a:pt x="523875" y="1428750"/>
                </a:lnTo>
                <a:lnTo>
                  <a:pt x="523875" y="1438275"/>
                </a:lnTo>
                <a:lnTo>
                  <a:pt x="533400" y="1438275"/>
                </a:lnTo>
                <a:lnTo>
                  <a:pt x="533400" y="1447800"/>
                </a:lnTo>
                <a:lnTo>
                  <a:pt x="514350" y="1447800"/>
                </a:lnTo>
                <a:lnTo>
                  <a:pt x="514350" y="1457325"/>
                </a:lnTo>
                <a:lnTo>
                  <a:pt x="466725" y="1457325"/>
                </a:lnTo>
                <a:lnTo>
                  <a:pt x="466725" y="1447800"/>
                </a:lnTo>
                <a:lnTo>
                  <a:pt x="476250" y="1447800"/>
                </a:lnTo>
                <a:lnTo>
                  <a:pt x="476250" y="1428750"/>
                </a:lnTo>
                <a:lnTo>
                  <a:pt x="485775" y="1428750"/>
                </a:lnTo>
                <a:close/>
                <a:moveTo>
                  <a:pt x="904875" y="1419225"/>
                </a:moveTo>
                <a:lnTo>
                  <a:pt x="914400" y="1419225"/>
                </a:lnTo>
                <a:lnTo>
                  <a:pt x="914400" y="1428750"/>
                </a:lnTo>
                <a:lnTo>
                  <a:pt x="904875" y="1428750"/>
                </a:lnTo>
                <a:close/>
                <a:moveTo>
                  <a:pt x="933450" y="1419225"/>
                </a:moveTo>
                <a:lnTo>
                  <a:pt x="942975" y="1419225"/>
                </a:lnTo>
                <a:lnTo>
                  <a:pt x="942975" y="1438275"/>
                </a:lnTo>
                <a:lnTo>
                  <a:pt x="933450" y="1438275"/>
                </a:lnTo>
                <a:close/>
                <a:moveTo>
                  <a:pt x="590550" y="1428750"/>
                </a:moveTo>
                <a:lnTo>
                  <a:pt x="600075" y="1428750"/>
                </a:lnTo>
                <a:lnTo>
                  <a:pt x="600075" y="1447800"/>
                </a:lnTo>
                <a:lnTo>
                  <a:pt x="619125" y="1447800"/>
                </a:lnTo>
                <a:lnTo>
                  <a:pt x="619125" y="1438275"/>
                </a:lnTo>
                <a:lnTo>
                  <a:pt x="628650" y="1438275"/>
                </a:lnTo>
                <a:lnTo>
                  <a:pt x="628650" y="1447800"/>
                </a:lnTo>
                <a:lnTo>
                  <a:pt x="619125" y="1447800"/>
                </a:lnTo>
                <a:lnTo>
                  <a:pt x="619125" y="1457325"/>
                </a:lnTo>
                <a:lnTo>
                  <a:pt x="590550" y="1457325"/>
                </a:lnTo>
                <a:close/>
                <a:moveTo>
                  <a:pt x="657225" y="1428750"/>
                </a:moveTo>
                <a:lnTo>
                  <a:pt x="666750" y="1428750"/>
                </a:lnTo>
                <a:lnTo>
                  <a:pt x="666750" y="1438275"/>
                </a:lnTo>
                <a:lnTo>
                  <a:pt x="657225" y="1438275"/>
                </a:lnTo>
                <a:close/>
                <a:moveTo>
                  <a:pt x="990600" y="1428750"/>
                </a:moveTo>
                <a:lnTo>
                  <a:pt x="1000125" y="1428750"/>
                </a:lnTo>
                <a:lnTo>
                  <a:pt x="1000125" y="1438275"/>
                </a:lnTo>
                <a:lnTo>
                  <a:pt x="990600" y="1438275"/>
                </a:lnTo>
                <a:close/>
                <a:moveTo>
                  <a:pt x="171450" y="1438275"/>
                </a:moveTo>
                <a:lnTo>
                  <a:pt x="209550" y="1438275"/>
                </a:lnTo>
                <a:lnTo>
                  <a:pt x="209550" y="1447800"/>
                </a:lnTo>
                <a:lnTo>
                  <a:pt x="219075" y="1447800"/>
                </a:lnTo>
                <a:lnTo>
                  <a:pt x="219075" y="1457325"/>
                </a:lnTo>
                <a:lnTo>
                  <a:pt x="200025" y="1457325"/>
                </a:lnTo>
                <a:lnTo>
                  <a:pt x="200025" y="1466850"/>
                </a:lnTo>
                <a:lnTo>
                  <a:pt x="180975" y="1466850"/>
                </a:lnTo>
                <a:lnTo>
                  <a:pt x="180975" y="1447800"/>
                </a:lnTo>
                <a:lnTo>
                  <a:pt x="171450" y="1447800"/>
                </a:lnTo>
                <a:close/>
                <a:moveTo>
                  <a:pt x="371475" y="1438275"/>
                </a:moveTo>
                <a:lnTo>
                  <a:pt x="390525" y="1438275"/>
                </a:lnTo>
                <a:lnTo>
                  <a:pt x="390525" y="1466850"/>
                </a:lnTo>
                <a:lnTo>
                  <a:pt x="381000" y="1466850"/>
                </a:lnTo>
                <a:lnTo>
                  <a:pt x="381000" y="1457325"/>
                </a:lnTo>
                <a:lnTo>
                  <a:pt x="361950" y="1457325"/>
                </a:lnTo>
                <a:lnTo>
                  <a:pt x="361950" y="1447800"/>
                </a:lnTo>
                <a:lnTo>
                  <a:pt x="371475" y="1447800"/>
                </a:lnTo>
                <a:close/>
                <a:moveTo>
                  <a:pt x="552450" y="1438275"/>
                </a:moveTo>
                <a:lnTo>
                  <a:pt x="561975" y="1438275"/>
                </a:lnTo>
                <a:lnTo>
                  <a:pt x="561975" y="1447800"/>
                </a:lnTo>
                <a:lnTo>
                  <a:pt x="571500" y="1447800"/>
                </a:lnTo>
                <a:lnTo>
                  <a:pt x="571500" y="1457325"/>
                </a:lnTo>
                <a:lnTo>
                  <a:pt x="533400" y="1457325"/>
                </a:lnTo>
                <a:lnTo>
                  <a:pt x="533400" y="1447800"/>
                </a:lnTo>
                <a:lnTo>
                  <a:pt x="552450" y="1447800"/>
                </a:lnTo>
                <a:close/>
                <a:moveTo>
                  <a:pt x="638175" y="1438275"/>
                </a:moveTo>
                <a:lnTo>
                  <a:pt x="657225" y="1438275"/>
                </a:lnTo>
                <a:lnTo>
                  <a:pt x="657225" y="1457325"/>
                </a:lnTo>
                <a:lnTo>
                  <a:pt x="647700" y="1457325"/>
                </a:lnTo>
                <a:lnTo>
                  <a:pt x="647700" y="1447800"/>
                </a:lnTo>
                <a:lnTo>
                  <a:pt x="638175" y="1447800"/>
                </a:lnTo>
                <a:close/>
                <a:moveTo>
                  <a:pt x="666750" y="1438275"/>
                </a:moveTo>
                <a:lnTo>
                  <a:pt x="676275" y="1438275"/>
                </a:lnTo>
                <a:lnTo>
                  <a:pt x="676275" y="1447800"/>
                </a:lnTo>
                <a:lnTo>
                  <a:pt x="666750" y="1447800"/>
                </a:lnTo>
                <a:close/>
                <a:moveTo>
                  <a:pt x="1085850" y="1438275"/>
                </a:moveTo>
                <a:lnTo>
                  <a:pt x="1095375" y="1438275"/>
                </a:lnTo>
                <a:lnTo>
                  <a:pt x="1095375" y="1447800"/>
                </a:lnTo>
                <a:lnTo>
                  <a:pt x="1085850" y="1447800"/>
                </a:lnTo>
                <a:close/>
                <a:moveTo>
                  <a:pt x="685800" y="1447800"/>
                </a:moveTo>
                <a:lnTo>
                  <a:pt x="695325" y="1447800"/>
                </a:lnTo>
                <a:lnTo>
                  <a:pt x="695325" y="1457325"/>
                </a:lnTo>
                <a:lnTo>
                  <a:pt x="685800" y="1457325"/>
                </a:lnTo>
                <a:close/>
                <a:moveTo>
                  <a:pt x="1000125" y="1447800"/>
                </a:moveTo>
                <a:lnTo>
                  <a:pt x="1019175" y="1447800"/>
                </a:lnTo>
                <a:lnTo>
                  <a:pt x="1019175" y="1457325"/>
                </a:lnTo>
                <a:lnTo>
                  <a:pt x="1000125" y="1457325"/>
                </a:lnTo>
                <a:close/>
                <a:moveTo>
                  <a:pt x="638175" y="1457325"/>
                </a:moveTo>
                <a:lnTo>
                  <a:pt x="647700" y="1457325"/>
                </a:lnTo>
                <a:lnTo>
                  <a:pt x="647700" y="1466850"/>
                </a:lnTo>
                <a:lnTo>
                  <a:pt x="638175" y="1466850"/>
                </a:lnTo>
                <a:close/>
                <a:moveTo>
                  <a:pt x="666750" y="1457325"/>
                </a:moveTo>
                <a:lnTo>
                  <a:pt x="685800" y="1457325"/>
                </a:lnTo>
                <a:lnTo>
                  <a:pt x="685800" y="1466850"/>
                </a:lnTo>
                <a:lnTo>
                  <a:pt x="666750" y="1466850"/>
                </a:lnTo>
                <a:close/>
                <a:moveTo>
                  <a:pt x="1905000" y="1552575"/>
                </a:moveTo>
                <a:lnTo>
                  <a:pt x="1914525" y="1552575"/>
                </a:lnTo>
                <a:lnTo>
                  <a:pt x="1914525" y="1562100"/>
                </a:lnTo>
                <a:lnTo>
                  <a:pt x="1905000" y="1562100"/>
                </a:lnTo>
                <a:close/>
                <a:moveTo>
                  <a:pt x="1895475" y="1562100"/>
                </a:moveTo>
                <a:lnTo>
                  <a:pt x="1905000" y="1562100"/>
                </a:lnTo>
                <a:lnTo>
                  <a:pt x="1905000" y="1571625"/>
                </a:lnTo>
                <a:lnTo>
                  <a:pt x="1895475" y="1571625"/>
                </a:lnTo>
                <a:close/>
                <a:moveTo>
                  <a:pt x="409575" y="1571625"/>
                </a:moveTo>
                <a:lnTo>
                  <a:pt x="447675" y="1571625"/>
                </a:lnTo>
                <a:lnTo>
                  <a:pt x="447675" y="1581150"/>
                </a:lnTo>
                <a:lnTo>
                  <a:pt x="438150" y="1581150"/>
                </a:lnTo>
                <a:lnTo>
                  <a:pt x="438150" y="1590675"/>
                </a:lnTo>
                <a:lnTo>
                  <a:pt x="428625" y="1590675"/>
                </a:lnTo>
                <a:lnTo>
                  <a:pt x="428625" y="1581150"/>
                </a:lnTo>
                <a:lnTo>
                  <a:pt x="409575" y="1581150"/>
                </a:lnTo>
                <a:close/>
                <a:moveTo>
                  <a:pt x="419100" y="1590675"/>
                </a:moveTo>
                <a:lnTo>
                  <a:pt x="428625" y="1590675"/>
                </a:lnTo>
                <a:lnTo>
                  <a:pt x="428625" y="1600200"/>
                </a:lnTo>
                <a:lnTo>
                  <a:pt x="419100" y="1600200"/>
                </a:lnTo>
                <a:close/>
                <a:moveTo>
                  <a:pt x="1847850" y="1628775"/>
                </a:moveTo>
                <a:lnTo>
                  <a:pt x="1866900" y="1628775"/>
                </a:lnTo>
                <a:lnTo>
                  <a:pt x="1866900" y="1638300"/>
                </a:lnTo>
                <a:lnTo>
                  <a:pt x="1847850" y="1638300"/>
                </a:lnTo>
                <a:close/>
                <a:moveTo>
                  <a:pt x="333375" y="1638300"/>
                </a:moveTo>
                <a:lnTo>
                  <a:pt x="342900" y="1638300"/>
                </a:lnTo>
                <a:lnTo>
                  <a:pt x="342900" y="1647825"/>
                </a:lnTo>
                <a:lnTo>
                  <a:pt x="333375" y="1647825"/>
                </a:lnTo>
                <a:close/>
                <a:moveTo>
                  <a:pt x="342900" y="1647825"/>
                </a:moveTo>
                <a:lnTo>
                  <a:pt x="361950" y="1647825"/>
                </a:lnTo>
                <a:lnTo>
                  <a:pt x="361950" y="1657350"/>
                </a:lnTo>
                <a:lnTo>
                  <a:pt x="342900" y="1657350"/>
                </a:lnTo>
                <a:close/>
                <a:moveTo>
                  <a:pt x="381000" y="1647825"/>
                </a:moveTo>
                <a:lnTo>
                  <a:pt x="409575" y="1647825"/>
                </a:lnTo>
                <a:lnTo>
                  <a:pt x="409575" y="1657350"/>
                </a:lnTo>
                <a:lnTo>
                  <a:pt x="400050" y="1657350"/>
                </a:lnTo>
                <a:lnTo>
                  <a:pt x="400050" y="1666875"/>
                </a:lnTo>
                <a:lnTo>
                  <a:pt x="390525" y="1666875"/>
                </a:lnTo>
                <a:lnTo>
                  <a:pt x="390525" y="1657350"/>
                </a:lnTo>
                <a:lnTo>
                  <a:pt x="381000" y="1657350"/>
                </a:lnTo>
                <a:close/>
                <a:moveTo>
                  <a:pt x="1809750" y="1647825"/>
                </a:moveTo>
                <a:lnTo>
                  <a:pt x="1828800" y="1647825"/>
                </a:lnTo>
                <a:lnTo>
                  <a:pt x="1828800" y="1657350"/>
                </a:lnTo>
                <a:lnTo>
                  <a:pt x="1809750" y="1657350"/>
                </a:lnTo>
                <a:close/>
              </a:path>
            </a:pathLst>
          </a:custGeom>
          <a:solidFill xmlns:a="http://schemas.openxmlformats.org/drawingml/2006/main">
            <a:srgbClr val="F5EFE2"/>
          </a:solidFill>
          <a:ln xmlns:a="http://schemas.openxmlformats.org/drawingml/2006/main" w="0">
            <a:noFill/>
          </a:ln>
        </p:spPr>
      </p:sp>
      <p:sp>
        <p:nvSpPr>
          <p:cNvPr id="105" name="appearance vector #f3efe4">
            <a:extLst xmlns:a="http://schemas.openxmlformats.org/drawingml/2006/main">
              <a:ext uri="{FF2B5EF4-FFF2-40B4-BE49-F238E27FC236}">
                <a16:creationId xmlns:a16="http://schemas.microsoft.com/office/drawing/2014/main" id="{7C8C2189-5E07-4136-B38F-5C8C0A48498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343400" y="5114925"/>
            <a:ext cx="1943100" cy="1666875"/>
          </a:xfrm>
          <a:custGeom xmlns:a="http://schemas.openxmlformats.org/drawingml/2006/main">
            <a:pathLst>
              <a:path w="1943100" h="1666875">
                <a:moveTo>
                  <a:pt x="28575" y="19050"/>
                </a:moveTo>
                <a:lnTo>
                  <a:pt x="38100" y="19050"/>
                </a:lnTo>
                <a:lnTo>
                  <a:pt x="38100" y="28575"/>
                </a:lnTo>
                <a:lnTo>
                  <a:pt x="28575" y="28575"/>
                </a:lnTo>
                <a:close/>
                <a:moveTo>
                  <a:pt x="1219200" y="66675"/>
                </a:moveTo>
                <a:lnTo>
                  <a:pt x="1228725" y="66675"/>
                </a:lnTo>
                <a:lnTo>
                  <a:pt x="1228725" y="76200"/>
                </a:lnTo>
                <a:lnTo>
                  <a:pt x="1238250" y="76200"/>
                </a:lnTo>
                <a:lnTo>
                  <a:pt x="1238250" y="85725"/>
                </a:lnTo>
                <a:lnTo>
                  <a:pt x="1219200" y="85725"/>
                </a:lnTo>
                <a:close/>
                <a:moveTo>
                  <a:pt x="1238250" y="85725"/>
                </a:moveTo>
                <a:lnTo>
                  <a:pt x="1247775" y="85725"/>
                </a:lnTo>
                <a:lnTo>
                  <a:pt x="1247775" y="95250"/>
                </a:lnTo>
                <a:lnTo>
                  <a:pt x="1238250" y="95250"/>
                </a:lnTo>
                <a:close/>
                <a:moveTo>
                  <a:pt x="1885950" y="133350"/>
                </a:moveTo>
                <a:lnTo>
                  <a:pt x="1895475" y="133350"/>
                </a:lnTo>
                <a:lnTo>
                  <a:pt x="1895475" y="142875"/>
                </a:lnTo>
                <a:lnTo>
                  <a:pt x="1905000" y="142875"/>
                </a:lnTo>
                <a:lnTo>
                  <a:pt x="1905000" y="152400"/>
                </a:lnTo>
                <a:lnTo>
                  <a:pt x="1885950" y="152400"/>
                </a:lnTo>
                <a:lnTo>
                  <a:pt x="1885950" y="171450"/>
                </a:lnTo>
                <a:lnTo>
                  <a:pt x="1876425" y="171450"/>
                </a:lnTo>
                <a:lnTo>
                  <a:pt x="1876425" y="161925"/>
                </a:lnTo>
                <a:lnTo>
                  <a:pt x="1866900" y="161925"/>
                </a:lnTo>
                <a:lnTo>
                  <a:pt x="1866900" y="152400"/>
                </a:lnTo>
                <a:lnTo>
                  <a:pt x="1876425" y="152400"/>
                </a:lnTo>
                <a:lnTo>
                  <a:pt x="1876425" y="142875"/>
                </a:lnTo>
                <a:lnTo>
                  <a:pt x="1885950" y="142875"/>
                </a:lnTo>
                <a:close/>
                <a:moveTo>
                  <a:pt x="28575" y="180975"/>
                </a:moveTo>
                <a:lnTo>
                  <a:pt x="38100" y="180975"/>
                </a:lnTo>
                <a:lnTo>
                  <a:pt x="38100" y="190500"/>
                </a:lnTo>
                <a:lnTo>
                  <a:pt x="28575" y="190500"/>
                </a:lnTo>
                <a:close/>
                <a:moveTo>
                  <a:pt x="1266825" y="180975"/>
                </a:moveTo>
                <a:lnTo>
                  <a:pt x="1276350" y="180975"/>
                </a:lnTo>
                <a:lnTo>
                  <a:pt x="1276350" y="190500"/>
                </a:lnTo>
                <a:lnTo>
                  <a:pt x="1266825" y="190500"/>
                </a:lnTo>
                <a:close/>
                <a:moveTo>
                  <a:pt x="57150" y="371475"/>
                </a:moveTo>
                <a:lnTo>
                  <a:pt x="66675" y="371475"/>
                </a:lnTo>
                <a:lnTo>
                  <a:pt x="66675" y="381000"/>
                </a:lnTo>
                <a:lnTo>
                  <a:pt x="57150" y="381000"/>
                </a:lnTo>
                <a:close/>
                <a:moveTo>
                  <a:pt x="66675" y="381000"/>
                </a:moveTo>
                <a:lnTo>
                  <a:pt x="76200" y="381000"/>
                </a:lnTo>
                <a:lnTo>
                  <a:pt x="76200" y="400050"/>
                </a:lnTo>
                <a:lnTo>
                  <a:pt x="66675" y="400050"/>
                </a:lnTo>
                <a:close/>
                <a:moveTo>
                  <a:pt x="28575" y="504825"/>
                </a:moveTo>
                <a:lnTo>
                  <a:pt x="47625" y="504825"/>
                </a:lnTo>
                <a:lnTo>
                  <a:pt x="47625" y="533400"/>
                </a:lnTo>
                <a:lnTo>
                  <a:pt x="38100" y="533400"/>
                </a:lnTo>
                <a:lnTo>
                  <a:pt x="38100" y="523875"/>
                </a:lnTo>
                <a:lnTo>
                  <a:pt x="28575" y="523875"/>
                </a:lnTo>
                <a:close/>
                <a:moveTo>
                  <a:pt x="1895475" y="523875"/>
                </a:moveTo>
                <a:lnTo>
                  <a:pt x="1905000" y="523875"/>
                </a:lnTo>
                <a:lnTo>
                  <a:pt x="1905000" y="533400"/>
                </a:lnTo>
                <a:lnTo>
                  <a:pt x="1895475" y="533400"/>
                </a:lnTo>
                <a:close/>
                <a:moveTo>
                  <a:pt x="228600" y="533400"/>
                </a:moveTo>
                <a:lnTo>
                  <a:pt x="247650" y="533400"/>
                </a:lnTo>
                <a:lnTo>
                  <a:pt x="247650" y="542925"/>
                </a:lnTo>
                <a:lnTo>
                  <a:pt x="228600" y="542925"/>
                </a:lnTo>
                <a:close/>
                <a:moveTo>
                  <a:pt x="266700" y="533400"/>
                </a:moveTo>
                <a:lnTo>
                  <a:pt x="276225" y="533400"/>
                </a:lnTo>
                <a:lnTo>
                  <a:pt x="276225" y="542925"/>
                </a:lnTo>
                <a:lnTo>
                  <a:pt x="266700" y="542925"/>
                </a:lnTo>
                <a:close/>
                <a:moveTo>
                  <a:pt x="1123950" y="533400"/>
                </a:moveTo>
                <a:lnTo>
                  <a:pt x="1162050" y="533400"/>
                </a:lnTo>
                <a:lnTo>
                  <a:pt x="1162050" y="552450"/>
                </a:lnTo>
                <a:lnTo>
                  <a:pt x="1152525" y="552450"/>
                </a:lnTo>
                <a:lnTo>
                  <a:pt x="1152525" y="561975"/>
                </a:lnTo>
                <a:lnTo>
                  <a:pt x="1143000" y="561975"/>
                </a:lnTo>
                <a:lnTo>
                  <a:pt x="1143000" y="571500"/>
                </a:lnTo>
                <a:lnTo>
                  <a:pt x="1133475" y="571500"/>
                </a:lnTo>
                <a:lnTo>
                  <a:pt x="1133475" y="561975"/>
                </a:lnTo>
                <a:lnTo>
                  <a:pt x="1123950" y="561975"/>
                </a:lnTo>
                <a:lnTo>
                  <a:pt x="1123950" y="552450"/>
                </a:lnTo>
                <a:lnTo>
                  <a:pt x="1114425" y="552450"/>
                </a:lnTo>
                <a:lnTo>
                  <a:pt x="1114425" y="542925"/>
                </a:lnTo>
                <a:lnTo>
                  <a:pt x="1123950" y="542925"/>
                </a:lnTo>
                <a:close/>
                <a:moveTo>
                  <a:pt x="1885950" y="533400"/>
                </a:moveTo>
                <a:lnTo>
                  <a:pt x="1895475" y="533400"/>
                </a:lnTo>
                <a:lnTo>
                  <a:pt x="1895475" y="542925"/>
                </a:lnTo>
                <a:lnTo>
                  <a:pt x="1885950" y="542925"/>
                </a:lnTo>
                <a:close/>
                <a:moveTo>
                  <a:pt x="209550" y="542925"/>
                </a:moveTo>
                <a:lnTo>
                  <a:pt x="228600" y="542925"/>
                </a:lnTo>
                <a:lnTo>
                  <a:pt x="228600" y="552450"/>
                </a:lnTo>
                <a:lnTo>
                  <a:pt x="295275" y="552450"/>
                </a:lnTo>
                <a:lnTo>
                  <a:pt x="295275" y="561975"/>
                </a:lnTo>
                <a:lnTo>
                  <a:pt x="304800" y="561975"/>
                </a:lnTo>
                <a:lnTo>
                  <a:pt x="304800" y="552450"/>
                </a:lnTo>
                <a:lnTo>
                  <a:pt x="333375" y="552450"/>
                </a:lnTo>
                <a:lnTo>
                  <a:pt x="333375" y="542925"/>
                </a:lnTo>
                <a:lnTo>
                  <a:pt x="342900" y="542925"/>
                </a:lnTo>
                <a:lnTo>
                  <a:pt x="342900" y="552450"/>
                </a:lnTo>
                <a:lnTo>
                  <a:pt x="333375" y="552450"/>
                </a:lnTo>
                <a:lnTo>
                  <a:pt x="333375" y="571500"/>
                </a:lnTo>
                <a:lnTo>
                  <a:pt x="323850" y="571500"/>
                </a:lnTo>
                <a:lnTo>
                  <a:pt x="323850" y="561975"/>
                </a:lnTo>
                <a:lnTo>
                  <a:pt x="314325" y="561975"/>
                </a:lnTo>
                <a:lnTo>
                  <a:pt x="314325" y="571500"/>
                </a:lnTo>
                <a:lnTo>
                  <a:pt x="285750" y="571500"/>
                </a:lnTo>
                <a:lnTo>
                  <a:pt x="285750" y="561975"/>
                </a:lnTo>
                <a:lnTo>
                  <a:pt x="276225" y="561975"/>
                </a:lnTo>
                <a:lnTo>
                  <a:pt x="276225" y="571500"/>
                </a:lnTo>
                <a:lnTo>
                  <a:pt x="257175" y="571500"/>
                </a:lnTo>
                <a:lnTo>
                  <a:pt x="257175" y="581025"/>
                </a:lnTo>
                <a:lnTo>
                  <a:pt x="228600" y="581025"/>
                </a:lnTo>
                <a:lnTo>
                  <a:pt x="228600" y="590550"/>
                </a:lnTo>
                <a:lnTo>
                  <a:pt x="209550" y="590550"/>
                </a:lnTo>
                <a:lnTo>
                  <a:pt x="209550" y="581025"/>
                </a:lnTo>
                <a:lnTo>
                  <a:pt x="219075" y="581025"/>
                </a:lnTo>
                <a:lnTo>
                  <a:pt x="219075" y="571500"/>
                </a:lnTo>
                <a:lnTo>
                  <a:pt x="200025" y="571500"/>
                </a:lnTo>
                <a:lnTo>
                  <a:pt x="200025" y="561975"/>
                </a:lnTo>
                <a:lnTo>
                  <a:pt x="219075" y="561975"/>
                </a:lnTo>
                <a:lnTo>
                  <a:pt x="219075" y="552450"/>
                </a:lnTo>
                <a:lnTo>
                  <a:pt x="209550" y="552450"/>
                </a:lnTo>
                <a:close/>
                <a:moveTo>
                  <a:pt x="352425" y="542925"/>
                </a:moveTo>
                <a:lnTo>
                  <a:pt x="361950" y="542925"/>
                </a:lnTo>
                <a:lnTo>
                  <a:pt x="361950" y="552450"/>
                </a:lnTo>
                <a:lnTo>
                  <a:pt x="352425" y="552450"/>
                </a:lnTo>
                <a:close/>
                <a:moveTo>
                  <a:pt x="819150" y="542925"/>
                </a:moveTo>
                <a:lnTo>
                  <a:pt x="828675" y="542925"/>
                </a:lnTo>
                <a:lnTo>
                  <a:pt x="828675" y="552450"/>
                </a:lnTo>
                <a:lnTo>
                  <a:pt x="819150" y="552450"/>
                </a:lnTo>
                <a:close/>
                <a:moveTo>
                  <a:pt x="1228725" y="542925"/>
                </a:moveTo>
                <a:lnTo>
                  <a:pt x="1266825" y="542925"/>
                </a:lnTo>
                <a:lnTo>
                  <a:pt x="1266825" y="552450"/>
                </a:lnTo>
                <a:lnTo>
                  <a:pt x="1228725" y="552450"/>
                </a:lnTo>
                <a:close/>
                <a:moveTo>
                  <a:pt x="1400175" y="542925"/>
                </a:moveTo>
                <a:lnTo>
                  <a:pt x="1409700" y="542925"/>
                </a:lnTo>
                <a:lnTo>
                  <a:pt x="1409700" y="552450"/>
                </a:lnTo>
                <a:lnTo>
                  <a:pt x="1400175" y="552450"/>
                </a:lnTo>
                <a:close/>
                <a:moveTo>
                  <a:pt x="361950" y="552450"/>
                </a:moveTo>
                <a:lnTo>
                  <a:pt x="371475" y="552450"/>
                </a:lnTo>
                <a:lnTo>
                  <a:pt x="371475" y="561975"/>
                </a:lnTo>
                <a:lnTo>
                  <a:pt x="361950" y="561975"/>
                </a:lnTo>
                <a:close/>
                <a:moveTo>
                  <a:pt x="790575" y="561975"/>
                </a:moveTo>
                <a:lnTo>
                  <a:pt x="819150" y="561975"/>
                </a:lnTo>
                <a:lnTo>
                  <a:pt x="819150" y="590550"/>
                </a:lnTo>
                <a:lnTo>
                  <a:pt x="800100" y="590550"/>
                </a:lnTo>
                <a:lnTo>
                  <a:pt x="800100" y="600075"/>
                </a:lnTo>
                <a:lnTo>
                  <a:pt x="733425" y="600075"/>
                </a:lnTo>
                <a:lnTo>
                  <a:pt x="733425" y="590550"/>
                </a:lnTo>
                <a:lnTo>
                  <a:pt x="742950" y="590550"/>
                </a:lnTo>
                <a:lnTo>
                  <a:pt x="742950" y="571500"/>
                </a:lnTo>
                <a:lnTo>
                  <a:pt x="752475" y="571500"/>
                </a:lnTo>
                <a:lnTo>
                  <a:pt x="752475" y="581025"/>
                </a:lnTo>
                <a:lnTo>
                  <a:pt x="762000" y="581025"/>
                </a:lnTo>
                <a:lnTo>
                  <a:pt x="762000" y="590550"/>
                </a:lnTo>
                <a:lnTo>
                  <a:pt x="771525" y="590550"/>
                </a:lnTo>
                <a:lnTo>
                  <a:pt x="771525" y="581025"/>
                </a:lnTo>
                <a:lnTo>
                  <a:pt x="800100" y="581025"/>
                </a:lnTo>
                <a:lnTo>
                  <a:pt x="800100" y="571500"/>
                </a:lnTo>
                <a:lnTo>
                  <a:pt x="790575" y="571500"/>
                </a:lnTo>
                <a:close/>
                <a:moveTo>
                  <a:pt x="838200" y="561975"/>
                </a:moveTo>
                <a:lnTo>
                  <a:pt x="876300" y="561975"/>
                </a:lnTo>
                <a:lnTo>
                  <a:pt x="876300" y="581025"/>
                </a:lnTo>
                <a:lnTo>
                  <a:pt x="866775" y="581025"/>
                </a:lnTo>
                <a:lnTo>
                  <a:pt x="866775" y="571500"/>
                </a:lnTo>
                <a:lnTo>
                  <a:pt x="857250" y="571500"/>
                </a:lnTo>
                <a:lnTo>
                  <a:pt x="857250" y="581025"/>
                </a:lnTo>
                <a:lnTo>
                  <a:pt x="847725" y="581025"/>
                </a:lnTo>
                <a:lnTo>
                  <a:pt x="847725" y="571500"/>
                </a:lnTo>
                <a:lnTo>
                  <a:pt x="838200" y="571500"/>
                </a:lnTo>
                <a:close/>
                <a:moveTo>
                  <a:pt x="1409700" y="561975"/>
                </a:moveTo>
                <a:lnTo>
                  <a:pt x="1419225" y="561975"/>
                </a:lnTo>
                <a:lnTo>
                  <a:pt x="1419225" y="571500"/>
                </a:lnTo>
                <a:lnTo>
                  <a:pt x="1428750" y="571500"/>
                </a:lnTo>
                <a:lnTo>
                  <a:pt x="1428750" y="581025"/>
                </a:lnTo>
                <a:lnTo>
                  <a:pt x="1409700" y="581025"/>
                </a:lnTo>
                <a:close/>
                <a:moveTo>
                  <a:pt x="1257300" y="581025"/>
                </a:moveTo>
                <a:lnTo>
                  <a:pt x="1266825" y="581025"/>
                </a:lnTo>
                <a:lnTo>
                  <a:pt x="1266825" y="600075"/>
                </a:lnTo>
                <a:lnTo>
                  <a:pt x="1257300" y="600075"/>
                </a:lnTo>
                <a:close/>
                <a:moveTo>
                  <a:pt x="714375" y="590550"/>
                </a:moveTo>
                <a:lnTo>
                  <a:pt x="723900" y="590550"/>
                </a:lnTo>
                <a:lnTo>
                  <a:pt x="723900" y="600075"/>
                </a:lnTo>
                <a:lnTo>
                  <a:pt x="714375" y="600075"/>
                </a:lnTo>
                <a:close/>
                <a:moveTo>
                  <a:pt x="409575" y="600075"/>
                </a:moveTo>
                <a:lnTo>
                  <a:pt x="447675" y="600075"/>
                </a:lnTo>
                <a:lnTo>
                  <a:pt x="447675" y="609600"/>
                </a:lnTo>
                <a:lnTo>
                  <a:pt x="457200" y="609600"/>
                </a:lnTo>
                <a:lnTo>
                  <a:pt x="457200" y="619125"/>
                </a:lnTo>
                <a:lnTo>
                  <a:pt x="409575" y="619125"/>
                </a:lnTo>
                <a:close/>
                <a:moveTo>
                  <a:pt x="981075" y="609600"/>
                </a:moveTo>
                <a:lnTo>
                  <a:pt x="990600" y="609600"/>
                </a:lnTo>
                <a:lnTo>
                  <a:pt x="990600" y="619125"/>
                </a:lnTo>
                <a:lnTo>
                  <a:pt x="981075" y="619125"/>
                </a:lnTo>
                <a:close/>
                <a:moveTo>
                  <a:pt x="95250" y="619125"/>
                </a:moveTo>
                <a:lnTo>
                  <a:pt x="114300" y="619125"/>
                </a:lnTo>
                <a:lnTo>
                  <a:pt x="114300" y="628650"/>
                </a:lnTo>
                <a:lnTo>
                  <a:pt x="123825" y="628650"/>
                </a:lnTo>
                <a:lnTo>
                  <a:pt x="123825" y="638175"/>
                </a:lnTo>
                <a:lnTo>
                  <a:pt x="114300" y="638175"/>
                </a:lnTo>
                <a:lnTo>
                  <a:pt x="114300" y="647700"/>
                </a:lnTo>
                <a:lnTo>
                  <a:pt x="104775" y="647700"/>
                </a:lnTo>
                <a:lnTo>
                  <a:pt x="104775" y="628650"/>
                </a:lnTo>
                <a:lnTo>
                  <a:pt x="95250" y="628650"/>
                </a:lnTo>
                <a:close/>
                <a:moveTo>
                  <a:pt x="228600" y="619125"/>
                </a:moveTo>
                <a:lnTo>
                  <a:pt x="238125" y="619125"/>
                </a:lnTo>
                <a:lnTo>
                  <a:pt x="238125" y="628650"/>
                </a:lnTo>
                <a:lnTo>
                  <a:pt x="247650" y="628650"/>
                </a:lnTo>
                <a:lnTo>
                  <a:pt x="247650" y="647700"/>
                </a:lnTo>
                <a:lnTo>
                  <a:pt x="219075" y="647700"/>
                </a:lnTo>
                <a:lnTo>
                  <a:pt x="219075" y="628650"/>
                </a:lnTo>
                <a:lnTo>
                  <a:pt x="228600" y="628650"/>
                </a:lnTo>
                <a:close/>
                <a:moveTo>
                  <a:pt x="28575" y="647700"/>
                </a:moveTo>
                <a:lnTo>
                  <a:pt x="38100" y="647700"/>
                </a:lnTo>
                <a:lnTo>
                  <a:pt x="38100" y="666750"/>
                </a:lnTo>
                <a:lnTo>
                  <a:pt x="28575" y="666750"/>
                </a:lnTo>
                <a:close/>
                <a:moveTo>
                  <a:pt x="114300" y="647700"/>
                </a:moveTo>
                <a:lnTo>
                  <a:pt x="152400" y="647700"/>
                </a:lnTo>
                <a:lnTo>
                  <a:pt x="152400" y="666750"/>
                </a:lnTo>
                <a:lnTo>
                  <a:pt x="142875" y="666750"/>
                </a:lnTo>
                <a:lnTo>
                  <a:pt x="142875" y="685800"/>
                </a:lnTo>
                <a:lnTo>
                  <a:pt x="133350" y="685800"/>
                </a:lnTo>
                <a:lnTo>
                  <a:pt x="133350" y="666750"/>
                </a:lnTo>
                <a:lnTo>
                  <a:pt x="114300" y="666750"/>
                </a:lnTo>
                <a:close/>
                <a:moveTo>
                  <a:pt x="457200" y="657225"/>
                </a:moveTo>
                <a:lnTo>
                  <a:pt x="466725" y="657225"/>
                </a:lnTo>
                <a:lnTo>
                  <a:pt x="466725" y="676275"/>
                </a:lnTo>
                <a:lnTo>
                  <a:pt x="457200" y="676275"/>
                </a:lnTo>
                <a:close/>
                <a:moveTo>
                  <a:pt x="95250" y="695325"/>
                </a:moveTo>
                <a:lnTo>
                  <a:pt x="104775" y="695325"/>
                </a:lnTo>
                <a:lnTo>
                  <a:pt x="104775" y="704850"/>
                </a:lnTo>
                <a:lnTo>
                  <a:pt x="95250" y="704850"/>
                </a:lnTo>
                <a:close/>
                <a:moveTo>
                  <a:pt x="114300" y="695325"/>
                </a:moveTo>
                <a:lnTo>
                  <a:pt x="123825" y="695325"/>
                </a:lnTo>
                <a:lnTo>
                  <a:pt x="123825" y="714375"/>
                </a:lnTo>
                <a:lnTo>
                  <a:pt x="114300" y="714375"/>
                </a:lnTo>
                <a:close/>
                <a:moveTo>
                  <a:pt x="847725" y="695325"/>
                </a:moveTo>
                <a:lnTo>
                  <a:pt x="857250" y="695325"/>
                </a:lnTo>
                <a:lnTo>
                  <a:pt x="857250" y="714375"/>
                </a:lnTo>
                <a:lnTo>
                  <a:pt x="847725" y="714375"/>
                </a:lnTo>
                <a:close/>
                <a:moveTo>
                  <a:pt x="895350" y="695325"/>
                </a:moveTo>
                <a:lnTo>
                  <a:pt x="904875" y="695325"/>
                </a:lnTo>
                <a:lnTo>
                  <a:pt x="904875" y="714375"/>
                </a:lnTo>
                <a:lnTo>
                  <a:pt x="895350" y="714375"/>
                </a:lnTo>
                <a:close/>
                <a:moveTo>
                  <a:pt x="133350" y="704850"/>
                </a:moveTo>
                <a:lnTo>
                  <a:pt x="142875" y="704850"/>
                </a:lnTo>
                <a:lnTo>
                  <a:pt x="142875" y="714375"/>
                </a:lnTo>
                <a:lnTo>
                  <a:pt x="133350" y="714375"/>
                </a:lnTo>
                <a:close/>
                <a:moveTo>
                  <a:pt x="609600" y="714375"/>
                </a:moveTo>
                <a:lnTo>
                  <a:pt x="619125" y="714375"/>
                </a:lnTo>
                <a:lnTo>
                  <a:pt x="619125" y="723900"/>
                </a:lnTo>
                <a:lnTo>
                  <a:pt x="609600" y="723900"/>
                </a:lnTo>
                <a:close/>
                <a:moveTo>
                  <a:pt x="409575" y="723900"/>
                </a:moveTo>
                <a:lnTo>
                  <a:pt x="419100" y="723900"/>
                </a:lnTo>
                <a:lnTo>
                  <a:pt x="419100" y="733425"/>
                </a:lnTo>
                <a:lnTo>
                  <a:pt x="409575" y="733425"/>
                </a:lnTo>
                <a:close/>
                <a:moveTo>
                  <a:pt x="104775" y="733425"/>
                </a:moveTo>
                <a:lnTo>
                  <a:pt x="114300" y="733425"/>
                </a:lnTo>
                <a:lnTo>
                  <a:pt x="114300" y="742950"/>
                </a:lnTo>
                <a:lnTo>
                  <a:pt x="104775" y="742950"/>
                </a:lnTo>
                <a:close/>
                <a:moveTo>
                  <a:pt x="400050" y="733425"/>
                </a:moveTo>
                <a:lnTo>
                  <a:pt x="409575" y="733425"/>
                </a:lnTo>
                <a:lnTo>
                  <a:pt x="409575" y="742950"/>
                </a:lnTo>
                <a:lnTo>
                  <a:pt x="400050" y="742950"/>
                </a:lnTo>
                <a:close/>
                <a:moveTo>
                  <a:pt x="628650" y="733425"/>
                </a:moveTo>
                <a:lnTo>
                  <a:pt x="676275" y="733425"/>
                </a:lnTo>
                <a:lnTo>
                  <a:pt x="676275" y="742950"/>
                </a:lnTo>
                <a:lnTo>
                  <a:pt x="666750" y="742950"/>
                </a:lnTo>
                <a:lnTo>
                  <a:pt x="666750" y="752475"/>
                </a:lnTo>
                <a:lnTo>
                  <a:pt x="657225" y="752475"/>
                </a:lnTo>
                <a:lnTo>
                  <a:pt x="657225" y="762000"/>
                </a:lnTo>
                <a:lnTo>
                  <a:pt x="647700" y="762000"/>
                </a:lnTo>
                <a:lnTo>
                  <a:pt x="647700" y="752475"/>
                </a:lnTo>
                <a:lnTo>
                  <a:pt x="638175" y="752475"/>
                </a:lnTo>
                <a:lnTo>
                  <a:pt x="638175" y="742950"/>
                </a:lnTo>
                <a:lnTo>
                  <a:pt x="628650" y="742950"/>
                </a:lnTo>
                <a:close/>
                <a:moveTo>
                  <a:pt x="971550" y="733425"/>
                </a:moveTo>
                <a:lnTo>
                  <a:pt x="981075" y="733425"/>
                </a:lnTo>
                <a:lnTo>
                  <a:pt x="981075" y="752475"/>
                </a:lnTo>
                <a:lnTo>
                  <a:pt x="971550" y="752475"/>
                </a:lnTo>
                <a:close/>
                <a:moveTo>
                  <a:pt x="704850" y="742950"/>
                </a:moveTo>
                <a:lnTo>
                  <a:pt x="714375" y="742950"/>
                </a:lnTo>
                <a:lnTo>
                  <a:pt x="714375" y="752475"/>
                </a:lnTo>
                <a:lnTo>
                  <a:pt x="704850" y="752475"/>
                </a:lnTo>
                <a:close/>
                <a:moveTo>
                  <a:pt x="76200" y="752475"/>
                </a:moveTo>
                <a:lnTo>
                  <a:pt x="85725" y="752475"/>
                </a:lnTo>
                <a:lnTo>
                  <a:pt x="85725" y="762000"/>
                </a:lnTo>
                <a:lnTo>
                  <a:pt x="76200" y="762000"/>
                </a:lnTo>
                <a:close/>
                <a:moveTo>
                  <a:pt x="1866900" y="752475"/>
                </a:moveTo>
                <a:lnTo>
                  <a:pt x="1876425" y="752475"/>
                </a:lnTo>
                <a:lnTo>
                  <a:pt x="1876425" y="762000"/>
                </a:lnTo>
                <a:lnTo>
                  <a:pt x="1866900" y="762000"/>
                </a:lnTo>
                <a:close/>
                <a:moveTo>
                  <a:pt x="66675" y="762000"/>
                </a:moveTo>
                <a:lnTo>
                  <a:pt x="76200" y="762000"/>
                </a:lnTo>
                <a:lnTo>
                  <a:pt x="76200" y="781050"/>
                </a:lnTo>
                <a:lnTo>
                  <a:pt x="66675" y="781050"/>
                </a:lnTo>
                <a:close/>
                <a:moveTo>
                  <a:pt x="647700" y="771525"/>
                </a:moveTo>
                <a:lnTo>
                  <a:pt x="676275" y="771525"/>
                </a:lnTo>
                <a:lnTo>
                  <a:pt x="676275" y="781050"/>
                </a:lnTo>
                <a:lnTo>
                  <a:pt x="666750" y="781050"/>
                </a:lnTo>
                <a:lnTo>
                  <a:pt x="666750" y="790575"/>
                </a:lnTo>
                <a:lnTo>
                  <a:pt x="676275" y="790575"/>
                </a:lnTo>
                <a:lnTo>
                  <a:pt x="676275" y="781050"/>
                </a:lnTo>
                <a:lnTo>
                  <a:pt x="685800" y="781050"/>
                </a:lnTo>
                <a:lnTo>
                  <a:pt x="685800" y="800100"/>
                </a:lnTo>
                <a:lnTo>
                  <a:pt x="676275" y="800100"/>
                </a:lnTo>
                <a:lnTo>
                  <a:pt x="676275" y="809625"/>
                </a:lnTo>
                <a:lnTo>
                  <a:pt x="666750" y="809625"/>
                </a:lnTo>
                <a:lnTo>
                  <a:pt x="666750" y="819150"/>
                </a:lnTo>
                <a:lnTo>
                  <a:pt x="657225" y="819150"/>
                </a:lnTo>
                <a:lnTo>
                  <a:pt x="657225" y="828675"/>
                </a:lnTo>
                <a:lnTo>
                  <a:pt x="628650" y="828675"/>
                </a:lnTo>
                <a:lnTo>
                  <a:pt x="628650" y="819150"/>
                </a:lnTo>
                <a:lnTo>
                  <a:pt x="638175" y="819150"/>
                </a:lnTo>
                <a:lnTo>
                  <a:pt x="638175" y="790575"/>
                </a:lnTo>
                <a:lnTo>
                  <a:pt x="647700" y="790575"/>
                </a:lnTo>
                <a:close/>
                <a:moveTo>
                  <a:pt x="57150" y="781050"/>
                </a:moveTo>
                <a:lnTo>
                  <a:pt x="66675" y="781050"/>
                </a:lnTo>
                <a:lnTo>
                  <a:pt x="66675" y="790575"/>
                </a:lnTo>
                <a:lnTo>
                  <a:pt x="57150" y="790575"/>
                </a:lnTo>
                <a:close/>
                <a:moveTo>
                  <a:pt x="28575" y="790575"/>
                </a:moveTo>
                <a:lnTo>
                  <a:pt x="38100" y="790575"/>
                </a:lnTo>
                <a:lnTo>
                  <a:pt x="38100" y="800100"/>
                </a:lnTo>
                <a:lnTo>
                  <a:pt x="28575" y="800100"/>
                </a:lnTo>
                <a:close/>
                <a:moveTo>
                  <a:pt x="381000" y="800100"/>
                </a:moveTo>
                <a:lnTo>
                  <a:pt x="390525" y="800100"/>
                </a:lnTo>
                <a:lnTo>
                  <a:pt x="390525" y="809625"/>
                </a:lnTo>
                <a:lnTo>
                  <a:pt x="381000" y="809625"/>
                </a:lnTo>
                <a:close/>
                <a:moveTo>
                  <a:pt x="1390650" y="800100"/>
                </a:moveTo>
                <a:lnTo>
                  <a:pt x="1409700" y="800100"/>
                </a:lnTo>
                <a:lnTo>
                  <a:pt x="1409700" y="819150"/>
                </a:lnTo>
                <a:lnTo>
                  <a:pt x="1390650" y="819150"/>
                </a:lnTo>
                <a:close/>
                <a:moveTo>
                  <a:pt x="1609725" y="800100"/>
                </a:moveTo>
                <a:lnTo>
                  <a:pt x="1619250" y="800100"/>
                </a:lnTo>
                <a:lnTo>
                  <a:pt x="1619250" y="828675"/>
                </a:lnTo>
                <a:lnTo>
                  <a:pt x="1609725" y="828675"/>
                </a:lnTo>
                <a:close/>
                <a:moveTo>
                  <a:pt x="342900" y="809625"/>
                </a:moveTo>
                <a:lnTo>
                  <a:pt x="352425" y="809625"/>
                </a:lnTo>
                <a:lnTo>
                  <a:pt x="352425" y="819150"/>
                </a:lnTo>
                <a:lnTo>
                  <a:pt x="361950" y="819150"/>
                </a:lnTo>
                <a:lnTo>
                  <a:pt x="361950" y="809625"/>
                </a:lnTo>
                <a:lnTo>
                  <a:pt x="381000" y="809625"/>
                </a:lnTo>
                <a:lnTo>
                  <a:pt x="381000" y="819150"/>
                </a:lnTo>
                <a:lnTo>
                  <a:pt x="371475" y="819150"/>
                </a:lnTo>
                <a:lnTo>
                  <a:pt x="371475" y="838200"/>
                </a:lnTo>
                <a:lnTo>
                  <a:pt x="361950" y="838200"/>
                </a:lnTo>
                <a:lnTo>
                  <a:pt x="361950" y="828675"/>
                </a:lnTo>
                <a:lnTo>
                  <a:pt x="342900" y="828675"/>
                </a:lnTo>
                <a:close/>
                <a:moveTo>
                  <a:pt x="400050" y="809625"/>
                </a:moveTo>
                <a:lnTo>
                  <a:pt x="409575" y="809625"/>
                </a:lnTo>
                <a:lnTo>
                  <a:pt x="409575" y="819150"/>
                </a:lnTo>
                <a:lnTo>
                  <a:pt x="400050" y="819150"/>
                </a:lnTo>
                <a:close/>
                <a:moveTo>
                  <a:pt x="1857375" y="809625"/>
                </a:moveTo>
                <a:lnTo>
                  <a:pt x="1866900" y="809625"/>
                </a:lnTo>
                <a:lnTo>
                  <a:pt x="1866900" y="819150"/>
                </a:lnTo>
                <a:lnTo>
                  <a:pt x="1857375" y="819150"/>
                </a:lnTo>
                <a:close/>
                <a:moveTo>
                  <a:pt x="571500" y="828675"/>
                </a:moveTo>
                <a:lnTo>
                  <a:pt x="590550" y="828675"/>
                </a:lnTo>
                <a:lnTo>
                  <a:pt x="590550" y="838200"/>
                </a:lnTo>
                <a:lnTo>
                  <a:pt x="571500" y="838200"/>
                </a:lnTo>
                <a:close/>
                <a:moveTo>
                  <a:pt x="561975" y="838200"/>
                </a:moveTo>
                <a:lnTo>
                  <a:pt x="571500" y="838200"/>
                </a:lnTo>
                <a:lnTo>
                  <a:pt x="571500" y="847725"/>
                </a:lnTo>
                <a:lnTo>
                  <a:pt x="561975" y="847725"/>
                </a:lnTo>
                <a:close/>
                <a:moveTo>
                  <a:pt x="1447800" y="838200"/>
                </a:moveTo>
                <a:lnTo>
                  <a:pt x="1466850" y="838200"/>
                </a:lnTo>
                <a:lnTo>
                  <a:pt x="1466850" y="847725"/>
                </a:lnTo>
                <a:lnTo>
                  <a:pt x="1476375" y="847725"/>
                </a:lnTo>
                <a:lnTo>
                  <a:pt x="1476375" y="866775"/>
                </a:lnTo>
                <a:lnTo>
                  <a:pt x="1457325" y="866775"/>
                </a:lnTo>
                <a:lnTo>
                  <a:pt x="1457325" y="857250"/>
                </a:lnTo>
                <a:lnTo>
                  <a:pt x="1447800" y="857250"/>
                </a:lnTo>
                <a:close/>
                <a:moveTo>
                  <a:pt x="1247775" y="857250"/>
                </a:moveTo>
                <a:lnTo>
                  <a:pt x="1257300" y="857250"/>
                </a:lnTo>
                <a:lnTo>
                  <a:pt x="1257300" y="866775"/>
                </a:lnTo>
                <a:lnTo>
                  <a:pt x="1247775" y="866775"/>
                </a:lnTo>
                <a:close/>
                <a:moveTo>
                  <a:pt x="1152525" y="866775"/>
                </a:moveTo>
                <a:lnTo>
                  <a:pt x="1162050" y="866775"/>
                </a:lnTo>
                <a:lnTo>
                  <a:pt x="1162050" y="876300"/>
                </a:lnTo>
                <a:lnTo>
                  <a:pt x="1152525" y="876300"/>
                </a:lnTo>
                <a:close/>
                <a:moveTo>
                  <a:pt x="1219200" y="866775"/>
                </a:moveTo>
                <a:lnTo>
                  <a:pt x="1247775" y="866775"/>
                </a:lnTo>
                <a:lnTo>
                  <a:pt x="1247775" y="876300"/>
                </a:lnTo>
                <a:lnTo>
                  <a:pt x="1219200" y="876300"/>
                </a:lnTo>
                <a:close/>
                <a:moveTo>
                  <a:pt x="1257300" y="866775"/>
                </a:moveTo>
                <a:lnTo>
                  <a:pt x="1266825" y="866775"/>
                </a:lnTo>
                <a:lnTo>
                  <a:pt x="1266825" y="876300"/>
                </a:lnTo>
                <a:lnTo>
                  <a:pt x="1257300" y="876300"/>
                </a:lnTo>
                <a:close/>
                <a:moveTo>
                  <a:pt x="1162050" y="876300"/>
                </a:moveTo>
                <a:lnTo>
                  <a:pt x="1171575" y="876300"/>
                </a:lnTo>
                <a:lnTo>
                  <a:pt x="1171575" y="885825"/>
                </a:lnTo>
                <a:lnTo>
                  <a:pt x="1162050" y="885825"/>
                </a:lnTo>
                <a:close/>
                <a:moveTo>
                  <a:pt x="1209675" y="876300"/>
                </a:moveTo>
                <a:lnTo>
                  <a:pt x="1219200" y="876300"/>
                </a:lnTo>
                <a:lnTo>
                  <a:pt x="1219200" y="885825"/>
                </a:lnTo>
                <a:lnTo>
                  <a:pt x="1209675" y="885825"/>
                </a:lnTo>
                <a:close/>
                <a:moveTo>
                  <a:pt x="1266825" y="876300"/>
                </a:moveTo>
                <a:lnTo>
                  <a:pt x="1276350" y="876300"/>
                </a:lnTo>
                <a:lnTo>
                  <a:pt x="1276350" y="904875"/>
                </a:lnTo>
                <a:lnTo>
                  <a:pt x="1266825" y="904875"/>
                </a:lnTo>
                <a:close/>
                <a:moveTo>
                  <a:pt x="1152525" y="885825"/>
                </a:moveTo>
                <a:lnTo>
                  <a:pt x="1162050" y="885825"/>
                </a:lnTo>
                <a:lnTo>
                  <a:pt x="1162050" y="895350"/>
                </a:lnTo>
                <a:lnTo>
                  <a:pt x="1152525" y="895350"/>
                </a:lnTo>
                <a:close/>
                <a:moveTo>
                  <a:pt x="1219200" y="885825"/>
                </a:moveTo>
                <a:lnTo>
                  <a:pt x="1238250" y="885825"/>
                </a:lnTo>
                <a:lnTo>
                  <a:pt x="1238250" y="895350"/>
                </a:lnTo>
                <a:lnTo>
                  <a:pt x="1219200" y="895350"/>
                </a:lnTo>
                <a:close/>
                <a:moveTo>
                  <a:pt x="1295400" y="885825"/>
                </a:moveTo>
                <a:lnTo>
                  <a:pt x="1314450" y="885825"/>
                </a:lnTo>
                <a:lnTo>
                  <a:pt x="1314450" y="895350"/>
                </a:lnTo>
                <a:lnTo>
                  <a:pt x="1295400" y="895350"/>
                </a:lnTo>
                <a:close/>
                <a:moveTo>
                  <a:pt x="342900" y="895350"/>
                </a:moveTo>
                <a:lnTo>
                  <a:pt x="352425" y="895350"/>
                </a:lnTo>
                <a:lnTo>
                  <a:pt x="352425" y="914400"/>
                </a:lnTo>
                <a:lnTo>
                  <a:pt x="371475" y="914400"/>
                </a:lnTo>
                <a:lnTo>
                  <a:pt x="371475" y="933450"/>
                </a:lnTo>
                <a:lnTo>
                  <a:pt x="342900" y="933450"/>
                </a:lnTo>
                <a:close/>
                <a:moveTo>
                  <a:pt x="390525" y="914400"/>
                </a:moveTo>
                <a:lnTo>
                  <a:pt x="400050" y="914400"/>
                </a:lnTo>
                <a:lnTo>
                  <a:pt x="400050" y="923925"/>
                </a:lnTo>
                <a:lnTo>
                  <a:pt x="390525" y="923925"/>
                </a:lnTo>
                <a:close/>
                <a:moveTo>
                  <a:pt x="1257300" y="933450"/>
                </a:moveTo>
                <a:lnTo>
                  <a:pt x="1285875" y="933450"/>
                </a:lnTo>
                <a:lnTo>
                  <a:pt x="1285875" y="952500"/>
                </a:lnTo>
                <a:lnTo>
                  <a:pt x="1295400" y="952500"/>
                </a:lnTo>
                <a:lnTo>
                  <a:pt x="1295400" y="942975"/>
                </a:lnTo>
                <a:lnTo>
                  <a:pt x="1314450" y="942975"/>
                </a:lnTo>
                <a:lnTo>
                  <a:pt x="1314450" y="962025"/>
                </a:lnTo>
                <a:lnTo>
                  <a:pt x="1266825" y="962025"/>
                </a:lnTo>
                <a:lnTo>
                  <a:pt x="1266825" y="952500"/>
                </a:lnTo>
                <a:lnTo>
                  <a:pt x="1238250" y="952500"/>
                </a:lnTo>
                <a:lnTo>
                  <a:pt x="1238250" y="942975"/>
                </a:lnTo>
                <a:lnTo>
                  <a:pt x="1257300" y="942975"/>
                </a:lnTo>
                <a:close/>
                <a:moveTo>
                  <a:pt x="95250" y="942975"/>
                </a:moveTo>
                <a:lnTo>
                  <a:pt x="104775" y="942975"/>
                </a:lnTo>
                <a:lnTo>
                  <a:pt x="104775" y="962025"/>
                </a:lnTo>
                <a:lnTo>
                  <a:pt x="95250" y="962025"/>
                </a:lnTo>
                <a:close/>
                <a:moveTo>
                  <a:pt x="923925" y="942975"/>
                </a:moveTo>
                <a:lnTo>
                  <a:pt x="933450" y="942975"/>
                </a:lnTo>
                <a:lnTo>
                  <a:pt x="933450" y="952500"/>
                </a:lnTo>
                <a:lnTo>
                  <a:pt x="923925" y="952500"/>
                </a:lnTo>
                <a:close/>
                <a:moveTo>
                  <a:pt x="1190625" y="942975"/>
                </a:moveTo>
                <a:lnTo>
                  <a:pt x="1200150" y="942975"/>
                </a:lnTo>
                <a:lnTo>
                  <a:pt x="1200150" y="962025"/>
                </a:lnTo>
                <a:lnTo>
                  <a:pt x="1190625" y="962025"/>
                </a:lnTo>
                <a:close/>
                <a:moveTo>
                  <a:pt x="1362075" y="942975"/>
                </a:moveTo>
                <a:lnTo>
                  <a:pt x="1381125" y="942975"/>
                </a:lnTo>
                <a:lnTo>
                  <a:pt x="1381125" y="952500"/>
                </a:lnTo>
                <a:lnTo>
                  <a:pt x="1362075" y="952500"/>
                </a:lnTo>
                <a:close/>
                <a:moveTo>
                  <a:pt x="790575" y="952500"/>
                </a:moveTo>
                <a:lnTo>
                  <a:pt x="800100" y="952500"/>
                </a:lnTo>
                <a:lnTo>
                  <a:pt x="800100" y="962025"/>
                </a:lnTo>
                <a:lnTo>
                  <a:pt x="790575" y="962025"/>
                </a:lnTo>
                <a:close/>
                <a:moveTo>
                  <a:pt x="200025" y="962025"/>
                </a:moveTo>
                <a:lnTo>
                  <a:pt x="228600" y="962025"/>
                </a:lnTo>
                <a:lnTo>
                  <a:pt x="228600" y="1000125"/>
                </a:lnTo>
                <a:lnTo>
                  <a:pt x="209550" y="1000125"/>
                </a:lnTo>
                <a:lnTo>
                  <a:pt x="209550" y="990600"/>
                </a:lnTo>
                <a:lnTo>
                  <a:pt x="200025" y="990600"/>
                </a:lnTo>
                <a:lnTo>
                  <a:pt x="200025" y="981075"/>
                </a:lnTo>
                <a:lnTo>
                  <a:pt x="209550" y="981075"/>
                </a:lnTo>
                <a:lnTo>
                  <a:pt x="209550" y="971550"/>
                </a:lnTo>
                <a:lnTo>
                  <a:pt x="200025" y="971550"/>
                </a:lnTo>
                <a:close/>
                <a:moveTo>
                  <a:pt x="104775" y="971550"/>
                </a:moveTo>
                <a:lnTo>
                  <a:pt x="114300" y="971550"/>
                </a:lnTo>
                <a:lnTo>
                  <a:pt x="114300" y="981075"/>
                </a:lnTo>
                <a:lnTo>
                  <a:pt x="104775" y="981075"/>
                </a:lnTo>
                <a:close/>
                <a:moveTo>
                  <a:pt x="123825" y="971550"/>
                </a:moveTo>
                <a:lnTo>
                  <a:pt x="133350" y="971550"/>
                </a:lnTo>
                <a:lnTo>
                  <a:pt x="133350" y="981075"/>
                </a:lnTo>
                <a:lnTo>
                  <a:pt x="123825" y="981075"/>
                </a:lnTo>
                <a:close/>
                <a:moveTo>
                  <a:pt x="142875" y="971550"/>
                </a:moveTo>
                <a:lnTo>
                  <a:pt x="152400" y="971550"/>
                </a:lnTo>
                <a:lnTo>
                  <a:pt x="152400" y="981075"/>
                </a:lnTo>
                <a:lnTo>
                  <a:pt x="142875" y="981075"/>
                </a:lnTo>
                <a:close/>
                <a:moveTo>
                  <a:pt x="1333500" y="971550"/>
                </a:moveTo>
                <a:lnTo>
                  <a:pt x="1352550" y="971550"/>
                </a:lnTo>
                <a:lnTo>
                  <a:pt x="1352550" y="981075"/>
                </a:lnTo>
                <a:lnTo>
                  <a:pt x="1333500" y="981075"/>
                </a:lnTo>
                <a:close/>
                <a:moveTo>
                  <a:pt x="190500" y="990600"/>
                </a:moveTo>
                <a:lnTo>
                  <a:pt x="200025" y="990600"/>
                </a:lnTo>
                <a:lnTo>
                  <a:pt x="200025" y="1000125"/>
                </a:lnTo>
                <a:lnTo>
                  <a:pt x="190500" y="1000125"/>
                </a:lnTo>
                <a:close/>
                <a:moveTo>
                  <a:pt x="1733550" y="1047750"/>
                </a:moveTo>
                <a:lnTo>
                  <a:pt x="1762125" y="1047750"/>
                </a:lnTo>
                <a:lnTo>
                  <a:pt x="1762125" y="1057275"/>
                </a:lnTo>
                <a:lnTo>
                  <a:pt x="1771650" y="1057275"/>
                </a:lnTo>
                <a:lnTo>
                  <a:pt x="1771650" y="1066800"/>
                </a:lnTo>
                <a:lnTo>
                  <a:pt x="1752600" y="1066800"/>
                </a:lnTo>
                <a:lnTo>
                  <a:pt x="1752600" y="1076325"/>
                </a:lnTo>
                <a:lnTo>
                  <a:pt x="1743075" y="1076325"/>
                </a:lnTo>
                <a:lnTo>
                  <a:pt x="1743075" y="1085850"/>
                </a:lnTo>
                <a:lnTo>
                  <a:pt x="1724025" y="1085850"/>
                </a:lnTo>
                <a:lnTo>
                  <a:pt x="1724025" y="1076325"/>
                </a:lnTo>
                <a:lnTo>
                  <a:pt x="1733550" y="1076325"/>
                </a:lnTo>
                <a:lnTo>
                  <a:pt x="1733550" y="1066800"/>
                </a:lnTo>
                <a:lnTo>
                  <a:pt x="1743075" y="1066800"/>
                </a:lnTo>
                <a:lnTo>
                  <a:pt x="1743075" y="1057275"/>
                </a:lnTo>
                <a:lnTo>
                  <a:pt x="1733550" y="1057275"/>
                </a:lnTo>
                <a:close/>
                <a:moveTo>
                  <a:pt x="1790700" y="1047750"/>
                </a:moveTo>
                <a:lnTo>
                  <a:pt x="1828800" y="1047750"/>
                </a:lnTo>
                <a:lnTo>
                  <a:pt x="1828800" y="1066800"/>
                </a:lnTo>
                <a:lnTo>
                  <a:pt x="1800225" y="1066800"/>
                </a:lnTo>
                <a:lnTo>
                  <a:pt x="1800225" y="1057275"/>
                </a:lnTo>
                <a:lnTo>
                  <a:pt x="1790700" y="1057275"/>
                </a:lnTo>
                <a:close/>
                <a:moveTo>
                  <a:pt x="1857375" y="1047750"/>
                </a:moveTo>
                <a:lnTo>
                  <a:pt x="1866900" y="1047750"/>
                </a:lnTo>
                <a:lnTo>
                  <a:pt x="1866900" y="1057275"/>
                </a:lnTo>
                <a:lnTo>
                  <a:pt x="1876425" y="1057275"/>
                </a:lnTo>
                <a:lnTo>
                  <a:pt x="1876425" y="1066800"/>
                </a:lnTo>
                <a:lnTo>
                  <a:pt x="1857375" y="1066800"/>
                </a:lnTo>
                <a:close/>
                <a:moveTo>
                  <a:pt x="1771650" y="1066800"/>
                </a:moveTo>
                <a:lnTo>
                  <a:pt x="1781175" y="1066800"/>
                </a:lnTo>
                <a:lnTo>
                  <a:pt x="1781175" y="1076325"/>
                </a:lnTo>
                <a:lnTo>
                  <a:pt x="1771650" y="1076325"/>
                </a:lnTo>
                <a:close/>
                <a:moveTo>
                  <a:pt x="1876425" y="1066800"/>
                </a:moveTo>
                <a:lnTo>
                  <a:pt x="1885950" y="1066800"/>
                </a:lnTo>
                <a:lnTo>
                  <a:pt x="1885950" y="1076325"/>
                </a:lnTo>
                <a:lnTo>
                  <a:pt x="1876425" y="1076325"/>
                </a:lnTo>
                <a:close/>
                <a:moveTo>
                  <a:pt x="1000125" y="1085850"/>
                </a:moveTo>
                <a:lnTo>
                  <a:pt x="1009650" y="1085850"/>
                </a:lnTo>
                <a:lnTo>
                  <a:pt x="1009650" y="1095375"/>
                </a:lnTo>
                <a:lnTo>
                  <a:pt x="1000125" y="1095375"/>
                </a:lnTo>
                <a:close/>
                <a:moveTo>
                  <a:pt x="1685925" y="1085850"/>
                </a:moveTo>
                <a:lnTo>
                  <a:pt x="1695450" y="1085850"/>
                </a:lnTo>
                <a:lnTo>
                  <a:pt x="1695450" y="1095375"/>
                </a:lnTo>
                <a:lnTo>
                  <a:pt x="1685925" y="1095375"/>
                </a:lnTo>
                <a:close/>
                <a:moveTo>
                  <a:pt x="1876425" y="1085850"/>
                </a:moveTo>
                <a:lnTo>
                  <a:pt x="1885950" y="1085850"/>
                </a:lnTo>
                <a:lnTo>
                  <a:pt x="1885950" y="1095375"/>
                </a:lnTo>
                <a:lnTo>
                  <a:pt x="1876425" y="1095375"/>
                </a:lnTo>
                <a:close/>
                <a:moveTo>
                  <a:pt x="1200150" y="1104900"/>
                </a:moveTo>
                <a:lnTo>
                  <a:pt x="1219200" y="1104900"/>
                </a:lnTo>
                <a:lnTo>
                  <a:pt x="1219200" y="1114425"/>
                </a:lnTo>
                <a:lnTo>
                  <a:pt x="1200150" y="1114425"/>
                </a:lnTo>
                <a:close/>
                <a:moveTo>
                  <a:pt x="161925" y="1114425"/>
                </a:moveTo>
                <a:lnTo>
                  <a:pt x="180975" y="1114425"/>
                </a:lnTo>
                <a:lnTo>
                  <a:pt x="180975" y="1123950"/>
                </a:lnTo>
                <a:lnTo>
                  <a:pt x="161925" y="1123950"/>
                </a:lnTo>
                <a:close/>
                <a:moveTo>
                  <a:pt x="333375" y="1123950"/>
                </a:moveTo>
                <a:lnTo>
                  <a:pt x="352425" y="1123950"/>
                </a:lnTo>
                <a:lnTo>
                  <a:pt x="352425" y="1133475"/>
                </a:lnTo>
                <a:lnTo>
                  <a:pt x="342900" y="1133475"/>
                </a:lnTo>
                <a:lnTo>
                  <a:pt x="342900" y="1152525"/>
                </a:lnTo>
                <a:lnTo>
                  <a:pt x="304800" y="1152525"/>
                </a:lnTo>
                <a:lnTo>
                  <a:pt x="304800" y="1143000"/>
                </a:lnTo>
                <a:lnTo>
                  <a:pt x="314325" y="1143000"/>
                </a:lnTo>
                <a:lnTo>
                  <a:pt x="314325" y="1133475"/>
                </a:lnTo>
                <a:lnTo>
                  <a:pt x="333375" y="1133475"/>
                </a:lnTo>
                <a:close/>
                <a:moveTo>
                  <a:pt x="1047750" y="1123950"/>
                </a:moveTo>
                <a:lnTo>
                  <a:pt x="1066800" y="1123950"/>
                </a:lnTo>
                <a:lnTo>
                  <a:pt x="1066800" y="1162050"/>
                </a:lnTo>
                <a:lnTo>
                  <a:pt x="1047750" y="1162050"/>
                </a:lnTo>
                <a:lnTo>
                  <a:pt x="1047750" y="1171575"/>
                </a:lnTo>
                <a:lnTo>
                  <a:pt x="1038225" y="1171575"/>
                </a:lnTo>
                <a:lnTo>
                  <a:pt x="1038225" y="1143000"/>
                </a:lnTo>
                <a:lnTo>
                  <a:pt x="1047750" y="1143000"/>
                </a:lnTo>
                <a:close/>
                <a:moveTo>
                  <a:pt x="1171575" y="1123950"/>
                </a:moveTo>
                <a:lnTo>
                  <a:pt x="1190625" y="1123950"/>
                </a:lnTo>
                <a:lnTo>
                  <a:pt x="1190625" y="1133475"/>
                </a:lnTo>
                <a:lnTo>
                  <a:pt x="1181100" y="1133475"/>
                </a:lnTo>
                <a:lnTo>
                  <a:pt x="1181100" y="1143000"/>
                </a:lnTo>
                <a:lnTo>
                  <a:pt x="1171575" y="1143000"/>
                </a:lnTo>
                <a:close/>
                <a:moveTo>
                  <a:pt x="1019175" y="1152525"/>
                </a:moveTo>
                <a:lnTo>
                  <a:pt x="1028700" y="1152525"/>
                </a:lnTo>
                <a:lnTo>
                  <a:pt x="1028700" y="1171575"/>
                </a:lnTo>
                <a:lnTo>
                  <a:pt x="1019175" y="1171575"/>
                </a:lnTo>
                <a:close/>
                <a:moveTo>
                  <a:pt x="781050" y="1162050"/>
                </a:moveTo>
                <a:lnTo>
                  <a:pt x="790575" y="1162050"/>
                </a:lnTo>
                <a:lnTo>
                  <a:pt x="790575" y="1171575"/>
                </a:lnTo>
                <a:lnTo>
                  <a:pt x="800100" y="1171575"/>
                </a:lnTo>
                <a:lnTo>
                  <a:pt x="800100" y="1200150"/>
                </a:lnTo>
                <a:lnTo>
                  <a:pt x="781050" y="1200150"/>
                </a:lnTo>
                <a:close/>
                <a:moveTo>
                  <a:pt x="409575" y="1181100"/>
                </a:moveTo>
                <a:lnTo>
                  <a:pt x="419100" y="1181100"/>
                </a:lnTo>
                <a:lnTo>
                  <a:pt x="419100" y="1190625"/>
                </a:lnTo>
                <a:lnTo>
                  <a:pt x="409575" y="1190625"/>
                </a:lnTo>
                <a:close/>
                <a:moveTo>
                  <a:pt x="1876425" y="1190625"/>
                </a:moveTo>
                <a:lnTo>
                  <a:pt x="1885950" y="1190625"/>
                </a:lnTo>
                <a:lnTo>
                  <a:pt x="1885950" y="1200150"/>
                </a:lnTo>
                <a:lnTo>
                  <a:pt x="1895475" y="1200150"/>
                </a:lnTo>
                <a:lnTo>
                  <a:pt x="1895475" y="1228725"/>
                </a:lnTo>
                <a:lnTo>
                  <a:pt x="1866900" y="1228725"/>
                </a:lnTo>
                <a:lnTo>
                  <a:pt x="1866900" y="1200150"/>
                </a:lnTo>
                <a:lnTo>
                  <a:pt x="1876425" y="1200150"/>
                </a:lnTo>
                <a:close/>
                <a:moveTo>
                  <a:pt x="476250" y="1200150"/>
                </a:moveTo>
                <a:lnTo>
                  <a:pt x="485775" y="1200150"/>
                </a:lnTo>
                <a:lnTo>
                  <a:pt x="485775" y="1209675"/>
                </a:lnTo>
                <a:lnTo>
                  <a:pt x="476250" y="1209675"/>
                </a:lnTo>
                <a:close/>
                <a:moveTo>
                  <a:pt x="904875" y="1200150"/>
                </a:moveTo>
                <a:lnTo>
                  <a:pt x="914400" y="1200150"/>
                </a:lnTo>
                <a:lnTo>
                  <a:pt x="914400" y="1209675"/>
                </a:lnTo>
                <a:lnTo>
                  <a:pt x="904875" y="1209675"/>
                </a:lnTo>
                <a:close/>
                <a:moveTo>
                  <a:pt x="1104900" y="1219200"/>
                </a:moveTo>
                <a:lnTo>
                  <a:pt x="1114425" y="1219200"/>
                </a:lnTo>
                <a:lnTo>
                  <a:pt x="1114425" y="1238250"/>
                </a:lnTo>
                <a:lnTo>
                  <a:pt x="1123950" y="1238250"/>
                </a:lnTo>
                <a:lnTo>
                  <a:pt x="1123950" y="1247775"/>
                </a:lnTo>
                <a:lnTo>
                  <a:pt x="1104900" y="1247775"/>
                </a:lnTo>
                <a:close/>
                <a:moveTo>
                  <a:pt x="1857375" y="1228725"/>
                </a:moveTo>
                <a:lnTo>
                  <a:pt x="1866900" y="1228725"/>
                </a:lnTo>
                <a:lnTo>
                  <a:pt x="1866900" y="1247775"/>
                </a:lnTo>
                <a:lnTo>
                  <a:pt x="1857375" y="1247775"/>
                </a:lnTo>
                <a:close/>
                <a:moveTo>
                  <a:pt x="1038225" y="1238250"/>
                </a:moveTo>
                <a:lnTo>
                  <a:pt x="1057275" y="1238250"/>
                </a:lnTo>
                <a:lnTo>
                  <a:pt x="1057275" y="1266825"/>
                </a:lnTo>
                <a:lnTo>
                  <a:pt x="1038225" y="1266825"/>
                </a:lnTo>
                <a:lnTo>
                  <a:pt x="1038225" y="1257300"/>
                </a:lnTo>
                <a:lnTo>
                  <a:pt x="1028700" y="1257300"/>
                </a:lnTo>
                <a:lnTo>
                  <a:pt x="1028700" y="1247775"/>
                </a:lnTo>
                <a:lnTo>
                  <a:pt x="1038225" y="1247775"/>
                </a:lnTo>
                <a:close/>
                <a:moveTo>
                  <a:pt x="76200" y="1266825"/>
                </a:moveTo>
                <a:lnTo>
                  <a:pt x="95250" y="1266825"/>
                </a:lnTo>
                <a:lnTo>
                  <a:pt x="95250" y="1276350"/>
                </a:lnTo>
                <a:lnTo>
                  <a:pt x="76200" y="1276350"/>
                </a:lnTo>
                <a:close/>
                <a:moveTo>
                  <a:pt x="47625" y="1304925"/>
                </a:moveTo>
                <a:lnTo>
                  <a:pt x="57150" y="1304925"/>
                </a:lnTo>
                <a:lnTo>
                  <a:pt x="57150" y="1314450"/>
                </a:lnTo>
                <a:lnTo>
                  <a:pt x="47625" y="1314450"/>
                </a:lnTo>
                <a:close/>
                <a:moveTo>
                  <a:pt x="28575" y="1314450"/>
                </a:moveTo>
                <a:lnTo>
                  <a:pt x="38100" y="1314450"/>
                </a:lnTo>
                <a:lnTo>
                  <a:pt x="38100" y="1323975"/>
                </a:lnTo>
                <a:lnTo>
                  <a:pt x="28575" y="1323975"/>
                </a:lnTo>
                <a:close/>
                <a:moveTo>
                  <a:pt x="762000" y="1314450"/>
                </a:moveTo>
                <a:lnTo>
                  <a:pt x="771525" y="1314450"/>
                </a:lnTo>
                <a:lnTo>
                  <a:pt x="771525" y="1323975"/>
                </a:lnTo>
                <a:lnTo>
                  <a:pt x="762000" y="1323975"/>
                </a:lnTo>
                <a:close/>
                <a:moveTo>
                  <a:pt x="1533525" y="1314450"/>
                </a:moveTo>
                <a:lnTo>
                  <a:pt x="1543050" y="1314450"/>
                </a:lnTo>
                <a:lnTo>
                  <a:pt x="1543050" y="1333500"/>
                </a:lnTo>
                <a:lnTo>
                  <a:pt x="1533525" y="1333500"/>
                </a:lnTo>
                <a:close/>
                <a:moveTo>
                  <a:pt x="542925" y="1323975"/>
                </a:moveTo>
                <a:lnTo>
                  <a:pt x="561975" y="1323975"/>
                </a:lnTo>
                <a:lnTo>
                  <a:pt x="561975" y="1333500"/>
                </a:lnTo>
                <a:lnTo>
                  <a:pt x="542925" y="1333500"/>
                </a:lnTo>
                <a:close/>
                <a:moveTo>
                  <a:pt x="752475" y="1323975"/>
                </a:moveTo>
                <a:lnTo>
                  <a:pt x="762000" y="1323975"/>
                </a:lnTo>
                <a:lnTo>
                  <a:pt x="762000" y="1333500"/>
                </a:lnTo>
                <a:lnTo>
                  <a:pt x="752475" y="1333500"/>
                </a:lnTo>
                <a:close/>
                <a:moveTo>
                  <a:pt x="952500" y="1323975"/>
                </a:moveTo>
                <a:lnTo>
                  <a:pt x="962025" y="1323975"/>
                </a:lnTo>
                <a:lnTo>
                  <a:pt x="962025" y="1333500"/>
                </a:lnTo>
                <a:lnTo>
                  <a:pt x="952500" y="1333500"/>
                </a:lnTo>
                <a:close/>
                <a:moveTo>
                  <a:pt x="1400175" y="1362075"/>
                </a:moveTo>
                <a:lnTo>
                  <a:pt x="1409700" y="1362075"/>
                </a:lnTo>
                <a:lnTo>
                  <a:pt x="1409700" y="1381125"/>
                </a:lnTo>
                <a:lnTo>
                  <a:pt x="1400175" y="1381125"/>
                </a:lnTo>
                <a:close/>
                <a:moveTo>
                  <a:pt x="1419225" y="1362075"/>
                </a:moveTo>
                <a:lnTo>
                  <a:pt x="1428750" y="1362075"/>
                </a:lnTo>
                <a:lnTo>
                  <a:pt x="1428750" y="1371600"/>
                </a:lnTo>
                <a:lnTo>
                  <a:pt x="1419225" y="1371600"/>
                </a:lnTo>
                <a:close/>
                <a:moveTo>
                  <a:pt x="76200" y="1371600"/>
                </a:moveTo>
                <a:lnTo>
                  <a:pt x="85725" y="1371600"/>
                </a:lnTo>
                <a:lnTo>
                  <a:pt x="85725" y="1381125"/>
                </a:lnTo>
                <a:lnTo>
                  <a:pt x="76200" y="1381125"/>
                </a:lnTo>
                <a:close/>
                <a:moveTo>
                  <a:pt x="666750" y="1371600"/>
                </a:moveTo>
                <a:lnTo>
                  <a:pt x="676275" y="1371600"/>
                </a:lnTo>
                <a:lnTo>
                  <a:pt x="676275" y="1390650"/>
                </a:lnTo>
                <a:lnTo>
                  <a:pt x="657225" y="1390650"/>
                </a:lnTo>
                <a:lnTo>
                  <a:pt x="657225" y="1381125"/>
                </a:lnTo>
                <a:lnTo>
                  <a:pt x="666750" y="1381125"/>
                </a:lnTo>
                <a:close/>
                <a:moveTo>
                  <a:pt x="762000" y="1371600"/>
                </a:moveTo>
                <a:lnTo>
                  <a:pt x="771525" y="1371600"/>
                </a:lnTo>
                <a:lnTo>
                  <a:pt x="771525" y="1381125"/>
                </a:lnTo>
                <a:lnTo>
                  <a:pt x="762000" y="1381125"/>
                </a:lnTo>
                <a:close/>
                <a:moveTo>
                  <a:pt x="581025" y="1381125"/>
                </a:moveTo>
                <a:lnTo>
                  <a:pt x="609600" y="1381125"/>
                </a:lnTo>
                <a:lnTo>
                  <a:pt x="609600" y="1390650"/>
                </a:lnTo>
                <a:lnTo>
                  <a:pt x="581025" y="1390650"/>
                </a:lnTo>
                <a:close/>
                <a:moveTo>
                  <a:pt x="1371600" y="1390650"/>
                </a:moveTo>
                <a:lnTo>
                  <a:pt x="1390650" y="1390650"/>
                </a:lnTo>
                <a:lnTo>
                  <a:pt x="1390650" y="1409700"/>
                </a:lnTo>
                <a:lnTo>
                  <a:pt x="1381125" y="1409700"/>
                </a:lnTo>
                <a:lnTo>
                  <a:pt x="1381125" y="1400175"/>
                </a:lnTo>
                <a:lnTo>
                  <a:pt x="1371600" y="1400175"/>
                </a:lnTo>
                <a:close/>
                <a:moveTo>
                  <a:pt x="666750" y="1400175"/>
                </a:moveTo>
                <a:lnTo>
                  <a:pt x="676275" y="1400175"/>
                </a:lnTo>
                <a:lnTo>
                  <a:pt x="676275" y="1409700"/>
                </a:lnTo>
                <a:lnTo>
                  <a:pt x="685800" y="1409700"/>
                </a:lnTo>
                <a:lnTo>
                  <a:pt x="685800" y="1419225"/>
                </a:lnTo>
                <a:lnTo>
                  <a:pt x="666750" y="1419225"/>
                </a:lnTo>
                <a:close/>
                <a:moveTo>
                  <a:pt x="1343025" y="1400175"/>
                </a:moveTo>
                <a:lnTo>
                  <a:pt x="1352550" y="1400175"/>
                </a:lnTo>
                <a:lnTo>
                  <a:pt x="1352550" y="1409700"/>
                </a:lnTo>
                <a:lnTo>
                  <a:pt x="1343025" y="1409700"/>
                </a:lnTo>
                <a:close/>
                <a:moveTo>
                  <a:pt x="1362075" y="1400175"/>
                </a:moveTo>
                <a:lnTo>
                  <a:pt x="1371600" y="1400175"/>
                </a:lnTo>
                <a:lnTo>
                  <a:pt x="1371600" y="1409700"/>
                </a:lnTo>
                <a:lnTo>
                  <a:pt x="1362075" y="1409700"/>
                </a:lnTo>
                <a:close/>
                <a:moveTo>
                  <a:pt x="1590675" y="1400175"/>
                </a:moveTo>
                <a:lnTo>
                  <a:pt x="1609725" y="1400175"/>
                </a:lnTo>
                <a:lnTo>
                  <a:pt x="1609725" y="1419225"/>
                </a:lnTo>
                <a:lnTo>
                  <a:pt x="1590675" y="1419225"/>
                </a:lnTo>
                <a:close/>
                <a:moveTo>
                  <a:pt x="790575" y="1409700"/>
                </a:moveTo>
                <a:lnTo>
                  <a:pt x="800100" y="1409700"/>
                </a:lnTo>
                <a:lnTo>
                  <a:pt x="800100" y="1419225"/>
                </a:lnTo>
                <a:lnTo>
                  <a:pt x="790575" y="1419225"/>
                </a:lnTo>
                <a:close/>
                <a:moveTo>
                  <a:pt x="1323975" y="1447800"/>
                </a:moveTo>
                <a:lnTo>
                  <a:pt x="1352550" y="1447800"/>
                </a:lnTo>
                <a:lnTo>
                  <a:pt x="1352550" y="1457325"/>
                </a:lnTo>
                <a:lnTo>
                  <a:pt x="1323975" y="1457325"/>
                </a:lnTo>
                <a:close/>
                <a:moveTo>
                  <a:pt x="114300" y="1476375"/>
                </a:moveTo>
                <a:lnTo>
                  <a:pt x="123825" y="1476375"/>
                </a:lnTo>
                <a:lnTo>
                  <a:pt x="123825" y="1485900"/>
                </a:lnTo>
                <a:lnTo>
                  <a:pt x="114300" y="1485900"/>
                </a:lnTo>
                <a:close/>
                <a:moveTo>
                  <a:pt x="28575" y="1524000"/>
                </a:moveTo>
                <a:lnTo>
                  <a:pt x="47625" y="1524000"/>
                </a:lnTo>
                <a:lnTo>
                  <a:pt x="47625" y="1533525"/>
                </a:lnTo>
                <a:lnTo>
                  <a:pt x="28575" y="1533525"/>
                </a:lnTo>
                <a:close/>
                <a:moveTo>
                  <a:pt x="495300" y="1600200"/>
                </a:moveTo>
                <a:lnTo>
                  <a:pt x="514350" y="1600200"/>
                </a:lnTo>
                <a:lnTo>
                  <a:pt x="514350" y="1619250"/>
                </a:lnTo>
                <a:lnTo>
                  <a:pt x="495300" y="1619250"/>
                </a:lnTo>
                <a:close/>
                <a:moveTo>
                  <a:pt x="514350" y="1628775"/>
                </a:moveTo>
                <a:lnTo>
                  <a:pt x="523875" y="1628775"/>
                </a:lnTo>
                <a:lnTo>
                  <a:pt x="523875" y="1638300"/>
                </a:lnTo>
                <a:lnTo>
                  <a:pt x="514350" y="1638300"/>
                </a:lnTo>
                <a:close/>
                <a:moveTo>
                  <a:pt x="552450" y="1628775"/>
                </a:moveTo>
                <a:lnTo>
                  <a:pt x="561975" y="1628775"/>
                </a:lnTo>
                <a:lnTo>
                  <a:pt x="561975" y="1647825"/>
                </a:lnTo>
                <a:lnTo>
                  <a:pt x="552450" y="1647825"/>
                </a:lnTo>
                <a:close/>
                <a:moveTo>
                  <a:pt x="466725" y="1638300"/>
                </a:moveTo>
                <a:lnTo>
                  <a:pt x="476250" y="1638300"/>
                </a:lnTo>
                <a:lnTo>
                  <a:pt x="476250" y="1647825"/>
                </a:lnTo>
                <a:lnTo>
                  <a:pt x="466725" y="1647825"/>
                </a:lnTo>
                <a:close/>
                <a:moveTo>
                  <a:pt x="504825" y="1638300"/>
                </a:moveTo>
                <a:lnTo>
                  <a:pt x="514350" y="1638300"/>
                </a:lnTo>
                <a:lnTo>
                  <a:pt x="514350" y="1647825"/>
                </a:lnTo>
                <a:lnTo>
                  <a:pt x="504825" y="1647825"/>
                </a:lnTo>
                <a:close/>
                <a:moveTo>
                  <a:pt x="571500" y="1638300"/>
                </a:moveTo>
                <a:lnTo>
                  <a:pt x="581025" y="1638300"/>
                </a:lnTo>
                <a:lnTo>
                  <a:pt x="581025" y="1647825"/>
                </a:lnTo>
                <a:lnTo>
                  <a:pt x="571500" y="1647825"/>
                </a:lnTo>
                <a:close/>
              </a:path>
            </a:pathLst>
          </a:custGeom>
          <a:solidFill xmlns:a="http://schemas.openxmlformats.org/drawingml/2006/main">
            <a:srgbClr val="F3EFE4"/>
          </a:solidFill>
          <a:ln xmlns:a="http://schemas.openxmlformats.org/drawingml/2006/main" w="0">
            <a:noFill/>
          </a:ln>
        </p:spPr>
      </p:sp>
      <p:sp>
        <p:nvSpPr>
          <p:cNvPr id="106" name="appearance vector #f3efe3">
            <a:extLst xmlns:a="http://schemas.openxmlformats.org/drawingml/2006/main">
              <a:ext uri="{FF2B5EF4-FFF2-40B4-BE49-F238E27FC236}">
                <a16:creationId xmlns:a16="http://schemas.microsoft.com/office/drawing/2014/main" id="{F25F807A-24BF-479A-8789-1F42F9FD6E2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343400" y="5114925"/>
            <a:ext cx="1943100" cy="1666875"/>
          </a:xfrm>
          <a:custGeom xmlns:a="http://schemas.openxmlformats.org/drawingml/2006/main">
            <a:pathLst>
              <a:path w="1943100" h="1666875">
                <a:moveTo>
                  <a:pt x="1304925" y="38100"/>
                </a:moveTo>
                <a:lnTo>
                  <a:pt x="1333500" y="38100"/>
                </a:lnTo>
                <a:lnTo>
                  <a:pt x="1333500" y="57150"/>
                </a:lnTo>
                <a:lnTo>
                  <a:pt x="1343025" y="57150"/>
                </a:lnTo>
                <a:lnTo>
                  <a:pt x="1343025" y="66675"/>
                </a:lnTo>
                <a:lnTo>
                  <a:pt x="1362075" y="66675"/>
                </a:lnTo>
                <a:lnTo>
                  <a:pt x="1362075" y="76200"/>
                </a:lnTo>
                <a:lnTo>
                  <a:pt x="1371600" y="76200"/>
                </a:lnTo>
                <a:lnTo>
                  <a:pt x="1371600" y="66675"/>
                </a:lnTo>
                <a:lnTo>
                  <a:pt x="1390650" y="66675"/>
                </a:lnTo>
                <a:lnTo>
                  <a:pt x="1390650" y="47625"/>
                </a:lnTo>
                <a:lnTo>
                  <a:pt x="1409700" y="47625"/>
                </a:lnTo>
                <a:lnTo>
                  <a:pt x="1409700" y="114300"/>
                </a:lnTo>
                <a:lnTo>
                  <a:pt x="1381125" y="114300"/>
                </a:lnTo>
                <a:lnTo>
                  <a:pt x="1381125" y="95250"/>
                </a:lnTo>
                <a:lnTo>
                  <a:pt x="1371600" y="95250"/>
                </a:lnTo>
                <a:lnTo>
                  <a:pt x="1371600" y="85725"/>
                </a:lnTo>
                <a:lnTo>
                  <a:pt x="1343025" y="85725"/>
                </a:lnTo>
                <a:lnTo>
                  <a:pt x="1343025" y="95250"/>
                </a:lnTo>
                <a:lnTo>
                  <a:pt x="1323975" y="95250"/>
                </a:lnTo>
                <a:lnTo>
                  <a:pt x="1323975" y="114300"/>
                </a:lnTo>
                <a:lnTo>
                  <a:pt x="1304925" y="114300"/>
                </a:lnTo>
                <a:lnTo>
                  <a:pt x="1304925" y="133350"/>
                </a:lnTo>
                <a:lnTo>
                  <a:pt x="1295400" y="133350"/>
                </a:lnTo>
                <a:lnTo>
                  <a:pt x="1295400" y="190500"/>
                </a:lnTo>
                <a:lnTo>
                  <a:pt x="1304925" y="190500"/>
                </a:lnTo>
                <a:lnTo>
                  <a:pt x="1304925" y="200025"/>
                </a:lnTo>
                <a:lnTo>
                  <a:pt x="1323975" y="200025"/>
                </a:lnTo>
                <a:lnTo>
                  <a:pt x="1323975" y="219075"/>
                </a:lnTo>
                <a:lnTo>
                  <a:pt x="1304925" y="219075"/>
                </a:lnTo>
                <a:lnTo>
                  <a:pt x="1304925" y="228600"/>
                </a:lnTo>
                <a:lnTo>
                  <a:pt x="1276350" y="228600"/>
                </a:lnTo>
                <a:lnTo>
                  <a:pt x="1276350" y="219075"/>
                </a:lnTo>
                <a:lnTo>
                  <a:pt x="1219200" y="219075"/>
                </a:lnTo>
                <a:lnTo>
                  <a:pt x="1219200" y="228600"/>
                </a:lnTo>
                <a:lnTo>
                  <a:pt x="1209675" y="228600"/>
                </a:lnTo>
                <a:lnTo>
                  <a:pt x="1209675" y="238125"/>
                </a:lnTo>
                <a:lnTo>
                  <a:pt x="1190625" y="238125"/>
                </a:lnTo>
                <a:lnTo>
                  <a:pt x="1190625" y="228600"/>
                </a:lnTo>
                <a:lnTo>
                  <a:pt x="1162050" y="228600"/>
                </a:lnTo>
                <a:lnTo>
                  <a:pt x="1162050" y="219075"/>
                </a:lnTo>
                <a:lnTo>
                  <a:pt x="1152525" y="219075"/>
                </a:lnTo>
                <a:lnTo>
                  <a:pt x="1152525" y="209550"/>
                </a:lnTo>
                <a:lnTo>
                  <a:pt x="1123950" y="209550"/>
                </a:lnTo>
                <a:lnTo>
                  <a:pt x="1123950" y="228600"/>
                </a:lnTo>
                <a:lnTo>
                  <a:pt x="1104900" y="228600"/>
                </a:lnTo>
                <a:lnTo>
                  <a:pt x="1104900" y="238125"/>
                </a:lnTo>
                <a:lnTo>
                  <a:pt x="1085850" y="238125"/>
                </a:lnTo>
                <a:lnTo>
                  <a:pt x="1085850" y="247650"/>
                </a:lnTo>
                <a:lnTo>
                  <a:pt x="1076325" y="247650"/>
                </a:lnTo>
                <a:lnTo>
                  <a:pt x="1076325" y="257175"/>
                </a:lnTo>
                <a:lnTo>
                  <a:pt x="1057275" y="257175"/>
                </a:lnTo>
                <a:lnTo>
                  <a:pt x="1057275" y="238125"/>
                </a:lnTo>
                <a:lnTo>
                  <a:pt x="1066800" y="238125"/>
                </a:lnTo>
                <a:lnTo>
                  <a:pt x="1066800" y="228600"/>
                </a:lnTo>
                <a:lnTo>
                  <a:pt x="1057275" y="228600"/>
                </a:lnTo>
                <a:lnTo>
                  <a:pt x="1057275" y="219075"/>
                </a:lnTo>
                <a:lnTo>
                  <a:pt x="1038225" y="219075"/>
                </a:lnTo>
                <a:lnTo>
                  <a:pt x="1038225" y="228600"/>
                </a:lnTo>
                <a:lnTo>
                  <a:pt x="1028700" y="228600"/>
                </a:lnTo>
                <a:lnTo>
                  <a:pt x="1028700" y="238125"/>
                </a:lnTo>
                <a:lnTo>
                  <a:pt x="1009650" y="238125"/>
                </a:lnTo>
                <a:lnTo>
                  <a:pt x="1009650" y="219075"/>
                </a:lnTo>
                <a:lnTo>
                  <a:pt x="990600" y="219075"/>
                </a:lnTo>
                <a:lnTo>
                  <a:pt x="990600" y="247650"/>
                </a:lnTo>
                <a:lnTo>
                  <a:pt x="981075" y="247650"/>
                </a:lnTo>
                <a:lnTo>
                  <a:pt x="981075" y="238125"/>
                </a:lnTo>
                <a:lnTo>
                  <a:pt x="952500" y="238125"/>
                </a:lnTo>
                <a:lnTo>
                  <a:pt x="952500" y="247650"/>
                </a:lnTo>
                <a:lnTo>
                  <a:pt x="933450" y="247650"/>
                </a:lnTo>
                <a:lnTo>
                  <a:pt x="933450" y="238125"/>
                </a:lnTo>
                <a:lnTo>
                  <a:pt x="914400" y="238125"/>
                </a:lnTo>
                <a:lnTo>
                  <a:pt x="914400" y="247650"/>
                </a:lnTo>
                <a:lnTo>
                  <a:pt x="885825" y="247650"/>
                </a:lnTo>
                <a:lnTo>
                  <a:pt x="885825" y="238125"/>
                </a:lnTo>
                <a:lnTo>
                  <a:pt x="790575" y="238125"/>
                </a:lnTo>
                <a:lnTo>
                  <a:pt x="790575" y="219075"/>
                </a:lnTo>
                <a:lnTo>
                  <a:pt x="809625" y="219075"/>
                </a:lnTo>
                <a:lnTo>
                  <a:pt x="809625" y="209550"/>
                </a:lnTo>
                <a:lnTo>
                  <a:pt x="819150" y="209550"/>
                </a:lnTo>
                <a:lnTo>
                  <a:pt x="819150" y="123825"/>
                </a:lnTo>
                <a:lnTo>
                  <a:pt x="828675" y="123825"/>
                </a:lnTo>
                <a:lnTo>
                  <a:pt x="828675" y="95250"/>
                </a:lnTo>
                <a:lnTo>
                  <a:pt x="809625" y="95250"/>
                </a:lnTo>
                <a:lnTo>
                  <a:pt x="809625" y="85725"/>
                </a:lnTo>
                <a:lnTo>
                  <a:pt x="800100" y="85725"/>
                </a:lnTo>
                <a:lnTo>
                  <a:pt x="800100" y="200025"/>
                </a:lnTo>
                <a:lnTo>
                  <a:pt x="790575" y="200025"/>
                </a:lnTo>
                <a:lnTo>
                  <a:pt x="790575" y="209550"/>
                </a:lnTo>
                <a:lnTo>
                  <a:pt x="781050" y="209550"/>
                </a:lnTo>
                <a:lnTo>
                  <a:pt x="781050" y="219075"/>
                </a:lnTo>
                <a:lnTo>
                  <a:pt x="714375" y="219075"/>
                </a:lnTo>
                <a:lnTo>
                  <a:pt x="714375" y="200025"/>
                </a:lnTo>
                <a:lnTo>
                  <a:pt x="733425" y="200025"/>
                </a:lnTo>
                <a:lnTo>
                  <a:pt x="733425" y="190500"/>
                </a:lnTo>
                <a:lnTo>
                  <a:pt x="742950" y="190500"/>
                </a:lnTo>
                <a:lnTo>
                  <a:pt x="742950" y="95250"/>
                </a:lnTo>
                <a:lnTo>
                  <a:pt x="733425" y="95250"/>
                </a:lnTo>
                <a:lnTo>
                  <a:pt x="733425" y="85725"/>
                </a:lnTo>
                <a:lnTo>
                  <a:pt x="714375" y="85725"/>
                </a:lnTo>
                <a:lnTo>
                  <a:pt x="714375" y="66675"/>
                </a:lnTo>
                <a:lnTo>
                  <a:pt x="781050" y="66675"/>
                </a:lnTo>
                <a:lnTo>
                  <a:pt x="781050" y="57150"/>
                </a:lnTo>
                <a:lnTo>
                  <a:pt x="800100" y="57150"/>
                </a:lnTo>
                <a:lnTo>
                  <a:pt x="800100" y="66675"/>
                </a:lnTo>
                <a:lnTo>
                  <a:pt x="809625" y="66675"/>
                </a:lnTo>
                <a:lnTo>
                  <a:pt x="809625" y="85725"/>
                </a:lnTo>
                <a:lnTo>
                  <a:pt x="819150" y="85725"/>
                </a:lnTo>
                <a:lnTo>
                  <a:pt x="819150" y="76200"/>
                </a:lnTo>
                <a:lnTo>
                  <a:pt x="838200" y="76200"/>
                </a:lnTo>
                <a:lnTo>
                  <a:pt x="838200" y="85725"/>
                </a:lnTo>
                <a:lnTo>
                  <a:pt x="847725" y="85725"/>
                </a:lnTo>
                <a:lnTo>
                  <a:pt x="847725" y="76200"/>
                </a:lnTo>
                <a:lnTo>
                  <a:pt x="857250" y="76200"/>
                </a:lnTo>
                <a:lnTo>
                  <a:pt x="857250" y="57150"/>
                </a:lnTo>
                <a:lnTo>
                  <a:pt x="885825" y="57150"/>
                </a:lnTo>
                <a:lnTo>
                  <a:pt x="885825" y="66675"/>
                </a:lnTo>
                <a:lnTo>
                  <a:pt x="942975" y="66675"/>
                </a:lnTo>
                <a:lnTo>
                  <a:pt x="942975" y="76200"/>
                </a:lnTo>
                <a:lnTo>
                  <a:pt x="981075" y="76200"/>
                </a:lnTo>
                <a:lnTo>
                  <a:pt x="981075" y="66675"/>
                </a:lnTo>
                <a:lnTo>
                  <a:pt x="990600" y="66675"/>
                </a:lnTo>
                <a:lnTo>
                  <a:pt x="990600" y="76200"/>
                </a:lnTo>
                <a:lnTo>
                  <a:pt x="1000125" y="76200"/>
                </a:lnTo>
                <a:lnTo>
                  <a:pt x="1000125" y="85725"/>
                </a:lnTo>
                <a:lnTo>
                  <a:pt x="990600" y="85725"/>
                </a:lnTo>
                <a:lnTo>
                  <a:pt x="990600" y="142875"/>
                </a:lnTo>
                <a:lnTo>
                  <a:pt x="1009650" y="142875"/>
                </a:lnTo>
                <a:lnTo>
                  <a:pt x="1009650" y="133350"/>
                </a:lnTo>
                <a:lnTo>
                  <a:pt x="1019175" y="133350"/>
                </a:lnTo>
                <a:lnTo>
                  <a:pt x="1019175" y="123825"/>
                </a:lnTo>
                <a:lnTo>
                  <a:pt x="1028700" y="123825"/>
                </a:lnTo>
                <a:lnTo>
                  <a:pt x="1028700" y="171450"/>
                </a:lnTo>
                <a:lnTo>
                  <a:pt x="1047750" y="171450"/>
                </a:lnTo>
                <a:lnTo>
                  <a:pt x="1047750" y="152400"/>
                </a:lnTo>
                <a:lnTo>
                  <a:pt x="1057275" y="152400"/>
                </a:lnTo>
                <a:lnTo>
                  <a:pt x="1057275" y="142875"/>
                </a:lnTo>
                <a:lnTo>
                  <a:pt x="1076325" y="142875"/>
                </a:lnTo>
                <a:lnTo>
                  <a:pt x="1076325" y="133350"/>
                </a:lnTo>
                <a:lnTo>
                  <a:pt x="1085850" y="133350"/>
                </a:lnTo>
                <a:lnTo>
                  <a:pt x="1085850" y="76200"/>
                </a:lnTo>
                <a:lnTo>
                  <a:pt x="1095375" y="76200"/>
                </a:lnTo>
                <a:lnTo>
                  <a:pt x="1095375" y="66675"/>
                </a:lnTo>
                <a:lnTo>
                  <a:pt x="1123950" y="66675"/>
                </a:lnTo>
                <a:lnTo>
                  <a:pt x="1123950" y="76200"/>
                </a:lnTo>
                <a:lnTo>
                  <a:pt x="1133475" y="76200"/>
                </a:lnTo>
                <a:lnTo>
                  <a:pt x="1133475" y="66675"/>
                </a:lnTo>
                <a:lnTo>
                  <a:pt x="1143000" y="66675"/>
                </a:lnTo>
                <a:lnTo>
                  <a:pt x="1143000" y="76200"/>
                </a:lnTo>
                <a:lnTo>
                  <a:pt x="1162050" y="76200"/>
                </a:lnTo>
                <a:lnTo>
                  <a:pt x="1162050" y="57150"/>
                </a:lnTo>
                <a:lnTo>
                  <a:pt x="1181100" y="57150"/>
                </a:lnTo>
                <a:lnTo>
                  <a:pt x="1181100" y="66675"/>
                </a:lnTo>
                <a:lnTo>
                  <a:pt x="1200150" y="66675"/>
                </a:lnTo>
                <a:lnTo>
                  <a:pt x="1200150" y="57150"/>
                </a:lnTo>
                <a:lnTo>
                  <a:pt x="1209675" y="57150"/>
                </a:lnTo>
                <a:lnTo>
                  <a:pt x="1209675" y="47625"/>
                </a:lnTo>
                <a:lnTo>
                  <a:pt x="1247775" y="47625"/>
                </a:lnTo>
                <a:lnTo>
                  <a:pt x="1247775" y="57150"/>
                </a:lnTo>
                <a:lnTo>
                  <a:pt x="1276350" y="57150"/>
                </a:lnTo>
                <a:lnTo>
                  <a:pt x="1276350" y="47625"/>
                </a:lnTo>
                <a:lnTo>
                  <a:pt x="1304925" y="47625"/>
                </a:lnTo>
                <a:close/>
                <a:moveTo>
                  <a:pt x="628650" y="47625"/>
                </a:moveTo>
                <a:lnTo>
                  <a:pt x="647700" y="47625"/>
                </a:lnTo>
                <a:lnTo>
                  <a:pt x="647700" y="57150"/>
                </a:lnTo>
                <a:lnTo>
                  <a:pt x="628650" y="57150"/>
                </a:lnTo>
                <a:close/>
                <a:moveTo>
                  <a:pt x="1581150" y="47625"/>
                </a:moveTo>
                <a:lnTo>
                  <a:pt x="1600200" y="47625"/>
                </a:lnTo>
                <a:lnTo>
                  <a:pt x="1600200" y="66675"/>
                </a:lnTo>
                <a:lnTo>
                  <a:pt x="1581150" y="66675"/>
                </a:lnTo>
                <a:close/>
                <a:moveTo>
                  <a:pt x="1619250" y="47625"/>
                </a:moveTo>
                <a:lnTo>
                  <a:pt x="1638300" y="47625"/>
                </a:lnTo>
                <a:lnTo>
                  <a:pt x="1638300" y="57150"/>
                </a:lnTo>
                <a:lnTo>
                  <a:pt x="1619250" y="57150"/>
                </a:lnTo>
                <a:close/>
                <a:moveTo>
                  <a:pt x="1819275" y="47625"/>
                </a:moveTo>
                <a:lnTo>
                  <a:pt x="1838325" y="47625"/>
                </a:lnTo>
                <a:lnTo>
                  <a:pt x="1838325" y="57150"/>
                </a:lnTo>
                <a:lnTo>
                  <a:pt x="1847850" y="57150"/>
                </a:lnTo>
                <a:lnTo>
                  <a:pt x="1847850" y="66675"/>
                </a:lnTo>
                <a:lnTo>
                  <a:pt x="1885950" y="66675"/>
                </a:lnTo>
                <a:lnTo>
                  <a:pt x="1885950" y="104775"/>
                </a:lnTo>
                <a:lnTo>
                  <a:pt x="1895475" y="104775"/>
                </a:lnTo>
                <a:lnTo>
                  <a:pt x="1895475" y="114300"/>
                </a:lnTo>
                <a:lnTo>
                  <a:pt x="1905000" y="114300"/>
                </a:lnTo>
                <a:lnTo>
                  <a:pt x="1905000" y="123825"/>
                </a:lnTo>
                <a:lnTo>
                  <a:pt x="1895475" y="123825"/>
                </a:lnTo>
                <a:lnTo>
                  <a:pt x="1895475" y="133350"/>
                </a:lnTo>
                <a:lnTo>
                  <a:pt x="1885950" y="133350"/>
                </a:lnTo>
                <a:lnTo>
                  <a:pt x="1885950" y="142875"/>
                </a:lnTo>
                <a:lnTo>
                  <a:pt x="1876425" y="142875"/>
                </a:lnTo>
                <a:lnTo>
                  <a:pt x="1876425" y="152400"/>
                </a:lnTo>
                <a:lnTo>
                  <a:pt x="1866900" y="152400"/>
                </a:lnTo>
                <a:lnTo>
                  <a:pt x="1866900" y="161925"/>
                </a:lnTo>
                <a:lnTo>
                  <a:pt x="1876425" y="161925"/>
                </a:lnTo>
                <a:lnTo>
                  <a:pt x="1876425" y="171450"/>
                </a:lnTo>
                <a:lnTo>
                  <a:pt x="1885950" y="171450"/>
                </a:lnTo>
                <a:lnTo>
                  <a:pt x="1885950" y="152400"/>
                </a:lnTo>
                <a:lnTo>
                  <a:pt x="1905000" y="152400"/>
                </a:lnTo>
                <a:lnTo>
                  <a:pt x="1905000" y="190500"/>
                </a:lnTo>
                <a:lnTo>
                  <a:pt x="1866900" y="190500"/>
                </a:lnTo>
                <a:lnTo>
                  <a:pt x="1866900" y="219075"/>
                </a:lnTo>
                <a:lnTo>
                  <a:pt x="1876425" y="219075"/>
                </a:lnTo>
                <a:lnTo>
                  <a:pt x="1876425" y="228600"/>
                </a:lnTo>
                <a:lnTo>
                  <a:pt x="1885950" y="228600"/>
                </a:lnTo>
                <a:lnTo>
                  <a:pt x="1885950" y="219075"/>
                </a:lnTo>
                <a:lnTo>
                  <a:pt x="1895475" y="219075"/>
                </a:lnTo>
                <a:lnTo>
                  <a:pt x="1895475" y="247650"/>
                </a:lnTo>
                <a:lnTo>
                  <a:pt x="1876425" y="247650"/>
                </a:lnTo>
                <a:lnTo>
                  <a:pt x="1876425" y="238125"/>
                </a:lnTo>
                <a:lnTo>
                  <a:pt x="1847850" y="238125"/>
                </a:lnTo>
                <a:lnTo>
                  <a:pt x="1847850" y="228600"/>
                </a:lnTo>
                <a:lnTo>
                  <a:pt x="1809750" y="228600"/>
                </a:lnTo>
                <a:lnTo>
                  <a:pt x="1809750" y="219075"/>
                </a:lnTo>
                <a:lnTo>
                  <a:pt x="1743075" y="219075"/>
                </a:lnTo>
                <a:lnTo>
                  <a:pt x="1743075" y="238125"/>
                </a:lnTo>
                <a:lnTo>
                  <a:pt x="1714500" y="238125"/>
                </a:lnTo>
                <a:lnTo>
                  <a:pt x="1714500" y="219075"/>
                </a:lnTo>
                <a:lnTo>
                  <a:pt x="1733550" y="219075"/>
                </a:lnTo>
                <a:lnTo>
                  <a:pt x="1733550" y="209550"/>
                </a:lnTo>
                <a:lnTo>
                  <a:pt x="1809750" y="209550"/>
                </a:lnTo>
                <a:lnTo>
                  <a:pt x="1809750" y="200025"/>
                </a:lnTo>
                <a:lnTo>
                  <a:pt x="1800225" y="200025"/>
                </a:lnTo>
                <a:lnTo>
                  <a:pt x="1800225" y="190500"/>
                </a:lnTo>
                <a:lnTo>
                  <a:pt x="1809750" y="190500"/>
                </a:lnTo>
                <a:lnTo>
                  <a:pt x="1809750" y="133350"/>
                </a:lnTo>
                <a:lnTo>
                  <a:pt x="1800225" y="133350"/>
                </a:lnTo>
                <a:lnTo>
                  <a:pt x="1800225" y="114300"/>
                </a:lnTo>
                <a:lnTo>
                  <a:pt x="1790700" y="114300"/>
                </a:lnTo>
                <a:lnTo>
                  <a:pt x="1790700" y="104775"/>
                </a:lnTo>
                <a:lnTo>
                  <a:pt x="1781175" y="104775"/>
                </a:lnTo>
                <a:lnTo>
                  <a:pt x="1781175" y="95250"/>
                </a:lnTo>
                <a:lnTo>
                  <a:pt x="1762125" y="95250"/>
                </a:lnTo>
                <a:lnTo>
                  <a:pt x="1762125" y="85725"/>
                </a:lnTo>
                <a:lnTo>
                  <a:pt x="1743075" y="85725"/>
                </a:lnTo>
                <a:lnTo>
                  <a:pt x="1743075" y="66675"/>
                </a:lnTo>
                <a:lnTo>
                  <a:pt x="1781175" y="66675"/>
                </a:lnTo>
                <a:lnTo>
                  <a:pt x="1781175" y="76200"/>
                </a:lnTo>
                <a:lnTo>
                  <a:pt x="1790700" y="76200"/>
                </a:lnTo>
                <a:lnTo>
                  <a:pt x="1790700" y="104775"/>
                </a:lnTo>
                <a:lnTo>
                  <a:pt x="1800225" y="104775"/>
                </a:lnTo>
                <a:lnTo>
                  <a:pt x="1800225" y="95250"/>
                </a:lnTo>
                <a:lnTo>
                  <a:pt x="1809750" y="95250"/>
                </a:lnTo>
                <a:lnTo>
                  <a:pt x="1809750" y="57150"/>
                </a:lnTo>
                <a:lnTo>
                  <a:pt x="1819275" y="57150"/>
                </a:lnTo>
                <a:close/>
                <a:moveTo>
                  <a:pt x="1009650" y="66675"/>
                </a:moveTo>
                <a:lnTo>
                  <a:pt x="1019175" y="66675"/>
                </a:lnTo>
                <a:lnTo>
                  <a:pt x="1019175" y="85725"/>
                </a:lnTo>
                <a:lnTo>
                  <a:pt x="1009650" y="85725"/>
                </a:lnTo>
                <a:close/>
                <a:moveTo>
                  <a:pt x="1219200" y="85725"/>
                </a:moveTo>
                <a:lnTo>
                  <a:pt x="1238250" y="85725"/>
                </a:lnTo>
                <a:lnTo>
                  <a:pt x="1238250" y="76200"/>
                </a:lnTo>
                <a:lnTo>
                  <a:pt x="1228725" y="76200"/>
                </a:lnTo>
                <a:lnTo>
                  <a:pt x="1228725" y="66675"/>
                </a:lnTo>
                <a:lnTo>
                  <a:pt x="1219200" y="66675"/>
                </a:lnTo>
                <a:close/>
                <a:moveTo>
                  <a:pt x="1047750" y="95250"/>
                </a:moveTo>
                <a:lnTo>
                  <a:pt x="1066800" y="95250"/>
                </a:lnTo>
                <a:lnTo>
                  <a:pt x="1066800" y="114300"/>
                </a:lnTo>
                <a:lnTo>
                  <a:pt x="1057275" y="114300"/>
                </a:lnTo>
                <a:lnTo>
                  <a:pt x="1057275" y="123825"/>
                </a:lnTo>
                <a:lnTo>
                  <a:pt x="1038225" y="123825"/>
                </a:lnTo>
                <a:lnTo>
                  <a:pt x="1038225" y="104775"/>
                </a:lnTo>
                <a:lnTo>
                  <a:pt x="1047750" y="104775"/>
                </a:lnTo>
                <a:close/>
                <a:moveTo>
                  <a:pt x="1238250" y="95250"/>
                </a:moveTo>
                <a:lnTo>
                  <a:pt x="1247775" y="95250"/>
                </a:lnTo>
                <a:lnTo>
                  <a:pt x="1247775" y="85725"/>
                </a:lnTo>
                <a:lnTo>
                  <a:pt x="1238250" y="85725"/>
                </a:lnTo>
                <a:close/>
                <a:moveTo>
                  <a:pt x="47625" y="114300"/>
                </a:moveTo>
                <a:lnTo>
                  <a:pt x="57150" y="114300"/>
                </a:lnTo>
                <a:lnTo>
                  <a:pt x="57150" y="142875"/>
                </a:lnTo>
                <a:lnTo>
                  <a:pt x="47625" y="142875"/>
                </a:lnTo>
                <a:close/>
                <a:moveTo>
                  <a:pt x="952500" y="133350"/>
                </a:moveTo>
                <a:lnTo>
                  <a:pt x="971550" y="133350"/>
                </a:lnTo>
                <a:lnTo>
                  <a:pt x="971550" y="114300"/>
                </a:lnTo>
                <a:lnTo>
                  <a:pt x="952500" y="114300"/>
                </a:lnTo>
                <a:close/>
                <a:moveTo>
                  <a:pt x="1247775" y="142875"/>
                </a:moveTo>
                <a:lnTo>
                  <a:pt x="1276350" y="142875"/>
                </a:lnTo>
                <a:lnTo>
                  <a:pt x="1276350" y="133350"/>
                </a:lnTo>
                <a:lnTo>
                  <a:pt x="1266825" y="133350"/>
                </a:lnTo>
                <a:lnTo>
                  <a:pt x="1266825" y="123825"/>
                </a:lnTo>
                <a:lnTo>
                  <a:pt x="1257300" y="123825"/>
                </a:lnTo>
                <a:lnTo>
                  <a:pt x="1257300" y="133350"/>
                </a:lnTo>
                <a:lnTo>
                  <a:pt x="1247775" y="133350"/>
                </a:lnTo>
                <a:close/>
                <a:moveTo>
                  <a:pt x="47625" y="152400"/>
                </a:moveTo>
                <a:lnTo>
                  <a:pt x="57150" y="152400"/>
                </a:lnTo>
                <a:lnTo>
                  <a:pt x="57150" y="161925"/>
                </a:lnTo>
                <a:lnTo>
                  <a:pt x="47625" y="161925"/>
                </a:lnTo>
                <a:close/>
                <a:moveTo>
                  <a:pt x="866775" y="171450"/>
                </a:moveTo>
                <a:lnTo>
                  <a:pt x="876300" y="171450"/>
                </a:lnTo>
                <a:lnTo>
                  <a:pt x="876300" y="180975"/>
                </a:lnTo>
                <a:lnTo>
                  <a:pt x="885825" y="180975"/>
                </a:lnTo>
                <a:lnTo>
                  <a:pt x="885825" y="171450"/>
                </a:lnTo>
                <a:lnTo>
                  <a:pt x="895350" y="171450"/>
                </a:lnTo>
                <a:lnTo>
                  <a:pt x="895350" y="123825"/>
                </a:lnTo>
                <a:lnTo>
                  <a:pt x="876300" y="123825"/>
                </a:lnTo>
                <a:lnTo>
                  <a:pt x="876300" y="142875"/>
                </a:lnTo>
                <a:lnTo>
                  <a:pt x="866775" y="142875"/>
                </a:lnTo>
                <a:close/>
                <a:moveTo>
                  <a:pt x="85725" y="180975"/>
                </a:moveTo>
                <a:lnTo>
                  <a:pt x="95250" y="180975"/>
                </a:lnTo>
                <a:lnTo>
                  <a:pt x="95250" y="190500"/>
                </a:lnTo>
                <a:lnTo>
                  <a:pt x="85725" y="190500"/>
                </a:lnTo>
                <a:close/>
                <a:moveTo>
                  <a:pt x="762000" y="190500"/>
                </a:moveTo>
                <a:lnTo>
                  <a:pt x="781050" y="190500"/>
                </a:lnTo>
                <a:lnTo>
                  <a:pt x="781050" y="95250"/>
                </a:lnTo>
                <a:lnTo>
                  <a:pt x="762000" y="95250"/>
                </a:lnTo>
                <a:close/>
                <a:moveTo>
                  <a:pt x="923925" y="190500"/>
                </a:moveTo>
                <a:lnTo>
                  <a:pt x="933450" y="190500"/>
                </a:lnTo>
                <a:lnTo>
                  <a:pt x="933450" y="95250"/>
                </a:lnTo>
                <a:lnTo>
                  <a:pt x="914400" y="95250"/>
                </a:lnTo>
                <a:lnTo>
                  <a:pt x="914400" y="171450"/>
                </a:lnTo>
                <a:lnTo>
                  <a:pt x="904875" y="171450"/>
                </a:lnTo>
                <a:lnTo>
                  <a:pt x="904875" y="200025"/>
                </a:lnTo>
                <a:lnTo>
                  <a:pt x="923925" y="200025"/>
                </a:lnTo>
                <a:close/>
                <a:moveTo>
                  <a:pt x="952500" y="190500"/>
                </a:moveTo>
                <a:lnTo>
                  <a:pt x="971550" y="190500"/>
                </a:lnTo>
                <a:lnTo>
                  <a:pt x="971550" y="171450"/>
                </a:lnTo>
                <a:lnTo>
                  <a:pt x="952500" y="171450"/>
                </a:lnTo>
                <a:close/>
                <a:moveTo>
                  <a:pt x="1219200" y="190500"/>
                </a:moveTo>
                <a:lnTo>
                  <a:pt x="1238250" y="190500"/>
                </a:lnTo>
                <a:lnTo>
                  <a:pt x="1238250" y="180975"/>
                </a:lnTo>
                <a:lnTo>
                  <a:pt x="1219200" y="180975"/>
                </a:lnTo>
                <a:close/>
                <a:moveTo>
                  <a:pt x="1266825" y="190500"/>
                </a:moveTo>
                <a:lnTo>
                  <a:pt x="1276350" y="190500"/>
                </a:lnTo>
                <a:lnTo>
                  <a:pt x="1276350" y="180975"/>
                </a:lnTo>
                <a:lnTo>
                  <a:pt x="1266825" y="180975"/>
                </a:lnTo>
                <a:close/>
                <a:moveTo>
                  <a:pt x="1362075" y="190500"/>
                </a:moveTo>
                <a:lnTo>
                  <a:pt x="1371600" y="190500"/>
                </a:lnTo>
                <a:lnTo>
                  <a:pt x="1371600" y="228600"/>
                </a:lnTo>
                <a:lnTo>
                  <a:pt x="1352550" y="228600"/>
                </a:lnTo>
                <a:lnTo>
                  <a:pt x="1352550" y="200025"/>
                </a:lnTo>
                <a:lnTo>
                  <a:pt x="1362075" y="200025"/>
                </a:lnTo>
                <a:close/>
                <a:moveTo>
                  <a:pt x="1543050" y="190500"/>
                </a:moveTo>
                <a:lnTo>
                  <a:pt x="1562100" y="190500"/>
                </a:lnTo>
                <a:lnTo>
                  <a:pt x="1562100" y="209550"/>
                </a:lnTo>
                <a:lnTo>
                  <a:pt x="1543050" y="209550"/>
                </a:lnTo>
                <a:close/>
                <a:moveTo>
                  <a:pt x="1762125" y="190500"/>
                </a:moveTo>
                <a:lnTo>
                  <a:pt x="1790700" y="190500"/>
                </a:lnTo>
                <a:lnTo>
                  <a:pt x="1790700" y="200025"/>
                </a:lnTo>
                <a:lnTo>
                  <a:pt x="1762125" y="200025"/>
                </a:lnTo>
                <a:close/>
                <a:moveTo>
                  <a:pt x="1181100" y="219075"/>
                </a:moveTo>
                <a:lnTo>
                  <a:pt x="1190625" y="219075"/>
                </a:lnTo>
                <a:lnTo>
                  <a:pt x="1190625" y="209550"/>
                </a:lnTo>
                <a:lnTo>
                  <a:pt x="1181100" y="209550"/>
                </a:lnTo>
                <a:close/>
                <a:moveTo>
                  <a:pt x="647700" y="257175"/>
                </a:moveTo>
                <a:lnTo>
                  <a:pt x="657225" y="257175"/>
                </a:lnTo>
                <a:lnTo>
                  <a:pt x="657225" y="266700"/>
                </a:lnTo>
                <a:lnTo>
                  <a:pt x="647700" y="266700"/>
                </a:lnTo>
                <a:close/>
                <a:moveTo>
                  <a:pt x="895350" y="257175"/>
                </a:moveTo>
                <a:lnTo>
                  <a:pt x="914400" y="257175"/>
                </a:lnTo>
                <a:lnTo>
                  <a:pt x="914400" y="266700"/>
                </a:lnTo>
                <a:lnTo>
                  <a:pt x="895350" y="266700"/>
                </a:lnTo>
                <a:close/>
                <a:moveTo>
                  <a:pt x="1743075" y="257175"/>
                </a:moveTo>
                <a:lnTo>
                  <a:pt x="1752600" y="257175"/>
                </a:lnTo>
                <a:lnTo>
                  <a:pt x="1752600" y="266700"/>
                </a:lnTo>
                <a:lnTo>
                  <a:pt x="1743075" y="266700"/>
                </a:lnTo>
                <a:close/>
                <a:moveTo>
                  <a:pt x="1809750" y="257175"/>
                </a:moveTo>
                <a:lnTo>
                  <a:pt x="1828800" y="257175"/>
                </a:lnTo>
                <a:lnTo>
                  <a:pt x="1828800" y="266700"/>
                </a:lnTo>
                <a:lnTo>
                  <a:pt x="1809750" y="266700"/>
                </a:lnTo>
                <a:close/>
                <a:moveTo>
                  <a:pt x="1838325" y="257175"/>
                </a:moveTo>
                <a:lnTo>
                  <a:pt x="1847850" y="257175"/>
                </a:lnTo>
                <a:lnTo>
                  <a:pt x="1847850" y="266700"/>
                </a:lnTo>
                <a:lnTo>
                  <a:pt x="1838325" y="266700"/>
                </a:lnTo>
                <a:close/>
                <a:moveTo>
                  <a:pt x="1857375" y="257175"/>
                </a:moveTo>
                <a:lnTo>
                  <a:pt x="1866900" y="257175"/>
                </a:lnTo>
                <a:lnTo>
                  <a:pt x="1866900" y="266700"/>
                </a:lnTo>
                <a:lnTo>
                  <a:pt x="1857375" y="266700"/>
                </a:lnTo>
                <a:close/>
                <a:moveTo>
                  <a:pt x="123825" y="266700"/>
                </a:moveTo>
                <a:lnTo>
                  <a:pt x="133350" y="266700"/>
                </a:lnTo>
                <a:lnTo>
                  <a:pt x="133350" y="276225"/>
                </a:lnTo>
                <a:lnTo>
                  <a:pt x="123825" y="276225"/>
                </a:lnTo>
                <a:close/>
                <a:moveTo>
                  <a:pt x="1876425" y="266700"/>
                </a:moveTo>
                <a:lnTo>
                  <a:pt x="1895475" y="266700"/>
                </a:lnTo>
                <a:lnTo>
                  <a:pt x="1895475" y="276225"/>
                </a:lnTo>
                <a:lnTo>
                  <a:pt x="1905000" y="276225"/>
                </a:lnTo>
                <a:lnTo>
                  <a:pt x="1905000" y="285750"/>
                </a:lnTo>
                <a:lnTo>
                  <a:pt x="1885950" y="285750"/>
                </a:lnTo>
                <a:lnTo>
                  <a:pt x="1885950" y="276225"/>
                </a:lnTo>
                <a:lnTo>
                  <a:pt x="1876425" y="276225"/>
                </a:lnTo>
                <a:close/>
                <a:moveTo>
                  <a:pt x="47625" y="285750"/>
                </a:moveTo>
                <a:lnTo>
                  <a:pt x="85725" y="285750"/>
                </a:lnTo>
                <a:lnTo>
                  <a:pt x="85725" y="295275"/>
                </a:lnTo>
                <a:lnTo>
                  <a:pt x="76200" y="295275"/>
                </a:lnTo>
                <a:lnTo>
                  <a:pt x="76200" y="323850"/>
                </a:lnTo>
                <a:lnTo>
                  <a:pt x="47625" y="323850"/>
                </a:lnTo>
                <a:close/>
                <a:moveTo>
                  <a:pt x="95250" y="304800"/>
                </a:moveTo>
                <a:lnTo>
                  <a:pt x="123825" y="304800"/>
                </a:lnTo>
                <a:lnTo>
                  <a:pt x="123825" y="314325"/>
                </a:lnTo>
                <a:lnTo>
                  <a:pt x="114300" y="314325"/>
                </a:lnTo>
                <a:lnTo>
                  <a:pt x="114300" y="333375"/>
                </a:lnTo>
                <a:lnTo>
                  <a:pt x="104775" y="333375"/>
                </a:lnTo>
                <a:lnTo>
                  <a:pt x="104775" y="314325"/>
                </a:lnTo>
                <a:lnTo>
                  <a:pt x="95250" y="314325"/>
                </a:lnTo>
                <a:close/>
                <a:moveTo>
                  <a:pt x="66675" y="371475"/>
                </a:moveTo>
                <a:lnTo>
                  <a:pt x="76200" y="371475"/>
                </a:lnTo>
                <a:lnTo>
                  <a:pt x="76200" y="381000"/>
                </a:lnTo>
                <a:lnTo>
                  <a:pt x="66675" y="381000"/>
                </a:lnTo>
                <a:close/>
                <a:moveTo>
                  <a:pt x="104775" y="428625"/>
                </a:moveTo>
                <a:lnTo>
                  <a:pt x="114300" y="428625"/>
                </a:lnTo>
                <a:lnTo>
                  <a:pt x="114300" y="438150"/>
                </a:lnTo>
                <a:lnTo>
                  <a:pt x="104775" y="438150"/>
                </a:lnTo>
                <a:close/>
                <a:moveTo>
                  <a:pt x="47625" y="485775"/>
                </a:moveTo>
                <a:lnTo>
                  <a:pt x="57150" y="485775"/>
                </a:lnTo>
                <a:lnTo>
                  <a:pt x="57150" y="504825"/>
                </a:lnTo>
                <a:lnTo>
                  <a:pt x="47625" y="504825"/>
                </a:lnTo>
                <a:close/>
                <a:moveTo>
                  <a:pt x="219075" y="533400"/>
                </a:moveTo>
                <a:lnTo>
                  <a:pt x="228600" y="533400"/>
                </a:lnTo>
                <a:lnTo>
                  <a:pt x="228600" y="542925"/>
                </a:lnTo>
                <a:lnTo>
                  <a:pt x="219075" y="542925"/>
                </a:lnTo>
                <a:close/>
                <a:moveTo>
                  <a:pt x="561975" y="533400"/>
                </a:moveTo>
                <a:lnTo>
                  <a:pt x="581025" y="533400"/>
                </a:lnTo>
                <a:lnTo>
                  <a:pt x="581025" y="552450"/>
                </a:lnTo>
                <a:lnTo>
                  <a:pt x="571500" y="552450"/>
                </a:lnTo>
                <a:lnTo>
                  <a:pt x="571500" y="581025"/>
                </a:lnTo>
                <a:lnTo>
                  <a:pt x="590550" y="581025"/>
                </a:lnTo>
                <a:lnTo>
                  <a:pt x="590550" y="571500"/>
                </a:lnTo>
                <a:lnTo>
                  <a:pt x="657225" y="571500"/>
                </a:lnTo>
                <a:lnTo>
                  <a:pt x="657225" y="581025"/>
                </a:lnTo>
                <a:lnTo>
                  <a:pt x="666750" y="581025"/>
                </a:lnTo>
                <a:lnTo>
                  <a:pt x="666750" y="600075"/>
                </a:lnTo>
                <a:lnTo>
                  <a:pt x="628650" y="600075"/>
                </a:lnTo>
                <a:lnTo>
                  <a:pt x="628650" y="590550"/>
                </a:lnTo>
                <a:lnTo>
                  <a:pt x="619125" y="590550"/>
                </a:lnTo>
                <a:lnTo>
                  <a:pt x="619125" y="581025"/>
                </a:lnTo>
                <a:lnTo>
                  <a:pt x="590550" y="581025"/>
                </a:lnTo>
                <a:lnTo>
                  <a:pt x="590550" y="590550"/>
                </a:lnTo>
                <a:lnTo>
                  <a:pt x="600075" y="590550"/>
                </a:lnTo>
                <a:lnTo>
                  <a:pt x="600075" y="609600"/>
                </a:lnTo>
                <a:lnTo>
                  <a:pt x="609600" y="609600"/>
                </a:lnTo>
                <a:lnTo>
                  <a:pt x="609600" y="628650"/>
                </a:lnTo>
                <a:lnTo>
                  <a:pt x="590550" y="628650"/>
                </a:lnTo>
                <a:lnTo>
                  <a:pt x="590550" y="619125"/>
                </a:lnTo>
                <a:lnTo>
                  <a:pt x="581025" y="619125"/>
                </a:lnTo>
                <a:lnTo>
                  <a:pt x="581025" y="638175"/>
                </a:lnTo>
                <a:lnTo>
                  <a:pt x="571500" y="638175"/>
                </a:lnTo>
                <a:lnTo>
                  <a:pt x="571500" y="657225"/>
                </a:lnTo>
                <a:lnTo>
                  <a:pt x="552450" y="657225"/>
                </a:lnTo>
                <a:lnTo>
                  <a:pt x="552450" y="647700"/>
                </a:lnTo>
                <a:lnTo>
                  <a:pt x="504825" y="647700"/>
                </a:lnTo>
                <a:lnTo>
                  <a:pt x="504825" y="638175"/>
                </a:lnTo>
                <a:lnTo>
                  <a:pt x="542925" y="638175"/>
                </a:lnTo>
                <a:lnTo>
                  <a:pt x="542925" y="628650"/>
                </a:lnTo>
                <a:lnTo>
                  <a:pt x="504825" y="628650"/>
                </a:lnTo>
                <a:lnTo>
                  <a:pt x="504825" y="619125"/>
                </a:lnTo>
                <a:lnTo>
                  <a:pt x="476250" y="619125"/>
                </a:lnTo>
                <a:lnTo>
                  <a:pt x="476250" y="638175"/>
                </a:lnTo>
                <a:lnTo>
                  <a:pt x="485775" y="638175"/>
                </a:lnTo>
                <a:lnTo>
                  <a:pt x="485775" y="647700"/>
                </a:lnTo>
                <a:lnTo>
                  <a:pt x="495300" y="647700"/>
                </a:lnTo>
                <a:lnTo>
                  <a:pt x="495300" y="676275"/>
                </a:lnTo>
                <a:lnTo>
                  <a:pt x="504825" y="676275"/>
                </a:lnTo>
                <a:lnTo>
                  <a:pt x="504825" y="666750"/>
                </a:lnTo>
                <a:lnTo>
                  <a:pt x="514350" y="666750"/>
                </a:lnTo>
                <a:lnTo>
                  <a:pt x="514350" y="657225"/>
                </a:lnTo>
                <a:lnTo>
                  <a:pt x="533400" y="657225"/>
                </a:lnTo>
                <a:lnTo>
                  <a:pt x="533400" y="666750"/>
                </a:lnTo>
                <a:lnTo>
                  <a:pt x="542925" y="666750"/>
                </a:lnTo>
                <a:lnTo>
                  <a:pt x="542925" y="676275"/>
                </a:lnTo>
                <a:lnTo>
                  <a:pt x="581025" y="676275"/>
                </a:lnTo>
                <a:lnTo>
                  <a:pt x="581025" y="685800"/>
                </a:lnTo>
                <a:lnTo>
                  <a:pt x="590550" y="685800"/>
                </a:lnTo>
                <a:lnTo>
                  <a:pt x="590550" y="695325"/>
                </a:lnTo>
                <a:lnTo>
                  <a:pt x="600075" y="695325"/>
                </a:lnTo>
                <a:lnTo>
                  <a:pt x="600075" y="685800"/>
                </a:lnTo>
                <a:lnTo>
                  <a:pt x="609600" y="685800"/>
                </a:lnTo>
                <a:lnTo>
                  <a:pt x="609600" y="676275"/>
                </a:lnTo>
                <a:lnTo>
                  <a:pt x="619125" y="676275"/>
                </a:lnTo>
                <a:lnTo>
                  <a:pt x="619125" y="666750"/>
                </a:lnTo>
                <a:lnTo>
                  <a:pt x="628650" y="666750"/>
                </a:lnTo>
                <a:lnTo>
                  <a:pt x="628650" y="628650"/>
                </a:lnTo>
                <a:lnTo>
                  <a:pt x="638175" y="628650"/>
                </a:lnTo>
                <a:lnTo>
                  <a:pt x="638175" y="619125"/>
                </a:lnTo>
                <a:lnTo>
                  <a:pt x="657225" y="619125"/>
                </a:lnTo>
                <a:lnTo>
                  <a:pt x="657225" y="609600"/>
                </a:lnTo>
                <a:lnTo>
                  <a:pt x="666750" y="609600"/>
                </a:lnTo>
                <a:lnTo>
                  <a:pt x="666750" y="600075"/>
                </a:lnTo>
                <a:lnTo>
                  <a:pt x="704850" y="600075"/>
                </a:lnTo>
                <a:lnTo>
                  <a:pt x="704850" y="590550"/>
                </a:lnTo>
                <a:lnTo>
                  <a:pt x="714375" y="590550"/>
                </a:lnTo>
                <a:lnTo>
                  <a:pt x="714375" y="600075"/>
                </a:lnTo>
                <a:lnTo>
                  <a:pt x="800100" y="600075"/>
                </a:lnTo>
                <a:lnTo>
                  <a:pt x="800100" y="590550"/>
                </a:lnTo>
                <a:lnTo>
                  <a:pt x="819150" y="590550"/>
                </a:lnTo>
                <a:lnTo>
                  <a:pt x="819150" y="561975"/>
                </a:lnTo>
                <a:lnTo>
                  <a:pt x="781050" y="561975"/>
                </a:lnTo>
                <a:lnTo>
                  <a:pt x="781050" y="542925"/>
                </a:lnTo>
                <a:lnTo>
                  <a:pt x="762000" y="542925"/>
                </a:lnTo>
                <a:lnTo>
                  <a:pt x="762000" y="533400"/>
                </a:lnTo>
                <a:lnTo>
                  <a:pt x="781050" y="533400"/>
                </a:lnTo>
                <a:lnTo>
                  <a:pt x="781050" y="542925"/>
                </a:lnTo>
                <a:lnTo>
                  <a:pt x="819150" y="542925"/>
                </a:lnTo>
                <a:lnTo>
                  <a:pt x="819150" y="552450"/>
                </a:lnTo>
                <a:lnTo>
                  <a:pt x="838200" y="552450"/>
                </a:lnTo>
                <a:lnTo>
                  <a:pt x="838200" y="571500"/>
                </a:lnTo>
                <a:lnTo>
                  <a:pt x="847725" y="571500"/>
                </a:lnTo>
                <a:lnTo>
                  <a:pt x="847725" y="581025"/>
                </a:lnTo>
                <a:lnTo>
                  <a:pt x="857250" y="581025"/>
                </a:lnTo>
                <a:lnTo>
                  <a:pt x="857250" y="571500"/>
                </a:lnTo>
                <a:lnTo>
                  <a:pt x="866775" y="571500"/>
                </a:lnTo>
                <a:lnTo>
                  <a:pt x="866775" y="581025"/>
                </a:lnTo>
                <a:lnTo>
                  <a:pt x="876300" y="581025"/>
                </a:lnTo>
                <a:lnTo>
                  <a:pt x="876300" y="561975"/>
                </a:lnTo>
                <a:lnTo>
                  <a:pt x="857250" y="561975"/>
                </a:lnTo>
                <a:lnTo>
                  <a:pt x="857250" y="552450"/>
                </a:lnTo>
                <a:lnTo>
                  <a:pt x="876300" y="552450"/>
                </a:lnTo>
                <a:lnTo>
                  <a:pt x="876300" y="561975"/>
                </a:lnTo>
                <a:lnTo>
                  <a:pt x="904875" y="561975"/>
                </a:lnTo>
                <a:lnTo>
                  <a:pt x="904875" y="571500"/>
                </a:lnTo>
                <a:lnTo>
                  <a:pt x="923925" y="571500"/>
                </a:lnTo>
                <a:lnTo>
                  <a:pt x="923925" y="561975"/>
                </a:lnTo>
                <a:lnTo>
                  <a:pt x="981075" y="561975"/>
                </a:lnTo>
                <a:lnTo>
                  <a:pt x="981075" y="552450"/>
                </a:lnTo>
                <a:lnTo>
                  <a:pt x="990600" y="552450"/>
                </a:lnTo>
                <a:lnTo>
                  <a:pt x="990600" y="533400"/>
                </a:lnTo>
                <a:lnTo>
                  <a:pt x="1038225" y="533400"/>
                </a:lnTo>
                <a:lnTo>
                  <a:pt x="1038225" y="542925"/>
                </a:lnTo>
                <a:lnTo>
                  <a:pt x="1057275" y="542925"/>
                </a:lnTo>
                <a:lnTo>
                  <a:pt x="1057275" y="533400"/>
                </a:lnTo>
                <a:lnTo>
                  <a:pt x="1123950" y="533400"/>
                </a:lnTo>
                <a:lnTo>
                  <a:pt x="1123950" y="542925"/>
                </a:lnTo>
                <a:lnTo>
                  <a:pt x="1114425" y="542925"/>
                </a:lnTo>
                <a:lnTo>
                  <a:pt x="1114425" y="552450"/>
                </a:lnTo>
                <a:lnTo>
                  <a:pt x="1123950" y="552450"/>
                </a:lnTo>
                <a:lnTo>
                  <a:pt x="1123950" y="561975"/>
                </a:lnTo>
                <a:lnTo>
                  <a:pt x="1104900" y="561975"/>
                </a:lnTo>
                <a:lnTo>
                  <a:pt x="1104900" y="571500"/>
                </a:lnTo>
                <a:lnTo>
                  <a:pt x="1095375" y="571500"/>
                </a:lnTo>
                <a:lnTo>
                  <a:pt x="1095375" y="581025"/>
                </a:lnTo>
                <a:lnTo>
                  <a:pt x="1085850" y="581025"/>
                </a:lnTo>
                <a:lnTo>
                  <a:pt x="1085850" y="590550"/>
                </a:lnTo>
                <a:lnTo>
                  <a:pt x="1095375" y="590550"/>
                </a:lnTo>
                <a:lnTo>
                  <a:pt x="1095375" y="600075"/>
                </a:lnTo>
                <a:lnTo>
                  <a:pt x="1085850" y="600075"/>
                </a:lnTo>
                <a:lnTo>
                  <a:pt x="1085850" y="609600"/>
                </a:lnTo>
                <a:lnTo>
                  <a:pt x="1104900" y="609600"/>
                </a:lnTo>
                <a:lnTo>
                  <a:pt x="1104900" y="590550"/>
                </a:lnTo>
                <a:lnTo>
                  <a:pt x="1114425" y="590550"/>
                </a:lnTo>
                <a:lnTo>
                  <a:pt x="1114425" y="581025"/>
                </a:lnTo>
                <a:lnTo>
                  <a:pt x="1123950" y="581025"/>
                </a:lnTo>
                <a:lnTo>
                  <a:pt x="1123950" y="561975"/>
                </a:lnTo>
                <a:lnTo>
                  <a:pt x="1133475" y="561975"/>
                </a:lnTo>
                <a:lnTo>
                  <a:pt x="1133475" y="571500"/>
                </a:lnTo>
                <a:lnTo>
                  <a:pt x="1143000" y="571500"/>
                </a:lnTo>
                <a:lnTo>
                  <a:pt x="1143000" y="561975"/>
                </a:lnTo>
                <a:lnTo>
                  <a:pt x="1152525" y="561975"/>
                </a:lnTo>
                <a:lnTo>
                  <a:pt x="1152525" y="552450"/>
                </a:lnTo>
                <a:lnTo>
                  <a:pt x="1162050" y="552450"/>
                </a:lnTo>
                <a:lnTo>
                  <a:pt x="1162050" y="533400"/>
                </a:lnTo>
                <a:lnTo>
                  <a:pt x="1171575" y="533400"/>
                </a:lnTo>
                <a:lnTo>
                  <a:pt x="1171575" y="590550"/>
                </a:lnTo>
                <a:lnTo>
                  <a:pt x="1181100" y="590550"/>
                </a:lnTo>
                <a:lnTo>
                  <a:pt x="1181100" y="581025"/>
                </a:lnTo>
                <a:lnTo>
                  <a:pt x="1190625" y="581025"/>
                </a:lnTo>
                <a:lnTo>
                  <a:pt x="1190625" y="571500"/>
                </a:lnTo>
                <a:lnTo>
                  <a:pt x="1200150" y="571500"/>
                </a:lnTo>
                <a:lnTo>
                  <a:pt x="1200150" y="552450"/>
                </a:lnTo>
                <a:lnTo>
                  <a:pt x="1209675" y="552450"/>
                </a:lnTo>
                <a:lnTo>
                  <a:pt x="1209675" y="542925"/>
                </a:lnTo>
                <a:lnTo>
                  <a:pt x="1200150" y="542925"/>
                </a:lnTo>
                <a:lnTo>
                  <a:pt x="1200150" y="533400"/>
                </a:lnTo>
                <a:lnTo>
                  <a:pt x="1228725" y="533400"/>
                </a:lnTo>
                <a:lnTo>
                  <a:pt x="1228725" y="552450"/>
                </a:lnTo>
                <a:lnTo>
                  <a:pt x="1257300" y="552450"/>
                </a:lnTo>
                <a:lnTo>
                  <a:pt x="1257300" y="571500"/>
                </a:lnTo>
                <a:lnTo>
                  <a:pt x="1266825" y="571500"/>
                </a:lnTo>
                <a:lnTo>
                  <a:pt x="1266825" y="561975"/>
                </a:lnTo>
                <a:lnTo>
                  <a:pt x="1276350" y="561975"/>
                </a:lnTo>
                <a:lnTo>
                  <a:pt x="1276350" y="552450"/>
                </a:lnTo>
                <a:lnTo>
                  <a:pt x="1266825" y="552450"/>
                </a:lnTo>
                <a:lnTo>
                  <a:pt x="1266825" y="542925"/>
                </a:lnTo>
                <a:lnTo>
                  <a:pt x="1295400" y="542925"/>
                </a:lnTo>
                <a:lnTo>
                  <a:pt x="1295400" y="552450"/>
                </a:lnTo>
                <a:lnTo>
                  <a:pt x="1323975" y="552450"/>
                </a:lnTo>
                <a:lnTo>
                  <a:pt x="1323975" y="542925"/>
                </a:lnTo>
                <a:lnTo>
                  <a:pt x="1371600" y="542925"/>
                </a:lnTo>
                <a:lnTo>
                  <a:pt x="1371600" y="533400"/>
                </a:lnTo>
                <a:lnTo>
                  <a:pt x="1409700" y="533400"/>
                </a:lnTo>
                <a:lnTo>
                  <a:pt x="1409700" y="542925"/>
                </a:lnTo>
                <a:lnTo>
                  <a:pt x="1381125" y="542925"/>
                </a:lnTo>
                <a:lnTo>
                  <a:pt x="1381125" y="552450"/>
                </a:lnTo>
                <a:lnTo>
                  <a:pt x="1409700" y="552450"/>
                </a:lnTo>
                <a:lnTo>
                  <a:pt x="1409700" y="542925"/>
                </a:lnTo>
                <a:lnTo>
                  <a:pt x="1447800" y="542925"/>
                </a:lnTo>
                <a:lnTo>
                  <a:pt x="1447800" y="533400"/>
                </a:lnTo>
                <a:lnTo>
                  <a:pt x="1504950" y="533400"/>
                </a:lnTo>
                <a:lnTo>
                  <a:pt x="1504950" y="542925"/>
                </a:lnTo>
                <a:lnTo>
                  <a:pt x="1495425" y="542925"/>
                </a:lnTo>
                <a:lnTo>
                  <a:pt x="1495425" y="552450"/>
                </a:lnTo>
                <a:lnTo>
                  <a:pt x="1504950" y="552450"/>
                </a:lnTo>
                <a:lnTo>
                  <a:pt x="1504950" y="561975"/>
                </a:lnTo>
                <a:lnTo>
                  <a:pt x="1485900" y="561975"/>
                </a:lnTo>
                <a:lnTo>
                  <a:pt x="1485900" y="571500"/>
                </a:lnTo>
                <a:lnTo>
                  <a:pt x="1504950" y="571500"/>
                </a:lnTo>
                <a:lnTo>
                  <a:pt x="1504950" y="561975"/>
                </a:lnTo>
                <a:lnTo>
                  <a:pt x="1524000" y="561975"/>
                </a:lnTo>
                <a:lnTo>
                  <a:pt x="1524000" y="600075"/>
                </a:lnTo>
                <a:lnTo>
                  <a:pt x="1514475" y="600075"/>
                </a:lnTo>
                <a:lnTo>
                  <a:pt x="1514475" y="609600"/>
                </a:lnTo>
                <a:lnTo>
                  <a:pt x="1504950" y="609600"/>
                </a:lnTo>
                <a:lnTo>
                  <a:pt x="1504950" y="600075"/>
                </a:lnTo>
                <a:lnTo>
                  <a:pt x="1485900" y="600075"/>
                </a:lnTo>
                <a:lnTo>
                  <a:pt x="1485900" y="609600"/>
                </a:lnTo>
                <a:lnTo>
                  <a:pt x="1476375" y="609600"/>
                </a:lnTo>
                <a:lnTo>
                  <a:pt x="1476375" y="619125"/>
                </a:lnTo>
                <a:lnTo>
                  <a:pt x="1447800" y="619125"/>
                </a:lnTo>
                <a:lnTo>
                  <a:pt x="1447800" y="657225"/>
                </a:lnTo>
                <a:lnTo>
                  <a:pt x="1428750" y="657225"/>
                </a:lnTo>
                <a:lnTo>
                  <a:pt x="1428750" y="638175"/>
                </a:lnTo>
                <a:lnTo>
                  <a:pt x="1381125" y="638175"/>
                </a:lnTo>
                <a:lnTo>
                  <a:pt x="1381125" y="609600"/>
                </a:lnTo>
                <a:lnTo>
                  <a:pt x="1362075" y="609600"/>
                </a:lnTo>
                <a:lnTo>
                  <a:pt x="1362075" y="619125"/>
                </a:lnTo>
                <a:lnTo>
                  <a:pt x="1352550" y="619125"/>
                </a:lnTo>
                <a:lnTo>
                  <a:pt x="1352550" y="628650"/>
                </a:lnTo>
                <a:lnTo>
                  <a:pt x="1343025" y="628650"/>
                </a:lnTo>
                <a:lnTo>
                  <a:pt x="1343025" y="638175"/>
                </a:lnTo>
                <a:lnTo>
                  <a:pt x="1314450" y="638175"/>
                </a:lnTo>
                <a:lnTo>
                  <a:pt x="1314450" y="628650"/>
                </a:lnTo>
                <a:lnTo>
                  <a:pt x="1304925" y="628650"/>
                </a:lnTo>
                <a:lnTo>
                  <a:pt x="1304925" y="647700"/>
                </a:lnTo>
                <a:lnTo>
                  <a:pt x="1295400" y="647700"/>
                </a:lnTo>
                <a:lnTo>
                  <a:pt x="1295400" y="742950"/>
                </a:lnTo>
                <a:lnTo>
                  <a:pt x="1304925" y="742950"/>
                </a:lnTo>
                <a:lnTo>
                  <a:pt x="1304925" y="752475"/>
                </a:lnTo>
                <a:lnTo>
                  <a:pt x="1295400" y="752475"/>
                </a:lnTo>
                <a:lnTo>
                  <a:pt x="1295400" y="771525"/>
                </a:lnTo>
                <a:lnTo>
                  <a:pt x="1285875" y="771525"/>
                </a:lnTo>
                <a:lnTo>
                  <a:pt x="1285875" y="781050"/>
                </a:lnTo>
                <a:lnTo>
                  <a:pt x="1295400" y="781050"/>
                </a:lnTo>
                <a:lnTo>
                  <a:pt x="1295400" y="790575"/>
                </a:lnTo>
                <a:lnTo>
                  <a:pt x="1304925" y="790575"/>
                </a:lnTo>
                <a:lnTo>
                  <a:pt x="1304925" y="800100"/>
                </a:lnTo>
                <a:lnTo>
                  <a:pt x="1314450" y="800100"/>
                </a:lnTo>
                <a:lnTo>
                  <a:pt x="1314450" y="809625"/>
                </a:lnTo>
                <a:lnTo>
                  <a:pt x="1323975" y="809625"/>
                </a:lnTo>
                <a:lnTo>
                  <a:pt x="1323975" y="800100"/>
                </a:lnTo>
                <a:lnTo>
                  <a:pt x="1333500" y="800100"/>
                </a:lnTo>
                <a:lnTo>
                  <a:pt x="1333500" y="790575"/>
                </a:lnTo>
                <a:lnTo>
                  <a:pt x="1343025" y="790575"/>
                </a:lnTo>
                <a:lnTo>
                  <a:pt x="1343025" y="781050"/>
                </a:lnTo>
                <a:lnTo>
                  <a:pt x="1371600" y="781050"/>
                </a:lnTo>
                <a:lnTo>
                  <a:pt x="1371600" y="790575"/>
                </a:lnTo>
                <a:lnTo>
                  <a:pt x="1390650" y="790575"/>
                </a:lnTo>
                <a:lnTo>
                  <a:pt x="1390650" y="781050"/>
                </a:lnTo>
                <a:lnTo>
                  <a:pt x="1400175" y="781050"/>
                </a:lnTo>
                <a:lnTo>
                  <a:pt x="1400175" y="771525"/>
                </a:lnTo>
                <a:lnTo>
                  <a:pt x="1409700" y="771525"/>
                </a:lnTo>
                <a:lnTo>
                  <a:pt x="1409700" y="762000"/>
                </a:lnTo>
                <a:lnTo>
                  <a:pt x="1428750" y="762000"/>
                </a:lnTo>
                <a:lnTo>
                  <a:pt x="1428750" y="752475"/>
                </a:lnTo>
                <a:lnTo>
                  <a:pt x="1457325" y="752475"/>
                </a:lnTo>
                <a:lnTo>
                  <a:pt x="1457325" y="742950"/>
                </a:lnTo>
                <a:lnTo>
                  <a:pt x="1476375" y="742950"/>
                </a:lnTo>
                <a:lnTo>
                  <a:pt x="1476375" y="771525"/>
                </a:lnTo>
                <a:lnTo>
                  <a:pt x="1495425" y="771525"/>
                </a:lnTo>
                <a:lnTo>
                  <a:pt x="1495425" y="762000"/>
                </a:lnTo>
                <a:lnTo>
                  <a:pt x="1514475" y="762000"/>
                </a:lnTo>
                <a:lnTo>
                  <a:pt x="1514475" y="752475"/>
                </a:lnTo>
                <a:lnTo>
                  <a:pt x="1533525" y="752475"/>
                </a:lnTo>
                <a:lnTo>
                  <a:pt x="1533525" y="742950"/>
                </a:lnTo>
                <a:lnTo>
                  <a:pt x="1552575" y="742950"/>
                </a:lnTo>
                <a:lnTo>
                  <a:pt x="1552575" y="771525"/>
                </a:lnTo>
                <a:lnTo>
                  <a:pt x="1533525" y="771525"/>
                </a:lnTo>
                <a:lnTo>
                  <a:pt x="1533525" y="781050"/>
                </a:lnTo>
                <a:lnTo>
                  <a:pt x="1524000" y="781050"/>
                </a:lnTo>
                <a:lnTo>
                  <a:pt x="1524000" y="790575"/>
                </a:lnTo>
                <a:lnTo>
                  <a:pt x="1514475" y="790575"/>
                </a:lnTo>
                <a:lnTo>
                  <a:pt x="1514475" y="800100"/>
                </a:lnTo>
                <a:lnTo>
                  <a:pt x="1524000" y="800100"/>
                </a:lnTo>
                <a:lnTo>
                  <a:pt x="1524000" y="828675"/>
                </a:lnTo>
                <a:lnTo>
                  <a:pt x="1514475" y="828675"/>
                </a:lnTo>
                <a:lnTo>
                  <a:pt x="1514475" y="838200"/>
                </a:lnTo>
                <a:lnTo>
                  <a:pt x="1495425" y="838200"/>
                </a:lnTo>
                <a:lnTo>
                  <a:pt x="1495425" y="847725"/>
                </a:lnTo>
                <a:lnTo>
                  <a:pt x="1524000" y="847725"/>
                </a:lnTo>
                <a:lnTo>
                  <a:pt x="1524000" y="838200"/>
                </a:lnTo>
                <a:lnTo>
                  <a:pt x="1533525" y="838200"/>
                </a:lnTo>
                <a:lnTo>
                  <a:pt x="1533525" y="819150"/>
                </a:lnTo>
                <a:lnTo>
                  <a:pt x="1543050" y="819150"/>
                </a:lnTo>
                <a:lnTo>
                  <a:pt x="1543050" y="800100"/>
                </a:lnTo>
                <a:lnTo>
                  <a:pt x="1552575" y="800100"/>
                </a:lnTo>
                <a:lnTo>
                  <a:pt x="1552575" y="790575"/>
                </a:lnTo>
                <a:lnTo>
                  <a:pt x="1562100" y="790575"/>
                </a:lnTo>
                <a:lnTo>
                  <a:pt x="1562100" y="781050"/>
                </a:lnTo>
                <a:lnTo>
                  <a:pt x="1571625" y="781050"/>
                </a:lnTo>
                <a:lnTo>
                  <a:pt x="1571625" y="771525"/>
                </a:lnTo>
                <a:lnTo>
                  <a:pt x="1581150" y="771525"/>
                </a:lnTo>
                <a:lnTo>
                  <a:pt x="1581150" y="790575"/>
                </a:lnTo>
                <a:lnTo>
                  <a:pt x="1590675" y="790575"/>
                </a:lnTo>
                <a:lnTo>
                  <a:pt x="1590675" y="800100"/>
                </a:lnTo>
                <a:lnTo>
                  <a:pt x="1581150" y="800100"/>
                </a:lnTo>
                <a:lnTo>
                  <a:pt x="1581150" y="819150"/>
                </a:lnTo>
                <a:lnTo>
                  <a:pt x="1571625" y="819150"/>
                </a:lnTo>
                <a:lnTo>
                  <a:pt x="1571625" y="838200"/>
                </a:lnTo>
                <a:lnTo>
                  <a:pt x="1581150" y="838200"/>
                </a:lnTo>
                <a:lnTo>
                  <a:pt x="1581150" y="885825"/>
                </a:lnTo>
                <a:lnTo>
                  <a:pt x="1571625" y="885825"/>
                </a:lnTo>
                <a:lnTo>
                  <a:pt x="1571625" y="866775"/>
                </a:lnTo>
                <a:lnTo>
                  <a:pt x="1562100" y="866775"/>
                </a:lnTo>
                <a:lnTo>
                  <a:pt x="1562100" y="838200"/>
                </a:lnTo>
                <a:lnTo>
                  <a:pt x="1543050" y="838200"/>
                </a:lnTo>
                <a:lnTo>
                  <a:pt x="1543050" y="866775"/>
                </a:lnTo>
                <a:lnTo>
                  <a:pt x="1533525" y="866775"/>
                </a:lnTo>
                <a:lnTo>
                  <a:pt x="1533525" y="876300"/>
                </a:lnTo>
                <a:lnTo>
                  <a:pt x="1514475" y="876300"/>
                </a:lnTo>
                <a:lnTo>
                  <a:pt x="1514475" y="885825"/>
                </a:lnTo>
                <a:lnTo>
                  <a:pt x="1476375" y="885825"/>
                </a:lnTo>
                <a:lnTo>
                  <a:pt x="1476375" y="895350"/>
                </a:lnTo>
                <a:lnTo>
                  <a:pt x="1438275" y="895350"/>
                </a:lnTo>
                <a:lnTo>
                  <a:pt x="1438275" y="885825"/>
                </a:lnTo>
                <a:lnTo>
                  <a:pt x="1409700" y="885825"/>
                </a:lnTo>
                <a:lnTo>
                  <a:pt x="1409700" y="876300"/>
                </a:lnTo>
                <a:lnTo>
                  <a:pt x="1400175" y="876300"/>
                </a:lnTo>
                <a:lnTo>
                  <a:pt x="1400175" y="866775"/>
                </a:lnTo>
                <a:lnTo>
                  <a:pt x="1371600" y="866775"/>
                </a:lnTo>
                <a:lnTo>
                  <a:pt x="1371600" y="876300"/>
                </a:lnTo>
                <a:lnTo>
                  <a:pt x="1362075" y="876300"/>
                </a:lnTo>
                <a:lnTo>
                  <a:pt x="1362075" y="866775"/>
                </a:lnTo>
                <a:lnTo>
                  <a:pt x="1352550" y="866775"/>
                </a:lnTo>
                <a:lnTo>
                  <a:pt x="1352550" y="876300"/>
                </a:lnTo>
                <a:lnTo>
                  <a:pt x="1343025" y="876300"/>
                </a:lnTo>
                <a:lnTo>
                  <a:pt x="1343025" y="866775"/>
                </a:lnTo>
                <a:lnTo>
                  <a:pt x="1323975" y="866775"/>
                </a:lnTo>
                <a:lnTo>
                  <a:pt x="1323975" y="857250"/>
                </a:lnTo>
                <a:lnTo>
                  <a:pt x="1314450" y="857250"/>
                </a:lnTo>
                <a:lnTo>
                  <a:pt x="1314450" y="847725"/>
                </a:lnTo>
                <a:lnTo>
                  <a:pt x="1304925" y="847725"/>
                </a:lnTo>
                <a:lnTo>
                  <a:pt x="1304925" y="857250"/>
                </a:lnTo>
                <a:lnTo>
                  <a:pt x="1295400" y="857250"/>
                </a:lnTo>
                <a:lnTo>
                  <a:pt x="1295400" y="838200"/>
                </a:lnTo>
                <a:lnTo>
                  <a:pt x="1285875" y="838200"/>
                </a:lnTo>
                <a:lnTo>
                  <a:pt x="1285875" y="828675"/>
                </a:lnTo>
                <a:lnTo>
                  <a:pt x="1266825" y="828675"/>
                </a:lnTo>
                <a:lnTo>
                  <a:pt x="1266825" y="838200"/>
                </a:lnTo>
                <a:lnTo>
                  <a:pt x="1257300" y="838200"/>
                </a:lnTo>
                <a:lnTo>
                  <a:pt x="1257300" y="857250"/>
                </a:lnTo>
                <a:lnTo>
                  <a:pt x="1247775" y="857250"/>
                </a:lnTo>
                <a:lnTo>
                  <a:pt x="1247775" y="866775"/>
                </a:lnTo>
                <a:lnTo>
                  <a:pt x="1219200" y="866775"/>
                </a:lnTo>
                <a:lnTo>
                  <a:pt x="1219200" y="876300"/>
                </a:lnTo>
                <a:lnTo>
                  <a:pt x="1209675" y="876300"/>
                </a:lnTo>
                <a:lnTo>
                  <a:pt x="1209675" y="857250"/>
                </a:lnTo>
                <a:lnTo>
                  <a:pt x="1181100" y="857250"/>
                </a:lnTo>
                <a:lnTo>
                  <a:pt x="1181100" y="876300"/>
                </a:lnTo>
                <a:lnTo>
                  <a:pt x="1162050" y="876300"/>
                </a:lnTo>
                <a:lnTo>
                  <a:pt x="1162050" y="866775"/>
                </a:lnTo>
                <a:lnTo>
                  <a:pt x="1152525" y="866775"/>
                </a:lnTo>
                <a:lnTo>
                  <a:pt x="1152525" y="876300"/>
                </a:lnTo>
                <a:lnTo>
                  <a:pt x="1123950" y="876300"/>
                </a:lnTo>
                <a:lnTo>
                  <a:pt x="1123950" y="885825"/>
                </a:lnTo>
                <a:lnTo>
                  <a:pt x="1114425" y="885825"/>
                </a:lnTo>
                <a:lnTo>
                  <a:pt x="1114425" y="895350"/>
                </a:lnTo>
                <a:lnTo>
                  <a:pt x="1104900" y="895350"/>
                </a:lnTo>
                <a:lnTo>
                  <a:pt x="1104900" y="885825"/>
                </a:lnTo>
                <a:lnTo>
                  <a:pt x="1095375" y="885825"/>
                </a:lnTo>
                <a:lnTo>
                  <a:pt x="1095375" y="895350"/>
                </a:lnTo>
                <a:lnTo>
                  <a:pt x="1085850" y="895350"/>
                </a:lnTo>
                <a:lnTo>
                  <a:pt x="1085850" y="885825"/>
                </a:lnTo>
                <a:lnTo>
                  <a:pt x="1038225" y="885825"/>
                </a:lnTo>
                <a:lnTo>
                  <a:pt x="1038225" y="895350"/>
                </a:lnTo>
                <a:lnTo>
                  <a:pt x="1028700" y="895350"/>
                </a:lnTo>
                <a:lnTo>
                  <a:pt x="1028700" y="885825"/>
                </a:lnTo>
                <a:lnTo>
                  <a:pt x="1019175" y="885825"/>
                </a:lnTo>
                <a:lnTo>
                  <a:pt x="1019175" y="895350"/>
                </a:lnTo>
                <a:lnTo>
                  <a:pt x="990600" y="895350"/>
                </a:lnTo>
                <a:lnTo>
                  <a:pt x="990600" y="904875"/>
                </a:lnTo>
                <a:lnTo>
                  <a:pt x="962025" y="904875"/>
                </a:lnTo>
                <a:lnTo>
                  <a:pt x="962025" y="885825"/>
                </a:lnTo>
                <a:lnTo>
                  <a:pt x="952500" y="885825"/>
                </a:lnTo>
                <a:lnTo>
                  <a:pt x="952500" y="876300"/>
                </a:lnTo>
                <a:lnTo>
                  <a:pt x="981075" y="876300"/>
                </a:lnTo>
                <a:lnTo>
                  <a:pt x="981075" y="866775"/>
                </a:lnTo>
                <a:lnTo>
                  <a:pt x="990600" y="866775"/>
                </a:lnTo>
                <a:lnTo>
                  <a:pt x="990600" y="847725"/>
                </a:lnTo>
                <a:lnTo>
                  <a:pt x="1009650" y="847725"/>
                </a:lnTo>
                <a:lnTo>
                  <a:pt x="1009650" y="828675"/>
                </a:lnTo>
                <a:lnTo>
                  <a:pt x="990600" y="828675"/>
                </a:lnTo>
                <a:lnTo>
                  <a:pt x="990600" y="838200"/>
                </a:lnTo>
                <a:lnTo>
                  <a:pt x="952500" y="838200"/>
                </a:lnTo>
                <a:lnTo>
                  <a:pt x="952500" y="847725"/>
                </a:lnTo>
                <a:lnTo>
                  <a:pt x="942975" y="847725"/>
                </a:lnTo>
                <a:lnTo>
                  <a:pt x="942975" y="876300"/>
                </a:lnTo>
                <a:lnTo>
                  <a:pt x="904875" y="876300"/>
                </a:lnTo>
                <a:lnTo>
                  <a:pt x="904875" y="866775"/>
                </a:lnTo>
                <a:lnTo>
                  <a:pt x="914400" y="866775"/>
                </a:lnTo>
                <a:lnTo>
                  <a:pt x="914400" y="847725"/>
                </a:lnTo>
                <a:lnTo>
                  <a:pt x="923925" y="847725"/>
                </a:lnTo>
                <a:lnTo>
                  <a:pt x="923925" y="838200"/>
                </a:lnTo>
                <a:lnTo>
                  <a:pt x="914400" y="838200"/>
                </a:lnTo>
                <a:lnTo>
                  <a:pt x="914400" y="828675"/>
                </a:lnTo>
                <a:lnTo>
                  <a:pt x="904875" y="828675"/>
                </a:lnTo>
                <a:lnTo>
                  <a:pt x="904875" y="838200"/>
                </a:lnTo>
                <a:lnTo>
                  <a:pt x="895350" y="838200"/>
                </a:lnTo>
                <a:lnTo>
                  <a:pt x="895350" y="847725"/>
                </a:lnTo>
                <a:lnTo>
                  <a:pt x="885825" y="847725"/>
                </a:lnTo>
                <a:lnTo>
                  <a:pt x="885825" y="866775"/>
                </a:lnTo>
                <a:lnTo>
                  <a:pt x="809625" y="866775"/>
                </a:lnTo>
                <a:lnTo>
                  <a:pt x="809625" y="857250"/>
                </a:lnTo>
                <a:lnTo>
                  <a:pt x="790575" y="857250"/>
                </a:lnTo>
                <a:lnTo>
                  <a:pt x="790575" y="838200"/>
                </a:lnTo>
                <a:lnTo>
                  <a:pt x="781050" y="838200"/>
                </a:lnTo>
                <a:lnTo>
                  <a:pt x="781050" y="828675"/>
                </a:lnTo>
                <a:lnTo>
                  <a:pt x="771525" y="828675"/>
                </a:lnTo>
                <a:lnTo>
                  <a:pt x="771525" y="819150"/>
                </a:lnTo>
                <a:lnTo>
                  <a:pt x="752475" y="819150"/>
                </a:lnTo>
                <a:lnTo>
                  <a:pt x="752475" y="809625"/>
                </a:lnTo>
                <a:lnTo>
                  <a:pt x="714375" y="809625"/>
                </a:lnTo>
                <a:lnTo>
                  <a:pt x="714375" y="819150"/>
                </a:lnTo>
                <a:lnTo>
                  <a:pt x="695325" y="819150"/>
                </a:lnTo>
                <a:lnTo>
                  <a:pt x="695325" y="828675"/>
                </a:lnTo>
                <a:lnTo>
                  <a:pt x="657225" y="828675"/>
                </a:lnTo>
                <a:lnTo>
                  <a:pt x="657225" y="819150"/>
                </a:lnTo>
                <a:lnTo>
                  <a:pt x="666750" y="819150"/>
                </a:lnTo>
                <a:lnTo>
                  <a:pt x="666750" y="809625"/>
                </a:lnTo>
                <a:lnTo>
                  <a:pt x="676275" y="809625"/>
                </a:lnTo>
                <a:lnTo>
                  <a:pt x="676275" y="800100"/>
                </a:lnTo>
                <a:lnTo>
                  <a:pt x="685800" y="800100"/>
                </a:lnTo>
                <a:lnTo>
                  <a:pt x="685800" y="781050"/>
                </a:lnTo>
                <a:lnTo>
                  <a:pt x="676275" y="781050"/>
                </a:lnTo>
                <a:lnTo>
                  <a:pt x="676275" y="771525"/>
                </a:lnTo>
                <a:lnTo>
                  <a:pt x="657225" y="771525"/>
                </a:lnTo>
                <a:lnTo>
                  <a:pt x="657225" y="752475"/>
                </a:lnTo>
                <a:lnTo>
                  <a:pt x="685800" y="752475"/>
                </a:lnTo>
                <a:lnTo>
                  <a:pt x="685800" y="742950"/>
                </a:lnTo>
                <a:lnTo>
                  <a:pt x="676275" y="742950"/>
                </a:lnTo>
                <a:lnTo>
                  <a:pt x="676275" y="733425"/>
                </a:lnTo>
                <a:lnTo>
                  <a:pt x="628650" y="733425"/>
                </a:lnTo>
                <a:lnTo>
                  <a:pt x="628650" y="723900"/>
                </a:lnTo>
                <a:lnTo>
                  <a:pt x="619125" y="723900"/>
                </a:lnTo>
                <a:lnTo>
                  <a:pt x="619125" y="714375"/>
                </a:lnTo>
                <a:lnTo>
                  <a:pt x="609600" y="714375"/>
                </a:lnTo>
                <a:lnTo>
                  <a:pt x="609600" y="752475"/>
                </a:lnTo>
                <a:lnTo>
                  <a:pt x="600075" y="752475"/>
                </a:lnTo>
                <a:lnTo>
                  <a:pt x="600075" y="742950"/>
                </a:lnTo>
                <a:lnTo>
                  <a:pt x="590550" y="742950"/>
                </a:lnTo>
                <a:lnTo>
                  <a:pt x="590550" y="733425"/>
                </a:lnTo>
                <a:lnTo>
                  <a:pt x="571500" y="733425"/>
                </a:lnTo>
                <a:lnTo>
                  <a:pt x="571500" y="714375"/>
                </a:lnTo>
                <a:lnTo>
                  <a:pt x="504825" y="714375"/>
                </a:lnTo>
                <a:lnTo>
                  <a:pt x="504825" y="723900"/>
                </a:lnTo>
                <a:lnTo>
                  <a:pt x="485775" y="723900"/>
                </a:lnTo>
                <a:lnTo>
                  <a:pt x="485775" y="714375"/>
                </a:lnTo>
                <a:lnTo>
                  <a:pt x="447675" y="714375"/>
                </a:lnTo>
                <a:lnTo>
                  <a:pt x="447675" y="704850"/>
                </a:lnTo>
                <a:lnTo>
                  <a:pt x="438150" y="704850"/>
                </a:lnTo>
                <a:lnTo>
                  <a:pt x="438150" y="723900"/>
                </a:lnTo>
                <a:lnTo>
                  <a:pt x="428625" y="723900"/>
                </a:lnTo>
                <a:lnTo>
                  <a:pt x="428625" y="733425"/>
                </a:lnTo>
                <a:lnTo>
                  <a:pt x="419100" y="733425"/>
                </a:lnTo>
                <a:lnTo>
                  <a:pt x="419100" y="723900"/>
                </a:lnTo>
                <a:lnTo>
                  <a:pt x="409575" y="723900"/>
                </a:lnTo>
                <a:lnTo>
                  <a:pt x="409575" y="733425"/>
                </a:lnTo>
                <a:lnTo>
                  <a:pt x="390525" y="733425"/>
                </a:lnTo>
                <a:lnTo>
                  <a:pt x="390525" y="723900"/>
                </a:lnTo>
                <a:lnTo>
                  <a:pt x="400050" y="723900"/>
                </a:lnTo>
                <a:lnTo>
                  <a:pt x="400050" y="704850"/>
                </a:lnTo>
                <a:lnTo>
                  <a:pt x="390525" y="704850"/>
                </a:lnTo>
                <a:lnTo>
                  <a:pt x="390525" y="714375"/>
                </a:lnTo>
                <a:lnTo>
                  <a:pt x="381000" y="714375"/>
                </a:lnTo>
                <a:lnTo>
                  <a:pt x="381000" y="704850"/>
                </a:lnTo>
                <a:lnTo>
                  <a:pt x="361950" y="704850"/>
                </a:lnTo>
                <a:lnTo>
                  <a:pt x="361950" y="733425"/>
                </a:lnTo>
                <a:lnTo>
                  <a:pt x="352425" y="733425"/>
                </a:lnTo>
                <a:lnTo>
                  <a:pt x="352425" y="723900"/>
                </a:lnTo>
                <a:lnTo>
                  <a:pt x="333375" y="723900"/>
                </a:lnTo>
                <a:lnTo>
                  <a:pt x="333375" y="714375"/>
                </a:lnTo>
                <a:lnTo>
                  <a:pt x="314325" y="714375"/>
                </a:lnTo>
                <a:lnTo>
                  <a:pt x="314325" y="704850"/>
                </a:lnTo>
                <a:lnTo>
                  <a:pt x="304800" y="704850"/>
                </a:lnTo>
                <a:lnTo>
                  <a:pt x="304800" y="695325"/>
                </a:lnTo>
                <a:lnTo>
                  <a:pt x="314325" y="695325"/>
                </a:lnTo>
                <a:lnTo>
                  <a:pt x="314325" y="676275"/>
                </a:lnTo>
                <a:lnTo>
                  <a:pt x="323850" y="676275"/>
                </a:lnTo>
                <a:lnTo>
                  <a:pt x="323850" y="685800"/>
                </a:lnTo>
                <a:lnTo>
                  <a:pt x="333375" y="685800"/>
                </a:lnTo>
                <a:lnTo>
                  <a:pt x="333375" y="676275"/>
                </a:lnTo>
                <a:lnTo>
                  <a:pt x="342900" y="676275"/>
                </a:lnTo>
                <a:lnTo>
                  <a:pt x="342900" y="685800"/>
                </a:lnTo>
                <a:lnTo>
                  <a:pt x="352425" y="685800"/>
                </a:lnTo>
                <a:lnTo>
                  <a:pt x="352425" y="676275"/>
                </a:lnTo>
                <a:lnTo>
                  <a:pt x="361950" y="676275"/>
                </a:lnTo>
                <a:lnTo>
                  <a:pt x="361950" y="666750"/>
                </a:lnTo>
                <a:lnTo>
                  <a:pt x="371475" y="666750"/>
                </a:lnTo>
                <a:lnTo>
                  <a:pt x="371475" y="685800"/>
                </a:lnTo>
                <a:lnTo>
                  <a:pt x="409575" y="685800"/>
                </a:lnTo>
                <a:lnTo>
                  <a:pt x="409575" y="657225"/>
                </a:lnTo>
                <a:lnTo>
                  <a:pt x="400050" y="657225"/>
                </a:lnTo>
                <a:lnTo>
                  <a:pt x="400050" y="647700"/>
                </a:lnTo>
                <a:lnTo>
                  <a:pt x="390525" y="647700"/>
                </a:lnTo>
                <a:lnTo>
                  <a:pt x="390525" y="638175"/>
                </a:lnTo>
                <a:lnTo>
                  <a:pt x="352425" y="638175"/>
                </a:lnTo>
                <a:lnTo>
                  <a:pt x="352425" y="647700"/>
                </a:lnTo>
                <a:lnTo>
                  <a:pt x="333375" y="647700"/>
                </a:lnTo>
                <a:lnTo>
                  <a:pt x="333375" y="657225"/>
                </a:lnTo>
                <a:lnTo>
                  <a:pt x="323850" y="657225"/>
                </a:lnTo>
                <a:lnTo>
                  <a:pt x="323850" y="666750"/>
                </a:lnTo>
                <a:lnTo>
                  <a:pt x="295275" y="666750"/>
                </a:lnTo>
                <a:lnTo>
                  <a:pt x="295275" y="657225"/>
                </a:lnTo>
                <a:lnTo>
                  <a:pt x="257175" y="657225"/>
                </a:lnTo>
                <a:lnTo>
                  <a:pt x="257175" y="676275"/>
                </a:lnTo>
                <a:lnTo>
                  <a:pt x="238125" y="676275"/>
                </a:lnTo>
                <a:lnTo>
                  <a:pt x="238125" y="685800"/>
                </a:lnTo>
                <a:lnTo>
                  <a:pt x="228600" y="685800"/>
                </a:lnTo>
                <a:lnTo>
                  <a:pt x="228600" y="676275"/>
                </a:lnTo>
                <a:lnTo>
                  <a:pt x="219075" y="676275"/>
                </a:lnTo>
                <a:lnTo>
                  <a:pt x="219075" y="685800"/>
                </a:lnTo>
                <a:lnTo>
                  <a:pt x="209550" y="685800"/>
                </a:lnTo>
                <a:lnTo>
                  <a:pt x="209550" y="695325"/>
                </a:lnTo>
                <a:lnTo>
                  <a:pt x="219075" y="695325"/>
                </a:lnTo>
                <a:lnTo>
                  <a:pt x="219075" y="704850"/>
                </a:lnTo>
                <a:lnTo>
                  <a:pt x="209550" y="704850"/>
                </a:lnTo>
                <a:lnTo>
                  <a:pt x="209550" y="714375"/>
                </a:lnTo>
                <a:lnTo>
                  <a:pt x="171450" y="714375"/>
                </a:lnTo>
                <a:lnTo>
                  <a:pt x="171450" y="695325"/>
                </a:lnTo>
                <a:lnTo>
                  <a:pt x="133350" y="695325"/>
                </a:lnTo>
                <a:lnTo>
                  <a:pt x="133350" y="685800"/>
                </a:lnTo>
                <a:lnTo>
                  <a:pt x="142875" y="685800"/>
                </a:lnTo>
                <a:lnTo>
                  <a:pt x="142875" y="666750"/>
                </a:lnTo>
                <a:lnTo>
                  <a:pt x="152400" y="666750"/>
                </a:lnTo>
                <a:lnTo>
                  <a:pt x="152400" y="647700"/>
                </a:lnTo>
                <a:lnTo>
                  <a:pt x="114300" y="647700"/>
                </a:lnTo>
                <a:lnTo>
                  <a:pt x="114300" y="638175"/>
                </a:lnTo>
                <a:lnTo>
                  <a:pt x="133350" y="638175"/>
                </a:lnTo>
                <a:lnTo>
                  <a:pt x="133350" y="628650"/>
                </a:lnTo>
                <a:lnTo>
                  <a:pt x="142875" y="628650"/>
                </a:lnTo>
                <a:lnTo>
                  <a:pt x="142875" y="638175"/>
                </a:lnTo>
                <a:lnTo>
                  <a:pt x="152400" y="638175"/>
                </a:lnTo>
                <a:lnTo>
                  <a:pt x="152400" y="647700"/>
                </a:lnTo>
                <a:lnTo>
                  <a:pt x="180975" y="647700"/>
                </a:lnTo>
                <a:lnTo>
                  <a:pt x="180975" y="638175"/>
                </a:lnTo>
                <a:lnTo>
                  <a:pt x="200025" y="638175"/>
                </a:lnTo>
                <a:lnTo>
                  <a:pt x="200025" y="628650"/>
                </a:lnTo>
                <a:lnTo>
                  <a:pt x="209550" y="628650"/>
                </a:lnTo>
                <a:lnTo>
                  <a:pt x="209550" y="590550"/>
                </a:lnTo>
                <a:lnTo>
                  <a:pt x="200025" y="590550"/>
                </a:lnTo>
                <a:lnTo>
                  <a:pt x="200025" y="581025"/>
                </a:lnTo>
                <a:lnTo>
                  <a:pt x="190500" y="581025"/>
                </a:lnTo>
                <a:lnTo>
                  <a:pt x="190500" y="571500"/>
                </a:lnTo>
                <a:lnTo>
                  <a:pt x="180975" y="571500"/>
                </a:lnTo>
                <a:lnTo>
                  <a:pt x="180975" y="561975"/>
                </a:lnTo>
                <a:lnTo>
                  <a:pt x="190500" y="561975"/>
                </a:lnTo>
                <a:lnTo>
                  <a:pt x="190500" y="552450"/>
                </a:lnTo>
                <a:lnTo>
                  <a:pt x="180975" y="552450"/>
                </a:lnTo>
                <a:lnTo>
                  <a:pt x="180975" y="542925"/>
                </a:lnTo>
                <a:lnTo>
                  <a:pt x="190500" y="542925"/>
                </a:lnTo>
                <a:lnTo>
                  <a:pt x="190500" y="552450"/>
                </a:lnTo>
                <a:lnTo>
                  <a:pt x="200025" y="552450"/>
                </a:lnTo>
                <a:lnTo>
                  <a:pt x="200025" y="571500"/>
                </a:lnTo>
                <a:lnTo>
                  <a:pt x="219075" y="571500"/>
                </a:lnTo>
                <a:lnTo>
                  <a:pt x="219075" y="581025"/>
                </a:lnTo>
                <a:lnTo>
                  <a:pt x="209550" y="581025"/>
                </a:lnTo>
                <a:lnTo>
                  <a:pt x="209550" y="590550"/>
                </a:lnTo>
                <a:lnTo>
                  <a:pt x="228600" y="590550"/>
                </a:lnTo>
                <a:lnTo>
                  <a:pt x="228600" y="581025"/>
                </a:lnTo>
                <a:lnTo>
                  <a:pt x="257175" y="581025"/>
                </a:lnTo>
                <a:lnTo>
                  <a:pt x="257175" y="571500"/>
                </a:lnTo>
                <a:lnTo>
                  <a:pt x="266700" y="571500"/>
                </a:lnTo>
                <a:lnTo>
                  <a:pt x="266700" y="581025"/>
                </a:lnTo>
                <a:lnTo>
                  <a:pt x="285750" y="581025"/>
                </a:lnTo>
                <a:lnTo>
                  <a:pt x="285750" y="571500"/>
                </a:lnTo>
                <a:lnTo>
                  <a:pt x="314325" y="571500"/>
                </a:lnTo>
                <a:lnTo>
                  <a:pt x="314325" y="561975"/>
                </a:lnTo>
                <a:lnTo>
                  <a:pt x="323850" y="561975"/>
                </a:lnTo>
                <a:lnTo>
                  <a:pt x="323850" y="571500"/>
                </a:lnTo>
                <a:lnTo>
                  <a:pt x="333375" y="571500"/>
                </a:lnTo>
                <a:lnTo>
                  <a:pt x="333375" y="552450"/>
                </a:lnTo>
                <a:lnTo>
                  <a:pt x="361950" y="552450"/>
                </a:lnTo>
                <a:lnTo>
                  <a:pt x="361950" y="561975"/>
                </a:lnTo>
                <a:lnTo>
                  <a:pt x="371475" y="561975"/>
                </a:lnTo>
                <a:lnTo>
                  <a:pt x="371475" y="552450"/>
                </a:lnTo>
                <a:lnTo>
                  <a:pt x="390525" y="552450"/>
                </a:lnTo>
                <a:lnTo>
                  <a:pt x="390525" y="542925"/>
                </a:lnTo>
                <a:lnTo>
                  <a:pt x="400050" y="542925"/>
                </a:lnTo>
                <a:lnTo>
                  <a:pt x="400050" y="552450"/>
                </a:lnTo>
                <a:lnTo>
                  <a:pt x="409575" y="552450"/>
                </a:lnTo>
                <a:lnTo>
                  <a:pt x="409575" y="542925"/>
                </a:lnTo>
                <a:lnTo>
                  <a:pt x="428625" y="542925"/>
                </a:lnTo>
                <a:lnTo>
                  <a:pt x="428625" y="552450"/>
                </a:lnTo>
                <a:lnTo>
                  <a:pt x="457200" y="552450"/>
                </a:lnTo>
                <a:lnTo>
                  <a:pt x="457200" y="561975"/>
                </a:lnTo>
                <a:lnTo>
                  <a:pt x="495300" y="561975"/>
                </a:lnTo>
                <a:lnTo>
                  <a:pt x="495300" y="571500"/>
                </a:lnTo>
                <a:lnTo>
                  <a:pt x="514350" y="571500"/>
                </a:lnTo>
                <a:lnTo>
                  <a:pt x="514350" y="581025"/>
                </a:lnTo>
                <a:lnTo>
                  <a:pt x="561975" y="581025"/>
                </a:lnTo>
                <a:lnTo>
                  <a:pt x="561975" y="571500"/>
                </a:lnTo>
                <a:lnTo>
                  <a:pt x="552450" y="571500"/>
                </a:lnTo>
                <a:lnTo>
                  <a:pt x="552450" y="561975"/>
                </a:lnTo>
                <a:lnTo>
                  <a:pt x="561975" y="561975"/>
                </a:lnTo>
                <a:close/>
                <a:moveTo>
                  <a:pt x="1238250" y="533400"/>
                </a:moveTo>
                <a:lnTo>
                  <a:pt x="1247775" y="533400"/>
                </a:lnTo>
                <a:lnTo>
                  <a:pt x="1247775" y="542925"/>
                </a:lnTo>
                <a:lnTo>
                  <a:pt x="1238250" y="542925"/>
                </a:lnTo>
                <a:close/>
                <a:moveTo>
                  <a:pt x="1533525" y="533400"/>
                </a:moveTo>
                <a:lnTo>
                  <a:pt x="1543050" y="533400"/>
                </a:lnTo>
                <a:lnTo>
                  <a:pt x="1543050" y="542925"/>
                </a:lnTo>
                <a:lnTo>
                  <a:pt x="1600200" y="542925"/>
                </a:lnTo>
                <a:lnTo>
                  <a:pt x="1600200" y="552450"/>
                </a:lnTo>
                <a:lnTo>
                  <a:pt x="1590675" y="552450"/>
                </a:lnTo>
                <a:lnTo>
                  <a:pt x="1590675" y="581025"/>
                </a:lnTo>
                <a:lnTo>
                  <a:pt x="1600200" y="581025"/>
                </a:lnTo>
                <a:lnTo>
                  <a:pt x="1600200" y="590550"/>
                </a:lnTo>
                <a:lnTo>
                  <a:pt x="1590675" y="590550"/>
                </a:lnTo>
                <a:lnTo>
                  <a:pt x="1590675" y="609600"/>
                </a:lnTo>
                <a:lnTo>
                  <a:pt x="1581150" y="609600"/>
                </a:lnTo>
                <a:lnTo>
                  <a:pt x="1581150" y="590550"/>
                </a:lnTo>
                <a:lnTo>
                  <a:pt x="1571625" y="590550"/>
                </a:lnTo>
                <a:lnTo>
                  <a:pt x="1571625" y="600075"/>
                </a:lnTo>
                <a:lnTo>
                  <a:pt x="1552575" y="600075"/>
                </a:lnTo>
                <a:lnTo>
                  <a:pt x="1552575" y="571500"/>
                </a:lnTo>
                <a:lnTo>
                  <a:pt x="1543050" y="571500"/>
                </a:lnTo>
                <a:lnTo>
                  <a:pt x="1543050" y="561975"/>
                </a:lnTo>
                <a:lnTo>
                  <a:pt x="1552575" y="561975"/>
                </a:lnTo>
                <a:lnTo>
                  <a:pt x="1552575" y="552450"/>
                </a:lnTo>
                <a:lnTo>
                  <a:pt x="1533525" y="552450"/>
                </a:lnTo>
                <a:close/>
                <a:moveTo>
                  <a:pt x="1857375" y="533400"/>
                </a:moveTo>
                <a:lnTo>
                  <a:pt x="1876425" y="533400"/>
                </a:lnTo>
                <a:lnTo>
                  <a:pt x="1876425" y="542925"/>
                </a:lnTo>
                <a:lnTo>
                  <a:pt x="1895475" y="542925"/>
                </a:lnTo>
                <a:lnTo>
                  <a:pt x="1895475" y="533400"/>
                </a:lnTo>
                <a:lnTo>
                  <a:pt x="1905000" y="533400"/>
                </a:lnTo>
                <a:lnTo>
                  <a:pt x="1905000" y="581025"/>
                </a:lnTo>
                <a:lnTo>
                  <a:pt x="1895475" y="581025"/>
                </a:lnTo>
                <a:lnTo>
                  <a:pt x="1895475" y="590550"/>
                </a:lnTo>
                <a:lnTo>
                  <a:pt x="1905000" y="590550"/>
                </a:lnTo>
                <a:lnTo>
                  <a:pt x="1905000" y="600075"/>
                </a:lnTo>
                <a:lnTo>
                  <a:pt x="1885950" y="600075"/>
                </a:lnTo>
                <a:lnTo>
                  <a:pt x="1885950" y="590550"/>
                </a:lnTo>
                <a:lnTo>
                  <a:pt x="1857375" y="590550"/>
                </a:lnTo>
                <a:lnTo>
                  <a:pt x="1857375" y="581025"/>
                </a:lnTo>
                <a:lnTo>
                  <a:pt x="1866900" y="581025"/>
                </a:lnTo>
                <a:lnTo>
                  <a:pt x="1866900" y="571500"/>
                </a:lnTo>
                <a:lnTo>
                  <a:pt x="1857375" y="571500"/>
                </a:lnTo>
                <a:lnTo>
                  <a:pt x="1857375" y="561975"/>
                </a:lnTo>
                <a:lnTo>
                  <a:pt x="1847850" y="561975"/>
                </a:lnTo>
                <a:lnTo>
                  <a:pt x="1847850" y="552450"/>
                </a:lnTo>
                <a:lnTo>
                  <a:pt x="1838325" y="552450"/>
                </a:lnTo>
                <a:lnTo>
                  <a:pt x="1838325" y="542925"/>
                </a:lnTo>
                <a:lnTo>
                  <a:pt x="1857375" y="542925"/>
                </a:lnTo>
                <a:close/>
                <a:moveTo>
                  <a:pt x="1771650" y="542925"/>
                </a:moveTo>
                <a:lnTo>
                  <a:pt x="1781175" y="542925"/>
                </a:lnTo>
                <a:lnTo>
                  <a:pt x="1781175" y="552450"/>
                </a:lnTo>
                <a:lnTo>
                  <a:pt x="1771650" y="552450"/>
                </a:lnTo>
                <a:close/>
                <a:moveTo>
                  <a:pt x="209550" y="552450"/>
                </a:moveTo>
                <a:lnTo>
                  <a:pt x="219075" y="552450"/>
                </a:lnTo>
                <a:lnTo>
                  <a:pt x="219075" y="561975"/>
                </a:lnTo>
                <a:lnTo>
                  <a:pt x="209550" y="561975"/>
                </a:lnTo>
                <a:close/>
                <a:moveTo>
                  <a:pt x="1066800" y="552450"/>
                </a:moveTo>
                <a:lnTo>
                  <a:pt x="1104900" y="552450"/>
                </a:lnTo>
                <a:lnTo>
                  <a:pt x="1104900" y="542925"/>
                </a:lnTo>
                <a:lnTo>
                  <a:pt x="1066800" y="542925"/>
                </a:lnTo>
                <a:close/>
                <a:moveTo>
                  <a:pt x="1476375" y="552450"/>
                </a:moveTo>
                <a:lnTo>
                  <a:pt x="1485900" y="552450"/>
                </a:lnTo>
                <a:lnTo>
                  <a:pt x="1485900" y="542925"/>
                </a:lnTo>
                <a:lnTo>
                  <a:pt x="1476375" y="542925"/>
                </a:lnTo>
                <a:close/>
                <a:moveTo>
                  <a:pt x="752475" y="571500"/>
                </a:moveTo>
                <a:lnTo>
                  <a:pt x="771525" y="571500"/>
                </a:lnTo>
                <a:lnTo>
                  <a:pt x="771525" y="590550"/>
                </a:lnTo>
                <a:lnTo>
                  <a:pt x="762000" y="590550"/>
                </a:lnTo>
                <a:lnTo>
                  <a:pt x="762000" y="581025"/>
                </a:lnTo>
                <a:lnTo>
                  <a:pt x="752475" y="581025"/>
                </a:lnTo>
                <a:close/>
                <a:moveTo>
                  <a:pt x="1619250" y="571500"/>
                </a:moveTo>
                <a:lnTo>
                  <a:pt x="1638300" y="571500"/>
                </a:lnTo>
                <a:lnTo>
                  <a:pt x="1638300" y="590550"/>
                </a:lnTo>
                <a:lnTo>
                  <a:pt x="1647825" y="590550"/>
                </a:lnTo>
                <a:lnTo>
                  <a:pt x="1647825" y="600075"/>
                </a:lnTo>
                <a:lnTo>
                  <a:pt x="1638300" y="600075"/>
                </a:lnTo>
                <a:lnTo>
                  <a:pt x="1638300" y="609600"/>
                </a:lnTo>
                <a:lnTo>
                  <a:pt x="1619250" y="609600"/>
                </a:lnTo>
                <a:close/>
                <a:moveTo>
                  <a:pt x="180975" y="581025"/>
                </a:moveTo>
                <a:lnTo>
                  <a:pt x="190500" y="581025"/>
                </a:lnTo>
                <a:lnTo>
                  <a:pt x="190500" y="609600"/>
                </a:lnTo>
                <a:lnTo>
                  <a:pt x="171450" y="609600"/>
                </a:lnTo>
                <a:lnTo>
                  <a:pt x="171450" y="590550"/>
                </a:lnTo>
                <a:lnTo>
                  <a:pt x="180975" y="590550"/>
                </a:lnTo>
                <a:close/>
                <a:moveTo>
                  <a:pt x="381000" y="581025"/>
                </a:moveTo>
                <a:lnTo>
                  <a:pt x="390525" y="581025"/>
                </a:lnTo>
                <a:lnTo>
                  <a:pt x="390525" y="561975"/>
                </a:lnTo>
                <a:lnTo>
                  <a:pt x="381000" y="561975"/>
                </a:lnTo>
                <a:close/>
                <a:moveTo>
                  <a:pt x="1371600" y="581025"/>
                </a:moveTo>
                <a:lnTo>
                  <a:pt x="1390650" y="581025"/>
                </a:lnTo>
                <a:lnTo>
                  <a:pt x="1390650" y="561975"/>
                </a:lnTo>
                <a:lnTo>
                  <a:pt x="1381125" y="561975"/>
                </a:lnTo>
                <a:lnTo>
                  <a:pt x="1381125" y="571500"/>
                </a:lnTo>
                <a:lnTo>
                  <a:pt x="1371600" y="571500"/>
                </a:lnTo>
                <a:close/>
                <a:moveTo>
                  <a:pt x="1409700" y="581025"/>
                </a:moveTo>
                <a:lnTo>
                  <a:pt x="1428750" y="581025"/>
                </a:lnTo>
                <a:lnTo>
                  <a:pt x="1428750" y="571500"/>
                </a:lnTo>
                <a:lnTo>
                  <a:pt x="1419225" y="571500"/>
                </a:lnTo>
                <a:lnTo>
                  <a:pt x="1419225" y="561975"/>
                </a:lnTo>
                <a:lnTo>
                  <a:pt x="1409700" y="561975"/>
                </a:lnTo>
                <a:close/>
                <a:moveTo>
                  <a:pt x="57150" y="590550"/>
                </a:moveTo>
                <a:lnTo>
                  <a:pt x="76200" y="590550"/>
                </a:lnTo>
                <a:lnTo>
                  <a:pt x="76200" y="609600"/>
                </a:lnTo>
                <a:lnTo>
                  <a:pt x="66675" y="609600"/>
                </a:lnTo>
                <a:lnTo>
                  <a:pt x="66675" y="600075"/>
                </a:lnTo>
                <a:lnTo>
                  <a:pt x="57150" y="600075"/>
                </a:lnTo>
                <a:close/>
                <a:moveTo>
                  <a:pt x="485775" y="590550"/>
                </a:moveTo>
                <a:lnTo>
                  <a:pt x="495300" y="590550"/>
                </a:lnTo>
                <a:lnTo>
                  <a:pt x="495300" y="581025"/>
                </a:lnTo>
                <a:lnTo>
                  <a:pt x="476250" y="581025"/>
                </a:lnTo>
                <a:lnTo>
                  <a:pt x="476250" y="600075"/>
                </a:lnTo>
                <a:lnTo>
                  <a:pt x="485775" y="600075"/>
                </a:lnTo>
                <a:close/>
                <a:moveTo>
                  <a:pt x="1457325" y="590550"/>
                </a:moveTo>
                <a:lnTo>
                  <a:pt x="1466850" y="590550"/>
                </a:lnTo>
                <a:lnTo>
                  <a:pt x="1466850" y="571500"/>
                </a:lnTo>
                <a:lnTo>
                  <a:pt x="1447800" y="571500"/>
                </a:lnTo>
                <a:lnTo>
                  <a:pt x="1447800" y="600075"/>
                </a:lnTo>
                <a:lnTo>
                  <a:pt x="1457325" y="600075"/>
                </a:lnTo>
                <a:close/>
                <a:moveTo>
                  <a:pt x="1657350" y="590550"/>
                </a:moveTo>
                <a:lnTo>
                  <a:pt x="1676400" y="590550"/>
                </a:lnTo>
                <a:lnTo>
                  <a:pt x="1676400" y="600075"/>
                </a:lnTo>
                <a:lnTo>
                  <a:pt x="1657350" y="600075"/>
                </a:lnTo>
                <a:close/>
                <a:moveTo>
                  <a:pt x="1047750" y="600075"/>
                </a:moveTo>
                <a:lnTo>
                  <a:pt x="1057275" y="600075"/>
                </a:lnTo>
                <a:lnTo>
                  <a:pt x="1057275" y="590550"/>
                </a:lnTo>
                <a:lnTo>
                  <a:pt x="1047750" y="590550"/>
                </a:lnTo>
                <a:lnTo>
                  <a:pt x="1047750" y="581025"/>
                </a:lnTo>
                <a:lnTo>
                  <a:pt x="1038225" y="581025"/>
                </a:lnTo>
                <a:lnTo>
                  <a:pt x="1038225" y="590550"/>
                </a:lnTo>
                <a:lnTo>
                  <a:pt x="1028700" y="590550"/>
                </a:lnTo>
                <a:lnTo>
                  <a:pt x="1028700" y="609600"/>
                </a:lnTo>
                <a:lnTo>
                  <a:pt x="1047750" y="609600"/>
                </a:lnTo>
                <a:close/>
                <a:moveTo>
                  <a:pt x="1257300" y="600075"/>
                </a:moveTo>
                <a:lnTo>
                  <a:pt x="1266825" y="600075"/>
                </a:lnTo>
                <a:lnTo>
                  <a:pt x="1266825" y="581025"/>
                </a:lnTo>
                <a:lnTo>
                  <a:pt x="1257300" y="581025"/>
                </a:lnTo>
                <a:close/>
                <a:moveTo>
                  <a:pt x="57150" y="609600"/>
                </a:moveTo>
                <a:lnTo>
                  <a:pt x="66675" y="609600"/>
                </a:lnTo>
                <a:lnTo>
                  <a:pt x="66675" y="619125"/>
                </a:lnTo>
                <a:lnTo>
                  <a:pt x="57150" y="619125"/>
                </a:lnTo>
                <a:close/>
                <a:moveTo>
                  <a:pt x="1752600" y="609600"/>
                </a:moveTo>
                <a:lnTo>
                  <a:pt x="1762125" y="609600"/>
                </a:lnTo>
                <a:lnTo>
                  <a:pt x="1762125" y="619125"/>
                </a:lnTo>
                <a:lnTo>
                  <a:pt x="1771650" y="619125"/>
                </a:lnTo>
                <a:lnTo>
                  <a:pt x="1771650" y="628650"/>
                </a:lnTo>
                <a:lnTo>
                  <a:pt x="1781175" y="628650"/>
                </a:lnTo>
                <a:lnTo>
                  <a:pt x="1781175" y="638175"/>
                </a:lnTo>
                <a:lnTo>
                  <a:pt x="1762125" y="638175"/>
                </a:lnTo>
                <a:lnTo>
                  <a:pt x="1762125" y="628650"/>
                </a:lnTo>
                <a:lnTo>
                  <a:pt x="1752600" y="628650"/>
                </a:lnTo>
                <a:close/>
                <a:moveTo>
                  <a:pt x="342900" y="619125"/>
                </a:moveTo>
                <a:lnTo>
                  <a:pt x="361950" y="619125"/>
                </a:lnTo>
                <a:lnTo>
                  <a:pt x="361950" y="609600"/>
                </a:lnTo>
                <a:lnTo>
                  <a:pt x="352425" y="609600"/>
                </a:lnTo>
                <a:lnTo>
                  <a:pt x="352425" y="600075"/>
                </a:lnTo>
                <a:lnTo>
                  <a:pt x="342900" y="600075"/>
                </a:lnTo>
                <a:close/>
                <a:moveTo>
                  <a:pt x="409575" y="619125"/>
                </a:moveTo>
                <a:lnTo>
                  <a:pt x="457200" y="619125"/>
                </a:lnTo>
                <a:lnTo>
                  <a:pt x="457200" y="609600"/>
                </a:lnTo>
                <a:lnTo>
                  <a:pt x="447675" y="609600"/>
                </a:lnTo>
                <a:lnTo>
                  <a:pt x="447675" y="600075"/>
                </a:lnTo>
                <a:lnTo>
                  <a:pt x="409575" y="600075"/>
                </a:lnTo>
                <a:close/>
                <a:moveTo>
                  <a:pt x="981075" y="619125"/>
                </a:moveTo>
                <a:lnTo>
                  <a:pt x="990600" y="619125"/>
                </a:lnTo>
                <a:lnTo>
                  <a:pt x="990600" y="609600"/>
                </a:lnTo>
                <a:lnTo>
                  <a:pt x="981075" y="609600"/>
                </a:lnTo>
                <a:close/>
                <a:moveTo>
                  <a:pt x="1304925" y="619125"/>
                </a:moveTo>
                <a:lnTo>
                  <a:pt x="1314450" y="619125"/>
                </a:lnTo>
                <a:lnTo>
                  <a:pt x="1314450" y="609600"/>
                </a:lnTo>
                <a:lnTo>
                  <a:pt x="1304925" y="609600"/>
                </a:lnTo>
                <a:close/>
                <a:moveTo>
                  <a:pt x="1543050" y="619125"/>
                </a:moveTo>
                <a:lnTo>
                  <a:pt x="1562100" y="619125"/>
                </a:lnTo>
                <a:lnTo>
                  <a:pt x="1562100" y="704850"/>
                </a:lnTo>
                <a:lnTo>
                  <a:pt x="1552575" y="704850"/>
                </a:lnTo>
                <a:lnTo>
                  <a:pt x="1552575" y="714375"/>
                </a:lnTo>
                <a:lnTo>
                  <a:pt x="1543050" y="714375"/>
                </a:lnTo>
                <a:lnTo>
                  <a:pt x="1543050" y="704850"/>
                </a:lnTo>
                <a:lnTo>
                  <a:pt x="1533525" y="704850"/>
                </a:lnTo>
                <a:lnTo>
                  <a:pt x="1533525" y="695325"/>
                </a:lnTo>
                <a:lnTo>
                  <a:pt x="1543050" y="695325"/>
                </a:lnTo>
                <a:lnTo>
                  <a:pt x="1543050" y="638175"/>
                </a:lnTo>
                <a:lnTo>
                  <a:pt x="1533525" y="638175"/>
                </a:lnTo>
                <a:lnTo>
                  <a:pt x="1533525" y="628650"/>
                </a:lnTo>
                <a:lnTo>
                  <a:pt x="1543050" y="628650"/>
                </a:lnTo>
                <a:close/>
                <a:moveTo>
                  <a:pt x="1571625" y="619125"/>
                </a:moveTo>
                <a:lnTo>
                  <a:pt x="1581150" y="619125"/>
                </a:lnTo>
                <a:lnTo>
                  <a:pt x="1581150" y="638175"/>
                </a:lnTo>
                <a:lnTo>
                  <a:pt x="1571625" y="638175"/>
                </a:lnTo>
                <a:close/>
                <a:moveTo>
                  <a:pt x="1847850" y="619125"/>
                </a:moveTo>
                <a:lnTo>
                  <a:pt x="1876425" y="619125"/>
                </a:lnTo>
                <a:lnTo>
                  <a:pt x="1876425" y="628650"/>
                </a:lnTo>
                <a:lnTo>
                  <a:pt x="1866900" y="628650"/>
                </a:lnTo>
                <a:lnTo>
                  <a:pt x="1866900" y="638175"/>
                </a:lnTo>
                <a:lnTo>
                  <a:pt x="1857375" y="638175"/>
                </a:lnTo>
                <a:lnTo>
                  <a:pt x="1857375" y="628650"/>
                </a:lnTo>
                <a:lnTo>
                  <a:pt x="1847850" y="628650"/>
                </a:lnTo>
                <a:close/>
                <a:moveTo>
                  <a:pt x="1028700" y="628650"/>
                </a:moveTo>
                <a:lnTo>
                  <a:pt x="1038225" y="628650"/>
                </a:lnTo>
                <a:lnTo>
                  <a:pt x="1038225" y="619125"/>
                </a:lnTo>
                <a:lnTo>
                  <a:pt x="1028700" y="619125"/>
                </a:lnTo>
                <a:close/>
                <a:moveTo>
                  <a:pt x="1085850" y="628650"/>
                </a:moveTo>
                <a:lnTo>
                  <a:pt x="1104900" y="628650"/>
                </a:lnTo>
                <a:lnTo>
                  <a:pt x="1104900" y="619125"/>
                </a:lnTo>
                <a:lnTo>
                  <a:pt x="1085850" y="619125"/>
                </a:lnTo>
                <a:close/>
                <a:moveTo>
                  <a:pt x="828675" y="638175"/>
                </a:moveTo>
                <a:lnTo>
                  <a:pt x="838200" y="638175"/>
                </a:lnTo>
                <a:lnTo>
                  <a:pt x="838200" y="628650"/>
                </a:lnTo>
                <a:lnTo>
                  <a:pt x="819150" y="628650"/>
                </a:lnTo>
                <a:lnTo>
                  <a:pt x="819150" y="638175"/>
                </a:lnTo>
                <a:lnTo>
                  <a:pt x="790575" y="638175"/>
                </a:lnTo>
                <a:lnTo>
                  <a:pt x="790575" y="619125"/>
                </a:lnTo>
                <a:lnTo>
                  <a:pt x="752475" y="619125"/>
                </a:lnTo>
                <a:lnTo>
                  <a:pt x="752475" y="638175"/>
                </a:lnTo>
                <a:lnTo>
                  <a:pt x="742950" y="638175"/>
                </a:lnTo>
                <a:lnTo>
                  <a:pt x="742950" y="628650"/>
                </a:lnTo>
                <a:lnTo>
                  <a:pt x="733425" y="628650"/>
                </a:lnTo>
                <a:lnTo>
                  <a:pt x="733425" y="638175"/>
                </a:lnTo>
                <a:lnTo>
                  <a:pt x="723900" y="638175"/>
                </a:lnTo>
                <a:lnTo>
                  <a:pt x="723900" y="647700"/>
                </a:lnTo>
                <a:lnTo>
                  <a:pt x="733425" y="647700"/>
                </a:lnTo>
                <a:lnTo>
                  <a:pt x="733425" y="657225"/>
                </a:lnTo>
                <a:lnTo>
                  <a:pt x="771525" y="657225"/>
                </a:lnTo>
                <a:lnTo>
                  <a:pt x="771525" y="647700"/>
                </a:lnTo>
                <a:lnTo>
                  <a:pt x="800100" y="647700"/>
                </a:lnTo>
                <a:lnTo>
                  <a:pt x="800100" y="666750"/>
                </a:lnTo>
                <a:lnTo>
                  <a:pt x="809625" y="666750"/>
                </a:lnTo>
                <a:lnTo>
                  <a:pt x="809625" y="676275"/>
                </a:lnTo>
                <a:lnTo>
                  <a:pt x="819150" y="676275"/>
                </a:lnTo>
                <a:lnTo>
                  <a:pt x="819150" y="647700"/>
                </a:lnTo>
                <a:lnTo>
                  <a:pt x="828675" y="647700"/>
                </a:lnTo>
                <a:close/>
                <a:moveTo>
                  <a:pt x="1695450" y="638175"/>
                </a:moveTo>
                <a:lnTo>
                  <a:pt x="1704975" y="638175"/>
                </a:lnTo>
                <a:lnTo>
                  <a:pt x="1704975" y="647700"/>
                </a:lnTo>
                <a:lnTo>
                  <a:pt x="1714500" y="647700"/>
                </a:lnTo>
                <a:lnTo>
                  <a:pt x="1714500" y="666750"/>
                </a:lnTo>
                <a:lnTo>
                  <a:pt x="1733550" y="666750"/>
                </a:lnTo>
                <a:lnTo>
                  <a:pt x="1733550" y="676275"/>
                </a:lnTo>
                <a:lnTo>
                  <a:pt x="1743075" y="676275"/>
                </a:lnTo>
                <a:lnTo>
                  <a:pt x="1743075" y="685800"/>
                </a:lnTo>
                <a:lnTo>
                  <a:pt x="1714500" y="685800"/>
                </a:lnTo>
                <a:lnTo>
                  <a:pt x="1714500" y="676275"/>
                </a:lnTo>
                <a:lnTo>
                  <a:pt x="1704975" y="676275"/>
                </a:lnTo>
                <a:lnTo>
                  <a:pt x="1704975" y="657225"/>
                </a:lnTo>
                <a:lnTo>
                  <a:pt x="1695450" y="657225"/>
                </a:lnTo>
                <a:close/>
                <a:moveTo>
                  <a:pt x="219075" y="647700"/>
                </a:moveTo>
                <a:lnTo>
                  <a:pt x="247650" y="647700"/>
                </a:lnTo>
                <a:lnTo>
                  <a:pt x="247650" y="628650"/>
                </a:lnTo>
                <a:lnTo>
                  <a:pt x="238125" y="628650"/>
                </a:lnTo>
                <a:lnTo>
                  <a:pt x="238125" y="619125"/>
                </a:lnTo>
                <a:lnTo>
                  <a:pt x="228600" y="619125"/>
                </a:lnTo>
                <a:lnTo>
                  <a:pt x="228600" y="628650"/>
                </a:lnTo>
                <a:lnTo>
                  <a:pt x="219075" y="628650"/>
                </a:lnTo>
                <a:close/>
                <a:moveTo>
                  <a:pt x="1000125" y="647700"/>
                </a:moveTo>
                <a:lnTo>
                  <a:pt x="1009650" y="647700"/>
                </a:lnTo>
                <a:lnTo>
                  <a:pt x="1009650" y="638175"/>
                </a:lnTo>
                <a:lnTo>
                  <a:pt x="1000125" y="638175"/>
                </a:lnTo>
                <a:close/>
                <a:moveTo>
                  <a:pt x="428625" y="657225"/>
                </a:moveTo>
                <a:lnTo>
                  <a:pt x="438150" y="657225"/>
                </a:lnTo>
                <a:lnTo>
                  <a:pt x="438150" y="638175"/>
                </a:lnTo>
                <a:lnTo>
                  <a:pt x="428625" y="638175"/>
                </a:lnTo>
                <a:close/>
                <a:moveTo>
                  <a:pt x="1352550" y="657225"/>
                </a:moveTo>
                <a:lnTo>
                  <a:pt x="1371600" y="657225"/>
                </a:lnTo>
                <a:lnTo>
                  <a:pt x="1371600" y="666750"/>
                </a:lnTo>
                <a:lnTo>
                  <a:pt x="1352550" y="666750"/>
                </a:lnTo>
                <a:close/>
                <a:moveTo>
                  <a:pt x="1390650" y="657225"/>
                </a:moveTo>
                <a:lnTo>
                  <a:pt x="1409700" y="657225"/>
                </a:lnTo>
                <a:lnTo>
                  <a:pt x="1409700" y="666750"/>
                </a:lnTo>
                <a:lnTo>
                  <a:pt x="1419225" y="666750"/>
                </a:lnTo>
                <a:lnTo>
                  <a:pt x="1419225" y="676275"/>
                </a:lnTo>
                <a:lnTo>
                  <a:pt x="1409700" y="676275"/>
                </a:lnTo>
                <a:lnTo>
                  <a:pt x="1409700" y="685800"/>
                </a:lnTo>
                <a:lnTo>
                  <a:pt x="1400175" y="685800"/>
                </a:lnTo>
                <a:lnTo>
                  <a:pt x="1400175" y="704850"/>
                </a:lnTo>
                <a:lnTo>
                  <a:pt x="1428750" y="704850"/>
                </a:lnTo>
                <a:lnTo>
                  <a:pt x="1428750" y="666750"/>
                </a:lnTo>
                <a:lnTo>
                  <a:pt x="1438275" y="666750"/>
                </a:lnTo>
                <a:lnTo>
                  <a:pt x="1438275" y="685800"/>
                </a:lnTo>
                <a:lnTo>
                  <a:pt x="1447800" y="685800"/>
                </a:lnTo>
                <a:lnTo>
                  <a:pt x="1447800" y="723900"/>
                </a:lnTo>
                <a:lnTo>
                  <a:pt x="1438275" y="723900"/>
                </a:lnTo>
                <a:lnTo>
                  <a:pt x="1438275" y="733425"/>
                </a:lnTo>
                <a:lnTo>
                  <a:pt x="1428750" y="733425"/>
                </a:lnTo>
                <a:lnTo>
                  <a:pt x="1428750" y="742950"/>
                </a:lnTo>
                <a:lnTo>
                  <a:pt x="1419225" y="742950"/>
                </a:lnTo>
                <a:lnTo>
                  <a:pt x="1419225" y="733425"/>
                </a:lnTo>
                <a:lnTo>
                  <a:pt x="1381125" y="733425"/>
                </a:lnTo>
                <a:lnTo>
                  <a:pt x="1381125" y="723900"/>
                </a:lnTo>
                <a:lnTo>
                  <a:pt x="1371600" y="723900"/>
                </a:lnTo>
                <a:lnTo>
                  <a:pt x="1371600" y="695325"/>
                </a:lnTo>
                <a:lnTo>
                  <a:pt x="1381125" y="695325"/>
                </a:lnTo>
                <a:lnTo>
                  <a:pt x="1381125" y="676275"/>
                </a:lnTo>
                <a:lnTo>
                  <a:pt x="1390650" y="676275"/>
                </a:lnTo>
                <a:close/>
                <a:moveTo>
                  <a:pt x="1504950" y="666750"/>
                </a:moveTo>
                <a:lnTo>
                  <a:pt x="1524000" y="666750"/>
                </a:lnTo>
                <a:lnTo>
                  <a:pt x="1524000" y="676275"/>
                </a:lnTo>
                <a:lnTo>
                  <a:pt x="1504950" y="676275"/>
                </a:lnTo>
                <a:close/>
                <a:moveTo>
                  <a:pt x="933450" y="676275"/>
                </a:moveTo>
                <a:lnTo>
                  <a:pt x="952500" y="676275"/>
                </a:lnTo>
                <a:lnTo>
                  <a:pt x="952500" y="666750"/>
                </a:lnTo>
                <a:lnTo>
                  <a:pt x="933450" y="666750"/>
                </a:lnTo>
                <a:close/>
                <a:moveTo>
                  <a:pt x="1581150" y="685800"/>
                </a:moveTo>
                <a:lnTo>
                  <a:pt x="1600200" y="685800"/>
                </a:lnTo>
                <a:lnTo>
                  <a:pt x="1600200" y="714375"/>
                </a:lnTo>
                <a:lnTo>
                  <a:pt x="1590675" y="714375"/>
                </a:lnTo>
                <a:lnTo>
                  <a:pt x="1590675" y="723900"/>
                </a:lnTo>
                <a:lnTo>
                  <a:pt x="1581150" y="723900"/>
                </a:lnTo>
                <a:close/>
                <a:moveTo>
                  <a:pt x="1676400" y="685800"/>
                </a:moveTo>
                <a:lnTo>
                  <a:pt x="1685925" y="685800"/>
                </a:lnTo>
                <a:lnTo>
                  <a:pt x="1685925" y="695325"/>
                </a:lnTo>
                <a:lnTo>
                  <a:pt x="1695450" y="695325"/>
                </a:lnTo>
                <a:lnTo>
                  <a:pt x="1695450" y="714375"/>
                </a:lnTo>
                <a:lnTo>
                  <a:pt x="1676400" y="714375"/>
                </a:lnTo>
                <a:close/>
                <a:moveTo>
                  <a:pt x="419100" y="695325"/>
                </a:moveTo>
                <a:lnTo>
                  <a:pt x="476250" y="695325"/>
                </a:lnTo>
                <a:lnTo>
                  <a:pt x="476250" y="676275"/>
                </a:lnTo>
                <a:lnTo>
                  <a:pt x="466725" y="676275"/>
                </a:lnTo>
                <a:lnTo>
                  <a:pt x="466725" y="657225"/>
                </a:lnTo>
                <a:lnTo>
                  <a:pt x="457200" y="657225"/>
                </a:lnTo>
                <a:lnTo>
                  <a:pt x="457200" y="666750"/>
                </a:lnTo>
                <a:lnTo>
                  <a:pt x="428625" y="666750"/>
                </a:lnTo>
                <a:lnTo>
                  <a:pt x="428625" y="676275"/>
                </a:lnTo>
                <a:lnTo>
                  <a:pt x="419100" y="676275"/>
                </a:lnTo>
                <a:close/>
                <a:moveTo>
                  <a:pt x="1714500" y="695325"/>
                </a:moveTo>
                <a:lnTo>
                  <a:pt x="1733550" y="695325"/>
                </a:lnTo>
                <a:lnTo>
                  <a:pt x="1733550" y="704850"/>
                </a:lnTo>
                <a:lnTo>
                  <a:pt x="1714500" y="704850"/>
                </a:lnTo>
                <a:close/>
                <a:moveTo>
                  <a:pt x="133350" y="714375"/>
                </a:moveTo>
                <a:lnTo>
                  <a:pt x="142875" y="714375"/>
                </a:lnTo>
                <a:lnTo>
                  <a:pt x="142875" y="723900"/>
                </a:lnTo>
                <a:lnTo>
                  <a:pt x="152400" y="723900"/>
                </a:lnTo>
                <a:lnTo>
                  <a:pt x="152400" y="733425"/>
                </a:lnTo>
                <a:lnTo>
                  <a:pt x="133350" y="733425"/>
                </a:lnTo>
                <a:lnTo>
                  <a:pt x="133350" y="742950"/>
                </a:lnTo>
                <a:lnTo>
                  <a:pt x="114300" y="742950"/>
                </a:lnTo>
                <a:lnTo>
                  <a:pt x="114300" y="733425"/>
                </a:lnTo>
                <a:lnTo>
                  <a:pt x="123825" y="733425"/>
                </a:lnTo>
                <a:lnTo>
                  <a:pt x="123825" y="723900"/>
                </a:lnTo>
                <a:lnTo>
                  <a:pt x="133350" y="723900"/>
                </a:lnTo>
                <a:close/>
                <a:moveTo>
                  <a:pt x="847725" y="714375"/>
                </a:moveTo>
                <a:lnTo>
                  <a:pt x="857250" y="714375"/>
                </a:lnTo>
                <a:lnTo>
                  <a:pt x="857250" y="695325"/>
                </a:lnTo>
                <a:lnTo>
                  <a:pt x="847725" y="695325"/>
                </a:lnTo>
                <a:close/>
                <a:moveTo>
                  <a:pt x="895350" y="714375"/>
                </a:moveTo>
                <a:lnTo>
                  <a:pt x="904875" y="714375"/>
                </a:lnTo>
                <a:lnTo>
                  <a:pt x="904875" y="695325"/>
                </a:lnTo>
                <a:lnTo>
                  <a:pt x="895350" y="695325"/>
                </a:lnTo>
                <a:close/>
                <a:moveTo>
                  <a:pt x="1333500" y="714375"/>
                </a:moveTo>
                <a:lnTo>
                  <a:pt x="1343025" y="714375"/>
                </a:lnTo>
                <a:lnTo>
                  <a:pt x="1343025" y="723900"/>
                </a:lnTo>
                <a:lnTo>
                  <a:pt x="1352550" y="723900"/>
                </a:lnTo>
                <a:lnTo>
                  <a:pt x="1352550" y="752475"/>
                </a:lnTo>
                <a:lnTo>
                  <a:pt x="1333500" y="752475"/>
                </a:lnTo>
                <a:lnTo>
                  <a:pt x="1333500" y="762000"/>
                </a:lnTo>
                <a:lnTo>
                  <a:pt x="1323975" y="762000"/>
                </a:lnTo>
                <a:lnTo>
                  <a:pt x="1323975" y="771525"/>
                </a:lnTo>
                <a:lnTo>
                  <a:pt x="1314450" y="771525"/>
                </a:lnTo>
                <a:lnTo>
                  <a:pt x="1314450" y="762000"/>
                </a:lnTo>
                <a:lnTo>
                  <a:pt x="1304925" y="762000"/>
                </a:lnTo>
                <a:lnTo>
                  <a:pt x="1304925" y="752475"/>
                </a:lnTo>
                <a:lnTo>
                  <a:pt x="1323975" y="752475"/>
                </a:lnTo>
                <a:lnTo>
                  <a:pt x="1323975" y="733425"/>
                </a:lnTo>
                <a:lnTo>
                  <a:pt x="1333500" y="733425"/>
                </a:lnTo>
                <a:close/>
                <a:moveTo>
                  <a:pt x="1628775" y="733425"/>
                </a:moveTo>
                <a:lnTo>
                  <a:pt x="1638300" y="733425"/>
                </a:lnTo>
                <a:lnTo>
                  <a:pt x="1638300" y="752475"/>
                </a:lnTo>
                <a:lnTo>
                  <a:pt x="1628775" y="752475"/>
                </a:lnTo>
                <a:close/>
                <a:moveTo>
                  <a:pt x="1857375" y="733425"/>
                </a:moveTo>
                <a:lnTo>
                  <a:pt x="1866900" y="733425"/>
                </a:lnTo>
                <a:lnTo>
                  <a:pt x="1866900" y="742950"/>
                </a:lnTo>
                <a:lnTo>
                  <a:pt x="1885950" y="742950"/>
                </a:lnTo>
                <a:lnTo>
                  <a:pt x="1885950" y="733425"/>
                </a:lnTo>
                <a:lnTo>
                  <a:pt x="1895475" y="733425"/>
                </a:lnTo>
                <a:lnTo>
                  <a:pt x="1895475" y="742950"/>
                </a:lnTo>
                <a:lnTo>
                  <a:pt x="1905000" y="742950"/>
                </a:lnTo>
                <a:lnTo>
                  <a:pt x="1905000" y="752475"/>
                </a:lnTo>
                <a:lnTo>
                  <a:pt x="1895475" y="752475"/>
                </a:lnTo>
                <a:lnTo>
                  <a:pt x="1895475" y="762000"/>
                </a:lnTo>
                <a:lnTo>
                  <a:pt x="1876425" y="762000"/>
                </a:lnTo>
                <a:lnTo>
                  <a:pt x="1876425" y="752475"/>
                </a:lnTo>
                <a:lnTo>
                  <a:pt x="1866900" y="752475"/>
                </a:lnTo>
                <a:lnTo>
                  <a:pt x="1866900" y="762000"/>
                </a:lnTo>
                <a:lnTo>
                  <a:pt x="1876425" y="762000"/>
                </a:lnTo>
                <a:lnTo>
                  <a:pt x="1876425" y="771525"/>
                </a:lnTo>
                <a:lnTo>
                  <a:pt x="1857375" y="771525"/>
                </a:lnTo>
                <a:lnTo>
                  <a:pt x="1857375" y="752475"/>
                </a:lnTo>
                <a:lnTo>
                  <a:pt x="1847850" y="752475"/>
                </a:lnTo>
                <a:lnTo>
                  <a:pt x="1847850" y="742950"/>
                </a:lnTo>
                <a:lnTo>
                  <a:pt x="1857375" y="742950"/>
                </a:lnTo>
                <a:close/>
                <a:moveTo>
                  <a:pt x="85725" y="742950"/>
                </a:moveTo>
                <a:lnTo>
                  <a:pt x="95250" y="742950"/>
                </a:lnTo>
                <a:lnTo>
                  <a:pt x="95250" y="752475"/>
                </a:lnTo>
                <a:lnTo>
                  <a:pt x="104775" y="752475"/>
                </a:lnTo>
                <a:lnTo>
                  <a:pt x="104775" y="771525"/>
                </a:lnTo>
                <a:lnTo>
                  <a:pt x="95250" y="771525"/>
                </a:lnTo>
                <a:lnTo>
                  <a:pt x="95250" y="781050"/>
                </a:lnTo>
                <a:lnTo>
                  <a:pt x="76200" y="781050"/>
                </a:lnTo>
                <a:lnTo>
                  <a:pt x="76200" y="762000"/>
                </a:lnTo>
                <a:lnTo>
                  <a:pt x="85725" y="762000"/>
                </a:lnTo>
                <a:close/>
                <a:moveTo>
                  <a:pt x="361950" y="752475"/>
                </a:moveTo>
                <a:lnTo>
                  <a:pt x="381000" y="752475"/>
                </a:lnTo>
                <a:lnTo>
                  <a:pt x="381000" y="762000"/>
                </a:lnTo>
                <a:lnTo>
                  <a:pt x="371475" y="762000"/>
                </a:lnTo>
                <a:lnTo>
                  <a:pt x="371475" y="771525"/>
                </a:lnTo>
                <a:lnTo>
                  <a:pt x="352425" y="771525"/>
                </a:lnTo>
                <a:lnTo>
                  <a:pt x="352425" y="762000"/>
                </a:lnTo>
                <a:lnTo>
                  <a:pt x="361950" y="762000"/>
                </a:lnTo>
                <a:close/>
                <a:moveTo>
                  <a:pt x="704850" y="752475"/>
                </a:moveTo>
                <a:lnTo>
                  <a:pt x="714375" y="752475"/>
                </a:lnTo>
                <a:lnTo>
                  <a:pt x="714375" y="742950"/>
                </a:lnTo>
                <a:lnTo>
                  <a:pt x="704850" y="742950"/>
                </a:lnTo>
                <a:close/>
                <a:moveTo>
                  <a:pt x="971550" y="752475"/>
                </a:moveTo>
                <a:lnTo>
                  <a:pt x="981075" y="752475"/>
                </a:lnTo>
                <a:lnTo>
                  <a:pt x="981075" y="733425"/>
                </a:lnTo>
                <a:lnTo>
                  <a:pt x="971550" y="733425"/>
                </a:lnTo>
                <a:close/>
                <a:moveTo>
                  <a:pt x="1152525" y="752475"/>
                </a:moveTo>
                <a:lnTo>
                  <a:pt x="1171575" y="752475"/>
                </a:lnTo>
                <a:lnTo>
                  <a:pt x="1171575" y="742950"/>
                </a:lnTo>
                <a:lnTo>
                  <a:pt x="1162050" y="742950"/>
                </a:lnTo>
                <a:lnTo>
                  <a:pt x="1162050" y="733425"/>
                </a:lnTo>
                <a:lnTo>
                  <a:pt x="1152525" y="733425"/>
                </a:lnTo>
                <a:close/>
                <a:moveTo>
                  <a:pt x="1362075" y="752475"/>
                </a:moveTo>
                <a:lnTo>
                  <a:pt x="1390650" y="752475"/>
                </a:lnTo>
                <a:lnTo>
                  <a:pt x="1390650" y="762000"/>
                </a:lnTo>
                <a:lnTo>
                  <a:pt x="1381125" y="762000"/>
                </a:lnTo>
                <a:lnTo>
                  <a:pt x="1381125" y="771525"/>
                </a:lnTo>
                <a:lnTo>
                  <a:pt x="1362075" y="771525"/>
                </a:lnTo>
                <a:close/>
                <a:moveTo>
                  <a:pt x="1714500" y="752475"/>
                </a:moveTo>
                <a:lnTo>
                  <a:pt x="1733550" y="752475"/>
                </a:lnTo>
                <a:lnTo>
                  <a:pt x="1733550" y="762000"/>
                </a:lnTo>
                <a:lnTo>
                  <a:pt x="1724025" y="762000"/>
                </a:lnTo>
                <a:lnTo>
                  <a:pt x="1724025" y="771525"/>
                </a:lnTo>
                <a:lnTo>
                  <a:pt x="1714500" y="771525"/>
                </a:lnTo>
                <a:close/>
                <a:moveTo>
                  <a:pt x="1809750" y="752475"/>
                </a:moveTo>
                <a:lnTo>
                  <a:pt x="1828800" y="752475"/>
                </a:lnTo>
                <a:lnTo>
                  <a:pt x="1828800" y="771525"/>
                </a:lnTo>
                <a:lnTo>
                  <a:pt x="1819275" y="771525"/>
                </a:lnTo>
                <a:lnTo>
                  <a:pt x="1819275" y="762000"/>
                </a:lnTo>
                <a:lnTo>
                  <a:pt x="1809750" y="762000"/>
                </a:lnTo>
                <a:close/>
                <a:moveTo>
                  <a:pt x="342900" y="771525"/>
                </a:moveTo>
                <a:lnTo>
                  <a:pt x="352425" y="771525"/>
                </a:lnTo>
                <a:lnTo>
                  <a:pt x="352425" y="781050"/>
                </a:lnTo>
                <a:lnTo>
                  <a:pt x="342900" y="781050"/>
                </a:lnTo>
                <a:close/>
                <a:moveTo>
                  <a:pt x="1628775" y="771525"/>
                </a:moveTo>
                <a:lnTo>
                  <a:pt x="1638300" y="771525"/>
                </a:lnTo>
                <a:lnTo>
                  <a:pt x="1638300" y="809625"/>
                </a:lnTo>
                <a:lnTo>
                  <a:pt x="1628775" y="809625"/>
                </a:lnTo>
                <a:close/>
                <a:moveTo>
                  <a:pt x="1704975" y="771525"/>
                </a:moveTo>
                <a:lnTo>
                  <a:pt x="1714500" y="771525"/>
                </a:lnTo>
                <a:lnTo>
                  <a:pt x="1714500" y="781050"/>
                </a:lnTo>
                <a:lnTo>
                  <a:pt x="1704975" y="781050"/>
                </a:lnTo>
                <a:close/>
                <a:moveTo>
                  <a:pt x="1885950" y="771525"/>
                </a:moveTo>
                <a:lnTo>
                  <a:pt x="1895475" y="771525"/>
                </a:lnTo>
                <a:lnTo>
                  <a:pt x="1895475" y="781050"/>
                </a:lnTo>
                <a:lnTo>
                  <a:pt x="1905000" y="781050"/>
                </a:lnTo>
                <a:lnTo>
                  <a:pt x="1905000" y="809625"/>
                </a:lnTo>
                <a:lnTo>
                  <a:pt x="1895475" y="809625"/>
                </a:lnTo>
                <a:lnTo>
                  <a:pt x="1895475" y="800100"/>
                </a:lnTo>
                <a:lnTo>
                  <a:pt x="1885950" y="800100"/>
                </a:lnTo>
                <a:close/>
                <a:moveTo>
                  <a:pt x="66675" y="781050"/>
                </a:moveTo>
                <a:lnTo>
                  <a:pt x="76200" y="781050"/>
                </a:lnTo>
                <a:lnTo>
                  <a:pt x="76200" y="800100"/>
                </a:lnTo>
                <a:lnTo>
                  <a:pt x="104775" y="800100"/>
                </a:lnTo>
                <a:lnTo>
                  <a:pt x="104775" y="857250"/>
                </a:lnTo>
                <a:lnTo>
                  <a:pt x="114300" y="857250"/>
                </a:lnTo>
                <a:lnTo>
                  <a:pt x="114300" y="876300"/>
                </a:lnTo>
                <a:lnTo>
                  <a:pt x="123825" y="876300"/>
                </a:lnTo>
                <a:lnTo>
                  <a:pt x="123825" y="885825"/>
                </a:lnTo>
                <a:lnTo>
                  <a:pt x="114300" y="885825"/>
                </a:lnTo>
                <a:lnTo>
                  <a:pt x="114300" y="904875"/>
                </a:lnTo>
                <a:lnTo>
                  <a:pt x="123825" y="904875"/>
                </a:lnTo>
                <a:lnTo>
                  <a:pt x="123825" y="914400"/>
                </a:lnTo>
                <a:lnTo>
                  <a:pt x="104775" y="914400"/>
                </a:lnTo>
                <a:lnTo>
                  <a:pt x="104775" y="923925"/>
                </a:lnTo>
                <a:lnTo>
                  <a:pt x="76200" y="923925"/>
                </a:lnTo>
                <a:lnTo>
                  <a:pt x="76200" y="933450"/>
                </a:lnTo>
                <a:lnTo>
                  <a:pt x="57150" y="933450"/>
                </a:lnTo>
                <a:lnTo>
                  <a:pt x="57150" y="923925"/>
                </a:lnTo>
                <a:lnTo>
                  <a:pt x="66675" y="923925"/>
                </a:lnTo>
                <a:lnTo>
                  <a:pt x="66675" y="885825"/>
                </a:lnTo>
                <a:lnTo>
                  <a:pt x="76200" y="885825"/>
                </a:lnTo>
                <a:lnTo>
                  <a:pt x="76200" y="876300"/>
                </a:lnTo>
                <a:lnTo>
                  <a:pt x="66675" y="876300"/>
                </a:lnTo>
                <a:lnTo>
                  <a:pt x="66675" y="857250"/>
                </a:lnTo>
                <a:lnTo>
                  <a:pt x="57150" y="857250"/>
                </a:lnTo>
                <a:lnTo>
                  <a:pt x="57150" y="819150"/>
                </a:lnTo>
                <a:lnTo>
                  <a:pt x="66675" y="819150"/>
                </a:lnTo>
                <a:lnTo>
                  <a:pt x="66675" y="800100"/>
                </a:lnTo>
                <a:lnTo>
                  <a:pt x="57150" y="800100"/>
                </a:lnTo>
                <a:lnTo>
                  <a:pt x="57150" y="790575"/>
                </a:lnTo>
                <a:lnTo>
                  <a:pt x="66675" y="790575"/>
                </a:lnTo>
                <a:close/>
                <a:moveTo>
                  <a:pt x="714375" y="781050"/>
                </a:moveTo>
                <a:lnTo>
                  <a:pt x="723900" y="781050"/>
                </a:lnTo>
                <a:lnTo>
                  <a:pt x="723900" y="800100"/>
                </a:lnTo>
                <a:lnTo>
                  <a:pt x="742950" y="800100"/>
                </a:lnTo>
                <a:lnTo>
                  <a:pt x="742950" y="762000"/>
                </a:lnTo>
                <a:lnTo>
                  <a:pt x="733425" y="762000"/>
                </a:lnTo>
                <a:lnTo>
                  <a:pt x="733425" y="771525"/>
                </a:lnTo>
                <a:lnTo>
                  <a:pt x="714375" y="771525"/>
                </a:lnTo>
                <a:close/>
                <a:moveTo>
                  <a:pt x="971550" y="781050"/>
                </a:moveTo>
                <a:lnTo>
                  <a:pt x="981075" y="781050"/>
                </a:lnTo>
                <a:lnTo>
                  <a:pt x="981075" y="771525"/>
                </a:lnTo>
                <a:lnTo>
                  <a:pt x="971550" y="771525"/>
                </a:lnTo>
                <a:close/>
                <a:moveTo>
                  <a:pt x="1438275" y="781050"/>
                </a:moveTo>
                <a:lnTo>
                  <a:pt x="1447800" y="781050"/>
                </a:lnTo>
                <a:lnTo>
                  <a:pt x="1447800" y="771525"/>
                </a:lnTo>
                <a:lnTo>
                  <a:pt x="1438275" y="771525"/>
                </a:lnTo>
                <a:close/>
                <a:moveTo>
                  <a:pt x="1819275" y="781050"/>
                </a:moveTo>
                <a:lnTo>
                  <a:pt x="1838325" y="781050"/>
                </a:lnTo>
                <a:lnTo>
                  <a:pt x="1838325" y="790575"/>
                </a:lnTo>
                <a:lnTo>
                  <a:pt x="1828800" y="790575"/>
                </a:lnTo>
                <a:lnTo>
                  <a:pt x="1828800" y="809625"/>
                </a:lnTo>
                <a:lnTo>
                  <a:pt x="1819275" y="809625"/>
                </a:lnTo>
                <a:close/>
                <a:moveTo>
                  <a:pt x="790575" y="800100"/>
                </a:moveTo>
                <a:lnTo>
                  <a:pt x="800100" y="800100"/>
                </a:lnTo>
                <a:lnTo>
                  <a:pt x="800100" y="809625"/>
                </a:lnTo>
                <a:lnTo>
                  <a:pt x="809625" y="809625"/>
                </a:lnTo>
                <a:lnTo>
                  <a:pt x="809625" y="781050"/>
                </a:lnTo>
                <a:lnTo>
                  <a:pt x="790575" y="781050"/>
                </a:lnTo>
                <a:close/>
                <a:moveTo>
                  <a:pt x="381000" y="809625"/>
                </a:moveTo>
                <a:lnTo>
                  <a:pt x="400050" y="809625"/>
                </a:lnTo>
                <a:lnTo>
                  <a:pt x="400050" y="819150"/>
                </a:lnTo>
                <a:lnTo>
                  <a:pt x="409575" y="819150"/>
                </a:lnTo>
                <a:lnTo>
                  <a:pt x="409575" y="847725"/>
                </a:lnTo>
                <a:lnTo>
                  <a:pt x="400050" y="847725"/>
                </a:lnTo>
                <a:lnTo>
                  <a:pt x="400050" y="857250"/>
                </a:lnTo>
                <a:lnTo>
                  <a:pt x="428625" y="857250"/>
                </a:lnTo>
                <a:lnTo>
                  <a:pt x="428625" y="847725"/>
                </a:lnTo>
                <a:lnTo>
                  <a:pt x="457200" y="847725"/>
                </a:lnTo>
                <a:lnTo>
                  <a:pt x="457200" y="866775"/>
                </a:lnTo>
                <a:lnTo>
                  <a:pt x="466725" y="866775"/>
                </a:lnTo>
                <a:lnTo>
                  <a:pt x="466725" y="876300"/>
                </a:lnTo>
                <a:lnTo>
                  <a:pt x="457200" y="876300"/>
                </a:lnTo>
                <a:lnTo>
                  <a:pt x="457200" y="895350"/>
                </a:lnTo>
                <a:lnTo>
                  <a:pt x="447675" y="895350"/>
                </a:lnTo>
                <a:lnTo>
                  <a:pt x="447675" y="885825"/>
                </a:lnTo>
                <a:lnTo>
                  <a:pt x="438150" y="885825"/>
                </a:lnTo>
                <a:lnTo>
                  <a:pt x="438150" y="876300"/>
                </a:lnTo>
                <a:lnTo>
                  <a:pt x="428625" y="876300"/>
                </a:lnTo>
                <a:lnTo>
                  <a:pt x="428625" y="885825"/>
                </a:lnTo>
                <a:lnTo>
                  <a:pt x="381000" y="885825"/>
                </a:lnTo>
                <a:lnTo>
                  <a:pt x="381000" y="847725"/>
                </a:lnTo>
                <a:lnTo>
                  <a:pt x="371475" y="847725"/>
                </a:lnTo>
                <a:lnTo>
                  <a:pt x="371475" y="819150"/>
                </a:lnTo>
                <a:lnTo>
                  <a:pt x="381000" y="819150"/>
                </a:lnTo>
                <a:close/>
                <a:moveTo>
                  <a:pt x="1590675" y="809625"/>
                </a:moveTo>
                <a:lnTo>
                  <a:pt x="1600200" y="809625"/>
                </a:lnTo>
                <a:lnTo>
                  <a:pt x="1600200" y="819150"/>
                </a:lnTo>
                <a:lnTo>
                  <a:pt x="1590675" y="819150"/>
                </a:lnTo>
                <a:close/>
                <a:moveTo>
                  <a:pt x="1390650" y="819150"/>
                </a:moveTo>
                <a:lnTo>
                  <a:pt x="1409700" y="819150"/>
                </a:lnTo>
                <a:lnTo>
                  <a:pt x="1409700" y="800100"/>
                </a:lnTo>
                <a:lnTo>
                  <a:pt x="1390650" y="800100"/>
                </a:lnTo>
                <a:close/>
                <a:moveTo>
                  <a:pt x="590550" y="828675"/>
                </a:moveTo>
                <a:lnTo>
                  <a:pt x="600075" y="828675"/>
                </a:lnTo>
                <a:lnTo>
                  <a:pt x="600075" y="838200"/>
                </a:lnTo>
                <a:lnTo>
                  <a:pt x="590550" y="838200"/>
                </a:lnTo>
                <a:close/>
                <a:moveTo>
                  <a:pt x="800100" y="828675"/>
                </a:moveTo>
                <a:lnTo>
                  <a:pt x="809625" y="828675"/>
                </a:lnTo>
                <a:lnTo>
                  <a:pt x="809625" y="819150"/>
                </a:lnTo>
                <a:lnTo>
                  <a:pt x="800100" y="819150"/>
                </a:lnTo>
                <a:close/>
                <a:moveTo>
                  <a:pt x="1352550" y="828675"/>
                </a:moveTo>
                <a:lnTo>
                  <a:pt x="1362075" y="828675"/>
                </a:lnTo>
                <a:lnTo>
                  <a:pt x="1362075" y="809625"/>
                </a:lnTo>
                <a:lnTo>
                  <a:pt x="1343025" y="809625"/>
                </a:lnTo>
                <a:lnTo>
                  <a:pt x="1343025" y="838200"/>
                </a:lnTo>
                <a:lnTo>
                  <a:pt x="1352550" y="838200"/>
                </a:lnTo>
                <a:close/>
                <a:moveTo>
                  <a:pt x="1609725" y="828675"/>
                </a:moveTo>
                <a:lnTo>
                  <a:pt x="1619250" y="828675"/>
                </a:lnTo>
                <a:lnTo>
                  <a:pt x="1619250" y="847725"/>
                </a:lnTo>
                <a:lnTo>
                  <a:pt x="1609725" y="847725"/>
                </a:lnTo>
                <a:close/>
                <a:moveTo>
                  <a:pt x="1228725" y="838200"/>
                </a:moveTo>
                <a:lnTo>
                  <a:pt x="1238250" y="838200"/>
                </a:lnTo>
                <a:lnTo>
                  <a:pt x="1238250" y="828675"/>
                </a:lnTo>
                <a:lnTo>
                  <a:pt x="1228725" y="828675"/>
                </a:lnTo>
                <a:lnTo>
                  <a:pt x="1228725" y="819150"/>
                </a:lnTo>
                <a:lnTo>
                  <a:pt x="1219200" y="819150"/>
                </a:lnTo>
                <a:lnTo>
                  <a:pt x="1219200" y="847725"/>
                </a:lnTo>
                <a:lnTo>
                  <a:pt x="1228725" y="847725"/>
                </a:lnTo>
                <a:close/>
                <a:moveTo>
                  <a:pt x="800100" y="847725"/>
                </a:moveTo>
                <a:lnTo>
                  <a:pt x="809625" y="847725"/>
                </a:lnTo>
                <a:lnTo>
                  <a:pt x="809625" y="838200"/>
                </a:lnTo>
                <a:lnTo>
                  <a:pt x="800100" y="838200"/>
                </a:lnTo>
                <a:close/>
                <a:moveTo>
                  <a:pt x="1143000" y="847725"/>
                </a:moveTo>
                <a:lnTo>
                  <a:pt x="1162050" y="847725"/>
                </a:lnTo>
                <a:lnTo>
                  <a:pt x="1162050" y="828675"/>
                </a:lnTo>
                <a:lnTo>
                  <a:pt x="1143000" y="828675"/>
                </a:lnTo>
                <a:close/>
                <a:moveTo>
                  <a:pt x="1895475" y="847725"/>
                </a:moveTo>
                <a:lnTo>
                  <a:pt x="1905000" y="847725"/>
                </a:lnTo>
                <a:lnTo>
                  <a:pt x="1905000" y="866775"/>
                </a:lnTo>
                <a:lnTo>
                  <a:pt x="1895475" y="866775"/>
                </a:lnTo>
                <a:close/>
                <a:moveTo>
                  <a:pt x="1447800" y="857250"/>
                </a:moveTo>
                <a:lnTo>
                  <a:pt x="1457325" y="857250"/>
                </a:lnTo>
                <a:lnTo>
                  <a:pt x="1457325" y="866775"/>
                </a:lnTo>
                <a:lnTo>
                  <a:pt x="1476375" y="866775"/>
                </a:lnTo>
                <a:lnTo>
                  <a:pt x="1476375" y="847725"/>
                </a:lnTo>
                <a:lnTo>
                  <a:pt x="1466850" y="847725"/>
                </a:lnTo>
                <a:lnTo>
                  <a:pt x="1466850" y="838200"/>
                </a:lnTo>
                <a:lnTo>
                  <a:pt x="1447800" y="838200"/>
                </a:lnTo>
                <a:close/>
                <a:moveTo>
                  <a:pt x="1247775" y="866775"/>
                </a:moveTo>
                <a:lnTo>
                  <a:pt x="1257300" y="866775"/>
                </a:lnTo>
                <a:lnTo>
                  <a:pt x="1257300" y="876300"/>
                </a:lnTo>
                <a:lnTo>
                  <a:pt x="1247775" y="876300"/>
                </a:lnTo>
                <a:close/>
                <a:moveTo>
                  <a:pt x="1762125" y="866775"/>
                </a:moveTo>
                <a:lnTo>
                  <a:pt x="1771650" y="866775"/>
                </a:lnTo>
                <a:lnTo>
                  <a:pt x="1771650" y="876300"/>
                </a:lnTo>
                <a:lnTo>
                  <a:pt x="1762125" y="876300"/>
                </a:lnTo>
                <a:close/>
                <a:moveTo>
                  <a:pt x="1371600" y="876300"/>
                </a:moveTo>
                <a:lnTo>
                  <a:pt x="1381125" y="876300"/>
                </a:lnTo>
                <a:lnTo>
                  <a:pt x="1381125" y="885825"/>
                </a:lnTo>
                <a:lnTo>
                  <a:pt x="1371600" y="885825"/>
                </a:lnTo>
                <a:close/>
                <a:moveTo>
                  <a:pt x="1590675" y="876300"/>
                </a:moveTo>
                <a:lnTo>
                  <a:pt x="1600200" y="876300"/>
                </a:lnTo>
                <a:lnTo>
                  <a:pt x="1600200" y="885825"/>
                </a:lnTo>
                <a:lnTo>
                  <a:pt x="1590675" y="885825"/>
                </a:lnTo>
                <a:close/>
                <a:moveTo>
                  <a:pt x="1209675" y="885825"/>
                </a:moveTo>
                <a:lnTo>
                  <a:pt x="1219200" y="885825"/>
                </a:lnTo>
                <a:lnTo>
                  <a:pt x="1219200" y="895350"/>
                </a:lnTo>
                <a:lnTo>
                  <a:pt x="1209675" y="895350"/>
                </a:lnTo>
                <a:close/>
                <a:moveTo>
                  <a:pt x="1828800" y="885825"/>
                </a:moveTo>
                <a:lnTo>
                  <a:pt x="1838325" y="885825"/>
                </a:lnTo>
                <a:lnTo>
                  <a:pt x="1838325" y="895350"/>
                </a:lnTo>
                <a:lnTo>
                  <a:pt x="1828800" y="895350"/>
                </a:lnTo>
                <a:close/>
                <a:moveTo>
                  <a:pt x="381000" y="923925"/>
                </a:moveTo>
                <a:lnTo>
                  <a:pt x="390525" y="923925"/>
                </a:lnTo>
                <a:lnTo>
                  <a:pt x="390525" y="933450"/>
                </a:lnTo>
                <a:lnTo>
                  <a:pt x="381000" y="933450"/>
                </a:lnTo>
                <a:close/>
                <a:moveTo>
                  <a:pt x="352425" y="933450"/>
                </a:moveTo>
                <a:lnTo>
                  <a:pt x="361950" y="933450"/>
                </a:lnTo>
                <a:lnTo>
                  <a:pt x="361950" y="942975"/>
                </a:lnTo>
                <a:lnTo>
                  <a:pt x="352425" y="942975"/>
                </a:lnTo>
                <a:close/>
                <a:moveTo>
                  <a:pt x="371475" y="933450"/>
                </a:moveTo>
                <a:lnTo>
                  <a:pt x="381000" y="933450"/>
                </a:lnTo>
                <a:lnTo>
                  <a:pt x="381000" y="942975"/>
                </a:lnTo>
                <a:lnTo>
                  <a:pt x="371475" y="942975"/>
                </a:lnTo>
                <a:close/>
                <a:moveTo>
                  <a:pt x="104775" y="942975"/>
                </a:moveTo>
                <a:lnTo>
                  <a:pt x="114300" y="942975"/>
                </a:lnTo>
                <a:lnTo>
                  <a:pt x="114300" y="952500"/>
                </a:lnTo>
                <a:lnTo>
                  <a:pt x="133350" y="952500"/>
                </a:lnTo>
                <a:lnTo>
                  <a:pt x="133350" y="971550"/>
                </a:lnTo>
                <a:lnTo>
                  <a:pt x="123825" y="971550"/>
                </a:lnTo>
                <a:lnTo>
                  <a:pt x="123825" y="981075"/>
                </a:lnTo>
                <a:lnTo>
                  <a:pt x="114300" y="981075"/>
                </a:lnTo>
                <a:lnTo>
                  <a:pt x="114300" y="971550"/>
                </a:lnTo>
                <a:lnTo>
                  <a:pt x="104775" y="971550"/>
                </a:lnTo>
                <a:close/>
                <a:moveTo>
                  <a:pt x="752475" y="942975"/>
                </a:moveTo>
                <a:lnTo>
                  <a:pt x="762000" y="942975"/>
                </a:lnTo>
                <a:lnTo>
                  <a:pt x="762000" y="952500"/>
                </a:lnTo>
                <a:lnTo>
                  <a:pt x="752475" y="952500"/>
                </a:lnTo>
                <a:close/>
                <a:moveTo>
                  <a:pt x="914400" y="942975"/>
                </a:moveTo>
                <a:lnTo>
                  <a:pt x="923925" y="942975"/>
                </a:lnTo>
                <a:lnTo>
                  <a:pt x="923925" y="952500"/>
                </a:lnTo>
                <a:lnTo>
                  <a:pt x="933450" y="952500"/>
                </a:lnTo>
                <a:lnTo>
                  <a:pt x="933450" y="962025"/>
                </a:lnTo>
                <a:lnTo>
                  <a:pt x="895350" y="962025"/>
                </a:lnTo>
                <a:lnTo>
                  <a:pt x="895350" y="952500"/>
                </a:lnTo>
                <a:lnTo>
                  <a:pt x="914400" y="952500"/>
                </a:lnTo>
                <a:close/>
                <a:moveTo>
                  <a:pt x="952500" y="942975"/>
                </a:moveTo>
                <a:lnTo>
                  <a:pt x="981075" y="942975"/>
                </a:lnTo>
                <a:lnTo>
                  <a:pt x="981075" y="952500"/>
                </a:lnTo>
                <a:lnTo>
                  <a:pt x="971550" y="952500"/>
                </a:lnTo>
                <a:lnTo>
                  <a:pt x="971550" y="962025"/>
                </a:lnTo>
                <a:lnTo>
                  <a:pt x="962025" y="962025"/>
                </a:lnTo>
                <a:lnTo>
                  <a:pt x="962025" y="952500"/>
                </a:lnTo>
                <a:lnTo>
                  <a:pt x="952500" y="952500"/>
                </a:lnTo>
                <a:close/>
                <a:moveTo>
                  <a:pt x="1409700" y="942975"/>
                </a:moveTo>
                <a:lnTo>
                  <a:pt x="1428750" y="942975"/>
                </a:lnTo>
                <a:lnTo>
                  <a:pt x="1428750" y="952500"/>
                </a:lnTo>
                <a:lnTo>
                  <a:pt x="1409700" y="952500"/>
                </a:lnTo>
                <a:close/>
                <a:moveTo>
                  <a:pt x="1438275" y="942975"/>
                </a:moveTo>
                <a:lnTo>
                  <a:pt x="1476375" y="942975"/>
                </a:lnTo>
                <a:lnTo>
                  <a:pt x="1476375" y="952500"/>
                </a:lnTo>
                <a:lnTo>
                  <a:pt x="1438275" y="952500"/>
                </a:lnTo>
                <a:close/>
                <a:moveTo>
                  <a:pt x="1485900" y="942975"/>
                </a:moveTo>
                <a:lnTo>
                  <a:pt x="1504950" y="942975"/>
                </a:lnTo>
                <a:lnTo>
                  <a:pt x="1504950" y="952500"/>
                </a:lnTo>
                <a:lnTo>
                  <a:pt x="1533525" y="952500"/>
                </a:lnTo>
                <a:lnTo>
                  <a:pt x="1533525" y="962025"/>
                </a:lnTo>
                <a:lnTo>
                  <a:pt x="1514475" y="962025"/>
                </a:lnTo>
                <a:lnTo>
                  <a:pt x="1514475" y="981075"/>
                </a:lnTo>
                <a:lnTo>
                  <a:pt x="1504950" y="981075"/>
                </a:lnTo>
                <a:lnTo>
                  <a:pt x="1504950" y="990600"/>
                </a:lnTo>
                <a:lnTo>
                  <a:pt x="1495425" y="990600"/>
                </a:lnTo>
                <a:lnTo>
                  <a:pt x="1495425" y="981075"/>
                </a:lnTo>
                <a:lnTo>
                  <a:pt x="1485900" y="981075"/>
                </a:lnTo>
                <a:lnTo>
                  <a:pt x="1485900" y="990600"/>
                </a:lnTo>
                <a:lnTo>
                  <a:pt x="1466850" y="990600"/>
                </a:lnTo>
                <a:lnTo>
                  <a:pt x="1466850" y="981075"/>
                </a:lnTo>
                <a:lnTo>
                  <a:pt x="1476375" y="981075"/>
                </a:lnTo>
                <a:lnTo>
                  <a:pt x="1476375" y="971550"/>
                </a:lnTo>
                <a:lnTo>
                  <a:pt x="1466850" y="971550"/>
                </a:lnTo>
                <a:lnTo>
                  <a:pt x="1466850" y="962025"/>
                </a:lnTo>
                <a:lnTo>
                  <a:pt x="1485900" y="962025"/>
                </a:lnTo>
                <a:close/>
                <a:moveTo>
                  <a:pt x="171450" y="952500"/>
                </a:moveTo>
                <a:lnTo>
                  <a:pt x="180975" y="952500"/>
                </a:lnTo>
                <a:lnTo>
                  <a:pt x="180975" y="962025"/>
                </a:lnTo>
                <a:lnTo>
                  <a:pt x="171450" y="962025"/>
                </a:lnTo>
                <a:close/>
                <a:moveTo>
                  <a:pt x="742950" y="952500"/>
                </a:moveTo>
                <a:lnTo>
                  <a:pt x="752475" y="952500"/>
                </a:lnTo>
                <a:lnTo>
                  <a:pt x="752475" y="962025"/>
                </a:lnTo>
                <a:lnTo>
                  <a:pt x="742950" y="962025"/>
                </a:lnTo>
                <a:close/>
                <a:moveTo>
                  <a:pt x="762000" y="952500"/>
                </a:moveTo>
                <a:lnTo>
                  <a:pt x="781050" y="952500"/>
                </a:lnTo>
                <a:lnTo>
                  <a:pt x="781050" y="962025"/>
                </a:lnTo>
                <a:lnTo>
                  <a:pt x="771525" y="962025"/>
                </a:lnTo>
                <a:lnTo>
                  <a:pt x="771525" y="971550"/>
                </a:lnTo>
                <a:lnTo>
                  <a:pt x="762000" y="971550"/>
                </a:lnTo>
                <a:lnTo>
                  <a:pt x="762000" y="981075"/>
                </a:lnTo>
                <a:lnTo>
                  <a:pt x="752475" y="981075"/>
                </a:lnTo>
                <a:lnTo>
                  <a:pt x="752475" y="962025"/>
                </a:lnTo>
                <a:lnTo>
                  <a:pt x="762000" y="962025"/>
                </a:lnTo>
                <a:close/>
                <a:moveTo>
                  <a:pt x="1209675" y="952500"/>
                </a:moveTo>
                <a:lnTo>
                  <a:pt x="1228725" y="952500"/>
                </a:lnTo>
                <a:lnTo>
                  <a:pt x="1228725" y="962025"/>
                </a:lnTo>
                <a:lnTo>
                  <a:pt x="1209675" y="962025"/>
                </a:lnTo>
                <a:close/>
                <a:moveTo>
                  <a:pt x="1381125" y="952500"/>
                </a:moveTo>
                <a:lnTo>
                  <a:pt x="1390650" y="952500"/>
                </a:lnTo>
                <a:lnTo>
                  <a:pt x="1390650" y="962025"/>
                </a:lnTo>
                <a:lnTo>
                  <a:pt x="1381125" y="962025"/>
                </a:lnTo>
                <a:close/>
                <a:moveTo>
                  <a:pt x="1400175" y="952500"/>
                </a:moveTo>
                <a:lnTo>
                  <a:pt x="1409700" y="952500"/>
                </a:lnTo>
                <a:lnTo>
                  <a:pt x="1409700" y="962025"/>
                </a:lnTo>
                <a:lnTo>
                  <a:pt x="1400175" y="962025"/>
                </a:lnTo>
                <a:close/>
                <a:moveTo>
                  <a:pt x="1562100" y="952500"/>
                </a:moveTo>
                <a:lnTo>
                  <a:pt x="1581150" y="952500"/>
                </a:lnTo>
                <a:lnTo>
                  <a:pt x="1581150" y="962025"/>
                </a:lnTo>
                <a:lnTo>
                  <a:pt x="1562100" y="962025"/>
                </a:lnTo>
                <a:close/>
                <a:moveTo>
                  <a:pt x="1600200" y="952500"/>
                </a:moveTo>
                <a:lnTo>
                  <a:pt x="1609725" y="952500"/>
                </a:lnTo>
                <a:lnTo>
                  <a:pt x="1609725" y="962025"/>
                </a:lnTo>
                <a:lnTo>
                  <a:pt x="1600200" y="962025"/>
                </a:lnTo>
                <a:close/>
                <a:moveTo>
                  <a:pt x="142875" y="962025"/>
                </a:moveTo>
                <a:lnTo>
                  <a:pt x="152400" y="962025"/>
                </a:lnTo>
                <a:lnTo>
                  <a:pt x="152400" y="971550"/>
                </a:lnTo>
                <a:lnTo>
                  <a:pt x="142875" y="971550"/>
                </a:lnTo>
                <a:close/>
                <a:moveTo>
                  <a:pt x="228600" y="962025"/>
                </a:moveTo>
                <a:lnTo>
                  <a:pt x="266700" y="962025"/>
                </a:lnTo>
                <a:lnTo>
                  <a:pt x="266700" y="971550"/>
                </a:lnTo>
                <a:lnTo>
                  <a:pt x="276225" y="971550"/>
                </a:lnTo>
                <a:lnTo>
                  <a:pt x="276225" y="981075"/>
                </a:lnTo>
                <a:lnTo>
                  <a:pt x="257175" y="981075"/>
                </a:lnTo>
                <a:lnTo>
                  <a:pt x="257175" y="990600"/>
                </a:lnTo>
                <a:lnTo>
                  <a:pt x="247650" y="990600"/>
                </a:lnTo>
                <a:lnTo>
                  <a:pt x="247650" y="1000125"/>
                </a:lnTo>
                <a:lnTo>
                  <a:pt x="257175" y="1000125"/>
                </a:lnTo>
                <a:lnTo>
                  <a:pt x="257175" y="1009650"/>
                </a:lnTo>
                <a:lnTo>
                  <a:pt x="266700" y="1009650"/>
                </a:lnTo>
                <a:lnTo>
                  <a:pt x="266700" y="1028700"/>
                </a:lnTo>
                <a:lnTo>
                  <a:pt x="238125" y="1028700"/>
                </a:lnTo>
                <a:lnTo>
                  <a:pt x="238125" y="1009650"/>
                </a:lnTo>
                <a:lnTo>
                  <a:pt x="228600" y="1009650"/>
                </a:lnTo>
                <a:close/>
                <a:moveTo>
                  <a:pt x="1152525" y="962025"/>
                </a:moveTo>
                <a:lnTo>
                  <a:pt x="1190625" y="962025"/>
                </a:lnTo>
                <a:lnTo>
                  <a:pt x="1190625" y="971550"/>
                </a:lnTo>
                <a:lnTo>
                  <a:pt x="1181100" y="971550"/>
                </a:lnTo>
                <a:lnTo>
                  <a:pt x="1181100" y="981075"/>
                </a:lnTo>
                <a:lnTo>
                  <a:pt x="1152525" y="981075"/>
                </a:lnTo>
                <a:close/>
                <a:moveTo>
                  <a:pt x="1285875" y="962025"/>
                </a:moveTo>
                <a:lnTo>
                  <a:pt x="1295400" y="962025"/>
                </a:lnTo>
                <a:lnTo>
                  <a:pt x="1295400" y="971550"/>
                </a:lnTo>
                <a:lnTo>
                  <a:pt x="1285875" y="971550"/>
                </a:lnTo>
                <a:close/>
                <a:moveTo>
                  <a:pt x="933450" y="971550"/>
                </a:moveTo>
                <a:lnTo>
                  <a:pt x="942975" y="971550"/>
                </a:lnTo>
                <a:lnTo>
                  <a:pt x="942975" y="981075"/>
                </a:lnTo>
                <a:lnTo>
                  <a:pt x="933450" y="981075"/>
                </a:lnTo>
                <a:close/>
                <a:moveTo>
                  <a:pt x="1323975" y="971550"/>
                </a:moveTo>
                <a:lnTo>
                  <a:pt x="1333500" y="971550"/>
                </a:lnTo>
                <a:lnTo>
                  <a:pt x="1333500" y="981075"/>
                </a:lnTo>
                <a:lnTo>
                  <a:pt x="1323975" y="981075"/>
                </a:lnTo>
                <a:close/>
                <a:moveTo>
                  <a:pt x="1409700" y="971550"/>
                </a:moveTo>
                <a:lnTo>
                  <a:pt x="1428750" y="971550"/>
                </a:lnTo>
                <a:lnTo>
                  <a:pt x="1428750" y="1000125"/>
                </a:lnTo>
                <a:lnTo>
                  <a:pt x="1419225" y="1000125"/>
                </a:lnTo>
                <a:lnTo>
                  <a:pt x="1419225" y="981075"/>
                </a:lnTo>
                <a:lnTo>
                  <a:pt x="1409700" y="981075"/>
                </a:lnTo>
                <a:close/>
                <a:moveTo>
                  <a:pt x="1552575" y="971550"/>
                </a:moveTo>
                <a:lnTo>
                  <a:pt x="1562100" y="971550"/>
                </a:lnTo>
                <a:lnTo>
                  <a:pt x="1562100" y="981075"/>
                </a:lnTo>
                <a:lnTo>
                  <a:pt x="1552575" y="981075"/>
                </a:lnTo>
                <a:close/>
                <a:moveTo>
                  <a:pt x="762000" y="981075"/>
                </a:moveTo>
                <a:lnTo>
                  <a:pt x="781050" y="981075"/>
                </a:lnTo>
                <a:lnTo>
                  <a:pt x="781050" y="1000125"/>
                </a:lnTo>
                <a:lnTo>
                  <a:pt x="771525" y="1000125"/>
                </a:lnTo>
                <a:lnTo>
                  <a:pt x="771525" y="990600"/>
                </a:lnTo>
                <a:lnTo>
                  <a:pt x="762000" y="990600"/>
                </a:lnTo>
                <a:close/>
                <a:moveTo>
                  <a:pt x="200025" y="990600"/>
                </a:moveTo>
                <a:lnTo>
                  <a:pt x="209550" y="990600"/>
                </a:lnTo>
                <a:lnTo>
                  <a:pt x="209550" y="1019175"/>
                </a:lnTo>
                <a:lnTo>
                  <a:pt x="200025" y="1019175"/>
                </a:lnTo>
                <a:lnTo>
                  <a:pt x="200025" y="1028700"/>
                </a:lnTo>
                <a:lnTo>
                  <a:pt x="190500" y="1028700"/>
                </a:lnTo>
                <a:lnTo>
                  <a:pt x="190500" y="1000125"/>
                </a:lnTo>
                <a:lnTo>
                  <a:pt x="200025" y="1000125"/>
                </a:lnTo>
                <a:close/>
                <a:moveTo>
                  <a:pt x="704850" y="990600"/>
                </a:moveTo>
                <a:lnTo>
                  <a:pt x="714375" y="990600"/>
                </a:lnTo>
                <a:lnTo>
                  <a:pt x="714375" y="1000125"/>
                </a:lnTo>
                <a:lnTo>
                  <a:pt x="723900" y="1000125"/>
                </a:lnTo>
                <a:lnTo>
                  <a:pt x="723900" y="1009650"/>
                </a:lnTo>
                <a:lnTo>
                  <a:pt x="714375" y="1009650"/>
                </a:lnTo>
                <a:lnTo>
                  <a:pt x="714375" y="1019175"/>
                </a:lnTo>
                <a:lnTo>
                  <a:pt x="695325" y="1019175"/>
                </a:lnTo>
                <a:lnTo>
                  <a:pt x="695325" y="1009650"/>
                </a:lnTo>
                <a:lnTo>
                  <a:pt x="704850" y="1009650"/>
                </a:lnTo>
                <a:close/>
                <a:moveTo>
                  <a:pt x="1514475" y="990600"/>
                </a:moveTo>
                <a:lnTo>
                  <a:pt x="1533525" y="990600"/>
                </a:lnTo>
                <a:lnTo>
                  <a:pt x="1533525" y="1009650"/>
                </a:lnTo>
                <a:lnTo>
                  <a:pt x="1514475" y="1009650"/>
                </a:lnTo>
                <a:close/>
                <a:moveTo>
                  <a:pt x="390525" y="1000125"/>
                </a:moveTo>
                <a:lnTo>
                  <a:pt x="409575" y="1000125"/>
                </a:lnTo>
                <a:lnTo>
                  <a:pt x="409575" y="1019175"/>
                </a:lnTo>
                <a:lnTo>
                  <a:pt x="390525" y="1019175"/>
                </a:lnTo>
                <a:close/>
                <a:moveTo>
                  <a:pt x="447675" y="1000125"/>
                </a:moveTo>
                <a:lnTo>
                  <a:pt x="457200" y="1000125"/>
                </a:lnTo>
                <a:lnTo>
                  <a:pt x="457200" y="1009650"/>
                </a:lnTo>
                <a:lnTo>
                  <a:pt x="447675" y="1009650"/>
                </a:lnTo>
                <a:close/>
                <a:moveTo>
                  <a:pt x="657225" y="1000125"/>
                </a:moveTo>
                <a:lnTo>
                  <a:pt x="666750" y="1000125"/>
                </a:lnTo>
                <a:lnTo>
                  <a:pt x="666750" y="1009650"/>
                </a:lnTo>
                <a:lnTo>
                  <a:pt x="676275" y="1009650"/>
                </a:lnTo>
                <a:lnTo>
                  <a:pt x="676275" y="1028700"/>
                </a:lnTo>
                <a:lnTo>
                  <a:pt x="657225" y="1028700"/>
                </a:lnTo>
                <a:lnTo>
                  <a:pt x="657225" y="1019175"/>
                </a:lnTo>
                <a:lnTo>
                  <a:pt x="647700" y="1019175"/>
                </a:lnTo>
                <a:lnTo>
                  <a:pt x="647700" y="1009650"/>
                </a:lnTo>
                <a:lnTo>
                  <a:pt x="657225" y="1009650"/>
                </a:lnTo>
                <a:close/>
                <a:moveTo>
                  <a:pt x="1247775" y="1000125"/>
                </a:moveTo>
                <a:lnTo>
                  <a:pt x="1257300" y="1000125"/>
                </a:lnTo>
                <a:lnTo>
                  <a:pt x="1257300" y="1009650"/>
                </a:lnTo>
                <a:lnTo>
                  <a:pt x="1266825" y="1009650"/>
                </a:lnTo>
                <a:lnTo>
                  <a:pt x="1266825" y="1019175"/>
                </a:lnTo>
                <a:lnTo>
                  <a:pt x="1238250" y="1019175"/>
                </a:lnTo>
                <a:lnTo>
                  <a:pt x="1238250" y="1009650"/>
                </a:lnTo>
                <a:lnTo>
                  <a:pt x="1247775" y="1009650"/>
                </a:lnTo>
                <a:close/>
                <a:moveTo>
                  <a:pt x="1352550" y="1000125"/>
                </a:moveTo>
                <a:lnTo>
                  <a:pt x="1371600" y="1000125"/>
                </a:lnTo>
                <a:lnTo>
                  <a:pt x="1371600" y="1009650"/>
                </a:lnTo>
                <a:lnTo>
                  <a:pt x="1390650" y="1009650"/>
                </a:lnTo>
                <a:lnTo>
                  <a:pt x="1390650" y="1000125"/>
                </a:lnTo>
                <a:lnTo>
                  <a:pt x="1409700" y="1000125"/>
                </a:lnTo>
                <a:lnTo>
                  <a:pt x="1409700" y="1009650"/>
                </a:lnTo>
                <a:lnTo>
                  <a:pt x="1428750" y="1009650"/>
                </a:lnTo>
                <a:lnTo>
                  <a:pt x="1428750" y="1019175"/>
                </a:lnTo>
                <a:lnTo>
                  <a:pt x="1495425" y="1019175"/>
                </a:lnTo>
                <a:lnTo>
                  <a:pt x="1495425" y="1028700"/>
                </a:lnTo>
                <a:lnTo>
                  <a:pt x="1400175" y="1028700"/>
                </a:lnTo>
                <a:lnTo>
                  <a:pt x="1400175" y="1019175"/>
                </a:lnTo>
                <a:lnTo>
                  <a:pt x="1381125" y="1019175"/>
                </a:lnTo>
                <a:lnTo>
                  <a:pt x="1381125" y="1028700"/>
                </a:lnTo>
                <a:lnTo>
                  <a:pt x="1352550" y="1028700"/>
                </a:lnTo>
                <a:lnTo>
                  <a:pt x="1352550" y="1019175"/>
                </a:lnTo>
                <a:lnTo>
                  <a:pt x="1343025" y="1019175"/>
                </a:lnTo>
                <a:lnTo>
                  <a:pt x="1343025" y="1009650"/>
                </a:lnTo>
                <a:lnTo>
                  <a:pt x="1352550" y="1009650"/>
                </a:lnTo>
                <a:close/>
                <a:moveTo>
                  <a:pt x="1476375" y="1000125"/>
                </a:moveTo>
                <a:lnTo>
                  <a:pt x="1504950" y="1000125"/>
                </a:lnTo>
                <a:lnTo>
                  <a:pt x="1504950" y="1009650"/>
                </a:lnTo>
                <a:lnTo>
                  <a:pt x="1476375" y="1009650"/>
                </a:lnTo>
                <a:close/>
                <a:moveTo>
                  <a:pt x="438150" y="1009650"/>
                </a:moveTo>
                <a:lnTo>
                  <a:pt x="447675" y="1009650"/>
                </a:lnTo>
                <a:lnTo>
                  <a:pt x="447675" y="1019175"/>
                </a:lnTo>
                <a:lnTo>
                  <a:pt x="438150" y="1019175"/>
                </a:lnTo>
                <a:close/>
                <a:moveTo>
                  <a:pt x="457200" y="1009650"/>
                </a:moveTo>
                <a:lnTo>
                  <a:pt x="476250" y="1009650"/>
                </a:lnTo>
                <a:lnTo>
                  <a:pt x="476250" y="1028700"/>
                </a:lnTo>
                <a:lnTo>
                  <a:pt x="447675" y="1028700"/>
                </a:lnTo>
                <a:lnTo>
                  <a:pt x="447675" y="1019175"/>
                </a:lnTo>
                <a:lnTo>
                  <a:pt x="457200" y="1019175"/>
                </a:lnTo>
                <a:close/>
                <a:moveTo>
                  <a:pt x="552450" y="1009650"/>
                </a:moveTo>
                <a:lnTo>
                  <a:pt x="590550" y="1009650"/>
                </a:lnTo>
                <a:lnTo>
                  <a:pt x="590550" y="1028700"/>
                </a:lnTo>
                <a:lnTo>
                  <a:pt x="552450" y="1028700"/>
                </a:lnTo>
                <a:close/>
                <a:moveTo>
                  <a:pt x="723900" y="1009650"/>
                </a:moveTo>
                <a:lnTo>
                  <a:pt x="771525" y="1009650"/>
                </a:lnTo>
                <a:lnTo>
                  <a:pt x="771525" y="1019175"/>
                </a:lnTo>
                <a:lnTo>
                  <a:pt x="800100" y="1019175"/>
                </a:lnTo>
                <a:lnTo>
                  <a:pt x="800100" y="1009650"/>
                </a:lnTo>
                <a:lnTo>
                  <a:pt x="809625" y="1009650"/>
                </a:lnTo>
                <a:lnTo>
                  <a:pt x="809625" y="1019175"/>
                </a:lnTo>
                <a:lnTo>
                  <a:pt x="828675" y="1019175"/>
                </a:lnTo>
                <a:lnTo>
                  <a:pt x="828675" y="1028700"/>
                </a:lnTo>
                <a:lnTo>
                  <a:pt x="742950" y="1028700"/>
                </a:lnTo>
                <a:lnTo>
                  <a:pt x="742950" y="1019175"/>
                </a:lnTo>
                <a:lnTo>
                  <a:pt x="723900" y="1019175"/>
                </a:lnTo>
                <a:close/>
                <a:moveTo>
                  <a:pt x="923925" y="1009650"/>
                </a:moveTo>
                <a:lnTo>
                  <a:pt x="952500" y="1009650"/>
                </a:lnTo>
                <a:lnTo>
                  <a:pt x="952500" y="1028700"/>
                </a:lnTo>
                <a:lnTo>
                  <a:pt x="933450" y="1028700"/>
                </a:lnTo>
                <a:lnTo>
                  <a:pt x="933450" y="1019175"/>
                </a:lnTo>
                <a:lnTo>
                  <a:pt x="923925" y="1019175"/>
                </a:lnTo>
                <a:close/>
                <a:moveTo>
                  <a:pt x="971550" y="1009650"/>
                </a:moveTo>
                <a:lnTo>
                  <a:pt x="990600" y="1009650"/>
                </a:lnTo>
                <a:lnTo>
                  <a:pt x="990600" y="1019175"/>
                </a:lnTo>
                <a:lnTo>
                  <a:pt x="971550" y="1019175"/>
                </a:lnTo>
                <a:close/>
                <a:moveTo>
                  <a:pt x="1009650" y="1009650"/>
                </a:moveTo>
                <a:lnTo>
                  <a:pt x="1019175" y="1009650"/>
                </a:lnTo>
                <a:lnTo>
                  <a:pt x="1019175" y="1028700"/>
                </a:lnTo>
                <a:lnTo>
                  <a:pt x="1009650" y="1028700"/>
                </a:lnTo>
                <a:close/>
                <a:moveTo>
                  <a:pt x="1057275" y="1009650"/>
                </a:moveTo>
                <a:lnTo>
                  <a:pt x="1066800" y="1009650"/>
                </a:lnTo>
                <a:lnTo>
                  <a:pt x="1066800" y="1028700"/>
                </a:lnTo>
                <a:lnTo>
                  <a:pt x="1057275" y="1028700"/>
                </a:lnTo>
                <a:close/>
                <a:moveTo>
                  <a:pt x="1162050" y="1009650"/>
                </a:moveTo>
                <a:lnTo>
                  <a:pt x="1171575" y="1009650"/>
                </a:lnTo>
                <a:lnTo>
                  <a:pt x="1171575" y="1019175"/>
                </a:lnTo>
                <a:lnTo>
                  <a:pt x="1162050" y="1019175"/>
                </a:lnTo>
                <a:close/>
                <a:moveTo>
                  <a:pt x="1533525" y="1009650"/>
                </a:moveTo>
                <a:lnTo>
                  <a:pt x="1571625" y="1009650"/>
                </a:lnTo>
                <a:lnTo>
                  <a:pt x="1571625" y="1019175"/>
                </a:lnTo>
                <a:lnTo>
                  <a:pt x="1562100" y="1019175"/>
                </a:lnTo>
                <a:lnTo>
                  <a:pt x="1562100" y="1028700"/>
                </a:lnTo>
                <a:lnTo>
                  <a:pt x="1533525" y="1028700"/>
                </a:lnTo>
                <a:close/>
                <a:moveTo>
                  <a:pt x="1600200" y="1009650"/>
                </a:moveTo>
                <a:lnTo>
                  <a:pt x="1628775" y="1009650"/>
                </a:lnTo>
                <a:lnTo>
                  <a:pt x="1628775" y="1019175"/>
                </a:lnTo>
                <a:lnTo>
                  <a:pt x="1600200" y="1019175"/>
                </a:lnTo>
                <a:close/>
                <a:moveTo>
                  <a:pt x="1695450" y="1009650"/>
                </a:moveTo>
                <a:lnTo>
                  <a:pt x="1704975" y="1009650"/>
                </a:lnTo>
                <a:lnTo>
                  <a:pt x="1704975" y="1019175"/>
                </a:lnTo>
                <a:lnTo>
                  <a:pt x="1695450" y="1019175"/>
                </a:lnTo>
                <a:close/>
                <a:moveTo>
                  <a:pt x="1714500" y="1009650"/>
                </a:moveTo>
                <a:lnTo>
                  <a:pt x="1743075" y="1009650"/>
                </a:lnTo>
                <a:lnTo>
                  <a:pt x="1743075" y="1019175"/>
                </a:lnTo>
                <a:lnTo>
                  <a:pt x="1724025" y="1019175"/>
                </a:lnTo>
                <a:lnTo>
                  <a:pt x="1724025" y="1028700"/>
                </a:lnTo>
                <a:lnTo>
                  <a:pt x="1704975" y="1028700"/>
                </a:lnTo>
                <a:lnTo>
                  <a:pt x="1704975" y="1019175"/>
                </a:lnTo>
                <a:lnTo>
                  <a:pt x="1714500" y="1019175"/>
                </a:lnTo>
                <a:close/>
                <a:moveTo>
                  <a:pt x="495300" y="1019175"/>
                </a:moveTo>
                <a:lnTo>
                  <a:pt x="514350" y="1019175"/>
                </a:lnTo>
                <a:lnTo>
                  <a:pt x="514350" y="1028700"/>
                </a:lnTo>
                <a:lnTo>
                  <a:pt x="495300" y="1028700"/>
                </a:lnTo>
                <a:close/>
                <a:moveTo>
                  <a:pt x="123825" y="1047750"/>
                </a:moveTo>
                <a:lnTo>
                  <a:pt x="161925" y="1047750"/>
                </a:lnTo>
                <a:lnTo>
                  <a:pt x="161925" y="1057275"/>
                </a:lnTo>
                <a:lnTo>
                  <a:pt x="123825" y="1057275"/>
                </a:lnTo>
                <a:close/>
                <a:moveTo>
                  <a:pt x="400050" y="1047750"/>
                </a:moveTo>
                <a:lnTo>
                  <a:pt x="419100" y="1047750"/>
                </a:lnTo>
                <a:lnTo>
                  <a:pt x="419100" y="1057275"/>
                </a:lnTo>
                <a:lnTo>
                  <a:pt x="409575" y="1057275"/>
                </a:lnTo>
                <a:lnTo>
                  <a:pt x="409575" y="1085850"/>
                </a:lnTo>
                <a:lnTo>
                  <a:pt x="390525" y="1085850"/>
                </a:lnTo>
                <a:lnTo>
                  <a:pt x="390525" y="1095375"/>
                </a:lnTo>
                <a:lnTo>
                  <a:pt x="400050" y="1095375"/>
                </a:lnTo>
                <a:lnTo>
                  <a:pt x="400050" y="1143000"/>
                </a:lnTo>
                <a:lnTo>
                  <a:pt x="419100" y="1143000"/>
                </a:lnTo>
                <a:lnTo>
                  <a:pt x="419100" y="1152525"/>
                </a:lnTo>
                <a:lnTo>
                  <a:pt x="438150" y="1152525"/>
                </a:lnTo>
                <a:lnTo>
                  <a:pt x="438150" y="1133475"/>
                </a:lnTo>
                <a:lnTo>
                  <a:pt x="457200" y="1133475"/>
                </a:lnTo>
                <a:lnTo>
                  <a:pt x="457200" y="1123950"/>
                </a:lnTo>
                <a:lnTo>
                  <a:pt x="466725" y="1123950"/>
                </a:lnTo>
                <a:lnTo>
                  <a:pt x="466725" y="1114425"/>
                </a:lnTo>
                <a:lnTo>
                  <a:pt x="485775" y="1114425"/>
                </a:lnTo>
                <a:lnTo>
                  <a:pt x="485775" y="1133475"/>
                </a:lnTo>
                <a:lnTo>
                  <a:pt x="476250" y="1133475"/>
                </a:lnTo>
                <a:lnTo>
                  <a:pt x="476250" y="1143000"/>
                </a:lnTo>
                <a:lnTo>
                  <a:pt x="466725" y="1143000"/>
                </a:lnTo>
                <a:lnTo>
                  <a:pt x="466725" y="1162050"/>
                </a:lnTo>
                <a:lnTo>
                  <a:pt x="476250" y="1162050"/>
                </a:lnTo>
                <a:lnTo>
                  <a:pt x="476250" y="1171575"/>
                </a:lnTo>
                <a:lnTo>
                  <a:pt x="457200" y="1171575"/>
                </a:lnTo>
                <a:lnTo>
                  <a:pt x="457200" y="1162050"/>
                </a:lnTo>
                <a:lnTo>
                  <a:pt x="447675" y="1162050"/>
                </a:lnTo>
                <a:lnTo>
                  <a:pt x="447675" y="1171575"/>
                </a:lnTo>
                <a:lnTo>
                  <a:pt x="419100" y="1171575"/>
                </a:lnTo>
                <a:lnTo>
                  <a:pt x="419100" y="1181100"/>
                </a:lnTo>
                <a:lnTo>
                  <a:pt x="409575" y="1181100"/>
                </a:lnTo>
                <a:lnTo>
                  <a:pt x="409575" y="1190625"/>
                </a:lnTo>
                <a:lnTo>
                  <a:pt x="390525" y="1190625"/>
                </a:lnTo>
                <a:lnTo>
                  <a:pt x="390525" y="1181100"/>
                </a:lnTo>
                <a:lnTo>
                  <a:pt x="381000" y="1181100"/>
                </a:lnTo>
                <a:lnTo>
                  <a:pt x="381000" y="1190625"/>
                </a:lnTo>
                <a:lnTo>
                  <a:pt x="371475" y="1190625"/>
                </a:lnTo>
                <a:lnTo>
                  <a:pt x="371475" y="1200150"/>
                </a:lnTo>
                <a:lnTo>
                  <a:pt x="352425" y="1200150"/>
                </a:lnTo>
                <a:lnTo>
                  <a:pt x="352425" y="1219200"/>
                </a:lnTo>
                <a:lnTo>
                  <a:pt x="342900" y="1219200"/>
                </a:lnTo>
                <a:lnTo>
                  <a:pt x="342900" y="1181100"/>
                </a:lnTo>
                <a:lnTo>
                  <a:pt x="352425" y="1181100"/>
                </a:lnTo>
                <a:lnTo>
                  <a:pt x="352425" y="1171575"/>
                </a:lnTo>
                <a:lnTo>
                  <a:pt x="257175" y="1171575"/>
                </a:lnTo>
                <a:lnTo>
                  <a:pt x="257175" y="1162050"/>
                </a:lnTo>
                <a:lnTo>
                  <a:pt x="219075" y="1162050"/>
                </a:lnTo>
                <a:lnTo>
                  <a:pt x="219075" y="1171575"/>
                </a:lnTo>
                <a:lnTo>
                  <a:pt x="180975" y="1171575"/>
                </a:lnTo>
                <a:lnTo>
                  <a:pt x="180975" y="1162050"/>
                </a:lnTo>
                <a:lnTo>
                  <a:pt x="171450" y="1162050"/>
                </a:lnTo>
                <a:lnTo>
                  <a:pt x="171450" y="1171575"/>
                </a:lnTo>
                <a:lnTo>
                  <a:pt x="161925" y="1171575"/>
                </a:lnTo>
                <a:lnTo>
                  <a:pt x="161925" y="1133475"/>
                </a:lnTo>
                <a:lnTo>
                  <a:pt x="133350" y="1133475"/>
                </a:lnTo>
                <a:lnTo>
                  <a:pt x="133350" y="1152525"/>
                </a:lnTo>
                <a:lnTo>
                  <a:pt x="123825" y="1152525"/>
                </a:lnTo>
                <a:lnTo>
                  <a:pt x="123825" y="1162050"/>
                </a:lnTo>
                <a:lnTo>
                  <a:pt x="114300" y="1162050"/>
                </a:lnTo>
                <a:lnTo>
                  <a:pt x="114300" y="1181100"/>
                </a:lnTo>
                <a:lnTo>
                  <a:pt x="95250" y="1181100"/>
                </a:lnTo>
                <a:lnTo>
                  <a:pt x="95250" y="1171575"/>
                </a:lnTo>
                <a:lnTo>
                  <a:pt x="104775" y="1171575"/>
                </a:lnTo>
                <a:lnTo>
                  <a:pt x="104775" y="1162050"/>
                </a:lnTo>
                <a:lnTo>
                  <a:pt x="95250" y="1162050"/>
                </a:lnTo>
                <a:lnTo>
                  <a:pt x="95250" y="1143000"/>
                </a:lnTo>
                <a:lnTo>
                  <a:pt x="104775" y="1143000"/>
                </a:lnTo>
                <a:lnTo>
                  <a:pt x="104775" y="1114425"/>
                </a:lnTo>
                <a:lnTo>
                  <a:pt x="95250" y="1114425"/>
                </a:lnTo>
                <a:lnTo>
                  <a:pt x="95250" y="1076325"/>
                </a:lnTo>
                <a:lnTo>
                  <a:pt x="114300" y="1076325"/>
                </a:lnTo>
                <a:lnTo>
                  <a:pt x="114300" y="1066800"/>
                </a:lnTo>
                <a:lnTo>
                  <a:pt x="152400" y="1066800"/>
                </a:lnTo>
                <a:lnTo>
                  <a:pt x="152400" y="1076325"/>
                </a:lnTo>
                <a:lnTo>
                  <a:pt x="142875" y="1076325"/>
                </a:lnTo>
                <a:lnTo>
                  <a:pt x="142875" y="1104900"/>
                </a:lnTo>
                <a:lnTo>
                  <a:pt x="152400" y="1104900"/>
                </a:lnTo>
                <a:lnTo>
                  <a:pt x="152400" y="1085850"/>
                </a:lnTo>
                <a:lnTo>
                  <a:pt x="161925" y="1085850"/>
                </a:lnTo>
                <a:lnTo>
                  <a:pt x="161925" y="1095375"/>
                </a:lnTo>
                <a:lnTo>
                  <a:pt x="171450" y="1095375"/>
                </a:lnTo>
                <a:lnTo>
                  <a:pt x="171450" y="1076325"/>
                </a:lnTo>
                <a:lnTo>
                  <a:pt x="209550" y="1076325"/>
                </a:lnTo>
                <a:lnTo>
                  <a:pt x="209550" y="1085850"/>
                </a:lnTo>
                <a:lnTo>
                  <a:pt x="219075" y="1085850"/>
                </a:lnTo>
                <a:lnTo>
                  <a:pt x="219075" y="1095375"/>
                </a:lnTo>
                <a:lnTo>
                  <a:pt x="209550" y="1095375"/>
                </a:lnTo>
                <a:lnTo>
                  <a:pt x="209550" y="1104900"/>
                </a:lnTo>
                <a:lnTo>
                  <a:pt x="257175" y="1104900"/>
                </a:lnTo>
                <a:lnTo>
                  <a:pt x="257175" y="1095375"/>
                </a:lnTo>
                <a:lnTo>
                  <a:pt x="266700" y="1095375"/>
                </a:lnTo>
                <a:lnTo>
                  <a:pt x="266700" y="1085850"/>
                </a:lnTo>
                <a:lnTo>
                  <a:pt x="257175" y="1085850"/>
                </a:lnTo>
                <a:lnTo>
                  <a:pt x="257175" y="1076325"/>
                </a:lnTo>
                <a:lnTo>
                  <a:pt x="295275" y="1076325"/>
                </a:lnTo>
                <a:lnTo>
                  <a:pt x="295275" y="1095375"/>
                </a:lnTo>
                <a:lnTo>
                  <a:pt x="304800" y="1095375"/>
                </a:lnTo>
                <a:lnTo>
                  <a:pt x="304800" y="1104900"/>
                </a:lnTo>
                <a:lnTo>
                  <a:pt x="314325" y="1104900"/>
                </a:lnTo>
                <a:lnTo>
                  <a:pt x="314325" y="1114425"/>
                </a:lnTo>
                <a:lnTo>
                  <a:pt x="323850" y="1114425"/>
                </a:lnTo>
                <a:lnTo>
                  <a:pt x="323850" y="1085850"/>
                </a:lnTo>
                <a:lnTo>
                  <a:pt x="333375" y="1085850"/>
                </a:lnTo>
                <a:lnTo>
                  <a:pt x="333375" y="1095375"/>
                </a:lnTo>
                <a:lnTo>
                  <a:pt x="381000" y="1095375"/>
                </a:lnTo>
                <a:lnTo>
                  <a:pt x="381000" y="1057275"/>
                </a:lnTo>
                <a:lnTo>
                  <a:pt x="400050" y="1057275"/>
                </a:lnTo>
                <a:close/>
                <a:moveTo>
                  <a:pt x="438150" y="1047750"/>
                </a:moveTo>
                <a:lnTo>
                  <a:pt x="457200" y="1047750"/>
                </a:lnTo>
                <a:lnTo>
                  <a:pt x="457200" y="1057275"/>
                </a:lnTo>
                <a:lnTo>
                  <a:pt x="466725" y="1057275"/>
                </a:lnTo>
                <a:lnTo>
                  <a:pt x="466725" y="1066800"/>
                </a:lnTo>
                <a:lnTo>
                  <a:pt x="457200" y="1066800"/>
                </a:lnTo>
                <a:lnTo>
                  <a:pt x="457200" y="1104900"/>
                </a:lnTo>
                <a:lnTo>
                  <a:pt x="428625" y="1104900"/>
                </a:lnTo>
                <a:lnTo>
                  <a:pt x="428625" y="1095375"/>
                </a:lnTo>
                <a:lnTo>
                  <a:pt x="438150" y="1095375"/>
                </a:lnTo>
                <a:close/>
                <a:moveTo>
                  <a:pt x="514350" y="1047750"/>
                </a:moveTo>
                <a:lnTo>
                  <a:pt x="533400" y="1047750"/>
                </a:lnTo>
                <a:lnTo>
                  <a:pt x="533400" y="1066800"/>
                </a:lnTo>
                <a:lnTo>
                  <a:pt x="523875" y="1066800"/>
                </a:lnTo>
                <a:lnTo>
                  <a:pt x="523875" y="1057275"/>
                </a:lnTo>
                <a:lnTo>
                  <a:pt x="514350" y="1057275"/>
                </a:lnTo>
                <a:close/>
                <a:moveTo>
                  <a:pt x="590550" y="1047750"/>
                </a:moveTo>
                <a:lnTo>
                  <a:pt x="600075" y="1047750"/>
                </a:lnTo>
                <a:lnTo>
                  <a:pt x="600075" y="1066800"/>
                </a:lnTo>
                <a:lnTo>
                  <a:pt x="590550" y="1066800"/>
                </a:lnTo>
                <a:close/>
                <a:moveTo>
                  <a:pt x="676275" y="1047750"/>
                </a:moveTo>
                <a:lnTo>
                  <a:pt x="723900" y="1047750"/>
                </a:lnTo>
                <a:lnTo>
                  <a:pt x="723900" y="1066800"/>
                </a:lnTo>
                <a:lnTo>
                  <a:pt x="628650" y="1066800"/>
                </a:lnTo>
                <a:lnTo>
                  <a:pt x="628650" y="1057275"/>
                </a:lnTo>
                <a:lnTo>
                  <a:pt x="676275" y="1057275"/>
                </a:lnTo>
                <a:close/>
                <a:moveTo>
                  <a:pt x="733425" y="1047750"/>
                </a:moveTo>
                <a:lnTo>
                  <a:pt x="819150" y="1047750"/>
                </a:lnTo>
                <a:lnTo>
                  <a:pt x="819150" y="1066800"/>
                </a:lnTo>
                <a:lnTo>
                  <a:pt x="733425" y="1066800"/>
                </a:lnTo>
                <a:close/>
                <a:moveTo>
                  <a:pt x="866775" y="1047750"/>
                </a:moveTo>
                <a:lnTo>
                  <a:pt x="895350" y="1047750"/>
                </a:lnTo>
                <a:lnTo>
                  <a:pt x="895350" y="1066800"/>
                </a:lnTo>
                <a:lnTo>
                  <a:pt x="866775" y="1066800"/>
                </a:lnTo>
                <a:close/>
                <a:moveTo>
                  <a:pt x="914400" y="1047750"/>
                </a:moveTo>
                <a:lnTo>
                  <a:pt x="971550" y="1047750"/>
                </a:lnTo>
                <a:lnTo>
                  <a:pt x="971550" y="1066800"/>
                </a:lnTo>
                <a:lnTo>
                  <a:pt x="914400" y="1066800"/>
                </a:lnTo>
                <a:close/>
                <a:moveTo>
                  <a:pt x="1019175" y="1047750"/>
                </a:moveTo>
                <a:lnTo>
                  <a:pt x="1028700" y="1047750"/>
                </a:lnTo>
                <a:lnTo>
                  <a:pt x="1028700" y="1057275"/>
                </a:lnTo>
                <a:lnTo>
                  <a:pt x="1057275" y="1057275"/>
                </a:lnTo>
                <a:lnTo>
                  <a:pt x="1057275" y="1076325"/>
                </a:lnTo>
                <a:lnTo>
                  <a:pt x="1047750" y="1076325"/>
                </a:lnTo>
                <a:lnTo>
                  <a:pt x="1047750" y="1085850"/>
                </a:lnTo>
                <a:lnTo>
                  <a:pt x="1038225" y="1085850"/>
                </a:lnTo>
                <a:lnTo>
                  <a:pt x="1038225" y="1104900"/>
                </a:lnTo>
                <a:lnTo>
                  <a:pt x="1009650" y="1104900"/>
                </a:lnTo>
                <a:lnTo>
                  <a:pt x="1009650" y="1114425"/>
                </a:lnTo>
                <a:lnTo>
                  <a:pt x="1000125" y="1114425"/>
                </a:lnTo>
                <a:lnTo>
                  <a:pt x="1000125" y="1123950"/>
                </a:lnTo>
                <a:lnTo>
                  <a:pt x="1009650" y="1123950"/>
                </a:lnTo>
                <a:lnTo>
                  <a:pt x="1009650" y="1133475"/>
                </a:lnTo>
                <a:lnTo>
                  <a:pt x="1028700" y="1133475"/>
                </a:lnTo>
                <a:lnTo>
                  <a:pt x="1028700" y="1114425"/>
                </a:lnTo>
                <a:lnTo>
                  <a:pt x="1047750" y="1114425"/>
                </a:lnTo>
                <a:lnTo>
                  <a:pt x="1047750" y="1104900"/>
                </a:lnTo>
                <a:lnTo>
                  <a:pt x="1057275" y="1104900"/>
                </a:lnTo>
                <a:lnTo>
                  <a:pt x="1057275" y="1095375"/>
                </a:lnTo>
                <a:lnTo>
                  <a:pt x="1066800" y="1095375"/>
                </a:lnTo>
                <a:lnTo>
                  <a:pt x="1066800" y="1085850"/>
                </a:lnTo>
                <a:lnTo>
                  <a:pt x="1085850" y="1085850"/>
                </a:lnTo>
                <a:lnTo>
                  <a:pt x="1085850" y="1095375"/>
                </a:lnTo>
                <a:lnTo>
                  <a:pt x="1114425" y="1095375"/>
                </a:lnTo>
                <a:lnTo>
                  <a:pt x="1114425" y="1085850"/>
                </a:lnTo>
                <a:lnTo>
                  <a:pt x="1123950" y="1085850"/>
                </a:lnTo>
                <a:lnTo>
                  <a:pt x="1123950" y="1095375"/>
                </a:lnTo>
                <a:lnTo>
                  <a:pt x="1143000" y="1095375"/>
                </a:lnTo>
                <a:lnTo>
                  <a:pt x="1143000" y="1085850"/>
                </a:lnTo>
                <a:lnTo>
                  <a:pt x="1152525" y="1085850"/>
                </a:lnTo>
                <a:lnTo>
                  <a:pt x="1152525" y="1076325"/>
                </a:lnTo>
                <a:lnTo>
                  <a:pt x="1171575" y="1076325"/>
                </a:lnTo>
                <a:lnTo>
                  <a:pt x="1171575" y="1085850"/>
                </a:lnTo>
                <a:lnTo>
                  <a:pt x="1190625" y="1085850"/>
                </a:lnTo>
                <a:lnTo>
                  <a:pt x="1190625" y="1066800"/>
                </a:lnTo>
                <a:lnTo>
                  <a:pt x="1200150" y="1066800"/>
                </a:lnTo>
                <a:lnTo>
                  <a:pt x="1200150" y="1057275"/>
                </a:lnTo>
                <a:lnTo>
                  <a:pt x="1219200" y="1057275"/>
                </a:lnTo>
                <a:lnTo>
                  <a:pt x="1219200" y="1066800"/>
                </a:lnTo>
                <a:lnTo>
                  <a:pt x="1209675" y="1066800"/>
                </a:lnTo>
                <a:lnTo>
                  <a:pt x="1209675" y="1076325"/>
                </a:lnTo>
                <a:lnTo>
                  <a:pt x="1266825" y="1076325"/>
                </a:lnTo>
                <a:lnTo>
                  <a:pt x="1266825" y="1057275"/>
                </a:lnTo>
                <a:lnTo>
                  <a:pt x="1276350" y="1057275"/>
                </a:lnTo>
                <a:lnTo>
                  <a:pt x="1276350" y="1047750"/>
                </a:lnTo>
                <a:lnTo>
                  <a:pt x="1314450" y="1047750"/>
                </a:lnTo>
                <a:lnTo>
                  <a:pt x="1314450" y="1066800"/>
                </a:lnTo>
                <a:lnTo>
                  <a:pt x="1295400" y="1066800"/>
                </a:lnTo>
                <a:lnTo>
                  <a:pt x="1295400" y="1076325"/>
                </a:lnTo>
                <a:lnTo>
                  <a:pt x="1285875" y="1076325"/>
                </a:lnTo>
                <a:lnTo>
                  <a:pt x="1285875" y="1085850"/>
                </a:lnTo>
                <a:lnTo>
                  <a:pt x="1295400" y="1085850"/>
                </a:lnTo>
                <a:lnTo>
                  <a:pt x="1295400" y="1133475"/>
                </a:lnTo>
                <a:lnTo>
                  <a:pt x="1219200" y="1133475"/>
                </a:lnTo>
                <a:lnTo>
                  <a:pt x="1219200" y="1152525"/>
                </a:lnTo>
                <a:lnTo>
                  <a:pt x="1228725" y="1152525"/>
                </a:lnTo>
                <a:lnTo>
                  <a:pt x="1228725" y="1162050"/>
                </a:lnTo>
                <a:lnTo>
                  <a:pt x="1238250" y="1162050"/>
                </a:lnTo>
                <a:lnTo>
                  <a:pt x="1238250" y="1152525"/>
                </a:lnTo>
                <a:lnTo>
                  <a:pt x="1304925" y="1152525"/>
                </a:lnTo>
                <a:lnTo>
                  <a:pt x="1304925" y="1162050"/>
                </a:lnTo>
                <a:lnTo>
                  <a:pt x="1314450" y="1162050"/>
                </a:lnTo>
                <a:lnTo>
                  <a:pt x="1314450" y="1200150"/>
                </a:lnTo>
                <a:lnTo>
                  <a:pt x="1266825" y="1200150"/>
                </a:lnTo>
                <a:lnTo>
                  <a:pt x="1266825" y="1190625"/>
                </a:lnTo>
                <a:lnTo>
                  <a:pt x="1247775" y="1190625"/>
                </a:lnTo>
                <a:lnTo>
                  <a:pt x="1247775" y="1181100"/>
                </a:lnTo>
                <a:lnTo>
                  <a:pt x="1238250" y="1181100"/>
                </a:lnTo>
                <a:lnTo>
                  <a:pt x="1238250" y="1171575"/>
                </a:lnTo>
                <a:lnTo>
                  <a:pt x="1228725" y="1171575"/>
                </a:lnTo>
                <a:lnTo>
                  <a:pt x="1228725" y="1219200"/>
                </a:lnTo>
                <a:lnTo>
                  <a:pt x="1247775" y="1219200"/>
                </a:lnTo>
                <a:lnTo>
                  <a:pt x="1247775" y="1228725"/>
                </a:lnTo>
                <a:lnTo>
                  <a:pt x="1266825" y="1228725"/>
                </a:lnTo>
                <a:lnTo>
                  <a:pt x="1266825" y="1247775"/>
                </a:lnTo>
                <a:lnTo>
                  <a:pt x="1276350" y="1247775"/>
                </a:lnTo>
                <a:lnTo>
                  <a:pt x="1276350" y="1257300"/>
                </a:lnTo>
                <a:lnTo>
                  <a:pt x="1266825" y="1257300"/>
                </a:lnTo>
                <a:lnTo>
                  <a:pt x="1266825" y="1266825"/>
                </a:lnTo>
                <a:lnTo>
                  <a:pt x="1257300" y="1266825"/>
                </a:lnTo>
                <a:lnTo>
                  <a:pt x="1257300" y="1276350"/>
                </a:lnTo>
                <a:lnTo>
                  <a:pt x="1247775" y="1276350"/>
                </a:lnTo>
                <a:lnTo>
                  <a:pt x="1247775" y="1285875"/>
                </a:lnTo>
                <a:lnTo>
                  <a:pt x="1219200" y="1285875"/>
                </a:lnTo>
                <a:lnTo>
                  <a:pt x="1219200" y="1295400"/>
                </a:lnTo>
                <a:lnTo>
                  <a:pt x="1228725" y="1295400"/>
                </a:lnTo>
                <a:lnTo>
                  <a:pt x="1228725" y="1323975"/>
                </a:lnTo>
                <a:lnTo>
                  <a:pt x="1171575" y="1323975"/>
                </a:lnTo>
                <a:lnTo>
                  <a:pt x="1171575" y="1314450"/>
                </a:lnTo>
                <a:lnTo>
                  <a:pt x="1162050" y="1314450"/>
                </a:lnTo>
                <a:lnTo>
                  <a:pt x="1162050" y="1304925"/>
                </a:lnTo>
                <a:lnTo>
                  <a:pt x="1171575" y="1304925"/>
                </a:lnTo>
                <a:lnTo>
                  <a:pt x="1171575" y="1276350"/>
                </a:lnTo>
                <a:lnTo>
                  <a:pt x="1162050" y="1276350"/>
                </a:lnTo>
                <a:lnTo>
                  <a:pt x="1162050" y="1266825"/>
                </a:lnTo>
                <a:lnTo>
                  <a:pt x="1143000" y="1266825"/>
                </a:lnTo>
                <a:lnTo>
                  <a:pt x="1143000" y="1276350"/>
                </a:lnTo>
                <a:lnTo>
                  <a:pt x="1123950" y="1276350"/>
                </a:lnTo>
                <a:lnTo>
                  <a:pt x="1123950" y="1266825"/>
                </a:lnTo>
                <a:lnTo>
                  <a:pt x="1095375" y="1266825"/>
                </a:lnTo>
                <a:lnTo>
                  <a:pt x="1095375" y="1276350"/>
                </a:lnTo>
                <a:lnTo>
                  <a:pt x="1085850" y="1276350"/>
                </a:lnTo>
                <a:lnTo>
                  <a:pt x="1085850" y="1285875"/>
                </a:lnTo>
                <a:lnTo>
                  <a:pt x="1076325" y="1285875"/>
                </a:lnTo>
                <a:lnTo>
                  <a:pt x="1076325" y="1304925"/>
                </a:lnTo>
                <a:lnTo>
                  <a:pt x="1057275" y="1304925"/>
                </a:lnTo>
                <a:lnTo>
                  <a:pt x="1057275" y="1314450"/>
                </a:lnTo>
                <a:lnTo>
                  <a:pt x="1028700" y="1314450"/>
                </a:lnTo>
                <a:lnTo>
                  <a:pt x="1028700" y="1323975"/>
                </a:lnTo>
                <a:lnTo>
                  <a:pt x="1019175" y="1323975"/>
                </a:lnTo>
                <a:lnTo>
                  <a:pt x="1019175" y="1314450"/>
                </a:lnTo>
                <a:lnTo>
                  <a:pt x="971550" y="1314450"/>
                </a:lnTo>
                <a:lnTo>
                  <a:pt x="971550" y="1304925"/>
                </a:lnTo>
                <a:lnTo>
                  <a:pt x="981075" y="1304925"/>
                </a:lnTo>
                <a:lnTo>
                  <a:pt x="981075" y="1295400"/>
                </a:lnTo>
                <a:lnTo>
                  <a:pt x="962025" y="1295400"/>
                </a:lnTo>
                <a:lnTo>
                  <a:pt x="962025" y="1266825"/>
                </a:lnTo>
                <a:lnTo>
                  <a:pt x="971550" y="1266825"/>
                </a:lnTo>
                <a:lnTo>
                  <a:pt x="971550" y="1247775"/>
                </a:lnTo>
                <a:lnTo>
                  <a:pt x="981075" y="1247775"/>
                </a:lnTo>
                <a:lnTo>
                  <a:pt x="981075" y="1238250"/>
                </a:lnTo>
                <a:lnTo>
                  <a:pt x="1009650" y="1238250"/>
                </a:lnTo>
                <a:lnTo>
                  <a:pt x="1009650" y="1257300"/>
                </a:lnTo>
                <a:lnTo>
                  <a:pt x="1019175" y="1257300"/>
                </a:lnTo>
                <a:lnTo>
                  <a:pt x="1019175" y="1247775"/>
                </a:lnTo>
                <a:lnTo>
                  <a:pt x="1028700" y="1247775"/>
                </a:lnTo>
                <a:lnTo>
                  <a:pt x="1028700" y="1238250"/>
                </a:lnTo>
                <a:lnTo>
                  <a:pt x="1038225" y="1238250"/>
                </a:lnTo>
                <a:lnTo>
                  <a:pt x="1038225" y="1228725"/>
                </a:lnTo>
                <a:lnTo>
                  <a:pt x="1047750" y="1228725"/>
                </a:lnTo>
                <a:lnTo>
                  <a:pt x="1047750" y="1238250"/>
                </a:lnTo>
                <a:lnTo>
                  <a:pt x="1038225" y="1238250"/>
                </a:lnTo>
                <a:lnTo>
                  <a:pt x="1038225" y="1247775"/>
                </a:lnTo>
                <a:lnTo>
                  <a:pt x="1028700" y="1247775"/>
                </a:lnTo>
                <a:lnTo>
                  <a:pt x="1028700" y="1257300"/>
                </a:lnTo>
                <a:lnTo>
                  <a:pt x="1038225" y="1257300"/>
                </a:lnTo>
                <a:lnTo>
                  <a:pt x="1038225" y="1266825"/>
                </a:lnTo>
                <a:lnTo>
                  <a:pt x="1057275" y="1266825"/>
                </a:lnTo>
                <a:lnTo>
                  <a:pt x="1057275" y="1238250"/>
                </a:lnTo>
                <a:lnTo>
                  <a:pt x="1066800" y="1238250"/>
                </a:lnTo>
                <a:lnTo>
                  <a:pt x="1066800" y="1219200"/>
                </a:lnTo>
                <a:lnTo>
                  <a:pt x="1057275" y="1219200"/>
                </a:lnTo>
                <a:lnTo>
                  <a:pt x="1057275" y="1190625"/>
                </a:lnTo>
                <a:lnTo>
                  <a:pt x="1047750" y="1190625"/>
                </a:lnTo>
                <a:lnTo>
                  <a:pt x="1047750" y="1162050"/>
                </a:lnTo>
                <a:lnTo>
                  <a:pt x="1066800" y="1162050"/>
                </a:lnTo>
                <a:lnTo>
                  <a:pt x="1066800" y="1123950"/>
                </a:lnTo>
                <a:lnTo>
                  <a:pt x="1047750" y="1123950"/>
                </a:lnTo>
                <a:lnTo>
                  <a:pt x="1047750" y="1143000"/>
                </a:lnTo>
                <a:lnTo>
                  <a:pt x="1038225" y="1143000"/>
                </a:lnTo>
                <a:lnTo>
                  <a:pt x="1038225" y="1171575"/>
                </a:lnTo>
                <a:lnTo>
                  <a:pt x="1028700" y="1171575"/>
                </a:lnTo>
                <a:lnTo>
                  <a:pt x="1028700" y="1152525"/>
                </a:lnTo>
                <a:lnTo>
                  <a:pt x="1019175" y="1152525"/>
                </a:lnTo>
                <a:lnTo>
                  <a:pt x="1019175" y="1171575"/>
                </a:lnTo>
                <a:lnTo>
                  <a:pt x="1009650" y="1171575"/>
                </a:lnTo>
                <a:lnTo>
                  <a:pt x="1009650" y="1162050"/>
                </a:lnTo>
                <a:lnTo>
                  <a:pt x="1000125" y="1162050"/>
                </a:lnTo>
                <a:lnTo>
                  <a:pt x="1000125" y="1152525"/>
                </a:lnTo>
                <a:lnTo>
                  <a:pt x="971550" y="1152525"/>
                </a:lnTo>
                <a:lnTo>
                  <a:pt x="971550" y="1162050"/>
                </a:lnTo>
                <a:lnTo>
                  <a:pt x="962025" y="1162050"/>
                </a:lnTo>
                <a:lnTo>
                  <a:pt x="962025" y="1143000"/>
                </a:lnTo>
                <a:lnTo>
                  <a:pt x="942975" y="1143000"/>
                </a:lnTo>
                <a:lnTo>
                  <a:pt x="942975" y="1162050"/>
                </a:lnTo>
                <a:lnTo>
                  <a:pt x="923925" y="1162050"/>
                </a:lnTo>
                <a:lnTo>
                  <a:pt x="923925" y="1152525"/>
                </a:lnTo>
                <a:lnTo>
                  <a:pt x="904875" y="1152525"/>
                </a:lnTo>
                <a:lnTo>
                  <a:pt x="904875" y="1133475"/>
                </a:lnTo>
                <a:lnTo>
                  <a:pt x="895350" y="1133475"/>
                </a:lnTo>
                <a:lnTo>
                  <a:pt x="895350" y="1123950"/>
                </a:lnTo>
                <a:lnTo>
                  <a:pt x="885825" y="1123950"/>
                </a:lnTo>
                <a:lnTo>
                  <a:pt x="885825" y="1104900"/>
                </a:lnTo>
                <a:lnTo>
                  <a:pt x="895350" y="1104900"/>
                </a:lnTo>
                <a:lnTo>
                  <a:pt x="895350" y="1095375"/>
                </a:lnTo>
                <a:lnTo>
                  <a:pt x="923925" y="1095375"/>
                </a:lnTo>
                <a:lnTo>
                  <a:pt x="923925" y="1104900"/>
                </a:lnTo>
                <a:lnTo>
                  <a:pt x="933450" y="1104900"/>
                </a:lnTo>
                <a:lnTo>
                  <a:pt x="933450" y="1114425"/>
                </a:lnTo>
                <a:lnTo>
                  <a:pt x="942975" y="1114425"/>
                </a:lnTo>
                <a:lnTo>
                  <a:pt x="942975" y="1104900"/>
                </a:lnTo>
                <a:lnTo>
                  <a:pt x="952500" y="1104900"/>
                </a:lnTo>
                <a:lnTo>
                  <a:pt x="952500" y="1095375"/>
                </a:lnTo>
                <a:lnTo>
                  <a:pt x="990600" y="1095375"/>
                </a:lnTo>
                <a:lnTo>
                  <a:pt x="990600" y="1085850"/>
                </a:lnTo>
                <a:lnTo>
                  <a:pt x="1000125" y="1085850"/>
                </a:lnTo>
                <a:lnTo>
                  <a:pt x="1000125" y="1076325"/>
                </a:lnTo>
                <a:lnTo>
                  <a:pt x="1009650" y="1076325"/>
                </a:lnTo>
                <a:lnTo>
                  <a:pt x="1009650" y="1085850"/>
                </a:lnTo>
                <a:lnTo>
                  <a:pt x="1000125" y="1085850"/>
                </a:lnTo>
                <a:lnTo>
                  <a:pt x="1000125" y="1095375"/>
                </a:lnTo>
                <a:lnTo>
                  <a:pt x="1009650" y="1095375"/>
                </a:lnTo>
                <a:lnTo>
                  <a:pt x="1009650" y="1085850"/>
                </a:lnTo>
                <a:lnTo>
                  <a:pt x="1028700" y="1085850"/>
                </a:lnTo>
                <a:lnTo>
                  <a:pt x="1028700" y="1066800"/>
                </a:lnTo>
                <a:lnTo>
                  <a:pt x="1019175" y="1066800"/>
                </a:lnTo>
                <a:close/>
                <a:moveTo>
                  <a:pt x="1152525" y="1047750"/>
                </a:moveTo>
                <a:lnTo>
                  <a:pt x="1181100" y="1047750"/>
                </a:lnTo>
                <a:lnTo>
                  <a:pt x="1181100" y="1066800"/>
                </a:lnTo>
                <a:lnTo>
                  <a:pt x="1152525" y="1066800"/>
                </a:lnTo>
                <a:close/>
                <a:moveTo>
                  <a:pt x="1447800" y="1047750"/>
                </a:moveTo>
                <a:lnTo>
                  <a:pt x="1504950" y="1047750"/>
                </a:lnTo>
                <a:lnTo>
                  <a:pt x="1504950" y="1066800"/>
                </a:lnTo>
                <a:lnTo>
                  <a:pt x="1466850" y="1066800"/>
                </a:lnTo>
                <a:lnTo>
                  <a:pt x="1466850" y="1076325"/>
                </a:lnTo>
                <a:lnTo>
                  <a:pt x="1457325" y="1076325"/>
                </a:lnTo>
                <a:lnTo>
                  <a:pt x="1457325" y="1066800"/>
                </a:lnTo>
                <a:lnTo>
                  <a:pt x="1447800" y="1066800"/>
                </a:lnTo>
                <a:close/>
                <a:moveTo>
                  <a:pt x="1524000" y="1047750"/>
                </a:moveTo>
                <a:lnTo>
                  <a:pt x="1543050" y="1047750"/>
                </a:lnTo>
                <a:lnTo>
                  <a:pt x="1543050" y="1066800"/>
                </a:lnTo>
                <a:lnTo>
                  <a:pt x="1524000" y="1066800"/>
                </a:lnTo>
                <a:close/>
                <a:moveTo>
                  <a:pt x="1552575" y="1047750"/>
                </a:moveTo>
                <a:lnTo>
                  <a:pt x="1676400" y="1047750"/>
                </a:lnTo>
                <a:lnTo>
                  <a:pt x="1676400" y="1057275"/>
                </a:lnTo>
                <a:lnTo>
                  <a:pt x="1685925" y="1057275"/>
                </a:lnTo>
                <a:lnTo>
                  <a:pt x="1685925" y="1095375"/>
                </a:lnTo>
                <a:lnTo>
                  <a:pt x="1676400" y="1095375"/>
                </a:lnTo>
                <a:lnTo>
                  <a:pt x="1676400" y="1104900"/>
                </a:lnTo>
                <a:lnTo>
                  <a:pt x="1609725" y="1104900"/>
                </a:lnTo>
                <a:lnTo>
                  <a:pt x="1609725" y="1085850"/>
                </a:lnTo>
                <a:lnTo>
                  <a:pt x="1619250" y="1085850"/>
                </a:lnTo>
                <a:lnTo>
                  <a:pt x="1619250" y="1076325"/>
                </a:lnTo>
                <a:lnTo>
                  <a:pt x="1609725" y="1076325"/>
                </a:lnTo>
                <a:lnTo>
                  <a:pt x="1609725" y="1066800"/>
                </a:lnTo>
                <a:lnTo>
                  <a:pt x="1590675" y="1066800"/>
                </a:lnTo>
                <a:lnTo>
                  <a:pt x="1590675" y="1076325"/>
                </a:lnTo>
                <a:lnTo>
                  <a:pt x="1571625" y="1076325"/>
                </a:lnTo>
                <a:lnTo>
                  <a:pt x="1571625" y="1066800"/>
                </a:lnTo>
                <a:lnTo>
                  <a:pt x="1552575" y="1066800"/>
                </a:lnTo>
                <a:close/>
                <a:moveTo>
                  <a:pt x="1762125" y="1047750"/>
                </a:moveTo>
                <a:lnTo>
                  <a:pt x="1771650" y="1047750"/>
                </a:lnTo>
                <a:lnTo>
                  <a:pt x="1771650" y="1057275"/>
                </a:lnTo>
                <a:lnTo>
                  <a:pt x="1762125" y="1057275"/>
                </a:lnTo>
                <a:close/>
                <a:moveTo>
                  <a:pt x="1781175" y="1047750"/>
                </a:moveTo>
                <a:lnTo>
                  <a:pt x="1790700" y="1047750"/>
                </a:lnTo>
                <a:lnTo>
                  <a:pt x="1790700" y="1057275"/>
                </a:lnTo>
                <a:lnTo>
                  <a:pt x="1781175" y="1057275"/>
                </a:lnTo>
                <a:close/>
                <a:moveTo>
                  <a:pt x="1866900" y="1047750"/>
                </a:moveTo>
                <a:lnTo>
                  <a:pt x="1876425" y="1047750"/>
                </a:lnTo>
                <a:lnTo>
                  <a:pt x="1876425" y="1057275"/>
                </a:lnTo>
                <a:lnTo>
                  <a:pt x="1866900" y="1057275"/>
                </a:lnTo>
                <a:close/>
                <a:moveTo>
                  <a:pt x="1885950" y="1047750"/>
                </a:moveTo>
                <a:lnTo>
                  <a:pt x="1895475" y="1047750"/>
                </a:lnTo>
                <a:lnTo>
                  <a:pt x="1895475" y="1057275"/>
                </a:lnTo>
                <a:lnTo>
                  <a:pt x="1905000" y="1057275"/>
                </a:lnTo>
                <a:lnTo>
                  <a:pt x="1905000" y="1085850"/>
                </a:lnTo>
                <a:lnTo>
                  <a:pt x="1895475" y="1085850"/>
                </a:lnTo>
                <a:lnTo>
                  <a:pt x="1895475" y="1123950"/>
                </a:lnTo>
                <a:lnTo>
                  <a:pt x="1876425" y="1123950"/>
                </a:lnTo>
                <a:lnTo>
                  <a:pt x="1876425" y="1114425"/>
                </a:lnTo>
                <a:lnTo>
                  <a:pt x="1866900" y="1114425"/>
                </a:lnTo>
                <a:lnTo>
                  <a:pt x="1866900" y="1143000"/>
                </a:lnTo>
                <a:lnTo>
                  <a:pt x="1876425" y="1143000"/>
                </a:lnTo>
                <a:lnTo>
                  <a:pt x="1876425" y="1162050"/>
                </a:lnTo>
                <a:lnTo>
                  <a:pt x="1885950" y="1162050"/>
                </a:lnTo>
                <a:lnTo>
                  <a:pt x="1885950" y="1143000"/>
                </a:lnTo>
                <a:lnTo>
                  <a:pt x="1895475" y="1143000"/>
                </a:lnTo>
                <a:lnTo>
                  <a:pt x="1895475" y="1181100"/>
                </a:lnTo>
                <a:lnTo>
                  <a:pt x="1905000" y="1181100"/>
                </a:lnTo>
                <a:lnTo>
                  <a:pt x="1905000" y="1228725"/>
                </a:lnTo>
                <a:lnTo>
                  <a:pt x="1895475" y="1228725"/>
                </a:lnTo>
                <a:lnTo>
                  <a:pt x="1895475" y="1200150"/>
                </a:lnTo>
                <a:lnTo>
                  <a:pt x="1885950" y="1200150"/>
                </a:lnTo>
                <a:lnTo>
                  <a:pt x="1885950" y="1190625"/>
                </a:lnTo>
                <a:lnTo>
                  <a:pt x="1876425" y="1190625"/>
                </a:lnTo>
                <a:lnTo>
                  <a:pt x="1876425" y="1200150"/>
                </a:lnTo>
                <a:lnTo>
                  <a:pt x="1866900" y="1200150"/>
                </a:lnTo>
                <a:lnTo>
                  <a:pt x="1866900" y="1209675"/>
                </a:lnTo>
                <a:lnTo>
                  <a:pt x="1857375" y="1209675"/>
                </a:lnTo>
                <a:lnTo>
                  <a:pt x="1857375" y="1190625"/>
                </a:lnTo>
                <a:lnTo>
                  <a:pt x="1847850" y="1190625"/>
                </a:lnTo>
                <a:lnTo>
                  <a:pt x="1847850" y="1152525"/>
                </a:lnTo>
                <a:lnTo>
                  <a:pt x="1838325" y="1152525"/>
                </a:lnTo>
                <a:lnTo>
                  <a:pt x="1838325" y="1114425"/>
                </a:lnTo>
                <a:lnTo>
                  <a:pt x="1847850" y="1114425"/>
                </a:lnTo>
                <a:lnTo>
                  <a:pt x="1847850" y="1104900"/>
                </a:lnTo>
                <a:lnTo>
                  <a:pt x="1866900" y="1104900"/>
                </a:lnTo>
                <a:lnTo>
                  <a:pt x="1866900" y="1085850"/>
                </a:lnTo>
                <a:lnTo>
                  <a:pt x="1876425" y="1085850"/>
                </a:lnTo>
                <a:lnTo>
                  <a:pt x="1876425" y="1076325"/>
                </a:lnTo>
                <a:lnTo>
                  <a:pt x="1885950" y="1076325"/>
                </a:lnTo>
                <a:lnTo>
                  <a:pt x="1885950" y="1066800"/>
                </a:lnTo>
                <a:lnTo>
                  <a:pt x="1876425" y="1066800"/>
                </a:lnTo>
                <a:lnTo>
                  <a:pt x="1876425" y="1057275"/>
                </a:lnTo>
                <a:lnTo>
                  <a:pt x="1885950" y="1057275"/>
                </a:lnTo>
                <a:close/>
                <a:moveTo>
                  <a:pt x="57150" y="1057275"/>
                </a:moveTo>
                <a:lnTo>
                  <a:pt x="76200" y="1057275"/>
                </a:lnTo>
                <a:lnTo>
                  <a:pt x="76200" y="1076325"/>
                </a:lnTo>
                <a:lnTo>
                  <a:pt x="66675" y="1076325"/>
                </a:lnTo>
                <a:lnTo>
                  <a:pt x="66675" y="1066800"/>
                </a:lnTo>
                <a:lnTo>
                  <a:pt x="57150" y="1066800"/>
                </a:lnTo>
                <a:close/>
                <a:moveTo>
                  <a:pt x="180975" y="1057275"/>
                </a:moveTo>
                <a:lnTo>
                  <a:pt x="190500" y="1057275"/>
                </a:lnTo>
                <a:lnTo>
                  <a:pt x="190500" y="1066800"/>
                </a:lnTo>
                <a:lnTo>
                  <a:pt x="180975" y="1066800"/>
                </a:lnTo>
                <a:close/>
                <a:moveTo>
                  <a:pt x="238125" y="1057275"/>
                </a:moveTo>
                <a:lnTo>
                  <a:pt x="247650" y="1057275"/>
                </a:lnTo>
                <a:lnTo>
                  <a:pt x="247650" y="1066800"/>
                </a:lnTo>
                <a:lnTo>
                  <a:pt x="238125" y="1066800"/>
                </a:lnTo>
                <a:close/>
                <a:moveTo>
                  <a:pt x="1400175" y="1057275"/>
                </a:moveTo>
                <a:lnTo>
                  <a:pt x="1409700" y="1057275"/>
                </a:lnTo>
                <a:lnTo>
                  <a:pt x="1409700" y="1066800"/>
                </a:lnTo>
                <a:lnTo>
                  <a:pt x="1400175" y="1066800"/>
                </a:lnTo>
                <a:close/>
                <a:moveTo>
                  <a:pt x="1752600" y="1066800"/>
                </a:moveTo>
                <a:lnTo>
                  <a:pt x="1771650" y="1066800"/>
                </a:lnTo>
                <a:lnTo>
                  <a:pt x="1771650" y="1076325"/>
                </a:lnTo>
                <a:lnTo>
                  <a:pt x="1752600" y="1076325"/>
                </a:lnTo>
                <a:close/>
                <a:moveTo>
                  <a:pt x="514350" y="1085850"/>
                </a:moveTo>
                <a:lnTo>
                  <a:pt x="523875" y="1085850"/>
                </a:lnTo>
                <a:lnTo>
                  <a:pt x="523875" y="1095375"/>
                </a:lnTo>
                <a:lnTo>
                  <a:pt x="514350" y="1095375"/>
                </a:lnTo>
                <a:close/>
                <a:moveTo>
                  <a:pt x="1323975" y="1085850"/>
                </a:moveTo>
                <a:lnTo>
                  <a:pt x="1333500" y="1085850"/>
                </a:lnTo>
                <a:lnTo>
                  <a:pt x="1333500" y="1104900"/>
                </a:lnTo>
                <a:lnTo>
                  <a:pt x="1343025" y="1104900"/>
                </a:lnTo>
                <a:lnTo>
                  <a:pt x="1343025" y="1114425"/>
                </a:lnTo>
                <a:lnTo>
                  <a:pt x="1352550" y="1114425"/>
                </a:lnTo>
                <a:lnTo>
                  <a:pt x="1352550" y="1123950"/>
                </a:lnTo>
                <a:lnTo>
                  <a:pt x="1362075" y="1123950"/>
                </a:lnTo>
                <a:lnTo>
                  <a:pt x="1362075" y="1133475"/>
                </a:lnTo>
                <a:lnTo>
                  <a:pt x="1333500" y="1133475"/>
                </a:lnTo>
                <a:lnTo>
                  <a:pt x="1333500" y="1123950"/>
                </a:lnTo>
                <a:lnTo>
                  <a:pt x="1323975" y="1123950"/>
                </a:lnTo>
                <a:lnTo>
                  <a:pt x="1323975" y="1104900"/>
                </a:lnTo>
                <a:lnTo>
                  <a:pt x="1314450" y="1104900"/>
                </a:lnTo>
                <a:lnTo>
                  <a:pt x="1314450" y="1095375"/>
                </a:lnTo>
                <a:lnTo>
                  <a:pt x="1323975" y="1095375"/>
                </a:lnTo>
                <a:close/>
                <a:moveTo>
                  <a:pt x="1495425" y="1085850"/>
                </a:moveTo>
                <a:lnTo>
                  <a:pt x="1504950" y="1085850"/>
                </a:lnTo>
                <a:lnTo>
                  <a:pt x="1504950" y="1104900"/>
                </a:lnTo>
                <a:lnTo>
                  <a:pt x="1495425" y="1104900"/>
                </a:lnTo>
                <a:close/>
                <a:moveTo>
                  <a:pt x="1695450" y="1085850"/>
                </a:moveTo>
                <a:lnTo>
                  <a:pt x="1704975" y="1085850"/>
                </a:lnTo>
                <a:lnTo>
                  <a:pt x="1704975" y="1095375"/>
                </a:lnTo>
                <a:lnTo>
                  <a:pt x="1724025" y="1095375"/>
                </a:lnTo>
                <a:lnTo>
                  <a:pt x="1724025" y="1085850"/>
                </a:lnTo>
                <a:lnTo>
                  <a:pt x="1733550" y="1085850"/>
                </a:lnTo>
                <a:lnTo>
                  <a:pt x="1733550" y="1104900"/>
                </a:lnTo>
                <a:lnTo>
                  <a:pt x="1704975" y="1104900"/>
                </a:lnTo>
                <a:lnTo>
                  <a:pt x="1704975" y="1114425"/>
                </a:lnTo>
                <a:lnTo>
                  <a:pt x="1695450" y="1114425"/>
                </a:lnTo>
                <a:lnTo>
                  <a:pt x="1695450" y="1104900"/>
                </a:lnTo>
                <a:lnTo>
                  <a:pt x="1685925" y="1104900"/>
                </a:lnTo>
                <a:lnTo>
                  <a:pt x="1685925" y="1095375"/>
                </a:lnTo>
                <a:lnTo>
                  <a:pt x="1695450" y="1095375"/>
                </a:lnTo>
                <a:close/>
                <a:moveTo>
                  <a:pt x="523875" y="1095375"/>
                </a:moveTo>
                <a:lnTo>
                  <a:pt x="533400" y="1095375"/>
                </a:lnTo>
                <a:lnTo>
                  <a:pt x="533400" y="1133475"/>
                </a:lnTo>
                <a:lnTo>
                  <a:pt x="523875" y="1133475"/>
                </a:lnTo>
                <a:lnTo>
                  <a:pt x="523875" y="1114425"/>
                </a:lnTo>
                <a:lnTo>
                  <a:pt x="514350" y="1114425"/>
                </a:lnTo>
                <a:lnTo>
                  <a:pt x="514350" y="1104900"/>
                </a:lnTo>
                <a:lnTo>
                  <a:pt x="523875" y="1104900"/>
                </a:lnTo>
                <a:close/>
                <a:moveTo>
                  <a:pt x="800100" y="1095375"/>
                </a:moveTo>
                <a:lnTo>
                  <a:pt x="857250" y="1095375"/>
                </a:lnTo>
                <a:lnTo>
                  <a:pt x="857250" y="1114425"/>
                </a:lnTo>
                <a:lnTo>
                  <a:pt x="838200" y="1114425"/>
                </a:lnTo>
                <a:lnTo>
                  <a:pt x="838200" y="1123950"/>
                </a:lnTo>
                <a:lnTo>
                  <a:pt x="809625" y="1123950"/>
                </a:lnTo>
                <a:lnTo>
                  <a:pt x="809625" y="1104900"/>
                </a:lnTo>
                <a:lnTo>
                  <a:pt x="800100" y="1104900"/>
                </a:lnTo>
                <a:close/>
                <a:moveTo>
                  <a:pt x="1400175" y="1095375"/>
                </a:moveTo>
                <a:lnTo>
                  <a:pt x="1419225" y="1095375"/>
                </a:lnTo>
                <a:lnTo>
                  <a:pt x="1419225" y="1114425"/>
                </a:lnTo>
                <a:lnTo>
                  <a:pt x="1400175" y="1114425"/>
                </a:lnTo>
                <a:close/>
                <a:moveTo>
                  <a:pt x="1514475" y="1095375"/>
                </a:moveTo>
                <a:lnTo>
                  <a:pt x="1524000" y="1095375"/>
                </a:lnTo>
                <a:lnTo>
                  <a:pt x="1524000" y="1123950"/>
                </a:lnTo>
                <a:lnTo>
                  <a:pt x="1514475" y="1123950"/>
                </a:lnTo>
                <a:lnTo>
                  <a:pt x="1514475" y="1133475"/>
                </a:lnTo>
                <a:lnTo>
                  <a:pt x="1495425" y="1133475"/>
                </a:lnTo>
                <a:lnTo>
                  <a:pt x="1495425" y="1114425"/>
                </a:lnTo>
                <a:lnTo>
                  <a:pt x="1514475" y="1114425"/>
                </a:lnTo>
                <a:close/>
                <a:moveTo>
                  <a:pt x="1533525" y="1095375"/>
                </a:moveTo>
                <a:lnTo>
                  <a:pt x="1543050" y="1095375"/>
                </a:lnTo>
                <a:lnTo>
                  <a:pt x="1543050" y="1114425"/>
                </a:lnTo>
                <a:lnTo>
                  <a:pt x="1533525" y="1114425"/>
                </a:lnTo>
                <a:close/>
                <a:moveTo>
                  <a:pt x="1876425" y="1095375"/>
                </a:moveTo>
                <a:lnTo>
                  <a:pt x="1885950" y="1095375"/>
                </a:lnTo>
                <a:lnTo>
                  <a:pt x="1885950" y="1085850"/>
                </a:lnTo>
                <a:lnTo>
                  <a:pt x="1876425" y="1085850"/>
                </a:lnTo>
                <a:close/>
                <a:moveTo>
                  <a:pt x="581025" y="1104900"/>
                </a:moveTo>
                <a:lnTo>
                  <a:pt x="600075" y="1104900"/>
                </a:lnTo>
                <a:lnTo>
                  <a:pt x="600075" y="1114425"/>
                </a:lnTo>
                <a:lnTo>
                  <a:pt x="581025" y="1114425"/>
                </a:lnTo>
                <a:close/>
                <a:moveTo>
                  <a:pt x="752475" y="1104900"/>
                </a:moveTo>
                <a:lnTo>
                  <a:pt x="781050" y="1104900"/>
                </a:lnTo>
                <a:lnTo>
                  <a:pt x="781050" y="1114425"/>
                </a:lnTo>
                <a:lnTo>
                  <a:pt x="762000" y="1114425"/>
                </a:lnTo>
                <a:lnTo>
                  <a:pt x="762000" y="1143000"/>
                </a:lnTo>
                <a:lnTo>
                  <a:pt x="771525" y="1143000"/>
                </a:lnTo>
                <a:lnTo>
                  <a:pt x="771525" y="1133475"/>
                </a:lnTo>
                <a:lnTo>
                  <a:pt x="781050" y="1133475"/>
                </a:lnTo>
                <a:lnTo>
                  <a:pt x="781050" y="1143000"/>
                </a:lnTo>
                <a:lnTo>
                  <a:pt x="800100" y="1143000"/>
                </a:lnTo>
                <a:lnTo>
                  <a:pt x="800100" y="1152525"/>
                </a:lnTo>
                <a:lnTo>
                  <a:pt x="819150" y="1152525"/>
                </a:lnTo>
                <a:lnTo>
                  <a:pt x="819150" y="1143000"/>
                </a:lnTo>
                <a:lnTo>
                  <a:pt x="828675" y="1143000"/>
                </a:lnTo>
                <a:lnTo>
                  <a:pt x="828675" y="1133475"/>
                </a:lnTo>
                <a:lnTo>
                  <a:pt x="838200" y="1133475"/>
                </a:lnTo>
                <a:lnTo>
                  <a:pt x="838200" y="1143000"/>
                </a:lnTo>
                <a:lnTo>
                  <a:pt x="857250" y="1143000"/>
                </a:lnTo>
                <a:lnTo>
                  <a:pt x="857250" y="1152525"/>
                </a:lnTo>
                <a:lnTo>
                  <a:pt x="866775" y="1152525"/>
                </a:lnTo>
                <a:lnTo>
                  <a:pt x="866775" y="1162050"/>
                </a:lnTo>
                <a:lnTo>
                  <a:pt x="876300" y="1162050"/>
                </a:lnTo>
                <a:lnTo>
                  <a:pt x="876300" y="1171575"/>
                </a:lnTo>
                <a:lnTo>
                  <a:pt x="866775" y="1171575"/>
                </a:lnTo>
                <a:lnTo>
                  <a:pt x="866775" y="1181100"/>
                </a:lnTo>
                <a:lnTo>
                  <a:pt x="838200" y="1181100"/>
                </a:lnTo>
                <a:lnTo>
                  <a:pt x="838200" y="1190625"/>
                </a:lnTo>
                <a:lnTo>
                  <a:pt x="828675" y="1190625"/>
                </a:lnTo>
                <a:lnTo>
                  <a:pt x="828675" y="1181100"/>
                </a:lnTo>
                <a:lnTo>
                  <a:pt x="819150" y="1181100"/>
                </a:lnTo>
                <a:lnTo>
                  <a:pt x="819150" y="1200150"/>
                </a:lnTo>
                <a:lnTo>
                  <a:pt x="800100" y="1200150"/>
                </a:lnTo>
                <a:lnTo>
                  <a:pt x="800100" y="1171575"/>
                </a:lnTo>
                <a:lnTo>
                  <a:pt x="790575" y="1171575"/>
                </a:lnTo>
                <a:lnTo>
                  <a:pt x="790575" y="1162050"/>
                </a:lnTo>
                <a:lnTo>
                  <a:pt x="781050" y="1162050"/>
                </a:lnTo>
                <a:lnTo>
                  <a:pt x="781050" y="1171575"/>
                </a:lnTo>
                <a:lnTo>
                  <a:pt x="762000" y="1171575"/>
                </a:lnTo>
                <a:lnTo>
                  <a:pt x="762000" y="1209675"/>
                </a:lnTo>
                <a:lnTo>
                  <a:pt x="742950" y="1209675"/>
                </a:lnTo>
                <a:lnTo>
                  <a:pt x="742950" y="1200150"/>
                </a:lnTo>
                <a:lnTo>
                  <a:pt x="723900" y="1200150"/>
                </a:lnTo>
                <a:lnTo>
                  <a:pt x="723900" y="1190625"/>
                </a:lnTo>
                <a:lnTo>
                  <a:pt x="733425" y="1190625"/>
                </a:lnTo>
                <a:lnTo>
                  <a:pt x="733425" y="1162050"/>
                </a:lnTo>
                <a:lnTo>
                  <a:pt x="742950" y="1162050"/>
                </a:lnTo>
                <a:lnTo>
                  <a:pt x="742950" y="1152525"/>
                </a:lnTo>
                <a:lnTo>
                  <a:pt x="752475" y="1152525"/>
                </a:lnTo>
                <a:lnTo>
                  <a:pt x="752475" y="1143000"/>
                </a:lnTo>
                <a:lnTo>
                  <a:pt x="742950" y="1143000"/>
                </a:lnTo>
                <a:lnTo>
                  <a:pt x="742950" y="1114425"/>
                </a:lnTo>
                <a:lnTo>
                  <a:pt x="752475" y="1114425"/>
                </a:lnTo>
                <a:close/>
                <a:moveTo>
                  <a:pt x="676275" y="1114425"/>
                </a:moveTo>
                <a:lnTo>
                  <a:pt x="685800" y="1114425"/>
                </a:lnTo>
                <a:lnTo>
                  <a:pt x="685800" y="1123950"/>
                </a:lnTo>
                <a:lnTo>
                  <a:pt x="714375" y="1123950"/>
                </a:lnTo>
                <a:lnTo>
                  <a:pt x="714375" y="1133475"/>
                </a:lnTo>
                <a:lnTo>
                  <a:pt x="676275" y="1133475"/>
                </a:lnTo>
                <a:close/>
                <a:moveTo>
                  <a:pt x="790575" y="1114425"/>
                </a:moveTo>
                <a:lnTo>
                  <a:pt x="800100" y="1114425"/>
                </a:lnTo>
                <a:lnTo>
                  <a:pt x="800100" y="1133475"/>
                </a:lnTo>
                <a:lnTo>
                  <a:pt x="790575" y="1133475"/>
                </a:lnTo>
                <a:close/>
                <a:moveTo>
                  <a:pt x="1200150" y="1114425"/>
                </a:moveTo>
                <a:lnTo>
                  <a:pt x="1219200" y="1114425"/>
                </a:lnTo>
                <a:lnTo>
                  <a:pt x="1219200" y="1104900"/>
                </a:lnTo>
                <a:lnTo>
                  <a:pt x="1200150" y="1104900"/>
                </a:lnTo>
                <a:close/>
                <a:moveTo>
                  <a:pt x="152400" y="1123950"/>
                </a:moveTo>
                <a:lnTo>
                  <a:pt x="180975" y="1123950"/>
                </a:lnTo>
                <a:lnTo>
                  <a:pt x="180975" y="1114425"/>
                </a:lnTo>
                <a:lnTo>
                  <a:pt x="152400" y="1114425"/>
                </a:lnTo>
                <a:close/>
                <a:moveTo>
                  <a:pt x="1590675" y="1123950"/>
                </a:moveTo>
                <a:lnTo>
                  <a:pt x="1600200" y="1123950"/>
                </a:lnTo>
                <a:lnTo>
                  <a:pt x="1600200" y="1133475"/>
                </a:lnTo>
                <a:lnTo>
                  <a:pt x="1590675" y="1133475"/>
                </a:lnTo>
                <a:close/>
                <a:moveTo>
                  <a:pt x="1647825" y="1123950"/>
                </a:moveTo>
                <a:lnTo>
                  <a:pt x="1657350" y="1123950"/>
                </a:lnTo>
                <a:lnTo>
                  <a:pt x="1657350" y="1133475"/>
                </a:lnTo>
                <a:lnTo>
                  <a:pt x="1666875" y="1133475"/>
                </a:lnTo>
                <a:lnTo>
                  <a:pt x="1666875" y="1143000"/>
                </a:lnTo>
                <a:lnTo>
                  <a:pt x="1657350" y="1143000"/>
                </a:lnTo>
                <a:lnTo>
                  <a:pt x="1657350" y="1162050"/>
                </a:lnTo>
                <a:lnTo>
                  <a:pt x="1647825" y="1162050"/>
                </a:lnTo>
                <a:close/>
                <a:moveTo>
                  <a:pt x="190500" y="1133475"/>
                </a:moveTo>
                <a:lnTo>
                  <a:pt x="209550" y="1133475"/>
                </a:lnTo>
                <a:lnTo>
                  <a:pt x="209550" y="1114425"/>
                </a:lnTo>
                <a:lnTo>
                  <a:pt x="200025" y="1114425"/>
                </a:lnTo>
                <a:lnTo>
                  <a:pt x="200025" y="1123950"/>
                </a:lnTo>
                <a:lnTo>
                  <a:pt x="190500" y="1123950"/>
                </a:lnTo>
                <a:close/>
                <a:moveTo>
                  <a:pt x="257175" y="1133475"/>
                </a:moveTo>
                <a:lnTo>
                  <a:pt x="266700" y="1133475"/>
                </a:lnTo>
                <a:lnTo>
                  <a:pt x="266700" y="1114425"/>
                </a:lnTo>
                <a:lnTo>
                  <a:pt x="257175" y="1114425"/>
                </a:lnTo>
                <a:close/>
                <a:moveTo>
                  <a:pt x="342900" y="1133475"/>
                </a:moveTo>
                <a:lnTo>
                  <a:pt x="352425" y="1133475"/>
                </a:lnTo>
                <a:lnTo>
                  <a:pt x="352425" y="1123950"/>
                </a:lnTo>
                <a:lnTo>
                  <a:pt x="333375" y="1123950"/>
                </a:lnTo>
                <a:lnTo>
                  <a:pt x="333375" y="1133475"/>
                </a:lnTo>
                <a:lnTo>
                  <a:pt x="314325" y="1133475"/>
                </a:lnTo>
                <a:lnTo>
                  <a:pt x="314325" y="1143000"/>
                </a:lnTo>
                <a:lnTo>
                  <a:pt x="304800" y="1143000"/>
                </a:lnTo>
                <a:lnTo>
                  <a:pt x="304800" y="1152525"/>
                </a:lnTo>
                <a:lnTo>
                  <a:pt x="342900" y="1152525"/>
                </a:lnTo>
                <a:close/>
                <a:moveTo>
                  <a:pt x="1181100" y="1133475"/>
                </a:moveTo>
                <a:lnTo>
                  <a:pt x="1190625" y="1133475"/>
                </a:lnTo>
                <a:lnTo>
                  <a:pt x="1190625" y="1123950"/>
                </a:lnTo>
                <a:lnTo>
                  <a:pt x="1171575" y="1123950"/>
                </a:lnTo>
                <a:lnTo>
                  <a:pt x="1171575" y="1143000"/>
                </a:lnTo>
                <a:lnTo>
                  <a:pt x="1181100" y="1143000"/>
                </a:lnTo>
                <a:close/>
                <a:moveTo>
                  <a:pt x="1476375" y="1133475"/>
                </a:moveTo>
                <a:lnTo>
                  <a:pt x="1485900" y="1133475"/>
                </a:lnTo>
                <a:lnTo>
                  <a:pt x="1485900" y="1143000"/>
                </a:lnTo>
                <a:lnTo>
                  <a:pt x="1476375" y="1143000"/>
                </a:lnTo>
                <a:close/>
                <a:moveTo>
                  <a:pt x="1609725" y="1133475"/>
                </a:moveTo>
                <a:lnTo>
                  <a:pt x="1619250" y="1133475"/>
                </a:lnTo>
                <a:lnTo>
                  <a:pt x="1619250" y="1143000"/>
                </a:lnTo>
                <a:lnTo>
                  <a:pt x="1609725" y="1143000"/>
                </a:lnTo>
                <a:close/>
                <a:moveTo>
                  <a:pt x="1628775" y="1133475"/>
                </a:moveTo>
                <a:lnTo>
                  <a:pt x="1638300" y="1133475"/>
                </a:lnTo>
                <a:lnTo>
                  <a:pt x="1638300" y="1143000"/>
                </a:lnTo>
                <a:lnTo>
                  <a:pt x="1628775" y="1143000"/>
                </a:lnTo>
                <a:close/>
                <a:moveTo>
                  <a:pt x="1371600" y="1152525"/>
                </a:moveTo>
                <a:lnTo>
                  <a:pt x="1400175" y="1152525"/>
                </a:lnTo>
                <a:lnTo>
                  <a:pt x="1400175" y="1162050"/>
                </a:lnTo>
                <a:lnTo>
                  <a:pt x="1390650" y="1162050"/>
                </a:lnTo>
                <a:lnTo>
                  <a:pt x="1390650" y="1171575"/>
                </a:lnTo>
                <a:lnTo>
                  <a:pt x="1400175" y="1171575"/>
                </a:lnTo>
                <a:lnTo>
                  <a:pt x="1400175" y="1162050"/>
                </a:lnTo>
                <a:lnTo>
                  <a:pt x="1409700" y="1162050"/>
                </a:lnTo>
                <a:lnTo>
                  <a:pt x="1409700" y="1171575"/>
                </a:lnTo>
                <a:lnTo>
                  <a:pt x="1400175" y="1171575"/>
                </a:lnTo>
                <a:lnTo>
                  <a:pt x="1400175" y="1200150"/>
                </a:lnTo>
                <a:lnTo>
                  <a:pt x="1381125" y="1200150"/>
                </a:lnTo>
                <a:lnTo>
                  <a:pt x="1381125" y="1190625"/>
                </a:lnTo>
                <a:lnTo>
                  <a:pt x="1352550" y="1190625"/>
                </a:lnTo>
                <a:lnTo>
                  <a:pt x="1352550" y="1181100"/>
                </a:lnTo>
                <a:lnTo>
                  <a:pt x="1362075" y="1181100"/>
                </a:lnTo>
                <a:lnTo>
                  <a:pt x="1362075" y="1162050"/>
                </a:lnTo>
                <a:lnTo>
                  <a:pt x="1371600" y="1162050"/>
                </a:lnTo>
                <a:close/>
                <a:moveTo>
                  <a:pt x="1085850" y="1162050"/>
                </a:moveTo>
                <a:lnTo>
                  <a:pt x="1095375" y="1162050"/>
                </a:lnTo>
                <a:lnTo>
                  <a:pt x="1095375" y="1152525"/>
                </a:lnTo>
                <a:lnTo>
                  <a:pt x="1085850" y="1152525"/>
                </a:lnTo>
                <a:close/>
                <a:moveTo>
                  <a:pt x="1495425" y="1162050"/>
                </a:moveTo>
                <a:lnTo>
                  <a:pt x="1504950" y="1162050"/>
                </a:lnTo>
                <a:lnTo>
                  <a:pt x="1504950" y="1171575"/>
                </a:lnTo>
                <a:lnTo>
                  <a:pt x="1514475" y="1171575"/>
                </a:lnTo>
                <a:lnTo>
                  <a:pt x="1514475" y="1181100"/>
                </a:lnTo>
                <a:lnTo>
                  <a:pt x="1504950" y="1181100"/>
                </a:lnTo>
                <a:lnTo>
                  <a:pt x="1504950" y="1190625"/>
                </a:lnTo>
                <a:lnTo>
                  <a:pt x="1485900" y="1190625"/>
                </a:lnTo>
                <a:lnTo>
                  <a:pt x="1485900" y="1181100"/>
                </a:lnTo>
                <a:lnTo>
                  <a:pt x="1495425" y="1181100"/>
                </a:lnTo>
                <a:close/>
                <a:moveTo>
                  <a:pt x="942975" y="1171575"/>
                </a:moveTo>
                <a:lnTo>
                  <a:pt x="952500" y="1171575"/>
                </a:lnTo>
                <a:lnTo>
                  <a:pt x="952500" y="1200150"/>
                </a:lnTo>
                <a:lnTo>
                  <a:pt x="942975" y="1200150"/>
                </a:lnTo>
                <a:close/>
                <a:moveTo>
                  <a:pt x="962025" y="1171575"/>
                </a:moveTo>
                <a:lnTo>
                  <a:pt x="971550" y="1171575"/>
                </a:lnTo>
                <a:lnTo>
                  <a:pt x="971550" y="1181100"/>
                </a:lnTo>
                <a:lnTo>
                  <a:pt x="962025" y="1181100"/>
                </a:lnTo>
                <a:close/>
                <a:moveTo>
                  <a:pt x="1019175" y="1171575"/>
                </a:moveTo>
                <a:lnTo>
                  <a:pt x="1028700" y="1171575"/>
                </a:lnTo>
                <a:lnTo>
                  <a:pt x="1028700" y="1181100"/>
                </a:lnTo>
                <a:lnTo>
                  <a:pt x="1019175" y="1181100"/>
                </a:lnTo>
                <a:close/>
                <a:moveTo>
                  <a:pt x="1371600" y="1171575"/>
                </a:moveTo>
                <a:lnTo>
                  <a:pt x="1381125" y="1171575"/>
                </a:lnTo>
                <a:lnTo>
                  <a:pt x="1381125" y="1162050"/>
                </a:lnTo>
                <a:lnTo>
                  <a:pt x="1371600" y="1162050"/>
                </a:lnTo>
                <a:close/>
                <a:moveTo>
                  <a:pt x="1533525" y="1171575"/>
                </a:moveTo>
                <a:lnTo>
                  <a:pt x="1543050" y="1171575"/>
                </a:lnTo>
                <a:lnTo>
                  <a:pt x="1543050" y="1181100"/>
                </a:lnTo>
                <a:lnTo>
                  <a:pt x="1552575" y="1181100"/>
                </a:lnTo>
                <a:lnTo>
                  <a:pt x="1552575" y="1190625"/>
                </a:lnTo>
                <a:lnTo>
                  <a:pt x="1533525" y="1190625"/>
                </a:lnTo>
                <a:close/>
                <a:moveTo>
                  <a:pt x="85725" y="1181100"/>
                </a:moveTo>
                <a:lnTo>
                  <a:pt x="95250" y="1181100"/>
                </a:lnTo>
                <a:lnTo>
                  <a:pt x="95250" y="1190625"/>
                </a:lnTo>
                <a:lnTo>
                  <a:pt x="104775" y="1190625"/>
                </a:lnTo>
                <a:lnTo>
                  <a:pt x="104775" y="1200150"/>
                </a:lnTo>
                <a:lnTo>
                  <a:pt x="114300" y="1200150"/>
                </a:lnTo>
                <a:lnTo>
                  <a:pt x="114300" y="1219200"/>
                </a:lnTo>
                <a:lnTo>
                  <a:pt x="95250" y="1219200"/>
                </a:lnTo>
                <a:lnTo>
                  <a:pt x="95250" y="1209675"/>
                </a:lnTo>
                <a:lnTo>
                  <a:pt x="85725" y="1209675"/>
                </a:lnTo>
                <a:lnTo>
                  <a:pt x="85725" y="1200150"/>
                </a:lnTo>
                <a:lnTo>
                  <a:pt x="76200" y="1200150"/>
                </a:lnTo>
                <a:lnTo>
                  <a:pt x="76200" y="1190625"/>
                </a:lnTo>
                <a:lnTo>
                  <a:pt x="85725" y="1190625"/>
                </a:lnTo>
                <a:close/>
                <a:moveTo>
                  <a:pt x="552450" y="1181100"/>
                </a:moveTo>
                <a:lnTo>
                  <a:pt x="561975" y="1181100"/>
                </a:lnTo>
                <a:lnTo>
                  <a:pt x="561975" y="1200150"/>
                </a:lnTo>
                <a:lnTo>
                  <a:pt x="542925" y="1200150"/>
                </a:lnTo>
                <a:lnTo>
                  <a:pt x="542925" y="1190625"/>
                </a:lnTo>
                <a:lnTo>
                  <a:pt x="552450" y="1190625"/>
                </a:lnTo>
                <a:close/>
                <a:moveTo>
                  <a:pt x="1209675" y="1181100"/>
                </a:moveTo>
                <a:lnTo>
                  <a:pt x="1219200" y="1181100"/>
                </a:lnTo>
                <a:lnTo>
                  <a:pt x="1219200" y="1162050"/>
                </a:lnTo>
                <a:lnTo>
                  <a:pt x="1209675" y="1162050"/>
                </a:lnTo>
                <a:close/>
                <a:moveTo>
                  <a:pt x="1295400" y="1181100"/>
                </a:moveTo>
                <a:lnTo>
                  <a:pt x="1304925" y="1181100"/>
                </a:lnTo>
                <a:lnTo>
                  <a:pt x="1304925" y="1171575"/>
                </a:lnTo>
                <a:lnTo>
                  <a:pt x="1295400" y="1171575"/>
                </a:lnTo>
                <a:close/>
                <a:moveTo>
                  <a:pt x="409575" y="1190625"/>
                </a:moveTo>
                <a:lnTo>
                  <a:pt x="419100" y="1190625"/>
                </a:lnTo>
                <a:lnTo>
                  <a:pt x="419100" y="1200150"/>
                </a:lnTo>
                <a:lnTo>
                  <a:pt x="409575" y="1200150"/>
                </a:lnTo>
                <a:close/>
                <a:moveTo>
                  <a:pt x="495300" y="1190625"/>
                </a:moveTo>
                <a:lnTo>
                  <a:pt x="504825" y="1190625"/>
                </a:lnTo>
                <a:lnTo>
                  <a:pt x="504825" y="1200150"/>
                </a:lnTo>
                <a:lnTo>
                  <a:pt x="495300" y="1200150"/>
                </a:lnTo>
                <a:close/>
                <a:moveTo>
                  <a:pt x="847725" y="1190625"/>
                </a:moveTo>
                <a:lnTo>
                  <a:pt x="876300" y="1190625"/>
                </a:lnTo>
                <a:lnTo>
                  <a:pt x="876300" y="1200150"/>
                </a:lnTo>
                <a:lnTo>
                  <a:pt x="847725" y="1200150"/>
                </a:lnTo>
                <a:close/>
                <a:moveTo>
                  <a:pt x="904875" y="1190625"/>
                </a:moveTo>
                <a:lnTo>
                  <a:pt x="914400" y="1190625"/>
                </a:lnTo>
                <a:lnTo>
                  <a:pt x="914400" y="1200150"/>
                </a:lnTo>
                <a:lnTo>
                  <a:pt x="904875" y="1200150"/>
                </a:lnTo>
                <a:close/>
                <a:moveTo>
                  <a:pt x="923925" y="1190625"/>
                </a:moveTo>
                <a:lnTo>
                  <a:pt x="933450" y="1190625"/>
                </a:lnTo>
                <a:lnTo>
                  <a:pt x="933450" y="1209675"/>
                </a:lnTo>
                <a:lnTo>
                  <a:pt x="942975" y="1209675"/>
                </a:lnTo>
                <a:lnTo>
                  <a:pt x="942975" y="1228725"/>
                </a:lnTo>
                <a:lnTo>
                  <a:pt x="933450" y="1228725"/>
                </a:lnTo>
                <a:lnTo>
                  <a:pt x="933450" y="1238250"/>
                </a:lnTo>
                <a:lnTo>
                  <a:pt x="914400" y="1238250"/>
                </a:lnTo>
                <a:lnTo>
                  <a:pt x="914400" y="1228725"/>
                </a:lnTo>
                <a:lnTo>
                  <a:pt x="923925" y="1228725"/>
                </a:lnTo>
                <a:close/>
                <a:moveTo>
                  <a:pt x="962025" y="1190625"/>
                </a:moveTo>
                <a:lnTo>
                  <a:pt x="971550" y="1190625"/>
                </a:lnTo>
                <a:lnTo>
                  <a:pt x="971550" y="1200150"/>
                </a:lnTo>
                <a:lnTo>
                  <a:pt x="962025" y="1200150"/>
                </a:lnTo>
                <a:close/>
                <a:moveTo>
                  <a:pt x="1009650" y="1190625"/>
                </a:moveTo>
                <a:lnTo>
                  <a:pt x="1028700" y="1190625"/>
                </a:lnTo>
                <a:lnTo>
                  <a:pt x="1028700" y="1209675"/>
                </a:lnTo>
                <a:lnTo>
                  <a:pt x="1019175" y="1209675"/>
                </a:lnTo>
                <a:lnTo>
                  <a:pt x="1019175" y="1200150"/>
                </a:lnTo>
                <a:lnTo>
                  <a:pt x="1009650" y="1200150"/>
                </a:lnTo>
                <a:close/>
                <a:moveTo>
                  <a:pt x="1200150" y="1200150"/>
                </a:moveTo>
                <a:lnTo>
                  <a:pt x="1209675" y="1200150"/>
                </a:lnTo>
                <a:lnTo>
                  <a:pt x="1209675" y="1190625"/>
                </a:lnTo>
                <a:lnTo>
                  <a:pt x="1200150" y="1190625"/>
                </a:lnTo>
                <a:lnTo>
                  <a:pt x="1200150" y="1171575"/>
                </a:lnTo>
                <a:lnTo>
                  <a:pt x="1190625" y="1171575"/>
                </a:lnTo>
                <a:lnTo>
                  <a:pt x="1190625" y="1209675"/>
                </a:lnTo>
                <a:lnTo>
                  <a:pt x="1181100" y="1209675"/>
                </a:lnTo>
                <a:lnTo>
                  <a:pt x="1181100" y="1219200"/>
                </a:lnTo>
                <a:lnTo>
                  <a:pt x="1200150" y="1219200"/>
                </a:lnTo>
                <a:close/>
                <a:moveTo>
                  <a:pt x="1790700" y="1200150"/>
                </a:moveTo>
                <a:lnTo>
                  <a:pt x="1800225" y="1200150"/>
                </a:lnTo>
                <a:lnTo>
                  <a:pt x="1800225" y="1219200"/>
                </a:lnTo>
                <a:lnTo>
                  <a:pt x="1790700" y="1219200"/>
                </a:lnTo>
                <a:close/>
                <a:moveTo>
                  <a:pt x="1771650" y="1219200"/>
                </a:moveTo>
                <a:lnTo>
                  <a:pt x="1781175" y="1219200"/>
                </a:lnTo>
                <a:lnTo>
                  <a:pt x="1781175" y="1228725"/>
                </a:lnTo>
                <a:lnTo>
                  <a:pt x="1771650" y="1228725"/>
                </a:lnTo>
                <a:close/>
                <a:moveTo>
                  <a:pt x="1857375" y="1219200"/>
                </a:moveTo>
                <a:lnTo>
                  <a:pt x="1866900" y="1219200"/>
                </a:lnTo>
                <a:lnTo>
                  <a:pt x="1866900" y="1228725"/>
                </a:lnTo>
                <a:lnTo>
                  <a:pt x="1857375" y="1228725"/>
                </a:lnTo>
                <a:close/>
                <a:moveTo>
                  <a:pt x="885825" y="1228725"/>
                </a:moveTo>
                <a:lnTo>
                  <a:pt x="895350" y="1228725"/>
                </a:lnTo>
                <a:lnTo>
                  <a:pt x="895350" y="1247775"/>
                </a:lnTo>
                <a:lnTo>
                  <a:pt x="885825" y="1247775"/>
                </a:lnTo>
                <a:close/>
                <a:moveTo>
                  <a:pt x="1400175" y="1228725"/>
                </a:moveTo>
                <a:lnTo>
                  <a:pt x="1419225" y="1228725"/>
                </a:lnTo>
                <a:lnTo>
                  <a:pt x="1419225" y="1238250"/>
                </a:lnTo>
                <a:lnTo>
                  <a:pt x="1400175" y="1238250"/>
                </a:lnTo>
                <a:close/>
                <a:moveTo>
                  <a:pt x="1885950" y="1228725"/>
                </a:moveTo>
                <a:lnTo>
                  <a:pt x="1895475" y="1228725"/>
                </a:lnTo>
                <a:lnTo>
                  <a:pt x="1895475" y="1238250"/>
                </a:lnTo>
                <a:lnTo>
                  <a:pt x="1885950" y="1238250"/>
                </a:lnTo>
                <a:close/>
                <a:moveTo>
                  <a:pt x="95250" y="1238250"/>
                </a:moveTo>
                <a:lnTo>
                  <a:pt x="104775" y="1238250"/>
                </a:lnTo>
                <a:lnTo>
                  <a:pt x="104775" y="1247775"/>
                </a:lnTo>
                <a:lnTo>
                  <a:pt x="114300" y="1247775"/>
                </a:lnTo>
                <a:lnTo>
                  <a:pt x="114300" y="1295400"/>
                </a:lnTo>
                <a:lnTo>
                  <a:pt x="104775" y="1295400"/>
                </a:lnTo>
                <a:lnTo>
                  <a:pt x="104775" y="1314450"/>
                </a:lnTo>
                <a:lnTo>
                  <a:pt x="57150" y="1314450"/>
                </a:lnTo>
                <a:lnTo>
                  <a:pt x="57150" y="1295400"/>
                </a:lnTo>
                <a:lnTo>
                  <a:pt x="66675" y="1295400"/>
                </a:lnTo>
                <a:lnTo>
                  <a:pt x="66675" y="1276350"/>
                </a:lnTo>
                <a:lnTo>
                  <a:pt x="57150" y="1276350"/>
                </a:lnTo>
                <a:lnTo>
                  <a:pt x="57150" y="1247775"/>
                </a:lnTo>
                <a:lnTo>
                  <a:pt x="95250" y="1247775"/>
                </a:lnTo>
                <a:close/>
                <a:moveTo>
                  <a:pt x="1352550" y="1238250"/>
                </a:moveTo>
                <a:lnTo>
                  <a:pt x="1362075" y="1238250"/>
                </a:lnTo>
                <a:lnTo>
                  <a:pt x="1362075" y="1247775"/>
                </a:lnTo>
                <a:lnTo>
                  <a:pt x="1352550" y="1247775"/>
                </a:lnTo>
                <a:close/>
                <a:moveTo>
                  <a:pt x="447675" y="1247775"/>
                </a:moveTo>
                <a:lnTo>
                  <a:pt x="457200" y="1247775"/>
                </a:lnTo>
                <a:lnTo>
                  <a:pt x="457200" y="1257300"/>
                </a:lnTo>
                <a:lnTo>
                  <a:pt x="447675" y="1257300"/>
                </a:lnTo>
                <a:close/>
                <a:moveTo>
                  <a:pt x="1104900" y="1247775"/>
                </a:moveTo>
                <a:lnTo>
                  <a:pt x="1123950" y="1247775"/>
                </a:lnTo>
                <a:lnTo>
                  <a:pt x="1123950" y="1238250"/>
                </a:lnTo>
                <a:lnTo>
                  <a:pt x="1114425" y="1238250"/>
                </a:lnTo>
                <a:lnTo>
                  <a:pt x="1114425" y="1219200"/>
                </a:lnTo>
                <a:lnTo>
                  <a:pt x="1104900" y="1219200"/>
                </a:lnTo>
                <a:close/>
                <a:moveTo>
                  <a:pt x="1314450" y="1247775"/>
                </a:moveTo>
                <a:lnTo>
                  <a:pt x="1323975" y="1247775"/>
                </a:lnTo>
                <a:lnTo>
                  <a:pt x="1323975" y="1257300"/>
                </a:lnTo>
                <a:lnTo>
                  <a:pt x="1343025" y="1257300"/>
                </a:lnTo>
                <a:lnTo>
                  <a:pt x="1343025" y="1276350"/>
                </a:lnTo>
                <a:lnTo>
                  <a:pt x="1323975" y="1276350"/>
                </a:lnTo>
                <a:lnTo>
                  <a:pt x="1323975" y="1285875"/>
                </a:lnTo>
                <a:lnTo>
                  <a:pt x="1314450" y="1285875"/>
                </a:lnTo>
                <a:lnTo>
                  <a:pt x="1314450" y="1266825"/>
                </a:lnTo>
                <a:lnTo>
                  <a:pt x="1295400" y="1266825"/>
                </a:lnTo>
                <a:lnTo>
                  <a:pt x="1295400" y="1257300"/>
                </a:lnTo>
                <a:lnTo>
                  <a:pt x="1314450" y="1257300"/>
                </a:lnTo>
                <a:close/>
                <a:moveTo>
                  <a:pt x="1495425" y="1247775"/>
                </a:moveTo>
                <a:lnTo>
                  <a:pt x="1504950" y="1247775"/>
                </a:lnTo>
                <a:lnTo>
                  <a:pt x="1504950" y="1276350"/>
                </a:lnTo>
                <a:lnTo>
                  <a:pt x="1524000" y="1276350"/>
                </a:lnTo>
                <a:lnTo>
                  <a:pt x="1524000" y="1304925"/>
                </a:lnTo>
                <a:lnTo>
                  <a:pt x="1504950" y="1304925"/>
                </a:lnTo>
                <a:lnTo>
                  <a:pt x="1504950" y="1285875"/>
                </a:lnTo>
                <a:lnTo>
                  <a:pt x="1495425" y="1285875"/>
                </a:lnTo>
                <a:close/>
                <a:moveTo>
                  <a:pt x="381000" y="1266825"/>
                </a:moveTo>
                <a:lnTo>
                  <a:pt x="390525" y="1266825"/>
                </a:lnTo>
                <a:lnTo>
                  <a:pt x="390525" y="1276350"/>
                </a:lnTo>
                <a:lnTo>
                  <a:pt x="400050" y="1276350"/>
                </a:lnTo>
                <a:lnTo>
                  <a:pt x="400050" y="1285875"/>
                </a:lnTo>
                <a:lnTo>
                  <a:pt x="381000" y="1285875"/>
                </a:lnTo>
                <a:close/>
                <a:moveTo>
                  <a:pt x="581025" y="1266825"/>
                </a:moveTo>
                <a:lnTo>
                  <a:pt x="590550" y="1266825"/>
                </a:lnTo>
                <a:lnTo>
                  <a:pt x="590550" y="1295400"/>
                </a:lnTo>
                <a:lnTo>
                  <a:pt x="581025" y="1295400"/>
                </a:lnTo>
                <a:lnTo>
                  <a:pt x="581025" y="1285875"/>
                </a:lnTo>
                <a:lnTo>
                  <a:pt x="561975" y="1285875"/>
                </a:lnTo>
                <a:lnTo>
                  <a:pt x="561975" y="1276350"/>
                </a:lnTo>
                <a:lnTo>
                  <a:pt x="581025" y="1276350"/>
                </a:lnTo>
                <a:close/>
                <a:moveTo>
                  <a:pt x="1162050" y="1266825"/>
                </a:moveTo>
                <a:lnTo>
                  <a:pt x="1181100" y="1266825"/>
                </a:lnTo>
                <a:lnTo>
                  <a:pt x="1181100" y="1257300"/>
                </a:lnTo>
                <a:lnTo>
                  <a:pt x="1162050" y="1257300"/>
                </a:lnTo>
                <a:close/>
                <a:moveTo>
                  <a:pt x="1200150" y="1266825"/>
                </a:moveTo>
                <a:lnTo>
                  <a:pt x="1181100" y="1266825"/>
                </a:lnTo>
                <a:lnTo>
                  <a:pt x="1181100" y="1285875"/>
                </a:lnTo>
                <a:lnTo>
                  <a:pt x="1190625" y="1285875"/>
                </a:lnTo>
                <a:lnTo>
                  <a:pt x="1190625" y="1276350"/>
                </a:lnTo>
                <a:lnTo>
                  <a:pt x="1200150" y="1276350"/>
                </a:lnTo>
                <a:close/>
                <a:moveTo>
                  <a:pt x="1200150" y="1266825"/>
                </a:moveTo>
                <a:lnTo>
                  <a:pt x="1209675" y="1266825"/>
                </a:lnTo>
                <a:lnTo>
                  <a:pt x="1209675" y="1257300"/>
                </a:lnTo>
                <a:lnTo>
                  <a:pt x="1200150" y="1257300"/>
                </a:lnTo>
                <a:close/>
                <a:moveTo>
                  <a:pt x="76200" y="1276350"/>
                </a:moveTo>
                <a:lnTo>
                  <a:pt x="95250" y="1276350"/>
                </a:lnTo>
                <a:lnTo>
                  <a:pt x="95250" y="1266825"/>
                </a:lnTo>
                <a:lnTo>
                  <a:pt x="76200" y="1266825"/>
                </a:lnTo>
                <a:close/>
                <a:moveTo>
                  <a:pt x="419100" y="1276350"/>
                </a:moveTo>
                <a:lnTo>
                  <a:pt x="428625" y="1276350"/>
                </a:lnTo>
                <a:lnTo>
                  <a:pt x="428625" y="1285875"/>
                </a:lnTo>
                <a:lnTo>
                  <a:pt x="419100" y="1285875"/>
                </a:lnTo>
                <a:close/>
                <a:moveTo>
                  <a:pt x="533400" y="1276350"/>
                </a:moveTo>
                <a:lnTo>
                  <a:pt x="542925" y="1276350"/>
                </a:lnTo>
                <a:lnTo>
                  <a:pt x="542925" y="1285875"/>
                </a:lnTo>
                <a:lnTo>
                  <a:pt x="533400" y="1285875"/>
                </a:lnTo>
                <a:close/>
                <a:moveTo>
                  <a:pt x="428625" y="1285875"/>
                </a:moveTo>
                <a:lnTo>
                  <a:pt x="457200" y="1285875"/>
                </a:lnTo>
                <a:lnTo>
                  <a:pt x="457200" y="1304925"/>
                </a:lnTo>
                <a:lnTo>
                  <a:pt x="438150" y="1304925"/>
                </a:lnTo>
                <a:lnTo>
                  <a:pt x="438150" y="1314450"/>
                </a:lnTo>
                <a:lnTo>
                  <a:pt x="428625" y="1314450"/>
                </a:lnTo>
                <a:lnTo>
                  <a:pt x="428625" y="1304925"/>
                </a:lnTo>
                <a:lnTo>
                  <a:pt x="409575" y="1304925"/>
                </a:lnTo>
                <a:lnTo>
                  <a:pt x="409575" y="1295400"/>
                </a:lnTo>
                <a:lnTo>
                  <a:pt x="428625" y="1295400"/>
                </a:lnTo>
                <a:close/>
                <a:moveTo>
                  <a:pt x="1543050" y="1285875"/>
                </a:moveTo>
                <a:lnTo>
                  <a:pt x="1600200" y="1285875"/>
                </a:lnTo>
                <a:lnTo>
                  <a:pt x="1600200" y="1295400"/>
                </a:lnTo>
                <a:lnTo>
                  <a:pt x="1590675" y="1295400"/>
                </a:lnTo>
                <a:lnTo>
                  <a:pt x="1590675" y="1333500"/>
                </a:lnTo>
                <a:lnTo>
                  <a:pt x="1600200" y="1333500"/>
                </a:lnTo>
                <a:lnTo>
                  <a:pt x="1600200" y="1343025"/>
                </a:lnTo>
                <a:lnTo>
                  <a:pt x="1590675" y="1343025"/>
                </a:lnTo>
                <a:lnTo>
                  <a:pt x="1590675" y="1352550"/>
                </a:lnTo>
                <a:lnTo>
                  <a:pt x="1581150" y="1352550"/>
                </a:lnTo>
                <a:lnTo>
                  <a:pt x="1581150" y="1343025"/>
                </a:lnTo>
                <a:lnTo>
                  <a:pt x="1533525" y="1343025"/>
                </a:lnTo>
                <a:lnTo>
                  <a:pt x="1533525" y="1333500"/>
                </a:lnTo>
                <a:lnTo>
                  <a:pt x="1524000" y="1333500"/>
                </a:lnTo>
                <a:lnTo>
                  <a:pt x="1524000" y="1323975"/>
                </a:lnTo>
                <a:lnTo>
                  <a:pt x="1514475" y="1323975"/>
                </a:lnTo>
                <a:lnTo>
                  <a:pt x="1514475" y="1314450"/>
                </a:lnTo>
                <a:lnTo>
                  <a:pt x="1533525" y="1314450"/>
                </a:lnTo>
                <a:lnTo>
                  <a:pt x="1533525" y="1295400"/>
                </a:lnTo>
                <a:lnTo>
                  <a:pt x="1543050" y="1295400"/>
                </a:lnTo>
                <a:close/>
                <a:moveTo>
                  <a:pt x="828675" y="1295400"/>
                </a:moveTo>
                <a:lnTo>
                  <a:pt x="838200" y="1295400"/>
                </a:lnTo>
                <a:lnTo>
                  <a:pt x="838200" y="1304925"/>
                </a:lnTo>
                <a:lnTo>
                  <a:pt x="828675" y="1304925"/>
                </a:lnTo>
                <a:close/>
                <a:moveTo>
                  <a:pt x="885825" y="1295400"/>
                </a:moveTo>
                <a:lnTo>
                  <a:pt x="895350" y="1295400"/>
                </a:lnTo>
                <a:lnTo>
                  <a:pt x="895350" y="1314450"/>
                </a:lnTo>
                <a:lnTo>
                  <a:pt x="885825" y="1314450"/>
                </a:lnTo>
                <a:close/>
                <a:moveTo>
                  <a:pt x="923925" y="1295400"/>
                </a:moveTo>
                <a:lnTo>
                  <a:pt x="952500" y="1295400"/>
                </a:lnTo>
                <a:lnTo>
                  <a:pt x="952500" y="1304925"/>
                </a:lnTo>
                <a:lnTo>
                  <a:pt x="923925" y="1304925"/>
                </a:lnTo>
                <a:close/>
                <a:moveTo>
                  <a:pt x="1028700" y="1295400"/>
                </a:moveTo>
                <a:lnTo>
                  <a:pt x="1047750" y="1295400"/>
                </a:lnTo>
                <a:lnTo>
                  <a:pt x="1047750" y="1276350"/>
                </a:lnTo>
                <a:lnTo>
                  <a:pt x="1019175" y="1276350"/>
                </a:lnTo>
                <a:lnTo>
                  <a:pt x="1019175" y="1304925"/>
                </a:lnTo>
                <a:lnTo>
                  <a:pt x="1028700" y="1304925"/>
                </a:lnTo>
                <a:close/>
                <a:moveTo>
                  <a:pt x="1104900" y="1295400"/>
                </a:moveTo>
                <a:lnTo>
                  <a:pt x="1123950" y="1295400"/>
                </a:lnTo>
                <a:lnTo>
                  <a:pt x="1123950" y="1304925"/>
                </a:lnTo>
                <a:lnTo>
                  <a:pt x="1104900" y="1304925"/>
                </a:lnTo>
                <a:close/>
                <a:moveTo>
                  <a:pt x="1143000" y="1295400"/>
                </a:moveTo>
                <a:lnTo>
                  <a:pt x="1152525" y="1295400"/>
                </a:lnTo>
                <a:lnTo>
                  <a:pt x="1152525" y="1304925"/>
                </a:lnTo>
                <a:lnTo>
                  <a:pt x="1143000" y="1304925"/>
                </a:lnTo>
                <a:close/>
                <a:moveTo>
                  <a:pt x="1266825" y="1295400"/>
                </a:moveTo>
                <a:lnTo>
                  <a:pt x="1285875" y="1295400"/>
                </a:lnTo>
                <a:lnTo>
                  <a:pt x="1285875" y="1304925"/>
                </a:lnTo>
                <a:lnTo>
                  <a:pt x="1295400" y="1304925"/>
                </a:lnTo>
                <a:lnTo>
                  <a:pt x="1295400" y="1314450"/>
                </a:lnTo>
                <a:lnTo>
                  <a:pt x="1276350" y="1314450"/>
                </a:lnTo>
                <a:lnTo>
                  <a:pt x="1276350" y="1304925"/>
                </a:lnTo>
                <a:lnTo>
                  <a:pt x="1266825" y="1304925"/>
                </a:lnTo>
                <a:close/>
                <a:moveTo>
                  <a:pt x="114300" y="1304925"/>
                </a:moveTo>
                <a:lnTo>
                  <a:pt x="123825" y="1304925"/>
                </a:lnTo>
                <a:lnTo>
                  <a:pt x="123825" y="1314450"/>
                </a:lnTo>
                <a:lnTo>
                  <a:pt x="114300" y="1314450"/>
                </a:lnTo>
                <a:close/>
                <a:moveTo>
                  <a:pt x="638175" y="1304925"/>
                </a:moveTo>
                <a:lnTo>
                  <a:pt x="647700" y="1304925"/>
                </a:lnTo>
                <a:lnTo>
                  <a:pt x="647700" y="1314450"/>
                </a:lnTo>
                <a:lnTo>
                  <a:pt x="638175" y="1314450"/>
                </a:lnTo>
                <a:close/>
                <a:moveTo>
                  <a:pt x="771525" y="1304925"/>
                </a:moveTo>
                <a:lnTo>
                  <a:pt x="790575" y="1304925"/>
                </a:lnTo>
                <a:lnTo>
                  <a:pt x="790575" y="1314450"/>
                </a:lnTo>
                <a:lnTo>
                  <a:pt x="771525" y="1314450"/>
                </a:lnTo>
                <a:close/>
                <a:moveTo>
                  <a:pt x="1123950" y="1304925"/>
                </a:moveTo>
                <a:lnTo>
                  <a:pt x="1133475" y="1304925"/>
                </a:lnTo>
                <a:lnTo>
                  <a:pt x="1133475" y="1314450"/>
                </a:lnTo>
                <a:lnTo>
                  <a:pt x="1123950" y="1314450"/>
                </a:lnTo>
                <a:close/>
                <a:moveTo>
                  <a:pt x="1400175" y="1304925"/>
                </a:moveTo>
                <a:lnTo>
                  <a:pt x="1409700" y="1304925"/>
                </a:lnTo>
                <a:lnTo>
                  <a:pt x="1409700" y="1314450"/>
                </a:lnTo>
                <a:lnTo>
                  <a:pt x="1419225" y="1314450"/>
                </a:lnTo>
                <a:lnTo>
                  <a:pt x="1419225" y="1304925"/>
                </a:lnTo>
                <a:lnTo>
                  <a:pt x="1428750" y="1304925"/>
                </a:lnTo>
                <a:lnTo>
                  <a:pt x="1428750" y="1314450"/>
                </a:lnTo>
                <a:lnTo>
                  <a:pt x="1457325" y="1314450"/>
                </a:lnTo>
                <a:lnTo>
                  <a:pt x="1457325" y="1304925"/>
                </a:lnTo>
                <a:lnTo>
                  <a:pt x="1466850" y="1304925"/>
                </a:lnTo>
                <a:lnTo>
                  <a:pt x="1466850" y="1314450"/>
                </a:lnTo>
                <a:lnTo>
                  <a:pt x="1485900" y="1314450"/>
                </a:lnTo>
                <a:lnTo>
                  <a:pt x="1485900" y="1323975"/>
                </a:lnTo>
                <a:lnTo>
                  <a:pt x="1466850" y="1323975"/>
                </a:lnTo>
                <a:lnTo>
                  <a:pt x="1466850" y="1333500"/>
                </a:lnTo>
                <a:lnTo>
                  <a:pt x="1447800" y="1333500"/>
                </a:lnTo>
                <a:lnTo>
                  <a:pt x="1447800" y="1352550"/>
                </a:lnTo>
                <a:lnTo>
                  <a:pt x="1466850" y="1352550"/>
                </a:lnTo>
                <a:lnTo>
                  <a:pt x="1466850" y="1362075"/>
                </a:lnTo>
                <a:lnTo>
                  <a:pt x="1476375" y="1362075"/>
                </a:lnTo>
                <a:lnTo>
                  <a:pt x="1476375" y="1352550"/>
                </a:lnTo>
                <a:lnTo>
                  <a:pt x="1485900" y="1352550"/>
                </a:lnTo>
                <a:lnTo>
                  <a:pt x="1485900" y="1362075"/>
                </a:lnTo>
                <a:lnTo>
                  <a:pt x="1476375" y="1362075"/>
                </a:lnTo>
                <a:lnTo>
                  <a:pt x="1476375" y="1381125"/>
                </a:lnTo>
                <a:lnTo>
                  <a:pt x="1466850" y="1381125"/>
                </a:lnTo>
                <a:lnTo>
                  <a:pt x="1466850" y="1371600"/>
                </a:lnTo>
                <a:lnTo>
                  <a:pt x="1457325" y="1371600"/>
                </a:lnTo>
                <a:lnTo>
                  <a:pt x="1457325" y="1362075"/>
                </a:lnTo>
                <a:lnTo>
                  <a:pt x="1419225" y="1362075"/>
                </a:lnTo>
                <a:lnTo>
                  <a:pt x="1419225" y="1352550"/>
                </a:lnTo>
                <a:lnTo>
                  <a:pt x="1400175" y="1352550"/>
                </a:lnTo>
                <a:lnTo>
                  <a:pt x="1400175" y="1343025"/>
                </a:lnTo>
                <a:lnTo>
                  <a:pt x="1390650" y="1343025"/>
                </a:lnTo>
                <a:lnTo>
                  <a:pt x="1390650" y="1323975"/>
                </a:lnTo>
                <a:lnTo>
                  <a:pt x="1400175" y="1323975"/>
                </a:lnTo>
                <a:close/>
                <a:moveTo>
                  <a:pt x="1495425" y="1304925"/>
                </a:moveTo>
                <a:lnTo>
                  <a:pt x="1504950" y="1304925"/>
                </a:lnTo>
                <a:lnTo>
                  <a:pt x="1504950" y="1314450"/>
                </a:lnTo>
                <a:lnTo>
                  <a:pt x="1495425" y="1314450"/>
                </a:lnTo>
                <a:close/>
                <a:moveTo>
                  <a:pt x="657225" y="1314450"/>
                </a:moveTo>
                <a:lnTo>
                  <a:pt x="676275" y="1314450"/>
                </a:lnTo>
                <a:lnTo>
                  <a:pt x="676275" y="1333500"/>
                </a:lnTo>
                <a:lnTo>
                  <a:pt x="657225" y="1333500"/>
                </a:lnTo>
                <a:close/>
                <a:moveTo>
                  <a:pt x="704850" y="1314450"/>
                </a:moveTo>
                <a:lnTo>
                  <a:pt x="762000" y="1314450"/>
                </a:lnTo>
                <a:lnTo>
                  <a:pt x="762000" y="1323975"/>
                </a:lnTo>
                <a:lnTo>
                  <a:pt x="752475" y="1323975"/>
                </a:lnTo>
                <a:lnTo>
                  <a:pt x="752475" y="1333500"/>
                </a:lnTo>
                <a:lnTo>
                  <a:pt x="685800" y="1333500"/>
                </a:lnTo>
                <a:lnTo>
                  <a:pt x="685800" y="1323975"/>
                </a:lnTo>
                <a:lnTo>
                  <a:pt x="704850" y="1323975"/>
                </a:lnTo>
                <a:close/>
                <a:moveTo>
                  <a:pt x="1352550" y="1314450"/>
                </a:moveTo>
                <a:lnTo>
                  <a:pt x="1362075" y="1314450"/>
                </a:lnTo>
                <a:lnTo>
                  <a:pt x="1362075" y="1323975"/>
                </a:lnTo>
                <a:lnTo>
                  <a:pt x="1352550" y="1323975"/>
                </a:lnTo>
                <a:close/>
                <a:moveTo>
                  <a:pt x="962025" y="1323975"/>
                </a:moveTo>
                <a:lnTo>
                  <a:pt x="981075" y="1323975"/>
                </a:lnTo>
                <a:lnTo>
                  <a:pt x="981075" y="1333500"/>
                </a:lnTo>
                <a:lnTo>
                  <a:pt x="962025" y="1333500"/>
                </a:lnTo>
                <a:close/>
                <a:moveTo>
                  <a:pt x="990600" y="1323975"/>
                </a:moveTo>
                <a:lnTo>
                  <a:pt x="1000125" y="1323975"/>
                </a:lnTo>
                <a:lnTo>
                  <a:pt x="1000125" y="1333500"/>
                </a:lnTo>
                <a:lnTo>
                  <a:pt x="990600" y="1333500"/>
                </a:lnTo>
                <a:close/>
                <a:moveTo>
                  <a:pt x="1495425" y="1323975"/>
                </a:moveTo>
                <a:lnTo>
                  <a:pt x="1504950" y="1323975"/>
                </a:lnTo>
                <a:lnTo>
                  <a:pt x="1504950" y="1333500"/>
                </a:lnTo>
                <a:lnTo>
                  <a:pt x="1495425" y="1333500"/>
                </a:lnTo>
                <a:close/>
                <a:moveTo>
                  <a:pt x="1533525" y="1333500"/>
                </a:moveTo>
                <a:lnTo>
                  <a:pt x="1543050" y="1333500"/>
                </a:lnTo>
                <a:lnTo>
                  <a:pt x="1543050" y="1314450"/>
                </a:lnTo>
                <a:lnTo>
                  <a:pt x="1533525" y="1314450"/>
                </a:lnTo>
                <a:close/>
                <a:moveTo>
                  <a:pt x="1409700" y="1343025"/>
                </a:moveTo>
                <a:lnTo>
                  <a:pt x="1428750" y="1343025"/>
                </a:lnTo>
                <a:lnTo>
                  <a:pt x="1428750" y="1323975"/>
                </a:lnTo>
                <a:lnTo>
                  <a:pt x="1419225" y="1323975"/>
                </a:lnTo>
                <a:lnTo>
                  <a:pt x="1419225" y="1333500"/>
                </a:lnTo>
                <a:lnTo>
                  <a:pt x="1409700" y="1333500"/>
                </a:lnTo>
                <a:close/>
                <a:moveTo>
                  <a:pt x="1771650" y="1343025"/>
                </a:moveTo>
                <a:lnTo>
                  <a:pt x="1790700" y="1343025"/>
                </a:lnTo>
                <a:lnTo>
                  <a:pt x="1790700" y="1352550"/>
                </a:lnTo>
                <a:lnTo>
                  <a:pt x="1771650" y="1352550"/>
                </a:lnTo>
                <a:close/>
                <a:moveTo>
                  <a:pt x="114300" y="1352550"/>
                </a:moveTo>
                <a:lnTo>
                  <a:pt x="123825" y="1352550"/>
                </a:lnTo>
                <a:lnTo>
                  <a:pt x="123825" y="1362075"/>
                </a:lnTo>
                <a:lnTo>
                  <a:pt x="133350" y="1362075"/>
                </a:lnTo>
                <a:lnTo>
                  <a:pt x="133350" y="1381125"/>
                </a:lnTo>
                <a:lnTo>
                  <a:pt x="104775" y="1381125"/>
                </a:lnTo>
                <a:lnTo>
                  <a:pt x="104775" y="1390650"/>
                </a:lnTo>
                <a:lnTo>
                  <a:pt x="95250" y="1390650"/>
                </a:lnTo>
                <a:lnTo>
                  <a:pt x="95250" y="1400175"/>
                </a:lnTo>
                <a:lnTo>
                  <a:pt x="85725" y="1400175"/>
                </a:lnTo>
                <a:lnTo>
                  <a:pt x="85725" y="1409700"/>
                </a:lnTo>
                <a:lnTo>
                  <a:pt x="66675" y="1409700"/>
                </a:lnTo>
                <a:lnTo>
                  <a:pt x="66675" y="1381125"/>
                </a:lnTo>
                <a:lnTo>
                  <a:pt x="85725" y="1381125"/>
                </a:lnTo>
                <a:lnTo>
                  <a:pt x="85725" y="1371600"/>
                </a:lnTo>
                <a:lnTo>
                  <a:pt x="95250" y="1371600"/>
                </a:lnTo>
                <a:lnTo>
                  <a:pt x="95250" y="1362075"/>
                </a:lnTo>
                <a:lnTo>
                  <a:pt x="114300" y="1362075"/>
                </a:lnTo>
                <a:close/>
                <a:moveTo>
                  <a:pt x="323850" y="1371600"/>
                </a:moveTo>
                <a:lnTo>
                  <a:pt x="361950" y="1371600"/>
                </a:lnTo>
                <a:lnTo>
                  <a:pt x="361950" y="1390650"/>
                </a:lnTo>
                <a:lnTo>
                  <a:pt x="371475" y="1390650"/>
                </a:lnTo>
                <a:lnTo>
                  <a:pt x="371475" y="1409700"/>
                </a:lnTo>
                <a:lnTo>
                  <a:pt x="352425" y="1409700"/>
                </a:lnTo>
                <a:lnTo>
                  <a:pt x="352425" y="1419225"/>
                </a:lnTo>
                <a:lnTo>
                  <a:pt x="342900" y="1419225"/>
                </a:lnTo>
                <a:lnTo>
                  <a:pt x="342900" y="1400175"/>
                </a:lnTo>
                <a:lnTo>
                  <a:pt x="323850" y="1400175"/>
                </a:lnTo>
                <a:close/>
                <a:moveTo>
                  <a:pt x="1581150" y="1371600"/>
                </a:moveTo>
                <a:lnTo>
                  <a:pt x="1600200" y="1371600"/>
                </a:lnTo>
                <a:lnTo>
                  <a:pt x="1600200" y="1400175"/>
                </a:lnTo>
                <a:lnTo>
                  <a:pt x="1581150" y="1400175"/>
                </a:lnTo>
                <a:lnTo>
                  <a:pt x="1581150" y="1390650"/>
                </a:lnTo>
                <a:lnTo>
                  <a:pt x="1590675" y="1390650"/>
                </a:lnTo>
                <a:lnTo>
                  <a:pt x="1590675" y="1381125"/>
                </a:lnTo>
                <a:lnTo>
                  <a:pt x="1581150" y="1381125"/>
                </a:lnTo>
                <a:close/>
                <a:moveTo>
                  <a:pt x="1543050" y="1381125"/>
                </a:moveTo>
                <a:lnTo>
                  <a:pt x="1552575" y="1381125"/>
                </a:lnTo>
                <a:lnTo>
                  <a:pt x="1552575" y="1390650"/>
                </a:lnTo>
                <a:lnTo>
                  <a:pt x="1543050" y="1390650"/>
                </a:lnTo>
                <a:close/>
                <a:moveTo>
                  <a:pt x="133350" y="1390650"/>
                </a:moveTo>
                <a:lnTo>
                  <a:pt x="152400" y="1390650"/>
                </a:lnTo>
                <a:lnTo>
                  <a:pt x="152400" y="1400175"/>
                </a:lnTo>
                <a:lnTo>
                  <a:pt x="161925" y="1400175"/>
                </a:lnTo>
                <a:lnTo>
                  <a:pt x="161925" y="1409700"/>
                </a:lnTo>
                <a:lnTo>
                  <a:pt x="180975" y="1409700"/>
                </a:lnTo>
                <a:lnTo>
                  <a:pt x="180975" y="1419225"/>
                </a:lnTo>
                <a:lnTo>
                  <a:pt x="190500" y="1419225"/>
                </a:lnTo>
                <a:lnTo>
                  <a:pt x="190500" y="1438275"/>
                </a:lnTo>
                <a:lnTo>
                  <a:pt x="161925" y="1438275"/>
                </a:lnTo>
                <a:lnTo>
                  <a:pt x="161925" y="1428750"/>
                </a:lnTo>
                <a:lnTo>
                  <a:pt x="152400" y="1428750"/>
                </a:lnTo>
                <a:lnTo>
                  <a:pt x="152400" y="1409700"/>
                </a:lnTo>
                <a:lnTo>
                  <a:pt x="133350" y="1409700"/>
                </a:lnTo>
                <a:close/>
                <a:moveTo>
                  <a:pt x="523875" y="1390650"/>
                </a:moveTo>
                <a:lnTo>
                  <a:pt x="533400" y="1390650"/>
                </a:lnTo>
                <a:lnTo>
                  <a:pt x="533400" y="1419225"/>
                </a:lnTo>
                <a:lnTo>
                  <a:pt x="523875" y="1419225"/>
                </a:lnTo>
                <a:close/>
                <a:moveTo>
                  <a:pt x="1476375" y="1390650"/>
                </a:moveTo>
                <a:lnTo>
                  <a:pt x="1485900" y="1390650"/>
                </a:lnTo>
                <a:lnTo>
                  <a:pt x="1485900" y="1400175"/>
                </a:lnTo>
                <a:lnTo>
                  <a:pt x="1495425" y="1400175"/>
                </a:lnTo>
                <a:lnTo>
                  <a:pt x="1495425" y="1419225"/>
                </a:lnTo>
                <a:lnTo>
                  <a:pt x="1476375" y="1419225"/>
                </a:lnTo>
                <a:close/>
                <a:moveTo>
                  <a:pt x="885825" y="1400175"/>
                </a:moveTo>
                <a:lnTo>
                  <a:pt x="895350" y="1400175"/>
                </a:lnTo>
                <a:lnTo>
                  <a:pt x="895350" y="1409700"/>
                </a:lnTo>
                <a:lnTo>
                  <a:pt x="904875" y="1409700"/>
                </a:lnTo>
                <a:lnTo>
                  <a:pt x="904875" y="1438275"/>
                </a:lnTo>
                <a:lnTo>
                  <a:pt x="933450" y="1438275"/>
                </a:lnTo>
                <a:lnTo>
                  <a:pt x="933450" y="1447800"/>
                </a:lnTo>
                <a:lnTo>
                  <a:pt x="952500" y="1447800"/>
                </a:lnTo>
                <a:lnTo>
                  <a:pt x="952500" y="1457325"/>
                </a:lnTo>
                <a:lnTo>
                  <a:pt x="914400" y="1457325"/>
                </a:lnTo>
                <a:lnTo>
                  <a:pt x="914400" y="1466850"/>
                </a:lnTo>
                <a:lnTo>
                  <a:pt x="895350" y="1466850"/>
                </a:lnTo>
                <a:lnTo>
                  <a:pt x="895350" y="1457325"/>
                </a:lnTo>
                <a:lnTo>
                  <a:pt x="876300" y="1457325"/>
                </a:lnTo>
                <a:lnTo>
                  <a:pt x="876300" y="1466850"/>
                </a:lnTo>
                <a:lnTo>
                  <a:pt x="838200" y="1466850"/>
                </a:lnTo>
                <a:lnTo>
                  <a:pt x="838200" y="1457325"/>
                </a:lnTo>
                <a:lnTo>
                  <a:pt x="819150" y="1457325"/>
                </a:lnTo>
                <a:lnTo>
                  <a:pt x="819150" y="1466850"/>
                </a:lnTo>
                <a:lnTo>
                  <a:pt x="800100" y="1466850"/>
                </a:lnTo>
                <a:lnTo>
                  <a:pt x="800100" y="1457325"/>
                </a:lnTo>
                <a:lnTo>
                  <a:pt x="790575" y="1457325"/>
                </a:lnTo>
                <a:lnTo>
                  <a:pt x="790575" y="1419225"/>
                </a:lnTo>
                <a:lnTo>
                  <a:pt x="809625" y="1419225"/>
                </a:lnTo>
                <a:lnTo>
                  <a:pt x="809625" y="1428750"/>
                </a:lnTo>
                <a:lnTo>
                  <a:pt x="828675" y="1428750"/>
                </a:lnTo>
                <a:lnTo>
                  <a:pt x="828675" y="1438275"/>
                </a:lnTo>
                <a:lnTo>
                  <a:pt x="847725" y="1438275"/>
                </a:lnTo>
                <a:lnTo>
                  <a:pt x="847725" y="1428750"/>
                </a:lnTo>
                <a:lnTo>
                  <a:pt x="876300" y="1428750"/>
                </a:lnTo>
                <a:lnTo>
                  <a:pt x="876300" y="1409700"/>
                </a:lnTo>
                <a:lnTo>
                  <a:pt x="885825" y="1409700"/>
                </a:lnTo>
                <a:close/>
                <a:moveTo>
                  <a:pt x="1314450" y="1400175"/>
                </a:moveTo>
                <a:lnTo>
                  <a:pt x="1333500" y="1400175"/>
                </a:lnTo>
                <a:lnTo>
                  <a:pt x="1333500" y="1409700"/>
                </a:lnTo>
                <a:lnTo>
                  <a:pt x="1352550" y="1409700"/>
                </a:lnTo>
                <a:lnTo>
                  <a:pt x="1352550" y="1400175"/>
                </a:lnTo>
                <a:lnTo>
                  <a:pt x="1362075" y="1400175"/>
                </a:lnTo>
                <a:lnTo>
                  <a:pt x="1362075" y="1419225"/>
                </a:lnTo>
                <a:lnTo>
                  <a:pt x="1352550" y="1419225"/>
                </a:lnTo>
                <a:lnTo>
                  <a:pt x="1352550" y="1428750"/>
                </a:lnTo>
                <a:lnTo>
                  <a:pt x="1343025" y="1428750"/>
                </a:lnTo>
                <a:lnTo>
                  <a:pt x="1343025" y="1419225"/>
                </a:lnTo>
                <a:lnTo>
                  <a:pt x="1314450" y="1419225"/>
                </a:lnTo>
                <a:close/>
                <a:moveTo>
                  <a:pt x="1524000" y="1400175"/>
                </a:moveTo>
                <a:lnTo>
                  <a:pt x="1543050" y="1400175"/>
                </a:lnTo>
                <a:lnTo>
                  <a:pt x="1543050" y="1409700"/>
                </a:lnTo>
                <a:lnTo>
                  <a:pt x="1524000" y="1409700"/>
                </a:lnTo>
                <a:close/>
                <a:moveTo>
                  <a:pt x="1571625" y="1400175"/>
                </a:moveTo>
                <a:lnTo>
                  <a:pt x="1581150" y="1400175"/>
                </a:lnTo>
                <a:lnTo>
                  <a:pt x="1581150" y="1419225"/>
                </a:lnTo>
                <a:lnTo>
                  <a:pt x="1571625" y="1419225"/>
                </a:lnTo>
                <a:close/>
                <a:moveTo>
                  <a:pt x="1609725" y="1400175"/>
                </a:moveTo>
                <a:lnTo>
                  <a:pt x="1619250" y="1400175"/>
                </a:lnTo>
                <a:lnTo>
                  <a:pt x="1619250" y="1419225"/>
                </a:lnTo>
                <a:lnTo>
                  <a:pt x="1609725" y="1419225"/>
                </a:lnTo>
                <a:close/>
                <a:moveTo>
                  <a:pt x="561975" y="1409700"/>
                </a:moveTo>
                <a:lnTo>
                  <a:pt x="571500" y="1409700"/>
                </a:lnTo>
                <a:lnTo>
                  <a:pt x="571500" y="1419225"/>
                </a:lnTo>
                <a:lnTo>
                  <a:pt x="561975" y="1419225"/>
                </a:lnTo>
                <a:close/>
                <a:moveTo>
                  <a:pt x="638175" y="1409700"/>
                </a:moveTo>
                <a:lnTo>
                  <a:pt x="666750" y="1409700"/>
                </a:lnTo>
                <a:lnTo>
                  <a:pt x="666750" y="1419225"/>
                </a:lnTo>
                <a:lnTo>
                  <a:pt x="638175" y="1419225"/>
                </a:lnTo>
                <a:close/>
                <a:moveTo>
                  <a:pt x="1390650" y="1409700"/>
                </a:moveTo>
                <a:lnTo>
                  <a:pt x="1409700" y="1409700"/>
                </a:lnTo>
                <a:lnTo>
                  <a:pt x="1409700" y="1419225"/>
                </a:lnTo>
                <a:lnTo>
                  <a:pt x="1390650" y="1419225"/>
                </a:lnTo>
                <a:close/>
                <a:moveTo>
                  <a:pt x="571500" y="1419225"/>
                </a:moveTo>
                <a:lnTo>
                  <a:pt x="600075" y="1419225"/>
                </a:lnTo>
                <a:lnTo>
                  <a:pt x="600075" y="1428750"/>
                </a:lnTo>
                <a:lnTo>
                  <a:pt x="571500" y="1428750"/>
                </a:lnTo>
                <a:close/>
                <a:moveTo>
                  <a:pt x="1466850" y="1428750"/>
                </a:moveTo>
                <a:lnTo>
                  <a:pt x="1476375" y="1428750"/>
                </a:lnTo>
                <a:lnTo>
                  <a:pt x="1476375" y="1438275"/>
                </a:lnTo>
                <a:lnTo>
                  <a:pt x="1466850" y="1438275"/>
                </a:lnTo>
                <a:close/>
                <a:moveTo>
                  <a:pt x="1571625" y="1428750"/>
                </a:moveTo>
                <a:lnTo>
                  <a:pt x="1581150" y="1428750"/>
                </a:lnTo>
                <a:lnTo>
                  <a:pt x="1581150" y="1447800"/>
                </a:lnTo>
                <a:lnTo>
                  <a:pt x="1571625" y="1447800"/>
                </a:lnTo>
                <a:close/>
                <a:moveTo>
                  <a:pt x="1314450" y="1438275"/>
                </a:moveTo>
                <a:lnTo>
                  <a:pt x="1333500" y="1438275"/>
                </a:lnTo>
                <a:lnTo>
                  <a:pt x="1333500" y="1447800"/>
                </a:lnTo>
                <a:lnTo>
                  <a:pt x="1323975" y="1447800"/>
                </a:lnTo>
                <a:lnTo>
                  <a:pt x="1323975" y="1457325"/>
                </a:lnTo>
                <a:lnTo>
                  <a:pt x="1314450" y="1457325"/>
                </a:lnTo>
                <a:close/>
                <a:moveTo>
                  <a:pt x="514350" y="1447800"/>
                </a:moveTo>
                <a:lnTo>
                  <a:pt x="533400" y="1447800"/>
                </a:lnTo>
                <a:lnTo>
                  <a:pt x="533400" y="1457325"/>
                </a:lnTo>
                <a:lnTo>
                  <a:pt x="514350" y="1457325"/>
                </a:lnTo>
                <a:close/>
                <a:moveTo>
                  <a:pt x="638175" y="1447800"/>
                </a:moveTo>
                <a:lnTo>
                  <a:pt x="647700" y="1447800"/>
                </a:lnTo>
                <a:lnTo>
                  <a:pt x="647700" y="1457325"/>
                </a:lnTo>
                <a:lnTo>
                  <a:pt x="638175" y="1457325"/>
                </a:lnTo>
                <a:close/>
                <a:moveTo>
                  <a:pt x="1238250" y="1447800"/>
                </a:moveTo>
                <a:lnTo>
                  <a:pt x="1257300" y="1447800"/>
                </a:lnTo>
                <a:lnTo>
                  <a:pt x="1257300" y="1457325"/>
                </a:lnTo>
                <a:lnTo>
                  <a:pt x="1238250" y="1457325"/>
                </a:lnTo>
                <a:close/>
                <a:moveTo>
                  <a:pt x="1362075" y="1447800"/>
                </a:moveTo>
                <a:lnTo>
                  <a:pt x="1371600" y="1447800"/>
                </a:lnTo>
                <a:lnTo>
                  <a:pt x="1371600" y="1457325"/>
                </a:lnTo>
                <a:lnTo>
                  <a:pt x="1362075" y="1457325"/>
                </a:lnTo>
                <a:close/>
                <a:moveTo>
                  <a:pt x="1447800" y="1447800"/>
                </a:moveTo>
                <a:lnTo>
                  <a:pt x="1457325" y="1447800"/>
                </a:lnTo>
                <a:lnTo>
                  <a:pt x="1457325" y="1457325"/>
                </a:lnTo>
                <a:lnTo>
                  <a:pt x="1447800" y="1457325"/>
                </a:lnTo>
                <a:close/>
                <a:moveTo>
                  <a:pt x="1657350" y="1447800"/>
                </a:moveTo>
                <a:lnTo>
                  <a:pt x="1695450" y="1447800"/>
                </a:lnTo>
                <a:lnTo>
                  <a:pt x="1695450" y="1457325"/>
                </a:lnTo>
                <a:lnTo>
                  <a:pt x="1657350" y="1457325"/>
                </a:lnTo>
                <a:close/>
                <a:moveTo>
                  <a:pt x="1714500" y="1447800"/>
                </a:moveTo>
                <a:lnTo>
                  <a:pt x="1733550" y="1447800"/>
                </a:lnTo>
                <a:lnTo>
                  <a:pt x="1733550" y="1457325"/>
                </a:lnTo>
                <a:lnTo>
                  <a:pt x="1714500" y="1457325"/>
                </a:lnTo>
                <a:close/>
                <a:moveTo>
                  <a:pt x="1847850" y="1447800"/>
                </a:moveTo>
                <a:lnTo>
                  <a:pt x="1866900" y="1447800"/>
                </a:lnTo>
                <a:lnTo>
                  <a:pt x="1866900" y="1457325"/>
                </a:lnTo>
                <a:lnTo>
                  <a:pt x="1847850" y="1457325"/>
                </a:lnTo>
                <a:close/>
                <a:moveTo>
                  <a:pt x="123825" y="1466850"/>
                </a:moveTo>
                <a:lnTo>
                  <a:pt x="133350" y="1466850"/>
                </a:lnTo>
                <a:lnTo>
                  <a:pt x="133350" y="1485900"/>
                </a:lnTo>
                <a:lnTo>
                  <a:pt x="123825" y="1485900"/>
                </a:lnTo>
                <a:close/>
                <a:moveTo>
                  <a:pt x="133350" y="1485900"/>
                </a:moveTo>
                <a:lnTo>
                  <a:pt x="152400" y="1485900"/>
                </a:lnTo>
                <a:lnTo>
                  <a:pt x="152400" y="1504950"/>
                </a:lnTo>
                <a:lnTo>
                  <a:pt x="142875" y="1504950"/>
                </a:lnTo>
                <a:lnTo>
                  <a:pt x="142875" y="1495425"/>
                </a:lnTo>
                <a:lnTo>
                  <a:pt x="133350" y="1495425"/>
                </a:lnTo>
                <a:close/>
                <a:moveTo>
                  <a:pt x="247650" y="1495425"/>
                </a:moveTo>
                <a:lnTo>
                  <a:pt x="266700" y="1495425"/>
                </a:lnTo>
                <a:lnTo>
                  <a:pt x="266700" y="1524000"/>
                </a:lnTo>
                <a:lnTo>
                  <a:pt x="285750" y="1524000"/>
                </a:lnTo>
                <a:lnTo>
                  <a:pt x="285750" y="1514475"/>
                </a:lnTo>
                <a:lnTo>
                  <a:pt x="304800" y="1514475"/>
                </a:lnTo>
                <a:lnTo>
                  <a:pt x="304800" y="1524000"/>
                </a:lnTo>
                <a:lnTo>
                  <a:pt x="323850" y="1524000"/>
                </a:lnTo>
                <a:lnTo>
                  <a:pt x="323850" y="1514475"/>
                </a:lnTo>
                <a:lnTo>
                  <a:pt x="342900" y="1514475"/>
                </a:lnTo>
                <a:lnTo>
                  <a:pt x="342900" y="1552575"/>
                </a:lnTo>
                <a:lnTo>
                  <a:pt x="361950" y="1552575"/>
                </a:lnTo>
                <a:lnTo>
                  <a:pt x="361950" y="1543050"/>
                </a:lnTo>
                <a:lnTo>
                  <a:pt x="371475" y="1543050"/>
                </a:lnTo>
                <a:lnTo>
                  <a:pt x="371475" y="1562100"/>
                </a:lnTo>
                <a:lnTo>
                  <a:pt x="352425" y="1562100"/>
                </a:lnTo>
                <a:lnTo>
                  <a:pt x="352425" y="1571625"/>
                </a:lnTo>
                <a:lnTo>
                  <a:pt x="314325" y="1571625"/>
                </a:lnTo>
                <a:lnTo>
                  <a:pt x="314325" y="1581150"/>
                </a:lnTo>
                <a:lnTo>
                  <a:pt x="304800" y="1581150"/>
                </a:lnTo>
                <a:lnTo>
                  <a:pt x="304800" y="1590675"/>
                </a:lnTo>
                <a:lnTo>
                  <a:pt x="295275" y="1590675"/>
                </a:lnTo>
                <a:lnTo>
                  <a:pt x="295275" y="1581150"/>
                </a:lnTo>
                <a:lnTo>
                  <a:pt x="285750" y="1581150"/>
                </a:lnTo>
                <a:lnTo>
                  <a:pt x="285750" y="1562100"/>
                </a:lnTo>
                <a:lnTo>
                  <a:pt x="276225" y="1562100"/>
                </a:lnTo>
                <a:lnTo>
                  <a:pt x="276225" y="1552575"/>
                </a:lnTo>
                <a:lnTo>
                  <a:pt x="238125" y="1552575"/>
                </a:lnTo>
                <a:lnTo>
                  <a:pt x="238125" y="1524000"/>
                </a:lnTo>
                <a:lnTo>
                  <a:pt x="247650" y="1524000"/>
                </a:lnTo>
                <a:close/>
                <a:moveTo>
                  <a:pt x="1885950" y="1495425"/>
                </a:moveTo>
                <a:lnTo>
                  <a:pt x="1895475" y="1495425"/>
                </a:lnTo>
                <a:lnTo>
                  <a:pt x="1895475" y="1504950"/>
                </a:lnTo>
                <a:lnTo>
                  <a:pt x="1885950" y="1504950"/>
                </a:lnTo>
                <a:close/>
                <a:moveTo>
                  <a:pt x="180975" y="1504950"/>
                </a:moveTo>
                <a:lnTo>
                  <a:pt x="190500" y="1504950"/>
                </a:lnTo>
                <a:lnTo>
                  <a:pt x="190500" y="1514475"/>
                </a:lnTo>
                <a:lnTo>
                  <a:pt x="180975" y="1514475"/>
                </a:lnTo>
                <a:close/>
                <a:moveTo>
                  <a:pt x="209550" y="1504950"/>
                </a:moveTo>
                <a:lnTo>
                  <a:pt x="228600" y="1504950"/>
                </a:lnTo>
                <a:lnTo>
                  <a:pt x="228600" y="1533525"/>
                </a:lnTo>
                <a:lnTo>
                  <a:pt x="219075" y="1533525"/>
                </a:lnTo>
                <a:lnTo>
                  <a:pt x="219075" y="1552575"/>
                </a:lnTo>
                <a:lnTo>
                  <a:pt x="228600" y="1552575"/>
                </a:lnTo>
                <a:lnTo>
                  <a:pt x="228600" y="1581150"/>
                </a:lnTo>
                <a:lnTo>
                  <a:pt x="209550" y="1581150"/>
                </a:lnTo>
                <a:lnTo>
                  <a:pt x="209550" y="1571625"/>
                </a:lnTo>
                <a:lnTo>
                  <a:pt x="200025" y="1571625"/>
                </a:lnTo>
                <a:lnTo>
                  <a:pt x="200025" y="1543050"/>
                </a:lnTo>
                <a:lnTo>
                  <a:pt x="209550" y="1543050"/>
                </a:lnTo>
                <a:close/>
                <a:moveTo>
                  <a:pt x="323850" y="1562100"/>
                </a:moveTo>
                <a:lnTo>
                  <a:pt x="333375" y="1562100"/>
                </a:lnTo>
                <a:lnTo>
                  <a:pt x="333375" y="1543050"/>
                </a:lnTo>
                <a:lnTo>
                  <a:pt x="323850" y="1543050"/>
                </a:lnTo>
                <a:close/>
                <a:moveTo>
                  <a:pt x="447675" y="1571625"/>
                </a:moveTo>
                <a:lnTo>
                  <a:pt x="457200" y="1571625"/>
                </a:lnTo>
                <a:lnTo>
                  <a:pt x="457200" y="1581150"/>
                </a:lnTo>
                <a:lnTo>
                  <a:pt x="447675" y="1581150"/>
                </a:lnTo>
                <a:close/>
                <a:moveTo>
                  <a:pt x="466725" y="1571625"/>
                </a:moveTo>
                <a:lnTo>
                  <a:pt x="504825" y="1571625"/>
                </a:lnTo>
                <a:lnTo>
                  <a:pt x="504825" y="1581150"/>
                </a:lnTo>
                <a:lnTo>
                  <a:pt x="523875" y="1581150"/>
                </a:lnTo>
                <a:lnTo>
                  <a:pt x="523875" y="1590675"/>
                </a:lnTo>
                <a:lnTo>
                  <a:pt x="533400" y="1590675"/>
                </a:lnTo>
                <a:lnTo>
                  <a:pt x="533400" y="1581150"/>
                </a:lnTo>
                <a:lnTo>
                  <a:pt x="542925" y="1581150"/>
                </a:lnTo>
                <a:lnTo>
                  <a:pt x="542925" y="1609725"/>
                </a:lnTo>
                <a:lnTo>
                  <a:pt x="533400" y="1609725"/>
                </a:lnTo>
                <a:lnTo>
                  <a:pt x="533400" y="1600200"/>
                </a:lnTo>
                <a:lnTo>
                  <a:pt x="523875" y="1600200"/>
                </a:lnTo>
                <a:lnTo>
                  <a:pt x="523875" y="1609725"/>
                </a:lnTo>
                <a:lnTo>
                  <a:pt x="514350" y="1609725"/>
                </a:lnTo>
                <a:lnTo>
                  <a:pt x="514350" y="1600200"/>
                </a:lnTo>
                <a:lnTo>
                  <a:pt x="485775" y="1600200"/>
                </a:lnTo>
                <a:lnTo>
                  <a:pt x="485775" y="1590675"/>
                </a:lnTo>
                <a:lnTo>
                  <a:pt x="466725" y="1590675"/>
                </a:lnTo>
                <a:close/>
                <a:moveTo>
                  <a:pt x="438150" y="1581150"/>
                </a:moveTo>
                <a:lnTo>
                  <a:pt x="447675" y="1581150"/>
                </a:lnTo>
                <a:lnTo>
                  <a:pt x="447675" y="1590675"/>
                </a:lnTo>
                <a:lnTo>
                  <a:pt x="438150" y="1590675"/>
                </a:lnTo>
                <a:close/>
                <a:moveTo>
                  <a:pt x="428625" y="1590675"/>
                </a:moveTo>
                <a:lnTo>
                  <a:pt x="438150" y="1590675"/>
                </a:lnTo>
                <a:lnTo>
                  <a:pt x="438150" y="1600200"/>
                </a:lnTo>
                <a:lnTo>
                  <a:pt x="428625" y="1600200"/>
                </a:lnTo>
                <a:close/>
                <a:moveTo>
                  <a:pt x="323850" y="1619250"/>
                </a:moveTo>
                <a:lnTo>
                  <a:pt x="333375" y="1619250"/>
                </a:lnTo>
                <a:lnTo>
                  <a:pt x="333375" y="1638300"/>
                </a:lnTo>
                <a:lnTo>
                  <a:pt x="323850" y="1638300"/>
                </a:lnTo>
                <a:close/>
                <a:moveTo>
                  <a:pt x="1847850" y="1619250"/>
                </a:moveTo>
                <a:lnTo>
                  <a:pt x="1857375" y="1619250"/>
                </a:lnTo>
                <a:lnTo>
                  <a:pt x="1857375" y="1628775"/>
                </a:lnTo>
                <a:lnTo>
                  <a:pt x="1847850" y="1628775"/>
                </a:lnTo>
                <a:close/>
              </a:path>
            </a:pathLst>
          </a:custGeom>
          <a:solidFill xmlns:a="http://schemas.openxmlformats.org/drawingml/2006/main">
            <a:srgbClr val="F3EFE3"/>
          </a:solidFill>
          <a:ln xmlns:a="http://schemas.openxmlformats.org/drawingml/2006/main" w="0">
            <a:noFill/>
          </a:ln>
        </p:spPr>
      </p:sp>
      <p:sp>
        <p:nvSpPr>
          <p:cNvPr id="107" name="appearance vector #f3efe2">
            <a:extLst xmlns:a="http://schemas.openxmlformats.org/drawingml/2006/main">
              <a:ext uri="{FF2B5EF4-FFF2-40B4-BE49-F238E27FC236}">
                <a16:creationId xmlns:a16="http://schemas.microsoft.com/office/drawing/2014/main" id="{D6CA8CDA-460A-45E1-9862-3C23F436F8B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343400" y="5114925"/>
            <a:ext cx="1943100" cy="1666875"/>
          </a:xfrm>
          <a:custGeom xmlns:a="http://schemas.openxmlformats.org/drawingml/2006/main">
            <a:pathLst>
              <a:path w="1943100" h="1666875">
                <a:moveTo>
                  <a:pt x="609600" y="28575"/>
                </a:moveTo>
                <a:lnTo>
                  <a:pt x="619125" y="28575"/>
                </a:lnTo>
                <a:lnTo>
                  <a:pt x="619125" y="38100"/>
                </a:lnTo>
                <a:lnTo>
                  <a:pt x="609600" y="38100"/>
                </a:lnTo>
                <a:close/>
                <a:moveTo>
                  <a:pt x="1257300" y="28575"/>
                </a:moveTo>
                <a:lnTo>
                  <a:pt x="1266825" y="28575"/>
                </a:lnTo>
                <a:lnTo>
                  <a:pt x="1266825" y="57150"/>
                </a:lnTo>
                <a:lnTo>
                  <a:pt x="1247775" y="57150"/>
                </a:lnTo>
                <a:lnTo>
                  <a:pt x="1247775" y="47625"/>
                </a:lnTo>
                <a:lnTo>
                  <a:pt x="1238250" y="47625"/>
                </a:lnTo>
                <a:lnTo>
                  <a:pt x="1238250" y="38100"/>
                </a:lnTo>
                <a:lnTo>
                  <a:pt x="1257300" y="38100"/>
                </a:lnTo>
                <a:close/>
                <a:moveTo>
                  <a:pt x="1304925" y="28575"/>
                </a:moveTo>
                <a:lnTo>
                  <a:pt x="1343025" y="28575"/>
                </a:lnTo>
                <a:lnTo>
                  <a:pt x="1343025" y="38100"/>
                </a:lnTo>
                <a:lnTo>
                  <a:pt x="1304925" y="38100"/>
                </a:lnTo>
                <a:close/>
                <a:moveTo>
                  <a:pt x="1390650" y="28575"/>
                </a:moveTo>
                <a:lnTo>
                  <a:pt x="1409700" y="28575"/>
                </a:lnTo>
                <a:lnTo>
                  <a:pt x="1409700" y="38100"/>
                </a:lnTo>
                <a:lnTo>
                  <a:pt x="1390650" y="38100"/>
                </a:lnTo>
                <a:close/>
                <a:moveTo>
                  <a:pt x="1781175" y="28575"/>
                </a:moveTo>
                <a:lnTo>
                  <a:pt x="1800225" y="28575"/>
                </a:lnTo>
                <a:lnTo>
                  <a:pt x="1800225" y="38100"/>
                </a:lnTo>
                <a:lnTo>
                  <a:pt x="1781175" y="38100"/>
                </a:lnTo>
                <a:close/>
                <a:moveTo>
                  <a:pt x="581025" y="38100"/>
                </a:moveTo>
                <a:lnTo>
                  <a:pt x="600075" y="38100"/>
                </a:lnTo>
                <a:lnTo>
                  <a:pt x="600075" y="47625"/>
                </a:lnTo>
                <a:lnTo>
                  <a:pt x="581025" y="47625"/>
                </a:lnTo>
                <a:close/>
                <a:moveTo>
                  <a:pt x="628650" y="38100"/>
                </a:moveTo>
                <a:lnTo>
                  <a:pt x="647700" y="38100"/>
                </a:lnTo>
                <a:lnTo>
                  <a:pt x="647700" y="47625"/>
                </a:lnTo>
                <a:lnTo>
                  <a:pt x="628650" y="47625"/>
                </a:lnTo>
                <a:close/>
                <a:moveTo>
                  <a:pt x="714375" y="38100"/>
                </a:moveTo>
                <a:lnTo>
                  <a:pt x="723900" y="38100"/>
                </a:lnTo>
                <a:lnTo>
                  <a:pt x="723900" y="47625"/>
                </a:lnTo>
                <a:lnTo>
                  <a:pt x="714375" y="47625"/>
                </a:lnTo>
                <a:close/>
                <a:moveTo>
                  <a:pt x="1571625" y="38100"/>
                </a:moveTo>
                <a:lnTo>
                  <a:pt x="1609725" y="38100"/>
                </a:lnTo>
                <a:lnTo>
                  <a:pt x="1609725" y="47625"/>
                </a:lnTo>
                <a:lnTo>
                  <a:pt x="1571625" y="47625"/>
                </a:lnTo>
                <a:close/>
                <a:moveTo>
                  <a:pt x="1619250" y="38100"/>
                </a:moveTo>
                <a:lnTo>
                  <a:pt x="1647825" y="38100"/>
                </a:lnTo>
                <a:lnTo>
                  <a:pt x="1647825" y="47625"/>
                </a:lnTo>
                <a:lnTo>
                  <a:pt x="1619250" y="47625"/>
                </a:lnTo>
                <a:close/>
                <a:moveTo>
                  <a:pt x="1724025" y="38100"/>
                </a:moveTo>
                <a:lnTo>
                  <a:pt x="1752600" y="38100"/>
                </a:lnTo>
                <a:lnTo>
                  <a:pt x="1752600" y="47625"/>
                </a:lnTo>
                <a:lnTo>
                  <a:pt x="1724025" y="47625"/>
                </a:lnTo>
                <a:close/>
                <a:moveTo>
                  <a:pt x="1800225" y="38100"/>
                </a:moveTo>
                <a:lnTo>
                  <a:pt x="1828800" y="38100"/>
                </a:lnTo>
                <a:lnTo>
                  <a:pt x="1828800" y="47625"/>
                </a:lnTo>
                <a:lnTo>
                  <a:pt x="1800225" y="47625"/>
                </a:lnTo>
                <a:close/>
                <a:moveTo>
                  <a:pt x="523875" y="47625"/>
                </a:moveTo>
                <a:lnTo>
                  <a:pt x="552450" y="47625"/>
                </a:lnTo>
                <a:lnTo>
                  <a:pt x="552450" y="57150"/>
                </a:lnTo>
                <a:lnTo>
                  <a:pt x="523875" y="57150"/>
                </a:lnTo>
                <a:close/>
                <a:moveTo>
                  <a:pt x="800100" y="57150"/>
                </a:moveTo>
                <a:lnTo>
                  <a:pt x="809625" y="57150"/>
                </a:lnTo>
                <a:lnTo>
                  <a:pt x="809625" y="66675"/>
                </a:lnTo>
                <a:lnTo>
                  <a:pt x="800100" y="66675"/>
                </a:lnTo>
                <a:close/>
                <a:moveTo>
                  <a:pt x="828675" y="57150"/>
                </a:moveTo>
                <a:lnTo>
                  <a:pt x="838200" y="57150"/>
                </a:lnTo>
                <a:lnTo>
                  <a:pt x="838200" y="76200"/>
                </a:lnTo>
                <a:lnTo>
                  <a:pt x="828675" y="76200"/>
                </a:lnTo>
                <a:close/>
                <a:moveTo>
                  <a:pt x="1152525" y="57150"/>
                </a:moveTo>
                <a:lnTo>
                  <a:pt x="1162050" y="57150"/>
                </a:lnTo>
                <a:lnTo>
                  <a:pt x="1162050" y="76200"/>
                </a:lnTo>
                <a:lnTo>
                  <a:pt x="1143000" y="76200"/>
                </a:lnTo>
                <a:lnTo>
                  <a:pt x="1143000" y="66675"/>
                </a:lnTo>
                <a:lnTo>
                  <a:pt x="1152525" y="66675"/>
                </a:lnTo>
                <a:close/>
                <a:moveTo>
                  <a:pt x="1190625" y="57150"/>
                </a:moveTo>
                <a:lnTo>
                  <a:pt x="1200150" y="57150"/>
                </a:lnTo>
                <a:lnTo>
                  <a:pt x="1200150" y="66675"/>
                </a:lnTo>
                <a:lnTo>
                  <a:pt x="1190625" y="66675"/>
                </a:lnTo>
                <a:close/>
                <a:moveTo>
                  <a:pt x="1381125" y="57150"/>
                </a:moveTo>
                <a:lnTo>
                  <a:pt x="1390650" y="57150"/>
                </a:lnTo>
                <a:lnTo>
                  <a:pt x="1390650" y="66675"/>
                </a:lnTo>
                <a:lnTo>
                  <a:pt x="1381125" y="66675"/>
                </a:lnTo>
                <a:close/>
                <a:moveTo>
                  <a:pt x="942975" y="66675"/>
                </a:moveTo>
                <a:lnTo>
                  <a:pt x="952500" y="66675"/>
                </a:lnTo>
                <a:lnTo>
                  <a:pt x="952500" y="76200"/>
                </a:lnTo>
                <a:lnTo>
                  <a:pt x="942975" y="76200"/>
                </a:lnTo>
                <a:close/>
                <a:moveTo>
                  <a:pt x="971550" y="66675"/>
                </a:moveTo>
                <a:lnTo>
                  <a:pt x="981075" y="66675"/>
                </a:lnTo>
                <a:lnTo>
                  <a:pt x="981075" y="76200"/>
                </a:lnTo>
                <a:lnTo>
                  <a:pt x="971550" y="76200"/>
                </a:lnTo>
                <a:close/>
                <a:moveTo>
                  <a:pt x="990600" y="66675"/>
                </a:moveTo>
                <a:lnTo>
                  <a:pt x="1009650" y="66675"/>
                </a:lnTo>
                <a:lnTo>
                  <a:pt x="1009650" y="85725"/>
                </a:lnTo>
                <a:lnTo>
                  <a:pt x="1000125" y="85725"/>
                </a:lnTo>
                <a:lnTo>
                  <a:pt x="1000125" y="76200"/>
                </a:lnTo>
                <a:lnTo>
                  <a:pt x="990600" y="76200"/>
                </a:lnTo>
                <a:close/>
                <a:moveTo>
                  <a:pt x="1123950" y="66675"/>
                </a:moveTo>
                <a:lnTo>
                  <a:pt x="1133475" y="66675"/>
                </a:lnTo>
                <a:lnTo>
                  <a:pt x="1133475" y="76200"/>
                </a:lnTo>
                <a:lnTo>
                  <a:pt x="1123950" y="76200"/>
                </a:lnTo>
                <a:close/>
                <a:moveTo>
                  <a:pt x="809625" y="76200"/>
                </a:moveTo>
                <a:lnTo>
                  <a:pt x="819150" y="76200"/>
                </a:lnTo>
                <a:lnTo>
                  <a:pt x="819150" y="85725"/>
                </a:lnTo>
                <a:lnTo>
                  <a:pt x="809625" y="85725"/>
                </a:lnTo>
                <a:close/>
                <a:moveTo>
                  <a:pt x="838200" y="76200"/>
                </a:moveTo>
                <a:lnTo>
                  <a:pt x="847725" y="76200"/>
                </a:lnTo>
                <a:lnTo>
                  <a:pt x="847725" y="85725"/>
                </a:lnTo>
                <a:lnTo>
                  <a:pt x="838200" y="85725"/>
                </a:lnTo>
                <a:close/>
                <a:moveTo>
                  <a:pt x="1047750" y="76200"/>
                </a:moveTo>
                <a:lnTo>
                  <a:pt x="1066800" y="76200"/>
                </a:lnTo>
                <a:lnTo>
                  <a:pt x="1066800" y="95250"/>
                </a:lnTo>
                <a:lnTo>
                  <a:pt x="1047750" y="95250"/>
                </a:lnTo>
                <a:close/>
                <a:moveTo>
                  <a:pt x="990600" y="85725"/>
                </a:moveTo>
                <a:lnTo>
                  <a:pt x="1000125" y="85725"/>
                </a:lnTo>
                <a:lnTo>
                  <a:pt x="1000125" y="95250"/>
                </a:lnTo>
                <a:lnTo>
                  <a:pt x="990600" y="95250"/>
                </a:lnTo>
                <a:close/>
                <a:moveTo>
                  <a:pt x="1343025" y="85725"/>
                </a:moveTo>
                <a:lnTo>
                  <a:pt x="1352550" y="85725"/>
                </a:lnTo>
                <a:lnTo>
                  <a:pt x="1352550" y="95250"/>
                </a:lnTo>
                <a:lnTo>
                  <a:pt x="1343025" y="95250"/>
                </a:lnTo>
                <a:close/>
                <a:moveTo>
                  <a:pt x="1885950" y="85725"/>
                </a:moveTo>
                <a:lnTo>
                  <a:pt x="1895475" y="85725"/>
                </a:lnTo>
                <a:lnTo>
                  <a:pt x="1895475" y="104775"/>
                </a:lnTo>
                <a:lnTo>
                  <a:pt x="1885950" y="104775"/>
                </a:lnTo>
                <a:close/>
                <a:moveTo>
                  <a:pt x="819150" y="95250"/>
                </a:moveTo>
                <a:lnTo>
                  <a:pt x="828675" y="95250"/>
                </a:lnTo>
                <a:lnTo>
                  <a:pt x="828675" y="123825"/>
                </a:lnTo>
                <a:lnTo>
                  <a:pt x="819150" y="123825"/>
                </a:lnTo>
                <a:close/>
                <a:moveTo>
                  <a:pt x="1038225" y="95250"/>
                </a:moveTo>
                <a:lnTo>
                  <a:pt x="1047750" y="95250"/>
                </a:lnTo>
                <a:lnTo>
                  <a:pt x="1047750" y="104775"/>
                </a:lnTo>
                <a:lnTo>
                  <a:pt x="1038225" y="104775"/>
                </a:lnTo>
                <a:close/>
                <a:moveTo>
                  <a:pt x="1019175" y="104775"/>
                </a:moveTo>
                <a:lnTo>
                  <a:pt x="1038225" y="104775"/>
                </a:lnTo>
                <a:lnTo>
                  <a:pt x="1038225" y="123825"/>
                </a:lnTo>
                <a:lnTo>
                  <a:pt x="1019175" y="123825"/>
                </a:lnTo>
                <a:lnTo>
                  <a:pt x="1019175" y="133350"/>
                </a:lnTo>
                <a:lnTo>
                  <a:pt x="1009650" y="133350"/>
                </a:lnTo>
                <a:lnTo>
                  <a:pt x="1009650" y="114300"/>
                </a:lnTo>
                <a:lnTo>
                  <a:pt x="1019175" y="114300"/>
                </a:lnTo>
                <a:close/>
                <a:moveTo>
                  <a:pt x="1066800" y="104775"/>
                </a:moveTo>
                <a:lnTo>
                  <a:pt x="1085850" y="104775"/>
                </a:lnTo>
                <a:lnTo>
                  <a:pt x="1085850" y="133350"/>
                </a:lnTo>
                <a:lnTo>
                  <a:pt x="1076325" y="133350"/>
                </a:lnTo>
                <a:lnTo>
                  <a:pt x="1076325" y="114300"/>
                </a:lnTo>
                <a:lnTo>
                  <a:pt x="1066800" y="114300"/>
                </a:lnTo>
                <a:close/>
                <a:moveTo>
                  <a:pt x="57150" y="114300"/>
                </a:moveTo>
                <a:lnTo>
                  <a:pt x="66675" y="114300"/>
                </a:lnTo>
                <a:lnTo>
                  <a:pt x="66675" y="142875"/>
                </a:lnTo>
                <a:lnTo>
                  <a:pt x="57150" y="142875"/>
                </a:lnTo>
                <a:close/>
                <a:moveTo>
                  <a:pt x="1057275" y="114300"/>
                </a:moveTo>
                <a:lnTo>
                  <a:pt x="1066800" y="114300"/>
                </a:lnTo>
                <a:lnTo>
                  <a:pt x="1066800" y="123825"/>
                </a:lnTo>
                <a:lnTo>
                  <a:pt x="1057275" y="123825"/>
                </a:lnTo>
                <a:close/>
                <a:moveTo>
                  <a:pt x="85725" y="123825"/>
                </a:moveTo>
                <a:lnTo>
                  <a:pt x="95250" y="123825"/>
                </a:lnTo>
                <a:lnTo>
                  <a:pt x="95250" y="152400"/>
                </a:lnTo>
                <a:lnTo>
                  <a:pt x="85725" y="152400"/>
                </a:lnTo>
                <a:close/>
                <a:moveTo>
                  <a:pt x="104775" y="123825"/>
                </a:moveTo>
                <a:lnTo>
                  <a:pt x="114300" y="123825"/>
                </a:lnTo>
                <a:lnTo>
                  <a:pt x="114300" y="133350"/>
                </a:lnTo>
                <a:lnTo>
                  <a:pt x="104775" y="133350"/>
                </a:lnTo>
                <a:close/>
                <a:moveTo>
                  <a:pt x="866775" y="142875"/>
                </a:moveTo>
                <a:lnTo>
                  <a:pt x="876300" y="142875"/>
                </a:lnTo>
                <a:lnTo>
                  <a:pt x="876300" y="161925"/>
                </a:lnTo>
                <a:lnTo>
                  <a:pt x="866775" y="161925"/>
                </a:lnTo>
                <a:close/>
                <a:moveTo>
                  <a:pt x="57150" y="152400"/>
                </a:moveTo>
                <a:lnTo>
                  <a:pt x="76200" y="152400"/>
                </a:lnTo>
                <a:lnTo>
                  <a:pt x="76200" y="171450"/>
                </a:lnTo>
                <a:lnTo>
                  <a:pt x="66675" y="171450"/>
                </a:lnTo>
                <a:lnTo>
                  <a:pt x="66675" y="161925"/>
                </a:lnTo>
                <a:lnTo>
                  <a:pt x="57150" y="161925"/>
                </a:lnTo>
                <a:close/>
                <a:moveTo>
                  <a:pt x="1390650" y="152400"/>
                </a:moveTo>
                <a:lnTo>
                  <a:pt x="1409700" y="152400"/>
                </a:lnTo>
                <a:lnTo>
                  <a:pt x="1409700" y="161925"/>
                </a:lnTo>
                <a:lnTo>
                  <a:pt x="1390650" y="161925"/>
                </a:lnTo>
                <a:close/>
                <a:moveTo>
                  <a:pt x="76200" y="171450"/>
                </a:moveTo>
                <a:lnTo>
                  <a:pt x="85725" y="171450"/>
                </a:lnTo>
                <a:lnTo>
                  <a:pt x="85725" y="200025"/>
                </a:lnTo>
                <a:lnTo>
                  <a:pt x="66675" y="200025"/>
                </a:lnTo>
                <a:lnTo>
                  <a:pt x="66675" y="180975"/>
                </a:lnTo>
                <a:lnTo>
                  <a:pt x="76200" y="180975"/>
                </a:lnTo>
                <a:close/>
                <a:moveTo>
                  <a:pt x="1781175" y="180975"/>
                </a:moveTo>
                <a:lnTo>
                  <a:pt x="1790700" y="180975"/>
                </a:lnTo>
                <a:lnTo>
                  <a:pt x="1790700" y="190500"/>
                </a:lnTo>
                <a:lnTo>
                  <a:pt x="1781175" y="190500"/>
                </a:lnTo>
                <a:close/>
                <a:moveTo>
                  <a:pt x="800100" y="190500"/>
                </a:moveTo>
                <a:lnTo>
                  <a:pt x="819150" y="190500"/>
                </a:lnTo>
                <a:lnTo>
                  <a:pt x="819150" y="209550"/>
                </a:lnTo>
                <a:lnTo>
                  <a:pt x="809625" y="209550"/>
                </a:lnTo>
                <a:lnTo>
                  <a:pt x="809625" y="200025"/>
                </a:lnTo>
                <a:lnTo>
                  <a:pt x="800100" y="200025"/>
                </a:lnTo>
                <a:close/>
                <a:moveTo>
                  <a:pt x="904875" y="190500"/>
                </a:moveTo>
                <a:lnTo>
                  <a:pt x="914400" y="190500"/>
                </a:lnTo>
                <a:lnTo>
                  <a:pt x="914400" y="200025"/>
                </a:lnTo>
                <a:lnTo>
                  <a:pt x="904875" y="200025"/>
                </a:lnTo>
                <a:close/>
                <a:moveTo>
                  <a:pt x="1352550" y="190500"/>
                </a:moveTo>
                <a:lnTo>
                  <a:pt x="1362075" y="190500"/>
                </a:lnTo>
                <a:lnTo>
                  <a:pt x="1362075" y="200025"/>
                </a:lnTo>
                <a:lnTo>
                  <a:pt x="1352550" y="200025"/>
                </a:lnTo>
                <a:close/>
                <a:moveTo>
                  <a:pt x="1743075" y="190500"/>
                </a:moveTo>
                <a:lnTo>
                  <a:pt x="1762125" y="190500"/>
                </a:lnTo>
                <a:lnTo>
                  <a:pt x="1762125" y="200025"/>
                </a:lnTo>
                <a:lnTo>
                  <a:pt x="1790700" y="200025"/>
                </a:lnTo>
                <a:lnTo>
                  <a:pt x="1790700" y="190500"/>
                </a:lnTo>
                <a:lnTo>
                  <a:pt x="1800225" y="190500"/>
                </a:lnTo>
                <a:lnTo>
                  <a:pt x="1800225" y="200025"/>
                </a:lnTo>
                <a:lnTo>
                  <a:pt x="1809750" y="200025"/>
                </a:lnTo>
                <a:lnTo>
                  <a:pt x="1809750" y="209550"/>
                </a:lnTo>
                <a:lnTo>
                  <a:pt x="1743075" y="209550"/>
                </a:lnTo>
                <a:close/>
                <a:moveTo>
                  <a:pt x="1866900" y="190500"/>
                </a:moveTo>
                <a:lnTo>
                  <a:pt x="1885950" y="190500"/>
                </a:lnTo>
                <a:lnTo>
                  <a:pt x="1885950" y="200025"/>
                </a:lnTo>
                <a:lnTo>
                  <a:pt x="1895475" y="200025"/>
                </a:lnTo>
                <a:lnTo>
                  <a:pt x="1895475" y="219075"/>
                </a:lnTo>
                <a:lnTo>
                  <a:pt x="1885950" y="219075"/>
                </a:lnTo>
                <a:lnTo>
                  <a:pt x="1885950" y="228600"/>
                </a:lnTo>
                <a:lnTo>
                  <a:pt x="1876425" y="228600"/>
                </a:lnTo>
                <a:lnTo>
                  <a:pt x="1876425" y="219075"/>
                </a:lnTo>
                <a:lnTo>
                  <a:pt x="1866900" y="219075"/>
                </a:lnTo>
                <a:close/>
                <a:moveTo>
                  <a:pt x="1333500" y="200025"/>
                </a:moveTo>
                <a:lnTo>
                  <a:pt x="1352550" y="200025"/>
                </a:lnTo>
                <a:lnTo>
                  <a:pt x="1352550" y="209550"/>
                </a:lnTo>
                <a:lnTo>
                  <a:pt x="1333500" y="209550"/>
                </a:lnTo>
                <a:close/>
                <a:moveTo>
                  <a:pt x="704850" y="209550"/>
                </a:moveTo>
                <a:lnTo>
                  <a:pt x="714375" y="209550"/>
                </a:lnTo>
                <a:lnTo>
                  <a:pt x="714375" y="238125"/>
                </a:lnTo>
                <a:lnTo>
                  <a:pt x="704850" y="238125"/>
                </a:lnTo>
                <a:lnTo>
                  <a:pt x="704850" y="228600"/>
                </a:lnTo>
                <a:lnTo>
                  <a:pt x="695325" y="228600"/>
                </a:lnTo>
                <a:lnTo>
                  <a:pt x="695325" y="219075"/>
                </a:lnTo>
                <a:lnTo>
                  <a:pt x="704850" y="219075"/>
                </a:lnTo>
                <a:close/>
                <a:moveTo>
                  <a:pt x="781050" y="209550"/>
                </a:moveTo>
                <a:lnTo>
                  <a:pt x="790575" y="209550"/>
                </a:lnTo>
                <a:lnTo>
                  <a:pt x="790575" y="247650"/>
                </a:lnTo>
                <a:lnTo>
                  <a:pt x="771525" y="247650"/>
                </a:lnTo>
                <a:lnTo>
                  <a:pt x="771525" y="219075"/>
                </a:lnTo>
                <a:lnTo>
                  <a:pt x="781050" y="219075"/>
                </a:lnTo>
                <a:close/>
                <a:moveTo>
                  <a:pt x="1704975" y="209550"/>
                </a:moveTo>
                <a:lnTo>
                  <a:pt x="1714500" y="209550"/>
                </a:lnTo>
                <a:lnTo>
                  <a:pt x="1714500" y="228600"/>
                </a:lnTo>
                <a:lnTo>
                  <a:pt x="1704975" y="228600"/>
                </a:lnTo>
                <a:close/>
                <a:moveTo>
                  <a:pt x="723900" y="219075"/>
                </a:moveTo>
                <a:lnTo>
                  <a:pt x="733425" y="219075"/>
                </a:lnTo>
                <a:lnTo>
                  <a:pt x="733425" y="238125"/>
                </a:lnTo>
                <a:lnTo>
                  <a:pt x="723900" y="238125"/>
                </a:lnTo>
                <a:close/>
                <a:moveTo>
                  <a:pt x="990600" y="219075"/>
                </a:moveTo>
                <a:lnTo>
                  <a:pt x="1009650" y="219075"/>
                </a:lnTo>
                <a:lnTo>
                  <a:pt x="1009650" y="247650"/>
                </a:lnTo>
                <a:lnTo>
                  <a:pt x="1000125" y="247650"/>
                </a:lnTo>
                <a:lnTo>
                  <a:pt x="1000125" y="238125"/>
                </a:lnTo>
                <a:lnTo>
                  <a:pt x="990600" y="238125"/>
                </a:lnTo>
                <a:close/>
                <a:moveTo>
                  <a:pt x="1219200" y="219075"/>
                </a:moveTo>
                <a:lnTo>
                  <a:pt x="1238250" y="219075"/>
                </a:lnTo>
                <a:lnTo>
                  <a:pt x="1238250" y="228600"/>
                </a:lnTo>
                <a:lnTo>
                  <a:pt x="1228725" y="228600"/>
                </a:lnTo>
                <a:lnTo>
                  <a:pt x="1228725" y="238125"/>
                </a:lnTo>
                <a:lnTo>
                  <a:pt x="1219200" y="238125"/>
                </a:lnTo>
                <a:close/>
                <a:moveTo>
                  <a:pt x="638175" y="228600"/>
                </a:moveTo>
                <a:lnTo>
                  <a:pt x="647700" y="228600"/>
                </a:lnTo>
                <a:lnTo>
                  <a:pt x="647700" y="238125"/>
                </a:lnTo>
                <a:lnTo>
                  <a:pt x="638175" y="238125"/>
                </a:lnTo>
                <a:close/>
                <a:moveTo>
                  <a:pt x="666750" y="228600"/>
                </a:moveTo>
                <a:lnTo>
                  <a:pt x="676275" y="228600"/>
                </a:lnTo>
                <a:lnTo>
                  <a:pt x="676275" y="238125"/>
                </a:lnTo>
                <a:lnTo>
                  <a:pt x="666750" y="238125"/>
                </a:lnTo>
                <a:close/>
                <a:moveTo>
                  <a:pt x="1181100" y="228600"/>
                </a:moveTo>
                <a:lnTo>
                  <a:pt x="1190625" y="228600"/>
                </a:lnTo>
                <a:lnTo>
                  <a:pt x="1190625" y="238125"/>
                </a:lnTo>
                <a:lnTo>
                  <a:pt x="1181100" y="238125"/>
                </a:lnTo>
                <a:close/>
                <a:moveTo>
                  <a:pt x="1285875" y="228600"/>
                </a:moveTo>
                <a:lnTo>
                  <a:pt x="1295400" y="228600"/>
                </a:lnTo>
                <a:lnTo>
                  <a:pt x="1295400" y="238125"/>
                </a:lnTo>
                <a:lnTo>
                  <a:pt x="1285875" y="238125"/>
                </a:lnTo>
                <a:close/>
                <a:moveTo>
                  <a:pt x="1362075" y="228600"/>
                </a:moveTo>
                <a:lnTo>
                  <a:pt x="1371600" y="228600"/>
                </a:lnTo>
                <a:lnTo>
                  <a:pt x="1371600" y="238125"/>
                </a:lnTo>
                <a:lnTo>
                  <a:pt x="1362075" y="238125"/>
                </a:lnTo>
                <a:close/>
                <a:moveTo>
                  <a:pt x="1390650" y="228600"/>
                </a:moveTo>
                <a:lnTo>
                  <a:pt x="1400175" y="228600"/>
                </a:lnTo>
                <a:lnTo>
                  <a:pt x="1400175" y="238125"/>
                </a:lnTo>
                <a:lnTo>
                  <a:pt x="1390650" y="238125"/>
                </a:lnTo>
                <a:close/>
                <a:moveTo>
                  <a:pt x="1438275" y="228600"/>
                </a:moveTo>
                <a:lnTo>
                  <a:pt x="1447800" y="228600"/>
                </a:lnTo>
                <a:lnTo>
                  <a:pt x="1447800" y="238125"/>
                </a:lnTo>
                <a:lnTo>
                  <a:pt x="1438275" y="238125"/>
                </a:lnTo>
                <a:close/>
                <a:moveTo>
                  <a:pt x="1495425" y="228600"/>
                </a:moveTo>
                <a:lnTo>
                  <a:pt x="1533525" y="228600"/>
                </a:lnTo>
                <a:lnTo>
                  <a:pt x="1533525" y="238125"/>
                </a:lnTo>
                <a:lnTo>
                  <a:pt x="1514475" y="238125"/>
                </a:lnTo>
                <a:lnTo>
                  <a:pt x="1514475" y="247650"/>
                </a:lnTo>
                <a:lnTo>
                  <a:pt x="1504950" y="247650"/>
                </a:lnTo>
                <a:lnTo>
                  <a:pt x="1504950" y="238125"/>
                </a:lnTo>
                <a:lnTo>
                  <a:pt x="1495425" y="238125"/>
                </a:lnTo>
                <a:close/>
                <a:moveTo>
                  <a:pt x="66675" y="238125"/>
                </a:moveTo>
                <a:lnTo>
                  <a:pt x="76200" y="238125"/>
                </a:lnTo>
                <a:lnTo>
                  <a:pt x="76200" y="266700"/>
                </a:lnTo>
                <a:lnTo>
                  <a:pt x="66675" y="266700"/>
                </a:lnTo>
                <a:close/>
                <a:moveTo>
                  <a:pt x="914400" y="238125"/>
                </a:moveTo>
                <a:lnTo>
                  <a:pt x="933450" y="238125"/>
                </a:lnTo>
                <a:lnTo>
                  <a:pt x="933450" y="247650"/>
                </a:lnTo>
                <a:lnTo>
                  <a:pt x="914400" y="247650"/>
                </a:lnTo>
                <a:close/>
                <a:moveTo>
                  <a:pt x="952500" y="238125"/>
                </a:moveTo>
                <a:lnTo>
                  <a:pt x="962025" y="238125"/>
                </a:lnTo>
                <a:lnTo>
                  <a:pt x="962025" y="257175"/>
                </a:lnTo>
                <a:lnTo>
                  <a:pt x="952500" y="257175"/>
                </a:lnTo>
                <a:lnTo>
                  <a:pt x="952500" y="266700"/>
                </a:lnTo>
                <a:lnTo>
                  <a:pt x="942975" y="266700"/>
                </a:lnTo>
                <a:lnTo>
                  <a:pt x="942975" y="247650"/>
                </a:lnTo>
                <a:lnTo>
                  <a:pt x="952500" y="247650"/>
                </a:lnTo>
                <a:close/>
                <a:moveTo>
                  <a:pt x="971550" y="238125"/>
                </a:moveTo>
                <a:lnTo>
                  <a:pt x="981075" y="238125"/>
                </a:lnTo>
                <a:lnTo>
                  <a:pt x="981075" y="247650"/>
                </a:lnTo>
                <a:lnTo>
                  <a:pt x="971550" y="247650"/>
                </a:lnTo>
                <a:close/>
                <a:moveTo>
                  <a:pt x="1019175" y="238125"/>
                </a:moveTo>
                <a:lnTo>
                  <a:pt x="1028700" y="238125"/>
                </a:lnTo>
                <a:lnTo>
                  <a:pt x="1028700" y="247650"/>
                </a:lnTo>
                <a:lnTo>
                  <a:pt x="1019175" y="247650"/>
                </a:lnTo>
                <a:close/>
                <a:moveTo>
                  <a:pt x="1085850" y="238125"/>
                </a:moveTo>
                <a:lnTo>
                  <a:pt x="1095375" y="238125"/>
                </a:lnTo>
                <a:lnTo>
                  <a:pt x="1095375" y="257175"/>
                </a:lnTo>
                <a:lnTo>
                  <a:pt x="1076325" y="257175"/>
                </a:lnTo>
                <a:lnTo>
                  <a:pt x="1076325" y="247650"/>
                </a:lnTo>
                <a:lnTo>
                  <a:pt x="1085850" y="247650"/>
                </a:lnTo>
                <a:close/>
                <a:moveTo>
                  <a:pt x="1895475" y="238125"/>
                </a:moveTo>
                <a:lnTo>
                  <a:pt x="1905000" y="238125"/>
                </a:lnTo>
                <a:lnTo>
                  <a:pt x="1905000" y="247650"/>
                </a:lnTo>
                <a:lnTo>
                  <a:pt x="1895475" y="247650"/>
                </a:lnTo>
                <a:close/>
                <a:moveTo>
                  <a:pt x="885825" y="247650"/>
                </a:moveTo>
                <a:lnTo>
                  <a:pt x="914400" y="247650"/>
                </a:lnTo>
                <a:lnTo>
                  <a:pt x="914400" y="257175"/>
                </a:lnTo>
                <a:lnTo>
                  <a:pt x="885825" y="257175"/>
                </a:lnTo>
                <a:close/>
                <a:moveTo>
                  <a:pt x="1047750" y="247650"/>
                </a:moveTo>
                <a:lnTo>
                  <a:pt x="1057275" y="247650"/>
                </a:lnTo>
                <a:lnTo>
                  <a:pt x="1057275" y="257175"/>
                </a:lnTo>
                <a:lnTo>
                  <a:pt x="1047750" y="257175"/>
                </a:lnTo>
                <a:close/>
                <a:moveTo>
                  <a:pt x="1885950" y="247650"/>
                </a:moveTo>
                <a:lnTo>
                  <a:pt x="1895475" y="247650"/>
                </a:lnTo>
                <a:lnTo>
                  <a:pt x="1895475" y="266700"/>
                </a:lnTo>
                <a:lnTo>
                  <a:pt x="1885950" y="266700"/>
                </a:lnTo>
                <a:close/>
                <a:moveTo>
                  <a:pt x="752475" y="257175"/>
                </a:moveTo>
                <a:lnTo>
                  <a:pt x="762000" y="257175"/>
                </a:lnTo>
                <a:lnTo>
                  <a:pt x="762000" y="266700"/>
                </a:lnTo>
                <a:lnTo>
                  <a:pt x="752475" y="266700"/>
                </a:lnTo>
                <a:close/>
                <a:moveTo>
                  <a:pt x="914400" y="257175"/>
                </a:moveTo>
                <a:lnTo>
                  <a:pt x="933450" y="257175"/>
                </a:lnTo>
                <a:lnTo>
                  <a:pt x="933450" y="266700"/>
                </a:lnTo>
                <a:lnTo>
                  <a:pt x="914400" y="266700"/>
                </a:lnTo>
                <a:close/>
                <a:moveTo>
                  <a:pt x="1895475" y="266700"/>
                </a:moveTo>
                <a:lnTo>
                  <a:pt x="1905000" y="266700"/>
                </a:lnTo>
                <a:lnTo>
                  <a:pt x="1905000" y="276225"/>
                </a:lnTo>
                <a:lnTo>
                  <a:pt x="1895475" y="276225"/>
                </a:lnTo>
                <a:close/>
                <a:moveTo>
                  <a:pt x="66675" y="276225"/>
                </a:moveTo>
                <a:lnTo>
                  <a:pt x="76200" y="276225"/>
                </a:lnTo>
                <a:lnTo>
                  <a:pt x="76200" y="285750"/>
                </a:lnTo>
                <a:lnTo>
                  <a:pt x="66675" y="285750"/>
                </a:lnTo>
                <a:close/>
                <a:moveTo>
                  <a:pt x="123825" y="276225"/>
                </a:moveTo>
                <a:lnTo>
                  <a:pt x="152400" y="276225"/>
                </a:lnTo>
                <a:lnTo>
                  <a:pt x="152400" y="285750"/>
                </a:lnTo>
                <a:lnTo>
                  <a:pt x="142875" y="285750"/>
                </a:lnTo>
                <a:lnTo>
                  <a:pt x="142875" y="295275"/>
                </a:lnTo>
                <a:lnTo>
                  <a:pt x="133350" y="295275"/>
                </a:lnTo>
                <a:lnTo>
                  <a:pt x="133350" y="304800"/>
                </a:lnTo>
                <a:lnTo>
                  <a:pt x="104775" y="304800"/>
                </a:lnTo>
                <a:lnTo>
                  <a:pt x="104775" y="295275"/>
                </a:lnTo>
                <a:lnTo>
                  <a:pt x="123825" y="295275"/>
                </a:lnTo>
                <a:close/>
                <a:moveTo>
                  <a:pt x="95250" y="314325"/>
                </a:moveTo>
                <a:lnTo>
                  <a:pt x="104775" y="314325"/>
                </a:lnTo>
                <a:lnTo>
                  <a:pt x="104775" y="333375"/>
                </a:lnTo>
                <a:lnTo>
                  <a:pt x="95250" y="333375"/>
                </a:lnTo>
                <a:close/>
                <a:moveTo>
                  <a:pt x="104775" y="438150"/>
                </a:moveTo>
                <a:lnTo>
                  <a:pt x="114300" y="438150"/>
                </a:lnTo>
                <a:lnTo>
                  <a:pt x="114300" y="447675"/>
                </a:lnTo>
                <a:lnTo>
                  <a:pt x="104775" y="447675"/>
                </a:lnTo>
                <a:close/>
                <a:moveTo>
                  <a:pt x="85725" y="457200"/>
                </a:moveTo>
                <a:lnTo>
                  <a:pt x="95250" y="457200"/>
                </a:lnTo>
                <a:lnTo>
                  <a:pt x="95250" y="466725"/>
                </a:lnTo>
                <a:lnTo>
                  <a:pt x="85725" y="466725"/>
                </a:lnTo>
                <a:close/>
                <a:moveTo>
                  <a:pt x="66675" y="476250"/>
                </a:moveTo>
                <a:lnTo>
                  <a:pt x="76200" y="476250"/>
                </a:lnTo>
                <a:lnTo>
                  <a:pt x="76200" y="485775"/>
                </a:lnTo>
                <a:lnTo>
                  <a:pt x="66675" y="485775"/>
                </a:lnTo>
                <a:close/>
                <a:moveTo>
                  <a:pt x="57150" y="495300"/>
                </a:moveTo>
                <a:lnTo>
                  <a:pt x="66675" y="495300"/>
                </a:lnTo>
                <a:lnTo>
                  <a:pt x="66675" y="504825"/>
                </a:lnTo>
                <a:lnTo>
                  <a:pt x="57150" y="504825"/>
                </a:lnTo>
                <a:close/>
                <a:moveTo>
                  <a:pt x="47625" y="504825"/>
                </a:moveTo>
                <a:lnTo>
                  <a:pt x="57150" y="504825"/>
                </a:lnTo>
                <a:lnTo>
                  <a:pt x="57150" y="523875"/>
                </a:lnTo>
                <a:lnTo>
                  <a:pt x="47625" y="523875"/>
                </a:lnTo>
                <a:close/>
                <a:moveTo>
                  <a:pt x="895350" y="533400"/>
                </a:moveTo>
                <a:lnTo>
                  <a:pt x="904875" y="533400"/>
                </a:lnTo>
                <a:lnTo>
                  <a:pt x="904875" y="542925"/>
                </a:lnTo>
                <a:lnTo>
                  <a:pt x="895350" y="542925"/>
                </a:lnTo>
                <a:close/>
                <a:moveTo>
                  <a:pt x="981075" y="533400"/>
                </a:moveTo>
                <a:lnTo>
                  <a:pt x="990600" y="533400"/>
                </a:lnTo>
                <a:lnTo>
                  <a:pt x="990600" y="542925"/>
                </a:lnTo>
                <a:lnTo>
                  <a:pt x="981075" y="542925"/>
                </a:lnTo>
                <a:close/>
                <a:moveTo>
                  <a:pt x="1171575" y="533400"/>
                </a:moveTo>
                <a:lnTo>
                  <a:pt x="1181100" y="533400"/>
                </a:lnTo>
                <a:lnTo>
                  <a:pt x="1181100" y="542925"/>
                </a:lnTo>
                <a:lnTo>
                  <a:pt x="1171575" y="542925"/>
                </a:lnTo>
                <a:close/>
                <a:moveTo>
                  <a:pt x="457200" y="542925"/>
                </a:moveTo>
                <a:lnTo>
                  <a:pt x="476250" y="542925"/>
                </a:lnTo>
                <a:lnTo>
                  <a:pt x="476250" y="561975"/>
                </a:lnTo>
                <a:lnTo>
                  <a:pt x="457200" y="561975"/>
                </a:lnTo>
                <a:close/>
                <a:moveTo>
                  <a:pt x="876300" y="552450"/>
                </a:moveTo>
                <a:lnTo>
                  <a:pt x="914400" y="552450"/>
                </a:lnTo>
                <a:lnTo>
                  <a:pt x="914400" y="561975"/>
                </a:lnTo>
                <a:lnTo>
                  <a:pt x="923925" y="561975"/>
                </a:lnTo>
                <a:lnTo>
                  <a:pt x="923925" y="571500"/>
                </a:lnTo>
                <a:lnTo>
                  <a:pt x="904875" y="571500"/>
                </a:lnTo>
                <a:lnTo>
                  <a:pt x="904875" y="561975"/>
                </a:lnTo>
                <a:lnTo>
                  <a:pt x="876300" y="561975"/>
                </a:lnTo>
                <a:close/>
                <a:moveTo>
                  <a:pt x="971550" y="552450"/>
                </a:moveTo>
                <a:lnTo>
                  <a:pt x="981075" y="552450"/>
                </a:lnTo>
                <a:lnTo>
                  <a:pt x="981075" y="561975"/>
                </a:lnTo>
                <a:lnTo>
                  <a:pt x="971550" y="561975"/>
                </a:lnTo>
                <a:close/>
                <a:moveTo>
                  <a:pt x="1171575" y="552450"/>
                </a:moveTo>
                <a:lnTo>
                  <a:pt x="1181100" y="552450"/>
                </a:lnTo>
                <a:lnTo>
                  <a:pt x="1181100" y="561975"/>
                </a:lnTo>
                <a:lnTo>
                  <a:pt x="1171575" y="561975"/>
                </a:lnTo>
                <a:close/>
                <a:moveTo>
                  <a:pt x="95250" y="561975"/>
                </a:moveTo>
                <a:lnTo>
                  <a:pt x="104775" y="561975"/>
                </a:lnTo>
                <a:lnTo>
                  <a:pt x="104775" y="571500"/>
                </a:lnTo>
                <a:lnTo>
                  <a:pt x="95250" y="571500"/>
                </a:lnTo>
                <a:close/>
                <a:moveTo>
                  <a:pt x="171450" y="561975"/>
                </a:moveTo>
                <a:lnTo>
                  <a:pt x="180975" y="561975"/>
                </a:lnTo>
                <a:lnTo>
                  <a:pt x="180975" y="571500"/>
                </a:lnTo>
                <a:lnTo>
                  <a:pt x="190500" y="571500"/>
                </a:lnTo>
                <a:lnTo>
                  <a:pt x="190500" y="581025"/>
                </a:lnTo>
                <a:lnTo>
                  <a:pt x="180975" y="581025"/>
                </a:lnTo>
                <a:lnTo>
                  <a:pt x="180975" y="590550"/>
                </a:lnTo>
                <a:lnTo>
                  <a:pt x="171450" y="590550"/>
                </a:lnTo>
                <a:close/>
                <a:moveTo>
                  <a:pt x="542925" y="561975"/>
                </a:moveTo>
                <a:lnTo>
                  <a:pt x="552450" y="561975"/>
                </a:lnTo>
                <a:lnTo>
                  <a:pt x="552450" y="571500"/>
                </a:lnTo>
                <a:lnTo>
                  <a:pt x="561975" y="571500"/>
                </a:lnTo>
                <a:lnTo>
                  <a:pt x="561975" y="581025"/>
                </a:lnTo>
                <a:lnTo>
                  <a:pt x="542925" y="581025"/>
                </a:lnTo>
                <a:close/>
                <a:moveTo>
                  <a:pt x="619125" y="561975"/>
                </a:moveTo>
                <a:lnTo>
                  <a:pt x="647700" y="561975"/>
                </a:lnTo>
                <a:lnTo>
                  <a:pt x="647700" y="571500"/>
                </a:lnTo>
                <a:lnTo>
                  <a:pt x="619125" y="571500"/>
                </a:lnTo>
                <a:close/>
                <a:moveTo>
                  <a:pt x="1485900" y="561975"/>
                </a:moveTo>
                <a:lnTo>
                  <a:pt x="1495425" y="561975"/>
                </a:lnTo>
                <a:lnTo>
                  <a:pt x="1495425" y="571500"/>
                </a:lnTo>
                <a:lnTo>
                  <a:pt x="1485900" y="571500"/>
                </a:lnTo>
                <a:close/>
                <a:moveTo>
                  <a:pt x="66675" y="571500"/>
                </a:moveTo>
                <a:lnTo>
                  <a:pt x="85725" y="571500"/>
                </a:lnTo>
                <a:lnTo>
                  <a:pt x="85725" y="581025"/>
                </a:lnTo>
                <a:lnTo>
                  <a:pt x="76200" y="581025"/>
                </a:lnTo>
                <a:lnTo>
                  <a:pt x="76200" y="590550"/>
                </a:lnTo>
                <a:lnTo>
                  <a:pt x="66675" y="590550"/>
                </a:lnTo>
                <a:close/>
                <a:moveTo>
                  <a:pt x="1171575" y="571500"/>
                </a:moveTo>
                <a:lnTo>
                  <a:pt x="1181100" y="571500"/>
                </a:lnTo>
                <a:lnTo>
                  <a:pt x="1181100" y="590550"/>
                </a:lnTo>
                <a:lnTo>
                  <a:pt x="1171575" y="590550"/>
                </a:lnTo>
                <a:close/>
                <a:moveTo>
                  <a:pt x="1371600" y="571500"/>
                </a:moveTo>
                <a:lnTo>
                  <a:pt x="1390650" y="571500"/>
                </a:lnTo>
                <a:lnTo>
                  <a:pt x="1390650" y="581025"/>
                </a:lnTo>
                <a:lnTo>
                  <a:pt x="1371600" y="581025"/>
                </a:lnTo>
                <a:close/>
                <a:moveTo>
                  <a:pt x="1647825" y="571500"/>
                </a:moveTo>
                <a:lnTo>
                  <a:pt x="1657350" y="571500"/>
                </a:lnTo>
                <a:lnTo>
                  <a:pt x="1657350" y="581025"/>
                </a:lnTo>
                <a:lnTo>
                  <a:pt x="1647825" y="581025"/>
                </a:lnTo>
                <a:close/>
                <a:moveTo>
                  <a:pt x="1819275" y="571500"/>
                </a:moveTo>
                <a:lnTo>
                  <a:pt x="1838325" y="571500"/>
                </a:lnTo>
                <a:lnTo>
                  <a:pt x="1838325" y="581025"/>
                </a:lnTo>
                <a:lnTo>
                  <a:pt x="1847850" y="581025"/>
                </a:lnTo>
                <a:lnTo>
                  <a:pt x="1847850" y="600075"/>
                </a:lnTo>
                <a:lnTo>
                  <a:pt x="1857375" y="600075"/>
                </a:lnTo>
                <a:lnTo>
                  <a:pt x="1857375" y="590550"/>
                </a:lnTo>
                <a:lnTo>
                  <a:pt x="1885950" y="590550"/>
                </a:lnTo>
                <a:lnTo>
                  <a:pt x="1885950" y="600075"/>
                </a:lnTo>
                <a:lnTo>
                  <a:pt x="1866900" y="600075"/>
                </a:lnTo>
                <a:lnTo>
                  <a:pt x="1866900" y="609600"/>
                </a:lnTo>
                <a:lnTo>
                  <a:pt x="1885950" y="609600"/>
                </a:lnTo>
                <a:lnTo>
                  <a:pt x="1885950" y="600075"/>
                </a:lnTo>
                <a:lnTo>
                  <a:pt x="1895475" y="600075"/>
                </a:lnTo>
                <a:lnTo>
                  <a:pt x="1895475" y="609600"/>
                </a:lnTo>
                <a:lnTo>
                  <a:pt x="1885950" y="609600"/>
                </a:lnTo>
                <a:lnTo>
                  <a:pt x="1885950" y="638175"/>
                </a:lnTo>
                <a:lnTo>
                  <a:pt x="1895475" y="638175"/>
                </a:lnTo>
                <a:lnTo>
                  <a:pt x="1895475" y="657225"/>
                </a:lnTo>
                <a:lnTo>
                  <a:pt x="1885950" y="657225"/>
                </a:lnTo>
                <a:lnTo>
                  <a:pt x="1885950" y="647700"/>
                </a:lnTo>
                <a:lnTo>
                  <a:pt x="1876425" y="647700"/>
                </a:lnTo>
                <a:lnTo>
                  <a:pt x="1876425" y="638175"/>
                </a:lnTo>
                <a:lnTo>
                  <a:pt x="1866900" y="638175"/>
                </a:lnTo>
                <a:lnTo>
                  <a:pt x="1866900" y="628650"/>
                </a:lnTo>
                <a:lnTo>
                  <a:pt x="1876425" y="628650"/>
                </a:lnTo>
                <a:lnTo>
                  <a:pt x="1876425" y="619125"/>
                </a:lnTo>
                <a:lnTo>
                  <a:pt x="1857375" y="619125"/>
                </a:lnTo>
                <a:lnTo>
                  <a:pt x="1857375" y="609600"/>
                </a:lnTo>
                <a:lnTo>
                  <a:pt x="1838325" y="609600"/>
                </a:lnTo>
                <a:lnTo>
                  <a:pt x="1838325" y="590550"/>
                </a:lnTo>
                <a:lnTo>
                  <a:pt x="1828800" y="590550"/>
                </a:lnTo>
                <a:lnTo>
                  <a:pt x="1828800" y="581025"/>
                </a:lnTo>
                <a:lnTo>
                  <a:pt x="1819275" y="581025"/>
                </a:lnTo>
                <a:close/>
                <a:moveTo>
                  <a:pt x="190500" y="581025"/>
                </a:moveTo>
                <a:lnTo>
                  <a:pt x="200025" y="581025"/>
                </a:lnTo>
                <a:lnTo>
                  <a:pt x="200025" y="590550"/>
                </a:lnTo>
                <a:lnTo>
                  <a:pt x="190500" y="590550"/>
                </a:lnTo>
                <a:close/>
                <a:moveTo>
                  <a:pt x="1657350" y="581025"/>
                </a:moveTo>
                <a:lnTo>
                  <a:pt x="1676400" y="581025"/>
                </a:lnTo>
                <a:lnTo>
                  <a:pt x="1676400" y="590550"/>
                </a:lnTo>
                <a:lnTo>
                  <a:pt x="1657350" y="590550"/>
                </a:lnTo>
                <a:close/>
                <a:moveTo>
                  <a:pt x="1733550" y="581025"/>
                </a:moveTo>
                <a:lnTo>
                  <a:pt x="1743075" y="581025"/>
                </a:lnTo>
                <a:lnTo>
                  <a:pt x="1743075" y="590550"/>
                </a:lnTo>
                <a:lnTo>
                  <a:pt x="1733550" y="590550"/>
                </a:lnTo>
                <a:close/>
                <a:moveTo>
                  <a:pt x="609600" y="590550"/>
                </a:moveTo>
                <a:lnTo>
                  <a:pt x="628650" y="590550"/>
                </a:lnTo>
                <a:lnTo>
                  <a:pt x="628650" y="600075"/>
                </a:lnTo>
                <a:lnTo>
                  <a:pt x="619125" y="600075"/>
                </a:lnTo>
                <a:lnTo>
                  <a:pt x="619125" y="609600"/>
                </a:lnTo>
                <a:lnTo>
                  <a:pt x="600075" y="609600"/>
                </a:lnTo>
                <a:lnTo>
                  <a:pt x="600075" y="600075"/>
                </a:lnTo>
                <a:lnTo>
                  <a:pt x="609600" y="600075"/>
                </a:lnTo>
                <a:close/>
                <a:moveTo>
                  <a:pt x="1647825" y="590550"/>
                </a:moveTo>
                <a:lnTo>
                  <a:pt x="1657350" y="590550"/>
                </a:lnTo>
                <a:lnTo>
                  <a:pt x="1657350" y="600075"/>
                </a:lnTo>
                <a:lnTo>
                  <a:pt x="1676400" y="600075"/>
                </a:lnTo>
                <a:lnTo>
                  <a:pt x="1676400" y="609600"/>
                </a:lnTo>
                <a:lnTo>
                  <a:pt x="1638300" y="609600"/>
                </a:lnTo>
                <a:lnTo>
                  <a:pt x="1638300" y="600075"/>
                </a:lnTo>
                <a:lnTo>
                  <a:pt x="1647825" y="600075"/>
                </a:lnTo>
                <a:close/>
                <a:moveTo>
                  <a:pt x="1495425" y="600075"/>
                </a:moveTo>
                <a:lnTo>
                  <a:pt x="1504950" y="600075"/>
                </a:lnTo>
                <a:lnTo>
                  <a:pt x="1504950" y="609600"/>
                </a:lnTo>
                <a:lnTo>
                  <a:pt x="1514475" y="609600"/>
                </a:lnTo>
                <a:lnTo>
                  <a:pt x="1514475" y="619125"/>
                </a:lnTo>
                <a:lnTo>
                  <a:pt x="1495425" y="619125"/>
                </a:lnTo>
                <a:close/>
                <a:moveTo>
                  <a:pt x="1362075" y="609600"/>
                </a:moveTo>
                <a:lnTo>
                  <a:pt x="1381125" y="609600"/>
                </a:lnTo>
                <a:lnTo>
                  <a:pt x="1381125" y="628650"/>
                </a:lnTo>
                <a:lnTo>
                  <a:pt x="1352550" y="628650"/>
                </a:lnTo>
                <a:lnTo>
                  <a:pt x="1352550" y="619125"/>
                </a:lnTo>
                <a:lnTo>
                  <a:pt x="1362075" y="619125"/>
                </a:lnTo>
                <a:close/>
                <a:moveTo>
                  <a:pt x="1476375" y="609600"/>
                </a:moveTo>
                <a:lnTo>
                  <a:pt x="1485900" y="609600"/>
                </a:lnTo>
                <a:lnTo>
                  <a:pt x="1485900" y="619125"/>
                </a:lnTo>
                <a:lnTo>
                  <a:pt x="1476375" y="619125"/>
                </a:lnTo>
                <a:close/>
                <a:moveTo>
                  <a:pt x="476250" y="619125"/>
                </a:moveTo>
                <a:lnTo>
                  <a:pt x="504825" y="619125"/>
                </a:lnTo>
                <a:lnTo>
                  <a:pt x="504825" y="628650"/>
                </a:lnTo>
                <a:lnTo>
                  <a:pt x="495300" y="628650"/>
                </a:lnTo>
                <a:lnTo>
                  <a:pt x="495300" y="647700"/>
                </a:lnTo>
                <a:lnTo>
                  <a:pt x="485775" y="647700"/>
                </a:lnTo>
                <a:lnTo>
                  <a:pt x="485775" y="638175"/>
                </a:lnTo>
                <a:lnTo>
                  <a:pt x="476250" y="638175"/>
                </a:lnTo>
                <a:close/>
                <a:moveTo>
                  <a:pt x="1533525" y="619125"/>
                </a:moveTo>
                <a:lnTo>
                  <a:pt x="1543050" y="619125"/>
                </a:lnTo>
                <a:lnTo>
                  <a:pt x="1543050" y="628650"/>
                </a:lnTo>
                <a:lnTo>
                  <a:pt x="1533525" y="628650"/>
                </a:lnTo>
                <a:close/>
                <a:moveTo>
                  <a:pt x="1743075" y="619125"/>
                </a:moveTo>
                <a:lnTo>
                  <a:pt x="1752600" y="619125"/>
                </a:lnTo>
                <a:lnTo>
                  <a:pt x="1752600" y="638175"/>
                </a:lnTo>
                <a:lnTo>
                  <a:pt x="1743075" y="638175"/>
                </a:lnTo>
                <a:close/>
                <a:moveTo>
                  <a:pt x="1838325" y="619125"/>
                </a:moveTo>
                <a:lnTo>
                  <a:pt x="1847850" y="619125"/>
                </a:lnTo>
                <a:lnTo>
                  <a:pt x="1847850" y="628650"/>
                </a:lnTo>
                <a:lnTo>
                  <a:pt x="1838325" y="628650"/>
                </a:lnTo>
                <a:close/>
                <a:moveTo>
                  <a:pt x="523875" y="628650"/>
                </a:moveTo>
                <a:lnTo>
                  <a:pt x="542925" y="628650"/>
                </a:lnTo>
                <a:lnTo>
                  <a:pt x="542925" y="638175"/>
                </a:lnTo>
                <a:lnTo>
                  <a:pt x="523875" y="638175"/>
                </a:lnTo>
                <a:close/>
                <a:moveTo>
                  <a:pt x="733425" y="628650"/>
                </a:moveTo>
                <a:lnTo>
                  <a:pt x="742950" y="628650"/>
                </a:lnTo>
                <a:lnTo>
                  <a:pt x="742950" y="638175"/>
                </a:lnTo>
                <a:lnTo>
                  <a:pt x="733425" y="638175"/>
                </a:lnTo>
                <a:close/>
                <a:moveTo>
                  <a:pt x="1343025" y="628650"/>
                </a:moveTo>
                <a:lnTo>
                  <a:pt x="1352550" y="628650"/>
                </a:lnTo>
                <a:lnTo>
                  <a:pt x="1352550" y="638175"/>
                </a:lnTo>
                <a:lnTo>
                  <a:pt x="1343025" y="638175"/>
                </a:lnTo>
                <a:close/>
                <a:moveTo>
                  <a:pt x="1724025" y="638175"/>
                </a:moveTo>
                <a:lnTo>
                  <a:pt x="1743075" y="638175"/>
                </a:lnTo>
                <a:lnTo>
                  <a:pt x="1743075" y="647700"/>
                </a:lnTo>
                <a:lnTo>
                  <a:pt x="1724025" y="647700"/>
                </a:lnTo>
                <a:close/>
                <a:moveTo>
                  <a:pt x="333375" y="647700"/>
                </a:moveTo>
                <a:lnTo>
                  <a:pt x="352425" y="647700"/>
                </a:lnTo>
                <a:lnTo>
                  <a:pt x="352425" y="657225"/>
                </a:lnTo>
                <a:lnTo>
                  <a:pt x="333375" y="657225"/>
                </a:lnTo>
                <a:close/>
                <a:moveTo>
                  <a:pt x="390525" y="647700"/>
                </a:moveTo>
                <a:lnTo>
                  <a:pt x="400050" y="647700"/>
                </a:lnTo>
                <a:lnTo>
                  <a:pt x="400050" y="657225"/>
                </a:lnTo>
                <a:lnTo>
                  <a:pt x="390525" y="657225"/>
                </a:lnTo>
                <a:close/>
                <a:moveTo>
                  <a:pt x="542925" y="647700"/>
                </a:moveTo>
                <a:lnTo>
                  <a:pt x="552450" y="647700"/>
                </a:lnTo>
                <a:lnTo>
                  <a:pt x="552450" y="657225"/>
                </a:lnTo>
                <a:lnTo>
                  <a:pt x="542925" y="657225"/>
                </a:lnTo>
                <a:close/>
                <a:moveTo>
                  <a:pt x="1838325" y="647700"/>
                </a:moveTo>
                <a:lnTo>
                  <a:pt x="1847850" y="647700"/>
                </a:lnTo>
                <a:lnTo>
                  <a:pt x="1847850" y="657225"/>
                </a:lnTo>
                <a:lnTo>
                  <a:pt x="1838325" y="657225"/>
                </a:lnTo>
                <a:close/>
                <a:moveTo>
                  <a:pt x="361950" y="657225"/>
                </a:moveTo>
                <a:lnTo>
                  <a:pt x="371475" y="657225"/>
                </a:lnTo>
                <a:lnTo>
                  <a:pt x="371475" y="666750"/>
                </a:lnTo>
                <a:lnTo>
                  <a:pt x="361950" y="666750"/>
                </a:lnTo>
                <a:close/>
                <a:moveTo>
                  <a:pt x="1895475" y="657225"/>
                </a:moveTo>
                <a:lnTo>
                  <a:pt x="1905000" y="657225"/>
                </a:lnTo>
                <a:lnTo>
                  <a:pt x="1905000" y="666750"/>
                </a:lnTo>
                <a:lnTo>
                  <a:pt x="1895475" y="666750"/>
                </a:lnTo>
                <a:close/>
                <a:moveTo>
                  <a:pt x="257175" y="666750"/>
                </a:moveTo>
                <a:lnTo>
                  <a:pt x="266700" y="666750"/>
                </a:lnTo>
                <a:lnTo>
                  <a:pt x="266700" y="685800"/>
                </a:lnTo>
                <a:lnTo>
                  <a:pt x="276225" y="685800"/>
                </a:lnTo>
                <a:lnTo>
                  <a:pt x="276225" y="676275"/>
                </a:lnTo>
                <a:lnTo>
                  <a:pt x="295275" y="676275"/>
                </a:lnTo>
                <a:lnTo>
                  <a:pt x="295275" y="666750"/>
                </a:lnTo>
                <a:lnTo>
                  <a:pt x="304800" y="666750"/>
                </a:lnTo>
                <a:lnTo>
                  <a:pt x="304800" y="676275"/>
                </a:lnTo>
                <a:lnTo>
                  <a:pt x="314325" y="676275"/>
                </a:lnTo>
                <a:lnTo>
                  <a:pt x="314325" y="695325"/>
                </a:lnTo>
                <a:lnTo>
                  <a:pt x="304800" y="695325"/>
                </a:lnTo>
                <a:lnTo>
                  <a:pt x="304800" y="685800"/>
                </a:lnTo>
                <a:lnTo>
                  <a:pt x="276225" y="685800"/>
                </a:lnTo>
                <a:lnTo>
                  <a:pt x="276225" y="695325"/>
                </a:lnTo>
                <a:lnTo>
                  <a:pt x="247650" y="695325"/>
                </a:lnTo>
                <a:lnTo>
                  <a:pt x="247650" y="685800"/>
                </a:lnTo>
                <a:lnTo>
                  <a:pt x="238125" y="685800"/>
                </a:lnTo>
                <a:lnTo>
                  <a:pt x="238125" y="676275"/>
                </a:lnTo>
                <a:lnTo>
                  <a:pt x="257175" y="676275"/>
                </a:lnTo>
                <a:close/>
                <a:moveTo>
                  <a:pt x="342900" y="666750"/>
                </a:moveTo>
                <a:lnTo>
                  <a:pt x="361950" y="666750"/>
                </a:lnTo>
                <a:lnTo>
                  <a:pt x="361950" y="676275"/>
                </a:lnTo>
                <a:lnTo>
                  <a:pt x="352425" y="676275"/>
                </a:lnTo>
                <a:lnTo>
                  <a:pt x="352425" y="685800"/>
                </a:lnTo>
                <a:lnTo>
                  <a:pt x="342900" y="685800"/>
                </a:lnTo>
                <a:close/>
                <a:moveTo>
                  <a:pt x="809625" y="666750"/>
                </a:moveTo>
                <a:lnTo>
                  <a:pt x="819150" y="666750"/>
                </a:lnTo>
                <a:lnTo>
                  <a:pt x="819150" y="676275"/>
                </a:lnTo>
                <a:lnTo>
                  <a:pt x="809625" y="676275"/>
                </a:lnTo>
                <a:close/>
                <a:moveTo>
                  <a:pt x="1352550" y="666750"/>
                </a:moveTo>
                <a:lnTo>
                  <a:pt x="1362075" y="666750"/>
                </a:lnTo>
                <a:lnTo>
                  <a:pt x="1362075" y="685800"/>
                </a:lnTo>
                <a:lnTo>
                  <a:pt x="1352550" y="685800"/>
                </a:lnTo>
                <a:close/>
                <a:moveTo>
                  <a:pt x="1800225" y="666750"/>
                </a:moveTo>
                <a:lnTo>
                  <a:pt x="1809750" y="666750"/>
                </a:lnTo>
                <a:lnTo>
                  <a:pt x="1809750" y="685800"/>
                </a:lnTo>
                <a:lnTo>
                  <a:pt x="1800225" y="685800"/>
                </a:lnTo>
                <a:close/>
                <a:moveTo>
                  <a:pt x="581025" y="676275"/>
                </a:moveTo>
                <a:lnTo>
                  <a:pt x="590550" y="676275"/>
                </a:lnTo>
                <a:lnTo>
                  <a:pt x="590550" y="685800"/>
                </a:lnTo>
                <a:lnTo>
                  <a:pt x="581025" y="685800"/>
                </a:lnTo>
                <a:close/>
                <a:moveTo>
                  <a:pt x="1409700" y="676275"/>
                </a:moveTo>
                <a:lnTo>
                  <a:pt x="1428750" y="676275"/>
                </a:lnTo>
                <a:lnTo>
                  <a:pt x="1428750" y="685800"/>
                </a:lnTo>
                <a:lnTo>
                  <a:pt x="1409700" y="685800"/>
                </a:lnTo>
                <a:close/>
                <a:moveTo>
                  <a:pt x="1314450" y="685800"/>
                </a:moveTo>
                <a:lnTo>
                  <a:pt x="1323975" y="685800"/>
                </a:lnTo>
                <a:lnTo>
                  <a:pt x="1323975" y="695325"/>
                </a:lnTo>
                <a:lnTo>
                  <a:pt x="1333500" y="695325"/>
                </a:lnTo>
                <a:lnTo>
                  <a:pt x="1333500" y="714375"/>
                </a:lnTo>
                <a:lnTo>
                  <a:pt x="1323975" y="714375"/>
                </a:lnTo>
                <a:lnTo>
                  <a:pt x="1323975" y="704850"/>
                </a:lnTo>
                <a:lnTo>
                  <a:pt x="1314450" y="704850"/>
                </a:lnTo>
                <a:close/>
                <a:moveTo>
                  <a:pt x="1371600" y="685800"/>
                </a:moveTo>
                <a:lnTo>
                  <a:pt x="1381125" y="685800"/>
                </a:lnTo>
                <a:lnTo>
                  <a:pt x="1381125" y="695325"/>
                </a:lnTo>
                <a:lnTo>
                  <a:pt x="1371600" y="695325"/>
                </a:lnTo>
                <a:close/>
                <a:moveTo>
                  <a:pt x="1895475" y="685800"/>
                </a:moveTo>
                <a:lnTo>
                  <a:pt x="1905000" y="685800"/>
                </a:lnTo>
                <a:lnTo>
                  <a:pt x="1905000" y="742950"/>
                </a:lnTo>
                <a:lnTo>
                  <a:pt x="1895475" y="742950"/>
                </a:lnTo>
                <a:lnTo>
                  <a:pt x="1895475" y="733425"/>
                </a:lnTo>
                <a:lnTo>
                  <a:pt x="1885950" y="733425"/>
                </a:lnTo>
                <a:lnTo>
                  <a:pt x="1885950" y="723900"/>
                </a:lnTo>
                <a:lnTo>
                  <a:pt x="1866900" y="723900"/>
                </a:lnTo>
                <a:lnTo>
                  <a:pt x="1866900" y="714375"/>
                </a:lnTo>
                <a:lnTo>
                  <a:pt x="1857375" y="714375"/>
                </a:lnTo>
                <a:lnTo>
                  <a:pt x="1857375" y="704850"/>
                </a:lnTo>
                <a:lnTo>
                  <a:pt x="1866900" y="704850"/>
                </a:lnTo>
                <a:lnTo>
                  <a:pt x="1866900" y="714375"/>
                </a:lnTo>
                <a:lnTo>
                  <a:pt x="1885950" y="714375"/>
                </a:lnTo>
                <a:lnTo>
                  <a:pt x="1885950" y="704850"/>
                </a:lnTo>
                <a:lnTo>
                  <a:pt x="1895475" y="704850"/>
                </a:lnTo>
                <a:close/>
                <a:moveTo>
                  <a:pt x="295275" y="695325"/>
                </a:moveTo>
                <a:lnTo>
                  <a:pt x="304800" y="695325"/>
                </a:lnTo>
                <a:lnTo>
                  <a:pt x="304800" y="704850"/>
                </a:lnTo>
                <a:lnTo>
                  <a:pt x="295275" y="704850"/>
                </a:lnTo>
                <a:close/>
                <a:moveTo>
                  <a:pt x="1819275" y="695325"/>
                </a:moveTo>
                <a:lnTo>
                  <a:pt x="1828800" y="695325"/>
                </a:lnTo>
                <a:lnTo>
                  <a:pt x="1828800" y="704850"/>
                </a:lnTo>
                <a:lnTo>
                  <a:pt x="1819275" y="704850"/>
                </a:lnTo>
                <a:close/>
                <a:moveTo>
                  <a:pt x="209550" y="704850"/>
                </a:moveTo>
                <a:lnTo>
                  <a:pt x="219075" y="704850"/>
                </a:lnTo>
                <a:lnTo>
                  <a:pt x="219075" y="714375"/>
                </a:lnTo>
                <a:lnTo>
                  <a:pt x="209550" y="714375"/>
                </a:lnTo>
                <a:close/>
                <a:moveTo>
                  <a:pt x="1552575" y="704850"/>
                </a:moveTo>
                <a:lnTo>
                  <a:pt x="1562100" y="704850"/>
                </a:lnTo>
                <a:lnTo>
                  <a:pt x="1562100" y="714375"/>
                </a:lnTo>
                <a:lnTo>
                  <a:pt x="1552575" y="714375"/>
                </a:lnTo>
                <a:close/>
                <a:moveTo>
                  <a:pt x="180975" y="714375"/>
                </a:moveTo>
                <a:lnTo>
                  <a:pt x="209550" y="714375"/>
                </a:lnTo>
                <a:lnTo>
                  <a:pt x="209550" y="723900"/>
                </a:lnTo>
                <a:lnTo>
                  <a:pt x="180975" y="723900"/>
                </a:lnTo>
                <a:close/>
                <a:moveTo>
                  <a:pt x="323850" y="714375"/>
                </a:moveTo>
                <a:lnTo>
                  <a:pt x="333375" y="714375"/>
                </a:lnTo>
                <a:lnTo>
                  <a:pt x="333375" y="723900"/>
                </a:lnTo>
                <a:lnTo>
                  <a:pt x="352425" y="723900"/>
                </a:lnTo>
                <a:lnTo>
                  <a:pt x="352425" y="733425"/>
                </a:lnTo>
                <a:lnTo>
                  <a:pt x="323850" y="733425"/>
                </a:lnTo>
                <a:close/>
                <a:moveTo>
                  <a:pt x="1571625" y="714375"/>
                </a:moveTo>
                <a:lnTo>
                  <a:pt x="1581150" y="714375"/>
                </a:lnTo>
                <a:lnTo>
                  <a:pt x="1581150" y="723900"/>
                </a:lnTo>
                <a:lnTo>
                  <a:pt x="1571625" y="723900"/>
                </a:lnTo>
                <a:close/>
                <a:moveTo>
                  <a:pt x="1323975" y="723900"/>
                </a:moveTo>
                <a:lnTo>
                  <a:pt x="1333500" y="723900"/>
                </a:lnTo>
                <a:lnTo>
                  <a:pt x="1333500" y="733425"/>
                </a:lnTo>
                <a:lnTo>
                  <a:pt x="1323975" y="733425"/>
                </a:lnTo>
                <a:close/>
                <a:moveTo>
                  <a:pt x="1581150" y="723900"/>
                </a:moveTo>
                <a:lnTo>
                  <a:pt x="1590675" y="723900"/>
                </a:lnTo>
                <a:lnTo>
                  <a:pt x="1590675" y="733425"/>
                </a:lnTo>
                <a:lnTo>
                  <a:pt x="1600200" y="733425"/>
                </a:lnTo>
                <a:lnTo>
                  <a:pt x="1600200" y="742950"/>
                </a:lnTo>
                <a:lnTo>
                  <a:pt x="1581150" y="742950"/>
                </a:lnTo>
                <a:close/>
                <a:moveTo>
                  <a:pt x="1628775" y="723900"/>
                </a:moveTo>
                <a:lnTo>
                  <a:pt x="1638300" y="723900"/>
                </a:lnTo>
                <a:lnTo>
                  <a:pt x="1638300" y="733425"/>
                </a:lnTo>
                <a:lnTo>
                  <a:pt x="1628775" y="733425"/>
                </a:lnTo>
                <a:close/>
                <a:moveTo>
                  <a:pt x="1857375" y="723900"/>
                </a:moveTo>
                <a:lnTo>
                  <a:pt x="1866900" y="723900"/>
                </a:lnTo>
                <a:lnTo>
                  <a:pt x="1866900" y="733425"/>
                </a:lnTo>
                <a:lnTo>
                  <a:pt x="1857375" y="733425"/>
                </a:lnTo>
                <a:close/>
                <a:moveTo>
                  <a:pt x="1885950" y="723900"/>
                </a:moveTo>
                <a:lnTo>
                  <a:pt x="1895475" y="723900"/>
                </a:lnTo>
                <a:lnTo>
                  <a:pt x="1895475" y="714375"/>
                </a:lnTo>
                <a:lnTo>
                  <a:pt x="1885950" y="714375"/>
                </a:lnTo>
                <a:close/>
                <a:moveTo>
                  <a:pt x="1381125" y="733425"/>
                </a:moveTo>
                <a:lnTo>
                  <a:pt x="1390650" y="733425"/>
                </a:lnTo>
                <a:lnTo>
                  <a:pt x="1390650" y="742950"/>
                </a:lnTo>
                <a:lnTo>
                  <a:pt x="1381125" y="742950"/>
                </a:lnTo>
                <a:close/>
                <a:moveTo>
                  <a:pt x="1466850" y="733425"/>
                </a:moveTo>
                <a:lnTo>
                  <a:pt x="1476375" y="733425"/>
                </a:lnTo>
                <a:lnTo>
                  <a:pt x="1476375" y="742950"/>
                </a:lnTo>
                <a:lnTo>
                  <a:pt x="1466850" y="742950"/>
                </a:lnTo>
                <a:close/>
                <a:moveTo>
                  <a:pt x="1619250" y="733425"/>
                </a:moveTo>
                <a:lnTo>
                  <a:pt x="1628775" y="733425"/>
                </a:lnTo>
                <a:lnTo>
                  <a:pt x="1628775" y="752475"/>
                </a:lnTo>
                <a:lnTo>
                  <a:pt x="1638300" y="752475"/>
                </a:lnTo>
                <a:lnTo>
                  <a:pt x="1638300" y="771525"/>
                </a:lnTo>
                <a:lnTo>
                  <a:pt x="1628775" y="771525"/>
                </a:lnTo>
                <a:lnTo>
                  <a:pt x="1628775" y="762000"/>
                </a:lnTo>
                <a:lnTo>
                  <a:pt x="1609725" y="762000"/>
                </a:lnTo>
                <a:lnTo>
                  <a:pt x="1609725" y="742950"/>
                </a:lnTo>
                <a:lnTo>
                  <a:pt x="1619250" y="742950"/>
                </a:lnTo>
                <a:close/>
                <a:moveTo>
                  <a:pt x="1809750" y="742950"/>
                </a:moveTo>
                <a:lnTo>
                  <a:pt x="1828800" y="742950"/>
                </a:lnTo>
                <a:lnTo>
                  <a:pt x="1828800" y="752475"/>
                </a:lnTo>
                <a:lnTo>
                  <a:pt x="1809750" y="752475"/>
                </a:lnTo>
                <a:close/>
                <a:moveTo>
                  <a:pt x="1333500" y="752475"/>
                </a:moveTo>
                <a:lnTo>
                  <a:pt x="1343025" y="752475"/>
                </a:lnTo>
                <a:lnTo>
                  <a:pt x="1343025" y="762000"/>
                </a:lnTo>
                <a:lnTo>
                  <a:pt x="1333500" y="762000"/>
                </a:lnTo>
                <a:close/>
                <a:moveTo>
                  <a:pt x="1504950" y="752475"/>
                </a:moveTo>
                <a:lnTo>
                  <a:pt x="1514475" y="752475"/>
                </a:lnTo>
                <a:lnTo>
                  <a:pt x="1514475" y="762000"/>
                </a:lnTo>
                <a:lnTo>
                  <a:pt x="1504950" y="762000"/>
                </a:lnTo>
                <a:close/>
                <a:moveTo>
                  <a:pt x="1790700" y="752475"/>
                </a:moveTo>
                <a:lnTo>
                  <a:pt x="1809750" y="752475"/>
                </a:lnTo>
                <a:lnTo>
                  <a:pt x="1809750" y="762000"/>
                </a:lnTo>
                <a:lnTo>
                  <a:pt x="1819275" y="762000"/>
                </a:lnTo>
                <a:lnTo>
                  <a:pt x="1819275" y="771525"/>
                </a:lnTo>
                <a:lnTo>
                  <a:pt x="1800225" y="771525"/>
                </a:lnTo>
                <a:lnTo>
                  <a:pt x="1800225" y="781050"/>
                </a:lnTo>
                <a:lnTo>
                  <a:pt x="1790700" y="781050"/>
                </a:lnTo>
                <a:close/>
                <a:moveTo>
                  <a:pt x="1828800" y="752475"/>
                </a:moveTo>
                <a:lnTo>
                  <a:pt x="1857375" y="752475"/>
                </a:lnTo>
                <a:lnTo>
                  <a:pt x="1857375" y="771525"/>
                </a:lnTo>
                <a:lnTo>
                  <a:pt x="1847850" y="771525"/>
                </a:lnTo>
                <a:lnTo>
                  <a:pt x="1847850" y="762000"/>
                </a:lnTo>
                <a:lnTo>
                  <a:pt x="1838325" y="762000"/>
                </a:lnTo>
                <a:lnTo>
                  <a:pt x="1838325" y="781050"/>
                </a:lnTo>
                <a:lnTo>
                  <a:pt x="1819275" y="781050"/>
                </a:lnTo>
                <a:lnTo>
                  <a:pt x="1819275" y="771525"/>
                </a:lnTo>
                <a:lnTo>
                  <a:pt x="1828800" y="771525"/>
                </a:lnTo>
                <a:close/>
                <a:moveTo>
                  <a:pt x="1724025" y="762000"/>
                </a:moveTo>
                <a:lnTo>
                  <a:pt x="1733550" y="762000"/>
                </a:lnTo>
                <a:lnTo>
                  <a:pt x="1733550" y="771525"/>
                </a:lnTo>
                <a:lnTo>
                  <a:pt x="1724025" y="771525"/>
                </a:lnTo>
                <a:close/>
                <a:moveTo>
                  <a:pt x="95250" y="771525"/>
                </a:moveTo>
                <a:lnTo>
                  <a:pt x="104775" y="771525"/>
                </a:lnTo>
                <a:lnTo>
                  <a:pt x="104775" y="781050"/>
                </a:lnTo>
                <a:lnTo>
                  <a:pt x="95250" y="781050"/>
                </a:lnTo>
                <a:close/>
                <a:moveTo>
                  <a:pt x="971550" y="771525"/>
                </a:moveTo>
                <a:lnTo>
                  <a:pt x="981075" y="771525"/>
                </a:lnTo>
                <a:lnTo>
                  <a:pt x="981075" y="781050"/>
                </a:lnTo>
                <a:lnTo>
                  <a:pt x="971550" y="781050"/>
                </a:lnTo>
                <a:close/>
                <a:moveTo>
                  <a:pt x="1619250" y="771525"/>
                </a:moveTo>
                <a:lnTo>
                  <a:pt x="1628775" y="771525"/>
                </a:lnTo>
                <a:lnTo>
                  <a:pt x="1628775" y="781050"/>
                </a:lnTo>
                <a:lnTo>
                  <a:pt x="1619250" y="781050"/>
                </a:lnTo>
                <a:close/>
                <a:moveTo>
                  <a:pt x="1714500" y="771525"/>
                </a:moveTo>
                <a:lnTo>
                  <a:pt x="1724025" y="771525"/>
                </a:lnTo>
                <a:lnTo>
                  <a:pt x="1724025" y="781050"/>
                </a:lnTo>
                <a:lnTo>
                  <a:pt x="1733550" y="781050"/>
                </a:lnTo>
                <a:lnTo>
                  <a:pt x="1733550" y="790575"/>
                </a:lnTo>
                <a:lnTo>
                  <a:pt x="1714500" y="790575"/>
                </a:lnTo>
                <a:close/>
                <a:moveTo>
                  <a:pt x="1514475" y="790575"/>
                </a:moveTo>
                <a:lnTo>
                  <a:pt x="1524000" y="790575"/>
                </a:lnTo>
                <a:lnTo>
                  <a:pt x="1524000" y="800100"/>
                </a:lnTo>
                <a:lnTo>
                  <a:pt x="1514475" y="800100"/>
                </a:lnTo>
                <a:close/>
                <a:moveTo>
                  <a:pt x="104775" y="809625"/>
                </a:moveTo>
                <a:lnTo>
                  <a:pt x="114300" y="809625"/>
                </a:lnTo>
                <a:lnTo>
                  <a:pt x="114300" y="819150"/>
                </a:lnTo>
                <a:lnTo>
                  <a:pt x="104775" y="819150"/>
                </a:lnTo>
                <a:close/>
                <a:moveTo>
                  <a:pt x="800100" y="819150"/>
                </a:moveTo>
                <a:lnTo>
                  <a:pt x="809625" y="819150"/>
                </a:lnTo>
                <a:lnTo>
                  <a:pt x="809625" y="828675"/>
                </a:lnTo>
                <a:lnTo>
                  <a:pt x="800100" y="828675"/>
                </a:lnTo>
                <a:close/>
                <a:moveTo>
                  <a:pt x="990600" y="828675"/>
                </a:moveTo>
                <a:lnTo>
                  <a:pt x="1000125" y="828675"/>
                </a:lnTo>
                <a:lnTo>
                  <a:pt x="1000125" y="838200"/>
                </a:lnTo>
                <a:lnTo>
                  <a:pt x="990600" y="838200"/>
                </a:lnTo>
                <a:close/>
                <a:moveTo>
                  <a:pt x="1143000" y="828675"/>
                </a:moveTo>
                <a:lnTo>
                  <a:pt x="1162050" y="828675"/>
                </a:lnTo>
                <a:lnTo>
                  <a:pt x="1162050" y="838200"/>
                </a:lnTo>
                <a:lnTo>
                  <a:pt x="1143000" y="838200"/>
                </a:lnTo>
                <a:close/>
                <a:moveTo>
                  <a:pt x="47625" y="838200"/>
                </a:moveTo>
                <a:lnTo>
                  <a:pt x="57150" y="838200"/>
                </a:lnTo>
                <a:lnTo>
                  <a:pt x="57150" y="847725"/>
                </a:lnTo>
                <a:lnTo>
                  <a:pt x="47625" y="847725"/>
                </a:lnTo>
                <a:close/>
                <a:moveTo>
                  <a:pt x="800100" y="838200"/>
                </a:moveTo>
                <a:lnTo>
                  <a:pt x="809625" y="838200"/>
                </a:lnTo>
                <a:lnTo>
                  <a:pt x="809625" y="847725"/>
                </a:lnTo>
                <a:lnTo>
                  <a:pt x="800100" y="847725"/>
                </a:lnTo>
                <a:close/>
                <a:moveTo>
                  <a:pt x="57150" y="857250"/>
                </a:moveTo>
                <a:lnTo>
                  <a:pt x="66675" y="857250"/>
                </a:lnTo>
                <a:lnTo>
                  <a:pt x="66675" y="866775"/>
                </a:lnTo>
                <a:lnTo>
                  <a:pt x="57150" y="866775"/>
                </a:lnTo>
                <a:close/>
                <a:moveTo>
                  <a:pt x="114300" y="857250"/>
                </a:moveTo>
                <a:lnTo>
                  <a:pt x="123825" y="857250"/>
                </a:lnTo>
                <a:lnTo>
                  <a:pt x="123825" y="876300"/>
                </a:lnTo>
                <a:lnTo>
                  <a:pt x="114300" y="876300"/>
                </a:lnTo>
                <a:close/>
                <a:moveTo>
                  <a:pt x="1562100" y="866775"/>
                </a:moveTo>
                <a:lnTo>
                  <a:pt x="1571625" y="866775"/>
                </a:lnTo>
                <a:lnTo>
                  <a:pt x="1571625" y="885825"/>
                </a:lnTo>
                <a:lnTo>
                  <a:pt x="1581150" y="885825"/>
                </a:lnTo>
                <a:lnTo>
                  <a:pt x="1581150" y="866775"/>
                </a:lnTo>
                <a:lnTo>
                  <a:pt x="1590675" y="866775"/>
                </a:lnTo>
                <a:lnTo>
                  <a:pt x="1590675" y="895350"/>
                </a:lnTo>
                <a:lnTo>
                  <a:pt x="1581150" y="895350"/>
                </a:lnTo>
                <a:lnTo>
                  <a:pt x="1581150" y="904875"/>
                </a:lnTo>
                <a:lnTo>
                  <a:pt x="1571625" y="904875"/>
                </a:lnTo>
                <a:lnTo>
                  <a:pt x="1571625" y="895350"/>
                </a:lnTo>
                <a:lnTo>
                  <a:pt x="1552575" y="895350"/>
                </a:lnTo>
                <a:lnTo>
                  <a:pt x="1552575" y="876300"/>
                </a:lnTo>
                <a:lnTo>
                  <a:pt x="1562100" y="876300"/>
                </a:lnTo>
                <a:close/>
                <a:moveTo>
                  <a:pt x="1828800" y="914400"/>
                </a:moveTo>
                <a:lnTo>
                  <a:pt x="1847850" y="914400"/>
                </a:lnTo>
                <a:lnTo>
                  <a:pt x="1847850" y="923925"/>
                </a:lnTo>
                <a:lnTo>
                  <a:pt x="1828800" y="923925"/>
                </a:lnTo>
                <a:close/>
                <a:moveTo>
                  <a:pt x="361950" y="933450"/>
                </a:moveTo>
                <a:lnTo>
                  <a:pt x="371475" y="933450"/>
                </a:lnTo>
                <a:lnTo>
                  <a:pt x="371475" y="942975"/>
                </a:lnTo>
                <a:lnTo>
                  <a:pt x="361950" y="942975"/>
                </a:lnTo>
                <a:close/>
                <a:moveTo>
                  <a:pt x="438150" y="942975"/>
                </a:moveTo>
                <a:lnTo>
                  <a:pt x="457200" y="942975"/>
                </a:lnTo>
                <a:lnTo>
                  <a:pt x="457200" y="981075"/>
                </a:lnTo>
                <a:lnTo>
                  <a:pt x="485775" y="981075"/>
                </a:lnTo>
                <a:lnTo>
                  <a:pt x="485775" y="971550"/>
                </a:lnTo>
                <a:lnTo>
                  <a:pt x="504825" y="971550"/>
                </a:lnTo>
                <a:lnTo>
                  <a:pt x="504825" y="981075"/>
                </a:lnTo>
                <a:lnTo>
                  <a:pt x="485775" y="981075"/>
                </a:lnTo>
                <a:lnTo>
                  <a:pt x="485775" y="990600"/>
                </a:lnTo>
                <a:lnTo>
                  <a:pt x="438150" y="990600"/>
                </a:lnTo>
                <a:lnTo>
                  <a:pt x="438150" y="971550"/>
                </a:lnTo>
                <a:lnTo>
                  <a:pt x="447675" y="971550"/>
                </a:lnTo>
                <a:lnTo>
                  <a:pt x="447675" y="962025"/>
                </a:lnTo>
                <a:lnTo>
                  <a:pt x="438150" y="962025"/>
                </a:lnTo>
                <a:close/>
                <a:moveTo>
                  <a:pt x="466725" y="942975"/>
                </a:moveTo>
                <a:lnTo>
                  <a:pt x="476250" y="942975"/>
                </a:lnTo>
                <a:lnTo>
                  <a:pt x="476250" y="952500"/>
                </a:lnTo>
                <a:lnTo>
                  <a:pt x="466725" y="952500"/>
                </a:lnTo>
                <a:close/>
                <a:moveTo>
                  <a:pt x="485775" y="942975"/>
                </a:moveTo>
                <a:lnTo>
                  <a:pt x="495300" y="942975"/>
                </a:lnTo>
                <a:lnTo>
                  <a:pt x="495300" y="952500"/>
                </a:lnTo>
                <a:lnTo>
                  <a:pt x="485775" y="952500"/>
                </a:lnTo>
                <a:close/>
                <a:moveTo>
                  <a:pt x="523875" y="942975"/>
                </a:moveTo>
                <a:lnTo>
                  <a:pt x="542925" y="942975"/>
                </a:lnTo>
                <a:lnTo>
                  <a:pt x="542925" y="962025"/>
                </a:lnTo>
                <a:lnTo>
                  <a:pt x="533400" y="962025"/>
                </a:lnTo>
                <a:lnTo>
                  <a:pt x="533400" y="971550"/>
                </a:lnTo>
                <a:lnTo>
                  <a:pt x="514350" y="971550"/>
                </a:lnTo>
                <a:lnTo>
                  <a:pt x="514350" y="962025"/>
                </a:lnTo>
                <a:lnTo>
                  <a:pt x="504825" y="962025"/>
                </a:lnTo>
                <a:lnTo>
                  <a:pt x="504825" y="952500"/>
                </a:lnTo>
                <a:lnTo>
                  <a:pt x="523875" y="952500"/>
                </a:lnTo>
                <a:close/>
                <a:moveTo>
                  <a:pt x="161925" y="952500"/>
                </a:moveTo>
                <a:lnTo>
                  <a:pt x="171450" y="952500"/>
                </a:lnTo>
                <a:lnTo>
                  <a:pt x="171450" y="962025"/>
                </a:lnTo>
                <a:lnTo>
                  <a:pt x="161925" y="962025"/>
                </a:lnTo>
                <a:close/>
                <a:moveTo>
                  <a:pt x="1200150" y="952500"/>
                </a:moveTo>
                <a:lnTo>
                  <a:pt x="1209675" y="952500"/>
                </a:lnTo>
                <a:lnTo>
                  <a:pt x="1209675" y="962025"/>
                </a:lnTo>
                <a:lnTo>
                  <a:pt x="1200150" y="962025"/>
                </a:lnTo>
                <a:close/>
                <a:moveTo>
                  <a:pt x="466725" y="962025"/>
                </a:moveTo>
                <a:lnTo>
                  <a:pt x="476250" y="962025"/>
                </a:lnTo>
                <a:lnTo>
                  <a:pt x="476250" y="971550"/>
                </a:lnTo>
                <a:lnTo>
                  <a:pt x="466725" y="971550"/>
                </a:lnTo>
                <a:close/>
                <a:moveTo>
                  <a:pt x="742950" y="962025"/>
                </a:moveTo>
                <a:lnTo>
                  <a:pt x="752475" y="962025"/>
                </a:lnTo>
                <a:lnTo>
                  <a:pt x="752475" y="971550"/>
                </a:lnTo>
                <a:lnTo>
                  <a:pt x="742950" y="971550"/>
                </a:lnTo>
                <a:close/>
                <a:moveTo>
                  <a:pt x="1190625" y="962025"/>
                </a:moveTo>
                <a:lnTo>
                  <a:pt x="1200150" y="962025"/>
                </a:lnTo>
                <a:lnTo>
                  <a:pt x="1200150" y="971550"/>
                </a:lnTo>
                <a:lnTo>
                  <a:pt x="1190625" y="971550"/>
                </a:lnTo>
                <a:close/>
                <a:moveTo>
                  <a:pt x="1400175" y="971550"/>
                </a:moveTo>
                <a:lnTo>
                  <a:pt x="1409700" y="971550"/>
                </a:lnTo>
                <a:lnTo>
                  <a:pt x="1409700" y="981075"/>
                </a:lnTo>
                <a:lnTo>
                  <a:pt x="1400175" y="981075"/>
                </a:lnTo>
                <a:close/>
                <a:moveTo>
                  <a:pt x="866775" y="981075"/>
                </a:moveTo>
                <a:lnTo>
                  <a:pt x="876300" y="981075"/>
                </a:lnTo>
                <a:lnTo>
                  <a:pt x="876300" y="990600"/>
                </a:lnTo>
                <a:lnTo>
                  <a:pt x="866775" y="990600"/>
                </a:lnTo>
                <a:close/>
                <a:moveTo>
                  <a:pt x="1123950" y="981075"/>
                </a:moveTo>
                <a:lnTo>
                  <a:pt x="1133475" y="981075"/>
                </a:lnTo>
                <a:lnTo>
                  <a:pt x="1133475" y="990600"/>
                </a:lnTo>
                <a:lnTo>
                  <a:pt x="1123950" y="990600"/>
                </a:lnTo>
                <a:close/>
                <a:moveTo>
                  <a:pt x="1409700" y="981075"/>
                </a:moveTo>
                <a:lnTo>
                  <a:pt x="1419225" y="981075"/>
                </a:lnTo>
                <a:lnTo>
                  <a:pt x="1419225" y="990600"/>
                </a:lnTo>
                <a:lnTo>
                  <a:pt x="1409700" y="990600"/>
                </a:lnTo>
                <a:close/>
                <a:moveTo>
                  <a:pt x="371475" y="990600"/>
                </a:moveTo>
                <a:lnTo>
                  <a:pt x="409575" y="990600"/>
                </a:lnTo>
                <a:lnTo>
                  <a:pt x="409575" y="1000125"/>
                </a:lnTo>
                <a:lnTo>
                  <a:pt x="390525" y="1000125"/>
                </a:lnTo>
                <a:lnTo>
                  <a:pt x="390525" y="1019175"/>
                </a:lnTo>
                <a:lnTo>
                  <a:pt x="400050" y="1019175"/>
                </a:lnTo>
                <a:lnTo>
                  <a:pt x="400050" y="1028700"/>
                </a:lnTo>
                <a:lnTo>
                  <a:pt x="381000" y="1028700"/>
                </a:lnTo>
                <a:lnTo>
                  <a:pt x="381000" y="1019175"/>
                </a:lnTo>
                <a:lnTo>
                  <a:pt x="371475" y="1019175"/>
                </a:lnTo>
                <a:lnTo>
                  <a:pt x="371475" y="1009650"/>
                </a:lnTo>
                <a:lnTo>
                  <a:pt x="361950" y="1009650"/>
                </a:lnTo>
                <a:lnTo>
                  <a:pt x="361950" y="1000125"/>
                </a:lnTo>
                <a:lnTo>
                  <a:pt x="371475" y="1000125"/>
                </a:lnTo>
                <a:close/>
                <a:moveTo>
                  <a:pt x="1143000" y="990600"/>
                </a:moveTo>
                <a:lnTo>
                  <a:pt x="1152525" y="990600"/>
                </a:lnTo>
                <a:lnTo>
                  <a:pt x="1152525" y="1019175"/>
                </a:lnTo>
                <a:lnTo>
                  <a:pt x="1143000" y="1019175"/>
                </a:lnTo>
                <a:close/>
                <a:moveTo>
                  <a:pt x="304800" y="1000125"/>
                </a:moveTo>
                <a:lnTo>
                  <a:pt x="314325" y="1000125"/>
                </a:lnTo>
                <a:lnTo>
                  <a:pt x="314325" y="1009650"/>
                </a:lnTo>
                <a:lnTo>
                  <a:pt x="304800" y="1009650"/>
                </a:lnTo>
                <a:close/>
                <a:moveTo>
                  <a:pt x="457200" y="1000125"/>
                </a:moveTo>
                <a:lnTo>
                  <a:pt x="476250" y="1000125"/>
                </a:lnTo>
                <a:lnTo>
                  <a:pt x="476250" y="1009650"/>
                </a:lnTo>
                <a:lnTo>
                  <a:pt x="457200" y="1009650"/>
                </a:lnTo>
                <a:close/>
                <a:moveTo>
                  <a:pt x="1162050" y="1000125"/>
                </a:moveTo>
                <a:lnTo>
                  <a:pt x="1171575" y="1000125"/>
                </a:lnTo>
                <a:lnTo>
                  <a:pt x="1171575" y="1009650"/>
                </a:lnTo>
                <a:lnTo>
                  <a:pt x="1162050" y="1009650"/>
                </a:lnTo>
                <a:close/>
                <a:moveTo>
                  <a:pt x="323850" y="1009650"/>
                </a:moveTo>
                <a:lnTo>
                  <a:pt x="333375" y="1009650"/>
                </a:lnTo>
                <a:lnTo>
                  <a:pt x="333375" y="1019175"/>
                </a:lnTo>
                <a:lnTo>
                  <a:pt x="323850" y="1019175"/>
                </a:lnTo>
                <a:close/>
                <a:moveTo>
                  <a:pt x="371475" y="1009650"/>
                </a:moveTo>
                <a:lnTo>
                  <a:pt x="381000" y="1009650"/>
                </a:lnTo>
                <a:lnTo>
                  <a:pt x="381000" y="1000125"/>
                </a:lnTo>
                <a:lnTo>
                  <a:pt x="371475" y="1000125"/>
                </a:lnTo>
                <a:close/>
                <a:moveTo>
                  <a:pt x="409575" y="1009650"/>
                </a:moveTo>
                <a:lnTo>
                  <a:pt x="419100" y="1009650"/>
                </a:lnTo>
                <a:lnTo>
                  <a:pt x="419100" y="1019175"/>
                </a:lnTo>
                <a:lnTo>
                  <a:pt x="409575" y="1019175"/>
                </a:lnTo>
                <a:close/>
                <a:moveTo>
                  <a:pt x="428625" y="1009650"/>
                </a:moveTo>
                <a:lnTo>
                  <a:pt x="438150" y="1009650"/>
                </a:lnTo>
                <a:lnTo>
                  <a:pt x="438150" y="1019175"/>
                </a:lnTo>
                <a:lnTo>
                  <a:pt x="428625" y="1019175"/>
                </a:lnTo>
                <a:close/>
                <a:moveTo>
                  <a:pt x="438150" y="1019175"/>
                </a:moveTo>
                <a:lnTo>
                  <a:pt x="447675" y="1019175"/>
                </a:lnTo>
                <a:lnTo>
                  <a:pt x="447675" y="1028700"/>
                </a:lnTo>
                <a:lnTo>
                  <a:pt x="438150" y="1028700"/>
                </a:lnTo>
                <a:close/>
                <a:moveTo>
                  <a:pt x="476250" y="1019175"/>
                </a:moveTo>
                <a:lnTo>
                  <a:pt x="485775" y="1019175"/>
                </a:lnTo>
                <a:lnTo>
                  <a:pt x="485775" y="1028700"/>
                </a:lnTo>
                <a:lnTo>
                  <a:pt x="476250" y="1028700"/>
                </a:lnTo>
                <a:close/>
                <a:moveTo>
                  <a:pt x="876300" y="1019175"/>
                </a:moveTo>
                <a:lnTo>
                  <a:pt x="885825" y="1019175"/>
                </a:lnTo>
                <a:lnTo>
                  <a:pt x="885825" y="1028700"/>
                </a:lnTo>
                <a:lnTo>
                  <a:pt x="876300" y="1028700"/>
                </a:lnTo>
                <a:close/>
                <a:moveTo>
                  <a:pt x="1381125" y="1019175"/>
                </a:moveTo>
                <a:lnTo>
                  <a:pt x="1400175" y="1019175"/>
                </a:lnTo>
                <a:lnTo>
                  <a:pt x="1400175" y="1028700"/>
                </a:lnTo>
                <a:lnTo>
                  <a:pt x="1381125" y="1028700"/>
                </a:lnTo>
                <a:close/>
                <a:moveTo>
                  <a:pt x="161925" y="1047750"/>
                </a:moveTo>
                <a:lnTo>
                  <a:pt x="180975" y="1047750"/>
                </a:lnTo>
                <a:lnTo>
                  <a:pt x="180975" y="1057275"/>
                </a:lnTo>
                <a:lnTo>
                  <a:pt x="161925" y="1057275"/>
                </a:lnTo>
                <a:close/>
                <a:moveTo>
                  <a:pt x="381000" y="1047750"/>
                </a:moveTo>
                <a:lnTo>
                  <a:pt x="400050" y="1047750"/>
                </a:lnTo>
                <a:lnTo>
                  <a:pt x="400050" y="1057275"/>
                </a:lnTo>
                <a:lnTo>
                  <a:pt x="381000" y="1057275"/>
                </a:lnTo>
                <a:close/>
                <a:moveTo>
                  <a:pt x="419100" y="1047750"/>
                </a:moveTo>
                <a:lnTo>
                  <a:pt x="438150" y="1047750"/>
                </a:lnTo>
                <a:lnTo>
                  <a:pt x="438150" y="1057275"/>
                </a:lnTo>
                <a:lnTo>
                  <a:pt x="419100" y="1057275"/>
                </a:lnTo>
                <a:close/>
                <a:moveTo>
                  <a:pt x="457200" y="1047750"/>
                </a:moveTo>
                <a:lnTo>
                  <a:pt x="485775" y="1047750"/>
                </a:lnTo>
                <a:lnTo>
                  <a:pt x="485775" y="1057275"/>
                </a:lnTo>
                <a:lnTo>
                  <a:pt x="476250" y="1057275"/>
                </a:lnTo>
                <a:lnTo>
                  <a:pt x="476250" y="1066800"/>
                </a:lnTo>
                <a:lnTo>
                  <a:pt x="504825" y="1066800"/>
                </a:lnTo>
                <a:lnTo>
                  <a:pt x="504825" y="1076325"/>
                </a:lnTo>
                <a:lnTo>
                  <a:pt x="495300" y="1076325"/>
                </a:lnTo>
                <a:lnTo>
                  <a:pt x="495300" y="1085850"/>
                </a:lnTo>
                <a:lnTo>
                  <a:pt x="485775" y="1085850"/>
                </a:lnTo>
                <a:lnTo>
                  <a:pt x="485775" y="1076325"/>
                </a:lnTo>
                <a:lnTo>
                  <a:pt x="476250" y="1076325"/>
                </a:lnTo>
                <a:lnTo>
                  <a:pt x="476250" y="1095375"/>
                </a:lnTo>
                <a:lnTo>
                  <a:pt x="466725" y="1095375"/>
                </a:lnTo>
                <a:lnTo>
                  <a:pt x="466725" y="1085850"/>
                </a:lnTo>
                <a:lnTo>
                  <a:pt x="457200" y="1085850"/>
                </a:lnTo>
                <a:lnTo>
                  <a:pt x="457200" y="1066800"/>
                </a:lnTo>
                <a:lnTo>
                  <a:pt x="466725" y="1066800"/>
                </a:lnTo>
                <a:lnTo>
                  <a:pt x="466725" y="1057275"/>
                </a:lnTo>
                <a:lnTo>
                  <a:pt x="457200" y="1057275"/>
                </a:lnTo>
                <a:close/>
                <a:moveTo>
                  <a:pt x="1009650" y="1047750"/>
                </a:moveTo>
                <a:lnTo>
                  <a:pt x="1019175" y="1047750"/>
                </a:lnTo>
                <a:lnTo>
                  <a:pt x="1019175" y="1057275"/>
                </a:lnTo>
                <a:lnTo>
                  <a:pt x="1009650" y="1057275"/>
                </a:lnTo>
                <a:close/>
                <a:moveTo>
                  <a:pt x="1028700" y="1047750"/>
                </a:moveTo>
                <a:lnTo>
                  <a:pt x="1057275" y="1047750"/>
                </a:lnTo>
                <a:lnTo>
                  <a:pt x="1057275" y="1057275"/>
                </a:lnTo>
                <a:lnTo>
                  <a:pt x="1028700" y="1057275"/>
                </a:lnTo>
                <a:close/>
                <a:moveTo>
                  <a:pt x="1104900" y="1047750"/>
                </a:moveTo>
                <a:lnTo>
                  <a:pt x="1123950" y="1047750"/>
                </a:lnTo>
                <a:lnTo>
                  <a:pt x="1123950" y="1066800"/>
                </a:lnTo>
                <a:lnTo>
                  <a:pt x="1104900" y="1066800"/>
                </a:lnTo>
                <a:close/>
                <a:moveTo>
                  <a:pt x="1181100" y="1047750"/>
                </a:moveTo>
                <a:lnTo>
                  <a:pt x="1190625" y="1047750"/>
                </a:lnTo>
                <a:lnTo>
                  <a:pt x="1190625" y="1057275"/>
                </a:lnTo>
                <a:lnTo>
                  <a:pt x="1200150" y="1057275"/>
                </a:lnTo>
                <a:lnTo>
                  <a:pt x="1200150" y="1066800"/>
                </a:lnTo>
                <a:lnTo>
                  <a:pt x="1181100" y="1066800"/>
                </a:lnTo>
                <a:close/>
                <a:moveTo>
                  <a:pt x="1257300" y="1047750"/>
                </a:moveTo>
                <a:lnTo>
                  <a:pt x="1276350" y="1047750"/>
                </a:lnTo>
                <a:lnTo>
                  <a:pt x="1276350" y="1057275"/>
                </a:lnTo>
                <a:lnTo>
                  <a:pt x="1266825" y="1057275"/>
                </a:lnTo>
                <a:lnTo>
                  <a:pt x="1266825" y="1066800"/>
                </a:lnTo>
                <a:lnTo>
                  <a:pt x="1257300" y="1066800"/>
                </a:lnTo>
                <a:close/>
                <a:moveTo>
                  <a:pt x="1400175" y="1047750"/>
                </a:moveTo>
                <a:lnTo>
                  <a:pt x="1409700" y="1047750"/>
                </a:lnTo>
                <a:lnTo>
                  <a:pt x="1409700" y="1057275"/>
                </a:lnTo>
                <a:lnTo>
                  <a:pt x="1400175" y="1057275"/>
                </a:lnTo>
                <a:close/>
                <a:moveTo>
                  <a:pt x="581025" y="1057275"/>
                </a:moveTo>
                <a:lnTo>
                  <a:pt x="590550" y="1057275"/>
                </a:lnTo>
                <a:lnTo>
                  <a:pt x="590550" y="1066800"/>
                </a:lnTo>
                <a:lnTo>
                  <a:pt x="581025" y="1066800"/>
                </a:lnTo>
                <a:close/>
                <a:moveTo>
                  <a:pt x="1000125" y="1057275"/>
                </a:moveTo>
                <a:lnTo>
                  <a:pt x="1009650" y="1057275"/>
                </a:lnTo>
                <a:lnTo>
                  <a:pt x="1009650" y="1066800"/>
                </a:lnTo>
                <a:lnTo>
                  <a:pt x="1000125" y="1066800"/>
                </a:lnTo>
                <a:close/>
                <a:moveTo>
                  <a:pt x="1057275" y="1057275"/>
                </a:moveTo>
                <a:lnTo>
                  <a:pt x="1066800" y="1057275"/>
                </a:lnTo>
                <a:lnTo>
                  <a:pt x="1066800" y="1066800"/>
                </a:lnTo>
                <a:lnTo>
                  <a:pt x="1057275" y="1066800"/>
                </a:lnTo>
                <a:close/>
                <a:moveTo>
                  <a:pt x="1228725" y="1057275"/>
                </a:moveTo>
                <a:lnTo>
                  <a:pt x="1247775" y="1057275"/>
                </a:lnTo>
                <a:lnTo>
                  <a:pt x="1247775" y="1066800"/>
                </a:lnTo>
                <a:lnTo>
                  <a:pt x="1238250" y="1066800"/>
                </a:lnTo>
                <a:lnTo>
                  <a:pt x="1238250" y="1076325"/>
                </a:lnTo>
                <a:lnTo>
                  <a:pt x="1209675" y="1076325"/>
                </a:lnTo>
                <a:lnTo>
                  <a:pt x="1209675" y="1066800"/>
                </a:lnTo>
                <a:lnTo>
                  <a:pt x="1228725" y="1066800"/>
                </a:lnTo>
                <a:close/>
                <a:moveTo>
                  <a:pt x="1381125" y="1057275"/>
                </a:moveTo>
                <a:lnTo>
                  <a:pt x="1400175" y="1057275"/>
                </a:lnTo>
                <a:lnTo>
                  <a:pt x="1400175" y="1066800"/>
                </a:lnTo>
                <a:lnTo>
                  <a:pt x="1381125" y="1066800"/>
                </a:lnTo>
                <a:close/>
                <a:moveTo>
                  <a:pt x="76200" y="1066800"/>
                </a:moveTo>
                <a:lnTo>
                  <a:pt x="85725" y="1066800"/>
                </a:lnTo>
                <a:lnTo>
                  <a:pt x="85725" y="1085850"/>
                </a:lnTo>
                <a:lnTo>
                  <a:pt x="95250" y="1085850"/>
                </a:lnTo>
                <a:lnTo>
                  <a:pt x="95250" y="1123950"/>
                </a:lnTo>
                <a:lnTo>
                  <a:pt x="76200" y="1123950"/>
                </a:lnTo>
                <a:lnTo>
                  <a:pt x="76200" y="1143000"/>
                </a:lnTo>
                <a:lnTo>
                  <a:pt x="66675" y="1143000"/>
                </a:lnTo>
                <a:lnTo>
                  <a:pt x="66675" y="1095375"/>
                </a:lnTo>
                <a:lnTo>
                  <a:pt x="76200" y="1095375"/>
                </a:lnTo>
                <a:close/>
                <a:moveTo>
                  <a:pt x="171450" y="1066800"/>
                </a:moveTo>
                <a:lnTo>
                  <a:pt x="180975" y="1066800"/>
                </a:lnTo>
                <a:lnTo>
                  <a:pt x="180975" y="1076325"/>
                </a:lnTo>
                <a:lnTo>
                  <a:pt x="171450" y="1076325"/>
                </a:lnTo>
                <a:close/>
                <a:moveTo>
                  <a:pt x="352425" y="1066800"/>
                </a:moveTo>
                <a:lnTo>
                  <a:pt x="361950" y="1066800"/>
                </a:lnTo>
                <a:lnTo>
                  <a:pt x="361950" y="1076325"/>
                </a:lnTo>
                <a:lnTo>
                  <a:pt x="352425" y="1076325"/>
                </a:lnTo>
                <a:close/>
                <a:moveTo>
                  <a:pt x="514350" y="1066800"/>
                </a:moveTo>
                <a:lnTo>
                  <a:pt x="523875" y="1066800"/>
                </a:lnTo>
                <a:lnTo>
                  <a:pt x="523875" y="1076325"/>
                </a:lnTo>
                <a:lnTo>
                  <a:pt x="514350" y="1076325"/>
                </a:lnTo>
                <a:close/>
                <a:moveTo>
                  <a:pt x="628650" y="1066800"/>
                </a:moveTo>
                <a:lnTo>
                  <a:pt x="638175" y="1066800"/>
                </a:lnTo>
                <a:lnTo>
                  <a:pt x="638175" y="1085850"/>
                </a:lnTo>
                <a:lnTo>
                  <a:pt x="628650" y="1085850"/>
                </a:lnTo>
                <a:close/>
                <a:moveTo>
                  <a:pt x="1304925" y="1066800"/>
                </a:moveTo>
                <a:lnTo>
                  <a:pt x="1323975" y="1066800"/>
                </a:lnTo>
                <a:lnTo>
                  <a:pt x="1323975" y="1076325"/>
                </a:lnTo>
                <a:lnTo>
                  <a:pt x="1333500" y="1076325"/>
                </a:lnTo>
                <a:lnTo>
                  <a:pt x="1333500" y="1085850"/>
                </a:lnTo>
                <a:lnTo>
                  <a:pt x="1314450" y="1085850"/>
                </a:lnTo>
                <a:lnTo>
                  <a:pt x="1314450" y="1076325"/>
                </a:lnTo>
                <a:lnTo>
                  <a:pt x="1304925" y="1076325"/>
                </a:lnTo>
                <a:close/>
                <a:moveTo>
                  <a:pt x="1343025" y="1066800"/>
                </a:moveTo>
                <a:lnTo>
                  <a:pt x="1352550" y="1066800"/>
                </a:lnTo>
                <a:lnTo>
                  <a:pt x="1352550" y="1076325"/>
                </a:lnTo>
                <a:lnTo>
                  <a:pt x="1362075" y="1076325"/>
                </a:lnTo>
                <a:lnTo>
                  <a:pt x="1362075" y="1066800"/>
                </a:lnTo>
                <a:lnTo>
                  <a:pt x="1371600" y="1066800"/>
                </a:lnTo>
                <a:lnTo>
                  <a:pt x="1371600" y="1095375"/>
                </a:lnTo>
                <a:lnTo>
                  <a:pt x="1343025" y="1095375"/>
                </a:lnTo>
                <a:lnTo>
                  <a:pt x="1343025" y="1104900"/>
                </a:lnTo>
                <a:lnTo>
                  <a:pt x="1333500" y="1104900"/>
                </a:lnTo>
                <a:lnTo>
                  <a:pt x="1333500" y="1085850"/>
                </a:lnTo>
                <a:lnTo>
                  <a:pt x="1343025" y="1085850"/>
                </a:lnTo>
                <a:close/>
                <a:moveTo>
                  <a:pt x="1419225" y="1066800"/>
                </a:moveTo>
                <a:lnTo>
                  <a:pt x="1457325" y="1066800"/>
                </a:lnTo>
                <a:lnTo>
                  <a:pt x="1457325" y="1076325"/>
                </a:lnTo>
                <a:lnTo>
                  <a:pt x="1466850" y="1076325"/>
                </a:lnTo>
                <a:lnTo>
                  <a:pt x="1466850" y="1066800"/>
                </a:lnTo>
                <a:lnTo>
                  <a:pt x="1495425" y="1066800"/>
                </a:lnTo>
                <a:lnTo>
                  <a:pt x="1495425" y="1076325"/>
                </a:lnTo>
                <a:lnTo>
                  <a:pt x="1476375" y="1076325"/>
                </a:lnTo>
                <a:lnTo>
                  <a:pt x="1476375" y="1085850"/>
                </a:lnTo>
                <a:lnTo>
                  <a:pt x="1457325" y="1085850"/>
                </a:lnTo>
                <a:lnTo>
                  <a:pt x="1457325" y="1095375"/>
                </a:lnTo>
                <a:lnTo>
                  <a:pt x="1476375" y="1095375"/>
                </a:lnTo>
                <a:lnTo>
                  <a:pt x="1476375" y="1104900"/>
                </a:lnTo>
                <a:lnTo>
                  <a:pt x="1485900" y="1104900"/>
                </a:lnTo>
                <a:lnTo>
                  <a:pt x="1485900" y="1085850"/>
                </a:lnTo>
                <a:lnTo>
                  <a:pt x="1495425" y="1085850"/>
                </a:lnTo>
                <a:lnTo>
                  <a:pt x="1495425" y="1104900"/>
                </a:lnTo>
                <a:lnTo>
                  <a:pt x="1504950" y="1104900"/>
                </a:lnTo>
                <a:lnTo>
                  <a:pt x="1504950" y="1085850"/>
                </a:lnTo>
                <a:lnTo>
                  <a:pt x="1514475" y="1085850"/>
                </a:lnTo>
                <a:lnTo>
                  <a:pt x="1514475" y="1114425"/>
                </a:lnTo>
                <a:lnTo>
                  <a:pt x="1495425" y="1114425"/>
                </a:lnTo>
                <a:lnTo>
                  <a:pt x="1495425" y="1133475"/>
                </a:lnTo>
                <a:lnTo>
                  <a:pt x="1504950" y="1133475"/>
                </a:lnTo>
                <a:lnTo>
                  <a:pt x="1504950" y="1143000"/>
                </a:lnTo>
                <a:lnTo>
                  <a:pt x="1514475" y="1143000"/>
                </a:lnTo>
                <a:lnTo>
                  <a:pt x="1514475" y="1171575"/>
                </a:lnTo>
                <a:lnTo>
                  <a:pt x="1504950" y="1171575"/>
                </a:lnTo>
                <a:lnTo>
                  <a:pt x="1504950" y="1162050"/>
                </a:lnTo>
                <a:lnTo>
                  <a:pt x="1495425" y="1162050"/>
                </a:lnTo>
                <a:lnTo>
                  <a:pt x="1495425" y="1152525"/>
                </a:lnTo>
                <a:lnTo>
                  <a:pt x="1476375" y="1152525"/>
                </a:lnTo>
                <a:lnTo>
                  <a:pt x="1476375" y="1143000"/>
                </a:lnTo>
                <a:lnTo>
                  <a:pt x="1466850" y="1143000"/>
                </a:lnTo>
                <a:lnTo>
                  <a:pt x="1466850" y="1152525"/>
                </a:lnTo>
                <a:lnTo>
                  <a:pt x="1457325" y="1152525"/>
                </a:lnTo>
                <a:lnTo>
                  <a:pt x="1457325" y="1123950"/>
                </a:lnTo>
                <a:lnTo>
                  <a:pt x="1466850" y="1123950"/>
                </a:lnTo>
                <a:lnTo>
                  <a:pt x="1466850" y="1133475"/>
                </a:lnTo>
                <a:lnTo>
                  <a:pt x="1476375" y="1133475"/>
                </a:lnTo>
                <a:lnTo>
                  <a:pt x="1476375" y="1114425"/>
                </a:lnTo>
                <a:lnTo>
                  <a:pt x="1457325" y="1114425"/>
                </a:lnTo>
                <a:lnTo>
                  <a:pt x="1457325" y="1104900"/>
                </a:lnTo>
                <a:lnTo>
                  <a:pt x="1438275" y="1104900"/>
                </a:lnTo>
                <a:lnTo>
                  <a:pt x="1438275" y="1095375"/>
                </a:lnTo>
                <a:lnTo>
                  <a:pt x="1400175" y="1095375"/>
                </a:lnTo>
                <a:lnTo>
                  <a:pt x="1400175" y="1085850"/>
                </a:lnTo>
                <a:lnTo>
                  <a:pt x="1419225" y="1085850"/>
                </a:lnTo>
                <a:close/>
                <a:moveTo>
                  <a:pt x="142875" y="1076325"/>
                </a:moveTo>
                <a:lnTo>
                  <a:pt x="152400" y="1076325"/>
                </a:lnTo>
                <a:lnTo>
                  <a:pt x="152400" y="1095375"/>
                </a:lnTo>
                <a:lnTo>
                  <a:pt x="142875" y="1095375"/>
                </a:lnTo>
                <a:close/>
                <a:moveTo>
                  <a:pt x="342900" y="1076325"/>
                </a:moveTo>
                <a:lnTo>
                  <a:pt x="352425" y="1076325"/>
                </a:lnTo>
                <a:lnTo>
                  <a:pt x="352425" y="1095375"/>
                </a:lnTo>
                <a:lnTo>
                  <a:pt x="333375" y="1095375"/>
                </a:lnTo>
                <a:lnTo>
                  <a:pt x="333375" y="1085850"/>
                </a:lnTo>
                <a:lnTo>
                  <a:pt x="342900" y="1085850"/>
                </a:lnTo>
                <a:close/>
                <a:moveTo>
                  <a:pt x="504825" y="1076325"/>
                </a:moveTo>
                <a:lnTo>
                  <a:pt x="514350" y="1076325"/>
                </a:lnTo>
                <a:lnTo>
                  <a:pt x="514350" y="1114425"/>
                </a:lnTo>
                <a:lnTo>
                  <a:pt x="504825" y="1114425"/>
                </a:lnTo>
                <a:close/>
                <a:moveTo>
                  <a:pt x="1181100" y="1076325"/>
                </a:moveTo>
                <a:lnTo>
                  <a:pt x="1190625" y="1076325"/>
                </a:lnTo>
                <a:lnTo>
                  <a:pt x="1190625" y="1085850"/>
                </a:lnTo>
                <a:lnTo>
                  <a:pt x="1181100" y="1085850"/>
                </a:lnTo>
                <a:close/>
                <a:moveTo>
                  <a:pt x="161925" y="1085850"/>
                </a:moveTo>
                <a:lnTo>
                  <a:pt x="171450" y="1085850"/>
                </a:lnTo>
                <a:lnTo>
                  <a:pt x="171450" y="1095375"/>
                </a:lnTo>
                <a:lnTo>
                  <a:pt x="161925" y="1095375"/>
                </a:lnTo>
                <a:close/>
                <a:moveTo>
                  <a:pt x="361950" y="1085850"/>
                </a:moveTo>
                <a:lnTo>
                  <a:pt x="371475" y="1085850"/>
                </a:lnTo>
                <a:lnTo>
                  <a:pt x="371475" y="1095375"/>
                </a:lnTo>
                <a:lnTo>
                  <a:pt x="361950" y="1095375"/>
                </a:lnTo>
                <a:close/>
                <a:moveTo>
                  <a:pt x="428625" y="1085850"/>
                </a:moveTo>
                <a:lnTo>
                  <a:pt x="438150" y="1085850"/>
                </a:lnTo>
                <a:lnTo>
                  <a:pt x="438150" y="1095375"/>
                </a:lnTo>
                <a:lnTo>
                  <a:pt x="428625" y="1095375"/>
                </a:lnTo>
                <a:close/>
                <a:moveTo>
                  <a:pt x="1895475" y="1085850"/>
                </a:moveTo>
                <a:lnTo>
                  <a:pt x="1905000" y="1085850"/>
                </a:lnTo>
                <a:lnTo>
                  <a:pt x="1905000" y="1104900"/>
                </a:lnTo>
                <a:lnTo>
                  <a:pt x="1895475" y="1104900"/>
                </a:lnTo>
                <a:close/>
                <a:moveTo>
                  <a:pt x="1371600" y="1095375"/>
                </a:moveTo>
                <a:lnTo>
                  <a:pt x="1400175" y="1095375"/>
                </a:lnTo>
                <a:lnTo>
                  <a:pt x="1400175" y="1104900"/>
                </a:lnTo>
                <a:lnTo>
                  <a:pt x="1390650" y="1104900"/>
                </a:lnTo>
                <a:lnTo>
                  <a:pt x="1390650" y="1114425"/>
                </a:lnTo>
                <a:lnTo>
                  <a:pt x="1400175" y="1114425"/>
                </a:lnTo>
                <a:lnTo>
                  <a:pt x="1400175" y="1123950"/>
                </a:lnTo>
                <a:lnTo>
                  <a:pt x="1409700" y="1123950"/>
                </a:lnTo>
                <a:lnTo>
                  <a:pt x="1409700" y="1133475"/>
                </a:lnTo>
                <a:lnTo>
                  <a:pt x="1390650" y="1133475"/>
                </a:lnTo>
                <a:lnTo>
                  <a:pt x="1390650" y="1123950"/>
                </a:lnTo>
                <a:lnTo>
                  <a:pt x="1381125" y="1123950"/>
                </a:lnTo>
                <a:lnTo>
                  <a:pt x="1381125" y="1133475"/>
                </a:lnTo>
                <a:lnTo>
                  <a:pt x="1362075" y="1133475"/>
                </a:lnTo>
                <a:lnTo>
                  <a:pt x="1362075" y="1123950"/>
                </a:lnTo>
                <a:lnTo>
                  <a:pt x="1371600" y="1123950"/>
                </a:lnTo>
                <a:close/>
                <a:moveTo>
                  <a:pt x="400050" y="1104900"/>
                </a:moveTo>
                <a:lnTo>
                  <a:pt x="409575" y="1104900"/>
                </a:lnTo>
                <a:lnTo>
                  <a:pt x="409575" y="1123950"/>
                </a:lnTo>
                <a:lnTo>
                  <a:pt x="400050" y="1123950"/>
                </a:lnTo>
                <a:close/>
                <a:moveTo>
                  <a:pt x="1419225" y="1104900"/>
                </a:moveTo>
                <a:lnTo>
                  <a:pt x="1428750" y="1104900"/>
                </a:lnTo>
                <a:lnTo>
                  <a:pt x="1428750" y="1114425"/>
                </a:lnTo>
                <a:lnTo>
                  <a:pt x="1419225" y="1114425"/>
                </a:lnTo>
                <a:close/>
                <a:moveTo>
                  <a:pt x="76200" y="1114425"/>
                </a:moveTo>
                <a:lnTo>
                  <a:pt x="85725" y="1114425"/>
                </a:lnTo>
                <a:lnTo>
                  <a:pt x="85725" y="1104900"/>
                </a:lnTo>
                <a:lnTo>
                  <a:pt x="76200" y="1104900"/>
                </a:lnTo>
                <a:close/>
                <a:moveTo>
                  <a:pt x="514350" y="1114425"/>
                </a:moveTo>
                <a:lnTo>
                  <a:pt x="523875" y="1114425"/>
                </a:lnTo>
                <a:lnTo>
                  <a:pt x="523875" y="1123950"/>
                </a:lnTo>
                <a:lnTo>
                  <a:pt x="514350" y="1123950"/>
                </a:lnTo>
                <a:close/>
                <a:moveTo>
                  <a:pt x="95250" y="1123950"/>
                </a:moveTo>
                <a:lnTo>
                  <a:pt x="104775" y="1123950"/>
                </a:lnTo>
                <a:lnTo>
                  <a:pt x="104775" y="1143000"/>
                </a:lnTo>
                <a:lnTo>
                  <a:pt x="95250" y="1143000"/>
                </a:lnTo>
                <a:close/>
                <a:moveTo>
                  <a:pt x="1295400" y="1123950"/>
                </a:moveTo>
                <a:lnTo>
                  <a:pt x="1333500" y="1123950"/>
                </a:lnTo>
                <a:lnTo>
                  <a:pt x="1333500" y="1133475"/>
                </a:lnTo>
                <a:lnTo>
                  <a:pt x="1304925" y="1133475"/>
                </a:lnTo>
                <a:lnTo>
                  <a:pt x="1304925" y="1143000"/>
                </a:lnTo>
                <a:lnTo>
                  <a:pt x="1285875" y="1143000"/>
                </a:lnTo>
                <a:lnTo>
                  <a:pt x="1285875" y="1152525"/>
                </a:lnTo>
                <a:lnTo>
                  <a:pt x="1266825" y="1152525"/>
                </a:lnTo>
                <a:lnTo>
                  <a:pt x="1266825" y="1133475"/>
                </a:lnTo>
                <a:lnTo>
                  <a:pt x="1295400" y="1133475"/>
                </a:lnTo>
                <a:close/>
                <a:moveTo>
                  <a:pt x="1219200" y="1133475"/>
                </a:moveTo>
                <a:lnTo>
                  <a:pt x="1228725" y="1133475"/>
                </a:lnTo>
                <a:lnTo>
                  <a:pt x="1228725" y="1152525"/>
                </a:lnTo>
                <a:lnTo>
                  <a:pt x="1219200" y="1152525"/>
                </a:lnTo>
                <a:close/>
                <a:moveTo>
                  <a:pt x="1552575" y="1133475"/>
                </a:moveTo>
                <a:lnTo>
                  <a:pt x="1562100" y="1133475"/>
                </a:lnTo>
                <a:lnTo>
                  <a:pt x="1562100" y="1152525"/>
                </a:lnTo>
                <a:lnTo>
                  <a:pt x="1552575" y="1152525"/>
                </a:lnTo>
                <a:close/>
                <a:moveTo>
                  <a:pt x="419100" y="1143000"/>
                </a:moveTo>
                <a:lnTo>
                  <a:pt x="438150" y="1143000"/>
                </a:lnTo>
                <a:lnTo>
                  <a:pt x="438150" y="1152525"/>
                </a:lnTo>
                <a:lnTo>
                  <a:pt x="419100" y="1152525"/>
                </a:lnTo>
                <a:close/>
                <a:moveTo>
                  <a:pt x="742950" y="1143000"/>
                </a:moveTo>
                <a:lnTo>
                  <a:pt x="752475" y="1143000"/>
                </a:lnTo>
                <a:lnTo>
                  <a:pt x="752475" y="1152525"/>
                </a:lnTo>
                <a:lnTo>
                  <a:pt x="742950" y="1152525"/>
                </a:lnTo>
                <a:close/>
                <a:moveTo>
                  <a:pt x="866775" y="1143000"/>
                </a:moveTo>
                <a:lnTo>
                  <a:pt x="876300" y="1143000"/>
                </a:lnTo>
                <a:lnTo>
                  <a:pt x="876300" y="1162050"/>
                </a:lnTo>
                <a:lnTo>
                  <a:pt x="866775" y="1162050"/>
                </a:lnTo>
                <a:close/>
                <a:moveTo>
                  <a:pt x="1476375" y="1143000"/>
                </a:moveTo>
                <a:lnTo>
                  <a:pt x="1485900" y="1143000"/>
                </a:lnTo>
                <a:lnTo>
                  <a:pt x="1485900" y="1133475"/>
                </a:lnTo>
                <a:lnTo>
                  <a:pt x="1476375" y="1133475"/>
                </a:lnTo>
                <a:close/>
                <a:moveTo>
                  <a:pt x="76200" y="1152525"/>
                </a:moveTo>
                <a:lnTo>
                  <a:pt x="95250" y="1152525"/>
                </a:lnTo>
                <a:lnTo>
                  <a:pt x="95250" y="1162050"/>
                </a:lnTo>
                <a:lnTo>
                  <a:pt x="104775" y="1162050"/>
                </a:lnTo>
                <a:lnTo>
                  <a:pt x="104775" y="1171575"/>
                </a:lnTo>
                <a:lnTo>
                  <a:pt x="85725" y="1171575"/>
                </a:lnTo>
                <a:lnTo>
                  <a:pt x="85725" y="1190625"/>
                </a:lnTo>
                <a:lnTo>
                  <a:pt x="66675" y="1190625"/>
                </a:lnTo>
                <a:lnTo>
                  <a:pt x="66675" y="1181100"/>
                </a:lnTo>
                <a:lnTo>
                  <a:pt x="76200" y="1181100"/>
                </a:lnTo>
                <a:close/>
                <a:moveTo>
                  <a:pt x="733425" y="1152525"/>
                </a:moveTo>
                <a:lnTo>
                  <a:pt x="742950" y="1152525"/>
                </a:lnTo>
                <a:lnTo>
                  <a:pt x="742950" y="1162050"/>
                </a:lnTo>
                <a:lnTo>
                  <a:pt x="733425" y="1162050"/>
                </a:lnTo>
                <a:close/>
                <a:moveTo>
                  <a:pt x="1228725" y="1152525"/>
                </a:moveTo>
                <a:lnTo>
                  <a:pt x="1238250" y="1152525"/>
                </a:lnTo>
                <a:lnTo>
                  <a:pt x="1238250" y="1162050"/>
                </a:lnTo>
                <a:lnTo>
                  <a:pt x="1228725" y="1162050"/>
                </a:lnTo>
                <a:close/>
                <a:moveTo>
                  <a:pt x="1304925" y="1152525"/>
                </a:moveTo>
                <a:lnTo>
                  <a:pt x="1343025" y="1152525"/>
                </a:lnTo>
                <a:lnTo>
                  <a:pt x="1343025" y="1162050"/>
                </a:lnTo>
                <a:lnTo>
                  <a:pt x="1304925" y="1162050"/>
                </a:lnTo>
                <a:close/>
                <a:moveTo>
                  <a:pt x="1352550" y="1152525"/>
                </a:moveTo>
                <a:lnTo>
                  <a:pt x="1362075" y="1152525"/>
                </a:lnTo>
                <a:lnTo>
                  <a:pt x="1362075" y="1162050"/>
                </a:lnTo>
                <a:lnTo>
                  <a:pt x="1352550" y="1162050"/>
                </a:lnTo>
                <a:close/>
                <a:moveTo>
                  <a:pt x="1400175" y="1152525"/>
                </a:moveTo>
                <a:lnTo>
                  <a:pt x="1447800" y="1152525"/>
                </a:lnTo>
                <a:lnTo>
                  <a:pt x="1447800" y="1162050"/>
                </a:lnTo>
                <a:lnTo>
                  <a:pt x="1400175" y="1162050"/>
                </a:lnTo>
                <a:close/>
                <a:moveTo>
                  <a:pt x="152400" y="1162050"/>
                </a:moveTo>
                <a:lnTo>
                  <a:pt x="161925" y="1162050"/>
                </a:lnTo>
                <a:lnTo>
                  <a:pt x="161925" y="1171575"/>
                </a:lnTo>
                <a:lnTo>
                  <a:pt x="152400" y="1171575"/>
                </a:lnTo>
                <a:close/>
                <a:moveTo>
                  <a:pt x="1000125" y="1162050"/>
                </a:moveTo>
                <a:lnTo>
                  <a:pt x="1009650" y="1162050"/>
                </a:lnTo>
                <a:lnTo>
                  <a:pt x="1009650" y="1171575"/>
                </a:lnTo>
                <a:lnTo>
                  <a:pt x="1019175" y="1171575"/>
                </a:lnTo>
                <a:lnTo>
                  <a:pt x="1019175" y="1190625"/>
                </a:lnTo>
                <a:lnTo>
                  <a:pt x="1000125" y="1190625"/>
                </a:lnTo>
                <a:close/>
                <a:moveTo>
                  <a:pt x="314325" y="1171575"/>
                </a:moveTo>
                <a:lnTo>
                  <a:pt x="323850" y="1171575"/>
                </a:lnTo>
                <a:lnTo>
                  <a:pt x="323850" y="1181100"/>
                </a:lnTo>
                <a:lnTo>
                  <a:pt x="314325" y="1181100"/>
                </a:lnTo>
                <a:close/>
                <a:moveTo>
                  <a:pt x="1838325" y="1171575"/>
                </a:moveTo>
                <a:lnTo>
                  <a:pt x="1847850" y="1171575"/>
                </a:lnTo>
                <a:lnTo>
                  <a:pt x="1847850" y="1190625"/>
                </a:lnTo>
                <a:lnTo>
                  <a:pt x="1857375" y="1190625"/>
                </a:lnTo>
                <a:lnTo>
                  <a:pt x="1857375" y="1209675"/>
                </a:lnTo>
                <a:lnTo>
                  <a:pt x="1847850" y="1209675"/>
                </a:lnTo>
                <a:lnTo>
                  <a:pt x="1847850" y="1200150"/>
                </a:lnTo>
                <a:lnTo>
                  <a:pt x="1828800" y="1200150"/>
                </a:lnTo>
                <a:lnTo>
                  <a:pt x="1828800" y="1181100"/>
                </a:lnTo>
                <a:lnTo>
                  <a:pt x="1838325" y="1181100"/>
                </a:lnTo>
                <a:close/>
                <a:moveTo>
                  <a:pt x="114300" y="1181100"/>
                </a:moveTo>
                <a:lnTo>
                  <a:pt x="123825" y="1181100"/>
                </a:lnTo>
                <a:lnTo>
                  <a:pt x="123825" y="1190625"/>
                </a:lnTo>
                <a:lnTo>
                  <a:pt x="114300" y="1190625"/>
                </a:lnTo>
                <a:close/>
                <a:moveTo>
                  <a:pt x="1371600" y="1190625"/>
                </a:moveTo>
                <a:lnTo>
                  <a:pt x="1381125" y="1190625"/>
                </a:lnTo>
                <a:lnTo>
                  <a:pt x="1381125" y="1200150"/>
                </a:lnTo>
                <a:lnTo>
                  <a:pt x="1371600" y="1200150"/>
                </a:lnTo>
                <a:close/>
                <a:moveTo>
                  <a:pt x="942975" y="1209675"/>
                </a:moveTo>
                <a:lnTo>
                  <a:pt x="952500" y="1209675"/>
                </a:lnTo>
                <a:lnTo>
                  <a:pt x="952500" y="1219200"/>
                </a:lnTo>
                <a:lnTo>
                  <a:pt x="942975" y="1219200"/>
                </a:lnTo>
                <a:close/>
                <a:moveTo>
                  <a:pt x="104775" y="1219200"/>
                </a:moveTo>
                <a:lnTo>
                  <a:pt x="114300" y="1219200"/>
                </a:lnTo>
                <a:lnTo>
                  <a:pt x="114300" y="1228725"/>
                </a:lnTo>
                <a:lnTo>
                  <a:pt x="104775" y="1228725"/>
                </a:lnTo>
                <a:close/>
                <a:moveTo>
                  <a:pt x="962025" y="1228725"/>
                </a:moveTo>
                <a:lnTo>
                  <a:pt x="971550" y="1228725"/>
                </a:lnTo>
                <a:lnTo>
                  <a:pt x="971550" y="1238250"/>
                </a:lnTo>
                <a:lnTo>
                  <a:pt x="962025" y="1238250"/>
                </a:lnTo>
                <a:close/>
                <a:moveTo>
                  <a:pt x="1000125" y="1228725"/>
                </a:moveTo>
                <a:lnTo>
                  <a:pt x="1009650" y="1228725"/>
                </a:lnTo>
                <a:lnTo>
                  <a:pt x="1009650" y="1238250"/>
                </a:lnTo>
                <a:lnTo>
                  <a:pt x="1000125" y="1238250"/>
                </a:lnTo>
                <a:close/>
                <a:moveTo>
                  <a:pt x="1019175" y="1228725"/>
                </a:moveTo>
                <a:lnTo>
                  <a:pt x="1028700" y="1228725"/>
                </a:lnTo>
                <a:lnTo>
                  <a:pt x="1028700" y="1247775"/>
                </a:lnTo>
                <a:lnTo>
                  <a:pt x="1019175" y="1247775"/>
                </a:lnTo>
                <a:close/>
                <a:moveTo>
                  <a:pt x="1266825" y="1228725"/>
                </a:moveTo>
                <a:lnTo>
                  <a:pt x="1285875" y="1228725"/>
                </a:lnTo>
                <a:lnTo>
                  <a:pt x="1285875" y="1238250"/>
                </a:lnTo>
                <a:lnTo>
                  <a:pt x="1266825" y="1238250"/>
                </a:lnTo>
                <a:close/>
                <a:moveTo>
                  <a:pt x="104775" y="1238250"/>
                </a:moveTo>
                <a:lnTo>
                  <a:pt x="114300" y="1238250"/>
                </a:lnTo>
                <a:lnTo>
                  <a:pt x="114300" y="1247775"/>
                </a:lnTo>
                <a:lnTo>
                  <a:pt x="104775" y="1247775"/>
                </a:lnTo>
                <a:close/>
                <a:moveTo>
                  <a:pt x="914400" y="1238250"/>
                </a:moveTo>
                <a:lnTo>
                  <a:pt x="923925" y="1238250"/>
                </a:lnTo>
                <a:lnTo>
                  <a:pt x="923925" y="1247775"/>
                </a:lnTo>
                <a:lnTo>
                  <a:pt x="914400" y="1247775"/>
                </a:lnTo>
                <a:close/>
                <a:moveTo>
                  <a:pt x="1009650" y="1247775"/>
                </a:moveTo>
                <a:lnTo>
                  <a:pt x="1019175" y="1247775"/>
                </a:lnTo>
                <a:lnTo>
                  <a:pt x="1019175" y="1257300"/>
                </a:lnTo>
                <a:lnTo>
                  <a:pt x="1009650" y="1257300"/>
                </a:lnTo>
                <a:close/>
                <a:moveTo>
                  <a:pt x="114300" y="1266825"/>
                </a:moveTo>
                <a:lnTo>
                  <a:pt x="123825" y="1266825"/>
                </a:lnTo>
                <a:lnTo>
                  <a:pt x="123825" y="1276350"/>
                </a:lnTo>
                <a:lnTo>
                  <a:pt x="114300" y="1276350"/>
                </a:lnTo>
                <a:close/>
                <a:moveTo>
                  <a:pt x="933450" y="1266825"/>
                </a:moveTo>
                <a:lnTo>
                  <a:pt x="952500" y="1266825"/>
                </a:lnTo>
                <a:lnTo>
                  <a:pt x="952500" y="1276350"/>
                </a:lnTo>
                <a:lnTo>
                  <a:pt x="942975" y="1276350"/>
                </a:lnTo>
                <a:lnTo>
                  <a:pt x="942975" y="1295400"/>
                </a:lnTo>
                <a:lnTo>
                  <a:pt x="923925" y="1295400"/>
                </a:lnTo>
                <a:lnTo>
                  <a:pt x="923925" y="1276350"/>
                </a:lnTo>
                <a:lnTo>
                  <a:pt x="933450" y="1276350"/>
                </a:lnTo>
                <a:close/>
                <a:moveTo>
                  <a:pt x="1038225" y="1276350"/>
                </a:moveTo>
                <a:lnTo>
                  <a:pt x="1047750" y="1276350"/>
                </a:lnTo>
                <a:lnTo>
                  <a:pt x="1047750" y="1295400"/>
                </a:lnTo>
                <a:lnTo>
                  <a:pt x="1038225" y="1295400"/>
                </a:lnTo>
                <a:close/>
                <a:moveTo>
                  <a:pt x="1476375" y="1276350"/>
                </a:moveTo>
                <a:lnTo>
                  <a:pt x="1485900" y="1276350"/>
                </a:lnTo>
                <a:lnTo>
                  <a:pt x="1485900" y="1285875"/>
                </a:lnTo>
                <a:lnTo>
                  <a:pt x="1476375" y="1285875"/>
                </a:lnTo>
                <a:close/>
                <a:moveTo>
                  <a:pt x="1600200" y="1285875"/>
                </a:moveTo>
                <a:lnTo>
                  <a:pt x="1619250" y="1285875"/>
                </a:lnTo>
                <a:lnTo>
                  <a:pt x="1619250" y="1314450"/>
                </a:lnTo>
                <a:lnTo>
                  <a:pt x="1609725" y="1314450"/>
                </a:lnTo>
                <a:lnTo>
                  <a:pt x="1609725" y="1295400"/>
                </a:lnTo>
                <a:lnTo>
                  <a:pt x="1600200" y="1295400"/>
                </a:lnTo>
                <a:close/>
                <a:moveTo>
                  <a:pt x="342900" y="1295400"/>
                </a:moveTo>
                <a:lnTo>
                  <a:pt x="352425" y="1295400"/>
                </a:lnTo>
                <a:lnTo>
                  <a:pt x="352425" y="1304925"/>
                </a:lnTo>
                <a:lnTo>
                  <a:pt x="342900" y="1304925"/>
                </a:lnTo>
                <a:close/>
                <a:moveTo>
                  <a:pt x="1076325" y="1295400"/>
                </a:moveTo>
                <a:lnTo>
                  <a:pt x="1085850" y="1295400"/>
                </a:lnTo>
                <a:lnTo>
                  <a:pt x="1085850" y="1304925"/>
                </a:lnTo>
                <a:lnTo>
                  <a:pt x="1076325" y="1304925"/>
                </a:lnTo>
                <a:close/>
                <a:moveTo>
                  <a:pt x="1095375" y="1295400"/>
                </a:moveTo>
                <a:lnTo>
                  <a:pt x="1104900" y="1295400"/>
                </a:lnTo>
                <a:lnTo>
                  <a:pt x="1104900" y="1304925"/>
                </a:lnTo>
                <a:lnTo>
                  <a:pt x="1095375" y="1304925"/>
                </a:lnTo>
                <a:close/>
                <a:moveTo>
                  <a:pt x="1152525" y="1295400"/>
                </a:moveTo>
                <a:lnTo>
                  <a:pt x="1171575" y="1295400"/>
                </a:lnTo>
                <a:lnTo>
                  <a:pt x="1171575" y="1304925"/>
                </a:lnTo>
                <a:lnTo>
                  <a:pt x="1162050" y="1304925"/>
                </a:lnTo>
                <a:lnTo>
                  <a:pt x="1162050" y="1314450"/>
                </a:lnTo>
                <a:lnTo>
                  <a:pt x="1171575" y="1314450"/>
                </a:lnTo>
                <a:lnTo>
                  <a:pt x="1171575" y="1323975"/>
                </a:lnTo>
                <a:lnTo>
                  <a:pt x="1152525" y="1323975"/>
                </a:lnTo>
                <a:close/>
                <a:moveTo>
                  <a:pt x="1066800" y="1304925"/>
                </a:moveTo>
                <a:lnTo>
                  <a:pt x="1076325" y="1304925"/>
                </a:lnTo>
                <a:lnTo>
                  <a:pt x="1076325" y="1314450"/>
                </a:lnTo>
                <a:lnTo>
                  <a:pt x="1066800" y="1314450"/>
                </a:lnTo>
                <a:close/>
                <a:moveTo>
                  <a:pt x="1085850" y="1304925"/>
                </a:moveTo>
                <a:lnTo>
                  <a:pt x="1095375" y="1304925"/>
                </a:lnTo>
                <a:lnTo>
                  <a:pt x="1095375" y="1314450"/>
                </a:lnTo>
                <a:lnTo>
                  <a:pt x="1085850" y="1314450"/>
                </a:lnTo>
                <a:close/>
                <a:moveTo>
                  <a:pt x="1104900" y="1304925"/>
                </a:moveTo>
                <a:lnTo>
                  <a:pt x="1114425" y="1304925"/>
                </a:lnTo>
                <a:lnTo>
                  <a:pt x="1114425" y="1314450"/>
                </a:lnTo>
                <a:lnTo>
                  <a:pt x="1104900" y="1314450"/>
                </a:lnTo>
                <a:close/>
                <a:moveTo>
                  <a:pt x="1133475" y="1304925"/>
                </a:moveTo>
                <a:lnTo>
                  <a:pt x="1143000" y="1304925"/>
                </a:lnTo>
                <a:lnTo>
                  <a:pt x="1143000" y="1314450"/>
                </a:lnTo>
                <a:lnTo>
                  <a:pt x="1133475" y="1314450"/>
                </a:lnTo>
                <a:close/>
                <a:moveTo>
                  <a:pt x="1571625" y="1352550"/>
                </a:moveTo>
                <a:lnTo>
                  <a:pt x="1581150" y="1352550"/>
                </a:lnTo>
                <a:lnTo>
                  <a:pt x="1581150" y="1362075"/>
                </a:lnTo>
                <a:lnTo>
                  <a:pt x="1590675" y="1362075"/>
                </a:lnTo>
                <a:lnTo>
                  <a:pt x="1590675" y="1371600"/>
                </a:lnTo>
                <a:lnTo>
                  <a:pt x="1581150" y="1371600"/>
                </a:lnTo>
                <a:lnTo>
                  <a:pt x="1581150" y="1381125"/>
                </a:lnTo>
                <a:lnTo>
                  <a:pt x="1562100" y="1381125"/>
                </a:lnTo>
                <a:lnTo>
                  <a:pt x="1562100" y="1371600"/>
                </a:lnTo>
                <a:lnTo>
                  <a:pt x="1571625" y="1371600"/>
                </a:lnTo>
                <a:close/>
                <a:moveTo>
                  <a:pt x="342900" y="1362075"/>
                </a:moveTo>
                <a:lnTo>
                  <a:pt x="352425" y="1362075"/>
                </a:lnTo>
                <a:lnTo>
                  <a:pt x="352425" y="1371600"/>
                </a:lnTo>
                <a:lnTo>
                  <a:pt x="342900" y="1371600"/>
                </a:lnTo>
                <a:close/>
                <a:moveTo>
                  <a:pt x="361950" y="1362075"/>
                </a:moveTo>
                <a:lnTo>
                  <a:pt x="371475" y="1362075"/>
                </a:lnTo>
                <a:lnTo>
                  <a:pt x="371475" y="1371600"/>
                </a:lnTo>
                <a:lnTo>
                  <a:pt x="361950" y="1371600"/>
                </a:lnTo>
                <a:close/>
                <a:moveTo>
                  <a:pt x="133350" y="1371600"/>
                </a:moveTo>
                <a:lnTo>
                  <a:pt x="142875" y="1371600"/>
                </a:lnTo>
                <a:lnTo>
                  <a:pt x="142875" y="1390650"/>
                </a:lnTo>
                <a:lnTo>
                  <a:pt x="123825" y="1390650"/>
                </a:lnTo>
                <a:lnTo>
                  <a:pt x="123825" y="1381125"/>
                </a:lnTo>
                <a:lnTo>
                  <a:pt x="133350" y="1381125"/>
                </a:lnTo>
                <a:close/>
                <a:moveTo>
                  <a:pt x="304800" y="1390650"/>
                </a:moveTo>
                <a:lnTo>
                  <a:pt x="314325" y="1390650"/>
                </a:lnTo>
                <a:lnTo>
                  <a:pt x="314325" y="1419225"/>
                </a:lnTo>
                <a:lnTo>
                  <a:pt x="285750" y="1419225"/>
                </a:lnTo>
                <a:lnTo>
                  <a:pt x="285750" y="1400175"/>
                </a:lnTo>
                <a:lnTo>
                  <a:pt x="304800" y="1400175"/>
                </a:lnTo>
                <a:close/>
                <a:moveTo>
                  <a:pt x="371475" y="1390650"/>
                </a:moveTo>
                <a:lnTo>
                  <a:pt x="381000" y="1390650"/>
                </a:lnTo>
                <a:lnTo>
                  <a:pt x="381000" y="1400175"/>
                </a:lnTo>
                <a:lnTo>
                  <a:pt x="390525" y="1400175"/>
                </a:lnTo>
                <a:lnTo>
                  <a:pt x="390525" y="1409700"/>
                </a:lnTo>
                <a:lnTo>
                  <a:pt x="371475" y="1409700"/>
                </a:lnTo>
                <a:close/>
                <a:moveTo>
                  <a:pt x="180975" y="1409700"/>
                </a:moveTo>
                <a:lnTo>
                  <a:pt x="190500" y="1409700"/>
                </a:lnTo>
                <a:lnTo>
                  <a:pt x="190500" y="1419225"/>
                </a:lnTo>
                <a:lnTo>
                  <a:pt x="180975" y="1419225"/>
                </a:lnTo>
                <a:close/>
                <a:moveTo>
                  <a:pt x="352425" y="1409700"/>
                </a:moveTo>
                <a:lnTo>
                  <a:pt x="361950" y="1409700"/>
                </a:lnTo>
                <a:lnTo>
                  <a:pt x="361950" y="1419225"/>
                </a:lnTo>
                <a:lnTo>
                  <a:pt x="352425" y="1419225"/>
                </a:lnTo>
                <a:close/>
                <a:moveTo>
                  <a:pt x="504825" y="1409700"/>
                </a:moveTo>
                <a:lnTo>
                  <a:pt x="523875" y="1409700"/>
                </a:lnTo>
                <a:lnTo>
                  <a:pt x="523875" y="1428750"/>
                </a:lnTo>
                <a:lnTo>
                  <a:pt x="514350" y="1428750"/>
                </a:lnTo>
                <a:lnTo>
                  <a:pt x="514350" y="1419225"/>
                </a:lnTo>
                <a:lnTo>
                  <a:pt x="504825" y="1419225"/>
                </a:lnTo>
                <a:close/>
                <a:moveTo>
                  <a:pt x="904875" y="1409700"/>
                </a:moveTo>
                <a:lnTo>
                  <a:pt x="914400" y="1409700"/>
                </a:lnTo>
                <a:lnTo>
                  <a:pt x="914400" y="1419225"/>
                </a:lnTo>
                <a:lnTo>
                  <a:pt x="904875" y="1419225"/>
                </a:lnTo>
                <a:close/>
                <a:moveTo>
                  <a:pt x="190500" y="1419225"/>
                </a:moveTo>
                <a:lnTo>
                  <a:pt x="200025" y="1419225"/>
                </a:lnTo>
                <a:lnTo>
                  <a:pt x="200025" y="1438275"/>
                </a:lnTo>
                <a:lnTo>
                  <a:pt x="190500" y="1438275"/>
                </a:lnTo>
                <a:close/>
                <a:moveTo>
                  <a:pt x="552450" y="1419225"/>
                </a:moveTo>
                <a:lnTo>
                  <a:pt x="571500" y="1419225"/>
                </a:lnTo>
                <a:lnTo>
                  <a:pt x="571500" y="1428750"/>
                </a:lnTo>
                <a:lnTo>
                  <a:pt x="590550" y="1428750"/>
                </a:lnTo>
                <a:lnTo>
                  <a:pt x="590550" y="1447800"/>
                </a:lnTo>
                <a:lnTo>
                  <a:pt x="561975" y="1447800"/>
                </a:lnTo>
                <a:lnTo>
                  <a:pt x="561975" y="1438275"/>
                </a:lnTo>
                <a:lnTo>
                  <a:pt x="552450" y="1438275"/>
                </a:lnTo>
                <a:close/>
                <a:moveTo>
                  <a:pt x="666750" y="1419225"/>
                </a:moveTo>
                <a:lnTo>
                  <a:pt x="676275" y="1419225"/>
                </a:lnTo>
                <a:lnTo>
                  <a:pt x="676275" y="1438275"/>
                </a:lnTo>
                <a:lnTo>
                  <a:pt x="666750" y="1438275"/>
                </a:lnTo>
                <a:close/>
                <a:moveTo>
                  <a:pt x="781050" y="1419225"/>
                </a:moveTo>
                <a:lnTo>
                  <a:pt x="790575" y="1419225"/>
                </a:lnTo>
                <a:lnTo>
                  <a:pt x="790575" y="1457325"/>
                </a:lnTo>
                <a:lnTo>
                  <a:pt x="781050" y="1457325"/>
                </a:lnTo>
                <a:close/>
                <a:moveTo>
                  <a:pt x="1323975" y="1419225"/>
                </a:moveTo>
                <a:lnTo>
                  <a:pt x="1343025" y="1419225"/>
                </a:lnTo>
                <a:lnTo>
                  <a:pt x="1343025" y="1428750"/>
                </a:lnTo>
                <a:lnTo>
                  <a:pt x="1333500" y="1428750"/>
                </a:lnTo>
                <a:lnTo>
                  <a:pt x="1333500" y="1438275"/>
                </a:lnTo>
                <a:lnTo>
                  <a:pt x="1323975" y="1438275"/>
                </a:lnTo>
                <a:close/>
                <a:moveTo>
                  <a:pt x="695325" y="1428750"/>
                </a:moveTo>
                <a:lnTo>
                  <a:pt x="704850" y="1428750"/>
                </a:lnTo>
                <a:lnTo>
                  <a:pt x="704850" y="1447800"/>
                </a:lnTo>
                <a:lnTo>
                  <a:pt x="695325" y="1447800"/>
                </a:lnTo>
                <a:close/>
                <a:moveTo>
                  <a:pt x="838200" y="1428750"/>
                </a:moveTo>
                <a:lnTo>
                  <a:pt x="847725" y="1428750"/>
                </a:lnTo>
                <a:lnTo>
                  <a:pt x="847725" y="1438275"/>
                </a:lnTo>
                <a:lnTo>
                  <a:pt x="838200" y="1438275"/>
                </a:lnTo>
                <a:close/>
                <a:moveTo>
                  <a:pt x="904875" y="1428750"/>
                </a:moveTo>
                <a:lnTo>
                  <a:pt x="933450" y="1428750"/>
                </a:lnTo>
                <a:lnTo>
                  <a:pt x="933450" y="1438275"/>
                </a:lnTo>
                <a:lnTo>
                  <a:pt x="904875" y="1438275"/>
                </a:lnTo>
                <a:close/>
                <a:moveTo>
                  <a:pt x="942975" y="1428750"/>
                </a:moveTo>
                <a:lnTo>
                  <a:pt x="981075" y="1428750"/>
                </a:lnTo>
                <a:lnTo>
                  <a:pt x="981075" y="1438275"/>
                </a:lnTo>
                <a:lnTo>
                  <a:pt x="971550" y="1438275"/>
                </a:lnTo>
                <a:lnTo>
                  <a:pt x="971550" y="1447800"/>
                </a:lnTo>
                <a:lnTo>
                  <a:pt x="981075" y="1447800"/>
                </a:lnTo>
                <a:lnTo>
                  <a:pt x="981075" y="1457325"/>
                </a:lnTo>
                <a:lnTo>
                  <a:pt x="952500" y="1457325"/>
                </a:lnTo>
                <a:lnTo>
                  <a:pt x="952500" y="1447800"/>
                </a:lnTo>
                <a:lnTo>
                  <a:pt x="933450" y="1447800"/>
                </a:lnTo>
                <a:lnTo>
                  <a:pt x="933450" y="1438275"/>
                </a:lnTo>
                <a:lnTo>
                  <a:pt x="942975" y="1438275"/>
                </a:lnTo>
                <a:close/>
                <a:moveTo>
                  <a:pt x="314325" y="1438275"/>
                </a:moveTo>
                <a:lnTo>
                  <a:pt x="323850" y="1438275"/>
                </a:lnTo>
                <a:lnTo>
                  <a:pt x="323850" y="1447800"/>
                </a:lnTo>
                <a:lnTo>
                  <a:pt x="314325" y="1447800"/>
                </a:lnTo>
                <a:close/>
                <a:moveTo>
                  <a:pt x="657225" y="1438275"/>
                </a:moveTo>
                <a:lnTo>
                  <a:pt x="666750" y="1438275"/>
                </a:lnTo>
                <a:lnTo>
                  <a:pt x="666750" y="1447800"/>
                </a:lnTo>
                <a:lnTo>
                  <a:pt x="657225" y="1447800"/>
                </a:lnTo>
                <a:close/>
                <a:moveTo>
                  <a:pt x="676275" y="1438275"/>
                </a:moveTo>
                <a:lnTo>
                  <a:pt x="685800" y="1438275"/>
                </a:lnTo>
                <a:lnTo>
                  <a:pt x="685800" y="1447800"/>
                </a:lnTo>
                <a:lnTo>
                  <a:pt x="676275" y="1447800"/>
                </a:lnTo>
                <a:close/>
                <a:moveTo>
                  <a:pt x="742950" y="1438275"/>
                </a:moveTo>
                <a:lnTo>
                  <a:pt x="752475" y="1438275"/>
                </a:lnTo>
                <a:lnTo>
                  <a:pt x="752475" y="1447800"/>
                </a:lnTo>
                <a:lnTo>
                  <a:pt x="762000" y="1447800"/>
                </a:lnTo>
                <a:lnTo>
                  <a:pt x="762000" y="1457325"/>
                </a:lnTo>
                <a:lnTo>
                  <a:pt x="742950" y="1457325"/>
                </a:lnTo>
                <a:close/>
                <a:moveTo>
                  <a:pt x="1304925" y="1438275"/>
                </a:moveTo>
                <a:lnTo>
                  <a:pt x="1314450" y="1438275"/>
                </a:lnTo>
                <a:lnTo>
                  <a:pt x="1314450" y="1457325"/>
                </a:lnTo>
                <a:lnTo>
                  <a:pt x="1285875" y="1457325"/>
                </a:lnTo>
                <a:lnTo>
                  <a:pt x="1285875" y="1447800"/>
                </a:lnTo>
                <a:lnTo>
                  <a:pt x="1304925" y="1447800"/>
                </a:lnTo>
                <a:close/>
                <a:moveTo>
                  <a:pt x="952500" y="1447800"/>
                </a:moveTo>
                <a:lnTo>
                  <a:pt x="962025" y="1447800"/>
                </a:lnTo>
                <a:lnTo>
                  <a:pt x="962025" y="1438275"/>
                </a:lnTo>
                <a:lnTo>
                  <a:pt x="952500" y="1438275"/>
                </a:lnTo>
                <a:close/>
                <a:moveTo>
                  <a:pt x="1228725" y="1447800"/>
                </a:moveTo>
                <a:lnTo>
                  <a:pt x="1238250" y="1447800"/>
                </a:lnTo>
                <a:lnTo>
                  <a:pt x="1238250" y="1457325"/>
                </a:lnTo>
                <a:lnTo>
                  <a:pt x="1228725" y="1457325"/>
                </a:lnTo>
                <a:close/>
                <a:moveTo>
                  <a:pt x="1371600" y="1447800"/>
                </a:moveTo>
                <a:lnTo>
                  <a:pt x="1400175" y="1447800"/>
                </a:lnTo>
                <a:lnTo>
                  <a:pt x="1400175" y="1457325"/>
                </a:lnTo>
                <a:lnTo>
                  <a:pt x="1371600" y="1457325"/>
                </a:lnTo>
                <a:close/>
                <a:moveTo>
                  <a:pt x="1838325" y="1447800"/>
                </a:moveTo>
                <a:lnTo>
                  <a:pt x="1847850" y="1447800"/>
                </a:lnTo>
                <a:lnTo>
                  <a:pt x="1847850" y="1457325"/>
                </a:lnTo>
                <a:lnTo>
                  <a:pt x="1838325" y="1457325"/>
                </a:lnTo>
                <a:close/>
                <a:moveTo>
                  <a:pt x="200025" y="1457325"/>
                </a:moveTo>
                <a:lnTo>
                  <a:pt x="219075" y="1457325"/>
                </a:lnTo>
                <a:lnTo>
                  <a:pt x="219075" y="1466850"/>
                </a:lnTo>
                <a:lnTo>
                  <a:pt x="200025" y="1466850"/>
                </a:lnTo>
                <a:close/>
                <a:moveTo>
                  <a:pt x="361950" y="1457325"/>
                </a:moveTo>
                <a:lnTo>
                  <a:pt x="371475" y="1457325"/>
                </a:lnTo>
                <a:lnTo>
                  <a:pt x="371475" y="1466850"/>
                </a:lnTo>
                <a:lnTo>
                  <a:pt x="361950" y="1466850"/>
                </a:lnTo>
                <a:close/>
                <a:moveTo>
                  <a:pt x="876300" y="1457325"/>
                </a:moveTo>
                <a:lnTo>
                  <a:pt x="895350" y="1457325"/>
                </a:lnTo>
                <a:lnTo>
                  <a:pt x="895350" y="1466850"/>
                </a:lnTo>
                <a:lnTo>
                  <a:pt x="876300" y="1466850"/>
                </a:lnTo>
                <a:close/>
                <a:moveTo>
                  <a:pt x="914400" y="1457325"/>
                </a:moveTo>
                <a:lnTo>
                  <a:pt x="942975" y="1457325"/>
                </a:lnTo>
                <a:lnTo>
                  <a:pt x="942975" y="1466850"/>
                </a:lnTo>
                <a:lnTo>
                  <a:pt x="914400" y="1466850"/>
                </a:lnTo>
                <a:close/>
                <a:moveTo>
                  <a:pt x="152400" y="1485900"/>
                </a:moveTo>
                <a:lnTo>
                  <a:pt x="171450" y="1485900"/>
                </a:lnTo>
                <a:lnTo>
                  <a:pt x="171450" y="1495425"/>
                </a:lnTo>
                <a:lnTo>
                  <a:pt x="152400" y="1495425"/>
                </a:lnTo>
                <a:close/>
                <a:moveTo>
                  <a:pt x="257175" y="1485900"/>
                </a:moveTo>
                <a:lnTo>
                  <a:pt x="266700" y="1485900"/>
                </a:lnTo>
                <a:lnTo>
                  <a:pt x="266700" y="1495425"/>
                </a:lnTo>
                <a:lnTo>
                  <a:pt x="257175" y="1495425"/>
                </a:lnTo>
                <a:close/>
                <a:moveTo>
                  <a:pt x="1885950" y="1485900"/>
                </a:moveTo>
                <a:lnTo>
                  <a:pt x="1895475" y="1485900"/>
                </a:lnTo>
                <a:lnTo>
                  <a:pt x="1895475" y="1495425"/>
                </a:lnTo>
                <a:lnTo>
                  <a:pt x="1885950" y="1495425"/>
                </a:lnTo>
                <a:close/>
                <a:moveTo>
                  <a:pt x="285750" y="1495425"/>
                </a:moveTo>
                <a:lnTo>
                  <a:pt x="314325" y="1495425"/>
                </a:lnTo>
                <a:lnTo>
                  <a:pt x="314325" y="1504950"/>
                </a:lnTo>
                <a:lnTo>
                  <a:pt x="304800" y="1504950"/>
                </a:lnTo>
                <a:lnTo>
                  <a:pt x="304800" y="1514475"/>
                </a:lnTo>
                <a:lnTo>
                  <a:pt x="285750" y="1514475"/>
                </a:lnTo>
                <a:close/>
                <a:moveTo>
                  <a:pt x="133350" y="1504950"/>
                </a:moveTo>
                <a:lnTo>
                  <a:pt x="152400" y="1504950"/>
                </a:lnTo>
                <a:lnTo>
                  <a:pt x="152400" y="1514475"/>
                </a:lnTo>
                <a:lnTo>
                  <a:pt x="133350" y="1514475"/>
                </a:lnTo>
                <a:close/>
                <a:moveTo>
                  <a:pt x="171450" y="1504950"/>
                </a:moveTo>
                <a:lnTo>
                  <a:pt x="180975" y="1504950"/>
                </a:lnTo>
                <a:lnTo>
                  <a:pt x="180975" y="1514475"/>
                </a:lnTo>
                <a:lnTo>
                  <a:pt x="190500" y="1514475"/>
                </a:lnTo>
                <a:lnTo>
                  <a:pt x="190500" y="1543050"/>
                </a:lnTo>
                <a:lnTo>
                  <a:pt x="171450" y="1543050"/>
                </a:lnTo>
                <a:close/>
                <a:moveTo>
                  <a:pt x="323850" y="1504950"/>
                </a:moveTo>
                <a:lnTo>
                  <a:pt x="333375" y="1504950"/>
                </a:lnTo>
                <a:lnTo>
                  <a:pt x="333375" y="1514475"/>
                </a:lnTo>
                <a:lnTo>
                  <a:pt x="323850" y="1514475"/>
                </a:lnTo>
                <a:close/>
                <a:moveTo>
                  <a:pt x="342900" y="1514475"/>
                </a:moveTo>
                <a:lnTo>
                  <a:pt x="352425" y="1514475"/>
                </a:lnTo>
                <a:lnTo>
                  <a:pt x="352425" y="1524000"/>
                </a:lnTo>
                <a:lnTo>
                  <a:pt x="361950" y="1524000"/>
                </a:lnTo>
                <a:lnTo>
                  <a:pt x="361950" y="1533525"/>
                </a:lnTo>
                <a:lnTo>
                  <a:pt x="381000" y="1533525"/>
                </a:lnTo>
                <a:lnTo>
                  <a:pt x="381000" y="1524000"/>
                </a:lnTo>
                <a:lnTo>
                  <a:pt x="390525" y="1524000"/>
                </a:lnTo>
                <a:lnTo>
                  <a:pt x="390525" y="1552575"/>
                </a:lnTo>
                <a:lnTo>
                  <a:pt x="371475" y="1552575"/>
                </a:lnTo>
                <a:lnTo>
                  <a:pt x="371475" y="1543050"/>
                </a:lnTo>
                <a:lnTo>
                  <a:pt x="361950" y="1543050"/>
                </a:lnTo>
                <a:lnTo>
                  <a:pt x="361950" y="1552575"/>
                </a:lnTo>
                <a:lnTo>
                  <a:pt x="342900" y="1552575"/>
                </a:lnTo>
                <a:close/>
                <a:moveTo>
                  <a:pt x="57150" y="1524000"/>
                </a:moveTo>
                <a:lnTo>
                  <a:pt x="66675" y="1524000"/>
                </a:lnTo>
                <a:lnTo>
                  <a:pt x="66675" y="1533525"/>
                </a:lnTo>
                <a:lnTo>
                  <a:pt x="57150" y="1533525"/>
                </a:lnTo>
                <a:close/>
                <a:moveTo>
                  <a:pt x="133350" y="1543050"/>
                </a:moveTo>
                <a:lnTo>
                  <a:pt x="161925" y="1543050"/>
                </a:lnTo>
                <a:lnTo>
                  <a:pt x="161925" y="1552575"/>
                </a:lnTo>
                <a:lnTo>
                  <a:pt x="152400" y="1552575"/>
                </a:lnTo>
                <a:lnTo>
                  <a:pt x="152400" y="1562100"/>
                </a:lnTo>
                <a:lnTo>
                  <a:pt x="142875" y="1562100"/>
                </a:lnTo>
                <a:lnTo>
                  <a:pt x="142875" y="1552575"/>
                </a:lnTo>
                <a:lnTo>
                  <a:pt x="133350" y="1552575"/>
                </a:lnTo>
                <a:close/>
                <a:moveTo>
                  <a:pt x="228600" y="1552575"/>
                </a:moveTo>
                <a:lnTo>
                  <a:pt x="238125" y="1552575"/>
                </a:lnTo>
                <a:lnTo>
                  <a:pt x="238125" y="1562100"/>
                </a:lnTo>
                <a:lnTo>
                  <a:pt x="228600" y="1562100"/>
                </a:lnTo>
                <a:close/>
                <a:moveTo>
                  <a:pt x="323850" y="1552575"/>
                </a:moveTo>
                <a:lnTo>
                  <a:pt x="333375" y="1552575"/>
                </a:lnTo>
                <a:lnTo>
                  <a:pt x="333375" y="1562100"/>
                </a:lnTo>
                <a:lnTo>
                  <a:pt x="323850" y="1562100"/>
                </a:lnTo>
                <a:close/>
                <a:moveTo>
                  <a:pt x="400050" y="1562100"/>
                </a:moveTo>
                <a:lnTo>
                  <a:pt x="419100" y="1562100"/>
                </a:lnTo>
                <a:lnTo>
                  <a:pt x="419100" y="1571625"/>
                </a:lnTo>
                <a:lnTo>
                  <a:pt x="400050" y="1571625"/>
                </a:lnTo>
                <a:close/>
                <a:moveTo>
                  <a:pt x="409575" y="1581150"/>
                </a:moveTo>
                <a:lnTo>
                  <a:pt x="428625" y="1581150"/>
                </a:lnTo>
                <a:lnTo>
                  <a:pt x="428625" y="1590675"/>
                </a:lnTo>
                <a:lnTo>
                  <a:pt x="409575" y="1590675"/>
                </a:lnTo>
                <a:close/>
                <a:moveTo>
                  <a:pt x="190500" y="1600200"/>
                </a:moveTo>
                <a:lnTo>
                  <a:pt x="200025" y="1600200"/>
                </a:lnTo>
                <a:lnTo>
                  <a:pt x="200025" y="1609725"/>
                </a:lnTo>
                <a:lnTo>
                  <a:pt x="190500" y="1609725"/>
                </a:lnTo>
                <a:close/>
                <a:moveTo>
                  <a:pt x="314325" y="1609725"/>
                </a:moveTo>
                <a:lnTo>
                  <a:pt x="323850" y="1609725"/>
                </a:lnTo>
                <a:lnTo>
                  <a:pt x="323850" y="1619250"/>
                </a:lnTo>
                <a:lnTo>
                  <a:pt x="314325" y="1619250"/>
                </a:lnTo>
                <a:close/>
              </a:path>
            </a:pathLst>
          </a:custGeom>
          <a:solidFill xmlns:a="http://schemas.openxmlformats.org/drawingml/2006/main">
            <a:srgbClr val="F3EFE2"/>
          </a:solidFill>
          <a:ln xmlns:a="http://schemas.openxmlformats.org/drawingml/2006/main" w="0">
            <a:noFill/>
          </a:ln>
        </p:spPr>
      </p:sp>
      <p:sp>
        <p:nvSpPr>
          <p:cNvPr id="108" name="appearance vector #f2efe3">
            <a:extLst xmlns:a="http://schemas.openxmlformats.org/drawingml/2006/main">
              <a:ext uri="{FF2B5EF4-FFF2-40B4-BE49-F238E27FC236}">
                <a16:creationId xmlns:a16="http://schemas.microsoft.com/office/drawing/2014/main" id="{74E84C7A-97E9-4F07-839A-FDE2D25F461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343400" y="5114925"/>
            <a:ext cx="1943100" cy="1666875"/>
          </a:xfrm>
          <a:custGeom xmlns:a="http://schemas.openxmlformats.org/drawingml/2006/main">
            <a:pathLst>
              <a:path w="1943100" h="1666875">
                <a:moveTo>
                  <a:pt x="1266825" y="47625"/>
                </a:moveTo>
                <a:lnTo>
                  <a:pt x="1276350" y="47625"/>
                </a:lnTo>
                <a:lnTo>
                  <a:pt x="1276350" y="57150"/>
                </a:lnTo>
                <a:lnTo>
                  <a:pt x="1266825" y="57150"/>
                </a:lnTo>
                <a:close/>
                <a:moveTo>
                  <a:pt x="1838325" y="47625"/>
                </a:moveTo>
                <a:lnTo>
                  <a:pt x="1847850" y="47625"/>
                </a:lnTo>
                <a:lnTo>
                  <a:pt x="1847850" y="57150"/>
                </a:lnTo>
                <a:lnTo>
                  <a:pt x="1838325" y="57150"/>
                </a:lnTo>
                <a:close/>
                <a:moveTo>
                  <a:pt x="819150" y="57150"/>
                </a:moveTo>
                <a:lnTo>
                  <a:pt x="828675" y="57150"/>
                </a:lnTo>
                <a:lnTo>
                  <a:pt x="828675" y="76200"/>
                </a:lnTo>
                <a:lnTo>
                  <a:pt x="809625" y="76200"/>
                </a:lnTo>
                <a:lnTo>
                  <a:pt x="809625" y="66675"/>
                </a:lnTo>
                <a:lnTo>
                  <a:pt x="819150" y="66675"/>
                </a:lnTo>
                <a:close/>
                <a:moveTo>
                  <a:pt x="238125" y="85725"/>
                </a:moveTo>
                <a:lnTo>
                  <a:pt x="247650" y="85725"/>
                </a:lnTo>
                <a:lnTo>
                  <a:pt x="247650" y="95250"/>
                </a:lnTo>
                <a:lnTo>
                  <a:pt x="238125" y="95250"/>
                </a:lnTo>
                <a:close/>
                <a:moveTo>
                  <a:pt x="1323975" y="95250"/>
                </a:moveTo>
                <a:lnTo>
                  <a:pt x="1343025" y="95250"/>
                </a:lnTo>
                <a:lnTo>
                  <a:pt x="1343025" y="104775"/>
                </a:lnTo>
                <a:lnTo>
                  <a:pt x="1323975" y="104775"/>
                </a:lnTo>
                <a:close/>
                <a:moveTo>
                  <a:pt x="247650" y="114300"/>
                </a:moveTo>
                <a:lnTo>
                  <a:pt x="266700" y="114300"/>
                </a:lnTo>
                <a:lnTo>
                  <a:pt x="266700" y="123825"/>
                </a:lnTo>
                <a:lnTo>
                  <a:pt x="257175" y="123825"/>
                </a:lnTo>
                <a:lnTo>
                  <a:pt x="257175" y="133350"/>
                </a:lnTo>
                <a:lnTo>
                  <a:pt x="247650" y="133350"/>
                </a:lnTo>
                <a:close/>
                <a:moveTo>
                  <a:pt x="381000" y="152400"/>
                </a:moveTo>
                <a:lnTo>
                  <a:pt x="390525" y="152400"/>
                </a:lnTo>
                <a:lnTo>
                  <a:pt x="390525" y="161925"/>
                </a:lnTo>
                <a:lnTo>
                  <a:pt x="400050" y="161925"/>
                </a:lnTo>
                <a:lnTo>
                  <a:pt x="400050" y="171450"/>
                </a:lnTo>
                <a:lnTo>
                  <a:pt x="381000" y="171450"/>
                </a:lnTo>
                <a:close/>
                <a:moveTo>
                  <a:pt x="428625" y="152400"/>
                </a:moveTo>
                <a:lnTo>
                  <a:pt x="438150" y="152400"/>
                </a:lnTo>
                <a:lnTo>
                  <a:pt x="438150" y="161925"/>
                </a:lnTo>
                <a:lnTo>
                  <a:pt x="428625" y="161925"/>
                </a:lnTo>
                <a:close/>
                <a:moveTo>
                  <a:pt x="409575" y="161925"/>
                </a:moveTo>
                <a:lnTo>
                  <a:pt x="428625" y="161925"/>
                </a:lnTo>
                <a:lnTo>
                  <a:pt x="428625" y="180975"/>
                </a:lnTo>
                <a:lnTo>
                  <a:pt x="419100" y="180975"/>
                </a:lnTo>
                <a:lnTo>
                  <a:pt x="419100" y="171450"/>
                </a:lnTo>
                <a:lnTo>
                  <a:pt x="409575" y="171450"/>
                </a:lnTo>
                <a:close/>
                <a:moveTo>
                  <a:pt x="38100" y="190500"/>
                </a:moveTo>
                <a:lnTo>
                  <a:pt x="47625" y="190500"/>
                </a:lnTo>
                <a:lnTo>
                  <a:pt x="47625" y="200025"/>
                </a:lnTo>
                <a:lnTo>
                  <a:pt x="38100" y="200025"/>
                </a:lnTo>
                <a:close/>
                <a:moveTo>
                  <a:pt x="1343025" y="209550"/>
                </a:moveTo>
                <a:lnTo>
                  <a:pt x="1352550" y="209550"/>
                </a:lnTo>
                <a:lnTo>
                  <a:pt x="1352550" y="228600"/>
                </a:lnTo>
                <a:lnTo>
                  <a:pt x="1362075" y="228600"/>
                </a:lnTo>
                <a:lnTo>
                  <a:pt x="1362075" y="238125"/>
                </a:lnTo>
                <a:lnTo>
                  <a:pt x="1343025" y="238125"/>
                </a:lnTo>
                <a:close/>
                <a:moveTo>
                  <a:pt x="1714500" y="209550"/>
                </a:moveTo>
                <a:lnTo>
                  <a:pt x="1733550" y="209550"/>
                </a:lnTo>
                <a:lnTo>
                  <a:pt x="1733550" y="219075"/>
                </a:lnTo>
                <a:lnTo>
                  <a:pt x="1714500" y="219075"/>
                </a:lnTo>
                <a:close/>
                <a:moveTo>
                  <a:pt x="1152525" y="219075"/>
                </a:moveTo>
                <a:lnTo>
                  <a:pt x="1162050" y="219075"/>
                </a:lnTo>
                <a:lnTo>
                  <a:pt x="1162050" y="228600"/>
                </a:lnTo>
                <a:lnTo>
                  <a:pt x="1152525" y="228600"/>
                </a:lnTo>
                <a:close/>
                <a:moveTo>
                  <a:pt x="1266825" y="219075"/>
                </a:moveTo>
                <a:lnTo>
                  <a:pt x="1276350" y="219075"/>
                </a:lnTo>
                <a:lnTo>
                  <a:pt x="1276350" y="228600"/>
                </a:lnTo>
                <a:lnTo>
                  <a:pt x="1266825" y="228600"/>
                </a:lnTo>
                <a:close/>
                <a:moveTo>
                  <a:pt x="1581150" y="219075"/>
                </a:moveTo>
                <a:lnTo>
                  <a:pt x="1600200" y="219075"/>
                </a:lnTo>
                <a:lnTo>
                  <a:pt x="1600200" y="228600"/>
                </a:lnTo>
                <a:lnTo>
                  <a:pt x="1581150" y="228600"/>
                </a:lnTo>
                <a:close/>
                <a:moveTo>
                  <a:pt x="1162050" y="228600"/>
                </a:moveTo>
                <a:lnTo>
                  <a:pt x="1181100" y="228600"/>
                </a:lnTo>
                <a:lnTo>
                  <a:pt x="1181100" y="238125"/>
                </a:lnTo>
                <a:lnTo>
                  <a:pt x="1162050" y="238125"/>
                </a:lnTo>
                <a:close/>
                <a:moveTo>
                  <a:pt x="990600" y="238125"/>
                </a:moveTo>
                <a:lnTo>
                  <a:pt x="1000125" y="238125"/>
                </a:lnTo>
                <a:lnTo>
                  <a:pt x="1000125" y="247650"/>
                </a:lnTo>
                <a:lnTo>
                  <a:pt x="1009650" y="247650"/>
                </a:lnTo>
                <a:lnTo>
                  <a:pt x="1009650" y="257175"/>
                </a:lnTo>
                <a:lnTo>
                  <a:pt x="1019175" y="257175"/>
                </a:lnTo>
                <a:lnTo>
                  <a:pt x="1019175" y="247650"/>
                </a:lnTo>
                <a:lnTo>
                  <a:pt x="1028700" y="247650"/>
                </a:lnTo>
                <a:lnTo>
                  <a:pt x="1028700" y="257175"/>
                </a:lnTo>
                <a:lnTo>
                  <a:pt x="1019175" y="257175"/>
                </a:lnTo>
                <a:lnTo>
                  <a:pt x="1019175" y="266700"/>
                </a:lnTo>
                <a:lnTo>
                  <a:pt x="981075" y="266700"/>
                </a:lnTo>
                <a:lnTo>
                  <a:pt x="981075" y="247650"/>
                </a:lnTo>
                <a:lnTo>
                  <a:pt x="990600" y="247650"/>
                </a:lnTo>
                <a:close/>
                <a:moveTo>
                  <a:pt x="1724025" y="238125"/>
                </a:moveTo>
                <a:lnTo>
                  <a:pt x="1743075" y="238125"/>
                </a:lnTo>
                <a:lnTo>
                  <a:pt x="1743075" y="257175"/>
                </a:lnTo>
                <a:lnTo>
                  <a:pt x="1724025" y="257175"/>
                </a:lnTo>
                <a:close/>
                <a:moveTo>
                  <a:pt x="409575" y="247650"/>
                </a:moveTo>
                <a:lnTo>
                  <a:pt x="419100" y="247650"/>
                </a:lnTo>
                <a:lnTo>
                  <a:pt x="419100" y="266700"/>
                </a:lnTo>
                <a:lnTo>
                  <a:pt x="409575" y="266700"/>
                </a:lnTo>
                <a:close/>
                <a:moveTo>
                  <a:pt x="933450" y="247650"/>
                </a:moveTo>
                <a:lnTo>
                  <a:pt x="942975" y="247650"/>
                </a:lnTo>
                <a:lnTo>
                  <a:pt x="942975" y="266700"/>
                </a:lnTo>
                <a:lnTo>
                  <a:pt x="933450" y="266700"/>
                </a:lnTo>
                <a:close/>
                <a:moveTo>
                  <a:pt x="1390650" y="247650"/>
                </a:moveTo>
                <a:lnTo>
                  <a:pt x="1409700" y="247650"/>
                </a:lnTo>
                <a:lnTo>
                  <a:pt x="1409700" y="257175"/>
                </a:lnTo>
                <a:lnTo>
                  <a:pt x="1390650" y="257175"/>
                </a:lnTo>
                <a:close/>
                <a:moveTo>
                  <a:pt x="1466850" y="247650"/>
                </a:moveTo>
                <a:lnTo>
                  <a:pt x="1476375" y="247650"/>
                </a:lnTo>
                <a:lnTo>
                  <a:pt x="1476375" y="257175"/>
                </a:lnTo>
                <a:lnTo>
                  <a:pt x="1466850" y="257175"/>
                </a:lnTo>
                <a:close/>
                <a:moveTo>
                  <a:pt x="1609725" y="247650"/>
                </a:moveTo>
                <a:lnTo>
                  <a:pt x="1628775" y="247650"/>
                </a:lnTo>
                <a:lnTo>
                  <a:pt x="1628775" y="257175"/>
                </a:lnTo>
                <a:lnTo>
                  <a:pt x="1619250" y="257175"/>
                </a:lnTo>
                <a:lnTo>
                  <a:pt x="1619250" y="266700"/>
                </a:lnTo>
                <a:lnTo>
                  <a:pt x="1600200" y="266700"/>
                </a:lnTo>
                <a:lnTo>
                  <a:pt x="1600200" y="257175"/>
                </a:lnTo>
                <a:lnTo>
                  <a:pt x="1609725" y="257175"/>
                </a:lnTo>
                <a:close/>
                <a:moveTo>
                  <a:pt x="1666875" y="247650"/>
                </a:moveTo>
                <a:lnTo>
                  <a:pt x="1685925" y="247650"/>
                </a:lnTo>
                <a:lnTo>
                  <a:pt x="1685925" y="257175"/>
                </a:lnTo>
                <a:lnTo>
                  <a:pt x="1666875" y="257175"/>
                </a:lnTo>
                <a:close/>
                <a:moveTo>
                  <a:pt x="342900" y="257175"/>
                </a:moveTo>
                <a:lnTo>
                  <a:pt x="352425" y="257175"/>
                </a:lnTo>
                <a:lnTo>
                  <a:pt x="352425" y="266700"/>
                </a:lnTo>
                <a:lnTo>
                  <a:pt x="342900" y="266700"/>
                </a:lnTo>
                <a:close/>
                <a:moveTo>
                  <a:pt x="742950" y="257175"/>
                </a:moveTo>
                <a:lnTo>
                  <a:pt x="752475" y="257175"/>
                </a:lnTo>
                <a:lnTo>
                  <a:pt x="752475" y="266700"/>
                </a:lnTo>
                <a:lnTo>
                  <a:pt x="742950" y="266700"/>
                </a:lnTo>
                <a:close/>
                <a:moveTo>
                  <a:pt x="762000" y="257175"/>
                </a:moveTo>
                <a:lnTo>
                  <a:pt x="771525" y="257175"/>
                </a:lnTo>
                <a:lnTo>
                  <a:pt x="771525" y="266700"/>
                </a:lnTo>
                <a:lnTo>
                  <a:pt x="762000" y="266700"/>
                </a:lnTo>
                <a:close/>
                <a:moveTo>
                  <a:pt x="781050" y="257175"/>
                </a:moveTo>
                <a:lnTo>
                  <a:pt x="790575" y="257175"/>
                </a:lnTo>
                <a:lnTo>
                  <a:pt x="790575" y="266700"/>
                </a:lnTo>
                <a:lnTo>
                  <a:pt x="781050" y="266700"/>
                </a:lnTo>
                <a:close/>
                <a:moveTo>
                  <a:pt x="1047750" y="257175"/>
                </a:moveTo>
                <a:lnTo>
                  <a:pt x="1076325" y="257175"/>
                </a:lnTo>
                <a:lnTo>
                  <a:pt x="1076325" y="266700"/>
                </a:lnTo>
                <a:lnTo>
                  <a:pt x="1047750" y="266700"/>
                </a:lnTo>
                <a:close/>
                <a:moveTo>
                  <a:pt x="1457325" y="257175"/>
                </a:moveTo>
                <a:lnTo>
                  <a:pt x="1466850" y="257175"/>
                </a:lnTo>
                <a:lnTo>
                  <a:pt x="1466850" y="266700"/>
                </a:lnTo>
                <a:lnTo>
                  <a:pt x="1457325" y="266700"/>
                </a:lnTo>
                <a:close/>
                <a:moveTo>
                  <a:pt x="1752600" y="257175"/>
                </a:moveTo>
                <a:lnTo>
                  <a:pt x="1790700" y="257175"/>
                </a:lnTo>
                <a:lnTo>
                  <a:pt x="1790700" y="266700"/>
                </a:lnTo>
                <a:lnTo>
                  <a:pt x="1762125" y="266700"/>
                </a:lnTo>
                <a:lnTo>
                  <a:pt x="1762125" y="276225"/>
                </a:lnTo>
                <a:lnTo>
                  <a:pt x="1724025" y="276225"/>
                </a:lnTo>
                <a:lnTo>
                  <a:pt x="1724025" y="266700"/>
                </a:lnTo>
                <a:lnTo>
                  <a:pt x="1752600" y="266700"/>
                </a:lnTo>
                <a:close/>
                <a:moveTo>
                  <a:pt x="1362075" y="266700"/>
                </a:moveTo>
                <a:lnTo>
                  <a:pt x="1371600" y="266700"/>
                </a:lnTo>
                <a:lnTo>
                  <a:pt x="1371600" y="276225"/>
                </a:lnTo>
                <a:lnTo>
                  <a:pt x="1362075" y="276225"/>
                </a:lnTo>
                <a:close/>
                <a:moveTo>
                  <a:pt x="1466850" y="266700"/>
                </a:moveTo>
                <a:lnTo>
                  <a:pt x="1476375" y="266700"/>
                </a:lnTo>
                <a:lnTo>
                  <a:pt x="1476375" y="276225"/>
                </a:lnTo>
                <a:lnTo>
                  <a:pt x="1466850" y="276225"/>
                </a:lnTo>
                <a:close/>
                <a:moveTo>
                  <a:pt x="1866900" y="266700"/>
                </a:moveTo>
                <a:lnTo>
                  <a:pt x="1876425" y="266700"/>
                </a:lnTo>
                <a:lnTo>
                  <a:pt x="1876425" y="276225"/>
                </a:lnTo>
                <a:lnTo>
                  <a:pt x="1866900" y="276225"/>
                </a:lnTo>
                <a:close/>
                <a:moveTo>
                  <a:pt x="47625" y="276225"/>
                </a:moveTo>
                <a:lnTo>
                  <a:pt x="66675" y="276225"/>
                </a:lnTo>
                <a:lnTo>
                  <a:pt x="66675" y="285750"/>
                </a:lnTo>
                <a:lnTo>
                  <a:pt x="47625" y="285750"/>
                </a:lnTo>
                <a:close/>
                <a:moveTo>
                  <a:pt x="66675" y="323850"/>
                </a:moveTo>
                <a:lnTo>
                  <a:pt x="76200" y="323850"/>
                </a:lnTo>
                <a:lnTo>
                  <a:pt x="76200" y="342900"/>
                </a:lnTo>
                <a:lnTo>
                  <a:pt x="66675" y="342900"/>
                </a:lnTo>
                <a:close/>
                <a:moveTo>
                  <a:pt x="95250" y="333375"/>
                </a:moveTo>
                <a:lnTo>
                  <a:pt x="114300" y="333375"/>
                </a:lnTo>
                <a:lnTo>
                  <a:pt x="114300" y="342900"/>
                </a:lnTo>
                <a:lnTo>
                  <a:pt x="95250" y="342900"/>
                </a:lnTo>
                <a:close/>
                <a:moveTo>
                  <a:pt x="38100" y="342900"/>
                </a:moveTo>
                <a:lnTo>
                  <a:pt x="47625" y="342900"/>
                </a:lnTo>
                <a:lnTo>
                  <a:pt x="47625" y="352425"/>
                </a:lnTo>
                <a:lnTo>
                  <a:pt x="38100" y="352425"/>
                </a:lnTo>
                <a:close/>
                <a:moveTo>
                  <a:pt x="28575" y="352425"/>
                </a:moveTo>
                <a:lnTo>
                  <a:pt x="38100" y="352425"/>
                </a:lnTo>
                <a:lnTo>
                  <a:pt x="38100" y="361950"/>
                </a:lnTo>
                <a:lnTo>
                  <a:pt x="28575" y="361950"/>
                </a:lnTo>
                <a:close/>
                <a:moveTo>
                  <a:pt x="47625" y="352425"/>
                </a:moveTo>
                <a:lnTo>
                  <a:pt x="57150" y="352425"/>
                </a:lnTo>
                <a:lnTo>
                  <a:pt x="57150" y="361950"/>
                </a:lnTo>
                <a:lnTo>
                  <a:pt x="47625" y="361950"/>
                </a:lnTo>
                <a:close/>
                <a:moveTo>
                  <a:pt x="57150" y="361950"/>
                </a:moveTo>
                <a:lnTo>
                  <a:pt x="76200" y="361950"/>
                </a:lnTo>
                <a:lnTo>
                  <a:pt x="76200" y="371475"/>
                </a:lnTo>
                <a:lnTo>
                  <a:pt x="57150" y="371475"/>
                </a:lnTo>
                <a:close/>
                <a:moveTo>
                  <a:pt x="1895475" y="504825"/>
                </a:moveTo>
                <a:lnTo>
                  <a:pt x="1905000" y="504825"/>
                </a:lnTo>
                <a:lnTo>
                  <a:pt x="1905000" y="514350"/>
                </a:lnTo>
                <a:lnTo>
                  <a:pt x="1895475" y="514350"/>
                </a:lnTo>
                <a:close/>
                <a:moveTo>
                  <a:pt x="28575" y="523875"/>
                </a:moveTo>
                <a:lnTo>
                  <a:pt x="38100" y="523875"/>
                </a:lnTo>
                <a:lnTo>
                  <a:pt x="38100" y="533400"/>
                </a:lnTo>
                <a:lnTo>
                  <a:pt x="28575" y="533400"/>
                </a:lnTo>
                <a:close/>
                <a:moveTo>
                  <a:pt x="304800" y="533400"/>
                </a:moveTo>
                <a:lnTo>
                  <a:pt x="361950" y="533400"/>
                </a:lnTo>
                <a:lnTo>
                  <a:pt x="361950" y="542925"/>
                </a:lnTo>
                <a:lnTo>
                  <a:pt x="352425" y="542925"/>
                </a:lnTo>
                <a:lnTo>
                  <a:pt x="352425" y="552450"/>
                </a:lnTo>
                <a:lnTo>
                  <a:pt x="342900" y="552450"/>
                </a:lnTo>
                <a:lnTo>
                  <a:pt x="342900" y="542925"/>
                </a:lnTo>
                <a:lnTo>
                  <a:pt x="304800" y="542925"/>
                </a:lnTo>
                <a:close/>
                <a:moveTo>
                  <a:pt x="390525" y="533400"/>
                </a:moveTo>
                <a:lnTo>
                  <a:pt x="428625" y="533400"/>
                </a:lnTo>
                <a:lnTo>
                  <a:pt x="428625" y="542925"/>
                </a:lnTo>
                <a:lnTo>
                  <a:pt x="409575" y="542925"/>
                </a:lnTo>
                <a:lnTo>
                  <a:pt x="409575" y="552450"/>
                </a:lnTo>
                <a:lnTo>
                  <a:pt x="400050" y="552450"/>
                </a:lnTo>
                <a:lnTo>
                  <a:pt x="400050" y="542925"/>
                </a:lnTo>
                <a:lnTo>
                  <a:pt x="390525" y="542925"/>
                </a:lnTo>
                <a:close/>
                <a:moveTo>
                  <a:pt x="485775" y="533400"/>
                </a:moveTo>
                <a:lnTo>
                  <a:pt x="504825" y="533400"/>
                </a:lnTo>
                <a:lnTo>
                  <a:pt x="504825" y="552450"/>
                </a:lnTo>
                <a:lnTo>
                  <a:pt x="485775" y="552450"/>
                </a:lnTo>
                <a:lnTo>
                  <a:pt x="485775" y="561975"/>
                </a:lnTo>
                <a:lnTo>
                  <a:pt x="476250" y="561975"/>
                </a:lnTo>
                <a:lnTo>
                  <a:pt x="476250" y="542925"/>
                </a:lnTo>
                <a:lnTo>
                  <a:pt x="485775" y="542925"/>
                </a:lnTo>
                <a:close/>
                <a:moveTo>
                  <a:pt x="819150" y="533400"/>
                </a:moveTo>
                <a:lnTo>
                  <a:pt x="828675" y="533400"/>
                </a:lnTo>
                <a:lnTo>
                  <a:pt x="828675" y="542925"/>
                </a:lnTo>
                <a:lnTo>
                  <a:pt x="819150" y="542925"/>
                </a:lnTo>
                <a:close/>
                <a:moveTo>
                  <a:pt x="847725" y="533400"/>
                </a:moveTo>
                <a:lnTo>
                  <a:pt x="857250" y="533400"/>
                </a:lnTo>
                <a:lnTo>
                  <a:pt x="857250" y="542925"/>
                </a:lnTo>
                <a:lnTo>
                  <a:pt x="847725" y="542925"/>
                </a:lnTo>
                <a:close/>
                <a:moveTo>
                  <a:pt x="1524000" y="533400"/>
                </a:moveTo>
                <a:lnTo>
                  <a:pt x="1533525" y="533400"/>
                </a:lnTo>
                <a:lnTo>
                  <a:pt x="1533525" y="542925"/>
                </a:lnTo>
                <a:lnTo>
                  <a:pt x="1524000" y="542925"/>
                </a:lnTo>
                <a:close/>
                <a:moveTo>
                  <a:pt x="1771650" y="533400"/>
                </a:moveTo>
                <a:lnTo>
                  <a:pt x="1781175" y="533400"/>
                </a:lnTo>
                <a:lnTo>
                  <a:pt x="1781175" y="542925"/>
                </a:lnTo>
                <a:lnTo>
                  <a:pt x="1771650" y="542925"/>
                </a:lnTo>
                <a:close/>
                <a:moveTo>
                  <a:pt x="1847850" y="533400"/>
                </a:moveTo>
                <a:lnTo>
                  <a:pt x="1857375" y="533400"/>
                </a:lnTo>
                <a:lnTo>
                  <a:pt x="1857375" y="542925"/>
                </a:lnTo>
                <a:lnTo>
                  <a:pt x="1847850" y="542925"/>
                </a:lnTo>
                <a:close/>
                <a:moveTo>
                  <a:pt x="171450" y="542925"/>
                </a:moveTo>
                <a:lnTo>
                  <a:pt x="180975" y="542925"/>
                </a:lnTo>
                <a:lnTo>
                  <a:pt x="180975" y="552450"/>
                </a:lnTo>
                <a:lnTo>
                  <a:pt x="171450" y="552450"/>
                </a:lnTo>
                <a:close/>
                <a:moveTo>
                  <a:pt x="190500" y="542925"/>
                </a:moveTo>
                <a:lnTo>
                  <a:pt x="209550" y="542925"/>
                </a:lnTo>
                <a:lnTo>
                  <a:pt x="209550" y="552450"/>
                </a:lnTo>
                <a:lnTo>
                  <a:pt x="190500" y="552450"/>
                </a:lnTo>
                <a:close/>
                <a:moveTo>
                  <a:pt x="523875" y="542925"/>
                </a:moveTo>
                <a:lnTo>
                  <a:pt x="561975" y="542925"/>
                </a:lnTo>
                <a:lnTo>
                  <a:pt x="561975" y="561975"/>
                </a:lnTo>
                <a:lnTo>
                  <a:pt x="552450" y="561975"/>
                </a:lnTo>
                <a:lnTo>
                  <a:pt x="552450" y="552450"/>
                </a:lnTo>
                <a:lnTo>
                  <a:pt x="523875" y="552450"/>
                </a:lnTo>
                <a:close/>
                <a:moveTo>
                  <a:pt x="1676400" y="542925"/>
                </a:moveTo>
                <a:lnTo>
                  <a:pt x="1685925" y="542925"/>
                </a:lnTo>
                <a:lnTo>
                  <a:pt x="1685925" y="552450"/>
                </a:lnTo>
                <a:lnTo>
                  <a:pt x="1676400" y="552450"/>
                </a:lnTo>
                <a:close/>
                <a:moveTo>
                  <a:pt x="1733550" y="542925"/>
                </a:moveTo>
                <a:lnTo>
                  <a:pt x="1743075" y="542925"/>
                </a:lnTo>
                <a:lnTo>
                  <a:pt x="1743075" y="552450"/>
                </a:lnTo>
                <a:lnTo>
                  <a:pt x="1733550" y="552450"/>
                </a:lnTo>
                <a:close/>
                <a:moveTo>
                  <a:pt x="1762125" y="542925"/>
                </a:moveTo>
                <a:lnTo>
                  <a:pt x="1771650" y="542925"/>
                </a:lnTo>
                <a:lnTo>
                  <a:pt x="1771650" y="552450"/>
                </a:lnTo>
                <a:lnTo>
                  <a:pt x="1762125" y="552450"/>
                </a:lnTo>
                <a:close/>
                <a:moveTo>
                  <a:pt x="1781175" y="542925"/>
                </a:moveTo>
                <a:lnTo>
                  <a:pt x="1800225" y="542925"/>
                </a:lnTo>
                <a:lnTo>
                  <a:pt x="1800225" y="552450"/>
                </a:lnTo>
                <a:lnTo>
                  <a:pt x="1781175" y="552450"/>
                </a:lnTo>
                <a:close/>
                <a:moveTo>
                  <a:pt x="295275" y="552450"/>
                </a:moveTo>
                <a:lnTo>
                  <a:pt x="304800" y="552450"/>
                </a:lnTo>
                <a:lnTo>
                  <a:pt x="304800" y="561975"/>
                </a:lnTo>
                <a:lnTo>
                  <a:pt x="295275" y="561975"/>
                </a:lnTo>
                <a:close/>
                <a:moveTo>
                  <a:pt x="571500" y="552450"/>
                </a:moveTo>
                <a:lnTo>
                  <a:pt x="590550" y="552450"/>
                </a:lnTo>
                <a:lnTo>
                  <a:pt x="590550" y="561975"/>
                </a:lnTo>
                <a:lnTo>
                  <a:pt x="571500" y="561975"/>
                </a:lnTo>
                <a:close/>
                <a:moveTo>
                  <a:pt x="838200" y="552450"/>
                </a:moveTo>
                <a:lnTo>
                  <a:pt x="857250" y="552450"/>
                </a:lnTo>
                <a:lnTo>
                  <a:pt x="857250" y="561975"/>
                </a:lnTo>
                <a:lnTo>
                  <a:pt x="838200" y="561975"/>
                </a:lnTo>
                <a:close/>
                <a:moveTo>
                  <a:pt x="1504950" y="552450"/>
                </a:moveTo>
                <a:lnTo>
                  <a:pt x="1514475" y="552450"/>
                </a:lnTo>
                <a:lnTo>
                  <a:pt x="1514475" y="561975"/>
                </a:lnTo>
                <a:lnTo>
                  <a:pt x="1504950" y="561975"/>
                </a:lnTo>
                <a:close/>
                <a:moveTo>
                  <a:pt x="1524000" y="552450"/>
                </a:moveTo>
                <a:lnTo>
                  <a:pt x="1552575" y="552450"/>
                </a:lnTo>
                <a:lnTo>
                  <a:pt x="1552575" y="561975"/>
                </a:lnTo>
                <a:lnTo>
                  <a:pt x="1524000" y="561975"/>
                </a:lnTo>
                <a:close/>
                <a:moveTo>
                  <a:pt x="1771650" y="552450"/>
                </a:moveTo>
                <a:lnTo>
                  <a:pt x="1781175" y="552450"/>
                </a:lnTo>
                <a:lnTo>
                  <a:pt x="1781175" y="571500"/>
                </a:lnTo>
                <a:lnTo>
                  <a:pt x="1771650" y="571500"/>
                </a:lnTo>
                <a:close/>
                <a:moveTo>
                  <a:pt x="1838325" y="552450"/>
                </a:moveTo>
                <a:lnTo>
                  <a:pt x="1847850" y="552450"/>
                </a:lnTo>
                <a:lnTo>
                  <a:pt x="1847850" y="561975"/>
                </a:lnTo>
                <a:lnTo>
                  <a:pt x="1857375" y="561975"/>
                </a:lnTo>
                <a:lnTo>
                  <a:pt x="1857375" y="571500"/>
                </a:lnTo>
                <a:lnTo>
                  <a:pt x="1828800" y="571500"/>
                </a:lnTo>
                <a:lnTo>
                  <a:pt x="1828800" y="561975"/>
                </a:lnTo>
                <a:lnTo>
                  <a:pt x="1838325" y="561975"/>
                </a:lnTo>
                <a:close/>
                <a:moveTo>
                  <a:pt x="76200" y="561975"/>
                </a:moveTo>
                <a:lnTo>
                  <a:pt x="85725" y="561975"/>
                </a:lnTo>
                <a:lnTo>
                  <a:pt x="85725" y="571500"/>
                </a:lnTo>
                <a:lnTo>
                  <a:pt x="76200" y="571500"/>
                </a:lnTo>
                <a:close/>
                <a:moveTo>
                  <a:pt x="161925" y="561975"/>
                </a:moveTo>
                <a:lnTo>
                  <a:pt x="171450" y="561975"/>
                </a:lnTo>
                <a:lnTo>
                  <a:pt x="171450" y="571500"/>
                </a:lnTo>
                <a:lnTo>
                  <a:pt x="161925" y="571500"/>
                </a:lnTo>
                <a:close/>
                <a:moveTo>
                  <a:pt x="590550" y="561975"/>
                </a:moveTo>
                <a:lnTo>
                  <a:pt x="619125" y="561975"/>
                </a:lnTo>
                <a:lnTo>
                  <a:pt x="619125" y="571500"/>
                </a:lnTo>
                <a:lnTo>
                  <a:pt x="590550" y="571500"/>
                </a:lnTo>
                <a:close/>
                <a:moveTo>
                  <a:pt x="1590675" y="561975"/>
                </a:moveTo>
                <a:lnTo>
                  <a:pt x="1647825" y="561975"/>
                </a:lnTo>
                <a:lnTo>
                  <a:pt x="1647825" y="581025"/>
                </a:lnTo>
                <a:lnTo>
                  <a:pt x="1657350" y="581025"/>
                </a:lnTo>
                <a:lnTo>
                  <a:pt x="1657350" y="590550"/>
                </a:lnTo>
                <a:lnTo>
                  <a:pt x="1638300" y="590550"/>
                </a:lnTo>
                <a:lnTo>
                  <a:pt x="1638300" y="571500"/>
                </a:lnTo>
                <a:lnTo>
                  <a:pt x="1600200" y="571500"/>
                </a:lnTo>
                <a:lnTo>
                  <a:pt x="1600200" y="581025"/>
                </a:lnTo>
                <a:lnTo>
                  <a:pt x="1590675" y="581025"/>
                </a:lnTo>
                <a:close/>
                <a:moveTo>
                  <a:pt x="1733550" y="561975"/>
                </a:moveTo>
                <a:lnTo>
                  <a:pt x="1752600" y="561975"/>
                </a:lnTo>
                <a:lnTo>
                  <a:pt x="1752600" y="600075"/>
                </a:lnTo>
                <a:lnTo>
                  <a:pt x="1743075" y="600075"/>
                </a:lnTo>
                <a:lnTo>
                  <a:pt x="1743075" y="581025"/>
                </a:lnTo>
                <a:lnTo>
                  <a:pt x="1733550" y="581025"/>
                </a:lnTo>
                <a:close/>
                <a:moveTo>
                  <a:pt x="1790700" y="561975"/>
                </a:moveTo>
                <a:lnTo>
                  <a:pt x="1800225" y="561975"/>
                </a:lnTo>
                <a:lnTo>
                  <a:pt x="1800225" y="571500"/>
                </a:lnTo>
                <a:lnTo>
                  <a:pt x="1790700" y="571500"/>
                </a:lnTo>
                <a:close/>
                <a:moveTo>
                  <a:pt x="47625" y="571500"/>
                </a:moveTo>
                <a:lnTo>
                  <a:pt x="57150" y="571500"/>
                </a:lnTo>
                <a:lnTo>
                  <a:pt x="57150" y="581025"/>
                </a:lnTo>
                <a:lnTo>
                  <a:pt x="66675" y="581025"/>
                </a:lnTo>
                <a:lnTo>
                  <a:pt x="66675" y="590550"/>
                </a:lnTo>
                <a:lnTo>
                  <a:pt x="57150" y="590550"/>
                </a:lnTo>
                <a:lnTo>
                  <a:pt x="57150" y="600075"/>
                </a:lnTo>
                <a:lnTo>
                  <a:pt x="66675" y="600075"/>
                </a:lnTo>
                <a:lnTo>
                  <a:pt x="66675" y="609600"/>
                </a:lnTo>
                <a:lnTo>
                  <a:pt x="47625" y="609600"/>
                </a:lnTo>
                <a:lnTo>
                  <a:pt x="47625" y="638175"/>
                </a:lnTo>
                <a:lnTo>
                  <a:pt x="38100" y="638175"/>
                </a:lnTo>
                <a:lnTo>
                  <a:pt x="38100" y="581025"/>
                </a:lnTo>
                <a:lnTo>
                  <a:pt x="47625" y="581025"/>
                </a:lnTo>
                <a:close/>
                <a:moveTo>
                  <a:pt x="1762125" y="571500"/>
                </a:moveTo>
                <a:lnTo>
                  <a:pt x="1771650" y="571500"/>
                </a:lnTo>
                <a:lnTo>
                  <a:pt x="1771650" y="581025"/>
                </a:lnTo>
                <a:lnTo>
                  <a:pt x="1781175" y="581025"/>
                </a:lnTo>
                <a:lnTo>
                  <a:pt x="1781175" y="590550"/>
                </a:lnTo>
                <a:lnTo>
                  <a:pt x="1762125" y="590550"/>
                </a:lnTo>
                <a:close/>
                <a:moveTo>
                  <a:pt x="1809750" y="571500"/>
                </a:moveTo>
                <a:lnTo>
                  <a:pt x="1819275" y="571500"/>
                </a:lnTo>
                <a:lnTo>
                  <a:pt x="1819275" y="581025"/>
                </a:lnTo>
                <a:lnTo>
                  <a:pt x="1809750" y="581025"/>
                </a:lnTo>
                <a:close/>
                <a:moveTo>
                  <a:pt x="1819275" y="581025"/>
                </a:moveTo>
                <a:lnTo>
                  <a:pt x="1828800" y="581025"/>
                </a:lnTo>
                <a:lnTo>
                  <a:pt x="1828800" y="590550"/>
                </a:lnTo>
                <a:lnTo>
                  <a:pt x="1819275" y="590550"/>
                </a:lnTo>
                <a:close/>
                <a:moveTo>
                  <a:pt x="1847850" y="581025"/>
                </a:moveTo>
                <a:lnTo>
                  <a:pt x="1857375" y="581025"/>
                </a:lnTo>
                <a:lnTo>
                  <a:pt x="1857375" y="600075"/>
                </a:lnTo>
                <a:lnTo>
                  <a:pt x="1847850" y="600075"/>
                </a:lnTo>
                <a:close/>
                <a:moveTo>
                  <a:pt x="600075" y="590550"/>
                </a:moveTo>
                <a:lnTo>
                  <a:pt x="609600" y="590550"/>
                </a:lnTo>
                <a:lnTo>
                  <a:pt x="609600" y="600075"/>
                </a:lnTo>
                <a:lnTo>
                  <a:pt x="600075" y="600075"/>
                </a:lnTo>
                <a:close/>
                <a:moveTo>
                  <a:pt x="695325" y="590550"/>
                </a:moveTo>
                <a:lnTo>
                  <a:pt x="704850" y="590550"/>
                </a:lnTo>
                <a:lnTo>
                  <a:pt x="704850" y="600075"/>
                </a:lnTo>
                <a:lnTo>
                  <a:pt x="695325" y="600075"/>
                </a:lnTo>
                <a:close/>
                <a:moveTo>
                  <a:pt x="1447800" y="590550"/>
                </a:moveTo>
                <a:lnTo>
                  <a:pt x="1457325" y="590550"/>
                </a:lnTo>
                <a:lnTo>
                  <a:pt x="1457325" y="600075"/>
                </a:lnTo>
                <a:lnTo>
                  <a:pt x="1447800" y="600075"/>
                </a:lnTo>
                <a:close/>
                <a:moveTo>
                  <a:pt x="1514475" y="600075"/>
                </a:moveTo>
                <a:lnTo>
                  <a:pt x="1524000" y="600075"/>
                </a:lnTo>
                <a:lnTo>
                  <a:pt x="1524000" y="609600"/>
                </a:lnTo>
                <a:lnTo>
                  <a:pt x="1514475" y="609600"/>
                </a:lnTo>
                <a:close/>
                <a:moveTo>
                  <a:pt x="1752600" y="600075"/>
                </a:moveTo>
                <a:lnTo>
                  <a:pt x="1762125" y="600075"/>
                </a:lnTo>
                <a:lnTo>
                  <a:pt x="1762125" y="609600"/>
                </a:lnTo>
                <a:lnTo>
                  <a:pt x="1752600" y="609600"/>
                </a:lnTo>
                <a:close/>
                <a:moveTo>
                  <a:pt x="1847850" y="609600"/>
                </a:moveTo>
                <a:lnTo>
                  <a:pt x="1857375" y="609600"/>
                </a:lnTo>
                <a:lnTo>
                  <a:pt x="1857375" y="619125"/>
                </a:lnTo>
                <a:lnTo>
                  <a:pt x="1847850" y="619125"/>
                </a:lnTo>
                <a:close/>
                <a:moveTo>
                  <a:pt x="581025" y="619125"/>
                </a:moveTo>
                <a:lnTo>
                  <a:pt x="590550" y="619125"/>
                </a:lnTo>
                <a:lnTo>
                  <a:pt x="590550" y="628650"/>
                </a:lnTo>
                <a:lnTo>
                  <a:pt x="581025" y="628650"/>
                </a:lnTo>
                <a:close/>
                <a:moveTo>
                  <a:pt x="752475" y="619125"/>
                </a:moveTo>
                <a:lnTo>
                  <a:pt x="771525" y="619125"/>
                </a:lnTo>
                <a:lnTo>
                  <a:pt x="771525" y="628650"/>
                </a:lnTo>
                <a:lnTo>
                  <a:pt x="752475" y="628650"/>
                </a:lnTo>
                <a:close/>
                <a:moveTo>
                  <a:pt x="1447800" y="619125"/>
                </a:moveTo>
                <a:lnTo>
                  <a:pt x="1476375" y="619125"/>
                </a:lnTo>
                <a:lnTo>
                  <a:pt x="1476375" y="628650"/>
                </a:lnTo>
                <a:lnTo>
                  <a:pt x="1457325" y="628650"/>
                </a:lnTo>
                <a:lnTo>
                  <a:pt x="1457325" y="638175"/>
                </a:lnTo>
                <a:lnTo>
                  <a:pt x="1447800" y="638175"/>
                </a:lnTo>
                <a:close/>
                <a:moveTo>
                  <a:pt x="495300" y="628650"/>
                </a:moveTo>
                <a:lnTo>
                  <a:pt x="523875" y="628650"/>
                </a:lnTo>
                <a:lnTo>
                  <a:pt x="523875" y="638175"/>
                </a:lnTo>
                <a:lnTo>
                  <a:pt x="504825" y="638175"/>
                </a:lnTo>
                <a:lnTo>
                  <a:pt x="504825" y="647700"/>
                </a:lnTo>
                <a:lnTo>
                  <a:pt x="495300" y="647700"/>
                </a:lnTo>
                <a:close/>
                <a:moveTo>
                  <a:pt x="1304925" y="628650"/>
                </a:moveTo>
                <a:lnTo>
                  <a:pt x="1314450" y="628650"/>
                </a:lnTo>
                <a:lnTo>
                  <a:pt x="1314450" y="638175"/>
                </a:lnTo>
                <a:lnTo>
                  <a:pt x="1304925" y="638175"/>
                </a:lnTo>
                <a:close/>
                <a:moveTo>
                  <a:pt x="1847850" y="628650"/>
                </a:moveTo>
                <a:lnTo>
                  <a:pt x="1857375" y="628650"/>
                </a:lnTo>
                <a:lnTo>
                  <a:pt x="1857375" y="638175"/>
                </a:lnTo>
                <a:lnTo>
                  <a:pt x="1847850" y="638175"/>
                </a:lnTo>
                <a:close/>
                <a:moveTo>
                  <a:pt x="1838325" y="638175"/>
                </a:moveTo>
                <a:lnTo>
                  <a:pt x="1847850" y="638175"/>
                </a:lnTo>
                <a:lnTo>
                  <a:pt x="1847850" y="647700"/>
                </a:lnTo>
                <a:lnTo>
                  <a:pt x="1838325" y="647700"/>
                </a:lnTo>
                <a:close/>
                <a:moveTo>
                  <a:pt x="333375" y="657225"/>
                </a:moveTo>
                <a:lnTo>
                  <a:pt x="342900" y="657225"/>
                </a:lnTo>
                <a:lnTo>
                  <a:pt x="342900" y="676275"/>
                </a:lnTo>
                <a:lnTo>
                  <a:pt x="333375" y="676275"/>
                </a:lnTo>
                <a:close/>
                <a:moveTo>
                  <a:pt x="371475" y="657225"/>
                </a:moveTo>
                <a:lnTo>
                  <a:pt x="381000" y="657225"/>
                </a:lnTo>
                <a:lnTo>
                  <a:pt x="381000" y="666750"/>
                </a:lnTo>
                <a:lnTo>
                  <a:pt x="371475" y="666750"/>
                </a:lnTo>
                <a:close/>
                <a:moveTo>
                  <a:pt x="552450" y="657225"/>
                </a:moveTo>
                <a:lnTo>
                  <a:pt x="561975" y="657225"/>
                </a:lnTo>
                <a:lnTo>
                  <a:pt x="561975" y="676275"/>
                </a:lnTo>
                <a:lnTo>
                  <a:pt x="542925" y="676275"/>
                </a:lnTo>
                <a:lnTo>
                  <a:pt x="542925" y="666750"/>
                </a:lnTo>
                <a:lnTo>
                  <a:pt x="552450" y="666750"/>
                </a:lnTo>
                <a:close/>
                <a:moveTo>
                  <a:pt x="447675" y="666750"/>
                </a:moveTo>
                <a:lnTo>
                  <a:pt x="457200" y="666750"/>
                </a:lnTo>
                <a:lnTo>
                  <a:pt x="457200" y="676275"/>
                </a:lnTo>
                <a:lnTo>
                  <a:pt x="476250" y="676275"/>
                </a:lnTo>
                <a:lnTo>
                  <a:pt x="476250" y="695325"/>
                </a:lnTo>
                <a:lnTo>
                  <a:pt x="447675" y="695325"/>
                </a:lnTo>
                <a:close/>
                <a:moveTo>
                  <a:pt x="495300" y="666750"/>
                </a:moveTo>
                <a:lnTo>
                  <a:pt x="504825" y="666750"/>
                </a:lnTo>
                <a:lnTo>
                  <a:pt x="504825" y="676275"/>
                </a:lnTo>
                <a:lnTo>
                  <a:pt x="495300" y="676275"/>
                </a:lnTo>
                <a:close/>
                <a:moveTo>
                  <a:pt x="933450" y="666750"/>
                </a:moveTo>
                <a:lnTo>
                  <a:pt x="952500" y="666750"/>
                </a:lnTo>
                <a:lnTo>
                  <a:pt x="952500" y="676275"/>
                </a:lnTo>
                <a:lnTo>
                  <a:pt x="933450" y="676275"/>
                </a:lnTo>
                <a:close/>
                <a:moveTo>
                  <a:pt x="1362075" y="666750"/>
                </a:moveTo>
                <a:lnTo>
                  <a:pt x="1390650" y="666750"/>
                </a:lnTo>
                <a:lnTo>
                  <a:pt x="1390650" y="676275"/>
                </a:lnTo>
                <a:lnTo>
                  <a:pt x="1381125" y="676275"/>
                </a:lnTo>
                <a:lnTo>
                  <a:pt x="1381125" y="685800"/>
                </a:lnTo>
                <a:lnTo>
                  <a:pt x="1362075" y="685800"/>
                </a:lnTo>
                <a:close/>
                <a:moveTo>
                  <a:pt x="266700" y="676275"/>
                </a:moveTo>
                <a:lnTo>
                  <a:pt x="276225" y="676275"/>
                </a:lnTo>
                <a:lnTo>
                  <a:pt x="276225" y="685800"/>
                </a:lnTo>
                <a:lnTo>
                  <a:pt x="266700" y="685800"/>
                </a:lnTo>
                <a:close/>
                <a:moveTo>
                  <a:pt x="1438275" y="676275"/>
                </a:moveTo>
                <a:lnTo>
                  <a:pt x="1447800" y="676275"/>
                </a:lnTo>
                <a:lnTo>
                  <a:pt x="1447800" y="685800"/>
                </a:lnTo>
                <a:lnTo>
                  <a:pt x="1438275" y="685800"/>
                </a:lnTo>
                <a:close/>
                <a:moveTo>
                  <a:pt x="209550" y="685800"/>
                </a:moveTo>
                <a:lnTo>
                  <a:pt x="219075" y="685800"/>
                </a:lnTo>
                <a:lnTo>
                  <a:pt x="219075" y="695325"/>
                </a:lnTo>
                <a:lnTo>
                  <a:pt x="209550" y="695325"/>
                </a:lnTo>
                <a:close/>
                <a:moveTo>
                  <a:pt x="228600" y="685800"/>
                </a:moveTo>
                <a:lnTo>
                  <a:pt x="247650" y="685800"/>
                </a:lnTo>
                <a:lnTo>
                  <a:pt x="247650" y="695325"/>
                </a:lnTo>
                <a:lnTo>
                  <a:pt x="228600" y="695325"/>
                </a:lnTo>
                <a:close/>
                <a:moveTo>
                  <a:pt x="590550" y="685800"/>
                </a:moveTo>
                <a:lnTo>
                  <a:pt x="600075" y="685800"/>
                </a:lnTo>
                <a:lnTo>
                  <a:pt x="600075" y="695325"/>
                </a:lnTo>
                <a:lnTo>
                  <a:pt x="590550" y="695325"/>
                </a:lnTo>
                <a:close/>
                <a:moveTo>
                  <a:pt x="1323975" y="685800"/>
                </a:moveTo>
                <a:lnTo>
                  <a:pt x="1333500" y="685800"/>
                </a:lnTo>
                <a:lnTo>
                  <a:pt x="1333500" y="695325"/>
                </a:lnTo>
                <a:lnTo>
                  <a:pt x="1323975" y="695325"/>
                </a:lnTo>
                <a:close/>
                <a:moveTo>
                  <a:pt x="219075" y="695325"/>
                </a:moveTo>
                <a:lnTo>
                  <a:pt x="228600" y="695325"/>
                </a:lnTo>
                <a:lnTo>
                  <a:pt x="228600" y="714375"/>
                </a:lnTo>
                <a:lnTo>
                  <a:pt x="219075" y="714375"/>
                </a:lnTo>
                <a:close/>
                <a:moveTo>
                  <a:pt x="438150" y="704850"/>
                </a:moveTo>
                <a:lnTo>
                  <a:pt x="447675" y="704850"/>
                </a:lnTo>
                <a:lnTo>
                  <a:pt x="447675" y="723900"/>
                </a:lnTo>
                <a:lnTo>
                  <a:pt x="438150" y="723900"/>
                </a:lnTo>
                <a:close/>
                <a:moveTo>
                  <a:pt x="1562100" y="704850"/>
                </a:moveTo>
                <a:lnTo>
                  <a:pt x="1581150" y="704850"/>
                </a:lnTo>
                <a:lnTo>
                  <a:pt x="1581150" y="714375"/>
                </a:lnTo>
                <a:lnTo>
                  <a:pt x="1562100" y="714375"/>
                </a:lnTo>
                <a:close/>
                <a:moveTo>
                  <a:pt x="1600200" y="704850"/>
                </a:moveTo>
                <a:lnTo>
                  <a:pt x="1609725" y="704850"/>
                </a:lnTo>
                <a:lnTo>
                  <a:pt x="1609725" y="723900"/>
                </a:lnTo>
                <a:lnTo>
                  <a:pt x="1600200" y="723900"/>
                </a:lnTo>
                <a:lnTo>
                  <a:pt x="1600200" y="733425"/>
                </a:lnTo>
                <a:lnTo>
                  <a:pt x="1590675" y="733425"/>
                </a:lnTo>
                <a:lnTo>
                  <a:pt x="1590675" y="714375"/>
                </a:lnTo>
                <a:lnTo>
                  <a:pt x="1600200" y="714375"/>
                </a:lnTo>
                <a:close/>
                <a:moveTo>
                  <a:pt x="171450" y="714375"/>
                </a:moveTo>
                <a:lnTo>
                  <a:pt x="180975" y="714375"/>
                </a:lnTo>
                <a:lnTo>
                  <a:pt x="180975" y="723900"/>
                </a:lnTo>
                <a:lnTo>
                  <a:pt x="171450" y="723900"/>
                </a:lnTo>
                <a:close/>
                <a:moveTo>
                  <a:pt x="466725" y="714375"/>
                </a:moveTo>
                <a:lnTo>
                  <a:pt x="476250" y="714375"/>
                </a:lnTo>
                <a:lnTo>
                  <a:pt x="476250" y="723900"/>
                </a:lnTo>
                <a:lnTo>
                  <a:pt x="466725" y="723900"/>
                </a:lnTo>
                <a:close/>
                <a:moveTo>
                  <a:pt x="504825" y="714375"/>
                </a:moveTo>
                <a:lnTo>
                  <a:pt x="514350" y="714375"/>
                </a:lnTo>
                <a:lnTo>
                  <a:pt x="514350" y="723900"/>
                </a:lnTo>
                <a:lnTo>
                  <a:pt x="504825" y="723900"/>
                </a:lnTo>
                <a:close/>
                <a:moveTo>
                  <a:pt x="371475" y="723900"/>
                </a:moveTo>
                <a:lnTo>
                  <a:pt x="381000" y="723900"/>
                </a:lnTo>
                <a:lnTo>
                  <a:pt x="381000" y="733425"/>
                </a:lnTo>
                <a:lnTo>
                  <a:pt x="371475" y="733425"/>
                </a:lnTo>
                <a:close/>
                <a:moveTo>
                  <a:pt x="133350" y="733425"/>
                </a:moveTo>
                <a:lnTo>
                  <a:pt x="142875" y="733425"/>
                </a:lnTo>
                <a:lnTo>
                  <a:pt x="142875" y="742950"/>
                </a:lnTo>
                <a:lnTo>
                  <a:pt x="133350" y="742950"/>
                </a:lnTo>
                <a:close/>
                <a:moveTo>
                  <a:pt x="352425" y="733425"/>
                </a:moveTo>
                <a:lnTo>
                  <a:pt x="371475" y="733425"/>
                </a:lnTo>
                <a:lnTo>
                  <a:pt x="371475" y="742950"/>
                </a:lnTo>
                <a:lnTo>
                  <a:pt x="390525" y="742950"/>
                </a:lnTo>
                <a:lnTo>
                  <a:pt x="390525" y="733425"/>
                </a:lnTo>
                <a:lnTo>
                  <a:pt x="400050" y="733425"/>
                </a:lnTo>
                <a:lnTo>
                  <a:pt x="400050" y="742950"/>
                </a:lnTo>
                <a:lnTo>
                  <a:pt x="390525" y="742950"/>
                </a:lnTo>
                <a:lnTo>
                  <a:pt x="390525" y="752475"/>
                </a:lnTo>
                <a:lnTo>
                  <a:pt x="361950" y="752475"/>
                </a:lnTo>
                <a:lnTo>
                  <a:pt x="361950" y="762000"/>
                </a:lnTo>
                <a:lnTo>
                  <a:pt x="352425" y="762000"/>
                </a:lnTo>
                <a:close/>
                <a:moveTo>
                  <a:pt x="1390650" y="733425"/>
                </a:moveTo>
                <a:lnTo>
                  <a:pt x="1419225" y="733425"/>
                </a:lnTo>
                <a:lnTo>
                  <a:pt x="1419225" y="742950"/>
                </a:lnTo>
                <a:lnTo>
                  <a:pt x="1428750" y="742950"/>
                </a:lnTo>
                <a:lnTo>
                  <a:pt x="1428750" y="762000"/>
                </a:lnTo>
                <a:lnTo>
                  <a:pt x="1409700" y="762000"/>
                </a:lnTo>
                <a:lnTo>
                  <a:pt x="1409700" y="771525"/>
                </a:lnTo>
                <a:lnTo>
                  <a:pt x="1400175" y="771525"/>
                </a:lnTo>
                <a:lnTo>
                  <a:pt x="1400175" y="752475"/>
                </a:lnTo>
                <a:lnTo>
                  <a:pt x="1390650" y="752475"/>
                </a:lnTo>
                <a:close/>
                <a:moveTo>
                  <a:pt x="666750" y="742950"/>
                </a:moveTo>
                <a:lnTo>
                  <a:pt x="685800" y="742950"/>
                </a:lnTo>
                <a:lnTo>
                  <a:pt x="685800" y="752475"/>
                </a:lnTo>
                <a:lnTo>
                  <a:pt x="666750" y="752475"/>
                </a:lnTo>
                <a:close/>
                <a:moveTo>
                  <a:pt x="1304925" y="742950"/>
                </a:moveTo>
                <a:lnTo>
                  <a:pt x="1323975" y="742950"/>
                </a:lnTo>
                <a:lnTo>
                  <a:pt x="1323975" y="752475"/>
                </a:lnTo>
                <a:lnTo>
                  <a:pt x="1304925" y="752475"/>
                </a:lnTo>
                <a:close/>
                <a:moveTo>
                  <a:pt x="1552575" y="742950"/>
                </a:moveTo>
                <a:lnTo>
                  <a:pt x="1562100" y="742950"/>
                </a:lnTo>
                <a:lnTo>
                  <a:pt x="1562100" y="771525"/>
                </a:lnTo>
                <a:lnTo>
                  <a:pt x="1552575" y="771525"/>
                </a:lnTo>
                <a:close/>
                <a:moveTo>
                  <a:pt x="1581150" y="742950"/>
                </a:moveTo>
                <a:lnTo>
                  <a:pt x="1600200" y="742950"/>
                </a:lnTo>
                <a:lnTo>
                  <a:pt x="1600200" y="762000"/>
                </a:lnTo>
                <a:lnTo>
                  <a:pt x="1590675" y="762000"/>
                </a:lnTo>
                <a:lnTo>
                  <a:pt x="1590675" y="752475"/>
                </a:lnTo>
                <a:lnTo>
                  <a:pt x="1581150" y="752475"/>
                </a:lnTo>
                <a:close/>
                <a:moveTo>
                  <a:pt x="1400175" y="752475"/>
                </a:moveTo>
                <a:lnTo>
                  <a:pt x="1409700" y="752475"/>
                </a:lnTo>
                <a:lnTo>
                  <a:pt x="1409700" y="742950"/>
                </a:lnTo>
                <a:lnTo>
                  <a:pt x="1400175" y="742950"/>
                </a:lnTo>
                <a:close/>
                <a:moveTo>
                  <a:pt x="104775" y="762000"/>
                </a:moveTo>
                <a:lnTo>
                  <a:pt x="114300" y="762000"/>
                </a:lnTo>
                <a:lnTo>
                  <a:pt x="114300" y="771525"/>
                </a:lnTo>
                <a:lnTo>
                  <a:pt x="104775" y="771525"/>
                </a:lnTo>
                <a:close/>
                <a:moveTo>
                  <a:pt x="1485900" y="762000"/>
                </a:moveTo>
                <a:lnTo>
                  <a:pt x="1495425" y="762000"/>
                </a:lnTo>
                <a:lnTo>
                  <a:pt x="1495425" y="771525"/>
                </a:lnTo>
                <a:lnTo>
                  <a:pt x="1485900" y="771525"/>
                </a:lnTo>
                <a:close/>
                <a:moveTo>
                  <a:pt x="1581150" y="762000"/>
                </a:moveTo>
                <a:lnTo>
                  <a:pt x="1590675" y="762000"/>
                </a:lnTo>
                <a:lnTo>
                  <a:pt x="1590675" y="781050"/>
                </a:lnTo>
                <a:lnTo>
                  <a:pt x="1581150" y="781050"/>
                </a:lnTo>
                <a:close/>
                <a:moveTo>
                  <a:pt x="1609725" y="762000"/>
                </a:moveTo>
                <a:lnTo>
                  <a:pt x="1628775" y="762000"/>
                </a:lnTo>
                <a:lnTo>
                  <a:pt x="1628775" y="771525"/>
                </a:lnTo>
                <a:lnTo>
                  <a:pt x="1619250" y="771525"/>
                </a:lnTo>
                <a:lnTo>
                  <a:pt x="1619250" y="781050"/>
                </a:lnTo>
                <a:lnTo>
                  <a:pt x="1628775" y="781050"/>
                </a:lnTo>
                <a:lnTo>
                  <a:pt x="1628775" y="809625"/>
                </a:lnTo>
                <a:lnTo>
                  <a:pt x="1638300" y="809625"/>
                </a:lnTo>
                <a:lnTo>
                  <a:pt x="1638300" y="819150"/>
                </a:lnTo>
                <a:lnTo>
                  <a:pt x="1619250" y="819150"/>
                </a:lnTo>
                <a:lnTo>
                  <a:pt x="1619250" y="800100"/>
                </a:lnTo>
                <a:lnTo>
                  <a:pt x="1609725" y="800100"/>
                </a:lnTo>
                <a:close/>
                <a:moveTo>
                  <a:pt x="1562100" y="771525"/>
                </a:moveTo>
                <a:lnTo>
                  <a:pt x="1571625" y="771525"/>
                </a:lnTo>
                <a:lnTo>
                  <a:pt x="1571625" y="781050"/>
                </a:lnTo>
                <a:lnTo>
                  <a:pt x="1562100" y="781050"/>
                </a:lnTo>
                <a:close/>
                <a:moveTo>
                  <a:pt x="1809750" y="771525"/>
                </a:moveTo>
                <a:lnTo>
                  <a:pt x="1819275" y="771525"/>
                </a:lnTo>
                <a:lnTo>
                  <a:pt x="1819275" y="800100"/>
                </a:lnTo>
                <a:lnTo>
                  <a:pt x="1809750" y="800100"/>
                </a:lnTo>
                <a:lnTo>
                  <a:pt x="1809750" y="790575"/>
                </a:lnTo>
                <a:lnTo>
                  <a:pt x="1790700" y="790575"/>
                </a:lnTo>
                <a:lnTo>
                  <a:pt x="1790700" y="781050"/>
                </a:lnTo>
                <a:lnTo>
                  <a:pt x="1809750" y="781050"/>
                </a:lnTo>
                <a:close/>
                <a:moveTo>
                  <a:pt x="1838325" y="771525"/>
                </a:moveTo>
                <a:lnTo>
                  <a:pt x="1857375" y="771525"/>
                </a:lnTo>
                <a:lnTo>
                  <a:pt x="1857375" y="781050"/>
                </a:lnTo>
                <a:lnTo>
                  <a:pt x="1847850" y="781050"/>
                </a:lnTo>
                <a:lnTo>
                  <a:pt x="1847850" y="790575"/>
                </a:lnTo>
                <a:lnTo>
                  <a:pt x="1838325" y="790575"/>
                </a:lnTo>
                <a:close/>
                <a:moveTo>
                  <a:pt x="85725" y="781050"/>
                </a:moveTo>
                <a:lnTo>
                  <a:pt x="104775" y="781050"/>
                </a:lnTo>
                <a:lnTo>
                  <a:pt x="104775" y="790575"/>
                </a:lnTo>
                <a:lnTo>
                  <a:pt x="95250" y="790575"/>
                </a:lnTo>
                <a:lnTo>
                  <a:pt x="95250" y="800100"/>
                </a:lnTo>
                <a:lnTo>
                  <a:pt x="85725" y="800100"/>
                </a:lnTo>
                <a:close/>
                <a:moveTo>
                  <a:pt x="1552575" y="781050"/>
                </a:moveTo>
                <a:lnTo>
                  <a:pt x="1562100" y="781050"/>
                </a:lnTo>
                <a:lnTo>
                  <a:pt x="1562100" y="790575"/>
                </a:lnTo>
                <a:lnTo>
                  <a:pt x="1552575" y="790575"/>
                </a:lnTo>
                <a:close/>
                <a:moveTo>
                  <a:pt x="1590675" y="781050"/>
                </a:moveTo>
                <a:lnTo>
                  <a:pt x="1600200" y="781050"/>
                </a:lnTo>
                <a:lnTo>
                  <a:pt x="1600200" y="800100"/>
                </a:lnTo>
                <a:lnTo>
                  <a:pt x="1609725" y="800100"/>
                </a:lnTo>
                <a:lnTo>
                  <a:pt x="1609725" y="809625"/>
                </a:lnTo>
                <a:lnTo>
                  <a:pt x="1590675" y="809625"/>
                </a:lnTo>
                <a:close/>
                <a:moveTo>
                  <a:pt x="47625" y="790575"/>
                </a:moveTo>
                <a:lnTo>
                  <a:pt x="57150" y="790575"/>
                </a:lnTo>
                <a:lnTo>
                  <a:pt x="57150" y="800100"/>
                </a:lnTo>
                <a:lnTo>
                  <a:pt x="66675" y="800100"/>
                </a:lnTo>
                <a:lnTo>
                  <a:pt x="66675" y="819150"/>
                </a:lnTo>
                <a:lnTo>
                  <a:pt x="47625" y="819150"/>
                </a:lnTo>
                <a:lnTo>
                  <a:pt x="47625" y="809625"/>
                </a:lnTo>
                <a:lnTo>
                  <a:pt x="28575" y="809625"/>
                </a:lnTo>
                <a:lnTo>
                  <a:pt x="28575" y="800100"/>
                </a:lnTo>
                <a:lnTo>
                  <a:pt x="47625" y="800100"/>
                </a:lnTo>
                <a:close/>
                <a:moveTo>
                  <a:pt x="1828800" y="790575"/>
                </a:moveTo>
                <a:lnTo>
                  <a:pt x="1838325" y="790575"/>
                </a:lnTo>
                <a:lnTo>
                  <a:pt x="1838325" y="800100"/>
                </a:lnTo>
                <a:lnTo>
                  <a:pt x="1828800" y="800100"/>
                </a:lnTo>
                <a:close/>
                <a:moveTo>
                  <a:pt x="104775" y="800100"/>
                </a:moveTo>
                <a:lnTo>
                  <a:pt x="114300" y="800100"/>
                </a:lnTo>
                <a:lnTo>
                  <a:pt x="114300" y="809625"/>
                </a:lnTo>
                <a:lnTo>
                  <a:pt x="104775" y="809625"/>
                </a:lnTo>
                <a:close/>
                <a:moveTo>
                  <a:pt x="342900" y="800100"/>
                </a:moveTo>
                <a:lnTo>
                  <a:pt x="352425" y="800100"/>
                </a:lnTo>
                <a:lnTo>
                  <a:pt x="352425" y="809625"/>
                </a:lnTo>
                <a:lnTo>
                  <a:pt x="342900" y="809625"/>
                </a:lnTo>
                <a:close/>
                <a:moveTo>
                  <a:pt x="1314450" y="800100"/>
                </a:moveTo>
                <a:lnTo>
                  <a:pt x="1323975" y="800100"/>
                </a:lnTo>
                <a:lnTo>
                  <a:pt x="1323975" y="809625"/>
                </a:lnTo>
                <a:lnTo>
                  <a:pt x="1314450" y="809625"/>
                </a:lnTo>
                <a:close/>
                <a:moveTo>
                  <a:pt x="1885950" y="800100"/>
                </a:moveTo>
                <a:lnTo>
                  <a:pt x="1895475" y="800100"/>
                </a:lnTo>
                <a:lnTo>
                  <a:pt x="1895475" y="809625"/>
                </a:lnTo>
                <a:lnTo>
                  <a:pt x="1885950" y="809625"/>
                </a:lnTo>
                <a:close/>
                <a:moveTo>
                  <a:pt x="1343025" y="809625"/>
                </a:moveTo>
                <a:lnTo>
                  <a:pt x="1362075" y="809625"/>
                </a:lnTo>
                <a:lnTo>
                  <a:pt x="1362075" y="828675"/>
                </a:lnTo>
                <a:lnTo>
                  <a:pt x="1352550" y="828675"/>
                </a:lnTo>
                <a:lnTo>
                  <a:pt x="1352550" y="819150"/>
                </a:lnTo>
                <a:lnTo>
                  <a:pt x="1343025" y="819150"/>
                </a:lnTo>
                <a:close/>
                <a:moveTo>
                  <a:pt x="1876425" y="809625"/>
                </a:moveTo>
                <a:lnTo>
                  <a:pt x="1885950" y="809625"/>
                </a:lnTo>
                <a:lnTo>
                  <a:pt x="1885950" y="819150"/>
                </a:lnTo>
                <a:lnTo>
                  <a:pt x="1876425" y="819150"/>
                </a:lnTo>
                <a:close/>
                <a:moveTo>
                  <a:pt x="752475" y="819150"/>
                </a:moveTo>
                <a:lnTo>
                  <a:pt x="771525" y="819150"/>
                </a:lnTo>
                <a:lnTo>
                  <a:pt x="771525" y="828675"/>
                </a:lnTo>
                <a:lnTo>
                  <a:pt x="781050" y="828675"/>
                </a:lnTo>
                <a:lnTo>
                  <a:pt x="781050" y="838200"/>
                </a:lnTo>
                <a:lnTo>
                  <a:pt x="790575" y="838200"/>
                </a:lnTo>
                <a:lnTo>
                  <a:pt x="790575" y="857250"/>
                </a:lnTo>
                <a:lnTo>
                  <a:pt x="771525" y="857250"/>
                </a:lnTo>
                <a:lnTo>
                  <a:pt x="771525" y="847725"/>
                </a:lnTo>
                <a:lnTo>
                  <a:pt x="762000" y="847725"/>
                </a:lnTo>
                <a:lnTo>
                  <a:pt x="762000" y="828675"/>
                </a:lnTo>
                <a:lnTo>
                  <a:pt x="752475" y="828675"/>
                </a:lnTo>
                <a:close/>
                <a:moveTo>
                  <a:pt x="1866900" y="819150"/>
                </a:moveTo>
                <a:lnTo>
                  <a:pt x="1876425" y="819150"/>
                </a:lnTo>
                <a:lnTo>
                  <a:pt x="1876425" y="838200"/>
                </a:lnTo>
                <a:lnTo>
                  <a:pt x="1866900" y="838200"/>
                </a:lnTo>
                <a:close/>
                <a:moveTo>
                  <a:pt x="47625" y="828675"/>
                </a:moveTo>
                <a:lnTo>
                  <a:pt x="57150" y="828675"/>
                </a:lnTo>
                <a:lnTo>
                  <a:pt x="57150" y="838200"/>
                </a:lnTo>
                <a:lnTo>
                  <a:pt x="47625" y="838200"/>
                </a:lnTo>
                <a:close/>
                <a:moveTo>
                  <a:pt x="619125" y="828675"/>
                </a:moveTo>
                <a:lnTo>
                  <a:pt x="647700" y="828675"/>
                </a:lnTo>
                <a:lnTo>
                  <a:pt x="647700" y="838200"/>
                </a:lnTo>
                <a:lnTo>
                  <a:pt x="619125" y="838200"/>
                </a:lnTo>
                <a:close/>
                <a:moveTo>
                  <a:pt x="904875" y="828675"/>
                </a:moveTo>
                <a:lnTo>
                  <a:pt x="914400" y="828675"/>
                </a:lnTo>
                <a:lnTo>
                  <a:pt x="914400" y="838200"/>
                </a:lnTo>
                <a:lnTo>
                  <a:pt x="923925" y="838200"/>
                </a:lnTo>
                <a:lnTo>
                  <a:pt x="923925" y="847725"/>
                </a:lnTo>
                <a:lnTo>
                  <a:pt x="914400" y="847725"/>
                </a:lnTo>
                <a:lnTo>
                  <a:pt x="914400" y="857250"/>
                </a:lnTo>
                <a:lnTo>
                  <a:pt x="885825" y="857250"/>
                </a:lnTo>
                <a:lnTo>
                  <a:pt x="885825" y="847725"/>
                </a:lnTo>
                <a:lnTo>
                  <a:pt x="895350" y="847725"/>
                </a:lnTo>
                <a:lnTo>
                  <a:pt x="895350" y="838200"/>
                </a:lnTo>
                <a:lnTo>
                  <a:pt x="904875" y="838200"/>
                </a:lnTo>
                <a:close/>
                <a:moveTo>
                  <a:pt x="1343025" y="828675"/>
                </a:moveTo>
                <a:lnTo>
                  <a:pt x="1352550" y="828675"/>
                </a:lnTo>
                <a:lnTo>
                  <a:pt x="1352550" y="838200"/>
                </a:lnTo>
                <a:lnTo>
                  <a:pt x="1343025" y="838200"/>
                </a:lnTo>
                <a:close/>
                <a:moveTo>
                  <a:pt x="1514475" y="828675"/>
                </a:moveTo>
                <a:lnTo>
                  <a:pt x="1533525" y="828675"/>
                </a:lnTo>
                <a:lnTo>
                  <a:pt x="1533525" y="838200"/>
                </a:lnTo>
                <a:lnTo>
                  <a:pt x="1524000" y="838200"/>
                </a:lnTo>
                <a:lnTo>
                  <a:pt x="1524000" y="847725"/>
                </a:lnTo>
                <a:lnTo>
                  <a:pt x="1495425" y="847725"/>
                </a:lnTo>
                <a:lnTo>
                  <a:pt x="1495425" y="838200"/>
                </a:lnTo>
                <a:lnTo>
                  <a:pt x="1514475" y="838200"/>
                </a:lnTo>
                <a:close/>
                <a:moveTo>
                  <a:pt x="1895475" y="828675"/>
                </a:moveTo>
                <a:lnTo>
                  <a:pt x="1905000" y="828675"/>
                </a:lnTo>
                <a:lnTo>
                  <a:pt x="1905000" y="847725"/>
                </a:lnTo>
                <a:lnTo>
                  <a:pt x="1895475" y="847725"/>
                </a:lnTo>
                <a:close/>
                <a:moveTo>
                  <a:pt x="38100" y="838200"/>
                </a:moveTo>
                <a:lnTo>
                  <a:pt x="47625" y="838200"/>
                </a:lnTo>
                <a:lnTo>
                  <a:pt x="47625" y="847725"/>
                </a:lnTo>
                <a:lnTo>
                  <a:pt x="57150" y="847725"/>
                </a:lnTo>
                <a:lnTo>
                  <a:pt x="57150" y="866775"/>
                </a:lnTo>
                <a:lnTo>
                  <a:pt x="47625" y="866775"/>
                </a:lnTo>
                <a:lnTo>
                  <a:pt x="47625" y="885825"/>
                </a:lnTo>
                <a:lnTo>
                  <a:pt x="38100" y="885825"/>
                </a:lnTo>
                <a:close/>
                <a:moveTo>
                  <a:pt x="981075" y="838200"/>
                </a:moveTo>
                <a:lnTo>
                  <a:pt x="990600" y="838200"/>
                </a:lnTo>
                <a:lnTo>
                  <a:pt x="990600" y="847725"/>
                </a:lnTo>
                <a:lnTo>
                  <a:pt x="981075" y="847725"/>
                </a:lnTo>
                <a:close/>
                <a:moveTo>
                  <a:pt x="1285875" y="838200"/>
                </a:moveTo>
                <a:lnTo>
                  <a:pt x="1295400" y="838200"/>
                </a:lnTo>
                <a:lnTo>
                  <a:pt x="1295400" y="866775"/>
                </a:lnTo>
                <a:lnTo>
                  <a:pt x="1304925" y="866775"/>
                </a:lnTo>
                <a:lnTo>
                  <a:pt x="1304925" y="885825"/>
                </a:lnTo>
                <a:lnTo>
                  <a:pt x="1285875" y="885825"/>
                </a:lnTo>
                <a:lnTo>
                  <a:pt x="1285875" y="876300"/>
                </a:lnTo>
                <a:lnTo>
                  <a:pt x="1266825" y="876300"/>
                </a:lnTo>
                <a:lnTo>
                  <a:pt x="1266825" y="866775"/>
                </a:lnTo>
                <a:lnTo>
                  <a:pt x="1276350" y="866775"/>
                </a:lnTo>
                <a:lnTo>
                  <a:pt x="1276350" y="857250"/>
                </a:lnTo>
                <a:lnTo>
                  <a:pt x="1285875" y="857250"/>
                </a:lnTo>
                <a:close/>
                <a:moveTo>
                  <a:pt x="1543050" y="838200"/>
                </a:moveTo>
                <a:lnTo>
                  <a:pt x="1562100" y="838200"/>
                </a:lnTo>
                <a:lnTo>
                  <a:pt x="1562100" y="876300"/>
                </a:lnTo>
                <a:lnTo>
                  <a:pt x="1533525" y="876300"/>
                </a:lnTo>
                <a:lnTo>
                  <a:pt x="1533525" y="866775"/>
                </a:lnTo>
                <a:lnTo>
                  <a:pt x="1543050" y="866775"/>
                </a:lnTo>
                <a:close/>
                <a:moveTo>
                  <a:pt x="419100" y="847725"/>
                </a:moveTo>
                <a:lnTo>
                  <a:pt x="428625" y="847725"/>
                </a:lnTo>
                <a:lnTo>
                  <a:pt x="428625" y="857250"/>
                </a:lnTo>
                <a:lnTo>
                  <a:pt x="419100" y="857250"/>
                </a:lnTo>
                <a:close/>
                <a:moveTo>
                  <a:pt x="1828800" y="847725"/>
                </a:moveTo>
                <a:lnTo>
                  <a:pt x="1838325" y="847725"/>
                </a:lnTo>
                <a:lnTo>
                  <a:pt x="1838325" y="857250"/>
                </a:lnTo>
                <a:lnTo>
                  <a:pt x="1828800" y="857250"/>
                </a:lnTo>
                <a:close/>
                <a:moveTo>
                  <a:pt x="1885950" y="857250"/>
                </a:moveTo>
                <a:lnTo>
                  <a:pt x="1895475" y="857250"/>
                </a:lnTo>
                <a:lnTo>
                  <a:pt x="1895475" y="866775"/>
                </a:lnTo>
                <a:lnTo>
                  <a:pt x="1885950" y="866775"/>
                </a:lnTo>
                <a:close/>
                <a:moveTo>
                  <a:pt x="57150" y="866775"/>
                </a:moveTo>
                <a:lnTo>
                  <a:pt x="66675" y="866775"/>
                </a:lnTo>
                <a:lnTo>
                  <a:pt x="66675" y="876300"/>
                </a:lnTo>
                <a:lnTo>
                  <a:pt x="57150" y="876300"/>
                </a:lnTo>
                <a:close/>
                <a:moveTo>
                  <a:pt x="542925" y="866775"/>
                </a:moveTo>
                <a:lnTo>
                  <a:pt x="552450" y="866775"/>
                </a:lnTo>
                <a:lnTo>
                  <a:pt x="552450" y="885825"/>
                </a:lnTo>
                <a:lnTo>
                  <a:pt x="542925" y="885825"/>
                </a:lnTo>
                <a:close/>
                <a:moveTo>
                  <a:pt x="857250" y="866775"/>
                </a:moveTo>
                <a:lnTo>
                  <a:pt x="866775" y="866775"/>
                </a:lnTo>
                <a:lnTo>
                  <a:pt x="866775" y="876300"/>
                </a:lnTo>
                <a:lnTo>
                  <a:pt x="857250" y="876300"/>
                </a:lnTo>
                <a:close/>
                <a:moveTo>
                  <a:pt x="952500" y="866775"/>
                </a:moveTo>
                <a:lnTo>
                  <a:pt x="971550" y="866775"/>
                </a:lnTo>
                <a:lnTo>
                  <a:pt x="971550" y="876300"/>
                </a:lnTo>
                <a:lnTo>
                  <a:pt x="952500" y="876300"/>
                </a:lnTo>
                <a:close/>
                <a:moveTo>
                  <a:pt x="1847850" y="866775"/>
                </a:moveTo>
                <a:lnTo>
                  <a:pt x="1857375" y="866775"/>
                </a:lnTo>
                <a:lnTo>
                  <a:pt x="1857375" y="885825"/>
                </a:lnTo>
                <a:lnTo>
                  <a:pt x="1838325" y="885825"/>
                </a:lnTo>
                <a:lnTo>
                  <a:pt x="1838325" y="876300"/>
                </a:lnTo>
                <a:lnTo>
                  <a:pt x="1847850" y="876300"/>
                </a:lnTo>
                <a:close/>
                <a:moveTo>
                  <a:pt x="904875" y="876300"/>
                </a:moveTo>
                <a:lnTo>
                  <a:pt x="923925" y="876300"/>
                </a:lnTo>
                <a:lnTo>
                  <a:pt x="923925" y="885825"/>
                </a:lnTo>
                <a:lnTo>
                  <a:pt x="904875" y="885825"/>
                </a:lnTo>
                <a:close/>
                <a:moveTo>
                  <a:pt x="114300" y="885825"/>
                </a:moveTo>
                <a:lnTo>
                  <a:pt x="123825" y="885825"/>
                </a:lnTo>
                <a:lnTo>
                  <a:pt x="123825" y="904875"/>
                </a:lnTo>
                <a:lnTo>
                  <a:pt x="114300" y="904875"/>
                </a:lnTo>
                <a:close/>
                <a:moveTo>
                  <a:pt x="533400" y="885825"/>
                </a:moveTo>
                <a:lnTo>
                  <a:pt x="542925" y="885825"/>
                </a:lnTo>
                <a:lnTo>
                  <a:pt x="542925" y="895350"/>
                </a:lnTo>
                <a:lnTo>
                  <a:pt x="533400" y="895350"/>
                </a:lnTo>
                <a:close/>
                <a:moveTo>
                  <a:pt x="933450" y="885825"/>
                </a:moveTo>
                <a:lnTo>
                  <a:pt x="942975" y="885825"/>
                </a:lnTo>
                <a:lnTo>
                  <a:pt x="942975" y="895350"/>
                </a:lnTo>
                <a:lnTo>
                  <a:pt x="933450" y="895350"/>
                </a:lnTo>
                <a:close/>
                <a:moveTo>
                  <a:pt x="952500" y="885825"/>
                </a:moveTo>
                <a:lnTo>
                  <a:pt x="962025" y="885825"/>
                </a:lnTo>
                <a:lnTo>
                  <a:pt x="962025" y="895350"/>
                </a:lnTo>
                <a:lnTo>
                  <a:pt x="952500" y="895350"/>
                </a:lnTo>
                <a:close/>
                <a:moveTo>
                  <a:pt x="1019175" y="885825"/>
                </a:moveTo>
                <a:lnTo>
                  <a:pt x="1028700" y="885825"/>
                </a:lnTo>
                <a:lnTo>
                  <a:pt x="1028700" y="895350"/>
                </a:lnTo>
                <a:lnTo>
                  <a:pt x="1019175" y="895350"/>
                </a:lnTo>
                <a:close/>
                <a:moveTo>
                  <a:pt x="1038225" y="885825"/>
                </a:moveTo>
                <a:lnTo>
                  <a:pt x="1057275" y="885825"/>
                </a:lnTo>
                <a:lnTo>
                  <a:pt x="1057275" y="895350"/>
                </a:lnTo>
                <a:lnTo>
                  <a:pt x="1038225" y="895350"/>
                </a:lnTo>
                <a:close/>
                <a:moveTo>
                  <a:pt x="1162050" y="885825"/>
                </a:moveTo>
                <a:lnTo>
                  <a:pt x="1209675" y="885825"/>
                </a:lnTo>
                <a:lnTo>
                  <a:pt x="1209675" y="895350"/>
                </a:lnTo>
                <a:lnTo>
                  <a:pt x="1162050" y="895350"/>
                </a:lnTo>
                <a:close/>
                <a:moveTo>
                  <a:pt x="1476375" y="885825"/>
                </a:moveTo>
                <a:lnTo>
                  <a:pt x="1485900" y="885825"/>
                </a:lnTo>
                <a:lnTo>
                  <a:pt x="1485900" y="895350"/>
                </a:lnTo>
                <a:lnTo>
                  <a:pt x="1476375" y="895350"/>
                </a:lnTo>
                <a:close/>
                <a:moveTo>
                  <a:pt x="1009650" y="895350"/>
                </a:moveTo>
                <a:lnTo>
                  <a:pt x="1019175" y="895350"/>
                </a:lnTo>
                <a:lnTo>
                  <a:pt x="1019175" y="904875"/>
                </a:lnTo>
                <a:lnTo>
                  <a:pt x="1009650" y="904875"/>
                </a:lnTo>
                <a:close/>
                <a:moveTo>
                  <a:pt x="38100" y="904875"/>
                </a:moveTo>
                <a:lnTo>
                  <a:pt x="66675" y="904875"/>
                </a:lnTo>
                <a:lnTo>
                  <a:pt x="66675" y="923925"/>
                </a:lnTo>
                <a:lnTo>
                  <a:pt x="57150" y="923925"/>
                </a:lnTo>
                <a:lnTo>
                  <a:pt x="57150" y="933450"/>
                </a:lnTo>
                <a:lnTo>
                  <a:pt x="47625" y="933450"/>
                </a:lnTo>
                <a:lnTo>
                  <a:pt x="47625" y="923925"/>
                </a:lnTo>
                <a:lnTo>
                  <a:pt x="38100" y="923925"/>
                </a:lnTo>
                <a:lnTo>
                  <a:pt x="38100" y="933450"/>
                </a:lnTo>
                <a:lnTo>
                  <a:pt x="28575" y="933450"/>
                </a:lnTo>
                <a:lnTo>
                  <a:pt x="28575" y="914400"/>
                </a:lnTo>
                <a:lnTo>
                  <a:pt x="38100" y="914400"/>
                </a:lnTo>
                <a:close/>
                <a:moveTo>
                  <a:pt x="885825" y="933450"/>
                </a:moveTo>
                <a:lnTo>
                  <a:pt x="914400" y="933450"/>
                </a:lnTo>
                <a:lnTo>
                  <a:pt x="914400" y="952500"/>
                </a:lnTo>
                <a:lnTo>
                  <a:pt x="904875" y="952500"/>
                </a:lnTo>
                <a:lnTo>
                  <a:pt x="904875" y="942975"/>
                </a:lnTo>
                <a:lnTo>
                  <a:pt x="885825" y="942975"/>
                </a:lnTo>
                <a:close/>
                <a:moveTo>
                  <a:pt x="1200150" y="933450"/>
                </a:moveTo>
                <a:lnTo>
                  <a:pt x="1228725" y="933450"/>
                </a:lnTo>
                <a:lnTo>
                  <a:pt x="1228725" y="942975"/>
                </a:lnTo>
                <a:lnTo>
                  <a:pt x="1219200" y="942975"/>
                </a:lnTo>
                <a:lnTo>
                  <a:pt x="1219200" y="952500"/>
                </a:lnTo>
                <a:lnTo>
                  <a:pt x="1200150" y="952500"/>
                </a:lnTo>
                <a:close/>
                <a:moveTo>
                  <a:pt x="1285875" y="933450"/>
                </a:moveTo>
                <a:lnTo>
                  <a:pt x="1295400" y="933450"/>
                </a:lnTo>
                <a:lnTo>
                  <a:pt x="1295400" y="952500"/>
                </a:lnTo>
                <a:lnTo>
                  <a:pt x="1285875" y="952500"/>
                </a:lnTo>
                <a:close/>
                <a:moveTo>
                  <a:pt x="180975" y="952500"/>
                </a:moveTo>
                <a:lnTo>
                  <a:pt x="190500" y="952500"/>
                </a:lnTo>
                <a:lnTo>
                  <a:pt x="190500" y="962025"/>
                </a:lnTo>
                <a:lnTo>
                  <a:pt x="180975" y="962025"/>
                </a:lnTo>
                <a:close/>
                <a:moveTo>
                  <a:pt x="314325" y="952500"/>
                </a:moveTo>
                <a:lnTo>
                  <a:pt x="323850" y="952500"/>
                </a:lnTo>
                <a:lnTo>
                  <a:pt x="323850" y="962025"/>
                </a:lnTo>
                <a:lnTo>
                  <a:pt x="314325" y="962025"/>
                </a:lnTo>
                <a:close/>
                <a:moveTo>
                  <a:pt x="409575" y="952500"/>
                </a:moveTo>
                <a:lnTo>
                  <a:pt x="419100" y="952500"/>
                </a:lnTo>
                <a:lnTo>
                  <a:pt x="419100" y="962025"/>
                </a:lnTo>
                <a:lnTo>
                  <a:pt x="409575" y="962025"/>
                </a:lnTo>
                <a:close/>
                <a:moveTo>
                  <a:pt x="1390650" y="952500"/>
                </a:moveTo>
                <a:lnTo>
                  <a:pt x="1400175" y="952500"/>
                </a:lnTo>
                <a:lnTo>
                  <a:pt x="1400175" y="962025"/>
                </a:lnTo>
                <a:lnTo>
                  <a:pt x="1390650" y="962025"/>
                </a:lnTo>
                <a:close/>
                <a:moveTo>
                  <a:pt x="295275" y="962025"/>
                </a:moveTo>
                <a:lnTo>
                  <a:pt x="314325" y="962025"/>
                </a:lnTo>
                <a:lnTo>
                  <a:pt x="314325" y="971550"/>
                </a:lnTo>
                <a:lnTo>
                  <a:pt x="295275" y="971550"/>
                </a:lnTo>
                <a:close/>
                <a:moveTo>
                  <a:pt x="1133475" y="962025"/>
                </a:moveTo>
                <a:lnTo>
                  <a:pt x="1152525" y="962025"/>
                </a:lnTo>
                <a:lnTo>
                  <a:pt x="1152525" y="971550"/>
                </a:lnTo>
                <a:lnTo>
                  <a:pt x="1143000" y="971550"/>
                </a:lnTo>
                <a:lnTo>
                  <a:pt x="1143000" y="981075"/>
                </a:lnTo>
                <a:lnTo>
                  <a:pt x="1123950" y="981075"/>
                </a:lnTo>
                <a:lnTo>
                  <a:pt x="1123950" y="971550"/>
                </a:lnTo>
                <a:lnTo>
                  <a:pt x="1133475" y="971550"/>
                </a:lnTo>
                <a:close/>
                <a:moveTo>
                  <a:pt x="1400175" y="962025"/>
                </a:moveTo>
                <a:lnTo>
                  <a:pt x="1409700" y="962025"/>
                </a:lnTo>
                <a:lnTo>
                  <a:pt x="1409700" y="971550"/>
                </a:lnTo>
                <a:lnTo>
                  <a:pt x="1400175" y="971550"/>
                </a:lnTo>
                <a:close/>
                <a:moveTo>
                  <a:pt x="276225" y="971550"/>
                </a:moveTo>
                <a:lnTo>
                  <a:pt x="285750" y="971550"/>
                </a:lnTo>
                <a:lnTo>
                  <a:pt x="285750" y="990600"/>
                </a:lnTo>
                <a:lnTo>
                  <a:pt x="257175" y="990600"/>
                </a:lnTo>
                <a:lnTo>
                  <a:pt x="257175" y="981075"/>
                </a:lnTo>
                <a:lnTo>
                  <a:pt x="276225" y="981075"/>
                </a:lnTo>
                <a:close/>
                <a:moveTo>
                  <a:pt x="1162050" y="981075"/>
                </a:moveTo>
                <a:lnTo>
                  <a:pt x="1171575" y="981075"/>
                </a:lnTo>
                <a:lnTo>
                  <a:pt x="1171575" y="1000125"/>
                </a:lnTo>
                <a:lnTo>
                  <a:pt x="1162050" y="1000125"/>
                </a:lnTo>
                <a:close/>
                <a:moveTo>
                  <a:pt x="1562100" y="981075"/>
                </a:moveTo>
                <a:lnTo>
                  <a:pt x="1571625" y="981075"/>
                </a:lnTo>
                <a:lnTo>
                  <a:pt x="1571625" y="990600"/>
                </a:lnTo>
                <a:lnTo>
                  <a:pt x="1581150" y="990600"/>
                </a:lnTo>
                <a:lnTo>
                  <a:pt x="1581150" y="1000125"/>
                </a:lnTo>
                <a:lnTo>
                  <a:pt x="1571625" y="1000125"/>
                </a:lnTo>
                <a:lnTo>
                  <a:pt x="1571625" y="1009650"/>
                </a:lnTo>
                <a:lnTo>
                  <a:pt x="1562100" y="1009650"/>
                </a:lnTo>
                <a:close/>
                <a:moveTo>
                  <a:pt x="409575" y="990600"/>
                </a:moveTo>
                <a:lnTo>
                  <a:pt x="428625" y="990600"/>
                </a:lnTo>
                <a:lnTo>
                  <a:pt x="428625" y="1000125"/>
                </a:lnTo>
                <a:lnTo>
                  <a:pt x="409575" y="1000125"/>
                </a:lnTo>
                <a:close/>
                <a:moveTo>
                  <a:pt x="209550" y="1000125"/>
                </a:moveTo>
                <a:lnTo>
                  <a:pt x="228600" y="1000125"/>
                </a:lnTo>
                <a:lnTo>
                  <a:pt x="228600" y="1009650"/>
                </a:lnTo>
                <a:lnTo>
                  <a:pt x="209550" y="1009650"/>
                </a:lnTo>
                <a:close/>
                <a:moveTo>
                  <a:pt x="200025" y="1019175"/>
                </a:moveTo>
                <a:lnTo>
                  <a:pt x="209550" y="1019175"/>
                </a:lnTo>
                <a:lnTo>
                  <a:pt x="209550" y="1028700"/>
                </a:lnTo>
                <a:lnTo>
                  <a:pt x="200025" y="1028700"/>
                </a:lnTo>
                <a:close/>
                <a:moveTo>
                  <a:pt x="1495425" y="1019175"/>
                </a:moveTo>
                <a:lnTo>
                  <a:pt x="1514475" y="1019175"/>
                </a:lnTo>
                <a:lnTo>
                  <a:pt x="1514475" y="1028700"/>
                </a:lnTo>
                <a:lnTo>
                  <a:pt x="1495425" y="1028700"/>
                </a:lnTo>
                <a:close/>
                <a:moveTo>
                  <a:pt x="180975" y="1047750"/>
                </a:moveTo>
                <a:lnTo>
                  <a:pt x="209550" y="1047750"/>
                </a:lnTo>
                <a:lnTo>
                  <a:pt x="209550" y="1057275"/>
                </a:lnTo>
                <a:lnTo>
                  <a:pt x="219075" y="1057275"/>
                </a:lnTo>
                <a:lnTo>
                  <a:pt x="219075" y="1085850"/>
                </a:lnTo>
                <a:lnTo>
                  <a:pt x="209550" y="1085850"/>
                </a:lnTo>
                <a:lnTo>
                  <a:pt x="209550" y="1076325"/>
                </a:lnTo>
                <a:lnTo>
                  <a:pt x="180975" y="1076325"/>
                </a:lnTo>
                <a:lnTo>
                  <a:pt x="180975" y="1066800"/>
                </a:lnTo>
                <a:lnTo>
                  <a:pt x="190500" y="1066800"/>
                </a:lnTo>
                <a:lnTo>
                  <a:pt x="190500" y="1057275"/>
                </a:lnTo>
                <a:lnTo>
                  <a:pt x="180975" y="1057275"/>
                </a:lnTo>
                <a:close/>
                <a:moveTo>
                  <a:pt x="533400" y="1047750"/>
                </a:moveTo>
                <a:lnTo>
                  <a:pt x="561975" y="1047750"/>
                </a:lnTo>
                <a:lnTo>
                  <a:pt x="561975" y="1066800"/>
                </a:lnTo>
                <a:lnTo>
                  <a:pt x="552450" y="1066800"/>
                </a:lnTo>
                <a:lnTo>
                  <a:pt x="552450" y="1095375"/>
                </a:lnTo>
                <a:lnTo>
                  <a:pt x="561975" y="1095375"/>
                </a:lnTo>
                <a:lnTo>
                  <a:pt x="561975" y="1085850"/>
                </a:lnTo>
                <a:lnTo>
                  <a:pt x="600075" y="1085850"/>
                </a:lnTo>
                <a:lnTo>
                  <a:pt x="600075" y="1076325"/>
                </a:lnTo>
                <a:lnTo>
                  <a:pt x="581025" y="1076325"/>
                </a:lnTo>
                <a:lnTo>
                  <a:pt x="581025" y="1066800"/>
                </a:lnTo>
                <a:lnTo>
                  <a:pt x="609600" y="1066800"/>
                </a:lnTo>
                <a:lnTo>
                  <a:pt x="609600" y="1114425"/>
                </a:lnTo>
                <a:lnTo>
                  <a:pt x="628650" y="1114425"/>
                </a:lnTo>
                <a:lnTo>
                  <a:pt x="628650" y="1123950"/>
                </a:lnTo>
                <a:lnTo>
                  <a:pt x="561975" y="1123950"/>
                </a:lnTo>
                <a:lnTo>
                  <a:pt x="561975" y="1133475"/>
                </a:lnTo>
                <a:lnTo>
                  <a:pt x="552450" y="1133475"/>
                </a:lnTo>
                <a:lnTo>
                  <a:pt x="552450" y="1123950"/>
                </a:lnTo>
                <a:lnTo>
                  <a:pt x="542925" y="1123950"/>
                </a:lnTo>
                <a:lnTo>
                  <a:pt x="542925" y="1104900"/>
                </a:lnTo>
                <a:lnTo>
                  <a:pt x="533400" y="1104900"/>
                </a:lnTo>
                <a:lnTo>
                  <a:pt x="533400" y="1095375"/>
                </a:lnTo>
                <a:lnTo>
                  <a:pt x="523875" y="1095375"/>
                </a:lnTo>
                <a:lnTo>
                  <a:pt x="523875" y="1085850"/>
                </a:lnTo>
                <a:lnTo>
                  <a:pt x="514350" y="1085850"/>
                </a:lnTo>
                <a:lnTo>
                  <a:pt x="514350" y="1076325"/>
                </a:lnTo>
                <a:lnTo>
                  <a:pt x="523875" y="1076325"/>
                </a:lnTo>
                <a:lnTo>
                  <a:pt x="523875" y="1066800"/>
                </a:lnTo>
                <a:lnTo>
                  <a:pt x="533400" y="1066800"/>
                </a:lnTo>
                <a:close/>
                <a:moveTo>
                  <a:pt x="828675" y="1047750"/>
                </a:moveTo>
                <a:lnTo>
                  <a:pt x="838200" y="1047750"/>
                </a:lnTo>
                <a:lnTo>
                  <a:pt x="838200" y="1057275"/>
                </a:lnTo>
                <a:lnTo>
                  <a:pt x="847725" y="1057275"/>
                </a:lnTo>
                <a:lnTo>
                  <a:pt x="847725" y="1047750"/>
                </a:lnTo>
                <a:lnTo>
                  <a:pt x="857250" y="1047750"/>
                </a:lnTo>
                <a:lnTo>
                  <a:pt x="857250" y="1057275"/>
                </a:lnTo>
                <a:lnTo>
                  <a:pt x="866775" y="1057275"/>
                </a:lnTo>
                <a:lnTo>
                  <a:pt x="866775" y="1066800"/>
                </a:lnTo>
                <a:lnTo>
                  <a:pt x="885825" y="1066800"/>
                </a:lnTo>
                <a:lnTo>
                  <a:pt x="885825" y="1076325"/>
                </a:lnTo>
                <a:lnTo>
                  <a:pt x="876300" y="1076325"/>
                </a:lnTo>
                <a:lnTo>
                  <a:pt x="876300" y="1095375"/>
                </a:lnTo>
                <a:lnTo>
                  <a:pt x="866775" y="1095375"/>
                </a:lnTo>
                <a:lnTo>
                  <a:pt x="866775" y="1114425"/>
                </a:lnTo>
                <a:lnTo>
                  <a:pt x="857250" y="1114425"/>
                </a:lnTo>
                <a:lnTo>
                  <a:pt x="857250" y="1095375"/>
                </a:lnTo>
                <a:lnTo>
                  <a:pt x="847725" y="1095375"/>
                </a:lnTo>
                <a:lnTo>
                  <a:pt x="847725" y="1085850"/>
                </a:lnTo>
                <a:lnTo>
                  <a:pt x="857250" y="1085850"/>
                </a:lnTo>
                <a:lnTo>
                  <a:pt x="857250" y="1076325"/>
                </a:lnTo>
                <a:lnTo>
                  <a:pt x="847725" y="1076325"/>
                </a:lnTo>
                <a:lnTo>
                  <a:pt x="847725" y="1066800"/>
                </a:lnTo>
                <a:lnTo>
                  <a:pt x="828675" y="1066800"/>
                </a:lnTo>
                <a:close/>
                <a:moveTo>
                  <a:pt x="971550" y="1047750"/>
                </a:moveTo>
                <a:lnTo>
                  <a:pt x="990600" y="1047750"/>
                </a:lnTo>
                <a:lnTo>
                  <a:pt x="990600" y="1057275"/>
                </a:lnTo>
                <a:lnTo>
                  <a:pt x="981075" y="1057275"/>
                </a:lnTo>
                <a:lnTo>
                  <a:pt x="981075" y="1066800"/>
                </a:lnTo>
                <a:lnTo>
                  <a:pt x="1000125" y="1066800"/>
                </a:lnTo>
                <a:lnTo>
                  <a:pt x="1000125" y="1085850"/>
                </a:lnTo>
                <a:lnTo>
                  <a:pt x="981075" y="1085850"/>
                </a:lnTo>
                <a:lnTo>
                  <a:pt x="981075" y="1076325"/>
                </a:lnTo>
                <a:lnTo>
                  <a:pt x="971550" y="1076325"/>
                </a:lnTo>
                <a:close/>
                <a:moveTo>
                  <a:pt x="1057275" y="1047750"/>
                </a:moveTo>
                <a:lnTo>
                  <a:pt x="1066800" y="1047750"/>
                </a:lnTo>
                <a:lnTo>
                  <a:pt x="1066800" y="1057275"/>
                </a:lnTo>
                <a:lnTo>
                  <a:pt x="1057275" y="1057275"/>
                </a:lnTo>
                <a:close/>
                <a:moveTo>
                  <a:pt x="1238250" y="1047750"/>
                </a:moveTo>
                <a:lnTo>
                  <a:pt x="1247775" y="1047750"/>
                </a:lnTo>
                <a:lnTo>
                  <a:pt x="1247775" y="1057275"/>
                </a:lnTo>
                <a:lnTo>
                  <a:pt x="1238250" y="1057275"/>
                </a:lnTo>
                <a:close/>
                <a:moveTo>
                  <a:pt x="1390650" y="1047750"/>
                </a:moveTo>
                <a:lnTo>
                  <a:pt x="1400175" y="1047750"/>
                </a:lnTo>
                <a:lnTo>
                  <a:pt x="1400175" y="1057275"/>
                </a:lnTo>
                <a:lnTo>
                  <a:pt x="1390650" y="1057275"/>
                </a:lnTo>
                <a:close/>
                <a:moveTo>
                  <a:pt x="1828800" y="1047750"/>
                </a:moveTo>
                <a:lnTo>
                  <a:pt x="1838325" y="1047750"/>
                </a:lnTo>
                <a:lnTo>
                  <a:pt x="1838325" y="1066800"/>
                </a:lnTo>
                <a:lnTo>
                  <a:pt x="1828800" y="1066800"/>
                </a:lnTo>
                <a:close/>
                <a:moveTo>
                  <a:pt x="1876425" y="1047750"/>
                </a:moveTo>
                <a:lnTo>
                  <a:pt x="1885950" y="1047750"/>
                </a:lnTo>
                <a:lnTo>
                  <a:pt x="1885950" y="1057275"/>
                </a:lnTo>
                <a:lnTo>
                  <a:pt x="1876425" y="1057275"/>
                </a:lnTo>
                <a:close/>
                <a:moveTo>
                  <a:pt x="1685925" y="1057275"/>
                </a:moveTo>
                <a:lnTo>
                  <a:pt x="1695450" y="1057275"/>
                </a:lnTo>
                <a:lnTo>
                  <a:pt x="1695450" y="1066800"/>
                </a:lnTo>
                <a:lnTo>
                  <a:pt x="1685925" y="1066800"/>
                </a:lnTo>
                <a:close/>
                <a:moveTo>
                  <a:pt x="47625" y="1066800"/>
                </a:moveTo>
                <a:lnTo>
                  <a:pt x="66675" y="1066800"/>
                </a:lnTo>
                <a:lnTo>
                  <a:pt x="66675" y="1076325"/>
                </a:lnTo>
                <a:lnTo>
                  <a:pt x="47625" y="1076325"/>
                </a:lnTo>
                <a:close/>
                <a:moveTo>
                  <a:pt x="361950" y="1066800"/>
                </a:moveTo>
                <a:lnTo>
                  <a:pt x="371475" y="1066800"/>
                </a:lnTo>
                <a:lnTo>
                  <a:pt x="371475" y="1085850"/>
                </a:lnTo>
                <a:lnTo>
                  <a:pt x="361950" y="1085850"/>
                </a:lnTo>
                <a:close/>
                <a:moveTo>
                  <a:pt x="638175" y="1066800"/>
                </a:moveTo>
                <a:lnTo>
                  <a:pt x="657225" y="1066800"/>
                </a:lnTo>
                <a:lnTo>
                  <a:pt x="657225" y="1076325"/>
                </a:lnTo>
                <a:lnTo>
                  <a:pt x="666750" y="1076325"/>
                </a:lnTo>
                <a:lnTo>
                  <a:pt x="666750" y="1095375"/>
                </a:lnTo>
                <a:lnTo>
                  <a:pt x="647700" y="1095375"/>
                </a:lnTo>
                <a:lnTo>
                  <a:pt x="647700" y="1085850"/>
                </a:lnTo>
                <a:lnTo>
                  <a:pt x="638175" y="1085850"/>
                </a:lnTo>
                <a:close/>
                <a:moveTo>
                  <a:pt x="742950" y="1066800"/>
                </a:moveTo>
                <a:lnTo>
                  <a:pt x="781050" y="1066800"/>
                </a:lnTo>
                <a:lnTo>
                  <a:pt x="781050" y="1076325"/>
                </a:lnTo>
                <a:lnTo>
                  <a:pt x="771525" y="1076325"/>
                </a:lnTo>
                <a:lnTo>
                  <a:pt x="771525" y="1085850"/>
                </a:lnTo>
                <a:lnTo>
                  <a:pt x="781050" y="1085850"/>
                </a:lnTo>
                <a:lnTo>
                  <a:pt x="781050" y="1095375"/>
                </a:lnTo>
                <a:lnTo>
                  <a:pt x="790575" y="1095375"/>
                </a:lnTo>
                <a:lnTo>
                  <a:pt x="790575" y="1104900"/>
                </a:lnTo>
                <a:lnTo>
                  <a:pt x="752475" y="1104900"/>
                </a:lnTo>
                <a:lnTo>
                  <a:pt x="752475" y="1114425"/>
                </a:lnTo>
                <a:lnTo>
                  <a:pt x="742950" y="1114425"/>
                </a:lnTo>
                <a:lnTo>
                  <a:pt x="742950" y="1152525"/>
                </a:lnTo>
                <a:lnTo>
                  <a:pt x="723900" y="1152525"/>
                </a:lnTo>
                <a:lnTo>
                  <a:pt x="723900" y="1133475"/>
                </a:lnTo>
                <a:lnTo>
                  <a:pt x="714375" y="1133475"/>
                </a:lnTo>
                <a:lnTo>
                  <a:pt x="714375" y="1123950"/>
                </a:lnTo>
                <a:lnTo>
                  <a:pt x="685800" y="1123950"/>
                </a:lnTo>
                <a:lnTo>
                  <a:pt x="685800" y="1114425"/>
                </a:lnTo>
                <a:lnTo>
                  <a:pt x="676275" y="1114425"/>
                </a:lnTo>
                <a:lnTo>
                  <a:pt x="676275" y="1104900"/>
                </a:lnTo>
                <a:lnTo>
                  <a:pt x="685800" y="1104900"/>
                </a:lnTo>
                <a:lnTo>
                  <a:pt x="685800" y="1095375"/>
                </a:lnTo>
                <a:lnTo>
                  <a:pt x="695325" y="1095375"/>
                </a:lnTo>
                <a:lnTo>
                  <a:pt x="695325" y="1085850"/>
                </a:lnTo>
                <a:lnTo>
                  <a:pt x="714375" y="1085850"/>
                </a:lnTo>
                <a:lnTo>
                  <a:pt x="714375" y="1095375"/>
                </a:lnTo>
                <a:lnTo>
                  <a:pt x="723900" y="1095375"/>
                </a:lnTo>
                <a:lnTo>
                  <a:pt x="723900" y="1104900"/>
                </a:lnTo>
                <a:lnTo>
                  <a:pt x="714375" y="1104900"/>
                </a:lnTo>
                <a:lnTo>
                  <a:pt x="714375" y="1114425"/>
                </a:lnTo>
                <a:lnTo>
                  <a:pt x="733425" y="1114425"/>
                </a:lnTo>
                <a:lnTo>
                  <a:pt x="733425" y="1076325"/>
                </a:lnTo>
                <a:lnTo>
                  <a:pt x="742950" y="1076325"/>
                </a:lnTo>
                <a:close/>
                <a:moveTo>
                  <a:pt x="1057275" y="1066800"/>
                </a:moveTo>
                <a:lnTo>
                  <a:pt x="1066800" y="1066800"/>
                </a:lnTo>
                <a:lnTo>
                  <a:pt x="1066800" y="1076325"/>
                </a:lnTo>
                <a:lnTo>
                  <a:pt x="1085850" y="1076325"/>
                </a:lnTo>
                <a:lnTo>
                  <a:pt x="1085850" y="1066800"/>
                </a:lnTo>
                <a:lnTo>
                  <a:pt x="1095375" y="1066800"/>
                </a:lnTo>
                <a:lnTo>
                  <a:pt x="1095375" y="1076325"/>
                </a:lnTo>
                <a:lnTo>
                  <a:pt x="1114425" y="1076325"/>
                </a:lnTo>
                <a:lnTo>
                  <a:pt x="1114425" y="1095375"/>
                </a:lnTo>
                <a:lnTo>
                  <a:pt x="1085850" y="1095375"/>
                </a:lnTo>
                <a:lnTo>
                  <a:pt x="1085850" y="1085850"/>
                </a:lnTo>
                <a:lnTo>
                  <a:pt x="1066800" y="1085850"/>
                </a:lnTo>
                <a:lnTo>
                  <a:pt x="1066800" y="1095375"/>
                </a:lnTo>
                <a:lnTo>
                  <a:pt x="1057275" y="1095375"/>
                </a:lnTo>
                <a:lnTo>
                  <a:pt x="1057275" y="1085850"/>
                </a:lnTo>
                <a:lnTo>
                  <a:pt x="1047750" y="1085850"/>
                </a:lnTo>
                <a:lnTo>
                  <a:pt x="1047750" y="1076325"/>
                </a:lnTo>
                <a:lnTo>
                  <a:pt x="1057275" y="1076325"/>
                </a:lnTo>
                <a:close/>
                <a:moveTo>
                  <a:pt x="1171575" y="1066800"/>
                </a:moveTo>
                <a:lnTo>
                  <a:pt x="1190625" y="1066800"/>
                </a:lnTo>
                <a:lnTo>
                  <a:pt x="1190625" y="1076325"/>
                </a:lnTo>
                <a:lnTo>
                  <a:pt x="1181100" y="1076325"/>
                </a:lnTo>
                <a:lnTo>
                  <a:pt x="1181100" y="1085850"/>
                </a:lnTo>
                <a:lnTo>
                  <a:pt x="1171575" y="1085850"/>
                </a:lnTo>
                <a:close/>
                <a:moveTo>
                  <a:pt x="1238250" y="1066800"/>
                </a:moveTo>
                <a:lnTo>
                  <a:pt x="1247775" y="1066800"/>
                </a:lnTo>
                <a:lnTo>
                  <a:pt x="1247775" y="1076325"/>
                </a:lnTo>
                <a:lnTo>
                  <a:pt x="1238250" y="1076325"/>
                </a:lnTo>
                <a:close/>
                <a:moveTo>
                  <a:pt x="1295400" y="1066800"/>
                </a:moveTo>
                <a:lnTo>
                  <a:pt x="1304925" y="1066800"/>
                </a:lnTo>
                <a:lnTo>
                  <a:pt x="1304925" y="1076325"/>
                </a:lnTo>
                <a:lnTo>
                  <a:pt x="1295400" y="1076325"/>
                </a:lnTo>
                <a:close/>
                <a:moveTo>
                  <a:pt x="1524000" y="1066800"/>
                </a:moveTo>
                <a:lnTo>
                  <a:pt x="1543050" y="1066800"/>
                </a:lnTo>
                <a:lnTo>
                  <a:pt x="1543050" y="1085850"/>
                </a:lnTo>
                <a:lnTo>
                  <a:pt x="1552575" y="1085850"/>
                </a:lnTo>
                <a:lnTo>
                  <a:pt x="1552575" y="1095375"/>
                </a:lnTo>
                <a:lnTo>
                  <a:pt x="1562100" y="1095375"/>
                </a:lnTo>
                <a:lnTo>
                  <a:pt x="1562100" y="1104900"/>
                </a:lnTo>
                <a:lnTo>
                  <a:pt x="1543050" y="1104900"/>
                </a:lnTo>
                <a:lnTo>
                  <a:pt x="1543050" y="1095375"/>
                </a:lnTo>
                <a:lnTo>
                  <a:pt x="1533525" y="1095375"/>
                </a:lnTo>
                <a:lnTo>
                  <a:pt x="1533525" y="1076325"/>
                </a:lnTo>
                <a:lnTo>
                  <a:pt x="1524000" y="1076325"/>
                </a:lnTo>
                <a:close/>
                <a:moveTo>
                  <a:pt x="1562100" y="1066800"/>
                </a:moveTo>
                <a:lnTo>
                  <a:pt x="1571625" y="1066800"/>
                </a:lnTo>
                <a:lnTo>
                  <a:pt x="1571625" y="1076325"/>
                </a:lnTo>
                <a:lnTo>
                  <a:pt x="1562100" y="1076325"/>
                </a:lnTo>
                <a:close/>
                <a:moveTo>
                  <a:pt x="1590675" y="1066800"/>
                </a:moveTo>
                <a:lnTo>
                  <a:pt x="1609725" y="1066800"/>
                </a:lnTo>
                <a:lnTo>
                  <a:pt x="1609725" y="1076325"/>
                </a:lnTo>
                <a:lnTo>
                  <a:pt x="1619250" y="1076325"/>
                </a:lnTo>
                <a:lnTo>
                  <a:pt x="1619250" y="1085850"/>
                </a:lnTo>
                <a:lnTo>
                  <a:pt x="1609725" y="1085850"/>
                </a:lnTo>
                <a:lnTo>
                  <a:pt x="1609725" y="1095375"/>
                </a:lnTo>
                <a:lnTo>
                  <a:pt x="1581150" y="1095375"/>
                </a:lnTo>
                <a:lnTo>
                  <a:pt x="1581150" y="1104900"/>
                </a:lnTo>
                <a:lnTo>
                  <a:pt x="1571625" y="1104900"/>
                </a:lnTo>
                <a:lnTo>
                  <a:pt x="1571625" y="1076325"/>
                </a:lnTo>
                <a:lnTo>
                  <a:pt x="1590675" y="1076325"/>
                </a:lnTo>
                <a:close/>
                <a:moveTo>
                  <a:pt x="1695450" y="1066800"/>
                </a:moveTo>
                <a:lnTo>
                  <a:pt x="1704975" y="1066800"/>
                </a:lnTo>
                <a:lnTo>
                  <a:pt x="1704975" y="1076325"/>
                </a:lnTo>
                <a:lnTo>
                  <a:pt x="1724025" y="1076325"/>
                </a:lnTo>
                <a:lnTo>
                  <a:pt x="1724025" y="1085850"/>
                </a:lnTo>
                <a:lnTo>
                  <a:pt x="1685925" y="1085850"/>
                </a:lnTo>
                <a:lnTo>
                  <a:pt x="1685925" y="1076325"/>
                </a:lnTo>
                <a:lnTo>
                  <a:pt x="1695450" y="1076325"/>
                </a:lnTo>
                <a:close/>
                <a:moveTo>
                  <a:pt x="1781175" y="1066800"/>
                </a:moveTo>
                <a:lnTo>
                  <a:pt x="1819275" y="1066800"/>
                </a:lnTo>
                <a:lnTo>
                  <a:pt x="1819275" y="1076325"/>
                </a:lnTo>
                <a:lnTo>
                  <a:pt x="1781175" y="1076325"/>
                </a:lnTo>
                <a:close/>
                <a:moveTo>
                  <a:pt x="1838325" y="1066800"/>
                </a:moveTo>
                <a:lnTo>
                  <a:pt x="1876425" y="1066800"/>
                </a:lnTo>
                <a:lnTo>
                  <a:pt x="1876425" y="1085850"/>
                </a:lnTo>
                <a:lnTo>
                  <a:pt x="1866900" y="1085850"/>
                </a:lnTo>
                <a:lnTo>
                  <a:pt x="1866900" y="1104900"/>
                </a:lnTo>
                <a:lnTo>
                  <a:pt x="1847850" y="1104900"/>
                </a:lnTo>
                <a:lnTo>
                  <a:pt x="1847850" y="1085850"/>
                </a:lnTo>
                <a:lnTo>
                  <a:pt x="1838325" y="1085850"/>
                </a:lnTo>
                <a:close/>
                <a:moveTo>
                  <a:pt x="619125" y="1076325"/>
                </a:moveTo>
                <a:lnTo>
                  <a:pt x="628650" y="1076325"/>
                </a:lnTo>
                <a:lnTo>
                  <a:pt x="628650" y="1085850"/>
                </a:lnTo>
                <a:lnTo>
                  <a:pt x="619125" y="1085850"/>
                </a:lnTo>
                <a:close/>
                <a:moveTo>
                  <a:pt x="1285875" y="1076325"/>
                </a:moveTo>
                <a:lnTo>
                  <a:pt x="1295400" y="1076325"/>
                </a:lnTo>
                <a:lnTo>
                  <a:pt x="1295400" y="1085850"/>
                </a:lnTo>
                <a:lnTo>
                  <a:pt x="1285875" y="1085850"/>
                </a:lnTo>
                <a:close/>
                <a:moveTo>
                  <a:pt x="1381125" y="1076325"/>
                </a:moveTo>
                <a:lnTo>
                  <a:pt x="1390650" y="1076325"/>
                </a:lnTo>
                <a:lnTo>
                  <a:pt x="1390650" y="1085850"/>
                </a:lnTo>
                <a:lnTo>
                  <a:pt x="1381125" y="1085850"/>
                </a:lnTo>
                <a:close/>
                <a:moveTo>
                  <a:pt x="1400175" y="1076325"/>
                </a:moveTo>
                <a:lnTo>
                  <a:pt x="1409700" y="1076325"/>
                </a:lnTo>
                <a:lnTo>
                  <a:pt x="1409700" y="1085850"/>
                </a:lnTo>
                <a:lnTo>
                  <a:pt x="1400175" y="1085850"/>
                </a:lnTo>
                <a:close/>
                <a:moveTo>
                  <a:pt x="1485900" y="1076325"/>
                </a:moveTo>
                <a:lnTo>
                  <a:pt x="1495425" y="1076325"/>
                </a:lnTo>
                <a:lnTo>
                  <a:pt x="1495425" y="1085850"/>
                </a:lnTo>
                <a:lnTo>
                  <a:pt x="1485900" y="1085850"/>
                </a:lnTo>
                <a:close/>
                <a:moveTo>
                  <a:pt x="352425" y="1085850"/>
                </a:moveTo>
                <a:lnTo>
                  <a:pt x="361950" y="1085850"/>
                </a:lnTo>
                <a:lnTo>
                  <a:pt x="361950" y="1095375"/>
                </a:lnTo>
                <a:lnTo>
                  <a:pt x="352425" y="1095375"/>
                </a:lnTo>
                <a:close/>
                <a:moveTo>
                  <a:pt x="390525" y="1085850"/>
                </a:moveTo>
                <a:lnTo>
                  <a:pt x="400050" y="1085850"/>
                </a:lnTo>
                <a:lnTo>
                  <a:pt x="400050" y="1095375"/>
                </a:lnTo>
                <a:lnTo>
                  <a:pt x="390525" y="1095375"/>
                </a:lnTo>
                <a:close/>
                <a:moveTo>
                  <a:pt x="476250" y="1085850"/>
                </a:moveTo>
                <a:lnTo>
                  <a:pt x="495300" y="1085850"/>
                </a:lnTo>
                <a:lnTo>
                  <a:pt x="495300" y="1095375"/>
                </a:lnTo>
                <a:lnTo>
                  <a:pt x="485775" y="1095375"/>
                </a:lnTo>
                <a:lnTo>
                  <a:pt x="485775" y="1114425"/>
                </a:lnTo>
                <a:lnTo>
                  <a:pt x="476250" y="1114425"/>
                </a:lnTo>
                <a:close/>
                <a:moveTo>
                  <a:pt x="1038225" y="1085850"/>
                </a:moveTo>
                <a:lnTo>
                  <a:pt x="1047750" y="1085850"/>
                </a:lnTo>
                <a:lnTo>
                  <a:pt x="1047750" y="1095375"/>
                </a:lnTo>
                <a:lnTo>
                  <a:pt x="1057275" y="1095375"/>
                </a:lnTo>
                <a:lnTo>
                  <a:pt x="1057275" y="1104900"/>
                </a:lnTo>
                <a:lnTo>
                  <a:pt x="1047750" y="1104900"/>
                </a:lnTo>
                <a:lnTo>
                  <a:pt x="1047750" y="1114425"/>
                </a:lnTo>
                <a:lnTo>
                  <a:pt x="1028700" y="1114425"/>
                </a:lnTo>
                <a:lnTo>
                  <a:pt x="1028700" y="1123950"/>
                </a:lnTo>
                <a:lnTo>
                  <a:pt x="1000125" y="1123950"/>
                </a:lnTo>
                <a:lnTo>
                  <a:pt x="1000125" y="1114425"/>
                </a:lnTo>
                <a:lnTo>
                  <a:pt x="1009650" y="1114425"/>
                </a:lnTo>
                <a:lnTo>
                  <a:pt x="1009650" y="1104900"/>
                </a:lnTo>
                <a:lnTo>
                  <a:pt x="1038225" y="1104900"/>
                </a:lnTo>
                <a:close/>
                <a:moveTo>
                  <a:pt x="1304925" y="1085850"/>
                </a:moveTo>
                <a:lnTo>
                  <a:pt x="1323975" y="1085850"/>
                </a:lnTo>
                <a:lnTo>
                  <a:pt x="1323975" y="1095375"/>
                </a:lnTo>
                <a:lnTo>
                  <a:pt x="1314450" y="1095375"/>
                </a:lnTo>
                <a:lnTo>
                  <a:pt x="1314450" y="1104900"/>
                </a:lnTo>
                <a:lnTo>
                  <a:pt x="1304925" y="1104900"/>
                </a:lnTo>
                <a:close/>
                <a:moveTo>
                  <a:pt x="1514475" y="1085850"/>
                </a:moveTo>
                <a:lnTo>
                  <a:pt x="1524000" y="1085850"/>
                </a:lnTo>
                <a:lnTo>
                  <a:pt x="1524000" y="1095375"/>
                </a:lnTo>
                <a:lnTo>
                  <a:pt x="1514475" y="1095375"/>
                </a:lnTo>
                <a:close/>
                <a:moveTo>
                  <a:pt x="742950" y="1095375"/>
                </a:moveTo>
                <a:lnTo>
                  <a:pt x="762000" y="1095375"/>
                </a:lnTo>
                <a:lnTo>
                  <a:pt x="762000" y="1076325"/>
                </a:lnTo>
                <a:lnTo>
                  <a:pt x="742950" y="1076325"/>
                </a:lnTo>
                <a:close/>
                <a:moveTo>
                  <a:pt x="1524000" y="1095375"/>
                </a:moveTo>
                <a:lnTo>
                  <a:pt x="1533525" y="1095375"/>
                </a:lnTo>
                <a:lnTo>
                  <a:pt x="1533525" y="1104900"/>
                </a:lnTo>
                <a:lnTo>
                  <a:pt x="1524000" y="1104900"/>
                </a:lnTo>
                <a:close/>
                <a:moveTo>
                  <a:pt x="409575" y="1104900"/>
                </a:moveTo>
                <a:lnTo>
                  <a:pt x="466725" y="1104900"/>
                </a:lnTo>
                <a:lnTo>
                  <a:pt x="466725" y="1114425"/>
                </a:lnTo>
                <a:lnTo>
                  <a:pt x="447675" y="1114425"/>
                </a:lnTo>
                <a:lnTo>
                  <a:pt x="447675" y="1123950"/>
                </a:lnTo>
                <a:lnTo>
                  <a:pt x="457200" y="1123950"/>
                </a:lnTo>
                <a:lnTo>
                  <a:pt x="457200" y="1133475"/>
                </a:lnTo>
                <a:lnTo>
                  <a:pt x="438150" y="1133475"/>
                </a:lnTo>
                <a:lnTo>
                  <a:pt x="438150" y="1123950"/>
                </a:lnTo>
                <a:lnTo>
                  <a:pt x="428625" y="1123950"/>
                </a:lnTo>
                <a:lnTo>
                  <a:pt x="428625" y="1114425"/>
                </a:lnTo>
                <a:lnTo>
                  <a:pt x="419100" y="1114425"/>
                </a:lnTo>
                <a:lnTo>
                  <a:pt x="419100" y="1123950"/>
                </a:lnTo>
                <a:lnTo>
                  <a:pt x="409575" y="1123950"/>
                </a:lnTo>
                <a:close/>
                <a:moveTo>
                  <a:pt x="571500" y="1104900"/>
                </a:moveTo>
                <a:lnTo>
                  <a:pt x="581025" y="1104900"/>
                </a:lnTo>
                <a:lnTo>
                  <a:pt x="581025" y="1114425"/>
                </a:lnTo>
                <a:lnTo>
                  <a:pt x="600075" y="1114425"/>
                </a:lnTo>
                <a:lnTo>
                  <a:pt x="600075" y="1104900"/>
                </a:lnTo>
                <a:lnTo>
                  <a:pt x="590550" y="1104900"/>
                </a:lnTo>
                <a:lnTo>
                  <a:pt x="590550" y="1095375"/>
                </a:lnTo>
                <a:lnTo>
                  <a:pt x="571500" y="1095375"/>
                </a:lnTo>
                <a:close/>
                <a:moveTo>
                  <a:pt x="1447800" y="1104900"/>
                </a:moveTo>
                <a:lnTo>
                  <a:pt x="1457325" y="1104900"/>
                </a:lnTo>
                <a:lnTo>
                  <a:pt x="1457325" y="1114425"/>
                </a:lnTo>
                <a:lnTo>
                  <a:pt x="1447800" y="1114425"/>
                </a:lnTo>
                <a:close/>
                <a:moveTo>
                  <a:pt x="95250" y="1114425"/>
                </a:moveTo>
                <a:lnTo>
                  <a:pt x="104775" y="1114425"/>
                </a:lnTo>
                <a:lnTo>
                  <a:pt x="104775" y="1123950"/>
                </a:lnTo>
                <a:lnTo>
                  <a:pt x="95250" y="1123950"/>
                </a:lnTo>
                <a:close/>
                <a:moveTo>
                  <a:pt x="495300" y="1114425"/>
                </a:moveTo>
                <a:lnTo>
                  <a:pt x="504825" y="1114425"/>
                </a:lnTo>
                <a:lnTo>
                  <a:pt x="504825" y="1123950"/>
                </a:lnTo>
                <a:lnTo>
                  <a:pt x="495300" y="1123950"/>
                </a:lnTo>
                <a:close/>
                <a:moveTo>
                  <a:pt x="762000" y="1114425"/>
                </a:moveTo>
                <a:lnTo>
                  <a:pt x="790575" y="1114425"/>
                </a:lnTo>
                <a:lnTo>
                  <a:pt x="790575" y="1143000"/>
                </a:lnTo>
                <a:lnTo>
                  <a:pt x="781050" y="1143000"/>
                </a:lnTo>
                <a:lnTo>
                  <a:pt x="781050" y="1133475"/>
                </a:lnTo>
                <a:lnTo>
                  <a:pt x="771525" y="1133475"/>
                </a:lnTo>
                <a:lnTo>
                  <a:pt x="771525" y="1143000"/>
                </a:lnTo>
                <a:lnTo>
                  <a:pt x="762000" y="1143000"/>
                </a:lnTo>
                <a:close/>
                <a:moveTo>
                  <a:pt x="1419225" y="1114425"/>
                </a:moveTo>
                <a:lnTo>
                  <a:pt x="1447800" y="1114425"/>
                </a:lnTo>
                <a:lnTo>
                  <a:pt x="1447800" y="1123950"/>
                </a:lnTo>
                <a:lnTo>
                  <a:pt x="1419225" y="1123950"/>
                </a:lnTo>
                <a:close/>
                <a:moveTo>
                  <a:pt x="1552575" y="1114425"/>
                </a:moveTo>
                <a:lnTo>
                  <a:pt x="1562100" y="1114425"/>
                </a:lnTo>
                <a:lnTo>
                  <a:pt x="1562100" y="1123950"/>
                </a:lnTo>
                <a:lnTo>
                  <a:pt x="1571625" y="1123950"/>
                </a:lnTo>
                <a:lnTo>
                  <a:pt x="1571625" y="1152525"/>
                </a:lnTo>
                <a:lnTo>
                  <a:pt x="1562100" y="1152525"/>
                </a:lnTo>
                <a:lnTo>
                  <a:pt x="1562100" y="1133475"/>
                </a:lnTo>
                <a:lnTo>
                  <a:pt x="1543050" y="1133475"/>
                </a:lnTo>
                <a:lnTo>
                  <a:pt x="1543050" y="1123950"/>
                </a:lnTo>
                <a:lnTo>
                  <a:pt x="1552575" y="1123950"/>
                </a:lnTo>
                <a:close/>
                <a:moveTo>
                  <a:pt x="1866900" y="1114425"/>
                </a:moveTo>
                <a:lnTo>
                  <a:pt x="1876425" y="1114425"/>
                </a:lnTo>
                <a:lnTo>
                  <a:pt x="1876425" y="1123950"/>
                </a:lnTo>
                <a:lnTo>
                  <a:pt x="1866900" y="1123950"/>
                </a:lnTo>
                <a:close/>
                <a:moveTo>
                  <a:pt x="400050" y="1123950"/>
                </a:moveTo>
                <a:lnTo>
                  <a:pt x="409575" y="1123950"/>
                </a:lnTo>
                <a:lnTo>
                  <a:pt x="409575" y="1143000"/>
                </a:lnTo>
                <a:lnTo>
                  <a:pt x="400050" y="1143000"/>
                </a:lnTo>
                <a:close/>
                <a:moveTo>
                  <a:pt x="485775" y="1123950"/>
                </a:moveTo>
                <a:lnTo>
                  <a:pt x="495300" y="1123950"/>
                </a:lnTo>
                <a:lnTo>
                  <a:pt x="495300" y="1162050"/>
                </a:lnTo>
                <a:lnTo>
                  <a:pt x="514350" y="1162050"/>
                </a:lnTo>
                <a:lnTo>
                  <a:pt x="514350" y="1152525"/>
                </a:lnTo>
                <a:lnTo>
                  <a:pt x="523875" y="1152525"/>
                </a:lnTo>
                <a:lnTo>
                  <a:pt x="523875" y="1162050"/>
                </a:lnTo>
                <a:lnTo>
                  <a:pt x="514350" y="1162050"/>
                </a:lnTo>
                <a:lnTo>
                  <a:pt x="514350" y="1171575"/>
                </a:lnTo>
                <a:lnTo>
                  <a:pt x="485775" y="1171575"/>
                </a:lnTo>
                <a:close/>
                <a:moveTo>
                  <a:pt x="514350" y="1123950"/>
                </a:moveTo>
                <a:lnTo>
                  <a:pt x="523875" y="1123950"/>
                </a:lnTo>
                <a:lnTo>
                  <a:pt x="523875" y="1133475"/>
                </a:lnTo>
                <a:lnTo>
                  <a:pt x="514350" y="1133475"/>
                </a:lnTo>
                <a:close/>
                <a:moveTo>
                  <a:pt x="657225" y="1123950"/>
                </a:moveTo>
                <a:lnTo>
                  <a:pt x="666750" y="1123950"/>
                </a:lnTo>
                <a:lnTo>
                  <a:pt x="666750" y="1162050"/>
                </a:lnTo>
                <a:lnTo>
                  <a:pt x="647700" y="1162050"/>
                </a:lnTo>
                <a:lnTo>
                  <a:pt x="647700" y="1152525"/>
                </a:lnTo>
                <a:lnTo>
                  <a:pt x="657225" y="1152525"/>
                </a:lnTo>
                <a:close/>
                <a:moveTo>
                  <a:pt x="866775" y="1123950"/>
                </a:moveTo>
                <a:lnTo>
                  <a:pt x="876300" y="1123950"/>
                </a:lnTo>
                <a:lnTo>
                  <a:pt x="876300" y="1143000"/>
                </a:lnTo>
                <a:lnTo>
                  <a:pt x="866775" y="1143000"/>
                </a:lnTo>
                <a:close/>
                <a:moveTo>
                  <a:pt x="885825" y="1123950"/>
                </a:moveTo>
                <a:lnTo>
                  <a:pt x="895350" y="1123950"/>
                </a:lnTo>
                <a:lnTo>
                  <a:pt x="895350" y="1133475"/>
                </a:lnTo>
                <a:lnTo>
                  <a:pt x="904875" y="1133475"/>
                </a:lnTo>
                <a:lnTo>
                  <a:pt x="904875" y="1152525"/>
                </a:lnTo>
                <a:lnTo>
                  <a:pt x="895350" y="1152525"/>
                </a:lnTo>
                <a:lnTo>
                  <a:pt x="895350" y="1162050"/>
                </a:lnTo>
                <a:lnTo>
                  <a:pt x="885825" y="1162050"/>
                </a:lnTo>
                <a:lnTo>
                  <a:pt x="885825" y="1152525"/>
                </a:lnTo>
                <a:lnTo>
                  <a:pt x="876300" y="1152525"/>
                </a:lnTo>
                <a:lnTo>
                  <a:pt x="876300" y="1143000"/>
                </a:lnTo>
                <a:lnTo>
                  <a:pt x="885825" y="1143000"/>
                </a:lnTo>
                <a:close/>
                <a:moveTo>
                  <a:pt x="1409700" y="1123950"/>
                </a:moveTo>
                <a:lnTo>
                  <a:pt x="1419225" y="1123950"/>
                </a:lnTo>
                <a:lnTo>
                  <a:pt x="1419225" y="1133475"/>
                </a:lnTo>
                <a:lnTo>
                  <a:pt x="1409700" y="1133475"/>
                </a:lnTo>
                <a:close/>
                <a:moveTo>
                  <a:pt x="1447800" y="1123950"/>
                </a:moveTo>
                <a:lnTo>
                  <a:pt x="1457325" y="1123950"/>
                </a:lnTo>
                <a:lnTo>
                  <a:pt x="1457325" y="1133475"/>
                </a:lnTo>
                <a:lnTo>
                  <a:pt x="1447800" y="1133475"/>
                </a:lnTo>
                <a:close/>
                <a:moveTo>
                  <a:pt x="1581150" y="1123950"/>
                </a:moveTo>
                <a:lnTo>
                  <a:pt x="1590675" y="1123950"/>
                </a:lnTo>
                <a:lnTo>
                  <a:pt x="1590675" y="1133475"/>
                </a:lnTo>
                <a:lnTo>
                  <a:pt x="1581150" y="1133475"/>
                </a:lnTo>
                <a:close/>
                <a:moveTo>
                  <a:pt x="1885950" y="1123950"/>
                </a:moveTo>
                <a:lnTo>
                  <a:pt x="1895475" y="1123950"/>
                </a:lnTo>
                <a:lnTo>
                  <a:pt x="1895475" y="1143000"/>
                </a:lnTo>
                <a:lnTo>
                  <a:pt x="1885950" y="1143000"/>
                </a:lnTo>
                <a:close/>
                <a:moveTo>
                  <a:pt x="133350" y="1133475"/>
                </a:moveTo>
                <a:lnTo>
                  <a:pt x="142875" y="1133475"/>
                </a:lnTo>
                <a:lnTo>
                  <a:pt x="142875" y="1143000"/>
                </a:lnTo>
                <a:lnTo>
                  <a:pt x="133350" y="1143000"/>
                </a:lnTo>
                <a:close/>
                <a:moveTo>
                  <a:pt x="152400" y="1133475"/>
                </a:moveTo>
                <a:lnTo>
                  <a:pt x="161925" y="1133475"/>
                </a:lnTo>
                <a:lnTo>
                  <a:pt x="161925" y="1143000"/>
                </a:lnTo>
                <a:lnTo>
                  <a:pt x="152400" y="1143000"/>
                </a:lnTo>
                <a:close/>
                <a:moveTo>
                  <a:pt x="561975" y="1133475"/>
                </a:moveTo>
                <a:lnTo>
                  <a:pt x="571500" y="1133475"/>
                </a:lnTo>
                <a:lnTo>
                  <a:pt x="571500" y="1143000"/>
                </a:lnTo>
                <a:lnTo>
                  <a:pt x="561975" y="1143000"/>
                </a:lnTo>
                <a:close/>
                <a:moveTo>
                  <a:pt x="847725" y="1133475"/>
                </a:moveTo>
                <a:lnTo>
                  <a:pt x="857250" y="1133475"/>
                </a:lnTo>
                <a:lnTo>
                  <a:pt x="857250" y="1143000"/>
                </a:lnTo>
                <a:lnTo>
                  <a:pt x="847725" y="1143000"/>
                </a:lnTo>
                <a:close/>
                <a:moveTo>
                  <a:pt x="1590675" y="1133475"/>
                </a:moveTo>
                <a:lnTo>
                  <a:pt x="1609725" y="1133475"/>
                </a:lnTo>
                <a:lnTo>
                  <a:pt x="1609725" y="1152525"/>
                </a:lnTo>
                <a:lnTo>
                  <a:pt x="1600200" y="1152525"/>
                </a:lnTo>
                <a:lnTo>
                  <a:pt x="1600200" y="1171575"/>
                </a:lnTo>
                <a:lnTo>
                  <a:pt x="1590675" y="1171575"/>
                </a:lnTo>
                <a:lnTo>
                  <a:pt x="1590675" y="1162050"/>
                </a:lnTo>
                <a:lnTo>
                  <a:pt x="1581150" y="1162050"/>
                </a:lnTo>
                <a:lnTo>
                  <a:pt x="1581150" y="1152525"/>
                </a:lnTo>
                <a:lnTo>
                  <a:pt x="1590675" y="1152525"/>
                </a:lnTo>
                <a:close/>
                <a:moveTo>
                  <a:pt x="1466850" y="1143000"/>
                </a:moveTo>
                <a:lnTo>
                  <a:pt x="1476375" y="1143000"/>
                </a:lnTo>
                <a:lnTo>
                  <a:pt x="1476375" y="1152525"/>
                </a:lnTo>
                <a:lnTo>
                  <a:pt x="1495425" y="1152525"/>
                </a:lnTo>
                <a:lnTo>
                  <a:pt x="1495425" y="1181100"/>
                </a:lnTo>
                <a:lnTo>
                  <a:pt x="1485900" y="1181100"/>
                </a:lnTo>
                <a:lnTo>
                  <a:pt x="1485900" y="1200150"/>
                </a:lnTo>
                <a:lnTo>
                  <a:pt x="1476375" y="1200150"/>
                </a:lnTo>
                <a:lnTo>
                  <a:pt x="1476375" y="1181100"/>
                </a:lnTo>
                <a:lnTo>
                  <a:pt x="1447800" y="1181100"/>
                </a:lnTo>
                <a:lnTo>
                  <a:pt x="1447800" y="1190625"/>
                </a:lnTo>
                <a:lnTo>
                  <a:pt x="1457325" y="1190625"/>
                </a:lnTo>
                <a:lnTo>
                  <a:pt x="1457325" y="1200150"/>
                </a:lnTo>
                <a:lnTo>
                  <a:pt x="1447800" y="1200150"/>
                </a:lnTo>
                <a:lnTo>
                  <a:pt x="1447800" y="1209675"/>
                </a:lnTo>
                <a:lnTo>
                  <a:pt x="1438275" y="1209675"/>
                </a:lnTo>
                <a:lnTo>
                  <a:pt x="1438275" y="1190625"/>
                </a:lnTo>
                <a:lnTo>
                  <a:pt x="1428750" y="1190625"/>
                </a:lnTo>
                <a:lnTo>
                  <a:pt x="1428750" y="1162050"/>
                </a:lnTo>
                <a:lnTo>
                  <a:pt x="1447800" y="1162050"/>
                </a:lnTo>
                <a:lnTo>
                  <a:pt x="1447800" y="1152525"/>
                </a:lnTo>
                <a:lnTo>
                  <a:pt x="1466850" y="1152525"/>
                </a:lnTo>
                <a:close/>
                <a:moveTo>
                  <a:pt x="1543050" y="1143000"/>
                </a:moveTo>
                <a:lnTo>
                  <a:pt x="1552575" y="1143000"/>
                </a:lnTo>
                <a:lnTo>
                  <a:pt x="1552575" y="1181100"/>
                </a:lnTo>
                <a:lnTo>
                  <a:pt x="1543050" y="1181100"/>
                </a:lnTo>
                <a:close/>
                <a:moveTo>
                  <a:pt x="1876425" y="1143000"/>
                </a:moveTo>
                <a:lnTo>
                  <a:pt x="1885950" y="1143000"/>
                </a:lnTo>
                <a:lnTo>
                  <a:pt x="1885950" y="1162050"/>
                </a:lnTo>
                <a:lnTo>
                  <a:pt x="1876425" y="1162050"/>
                </a:lnTo>
                <a:close/>
                <a:moveTo>
                  <a:pt x="676275" y="1152525"/>
                </a:moveTo>
                <a:lnTo>
                  <a:pt x="685800" y="1152525"/>
                </a:lnTo>
                <a:lnTo>
                  <a:pt x="685800" y="1162050"/>
                </a:lnTo>
                <a:lnTo>
                  <a:pt x="676275" y="1162050"/>
                </a:lnTo>
                <a:close/>
                <a:moveTo>
                  <a:pt x="923925" y="1162050"/>
                </a:moveTo>
                <a:lnTo>
                  <a:pt x="942975" y="1162050"/>
                </a:lnTo>
                <a:lnTo>
                  <a:pt x="942975" y="1181100"/>
                </a:lnTo>
                <a:lnTo>
                  <a:pt x="933450" y="1181100"/>
                </a:lnTo>
                <a:lnTo>
                  <a:pt x="933450" y="1190625"/>
                </a:lnTo>
                <a:lnTo>
                  <a:pt x="923925" y="1190625"/>
                </a:lnTo>
                <a:lnTo>
                  <a:pt x="923925" y="1200150"/>
                </a:lnTo>
                <a:lnTo>
                  <a:pt x="914400" y="1200150"/>
                </a:lnTo>
                <a:lnTo>
                  <a:pt x="914400" y="1190625"/>
                </a:lnTo>
                <a:lnTo>
                  <a:pt x="904875" y="1190625"/>
                </a:lnTo>
                <a:lnTo>
                  <a:pt x="904875" y="1181100"/>
                </a:lnTo>
                <a:lnTo>
                  <a:pt x="914400" y="1181100"/>
                </a:lnTo>
                <a:lnTo>
                  <a:pt x="914400" y="1171575"/>
                </a:lnTo>
                <a:lnTo>
                  <a:pt x="923925" y="1171575"/>
                </a:lnTo>
                <a:close/>
                <a:moveTo>
                  <a:pt x="1838325" y="1162050"/>
                </a:moveTo>
                <a:lnTo>
                  <a:pt x="1847850" y="1162050"/>
                </a:lnTo>
                <a:lnTo>
                  <a:pt x="1847850" y="1171575"/>
                </a:lnTo>
                <a:lnTo>
                  <a:pt x="1838325" y="1171575"/>
                </a:lnTo>
                <a:close/>
                <a:moveTo>
                  <a:pt x="323850" y="1171575"/>
                </a:moveTo>
                <a:lnTo>
                  <a:pt x="352425" y="1171575"/>
                </a:lnTo>
                <a:lnTo>
                  <a:pt x="352425" y="1181100"/>
                </a:lnTo>
                <a:lnTo>
                  <a:pt x="342900" y="1181100"/>
                </a:lnTo>
                <a:lnTo>
                  <a:pt x="342900" y="1200150"/>
                </a:lnTo>
                <a:lnTo>
                  <a:pt x="333375" y="1200150"/>
                </a:lnTo>
                <a:lnTo>
                  <a:pt x="333375" y="1181100"/>
                </a:lnTo>
                <a:lnTo>
                  <a:pt x="323850" y="1181100"/>
                </a:lnTo>
                <a:close/>
                <a:moveTo>
                  <a:pt x="514350" y="1171575"/>
                </a:moveTo>
                <a:lnTo>
                  <a:pt x="523875" y="1171575"/>
                </a:lnTo>
                <a:lnTo>
                  <a:pt x="523875" y="1181100"/>
                </a:lnTo>
                <a:lnTo>
                  <a:pt x="514350" y="1181100"/>
                </a:lnTo>
                <a:close/>
                <a:moveTo>
                  <a:pt x="609600" y="1171575"/>
                </a:moveTo>
                <a:lnTo>
                  <a:pt x="628650" y="1171575"/>
                </a:lnTo>
                <a:lnTo>
                  <a:pt x="628650" y="1190625"/>
                </a:lnTo>
                <a:lnTo>
                  <a:pt x="609600" y="1190625"/>
                </a:lnTo>
                <a:close/>
                <a:moveTo>
                  <a:pt x="647700" y="1171575"/>
                </a:moveTo>
                <a:lnTo>
                  <a:pt x="657225" y="1171575"/>
                </a:lnTo>
                <a:lnTo>
                  <a:pt x="657225" y="1181100"/>
                </a:lnTo>
                <a:lnTo>
                  <a:pt x="647700" y="1181100"/>
                </a:lnTo>
                <a:close/>
                <a:moveTo>
                  <a:pt x="762000" y="1171575"/>
                </a:moveTo>
                <a:lnTo>
                  <a:pt x="781050" y="1171575"/>
                </a:lnTo>
                <a:lnTo>
                  <a:pt x="781050" y="1190625"/>
                </a:lnTo>
                <a:lnTo>
                  <a:pt x="771525" y="1190625"/>
                </a:lnTo>
                <a:lnTo>
                  <a:pt x="771525" y="1209675"/>
                </a:lnTo>
                <a:lnTo>
                  <a:pt x="762000" y="1209675"/>
                </a:lnTo>
                <a:close/>
                <a:moveTo>
                  <a:pt x="1466850" y="1171575"/>
                </a:moveTo>
                <a:lnTo>
                  <a:pt x="1476375" y="1171575"/>
                </a:lnTo>
                <a:lnTo>
                  <a:pt x="1476375" y="1162050"/>
                </a:lnTo>
                <a:lnTo>
                  <a:pt x="1466850" y="1162050"/>
                </a:lnTo>
                <a:close/>
                <a:moveTo>
                  <a:pt x="1828800" y="1171575"/>
                </a:moveTo>
                <a:lnTo>
                  <a:pt x="1838325" y="1171575"/>
                </a:lnTo>
                <a:lnTo>
                  <a:pt x="1838325" y="1181100"/>
                </a:lnTo>
                <a:lnTo>
                  <a:pt x="1828800" y="1181100"/>
                </a:lnTo>
                <a:close/>
                <a:moveTo>
                  <a:pt x="381000" y="1181100"/>
                </a:moveTo>
                <a:lnTo>
                  <a:pt x="390525" y="1181100"/>
                </a:lnTo>
                <a:lnTo>
                  <a:pt x="390525" y="1190625"/>
                </a:lnTo>
                <a:lnTo>
                  <a:pt x="381000" y="1190625"/>
                </a:lnTo>
                <a:close/>
                <a:moveTo>
                  <a:pt x="819150" y="1181100"/>
                </a:moveTo>
                <a:lnTo>
                  <a:pt x="828675" y="1181100"/>
                </a:lnTo>
                <a:lnTo>
                  <a:pt x="828675" y="1190625"/>
                </a:lnTo>
                <a:lnTo>
                  <a:pt x="819150" y="1190625"/>
                </a:lnTo>
                <a:close/>
                <a:moveTo>
                  <a:pt x="838200" y="1181100"/>
                </a:moveTo>
                <a:lnTo>
                  <a:pt x="866775" y="1181100"/>
                </a:lnTo>
                <a:lnTo>
                  <a:pt x="866775" y="1190625"/>
                </a:lnTo>
                <a:lnTo>
                  <a:pt x="847725" y="1190625"/>
                </a:lnTo>
                <a:lnTo>
                  <a:pt x="847725" y="1200150"/>
                </a:lnTo>
                <a:lnTo>
                  <a:pt x="828675" y="1200150"/>
                </a:lnTo>
                <a:lnTo>
                  <a:pt x="828675" y="1190625"/>
                </a:lnTo>
                <a:lnTo>
                  <a:pt x="838200" y="1190625"/>
                </a:lnTo>
                <a:close/>
                <a:moveTo>
                  <a:pt x="1819275" y="1181100"/>
                </a:moveTo>
                <a:lnTo>
                  <a:pt x="1828800" y="1181100"/>
                </a:lnTo>
                <a:lnTo>
                  <a:pt x="1828800" y="1200150"/>
                </a:lnTo>
                <a:lnTo>
                  <a:pt x="1819275" y="1200150"/>
                </a:lnTo>
                <a:close/>
                <a:moveTo>
                  <a:pt x="114300" y="1190625"/>
                </a:moveTo>
                <a:lnTo>
                  <a:pt x="123825" y="1190625"/>
                </a:lnTo>
                <a:lnTo>
                  <a:pt x="123825" y="1200150"/>
                </a:lnTo>
                <a:lnTo>
                  <a:pt x="114300" y="1200150"/>
                </a:lnTo>
                <a:close/>
                <a:moveTo>
                  <a:pt x="485775" y="1190625"/>
                </a:moveTo>
                <a:lnTo>
                  <a:pt x="495300" y="1190625"/>
                </a:lnTo>
                <a:lnTo>
                  <a:pt x="495300" y="1200150"/>
                </a:lnTo>
                <a:lnTo>
                  <a:pt x="504825" y="1200150"/>
                </a:lnTo>
                <a:lnTo>
                  <a:pt x="504825" y="1190625"/>
                </a:lnTo>
                <a:lnTo>
                  <a:pt x="542925" y="1190625"/>
                </a:lnTo>
                <a:lnTo>
                  <a:pt x="542925" y="1200150"/>
                </a:lnTo>
                <a:lnTo>
                  <a:pt x="504825" y="1200150"/>
                </a:lnTo>
                <a:lnTo>
                  <a:pt x="504825" y="1209675"/>
                </a:lnTo>
                <a:lnTo>
                  <a:pt x="485775" y="1209675"/>
                </a:lnTo>
                <a:close/>
                <a:moveTo>
                  <a:pt x="561975" y="1190625"/>
                </a:moveTo>
                <a:lnTo>
                  <a:pt x="581025" y="1190625"/>
                </a:lnTo>
                <a:lnTo>
                  <a:pt x="581025" y="1200150"/>
                </a:lnTo>
                <a:lnTo>
                  <a:pt x="561975" y="1200150"/>
                </a:lnTo>
                <a:close/>
                <a:moveTo>
                  <a:pt x="628650" y="1190625"/>
                </a:moveTo>
                <a:lnTo>
                  <a:pt x="647700" y="1190625"/>
                </a:lnTo>
                <a:lnTo>
                  <a:pt x="647700" y="1200150"/>
                </a:lnTo>
                <a:lnTo>
                  <a:pt x="628650" y="1200150"/>
                </a:lnTo>
                <a:close/>
                <a:moveTo>
                  <a:pt x="1000125" y="1190625"/>
                </a:moveTo>
                <a:lnTo>
                  <a:pt x="1009650" y="1190625"/>
                </a:lnTo>
                <a:lnTo>
                  <a:pt x="1009650" y="1200150"/>
                </a:lnTo>
                <a:lnTo>
                  <a:pt x="1000125" y="1200150"/>
                </a:lnTo>
                <a:close/>
                <a:moveTo>
                  <a:pt x="76200" y="1200150"/>
                </a:moveTo>
                <a:lnTo>
                  <a:pt x="85725" y="1200150"/>
                </a:lnTo>
                <a:lnTo>
                  <a:pt x="85725" y="1209675"/>
                </a:lnTo>
                <a:lnTo>
                  <a:pt x="76200" y="1209675"/>
                </a:lnTo>
                <a:close/>
                <a:moveTo>
                  <a:pt x="542925" y="1200150"/>
                </a:moveTo>
                <a:lnTo>
                  <a:pt x="561975" y="1200150"/>
                </a:lnTo>
                <a:lnTo>
                  <a:pt x="561975" y="1209675"/>
                </a:lnTo>
                <a:lnTo>
                  <a:pt x="542925" y="1209675"/>
                </a:lnTo>
                <a:close/>
                <a:moveTo>
                  <a:pt x="857250" y="1200150"/>
                </a:moveTo>
                <a:lnTo>
                  <a:pt x="866775" y="1200150"/>
                </a:lnTo>
                <a:lnTo>
                  <a:pt x="866775" y="1209675"/>
                </a:lnTo>
                <a:lnTo>
                  <a:pt x="857250" y="1209675"/>
                </a:lnTo>
                <a:close/>
                <a:moveTo>
                  <a:pt x="942975" y="1200150"/>
                </a:moveTo>
                <a:lnTo>
                  <a:pt x="952500" y="1200150"/>
                </a:lnTo>
                <a:lnTo>
                  <a:pt x="952500" y="1209675"/>
                </a:lnTo>
                <a:lnTo>
                  <a:pt x="942975" y="1209675"/>
                </a:lnTo>
                <a:close/>
                <a:moveTo>
                  <a:pt x="962025" y="1200150"/>
                </a:moveTo>
                <a:lnTo>
                  <a:pt x="971550" y="1200150"/>
                </a:lnTo>
                <a:lnTo>
                  <a:pt x="971550" y="1209675"/>
                </a:lnTo>
                <a:lnTo>
                  <a:pt x="962025" y="1209675"/>
                </a:lnTo>
                <a:close/>
                <a:moveTo>
                  <a:pt x="1190625" y="1200150"/>
                </a:moveTo>
                <a:lnTo>
                  <a:pt x="1200150" y="1200150"/>
                </a:lnTo>
                <a:lnTo>
                  <a:pt x="1200150" y="1219200"/>
                </a:lnTo>
                <a:lnTo>
                  <a:pt x="1181100" y="1219200"/>
                </a:lnTo>
                <a:lnTo>
                  <a:pt x="1181100" y="1209675"/>
                </a:lnTo>
                <a:lnTo>
                  <a:pt x="1190625" y="1209675"/>
                </a:lnTo>
                <a:close/>
                <a:moveTo>
                  <a:pt x="1371600" y="1200150"/>
                </a:moveTo>
                <a:lnTo>
                  <a:pt x="1390650" y="1200150"/>
                </a:lnTo>
                <a:lnTo>
                  <a:pt x="1390650" y="1209675"/>
                </a:lnTo>
                <a:lnTo>
                  <a:pt x="1371600" y="1209675"/>
                </a:lnTo>
                <a:close/>
                <a:moveTo>
                  <a:pt x="1838325" y="1200150"/>
                </a:moveTo>
                <a:lnTo>
                  <a:pt x="1847850" y="1200150"/>
                </a:lnTo>
                <a:lnTo>
                  <a:pt x="1847850" y="1209675"/>
                </a:lnTo>
                <a:lnTo>
                  <a:pt x="1838325" y="1209675"/>
                </a:lnTo>
                <a:close/>
                <a:moveTo>
                  <a:pt x="885825" y="1209675"/>
                </a:moveTo>
                <a:lnTo>
                  <a:pt x="895350" y="1209675"/>
                </a:lnTo>
                <a:lnTo>
                  <a:pt x="895350" y="1228725"/>
                </a:lnTo>
                <a:lnTo>
                  <a:pt x="885825" y="1228725"/>
                </a:lnTo>
                <a:close/>
                <a:moveTo>
                  <a:pt x="66675" y="1219200"/>
                </a:moveTo>
                <a:lnTo>
                  <a:pt x="76200" y="1219200"/>
                </a:lnTo>
                <a:lnTo>
                  <a:pt x="76200" y="1228725"/>
                </a:lnTo>
                <a:lnTo>
                  <a:pt x="66675" y="1228725"/>
                </a:lnTo>
                <a:close/>
                <a:moveTo>
                  <a:pt x="981075" y="1219200"/>
                </a:moveTo>
                <a:lnTo>
                  <a:pt x="990600" y="1219200"/>
                </a:lnTo>
                <a:lnTo>
                  <a:pt x="990600" y="1238250"/>
                </a:lnTo>
                <a:lnTo>
                  <a:pt x="981075" y="1238250"/>
                </a:lnTo>
                <a:close/>
                <a:moveTo>
                  <a:pt x="1295400" y="1219200"/>
                </a:moveTo>
                <a:lnTo>
                  <a:pt x="1304925" y="1219200"/>
                </a:lnTo>
                <a:lnTo>
                  <a:pt x="1304925" y="1228725"/>
                </a:lnTo>
                <a:lnTo>
                  <a:pt x="1314450" y="1228725"/>
                </a:lnTo>
                <a:lnTo>
                  <a:pt x="1314450" y="1219200"/>
                </a:lnTo>
                <a:lnTo>
                  <a:pt x="1333500" y="1219200"/>
                </a:lnTo>
                <a:lnTo>
                  <a:pt x="1333500" y="1238250"/>
                </a:lnTo>
                <a:lnTo>
                  <a:pt x="1352550" y="1238250"/>
                </a:lnTo>
                <a:lnTo>
                  <a:pt x="1352550" y="1247775"/>
                </a:lnTo>
                <a:lnTo>
                  <a:pt x="1362075" y="1247775"/>
                </a:lnTo>
                <a:lnTo>
                  <a:pt x="1362075" y="1238250"/>
                </a:lnTo>
                <a:lnTo>
                  <a:pt x="1409700" y="1238250"/>
                </a:lnTo>
                <a:lnTo>
                  <a:pt x="1409700" y="1257300"/>
                </a:lnTo>
                <a:lnTo>
                  <a:pt x="1419225" y="1257300"/>
                </a:lnTo>
                <a:lnTo>
                  <a:pt x="1419225" y="1219200"/>
                </a:lnTo>
                <a:lnTo>
                  <a:pt x="1428750" y="1219200"/>
                </a:lnTo>
                <a:lnTo>
                  <a:pt x="1428750" y="1247775"/>
                </a:lnTo>
                <a:lnTo>
                  <a:pt x="1447800" y="1247775"/>
                </a:lnTo>
                <a:lnTo>
                  <a:pt x="1447800" y="1257300"/>
                </a:lnTo>
                <a:lnTo>
                  <a:pt x="1438275" y="1257300"/>
                </a:lnTo>
                <a:lnTo>
                  <a:pt x="1438275" y="1285875"/>
                </a:lnTo>
                <a:lnTo>
                  <a:pt x="1428750" y="1285875"/>
                </a:lnTo>
                <a:lnTo>
                  <a:pt x="1428750" y="1276350"/>
                </a:lnTo>
                <a:lnTo>
                  <a:pt x="1419225" y="1276350"/>
                </a:lnTo>
                <a:lnTo>
                  <a:pt x="1419225" y="1285875"/>
                </a:lnTo>
                <a:lnTo>
                  <a:pt x="1381125" y="1285875"/>
                </a:lnTo>
                <a:lnTo>
                  <a:pt x="1381125" y="1266825"/>
                </a:lnTo>
                <a:lnTo>
                  <a:pt x="1390650" y="1266825"/>
                </a:lnTo>
                <a:lnTo>
                  <a:pt x="1390650" y="1257300"/>
                </a:lnTo>
                <a:lnTo>
                  <a:pt x="1400175" y="1257300"/>
                </a:lnTo>
                <a:lnTo>
                  <a:pt x="1400175" y="1247775"/>
                </a:lnTo>
                <a:lnTo>
                  <a:pt x="1381125" y="1247775"/>
                </a:lnTo>
                <a:lnTo>
                  <a:pt x="1381125" y="1257300"/>
                </a:lnTo>
                <a:lnTo>
                  <a:pt x="1352550" y="1257300"/>
                </a:lnTo>
                <a:lnTo>
                  <a:pt x="1352550" y="1276350"/>
                </a:lnTo>
                <a:lnTo>
                  <a:pt x="1362075" y="1276350"/>
                </a:lnTo>
                <a:lnTo>
                  <a:pt x="1362075" y="1285875"/>
                </a:lnTo>
                <a:lnTo>
                  <a:pt x="1371600" y="1285875"/>
                </a:lnTo>
                <a:lnTo>
                  <a:pt x="1371600" y="1304925"/>
                </a:lnTo>
                <a:lnTo>
                  <a:pt x="1352550" y="1304925"/>
                </a:lnTo>
                <a:lnTo>
                  <a:pt x="1352550" y="1285875"/>
                </a:lnTo>
                <a:lnTo>
                  <a:pt x="1323975" y="1285875"/>
                </a:lnTo>
                <a:lnTo>
                  <a:pt x="1323975" y="1276350"/>
                </a:lnTo>
                <a:lnTo>
                  <a:pt x="1343025" y="1276350"/>
                </a:lnTo>
                <a:lnTo>
                  <a:pt x="1343025" y="1247775"/>
                </a:lnTo>
                <a:lnTo>
                  <a:pt x="1333500" y="1247775"/>
                </a:lnTo>
                <a:lnTo>
                  <a:pt x="1333500" y="1257300"/>
                </a:lnTo>
                <a:lnTo>
                  <a:pt x="1323975" y="1257300"/>
                </a:lnTo>
                <a:lnTo>
                  <a:pt x="1323975" y="1228725"/>
                </a:lnTo>
                <a:lnTo>
                  <a:pt x="1314450" y="1228725"/>
                </a:lnTo>
                <a:lnTo>
                  <a:pt x="1314450" y="1257300"/>
                </a:lnTo>
                <a:lnTo>
                  <a:pt x="1295400" y="1257300"/>
                </a:lnTo>
                <a:lnTo>
                  <a:pt x="1295400" y="1247775"/>
                </a:lnTo>
                <a:lnTo>
                  <a:pt x="1304925" y="1247775"/>
                </a:lnTo>
                <a:lnTo>
                  <a:pt x="1304925" y="1238250"/>
                </a:lnTo>
                <a:lnTo>
                  <a:pt x="1295400" y="1238250"/>
                </a:lnTo>
                <a:close/>
                <a:moveTo>
                  <a:pt x="1543050" y="1219200"/>
                </a:moveTo>
                <a:lnTo>
                  <a:pt x="1552575" y="1219200"/>
                </a:lnTo>
                <a:lnTo>
                  <a:pt x="1552575" y="1228725"/>
                </a:lnTo>
                <a:lnTo>
                  <a:pt x="1543050" y="1228725"/>
                </a:lnTo>
                <a:close/>
                <a:moveTo>
                  <a:pt x="1838325" y="1219200"/>
                </a:moveTo>
                <a:lnTo>
                  <a:pt x="1857375" y="1219200"/>
                </a:lnTo>
                <a:lnTo>
                  <a:pt x="1857375" y="1247775"/>
                </a:lnTo>
                <a:lnTo>
                  <a:pt x="1838325" y="1247775"/>
                </a:lnTo>
                <a:close/>
                <a:moveTo>
                  <a:pt x="104775" y="1228725"/>
                </a:moveTo>
                <a:lnTo>
                  <a:pt x="114300" y="1228725"/>
                </a:lnTo>
                <a:lnTo>
                  <a:pt x="114300" y="1238250"/>
                </a:lnTo>
                <a:lnTo>
                  <a:pt x="104775" y="1238250"/>
                </a:lnTo>
                <a:close/>
                <a:moveTo>
                  <a:pt x="876300" y="1228725"/>
                </a:moveTo>
                <a:lnTo>
                  <a:pt x="885825" y="1228725"/>
                </a:lnTo>
                <a:lnTo>
                  <a:pt x="885825" y="1238250"/>
                </a:lnTo>
                <a:lnTo>
                  <a:pt x="876300" y="1238250"/>
                </a:lnTo>
                <a:close/>
                <a:moveTo>
                  <a:pt x="895350" y="1228725"/>
                </a:moveTo>
                <a:lnTo>
                  <a:pt x="904875" y="1228725"/>
                </a:lnTo>
                <a:lnTo>
                  <a:pt x="904875" y="1238250"/>
                </a:lnTo>
                <a:lnTo>
                  <a:pt x="895350" y="1238250"/>
                </a:lnTo>
                <a:close/>
                <a:moveTo>
                  <a:pt x="1552575" y="1238250"/>
                </a:moveTo>
                <a:lnTo>
                  <a:pt x="1562100" y="1238250"/>
                </a:lnTo>
                <a:lnTo>
                  <a:pt x="1562100" y="1247775"/>
                </a:lnTo>
                <a:lnTo>
                  <a:pt x="1552575" y="1247775"/>
                </a:lnTo>
                <a:close/>
                <a:moveTo>
                  <a:pt x="47625" y="1247775"/>
                </a:moveTo>
                <a:lnTo>
                  <a:pt x="57150" y="1247775"/>
                </a:lnTo>
                <a:lnTo>
                  <a:pt x="57150" y="1257300"/>
                </a:lnTo>
                <a:lnTo>
                  <a:pt x="47625" y="1257300"/>
                </a:lnTo>
                <a:close/>
                <a:moveTo>
                  <a:pt x="428625" y="1257300"/>
                </a:moveTo>
                <a:lnTo>
                  <a:pt x="447675" y="1257300"/>
                </a:lnTo>
                <a:lnTo>
                  <a:pt x="447675" y="1266825"/>
                </a:lnTo>
                <a:lnTo>
                  <a:pt x="428625" y="1266825"/>
                </a:lnTo>
                <a:close/>
                <a:moveTo>
                  <a:pt x="1266825" y="1257300"/>
                </a:moveTo>
                <a:lnTo>
                  <a:pt x="1295400" y="1257300"/>
                </a:lnTo>
                <a:lnTo>
                  <a:pt x="1295400" y="1266825"/>
                </a:lnTo>
                <a:lnTo>
                  <a:pt x="1266825" y="1266825"/>
                </a:lnTo>
                <a:close/>
                <a:moveTo>
                  <a:pt x="419100" y="1266825"/>
                </a:moveTo>
                <a:lnTo>
                  <a:pt x="428625" y="1266825"/>
                </a:lnTo>
                <a:lnTo>
                  <a:pt x="428625" y="1276350"/>
                </a:lnTo>
                <a:lnTo>
                  <a:pt x="419100" y="1276350"/>
                </a:lnTo>
                <a:close/>
                <a:moveTo>
                  <a:pt x="457200" y="1266825"/>
                </a:moveTo>
                <a:lnTo>
                  <a:pt x="476250" y="1266825"/>
                </a:lnTo>
                <a:lnTo>
                  <a:pt x="476250" y="1276350"/>
                </a:lnTo>
                <a:lnTo>
                  <a:pt x="466725" y="1276350"/>
                </a:lnTo>
                <a:lnTo>
                  <a:pt x="466725" y="1285875"/>
                </a:lnTo>
                <a:lnTo>
                  <a:pt x="447675" y="1285875"/>
                </a:lnTo>
                <a:lnTo>
                  <a:pt x="447675" y="1276350"/>
                </a:lnTo>
                <a:lnTo>
                  <a:pt x="457200" y="1276350"/>
                </a:lnTo>
                <a:close/>
                <a:moveTo>
                  <a:pt x="533400" y="1266825"/>
                </a:moveTo>
                <a:lnTo>
                  <a:pt x="552450" y="1266825"/>
                </a:lnTo>
                <a:lnTo>
                  <a:pt x="552450" y="1276350"/>
                </a:lnTo>
                <a:lnTo>
                  <a:pt x="533400" y="1276350"/>
                </a:lnTo>
                <a:close/>
                <a:moveTo>
                  <a:pt x="561975" y="1266825"/>
                </a:moveTo>
                <a:lnTo>
                  <a:pt x="581025" y="1266825"/>
                </a:lnTo>
                <a:lnTo>
                  <a:pt x="581025" y="1276350"/>
                </a:lnTo>
                <a:lnTo>
                  <a:pt x="561975" y="1276350"/>
                </a:lnTo>
                <a:close/>
                <a:moveTo>
                  <a:pt x="590550" y="1266825"/>
                </a:moveTo>
                <a:lnTo>
                  <a:pt x="619125" y="1266825"/>
                </a:lnTo>
                <a:lnTo>
                  <a:pt x="619125" y="1276350"/>
                </a:lnTo>
                <a:lnTo>
                  <a:pt x="628650" y="1276350"/>
                </a:lnTo>
                <a:lnTo>
                  <a:pt x="628650" y="1285875"/>
                </a:lnTo>
                <a:lnTo>
                  <a:pt x="638175" y="1285875"/>
                </a:lnTo>
                <a:lnTo>
                  <a:pt x="638175" y="1276350"/>
                </a:lnTo>
                <a:lnTo>
                  <a:pt x="647700" y="1276350"/>
                </a:lnTo>
                <a:lnTo>
                  <a:pt x="647700" y="1285875"/>
                </a:lnTo>
                <a:lnTo>
                  <a:pt x="638175" y="1285875"/>
                </a:lnTo>
                <a:lnTo>
                  <a:pt x="638175" y="1304925"/>
                </a:lnTo>
                <a:lnTo>
                  <a:pt x="628650" y="1304925"/>
                </a:lnTo>
                <a:lnTo>
                  <a:pt x="628650" y="1295400"/>
                </a:lnTo>
                <a:lnTo>
                  <a:pt x="609600" y="1295400"/>
                </a:lnTo>
                <a:lnTo>
                  <a:pt x="609600" y="1304925"/>
                </a:lnTo>
                <a:lnTo>
                  <a:pt x="600075" y="1304925"/>
                </a:lnTo>
                <a:lnTo>
                  <a:pt x="600075" y="1276350"/>
                </a:lnTo>
                <a:lnTo>
                  <a:pt x="590550" y="1276350"/>
                </a:lnTo>
                <a:close/>
                <a:moveTo>
                  <a:pt x="1143000" y="1266825"/>
                </a:moveTo>
                <a:lnTo>
                  <a:pt x="1152525" y="1266825"/>
                </a:lnTo>
                <a:lnTo>
                  <a:pt x="1152525" y="1276350"/>
                </a:lnTo>
                <a:lnTo>
                  <a:pt x="1143000" y="1276350"/>
                </a:lnTo>
                <a:close/>
                <a:moveTo>
                  <a:pt x="1257300" y="1266825"/>
                </a:moveTo>
                <a:lnTo>
                  <a:pt x="1266825" y="1266825"/>
                </a:lnTo>
                <a:lnTo>
                  <a:pt x="1266825" y="1276350"/>
                </a:lnTo>
                <a:lnTo>
                  <a:pt x="1257300" y="1276350"/>
                </a:lnTo>
                <a:close/>
                <a:moveTo>
                  <a:pt x="1295400" y="1266825"/>
                </a:moveTo>
                <a:lnTo>
                  <a:pt x="1314450" y="1266825"/>
                </a:lnTo>
                <a:lnTo>
                  <a:pt x="1314450" y="1285875"/>
                </a:lnTo>
                <a:lnTo>
                  <a:pt x="1304925" y="1285875"/>
                </a:lnTo>
                <a:lnTo>
                  <a:pt x="1304925" y="1276350"/>
                </a:lnTo>
                <a:lnTo>
                  <a:pt x="1295400" y="1276350"/>
                </a:lnTo>
                <a:close/>
                <a:moveTo>
                  <a:pt x="1533525" y="1266825"/>
                </a:moveTo>
                <a:lnTo>
                  <a:pt x="1552575" y="1266825"/>
                </a:lnTo>
                <a:lnTo>
                  <a:pt x="1552575" y="1276350"/>
                </a:lnTo>
                <a:lnTo>
                  <a:pt x="1562100" y="1276350"/>
                </a:lnTo>
                <a:lnTo>
                  <a:pt x="1562100" y="1285875"/>
                </a:lnTo>
                <a:lnTo>
                  <a:pt x="1533525" y="1285875"/>
                </a:lnTo>
                <a:lnTo>
                  <a:pt x="1533525" y="1314450"/>
                </a:lnTo>
                <a:lnTo>
                  <a:pt x="1514475" y="1314450"/>
                </a:lnTo>
                <a:lnTo>
                  <a:pt x="1514475" y="1304925"/>
                </a:lnTo>
                <a:lnTo>
                  <a:pt x="1524000" y="1304925"/>
                </a:lnTo>
                <a:lnTo>
                  <a:pt x="1524000" y="1276350"/>
                </a:lnTo>
                <a:lnTo>
                  <a:pt x="1533525" y="1276350"/>
                </a:lnTo>
                <a:close/>
                <a:moveTo>
                  <a:pt x="1876425" y="1266825"/>
                </a:moveTo>
                <a:lnTo>
                  <a:pt x="1885950" y="1266825"/>
                </a:lnTo>
                <a:lnTo>
                  <a:pt x="1885950" y="1276350"/>
                </a:lnTo>
                <a:lnTo>
                  <a:pt x="1876425" y="1276350"/>
                </a:lnTo>
                <a:close/>
                <a:moveTo>
                  <a:pt x="1895475" y="1266825"/>
                </a:moveTo>
                <a:lnTo>
                  <a:pt x="1905000" y="1266825"/>
                </a:lnTo>
                <a:lnTo>
                  <a:pt x="1905000" y="1295400"/>
                </a:lnTo>
                <a:lnTo>
                  <a:pt x="1876425" y="1295400"/>
                </a:lnTo>
                <a:lnTo>
                  <a:pt x="1876425" y="1285875"/>
                </a:lnTo>
                <a:lnTo>
                  <a:pt x="1895475" y="1285875"/>
                </a:lnTo>
                <a:close/>
                <a:moveTo>
                  <a:pt x="114300" y="1276350"/>
                </a:moveTo>
                <a:lnTo>
                  <a:pt x="123825" y="1276350"/>
                </a:lnTo>
                <a:lnTo>
                  <a:pt x="123825" y="1304925"/>
                </a:lnTo>
                <a:lnTo>
                  <a:pt x="114300" y="1304925"/>
                </a:lnTo>
                <a:close/>
                <a:moveTo>
                  <a:pt x="428625" y="1276350"/>
                </a:moveTo>
                <a:lnTo>
                  <a:pt x="438150" y="1276350"/>
                </a:lnTo>
                <a:lnTo>
                  <a:pt x="438150" y="1285875"/>
                </a:lnTo>
                <a:lnTo>
                  <a:pt x="428625" y="1285875"/>
                </a:lnTo>
                <a:close/>
                <a:moveTo>
                  <a:pt x="952500" y="1276350"/>
                </a:moveTo>
                <a:lnTo>
                  <a:pt x="962025" y="1276350"/>
                </a:lnTo>
                <a:lnTo>
                  <a:pt x="962025" y="1295400"/>
                </a:lnTo>
                <a:lnTo>
                  <a:pt x="942975" y="1295400"/>
                </a:lnTo>
                <a:lnTo>
                  <a:pt x="942975" y="1285875"/>
                </a:lnTo>
                <a:lnTo>
                  <a:pt x="952500" y="1285875"/>
                </a:lnTo>
                <a:close/>
                <a:moveTo>
                  <a:pt x="1152525" y="1276350"/>
                </a:moveTo>
                <a:lnTo>
                  <a:pt x="1171575" y="1276350"/>
                </a:lnTo>
                <a:lnTo>
                  <a:pt x="1171575" y="1295400"/>
                </a:lnTo>
                <a:lnTo>
                  <a:pt x="1152525" y="1295400"/>
                </a:lnTo>
                <a:close/>
                <a:moveTo>
                  <a:pt x="1181100" y="1276350"/>
                </a:moveTo>
                <a:lnTo>
                  <a:pt x="1190625" y="1276350"/>
                </a:lnTo>
                <a:lnTo>
                  <a:pt x="1190625" y="1285875"/>
                </a:lnTo>
                <a:lnTo>
                  <a:pt x="1181100" y="1285875"/>
                </a:lnTo>
                <a:close/>
                <a:moveTo>
                  <a:pt x="1247775" y="1276350"/>
                </a:moveTo>
                <a:lnTo>
                  <a:pt x="1257300" y="1276350"/>
                </a:lnTo>
                <a:lnTo>
                  <a:pt x="1257300" y="1285875"/>
                </a:lnTo>
                <a:lnTo>
                  <a:pt x="1247775" y="1285875"/>
                </a:lnTo>
                <a:close/>
                <a:moveTo>
                  <a:pt x="38100" y="1295400"/>
                </a:moveTo>
                <a:lnTo>
                  <a:pt x="47625" y="1295400"/>
                </a:lnTo>
                <a:lnTo>
                  <a:pt x="47625" y="1304925"/>
                </a:lnTo>
                <a:lnTo>
                  <a:pt x="38100" y="1304925"/>
                </a:lnTo>
                <a:close/>
                <a:moveTo>
                  <a:pt x="819150" y="1295400"/>
                </a:moveTo>
                <a:lnTo>
                  <a:pt x="828675" y="1295400"/>
                </a:lnTo>
                <a:lnTo>
                  <a:pt x="828675" y="1304925"/>
                </a:lnTo>
                <a:lnTo>
                  <a:pt x="819150" y="1304925"/>
                </a:lnTo>
                <a:close/>
                <a:moveTo>
                  <a:pt x="838200" y="1295400"/>
                </a:moveTo>
                <a:lnTo>
                  <a:pt x="876300" y="1295400"/>
                </a:lnTo>
                <a:lnTo>
                  <a:pt x="876300" y="1304925"/>
                </a:lnTo>
                <a:lnTo>
                  <a:pt x="838200" y="1304925"/>
                </a:lnTo>
                <a:close/>
                <a:moveTo>
                  <a:pt x="1285875" y="1295400"/>
                </a:moveTo>
                <a:lnTo>
                  <a:pt x="1295400" y="1295400"/>
                </a:lnTo>
                <a:lnTo>
                  <a:pt x="1295400" y="1304925"/>
                </a:lnTo>
                <a:lnTo>
                  <a:pt x="1285875" y="1304925"/>
                </a:lnTo>
                <a:close/>
                <a:moveTo>
                  <a:pt x="1590675" y="1295400"/>
                </a:moveTo>
                <a:lnTo>
                  <a:pt x="1600200" y="1295400"/>
                </a:lnTo>
                <a:lnTo>
                  <a:pt x="1600200" y="1304925"/>
                </a:lnTo>
                <a:lnTo>
                  <a:pt x="1609725" y="1304925"/>
                </a:lnTo>
                <a:lnTo>
                  <a:pt x="1609725" y="1314450"/>
                </a:lnTo>
                <a:lnTo>
                  <a:pt x="1600200" y="1314450"/>
                </a:lnTo>
                <a:lnTo>
                  <a:pt x="1600200" y="1323975"/>
                </a:lnTo>
                <a:lnTo>
                  <a:pt x="1590675" y="1323975"/>
                </a:lnTo>
                <a:close/>
                <a:moveTo>
                  <a:pt x="28575" y="1304925"/>
                </a:moveTo>
                <a:lnTo>
                  <a:pt x="38100" y="1304925"/>
                </a:lnTo>
                <a:lnTo>
                  <a:pt x="38100" y="1314450"/>
                </a:lnTo>
                <a:lnTo>
                  <a:pt x="28575" y="1314450"/>
                </a:lnTo>
                <a:close/>
                <a:moveTo>
                  <a:pt x="352425" y="1304925"/>
                </a:moveTo>
                <a:lnTo>
                  <a:pt x="361950" y="1304925"/>
                </a:lnTo>
                <a:lnTo>
                  <a:pt x="361950" y="1314450"/>
                </a:lnTo>
                <a:lnTo>
                  <a:pt x="352425" y="1314450"/>
                </a:lnTo>
                <a:close/>
                <a:moveTo>
                  <a:pt x="466725" y="1304925"/>
                </a:moveTo>
                <a:lnTo>
                  <a:pt x="476250" y="1304925"/>
                </a:lnTo>
                <a:lnTo>
                  <a:pt x="476250" y="1314450"/>
                </a:lnTo>
                <a:lnTo>
                  <a:pt x="466725" y="1314450"/>
                </a:lnTo>
                <a:close/>
                <a:moveTo>
                  <a:pt x="485775" y="1304925"/>
                </a:moveTo>
                <a:lnTo>
                  <a:pt x="495300" y="1304925"/>
                </a:lnTo>
                <a:lnTo>
                  <a:pt x="495300" y="1314450"/>
                </a:lnTo>
                <a:lnTo>
                  <a:pt x="485775" y="1314450"/>
                </a:lnTo>
                <a:close/>
                <a:moveTo>
                  <a:pt x="647700" y="1304925"/>
                </a:moveTo>
                <a:lnTo>
                  <a:pt x="685800" y="1304925"/>
                </a:lnTo>
                <a:lnTo>
                  <a:pt x="685800" y="1314450"/>
                </a:lnTo>
                <a:lnTo>
                  <a:pt x="647700" y="1314450"/>
                </a:lnTo>
                <a:close/>
                <a:moveTo>
                  <a:pt x="1076325" y="1304925"/>
                </a:moveTo>
                <a:lnTo>
                  <a:pt x="1085850" y="1304925"/>
                </a:lnTo>
                <a:lnTo>
                  <a:pt x="1085850" y="1314450"/>
                </a:lnTo>
                <a:lnTo>
                  <a:pt x="1076325" y="1314450"/>
                </a:lnTo>
                <a:close/>
                <a:moveTo>
                  <a:pt x="1095375" y="1304925"/>
                </a:moveTo>
                <a:lnTo>
                  <a:pt x="1104900" y="1304925"/>
                </a:lnTo>
                <a:lnTo>
                  <a:pt x="1104900" y="1314450"/>
                </a:lnTo>
                <a:lnTo>
                  <a:pt x="1095375" y="1314450"/>
                </a:lnTo>
                <a:close/>
                <a:moveTo>
                  <a:pt x="1409700" y="1304925"/>
                </a:moveTo>
                <a:lnTo>
                  <a:pt x="1419225" y="1304925"/>
                </a:lnTo>
                <a:lnTo>
                  <a:pt x="1419225" y="1314450"/>
                </a:lnTo>
                <a:lnTo>
                  <a:pt x="1409700" y="1314450"/>
                </a:lnTo>
                <a:close/>
                <a:moveTo>
                  <a:pt x="1466850" y="1304925"/>
                </a:moveTo>
                <a:lnTo>
                  <a:pt x="1476375" y="1304925"/>
                </a:lnTo>
                <a:lnTo>
                  <a:pt x="1476375" y="1314450"/>
                </a:lnTo>
                <a:lnTo>
                  <a:pt x="1466850" y="1314450"/>
                </a:lnTo>
                <a:close/>
                <a:moveTo>
                  <a:pt x="495300" y="1314450"/>
                </a:moveTo>
                <a:lnTo>
                  <a:pt x="504825" y="1314450"/>
                </a:lnTo>
                <a:lnTo>
                  <a:pt x="504825" y="1323975"/>
                </a:lnTo>
                <a:lnTo>
                  <a:pt x="495300" y="1323975"/>
                </a:lnTo>
                <a:close/>
                <a:moveTo>
                  <a:pt x="1028700" y="1314450"/>
                </a:moveTo>
                <a:lnTo>
                  <a:pt x="1047750" y="1314450"/>
                </a:lnTo>
                <a:lnTo>
                  <a:pt x="1047750" y="1323975"/>
                </a:lnTo>
                <a:lnTo>
                  <a:pt x="1028700" y="1323975"/>
                </a:lnTo>
                <a:close/>
                <a:moveTo>
                  <a:pt x="1390650" y="1314450"/>
                </a:moveTo>
                <a:lnTo>
                  <a:pt x="1400175" y="1314450"/>
                </a:lnTo>
                <a:lnTo>
                  <a:pt x="1400175" y="1323975"/>
                </a:lnTo>
                <a:lnTo>
                  <a:pt x="1390650" y="1323975"/>
                </a:lnTo>
                <a:close/>
                <a:moveTo>
                  <a:pt x="981075" y="1323975"/>
                </a:moveTo>
                <a:lnTo>
                  <a:pt x="990600" y="1323975"/>
                </a:lnTo>
                <a:lnTo>
                  <a:pt x="990600" y="1333500"/>
                </a:lnTo>
                <a:lnTo>
                  <a:pt x="981075" y="1333500"/>
                </a:lnTo>
                <a:close/>
                <a:moveTo>
                  <a:pt x="1009650" y="1323975"/>
                </a:moveTo>
                <a:lnTo>
                  <a:pt x="1028700" y="1323975"/>
                </a:lnTo>
                <a:lnTo>
                  <a:pt x="1028700" y="1333500"/>
                </a:lnTo>
                <a:lnTo>
                  <a:pt x="1009650" y="1333500"/>
                </a:lnTo>
                <a:close/>
                <a:moveTo>
                  <a:pt x="1171575" y="1323975"/>
                </a:moveTo>
                <a:lnTo>
                  <a:pt x="1181100" y="1323975"/>
                </a:lnTo>
                <a:lnTo>
                  <a:pt x="1181100" y="1333500"/>
                </a:lnTo>
                <a:lnTo>
                  <a:pt x="1171575" y="1333500"/>
                </a:lnTo>
                <a:close/>
                <a:moveTo>
                  <a:pt x="1190625" y="1323975"/>
                </a:moveTo>
                <a:lnTo>
                  <a:pt x="1219200" y="1323975"/>
                </a:lnTo>
                <a:lnTo>
                  <a:pt x="1219200" y="1333500"/>
                </a:lnTo>
                <a:lnTo>
                  <a:pt x="1190625" y="1333500"/>
                </a:lnTo>
                <a:close/>
                <a:moveTo>
                  <a:pt x="1381125" y="1323975"/>
                </a:moveTo>
                <a:lnTo>
                  <a:pt x="1390650" y="1323975"/>
                </a:lnTo>
                <a:lnTo>
                  <a:pt x="1390650" y="1333500"/>
                </a:lnTo>
                <a:lnTo>
                  <a:pt x="1381125" y="1333500"/>
                </a:lnTo>
                <a:close/>
                <a:moveTo>
                  <a:pt x="1466850" y="1323975"/>
                </a:moveTo>
                <a:lnTo>
                  <a:pt x="1476375" y="1323975"/>
                </a:lnTo>
                <a:lnTo>
                  <a:pt x="1476375" y="1333500"/>
                </a:lnTo>
                <a:lnTo>
                  <a:pt x="1466850" y="1333500"/>
                </a:lnTo>
                <a:close/>
                <a:moveTo>
                  <a:pt x="647700" y="1333500"/>
                </a:moveTo>
                <a:lnTo>
                  <a:pt x="657225" y="1333500"/>
                </a:lnTo>
                <a:lnTo>
                  <a:pt x="657225" y="1343025"/>
                </a:lnTo>
                <a:lnTo>
                  <a:pt x="647700" y="1343025"/>
                </a:lnTo>
                <a:close/>
                <a:moveTo>
                  <a:pt x="1466850" y="1352550"/>
                </a:moveTo>
                <a:lnTo>
                  <a:pt x="1476375" y="1352550"/>
                </a:lnTo>
                <a:lnTo>
                  <a:pt x="1476375" y="1362075"/>
                </a:lnTo>
                <a:lnTo>
                  <a:pt x="1466850" y="1362075"/>
                </a:lnTo>
                <a:close/>
                <a:moveTo>
                  <a:pt x="381000" y="1362075"/>
                </a:moveTo>
                <a:lnTo>
                  <a:pt x="400050" y="1362075"/>
                </a:lnTo>
                <a:lnTo>
                  <a:pt x="400050" y="1371600"/>
                </a:lnTo>
                <a:lnTo>
                  <a:pt x="409575" y="1371600"/>
                </a:lnTo>
                <a:lnTo>
                  <a:pt x="409575" y="1381125"/>
                </a:lnTo>
                <a:lnTo>
                  <a:pt x="390525" y="1381125"/>
                </a:lnTo>
                <a:lnTo>
                  <a:pt x="390525" y="1371600"/>
                </a:lnTo>
                <a:lnTo>
                  <a:pt x="381000" y="1371600"/>
                </a:lnTo>
                <a:close/>
                <a:moveTo>
                  <a:pt x="1447800" y="1362075"/>
                </a:moveTo>
                <a:lnTo>
                  <a:pt x="1457325" y="1362075"/>
                </a:lnTo>
                <a:lnTo>
                  <a:pt x="1457325" y="1371600"/>
                </a:lnTo>
                <a:lnTo>
                  <a:pt x="1447800" y="1371600"/>
                </a:lnTo>
                <a:close/>
                <a:moveTo>
                  <a:pt x="142875" y="1381125"/>
                </a:moveTo>
                <a:lnTo>
                  <a:pt x="152400" y="1381125"/>
                </a:lnTo>
                <a:lnTo>
                  <a:pt x="152400" y="1390650"/>
                </a:lnTo>
                <a:lnTo>
                  <a:pt x="142875" y="1390650"/>
                </a:lnTo>
                <a:close/>
                <a:moveTo>
                  <a:pt x="371475" y="1381125"/>
                </a:moveTo>
                <a:lnTo>
                  <a:pt x="381000" y="1381125"/>
                </a:lnTo>
                <a:lnTo>
                  <a:pt x="381000" y="1390650"/>
                </a:lnTo>
                <a:lnTo>
                  <a:pt x="371475" y="1390650"/>
                </a:lnTo>
                <a:close/>
                <a:moveTo>
                  <a:pt x="981075" y="1381125"/>
                </a:moveTo>
                <a:lnTo>
                  <a:pt x="990600" y="1381125"/>
                </a:lnTo>
                <a:lnTo>
                  <a:pt x="990600" y="1400175"/>
                </a:lnTo>
                <a:lnTo>
                  <a:pt x="981075" y="1400175"/>
                </a:lnTo>
                <a:close/>
                <a:moveTo>
                  <a:pt x="1285875" y="1381125"/>
                </a:moveTo>
                <a:lnTo>
                  <a:pt x="1295400" y="1381125"/>
                </a:lnTo>
                <a:lnTo>
                  <a:pt x="1295400" y="1400175"/>
                </a:lnTo>
                <a:lnTo>
                  <a:pt x="1304925" y="1400175"/>
                </a:lnTo>
                <a:lnTo>
                  <a:pt x="1304925" y="1381125"/>
                </a:lnTo>
                <a:lnTo>
                  <a:pt x="1314450" y="1381125"/>
                </a:lnTo>
                <a:lnTo>
                  <a:pt x="1314450" y="1409700"/>
                </a:lnTo>
                <a:lnTo>
                  <a:pt x="1304925" y="1409700"/>
                </a:lnTo>
                <a:lnTo>
                  <a:pt x="1304925" y="1419225"/>
                </a:lnTo>
                <a:lnTo>
                  <a:pt x="1285875" y="1419225"/>
                </a:lnTo>
                <a:close/>
                <a:moveTo>
                  <a:pt x="1323975" y="1381125"/>
                </a:moveTo>
                <a:lnTo>
                  <a:pt x="1333500" y="1381125"/>
                </a:lnTo>
                <a:lnTo>
                  <a:pt x="1333500" y="1390650"/>
                </a:lnTo>
                <a:lnTo>
                  <a:pt x="1323975" y="1390650"/>
                </a:lnTo>
                <a:close/>
                <a:moveTo>
                  <a:pt x="1343025" y="1381125"/>
                </a:moveTo>
                <a:lnTo>
                  <a:pt x="1371600" y="1381125"/>
                </a:lnTo>
                <a:lnTo>
                  <a:pt x="1371600" y="1390650"/>
                </a:lnTo>
                <a:lnTo>
                  <a:pt x="1343025" y="1390650"/>
                </a:lnTo>
                <a:close/>
                <a:moveTo>
                  <a:pt x="1562100" y="1381125"/>
                </a:moveTo>
                <a:lnTo>
                  <a:pt x="1590675" y="1381125"/>
                </a:lnTo>
                <a:lnTo>
                  <a:pt x="1590675" y="1390650"/>
                </a:lnTo>
                <a:lnTo>
                  <a:pt x="1581150" y="1390650"/>
                </a:lnTo>
                <a:lnTo>
                  <a:pt x="1581150" y="1400175"/>
                </a:lnTo>
                <a:lnTo>
                  <a:pt x="1571625" y="1400175"/>
                </a:lnTo>
                <a:lnTo>
                  <a:pt x="1571625" y="1390650"/>
                </a:lnTo>
                <a:lnTo>
                  <a:pt x="1562100" y="1390650"/>
                </a:lnTo>
                <a:close/>
                <a:moveTo>
                  <a:pt x="152400" y="1390650"/>
                </a:moveTo>
                <a:lnTo>
                  <a:pt x="171450" y="1390650"/>
                </a:lnTo>
                <a:lnTo>
                  <a:pt x="171450" y="1400175"/>
                </a:lnTo>
                <a:lnTo>
                  <a:pt x="190500" y="1400175"/>
                </a:lnTo>
                <a:lnTo>
                  <a:pt x="190500" y="1409700"/>
                </a:lnTo>
                <a:lnTo>
                  <a:pt x="161925" y="1409700"/>
                </a:lnTo>
                <a:lnTo>
                  <a:pt x="161925" y="1400175"/>
                </a:lnTo>
                <a:lnTo>
                  <a:pt x="152400" y="1400175"/>
                </a:lnTo>
                <a:close/>
                <a:moveTo>
                  <a:pt x="314325" y="1390650"/>
                </a:moveTo>
                <a:lnTo>
                  <a:pt x="323850" y="1390650"/>
                </a:lnTo>
                <a:lnTo>
                  <a:pt x="323850" y="1400175"/>
                </a:lnTo>
                <a:lnTo>
                  <a:pt x="314325" y="1400175"/>
                </a:lnTo>
                <a:close/>
                <a:moveTo>
                  <a:pt x="514350" y="1390650"/>
                </a:moveTo>
                <a:lnTo>
                  <a:pt x="523875" y="1390650"/>
                </a:lnTo>
                <a:lnTo>
                  <a:pt x="523875" y="1409700"/>
                </a:lnTo>
                <a:lnTo>
                  <a:pt x="514350" y="1409700"/>
                </a:lnTo>
                <a:close/>
                <a:moveTo>
                  <a:pt x="533400" y="1400175"/>
                </a:moveTo>
                <a:lnTo>
                  <a:pt x="561975" y="1400175"/>
                </a:lnTo>
                <a:lnTo>
                  <a:pt x="561975" y="1419225"/>
                </a:lnTo>
                <a:lnTo>
                  <a:pt x="533400" y="1419225"/>
                </a:lnTo>
                <a:close/>
                <a:moveTo>
                  <a:pt x="962025" y="1400175"/>
                </a:moveTo>
                <a:lnTo>
                  <a:pt x="971550" y="1400175"/>
                </a:lnTo>
                <a:lnTo>
                  <a:pt x="971550" y="1409700"/>
                </a:lnTo>
                <a:lnTo>
                  <a:pt x="962025" y="1409700"/>
                </a:lnTo>
                <a:close/>
                <a:moveTo>
                  <a:pt x="314325" y="1409700"/>
                </a:moveTo>
                <a:lnTo>
                  <a:pt x="323850" y="1409700"/>
                </a:lnTo>
                <a:lnTo>
                  <a:pt x="323850" y="1419225"/>
                </a:lnTo>
                <a:lnTo>
                  <a:pt x="314325" y="1419225"/>
                </a:lnTo>
                <a:close/>
                <a:moveTo>
                  <a:pt x="361950" y="1409700"/>
                </a:moveTo>
                <a:lnTo>
                  <a:pt x="371475" y="1409700"/>
                </a:lnTo>
                <a:lnTo>
                  <a:pt x="371475" y="1419225"/>
                </a:lnTo>
                <a:lnTo>
                  <a:pt x="361950" y="1419225"/>
                </a:lnTo>
                <a:close/>
                <a:moveTo>
                  <a:pt x="1314450" y="1419225"/>
                </a:moveTo>
                <a:lnTo>
                  <a:pt x="1323975" y="1419225"/>
                </a:lnTo>
                <a:lnTo>
                  <a:pt x="1323975" y="1438275"/>
                </a:lnTo>
                <a:lnTo>
                  <a:pt x="1314450" y="1438275"/>
                </a:lnTo>
                <a:close/>
                <a:moveTo>
                  <a:pt x="1333500" y="1428750"/>
                </a:moveTo>
                <a:lnTo>
                  <a:pt x="1343025" y="1428750"/>
                </a:lnTo>
                <a:lnTo>
                  <a:pt x="1343025" y="1438275"/>
                </a:lnTo>
                <a:lnTo>
                  <a:pt x="1333500" y="1438275"/>
                </a:lnTo>
                <a:close/>
                <a:moveTo>
                  <a:pt x="1847850" y="1428750"/>
                </a:moveTo>
                <a:lnTo>
                  <a:pt x="1857375" y="1428750"/>
                </a:lnTo>
                <a:lnTo>
                  <a:pt x="1857375" y="1438275"/>
                </a:lnTo>
                <a:lnTo>
                  <a:pt x="1847850" y="1438275"/>
                </a:lnTo>
                <a:close/>
                <a:moveTo>
                  <a:pt x="952500" y="1438275"/>
                </a:moveTo>
                <a:lnTo>
                  <a:pt x="962025" y="1438275"/>
                </a:lnTo>
                <a:lnTo>
                  <a:pt x="962025" y="1447800"/>
                </a:lnTo>
                <a:lnTo>
                  <a:pt x="952500" y="1447800"/>
                </a:lnTo>
                <a:close/>
                <a:moveTo>
                  <a:pt x="1419225" y="1438275"/>
                </a:moveTo>
                <a:lnTo>
                  <a:pt x="1438275" y="1438275"/>
                </a:lnTo>
                <a:lnTo>
                  <a:pt x="1438275" y="1457325"/>
                </a:lnTo>
                <a:lnTo>
                  <a:pt x="1428750" y="1457325"/>
                </a:lnTo>
                <a:lnTo>
                  <a:pt x="1428750" y="1447800"/>
                </a:lnTo>
                <a:lnTo>
                  <a:pt x="1419225" y="1447800"/>
                </a:lnTo>
                <a:close/>
                <a:moveTo>
                  <a:pt x="1695450" y="1438275"/>
                </a:moveTo>
                <a:lnTo>
                  <a:pt x="1704975" y="1438275"/>
                </a:lnTo>
                <a:lnTo>
                  <a:pt x="1704975" y="1447800"/>
                </a:lnTo>
                <a:lnTo>
                  <a:pt x="1714500" y="1447800"/>
                </a:lnTo>
                <a:lnTo>
                  <a:pt x="1714500" y="1457325"/>
                </a:lnTo>
                <a:lnTo>
                  <a:pt x="1695450" y="1457325"/>
                </a:lnTo>
                <a:close/>
                <a:moveTo>
                  <a:pt x="1743075" y="1438275"/>
                </a:moveTo>
                <a:lnTo>
                  <a:pt x="1762125" y="1438275"/>
                </a:lnTo>
                <a:lnTo>
                  <a:pt x="1762125" y="1457325"/>
                </a:lnTo>
                <a:lnTo>
                  <a:pt x="1733550" y="1457325"/>
                </a:lnTo>
                <a:lnTo>
                  <a:pt x="1733550" y="1447800"/>
                </a:lnTo>
                <a:lnTo>
                  <a:pt x="1743075" y="1447800"/>
                </a:lnTo>
                <a:close/>
                <a:moveTo>
                  <a:pt x="323850" y="1447800"/>
                </a:moveTo>
                <a:lnTo>
                  <a:pt x="352425" y="1447800"/>
                </a:lnTo>
                <a:lnTo>
                  <a:pt x="352425" y="1457325"/>
                </a:lnTo>
                <a:lnTo>
                  <a:pt x="342900" y="1457325"/>
                </a:lnTo>
                <a:lnTo>
                  <a:pt x="342900" y="1466850"/>
                </a:lnTo>
                <a:lnTo>
                  <a:pt x="333375" y="1466850"/>
                </a:lnTo>
                <a:lnTo>
                  <a:pt x="333375" y="1457325"/>
                </a:lnTo>
                <a:lnTo>
                  <a:pt x="323850" y="1457325"/>
                </a:lnTo>
                <a:close/>
                <a:moveTo>
                  <a:pt x="1181100" y="1447800"/>
                </a:moveTo>
                <a:lnTo>
                  <a:pt x="1190625" y="1447800"/>
                </a:lnTo>
                <a:lnTo>
                  <a:pt x="1190625" y="1457325"/>
                </a:lnTo>
                <a:lnTo>
                  <a:pt x="1181100" y="1457325"/>
                </a:lnTo>
                <a:close/>
                <a:moveTo>
                  <a:pt x="1400175" y="1447800"/>
                </a:moveTo>
                <a:lnTo>
                  <a:pt x="1409700" y="1447800"/>
                </a:lnTo>
                <a:lnTo>
                  <a:pt x="1409700" y="1457325"/>
                </a:lnTo>
                <a:lnTo>
                  <a:pt x="1400175" y="1457325"/>
                </a:lnTo>
                <a:close/>
                <a:moveTo>
                  <a:pt x="1562100" y="1447800"/>
                </a:moveTo>
                <a:lnTo>
                  <a:pt x="1590675" y="1447800"/>
                </a:lnTo>
                <a:lnTo>
                  <a:pt x="1590675" y="1457325"/>
                </a:lnTo>
                <a:lnTo>
                  <a:pt x="1562100" y="1457325"/>
                </a:lnTo>
                <a:close/>
                <a:moveTo>
                  <a:pt x="1628775" y="1447800"/>
                </a:moveTo>
                <a:lnTo>
                  <a:pt x="1647825" y="1447800"/>
                </a:lnTo>
                <a:lnTo>
                  <a:pt x="1647825" y="1457325"/>
                </a:lnTo>
                <a:lnTo>
                  <a:pt x="1628775" y="1457325"/>
                </a:lnTo>
                <a:close/>
                <a:moveTo>
                  <a:pt x="1771650" y="1447800"/>
                </a:moveTo>
                <a:lnTo>
                  <a:pt x="1781175" y="1447800"/>
                </a:lnTo>
                <a:lnTo>
                  <a:pt x="1781175" y="1457325"/>
                </a:lnTo>
                <a:lnTo>
                  <a:pt x="1771650" y="1457325"/>
                </a:lnTo>
                <a:close/>
                <a:moveTo>
                  <a:pt x="1819275" y="1447800"/>
                </a:moveTo>
                <a:lnTo>
                  <a:pt x="1838325" y="1447800"/>
                </a:lnTo>
                <a:lnTo>
                  <a:pt x="1838325" y="1457325"/>
                </a:lnTo>
                <a:lnTo>
                  <a:pt x="1819275" y="1457325"/>
                </a:lnTo>
                <a:close/>
                <a:moveTo>
                  <a:pt x="247650" y="1485900"/>
                </a:moveTo>
                <a:lnTo>
                  <a:pt x="257175" y="1485900"/>
                </a:lnTo>
                <a:lnTo>
                  <a:pt x="257175" y="1495425"/>
                </a:lnTo>
                <a:lnTo>
                  <a:pt x="247650" y="1495425"/>
                </a:lnTo>
                <a:close/>
                <a:moveTo>
                  <a:pt x="323850" y="1495425"/>
                </a:moveTo>
                <a:lnTo>
                  <a:pt x="342900" y="1495425"/>
                </a:lnTo>
                <a:lnTo>
                  <a:pt x="342900" y="1514475"/>
                </a:lnTo>
                <a:lnTo>
                  <a:pt x="333375" y="1514475"/>
                </a:lnTo>
                <a:lnTo>
                  <a:pt x="333375" y="1504950"/>
                </a:lnTo>
                <a:lnTo>
                  <a:pt x="323850" y="1504950"/>
                </a:lnTo>
                <a:close/>
                <a:moveTo>
                  <a:pt x="47625" y="1524000"/>
                </a:moveTo>
                <a:lnTo>
                  <a:pt x="57150" y="1524000"/>
                </a:lnTo>
                <a:lnTo>
                  <a:pt x="57150" y="1533525"/>
                </a:lnTo>
                <a:lnTo>
                  <a:pt x="47625" y="1533525"/>
                </a:lnTo>
                <a:close/>
                <a:moveTo>
                  <a:pt x="228600" y="1524000"/>
                </a:moveTo>
                <a:lnTo>
                  <a:pt x="238125" y="1524000"/>
                </a:lnTo>
                <a:lnTo>
                  <a:pt x="238125" y="1543050"/>
                </a:lnTo>
                <a:lnTo>
                  <a:pt x="219075" y="1543050"/>
                </a:lnTo>
                <a:lnTo>
                  <a:pt x="219075" y="1533525"/>
                </a:lnTo>
                <a:lnTo>
                  <a:pt x="228600" y="1533525"/>
                </a:lnTo>
                <a:close/>
                <a:moveTo>
                  <a:pt x="38100" y="1533525"/>
                </a:moveTo>
                <a:lnTo>
                  <a:pt x="47625" y="1533525"/>
                </a:lnTo>
                <a:lnTo>
                  <a:pt x="47625" y="1543050"/>
                </a:lnTo>
                <a:lnTo>
                  <a:pt x="38100" y="1543050"/>
                </a:lnTo>
                <a:close/>
                <a:moveTo>
                  <a:pt x="1628775" y="1533525"/>
                </a:moveTo>
                <a:lnTo>
                  <a:pt x="1638300" y="1533525"/>
                </a:lnTo>
                <a:lnTo>
                  <a:pt x="1638300" y="1543050"/>
                </a:lnTo>
                <a:lnTo>
                  <a:pt x="1628775" y="1543050"/>
                </a:lnTo>
                <a:close/>
                <a:moveTo>
                  <a:pt x="438150" y="1543050"/>
                </a:moveTo>
                <a:lnTo>
                  <a:pt x="447675" y="1543050"/>
                </a:lnTo>
                <a:lnTo>
                  <a:pt x="447675" y="1562100"/>
                </a:lnTo>
                <a:lnTo>
                  <a:pt x="457200" y="1562100"/>
                </a:lnTo>
                <a:lnTo>
                  <a:pt x="457200" y="1543050"/>
                </a:lnTo>
                <a:lnTo>
                  <a:pt x="466725" y="1543050"/>
                </a:lnTo>
                <a:lnTo>
                  <a:pt x="466725" y="1552575"/>
                </a:lnTo>
                <a:lnTo>
                  <a:pt x="476250" y="1552575"/>
                </a:lnTo>
                <a:lnTo>
                  <a:pt x="476250" y="1571625"/>
                </a:lnTo>
                <a:lnTo>
                  <a:pt x="466725" y="1571625"/>
                </a:lnTo>
                <a:lnTo>
                  <a:pt x="466725" y="1562100"/>
                </a:lnTo>
                <a:lnTo>
                  <a:pt x="457200" y="1562100"/>
                </a:lnTo>
                <a:lnTo>
                  <a:pt x="457200" y="1571625"/>
                </a:lnTo>
                <a:lnTo>
                  <a:pt x="438150" y="1571625"/>
                </a:lnTo>
                <a:close/>
                <a:moveTo>
                  <a:pt x="409575" y="1552575"/>
                </a:moveTo>
                <a:lnTo>
                  <a:pt x="419100" y="1552575"/>
                </a:lnTo>
                <a:lnTo>
                  <a:pt x="419100" y="1562100"/>
                </a:lnTo>
                <a:lnTo>
                  <a:pt x="409575" y="1562100"/>
                </a:lnTo>
                <a:close/>
                <a:moveTo>
                  <a:pt x="542925" y="1590675"/>
                </a:moveTo>
                <a:lnTo>
                  <a:pt x="561975" y="1590675"/>
                </a:lnTo>
                <a:lnTo>
                  <a:pt x="561975" y="1600200"/>
                </a:lnTo>
                <a:lnTo>
                  <a:pt x="581025" y="1600200"/>
                </a:lnTo>
                <a:lnTo>
                  <a:pt x="581025" y="1609725"/>
                </a:lnTo>
                <a:lnTo>
                  <a:pt x="571500" y="1609725"/>
                </a:lnTo>
                <a:lnTo>
                  <a:pt x="571500" y="1628775"/>
                </a:lnTo>
                <a:lnTo>
                  <a:pt x="561975" y="1628775"/>
                </a:lnTo>
                <a:lnTo>
                  <a:pt x="561975" y="1619250"/>
                </a:lnTo>
                <a:lnTo>
                  <a:pt x="542925" y="1619250"/>
                </a:lnTo>
                <a:close/>
                <a:moveTo>
                  <a:pt x="523875" y="1600200"/>
                </a:moveTo>
                <a:lnTo>
                  <a:pt x="533400" y="1600200"/>
                </a:lnTo>
                <a:lnTo>
                  <a:pt x="533400" y="1609725"/>
                </a:lnTo>
                <a:lnTo>
                  <a:pt x="523875" y="1609725"/>
                </a:lnTo>
                <a:close/>
                <a:moveTo>
                  <a:pt x="514350" y="1609725"/>
                </a:moveTo>
                <a:lnTo>
                  <a:pt x="523875" y="1609725"/>
                </a:lnTo>
                <a:lnTo>
                  <a:pt x="523875" y="1619250"/>
                </a:lnTo>
                <a:lnTo>
                  <a:pt x="514350" y="1619250"/>
                </a:lnTo>
                <a:close/>
                <a:moveTo>
                  <a:pt x="581025" y="1609725"/>
                </a:moveTo>
                <a:lnTo>
                  <a:pt x="600075" y="1609725"/>
                </a:lnTo>
                <a:lnTo>
                  <a:pt x="600075" y="1628775"/>
                </a:lnTo>
                <a:lnTo>
                  <a:pt x="581025" y="1628775"/>
                </a:lnTo>
                <a:close/>
                <a:moveTo>
                  <a:pt x="504825" y="1619250"/>
                </a:moveTo>
                <a:lnTo>
                  <a:pt x="514350" y="1619250"/>
                </a:lnTo>
                <a:lnTo>
                  <a:pt x="514350" y="1628775"/>
                </a:lnTo>
                <a:lnTo>
                  <a:pt x="504825" y="1628775"/>
                </a:lnTo>
                <a:close/>
                <a:moveTo>
                  <a:pt x="1781175" y="1619250"/>
                </a:moveTo>
                <a:lnTo>
                  <a:pt x="1800225" y="1619250"/>
                </a:lnTo>
                <a:lnTo>
                  <a:pt x="1800225" y="1638300"/>
                </a:lnTo>
                <a:lnTo>
                  <a:pt x="1781175" y="1638300"/>
                </a:lnTo>
                <a:close/>
                <a:moveTo>
                  <a:pt x="514350" y="1638300"/>
                </a:moveTo>
                <a:lnTo>
                  <a:pt x="533400" y="1638300"/>
                </a:lnTo>
                <a:lnTo>
                  <a:pt x="533400" y="1647825"/>
                </a:lnTo>
                <a:lnTo>
                  <a:pt x="514350" y="1647825"/>
                </a:lnTo>
                <a:close/>
                <a:moveTo>
                  <a:pt x="561975" y="1638300"/>
                </a:moveTo>
                <a:lnTo>
                  <a:pt x="571500" y="1638300"/>
                </a:lnTo>
                <a:lnTo>
                  <a:pt x="571500" y="1647825"/>
                </a:lnTo>
                <a:lnTo>
                  <a:pt x="561975" y="1647825"/>
                </a:lnTo>
                <a:close/>
              </a:path>
            </a:pathLst>
          </a:custGeom>
          <a:solidFill xmlns:a="http://schemas.openxmlformats.org/drawingml/2006/main">
            <a:srgbClr val="F2EFE3"/>
          </a:solidFill>
          <a:ln xmlns:a="http://schemas.openxmlformats.org/drawingml/2006/main" w="0">
            <a:noFill/>
          </a:ln>
        </p:spPr>
      </p:sp>
      <p:sp>
        <p:nvSpPr>
          <p:cNvPr id="109" name="appearance vector #f2efe0">
            <a:extLst xmlns:a="http://schemas.openxmlformats.org/drawingml/2006/main">
              <a:ext uri="{FF2B5EF4-FFF2-40B4-BE49-F238E27FC236}">
                <a16:creationId xmlns:a16="http://schemas.microsoft.com/office/drawing/2014/main" id="{F89F5ECC-741F-403E-94ED-D5F58DD422E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343400" y="5114925"/>
            <a:ext cx="1943100" cy="1666875"/>
          </a:xfrm>
          <a:custGeom xmlns:a="http://schemas.openxmlformats.org/drawingml/2006/main">
            <a:pathLst>
              <a:path w="1943100" h="1666875">
                <a:moveTo>
                  <a:pt x="66675" y="28575"/>
                </a:moveTo>
                <a:lnTo>
                  <a:pt x="114300" y="28575"/>
                </a:lnTo>
                <a:lnTo>
                  <a:pt x="114300" y="38100"/>
                </a:lnTo>
                <a:lnTo>
                  <a:pt x="152400" y="38100"/>
                </a:lnTo>
                <a:lnTo>
                  <a:pt x="152400" y="28575"/>
                </a:lnTo>
                <a:lnTo>
                  <a:pt x="200025" y="28575"/>
                </a:lnTo>
                <a:lnTo>
                  <a:pt x="200025" y="38100"/>
                </a:lnTo>
                <a:lnTo>
                  <a:pt x="209550" y="38100"/>
                </a:lnTo>
                <a:lnTo>
                  <a:pt x="209550" y="47625"/>
                </a:lnTo>
                <a:lnTo>
                  <a:pt x="228600" y="47625"/>
                </a:lnTo>
                <a:lnTo>
                  <a:pt x="228600" y="38100"/>
                </a:lnTo>
                <a:lnTo>
                  <a:pt x="257175" y="38100"/>
                </a:lnTo>
                <a:lnTo>
                  <a:pt x="257175" y="47625"/>
                </a:lnTo>
                <a:lnTo>
                  <a:pt x="238125" y="47625"/>
                </a:lnTo>
                <a:lnTo>
                  <a:pt x="238125" y="66675"/>
                </a:lnTo>
                <a:lnTo>
                  <a:pt x="228600" y="66675"/>
                </a:lnTo>
                <a:lnTo>
                  <a:pt x="228600" y="76200"/>
                </a:lnTo>
                <a:lnTo>
                  <a:pt x="238125" y="76200"/>
                </a:lnTo>
                <a:lnTo>
                  <a:pt x="238125" y="95250"/>
                </a:lnTo>
                <a:lnTo>
                  <a:pt x="247650" y="95250"/>
                </a:lnTo>
                <a:lnTo>
                  <a:pt x="247650" y="133350"/>
                </a:lnTo>
                <a:lnTo>
                  <a:pt x="238125" y="133350"/>
                </a:lnTo>
                <a:lnTo>
                  <a:pt x="238125" y="142875"/>
                </a:lnTo>
                <a:lnTo>
                  <a:pt x="209550" y="142875"/>
                </a:lnTo>
                <a:lnTo>
                  <a:pt x="209550" y="161925"/>
                </a:lnTo>
                <a:lnTo>
                  <a:pt x="161925" y="161925"/>
                </a:lnTo>
                <a:lnTo>
                  <a:pt x="161925" y="152400"/>
                </a:lnTo>
                <a:lnTo>
                  <a:pt x="152400" y="152400"/>
                </a:lnTo>
                <a:lnTo>
                  <a:pt x="152400" y="133350"/>
                </a:lnTo>
                <a:lnTo>
                  <a:pt x="142875" y="133350"/>
                </a:lnTo>
                <a:lnTo>
                  <a:pt x="142875" y="123825"/>
                </a:lnTo>
                <a:lnTo>
                  <a:pt x="152400" y="123825"/>
                </a:lnTo>
                <a:lnTo>
                  <a:pt x="152400" y="114300"/>
                </a:lnTo>
                <a:lnTo>
                  <a:pt x="142875" y="114300"/>
                </a:lnTo>
                <a:lnTo>
                  <a:pt x="142875" y="85725"/>
                </a:lnTo>
                <a:lnTo>
                  <a:pt x="133350" y="85725"/>
                </a:lnTo>
                <a:lnTo>
                  <a:pt x="133350" y="66675"/>
                </a:lnTo>
                <a:lnTo>
                  <a:pt x="104775" y="66675"/>
                </a:lnTo>
                <a:lnTo>
                  <a:pt x="104775" y="76200"/>
                </a:lnTo>
                <a:lnTo>
                  <a:pt x="95250" y="76200"/>
                </a:lnTo>
                <a:lnTo>
                  <a:pt x="95250" y="85725"/>
                </a:lnTo>
                <a:lnTo>
                  <a:pt x="85725" y="85725"/>
                </a:lnTo>
                <a:lnTo>
                  <a:pt x="85725" y="76200"/>
                </a:lnTo>
                <a:lnTo>
                  <a:pt x="66675" y="76200"/>
                </a:lnTo>
                <a:lnTo>
                  <a:pt x="66675" y="66675"/>
                </a:lnTo>
                <a:lnTo>
                  <a:pt x="76200" y="66675"/>
                </a:lnTo>
                <a:lnTo>
                  <a:pt x="76200" y="57150"/>
                </a:lnTo>
                <a:lnTo>
                  <a:pt x="66675" y="57150"/>
                </a:lnTo>
                <a:close/>
                <a:moveTo>
                  <a:pt x="495300" y="28575"/>
                </a:moveTo>
                <a:lnTo>
                  <a:pt x="514350" y="28575"/>
                </a:lnTo>
                <a:lnTo>
                  <a:pt x="514350" y="38100"/>
                </a:lnTo>
                <a:lnTo>
                  <a:pt x="542925" y="38100"/>
                </a:lnTo>
                <a:lnTo>
                  <a:pt x="542925" y="47625"/>
                </a:lnTo>
                <a:lnTo>
                  <a:pt x="504825" y="47625"/>
                </a:lnTo>
                <a:lnTo>
                  <a:pt x="504825" y="57150"/>
                </a:lnTo>
                <a:lnTo>
                  <a:pt x="485775" y="57150"/>
                </a:lnTo>
                <a:lnTo>
                  <a:pt x="485775" y="76200"/>
                </a:lnTo>
                <a:lnTo>
                  <a:pt x="495300" y="76200"/>
                </a:lnTo>
                <a:lnTo>
                  <a:pt x="495300" y="85725"/>
                </a:lnTo>
                <a:lnTo>
                  <a:pt x="504825" y="85725"/>
                </a:lnTo>
                <a:lnTo>
                  <a:pt x="504825" y="104775"/>
                </a:lnTo>
                <a:lnTo>
                  <a:pt x="428625" y="104775"/>
                </a:lnTo>
                <a:lnTo>
                  <a:pt x="428625" y="76200"/>
                </a:lnTo>
                <a:lnTo>
                  <a:pt x="409575" y="76200"/>
                </a:lnTo>
                <a:lnTo>
                  <a:pt x="409575" y="95250"/>
                </a:lnTo>
                <a:lnTo>
                  <a:pt x="400050" y="95250"/>
                </a:lnTo>
                <a:lnTo>
                  <a:pt x="400050" y="66675"/>
                </a:lnTo>
                <a:lnTo>
                  <a:pt x="409575" y="66675"/>
                </a:lnTo>
                <a:lnTo>
                  <a:pt x="409575" y="57150"/>
                </a:lnTo>
                <a:lnTo>
                  <a:pt x="428625" y="57150"/>
                </a:lnTo>
                <a:lnTo>
                  <a:pt x="428625" y="47625"/>
                </a:lnTo>
                <a:lnTo>
                  <a:pt x="447675" y="47625"/>
                </a:lnTo>
                <a:lnTo>
                  <a:pt x="447675" y="38100"/>
                </a:lnTo>
                <a:lnTo>
                  <a:pt x="466725" y="38100"/>
                </a:lnTo>
                <a:lnTo>
                  <a:pt x="466725" y="47625"/>
                </a:lnTo>
                <a:lnTo>
                  <a:pt x="476250" y="47625"/>
                </a:lnTo>
                <a:lnTo>
                  <a:pt x="476250" y="38100"/>
                </a:lnTo>
                <a:lnTo>
                  <a:pt x="495300" y="38100"/>
                </a:lnTo>
                <a:close/>
                <a:moveTo>
                  <a:pt x="1743075" y="28575"/>
                </a:moveTo>
                <a:lnTo>
                  <a:pt x="1771650" y="28575"/>
                </a:lnTo>
                <a:lnTo>
                  <a:pt x="1771650" y="38100"/>
                </a:lnTo>
                <a:lnTo>
                  <a:pt x="1743075" y="38100"/>
                </a:lnTo>
                <a:close/>
                <a:moveTo>
                  <a:pt x="552450" y="38100"/>
                </a:moveTo>
                <a:lnTo>
                  <a:pt x="561975" y="38100"/>
                </a:lnTo>
                <a:lnTo>
                  <a:pt x="561975" y="47625"/>
                </a:lnTo>
                <a:lnTo>
                  <a:pt x="552450" y="47625"/>
                </a:lnTo>
                <a:close/>
                <a:moveTo>
                  <a:pt x="1714500" y="38100"/>
                </a:moveTo>
                <a:lnTo>
                  <a:pt x="1724025" y="38100"/>
                </a:lnTo>
                <a:lnTo>
                  <a:pt x="1724025" y="47625"/>
                </a:lnTo>
                <a:lnTo>
                  <a:pt x="1714500" y="47625"/>
                </a:lnTo>
                <a:close/>
                <a:moveTo>
                  <a:pt x="390525" y="95250"/>
                </a:moveTo>
                <a:lnTo>
                  <a:pt x="400050" y="95250"/>
                </a:lnTo>
                <a:lnTo>
                  <a:pt x="400050" y="133350"/>
                </a:lnTo>
                <a:lnTo>
                  <a:pt x="390525" y="133350"/>
                </a:lnTo>
                <a:lnTo>
                  <a:pt x="390525" y="123825"/>
                </a:lnTo>
                <a:lnTo>
                  <a:pt x="381000" y="123825"/>
                </a:lnTo>
                <a:lnTo>
                  <a:pt x="381000" y="114300"/>
                </a:lnTo>
                <a:lnTo>
                  <a:pt x="390525" y="114300"/>
                </a:lnTo>
                <a:close/>
                <a:moveTo>
                  <a:pt x="66675" y="114300"/>
                </a:moveTo>
                <a:lnTo>
                  <a:pt x="76200" y="114300"/>
                </a:lnTo>
                <a:lnTo>
                  <a:pt x="76200" y="133350"/>
                </a:lnTo>
                <a:lnTo>
                  <a:pt x="66675" y="133350"/>
                </a:lnTo>
                <a:close/>
                <a:moveTo>
                  <a:pt x="342900" y="133350"/>
                </a:moveTo>
                <a:lnTo>
                  <a:pt x="361950" y="133350"/>
                </a:lnTo>
                <a:lnTo>
                  <a:pt x="361950" y="142875"/>
                </a:lnTo>
                <a:lnTo>
                  <a:pt x="342900" y="142875"/>
                </a:lnTo>
                <a:close/>
                <a:moveTo>
                  <a:pt x="400050" y="133350"/>
                </a:moveTo>
                <a:lnTo>
                  <a:pt x="438150" y="133350"/>
                </a:lnTo>
                <a:lnTo>
                  <a:pt x="438150" y="152400"/>
                </a:lnTo>
                <a:lnTo>
                  <a:pt x="428625" y="152400"/>
                </a:lnTo>
                <a:lnTo>
                  <a:pt x="428625" y="142875"/>
                </a:lnTo>
                <a:lnTo>
                  <a:pt x="400050" y="142875"/>
                </a:lnTo>
                <a:close/>
                <a:moveTo>
                  <a:pt x="438150" y="152400"/>
                </a:moveTo>
                <a:lnTo>
                  <a:pt x="447675" y="152400"/>
                </a:lnTo>
                <a:lnTo>
                  <a:pt x="447675" y="161925"/>
                </a:lnTo>
                <a:lnTo>
                  <a:pt x="438150" y="161925"/>
                </a:lnTo>
                <a:close/>
                <a:moveTo>
                  <a:pt x="152400" y="161925"/>
                </a:moveTo>
                <a:lnTo>
                  <a:pt x="161925" y="161925"/>
                </a:lnTo>
                <a:lnTo>
                  <a:pt x="161925" y="171450"/>
                </a:lnTo>
                <a:lnTo>
                  <a:pt x="152400" y="171450"/>
                </a:lnTo>
                <a:close/>
                <a:moveTo>
                  <a:pt x="504825" y="161925"/>
                </a:moveTo>
                <a:lnTo>
                  <a:pt x="514350" y="161925"/>
                </a:lnTo>
                <a:lnTo>
                  <a:pt x="514350" y="171450"/>
                </a:lnTo>
                <a:lnTo>
                  <a:pt x="523875" y="171450"/>
                </a:lnTo>
                <a:lnTo>
                  <a:pt x="523875" y="180975"/>
                </a:lnTo>
                <a:lnTo>
                  <a:pt x="514350" y="180975"/>
                </a:lnTo>
                <a:lnTo>
                  <a:pt x="514350" y="190500"/>
                </a:lnTo>
                <a:lnTo>
                  <a:pt x="504825" y="190500"/>
                </a:lnTo>
                <a:close/>
                <a:moveTo>
                  <a:pt x="66675" y="171450"/>
                </a:moveTo>
                <a:lnTo>
                  <a:pt x="76200" y="171450"/>
                </a:lnTo>
                <a:lnTo>
                  <a:pt x="76200" y="180975"/>
                </a:lnTo>
                <a:lnTo>
                  <a:pt x="66675" y="180975"/>
                </a:lnTo>
                <a:close/>
                <a:moveTo>
                  <a:pt x="333375" y="171450"/>
                </a:moveTo>
                <a:lnTo>
                  <a:pt x="342900" y="171450"/>
                </a:lnTo>
                <a:lnTo>
                  <a:pt x="342900" y="180975"/>
                </a:lnTo>
                <a:lnTo>
                  <a:pt x="333375" y="180975"/>
                </a:lnTo>
                <a:close/>
                <a:moveTo>
                  <a:pt x="57150" y="190500"/>
                </a:moveTo>
                <a:lnTo>
                  <a:pt x="66675" y="190500"/>
                </a:lnTo>
                <a:lnTo>
                  <a:pt x="66675" y="228600"/>
                </a:lnTo>
                <a:lnTo>
                  <a:pt x="57150" y="228600"/>
                </a:lnTo>
                <a:lnTo>
                  <a:pt x="57150" y="219075"/>
                </a:lnTo>
                <a:lnTo>
                  <a:pt x="47625" y="219075"/>
                </a:lnTo>
                <a:lnTo>
                  <a:pt x="47625" y="200025"/>
                </a:lnTo>
                <a:lnTo>
                  <a:pt x="57150" y="200025"/>
                </a:lnTo>
                <a:close/>
                <a:moveTo>
                  <a:pt x="561975" y="190500"/>
                </a:moveTo>
                <a:lnTo>
                  <a:pt x="571500" y="190500"/>
                </a:lnTo>
                <a:lnTo>
                  <a:pt x="571500" y="200025"/>
                </a:lnTo>
                <a:lnTo>
                  <a:pt x="590550" y="200025"/>
                </a:lnTo>
                <a:lnTo>
                  <a:pt x="590550" y="209550"/>
                </a:lnTo>
                <a:lnTo>
                  <a:pt x="600075" y="209550"/>
                </a:lnTo>
                <a:lnTo>
                  <a:pt x="600075" y="219075"/>
                </a:lnTo>
                <a:lnTo>
                  <a:pt x="666750" y="219075"/>
                </a:lnTo>
                <a:lnTo>
                  <a:pt x="666750" y="238125"/>
                </a:lnTo>
                <a:lnTo>
                  <a:pt x="647700" y="238125"/>
                </a:lnTo>
                <a:lnTo>
                  <a:pt x="647700" y="228600"/>
                </a:lnTo>
                <a:lnTo>
                  <a:pt x="638175" y="228600"/>
                </a:lnTo>
                <a:lnTo>
                  <a:pt x="638175" y="238125"/>
                </a:lnTo>
                <a:lnTo>
                  <a:pt x="609600" y="238125"/>
                </a:lnTo>
                <a:lnTo>
                  <a:pt x="609600" y="228600"/>
                </a:lnTo>
                <a:lnTo>
                  <a:pt x="600075" y="228600"/>
                </a:lnTo>
                <a:lnTo>
                  <a:pt x="600075" y="238125"/>
                </a:lnTo>
                <a:lnTo>
                  <a:pt x="504825" y="238125"/>
                </a:lnTo>
                <a:lnTo>
                  <a:pt x="504825" y="247650"/>
                </a:lnTo>
                <a:lnTo>
                  <a:pt x="495300" y="247650"/>
                </a:lnTo>
                <a:lnTo>
                  <a:pt x="495300" y="209550"/>
                </a:lnTo>
                <a:lnTo>
                  <a:pt x="504825" y="209550"/>
                </a:lnTo>
                <a:lnTo>
                  <a:pt x="504825" y="200025"/>
                </a:lnTo>
                <a:lnTo>
                  <a:pt x="561975" y="200025"/>
                </a:lnTo>
                <a:close/>
                <a:moveTo>
                  <a:pt x="1333500" y="209550"/>
                </a:moveTo>
                <a:lnTo>
                  <a:pt x="1343025" y="209550"/>
                </a:lnTo>
                <a:lnTo>
                  <a:pt x="1343025" y="219075"/>
                </a:lnTo>
                <a:lnTo>
                  <a:pt x="1333500" y="219075"/>
                </a:lnTo>
                <a:close/>
                <a:moveTo>
                  <a:pt x="1304925" y="219075"/>
                </a:moveTo>
                <a:lnTo>
                  <a:pt x="1314450" y="219075"/>
                </a:lnTo>
                <a:lnTo>
                  <a:pt x="1314450" y="228600"/>
                </a:lnTo>
                <a:lnTo>
                  <a:pt x="1304925" y="228600"/>
                </a:lnTo>
                <a:close/>
                <a:moveTo>
                  <a:pt x="1600200" y="219075"/>
                </a:moveTo>
                <a:lnTo>
                  <a:pt x="1628775" y="219075"/>
                </a:lnTo>
                <a:lnTo>
                  <a:pt x="1628775" y="228600"/>
                </a:lnTo>
                <a:lnTo>
                  <a:pt x="1619250" y="228600"/>
                </a:lnTo>
                <a:lnTo>
                  <a:pt x="1619250" y="247650"/>
                </a:lnTo>
                <a:lnTo>
                  <a:pt x="1609725" y="247650"/>
                </a:lnTo>
                <a:lnTo>
                  <a:pt x="1609725" y="257175"/>
                </a:lnTo>
                <a:lnTo>
                  <a:pt x="1600200" y="257175"/>
                </a:lnTo>
                <a:lnTo>
                  <a:pt x="1600200" y="266700"/>
                </a:lnTo>
                <a:lnTo>
                  <a:pt x="1590675" y="266700"/>
                </a:lnTo>
                <a:lnTo>
                  <a:pt x="1590675" y="276225"/>
                </a:lnTo>
                <a:lnTo>
                  <a:pt x="1581150" y="276225"/>
                </a:lnTo>
                <a:lnTo>
                  <a:pt x="1581150" y="257175"/>
                </a:lnTo>
                <a:lnTo>
                  <a:pt x="1533525" y="257175"/>
                </a:lnTo>
                <a:lnTo>
                  <a:pt x="1533525" y="266700"/>
                </a:lnTo>
                <a:lnTo>
                  <a:pt x="1552575" y="266700"/>
                </a:lnTo>
                <a:lnTo>
                  <a:pt x="1552575" y="276225"/>
                </a:lnTo>
                <a:lnTo>
                  <a:pt x="1524000" y="276225"/>
                </a:lnTo>
                <a:lnTo>
                  <a:pt x="1524000" y="266700"/>
                </a:lnTo>
                <a:lnTo>
                  <a:pt x="1514475" y="266700"/>
                </a:lnTo>
                <a:lnTo>
                  <a:pt x="1514475" y="257175"/>
                </a:lnTo>
                <a:lnTo>
                  <a:pt x="1495425" y="257175"/>
                </a:lnTo>
                <a:lnTo>
                  <a:pt x="1495425" y="247650"/>
                </a:lnTo>
                <a:lnTo>
                  <a:pt x="1514475" y="247650"/>
                </a:lnTo>
                <a:lnTo>
                  <a:pt x="1514475" y="238125"/>
                </a:lnTo>
                <a:lnTo>
                  <a:pt x="1552575" y="238125"/>
                </a:lnTo>
                <a:lnTo>
                  <a:pt x="1552575" y="247650"/>
                </a:lnTo>
                <a:lnTo>
                  <a:pt x="1562100" y="247650"/>
                </a:lnTo>
                <a:lnTo>
                  <a:pt x="1562100" y="238125"/>
                </a:lnTo>
                <a:lnTo>
                  <a:pt x="1590675" y="238125"/>
                </a:lnTo>
                <a:lnTo>
                  <a:pt x="1590675" y="228600"/>
                </a:lnTo>
                <a:lnTo>
                  <a:pt x="1600200" y="228600"/>
                </a:lnTo>
                <a:close/>
                <a:moveTo>
                  <a:pt x="676275" y="228600"/>
                </a:moveTo>
                <a:lnTo>
                  <a:pt x="704850" y="228600"/>
                </a:lnTo>
                <a:lnTo>
                  <a:pt x="704850" y="238125"/>
                </a:lnTo>
                <a:lnTo>
                  <a:pt x="676275" y="238125"/>
                </a:lnTo>
                <a:close/>
                <a:moveTo>
                  <a:pt x="1371600" y="228600"/>
                </a:moveTo>
                <a:lnTo>
                  <a:pt x="1381125" y="228600"/>
                </a:lnTo>
                <a:lnTo>
                  <a:pt x="1381125" y="238125"/>
                </a:lnTo>
                <a:lnTo>
                  <a:pt x="1428750" y="238125"/>
                </a:lnTo>
                <a:lnTo>
                  <a:pt x="1428750" y="228600"/>
                </a:lnTo>
                <a:lnTo>
                  <a:pt x="1438275" y="228600"/>
                </a:lnTo>
                <a:lnTo>
                  <a:pt x="1438275" y="238125"/>
                </a:lnTo>
                <a:lnTo>
                  <a:pt x="1447800" y="238125"/>
                </a:lnTo>
                <a:lnTo>
                  <a:pt x="1447800" y="228600"/>
                </a:lnTo>
                <a:lnTo>
                  <a:pt x="1476375" y="228600"/>
                </a:lnTo>
                <a:lnTo>
                  <a:pt x="1476375" y="247650"/>
                </a:lnTo>
                <a:lnTo>
                  <a:pt x="1438275" y="247650"/>
                </a:lnTo>
                <a:lnTo>
                  <a:pt x="1438275" y="257175"/>
                </a:lnTo>
                <a:lnTo>
                  <a:pt x="1409700" y="257175"/>
                </a:lnTo>
                <a:lnTo>
                  <a:pt x="1409700" y="247650"/>
                </a:lnTo>
                <a:lnTo>
                  <a:pt x="1390650" y="247650"/>
                </a:lnTo>
                <a:lnTo>
                  <a:pt x="1390650" y="257175"/>
                </a:lnTo>
                <a:lnTo>
                  <a:pt x="1371600" y="257175"/>
                </a:lnTo>
                <a:close/>
                <a:moveTo>
                  <a:pt x="723900" y="238125"/>
                </a:moveTo>
                <a:lnTo>
                  <a:pt x="742950" y="238125"/>
                </a:lnTo>
                <a:lnTo>
                  <a:pt x="742950" y="247650"/>
                </a:lnTo>
                <a:lnTo>
                  <a:pt x="723900" y="247650"/>
                </a:lnTo>
                <a:close/>
                <a:moveTo>
                  <a:pt x="762000" y="238125"/>
                </a:moveTo>
                <a:lnTo>
                  <a:pt x="771525" y="238125"/>
                </a:lnTo>
                <a:lnTo>
                  <a:pt x="771525" y="247650"/>
                </a:lnTo>
                <a:lnTo>
                  <a:pt x="790575" y="247650"/>
                </a:lnTo>
                <a:lnTo>
                  <a:pt x="790575" y="257175"/>
                </a:lnTo>
                <a:lnTo>
                  <a:pt x="762000" y="257175"/>
                </a:lnTo>
                <a:close/>
                <a:moveTo>
                  <a:pt x="1152525" y="238125"/>
                </a:moveTo>
                <a:lnTo>
                  <a:pt x="1181100" y="238125"/>
                </a:lnTo>
                <a:lnTo>
                  <a:pt x="1181100" y="257175"/>
                </a:lnTo>
                <a:lnTo>
                  <a:pt x="1162050" y="257175"/>
                </a:lnTo>
                <a:lnTo>
                  <a:pt x="1162050" y="247650"/>
                </a:lnTo>
                <a:lnTo>
                  <a:pt x="1152525" y="247650"/>
                </a:lnTo>
                <a:close/>
                <a:moveTo>
                  <a:pt x="1657350" y="238125"/>
                </a:moveTo>
                <a:lnTo>
                  <a:pt x="1695450" y="238125"/>
                </a:lnTo>
                <a:lnTo>
                  <a:pt x="1695450" y="247650"/>
                </a:lnTo>
                <a:lnTo>
                  <a:pt x="1657350" y="247650"/>
                </a:lnTo>
                <a:close/>
                <a:moveTo>
                  <a:pt x="914400" y="247650"/>
                </a:moveTo>
                <a:lnTo>
                  <a:pt x="933450" y="247650"/>
                </a:lnTo>
                <a:lnTo>
                  <a:pt x="933450" y="257175"/>
                </a:lnTo>
                <a:lnTo>
                  <a:pt x="914400" y="257175"/>
                </a:lnTo>
                <a:close/>
                <a:moveTo>
                  <a:pt x="971550" y="247650"/>
                </a:moveTo>
                <a:lnTo>
                  <a:pt x="981075" y="247650"/>
                </a:lnTo>
                <a:lnTo>
                  <a:pt x="981075" y="266700"/>
                </a:lnTo>
                <a:lnTo>
                  <a:pt x="1047750" y="266700"/>
                </a:lnTo>
                <a:lnTo>
                  <a:pt x="1047750" y="276225"/>
                </a:lnTo>
                <a:lnTo>
                  <a:pt x="952500" y="276225"/>
                </a:lnTo>
                <a:lnTo>
                  <a:pt x="952500" y="266700"/>
                </a:lnTo>
                <a:lnTo>
                  <a:pt x="971550" y="266700"/>
                </a:lnTo>
                <a:close/>
                <a:moveTo>
                  <a:pt x="1123950" y="247650"/>
                </a:moveTo>
                <a:lnTo>
                  <a:pt x="1133475" y="247650"/>
                </a:lnTo>
                <a:lnTo>
                  <a:pt x="1133475" y="257175"/>
                </a:lnTo>
                <a:lnTo>
                  <a:pt x="1123950" y="257175"/>
                </a:lnTo>
                <a:close/>
                <a:moveTo>
                  <a:pt x="1343025" y="247650"/>
                </a:moveTo>
                <a:lnTo>
                  <a:pt x="1352550" y="247650"/>
                </a:lnTo>
                <a:lnTo>
                  <a:pt x="1352550" y="257175"/>
                </a:lnTo>
                <a:lnTo>
                  <a:pt x="1343025" y="257175"/>
                </a:lnTo>
                <a:close/>
                <a:moveTo>
                  <a:pt x="1647825" y="247650"/>
                </a:moveTo>
                <a:lnTo>
                  <a:pt x="1657350" y="247650"/>
                </a:lnTo>
                <a:lnTo>
                  <a:pt x="1657350" y="257175"/>
                </a:lnTo>
                <a:lnTo>
                  <a:pt x="1647825" y="257175"/>
                </a:lnTo>
                <a:close/>
                <a:moveTo>
                  <a:pt x="47625" y="257175"/>
                </a:moveTo>
                <a:lnTo>
                  <a:pt x="66675" y="257175"/>
                </a:lnTo>
                <a:lnTo>
                  <a:pt x="66675" y="276225"/>
                </a:lnTo>
                <a:lnTo>
                  <a:pt x="47625" y="276225"/>
                </a:lnTo>
                <a:close/>
                <a:moveTo>
                  <a:pt x="1085850" y="257175"/>
                </a:moveTo>
                <a:lnTo>
                  <a:pt x="1095375" y="257175"/>
                </a:lnTo>
                <a:lnTo>
                  <a:pt x="1095375" y="266700"/>
                </a:lnTo>
                <a:lnTo>
                  <a:pt x="1133475" y="266700"/>
                </a:lnTo>
                <a:lnTo>
                  <a:pt x="1133475" y="276225"/>
                </a:lnTo>
                <a:lnTo>
                  <a:pt x="1066800" y="276225"/>
                </a:lnTo>
                <a:lnTo>
                  <a:pt x="1066800" y="266700"/>
                </a:lnTo>
                <a:lnTo>
                  <a:pt x="1085850" y="266700"/>
                </a:lnTo>
                <a:close/>
                <a:moveTo>
                  <a:pt x="800100" y="266700"/>
                </a:moveTo>
                <a:lnTo>
                  <a:pt x="819150" y="266700"/>
                </a:lnTo>
                <a:lnTo>
                  <a:pt x="819150" y="276225"/>
                </a:lnTo>
                <a:lnTo>
                  <a:pt x="800100" y="276225"/>
                </a:lnTo>
                <a:close/>
                <a:moveTo>
                  <a:pt x="914400" y="266700"/>
                </a:moveTo>
                <a:lnTo>
                  <a:pt x="933450" y="266700"/>
                </a:lnTo>
                <a:lnTo>
                  <a:pt x="933450" y="276225"/>
                </a:lnTo>
                <a:lnTo>
                  <a:pt x="914400" y="276225"/>
                </a:lnTo>
                <a:close/>
                <a:moveTo>
                  <a:pt x="1162050" y="266700"/>
                </a:moveTo>
                <a:lnTo>
                  <a:pt x="1190625" y="266700"/>
                </a:lnTo>
                <a:lnTo>
                  <a:pt x="1190625" y="276225"/>
                </a:lnTo>
                <a:lnTo>
                  <a:pt x="1162050" y="276225"/>
                </a:lnTo>
                <a:close/>
                <a:moveTo>
                  <a:pt x="1247775" y="266700"/>
                </a:moveTo>
                <a:lnTo>
                  <a:pt x="1276350" y="266700"/>
                </a:lnTo>
                <a:lnTo>
                  <a:pt x="1276350" y="276225"/>
                </a:lnTo>
                <a:lnTo>
                  <a:pt x="1247775" y="276225"/>
                </a:lnTo>
                <a:close/>
                <a:moveTo>
                  <a:pt x="1285875" y="266700"/>
                </a:moveTo>
                <a:lnTo>
                  <a:pt x="1323975" y="266700"/>
                </a:lnTo>
                <a:lnTo>
                  <a:pt x="1323975" y="276225"/>
                </a:lnTo>
                <a:lnTo>
                  <a:pt x="1285875" y="276225"/>
                </a:lnTo>
                <a:close/>
                <a:moveTo>
                  <a:pt x="1371600" y="266700"/>
                </a:moveTo>
                <a:lnTo>
                  <a:pt x="1381125" y="266700"/>
                </a:lnTo>
                <a:lnTo>
                  <a:pt x="1381125" y="276225"/>
                </a:lnTo>
                <a:lnTo>
                  <a:pt x="1371600" y="276225"/>
                </a:lnTo>
                <a:close/>
                <a:moveTo>
                  <a:pt x="1419225" y="266700"/>
                </a:moveTo>
                <a:lnTo>
                  <a:pt x="1428750" y="266700"/>
                </a:lnTo>
                <a:lnTo>
                  <a:pt x="1428750" y="276225"/>
                </a:lnTo>
                <a:lnTo>
                  <a:pt x="1419225" y="276225"/>
                </a:lnTo>
                <a:close/>
                <a:moveTo>
                  <a:pt x="76200" y="342900"/>
                </a:moveTo>
                <a:lnTo>
                  <a:pt x="85725" y="342900"/>
                </a:lnTo>
                <a:lnTo>
                  <a:pt x="85725" y="352425"/>
                </a:lnTo>
                <a:lnTo>
                  <a:pt x="95250" y="352425"/>
                </a:lnTo>
                <a:lnTo>
                  <a:pt x="95250" y="371475"/>
                </a:lnTo>
                <a:lnTo>
                  <a:pt x="76200" y="371475"/>
                </a:lnTo>
                <a:close/>
                <a:moveTo>
                  <a:pt x="104775" y="342900"/>
                </a:moveTo>
                <a:lnTo>
                  <a:pt x="114300" y="342900"/>
                </a:lnTo>
                <a:lnTo>
                  <a:pt x="114300" y="361950"/>
                </a:lnTo>
                <a:lnTo>
                  <a:pt x="104775" y="361950"/>
                </a:lnTo>
                <a:close/>
                <a:moveTo>
                  <a:pt x="104775" y="447675"/>
                </a:moveTo>
                <a:lnTo>
                  <a:pt x="114300" y="447675"/>
                </a:lnTo>
                <a:lnTo>
                  <a:pt x="114300" y="457200"/>
                </a:lnTo>
                <a:lnTo>
                  <a:pt x="104775" y="457200"/>
                </a:lnTo>
                <a:close/>
                <a:moveTo>
                  <a:pt x="95250" y="457200"/>
                </a:moveTo>
                <a:lnTo>
                  <a:pt x="104775" y="457200"/>
                </a:lnTo>
                <a:lnTo>
                  <a:pt x="104775" y="466725"/>
                </a:lnTo>
                <a:lnTo>
                  <a:pt x="95250" y="466725"/>
                </a:lnTo>
                <a:close/>
                <a:moveTo>
                  <a:pt x="85725" y="466725"/>
                </a:moveTo>
                <a:lnTo>
                  <a:pt x="95250" y="466725"/>
                </a:lnTo>
                <a:lnTo>
                  <a:pt x="95250" y="476250"/>
                </a:lnTo>
                <a:lnTo>
                  <a:pt x="85725" y="476250"/>
                </a:lnTo>
                <a:close/>
                <a:moveTo>
                  <a:pt x="76200" y="476250"/>
                </a:moveTo>
                <a:lnTo>
                  <a:pt x="85725" y="476250"/>
                </a:lnTo>
                <a:lnTo>
                  <a:pt x="85725" y="485775"/>
                </a:lnTo>
                <a:lnTo>
                  <a:pt x="76200" y="485775"/>
                </a:lnTo>
                <a:close/>
                <a:moveTo>
                  <a:pt x="466725" y="533400"/>
                </a:moveTo>
                <a:lnTo>
                  <a:pt x="476250" y="533400"/>
                </a:lnTo>
                <a:lnTo>
                  <a:pt x="476250" y="542925"/>
                </a:lnTo>
                <a:lnTo>
                  <a:pt x="466725" y="542925"/>
                </a:lnTo>
                <a:close/>
                <a:moveTo>
                  <a:pt x="857250" y="533400"/>
                </a:moveTo>
                <a:lnTo>
                  <a:pt x="866775" y="533400"/>
                </a:lnTo>
                <a:lnTo>
                  <a:pt x="866775" y="542925"/>
                </a:lnTo>
                <a:lnTo>
                  <a:pt x="857250" y="542925"/>
                </a:lnTo>
                <a:close/>
                <a:moveTo>
                  <a:pt x="104775" y="542925"/>
                </a:moveTo>
                <a:lnTo>
                  <a:pt x="114300" y="542925"/>
                </a:lnTo>
                <a:lnTo>
                  <a:pt x="114300" y="552450"/>
                </a:lnTo>
                <a:lnTo>
                  <a:pt x="133350" y="552450"/>
                </a:lnTo>
                <a:lnTo>
                  <a:pt x="133350" y="542925"/>
                </a:lnTo>
                <a:lnTo>
                  <a:pt x="142875" y="542925"/>
                </a:lnTo>
                <a:lnTo>
                  <a:pt x="142875" y="552450"/>
                </a:lnTo>
                <a:lnTo>
                  <a:pt x="161925" y="552450"/>
                </a:lnTo>
                <a:lnTo>
                  <a:pt x="161925" y="571500"/>
                </a:lnTo>
                <a:lnTo>
                  <a:pt x="104775" y="571500"/>
                </a:lnTo>
                <a:lnTo>
                  <a:pt x="104775" y="561975"/>
                </a:lnTo>
                <a:lnTo>
                  <a:pt x="95250" y="561975"/>
                </a:lnTo>
                <a:lnTo>
                  <a:pt x="95250" y="552450"/>
                </a:lnTo>
                <a:lnTo>
                  <a:pt x="104775" y="552450"/>
                </a:lnTo>
                <a:close/>
                <a:moveTo>
                  <a:pt x="1704975" y="542925"/>
                </a:moveTo>
                <a:lnTo>
                  <a:pt x="1733550" y="542925"/>
                </a:lnTo>
                <a:lnTo>
                  <a:pt x="1733550" y="552450"/>
                </a:lnTo>
                <a:lnTo>
                  <a:pt x="1724025" y="552450"/>
                </a:lnTo>
                <a:lnTo>
                  <a:pt x="1724025" y="571500"/>
                </a:lnTo>
                <a:lnTo>
                  <a:pt x="1714500" y="571500"/>
                </a:lnTo>
                <a:lnTo>
                  <a:pt x="1714500" y="581025"/>
                </a:lnTo>
                <a:lnTo>
                  <a:pt x="1704975" y="581025"/>
                </a:lnTo>
                <a:close/>
                <a:moveTo>
                  <a:pt x="1752600" y="542925"/>
                </a:moveTo>
                <a:lnTo>
                  <a:pt x="1762125" y="542925"/>
                </a:lnTo>
                <a:lnTo>
                  <a:pt x="1762125" y="552450"/>
                </a:lnTo>
                <a:lnTo>
                  <a:pt x="1771650" y="552450"/>
                </a:lnTo>
                <a:lnTo>
                  <a:pt x="1771650" y="571500"/>
                </a:lnTo>
                <a:lnTo>
                  <a:pt x="1752600" y="571500"/>
                </a:lnTo>
                <a:close/>
                <a:moveTo>
                  <a:pt x="542925" y="552450"/>
                </a:moveTo>
                <a:lnTo>
                  <a:pt x="552450" y="552450"/>
                </a:lnTo>
                <a:lnTo>
                  <a:pt x="552450" y="561975"/>
                </a:lnTo>
                <a:lnTo>
                  <a:pt x="542925" y="561975"/>
                </a:lnTo>
                <a:close/>
                <a:moveTo>
                  <a:pt x="1676400" y="552450"/>
                </a:moveTo>
                <a:lnTo>
                  <a:pt x="1685925" y="552450"/>
                </a:lnTo>
                <a:lnTo>
                  <a:pt x="1685925" y="561975"/>
                </a:lnTo>
                <a:lnTo>
                  <a:pt x="1676400" y="561975"/>
                </a:lnTo>
                <a:close/>
                <a:moveTo>
                  <a:pt x="85725" y="561975"/>
                </a:moveTo>
                <a:lnTo>
                  <a:pt x="95250" y="561975"/>
                </a:lnTo>
                <a:lnTo>
                  <a:pt x="95250" y="571500"/>
                </a:lnTo>
                <a:lnTo>
                  <a:pt x="85725" y="571500"/>
                </a:lnTo>
                <a:close/>
                <a:moveTo>
                  <a:pt x="1647825" y="561975"/>
                </a:moveTo>
                <a:lnTo>
                  <a:pt x="1657350" y="561975"/>
                </a:lnTo>
                <a:lnTo>
                  <a:pt x="1657350" y="571500"/>
                </a:lnTo>
                <a:lnTo>
                  <a:pt x="1647825" y="571500"/>
                </a:lnTo>
                <a:close/>
                <a:moveTo>
                  <a:pt x="1724025" y="571500"/>
                </a:moveTo>
                <a:lnTo>
                  <a:pt x="1733550" y="571500"/>
                </a:lnTo>
                <a:lnTo>
                  <a:pt x="1733550" y="581025"/>
                </a:lnTo>
                <a:lnTo>
                  <a:pt x="1724025" y="581025"/>
                </a:lnTo>
                <a:close/>
                <a:moveTo>
                  <a:pt x="1838325" y="571500"/>
                </a:moveTo>
                <a:lnTo>
                  <a:pt x="1847850" y="571500"/>
                </a:lnTo>
                <a:lnTo>
                  <a:pt x="1847850" y="581025"/>
                </a:lnTo>
                <a:lnTo>
                  <a:pt x="1838325" y="581025"/>
                </a:lnTo>
                <a:close/>
                <a:moveTo>
                  <a:pt x="1828800" y="590550"/>
                </a:moveTo>
                <a:lnTo>
                  <a:pt x="1838325" y="590550"/>
                </a:lnTo>
                <a:lnTo>
                  <a:pt x="1838325" y="609600"/>
                </a:lnTo>
                <a:lnTo>
                  <a:pt x="1847850" y="609600"/>
                </a:lnTo>
                <a:lnTo>
                  <a:pt x="1847850" y="619125"/>
                </a:lnTo>
                <a:lnTo>
                  <a:pt x="1838325" y="619125"/>
                </a:lnTo>
                <a:lnTo>
                  <a:pt x="1838325" y="628650"/>
                </a:lnTo>
                <a:lnTo>
                  <a:pt x="1828800" y="628650"/>
                </a:lnTo>
                <a:close/>
                <a:moveTo>
                  <a:pt x="1514475" y="609600"/>
                </a:moveTo>
                <a:lnTo>
                  <a:pt x="1524000" y="609600"/>
                </a:lnTo>
                <a:lnTo>
                  <a:pt x="1524000" y="619125"/>
                </a:lnTo>
                <a:lnTo>
                  <a:pt x="1514475" y="619125"/>
                </a:lnTo>
                <a:close/>
                <a:moveTo>
                  <a:pt x="1838325" y="628650"/>
                </a:moveTo>
                <a:lnTo>
                  <a:pt x="1847850" y="628650"/>
                </a:lnTo>
                <a:lnTo>
                  <a:pt x="1847850" y="638175"/>
                </a:lnTo>
                <a:lnTo>
                  <a:pt x="1838325" y="638175"/>
                </a:lnTo>
                <a:close/>
                <a:moveTo>
                  <a:pt x="1847850" y="638175"/>
                </a:moveTo>
                <a:lnTo>
                  <a:pt x="1857375" y="638175"/>
                </a:lnTo>
                <a:lnTo>
                  <a:pt x="1857375" y="647700"/>
                </a:lnTo>
                <a:lnTo>
                  <a:pt x="1847850" y="647700"/>
                </a:lnTo>
                <a:close/>
                <a:moveTo>
                  <a:pt x="1362075" y="685800"/>
                </a:moveTo>
                <a:lnTo>
                  <a:pt x="1371600" y="685800"/>
                </a:lnTo>
                <a:lnTo>
                  <a:pt x="1371600" y="695325"/>
                </a:lnTo>
                <a:lnTo>
                  <a:pt x="1362075" y="695325"/>
                </a:lnTo>
                <a:close/>
                <a:moveTo>
                  <a:pt x="209550" y="714375"/>
                </a:moveTo>
                <a:lnTo>
                  <a:pt x="219075" y="714375"/>
                </a:lnTo>
                <a:lnTo>
                  <a:pt x="219075" y="723900"/>
                </a:lnTo>
                <a:lnTo>
                  <a:pt x="209550" y="723900"/>
                </a:lnTo>
                <a:close/>
                <a:moveTo>
                  <a:pt x="285750" y="714375"/>
                </a:moveTo>
                <a:lnTo>
                  <a:pt x="304800" y="714375"/>
                </a:lnTo>
                <a:lnTo>
                  <a:pt x="304800" y="723900"/>
                </a:lnTo>
                <a:lnTo>
                  <a:pt x="285750" y="723900"/>
                </a:lnTo>
                <a:close/>
                <a:moveTo>
                  <a:pt x="152400" y="723900"/>
                </a:moveTo>
                <a:lnTo>
                  <a:pt x="161925" y="723900"/>
                </a:lnTo>
                <a:lnTo>
                  <a:pt x="161925" y="733425"/>
                </a:lnTo>
                <a:lnTo>
                  <a:pt x="152400" y="733425"/>
                </a:lnTo>
                <a:close/>
                <a:moveTo>
                  <a:pt x="1619250" y="723900"/>
                </a:moveTo>
                <a:lnTo>
                  <a:pt x="1628775" y="723900"/>
                </a:lnTo>
                <a:lnTo>
                  <a:pt x="1628775" y="733425"/>
                </a:lnTo>
                <a:lnTo>
                  <a:pt x="1619250" y="733425"/>
                </a:lnTo>
                <a:close/>
                <a:moveTo>
                  <a:pt x="333375" y="733425"/>
                </a:moveTo>
                <a:lnTo>
                  <a:pt x="352425" y="733425"/>
                </a:lnTo>
                <a:lnTo>
                  <a:pt x="352425" y="752475"/>
                </a:lnTo>
                <a:lnTo>
                  <a:pt x="342900" y="752475"/>
                </a:lnTo>
                <a:lnTo>
                  <a:pt x="342900" y="742950"/>
                </a:lnTo>
                <a:lnTo>
                  <a:pt x="333375" y="742950"/>
                </a:lnTo>
                <a:close/>
                <a:moveTo>
                  <a:pt x="1600200" y="742950"/>
                </a:moveTo>
                <a:lnTo>
                  <a:pt x="1609725" y="742950"/>
                </a:lnTo>
                <a:lnTo>
                  <a:pt x="1609725" y="752475"/>
                </a:lnTo>
                <a:lnTo>
                  <a:pt x="1600200" y="752475"/>
                </a:lnTo>
                <a:close/>
                <a:moveTo>
                  <a:pt x="1838325" y="762000"/>
                </a:moveTo>
                <a:lnTo>
                  <a:pt x="1847850" y="762000"/>
                </a:lnTo>
                <a:lnTo>
                  <a:pt x="1847850" y="771525"/>
                </a:lnTo>
                <a:lnTo>
                  <a:pt x="1838325" y="771525"/>
                </a:lnTo>
                <a:close/>
                <a:moveTo>
                  <a:pt x="114300" y="771525"/>
                </a:moveTo>
                <a:lnTo>
                  <a:pt x="123825" y="771525"/>
                </a:lnTo>
                <a:lnTo>
                  <a:pt x="123825" y="790575"/>
                </a:lnTo>
                <a:lnTo>
                  <a:pt x="114300" y="790575"/>
                </a:lnTo>
                <a:close/>
                <a:moveTo>
                  <a:pt x="1800225" y="771525"/>
                </a:moveTo>
                <a:lnTo>
                  <a:pt x="1809750" y="771525"/>
                </a:lnTo>
                <a:lnTo>
                  <a:pt x="1809750" y="781050"/>
                </a:lnTo>
                <a:lnTo>
                  <a:pt x="1800225" y="781050"/>
                </a:lnTo>
                <a:close/>
                <a:moveTo>
                  <a:pt x="104775" y="790575"/>
                </a:moveTo>
                <a:lnTo>
                  <a:pt x="114300" y="790575"/>
                </a:lnTo>
                <a:lnTo>
                  <a:pt x="114300" y="800100"/>
                </a:lnTo>
                <a:lnTo>
                  <a:pt x="104775" y="800100"/>
                </a:lnTo>
                <a:close/>
                <a:moveTo>
                  <a:pt x="114300" y="809625"/>
                </a:moveTo>
                <a:lnTo>
                  <a:pt x="123825" y="809625"/>
                </a:lnTo>
                <a:lnTo>
                  <a:pt x="123825" y="819150"/>
                </a:lnTo>
                <a:lnTo>
                  <a:pt x="114300" y="819150"/>
                </a:lnTo>
                <a:close/>
                <a:moveTo>
                  <a:pt x="838200" y="866775"/>
                </a:moveTo>
                <a:lnTo>
                  <a:pt x="857250" y="866775"/>
                </a:lnTo>
                <a:lnTo>
                  <a:pt x="857250" y="876300"/>
                </a:lnTo>
                <a:lnTo>
                  <a:pt x="838200" y="876300"/>
                </a:lnTo>
                <a:close/>
                <a:moveTo>
                  <a:pt x="647700" y="914400"/>
                </a:moveTo>
                <a:lnTo>
                  <a:pt x="666750" y="914400"/>
                </a:lnTo>
                <a:lnTo>
                  <a:pt x="666750" y="923925"/>
                </a:lnTo>
                <a:lnTo>
                  <a:pt x="647700" y="923925"/>
                </a:lnTo>
                <a:close/>
                <a:moveTo>
                  <a:pt x="152400" y="942975"/>
                </a:moveTo>
                <a:lnTo>
                  <a:pt x="161925" y="942975"/>
                </a:lnTo>
                <a:lnTo>
                  <a:pt x="161925" y="952500"/>
                </a:lnTo>
                <a:lnTo>
                  <a:pt x="152400" y="952500"/>
                </a:lnTo>
                <a:close/>
                <a:moveTo>
                  <a:pt x="419100" y="942975"/>
                </a:moveTo>
                <a:lnTo>
                  <a:pt x="438150" y="942975"/>
                </a:lnTo>
                <a:lnTo>
                  <a:pt x="438150" y="952500"/>
                </a:lnTo>
                <a:lnTo>
                  <a:pt x="419100" y="952500"/>
                </a:lnTo>
                <a:close/>
                <a:moveTo>
                  <a:pt x="304800" y="952500"/>
                </a:moveTo>
                <a:lnTo>
                  <a:pt x="314325" y="952500"/>
                </a:lnTo>
                <a:lnTo>
                  <a:pt x="314325" y="962025"/>
                </a:lnTo>
                <a:lnTo>
                  <a:pt x="304800" y="962025"/>
                </a:lnTo>
                <a:close/>
                <a:moveTo>
                  <a:pt x="314325" y="962025"/>
                </a:moveTo>
                <a:lnTo>
                  <a:pt x="323850" y="962025"/>
                </a:lnTo>
                <a:lnTo>
                  <a:pt x="323850" y="971550"/>
                </a:lnTo>
                <a:lnTo>
                  <a:pt x="314325" y="971550"/>
                </a:lnTo>
                <a:close/>
                <a:moveTo>
                  <a:pt x="409575" y="962025"/>
                </a:moveTo>
                <a:lnTo>
                  <a:pt x="447675" y="962025"/>
                </a:lnTo>
                <a:lnTo>
                  <a:pt x="447675" y="971550"/>
                </a:lnTo>
                <a:lnTo>
                  <a:pt x="438150" y="971550"/>
                </a:lnTo>
                <a:lnTo>
                  <a:pt x="438150" y="1000125"/>
                </a:lnTo>
                <a:lnTo>
                  <a:pt x="428625" y="1000125"/>
                </a:lnTo>
                <a:lnTo>
                  <a:pt x="428625" y="990600"/>
                </a:lnTo>
                <a:lnTo>
                  <a:pt x="390525" y="990600"/>
                </a:lnTo>
                <a:lnTo>
                  <a:pt x="390525" y="981075"/>
                </a:lnTo>
                <a:lnTo>
                  <a:pt x="400050" y="981075"/>
                </a:lnTo>
                <a:lnTo>
                  <a:pt x="400050" y="971550"/>
                </a:lnTo>
                <a:lnTo>
                  <a:pt x="409575" y="971550"/>
                </a:lnTo>
                <a:close/>
                <a:moveTo>
                  <a:pt x="504825" y="962025"/>
                </a:moveTo>
                <a:lnTo>
                  <a:pt x="514350" y="962025"/>
                </a:lnTo>
                <a:lnTo>
                  <a:pt x="514350" y="971550"/>
                </a:lnTo>
                <a:lnTo>
                  <a:pt x="504825" y="971550"/>
                </a:lnTo>
                <a:close/>
                <a:moveTo>
                  <a:pt x="533400" y="962025"/>
                </a:moveTo>
                <a:lnTo>
                  <a:pt x="542925" y="962025"/>
                </a:lnTo>
                <a:lnTo>
                  <a:pt x="542925" y="971550"/>
                </a:lnTo>
                <a:lnTo>
                  <a:pt x="533400" y="971550"/>
                </a:lnTo>
                <a:close/>
                <a:moveTo>
                  <a:pt x="1143000" y="971550"/>
                </a:moveTo>
                <a:lnTo>
                  <a:pt x="1152525" y="971550"/>
                </a:lnTo>
                <a:lnTo>
                  <a:pt x="1152525" y="981075"/>
                </a:lnTo>
                <a:lnTo>
                  <a:pt x="1162050" y="981075"/>
                </a:lnTo>
                <a:lnTo>
                  <a:pt x="1162050" y="1009650"/>
                </a:lnTo>
                <a:lnTo>
                  <a:pt x="1152525" y="1009650"/>
                </a:lnTo>
                <a:lnTo>
                  <a:pt x="1152525" y="990600"/>
                </a:lnTo>
                <a:lnTo>
                  <a:pt x="1133475" y="990600"/>
                </a:lnTo>
                <a:lnTo>
                  <a:pt x="1133475" y="981075"/>
                </a:lnTo>
                <a:lnTo>
                  <a:pt x="1143000" y="981075"/>
                </a:lnTo>
                <a:close/>
                <a:moveTo>
                  <a:pt x="371475" y="1000125"/>
                </a:moveTo>
                <a:lnTo>
                  <a:pt x="381000" y="1000125"/>
                </a:lnTo>
                <a:lnTo>
                  <a:pt x="381000" y="1009650"/>
                </a:lnTo>
                <a:lnTo>
                  <a:pt x="371475" y="1009650"/>
                </a:lnTo>
                <a:close/>
                <a:moveTo>
                  <a:pt x="361950" y="1019175"/>
                </a:moveTo>
                <a:lnTo>
                  <a:pt x="381000" y="1019175"/>
                </a:lnTo>
                <a:lnTo>
                  <a:pt x="381000" y="1028700"/>
                </a:lnTo>
                <a:lnTo>
                  <a:pt x="361950" y="1028700"/>
                </a:lnTo>
                <a:close/>
                <a:moveTo>
                  <a:pt x="619125" y="1047750"/>
                </a:moveTo>
                <a:lnTo>
                  <a:pt x="638175" y="1047750"/>
                </a:lnTo>
                <a:lnTo>
                  <a:pt x="638175" y="1057275"/>
                </a:lnTo>
                <a:lnTo>
                  <a:pt x="619125" y="1057275"/>
                </a:lnTo>
                <a:close/>
                <a:moveTo>
                  <a:pt x="990600" y="1047750"/>
                </a:moveTo>
                <a:lnTo>
                  <a:pt x="1009650" y="1047750"/>
                </a:lnTo>
                <a:lnTo>
                  <a:pt x="1009650" y="1057275"/>
                </a:lnTo>
                <a:lnTo>
                  <a:pt x="990600" y="1057275"/>
                </a:lnTo>
                <a:close/>
                <a:moveTo>
                  <a:pt x="1066800" y="1047750"/>
                </a:moveTo>
                <a:lnTo>
                  <a:pt x="1085850" y="1047750"/>
                </a:lnTo>
                <a:lnTo>
                  <a:pt x="1085850" y="1057275"/>
                </a:lnTo>
                <a:lnTo>
                  <a:pt x="1095375" y="1057275"/>
                </a:lnTo>
                <a:lnTo>
                  <a:pt x="1095375" y="1066800"/>
                </a:lnTo>
                <a:lnTo>
                  <a:pt x="1085850" y="1066800"/>
                </a:lnTo>
                <a:lnTo>
                  <a:pt x="1085850" y="1076325"/>
                </a:lnTo>
                <a:lnTo>
                  <a:pt x="1066800" y="1076325"/>
                </a:lnTo>
                <a:close/>
                <a:moveTo>
                  <a:pt x="1219200" y="1047750"/>
                </a:moveTo>
                <a:lnTo>
                  <a:pt x="1228725" y="1047750"/>
                </a:lnTo>
                <a:lnTo>
                  <a:pt x="1228725" y="1057275"/>
                </a:lnTo>
                <a:lnTo>
                  <a:pt x="1219200" y="1057275"/>
                </a:lnTo>
                <a:close/>
                <a:moveTo>
                  <a:pt x="1381125" y="1047750"/>
                </a:moveTo>
                <a:lnTo>
                  <a:pt x="1390650" y="1047750"/>
                </a:lnTo>
                <a:lnTo>
                  <a:pt x="1390650" y="1057275"/>
                </a:lnTo>
                <a:lnTo>
                  <a:pt x="1381125" y="1057275"/>
                </a:lnTo>
                <a:close/>
                <a:moveTo>
                  <a:pt x="609600" y="1066800"/>
                </a:moveTo>
                <a:lnTo>
                  <a:pt x="628650" y="1066800"/>
                </a:lnTo>
                <a:lnTo>
                  <a:pt x="628650" y="1076325"/>
                </a:lnTo>
                <a:lnTo>
                  <a:pt x="619125" y="1076325"/>
                </a:lnTo>
                <a:lnTo>
                  <a:pt x="619125" y="1085850"/>
                </a:lnTo>
                <a:lnTo>
                  <a:pt x="609600" y="1085850"/>
                </a:lnTo>
                <a:close/>
                <a:moveTo>
                  <a:pt x="1000125" y="1066800"/>
                </a:moveTo>
                <a:lnTo>
                  <a:pt x="1009650" y="1066800"/>
                </a:lnTo>
                <a:lnTo>
                  <a:pt x="1009650" y="1076325"/>
                </a:lnTo>
                <a:lnTo>
                  <a:pt x="1000125" y="1076325"/>
                </a:lnTo>
                <a:close/>
                <a:moveTo>
                  <a:pt x="1371600" y="1066800"/>
                </a:moveTo>
                <a:lnTo>
                  <a:pt x="1390650" y="1066800"/>
                </a:lnTo>
                <a:lnTo>
                  <a:pt x="1390650" y="1076325"/>
                </a:lnTo>
                <a:lnTo>
                  <a:pt x="1371600" y="1076325"/>
                </a:lnTo>
                <a:close/>
                <a:moveTo>
                  <a:pt x="1409700" y="1066800"/>
                </a:moveTo>
                <a:lnTo>
                  <a:pt x="1419225" y="1066800"/>
                </a:lnTo>
                <a:lnTo>
                  <a:pt x="1419225" y="1085850"/>
                </a:lnTo>
                <a:lnTo>
                  <a:pt x="1409700" y="1085850"/>
                </a:lnTo>
                <a:close/>
                <a:moveTo>
                  <a:pt x="352425" y="1076325"/>
                </a:moveTo>
                <a:lnTo>
                  <a:pt x="361950" y="1076325"/>
                </a:lnTo>
                <a:lnTo>
                  <a:pt x="361950" y="1085850"/>
                </a:lnTo>
                <a:lnTo>
                  <a:pt x="352425" y="1085850"/>
                </a:lnTo>
                <a:close/>
                <a:moveTo>
                  <a:pt x="495300" y="1076325"/>
                </a:moveTo>
                <a:lnTo>
                  <a:pt x="504825" y="1076325"/>
                </a:lnTo>
                <a:lnTo>
                  <a:pt x="504825" y="1095375"/>
                </a:lnTo>
                <a:lnTo>
                  <a:pt x="495300" y="1095375"/>
                </a:lnTo>
                <a:close/>
                <a:moveTo>
                  <a:pt x="1295400" y="1076325"/>
                </a:moveTo>
                <a:lnTo>
                  <a:pt x="1314450" y="1076325"/>
                </a:lnTo>
                <a:lnTo>
                  <a:pt x="1314450" y="1085850"/>
                </a:lnTo>
                <a:lnTo>
                  <a:pt x="1304925" y="1085850"/>
                </a:lnTo>
                <a:lnTo>
                  <a:pt x="1304925" y="1095375"/>
                </a:lnTo>
                <a:lnTo>
                  <a:pt x="1295400" y="1095375"/>
                </a:lnTo>
                <a:close/>
                <a:moveTo>
                  <a:pt x="1333500" y="1076325"/>
                </a:moveTo>
                <a:lnTo>
                  <a:pt x="1343025" y="1076325"/>
                </a:lnTo>
                <a:lnTo>
                  <a:pt x="1343025" y="1085850"/>
                </a:lnTo>
                <a:lnTo>
                  <a:pt x="1333500" y="1085850"/>
                </a:lnTo>
                <a:close/>
                <a:moveTo>
                  <a:pt x="1476375" y="1076325"/>
                </a:moveTo>
                <a:lnTo>
                  <a:pt x="1485900" y="1076325"/>
                </a:lnTo>
                <a:lnTo>
                  <a:pt x="1485900" y="1085850"/>
                </a:lnTo>
                <a:lnTo>
                  <a:pt x="1476375" y="1085850"/>
                </a:lnTo>
                <a:close/>
                <a:moveTo>
                  <a:pt x="457200" y="1085850"/>
                </a:moveTo>
                <a:lnTo>
                  <a:pt x="466725" y="1085850"/>
                </a:lnTo>
                <a:lnTo>
                  <a:pt x="466725" y="1104900"/>
                </a:lnTo>
                <a:lnTo>
                  <a:pt x="457200" y="1104900"/>
                </a:lnTo>
                <a:close/>
                <a:moveTo>
                  <a:pt x="76200" y="1104900"/>
                </a:moveTo>
                <a:lnTo>
                  <a:pt x="85725" y="1104900"/>
                </a:lnTo>
                <a:lnTo>
                  <a:pt x="85725" y="1114425"/>
                </a:lnTo>
                <a:lnTo>
                  <a:pt x="76200" y="1114425"/>
                </a:lnTo>
                <a:close/>
                <a:moveTo>
                  <a:pt x="504825" y="1114425"/>
                </a:moveTo>
                <a:lnTo>
                  <a:pt x="514350" y="1114425"/>
                </a:lnTo>
                <a:lnTo>
                  <a:pt x="514350" y="1162050"/>
                </a:lnTo>
                <a:lnTo>
                  <a:pt x="495300" y="1162050"/>
                </a:lnTo>
                <a:lnTo>
                  <a:pt x="495300" y="1123950"/>
                </a:lnTo>
                <a:lnTo>
                  <a:pt x="504825" y="1123950"/>
                </a:lnTo>
                <a:close/>
                <a:moveTo>
                  <a:pt x="561975" y="1123950"/>
                </a:moveTo>
                <a:lnTo>
                  <a:pt x="571500" y="1123950"/>
                </a:lnTo>
                <a:lnTo>
                  <a:pt x="571500" y="1133475"/>
                </a:lnTo>
                <a:lnTo>
                  <a:pt x="561975" y="1133475"/>
                </a:lnTo>
                <a:close/>
                <a:moveTo>
                  <a:pt x="647700" y="1133475"/>
                </a:moveTo>
                <a:lnTo>
                  <a:pt x="657225" y="1133475"/>
                </a:lnTo>
                <a:lnTo>
                  <a:pt x="657225" y="1152525"/>
                </a:lnTo>
                <a:lnTo>
                  <a:pt x="647700" y="1152525"/>
                </a:lnTo>
                <a:close/>
                <a:moveTo>
                  <a:pt x="876300" y="1133475"/>
                </a:moveTo>
                <a:lnTo>
                  <a:pt x="885825" y="1133475"/>
                </a:lnTo>
                <a:lnTo>
                  <a:pt x="885825" y="1143000"/>
                </a:lnTo>
                <a:lnTo>
                  <a:pt x="876300" y="1143000"/>
                </a:lnTo>
                <a:close/>
                <a:moveTo>
                  <a:pt x="1447800" y="1133475"/>
                </a:moveTo>
                <a:lnTo>
                  <a:pt x="1457325" y="1133475"/>
                </a:lnTo>
                <a:lnTo>
                  <a:pt x="1457325" y="1143000"/>
                </a:lnTo>
                <a:lnTo>
                  <a:pt x="1447800" y="1143000"/>
                </a:lnTo>
                <a:close/>
                <a:moveTo>
                  <a:pt x="66675" y="1143000"/>
                </a:moveTo>
                <a:lnTo>
                  <a:pt x="76200" y="1143000"/>
                </a:lnTo>
                <a:lnTo>
                  <a:pt x="76200" y="1152525"/>
                </a:lnTo>
                <a:lnTo>
                  <a:pt x="66675" y="1152525"/>
                </a:lnTo>
                <a:close/>
                <a:moveTo>
                  <a:pt x="66675" y="1171575"/>
                </a:moveTo>
                <a:lnTo>
                  <a:pt x="76200" y="1171575"/>
                </a:lnTo>
                <a:lnTo>
                  <a:pt x="76200" y="1181100"/>
                </a:lnTo>
                <a:lnTo>
                  <a:pt x="66675" y="1181100"/>
                </a:lnTo>
                <a:close/>
                <a:moveTo>
                  <a:pt x="142875" y="1171575"/>
                </a:moveTo>
                <a:lnTo>
                  <a:pt x="152400" y="1171575"/>
                </a:lnTo>
                <a:lnTo>
                  <a:pt x="152400" y="1181100"/>
                </a:lnTo>
                <a:lnTo>
                  <a:pt x="142875" y="1181100"/>
                </a:lnTo>
                <a:close/>
                <a:moveTo>
                  <a:pt x="57150" y="1181100"/>
                </a:moveTo>
                <a:lnTo>
                  <a:pt x="66675" y="1181100"/>
                </a:lnTo>
                <a:lnTo>
                  <a:pt x="66675" y="1190625"/>
                </a:lnTo>
                <a:lnTo>
                  <a:pt x="57150" y="1190625"/>
                </a:lnTo>
                <a:close/>
                <a:moveTo>
                  <a:pt x="123825" y="1181100"/>
                </a:moveTo>
                <a:lnTo>
                  <a:pt x="142875" y="1181100"/>
                </a:lnTo>
                <a:lnTo>
                  <a:pt x="142875" y="1190625"/>
                </a:lnTo>
                <a:lnTo>
                  <a:pt x="123825" y="1190625"/>
                </a:lnTo>
                <a:close/>
                <a:moveTo>
                  <a:pt x="828675" y="1200150"/>
                </a:moveTo>
                <a:lnTo>
                  <a:pt x="857250" y="1200150"/>
                </a:lnTo>
                <a:lnTo>
                  <a:pt x="857250" y="1209675"/>
                </a:lnTo>
                <a:lnTo>
                  <a:pt x="828675" y="1209675"/>
                </a:lnTo>
                <a:close/>
                <a:moveTo>
                  <a:pt x="952500" y="1209675"/>
                </a:moveTo>
                <a:lnTo>
                  <a:pt x="990600" y="1209675"/>
                </a:lnTo>
                <a:lnTo>
                  <a:pt x="990600" y="1219200"/>
                </a:lnTo>
                <a:lnTo>
                  <a:pt x="981075" y="1219200"/>
                </a:lnTo>
                <a:lnTo>
                  <a:pt x="981075" y="1228725"/>
                </a:lnTo>
                <a:lnTo>
                  <a:pt x="962025" y="1228725"/>
                </a:lnTo>
                <a:lnTo>
                  <a:pt x="962025" y="1219200"/>
                </a:lnTo>
                <a:lnTo>
                  <a:pt x="952500" y="1219200"/>
                </a:lnTo>
                <a:close/>
                <a:moveTo>
                  <a:pt x="419100" y="1257300"/>
                </a:moveTo>
                <a:lnTo>
                  <a:pt x="428625" y="1257300"/>
                </a:lnTo>
                <a:lnTo>
                  <a:pt x="428625" y="1266825"/>
                </a:lnTo>
                <a:lnTo>
                  <a:pt x="419100" y="1266825"/>
                </a:lnTo>
                <a:close/>
                <a:moveTo>
                  <a:pt x="942975" y="1276350"/>
                </a:moveTo>
                <a:lnTo>
                  <a:pt x="952500" y="1276350"/>
                </a:lnTo>
                <a:lnTo>
                  <a:pt x="952500" y="1285875"/>
                </a:lnTo>
                <a:lnTo>
                  <a:pt x="942975" y="1285875"/>
                </a:lnTo>
                <a:close/>
                <a:moveTo>
                  <a:pt x="657225" y="1285875"/>
                </a:moveTo>
                <a:lnTo>
                  <a:pt x="685800" y="1285875"/>
                </a:lnTo>
                <a:lnTo>
                  <a:pt x="685800" y="1304925"/>
                </a:lnTo>
                <a:lnTo>
                  <a:pt x="657225" y="1304925"/>
                </a:lnTo>
                <a:close/>
                <a:moveTo>
                  <a:pt x="1600200" y="1295400"/>
                </a:moveTo>
                <a:lnTo>
                  <a:pt x="1609725" y="1295400"/>
                </a:lnTo>
                <a:lnTo>
                  <a:pt x="1609725" y="1304925"/>
                </a:lnTo>
                <a:lnTo>
                  <a:pt x="1600200" y="1304925"/>
                </a:lnTo>
                <a:close/>
                <a:moveTo>
                  <a:pt x="1143000" y="1314450"/>
                </a:moveTo>
                <a:lnTo>
                  <a:pt x="1152525" y="1314450"/>
                </a:lnTo>
                <a:lnTo>
                  <a:pt x="1152525" y="1323975"/>
                </a:lnTo>
                <a:lnTo>
                  <a:pt x="1143000" y="1323975"/>
                </a:lnTo>
                <a:close/>
                <a:moveTo>
                  <a:pt x="1152525" y="1323975"/>
                </a:moveTo>
                <a:lnTo>
                  <a:pt x="1162050" y="1323975"/>
                </a:lnTo>
                <a:lnTo>
                  <a:pt x="1162050" y="1333500"/>
                </a:lnTo>
                <a:lnTo>
                  <a:pt x="1152525" y="1333500"/>
                </a:lnTo>
                <a:close/>
                <a:moveTo>
                  <a:pt x="1200150" y="1333500"/>
                </a:moveTo>
                <a:lnTo>
                  <a:pt x="1219200" y="1333500"/>
                </a:lnTo>
                <a:lnTo>
                  <a:pt x="1219200" y="1343025"/>
                </a:lnTo>
                <a:lnTo>
                  <a:pt x="1200150" y="1343025"/>
                </a:lnTo>
                <a:close/>
                <a:moveTo>
                  <a:pt x="180975" y="1390650"/>
                </a:moveTo>
                <a:lnTo>
                  <a:pt x="238125" y="1390650"/>
                </a:lnTo>
                <a:lnTo>
                  <a:pt x="238125" y="1400175"/>
                </a:lnTo>
                <a:lnTo>
                  <a:pt x="266700" y="1400175"/>
                </a:lnTo>
                <a:lnTo>
                  <a:pt x="266700" y="1419225"/>
                </a:lnTo>
                <a:lnTo>
                  <a:pt x="190500" y="1419225"/>
                </a:lnTo>
                <a:lnTo>
                  <a:pt x="190500" y="1400175"/>
                </a:lnTo>
                <a:lnTo>
                  <a:pt x="180975" y="1400175"/>
                </a:lnTo>
                <a:close/>
                <a:moveTo>
                  <a:pt x="295275" y="1390650"/>
                </a:moveTo>
                <a:lnTo>
                  <a:pt x="304800" y="1390650"/>
                </a:lnTo>
                <a:lnTo>
                  <a:pt x="304800" y="1400175"/>
                </a:lnTo>
                <a:lnTo>
                  <a:pt x="295275" y="1400175"/>
                </a:lnTo>
                <a:close/>
                <a:moveTo>
                  <a:pt x="504825" y="1390650"/>
                </a:moveTo>
                <a:lnTo>
                  <a:pt x="514350" y="1390650"/>
                </a:lnTo>
                <a:lnTo>
                  <a:pt x="514350" y="1409700"/>
                </a:lnTo>
                <a:lnTo>
                  <a:pt x="504825" y="1409700"/>
                </a:lnTo>
                <a:close/>
                <a:moveTo>
                  <a:pt x="314325" y="1400175"/>
                </a:moveTo>
                <a:lnTo>
                  <a:pt x="323850" y="1400175"/>
                </a:lnTo>
                <a:lnTo>
                  <a:pt x="323850" y="1409700"/>
                </a:lnTo>
                <a:lnTo>
                  <a:pt x="314325" y="1409700"/>
                </a:lnTo>
                <a:close/>
                <a:moveTo>
                  <a:pt x="276225" y="1409700"/>
                </a:moveTo>
                <a:lnTo>
                  <a:pt x="285750" y="1409700"/>
                </a:lnTo>
                <a:lnTo>
                  <a:pt x="285750" y="1438275"/>
                </a:lnTo>
                <a:lnTo>
                  <a:pt x="276225" y="1438275"/>
                </a:lnTo>
                <a:close/>
                <a:moveTo>
                  <a:pt x="371475" y="1409700"/>
                </a:moveTo>
                <a:lnTo>
                  <a:pt x="400050" y="1409700"/>
                </a:lnTo>
                <a:lnTo>
                  <a:pt x="400050" y="1428750"/>
                </a:lnTo>
                <a:lnTo>
                  <a:pt x="419100" y="1428750"/>
                </a:lnTo>
                <a:lnTo>
                  <a:pt x="419100" y="1409700"/>
                </a:lnTo>
                <a:lnTo>
                  <a:pt x="447675" y="1409700"/>
                </a:lnTo>
                <a:lnTo>
                  <a:pt x="447675" y="1438275"/>
                </a:lnTo>
                <a:lnTo>
                  <a:pt x="438150" y="1438275"/>
                </a:lnTo>
                <a:lnTo>
                  <a:pt x="438150" y="1419225"/>
                </a:lnTo>
                <a:lnTo>
                  <a:pt x="428625" y="1419225"/>
                </a:lnTo>
                <a:lnTo>
                  <a:pt x="428625" y="1438275"/>
                </a:lnTo>
                <a:lnTo>
                  <a:pt x="419100" y="1438275"/>
                </a:lnTo>
                <a:lnTo>
                  <a:pt x="419100" y="1457325"/>
                </a:lnTo>
                <a:lnTo>
                  <a:pt x="438150" y="1457325"/>
                </a:lnTo>
                <a:lnTo>
                  <a:pt x="438150" y="1466850"/>
                </a:lnTo>
                <a:lnTo>
                  <a:pt x="390525" y="1466850"/>
                </a:lnTo>
                <a:lnTo>
                  <a:pt x="390525" y="1457325"/>
                </a:lnTo>
                <a:lnTo>
                  <a:pt x="400050" y="1457325"/>
                </a:lnTo>
                <a:lnTo>
                  <a:pt x="400050" y="1438275"/>
                </a:lnTo>
                <a:lnTo>
                  <a:pt x="361950" y="1438275"/>
                </a:lnTo>
                <a:lnTo>
                  <a:pt x="361950" y="1419225"/>
                </a:lnTo>
                <a:lnTo>
                  <a:pt x="371475" y="1419225"/>
                </a:lnTo>
                <a:close/>
                <a:moveTo>
                  <a:pt x="962025" y="1409700"/>
                </a:moveTo>
                <a:lnTo>
                  <a:pt x="971550" y="1409700"/>
                </a:lnTo>
                <a:lnTo>
                  <a:pt x="971550" y="1428750"/>
                </a:lnTo>
                <a:lnTo>
                  <a:pt x="962025" y="1428750"/>
                </a:lnTo>
                <a:close/>
                <a:moveTo>
                  <a:pt x="1266825" y="1409700"/>
                </a:moveTo>
                <a:lnTo>
                  <a:pt x="1285875" y="1409700"/>
                </a:lnTo>
                <a:lnTo>
                  <a:pt x="1285875" y="1419225"/>
                </a:lnTo>
                <a:lnTo>
                  <a:pt x="1295400" y="1419225"/>
                </a:lnTo>
                <a:lnTo>
                  <a:pt x="1295400" y="1438275"/>
                </a:lnTo>
                <a:lnTo>
                  <a:pt x="1304925" y="1438275"/>
                </a:lnTo>
                <a:lnTo>
                  <a:pt x="1304925" y="1447800"/>
                </a:lnTo>
                <a:lnTo>
                  <a:pt x="1285875" y="1447800"/>
                </a:lnTo>
                <a:lnTo>
                  <a:pt x="1285875" y="1428750"/>
                </a:lnTo>
                <a:lnTo>
                  <a:pt x="1276350" y="1428750"/>
                </a:lnTo>
                <a:lnTo>
                  <a:pt x="1276350" y="1419225"/>
                </a:lnTo>
                <a:lnTo>
                  <a:pt x="1266825" y="1419225"/>
                </a:lnTo>
                <a:close/>
                <a:moveTo>
                  <a:pt x="523875" y="1419225"/>
                </a:moveTo>
                <a:lnTo>
                  <a:pt x="552450" y="1419225"/>
                </a:lnTo>
                <a:lnTo>
                  <a:pt x="552450" y="1438275"/>
                </a:lnTo>
                <a:lnTo>
                  <a:pt x="523875" y="1438275"/>
                </a:lnTo>
                <a:close/>
                <a:moveTo>
                  <a:pt x="676275" y="1419225"/>
                </a:moveTo>
                <a:lnTo>
                  <a:pt x="685800" y="1419225"/>
                </a:lnTo>
                <a:lnTo>
                  <a:pt x="685800" y="1428750"/>
                </a:lnTo>
                <a:lnTo>
                  <a:pt x="695325" y="1428750"/>
                </a:lnTo>
                <a:lnTo>
                  <a:pt x="695325" y="1447800"/>
                </a:lnTo>
                <a:lnTo>
                  <a:pt x="685800" y="1447800"/>
                </a:lnTo>
                <a:lnTo>
                  <a:pt x="685800" y="1438275"/>
                </a:lnTo>
                <a:lnTo>
                  <a:pt x="676275" y="1438275"/>
                </a:lnTo>
                <a:close/>
                <a:moveTo>
                  <a:pt x="1000125" y="1419225"/>
                </a:moveTo>
                <a:lnTo>
                  <a:pt x="1038225" y="1419225"/>
                </a:lnTo>
                <a:lnTo>
                  <a:pt x="1038225" y="1438275"/>
                </a:lnTo>
                <a:lnTo>
                  <a:pt x="1009650" y="1438275"/>
                </a:lnTo>
                <a:lnTo>
                  <a:pt x="1009650" y="1428750"/>
                </a:lnTo>
                <a:lnTo>
                  <a:pt x="1000125" y="1428750"/>
                </a:lnTo>
                <a:close/>
                <a:moveTo>
                  <a:pt x="1076325" y="1428750"/>
                </a:moveTo>
                <a:lnTo>
                  <a:pt x="1085850" y="1428750"/>
                </a:lnTo>
                <a:lnTo>
                  <a:pt x="1085850" y="1438275"/>
                </a:lnTo>
                <a:lnTo>
                  <a:pt x="1076325" y="1438275"/>
                </a:lnTo>
                <a:close/>
                <a:moveTo>
                  <a:pt x="1095375" y="1428750"/>
                </a:moveTo>
                <a:lnTo>
                  <a:pt x="1114425" y="1428750"/>
                </a:lnTo>
                <a:lnTo>
                  <a:pt x="1114425" y="1438275"/>
                </a:lnTo>
                <a:lnTo>
                  <a:pt x="1095375" y="1438275"/>
                </a:lnTo>
                <a:close/>
                <a:moveTo>
                  <a:pt x="1162050" y="1438275"/>
                </a:moveTo>
                <a:lnTo>
                  <a:pt x="1171575" y="1438275"/>
                </a:lnTo>
                <a:lnTo>
                  <a:pt x="1171575" y="1447800"/>
                </a:lnTo>
                <a:lnTo>
                  <a:pt x="1181100" y="1447800"/>
                </a:lnTo>
                <a:lnTo>
                  <a:pt x="1181100" y="1466850"/>
                </a:lnTo>
                <a:lnTo>
                  <a:pt x="1162050" y="1466850"/>
                </a:lnTo>
                <a:lnTo>
                  <a:pt x="1162050" y="1457325"/>
                </a:lnTo>
                <a:lnTo>
                  <a:pt x="1152525" y="1457325"/>
                </a:lnTo>
                <a:lnTo>
                  <a:pt x="1152525" y="1447800"/>
                </a:lnTo>
                <a:lnTo>
                  <a:pt x="1162050" y="1447800"/>
                </a:lnTo>
                <a:close/>
                <a:moveTo>
                  <a:pt x="1371600" y="1438275"/>
                </a:moveTo>
                <a:lnTo>
                  <a:pt x="1381125" y="1438275"/>
                </a:lnTo>
                <a:lnTo>
                  <a:pt x="1381125" y="1447800"/>
                </a:lnTo>
                <a:lnTo>
                  <a:pt x="1371600" y="1447800"/>
                </a:lnTo>
                <a:close/>
                <a:moveTo>
                  <a:pt x="1409700" y="1438275"/>
                </a:moveTo>
                <a:lnTo>
                  <a:pt x="1419225" y="1438275"/>
                </a:lnTo>
                <a:lnTo>
                  <a:pt x="1419225" y="1447800"/>
                </a:lnTo>
                <a:lnTo>
                  <a:pt x="1428750" y="1447800"/>
                </a:lnTo>
                <a:lnTo>
                  <a:pt x="1428750" y="1466850"/>
                </a:lnTo>
                <a:lnTo>
                  <a:pt x="1409700" y="1466850"/>
                </a:lnTo>
                <a:close/>
                <a:moveTo>
                  <a:pt x="314325" y="1447800"/>
                </a:moveTo>
                <a:lnTo>
                  <a:pt x="323850" y="1447800"/>
                </a:lnTo>
                <a:lnTo>
                  <a:pt x="323850" y="1457325"/>
                </a:lnTo>
                <a:lnTo>
                  <a:pt x="314325" y="1457325"/>
                </a:lnTo>
                <a:close/>
                <a:moveTo>
                  <a:pt x="1647825" y="1447800"/>
                </a:moveTo>
                <a:lnTo>
                  <a:pt x="1657350" y="1447800"/>
                </a:lnTo>
                <a:lnTo>
                  <a:pt x="1657350" y="1457325"/>
                </a:lnTo>
                <a:lnTo>
                  <a:pt x="1666875" y="1457325"/>
                </a:lnTo>
                <a:lnTo>
                  <a:pt x="1666875" y="1466850"/>
                </a:lnTo>
                <a:lnTo>
                  <a:pt x="1638300" y="1466850"/>
                </a:lnTo>
                <a:lnTo>
                  <a:pt x="1638300" y="1457325"/>
                </a:lnTo>
                <a:lnTo>
                  <a:pt x="1647825" y="1457325"/>
                </a:lnTo>
                <a:close/>
                <a:moveTo>
                  <a:pt x="1781175" y="1447800"/>
                </a:moveTo>
                <a:lnTo>
                  <a:pt x="1800225" y="1447800"/>
                </a:lnTo>
                <a:lnTo>
                  <a:pt x="1800225" y="1457325"/>
                </a:lnTo>
                <a:lnTo>
                  <a:pt x="1790700" y="1457325"/>
                </a:lnTo>
                <a:lnTo>
                  <a:pt x="1790700" y="1466850"/>
                </a:lnTo>
                <a:lnTo>
                  <a:pt x="1771650" y="1466850"/>
                </a:lnTo>
                <a:lnTo>
                  <a:pt x="1771650" y="1457325"/>
                </a:lnTo>
                <a:lnTo>
                  <a:pt x="1781175" y="1457325"/>
                </a:lnTo>
                <a:close/>
                <a:moveTo>
                  <a:pt x="1809750" y="1447800"/>
                </a:moveTo>
                <a:lnTo>
                  <a:pt x="1819275" y="1447800"/>
                </a:lnTo>
                <a:lnTo>
                  <a:pt x="1819275" y="1457325"/>
                </a:lnTo>
                <a:lnTo>
                  <a:pt x="1838325" y="1457325"/>
                </a:lnTo>
                <a:lnTo>
                  <a:pt x="1838325" y="1466850"/>
                </a:lnTo>
                <a:lnTo>
                  <a:pt x="1809750" y="1466850"/>
                </a:lnTo>
                <a:close/>
                <a:moveTo>
                  <a:pt x="342900" y="1457325"/>
                </a:moveTo>
                <a:lnTo>
                  <a:pt x="352425" y="1457325"/>
                </a:lnTo>
                <a:lnTo>
                  <a:pt x="352425" y="1466850"/>
                </a:lnTo>
                <a:lnTo>
                  <a:pt x="342900" y="1466850"/>
                </a:lnTo>
                <a:close/>
                <a:moveTo>
                  <a:pt x="447675" y="1457325"/>
                </a:moveTo>
                <a:lnTo>
                  <a:pt x="476250" y="1457325"/>
                </a:lnTo>
                <a:lnTo>
                  <a:pt x="476250" y="1466850"/>
                </a:lnTo>
                <a:lnTo>
                  <a:pt x="447675" y="1466850"/>
                </a:lnTo>
                <a:close/>
                <a:moveTo>
                  <a:pt x="571500" y="1457325"/>
                </a:moveTo>
                <a:lnTo>
                  <a:pt x="590550" y="1457325"/>
                </a:lnTo>
                <a:lnTo>
                  <a:pt x="590550" y="1466850"/>
                </a:lnTo>
                <a:lnTo>
                  <a:pt x="571500" y="1466850"/>
                </a:lnTo>
                <a:close/>
                <a:moveTo>
                  <a:pt x="619125" y="1457325"/>
                </a:moveTo>
                <a:lnTo>
                  <a:pt x="628650" y="1457325"/>
                </a:lnTo>
                <a:lnTo>
                  <a:pt x="628650" y="1466850"/>
                </a:lnTo>
                <a:lnTo>
                  <a:pt x="619125" y="1466850"/>
                </a:lnTo>
                <a:close/>
                <a:moveTo>
                  <a:pt x="647700" y="1457325"/>
                </a:moveTo>
                <a:lnTo>
                  <a:pt x="666750" y="1457325"/>
                </a:lnTo>
                <a:lnTo>
                  <a:pt x="666750" y="1466850"/>
                </a:lnTo>
                <a:lnTo>
                  <a:pt x="647700" y="1466850"/>
                </a:lnTo>
                <a:close/>
                <a:moveTo>
                  <a:pt x="685800" y="1457325"/>
                </a:moveTo>
                <a:lnTo>
                  <a:pt x="704850" y="1457325"/>
                </a:lnTo>
                <a:lnTo>
                  <a:pt x="704850" y="1466850"/>
                </a:lnTo>
                <a:lnTo>
                  <a:pt x="685800" y="1466850"/>
                </a:lnTo>
                <a:close/>
                <a:moveTo>
                  <a:pt x="762000" y="1457325"/>
                </a:moveTo>
                <a:lnTo>
                  <a:pt x="781050" y="1457325"/>
                </a:lnTo>
                <a:lnTo>
                  <a:pt x="781050" y="1466850"/>
                </a:lnTo>
                <a:lnTo>
                  <a:pt x="762000" y="1466850"/>
                </a:lnTo>
                <a:close/>
                <a:moveTo>
                  <a:pt x="1295400" y="1457325"/>
                </a:moveTo>
                <a:lnTo>
                  <a:pt x="1314450" y="1457325"/>
                </a:lnTo>
                <a:lnTo>
                  <a:pt x="1314450" y="1466850"/>
                </a:lnTo>
                <a:lnTo>
                  <a:pt x="1295400" y="1466850"/>
                </a:lnTo>
                <a:close/>
                <a:moveTo>
                  <a:pt x="1371600" y="1457325"/>
                </a:moveTo>
                <a:lnTo>
                  <a:pt x="1390650" y="1457325"/>
                </a:lnTo>
                <a:lnTo>
                  <a:pt x="1390650" y="1466850"/>
                </a:lnTo>
                <a:lnTo>
                  <a:pt x="1371600" y="1466850"/>
                </a:lnTo>
                <a:close/>
                <a:moveTo>
                  <a:pt x="276225" y="1485900"/>
                </a:moveTo>
                <a:lnTo>
                  <a:pt x="285750" y="1485900"/>
                </a:lnTo>
                <a:lnTo>
                  <a:pt x="285750" y="1495425"/>
                </a:lnTo>
                <a:lnTo>
                  <a:pt x="276225" y="1495425"/>
                </a:lnTo>
                <a:close/>
                <a:moveTo>
                  <a:pt x="304800" y="1485900"/>
                </a:moveTo>
                <a:lnTo>
                  <a:pt x="314325" y="1485900"/>
                </a:lnTo>
                <a:lnTo>
                  <a:pt x="314325" y="1495425"/>
                </a:lnTo>
                <a:lnTo>
                  <a:pt x="304800" y="1495425"/>
                </a:lnTo>
                <a:close/>
                <a:moveTo>
                  <a:pt x="619125" y="1485900"/>
                </a:moveTo>
                <a:lnTo>
                  <a:pt x="628650" y="1485900"/>
                </a:lnTo>
                <a:lnTo>
                  <a:pt x="628650" y="1504950"/>
                </a:lnTo>
                <a:lnTo>
                  <a:pt x="619125" y="1504950"/>
                </a:lnTo>
                <a:close/>
                <a:moveTo>
                  <a:pt x="314325" y="1495425"/>
                </a:moveTo>
                <a:lnTo>
                  <a:pt x="323850" y="1495425"/>
                </a:lnTo>
                <a:lnTo>
                  <a:pt x="323850" y="1504950"/>
                </a:lnTo>
                <a:lnTo>
                  <a:pt x="314325" y="1504950"/>
                </a:lnTo>
                <a:close/>
                <a:moveTo>
                  <a:pt x="342900" y="1495425"/>
                </a:moveTo>
                <a:lnTo>
                  <a:pt x="361950" y="1495425"/>
                </a:lnTo>
                <a:lnTo>
                  <a:pt x="361950" y="1504950"/>
                </a:lnTo>
                <a:lnTo>
                  <a:pt x="352425" y="1504950"/>
                </a:lnTo>
                <a:lnTo>
                  <a:pt x="352425" y="1514475"/>
                </a:lnTo>
                <a:lnTo>
                  <a:pt x="342900" y="1514475"/>
                </a:lnTo>
                <a:close/>
                <a:moveTo>
                  <a:pt x="371475" y="1495425"/>
                </a:moveTo>
                <a:lnTo>
                  <a:pt x="409575" y="1495425"/>
                </a:lnTo>
                <a:lnTo>
                  <a:pt x="409575" y="1504950"/>
                </a:lnTo>
                <a:lnTo>
                  <a:pt x="419100" y="1504950"/>
                </a:lnTo>
                <a:lnTo>
                  <a:pt x="419100" y="1495425"/>
                </a:lnTo>
                <a:lnTo>
                  <a:pt x="428625" y="1495425"/>
                </a:lnTo>
                <a:lnTo>
                  <a:pt x="428625" y="1514475"/>
                </a:lnTo>
                <a:lnTo>
                  <a:pt x="438150" y="1514475"/>
                </a:lnTo>
                <a:lnTo>
                  <a:pt x="438150" y="1571625"/>
                </a:lnTo>
                <a:lnTo>
                  <a:pt x="419100" y="1571625"/>
                </a:lnTo>
                <a:lnTo>
                  <a:pt x="419100" y="1552575"/>
                </a:lnTo>
                <a:lnTo>
                  <a:pt x="409575" y="1552575"/>
                </a:lnTo>
                <a:lnTo>
                  <a:pt x="409575" y="1562100"/>
                </a:lnTo>
                <a:lnTo>
                  <a:pt x="400050" y="1562100"/>
                </a:lnTo>
                <a:lnTo>
                  <a:pt x="400050" y="1533525"/>
                </a:lnTo>
                <a:lnTo>
                  <a:pt x="390525" y="1533525"/>
                </a:lnTo>
                <a:lnTo>
                  <a:pt x="390525" y="1514475"/>
                </a:lnTo>
                <a:lnTo>
                  <a:pt x="371475" y="1514475"/>
                </a:lnTo>
                <a:close/>
                <a:moveTo>
                  <a:pt x="66675" y="1524000"/>
                </a:moveTo>
                <a:lnTo>
                  <a:pt x="76200" y="1524000"/>
                </a:lnTo>
                <a:lnTo>
                  <a:pt x="76200" y="1543050"/>
                </a:lnTo>
                <a:lnTo>
                  <a:pt x="66675" y="1543050"/>
                </a:lnTo>
                <a:lnTo>
                  <a:pt x="66675" y="1552575"/>
                </a:lnTo>
                <a:lnTo>
                  <a:pt x="57150" y="1552575"/>
                </a:lnTo>
                <a:lnTo>
                  <a:pt x="57150" y="1543050"/>
                </a:lnTo>
                <a:lnTo>
                  <a:pt x="47625" y="1543050"/>
                </a:lnTo>
                <a:lnTo>
                  <a:pt x="47625" y="1533525"/>
                </a:lnTo>
                <a:lnTo>
                  <a:pt x="66675" y="1533525"/>
                </a:lnTo>
                <a:close/>
                <a:moveTo>
                  <a:pt x="85725" y="1543050"/>
                </a:moveTo>
                <a:lnTo>
                  <a:pt x="95250" y="1543050"/>
                </a:lnTo>
                <a:lnTo>
                  <a:pt x="95250" y="1562100"/>
                </a:lnTo>
                <a:lnTo>
                  <a:pt x="85725" y="1562100"/>
                </a:lnTo>
                <a:close/>
                <a:moveTo>
                  <a:pt x="104775" y="1552575"/>
                </a:moveTo>
                <a:lnTo>
                  <a:pt x="142875" y="1552575"/>
                </a:lnTo>
                <a:lnTo>
                  <a:pt x="142875" y="1562100"/>
                </a:lnTo>
                <a:lnTo>
                  <a:pt x="133350" y="1562100"/>
                </a:lnTo>
                <a:lnTo>
                  <a:pt x="133350" y="1571625"/>
                </a:lnTo>
                <a:lnTo>
                  <a:pt x="123825" y="1571625"/>
                </a:lnTo>
                <a:lnTo>
                  <a:pt x="123825" y="1581150"/>
                </a:lnTo>
                <a:lnTo>
                  <a:pt x="114300" y="1581150"/>
                </a:lnTo>
                <a:lnTo>
                  <a:pt x="114300" y="1571625"/>
                </a:lnTo>
                <a:lnTo>
                  <a:pt x="95250" y="1571625"/>
                </a:lnTo>
                <a:lnTo>
                  <a:pt x="95250" y="1562100"/>
                </a:lnTo>
                <a:lnTo>
                  <a:pt x="104775" y="1562100"/>
                </a:lnTo>
                <a:close/>
                <a:moveTo>
                  <a:pt x="685800" y="1552575"/>
                </a:moveTo>
                <a:lnTo>
                  <a:pt x="704850" y="1552575"/>
                </a:lnTo>
                <a:lnTo>
                  <a:pt x="704850" y="1562100"/>
                </a:lnTo>
                <a:lnTo>
                  <a:pt x="685800" y="1562100"/>
                </a:lnTo>
                <a:close/>
                <a:moveTo>
                  <a:pt x="133350" y="1609725"/>
                </a:moveTo>
                <a:lnTo>
                  <a:pt x="142875" y="1609725"/>
                </a:lnTo>
                <a:lnTo>
                  <a:pt x="142875" y="1619250"/>
                </a:lnTo>
                <a:lnTo>
                  <a:pt x="133350" y="1619250"/>
                </a:lnTo>
                <a:close/>
              </a:path>
            </a:pathLst>
          </a:custGeom>
          <a:solidFill xmlns:a="http://schemas.openxmlformats.org/drawingml/2006/main">
            <a:srgbClr val="F2EFE0"/>
          </a:solidFill>
          <a:ln xmlns:a="http://schemas.openxmlformats.org/drawingml/2006/main" w="0">
            <a:noFill/>
          </a:ln>
        </p:spPr>
      </p:sp>
      <p:sp>
        <p:nvSpPr>
          <p:cNvPr id="110" name="appearance vector #f0efe2">
            <a:extLst xmlns:a="http://schemas.openxmlformats.org/drawingml/2006/main">
              <a:ext uri="{FF2B5EF4-FFF2-40B4-BE49-F238E27FC236}">
                <a16:creationId xmlns:a16="http://schemas.microsoft.com/office/drawing/2014/main" id="{5ED5264C-9F18-4851-88B8-27582F826A3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343400" y="5114925"/>
            <a:ext cx="1943100" cy="1666875"/>
          </a:xfrm>
          <a:custGeom xmlns:a="http://schemas.openxmlformats.org/drawingml/2006/main">
            <a:pathLst>
              <a:path w="1943100" h="1666875">
                <a:moveTo>
                  <a:pt x="57150" y="28575"/>
                </a:moveTo>
                <a:lnTo>
                  <a:pt x="66675" y="28575"/>
                </a:lnTo>
                <a:lnTo>
                  <a:pt x="66675" y="38100"/>
                </a:lnTo>
                <a:lnTo>
                  <a:pt x="57150" y="38100"/>
                </a:lnTo>
                <a:close/>
                <a:moveTo>
                  <a:pt x="228600" y="66675"/>
                </a:moveTo>
                <a:lnTo>
                  <a:pt x="238125" y="66675"/>
                </a:lnTo>
                <a:lnTo>
                  <a:pt x="238125" y="76200"/>
                </a:lnTo>
                <a:lnTo>
                  <a:pt x="228600" y="76200"/>
                </a:lnTo>
                <a:close/>
                <a:moveTo>
                  <a:pt x="400050" y="95250"/>
                </a:moveTo>
                <a:lnTo>
                  <a:pt x="409575" y="95250"/>
                </a:lnTo>
                <a:lnTo>
                  <a:pt x="409575" y="104775"/>
                </a:lnTo>
                <a:lnTo>
                  <a:pt x="400050" y="104775"/>
                </a:lnTo>
                <a:close/>
                <a:moveTo>
                  <a:pt x="247650" y="104775"/>
                </a:moveTo>
                <a:lnTo>
                  <a:pt x="257175" y="104775"/>
                </a:lnTo>
                <a:lnTo>
                  <a:pt x="257175" y="114300"/>
                </a:lnTo>
                <a:lnTo>
                  <a:pt x="247650" y="114300"/>
                </a:lnTo>
                <a:close/>
                <a:moveTo>
                  <a:pt x="381000" y="104775"/>
                </a:moveTo>
                <a:lnTo>
                  <a:pt x="390525" y="104775"/>
                </a:lnTo>
                <a:lnTo>
                  <a:pt x="390525" y="114300"/>
                </a:lnTo>
                <a:lnTo>
                  <a:pt x="381000" y="114300"/>
                </a:lnTo>
                <a:close/>
                <a:moveTo>
                  <a:pt x="342900" y="142875"/>
                </a:moveTo>
                <a:lnTo>
                  <a:pt x="371475" y="142875"/>
                </a:lnTo>
                <a:lnTo>
                  <a:pt x="371475" y="152400"/>
                </a:lnTo>
                <a:lnTo>
                  <a:pt x="381000" y="152400"/>
                </a:lnTo>
                <a:lnTo>
                  <a:pt x="381000" y="171450"/>
                </a:lnTo>
                <a:lnTo>
                  <a:pt x="361950" y="171450"/>
                </a:lnTo>
                <a:lnTo>
                  <a:pt x="361950" y="180975"/>
                </a:lnTo>
                <a:lnTo>
                  <a:pt x="342900" y="180975"/>
                </a:lnTo>
                <a:lnTo>
                  <a:pt x="342900" y="171450"/>
                </a:lnTo>
                <a:lnTo>
                  <a:pt x="333375" y="171450"/>
                </a:lnTo>
                <a:lnTo>
                  <a:pt x="333375" y="161925"/>
                </a:lnTo>
                <a:lnTo>
                  <a:pt x="342900" y="161925"/>
                </a:lnTo>
                <a:close/>
                <a:moveTo>
                  <a:pt x="142875" y="161925"/>
                </a:moveTo>
                <a:lnTo>
                  <a:pt x="152400" y="161925"/>
                </a:lnTo>
                <a:lnTo>
                  <a:pt x="152400" y="171450"/>
                </a:lnTo>
                <a:lnTo>
                  <a:pt x="142875" y="171450"/>
                </a:lnTo>
                <a:close/>
                <a:moveTo>
                  <a:pt x="161925" y="161925"/>
                </a:moveTo>
                <a:lnTo>
                  <a:pt x="209550" y="161925"/>
                </a:lnTo>
                <a:lnTo>
                  <a:pt x="209550" y="171450"/>
                </a:lnTo>
                <a:lnTo>
                  <a:pt x="219075" y="171450"/>
                </a:lnTo>
                <a:lnTo>
                  <a:pt x="219075" y="180975"/>
                </a:lnTo>
                <a:lnTo>
                  <a:pt x="180975" y="180975"/>
                </a:lnTo>
                <a:lnTo>
                  <a:pt x="180975" y="190500"/>
                </a:lnTo>
                <a:lnTo>
                  <a:pt x="171450" y="190500"/>
                </a:lnTo>
                <a:lnTo>
                  <a:pt x="171450" y="180975"/>
                </a:lnTo>
                <a:lnTo>
                  <a:pt x="161925" y="180975"/>
                </a:lnTo>
                <a:close/>
                <a:moveTo>
                  <a:pt x="400050" y="161925"/>
                </a:moveTo>
                <a:lnTo>
                  <a:pt x="409575" y="161925"/>
                </a:lnTo>
                <a:lnTo>
                  <a:pt x="409575" y="171450"/>
                </a:lnTo>
                <a:lnTo>
                  <a:pt x="400050" y="171450"/>
                </a:lnTo>
                <a:close/>
                <a:moveTo>
                  <a:pt x="323850" y="171450"/>
                </a:moveTo>
                <a:lnTo>
                  <a:pt x="333375" y="171450"/>
                </a:lnTo>
                <a:lnTo>
                  <a:pt x="333375" y="180975"/>
                </a:lnTo>
                <a:lnTo>
                  <a:pt x="323850" y="180975"/>
                </a:lnTo>
                <a:close/>
                <a:moveTo>
                  <a:pt x="381000" y="171450"/>
                </a:moveTo>
                <a:lnTo>
                  <a:pt x="400050" y="171450"/>
                </a:lnTo>
                <a:lnTo>
                  <a:pt x="400050" y="180975"/>
                </a:lnTo>
                <a:lnTo>
                  <a:pt x="381000" y="180975"/>
                </a:lnTo>
                <a:close/>
                <a:moveTo>
                  <a:pt x="409575" y="171450"/>
                </a:moveTo>
                <a:lnTo>
                  <a:pt x="419100" y="171450"/>
                </a:lnTo>
                <a:lnTo>
                  <a:pt x="419100" y="180975"/>
                </a:lnTo>
                <a:lnTo>
                  <a:pt x="409575" y="180975"/>
                </a:lnTo>
                <a:close/>
                <a:moveTo>
                  <a:pt x="438150" y="171450"/>
                </a:moveTo>
                <a:lnTo>
                  <a:pt x="447675" y="171450"/>
                </a:lnTo>
                <a:lnTo>
                  <a:pt x="447675" y="180975"/>
                </a:lnTo>
                <a:lnTo>
                  <a:pt x="438150" y="180975"/>
                </a:lnTo>
                <a:close/>
                <a:moveTo>
                  <a:pt x="123825" y="190500"/>
                </a:moveTo>
                <a:lnTo>
                  <a:pt x="133350" y="190500"/>
                </a:lnTo>
                <a:lnTo>
                  <a:pt x="133350" y="209550"/>
                </a:lnTo>
                <a:lnTo>
                  <a:pt x="123825" y="209550"/>
                </a:lnTo>
                <a:close/>
                <a:moveTo>
                  <a:pt x="457200" y="190500"/>
                </a:moveTo>
                <a:lnTo>
                  <a:pt x="466725" y="190500"/>
                </a:lnTo>
                <a:lnTo>
                  <a:pt x="466725" y="219075"/>
                </a:lnTo>
                <a:lnTo>
                  <a:pt x="485775" y="219075"/>
                </a:lnTo>
                <a:lnTo>
                  <a:pt x="485775" y="209550"/>
                </a:lnTo>
                <a:lnTo>
                  <a:pt x="495300" y="209550"/>
                </a:lnTo>
                <a:lnTo>
                  <a:pt x="495300" y="190500"/>
                </a:lnTo>
                <a:lnTo>
                  <a:pt x="514350" y="190500"/>
                </a:lnTo>
                <a:lnTo>
                  <a:pt x="514350" y="200025"/>
                </a:lnTo>
                <a:lnTo>
                  <a:pt x="504825" y="200025"/>
                </a:lnTo>
                <a:lnTo>
                  <a:pt x="504825" y="209550"/>
                </a:lnTo>
                <a:lnTo>
                  <a:pt x="495300" y="209550"/>
                </a:lnTo>
                <a:lnTo>
                  <a:pt x="495300" y="238125"/>
                </a:lnTo>
                <a:lnTo>
                  <a:pt x="476250" y="238125"/>
                </a:lnTo>
                <a:lnTo>
                  <a:pt x="476250" y="228600"/>
                </a:lnTo>
                <a:lnTo>
                  <a:pt x="457200" y="228600"/>
                </a:lnTo>
                <a:close/>
                <a:moveTo>
                  <a:pt x="1466850" y="200025"/>
                </a:moveTo>
                <a:lnTo>
                  <a:pt x="1476375" y="200025"/>
                </a:lnTo>
                <a:lnTo>
                  <a:pt x="1476375" y="219075"/>
                </a:lnTo>
                <a:lnTo>
                  <a:pt x="1466850" y="219075"/>
                </a:lnTo>
                <a:close/>
                <a:moveTo>
                  <a:pt x="133350" y="228600"/>
                </a:moveTo>
                <a:lnTo>
                  <a:pt x="152400" y="228600"/>
                </a:lnTo>
                <a:lnTo>
                  <a:pt x="152400" y="238125"/>
                </a:lnTo>
                <a:lnTo>
                  <a:pt x="133350" y="238125"/>
                </a:lnTo>
                <a:close/>
                <a:moveTo>
                  <a:pt x="200025" y="228600"/>
                </a:moveTo>
                <a:lnTo>
                  <a:pt x="285750" y="228600"/>
                </a:lnTo>
                <a:lnTo>
                  <a:pt x="285750" y="238125"/>
                </a:lnTo>
                <a:lnTo>
                  <a:pt x="257175" y="238125"/>
                </a:lnTo>
                <a:lnTo>
                  <a:pt x="257175" y="247650"/>
                </a:lnTo>
                <a:lnTo>
                  <a:pt x="247650" y="247650"/>
                </a:lnTo>
                <a:lnTo>
                  <a:pt x="247650" y="238125"/>
                </a:lnTo>
                <a:lnTo>
                  <a:pt x="238125" y="238125"/>
                </a:lnTo>
                <a:lnTo>
                  <a:pt x="238125" y="247650"/>
                </a:lnTo>
                <a:lnTo>
                  <a:pt x="209550" y="247650"/>
                </a:lnTo>
                <a:lnTo>
                  <a:pt x="209550" y="238125"/>
                </a:lnTo>
                <a:lnTo>
                  <a:pt x="200025" y="238125"/>
                </a:lnTo>
                <a:close/>
                <a:moveTo>
                  <a:pt x="295275" y="228600"/>
                </a:moveTo>
                <a:lnTo>
                  <a:pt x="314325" y="228600"/>
                </a:lnTo>
                <a:lnTo>
                  <a:pt x="314325" y="238125"/>
                </a:lnTo>
                <a:lnTo>
                  <a:pt x="295275" y="238125"/>
                </a:lnTo>
                <a:close/>
                <a:moveTo>
                  <a:pt x="400050" y="228600"/>
                </a:moveTo>
                <a:lnTo>
                  <a:pt x="419100" y="228600"/>
                </a:lnTo>
                <a:lnTo>
                  <a:pt x="419100" y="238125"/>
                </a:lnTo>
                <a:lnTo>
                  <a:pt x="447675" y="238125"/>
                </a:lnTo>
                <a:lnTo>
                  <a:pt x="447675" y="228600"/>
                </a:lnTo>
                <a:lnTo>
                  <a:pt x="457200" y="228600"/>
                </a:lnTo>
                <a:lnTo>
                  <a:pt x="457200" y="238125"/>
                </a:lnTo>
                <a:lnTo>
                  <a:pt x="447675" y="238125"/>
                </a:lnTo>
                <a:lnTo>
                  <a:pt x="447675" y="257175"/>
                </a:lnTo>
                <a:lnTo>
                  <a:pt x="457200" y="257175"/>
                </a:lnTo>
                <a:lnTo>
                  <a:pt x="457200" y="276225"/>
                </a:lnTo>
                <a:lnTo>
                  <a:pt x="381000" y="276225"/>
                </a:lnTo>
                <a:lnTo>
                  <a:pt x="381000" y="266700"/>
                </a:lnTo>
                <a:lnTo>
                  <a:pt x="371475" y="266700"/>
                </a:lnTo>
                <a:lnTo>
                  <a:pt x="371475" y="257175"/>
                </a:lnTo>
                <a:lnTo>
                  <a:pt x="381000" y="257175"/>
                </a:lnTo>
                <a:lnTo>
                  <a:pt x="381000" y="238125"/>
                </a:lnTo>
                <a:lnTo>
                  <a:pt x="400050" y="238125"/>
                </a:lnTo>
                <a:close/>
                <a:moveTo>
                  <a:pt x="600075" y="228600"/>
                </a:moveTo>
                <a:lnTo>
                  <a:pt x="609600" y="228600"/>
                </a:lnTo>
                <a:lnTo>
                  <a:pt x="609600" y="238125"/>
                </a:lnTo>
                <a:lnTo>
                  <a:pt x="600075" y="238125"/>
                </a:lnTo>
                <a:close/>
                <a:moveTo>
                  <a:pt x="1581150" y="228600"/>
                </a:moveTo>
                <a:lnTo>
                  <a:pt x="1590675" y="228600"/>
                </a:lnTo>
                <a:lnTo>
                  <a:pt x="1590675" y="238125"/>
                </a:lnTo>
                <a:lnTo>
                  <a:pt x="1581150" y="238125"/>
                </a:lnTo>
                <a:close/>
                <a:moveTo>
                  <a:pt x="180975" y="238125"/>
                </a:moveTo>
                <a:lnTo>
                  <a:pt x="190500" y="238125"/>
                </a:lnTo>
                <a:lnTo>
                  <a:pt x="190500" y="247650"/>
                </a:lnTo>
                <a:lnTo>
                  <a:pt x="180975" y="247650"/>
                </a:lnTo>
                <a:close/>
                <a:moveTo>
                  <a:pt x="314325" y="238125"/>
                </a:moveTo>
                <a:lnTo>
                  <a:pt x="333375" y="238125"/>
                </a:lnTo>
                <a:lnTo>
                  <a:pt x="333375" y="257175"/>
                </a:lnTo>
                <a:lnTo>
                  <a:pt x="323850" y="257175"/>
                </a:lnTo>
                <a:lnTo>
                  <a:pt x="323850" y="247650"/>
                </a:lnTo>
                <a:lnTo>
                  <a:pt x="314325" y="247650"/>
                </a:lnTo>
                <a:close/>
                <a:moveTo>
                  <a:pt x="361950" y="238125"/>
                </a:moveTo>
                <a:lnTo>
                  <a:pt x="371475" y="238125"/>
                </a:lnTo>
                <a:lnTo>
                  <a:pt x="371475" y="247650"/>
                </a:lnTo>
                <a:lnTo>
                  <a:pt x="361950" y="247650"/>
                </a:lnTo>
                <a:close/>
                <a:moveTo>
                  <a:pt x="485775" y="257175"/>
                </a:moveTo>
                <a:lnTo>
                  <a:pt x="504825" y="257175"/>
                </a:lnTo>
                <a:lnTo>
                  <a:pt x="504825" y="266700"/>
                </a:lnTo>
                <a:lnTo>
                  <a:pt x="485775" y="266700"/>
                </a:lnTo>
                <a:close/>
                <a:moveTo>
                  <a:pt x="514350" y="257175"/>
                </a:moveTo>
                <a:lnTo>
                  <a:pt x="523875" y="257175"/>
                </a:lnTo>
                <a:lnTo>
                  <a:pt x="523875" y="266700"/>
                </a:lnTo>
                <a:lnTo>
                  <a:pt x="514350" y="266700"/>
                </a:lnTo>
                <a:close/>
                <a:moveTo>
                  <a:pt x="581025" y="257175"/>
                </a:moveTo>
                <a:lnTo>
                  <a:pt x="600075" y="257175"/>
                </a:lnTo>
                <a:lnTo>
                  <a:pt x="600075" y="266700"/>
                </a:lnTo>
                <a:lnTo>
                  <a:pt x="581025" y="266700"/>
                </a:lnTo>
                <a:close/>
                <a:moveTo>
                  <a:pt x="38100" y="266700"/>
                </a:moveTo>
                <a:lnTo>
                  <a:pt x="47625" y="266700"/>
                </a:lnTo>
                <a:lnTo>
                  <a:pt x="47625" y="333375"/>
                </a:lnTo>
                <a:lnTo>
                  <a:pt x="38100" y="333375"/>
                </a:lnTo>
                <a:close/>
                <a:moveTo>
                  <a:pt x="409575" y="266700"/>
                </a:moveTo>
                <a:lnTo>
                  <a:pt x="438150" y="266700"/>
                </a:lnTo>
                <a:lnTo>
                  <a:pt x="438150" y="257175"/>
                </a:lnTo>
                <a:lnTo>
                  <a:pt x="419100" y="257175"/>
                </a:lnTo>
                <a:lnTo>
                  <a:pt x="419100" y="247650"/>
                </a:lnTo>
                <a:lnTo>
                  <a:pt x="409575" y="247650"/>
                </a:lnTo>
                <a:close/>
                <a:moveTo>
                  <a:pt x="523875" y="266700"/>
                </a:moveTo>
                <a:lnTo>
                  <a:pt x="533400" y="266700"/>
                </a:lnTo>
                <a:lnTo>
                  <a:pt x="533400" y="276225"/>
                </a:lnTo>
                <a:lnTo>
                  <a:pt x="523875" y="276225"/>
                </a:lnTo>
                <a:close/>
                <a:moveTo>
                  <a:pt x="847725" y="266700"/>
                </a:moveTo>
                <a:lnTo>
                  <a:pt x="895350" y="266700"/>
                </a:lnTo>
                <a:lnTo>
                  <a:pt x="895350" y="276225"/>
                </a:lnTo>
                <a:lnTo>
                  <a:pt x="847725" y="276225"/>
                </a:lnTo>
                <a:close/>
                <a:moveTo>
                  <a:pt x="1219200" y="266700"/>
                </a:moveTo>
                <a:lnTo>
                  <a:pt x="1247775" y="266700"/>
                </a:lnTo>
                <a:lnTo>
                  <a:pt x="1247775" y="276225"/>
                </a:lnTo>
                <a:lnTo>
                  <a:pt x="1219200" y="276225"/>
                </a:lnTo>
                <a:close/>
                <a:moveTo>
                  <a:pt x="1676400" y="266700"/>
                </a:moveTo>
                <a:lnTo>
                  <a:pt x="1695450" y="266700"/>
                </a:lnTo>
                <a:lnTo>
                  <a:pt x="1695450" y="276225"/>
                </a:lnTo>
                <a:lnTo>
                  <a:pt x="1676400" y="276225"/>
                </a:lnTo>
                <a:close/>
                <a:moveTo>
                  <a:pt x="1762125" y="266700"/>
                </a:moveTo>
                <a:lnTo>
                  <a:pt x="1790700" y="266700"/>
                </a:lnTo>
                <a:lnTo>
                  <a:pt x="1790700" y="276225"/>
                </a:lnTo>
                <a:lnTo>
                  <a:pt x="1762125" y="276225"/>
                </a:lnTo>
                <a:close/>
                <a:moveTo>
                  <a:pt x="152400" y="276225"/>
                </a:moveTo>
                <a:lnTo>
                  <a:pt x="161925" y="276225"/>
                </a:lnTo>
                <a:lnTo>
                  <a:pt x="161925" y="285750"/>
                </a:lnTo>
                <a:lnTo>
                  <a:pt x="152400" y="285750"/>
                </a:lnTo>
                <a:close/>
                <a:moveTo>
                  <a:pt x="190500" y="276225"/>
                </a:moveTo>
                <a:lnTo>
                  <a:pt x="200025" y="276225"/>
                </a:lnTo>
                <a:lnTo>
                  <a:pt x="200025" y="285750"/>
                </a:lnTo>
                <a:lnTo>
                  <a:pt x="209550" y="285750"/>
                </a:lnTo>
                <a:lnTo>
                  <a:pt x="209550" y="304800"/>
                </a:lnTo>
                <a:lnTo>
                  <a:pt x="190500" y="304800"/>
                </a:lnTo>
                <a:close/>
                <a:moveTo>
                  <a:pt x="285750" y="276225"/>
                </a:moveTo>
                <a:lnTo>
                  <a:pt x="323850" y="276225"/>
                </a:lnTo>
                <a:lnTo>
                  <a:pt x="323850" y="304800"/>
                </a:lnTo>
                <a:lnTo>
                  <a:pt x="285750" y="304800"/>
                </a:lnTo>
                <a:close/>
                <a:moveTo>
                  <a:pt x="333375" y="276225"/>
                </a:moveTo>
                <a:lnTo>
                  <a:pt x="361950" y="276225"/>
                </a:lnTo>
                <a:lnTo>
                  <a:pt x="361950" y="304800"/>
                </a:lnTo>
                <a:lnTo>
                  <a:pt x="333375" y="304800"/>
                </a:lnTo>
                <a:close/>
                <a:moveTo>
                  <a:pt x="638175" y="276225"/>
                </a:moveTo>
                <a:lnTo>
                  <a:pt x="695325" y="276225"/>
                </a:lnTo>
                <a:lnTo>
                  <a:pt x="695325" y="304800"/>
                </a:lnTo>
                <a:lnTo>
                  <a:pt x="676275" y="304800"/>
                </a:lnTo>
                <a:lnTo>
                  <a:pt x="676275" y="285750"/>
                </a:lnTo>
                <a:lnTo>
                  <a:pt x="647700" y="285750"/>
                </a:lnTo>
                <a:lnTo>
                  <a:pt x="647700" y="304800"/>
                </a:lnTo>
                <a:lnTo>
                  <a:pt x="638175" y="304800"/>
                </a:lnTo>
                <a:close/>
                <a:moveTo>
                  <a:pt x="1876425" y="276225"/>
                </a:moveTo>
                <a:lnTo>
                  <a:pt x="1885950" y="276225"/>
                </a:lnTo>
                <a:lnTo>
                  <a:pt x="1885950" y="285750"/>
                </a:lnTo>
                <a:lnTo>
                  <a:pt x="1876425" y="285750"/>
                </a:lnTo>
                <a:close/>
                <a:moveTo>
                  <a:pt x="1885950" y="285750"/>
                </a:moveTo>
                <a:lnTo>
                  <a:pt x="1895475" y="285750"/>
                </a:lnTo>
                <a:lnTo>
                  <a:pt x="1895475" y="295275"/>
                </a:lnTo>
                <a:lnTo>
                  <a:pt x="1885950" y="295275"/>
                </a:lnTo>
                <a:close/>
                <a:moveTo>
                  <a:pt x="1876425" y="295275"/>
                </a:moveTo>
                <a:lnTo>
                  <a:pt x="1885950" y="295275"/>
                </a:lnTo>
                <a:lnTo>
                  <a:pt x="1885950" y="304800"/>
                </a:lnTo>
                <a:lnTo>
                  <a:pt x="1876425" y="304800"/>
                </a:lnTo>
                <a:close/>
                <a:moveTo>
                  <a:pt x="1885950" y="304800"/>
                </a:moveTo>
                <a:lnTo>
                  <a:pt x="1895475" y="304800"/>
                </a:lnTo>
                <a:lnTo>
                  <a:pt x="1895475" y="314325"/>
                </a:lnTo>
                <a:lnTo>
                  <a:pt x="1885950" y="314325"/>
                </a:lnTo>
                <a:close/>
                <a:moveTo>
                  <a:pt x="28575" y="342900"/>
                </a:moveTo>
                <a:lnTo>
                  <a:pt x="38100" y="342900"/>
                </a:lnTo>
                <a:lnTo>
                  <a:pt x="38100" y="352425"/>
                </a:lnTo>
                <a:lnTo>
                  <a:pt x="28575" y="352425"/>
                </a:lnTo>
                <a:close/>
                <a:moveTo>
                  <a:pt x="1476375" y="352425"/>
                </a:moveTo>
                <a:lnTo>
                  <a:pt x="1495425" y="352425"/>
                </a:lnTo>
                <a:lnTo>
                  <a:pt x="1495425" y="361950"/>
                </a:lnTo>
                <a:lnTo>
                  <a:pt x="1476375" y="361950"/>
                </a:lnTo>
                <a:close/>
                <a:moveTo>
                  <a:pt x="114300" y="371475"/>
                </a:moveTo>
                <a:lnTo>
                  <a:pt x="133350" y="371475"/>
                </a:lnTo>
                <a:lnTo>
                  <a:pt x="133350" y="381000"/>
                </a:lnTo>
                <a:lnTo>
                  <a:pt x="114300" y="381000"/>
                </a:lnTo>
                <a:close/>
                <a:moveTo>
                  <a:pt x="981075" y="381000"/>
                </a:moveTo>
                <a:lnTo>
                  <a:pt x="990600" y="381000"/>
                </a:lnTo>
                <a:lnTo>
                  <a:pt x="990600" y="390525"/>
                </a:lnTo>
                <a:lnTo>
                  <a:pt x="981075" y="390525"/>
                </a:lnTo>
                <a:close/>
                <a:moveTo>
                  <a:pt x="114300" y="390525"/>
                </a:moveTo>
                <a:lnTo>
                  <a:pt x="133350" y="390525"/>
                </a:lnTo>
                <a:lnTo>
                  <a:pt x="133350" y="400050"/>
                </a:lnTo>
                <a:lnTo>
                  <a:pt x="114300" y="400050"/>
                </a:lnTo>
                <a:close/>
                <a:moveTo>
                  <a:pt x="971550" y="390525"/>
                </a:moveTo>
                <a:lnTo>
                  <a:pt x="981075" y="390525"/>
                </a:lnTo>
                <a:lnTo>
                  <a:pt x="981075" y="400050"/>
                </a:lnTo>
                <a:lnTo>
                  <a:pt x="971550" y="400050"/>
                </a:lnTo>
                <a:close/>
                <a:moveTo>
                  <a:pt x="1076325" y="428625"/>
                </a:moveTo>
                <a:lnTo>
                  <a:pt x="1104900" y="428625"/>
                </a:lnTo>
                <a:lnTo>
                  <a:pt x="1104900" y="438150"/>
                </a:lnTo>
                <a:lnTo>
                  <a:pt x="1076325" y="438150"/>
                </a:lnTo>
                <a:close/>
                <a:moveTo>
                  <a:pt x="1638300" y="428625"/>
                </a:moveTo>
                <a:lnTo>
                  <a:pt x="1676400" y="428625"/>
                </a:lnTo>
                <a:lnTo>
                  <a:pt x="1676400" y="438150"/>
                </a:lnTo>
                <a:lnTo>
                  <a:pt x="1638300" y="438150"/>
                </a:lnTo>
                <a:close/>
                <a:moveTo>
                  <a:pt x="1704975" y="428625"/>
                </a:moveTo>
                <a:lnTo>
                  <a:pt x="1733550" y="428625"/>
                </a:lnTo>
                <a:lnTo>
                  <a:pt x="1733550" y="438150"/>
                </a:lnTo>
                <a:lnTo>
                  <a:pt x="1704975" y="438150"/>
                </a:lnTo>
                <a:close/>
                <a:moveTo>
                  <a:pt x="142875" y="485775"/>
                </a:moveTo>
                <a:lnTo>
                  <a:pt x="152400" y="485775"/>
                </a:lnTo>
                <a:lnTo>
                  <a:pt x="152400" y="495300"/>
                </a:lnTo>
                <a:lnTo>
                  <a:pt x="142875" y="495300"/>
                </a:lnTo>
                <a:close/>
                <a:moveTo>
                  <a:pt x="161925" y="495300"/>
                </a:moveTo>
                <a:lnTo>
                  <a:pt x="171450" y="495300"/>
                </a:lnTo>
                <a:lnTo>
                  <a:pt x="171450" y="514350"/>
                </a:lnTo>
                <a:lnTo>
                  <a:pt x="152400" y="514350"/>
                </a:lnTo>
                <a:lnTo>
                  <a:pt x="152400" y="504825"/>
                </a:lnTo>
                <a:lnTo>
                  <a:pt x="161925" y="504825"/>
                </a:lnTo>
                <a:close/>
                <a:moveTo>
                  <a:pt x="457200" y="533400"/>
                </a:moveTo>
                <a:lnTo>
                  <a:pt x="466725" y="533400"/>
                </a:lnTo>
                <a:lnTo>
                  <a:pt x="466725" y="542925"/>
                </a:lnTo>
                <a:lnTo>
                  <a:pt x="457200" y="542925"/>
                </a:lnTo>
                <a:close/>
                <a:moveTo>
                  <a:pt x="476250" y="533400"/>
                </a:moveTo>
                <a:lnTo>
                  <a:pt x="485775" y="533400"/>
                </a:lnTo>
                <a:lnTo>
                  <a:pt x="485775" y="542925"/>
                </a:lnTo>
                <a:lnTo>
                  <a:pt x="476250" y="542925"/>
                </a:lnTo>
                <a:close/>
                <a:moveTo>
                  <a:pt x="590550" y="533400"/>
                </a:moveTo>
                <a:lnTo>
                  <a:pt x="609600" y="533400"/>
                </a:lnTo>
                <a:lnTo>
                  <a:pt x="609600" y="542925"/>
                </a:lnTo>
                <a:lnTo>
                  <a:pt x="590550" y="542925"/>
                </a:lnTo>
                <a:close/>
                <a:moveTo>
                  <a:pt x="742950" y="533400"/>
                </a:moveTo>
                <a:lnTo>
                  <a:pt x="762000" y="533400"/>
                </a:lnTo>
                <a:lnTo>
                  <a:pt x="762000" y="542925"/>
                </a:lnTo>
                <a:lnTo>
                  <a:pt x="742950" y="542925"/>
                </a:lnTo>
                <a:close/>
                <a:moveTo>
                  <a:pt x="1724025" y="552450"/>
                </a:moveTo>
                <a:lnTo>
                  <a:pt x="1733550" y="552450"/>
                </a:lnTo>
                <a:lnTo>
                  <a:pt x="1733550" y="571500"/>
                </a:lnTo>
                <a:lnTo>
                  <a:pt x="1724025" y="571500"/>
                </a:lnTo>
                <a:close/>
                <a:moveTo>
                  <a:pt x="28575" y="638175"/>
                </a:moveTo>
                <a:lnTo>
                  <a:pt x="38100" y="638175"/>
                </a:lnTo>
                <a:lnTo>
                  <a:pt x="38100" y="647700"/>
                </a:lnTo>
                <a:lnTo>
                  <a:pt x="28575" y="647700"/>
                </a:lnTo>
                <a:close/>
                <a:moveTo>
                  <a:pt x="228600" y="704850"/>
                </a:moveTo>
                <a:lnTo>
                  <a:pt x="238125" y="704850"/>
                </a:lnTo>
                <a:lnTo>
                  <a:pt x="238125" y="714375"/>
                </a:lnTo>
                <a:lnTo>
                  <a:pt x="228600" y="714375"/>
                </a:lnTo>
                <a:close/>
                <a:moveTo>
                  <a:pt x="504825" y="742950"/>
                </a:moveTo>
                <a:lnTo>
                  <a:pt x="523875" y="742950"/>
                </a:lnTo>
                <a:lnTo>
                  <a:pt x="523875" y="752475"/>
                </a:lnTo>
                <a:lnTo>
                  <a:pt x="514350" y="752475"/>
                </a:lnTo>
                <a:lnTo>
                  <a:pt x="514350" y="762000"/>
                </a:lnTo>
                <a:lnTo>
                  <a:pt x="504825" y="762000"/>
                </a:lnTo>
                <a:close/>
                <a:moveTo>
                  <a:pt x="1400175" y="742950"/>
                </a:moveTo>
                <a:lnTo>
                  <a:pt x="1409700" y="742950"/>
                </a:lnTo>
                <a:lnTo>
                  <a:pt x="1409700" y="752475"/>
                </a:lnTo>
                <a:lnTo>
                  <a:pt x="1400175" y="752475"/>
                </a:lnTo>
                <a:close/>
                <a:moveTo>
                  <a:pt x="1600200" y="752475"/>
                </a:moveTo>
                <a:lnTo>
                  <a:pt x="1609725" y="752475"/>
                </a:lnTo>
                <a:lnTo>
                  <a:pt x="1609725" y="800100"/>
                </a:lnTo>
                <a:lnTo>
                  <a:pt x="1600200" y="800100"/>
                </a:lnTo>
                <a:lnTo>
                  <a:pt x="1600200" y="781050"/>
                </a:lnTo>
                <a:lnTo>
                  <a:pt x="1590675" y="781050"/>
                </a:lnTo>
                <a:lnTo>
                  <a:pt x="1590675" y="762000"/>
                </a:lnTo>
                <a:lnTo>
                  <a:pt x="1600200" y="762000"/>
                </a:lnTo>
                <a:close/>
                <a:moveTo>
                  <a:pt x="28575" y="809625"/>
                </a:moveTo>
                <a:lnTo>
                  <a:pt x="38100" y="809625"/>
                </a:lnTo>
                <a:lnTo>
                  <a:pt x="38100" y="828675"/>
                </a:lnTo>
                <a:lnTo>
                  <a:pt x="28575" y="828675"/>
                </a:lnTo>
                <a:close/>
                <a:moveTo>
                  <a:pt x="1857375" y="819150"/>
                </a:moveTo>
                <a:lnTo>
                  <a:pt x="1866900" y="819150"/>
                </a:lnTo>
                <a:lnTo>
                  <a:pt x="1866900" y="828675"/>
                </a:lnTo>
                <a:lnTo>
                  <a:pt x="1857375" y="828675"/>
                </a:lnTo>
                <a:close/>
                <a:moveTo>
                  <a:pt x="1866900" y="847725"/>
                </a:moveTo>
                <a:lnTo>
                  <a:pt x="1885950" y="847725"/>
                </a:lnTo>
                <a:lnTo>
                  <a:pt x="1885950" y="866775"/>
                </a:lnTo>
                <a:lnTo>
                  <a:pt x="1866900" y="866775"/>
                </a:lnTo>
                <a:lnTo>
                  <a:pt x="1866900" y="876300"/>
                </a:lnTo>
                <a:lnTo>
                  <a:pt x="1857375" y="876300"/>
                </a:lnTo>
                <a:lnTo>
                  <a:pt x="1857375" y="857250"/>
                </a:lnTo>
                <a:lnTo>
                  <a:pt x="1866900" y="857250"/>
                </a:lnTo>
                <a:close/>
                <a:moveTo>
                  <a:pt x="28575" y="857250"/>
                </a:moveTo>
                <a:lnTo>
                  <a:pt x="38100" y="857250"/>
                </a:lnTo>
                <a:lnTo>
                  <a:pt x="38100" y="876300"/>
                </a:lnTo>
                <a:lnTo>
                  <a:pt x="28575" y="876300"/>
                </a:lnTo>
                <a:close/>
                <a:moveTo>
                  <a:pt x="428625" y="876300"/>
                </a:moveTo>
                <a:lnTo>
                  <a:pt x="438150" y="876300"/>
                </a:lnTo>
                <a:lnTo>
                  <a:pt x="438150" y="885825"/>
                </a:lnTo>
                <a:lnTo>
                  <a:pt x="428625" y="885825"/>
                </a:lnTo>
                <a:close/>
                <a:moveTo>
                  <a:pt x="838200" y="876300"/>
                </a:moveTo>
                <a:lnTo>
                  <a:pt x="857250" y="876300"/>
                </a:lnTo>
                <a:lnTo>
                  <a:pt x="857250" y="885825"/>
                </a:lnTo>
                <a:lnTo>
                  <a:pt x="838200" y="885825"/>
                </a:lnTo>
                <a:close/>
                <a:moveTo>
                  <a:pt x="885825" y="876300"/>
                </a:moveTo>
                <a:lnTo>
                  <a:pt x="895350" y="876300"/>
                </a:lnTo>
                <a:lnTo>
                  <a:pt x="895350" y="885825"/>
                </a:lnTo>
                <a:lnTo>
                  <a:pt x="885825" y="885825"/>
                </a:lnTo>
                <a:close/>
                <a:moveTo>
                  <a:pt x="1066800" y="885825"/>
                </a:moveTo>
                <a:lnTo>
                  <a:pt x="1076325" y="885825"/>
                </a:lnTo>
                <a:lnTo>
                  <a:pt x="1076325" y="895350"/>
                </a:lnTo>
                <a:lnTo>
                  <a:pt x="1066800" y="895350"/>
                </a:lnTo>
                <a:close/>
                <a:moveTo>
                  <a:pt x="190500" y="952500"/>
                </a:moveTo>
                <a:lnTo>
                  <a:pt x="209550" y="952500"/>
                </a:lnTo>
                <a:lnTo>
                  <a:pt x="209550" y="962025"/>
                </a:lnTo>
                <a:lnTo>
                  <a:pt x="190500" y="962025"/>
                </a:lnTo>
                <a:close/>
                <a:moveTo>
                  <a:pt x="581025" y="1076325"/>
                </a:moveTo>
                <a:lnTo>
                  <a:pt x="600075" y="1076325"/>
                </a:lnTo>
                <a:lnTo>
                  <a:pt x="600075" y="1085850"/>
                </a:lnTo>
                <a:lnTo>
                  <a:pt x="581025" y="1085850"/>
                </a:lnTo>
                <a:close/>
                <a:moveTo>
                  <a:pt x="1524000" y="1085850"/>
                </a:moveTo>
                <a:lnTo>
                  <a:pt x="1533525" y="1085850"/>
                </a:lnTo>
                <a:lnTo>
                  <a:pt x="1533525" y="1095375"/>
                </a:lnTo>
                <a:lnTo>
                  <a:pt x="1524000" y="1095375"/>
                </a:lnTo>
                <a:close/>
                <a:moveTo>
                  <a:pt x="723900" y="1095375"/>
                </a:moveTo>
                <a:lnTo>
                  <a:pt x="733425" y="1095375"/>
                </a:lnTo>
                <a:lnTo>
                  <a:pt x="733425" y="1114425"/>
                </a:lnTo>
                <a:lnTo>
                  <a:pt x="714375" y="1114425"/>
                </a:lnTo>
                <a:lnTo>
                  <a:pt x="714375" y="1104900"/>
                </a:lnTo>
                <a:lnTo>
                  <a:pt x="723900" y="1104900"/>
                </a:lnTo>
                <a:close/>
                <a:moveTo>
                  <a:pt x="609600" y="1123950"/>
                </a:moveTo>
                <a:lnTo>
                  <a:pt x="628650" y="1123950"/>
                </a:lnTo>
                <a:lnTo>
                  <a:pt x="628650" y="1133475"/>
                </a:lnTo>
                <a:lnTo>
                  <a:pt x="609600" y="1133475"/>
                </a:lnTo>
                <a:close/>
                <a:moveTo>
                  <a:pt x="666750" y="1152525"/>
                </a:moveTo>
                <a:lnTo>
                  <a:pt x="676275" y="1152525"/>
                </a:lnTo>
                <a:lnTo>
                  <a:pt x="676275" y="1162050"/>
                </a:lnTo>
                <a:lnTo>
                  <a:pt x="685800" y="1162050"/>
                </a:lnTo>
                <a:lnTo>
                  <a:pt x="685800" y="1171575"/>
                </a:lnTo>
                <a:lnTo>
                  <a:pt x="676275" y="1171575"/>
                </a:lnTo>
                <a:lnTo>
                  <a:pt x="676275" y="1181100"/>
                </a:lnTo>
                <a:lnTo>
                  <a:pt x="657225" y="1181100"/>
                </a:lnTo>
                <a:lnTo>
                  <a:pt x="657225" y="1162050"/>
                </a:lnTo>
                <a:lnTo>
                  <a:pt x="666750" y="1162050"/>
                </a:lnTo>
                <a:close/>
                <a:moveTo>
                  <a:pt x="28575" y="1162050"/>
                </a:moveTo>
                <a:lnTo>
                  <a:pt x="38100" y="1162050"/>
                </a:lnTo>
                <a:lnTo>
                  <a:pt x="38100" y="1171575"/>
                </a:lnTo>
                <a:lnTo>
                  <a:pt x="28575" y="1171575"/>
                </a:lnTo>
                <a:close/>
                <a:moveTo>
                  <a:pt x="28575" y="1181100"/>
                </a:moveTo>
                <a:lnTo>
                  <a:pt x="38100" y="1181100"/>
                </a:lnTo>
                <a:lnTo>
                  <a:pt x="38100" y="1209675"/>
                </a:lnTo>
                <a:lnTo>
                  <a:pt x="28575" y="1209675"/>
                </a:lnTo>
                <a:close/>
                <a:moveTo>
                  <a:pt x="323850" y="1181100"/>
                </a:moveTo>
                <a:lnTo>
                  <a:pt x="333375" y="1181100"/>
                </a:lnTo>
                <a:lnTo>
                  <a:pt x="333375" y="1190625"/>
                </a:lnTo>
                <a:lnTo>
                  <a:pt x="323850" y="1190625"/>
                </a:lnTo>
                <a:close/>
                <a:moveTo>
                  <a:pt x="514350" y="1181100"/>
                </a:moveTo>
                <a:lnTo>
                  <a:pt x="523875" y="1181100"/>
                </a:lnTo>
                <a:lnTo>
                  <a:pt x="523875" y="1190625"/>
                </a:lnTo>
                <a:lnTo>
                  <a:pt x="514350" y="1190625"/>
                </a:lnTo>
                <a:close/>
                <a:moveTo>
                  <a:pt x="1466850" y="1181100"/>
                </a:moveTo>
                <a:lnTo>
                  <a:pt x="1476375" y="1181100"/>
                </a:lnTo>
                <a:lnTo>
                  <a:pt x="1476375" y="1190625"/>
                </a:lnTo>
                <a:lnTo>
                  <a:pt x="1466850" y="1190625"/>
                </a:lnTo>
                <a:close/>
                <a:moveTo>
                  <a:pt x="1457325" y="1190625"/>
                </a:moveTo>
                <a:lnTo>
                  <a:pt x="1466850" y="1190625"/>
                </a:lnTo>
                <a:lnTo>
                  <a:pt x="1466850" y="1200150"/>
                </a:lnTo>
                <a:lnTo>
                  <a:pt x="1476375" y="1200150"/>
                </a:lnTo>
                <a:lnTo>
                  <a:pt x="1476375" y="1219200"/>
                </a:lnTo>
                <a:lnTo>
                  <a:pt x="1485900" y="1219200"/>
                </a:lnTo>
                <a:lnTo>
                  <a:pt x="1485900" y="1228725"/>
                </a:lnTo>
                <a:lnTo>
                  <a:pt x="1447800" y="1228725"/>
                </a:lnTo>
                <a:lnTo>
                  <a:pt x="1447800" y="1247775"/>
                </a:lnTo>
                <a:lnTo>
                  <a:pt x="1428750" y="1247775"/>
                </a:lnTo>
                <a:lnTo>
                  <a:pt x="1428750" y="1219200"/>
                </a:lnTo>
                <a:lnTo>
                  <a:pt x="1438275" y="1219200"/>
                </a:lnTo>
                <a:lnTo>
                  <a:pt x="1438275" y="1209675"/>
                </a:lnTo>
                <a:lnTo>
                  <a:pt x="1447800" y="1209675"/>
                </a:lnTo>
                <a:lnTo>
                  <a:pt x="1447800" y="1200150"/>
                </a:lnTo>
                <a:lnTo>
                  <a:pt x="1457325" y="1200150"/>
                </a:lnTo>
                <a:close/>
                <a:moveTo>
                  <a:pt x="504825" y="1200150"/>
                </a:moveTo>
                <a:lnTo>
                  <a:pt x="542925" y="1200150"/>
                </a:lnTo>
                <a:lnTo>
                  <a:pt x="542925" y="1209675"/>
                </a:lnTo>
                <a:lnTo>
                  <a:pt x="504825" y="1209675"/>
                </a:lnTo>
                <a:close/>
                <a:moveTo>
                  <a:pt x="542925" y="1209675"/>
                </a:moveTo>
                <a:lnTo>
                  <a:pt x="561975" y="1209675"/>
                </a:lnTo>
                <a:lnTo>
                  <a:pt x="561975" y="1219200"/>
                </a:lnTo>
                <a:lnTo>
                  <a:pt x="542925" y="1219200"/>
                </a:lnTo>
                <a:close/>
                <a:moveTo>
                  <a:pt x="1381125" y="1209675"/>
                </a:moveTo>
                <a:lnTo>
                  <a:pt x="1390650" y="1209675"/>
                </a:lnTo>
                <a:lnTo>
                  <a:pt x="1390650" y="1219200"/>
                </a:lnTo>
                <a:lnTo>
                  <a:pt x="1381125" y="1219200"/>
                </a:lnTo>
                <a:close/>
                <a:moveTo>
                  <a:pt x="1524000" y="1209675"/>
                </a:moveTo>
                <a:lnTo>
                  <a:pt x="1533525" y="1209675"/>
                </a:lnTo>
                <a:lnTo>
                  <a:pt x="1533525" y="1219200"/>
                </a:lnTo>
                <a:lnTo>
                  <a:pt x="1543050" y="1219200"/>
                </a:lnTo>
                <a:lnTo>
                  <a:pt x="1543050" y="1228725"/>
                </a:lnTo>
                <a:lnTo>
                  <a:pt x="1552575" y="1228725"/>
                </a:lnTo>
                <a:lnTo>
                  <a:pt x="1552575" y="1247775"/>
                </a:lnTo>
                <a:lnTo>
                  <a:pt x="1562100" y="1247775"/>
                </a:lnTo>
                <a:lnTo>
                  <a:pt x="1562100" y="1276350"/>
                </a:lnTo>
                <a:lnTo>
                  <a:pt x="1552575" y="1276350"/>
                </a:lnTo>
                <a:lnTo>
                  <a:pt x="1552575" y="1266825"/>
                </a:lnTo>
                <a:lnTo>
                  <a:pt x="1543050" y="1266825"/>
                </a:lnTo>
                <a:lnTo>
                  <a:pt x="1543050" y="1247775"/>
                </a:lnTo>
                <a:lnTo>
                  <a:pt x="1533525" y="1247775"/>
                </a:lnTo>
                <a:lnTo>
                  <a:pt x="1533525" y="1238250"/>
                </a:lnTo>
                <a:lnTo>
                  <a:pt x="1524000" y="1238250"/>
                </a:lnTo>
                <a:close/>
                <a:moveTo>
                  <a:pt x="57150" y="1219200"/>
                </a:moveTo>
                <a:lnTo>
                  <a:pt x="66675" y="1219200"/>
                </a:lnTo>
                <a:lnTo>
                  <a:pt x="66675" y="1228725"/>
                </a:lnTo>
                <a:lnTo>
                  <a:pt x="76200" y="1228725"/>
                </a:lnTo>
                <a:lnTo>
                  <a:pt x="76200" y="1247775"/>
                </a:lnTo>
                <a:lnTo>
                  <a:pt x="57150" y="1247775"/>
                </a:lnTo>
                <a:close/>
                <a:moveTo>
                  <a:pt x="1381125" y="1247775"/>
                </a:moveTo>
                <a:lnTo>
                  <a:pt x="1400175" y="1247775"/>
                </a:lnTo>
                <a:lnTo>
                  <a:pt x="1400175" y="1257300"/>
                </a:lnTo>
                <a:lnTo>
                  <a:pt x="1390650" y="1257300"/>
                </a:lnTo>
                <a:lnTo>
                  <a:pt x="1390650" y="1266825"/>
                </a:lnTo>
                <a:lnTo>
                  <a:pt x="1371600" y="1266825"/>
                </a:lnTo>
                <a:lnTo>
                  <a:pt x="1371600" y="1257300"/>
                </a:lnTo>
                <a:lnTo>
                  <a:pt x="1381125" y="1257300"/>
                </a:lnTo>
                <a:close/>
                <a:moveTo>
                  <a:pt x="609600" y="1257300"/>
                </a:moveTo>
                <a:lnTo>
                  <a:pt x="628650" y="1257300"/>
                </a:lnTo>
                <a:lnTo>
                  <a:pt x="628650" y="1266825"/>
                </a:lnTo>
                <a:lnTo>
                  <a:pt x="638175" y="1266825"/>
                </a:lnTo>
                <a:lnTo>
                  <a:pt x="638175" y="1285875"/>
                </a:lnTo>
                <a:lnTo>
                  <a:pt x="628650" y="1285875"/>
                </a:lnTo>
                <a:lnTo>
                  <a:pt x="628650" y="1276350"/>
                </a:lnTo>
                <a:lnTo>
                  <a:pt x="619125" y="1276350"/>
                </a:lnTo>
                <a:lnTo>
                  <a:pt x="619125" y="1266825"/>
                </a:lnTo>
                <a:lnTo>
                  <a:pt x="609600" y="1266825"/>
                </a:lnTo>
                <a:close/>
                <a:moveTo>
                  <a:pt x="857250" y="1266825"/>
                </a:moveTo>
                <a:lnTo>
                  <a:pt x="866775" y="1266825"/>
                </a:lnTo>
                <a:lnTo>
                  <a:pt x="866775" y="1285875"/>
                </a:lnTo>
                <a:lnTo>
                  <a:pt x="876300" y="1285875"/>
                </a:lnTo>
                <a:lnTo>
                  <a:pt x="876300" y="1295400"/>
                </a:lnTo>
                <a:lnTo>
                  <a:pt x="847725" y="1295400"/>
                </a:lnTo>
                <a:lnTo>
                  <a:pt x="847725" y="1285875"/>
                </a:lnTo>
                <a:lnTo>
                  <a:pt x="857250" y="1285875"/>
                </a:lnTo>
                <a:close/>
                <a:moveTo>
                  <a:pt x="1819275" y="1266825"/>
                </a:moveTo>
                <a:lnTo>
                  <a:pt x="1838325" y="1266825"/>
                </a:lnTo>
                <a:lnTo>
                  <a:pt x="1838325" y="1295400"/>
                </a:lnTo>
                <a:lnTo>
                  <a:pt x="1828800" y="1295400"/>
                </a:lnTo>
                <a:lnTo>
                  <a:pt x="1828800" y="1285875"/>
                </a:lnTo>
                <a:lnTo>
                  <a:pt x="1819275" y="1285875"/>
                </a:lnTo>
                <a:close/>
                <a:moveTo>
                  <a:pt x="1866900" y="1285875"/>
                </a:moveTo>
                <a:lnTo>
                  <a:pt x="1876425" y="1285875"/>
                </a:lnTo>
                <a:lnTo>
                  <a:pt x="1876425" y="1295400"/>
                </a:lnTo>
                <a:lnTo>
                  <a:pt x="1866900" y="1295400"/>
                </a:lnTo>
                <a:close/>
                <a:moveTo>
                  <a:pt x="1885950" y="1295400"/>
                </a:moveTo>
                <a:lnTo>
                  <a:pt x="1895475" y="1295400"/>
                </a:lnTo>
                <a:lnTo>
                  <a:pt x="1895475" y="1304925"/>
                </a:lnTo>
                <a:lnTo>
                  <a:pt x="1885950" y="1304925"/>
                </a:lnTo>
                <a:close/>
                <a:moveTo>
                  <a:pt x="457200" y="1304925"/>
                </a:moveTo>
                <a:lnTo>
                  <a:pt x="466725" y="1304925"/>
                </a:lnTo>
                <a:lnTo>
                  <a:pt x="466725" y="1314450"/>
                </a:lnTo>
                <a:lnTo>
                  <a:pt x="457200" y="1314450"/>
                </a:lnTo>
                <a:close/>
                <a:moveTo>
                  <a:pt x="495300" y="1323975"/>
                </a:moveTo>
                <a:lnTo>
                  <a:pt x="523875" y="1323975"/>
                </a:lnTo>
                <a:lnTo>
                  <a:pt x="523875" y="1333500"/>
                </a:lnTo>
                <a:lnTo>
                  <a:pt x="495300" y="1333500"/>
                </a:lnTo>
                <a:close/>
                <a:moveTo>
                  <a:pt x="1352550" y="1323975"/>
                </a:moveTo>
                <a:lnTo>
                  <a:pt x="1362075" y="1323975"/>
                </a:lnTo>
                <a:lnTo>
                  <a:pt x="1362075" y="1333500"/>
                </a:lnTo>
                <a:lnTo>
                  <a:pt x="1352550" y="1333500"/>
                </a:lnTo>
                <a:close/>
                <a:moveTo>
                  <a:pt x="723900" y="1333500"/>
                </a:moveTo>
                <a:lnTo>
                  <a:pt x="742950" y="1333500"/>
                </a:lnTo>
                <a:lnTo>
                  <a:pt x="742950" y="1343025"/>
                </a:lnTo>
                <a:lnTo>
                  <a:pt x="723900" y="1343025"/>
                </a:lnTo>
                <a:close/>
                <a:moveTo>
                  <a:pt x="781050" y="1333500"/>
                </a:moveTo>
                <a:lnTo>
                  <a:pt x="790575" y="1333500"/>
                </a:lnTo>
                <a:lnTo>
                  <a:pt x="790575" y="1343025"/>
                </a:lnTo>
                <a:lnTo>
                  <a:pt x="781050" y="1343025"/>
                </a:lnTo>
                <a:close/>
                <a:moveTo>
                  <a:pt x="1276350" y="1333500"/>
                </a:moveTo>
                <a:lnTo>
                  <a:pt x="1323975" y="1333500"/>
                </a:lnTo>
                <a:lnTo>
                  <a:pt x="1323975" y="1343025"/>
                </a:lnTo>
                <a:lnTo>
                  <a:pt x="1276350" y="1343025"/>
                </a:lnTo>
                <a:close/>
                <a:moveTo>
                  <a:pt x="523875" y="1381125"/>
                </a:moveTo>
                <a:lnTo>
                  <a:pt x="542925" y="1381125"/>
                </a:lnTo>
                <a:lnTo>
                  <a:pt x="542925" y="1390650"/>
                </a:lnTo>
                <a:lnTo>
                  <a:pt x="523875" y="1390650"/>
                </a:lnTo>
                <a:close/>
                <a:moveTo>
                  <a:pt x="990600" y="1381125"/>
                </a:moveTo>
                <a:lnTo>
                  <a:pt x="1000125" y="1381125"/>
                </a:lnTo>
                <a:lnTo>
                  <a:pt x="1000125" y="1390650"/>
                </a:lnTo>
                <a:lnTo>
                  <a:pt x="990600" y="1390650"/>
                </a:lnTo>
                <a:close/>
                <a:moveTo>
                  <a:pt x="1276350" y="1390650"/>
                </a:moveTo>
                <a:lnTo>
                  <a:pt x="1285875" y="1390650"/>
                </a:lnTo>
                <a:lnTo>
                  <a:pt x="1285875" y="1409700"/>
                </a:lnTo>
                <a:lnTo>
                  <a:pt x="1266825" y="1409700"/>
                </a:lnTo>
                <a:lnTo>
                  <a:pt x="1266825" y="1400175"/>
                </a:lnTo>
                <a:lnTo>
                  <a:pt x="1276350" y="1400175"/>
                </a:lnTo>
                <a:close/>
                <a:moveTo>
                  <a:pt x="1704975" y="1438275"/>
                </a:moveTo>
                <a:lnTo>
                  <a:pt x="1743075" y="1438275"/>
                </a:lnTo>
                <a:lnTo>
                  <a:pt x="1743075" y="1447800"/>
                </a:lnTo>
                <a:lnTo>
                  <a:pt x="1704975" y="1447800"/>
                </a:lnTo>
                <a:close/>
                <a:moveTo>
                  <a:pt x="1695450" y="1457325"/>
                </a:moveTo>
                <a:lnTo>
                  <a:pt x="1752600" y="1457325"/>
                </a:lnTo>
                <a:lnTo>
                  <a:pt x="1752600" y="1466850"/>
                </a:lnTo>
                <a:lnTo>
                  <a:pt x="1695450" y="1466850"/>
                </a:lnTo>
                <a:close/>
                <a:moveTo>
                  <a:pt x="1819275" y="1600200"/>
                </a:moveTo>
                <a:lnTo>
                  <a:pt x="1838325" y="1600200"/>
                </a:lnTo>
                <a:lnTo>
                  <a:pt x="1838325" y="1609725"/>
                </a:lnTo>
                <a:lnTo>
                  <a:pt x="1819275" y="1609725"/>
                </a:lnTo>
                <a:close/>
                <a:moveTo>
                  <a:pt x="1790700" y="1609725"/>
                </a:moveTo>
                <a:lnTo>
                  <a:pt x="1809750" y="1609725"/>
                </a:lnTo>
                <a:lnTo>
                  <a:pt x="1809750" y="1628775"/>
                </a:lnTo>
                <a:lnTo>
                  <a:pt x="1800225" y="1628775"/>
                </a:lnTo>
                <a:lnTo>
                  <a:pt x="1800225" y="1619250"/>
                </a:lnTo>
                <a:lnTo>
                  <a:pt x="1790700" y="1619250"/>
                </a:lnTo>
                <a:close/>
                <a:moveTo>
                  <a:pt x="533400" y="1638300"/>
                </a:moveTo>
                <a:lnTo>
                  <a:pt x="552450" y="1638300"/>
                </a:lnTo>
                <a:lnTo>
                  <a:pt x="552450" y="1647825"/>
                </a:lnTo>
                <a:lnTo>
                  <a:pt x="533400" y="1647825"/>
                </a:lnTo>
                <a:close/>
              </a:path>
            </a:pathLst>
          </a:custGeom>
          <a:solidFill xmlns:a="http://schemas.openxmlformats.org/drawingml/2006/main">
            <a:srgbClr val="F0EFE2"/>
          </a:solidFill>
          <a:ln xmlns:a="http://schemas.openxmlformats.org/drawingml/2006/main" w="0">
            <a:noFill/>
          </a:ln>
        </p:spPr>
      </p:sp>
      <p:sp>
        <p:nvSpPr>
          <p:cNvPr id="111" name="appearance vector #f8edde">
            <a:extLst xmlns:a="http://schemas.openxmlformats.org/drawingml/2006/main">
              <a:ext uri="{FF2B5EF4-FFF2-40B4-BE49-F238E27FC236}">
                <a16:creationId xmlns:a16="http://schemas.microsoft.com/office/drawing/2014/main" id="{B56E5024-18A5-4016-B945-214AB8D7AA6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343400" y="5114925"/>
            <a:ext cx="1943100" cy="1666875"/>
          </a:xfrm>
          <a:custGeom xmlns:a="http://schemas.openxmlformats.org/drawingml/2006/main">
            <a:pathLst>
              <a:path w="1943100" h="1666875">
                <a:moveTo>
                  <a:pt x="28575" y="0"/>
                </a:moveTo>
                <a:lnTo>
                  <a:pt x="1828800" y="0"/>
                </a:lnTo>
                <a:lnTo>
                  <a:pt x="1828800" y="9525"/>
                </a:lnTo>
                <a:lnTo>
                  <a:pt x="1847850" y="9525"/>
                </a:lnTo>
                <a:lnTo>
                  <a:pt x="1847850" y="19050"/>
                </a:lnTo>
                <a:lnTo>
                  <a:pt x="1809750" y="19050"/>
                </a:lnTo>
                <a:lnTo>
                  <a:pt x="1809750" y="28575"/>
                </a:lnTo>
                <a:lnTo>
                  <a:pt x="1800225" y="28575"/>
                </a:lnTo>
                <a:lnTo>
                  <a:pt x="1800225" y="19050"/>
                </a:lnTo>
                <a:lnTo>
                  <a:pt x="1266825" y="19050"/>
                </a:lnTo>
                <a:lnTo>
                  <a:pt x="1266825" y="28575"/>
                </a:lnTo>
                <a:lnTo>
                  <a:pt x="1257300" y="28575"/>
                </a:lnTo>
                <a:lnTo>
                  <a:pt x="1257300" y="19050"/>
                </a:lnTo>
                <a:lnTo>
                  <a:pt x="1238250" y="19050"/>
                </a:lnTo>
                <a:lnTo>
                  <a:pt x="1238250" y="28575"/>
                </a:lnTo>
                <a:lnTo>
                  <a:pt x="1228725" y="28575"/>
                </a:lnTo>
                <a:lnTo>
                  <a:pt x="1228725" y="19050"/>
                </a:lnTo>
                <a:lnTo>
                  <a:pt x="1162050" y="19050"/>
                </a:lnTo>
                <a:lnTo>
                  <a:pt x="1162050" y="28575"/>
                </a:lnTo>
                <a:lnTo>
                  <a:pt x="1143000" y="28575"/>
                </a:lnTo>
                <a:lnTo>
                  <a:pt x="1143000" y="19050"/>
                </a:lnTo>
                <a:lnTo>
                  <a:pt x="1123950" y="19050"/>
                </a:lnTo>
                <a:lnTo>
                  <a:pt x="1123950" y="28575"/>
                </a:lnTo>
                <a:lnTo>
                  <a:pt x="1066800" y="28575"/>
                </a:lnTo>
                <a:lnTo>
                  <a:pt x="1066800" y="19050"/>
                </a:lnTo>
                <a:lnTo>
                  <a:pt x="1047750" y="19050"/>
                </a:lnTo>
                <a:lnTo>
                  <a:pt x="1047750" y="28575"/>
                </a:lnTo>
                <a:lnTo>
                  <a:pt x="1038225" y="28575"/>
                </a:lnTo>
                <a:lnTo>
                  <a:pt x="1038225" y="19050"/>
                </a:lnTo>
                <a:lnTo>
                  <a:pt x="1009650" y="19050"/>
                </a:lnTo>
                <a:lnTo>
                  <a:pt x="1009650" y="28575"/>
                </a:lnTo>
                <a:lnTo>
                  <a:pt x="990600" y="28575"/>
                </a:lnTo>
                <a:lnTo>
                  <a:pt x="990600" y="19050"/>
                </a:lnTo>
                <a:lnTo>
                  <a:pt x="657225" y="19050"/>
                </a:lnTo>
                <a:lnTo>
                  <a:pt x="657225" y="28575"/>
                </a:lnTo>
                <a:lnTo>
                  <a:pt x="609600" y="28575"/>
                </a:lnTo>
                <a:lnTo>
                  <a:pt x="609600" y="19050"/>
                </a:lnTo>
                <a:lnTo>
                  <a:pt x="161925" y="19050"/>
                </a:lnTo>
                <a:lnTo>
                  <a:pt x="161925" y="28575"/>
                </a:lnTo>
                <a:lnTo>
                  <a:pt x="152400" y="28575"/>
                </a:lnTo>
                <a:lnTo>
                  <a:pt x="152400" y="19050"/>
                </a:lnTo>
                <a:lnTo>
                  <a:pt x="142875" y="19050"/>
                </a:lnTo>
                <a:lnTo>
                  <a:pt x="142875" y="28575"/>
                </a:lnTo>
                <a:lnTo>
                  <a:pt x="133350" y="28575"/>
                </a:lnTo>
                <a:lnTo>
                  <a:pt x="133350" y="19050"/>
                </a:lnTo>
                <a:lnTo>
                  <a:pt x="38100" y="19050"/>
                </a:lnTo>
                <a:lnTo>
                  <a:pt x="38100" y="9525"/>
                </a:lnTo>
                <a:lnTo>
                  <a:pt x="28575" y="9525"/>
                </a:lnTo>
                <a:close/>
                <a:moveTo>
                  <a:pt x="1914525" y="0"/>
                </a:moveTo>
                <a:lnTo>
                  <a:pt x="1943100" y="0"/>
                </a:lnTo>
                <a:lnTo>
                  <a:pt x="1943100" y="28575"/>
                </a:lnTo>
                <a:lnTo>
                  <a:pt x="1933575" y="28575"/>
                </a:lnTo>
                <a:lnTo>
                  <a:pt x="1933575" y="19050"/>
                </a:lnTo>
                <a:lnTo>
                  <a:pt x="1924050" y="19050"/>
                </a:lnTo>
                <a:lnTo>
                  <a:pt x="1924050" y="9525"/>
                </a:lnTo>
                <a:lnTo>
                  <a:pt x="1914525" y="9525"/>
                </a:lnTo>
                <a:close/>
                <a:moveTo>
                  <a:pt x="1847850" y="19050"/>
                </a:moveTo>
                <a:lnTo>
                  <a:pt x="1866900" y="19050"/>
                </a:lnTo>
                <a:lnTo>
                  <a:pt x="1866900" y="28575"/>
                </a:lnTo>
                <a:lnTo>
                  <a:pt x="1885950" y="28575"/>
                </a:lnTo>
                <a:lnTo>
                  <a:pt x="1885950" y="38100"/>
                </a:lnTo>
                <a:lnTo>
                  <a:pt x="1895475" y="38100"/>
                </a:lnTo>
                <a:lnTo>
                  <a:pt x="1895475" y="47625"/>
                </a:lnTo>
                <a:lnTo>
                  <a:pt x="1905000" y="47625"/>
                </a:lnTo>
                <a:lnTo>
                  <a:pt x="1905000" y="66675"/>
                </a:lnTo>
                <a:lnTo>
                  <a:pt x="1914525" y="66675"/>
                </a:lnTo>
                <a:lnTo>
                  <a:pt x="1914525" y="76200"/>
                </a:lnTo>
                <a:lnTo>
                  <a:pt x="1924050" y="76200"/>
                </a:lnTo>
                <a:lnTo>
                  <a:pt x="1924050" y="104775"/>
                </a:lnTo>
                <a:lnTo>
                  <a:pt x="1933575" y="104775"/>
                </a:lnTo>
                <a:lnTo>
                  <a:pt x="1933575" y="190500"/>
                </a:lnTo>
                <a:lnTo>
                  <a:pt x="1924050" y="190500"/>
                </a:lnTo>
                <a:lnTo>
                  <a:pt x="1924050" y="152400"/>
                </a:lnTo>
                <a:lnTo>
                  <a:pt x="1914525" y="152400"/>
                </a:lnTo>
                <a:lnTo>
                  <a:pt x="1914525" y="95250"/>
                </a:lnTo>
                <a:lnTo>
                  <a:pt x="1905000" y="95250"/>
                </a:lnTo>
                <a:lnTo>
                  <a:pt x="1905000" y="76200"/>
                </a:lnTo>
                <a:lnTo>
                  <a:pt x="1895475" y="76200"/>
                </a:lnTo>
                <a:lnTo>
                  <a:pt x="1895475" y="66675"/>
                </a:lnTo>
                <a:lnTo>
                  <a:pt x="1885950" y="66675"/>
                </a:lnTo>
                <a:lnTo>
                  <a:pt x="1885950" y="47625"/>
                </a:lnTo>
                <a:lnTo>
                  <a:pt x="1876425" y="47625"/>
                </a:lnTo>
                <a:lnTo>
                  <a:pt x="1876425" y="38100"/>
                </a:lnTo>
                <a:lnTo>
                  <a:pt x="1857375" y="38100"/>
                </a:lnTo>
                <a:lnTo>
                  <a:pt x="1857375" y="28575"/>
                </a:lnTo>
                <a:lnTo>
                  <a:pt x="1847850" y="28575"/>
                </a:lnTo>
                <a:close/>
                <a:moveTo>
                  <a:pt x="1914525" y="190500"/>
                </a:moveTo>
                <a:lnTo>
                  <a:pt x="1924050" y="190500"/>
                </a:lnTo>
                <a:lnTo>
                  <a:pt x="1924050" y="209550"/>
                </a:lnTo>
                <a:lnTo>
                  <a:pt x="1914525" y="209550"/>
                </a:lnTo>
                <a:close/>
                <a:moveTo>
                  <a:pt x="1914525" y="314325"/>
                </a:moveTo>
                <a:lnTo>
                  <a:pt x="1924050" y="314325"/>
                </a:lnTo>
                <a:lnTo>
                  <a:pt x="1924050" y="323850"/>
                </a:lnTo>
                <a:lnTo>
                  <a:pt x="1914525" y="323850"/>
                </a:lnTo>
                <a:close/>
                <a:moveTo>
                  <a:pt x="1914525" y="390525"/>
                </a:moveTo>
                <a:lnTo>
                  <a:pt x="1933575" y="390525"/>
                </a:lnTo>
                <a:lnTo>
                  <a:pt x="1933575" y="400050"/>
                </a:lnTo>
                <a:lnTo>
                  <a:pt x="1914525" y="400050"/>
                </a:lnTo>
                <a:close/>
                <a:moveTo>
                  <a:pt x="1914525" y="409575"/>
                </a:moveTo>
                <a:lnTo>
                  <a:pt x="1933575" y="409575"/>
                </a:lnTo>
                <a:lnTo>
                  <a:pt x="1933575" y="457200"/>
                </a:lnTo>
                <a:lnTo>
                  <a:pt x="1914525" y="457200"/>
                </a:lnTo>
                <a:close/>
                <a:moveTo>
                  <a:pt x="1924050" y="495300"/>
                </a:moveTo>
                <a:lnTo>
                  <a:pt x="1933575" y="495300"/>
                </a:lnTo>
                <a:lnTo>
                  <a:pt x="1933575" y="523875"/>
                </a:lnTo>
                <a:lnTo>
                  <a:pt x="1924050" y="523875"/>
                </a:lnTo>
                <a:lnTo>
                  <a:pt x="1924050" y="600075"/>
                </a:lnTo>
                <a:lnTo>
                  <a:pt x="1914525" y="600075"/>
                </a:lnTo>
                <a:lnTo>
                  <a:pt x="1914525" y="514350"/>
                </a:lnTo>
                <a:lnTo>
                  <a:pt x="1924050" y="514350"/>
                </a:lnTo>
                <a:close/>
                <a:moveTo>
                  <a:pt x="1914525" y="609600"/>
                </a:moveTo>
                <a:lnTo>
                  <a:pt x="1924050" y="609600"/>
                </a:lnTo>
                <a:lnTo>
                  <a:pt x="1924050" y="638175"/>
                </a:lnTo>
                <a:lnTo>
                  <a:pt x="1914525" y="638175"/>
                </a:lnTo>
                <a:close/>
                <a:moveTo>
                  <a:pt x="1914525" y="657225"/>
                </a:moveTo>
                <a:lnTo>
                  <a:pt x="1924050" y="657225"/>
                </a:lnTo>
                <a:lnTo>
                  <a:pt x="1924050" y="704850"/>
                </a:lnTo>
                <a:lnTo>
                  <a:pt x="1914525" y="704850"/>
                </a:lnTo>
                <a:close/>
                <a:moveTo>
                  <a:pt x="1914525" y="733425"/>
                </a:moveTo>
                <a:lnTo>
                  <a:pt x="1924050" y="733425"/>
                </a:lnTo>
                <a:lnTo>
                  <a:pt x="1924050" y="809625"/>
                </a:lnTo>
                <a:lnTo>
                  <a:pt x="1914525" y="809625"/>
                </a:lnTo>
                <a:close/>
                <a:moveTo>
                  <a:pt x="1914525" y="885825"/>
                </a:moveTo>
                <a:lnTo>
                  <a:pt x="1924050" y="885825"/>
                </a:lnTo>
                <a:lnTo>
                  <a:pt x="1924050" y="914400"/>
                </a:lnTo>
                <a:lnTo>
                  <a:pt x="1914525" y="914400"/>
                </a:lnTo>
                <a:close/>
                <a:moveTo>
                  <a:pt x="1914525" y="1038225"/>
                </a:moveTo>
                <a:lnTo>
                  <a:pt x="1924050" y="1038225"/>
                </a:lnTo>
                <a:lnTo>
                  <a:pt x="1924050" y="1104900"/>
                </a:lnTo>
                <a:lnTo>
                  <a:pt x="1914525" y="1104900"/>
                </a:lnTo>
                <a:close/>
                <a:moveTo>
                  <a:pt x="1914525" y="1152525"/>
                </a:moveTo>
                <a:lnTo>
                  <a:pt x="1924050" y="1152525"/>
                </a:lnTo>
                <a:lnTo>
                  <a:pt x="1924050" y="1238250"/>
                </a:lnTo>
                <a:lnTo>
                  <a:pt x="1914525" y="1238250"/>
                </a:lnTo>
                <a:close/>
                <a:moveTo>
                  <a:pt x="1914525" y="1476375"/>
                </a:moveTo>
                <a:lnTo>
                  <a:pt x="1924050" y="1476375"/>
                </a:lnTo>
                <a:lnTo>
                  <a:pt x="1924050" y="1524000"/>
                </a:lnTo>
                <a:lnTo>
                  <a:pt x="1933575" y="1524000"/>
                </a:lnTo>
                <a:lnTo>
                  <a:pt x="1933575" y="1533525"/>
                </a:lnTo>
                <a:lnTo>
                  <a:pt x="1924050" y="1533525"/>
                </a:lnTo>
                <a:lnTo>
                  <a:pt x="1924050" y="1543050"/>
                </a:lnTo>
                <a:lnTo>
                  <a:pt x="1933575" y="1543050"/>
                </a:lnTo>
                <a:lnTo>
                  <a:pt x="1933575" y="1562100"/>
                </a:lnTo>
                <a:lnTo>
                  <a:pt x="1924050" y="1562100"/>
                </a:lnTo>
                <a:lnTo>
                  <a:pt x="1924050" y="1590675"/>
                </a:lnTo>
                <a:lnTo>
                  <a:pt x="1914525" y="1590675"/>
                </a:lnTo>
                <a:lnTo>
                  <a:pt x="1914525" y="1609725"/>
                </a:lnTo>
                <a:lnTo>
                  <a:pt x="1905000" y="1609725"/>
                </a:lnTo>
                <a:lnTo>
                  <a:pt x="1905000" y="1628775"/>
                </a:lnTo>
                <a:lnTo>
                  <a:pt x="1895475" y="1628775"/>
                </a:lnTo>
                <a:lnTo>
                  <a:pt x="1895475" y="1638300"/>
                </a:lnTo>
                <a:lnTo>
                  <a:pt x="1885950" y="1638300"/>
                </a:lnTo>
                <a:lnTo>
                  <a:pt x="1885950" y="1647825"/>
                </a:lnTo>
                <a:lnTo>
                  <a:pt x="1866900" y="1647825"/>
                </a:lnTo>
                <a:lnTo>
                  <a:pt x="1866900" y="1657350"/>
                </a:lnTo>
                <a:lnTo>
                  <a:pt x="1857375" y="1657350"/>
                </a:lnTo>
                <a:lnTo>
                  <a:pt x="1857375" y="1666875"/>
                </a:lnTo>
                <a:lnTo>
                  <a:pt x="1781175" y="1666875"/>
                </a:lnTo>
                <a:lnTo>
                  <a:pt x="1781175" y="1657350"/>
                </a:lnTo>
                <a:lnTo>
                  <a:pt x="1828800" y="1657350"/>
                </a:lnTo>
                <a:lnTo>
                  <a:pt x="1828800" y="1647825"/>
                </a:lnTo>
                <a:lnTo>
                  <a:pt x="1847850" y="1647825"/>
                </a:lnTo>
                <a:lnTo>
                  <a:pt x="1847850" y="1638300"/>
                </a:lnTo>
                <a:lnTo>
                  <a:pt x="1866900" y="1638300"/>
                </a:lnTo>
                <a:lnTo>
                  <a:pt x="1866900" y="1628775"/>
                </a:lnTo>
                <a:lnTo>
                  <a:pt x="1876425" y="1628775"/>
                </a:lnTo>
                <a:lnTo>
                  <a:pt x="1876425" y="1619250"/>
                </a:lnTo>
                <a:lnTo>
                  <a:pt x="1885950" y="1619250"/>
                </a:lnTo>
                <a:lnTo>
                  <a:pt x="1885950" y="1609725"/>
                </a:lnTo>
                <a:lnTo>
                  <a:pt x="1895475" y="1609725"/>
                </a:lnTo>
                <a:lnTo>
                  <a:pt x="1895475" y="1600200"/>
                </a:lnTo>
                <a:lnTo>
                  <a:pt x="1905000" y="1600200"/>
                </a:lnTo>
                <a:lnTo>
                  <a:pt x="1905000" y="1562100"/>
                </a:lnTo>
                <a:lnTo>
                  <a:pt x="1914525" y="1562100"/>
                </a:lnTo>
                <a:close/>
                <a:moveTo>
                  <a:pt x="104775" y="1638300"/>
                </a:moveTo>
                <a:lnTo>
                  <a:pt x="114300" y="1638300"/>
                </a:lnTo>
                <a:lnTo>
                  <a:pt x="114300" y="1666875"/>
                </a:lnTo>
                <a:lnTo>
                  <a:pt x="38100" y="1666875"/>
                </a:lnTo>
                <a:lnTo>
                  <a:pt x="38100" y="1657350"/>
                </a:lnTo>
                <a:lnTo>
                  <a:pt x="104775" y="1657350"/>
                </a:lnTo>
                <a:close/>
                <a:moveTo>
                  <a:pt x="333375" y="1647825"/>
                </a:moveTo>
                <a:lnTo>
                  <a:pt x="342900" y="1647825"/>
                </a:lnTo>
                <a:lnTo>
                  <a:pt x="342900" y="1657350"/>
                </a:lnTo>
                <a:lnTo>
                  <a:pt x="333375" y="1657350"/>
                </a:lnTo>
                <a:close/>
                <a:moveTo>
                  <a:pt x="342900" y="1657350"/>
                </a:moveTo>
                <a:lnTo>
                  <a:pt x="390525" y="1657350"/>
                </a:lnTo>
                <a:lnTo>
                  <a:pt x="390525" y="1666875"/>
                </a:lnTo>
                <a:lnTo>
                  <a:pt x="342900" y="1666875"/>
                </a:lnTo>
                <a:close/>
                <a:moveTo>
                  <a:pt x="409575" y="1657350"/>
                </a:moveTo>
                <a:lnTo>
                  <a:pt x="419100" y="1657350"/>
                </a:lnTo>
                <a:lnTo>
                  <a:pt x="419100" y="1666875"/>
                </a:lnTo>
                <a:lnTo>
                  <a:pt x="409575" y="1666875"/>
                </a:lnTo>
                <a:close/>
                <a:moveTo>
                  <a:pt x="942975" y="1657350"/>
                </a:moveTo>
                <a:lnTo>
                  <a:pt x="981075" y="1657350"/>
                </a:lnTo>
                <a:lnTo>
                  <a:pt x="981075" y="1666875"/>
                </a:lnTo>
                <a:lnTo>
                  <a:pt x="942975" y="1666875"/>
                </a:lnTo>
                <a:close/>
                <a:moveTo>
                  <a:pt x="1076325" y="1657350"/>
                </a:moveTo>
                <a:lnTo>
                  <a:pt x="1085850" y="1657350"/>
                </a:lnTo>
                <a:lnTo>
                  <a:pt x="1085850" y="1666875"/>
                </a:lnTo>
                <a:lnTo>
                  <a:pt x="1076325" y="1666875"/>
                </a:lnTo>
                <a:close/>
                <a:moveTo>
                  <a:pt x="1114425" y="1657350"/>
                </a:moveTo>
                <a:lnTo>
                  <a:pt x="1276350" y="1657350"/>
                </a:lnTo>
                <a:lnTo>
                  <a:pt x="1276350" y="1666875"/>
                </a:lnTo>
                <a:lnTo>
                  <a:pt x="1114425" y="1666875"/>
                </a:lnTo>
                <a:close/>
                <a:moveTo>
                  <a:pt x="1285875" y="1657350"/>
                </a:moveTo>
                <a:lnTo>
                  <a:pt x="1333500" y="1657350"/>
                </a:lnTo>
                <a:lnTo>
                  <a:pt x="1333500" y="1666875"/>
                </a:lnTo>
                <a:lnTo>
                  <a:pt x="1285875" y="1666875"/>
                </a:lnTo>
                <a:close/>
                <a:moveTo>
                  <a:pt x="1676400" y="1657350"/>
                </a:moveTo>
                <a:lnTo>
                  <a:pt x="1685925" y="1657350"/>
                </a:lnTo>
                <a:lnTo>
                  <a:pt x="1685925" y="1666875"/>
                </a:lnTo>
                <a:lnTo>
                  <a:pt x="1676400" y="1666875"/>
                </a:lnTo>
                <a:close/>
                <a:moveTo>
                  <a:pt x="1733550" y="1657350"/>
                </a:moveTo>
                <a:lnTo>
                  <a:pt x="1762125" y="1657350"/>
                </a:lnTo>
                <a:lnTo>
                  <a:pt x="1762125" y="1666875"/>
                </a:lnTo>
                <a:lnTo>
                  <a:pt x="1733550" y="1666875"/>
                </a:lnTo>
                <a:close/>
              </a:path>
            </a:pathLst>
          </a:custGeom>
          <a:solidFill xmlns:a="http://schemas.openxmlformats.org/drawingml/2006/main">
            <a:srgbClr val="F8EDDE"/>
          </a:solidFill>
          <a:ln xmlns:a="http://schemas.openxmlformats.org/drawingml/2006/main" w="0">
            <a:noFill/>
          </a:ln>
        </p:spPr>
      </p:sp>
      <p:sp>
        <p:nvSpPr>
          <p:cNvPr id="112" name="appearance vector #f4eee2">
            <a:extLst xmlns:a="http://schemas.openxmlformats.org/drawingml/2006/main">
              <a:ext uri="{FF2B5EF4-FFF2-40B4-BE49-F238E27FC236}">
                <a16:creationId xmlns:a16="http://schemas.microsoft.com/office/drawing/2014/main" id="{197FE915-E6C4-4CE6-A139-D4FC50F572B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343400" y="5114925"/>
            <a:ext cx="1943100" cy="1666875"/>
          </a:xfrm>
          <a:custGeom xmlns:a="http://schemas.openxmlformats.org/drawingml/2006/main">
            <a:pathLst>
              <a:path w="1943100" h="1666875">
                <a:moveTo>
                  <a:pt x="676275" y="19050"/>
                </a:moveTo>
                <a:lnTo>
                  <a:pt x="714375" y="19050"/>
                </a:lnTo>
                <a:lnTo>
                  <a:pt x="714375" y="28575"/>
                </a:lnTo>
                <a:lnTo>
                  <a:pt x="723900" y="28575"/>
                </a:lnTo>
                <a:lnTo>
                  <a:pt x="723900" y="38100"/>
                </a:lnTo>
                <a:lnTo>
                  <a:pt x="695325" y="38100"/>
                </a:lnTo>
                <a:lnTo>
                  <a:pt x="695325" y="47625"/>
                </a:lnTo>
                <a:lnTo>
                  <a:pt x="676275" y="47625"/>
                </a:lnTo>
                <a:lnTo>
                  <a:pt x="676275" y="38100"/>
                </a:lnTo>
                <a:lnTo>
                  <a:pt x="666750" y="38100"/>
                </a:lnTo>
                <a:lnTo>
                  <a:pt x="666750" y="28575"/>
                </a:lnTo>
                <a:lnTo>
                  <a:pt x="676275" y="28575"/>
                </a:lnTo>
                <a:close/>
                <a:moveTo>
                  <a:pt x="962025" y="19050"/>
                </a:moveTo>
                <a:lnTo>
                  <a:pt x="971550" y="19050"/>
                </a:lnTo>
                <a:lnTo>
                  <a:pt x="971550" y="28575"/>
                </a:lnTo>
                <a:lnTo>
                  <a:pt x="962025" y="28575"/>
                </a:lnTo>
                <a:close/>
                <a:moveTo>
                  <a:pt x="1019175" y="19050"/>
                </a:moveTo>
                <a:lnTo>
                  <a:pt x="1028700" y="19050"/>
                </a:lnTo>
                <a:lnTo>
                  <a:pt x="1028700" y="28575"/>
                </a:lnTo>
                <a:lnTo>
                  <a:pt x="1019175" y="28575"/>
                </a:lnTo>
                <a:close/>
                <a:moveTo>
                  <a:pt x="1047750" y="19050"/>
                </a:moveTo>
                <a:lnTo>
                  <a:pt x="1057275" y="19050"/>
                </a:lnTo>
                <a:lnTo>
                  <a:pt x="1057275" y="28575"/>
                </a:lnTo>
                <a:lnTo>
                  <a:pt x="1047750" y="28575"/>
                </a:lnTo>
                <a:close/>
                <a:moveTo>
                  <a:pt x="1133475" y="19050"/>
                </a:moveTo>
                <a:lnTo>
                  <a:pt x="1143000" y="19050"/>
                </a:lnTo>
                <a:lnTo>
                  <a:pt x="1143000" y="28575"/>
                </a:lnTo>
                <a:lnTo>
                  <a:pt x="1133475" y="28575"/>
                </a:lnTo>
                <a:close/>
                <a:moveTo>
                  <a:pt x="1323975" y="19050"/>
                </a:moveTo>
                <a:lnTo>
                  <a:pt x="1333500" y="19050"/>
                </a:lnTo>
                <a:lnTo>
                  <a:pt x="1333500" y="28575"/>
                </a:lnTo>
                <a:lnTo>
                  <a:pt x="1323975" y="28575"/>
                </a:lnTo>
                <a:close/>
                <a:moveTo>
                  <a:pt x="1895475" y="76200"/>
                </a:moveTo>
                <a:lnTo>
                  <a:pt x="1905000" y="76200"/>
                </a:lnTo>
                <a:lnTo>
                  <a:pt x="1905000" y="104775"/>
                </a:lnTo>
                <a:lnTo>
                  <a:pt x="1895475" y="104775"/>
                </a:lnTo>
                <a:close/>
                <a:moveTo>
                  <a:pt x="1905000" y="190500"/>
                </a:moveTo>
                <a:lnTo>
                  <a:pt x="1914525" y="190500"/>
                </a:lnTo>
                <a:lnTo>
                  <a:pt x="1914525" y="200025"/>
                </a:lnTo>
                <a:lnTo>
                  <a:pt x="1905000" y="200025"/>
                </a:lnTo>
                <a:close/>
                <a:moveTo>
                  <a:pt x="628650" y="247650"/>
                </a:moveTo>
                <a:lnTo>
                  <a:pt x="676275" y="247650"/>
                </a:lnTo>
                <a:lnTo>
                  <a:pt x="676275" y="257175"/>
                </a:lnTo>
                <a:lnTo>
                  <a:pt x="647700" y="257175"/>
                </a:lnTo>
                <a:lnTo>
                  <a:pt x="647700" y="266700"/>
                </a:lnTo>
                <a:lnTo>
                  <a:pt x="638175" y="266700"/>
                </a:lnTo>
                <a:lnTo>
                  <a:pt x="638175" y="257175"/>
                </a:lnTo>
                <a:lnTo>
                  <a:pt x="628650" y="257175"/>
                </a:lnTo>
                <a:close/>
                <a:moveTo>
                  <a:pt x="1914525" y="485775"/>
                </a:moveTo>
                <a:lnTo>
                  <a:pt x="1924050" y="485775"/>
                </a:lnTo>
                <a:lnTo>
                  <a:pt x="1924050" y="495300"/>
                </a:lnTo>
                <a:lnTo>
                  <a:pt x="1914525" y="495300"/>
                </a:lnTo>
                <a:close/>
                <a:moveTo>
                  <a:pt x="1905000" y="504825"/>
                </a:moveTo>
                <a:lnTo>
                  <a:pt x="1914525" y="504825"/>
                </a:lnTo>
                <a:lnTo>
                  <a:pt x="1914525" y="514350"/>
                </a:lnTo>
                <a:lnTo>
                  <a:pt x="1905000" y="514350"/>
                </a:lnTo>
                <a:close/>
                <a:moveTo>
                  <a:pt x="1905000" y="561975"/>
                </a:moveTo>
                <a:lnTo>
                  <a:pt x="1914525" y="561975"/>
                </a:lnTo>
                <a:lnTo>
                  <a:pt x="1914525" y="600075"/>
                </a:lnTo>
                <a:lnTo>
                  <a:pt x="1905000" y="600075"/>
                </a:lnTo>
                <a:close/>
                <a:moveTo>
                  <a:pt x="1895475" y="609600"/>
                </a:moveTo>
                <a:lnTo>
                  <a:pt x="1914525" y="609600"/>
                </a:lnTo>
                <a:lnTo>
                  <a:pt x="1914525" y="638175"/>
                </a:lnTo>
                <a:lnTo>
                  <a:pt x="1905000" y="638175"/>
                </a:lnTo>
                <a:lnTo>
                  <a:pt x="1905000" y="657225"/>
                </a:lnTo>
                <a:lnTo>
                  <a:pt x="1895475" y="657225"/>
                </a:lnTo>
                <a:lnTo>
                  <a:pt x="1895475" y="638175"/>
                </a:lnTo>
                <a:lnTo>
                  <a:pt x="1885950" y="638175"/>
                </a:lnTo>
                <a:lnTo>
                  <a:pt x="1885950" y="619125"/>
                </a:lnTo>
                <a:lnTo>
                  <a:pt x="1895475" y="619125"/>
                </a:lnTo>
                <a:close/>
                <a:moveTo>
                  <a:pt x="1895475" y="628650"/>
                </a:moveTo>
                <a:lnTo>
                  <a:pt x="1905000" y="628650"/>
                </a:lnTo>
                <a:lnTo>
                  <a:pt x="1905000" y="619125"/>
                </a:lnTo>
                <a:lnTo>
                  <a:pt x="1895475" y="619125"/>
                </a:lnTo>
                <a:close/>
                <a:moveTo>
                  <a:pt x="1714500" y="638175"/>
                </a:moveTo>
                <a:lnTo>
                  <a:pt x="1724025" y="638175"/>
                </a:lnTo>
                <a:lnTo>
                  <a:pt x="1724025" y="647700"/>
                </a:lnTo>
                <a:lnTo>
                  <a:pt x="1714500" y="647700"/>
                </a:lnTo>
                <a:close/>
                <a:moveTo>
                  <a:pt x="1743075" y="638175"/>
                </a:moveTo>
                <a:lnTo>
                  <a:pt x="1781175" y="638175"/>
                </a:lnTo>
                <a:lnTo>
                  <a:pt x="1781175" y="647700"/>
                </a:lnTo>
                <a:lnTo>
                  <a:pt x="1790700" y="647700"/>
                </a:lnTo>
                <a:lnTo>
                  <a:pt x="1790700" y="666750"/>
                </a:lnTo>
                <a:lnTo>
                  <a:pt x="1800225" y="666750"/>
                </a:lnTo>
                <a:lnTo>
                  <a:pt x="1800225" y="685800"/>
                </a:lnTo>
                <a:lnTo>
                  <a:pt x="1790700" y="685800"/>
                </a:lnTo>
                <a:lnTo>
                  <a:pt x="1790700" y="695325"/>
                </a:lnTo>
                <a:lnTo>
                  <a:pt x="1800225" y="695325"/>
                </a:lnTo>
                <a:lnTo>
                  <a:pt x="1800225" y="714375"/>
                </a:lnTo>
                <a:lnTo>
                  <a:pt x="1809750" y="714375"/>
                </a:lnTo>
                <a:lnTo>
                  <a:pt x="1809750" y="742950"/>
                </a:lnTo>
                <a:lnTo>
                  <a:pt x="1790700" y="742950"/>
                </a:lnTo>
                <a:lnTo>
                  <a:pt x="1790700" y="752475"/>
                </a:lnTo>
                <a:lnTo>
                  <a:pt x="1781175" y="752475"/>
                </a:lnTo>
                <a:lnTo>
                  <a:pt x="1781175" y="781050"/>
                </a:lnTo>
                <a:lnTo>
                  <a:pt x="1752600" y="781050"/>
                </a:lnTo>
                <a:lnTo>
                  <a:pt x="1752600" y="790575"/>
                </a:lnTo>
                <a:lnTo>
                  <a:pt x="1733550" y="790575"/>
                </a:lnTo>
                <a:lnTo>
                  <a:pt x="1733550" y="771525"/>
                </a:lnTo>
                <a:lnTo>
                  <a:pt x="1743075" y="771525"/>
                </a:lnTo>
                <a:lnTo>
                  <a:pt x="1743075" y="762000"/>
                </a:lnTo>
                <a:lnTo>
                  <a:pt x="1762125" y="762000"/>
                </a:lnTo>
                <a:lnTo>
                  <a:pt x="1762125" y="742950"/>
                </a:lnTo>
                <a:lnTo>
                  <a:pt x="1743075" y="742950"/>
                </a:lnTo>
                <a:lnTo>
                  <a:pt x="1743075" y="733425"/>
                </a:lnTo>
                <a:lnTo>
                  <a:pt x="1733550" y="733425"/>
                </a:lnTo>
                <a:lnTo>
                  <a:pt x="1733550" y="723900"/>
                </a:lnTo>
                <a:lnTo>
                  <a:pt x="1743075" y="723900"/>
                </a:lnTo>
                <a:lnTo>
                  <a:pt x="1743075" y="714375"/>
                </a:lnTo>
                <a:lnTo>
                  <a:pt x="1733550" y="714375"/>
                </a:lnTo>
                <a:lnTo>
                  <a:pt x="1733550" y="695325"/>
                </a:lnTo>
                <a:lnTo>
                  <a:pt x="1714500" y="695325"/>
                </a:lnTo>
                <a:lnTo>
                  <a:pt x="1714500" y="685800"/>
                </a:lnTo>
                <a:lnTo>
                  <a:pt x="1743075" y="685800"/>
                </a:lnTo>
                <a:lnTo>
                  <a:pt x="1743075" y="695325"/>
                </a:lnTo>
                <a:lnTo>
                  <a:pt x="1762125" y="695325"/>
                </a:lnTo>
                <a:lnTo>
                  <a:pt x="1762125" y="676275"/>
                </a:lnTo>
                <a:lnTo>
                  <a:pt x="1733550" y="676275"/>
                </a:lnTo>
                <a:lnTo>
                  <a:pt x="1733550" y="666750"/>
                </a:lnTo>
                <a:lnTo>
                  <a:pt x="1743075" y="666750"/>
                </a:lnTo>
                <a:lnTo>
                  <a:pt x="1743075" y="657225"/>
                </a:lnTo>
                <a:lnTo>
                  <a:pt x="1733550" y="657225"/>
                </a:lnTo>
                <a:lnTo>
                  <a:pt x="1733550" y="647700"/>
                </a:lnTo>
                <a:lnTo>
                  <a:pt x="1743075" y="647700"/>
                </a:lnTo>
                <a:close/>
                <a:moveTo>
                  <a:pt x="1695450" y="666750"/>
                </a:moveTo>
                <a:lnTo>
                  <a:pt x="1704975" y="666750"/>
                </a:lnTo>
                <a:lnTo>
                  <a:pt x="1704975" y="676275"/>
                </a:lnTo>
                <a:lnTo>
                  <a:pt x="1695450" y="676275"/>
                </a:lnTo>
                <a:close/>
                <a:moveTo>
                  <a:pt x="257175" y="704850"/>
                </a:moveTo>
                <a:lnTo>
                  <a:pt x="266700" y="704850"/>
                </a:lnTo>
                <a:lnTo>
                  <a:pt x="266700" y="714375"/>
                </a:lnTo>
                <a:lnTo>
                  <a:pt x="257175" y="714375"/>
                </a:lnTo>
                <a:close/>
                <a:moveTo>
                  <a:pt x="1676400" y="714375"/>
                </a:moveTo>
                <a:lnTo>
                  <a:pt x="1695450" y="714375"/>
                </a:lnTo>
                <a:lnTo>
                  <a:pt x="1695450" y="723900"/>
                </a:lnTo>
                <a:lnTo>
                  <a:pt x="1704975" y="723900"/>
                </a:lnTo>
                <a:lnTo>
                  <a:pt x="1704975" y="742950"/>
                </a:lnTo>
                <a:lnTo>
                  <a:pt x="1685925" y="742950"/>
                </a:lnTo>
                <a:lnTo>
                  <a:pt x="1685925" y="733425"/>
                </a:lnTo>
                <a:lnTo>
                  <a:pt x="1676400" y="733425"/>
                </a:lnTo>
                <a:close/>
                <a:moveTo>
                  <a:pt x="1638300" y="742950"/>
                </a:moveTo>
                <a:lnTo>
                  <a:pt x="1647825" y="742950"/>
                </a:lnTo>
                <a:lnTo>
                  <a:pt x="1647825" y="752475"/>
                </a:lnTo>
                <a:lnTo>
                  <a:pt x="1666875" y="752475"/>
                </a:lnTo>
                <a:lnTo>
                  <a:pt x="1666875" y="762000"/>
                </a:lnTo>
                <a:lnTo>
                  <a:pt x="1685925" y="762000"/>
                </a:lnTo>
                <a:lnTo>
                  <a:pt x="1685925" y="771525"/>
                </a:lnTo>
                <a:lnTo>
                  <a:pt x="1695450" y="771525"/>
                </a:lnTo>
                <a:lnTo>
                  <a:pt x="1695450" y="781050"/>
                </a:lnTo>
                <a:lnTo>
                  <a:pt x="1704975" y="781050"/>
                </a:lnTo>
                <a:lnTo>
                  <a:pt x="1704975" y="790575"/>
                </a:lnTo>
                <a:lnTo>
                  <a:pt x="1714500" y="790575"/>
                </a:lnTo>
                <a:lnTo>
                  <a:pt x="1714500" y="838200"/>
                </a:lnTo>
                <a:lnTo>
                  <a:pt x="1733550" y="838200"/>
                </a:lnTo>
                <a:lnTo>
                  <a:pt x="1733550" y="819150"/>
                </a:lnTo>
                <a:lnTo>
                  <a:pt x="1743075" y="819150"/>
                </a:lnTo>
                <a:lnTo>
                  <a:pt x="1743075" y="800100"/>
                </a:lnTo>
                <a:lnTo>
                  <a:pt x="1752600" y="800100"/>
                </a:lnTo>
                <a:lnTo>
                  <a:pt x="1752600" y="809625"/>
                </a:lnTo>
                <a:lnTo>
                  <a:pt x="1800225" y="809625"/>
                </a:lnTo>
                <a:lnTo>
                  <a:pt x="1800225" y="819150"/>
                </a:lnTo>
                <a:lnTo>
                  <a:pt x="1809750" y="819150"/>
                </a:lnTo>
                <a:lnTo>
                  <a:pt x="1809750" y="838200"/>
                </a:lnTo>
                <a:lnTo>
                  <a:pt x="1800225" y="838200"/>
                </a:lnTo>
                <a:lnTo>
                  <a:pt x="1800225" y="857250"/>
                </a:lnTo>
                <a:lnTo>
                  <a:pt x="1790700" y="857250"/>
                </a:lnTo>
                <a:lnTo>
                  <a:pt x="1790700" y="895350"/>
                </a:lnTo>
                <a:lnTo>
                  <a:pt x="1771650" y="895350"/>
                </a:lnTo>
                <a:lnTo>
                  <a:pt x="1771650" y="857250"/>
                </a:lnTo>
                <a:lnTo>
                  <a:pt x="1743075" y="857250"/>
                </a:lnTo>
                <a:lnTo>
                  <a:pt x="1743075" y="942975"/>
                </a:lnTo>
                <a:lnTo>
                  <a:pt x="1752600" y="942975"/>
                </a:lnTo>
                <a:lnTo>
                  <a:pt x="1752600" y="952500"/>
                </a:lnTo>
                <a:lnTo>
                  <a:pt x="1704975" y="952500"/>
                </a:lnTo>
                <a:lnTo>
                  <a:pt x="1704975" y="942975"/>
                </a:lnTo>
                <a:lnTo>
                  <a:pt x="1695450" y="942975"/>
                </a:lnTo>
                <a:lnTo>
                  <a:pt x="1695450" y="923925"/>
                </a:lnTo>
                <a:lnTo>
                  <a:pt x="1704975" y="923925"/>
                </a:lnTo>
                <a:lnTo>
                  <a:pt x="1704975" y="914400"/>
                </a:lnTo>
                <a:lnTo>
                  <a:pt x="1724025" y="914400"/>
                </a:lnTo>
                <a:lnTo>
                  <a:pt x="1724025" y="904875"/>
                </a:lnTo>
                <a:lnTo>
                  <a:pt x="1695450" y="904875"/>
                </a:lnTo>
                <a:lnTo>
                  <a:pt x="1695450" y="895350"/>
                </a:lnTo>
                <a:lnTo>
                  <a:pt x="1657350" y="895350"/>
                </a:lnTo>
                <a:lnTo>
                  <a:pt x="1657350" y="885825"/>
                </a:lnTo>
                <a:lnTo>
                  <a:pt x="1647825" y="885825"/>
                </a:lnTo>
                <a:lnTo>
                  <a:pt x="1647825" y="895350"/>
                </a:lnTo>
                <a:lnTo>
                  <a:pt x="1638300" y="895350"/>
                </a:lnTo>
                <a:lnTo>
                  <a:pt x="1638300" y="904875"/>
                </a:lnTo>
                <a:lnTo>
                  <a:pt x="1600200" y="904875"/>
                </a:lnTo>
                <a:lnTo>
                  <a:pt x="1600200" y="895350"/>
                </a:lnTo>
                <a:lnTo>
                  <a:pt x="1609725" y="895350"/>
                </a:lnTo>
                <a:lnTo>
                  <a:pt x="1609725" y="885825"/>
                </a:lnTo>
                <a:lnTo>
                  <a:pt x="1619250" y="885825"/>
                </a:lnTo>
                <a:lnTo>
                  <a:pt x="1619250" y="895350"/>
                </a:lnTo>
                <a:lnTo>
                  <a:pt x="1628775" y="895350"/>
                </a:lnTo>
                <a:lnTo>
                  <a:pt x="1628775" y="885825"/>
                </a:lnTo>
                <a:lnTo>
                  <a:pt x="1638300" y="885825"/>
                </a:lnTo>
                <a:lnTo>
                  <a:pt x="1638300" y="876300"/>
                </a:lnTo>
                <a:lnTo>
                  <a:pt x="1628775" y="876300"/>
                </a:lnTo>
                <a:lnTo>
                  <a:pt x="1628775" y="857250"/>
                </a:lnTo>
                <a:lnTo>
                  <a:pt x="1619250" y="857250"/>
                </a:lnTo>
                <a:lnTo>
                  <a:pt x="1619250" y="838200"/>
                </a:lnTo>
                <a:lnTo>
                  <a:pt x="1638300" y="838200"/>
                </a:lnTo>
                <a:lnTo>
                  <a:pt x="1638300" y="828675"/>
                </a:lnTo>
                <a:lnTo>
                  <a:pt x="1657350" y="828675"/>
                </a:lnTo>
                <a:lnTo>
                  <a:pt x="1657350" y="800100"/>
                </a:lnTo>
                <a:lnTo>
                  <a:pt x="1647825" y="800100"/>
                </a:lnTo>
                <a:lnTo>
                  <a:pt x="1647825" y="790575"/>
                </a:lnTo>
                <a:lnTo>
                  <a:pt x="1638300" y="790575"/>
                </a:lnTo>
                <a:close/>
                <a:moveTo>
                  <a:pt x="1657350" y="790575"/>
                </a:moveTo>
                <a:lnTo>
                  <a:pt x="1676400" y="790575"/>
                </a:lnTo>
                <a:lnTo>
                  <a:pt x="1676400" y="781050"/>
                </a:lnTo>
                <a:lnTo>
                  <a:pt x="1666875" y="781050"/>
                </a:lnTo>
                <a:lnTo>
                  <a:pt x="1666875" y="771525"/>
                </a:lnTo>
                <a:lnTo>
                  <a:pt x="1657350" y="771525"/>
                </a:lnTo>
                <a:close/>
                <a:moveTo>
                  <a:pt x="1676400" y="809625"/>
                </a:moveTo>
                <a:lnTo>
                  <a:pt x="1685925" y="809625"/>
                </a:lnTo>
                <a:lnTo>
                  <a:pt x="1685925" y="800100"/>
                </a:lnTo>
                <a:lnTo>
                  <a:pt x="1676400" y="800100"/>
                </a:lnTo>
                <a:close/>
                <a:moveTo>
                  <a:pt x="1914525" y="809625"/>
                </a:moveTo>
                <a:lnTo>
                  <a:pt x="1924050" y="809625"/>
                </a:lnTo>
                <a:lnTo>
                  <a:pt x="1924050" y="828675"/>
                </a:lnTo>
                <a:lnTo>
                  <a:pt x="1914525" y="828675"/>
                </a:lnTo>
                <a:close/>
                <a:moveTo>
                  <a:pt x="1695450" y="819150"/>
                </a:moveTo>
                <a:lnTo>
                  <a:pt x="1704975" y="819150"/>
                </a:lnTo>
                <a:lnTo>
                  <a:pt x="1704975" y="809625"/>
                </a:lnTo>
                <a:lnTo>
                  <a:pt x="1695450" y="809625"/>
                </a:lnTo>
                <a:close/>
                <a:moveTo>
                  <a:pt x="666750" y="828675"/>
                </a:moveTo>
                <a:lnTo>
                  <a:pt x="695325" y="828675"/>
                </a:lnTo>
                <a:lnTo>
                  <a:pt x="695325" y="838200"/>
                </a:lnTo>
                <a:lnTo>
                  <a:pt x="714375" y="838200"/>
                </a:lnTo>
                <a:lnTo>
                  <a:pt x="714375" y="847725"/>
                </a:lnTo>
                <a:lnTo>
                  <a:pt x="704850" y="847725"/>
                </a:lnTo>
                <a:lnTo>
                  <a:pt x="704850" y="857250"/>
                </a:lnTo>
                <a:lnTo>
                  <a:pt x="676275" y="857250"/>
                </a:lnTo>
                <a:lnTo>
                  <a:pt x="676275" y="847725"/>
                </a:lnTo>
                <a:lnTo>
                  <a:pt x="657225" y="847725"/>
                </a:lnTo>
                <a:lnTo>
                  <a:pt x="657225" y="838200"/>
                </a:lnTo>
                <a:lnTo>
                  <a:pt x="666750" y="838200"/>
                </a:lnTo>
                <a:close/>
                <a:moveTo>
                  <a:pt x="1905000" y="838200"/>
                </a:moveTo>
                <a:lnTo>
                  <a:pt x="1914525" y="838200"/>
                </a:lnTo>
                <a:lnTo>
                  <a:pt x="1914525" y="847725"/>
                </a:lnTo>
                <a:lnTo>
                  <a:pt x="1905000" y="847725"/>
                </a:lnTo>
                <a:close/>
                <a:moveTo>
                  <a:pt x="1638300" y="857250"/>
                </a:moveTo>
                <a:lnTo>
                  <a:pt x="1647825" y="857250"/>
                </a:lnTo>
                <a:lnTo>
                  <a:pt x="1647825" y="866775"/>
                </a:lnTo>
                <a:lnTo>
                  <a:pt x="1657350" y="866775"/>
                </a:lnTo>
                <a:lnTo>
                  <a:pt x="1657350" y="838200"/>
                </a:lnTo>
                <a:lnTo>
                  <a:pt x="1638300" y="838200"/>
                </a:lnTo>
                <a:close/>
                <a:moveTo>
                  <a:pt x="1905000" y="857250"/>
                </a:moveTo>
                <a:lnTo>
                  <a:pt x="1914525" y="857250"/>
                </a:lnTo>
                <a:lnTo>
                  <a:pt x="1914525" y="866775"/>
                </a:lnTo>
                <a:lnTo>
                  <a:pt x="1905000" y="866775"/>
                </a:lnTo>
                <a:close/>
                <a:moveTo>
                  <a:pt x="1685925" y="866775"/>
                </a:moveTo>
                <a:lnTo>
                  <a:pt x="1695450" y="866775"/>
                </a:lnTo>
                <a:lnTo>
                  <a:pt x="1695450" y="838200"/>
                </a:lnTo>
                <a:lnTo>
                  <a:pt x="1676400" y="838200"/>
                </a:lnTo>
                <a:lnTo>
                  <a:pt x="1676400" y="857250"/>
                </a:lnTo>
                <a:lnTo>
                  <a:pt x="1666875" y="857250"/>
                </a:lnTo>
                <a:lnTo>
                  <a:pt x="1666875" y="885825"/>
                </a:lnTo>
                <a:lnTo>
                  <a:pt x="1676400" y="885825"/>
                </a:lnTo>
                <a:lnTo>
                  <a:pt x="1676400" y="876300"/>
                </a:lnTo>
                <a:lnTo>
                  <a:pt x="1685925" y="876300"/>
                </a:lnTo>
                <a:close/>
                <a:moveTo>
                  <a:pt x="1352550" y="876300"/>
                </a:moveTo>
                <a:lnTo>
                  <a:pt x="1371600" y="876300"/>
                </a:lnTo>
                <a:lnTo>
                  <a:pt x="1371600" y="895350"/>
                </a:lnTo>
                <a:lnTo>
                  <a:pt x="1362075" y="895350"/>
                </a:lnTo>
                <a:lnTo>
                  <a:pt x="1362075" y="885825"/>
                </a:lnTo>
                <a:lnTo>
                  <a:pt x="1352550" y="885825"/>
                </a:lnTo>
                <a:close/>
                <a:moveTo>
                  <a:pt x="1343025" y="885825"/>
                </a:moveTo>
                <a:lnTo>
                  <a:pt x="1352550" y="885825"/>
                </a:lnTo>
                <a:lnTo>
                  <a:pt x="1352550" y="904875"/>
                </a:lnTo>
                <a:lnTo>
                  <a:pt x="1343025" y="904875"/>
                </a:lnTo>
                <a:close/>
                <a:moveTo>
                  <a:pt x="1828800" y="895350"/>
                </a:moveTo>
                <a:lnTo>
                  <a:pt x="1847850" y="895350"/>
                </a:lnTo>
                <a:lnTo>
                  <a:pt x="1847850" y="914400"/>
                </a:lnTo>
                <a:lnTo>
                  <a:pt x="1828800" y="914400"/>
                </a:lnTo>
                <a:close/>
                <a:moveTo>
                  <a:pt x="1590675" y="904875"/>
                </a:moveTo>
                <a:lnTo>
                  <a:pt x="1600200" y="904875"/>
                </a:lnTo>
                <a:lnTo>
                  <a:pt x="1600200" y="933450"/>
                </a:lnTo>
                <a:lnTo>
                  <a:pt x="1628775" y="933450"/>
                </a:lnTo>
                <a:lnTo>
                  <a:pt x="1628775" y="923925"/>
                </a:lnTo>
                <a:lnTo>
                  <a:pt x="1638300" y="923925"/>
                </a:lnTo>
                <a:lnTo>
                  <a:pt x="1638300" y="933450"/>
                </a:lnTo>
                <a:lnTo>
                  <a:pt x="1628775" y="933450"/>
                </a:lnTo>
                <a:lnTo>
                  <a:pt x="1628775" y="942975"/>
                </a:lnTo>
                <a:lnTo>
                  <a:pt x="1647825" y="942975"/>
                </a:lnTo>
                <a:lnTo>
                  <a:pt x="1647825" y="952500"/>
                </a:lnTo>
                <a:lnTo>
                  <a:pt x="1657350" y="952500"/>
                </a:lnTo>
                <a:lnTo>
                  <a:pt x="1657350" y="962025"/>
                </a:lnTo>
                <a:lnTo>
                  <a:pt x="1647825" y="962025"/>
                </a:lnTo>
                <a:lnTo>
                  <a:pt x="1647825" y="971550"/>
                </a:lnTo>
                <a:lnTo>
                  <a:pt x="1638300" y="971550"/>
                </a:lnTo>
                <a:lnTo>
                  <a:pt x="1638300" y="1019175"/>
                </a:lnTo>
                <a:lnTo>
                  <a:pt x="1628775" y="1019175"/>
                </a:lnTo>
                <a:lnTo>
                  <a:pt x="1628775" y="1009650"/>
                </a:lnTo>
                <a:lnTo>
                  <a:pt x="1619250" y="1009650"/>
                </a:lnTo>
                <a:lnTo>
                  <a:pt x="1619250" y="971550"/>
                </a:lnTo>
                <a:lnTo>
                  <a:pt x="1600200" y="971550"/>
                </a:lnTo>
                <a:lnTo>
                  <a:pt x="1600200" y="1019175"/>
                </a:lnTo>
                <a:lnTo>
                  <a:pt x="1581150" y="1019175"/>
                </a:lnTo>
                <a:lnTo>
                  <a:pt x="1581150" y="914400"/>
                </a:lnTo>
                <a:lnTo>
                  <a:pt x="1590675" y="914400"/>
                </a:lnTo>
                <a:close/>
                <a:moveTo>
                  <a:pt x="361950" y="942975"/>
                </a:moveTo>
                <a:lnTo>
                  <a:pt x="400050" y="942975"/>
                </a:lnTo>
                <a:lnTo>
                  <a:pt x="400050" y="962025"/>
                </a:lnTo>
                <a:lnTo>
                  <a:pt x="390525" y="962025"/>
                </a:lnTo>
                <a:lnTo>
                  <a:pt x="390525" y="971550"/>
                </a:lnTo>
                <a:lnTo>
                  <a:pt x="381000" y="971550"/>
                </a:lnTo>
                <a:lnTo>
                  <a:pt x="381000" y="990600"/>
                </a:lnTo>
                <a:lnTo>
                  <a:pt x="361950" y="990600"/>
                </a:lnTo>
                <a:lnTo>
                  <a:pt x="361950" y="1000125"/>
                </a:lnTo>
                <a:lnTo>
                  <a:pt x="352425" y="1000125"/>
                </a:lnTo>
                <a:lnTo>
                  <a:pt x="352425" y="1009650"/>
                </a:lnTo>
                <a:lnTo>
                  <a:pt x="323850" y="1009650"/>
                </a:lnTo>
                <a:lnTo>
                  <a:pt x="323850" y="990600"/>
                </a:lnTo>
                <a:lnTo>
                  <a:pt x="333375" y="990600"/>
                </a:lnTo>
                <a:lnTo>
                  <a:pt x="333375" y="981075"/>
                </a:lnTo>
                <a:lnTo>
                  <a:pt x="352425" y="981075"/>
                </a:lnTo>
                <a:lnTo>
                  <a:pt x="352425" y="971550"/>
                </a:lnTo>
                <a:lnTo>
                  <a:pt x="361950" y="971550"/>
                </a:lnTo>
                <a:close/>
                <a:moveTo>
                  <a:pt x="1228725" y="942975"/>
                </a:moveTo>
                <a:lnTo>
                  <a:pt x="1238250" y="942975"/>
                </a:lnTo>
                <a:lnTo>
                  <a:pt x="1238250" y="952500"/>
                </a:lnTo>
                <a:lnTo>
                  <a:pt x="1228725" y="952500"/>
                </a:lnTo>
                <a:close/>
                <a:moveTo>
                  <a:pt x="1533525" y="952500"/>
                </a:moveTo>
                <a:lnTo>
                  <a:pt x="1562100" y="952500"/>
                </a:lnTo>
                <a:lnTo>
                  <a:pt x="1562100" y="971550"/>
                </a:lnTo>
                <a:lnTo>
                  <a:pt x="1543050" y="971550"/>
                </a:lnTo>
                <a:lnTo>
                  <a:pt x="1543050" y="962025"/>
                </a:lnTo>
                <a:lnTo>
                  <a:pt x="1533525" y="962025"/>
                </a:lnTo>
                <a:close/>
                <a:moveTo>
                  <a:pt x="1895475" y="952500"/>
                </a:moveTo>
                <a:lnTo>
                  <a:pt x="1905000" y="952500"/>
                </a:lnTo>
                <a:lnTo>
                  <a:pt x="1905000" y="962025"/>
                </a:lnTo>
                <a:lnTo>
                  <a:pt x="1895475" y="962025"/>
                </a:lnTo>
                <a:close/>
                <a:moveTo>
                  <a:pt x="628650" y="962025"/>
                </a:moveTo>
                <a:lnTo>
                  <a:pt x="638175" y="962025"/>
                </a:lnTo>
                <a:lnTo>
                  <a:pt x="638175" y="971550"/>
                </a:lnTo>
                <a:lnTo>
                  <a:pt x="666750" y="971550"/>
                </a:lnTo>
                <a:lnTo>
                  <a:pt x="666750" y="962025"/>
                </a:lnTo>
                <a:lnTo>
                  <a:pt x="714375" y="962025"/>
                </a:lnTo>
                <a:lnTo>
                  <a:pt x="714375" y="971550"/>
                </a:lnTo>
                <a:lnTo>
                  <a:pt x="723900" y="971550"/>
                </a:lnTo>
                <a:lnTo>
                  <a:pt x="723900" y="1000125"/>
                </a:lnTo>
                <a:lnTo>
                  <a:pt x="714375" y="1000125"/>
                </a:lnTo>
                <a:lnTo>
                  <a:pt x="714375" y="990600"/>
                </a:lnTo>
                <a:lnTo>
                  <a:pt x="676275" y="990600"/>
                </a:lnTo>
                <a:lnTo>
                  <a:pt x="676275" y="1000125"/>
                </a:lnTo>
                <a:lnTo>
                  <a:pt x="666750" y="1000125"/>
                </a:lnTo>
                <a:lnTo>
                  <a:pt x="666750" y="981075"/>
                </a:lnTo>
                <a:lnTo>
                  <a:pt x="647700" y="981075"/>
                </a:lnTo>
                <a:lnTo>
                  <a:pt x="647700" y="1000125"/>
                </a:lnTo>
                <a:lnTo>
                  <a:pt x="638175" y="1000125"/>
                </a:lnTo>
                <a:lnTo>
                  <a:pt x="638175" y="990600"/>
                </a:lnTo>
                <a:lnTo>
                  <a:pt x="619125" y="990600"/>
                </a:lnTo>
                <a:lnTo>
                  <a:pt x="619125" y="1019175"/>
                </a:lnTo>
                <a:lnTo>
                  <a:pt x="609600" y="1019175"/>
                </a:lnTo>
                <a:lnTo>
                  <a:pt x="609600" y="1028700"/>
                </a:lnTo>
                <a:lnTo>
                  <a:pt x="590550" y="1028700"/>
                </a:lnTo>
                <a:lnTo>
                  <a:pt x="590550" y="1009650"/>
                </a:lnTo>
                <a:lnTo>
                  <a:pt x="476250" y="1009650"/>
                </a:lnTo>
                <a:lnTo>
                  <a:pt x="476250" y="990600"/>
                </a:lnTo>
                <a:lnTo>
                  <a:pt x="495300" y="990600"/>
                </a:lnTo>
                <a:lnTo>
                  <a:pt x="495300" y="981075"/>
                </a:lnTo>
                <a:lnTo>
                  <a:pt x="523875" y="981075"/>
                </a:lnTo>
                <a:lnTo>
                  <a:pt x="523875" y="971550"/>
                </a:lnTo>
                <a:lnTo>
                  <a:pt x="533400" y="971550"/>
                </a:lnTo>
                <a:lnTo>
                  <a:pt x="533400" y="981075"/>
                </a:lnTo>
                <a:lnTo>
                  <a:pt x="590550" y="981075"/>
                </a:lnTo>
                <a:lnTo>
                  <a:pt x="590550" y="971550"/>
                </a:lnTo>
                <a:lnTo>
                  <a:pt x="628650" y="971550"/>
                </a:lnTo>
                <a:close/>
                <a:moveTo>
                  <a:pt x="885825" y="962025"/>
                </a:moveTo>
                <a:lnTo>
                  <a:pt x="904875" y="962025"/>
                </a:lnTo>
                <a:lnTo>
                  <a:pt x="904875" y="971550"/>
                </a:lnTo>
                <a:lnTo>
                  <a:pt x="914400" y="971550"/>
                </a:lnTo>
                <a:lnTo>
                  <a:pt x="914400" y="981075"/>
                </a:lnTo>
                <a:lnTo>
                  <a:pt x="904875" y="981075"/>
                </a:lnTo>
                <a:lnTo>
                  <a:pt x="904875" y="990600"/>
                </a:lnTo>
                <a:lnTo>
                  <a:pt x="895350" y="990600"/>
                </a:lnTo>
                <a:lnTo>
                  <a:pt x="895350" y="1000125"/>
                </a:lnTo>
                <a:lnTo>
                  <a:pt x="885825" y="1000125"/>
                </a:lnTo>
                <a:close/>
                <a:moveTo>
                  <a:pt x="962025" y="962025"/>
                </a:moveTo>
                <a:lnTo>
                  <a:pt x="981075" y="962025"/>
                </a:lnTo>
                <a:lnTo>
                  <a:pt x="981075" y="990600"/>
                </a:lnTo>
                <a:lnTo>
                  <a:pt x="962025" y="990600"/>
                </a:lnTo>
                <a:close/>
                <a:moveTo>
                  <a:pt x="1038225" y="962025"/>
                </a:moveTo>
                <a:lnTo>
                  <a:pt x="1047750" y="962025"/>
                </a:lnTo>
                <a:lnTo>
                  <a:pt x="1047750" y="971550"/>
                </a:lnTo>
                <a:lnTo>
                  <a:pt x="1066800" y="971550"/>
                </a:lnTo>
                <a:lnTo>
                  <a:pt x="1066800" y="962025"/>
                </a:lnTo>
                <a:lnTo>
                  <a:pt x="1076325" y="962025"/>
                </a:lnTo>
                <a:lnTo>
                  <a:pt x="1076325" y="981075"/>
                </a:lnTo>
                <a:lnTo>
                  <a:pt x="1038225" y="981075"/>
                </a:lnTo>
                <a:close/>
                <a:moveTo>
                  <a:pt x="1209675" y="962025"/>
                </a:moveTo>
                <a:lnTo>
                  <a:pt x="1228725" y="962025"/>
                </a:lnTo>
                <a:lnTo>
                  <a:pt x="1228725" y="971550"/>
                </a:lnTo>
                <a:lnTo>
                  <a:pt x="1266825" y="971550"/>
                </a:lnTo>
                <a:lnTo>
                  <a:pt x="1266825" y="981075"/>
                </a:lnTo>
                <a:lnTo>
                  <a:pt x="1209675" y="981075"/>
                </a:lnTo>
                <a:close/>
                <a:moveTo>
                  <a:pt x="1590675" y="962025"/>
                </a:moveTo>
                <a:lnTo>
                  <a:pt x="1609725" y="962025"/>
                </a:lnTo>
                <a:lnTo>
                  <a:pt x="1609725" y="952500"/>
                </a:lnTo>
                <a:lnTo>
                  <a:pt x="1590675" y="952500"/>
                </a:lnTo>
                <a:close/>
                <a:moveTo>
                  <a:pt x="1752600" y="962025"/>
                </a:moveTo>
                <a:lnTo>
                  <a:pt x="1762125" y="962025"/>
                </a:lnTo>
                <a:lnTo>
                  <a:pt x="1762125" y="971550"/>
                </a:lnTo>
                <a:lnTo>
                  <a:pt x="1771650" y="971550"/>
                </a:lnTo>
                <a:lnTo>
                  <a:pt x="1771650" y="981075"/>
                </a:lnTo>
                <a:lnTo>
                  <a:pt x="1752600" y="981075"/>
                </a:lnTo>
                <a:close/>
                <a:moveTo>
                  <a:pt x="942975" y="971550"/>
                </a:moveTo>
                <a:lnTo>
                  <a:pt x="952500" y="971550"/>
                </a:lnTo>
                <a:lnTo>
                  <a:pt x="952500" y="990600"/>
                </a:lnTo>
                <a:lnTo>
                  <a:pt x="942975" y="990600"/>
                </a:lnTo>
                <a:close/>
                <a:moveTo>
                  <a:pt x="1381125" y="971550"/>
                </a:moveTo>
                <a:lnTo>
                  <a:pt x="1390650" y="971550"/>
                </a:lnTo>
                <a:lnTo>
                  <a:pt x="1390650" y="981075"/>
                </a:lnTo>
                <a:lnTo>
                  <a:pt x="1381125" y="981075"/>
                </a:lnTo>
                <a:close/>
                <a:moveTo>
                  <a:pt x="1657350" y="971550"/>
                </a:moveTo>
                <a:lnTo>
                  <a:pt x="1676400" y="971550"/>
                </a:lnTo>
                <a:lnTo>
                  <a:pt x="1676400" y="1019175"/>
                </a:lnTo>
                <a:lnTo>
                  <a:pt x="1657350" y="1019175"/>
                </a:lnTo>
                <a:close/>
                <a:moveTo>
                  <a:pt x="742950" y="981075"/>
                </a:moveTo>
                <a:lnTo>
                  <a:pt x="762000" y="981075"/>
                </a:lnTo>
                <a:lnTo>
                  <a:pt x="762000" y="990600"/>
                </a:lnTo>
                <a:lnTo>
                  <a:pt x="771525" y="990600"/>
                </a:lnTo>
                <a:lnTo>
                  <a:pt x="771525" y="1009650"/>
                </a:lnTo>
                <a:lnTo>
                  <a:pt x="742950" y="1009650"/>
                </a:lnTo>
                <a:close/>
                <a:moveTo>
                  <a:pt x="1352550" y="981075"/>
                </a:moveTo>
                <a:lnTo>
                  <a:pt x="1381125" y="981075"/>
                </a:lnTo>
                <a:lnTo>
                  <a:pt x="1381125" y="990600"/>
                </a:lnTo>
                <a:lnTo>
                  <a:pt x="1352550" y="990600"/>
                </a:lnTo>
                <a:close/>
                <a:moveTo>
                  <a:pt x="1390650" y="981075"/>
                </a:moveTo>
                <a:lnTo>
                  <a:pt x="1409700" y="981075"/>
                </a:lnTo>
                <a:lnTo>
                  <a:pt x="1409700" y="1000125"/>
                </a:lnTo>
                <a:lnTo>
                  <a:pt x="1400175" y="1000125"/>
                </a:lnTo>
                <a:lnTo>
                  <a:pt x="1400175" y="990600"/>
                </a:lnTo>
                <a:lnTo>
                  <a:pt x="1390650" y="990600"/>
                </a:lnTo>
                <a:close/>
                <a:moveTo>
                  <a:pt x="1743075" y="981075"/>
                </a:moveTo>
                <a:lnTo>
                  <a:pt x="1752600" y="981075"/>
                </a:lnTo>
                <a:lnTo>
                  <a:pt x="1752600" y="1009650"/>
                </a:lnTo>
                <a:lnTo>
                  <a:pt x="1762125" y="1009650"/>
                </a:lnTo>
                <a:lnTo>
                  <a:pt x="1762125" y="1019175"/>
                </a:lnTo>
                <a:lnTo>
                  <a:pt x="1743075" y="1019175"/>
                </a:lnTo>
                <a:lnTo>
                  <a:pt x="1743075" y="1009650"/>
                </a:lnTo>
                <a:lnTo>
                  <a:pt x="1733550" y="1009650"/>
                </a:lnTo>
                <a:lnTo>
                  <a:pt x="1733550" y="990600"/>
                </a:lnTo>
                <a:lnTo>
                  <a:pt x="1743075" y="990600"/>
                </a:lnTo>
                <a:close/>
                <a:moveTo>
                  <a:pt x="952500" y="990600"/>
                </a:moveTo>
                <a:lnTo>
                  <a:pt x="962025" y="990600"/>
                </a:lnTo>
                <a:lnTo>
                  <a:pt x="962025" y="1000125"/>
                </a:lnTo>
                <a:lnTo>
                  <a:pt x="952500" y="1000125"/>
                </a:lnTo>
                <a:close/>
                <a:moveTo>
                  <a:pt x="1085850" y="990600"/>
                </a:moveTo>
                <a:lnTo>
                  <a:pt x="1104900" y="990600"/>
                </a:lnTo>
                <a:lnTo>
                  <a:pt x="1104900" y="1019175"/>
                </a:lnTo>
                <a:lnTo>
                  <a:pt x="1095375" y="1019175"/>
                </a:lnTo>
                <a:lnTo>
                  <a:pt x="1095375" y="1028700"/>
                </a:lnTo>
                <a:lnTo>
                  <a:pt x="1085850" y="1028700"/>
                </a:lnTo>
                <a:lnTo>
                  <a:pt x="1085850" y="1019175"/>
                </a:lnTo>
                <a:lnTo>
                  <a:pt x="1066800" y="1019175"/>
                </a:lnTo>
                <a:lnTo>
                  <a:pt x="1066800" y="1009650"/>
                </a:lnTo>
                <a:lnTo>
                  <a:pt x="1085850" y="1009650"/>
                </a:lnTo>
                <a:close/>
                <a:moveTo>
                  <a:pt x="1123950" y="990600"/>
                </a:moveTo>
                <a:lnTo>
                  <a:pt x="1133475" y="990600"/>
                </a:lnTo>
                <a:lnTo>
                  <a:pt x="1133475" y="1000125"/>
                </a:lnTo>
                <a:lnTo>
                  <a:pt x="1143000" y="1000125"/>
                </a:lnTo>
                <a:lnTo>
                  <a:pt x="1143000" y="1009650"/>
                </a:lnTo>
                <a:lnTo>
                  <a:pt x="1133475" y="1009650"/>
                </a:lnTo>
                <a:lnTo>
                  <a:pt x="1133475" y="1019175"/>
                </a:lnTo>
                <a:lnTo>
                  <a:pt x="1123950" y="1019175"/>
                </a:lnTo>
                <a:close/>
                <a:moveTo>
                  <a:pt x="1695450" y="990600"/>
                </a:moveTo>
                <a:lnTo>
                  <a:pt x="1714500" y="990600"/>
                </a:lnTo>
                <a:lnTo>
                  <a:pt x="1714500" y="1019175"/>
                </a:lnTo>
                <a:lnTo>
                  <a:pt x="1704975" y="1019175"/>
                </a:lnTo>
                <a:lnTo>
                  <a:pt x="1704975" y="1009650"/>
                </a:lnTo>
                <a:lnTo>
                  <a:pt x="1695450" y="1009650"/>
                </a:lnTo>
                <a:close/>
                <a:moveTo>
                  <a:pt x="276225" y="1000125"/>
                </a:moveTo>
                <a:lnTo>
                  <a:pt x="295275" y="1000125"/>
                </a:lnTo>
                <a:lnTo>
                  <a:pt x="295275" y="1009650"/>
                </a:lnTo>
                <a:lnTo>
                  <a:pt x="276225" y="1009650"/>
                </a:lnTo>
                <a:close/>
                <a:moveTo>
                  <a:pt x="647700" y="1000125"/>
                </a:moveTo>
                <a:lnTo>
                  <a:pt x="657225" y="1000125"/>
                </a:lnTo>
                <a:lnTo>
                  <a:pt x="657225" y="1009650"/>
                </a:lnTo>
                <a:lnTo>
                  <a:pt x="647700" y="1009650"/>
                </a:lnTo>
                <a:close/>
                <a:moveTo>
                  <a:pt x="971550" y="1000125"/>
                </a:moveTo>
                <a:lnTo>
                  <a:pt x="981075" y="1000125"/>
                </a:lnTo>
                <a:lnTo>
                  <a:pt x="981075" y="1009650"/>
                </a:lnTo>
                <a:lnTo>
                  <a:pt x="971550" y="1009650"/>
                </a:lnTo>
                <a:close/>
                <a:moveTo>
                  <a:pt x="1009650" y="1000125"/>
                </a:moveTo>
                <a:lnTo>
                  <a:pt x="1019175" y="1000125"/>
                </a:lnTo>
                <a:lnTo>
                  <a:pt x="1019175" y="1009650"/>
                </a:lnTo>
                <a:lnTo>
                  <a:pt x="1009650" y="1009650"/>
                </a:lnTo>
                <a:close/>
                <a:moveTo>
                  <a:pt x="1409700" y="1000125"/>
                </a:moveTo>
                <a:lnTo>
                  <a:pt x="1419225" y="1000125"/>
                </a:lnTo>
                <a:lnTo>
                  <a:pt x="1419225" y="1009650"/>
                </a:lnTo>
                <a:lnTo>
                  <a:pt x="1409700" y="1009650"/>
                </a:lnTo>
                <a:close/>
                <a:moveTo>
                  <a:pt x="1828800" y="1000125"/>
                </a:moveTo>
                <a:lnTo>
                  <a:pt x="1838325" y="1000125"/>
                </a:lnTo>
                <a:lnTo>
                  <a:pt x="1838325" y="1019175"/>
                </a:lnTo>
                <a:lnTo>
                  <a:pt x="1809750" y="1019175"/>
                </a:lnTo>
                <a:lnTo>
                  <a:pt x="1809750" y="1009650"/>
                </a:lnTo>
                <a:lnTo>
                  <a:pt x="1828800" y="1009650"/>
                </a:lnTo>
                <a:close/>
                <a:moveTo>
                  <a:pt x="885825" y="1009650"/>
                </a:moveTo>
                <a:lnTo>
                  <a:pt x="914400" y="1009650"/>
                </a:lnTo>
                <a:lnTo>
                  <a:pt x="914400" y="1019175"/>
                </a:lnTo>
                <a:lnTo>
                  <a:pt x="885825" y="1019175"/>
                </a:lnTo>
                <a:close/>
                <a:moveTo>
                  <a:pt x="952500" y="1009650"/>
                </a:moveTo>
                <a:lnTo>
                  <a:pt x="971550" y="1009650"/>
                </a:lnTo>
                <a:lnTo>
                  <a:pt x="971550" y="1019175"/>
                </a:lnTo>
                <a:lnTo>
                  <a:pt x="952500" y="1019175"/>
                </a:lnTo>
                <a:close/>
                <a:moveTo>
                  <a:pt x="1000125" y="1009650"/>
                </a:moveTo>
                <a:lnTo>
                  <a:pt x="1009650" y="1009650"/>
                </a:lnTo>
                <a:lnTo>
                  <a:pt x="1009650" y="1019175"/>
                </a:lnTo>
                <a:lnTo>
                  <a:pt x="1000125" y="1019175"/>
                </a:lnTo>
                <a:close/>
                <a:moveTo>
                  <a:pt x="1028700" y="1009650"/>
                </a:moveTo>
                <a:lnTo>
                  <a:pt x="1038225" y="1009650"/>
                </a:lnTo>
                <a:lnTo>
                  <a:pt x="1038225" y="1019175"/>
                </a:lnTo>
                <a:lnTo>
                  <a:pt x="1028700" y="1019175"/>
                </a:lnTo>
                <a:close/>
                <a:moveTo>
                  <a:pt x="1181100" y="1009650"/>
                </a:moveTo>
                <a:lnTo>
                  <a:pt x="1190625" y="1009650"/>
                </a:lnTo>
                <a:lnTo>
                  <a:pt x="1190625" y="1019175"/>
                </a:lnTo>
                <a:lnTo>
                  <a:pt x="1181100" y="1019175"/>
                </a:lnTo>
                <a:close/>
                <a:moveTo>
                  <a:pt x="1200150" y="1009650"/>
                </a:moveTo>
                <a:lnTo>
                  <a:pt x="1209675" y="1009650"/>
                </a:lnTo>
                <a:lnTo>
                  <a:pt x="1209675" y="1019175"/>
                </a:lnTo>
                <a:lnTo>
                  <a:pt x="1200150" y="1019175"/>
                </a:lnTo>
                <a:close/>
                <a:moveTo>
                  <a:pt x="1266825" y="1009650"/>
                </a:moveTo>
                <a:lnTo>
                  <a:pt x="1343025" y="1009650"/>
                </a:lnTo>
                <a:lnTo>
                  <a:pt x="1343025" y="1019175"/>
                </a:lnTo>
                <a:lnTo>
                  <a:pt x="1333500" y="1019175"/>
                </a:lnTo>
                <a:lnTo>
                  <a:pt x="1333500" y="1028700"/>
                </a:lnTo>
                <a:lnTo>
                  <a:pt x="1314450" y="1028700"/>
                </a:lnTo>
                <a:lnTo>
                  <a:pt x="1314450" y="1019175"/>
                </a:lnTo>
                <a:lnTo>
                  <a:pt x="1295400" y="1019175"/>
                </a:lnTo>
                <a:lnTo>
                  <a:pt x="1295400" y="1028700"/>
                </a:lnTo>
                <a:lnTo>
                  <a:pt x="1276350" y="1028700"/>
                </a:lnTo>
                <a:lnTo>
                  <a:pt x="1276350" y="1019175"/>
                </a:lnTo>
                <a:lnTo>
                  <a:pt x="1266825" y="1019175"/>
                </a:lnTo>
                <a:close/>
                <a:moveTo>
                  <a:pt x="342900" y="1019175"/>
                </a:moveTo>
                <a:lnTo>
                  <a:pt x="361950" y="1019175"/>
                </a:lnTo>
                <a:lnTo>
                  <a:pt x="361950" y="1028700"/>
                </a:lnTo>
                <a:lnTo>
                  <a:pt x="342900" y="1028700"/>
                </a:lnTo>
                <a:close/>
                <a:moveTo>
                  <a:pt x="628650" y="1019175"/>
                </a:moveTo>
                <a:lnTo>
                  <a:pt x="657225" y="1019175"/>
                </a:lnTo>
                <a:lnTo>
                  <a:pt x="657225" y="1028700"/>
                </a:lnTo>
                <a:lnTo>
                  <a:pt x="628650" y="1028700"/>
                </a:lnTo>
                <a:close/>
                <a:moveTo>
                  <a:pt x="1162050" y="1019175"/>
                </a:moveTo>
                <a:lnTo>
                  <a:pt x="1181100" y="1019175"/>
                </a:lnTo>
                <a:lnTo>
                  <a:pt x="1181100" y="1028700"/>
                </a:lnTo>
                <a:lnTo>
                  <a:pt x="1162050" y="1028700"/>
                </a:lnTo>
                <a:close/>
                <a:moveTo>
                  <a:pt x="1247775" y="1019175"/>
                </a:moveTo>
                <a:lnTo>
                  <a:pt x="1257300" y="1019175"/>
                </a:lnTo>
                <a:lnTo>
                  <a:pt x="1257300" y="1028700"/>
                </a:lnTo>
                <a:lnTo>
                  <a:pt x="1247775" y="1028700"/>
                </a:lnTo>
                <a:close/>
                <a:moveTo>
                  <a:pt x="266700" y="1047750"/>
                </a:moveTo>
                <a:lnTo>
                  <a:pt x="295275" y="1047750"/>
                </a:lnTo>
                <a:lnTo>
                  <a:pt x="295275" y="1057275"/>
                </a:lnTo>
                <a:lnTo>
                  <a:pt x="304800" y="1057275"/>
                </a:lnTo>
                <a:lnTo>
                  <a:pt x="304800" y="1066800"/>
                </a:lnTo>
                <a:lnTo>
                  <a:pt x="295275" y="1066800"/>
                </a:lnTo>
                <a:lnTo>
                  <a:pt x="295275" y="1076325"/>
                </a:lnTo>
                <a:lnTo>
                  <a:pt x="266700" y="1076325"/>
                </a:lnTo>
                <a:lnTo>
                  <a:pt x="266700" y="1066800"/>
                </a:lnTo>
                <a:lnTo>
                  <a:pt x="247650" y="1066800"/>
                </a:lnTo>
                <a:lnTo>
                  <a:pt x="247650" y="1057275"/>
                </a:lnTo>
                <a:lnTo>
                  <a:pt x="266700" y="1057275"/>
                </a:lnTo>
                <a:close/>
                <a:moveTo>
                  <a:pt x="333375" y="1047750"/>
                </a:moveTo>
                <a:lnTo>
                  <a:pt x="361950" y="1047750"/>
                </a:lnTo>
                <a:lnTo>
                  <a:pt x="361950" y="1057275"/>
                </a:lnTo>
                <a:lnTo>
                  <a:pt x="342900" y="1057275"/>
                </a:lnTo>
                <a:lnTo>
                  <a:pt x="342900" y="1066800"/>
                </a:lnTo>
                <a:lnTo>
                  <a:pt x="333375" y="1066800"/>
                </a:lnTo>
                <a:close/>
                <a:moveTo>
                  <a:pt x="1752600" y="1076325"/>
                </a:moveTo>
                <a:lnTo>
                  <a:pt x="1762125" y="1076325"/>
                </a:lnTo>
                <a:lnTo>
                  <a:pt x="1762125" y="1085850"/>
                </a:lnTo>
                <a:lnTo>
                  <a:pt x="1752600" y="1085850"/>
                </a:lnTo>
                <a:close/>
                <a:moveTo>
                  <a:pt x="1762125" y="1085850"/>
                </a:moveTo>
                <a:lnTo>
                  <a:pt x="1771650" y="1085850"/>
                </a:lnTo>
                <a:lnTo>
                  <a:pt x="1771650" y="1095375"/>
                </a:lnTo>
                <a:lnTo>
                  <a:pt x="1781175" y="1095375"/>
                </a:lnTo>
                <a:lnTo>
                  <a:pt x="1781175" y="1104900"/>
                </a:lnTo>
                <a:lnTo>
                  <a:pt x="1790700" y="1104900"/>
                </a:lnTo>
                <a:lnTo>
                  <a:pt x="1790700" y="1143000"/>
                </a:lnTo>
                <a:lnTo>
                  <a:pt x="1800225" y="1143000"/>
                </a:lnTo>
                <a:lnTo>
                  <a:pt x="1800225" y="1152525"/>
                </a:lnTo>
                <a:lnTo>
                  <a:pt x="1809750" y="1152525"/>
                </a:lnTo>
                <a:lnTo>
                  <a:pt x="1809750" y="1123950"/>
                </a:lnTo>
                <a:lnTo>
                  <a:pt x="1819275" y="1123950"/>
                </a:lnTo>
                <a:lnTo>
                  <a:pt x="1819275" y="1114425"/>
                </a:lnTo>
                <a:lnTo>
                  <a:pt x="1838325" y="1114425"/>
                </a:lnTo>
                <a:lnTo>
                  <a:pt x="1838325" y="1133475"/>
                </a:lnTo>
                <a:lnTo>
                  <a:pt x="1828800" y="1133475"/>
                </a:lnTo>
                <a:lnTo>
                  <a:pt x="1828800" y="1143000"/>
                </a:lnTo>
                <a:lnTo>
                  <a:pt x="1819275" y="1143000"/>
                </a:lnTo>
                <a:lnTo>
                  <a:pt x="1819275" y="1152525"/>
                </a:lnTo>
                <a:lnTo>
                  <a:pt x="1809750" y="1152525"/>
                </a:lnTo>
                <a:lnTo>
                  <a:pt x="1809750" y="1162050"/>
                </a:lnTo>
                <a:lnTo>
                  <a:pt x="1800225" y="1162050"/>
                </a:lnTo>
                <a:lnTo>
                  <a:pt x="1800225" y="1181100"/>
                </a:lnTo>
                <a:lnTo>
                  <a:pt x="1790700" y="1181100"/>
                </a:lnTo>
                <a:lnTo>
                  <a:pt x="1790700" y="1343025"/>
                </a:lnTo>
                <a:lnTo>
                  <a:pt x="1771650" y="1343025"/>
                </a:lnTo>
                <a:lnTo>
                  <a:pt x="1771650" y="1238250"/>
                </a:lnTo>
                <a:lnTo>
                  <a:pt x="1752600" y="1238250"/>
                </a:lnTo>
                <a:lnTo>
                  <a:pt x="1752600" y="1276350"/>
                </a:lnTo>
                <a:lnTo>
                  <a:pt x="1724025" y="1276350"/>
                </a:lnTo>
                <a:lnTo>
                  <a:pt x="1724025" y="1266825"/>
                </a:lnTo>
                <a:lnTo>
                  <a:pt x="1704975" y="1266825"/>
                </a:lnTo>
                <a:lnTo>
                  <a:pt x="1704975" y="1276350"/>
                </a:lnTo>
                <a:lnTo>
                  <a:pt x="1695450" y="1276350"/>
                </a:lnTo>
                <a:lnTo>
                  <a:pt x="1695450" y="1295400"/>
                </a:lnTo>
                <a:lnTo>
                  <a:pt x="1704975" y="1295400"/>
                </a:lnTo>
                <a:lnTo>
                  <a:pt x="1704975" y="1304925"/>
                </a:lnTo>
                <a:lnTo>
                  <a:pt x="1714500" y="1304925"/>
                </a:lnTo>
                <a:lnTo>
                  <a:pt x="1714500" y="1314450"/>
                </a:lnTo>
                <a:lnTo>
                  <a:pt x="1724025" y="1314450"/>
                </a:lnTo>
                <a:lnTo>
                  <a:pt x="1724025" y="1323975"/>
                </a:lnTo>
                <a:lnTo>
                  <a:pt x="1733550" y="1323975"/>
                </a:lnTo>
                <a:lnTo>
                  <a:pt x="1733550" y="1314450"/>
                </a:lnTo>
                <a:lnTo>
                  <a:pt x="1752600" y="1314450"/>
                </a:lnTo>
                <a:lnTo>
                  <a:pt x="1752600" y="1333500"/>
                </a:lnTo>
                <a:lnTo>
                  <a:pt x="1743075" y="1333500"/>
                </a:lnTo>
                <a:lnTo>
                  <a:pt x="1743075" y="1343025"/>
                </a:lnTo>
                <a:lnTo>
                  <a:pt x="1752600" y="1343025"/>
                </a:lnTo>
                <a:lnTo>
                  <a:pt x="1752600" y="1371600"/>
                </a:lnTo>
                <a:lnTo>
                  <a:pt x="1733550" y="1371600"/>
                </a:lnTo>
                <a:lnTo>
                  <a:pt x="1733550" y="1343025"/>
                </a:lnTo>
                <a:lnTo>
                  <a:pt x="1714500" y="1343025"/>
                </a:lnTo>
                <a:lnTo>
                  <a:pt x="1714500" y="1371600"/>
                </a:lnTo>
                <a:lnTo>
                  <a:pt x="1704975" y="1371600"/>
                </a:lnTo>
                <a:lnTo>
                  <a:pt x="1704975" y="1381125"/>
                </a:lnTo>
                <a:lnTo>
                  <a:pt x="1685925" y="1381125"/>
                </a:lnTo>
                <a:lnTo>
                  <a:pt x="1685925" y="1390650"/>
                </a:lnTo>
                <a:lnTo>
                  <a:pt x="1657350" y="1390650"/>
                </a:lnTo>
                <a:lnTo>
                  <a:pt x="1657350" y="1381125"/>
                </a:lnTo>
                <a:lnTo>
                  <a:pt x="1647825" y="1381125"/>
                </a:lnTo>
                <a:lnTo>
                  <a:pt x="1647825" y="1371600"/>
                </a:lnTo>
                <a:lnTo>
                  <a:pt x="1628775" y="1371600"/>
                </a:lnTo>
                <a:lnTo>
                  <a:pt x="1628775" y="1381125"/>
                </a:lnTo>
                <a:lnTo>
                  <a:pt x="1609725" y="1381125"/>
                </a:lnTo>
                <a:lnTo>
                  <a:pt x="1609725" y="1352550"/>
                </a:lnTo>
                <a:lnTo>
                  <a:pt x="1619250" y="1352550"/>
                </a:lnTo>
                <a:lnTo>
                  <a:pt x="1619250" y="1343025"/>
                </a:lnTo>
                <a:lnTo>
                  <a:pt x="1609725" y="1343025"/>
                </a:lnTo>
                <a:lnTo>
                  <a:pt x="1609725" y="1314450"/>
                </a:lnTo>
                <a:lnTo>
                  <a:pt x="1619250" y="1314450"/>
                </a:lnTo>
                <a:lnTo>
                  <a:pt x="1619250" y="1304925"/>
                </a:lnTo>
                <a:lnTo>
                  <a:pt x="1666875" y="1304925"/>
                </a:lnTo>
                <a:lnTo>
                  <a:pt x="1666875" y="1295400"/>
                </a:lnTo>
                <a:lnTo>
                  <a:pt x="1657350" y="1295400"/>
                </a:lnTo>
                <a:lnTo>
                  <a:pt x="1657350" y="1285875"/>
                </a:lnTo>
                <a:lnTo>
                  <a:pt x="1581150" y="1285875"/>
                </a:lnTo>
                <a:lnTo>
                  <a:pt x="1581150" y="1247775"/>
                </a:lnTo>
                <a:lnTo>
                  <a:pt x="1571625" y="1247775"/>
                </a:lnTo>
                <a:lnTo>
                  <a:pt x="1571625" y="1228725"/>
                </a:lnTo>
                <a:lnTo>
                  <a:pt x="1581150" y="1228725"/>
                </a:lnTo>
                <a:lnTo>
                  <a:pt x="1581150" y="1190625"/>
                </a:lnTo>
                <a:lnTo>
                  <a:pt x="1619250" y="1190625"/>
                </a:lnTo>
                <a:lnTo>
                  <a:pt x="1619250" y="1162050"/>
                </a:lnTo>
                <a:lnTo>
                  <a:pt x="1628775" y="1162050"/>
                </a:lnTo>
                <a:lnTo>
                  <a:pt x="1628775" y="1152525"/>
                </a:lnTo>
                <a:lnTo>
                  <a:pt x="1647825" y="1152525"/>
                </a:lnTo>
                <a:lnTo>
                  <a:pt x="1647825" y="1171575"/>
                </a:lnTo>
                <a:lnTo>
                  <a:pt x="1657350" y="1171575"/>
                </a:lnTo>
                <a:lnTo>
                  <a:pt x="1657350" y="1152525"/>
                </a:lnTo>
                <a:lnTo>
                  <a:pt x="1676400" y="1152525"/>
                </a:lnTo>
                <a:lnTo>
                  <a:pt x="1676400" y="1171575"/>
                </a:lnTo>
                <a:lnTo>
                  <a:pt x="1685925" y="1171575"/>
                </a:lnTo>
                <a:lnTo>
                  <a:pt x="1685925" y="1162050"/>
                </a:lnTo>
                <a:lnTo>
                  <a:pt x="1695450" y="1162050"/>
                </a:lnTo>
                <a:lnTo>
                  <a:pt x="1695450" y="1152525"/>
                </a:lnTo>
                <a:lnTo>
                  <a:pt x="1685925" y="1152525"/>
                </a:lnTo>
                <a:lnTo>
                  <a:pt x="1685925" y="1133475"/>
                </a:lnTo>
                <a:lnTo>
                  <a:pt x="1695450" y="1133475"/>
                </a:lnTo>
                <a:lnTo>
                  <a:pt x="1695450" y="1114425"/>
                </a:lnTo>
                <a:lnTo>
                  <a:pt x="1704975" y="1114425"/>
                </a:lnTo>
                <a:lnTo>
                  <a:pt x="1704975" y="1104900"/>
                </a:lnTo>
                <a:lnTo>
                  <a:pt x="1714500" y="1104900"/>
                </a:lnTo>
                <a:lnTo>
                  <a:pt x="1714500" y="1123950"/>
                </a:lnTo>
                <a:lnTo>
                  <a:pt x="1733550" y="1123950"/>
                </a:lnTo>
                <a:lnTo>
                  <a:pt x="1733550" y="1095375"/>
                </a:lnTo>
                <a:lnTo>
                  <a:pt x="1743075" y="1095375"/>
                </a:lnTo>
                <a:lnTo>
                  <a:pt x="1743075" y="1104900"/>
                </a:lnTo>
                <a:lnTo>
                  <a:pt x="1762125" y="1104900"/>
                </a:lnTo>
                <a:close/>
                <a:moveTo>
                  <a:pt x="1352550" y="1104900"/>
                </a:moveTo>
                <a:lnTo>
                  <a:pt x="1362075" y="1104900"/>
                </a:lnTo>
                <a:lnTo>
                  <a:pt x="1362075" y="1114425"/>
                </a:lnTo>
                <a:lnTo>
                  <a:pt x="1352550" y="1114425"/>
                </a:lnTo>
                <a:close/>
                <a:moveTo>
                  <a:pt x="200025" y="1114425"/>
                </a:moveTo>
                <a:lnTo>
                  <a:pt x="209550" y="1114425"/>
                </a:lnTo>
                <a:lnTo>
                  <a:pt x="209550" y="1133475"/>
                </a:lnTo>
                <a:lnTo>
                  <a:pt x="190500" y="1133475"/>
                </a:lnTo>
                <a:lnTo>
                  <a:pt x="190500" y="1123950"/>
                </a:lnTo>
                <a:lnTo>
                  <a:pt x="200025" y="1123950"/>
                </a:lnTo>
                <a:close/>
                <a:moveTo>
                  <a:pt x="1362075" y="1114425"/>
                </a:moveTo>
                <a:lnTo>
                  <a:pt x="1371600" y="1114425"/>
                </a:lnTo>
                <a:lnTo>
                  <a:pt x="1371600" y="1123950"/>
                </a:lnTo>
                <a:lnTo>
                  <a:pt x="1362075" y="1123950"/>
                </a:lnTo>
                <a:close/>
                <a:moveTo>
                  <a:pt x="1609725" y="1114425"/>
                </a:moveTo>
                <a:lnTo>
                  <a:pt x="1628775" y="1114425"/>
                </a:lnTo>
                <a:lnTo>
                  <a:pt x="1628775" y="1133475"/>
                </a:lnTo>
                <a:lnTo>
                  <a:pt x="1609725" y="1133475"/>
                </a:lnTo>
                <a:close/>
                <a:moveTo>
                  <a:pt x="1657350" y="1114425"/>
                </a:moveTo>
                <a:lnTo>
                  <a:pt x="1676400" y="1114425"/>
                </a:lnTo>
                <a:lnTo>
                  <a:pt x="1676400" y="1123950"/>
                </a:lnTo>
                <a:lnTo>
                  <a:pt x="1657350" y="1123950"/>
                </a:lnTo>
                <a:close/>
                <a:moveTo>
                  <a:pt x="533400" y="1143000"/>
                </a:moveTo>
                <a:lnTo>
                  <a:pt x="542925" y="1143000"/>
                </a:lnTo>
                <a:lnTo>
                  <a:pt x="542925" y="1152525"/>
                </a:lnTo>
                <a:lnTo>
                  <a:pt x="533400" y="1152525"/>
                </a:lnTo>
                <a:close/>
                <a:moveTo>
                  <a:pt x="1314450" y="1162050"/>
                </a:moveTo>
                <a:lnTo>
                  <a:pt x="1362075" y="1162050"/>
                </a:lnTo>
                <a:lnTo>
                  <a:pt x="1362075" y="1171575"/>
                </a:lnTo>
                <a:lnTo>
                  <a:pt x="1352550" y="1171575"/>
                </a:lnTo>
                <a:lnTo>
                  <a:pt x="1352550" y="1190625"/>
                </a:lnTo>
                <a:lnTo>
                  <a:pt x="1362075" y="1190625"/>
                </a:lnTo>
                <a:lnTo>
                  <a:pt x="1362075" y="1200150"/>
                </a:lnTo>
                <a:lnTo>
                  <a:pt x="1333500" y="1200150"/>
                </a:lnTo>
                <a:lnTo>
                  <a:pt x="1333500" y="1190625"/>
                </a:lnTo>
                <a:lnTo>
                  <a:pt x="1314450" y="1190625"/>
                </a:lnTo>
                <a:close/>
                <a:moveTo>
                  <a:pt x="1514475" y="1171575"/>
                </a:moveTo>
                <a:lnTo>
                  <a:pt x="1533525" y="1171575"/>
                </a:lnTo>
                <a:lnTo>
                  <a:pt x="1533525" y="1190625"/>
                </a:lnTo>
                <a:lnTo>
                  <a:pt x="1552575" y="1190625"/>
                </a:lnTo>
                <a:lnTo>
                  <a:pt x="1552575" y="1200150"/>
                </a:lnTo>
                <a:lnTo>
                  <a:pt x="1514475" y="1200150"/>
                </a:lnTo>
                <a:lnTo>
                  <a:pt x="1514475" y="1190625"/>
                </a:lnTo>
                <a:lnTo>
                  <a:pt x="1504950" y="1190625"/>
                </a:lnTo>
                <a:lnTo>
                  <a:pt x="1504950" y="1181100"/>
                </a:lnTo>
                <a:lnTo>
                  <a:pt x="1514475" y="1181100"/>
                </a:lnTo>
                <a:close/>
                <a:moveTo>
                  <a:pt x="1704975" y="1171575"/>
                </a:moveTo>
                <a:lnTo>
                  <a:pt x="1733550" y="1171575"/>
                </a:lnTo>
                <a:lnTo>
                  <a:pt x="1733550" y="1181100"/>
                </a:lnTo>
                <a:lnTo>
                  <a:pt x="1743075" y="1181100"/>
                </a:lnTo>
                <a:lnTo>
                  <a:pt x="1743075" y="1171575"/>
                </a:lnTo>
                <a:lnTo>
                  <a:pt x="1752600" y="1171575"/>
                </a:lnTo>
                <a:lnTo>
                  <a:pt x="1752600" y="1162050"/>
                </a:lnTo>
                <a:lnTo>
                  <a:pt x="1704975" y="1162050"/>
                </a:lnTo>
                <a:close/>
                <a:moveTo>
                  <a:pt x="1247775" y="1190625"/>
                </a:moveTo>
                <a:lnTo>
                  <a:pt x="1266825" y="1190625"/>
                </a:lnTo>
                <a:lnTo>
                  <a:pt x="1266825" y="1200150"/>
                </a:lnTo>
                <a:lnTo>
                  <a:pt x="1276350" y="1200150"/>
                </a:lnTo>
                <a:lnTo>
                  <a:pt x="1276350" y="1209675"/>
                </a:lnTo>
                <a:lnTo>
                  <a:pt x="1257300" y="1209675"/>
                </a:lnTo>
                <a:lnTo>
                  <a:pt x="1257300" y="1219200"/>
                </a:lnTo>
                <a:lnTo>
                  <a:pt x="1238250" y="1219200"/>
                </a:lnTo>
                <a:lnTo>
                  <a:pt x="1238250" y="1200150"/>
                </a:lnTo>
                <a:lnTo>
                  <a:pt x="1247775" y="1200150"/>
                </a:lnTo>
                <a:close/>
                <a:moveTo>
                  <a:pt x="1400175" y="1190625"/>
                </a:moveTo>
                <a:lnTo>
                  <a:pt x="1409700" y="1190625"/>
                </a:lnTo>
                <a:lnTo>
                  <a:pt x="1409700" y="1228725"/>
                </a:lnTo>
                <a:lnTo>
                  <a:pt x="1390650" y="1228725"/>
                </a:lnTo>
                <a:lnTo>
                  <a:pt x="1390650" y="1209675"/>
                </a:lnTo>
                <a:lnTo>
                  <a:pt x="1400175" y="1209675"/>
                </a:lnTo>
                <a:close/>
                <a:moveTo>
                  <a:pt x="1285875" y="1209675"/>
                </a:moveTo>
                <a:lnTo>
                  <a:pt x="1295400" y="1209675"/>
                </a:lnTo>
                <a:lnTo>
                  <a:pt x="1295400" y="1219200"/>
                </a:lnTo>
                <a:lnTo>
                  <a:pt x="1285875" y="1219200"/>
                </a:lnTo>
                <a:close/>
                <a:moveTo>
                  <a:pt x="1628775" y="1228725"/>
                </a:moveTo>
                <a:lnTo>
                  <a:pt x="1638300" y="1228725"/>
                </a:lnTo>
                <a:lnTo>
                  <a:pt x="1638300" y="1162050"/>
                </a:lnTo>
                <a:lnTo>
                  <a:pt x="1628775" y="1162050"/>
                </a:lnTo>
                <a:close/>
                <a:moveTo>
                  <a:pt x="1724025" y="1228725"/>
                </a:moveTo>
                <a:lnTo>
                  <a:pt x="1743075" y="1228725"/>
                </a:lnTo>
                <a:lnTo>
                  <a:pt x="1743075" y="1209675"/>
                </a:lnTo>
                <a:lnTo>
                  <a:pt x="1724025" y="1209675"/>
                </a:lnTo>
                <a:close/>
                <a:moveTo>
                  <a:pt x="1771650" y="1228725"/>
                </a:moveTo>
                <a:lnTo>
                  <a:pt x="1781175" y="1228725"/>
                </a:lnTo>
                <a:lnTo>
                  <a:pt x="1781175" y="1219200"/>
                </a:lnTo>
                <a:lnTo>
                  <a:pt x="1771650" y="1219200"/>
                </a:lnTo>
                <a:close/>
                <a:moveTo>
                  <a:pt x="933450" y="1238250"/>
                </a:moveTo>
                <a:lnTo>
                  <a:pt x="952500" y="1238250"/>
                </a:lnTo>
                <a:lnTo>
                  <a:pt x="952500" y="1247775"/>
                </a:lnTo>
                <a:lnTo>
                  <a:pt x="942975" y="1247775"/>
                </a:lnTo>
                <a:lnTo>
                  <a:pt x="942975" y="1257300"/>
                </a:lnTo>
                <a:lnTo>
                  <a:pt x="933450" y="1257300"/>
                </a:lnTo>
                <a:close/>
                <a:moveTo>
                  <a:pt x="1866900" y="1238250"/>
                </a:moveTo>
                <a:lnTo>
                  <a:pt x="1885950" y="1238250"/>
                </a:lnTo>
                <a:lnTo>
                  <a:pt x="1885950" y="1247775"/>
                </a:lnTo>
                <a:lnTo>
                  <a:pt x="1866900" y="1247775"/>
                </a:lnTo>
                <a:close/>
                <a:moveTo>
                  <a:pt x="1466850" y="1257300"/>
                </a:moveTo>
                <a:lnTo>
                  <a:pt x="1485900" y="1257300"/>
                </a:lnTo>
                <a:lnTo>
                  <a:pt x="1485900" y="1276350"/>
                </a:lnTo>
                <a:lnTo>
                  <a:pt x="1466850" y="1276350"/>
                </a:lnTo>
                <a:close/>
                <a:moveTo>
                  <a:pt x="1905000" y="1257300"/>
                </a:moveTo>
                <a:lnTo>
                  <a:pt x="1914525" y="1257300"/>
                </a:lnTo>
                <a:lnTo>
                  <a:pt x="1914525" y="1266825"/>
                </a:lnTo>
                <a:lnTo>
                  <a:pt x="1905000" y="1266825"/>
                </a:lnTo>
                <a:close/>
                <a:moveTo>
                  <a:pt x="904875" y="1266825"/>
                </a:moveTo>
                <a:lnTo>
                  <a:pt x="933450" y="1266825"/>
                </a:lnTo>
                <a:lnTo>
                  <a:pt x="933450" y="1276350"/>
                </a:lnTo>
                <a:lnTo>
                  <a:pt x="923925" y="1276350"/>
                </a:lnTo>
                <a:lnTo>
                  <a:pt x="923925" y="1285875"/>
                </a:lnTo>
                <a:lnTo>
                  <a:pt x="914400" y="1285875"/>
                </a:lnTo>
                <a:lnTo>
                  <a:pt x="914400" y="1295400"/>
                </a:lnTo>
                <a:lnTo>
                  <a:pt x="904875" y="1295400"/>
                </a:lnTo>
                <a:lnTo>
                  <a:pt x="904875" y="1304925"/>
                </a:lnTo>
                <a:lnTo>
                  <a:pt x="895350" y="1304925"/>
                </a:lnTo>
                <a:lnTo>
                  <a:pt x="895350" y="1276350"/>
                </a:lnTo>
                <a:lnTo>
                  <a:pt x="904875" y="1276350"/>
                </a:lnTo>
                <a:close/>
                <a:moveTo>
                  <a:pt x="1914525" y="1266825"/>
                </a:moveTo>
                <a:lnTo>
                  <a:pt x="1924050" y="1266825"/>
                </a:lnTo>
                <a:lnTo>
                  <a:pt x="1924050" y="1285875"/>
                </a:lnTo>
                <a:lnTo>
                  <a:pt x="1914525" y="1285875"/>
                </a:lnTo>
                <a:close/>
                <a:moveTo>
                  <a:pt x="1504950" y="1323975"/>
                </a:moveTo>
                <a:lnTo>
                  <a:pt x="1524000" y="1323975"/>
                </a:lnTo>
                <a:lnTo>
                  <a:pt x="1524000" y="1333500"/>
                </a:lnTo>
                <a:lnTo>
                  <a:pt x="1533525" y="1333500"/>
                </a:lnTo>
                <a:lnTo>
                  <a:pt x="1533525" y="1352550"/>
                </a:lnTo>
                <a:lnTo>
                  <a:pt x="1552575" y="1352550"/>
                </a:lnTo>
                <a:lnTo>
                  <a:pt x="1552575" y="1343025"/>
                </a:lnTo>
                <a:lnTo>
                  <a:pt x="1571625" y="1343025"/>
                </a:lnTo>
                <a:lnTo>
                  <a:pt x="1571625" y="1362075"/>
                </a:lnTo>
                <a:lnTo>
                  <a:pt x="1562100" y="1362075"/>
                </a:lnTo>
                <a:lnTo>
                  <a:pt x="1562100" y="1371600"/>
                </a:lnTo>
                <a:lnTo>
                  <a:pt x="1552575" y="1371600"/>
                </a:lnTo>
                <a:lnTo>
                  <a:pt x="1552575" y="1381125"/>
                </a:lnTo>
                <a:lnTo>
                  <a:pt x="1514475" y="1381125"/>
                </a:lnTo>
                <a:lnTo>
                  <a:pt x="1514475" y="1371600"/>
                </a:lnTo>
                <a:lnTo>
                  <a:pt x="1504950" y="1371600"/>
                </a:lnTo>
                <a:lnTo>
                  <a:pt x="1504950" y="1362075"/>
                </a:lnTo>
                <a:lnTo>
                  <a:pt x="1485900" y="1362075"/>
                </a:lnTo>
                <a:lnTo>
                  <a:pt x="1485900" y="1343025"/>
                </a:lnTo>
                <a:lnTo>
                  <a:pt x="1495425" y="1343025"/>
                </a:lnTo>
                <a:lnTo>
                  <a:pt x="1495425" y="1333500"/>
                </a:lnTo>
                <a:lnTo>
                  <a:pt x="1504950" y="1333500"/>
                </a:lnTo>
                <a:close/>
                <a:moveTo>
                  <a:pt x="1628775" y="1333500"/>
                </a:moveTo>
                <a:lnTo>
                  <a:pt x="1638300" y="1333500"/>
                </a:lnTo>
                <a:lnTo>
                  <a:pt x="1638300" y="1314450"/>
                </a:lnTo>
                <a:lnTo>
                  <a:pt x="1628775" y="1314450"/>
                </a:lnTo>
                <a:close/>
                <a:moveTo>
                  <a:pt x="1476375" y="1362075"/>
                </a:moveTo>
                <a:lnTo>
                  <a:pt x="1485900" y="1362075"/>
                </a:lnTo>
                <a:lnTo>
                  <a:pt x="1485900" y="1390650"/>
                </a:lnTo>
                <a:lnTo>
                  <a:pt x="1476375" y="1390650"/>
                </a:lnTo>
                <a:lnTo>
                  <a:pt x="1476375" y="1419225"/>
                </a:lnTo>
                <a:lnTo>
                  <a:pt x="1485900" y="1419225"/>
                </a:lnTo>
                <a:lnTo>
                  <a:pt x="1485900" y="1428750"/>
                </a:lnTo>
                <a:lnTo>
                  <a:pt x="1466850" y="1428750"/>
                </a:lnTo>
                <a:lnTo>
                  <a:pt x="1466850" y="1381125"/>
                </a:lnTo>
                <a:lnTo>
                  <a:pt x="1476375" y="1381125"/>
                </a:lnTo>
                <a:close/>
                <a:moveTo>
                  <a:pt x="304800" y="1419225"/>
                </a:moveTo>
                <a:lnTo>
                  <a:pt x="323850" y="1419225"/>
                </a:lnTo>
                <a:lnTo>
                  <a:pt x="323850" y="1438275"/>
                </a:lnTo>
                <a:lnTo>
                  <a:pt x="304800" y="1438275"/>
                </a:lnTo>
                <a:close/>
                <a:moveTo>
                  <a:pt x="600075" y="1419225"/>
                </a:moveTo>
                <a:lnTo>
                  <a:pt x="657225" y="1419225"/>
                </a:lnTo>
                <a:lnTo>
                  <a:pt x="657225" y="1438275"/>
                </a:lnTo>
                <a:lnTo>
                  <a:pt x="638175" y="1438275"/>
                </a:lnTo>
                <a:lnTo>
                  <a:pt x="638175" y="1447800"/>
                </a:lnTo>
                <a:lnTo>
                  <a:pt x="628650" y="1447800"/>
                </a:lnTo>
                <a:lnTo>
                  <a:pt x="628650" y="1438275"/>
                </a:lnTo>
                <a:lnTo>
                  <a:pt x="619125" y="1438275"/>
                </a:lnTo>
                <a:lnTo>
                  <a:pt x="619125" y="1447800"/>
                </a:lnTo>
                <a:lnTo>
                  <a:pt x="600075" y="1447800"/>
                </a:lnTo>
                <a:close/>
                <a:moveTo>
                  <a:pt x="1400175" y="1419225"/>
                </a:moveTo>
                <a:lnTo>
                  <a:pt x="1419225" y="1419225"/>
                </a:lnTo>
                <a:lnTo>
                  <a:pt x="1419225" y="1438275"/>
                </a:lnTo>
                <a:lnTo>
                  <a:pt x="1400175" y="1438275"/>
                </a:lnTo>
                <a:close/>
                <a:moveTo>
                  <a:pt x="981075" y="1428750"/>
                </a:moveTo>
                <a:lnTo>
                  <a:pt x="990600" y="1428750"/>
                </a:lnTo>
                <a:lnTo>
                  <a:pt x="990600" y="1438275"/>
                </a:lnTo>
                <a:lnTo>
                  <a:pt x="981075" y="1438275"/>
                </a:lnTo>
                <a:close/>
                <a:moveTo>
                  <a:pt x="990600" y="1438275"/>
                </a:moveTo>
                <a:lnTo>
                  <a:pt x="1000125" y="1438275"/>
                </a:lnTo>
                <a:lnTo>
                  <a:pt x="1000125" y="1457325"/>
                </a:lnTo>
                <a:lnTo>
                  <a:pt x="990600" y="1457325"/>
                </a:lnTo>
                <a:close/>
                <a:moveTo>
                  <a:pt x="219075" y="1447800"/>
                </a:moveTo>
                <a:lnTo>
                  <a:pt x="228600" y="1447800"/>
                </a:lnTo>
                <a:lnTo>
                  <a:pt x="228600" y="1457325"/>
                </a:lnTo>
                <a:lnTo>
                  <a:pt x="219075" y="1457325"/>
                </a:lnTo>
                <a:close/>
                <a:moveTo>
                  <a:pt x="1076325" y="1447800"/>
                </a:moveTo>
                <a:lnTo>
                  <a:pt x="1095375" y="1447800"/>
                </a:lnTo>
                <a:lnTo>
                  <a:pt x="1095375" y="1457325"/>
                </a:lnTo>
                <a:lnTo>
                  <a:pt x="1076325" y="1457325"/>
                </a:lnTo>
                <a:close/>
                <a:moveTo>
                  <a:pt x="514350" y="1457325"/>
                </a:moveTo>
                <a:lnTo>
                  <a:pt x="533400" y="1457325"/>
                </a:lnTo>
                <a:lnTo>
                  <a:pt x="533400" y="1466850"/>
                </a:lnTo>
                <a:lnTo>
                  <a:pt x="514350" y="1466850"/>
                </a:lnTo>
                <a:close/>
                <a:moveTo>
                  <a:pt x="552450" y="1457325"/>
                </a:moveTo>
                <a:lnTo>
                  <a:pt x="561975" y="1457325"/>
                </a:lnTo>
                <a:lnTo>
                  <a:pt x="561975" y="1466850"/>
                </a:lnTo>
                <a:lnTo>
                  <a:pt x="552450" y="1466850"/>
                </a:lnTo>
                <a:close/>
                <a:moveTo>
                  <a:pt x="590550" y="1457325"/>
                </a:moveTo>
                <a:lnTo>
                  <a:pt x="609600" y="1457325"/>
                </a:lnTo>
                <a:lnTo>
                  <a:pt x="609600" y="1466850"/>
                </a:lnTo>
                <a:lnTo>
                  <a:pt x="590550" y="1466850"/>
                </a:lnTo>
                <a:close/>
                <a:moveTo>
                  <a:pt x="628650" y="1457325"/>
                </a:moveTo>
                <a:lnTo>
                  <a:pt x="638175" y="1457325"/>
                </a:lnTo>
                <a:lnTo>
                  <a:pt x="638175" y="1466850"/>
                </a:lnTo>
                <a:lnTo>
                  <a:pt x="628650" y="1466850"/>
                </a:lnTo>
                <a:close/>
                <a:moveTo>
                  <a:pt x="504825" y="1495425"/>
                </a:moveTo>
                <a:lnTo>
                  <a:pt x="523875" y="1495425"/>
                </a:lnTo>
                <a:lnTo>
                  <a:pt x="523875" y="1524000"/>
                </a:lnTo>
                <a:lnTo>
                  <a:pt x="514350" y="1524000"/>
                </a:lnTo>
                <a:lnTo>
                  <a:pt x="514350" y="1543050"/>
                </a:lnTo>
                <a:lnTo>
                  <a:pt x="495300" y="1543050"/>
                </a:lnTo>
                <a:lnTo>
                  <a:pt x="495300" y="1524000"/>
                </a:lnTo>
                <a:lnTo>
                  <a:pt x="504825" y="1524000"/>
                </a:lnTo>
                <a:close/>
                <a:moveTo>
                  <a:pt x="1895475" y="1495425"/>
                </a:moveTo>
                <a:lnTo>
                  <a:pt x="1905000" y="1495425"/>
                </a:lnTo>
                <a:lnTo>
                  <a:pt x="1905000" y="1504950"/>
                </a:lnTo>
                <a:lnTo>
                  <a:pt x="1895475" y="1504950"/>
                </a:lnTo>
                <a:close/>
                <a:moveTo>
                  <a:pt x="1905000" y="1533525"/>
                </a:moveTo>
                <a:lnTo>
                  <a:pt x="1914525" y="1533525"/>
                </a:lnTo>
                <a:lnTo>
                  <a:pt x="1914525" y="1552575"/>
                </a:lnTo>
                <a:lnTo>
                  <a:pt x="1905000" y="1552575"/>
                </a:lnTo>
                <a:lnTo>
                  <a:pt x="1905000" y="1562100"/>
                </a:lnTo>
                <a:lnTo>
                  <a:pt x="1895475" y="1562100"/>
                </a:lnTo>
                <a:lnTo>
                  <a:pt x="1895475" y="1543050"/>
                </a:lnTo>
                <a:lnTo>
                  <a:pt x="1905000" y="1543050"/>
                </a:lnTo>
                <a:close/>
                <a:moveTo>
                  <a:pt x="1857375" y="1619250"/>
                </a:moveTo>
                <a:lnTo>
                  <a:pt x="1876425" y="1619250"/>
                </a:lnTo>
                <a:lnTo>
                  <a:pt x="1876425" y="1628775"/>
                </a:lnTo>
                <a:lnTo>
                  <a:pt x="1857375" y="1628775"/>
                </a:lnTo>
                <a:close/>
                <a:moveTo>
                  <a:pt x="1809750" y="1638300"/>
                </a:moveTo>
                <a:lnTo>
                  <a:pt x="1847850" y="1638300"/>
                </a:lnTo>
                <a:lnTo>
                  <a:pt x="1847850" y="1647825"/>
                </a:lnTo>
                <a:lnTo>
                  <a:pt x="1809750" y="1647825"/>
                </a:lnTo>
                <a:close/>
                <a:moveTo>
                  <a:pt x="38100" y="1647825"/>
                </a:moveTo>
                <a:lnTo>
                  <a:pt x="47625" y="1647825"/>
                </a:lnTo>
                <a:lnTo>
                  <a:pt x="47625" y="1657350"/>
                </a:lnTo>
                <a:lnTo>
                  <a:pt x="38100" y="1657350"/>
                </a:lnTo>
                <a:close/>
                <a:moveTo>
                  <a:pt x="952500" y="1647825"/>
                </a:moveTo>
                <a:lnTo>
                  <a:pt x="962025" y="1647825"/>
                </a:lnTo>
                <a:lnTo>
                  <a:pt x="962025" y="1657350"/>
                </a:lnTo>
                <a:lnTo>
                  <a:pt x="952500" y="1657350"/>
                </a:lnTo>
                <a:close/>
                <a:moveTo>
                  <a:pt x="1028700" y="1647825"/>
                </a:moveTo>
                <a:lnTo>
                  <a:pt x="1047750" y="1647825"/>
                </a:lnTo>
                <a:lnTo>
                  <a:pt x="1047750" y="1657350"/>
                </a:lnTo>
                <a:lnTo>
                  <a:pt x="1028700" y="1657350"/>
                </a:lnTo>
                <a:close/>
                <a:moveTo>
                  <a:pt x="1762125" y="1647825"/>
                </a:moveTo>
                <a:lnTo>
                  <a:pt x="1809750" y="1647825"/>
                </a:lnTo>
                <a:lnTo>
                  <a:pt x="1809750" y="1657350"/>
                </a:lnTo>
                <a:lnTo>
                  <a:pt x="1762125" y="1657350"/>
                </a:lnTo>
                <a:close/>
              </a:path>
            </a:pathLst>
          </a:custGeom>
          <a:solidFill xmlns:a="http://schemas.openxmlformats.org/drawingml/2006/main">
            <a:srgbClr val="F4EEE2"/>
          </a:solidFill>
          <a:ln xmlns:a="http://schemas.openxmlformats.org/drawingml/2006/main" w="0">
            <a:noFill/>
          </a:ln>
        </p:spPr>
      </p:sp>
      <p:sp>
        <p:nvSpPr>
          <p:cNvPr id="113" name="appearance vector #f3eee1">
            <a:extLst xmlns:a="http://schemas.openxmlformats.org/drawingml/2006/main">
              <a:ext uri="{FF2B5EF4-FFF2-40B4-BE49-F238E27FC236}">
                <a16:creationId xmlns:a16="http://schemas.microsoft.com/office/drawing/2014/main" id="{77613B6E-5CF0-46E4-88F8-41B13AEFDA7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343400" y="5114925"/>
            <a:ext cx="1943100" cy="1666875"/>
          </a:xfrm>
          <a:custGeom xmlns:a="http://schemas.openxmlformats.org/drawingml/2006/main">
            <a:pathLst>
              <a:path w="1943100" h="1666875">
                <a:moveTo>
                  <a:pt x="266700" y="19050"/>
                </a:moveTo>
                <a:lnTo>
                  <a:pt x="276225" y="19050"/>
                </a:lnTo>
                <a:lnTo>
                  <a:pt x="276225" y="38100"/>
                </a:lnTo>
                <a:lnTo>
                  <a:pt x="266700" y="38100"/>
                </a:lnTo>
                <a:lnTo>
                  <a:pt x="266700" y="57150"/>
                </a:lnTo>
                <a:lnTo>
                  <a:pt x="257175" y="57150"/>
                </a:lnTo>
                <a:lnTo>
                  <a:pt x="257175" y="28575"/>
                </a:lnTo>
                <a:lnTo>
                  <a:pt x="266700" y="28575"/>
                </a:lnTo>
                <a:close/>
                <a:moveTo>
                  <a:pt x="333375" y="19050"/>
                </a:moveTo>
                <a:lnTo>
                  <a:pt x="342900" y="19050"/>
                </a:lnTo>
                <a:lnTo>
                  <a:pt x="342900" y="28575"/>
                </a:lnTo>
                <a:lnTo>
                  <a:pt x="333375" y="28575"/>
                </a:lnTo>
                <a:close/>
                <a:moveTo>
                  <a:pt x="419100" y="19050"/>
                </a:moveTo>
                <a:lnTo>
                  <a:pt x="428625" y="19050"/>
                </a:lnTo>
                <a:lnTo>
                  <a:pt x="428625" y="28575"/>
                </a:lnTo>
                <a:lnTo>
                  <a:pt x="419100" y="28575"/>
                </a:lnTo>
                <a:close/>
                <a:moveTo>
                  <a:pt x="438150" y="19050"/>
                </a:moveTo>
                <a:lnTo>
                  <a:pt x="447675" y="19050"/>
                </a:lnTo>
                <a:lnTo>
                  <a:pt x="447675" y="28575"/>
                </a:lnTo>
                <a:lnTo>
                  <a:pt x="438150" y="28575"/>
                </a:lnTo>
                <a:close/>
                <a:moveTo>
                  <a:pt x="457200" y="19050"/>
                </a:moveTo>
                <a:lnTo>
                  <a:pt x="514350" y="19050"/>
                </a:lnTo>
                <a:lnTo>
                  <a:pt x="514350" y="28575"/>
                </a:lnTo>
                <a:lnTo>
                  <a:pt x="495300" y="28575"/>
                </a:lnTo>
                <a:lnTo>
                  <a:pt x="495300" y="38100"/>
                </a:lnTo>
                <a:lnTo>
                  <a:pt x="447675" y="38100"/>
                </a:lnTo>
                <a:lnTo>
                  <a:pt x="447675" y="28575"/>
                </a:lnTo>
                <a:lnTo>
                  <a:pt x="457200" y="28575"/>
                </a:lnTo>
                <a:close/>
                <a:moveTo>
                  <a:pt x="590550" y="19050"/>
                </a:moveTo>
                <a:lnTo>
                  <a:pt x="609600" y="19050"/>
                </a:lnTo>
                <a:lnTo>
                  <a:pt x="609600" y="38100"/>
                </a:lnTo>
                <a:lnTo>
                  <a:pt x="590550" y="38100"/>
                </a:lnTo>
                <a:close/>
                <a:moveTo>
                  <a:pt x="666750" y="19050"/>
                </a:moveTo>
                <a:lnTo>
                  <a:pt x="676275" y="19050"/>
                </a:lnTo>
                <a:lnTo>
                  <a:pt x="676275" y="28575"/>
                </a:lnTo>
                <a:lnTo>
                  <a:pt x="666750" y="28575"/>
                </a:lnTo>
                <a:close/>
                <a:moveTo>
                  <a:pt x="723900" y="19050"/>
                </a:moveTo>
                <a:lnTo>
                  <a:pt x="838200" y="19050"/>
                </a:lnTo>
                <a:lnTo>
                  <a:pt x="838200" y="28575"/>
                </a:lnTo>
                <a:lnTo>
                  <a:pt x="723900" y="28575"/>
                </a:lnTo>
                <a:close/>
                <a:moveTo>
                  <a:pt x="857250" y="19050"/>
                </a:moveTo>
                <a:lnTo>
                  <a:pt x="914400" y="19050"/>
                </a:lnTo>
                <a:lnTo>
                  <a:pt x="914400" y="28575"/>
                </a:lnTo>
                <a:lnTo>
                  <a:pt x="857250" y="28575"/>
                </a:lnTo>
                <a:close/>
                <a:moveTo>
                  <a:pt x="933450" y="19050"/>
                </a:moveTo>
                <a:lnTo>
                  <a:pt x="942975" y="19050"/>
                </a:lnTo>
                <a:lnTo>
                  <a:pt x="942975" y="28575"/>
                </a:lnTo>
                <a:lnTo>
                  <a:pt x="933450" y="28575"/>
                </a:lnTo>
                <a:close/>
                <a:moveTo>
                  <a:pt x="1057275" y="19050"/>
                </a:moveTo>
                <a:lnTo>
                  <a:pt x="1066800" y="19050"/>
                </a:lnTo>
                <a:lnTo>
                  <a:pt x="1066800" y="28575"/>
                </a:lnTo>
                <a:lnTo>
                  <a:pt x="1057275" y="28575"/>
                </a:lnTo>
                <a:close/>
                <a:moveTo>
                  <a:pt x="1123950" y="19050"/>
                </a:moveTo>
                <a:lnTo>
                  <a:pt x="1133475" y="19050"/>
                </a:lnTo>
                <a:lnTo>
                  <a:pt x="1133475" y="28575"/>
                </a:lnTo>
                <a:lnTo>
                  <a:pt x="1143000" y="28575"/>
                </a:lnTo>
                <a:lnTo>
                  <a:pt x="1143000" y="38100"/>
                </a:lnTo>
                <a:lnTo>
                  <a:pt x="1123950" y="38100"/>
                </a:lnTo>
                <a:close/>
                <a:moveTo>
                  <a:pt x="1162050" y="19050"/>
                </a:moveTo>
                <a:lnTo>
                  <a:pt x="1181100" y="19050"/>
                </a:lnTo>
                <a:lnTo>
                  <a:pt x="1181100" y="28575"/>
                </a:lnTo>
                <a:lnTo>
                  <a:pt x="1162050" y="28575"/>
                </a:lnTo>
                <a:close/>
                <a:moveTo>
                  <a:pt x="1200150" y="19050"/>
                </a:moveTo>
                <a:lnTo>
                  <a:pt x="1219200" y="19050"/>
                </a:lnTo>
                <a:lnTo>
                  <a:pt x="1219200" y="28575"/>
                </a:lnTo>
                <a:lnTo>
                  <a:pt x="1200150" y="28575"/>
                </a:lnTo>
                <a:close/>
                <a:moveTo>
                  <a:pt x="1314450" y="19050"/>
                </a:moveTo>
                <a:lnTo>
                  <a:pt x="1323975" y="19050"/>
                </a:lnTo>
                <a:lnTo>
                  <a:pt x="1323975" y="28575"/>
                </a:lnTo>
                <a:lnTo>
                  <a:pt x="1314450" y="28575"/>
                </a:lnTo>
                <a:close/>
                <a:moveTo>
                  <a:pt x="1333500" y="19050"/>
                </a:moveTo>
                <a:lnTo>
                  <a:pt x="1343025" y="19050"/>
                </a:lnTo>
                <a:lnTo>
                  <a:pt x="1343025" y="28575"/>
                </a:lnTo>
                <a:lnTo>
                  <a:pt x="1333500" y="28575"/>
                </a:lnTo>
                <a:close/>
                <a:moveTo>
                  <a:pt x="1352550" y="19050"/>
                </a:moveTo>
                <a:lnTo>
                  <a:pt x="1371600" y="19050"/>
                </a:lnTo>
                <a:lnTo>
                  <a:pt x="1371600" y="28575"/>
                </a:lnTo>
                <a:lnTo>
                  <a:pt x="1352550" y="28575"/>
                </a:lnTo>
                <a:close/>
                <a:moveTo>
                  <a:pt x="1419225" y="19050"/>
                </a:moveTo>
                <a:lnTo>
                  <a:pt x="1447800" y="19050"/>
                </a:lnTo>
                <a:lnTo>
                  <a:pt x="1447800" y="28575"/>
                </a:lnTo>
                <a:lnTo>
                  <a:pt x="1419225" y="28575"/>
                </a:lnTo>
                <a:close/>
                <a:moveTo>
                  <a:pt x="1466850" y="19050"/>
                </a:moveTo>
                <a:lnTo>
                  <a:pt x="1504950" y="19050"/>
                </a:lnTo>
                <a:lnTo>
                  <a:pt x="1504950" y="28575"/>
                </a:lnTo>
                <a:lnTo>
                  <a:pt x="1466850" y="28575"/>
                </a:lnTo>
                <a:close/>
                <a:moveTo>
                  <a:pt x="1533525" y="19050"/>
                </a:moveTo>
                <a:lnTo>
                  <a:pt x="1543050" y="19050"/>
                </a:lnTo>
                <a:lnTo>
                  <a:pt x="1543050" y="28575"/>
                </a:lnTo>
                <a:lnTo>
                  <a:pt x="1533525" y="28575"/>
                </a:lnTo>
                <a:close/>
                <a:moveTo>
                  <a:pt x="1571625" y="19050"/>
                </a:moveTo>
                <a:lnTo>
                  <a:pt x="1638300" y="19050"/>
                </a:lnTo>
                <a:lnTo>
                  <a:pt x="1638300" y="38100"/>
                </a:lnTo>
                <a:lnTo>
                  <a:pt x="1619250" y="38100"/>
                </a:lnTo>
                <a:lnTo>
                  <a:pt x="1619250" y="28575"/>
                </a:lnTo>
                <a:lnTo>
                  <a:pt x="1609725" y="28575"/>
                </a:lnTo>
                <a:lnTo>
                  <a:pt x="1609725" y="38100"/>
                </a:lnTo>
                <a:lnTo>
                  <a:pt x="1581150" y="38100"/>
                </a:lnTo>
                <a:lnTo>
                  <a:pt x="1581150" y="28575"/>
                </a:lnTo>
                <a:lnTo>
                  <a:pt x="1571625" y="28575"/>
                </a:lnTo>
                <a:close/>
                <a:moveTo>
                  <a:pt x="1657350" y="19050"/>
                </a:moveTo>
                <a:lnTo>
                  <a:pt x="1676400" y="19050"/>
                </a:lnTo>
                <a:lnTo>
                  <a:pt x="1676400" y="38100"/>
                </a:lnTo>
                <a:lnTo>
                  <a:pt x="1657350" y="38100"/>
                </a:lnTo>
                <a:close/>
                <a:moveTo>
                  <a:pt x="1724025" y="19050"/>
                </a:moveTo>
                <a:lnTo>
                  <a:pt x="1743075" y="19050"/>
                </a:lnTo>
                <a:lnTo>
                  <a:pt x="1743075" y="38100"/>
                </a:lnTo>
                <a:lnTo>
                  <a:pt x="1724025" y="38100"/>
                </a:lnTo>
                <a:close/>
                <a:moveTo>
                  <a:pt x="1771650" y="19050"/>
                </a:moveTo>
                <a:lnTo>
                  <a:pt x="1790700" y="19050"/>
                </a:lnTo>
                <a:lnTo>
                  <a:pt x="1790700" y="28575"/>
                </a:lnTo>
                <a:lnTo>
                  <a:pt x="1771650" y="28575"/>
                </a:lnTo>
                <a:close/>
                <a:moveTo>
                  <a:pt x="123825" y="28575"/>
                </a:moveTo>
                <a:lnTo>
                  <a:pt x="133350" y="28575"/>
                </a:lnTo>
                <a:lnTo>
                  <a:pt x="133350" y="38100"/>
                </a:lnTo>
                <a:lnTo>
                  <a:pt x="123825" y="38100"/>
                </a:lnTo>
                <a:close/>
                <a:moveTo>
                  <a:pt x="142875" y="28575"/>
                </a:moveTo>
                <a:lnTo>
                  <a:pt x="152400" y="28575"/>
                </a:lnTo>
                <a:lnTo>
                  <a:pt x="152400" y="38100"/>
                </a:lnTo>
                <a:lnTo>
                  <a:pt x="142875" y="38100"/>
                </a:lnTo>
                <a:close/>
                <a:moveTo>
                  <a:pt x="295275" y="28575"/>
                </a:moveTo>
                <a:lnTo>
                  <a:pt x="304800" y="28575"/>
                </a:lnTo>
                <a:lnTo>
                  <a:pt x="304800" y="38100"/>
                </a:lnTo>
                <a:lnTo>
                  <a:pt x="295275" y="38100"/>
                </a:lnTo>
                <a:close/>
                <a:moveTo>
                  <a:pt x="390525" y="28575"/>
                </a:moveTo>
                <a:lnTo>
                  <a:pt x="400050" y="28575"/>
                </a:lnTo>
                <a:lnTo>
                  <a:pt x="400050" y="38100"/>
                </a:lnTo>
                <a:lnTo>
                  <a:pt x="390525" y="38100"/>
                </a:lnTo>
                <a:close/>
                <a:moveTo>
                  <a:pt x="409575" y="28575"/>
                </a:moveTo>
                <a:lnTo>
                  <a:pt x="419100" y="28575"/>
                </a:lnTo>
                <a:lnTo>
                  <a:pt x="419100" y="38100"/>
                </a:lnTo>
                <a:lnTo>
                  <a:pt x="409575" y="38100"/>
                </a:lnTo>
                <a:close/>
                <a:moveTo>
                  <a:pt x="428625" y="28575"/>
                </a:moveTo>
                <a:lnTo>
                  <a:pt x="438150" y="28575"/>
                </a:lnTo>
                <a:lnTo>
                  <a:pt x="438150" y="38100"/>
                </a:lnTo>
                <a:lnTo>
                  <a:pt x="428625" y="38100"/>
                </a:lnTo>
                <a:close/>
                <a:moveTo>
                  <a:pt x="523875" y="28575"/>
                </a:moveTo>
                <a:lnTo>
                  <a:pt x="533400" y="28575"/>
                </a:lnTo>
                <a:lnTo>
                  <a:pt x="533400" y="38100"/>
                </a:lnTo>
                <a:lnTo>
                  <a:pt x="523875" y="38100"/>
                </a:lnTo>
                <a:close/>
                <a:moveTo>
                  <a:pt x="542925" y="28575"/>
                </a:moveTo>
                <a:lnTo>
                  <a:pt x="571500" y="28575"/>
                </a:lnTo>
                <a:lnTo>
                  <a:pt x="571500" y="47625"/>
                </a:lnTo>
                <a:lnTo>
                  <a:pt x="561975" y="47625"/>
                </a:lnTo>
                <a:lnTo>
                  <a:pt x="561975" y="38100"/>
                </a:lnTo>
                <a:lnTo>
                  <a:pt x="542925" y="38100"/>
                </a:lnTo>
                <a:close/>
                <a:moveTo>
                  <a:pt x="628650" y="28575"/>
                </a:moveTo>
                <a:lnTo>
                  <a:pt x="666750" y="28575"/>
                </a:lnTo>
                <a:lnTo>
                  <a:pt x="666750" y="38100"/>
                </a:lnTo>
                <a:lnTo>
                  <a:pt x="628650" y="38100"/>
                </a:lnTo>
                <a:close/>
                <a:moveTo>
                  <a:pt x="1809750" y="28575"/>
                </a:moveTo>
                <a:lnTo>
                  <a:pt x="1828800" y="28575"/>
                </a:lnTo>
                <a:lnTo>
                  <a:pt x="1828800" y="38100"/>
                </a:lnTo>
                <a:lnTo>
                  <a:pt x="1809750" y="38100"/>
                </a:lnTo>
                <a:close/>
                <a:moveTo>
                  <a:pt x="1857375" y="47625"/>
                </a:moveTo>
                <a:lnTo>
                  <a:pt x="1876425" y="47625"/>
                </a:lnTo>
                <a:lnTo>
                  <a:pt x="1876425" y="66675"/>
                </a:lnTo>
                <a:lnTo>
                  <a:pt x="1857375" y="66675"/>
                </a:lnTo>
                <a:close/>
                <a:moveTo>
                  <a:pt x="1885950" y="66675"/>
                </a:moveTo>
                <a:lnTo>
                  <a:pt x="1895475" y="66675"/>
                </a:lnTo>
                <a:lnTo>
                  <a:pt x="1895475" y="85725"/>
                </a:lnTo>
                <a:lnTo>
                  <a:pt x="1885950" y="85725"/>
                </a:lnTo>
                <a:close/>
                <a:moveTo>
                  <a:pt x="1895475" y="190500"/>
                </a:moveTo>
                <a:lnTo>
                  <a:pt x="1905000" y="190500"/>
                </a:lnTo>
                <a:lnTo>
                  <a:pt x="1905000" y="200025"/>
                </a:lnTo>
                <a:lnTo>
                  <a:pt x="1914525" y="200025"/>
                </a:lnTo>
                <a:lnTo>
                  <a:pt x="1914525" y="219075"/>
                </a:lnTo>
                <a:lnTo>
                  <a:pt x="1905000" y="219075"/>
                </a:lnTo>
                <a:lnTo>
                  <a:pt x="1905000" y="238125"/>
                </a:lnTo>
                <a:lnTo>
                  <a:pt x="1895475" y="238125"/>
                </a:lnTo>
                <a:close/>
                <a:moveTo>
                  <a:pt x="1790700" y="219075"/>
                </a:moveTo>
                <a:lnTo>
                  <a:pt x="1809750" y="219075"/>
                </a:lnTo>
                <a:lnTo>
                  <a:pt x="1809750" y="228600"/>
                </a:lnTo>
                <a:lnTo>
                  <a:pt x="1819275" y="228600"/>
                </a:lnTo>
                <a:lnTo>
                  <a:pt x="1819275" y="238125"/>
                </a:lnTo>
                <a:lnTo>
                  <a:pt x="1790700" y="238125"/>
                </a:lnTo>
                <a:close/>
                <a:moveTo>
                  <a:pt x="1895475" y="247650"/>
                </a:moveTo>
                <a:lnTo>
                  <a:pt x="1905000" y="247650"/>
                </a:lnTo>
                <a:lnTo>
                  <a:pt x="1905000" y="266700"/>
                </a:lnTo>
                <a:lnTo>
                  <a:pt x="1895475" y="266700"/>
                </a:lnTo>
                <a:close/>
                <a:moveTo>
                  <a:pt x="66675" y="485775"/>
                </a:moveTo>
                <a:lnTo>
                  <a:pt x="76200" y="485775"/>
                </a:lnTo>
                <a:lnTo>
                  <a:pt x="76200" y="495300"/>
                </a:lnTo>
                <a:lnTo>
                  <a:pt x="66675" y="495300"/>
                </a:lnTo>
                <a:close/>
                <a:moveTo>
                  <a:pt x="57150" y="504825"/>
                </a:moveTo>
                <a:lnTo>
                  <a:pt x="66675" y="504825"/>
                </a:lnTo>
                <a:lnTo>
                  <a:pt x="66675" y="514350"/>
                </a:lnTo>
                <a:lnTo>
                  <a:pt x="57150" y="514350"/>
                </a:lnTo>
                <a:close/>
                <a:moveTo>
                  <a:pt x="1905000" y="514350"/>
                </a:moveTo>
                <a:lnTo>
                  <a:pt x="1914525" y="514350"/>
                </a:lnTo>
                <a:lnTo>
                  <a:pt x="1914525" y="533400"/>
                </a:lnTo>
                <a:lnTo>
                  <a:pt x="1905000" y="533400"/>
                </a:lnTo>
                <a:close/>
                <a:moveTo>
                  <a:pt x="47625" y="523875"/>
                </a:moveTo>
                <a:lnTo>
                  <a:pt x="66675" y="523875"/>
                </a:lnTo>
                <a:lnTo>
                  <a:pt x="66675" y="533400"/>
                </a:lnTo>
                <a:lnTo>
                  <a:pt x="47625" y="533400"/>
                </a:lnTo>
                <a:close/>
                <a:moveTo>
                  <a:pt x="1905000" y="542925"/>
                </a:moveTo>
                <a:lnTo>
                  <a:pt x="1914525" y="542925"/>
                </a:lnTo>
                <a:lnTo>
                  <a:pt x="1914525" y="561975"/>
                </a:lnTo>
                <a:lnTo>
                  <a:pt x="1905000" y="561975"/>
                </a:lnTo>
                <a:close/>
                <a:moveTo>
                  <a:pt x="533400" y="561975"/>
                </a:moveTo>
                <a:lnTo>
                  <a:pt x="542925" y="561975"/>
                </a:lnTo>
                <a:lnTo>
                  <a:pt x="542925" y="581025"/>
                </a:lnTo>
                <a:lnTo>
                  <a:pt x="523875" y="581025"/>
                </a:lnTo>
                <a:lnTo>
                  <a:pt x="523875" y="571500"/>
                </a:lnTo>
                <a:lnTo>
                  <a:pt x="533400" y="571500"/>
                </a:lnTo>
                <a:close/>
                <a:moveTo>
                  <a:pt x="1895475" y="581025"/>
                </a:moveTo>
                <a:lnTo>
                  <a:pt x="1905000" y="581025"/>
                </a:lnTo>
                <a:lnTo>
                  <a:pt x="1905000" y="590550"/>
                </a:lnTo>
                <a:lnTo>
                  <a:pt x="1895475" y="590550"/>
                </a:lnTo>
                <a:close/>
                <a:moveTo>
                  <a:pt x="1752600" y="628650"/>
                </a:moveTo>
                <a:lnTo>
                  <a:pt x="1762125" y="628650"/>
                </a:lnTo>
                <a:lnTo>
                  <a:pt x="1762125" y="638175"/>
                </a:lnTo>
                <a:lnTo>
                  <a:pt x="1752600" y="638175"/>
                </a:lnTo>
                <a:close/>
                <a:moveTo>
                  <a:pt x="1781175" y="638175"/>
                </a:moveTo>
                <a:lnTo>
                  <a:pt x="1790700" y="638175"/>
                </a:lnTo>
                <a:lnTo>
                  <a:pt x="1790700" y="647700"/>
                </a:lnTo>
                <a:lnTo>
                  <a:pt x="1781175" y="647700"/>
                </a:lnTo>
                <a:close/>
                <a:moveTo>
                  <a:pt x="1714500" y="647700"/>
                </a:moveTo>
                <a:lnTo>
                  <a:pt x="1733550" y="647700"/>
                </a:lnTo>
                <a:lnTo>
                  <a:pt x="1733550" y="657225"/>
                </a:lnTo>
                <a:lnTo>
                  <a:pt x="1743075" y="657225"/>
                </a:lnTo>
                <a:lnTo>
                  <a:pt x="1743075" y="666750"/>
                </a:lnTo>
                <a:lnTo>
                  <a:pt x="1714500" y="666750"/>
                </a:lnTo>
                <a:close/>
                <a:moveTo>
                  <a:pt x="1905000" y="676275"/>
                </a:moveTo>
                <a:lnTo>
                  <a:pt x="1914525" y="676275"/>
                </a:lnTo>
                <a:lnTo>
                  <a:pt x="1914525" y="704850"/>
                </a:lnTo>
                <a:lnTo>
                  <a:pt x="1905000" y="704850"/>
                </a:lnTo>
                <a:close/>
                <a:moveTo>
                  <a:pt x="1400175" y="685800"/>
                </a:moveTo>
                <a:lnTo>
                  <a:pt x="1409700" y="685800"/>
                </a:lnTo>
                <a:lnTo>
                  <a:pt x="1409700" y="704850"/>
                </a:lnTo>
                <a:lnTo>
                  <a:pt x="1400175" y="704850"/>
                </a:lnTo>
                <a:close/>
                <a:moveTo>
                  <a:pt x="257175" y="695325"/>
                </a:moveTo>
                <a:lnTo>
                  <a:pt x="266700" y="695325"/>
                </a:lnTo>
                <a:lnTo>
                  <a:pt x="266700" y="704850"/>
                </a:lnTo>
                <a:lnTo>
                  <a:pt x="257175" y="704850"/>
                </a:lnTo>
                <a:close/>
                <a:moveTo>
                  <a:pt x="390525" y="704850"/>
                </a:moveTo>
                <a:lnTo>
                  <a:pt x="400050" y="704850"/>
                </a:lnTo>
                <a:lnTo>
                  <a:pt x="400050" y="723900"/>
                </a:lnTo>
                <a:lnTo>
                  <a:pt x="381000" y="723900"/>
                </a:lnTo>
                <a:lnTo>
                  <a:pt x="381000" y="714375"/>
                </a:lnTo>
                <a:lnTo>
                  <a:pt x="390525" y="714375"/>
                </a:lnTo>
                <a:close/>
                <a:moveTo>
                  <a:pt x="257175" y="714375"/>
                </a:moveTo>
                <a:lnTo>
                  <a:pt x="276225" y="714375"/>
                </a:lnTo>
                <a:lnTo>
                  <a:pt x="276225" y="723900"/>
                </a:lnTo>
                <a:lnTo>
                  <a:pt x="257175" y="723900"/>
                </a:lnTo>
                <a:close/>
                <a:moveTo>
                  <a:pt x="1905000" y="723900"/>
                </a:moveTo>
                <a:lnTo>
                  <a:pt x="1924050" y="723900"/>
                </a:lnTo>
                <a:lnTo>
                  <a:pt x="1924050" y="733425"/>
                </a:lnTo>
                <a:lnTo>
                  <a:pt x="1905000" y="733425"/>
                </a:lnTo>
                <a:close/>
                <a:moveTo>
                  <a:pt x="1895475" y="752475"/>
                </a:moveTo>
                <a:lnTo>
                  <a:pt x="1905000" y="752475"/>
                </a:lnTo>
                <a:lnTo>
                  <a:pt x="1905000" y="762000"/>
                </a:lnTo>
                <a:lnTo>
                  <a:pt x="1914525" y="762000"/>
                </a:lnTo>
                <a:lnTo>
                  <a:pt x="1914525" y="800100"/>
                </a:lnTo>
                <a:lnTo>
                  <a:pt x="1905000" y="800100"/>
                </a:lnTo>
                <a:lnTo>
                  <a:pt x="1905000" y="781050"/>
                </a:lnTo>
                <a:lnTo>
                  <a:pt x="1895475" y="781050"/>
                </a:lnTo>
                <a:close/>
                <a:moveTo>
                  <a:pt x="1657350" y="771525"/>
                </a:moveTo>
                <a:lnTo>
                  <a:pt x="1666875" y="771525"/>
                </a:lnTo>
                <a:lnTo>
                  <a:pt x="1666875" y="781050"/>
                </a:lnTo>
                <a:lnTo>
                  <a:pt x="1676400" y="781050"/>
                </a:lnTo>
                <a:lnTo>
                  <a:pt x="1676400" y="790575"/>
                </a:lnTo>
                <a:lnTo>
                  <a:pt x="1657350" y="790575"/>
                </a:lnTo>
                <a:close/>
                <a:moveTo>
                  <a:pt x="1724025" y="771525"/>
                </a:moveTo>
                <a:lnTo>
                  <a:pt x="1733550" y="771525"/>
                </a:lnTo>
                <a:lnTo>
                  <a:pt x="1733550" y="781050"/>
                </a:lnTo>
                <a:lnTo>
                  <a:pt x="1724025" y="781050"/>
                </a:lnTo>
                <a:close/>
                <a:moveTo>
                  <a:pt x="76200" y="781050"/>
                </a:moveTo>
                <a:lnTo>
                  <a:pt x="85725" y="781050"/>
                </a:lnTo>
                <a:lnTo>
                  <a:pt x="85725" y="800100"/>
                </a:lnTo>
                <a:lnTo>
                  <a:pt x="76200" y="800100"/>
                </a:lnTo>
                <a:close/>
                <a:moveTo>
                  <a:pt x="1771650" y="781050"/>
                </a:moveTo>
                <a:lnTo>
                  <a:pt x="1790700" y="781050"/>
                </a:lnTo>
                <a:lnTo>
                  <a:pt x="1790700" y="790575"/>
                </a:lnTo>
                <a:lnTo>
                  <a:pt x="1781175" y="790575"/>
                </a:lnTo>
                <a:lnTo>
                  <a:pt x="1781175" y="809625"/>
                </a:lnTo>
                <a:lnTo>
                  <a:pt x="1752600" y="809625"/>
                </a:lnTo>
                <a:lnTo>
                  <a:pt x="1752600" y="800100"/>
                </a:lnTo>
                <a:lnTo>
                  <a:pt x="1743075" y="800100"/>
                </a:lnTo>
                <a:lnTo>
                  <a:pt x="1743075" y="819150"/>
                </a:lnTo>
                <a:lnTo>
                  <a:pt x="1733550" y="819150"/>
                </a:lnTo>
                <a:lnTo>
                  <a:pt x="1733550" y="828675"/>
                </a:lnTo>
                <a:lnTo>
                  <a:pt x="1714500" y="828675"/>
                </a:lnTo>
                <a:lnTo>
                  <a:pt x="1714500" y="790575"/>
                </a:lnTo>
                <a:lnTo>
                  <a:pt x="1762125" y="790575"/>
                </a:lnTo>
                <a:lnTo>
                  <a:pt x="1762125" y="800100"/>
                </a:lnTo>
                <a:lnTo>
                  <a:pt x="1771650" y="800100"/>
                </a:lnTo>
                <a:close/>
                <a:moveTo>
                  <a:pt x="1638300" y="790575"/>
                </a:moveTo>
                <a:lnTo>
                  <a:pt x="1647825" y="790575"/>
                </a:lnTo>
                <a:lnTo>
                  <a:pt x="1647825" y="800100"/>
                </a:lnTo>
                <a:lnTo>
                  <a:pt x="1638300" y="800100"/>
                </a:lnTo>
                <a:close/>
                <a:moveTo>
                  <a:pt x="1647825" y="800100"/>
                </a:moveTo>
                <a:lnTo>
                  <a:pt x="1657350" y="800100"/>
                </a:lnTo>
                <a:lnTo>
                  <a:pt x="1657350" y="809625"/>
                </a:lnTo>
                <a:lnTo>
                  <a:pt x="1647825" y="809625"/>
                </a:lnTo>
                <a:close/>
                <a:moveTo>
                  <a:pt x="1800225" y="800100"/>
                </a:moveTo>
                <a:lnTo>
                  <a:pt x="1819275" y="800100"/>
                </a:lnTo>
                <a:lnTo>
                  <a:pt x="1819275" y="828675"/>
                </a:lnTo>
                <a:lnTo>
                  <a:pt x="1809750" y="828675"/>
                </a:lnTo>
                <a:lnTo>
                  <a:pt x="1809750" y="819150"/>
                </a:lnTo>
                <a:lnTo>
                  <a:pt x="1800225" y="819150"/>
                </a:lnTo>
                <a:close/>
                <a:moveTo>
                  <a:pt x="1905000" y="809625"/>
                </a:moveTo>
                <a:lnTo>
                  <a:pt x="1914525" y="809625"/>
                </a:lnTo>
                <a:lnTo>
                  <a:pt x="1914525" y="819150"/>
                </a:lnTo>
                <a:lnTo>
                  <a:pt x="1905000" y="819150"/>
                </a:lnTo>
                <a:close/>
                <a:moveTo>
                  <a:pt x="695325" y="819150"/>
                </a:moveTo>
                <a:lnTo>
                  <a:pt x="714375" y="819150"/>
                </a:lnTo>
                <a:lnTo>
                  <a:pt x="714375" y="838200"/>
                </a:lnTo>
                <a:lnTo>
                  <a:pt x="695325" y="838200"/>
                </a:lnTo>
                <a:close/>
                <a:moveTo>
                  <a:pt x="1647825" y="819150"/>
                </a:moveTo>
                <a:lnTo>
                  <a:pt x="1657350" y="819150"/>
                </a:lnTo>
                <a:lnTo>
                  <a:pt x="1657350" y="828675"/>
                </a:lnTo>
                <a:lnTo>
                  <a:pt x="1647825" y="828675"/>
                </a:lnTo>
                <a:close/>
                <a:moveTo>
                  <a:pt x="657225" y="828675"/>
                </a:moveTo>
                <a:lnTo>
                  <a:pt x="666750" y="828675"/>
                </a:lnTo>
                <a:lnTo>
                  <a:pt x="666750" y="838200"/>
                </a:lnTo>
                <a:lnTo>
                  <a:pt x="657225" y="838200"/>
                </a:lnTo>
                <a:close/>
                <a:moveTo>
                  <a:pt x="1628775" y="828675"/>
                </a:moveTo>
                <a:lnTo>
                  <a:pt x="1638300" y="828675"/>
                </a:lnTo>
                <a:lnTo>
                  <a:pt x="1638300" y="838200"/>
                </a:lnTo>
                <a:lnTo>
                  <a:pt x="1628775" y="838200"/>
                </a:lnTo>
                <a:close/>
                <a:moveTo>
                  <a:pt x="628650" y="838200"/>
                </a:moveTo>
                <a:lnTo>
                  <a:pt x="647700" y="838200"/>
                </a:lnTo>
                <a:lnTo>
                  <a:pt x="647700" y="847725"/>
                </a:lnTo>
                <a:lnTo>
                  <a:pt x="676275" y="847725"/>
                </a:lnTo>
                <a:lnTo>
                  <a:pt x="676275" y="857250"/>
                </a:lnTo>
                <a:lnTo>
                  <a:pt x="704850" y="857250"/>
                </a:lnTo>
                <a:lnTo>
                  <a:pt x="704850" y="847725"/>
                </a:lnTo>
                <a:lnTo>
                  <a:pt x="714375" y="847725"/>
                </a:lnTo>
                <a:lnTo>
                  <a:pt x="714375" y="838200"/>
                </a:lnTo>
                <a:lnTo>
                  <a:pt x="733425" y="838200"/>
                </a:lnTo>
                <a:lnTo>
                  <a:pt x="733425" y="847725"/>
                </a:lnTo>
                <a:lnTo>
                  <a:pt x="742950" y="847725"/>
                </a:lnTo>
                <a:lnTo>
                  <a:pt x="742950" y="857250"/>
                </a:lnTo>
                <a:lnTo>
                  <a:pt x="733425" y="857250"/>
                </a:lnTo>
                <a:lnTo>
                  <a:pt x="733425" y="866775"/>
                </a:lnTo>
                <a:lnTo>
                  <a:pt x="638175" y="866775"/>
                </a:lnTo>
                <a:lnTo>
                  <a:pt x="638175" y="857250"/>
                </a:lnTo>
                <a:lnTo>
                  <a:pt x="619125" y="857250"/>
                </a:lnTo>
                <a:lnTo>
                  <a:pt x="619125" y="847725"/>
                </a:lnTo>
                <a:lnTo>
                  <a:pt x="628650" y="847725"/>
                </a:lnTo>
                <a:close/>
                <a:moveTo>
                  <a:pt x="1638300" y="838200"/>
                </a:moveTo>
                <a:lnTo>
                  <a:pt x="1657350" y="838200"/>
                </a:lnTo>
                <a:lnTo>
                  <a:pt x="1657350" y="866775"/>
                </a:lnTo>
                <a:lnTo>
                  <a:pt x="1647825" y="866775"/>
                </a:lnTo>
                <a:lnTo>
                  <a:pt x="1647825" y="857250"/>
                </a:lnTo>
                <a:lnTo>
                  <a:pt x="1638300" y="857250"/>
                </a:lnTo>
                <a:close/>
                <a:moveTo>
                  <a:pt x="1676400" y="838200"/>
                </a:moveTo>
                <a:lnTo>
                  <a:pt x="1695450" y="838200"/>
                </a:lnTo>
                <a:lnTo>
                  <a:pt x="1695450" y="866775"/>
                </a:lnTo>
                <a:lnTo>
                  <a:pt x="1676400" y="866775"/>
                </a:lnTo>
                <a:lnTo>
                  <a:pt x="1676400" y="876300"/>
                </a:lnTo>
                <a:lnTo>
                  <a:pt x="1666875" y="876300"/>
                </a:lnTo>
                <a:lnTo>
                  <a:pt x="1666875" y="857250"/>
                </a:lnTo>
                <a:lnTo>
                  <a:pt x="1676400" y="857250"/>
                </a:lnTo>
                <a:close/>
                <a:moveTo>
                  <a:pt x="1609725" y="847725"/>
                </a:moveTo>
                <a:lnTo>
                  <a:pt x="1619250" y="847725"/>
                </a:lnTo>
                <a:lnTo>
                  <a:pt x="1619250" y="857250"/>
                </a:lnTo>
                <a:lnTo>
                  <a:pt x="1609725" y="857250"/>
                </a:lnTo>
                <a:close/>
                <a:moveTo>
                  <a:pt x="1743075" y="857250"/>
                </a:moveTo>
                <a:lnTo>
                  <a:pt x="1752600" y="857250"/>
                </a:lnTo>
                <a:lnTo>
                  <a:pt x="1752600" y="866775"/>
                </a:lnTo>
                <a:lnTo>
                  <a:pt x="1743075" y="866775"/>
                </a:lnTo>
                <a:close/>
                <a:moveTo>
                  <a:pt x="1914525" y="857250"/>
                </a:moveTo>
                <a:lnTo>
                  <a:pt x="1924050" y="857250"/>
                </a:lnTo>
                <a:lnTo>
                  <a:pt x="1924050" y="885825"/>
                </a:lnTo>
                <a:lnTo>
                  <a:pt x="1914525" y="885825"/>
                </a:lnTo>
                <a:lnTo>
                  <a:pt x="1914525" y="904875"/>
                </a:lnTo>
                <a:lnTo>
                  <a:pt x="1905000" y="904875"/>
                </a:lnTo>
                <a:lnTo>
                  <a:pt x="1905000" y="876300"/>
                </a:lnTo>
                <a:lnTo>
                  <a:pt x="1895475" y="876300"/>
                </a:lnTo>
                <a:lnTo>
                  <a:pt x="1895475" y="866775"/>
                </a:lnTo>
                <a:lnTo>
                  <a:pt x="1914525" y="866775"/>
                </a:lnTo>
                <a:close/>
                <a:moveTo>
                  <a:pt x="1352550" y="866775"/>
                </a:moveTo>
                <a:lnTo>
                  <a:pt x="1362075" y="866775"/>
                </a:lnTo>
                <a:lnTo>
                  <a:pt x="1362075" y="876300"/>
                </a:lnTo>
                <a:lnTo>
                  <a:pt x="1352550" y="876300"/>
                </a:lnTo>
                <a:close/>
                <a:moveTo>
                  <a:pt x="1371600" y="866775"/>
                </a:moveTo>
                <a:lnTo>
                  <a:pt x="1381125" y="866775"/>
                </a:lnTo>
                <a:lnTo>
                  <a:pt x="1381125" y="876300"/>
                </a:lnTo>
                <a:lnTo>
                  <a:pt x="1371600" y="876300"/>
                </a:lnTo>
                <a:close/>
                <a:moveTo>
                  <a:pt x="66675" y="876300"/>
                </a:moveTo>
                <a:lnTo>
                  <a:pt x="76200" y="876300"/>
                </a:lnTo>
                <a:lnTo>
                  <a:pt x="76200" y="885825"/>
                </a:lnTo>
                <a:lnTo>
                  <a:pt x="66675" y="885825"/>
                </a:lnTo>
                <a:close/>
                <a:moveTo>
                  <a:pt x="1123950" y="876300"/>
                </a:moveTo>
                <a:lnTo>
                  <a:pt x="1133475" y="876300"/>
                </a:lnTo>
                <a:lnTo>
                  <a:pt x="1133475" y="885825"/>
                </a:lnTo>
                <a:lnTo>
                  <a:pt x="1123950" y="885825"/>
                </a:lnTo>
                <a:close/>
                <a:moveTo>
                  <a:pt x="1343025" y="876300"/>
                </a:moveTo>
                <a:lnTo>
                  <a:pt x="1352550" y="876300"/>
                </a:lnTo>
                <a:lnTo>
                  <a:pt x="1352550" y="885825"/>
                </a:lnTo>
                <a:lnTo>
                  <a:pt x="1343025" y="885825"/>
                </a:lnTo>
                <a:close/>
                <a:moveTo>
                  <a:pt x="1381125" y="876300"/>
                </a:moveTo>
                <a:lnTo>
                  <a:pt x="1390650" y="876300"/>
                </a:lnTo>
                <a:lnTo>
                  <a:pt x="1390650" y="885825"/>
                </a:lnTo>
                <a:lnTo>
                  <a:pt x="1381125" y="885825"/>
                </a:lnTo>
                <a:close/>
                <a:moveTo>
                  <a:pt x="1400175" y="876300"/>
                </a:moveTo>
                <a:lnTo>
                  <a:pt x="1409700" y="876300"/>
                </a:lnTo>
                <a:lnTo>
                  <a:pt x="1409700" y="885825"/>
                </a:lnTo>
                <a:lnTo>
                  <a:pt x="1400175" y="885825"/>
                </a:lnTo>
                <a:close/>
                <a:moveTo>
                  <a:pt x="1628775" y="876300"/>
                </a:moveTo>
                <a:lnTo>
                  <a:pt x="1638300" y="876300"/>
                </a:lnTo>
                <a:lnTo>
                  <a:pt x="1638300" y="885825"/>
                </a:lnTo>
                <a:lnTo>
                  <a:pt x="1628775" y="885825"/>
                </a:lnTo>
                <a:close/>
                <a:moveTo>
                  <a:pt x="1762125" y="876300"/>
                </a:moveTo>
                <a:lnTo>
                  <a:pt x="1771650" y="876300"/>
                </a:lnTo>
                <a:lnTo>
                  <a:pt x="1771650" y="885825"/>
                </a:lnTo>
                <a:lnTo>
                  <a:pt x="1762125" y="885825"/>
                </a:lnTo>
                <a:close/>
                <a:moveTo>
                  <a:pt x="1371600" y="885825"/>
                </a:moveTo>
                <a:lnTo>
                  <a:pt x="1381125" y="885825"/>
                </a:lnTo>
                <a:lnTo>
                  <a:pt x="1381125" y="895350"/>
                </a:lnTo>
                <a:lnTo>
                  <a:pt x="1371600" y="895350"/>
                </a:lnTo>
                <a:close/>
                <a:moveTo>
                  <a:pt x="1590675" y="885825"/>
                </a:moveTo>
                <a:lnTo>
                  <a:pt x="1609725" y="885825"/>
                </a:lnTo>
                <a:lnTo>
                  <a:pt x="1609725" y="895350"/>
                </a:lnTo>
                <a:lnTo>
                  <a:pt x="1600200" y="895350"/>
                </a:lnTo>
                <a:lnTo>
                  <a:pt x="1600200" y="904875"/>
                </a:lnTo>
                <a:lnTo>
                  <a:pt x="1590675" y="904875"/>
                </a:lnTo>
                <a:lnTo>
                  <a:pt x="1590675" y="914400"/>
                </a:lnTo>
                <a:lnTo>
                  <a:pt x="1581150" y="914400"/>
                </a:lnTo>
                <a:lnTo>
                  <a:pt x="1581150" y="895350"/>
                </a:lnTo>
                <a:lnTo>
                  <a:pt x="1590675" y="895350"/>
                </a:lnTo>
                <a:close/>
                <a:moveTo>
                  <a:pt x="1619250" y="885825"/>
                </a:moveTo>
                <a:lnTo>
                  <a:pt x="1628775" y="885825"/>
                </a:lnTo>
                <a:lnTo>
                  <a:pt x="1628775" y="895350"/>
                </a:lnTo>
                <a:lnTo>
                  <a:pt x="1619250" y="895350"/>
                </a:lnTo>
                <a:close/>
                <a:moveTo>
                  <a:pt x="1647825" y="885825"/>
                </a:moveTo>
                <a:lnTo>
                  <a:pt x="1657350" y="885825"/>
                </a:lnTo>
                <a:lnTo>
                  <a:pt x="1657350" y="895350"/>
                </a:lnTo>
                <a:lnTo>
                  <a:pt x="1666875" y="895350"/>
                </a:lnTo>
                <a:lnTo>
                  <a:pt x="1666875" y="904875"/>
                </a:lnTo>
                <a:lnTo>
                  <a:pt x="1647825" y="904875"/>
                </a:lnTo>
                <a:lnTo>
                  <a:pt x="1647825" y="914400"/>
                </a:lnTo>
                <a:lnTo>
                  <a:pt x="1657350" y="914400"/>
                </a:lnTo>
                <a:lnTo>
                  <a:pt x="1657350" y="923925"/>
                </a:lnTo>
                <a:lnTo>
                  <a:pt x="1666875" y="923925"/>
                </a:lnTo>
                <a:lnTo>
                  <a:pt x="1666875" y="914400"/>
                </a:lnTo>
                <a:lnTo>
                  <a:pt x="1676400" y="914400"/>
                </a:lnTo>
                <a:lnTo>
                  <a:pt x="1676400" y="895350"/>
                </a:lnTo>
                <a:lnTo>
                  <a:pt x="1695450" y="895350"/>
                </a:lnTo>
                <a:lnTo>
                  <a:pt x="1695450" y="904875"/>
                </a:lnTo>
                <a:lnTo>
                  <a:pt x="1724025" y="904875"/>
                </a:lnTo>
                <a:lnTo>
                  <a:pt x="1724025" y="914400"/>
                </a:lnTo>
                <a:lnTo>
                  <a:pt x="1704975" y="914400"/>
                </a:lnTo>
                <a:lnTo>
                  <a:pt x="1704975" y="923925"/>
                </a:lnTo>
                <a:lnTo>
                  <a:pt x="1695450" y="923925"/>
                </a:lnTo>
                <a:lnTo>
                  <a:pt x="1695450" y="942975"/>
                </a:lnTo>
                <a:lnTo>
                  <a:pt x="1704975" y="942975"/>
                </a:lnTo>
                <a:lnTo>
                  <a:pt x="1704975" y="952500"/>
                </a:lnTo>
                <a:lnTo>
                  <a:pt x="1714500" y="952500"/>
                </a:lnTo>
                <a:lnTo>
                  <a:pt x="1714500" y="962025"/>
                </a:lnTo>
                <a:lnTo>
                  <a:pt x="1695450" y="962025"/>
                </a:lnTo>
                <a:lnTo>
                  <a:pt x="1695450" y="981075"/>
                </a:lnTo>
                <a:lnTo>
                  <a:pt x="1704975" y="981075"/>
                </a:lnTo>
                <a:lnTo>
                  <a:pt x="1704975" y="990600"/>
                </a:lnTo>
                <a:lnTo>
                  <a:pt x="1676400" y="990600"/>
                </a:lnTo>
                <a:lnTo>
                  <a:pt x="1676400" y="971550"/>
                </a:lnTo>
                <a:lnTo>
                  <a:pt x="1647825" y="971550"/>
                </a:lnTo>
                <a:lnTo>
                  <a:pt x="1647825" y="962025"/>
                </a:lnTo>
                <a:lnTo>
                  <a:pt x="1657350" y="962025"/>
                </a:lnTo>
                <a:lnTo>
                  <a:pt x="1657350" y="952500"/>
                </a:lnTo>
                <a:lnTo>
                  <a:pt x="1647825" y="952500"/>
                </a:lnTo>
                <a:lnTo>
                  <a:pt x="1647825" y="942975"/>
                </a:lnTo>
                <a:lnTo>
                  <a:pt x="1638300" y="942975"/>
                </a:lnTo>
                <a:lnTo>
                  <a:pt x="1638300" y="923925"/>
                </a:lnTo>
                <a:lnTo>
                  <a:pt x="1628775" y="923925"/>
                </a:lnTo>
                <a:lnTo>
                  <a:pt x="1628775" y="933450"/>
                </a:lnTo>
                <a:lnTo>
                  <a:pt x="1600200" y="933450"/>
                </a:lnTo>
                <a:lnTo>
                  <a:pt x="1600200" y="904875"/>
                </a:lnTo>
                <a:lnTo>
                  <a:pt x="1638300" y="904875"/>
                </a:lnTo>
                <a:lnTo>
                  <a:pt x="1638300" y="895350"/>
                </a:lnTo>
                <a:lnTo>
                  <a:pt x="1647825" y="895350"/>
                </a:lnTo>
                <a:close/>
                <a:moveTo>
                  <a:pt x="1838325" y="885825"/>
                </a:moveTo>
                <a:lnTo>
                  <a:pt x="1847850" y="885825"/>
                </a:lnTo>
                <a:lnTo>
                  <a:pt x="1847850" y="895350"/>
                </a:lnTo>
                <a:lnTo>
                  <a:pt x="1838325" y="895350"/>
                </a:lnTo>
                <a:close/>
                <a:moveTo>
                  <a:pt x="57150" y="895350"/>
                </a:moveTo>
                <a:lnTo>
                  <a:pt x="66675" y="895350"/>
                </a:lnTo>
                <a:lnTo>
                  <a:pt x="66675" y="904875"/>
                </a:lnTo>
                <a:lnTo>
                  <a:pt x="57150" y="904875"/>
                </a:lnTo>
                <a:close/>
                <a:moveTo>
                  <a:pt x="1552575" y="895350"/>
                </a:moveTo>
                <a:lnTo>
                  <a:pt x="1562100" y="895350"/>
                </a:lnTo>
                <a:lnTo>
                  <a:pt x="1562100" y="914400"/>
                </a:lnTo>
                <a:lnTo>
                  <a:pt x="1552575" y="914400"/>
                </a:lnTo>
                <a:close/>
                <a:moveTo>
                  <a:pt x="1743075" y="895350"/>
                </a:moveTo>
                <a:lnTo>
                  <a:pt x="1752600" y="895350"/>
                </a:lnTo>
                <a:lnTo>
                  <a:pt x="1752600" y="904875"/>
                </a:lnTo>
                <a:lnTo>
                  <a:pt x="1743075" y="904875"/>
                </a:lnTo>
                <a:close/>
                <a:moveTo>
                  <a:pt x="1914525" y="914400"/>
                </a:moveTo>
                <a:lnTo>
                  <a:pt x="1924050" y="914400"/>
                </a:lnTo>
                <a:lnTo>
                  <a:pt x="1924050" y="952500"/>
                </a:lnTo>
                <a:lnTo>
                  <a:pt x="1895475" y="952500"/>
                </a:lnTo>
                <a:lnTo>
                  <a:pt x="1895475" y="933450"/>
                </a:lnTo>
                <a:lnTo>
                  <a:pt x="1914525" y="933450"/>
                </a:lnTo>
                <a:close/>
                <a:moveTo>
                  <a:pt x="1533525" y="923925"/>
                </a:moveTo>
                <a:lnTo>
                  <a:pt x="1543050" y="923925"/>
                </a:lnTo>
                <a:lnTo>
                  <a:pt x="1543050" y="933450"/>
                </a:lnTo>
                <a:lnTo>
                  <a:pt x="1533525" y="933450"/>
                </a:lnTo>
                <a:close/>
                <a:moveTo>
                  <a:pt x="381000" y="933450"/>
                </a:moveTo>
                <a:lnTo>
                  <a:pt x="400050" y="933450"/>
                </a:lnTo>
                <a:lnTo>
                  <a:pt x="400050" y="942975"/>
                </a:lnTo>
                <a:lnTo>
                  <a:pt x="381000" y="942975"/>
                </a:lnTo>
                <a:close/>
                <a:moveTo>
                  <a:pt x="1743075" y="933450"/>
                </a:moveTo>
                <a:lnTo>
                  <a:pt x="1752600" y="933450"/>
                </a:lnTo>
                <a:lnTo>
                  <a:pt x="1752600" y="942975"/>
                </a:lnTo>
                <a:lnTo>
                  <a:pt x="1743075" y="942975"/>
                </a:lnTo>
                <a:close/>
                <a:moveTo>
                  <a:pt x="1533525" y="942975"/>
                </a:moveTo>
                <a:lnTo>
                  <a:pt x="1562100" y="942975"/>
                </a:lnTo>
                <a:lnTo>
                  <a:pt x="1562100" y="952500"/>
                </a:lnTo>
                <a:lnTo>
                  <a:pt x="1533525" y="952500"/>
                </a:lnTo>
                <a:close/>
                <a:moveTo>
                  <a:pt x="1571625" y="942975"/>
                </a:moveTo>
                <a:lnTo>
                  <a:pt x="1581150" y="942975"/>
                </a:lnTo>
                <a:lnTo>
                  <a:pt x="1581150" y="952500"/>
                </a:lnTo>
                <a:lnTo>
                  <a:pt x="1571625" y="952500"/>
                </a:lnTo>
                <a:close/>
                <a:moveTo>
                  <a:pt x="590550" y="952500"/>
                </a:moveTo>
                <a:lnTo>
                  <a:pt x="600075" y="952500"/>
                </a:lnTo>
                <a:lnTo>
                  <a:pt x="600075" y="962025"/>
                </a:lnTo>
                <a:lnTo>
                  <a:pt x="590550" y="962025"/>
                </a:lnTo>
                <a:close/>
                <a:moveTo>
                  <a:pt x="628650" y="952500"/>
                </a:moveTo>
                <a:lnTo>
                  <a:pt x="647700" y="952500"/>
                </a:lnTo>
                <a:lnTo>
                  <a:pt x="647700" y="962025"/>
                </a:lnTo>
                <a:lnTo>
                  <a:pt x="657225" y="962025"/>
                </a:lnTo>
                <a:lnTo>
                  <a:pt x="657225" y="971550"/>
                </a:lnTo>
                <a:lnTo>
                  <a:pt x="638175" y="971550"/>
                </a:lnTo>
                <a:lnTo>
                  <a:pt x="638175" y="962025"/>
                </a:lnTo>
                <a:lnTo>
                  <a:pt x="628650" y="962025"/>
                </a:lnTo>
                <a:close/>
                <a:moveTo>
                  <a:pt x="676275" y="952500"/>
                </a:moveTo>
                <a:lnTo>
                  <a:pt x="695325" y="952500"/>
                </a:lnTo>
                <a:lnTo>
                  <a:pt x="695325" y="962025"/>
                </a:lnTo>
                <a:lnTo>
                  <a:pt x="676275" y="962025"/>
                </a:lnTo>
                <a:close/>
                <a:moveTo>
                  <a:pt x="981075" y="952500"/>
                </a:moveTo>
                <a:lnTo>
                  <a:pt x="990600" y="952500"/>
                </a:lnTo>
                <a:lnTo>
                  <a:pt x="990600" y="981075"/>
                </a:lnTo>
                <a:lnTo>
                  <a:pt x="981075" y="981075"/>
                </a:lnTo>
                <a:close/>
                <a:moveTo>
                  <a:pt x="1733550" y="952500"/>
                </a:moveTo>
                <a:lnTo>
                  <a:pt x="1752600" y="952500"/>
                </a:lnTo>
                <a:lnTo>
                  <a:pt x="1752600" y="962025"/>
                </a:lnTo>
                <a:lnTo>
                  <a:pt x="1733550" y="962025"/>
                </a:lnTo>
                <a:close/>
                <a:moveTo>
                  <a:pt x="390525" y="962025"/>
                </a:moveTo>
                <a:lnTo>
                  <a:pt x="400050" y="962025"/>
                </a:lnTo>
                <a:lnTo>
                  <a:pt x="400050" y="971550"/>
                </a:lnTo>
                <a:lnTo>
                  <a:pt x="390525" y="971550"/>
                </a:lnTo>
                <a:close/>
                <a:moveTo>
                  <a:pt x="904875" y="962025"/>
                </a:moveTo>
                <a:lnTo>
                  <a:pt x="914400" y="962025"/>
                </a:lnTo>
                <a:lnTo>
                  <a:pt x="914400" y="971550"/>
                </a:lnTo>
                <a:lnTo>
                  <a:pt x="904875" y="971550"/>
                </a:lnTo>
                <a:close/>
                <a:moveTo>
                  <a:pt x="1047750" y="962025"/>
                </a:moveTo>
                <a:lnTo>
                  <a:pt x="1066800" y="962025"/>
                </a:lnTo>
                <a:lnTo>
                  <a:pt x="1066800" y="971550"/>
                </a:lnTo>
                <a:lnTo>
                  <a:pt x="1047750" y="971550"/>
                </a:lnTo>
                <a:close/>
                <a:moveTo>
                  <a:pt x="1200150" y="962025"/>
                </a:moveTo>
                <a:lnTo>
                  <a:pt x="1209675" y="962025"/>
                </a:lnTo>
                <a:lnTo>
                  <a:pt x="1209675" y="971550"/>
                </a:lnTo>
                <a:lnTo>
                  <a:pt x="1200150" y="971550"/>
                </a:lnTo>
                <a:close/>
                <a:moveTo>
                  <a:pt x="1381125" y="962025"/>
                </a:moveTo>
                <a:lnTo>
                  <a:pt x="1390650" y="962025"/>
                </a:lnTo>
                <a:lnTo>
                  <a:pt x="1390650" y="971550"/>
                </a:lnTo>
                <a:lnTo>
                  <a:pt x="1381125" y="971550"/>
                </a:lnTo>
                <a:close/>
                <a:moveTo>
                  <a:pt x="1895475" y="962025"/>
                </a:moveTo>
                <a:lnTo>
                  <a:pt x="1905000" y="962025"/>
                </a:lnTo>
                <a:lnTo>
                  <a:pt x="1905000" y="1000125"/>
                </a:lnTo>
                <a:lnTo>
                  <a:pt x="1885950" y="1000125"/>
                </a:lnTo>
                <a:lnTo>
                  <a:pt x="1885950" y="981075"/>
                </a:lnTo>
                <a:lnTo>
                  <a:pt x="1895475" y="981075"/>
                </a:lnTo>
                <a:close/>
                <a:moveTo>
                  <a:pt x="381000" y="971550"/>
                </a:moveTo>
                <a:lnTo>
                  <a:pt x="390525" y="971550"/>
                </a:lnTo>
                <a:lnTo>
                  <a:pt x="390525" y="990600"/>
                </a:lnTo>
                <a:lnTo>
                  <a:pt x="381000" y="990600"/>
                </a:lnTo>
                <a:close/>
                <a:moveTo>
                  <a:pt x="581025" y="971550"/>
                </a:moveTo>
                <a:lnTo>
                  <a:pt x="590550" y="971550"/>
                </a:lnTo>
                <a:lnTo>
                  <a:pt x="590550" y="981075"/>
                </a:lnTo>
                <a:lnTo>
                  <a:pt x="581025" y="981075"/>
                </a:lnTo>
                <a:close/>
                <a:moveTo>
                  <a:pt x="914400" y="971550"/>
                </a:moveTo>
                <a:lnTo>
                  <a:pt x="933450" y="971550"/>
                </a:lnTo>
                <a:lnTo>
                  <a:pt x="933450" y="981075"/>
                </a:lnTo>
                <a:lnTo>
                  <a:pt x="914400" y="981075"/>
                </a:lnTo>
                <a:close/>
                <a:moveTo>
                  <a:pt x="1028700" y="971550"/>
                </a:moveTo>
                <a:lnTo>
                  <a:pt x="1038225" y="971550"/>
                </a:lnTo>
                <a:lnTo>
                  <a:pt x="1038225" y="981075"/>
                </a:lnTo>
                <a:lnTo>
                  <a:pt x="1028700" y="981075"/>
                </a:lnTo>
                <a:close/>
                <a:moveTo>
                  <a:pt x="1390650" y="971550"/>
                </a:moveTo>
                <a:lnTo>
                  <a:pt x="1400175" y="971550"/>
                </a:lnTo>
                <a:lnTo>
                  <a:pt x="1400175" y="981075"/>
                </a:lnTo>
                <a:lnTo>
                  <a:pt x="1390650" y="981075"/>
                </a:lnTo>
                <a:close/>
                <a:moveTo>
                  <a:pt x="647700" y="981075"/>
                </a:moveTo>
                <a:lnTo>
                  <a:pt x="666750" y="981075"/>
                </a:lnTo>
                <a:lnTo>
                  <a:pt x="666750" y="1000125"/>
                </a:lnTo>
                <a:lnTo>
                  <a:pt x="647700" y="1000125"/>
                </a:lnTo>
                <a:close/>
                <a:moveTo>
                  <a:pt x="1771650" y="981075"/>
                </a:moveTo>
                <a:lnTo>
                  <a:pt x="1781175" y="981075"/>
                </a:lnTo>
                <a:lnTo>
                  <a:pt x="1781175" y="1000125"/>
                </a:lnTo>
                <a:lnTo>
                  <a:pt x="1771650" y="1000125"/>
                </a:lnTo>
                <a:close/>
                <a:moveTo>
                  <a:pt x="1819275" y="981075"/>
                </a:moveTo>
                <a:lnTo>
                  <a:pt x="1828800" y="981075"/>
                </a:lnTo>
                <a:lnTo>
                  <a:pt x="1828800" y="990600"/>
                </a:lnTo>
                <a:lnTo>
                  <a:pt x="1847850" y="990600"/>
                </a:lnTo>
                <a:lnTo>
                  <a:pt x="1847850" y="981075"/>
                </a:lnTo>
                <a:lnTo>
                  <a:pt x="1857375" y="981075"/>
                </a:lnTo>
                <a:lnTo>
                  <a:pt x="1857375" y="1019175"/>
                </a:lnTo>
                <a:lnTo>
                  <a:pt x="1838325" y="1019175"/>
                </a:lnTo>
                <a:lnTo>
                  <a:pt x="1838325" y="1000125"/>
                </a:lnTo>
                <a:lnTo>
                  <a:pt x="1819275" y="1000125"/>
                </a:lnTo>
                <a:close/>
                <a:moveTo>
                  <a:pt x="1009650" y="990600"/>
                </a:moveTo>
                <a:lnTo>
                  <a:pt x="1019175" y="990600"/>
                </a:lnTo>
                <a:lnTo>
                  <a:pt x="1019175" y="1000125"/>
                </a:lnTo>
                <a:lnTo>
                  <a:pt x="1009650" y="1000125"/>
                </a:lnTo>
                <a:close/>
                <a:moveTo>
                  <a:pt x="1352550" y="990600"/>
                </a:moveTo>
                <a:lnTo>
                  <a:pt x="1371600" y="990600"/>
                </a:lnTo>
                <a:lnTo>
                  <a:pt x="1371600" y="1000125"/>
                </a:lnTo>
                <a:lnTo>
                  <a:pt x="1352550" y="1000125"/>
                </a:lnTo>
                <a:close/>
                <a:moveTo>
                  <a:pt x="1390650" y="990600"/>
                </a:moveTo>
                <a:lnTo>
                  <a:pt x="1400175" y="990600"/>
                </a:lnTo>
                <a:lnTo>
                  <a:pt x="1400175" y="1000125"/>
                </a:lnTo>
                <a:lnTo>
                  <a:pt x="1390650" y="1000125"/>
                </a:lnTo>
                <a:close/>
                <a:moveTo>
                  <a:pt x="1409700" y="990600"/>
                </a:moveTo>
                <a:lnTo>
                  <a:pt x="1419225" y="990600"/>
                </a:lnTo>
                <a:lnTo>
                  <a:pt x="1419225" y="1000125"/>
                </a:lnTo>
                <a:lnTo>
                  <a:pt x="1409700" y="1000125"/>
                </a:lnTo>
                <a:close/>
                <a:moveTo>
                  <a:pt x="314325" y="1000125"/>
                </a:moveTo>
                <a:lnTo>
                  <a:pt x="323850" y="1000125"/>
                </a:lnTo>
                <a:lnTo>
                  <a:pt x="323850" y="1009650"/>
                </a:lnTo>
                <a:lnTo>
                  <a:pt x="314325" y="1009650"/>
                </a:lnTo>
                <a:close/>
                <a:moveTo>
                  <a:pt x="666750" y="1000125"/>
                </a:moveTo>
                <a:lnTo>
                  <a:pt x="676275" y="1000125"/>
                </a:lnTo>
                <a:lnTo>
                  <a:pt x="676275" y="1009650"/>
                </a:lnTo>
                <a:lnTo>
                  <a:pt x="666750" y="1009650"/>
                </a:lnTo>
                <a:close/>
                <a:moveTo>
                  <a:pt x="885825" y="1000125"/>
                </a:moveTo>
                <a:lnTo>
                  <a:pt x="895350" y="1000125"/>
                </a:lnTo>
                <a:lnTo>
                  <a:pt x="895350" y="1009650"/>
                </a:lnTo>
                <a:lnTo>
                  <a:pt x="885825" y="1009650"/>
                </a:lnTo>
                <a:close/>
                <a:moveTo>
                  <a:pt x="981075" y="1000125"/>
                </a:moveTo>
                <a:lnTo>
                  <a:pt x="1009650" y="1000125"/>
                </a:lnTo>
                <a:lnTo>
                  <a:pt x="1009650" y="1009650"/>
                </a:lnTo>
                <a:lnTo>
                  <a:pt x="1000125" y="1009650"/>
                </a:lnTo>
                <a:lnTo>
                  <a:pt x="1000125" y="1019175"/>
                </a:lnTo>
                <a:lnTo>
                  <a:pt x="1009650" y="1019175"/>
                </a:lnTo>
                <a:lnTo>
                  <a:pt x="1009650" y="1028700"/>
                </a:lnTo>
                <a:lnTo>
                  <a:pt x="971550" y="1028700"/>
                </a:lnTo>
                <a:lnTo>
                  <a:pt x="971550" y="1019175"/>
                </a:lnTo>
                <a:lnTo>
                  <a:pt x="990600" y="1019175"/>
                </a:lnTo>
                <a:lnTo>
                  <a:pt x="990600" y="1009650"/>
                </a:lnTo>
                <a:lnTo>
                  <a:pt x="981075" y="1009650"/>
                </a:lnTo>
                <a:close/>
                <a:moveTo>
                  <a:pt x="1038225" y="1009650"/>
                </a:moveTo>
                <a:lnTo>
                  <a:pt x="1047750" y="1009650"/>
                </a:lnTo>
                <a:lnTo>
                  <a:pt x="1047750" y="1019175"/>
                </a:lnTo>
                <a:lnTo>
                  <a:pt x="1038225" y="1019175"/>
                </a:lnTo>
                <a:close/>
                <a:moveTo>
                  <a:pt x="1104900" y="1009650"/>
                </a:moveTo>
                <a:lnTo>
                  <a:pt x="1123950" y="1009650"/>
                </a:lnTo>
                <a:lnTo>
                  <a:pt x="1123950" y="1019175"/>
                </a:lnTo>
                <a:lnTo>
                  <a:pt x="1104900" y="1019175"/>
                </a:lnTo>
                <a:close/>
                <a:moveTo>
                  <a:pt x="1190625" y="1009650"/>
                </a:moveTo>
                <a:lnTo>
                  <a:pt x="1200150" y="1009650"/>
                </a:lnTo>
                <a:lnTo>
                  <a:pt x="1200150" y="1019175"/>
                </a:lnTo>
                <a:lnTo>
                  <a:pt x="1190625" y="1019175"/>
                </a:lnTo>
                <a:close/>
                <a:moveTo>
                  <a:pt x="1209675" y="1009650"/>
                </a:moveTo>
                <a:lnTo>
                  <a:pt x="1219200" y="1009650"/>
                </a:lnTo>
                <a:lnTo>
                  <a:pt x="1219200" y="1028700"/>
                </a:lnTo>
                <a:lnTo>
                  <a:pt x="1200150" y="1028700"/>
                </a:lnTo>
                <a:lnTo>
                  <a:pt x="1200150" y="1019175"/>
                </a:lnTo>
                <a:lnTo>
                  <a:pt x="1209675" y="1019175"/>
                </a:lnTo>
                <a:close/>
                <a:moveTo>
                  <a:pt x="1571625" y="1009650"/>
                </a:moveTo>
                <a:lnTo>
                  <a:pt x="1581150" y="1009650"/>
                </a:lnTo>
                <a:lnTo>
                  <a:pt x="1581150" y="1019175"/>
                </a:lnTo>
                <a:lnTo>
                  <a:pt x="1571625" y="1019175"/>
                </a:lnTo>
                <a:close/>
                <a:moveTo>
                  <a:pt x="1638300" y="1009650"/>
                </a:moveTo>
                <a:lnTo>
                  <a:pt x="1657350" y="1009650"/>
                </a:lnTo>
                <a:lnTo>
                  <a:pt x="1657350" y="1019175"/>
                </a:lnTo>
                <a:lnTo>
                  <a:pt x="1638300" y="1019175"/>
                </a:lnTo>
                <a:close/>
                <a:moveTo>
                  <a:pt x="1676400" y="1009650"/>
                </a:moveTo>
                <a:lnTo>
                  <a:pt x="1685925" y="1009650"/>
                </a:lnTo>
                <a:lnTo>
                  <a:pt x="1685925" y="1019175"/>
                </a:lnTo>
                <a:lnTo>
                  <a:pt x="1676400" y="1019175"/>
                </a:lnTo>
                <a:close/>
                <a:moveTo>
                  <a:pt x="1800225" y="1009650"/>
                </a:moveTo>
                <a:lnTo>
                  <a:pt x="1809750" y="1009650"/>
                </a:lnTo>
                <a:lnTo>
                  <a:pt x="1809750" y="1019175"/>
                </a:lnTo>
                <a:lnTo>
                  <a:pt x="1800225" y="1019175"/>
                </a:lnTo>
                <a:close/>
                <a:moveTo>
                  <a:pt x="1895475" y="1009650"/>
                </a:moveTo>
                <a:lnTo>
                  <a:pt x="1905000" y="1009650"/>
                </a:lnTo>
                <a:lnTo>
                  <a:pt x="1905000" y="1019175"/>
                </a:lnTo>
                <a:lnTo>
                  <a:pt x="1895475" y="1019175"/>
                </a:lnTo>
                <a:close/>
                <a:moveTo>
                  <a:pt x="323850" y="1019175"/>
                </a:moveTo>
                <a:lnTo>
                  <a:pt x="342900" y="1019175"/>
                </a:lnTo>
                <a:lnTo>
                  <a:pt x="342900" y="1028700"/>
                </a:lnTo>
                <a:lnTo>
                  <a:pt x="323850" y="1028700"/>
                </a:lnTo>
                <a:close/>
                <a:moveTo>
                  <a:pt x="609600" y="1019175"/>
                </a:moveTo>
                <a:lnTo>
                  <a:pt x="628650" y="1019175"/>
                </a:lnTo>
                <a:lnTo>
                  <a:pt x="628650" y="1028700"/>
                </a:lnTo>
                <a:lnTo>
                  <a:pt x="609600" y="1028700"/>
                </a:lnTo>
                <a:close/>
                <a:moveTo>
                  <a:pt x="885825" y="1019175"/>
                </a:moveTo>
                <a:lnTo>
                  <a:pt x="895350" y="1019175"/>
                </a:lnTo>
                <a:lnTo>
                  <a:pt x="895350" y="1028700"/>
                </a:lnTo>
                <a:lnTo>
                  <a:pt x="885825" y="1028700"/>
                </a:lnTo>
                <a:close/>
                <a:moveTo>
                  <a:pt x="1095375" y="1019175"/>
                </a:moveTo>
                <a:lnTo>
                  <a:pt x="1104900" y="1019175"/>
                </a:lnTo>
                <a:lnTo>
                  <a:pt x="1104900" y="1028700"/>
                </a:lnTo>
                <a:lnTo>
                  <a:pt x="1095375" y="1028700"/>
                </a:lnTo>
                <a:close/>
                <a:moveTo>
                  <a:pt x="1123950" y="1019175"/>
                </a:moveTo>
                <a:lnTo>
                  <a:pt x="1143000" y="1019175"/>
                </a:lnTo>
                <a:lnTo>
                  <a:pt x="1143000" y="1028700"/>
                </a:lnTo>
                <a:lnTo>
                  <a:pt x="1123950" y="1028700"/>
                </a:lnTo>
                <a:close/>
                <a:moveTo>
                  <a:pt x="1581150" y="1019175"/>
                </a:moveTo>
                <a:lnTo>
                  <a:pt x="1600200" y="1019175"/>
                </a:lnTo>
                <a:lnTo>
                  <a:pt x="1600200" y="1028700"/>
                </a:lnTo>
                <a:lnTo>
                  <a:pt x="1581150" y="1028700"/>
                </a:lnTo>
                <a:close/>
                <a:moveTo>
                  <a:pt x="1619250" y="1019175"/>
                </a:moveTo>
                <a:lnTo>
                  <a:pt x="1638300" y="1019175"/>
                </a:lnTo>
                <a:lnTo>
                  <a:pt x="1638300" y="1028700"/>
                </a:lnTo>
                <a:lnTo>
                  <a:pt x="1619250" y="1028700"/>
                </a:lnTo>
                <a:close/>
                <a:moveTo>
                  <a:pt x="1657350" y="1019175"/>
                </a:moveTo>
                <a:lnTo>
                  <a:pt x="1676400" y="1019175"/>
                </a:lnTo>
                <a:lnTo>
                  <a:pt x="1676400" y="1028700"/>
                </a:lnTo>
                <a:lnTo>
                  <a:pt x="1657350" y="1028700"/>
                </a:lnTo>
                <a:close/>
                <a:moveTo>
                  <a:pt x="1724025" y="1019175"/>
                </a:moveTo>
                <a:lnTo>
                  <a:pt x="1752600" y="1019175"/>
                </a:lnTo>
                <a:lnTo>
                  <a:pt x="1752600" y="1028700"/>
                </a:lnTo>
                <a:lnTo>
                  <a:pt x="1724025" y="1028700"/>
                </a:lnTo>
                <a:close/>
                <a:moveTo>
                  <a:pt x="1828800" y="1019175"/>
                </a:moveTo>
                <a:lnTo>
                  <a:pt x="1838325" y="1019175"/>
                </a:lnTo>
                <a:lnTo>
                  <a:pt x="1838325" y="1028700"/>
                </a:lnTo>
                <a:lnTo>
                  <a:pt x="1828800" y="1028700"/>
                </a:lnTo>
                <a:close/>
                <a:moveTo>
                  <a:pt x="238125" y="1047750"/>
                </a:moveTo>
                <a:lnTo>
                  <a:pt x="266700" y="1047750"/>
                </a:lnTo>
                <a:lnTo>
                  <a:pt x="266700" y="1057275"/>
                </a:lnTo>
                <a:lnTo>
                  <a:pt x="238125" y="1057275"/>
                </a:lnTo>
                <a:close/>
                <a:moveTo>
                  <a:pt x="295275" y="1047750"/>
                </a:moveTo>
                <a:lnTo>
                  <a:pt x="304800" y="1047750"/>
                </a:lnTo>
                <a:lnTo>
                  <a:pt x="304800" y="1057275"/>
                </a:lnTo>
                <a:lnTo>
                  <a:pt x="295275" y="1057275"/>
                </a:lnTo>
                <a:close/>
                <a:moveTo>
                  <a:pt x="361950" y="1047750"/>
                </a:moveTo>
                <a:lnTo>
                  <a:pt x="371475" y="1047750"/>
                </a:lnTo>
                <a:lnTo>
                  <a:pt x="371475" y="1057275"/>
                </a:lnTo>
                <a:lnTo>
                  <a:pt x="361950" y="1057275"/>
                </a:lnTo>
                <a:close/>
                <a:moveTo>
                  <a:pt x="1895475" y="1047750"/>
                </a:moveTo>
                <a:lnTo>
                  <a:pt x="1914525" y="1047750"/>
                </a:lnTo>
                <a:lnTo>
                  <a:pt x="1914525" y="1104900"/>
                </a:lnTo>
                <a:lnTo>
                  <a:pt x="1924050" y="1104900"/>
                </a:lnTo>
                <a:lnTo>
                  <a:pt x="1924050" y="1143000"/>
                </a:lnTo>
                <a:lnTo>
                  <a:pt x="1914525" y="1143000"/>
                </a:lnTo>
                <a:lnTo>
                  <a:pt x="1914525" y="1181100"/>
                </a:lnTo>
                <a:lnTo>
                  <a:pt x="1895475" y="1181100"/>
                </a:lnTo>
                <a:lnTo>
                  <a:pt x="1895475" y="1104900"/>
                </a:lnTo>
                <a:lnTo>
                  <a:pt x="1905000" y="1104900"/>
                </a:lnTo>
                <a:lnTo>
                  <a:pt x="1905000" y="1057275"/>
                </a:lnTo>
                <a:lnTo>
                  <a:pt x="1895475" y="1057275"/>
                </a:lnTo>
                <a:close/>
                <a:moveTo>
                  <a:pt x="304800" y="1057275"/>
                </a:moveTo>
                <a:lnTo>
                  <a:pt x="314325" y="1057275"/>
                </a:lnTo>
                <a:lnTo>
                  <a:pt x="314325" y="1066800"/>
                </a:lnTo>
                <a:lnTo>
                  <a:pt x="304800" y="1066800"/>
                </a:lnTo>
                <a:close/>
                <a:moveTo>
                  <a:pt x="371475" y="1057275"/>
                </a:moveTo>
                <a:lnTo>
                  <a:pt x="381000" y="1057275"/>
                </a:lnTo>
                <a:lnTo>
                  <a:pt x="381000" y="1066800"/>
                </a:lnTo>
                <a:lnTo>
                  <a:pt x="371475" y="1066800"/>
                </a:lnTo>
                <a:close/>
                <a:moveTo>
                  <a:pt x="247650" y="1066800"/>
                </a:moveTo>
                <a:lnTo>
                  <a:pt x="266700" y="1066800"/>
                </a:lnTo>
                <a:lnTo>
                  <a:pt x="266700" y="1076325"/>
                </a:lnTo>
                <a:lnTo>
                  <a:pt x="247650" y="1076325"/>
                </a:lnTo>
                <a:close/>
                <a:moveTo>
                  <a:pt x="295275" y="1066800"/>
                </a:moveTo>
                <a:lnTo>
                  <a:pt x="304800" y="1066800"/>
                </a:lnTo>
                <a:lnTo>
                  <a:pt x="304800" y="1085850"/>
                </a:lnTo>
                <a:lnTo>
                  <a:pt x="295275" y="1085850"/>
                </a:lnTo>
                <a:close/>
                <a:moveTo>
                  <a:pt x="333375" y="1066800"/>
                </a:moveTo>
                <a:lnTo>
                  <a:pt x="342900" y="1066800"/>
                </a:lnTo>
                <a:lnTo>
                  <a:pt x="342900" y="1085850"/>
                </a:lnTo>
                <a:lnTo>
                  <a:pt x="323850" y="1085850"/>
                </a:lnTo>
                <a:lnTo>
                  <a:pt x="323850" y="1076325"/>
                </a:lnTo>
                <a:lnTo>
                  <a:pt x="333375" y="1076325"/>
                </a:lnTo>
                <a:close/>
                <a:moveTo>
                  <a:pt x="1323975" y="1066800"/>
                </a:moveTo>
                <a:lnTo>
                  <a:pt x="1333500" y="1066800"/>
                </a:lnTo>
                <a:lnTo>
                  <a:pt x="1333500" y="1076325"/>
                </a:lnTo>
                <a:lnTo>
                  <a:pt x="1323975" y="1076325"/>
                </a:lnTo>
                <a:close/>
                <a:moveTo>
                  <a:pt x="476250" y="1076325"/>
                </a:moveTo>
                <a:lnTo>
                  <a:pt x="485775" y="1076325"/>
                </a:lnTo>
                <a:lnTo>
                  <a:pt x="485775" y="1085850"/>
                </a:lnTo>
                <a:lnTo>
                  <a:pt x="476250" y="1085850"/>
                </a:lnTo>
                <a:close/>
                <a:moveTo>
                  <a:pt x="1762125" y="1076325"/>
                </a:moveTo>
                <a:lnTo>
                  <a:pt x="1771650" y="1076325"/>
                </a:lnTo>
                <a:lnTo>
                  <a:pt x="1771650" y="1085850"/>
                </a:lnTo>
                <a:lnTo>
                  <a:pt x="1762125" y="1085850"/>
                </a:lnTo>
                <a:close/>
                <a:moveTo>
                  <a:pt x="219075" y="1085850"/>
                </a:moveTo>
                <a:lnTo>
                  <a:pt x="228600" y="1085850"/>
                </a:lnTo>
                <a:lnTo>
                  <a:pt x="228600" y="1104900"/>
                </a:lnTo>
                <a:lnTo>
                  <a:pt x="209550" y="1104900"/>
                </a:lnTo>
                <a:lnTo>
                  <a:pt x="209550" y="1095375"/>
                </a:lnTo>
                <a:lnTo>
                  <a:pt x="219075" y="1095375"/>
                </a:lnTo>
                <a:close/>
                <a:moveTo>
                  <a:pt x="1371600" y="1085850"/>
                </a:moveTo>
                <a:lnTo>
                  <a:pt x="1400175" y="1085850"/>
                </a:lnTo>
                <a:lnTo>
                  <a:pt x="1400175" y="1095375"/>
                </a:lnTo>
                <a:lnTo>
                  <a:pt x="1371600" y="1095375"/>
                </a:lnTo>
                <a:close/>
                <a:moveTo>
                  <a:pt x="1352550" y="1095375"/>
                </a:moveTo>
                <a:lnTo>
                  <a:pt x="1371600" y="1095375"/>
                </a:lnTo>
                <a:lnTo>
                  <a:pt x="1371600" y="1114425"/>
                </a:lnTo>
                <a:lnTo>
                  <a:pt x="1362075" y="1114425"/>
                </a:lnTo>
                <a:lnTo>
                  <a:pt x="1362075" y="1104900"/>
                </a:lnTo>
                <a:lnTo>
                  <a:pt x="1352550" y="1104900"/>
                </a:lnTo>
                <a:close/>
                <a:moveTo>
                  <a:pt x="1676400" y="1095375"/>
                </a:moveTo>
                <a:lnTo>
                  <a:pt x="1685925" y="1095375"/>
                </a:lnTo>
                <a:lnTo>
                  <a:pt x="1685925" y="1104900"/>
                </a:lnTo>
                <a:lnTo>
                  <a:pt x="1695450" y="1104900"/>
                </a:lnTo>
                <a:lnTo>
                  <a:pt x="1695450" y="1114425"/>
                </a:lnTo>
                <a:lnTo>
                  <a:pt x="1647825" y="1114425"/>
                </a:lnTo>
                <a:lnTo>
                  <a:pt x="1647825" y="1104900"/>
                </a:lnTo>
                <a:lnTo>
                  <a:pt x="1676400" y="1104900"/>
                </a:lnTo>
                <a:close/>
                <a:moveTo>
                  <a:pt x="1590675" y="1104900"/>
                </a:moveTo>
                <a:lnTo>
                  <a:pt x="1638300" y="1104900"/>
                </a:lnTo>
                <a:lnTo>
                  <a:pt x="1638300" y="1123950"/>
                </a:lnTo>
                <a:lnTo>
                  <a:pt x="1647825" y="1123950"/>
                </a:lnTo>
                <a:lnTo>
                  <a:pt x="1647825" y="1152525"/>
                </a:lnTo>
                <a:lnTo>
                  <a:pt x="1628775" y="1152525"/>
                </a:lnTo>
                <a:lnTo>
                  <a:pt x="1628775" y="1143000"/>
                </a:lnTo>
                <a:lnTo>
                  <a:pt x="1638300" y="1143000"/>
                </a:lnTo>
                <a:lnTo>
                  <a:pt x="1638300" y="1133475"/>
                </a:lnTo>
                <a:lnTo>
                  <a:pt x="1628775" y="1133475"/>
                </a:lnTo>
                <a:lnTo>
                  <a:pt x="1628775" y="1114425"/>
                </a:lnTo>
                <a:lnTo>
                  <a:pt x="1609725" y="1114425"/>
                </a:lnTo>
                <a:lnTo>
                  <a:pt x="1609725" y="1133475"/>
                </a:lnTo>
                <a:lnTo>
                  <a:pt x="1600200" y="1133475"/>
                </a:lnTo>
                <a:lnTo>
                  <a:pt x="1600200" y="1114425"/>
                </a:lnTo>
                <a:lnTo>
                  <a:pt x="1590675" y="1114425"/>
                </a:lnTo>
                <a:close/>
                <a:moveTo>
                  <a:pt x="1714500" y="1104900"/>
                </a:moveTo>
                <a:lnTo>
                  <a:pt x="1733550" y="1104900"/>
                </a:lnTo>
                <a:lnTo>
                  <a:pt x="1733550" y="1114425"/>
                </a:lnTo>
                <a:lnTo>
                  <a:pt x="1714500" y="1114425"/>
                </a:lnTo>
                <a:close/>
                <a:moveTo>
                  <a:pt x="1400175" y="1114425"/>
                </a:moveTo>
                <a:lnTo>
                  <a:pt x="1409700" y="1114425"/>
                </a:lnTo>
                <a:lnTo>
                  <a:pt x="1409700" y="1123950"/>
                </a:lnTo>
                <a:lnTo>
                  <a:pt x="1400175" y="1123950"/>
                </a:lnTo>
                <a:close/>
                <a:moveTo>
                  <a:pt x="1657350" y="1123950"/>
                </a:moveTo>
                <a:lnTo>
                  <a:pt x="1676400" y="1123950"/>
                </a:lnTo>
                <a:lnTo>
                  <a:pt x="1676400" y="1133475"/>
                </a:lnTo>
                <a:lnTo>
                  <a:pt x="1685925" y="1133475"/>
                </a:lnTo>
                <a:lnTo>
                  <a:pt x="1685925" y="1123950"/>
                </a:lnTo>
                <a:lnTo>
                  <a:pt x="1695450" y="1123950"/>
                </a:lnTo>
                <a:lnTo>
                  <a:pt x="1695450" y="1133475"/>
                </a:lnTo>
                <a:lnTo>
                  <a:pt x="1685925" y="1133475"/>
                </a:lnTo>
                <a:lnTo>
                  <a:pt x="1685925" y="1152525"/>
                </a:lnTo>
                <a:lnTo>
                  <a:pt x="1657350" y="1152525"/>
                </a:lnTo>
                <a:lnTo>
                  <a:pt x="1657350" y="1143000"/>
                </a:lnTo>
                <a:lnTo>
                  <a:pt x="1666875" y="1143000"/>
                </a:lnTo>
                <a:lnTo>
                  <a:pt x="1666875" y="1133475"/>
                </a:lnTo>
                <a:lnTo>
                  <a:pt x="1657350" y="1133475"/>
                </a:lnTo>
                <a:close/>
                <a:moveTo>
                  <a:pt x="533400" y="1133475"/>
                </a:moveTo>
                <a:lnTo>
                  <a:pt x="552450" y="1133475"/>
                </a:lnTo>
                <a:lnTo>
                  <a:pt x="552450" y="1143000"/>
                </a:lnTo>
                <a:lnTo>
                  <a:pt x="533400" y="1143000"/>
                </a:lnTo>
                <a:close/>
                <a:moveTo>
                  <a:pt x="1524000" y="1133475"/>
                </a:moveTo>
                <a:lnTo>
                  <a:pt x="1533525" y="1133475"/>
                </a:lnTo>
                <a:lnTo>
                  <a:pt x="1533525" y="1143000"/>
                </a:lnTo>
                <a:lnTo>
                  <a:pt x="1524000" y="1143000"/>
                </a:lnTo>
                <a:close/>
                <a:moveTo>
                  <a:pt x="1828800" y="1133475"/>
                </a:moveTo>
                <a:lnTo>
                  <a:pt x="1838325" y="1133475"/>
                </a:lnTo>
                <a:lnTo>
                  <a:pt x="1838325" y="1143000"/>
                </a:lnTo>
                <a:lnTo>
                  <a:pt x="1828800" y="1143000"/>
                </a:lnTo>
                <a:close/>
                <a:moveTo>
                  <a:pt x="857250" y="1143000"/>
                </a:moveTo>
                <a:lnTo>
                  <a:pt x="866775" y="1143000"/>
                </a:lnTo>
                <a:lnTo>
                  <a:pt x="866775" y="1152525"/>
                </a:lnTo>
                <a:lnTo>
                  <a:pt x="857250" y="1152525"/>
                </a:lnTo>
                <a:close/>
                <a:moveTo>
                  <a:pt x="1514475" y="1143000"/>
                </a:moveTo>
                <a:lnTo>
                  <a:pt x="1524000" y="1143000"/>
                </a:lnTo>
                <a:lnTo>
                  <a:pt x="1524000" y="1152525"/>
                </a:lnTo>
                <a:lnTo>
                  <a:pt x="1514475" y="1152525"/>
                </a:lnTo>
                <a:close/>
                <a:moveTo>
                  <a:pt x="1343025" y="1152525"/>
                </a:moveTo>
                <a:lnTo>
                  <a:pt x="1352550" y="1152525"/>
                </a:lnTo>
                <a:lnTo>
                  <a:pt x="1352550" y="1162050"/>
                </a:lnTo>
                <a:lnTo>
                  <a:pt x="1343025" y="1162050"/>
                </a:lnTo>
                <a:close/>
                <a:moveTo>
                  <a:pt x="1685925" y="1152525"/>
                </a:moveTo>
                <a:lnTo>
                  <a:pt x="1695450" y="1152525"/>
                </a:lnTo>
                <a:lnTo>
                  <a:pt x="1695450" y="1162050"/>
                </a:lnTo>
                <a:lnTo>
                  <a:pt x="1685925" y="1162050"/>
                </a:lnTo>
                <a:close/>
                <a:moveTo>
                  <a:pt x="1533525" y="1162050"/>
                </a:moveTo>
                <a:lnTo>
                  <a:pt x="1543050" y="1162050"/>
                </a:lnTo>
                <a:lnTo>
                  <a:pt x="1543050" y="1171575"/>
                </a:lnTo>
                <a:lnTo>
                  <a:pt x="1533525" y="1171575"/>
                </a:lnTo>
                <a:close/>
                <a:moveTo>
                  <a:pt x="1609725" y="1162050"/>
                </a:moveTo>
                <a:lnTo>
                  <a:pt x="1619250" y="1162050"/>
                </a:lnTo>
                <a:lnTo>
                  <a:pt x="1619250" y="1190625"/>
                </a:lnTo>
                <a:lnTo>
                  <a:pt x="1581150" y="1190625"/>
                </a:lnTo>
                <a:lnTo>
                  <a:pt x="1581150" y="1181100"/>
                </a:lnTo>
                <a:lnTo>
                  <a:pt x="1590675" y="1181100"/>
                </a:lnTo>
                <a:lnTo>
                  <a:pt x="1590675" y="1171575"/>
                </a:lnTo>
                <a:lnTo>
                  <a:pt x="1600200" y="1171575"/>
                </a:lnTo>
                <a:lnTo>
                  <a:pt x="1600200" y="1181100"/>
                </a:lnTo>
                <a:lnTo>
                  <a:pt x="1609725" y="1181100"/>
                </a:lnTo>
                <a:close/>
                <a:moveTo>
                  <a:pt x="1676400" y="1162050"/>
                </a:moveTo>
                <a:lnTo>
                  <a:pt x="1685925" y="1162050"/>
                </a:lnTo>
                <a:lnTo>
                  <a:pt x="1685925" y="1171575"/>
                </a:lnTo>
                <a:lnTo>
                  <a:pt x="1676400" y="1171575"/>
                </a:lnTo>
                <a:close/>
                <a:moveTo>
                  <a:pt x="85725" y="1171575"/>
                </a:moveTo>
                <a:lnTo>
                  <a:pt x="95250" y="1171575"/>
                </a:lnTo>
                <a:lnTo>
                  <a:pt x="95250" y="1181100"/>
                </a:lnTo>
                <a:lnTo>
                  <a:pt x="85725" y="1181100"/>
                </a:lnTo>
                <a:close/>
                <a:moveTo>
                  <a:pt x="1228725" y="1190625"/>
                </a:moveTo>
                <a:lnTo>
                  <a:pt x="1247775" y="1190625"/>
                </a:lnTo>
                <a:lnTo>
                  <a:pt x="1247775" y="1200150"/>
                </a:lnTo>
                <a:lnTo>
                  <a:pt x="1238250" y="1200150"/>
                </a:lnTo>
                <a:lnTo>
                  <a:pt x="1238250" y="1219200"/>
                </a:lnTo>
                <a:lnTo>
                  <a:pt x="1228725" y="1219200"/>
                </a:lnTo>
                <a:close/>
                <a:moveTo>
                  <a:pt x="1323975" y="1190625"/>
                </a:moveTo>
                <a:lnTo>
                  <a:pt x="1333500" y="1190625"/>
                </a:lnTo>
                <a:lnTo>
                  <a:pt x="1333500" y="1200150"/>
                </a:lnTo>
                <a:lnTo>
                  <a:pt x="1323975" y="1200150"/>
                </a:lnTo>
                <a:close/>
                <a:moveTo>
                  <a:pt x="1362075" y="1190625"/>
                </a:moveTo>
                <a:lnTo>
                  <a:pt x="1371600" y="1190625"/>
                </a:lnTo>
                <a:lnTo>
                  <a:pt x="1371600" y="1200150"/>
                </a:lnTo>
                <a:lnTo>
                  <a:pt x="1362075" y="1200150"/>
                </a:lnTo>
                <a:close/>
                <a:moveTo>
                  <a:pt x="1552575" y="1190625"/>
                </a:moveTo>
                <a:lnTo>
                  <a:pt x="1562100" y="1190625"/>
                </a:lnTo>
                <a:lnTo>
                  <a:pt x="1562100" y="1209675"/>
                </a:lnTo>
                <a:lnTo>
                  <a:pt x="1543050" y="1209675"/>
                </a:lnTo>
                <a:lnTo>
                  <a:pt x="1543050" y="1200150"/>
                </a:lnTo>
                <a:lnTo>
                  <a:pt x="1552575" y="1200150"/>
                </a:lnTo>
                <a:close/>
                <a:moveTo>
                  <a:pt x="1295400" y="1209675"/>
                </a:moveTo>
                <a:lnTo>
                  <a:pt x="1304925" y="1209675"/>
                </a:lnTo>
                <a:lnTo>
                  <a:pt x="1304925" y="1219200"/>
                </a:lnTo>
                <a:lnTo>
                  <a:pt x="1295400" y="1219200"/>
                </a:lnTo>
                <a:close/>
                <a:moveTo>
                  <a:pt x="1905000" y="1209675"/>
                </a:moveTo>
                <a:lnTo>
                  <a:pt x="1914525" y="1209675"/>
                </a:lnTo>
                <a:lnTo>
                  <a:pt x="1914525" y="1238250"/>
                </a:lnTo>
                <a:lnTo>
                  <a:pt x="1924050" y="1238250"/>
                </a:lnTo>
                <a:lnTo>
                  <a:pt x="1924050" y="1247775"/>
                </a:lnTo>
                <a:lnTo>
                  <a:pt x="1905000" y="1247775"/>
                </a:lnTo>
                <a:lnTo>
                  <a:pt x="1905000" y="1238250"/>
                </a:lnTo>
                <a:lnTo>
                  <a:pt x="1895475" y="1238250"/>
                </a:lnTo>
                <a:lnTo>
                  <a:pt x="1895475" y="1228725"/>
                </a:lnTo>
                <a:lnTo>
                  <a:pt x="1905000" y="1228725"/>
                </a:lnTo>
                <a:close/>
                <a:moveTo>
                  <a:pt x="942975" y="1219200"/>
                </a:moveTo>
                <a:lnTo>
                  <a:pt x="952500" y="1219200"/>
                </a:lnTo>
                <a:lnTo>
                  <a:pt x="952500" y="1228725"/>
                </a:lnTo>
                <a:lnTo>
                  <a:pt x="962025" y="1228725"/>
                </a:lnTo>
                <a:lnTo>
                  <a:pt x="962025" y="1257300"/>
                </a:lnTo>
                <a:lnTo>
                  <a:pt x="952500" y="1257300"/>
                </a:lnTo>
                <a:lnTo>
                  <a:pt x="952500" y="1266825"/>
                </a:lnTo>
                <a:lnTo>
                  <a:pt x="923925" y="1266825"/>
                </a:lnTo>
                <a:lnTo>
                  <a:pt x="923925" y="1238250"/>
                </a:lnTo>
                <a:lnTo>
                  <a:pt x="933450" y="1238250"/>
                </a:lnTo>
                <a:lnTo>
                  <a:pt x="933450" y="1228725"/>
                </a:lnTo>
                <a:lnTo>
                  <a:pt x="942975" y="1228725"/>
                </a:lnTo>
                <a:close/>
                <a:moveTo>
                  <a:pt x="1285875" y="1219200"/>
                </a:moveTo>
                <a:lnTo>
                  <a:pt x="1295400" y="1219200"/>
                </a:lnTo>
                <a:lnTo>
                  <a:pt x="1295400" y="1228725"/>
                </a:lnTo>
                <a:lnTo>
                  <a:pt x="1285875" y="1228725"/>
                </a:lnTo>
                <a:close/>
                <a:moveTo>
                  <a:pt x="1409700" y="1219200"/>
                </a:moveTo>
                <a:lnTo>
                  <a:pt x="1419225" y="1219200"/>
                </a:lnTo>
                <a:lnTo>
                  <a:pt x="1419225" y="1228725"/>
                </a:lnTo>
                <a:lnTo>
                  <a:pt x="1409700" y="1228725"/>
                </a:lnTo>
                <a:close/>
                <a:moveTo>
                  <a:pt x="1790700" y="1219200"/>
                </a:moveTo>
                <a:lnTo>
                  <a:pt x="1800225" y="1219200"/>
                </a:lnTo>
                <a:lnTo>
                  <a:pt x="1800225" y="1228725"/>
                </a:lnTo>
                <a:lnTo>
                  <a:pt x="1790700" y="1228725"/>
                </a:lnTo>
                <a:close/>
                <a:moveTo>
                  <a:pt x="1390650" y="1228725"/>
                </a:moveTo>
                <a:lnTo>
                  <a:pt x="1400175" y="1228725"/>
                </a:lnTo>
                <a:lnTo>
                  <a:pt x="1400175" y="1238250"/>
                </a:lnTo>
                <a:lnTo>
                  <a:pt x="1390650" y="1238250"/>
                </a:lnTo>
                <a:close/>
                <a:moveTo>
                  <a:pt x="1752600" y="1238250"/>
                </a:moveTo>
                <a:lnTo>
                  <a:pt x="1771650" y="1238250"/>
                </a:lnTo>
                <a:lnTo>
                  <a:pt x="1771650" y="1247775"/>
                </a:lnTo>
                <a:lnTo>
                  <a:pt x="1752600" y="1247775"/>
                </a:lnTo>
                <a:close/>
                <a:moveTo>
                  <a:pt x="942975" y="1247775"/>
                </a:moveTo>
                <a:lnTo>
                  <a:pt x="952500" y="1247775"/>
                </a:lnTo>
                <a:lnTo>
                  <a:pt x="952500" y="1238250"/>
                </a:lnTo>
                <a:lnTo>
                  <a:pt x="933450" y="1238250"/>
                </a:lnTo>
                <a:lnTo>
                  <a:pt x="933450" y="1257300"/>
                </a:lnTo>
                <a:lnTo>
                  <a:pt x="942975" y="1257300"/>
                </a:lnTo>
                <a:close/>
                <a:moveTo>
                  <a:pt x="1476375" y="1247775"/>
                </a:moveTo>
                <a:lnTo>
                  <a:pt x="1485900" y="1247775"/>
                </a:lnTo>
                <a:lnTo>
                  <a:pt x="1485900" y="1257300"/>
                </a:lnTo>
                <a:lnTo>
                  <a:pt x="1476375" y="1257300"/>
                </a:lnTo>
                <a:close/>
                <a:moveTo>
                  <a:pt x="1571625" y="1247775"/>
                </a:moveTo>
                <a:lnTo>
                  <a:pt x="1581150" y="1247775"/>
                </a:lnTo>
                <a:lnTo>
                  <a:pt x="1581150" y="1257300"/>
                </a:lnTo>
                <a:lnTo>
                  <a:pt x="1571625" y="1257300"/>
                </a:lnTo>
                <a:close/>
                <a:moveTo>
                  <a:pt x="114300" y="1257300"/>
                </a:moveTo>
                <a:lnTo>
                  <a:pt x="123825" y="1257300"/>
                </a:lnTo>
                <a:lnTo>
                  <a:pt x="123825" y="1266825"/>
                </a:lnTo>
                <a:lnTo>
                  <a:pt x="114300" y="1266825"/>
                </a:lnTo>
                <a:close/>
                <a:moveTo>
                  <a:pt x="1485900" y="1257300"/>
                </a:moveTo>
                <a:lnTo>
                  <a:pt x="1495425" y="1257300"/>
                </a:lnTo>
                <a:lnTo>
                  <a:pt x="1495425" y="1285875"/>
                </a:lnTo>
                <a:lnTo>
                  <a:pt x="1485900" y="1285875"/>
                </a:lnTo>
                <a:close/>
                <a:moveTo>
                  <a:pt x="1914525" y="1257300"/>
                </a:moveTo>
                <a:lnTo>
                  <a:pt x="1924050" y="1257300"/>
                </a:lnTo>
                <a:lnTo>
                  <a:pt x="1924050" y="1266825"/>
                </a:lnTo>
                <a:lnTo>
                  <a:pt x="1914525" y="1266825"/>
                </a:lnTo>
                <a:close/>
                <a:moveTo>
                  <a:pt x="1704975" y="1266825"/>
                </a:moveTo>
                <a:lnTo>
                  <a:pt x="1724025" y="1266825"/>
                </a:lnTo>
                <a:lnTo>
                  <a:pt x="1724025" y="1276350"/>
                </a:lnTo>
                <a:lnTo>
                  <a:pt x="1704975" y="1276350"/>
                </a:lnTo>
                <a:close/>
                <a:moveTo>
                  <a:pt x="1905000" y="1266825"/>
                </a:moveTo>
                <a:lnTo>
                  <a:pt x="1914525" y="1266825"/>
                </a:lnTo>
                <a:lnTo>
                  <a:pt x="1914525" y="1285875"/>
                </a:lnTo>
                <a:lnTo>
                  <a:pt x="1924050" y="1285875"/>
                </a:lnTo>
                <a:lnTo>
                  <a:pt x="1924050" y="1304925"/>
                </a:lnTo>
                <a:lnTo>
                  <a:pt x="1914525" y="1304925"/>
                </a:lnTo>
                <a:lnTo>
                  <a:pt x="1914525" y="1295400"/>
                </a:lnTo>
                <a:lnTo>
                  <a:pt x="1905000" y="1295400"/>
                </a:lnTo>
                <a:close/>
                <a:moveTo>
                  <a:pt x="1466850" y="1276350"/>
                </a:moveTo>
                <a:lnTo>
                  <a:pt x="1476375" y="1276350"/>
                </a:lnTo>
                <a:lnTo>
                  <a:pt x="1476375" y="1285875"/>
                </a:lnTo>
                <a:lnTo>
                  <a:pt x="1466850" y="1285875"/>
                </a:lnTo>
                <a:close/>
                <a:moveTo>
                  <a:pt x="1733550" y="1276350"/>
                </a:moveTo>
                <a:lnTo>
                  <a:pt x="1743075" y="1276350"/>
                </a:lnTo>
                <a:lnTo>
                  <a:pt x="1743075" y="1285875"/>
                </a:lnTo>
                <a:lnTo>
                  <a:pt x="1733550" y="1285875"/>
                </a:lnTo>
                <a:close/>
                <a:moveTo>
                  <a:pt x="714375" y="1285875"/>
                </a:moveTo>
                <a:lnTo>
                  <a:pt x="723900" y="1285875"/>
                </a:lnTo>
                <a:lnTo>
                  <a:pt x="723900" y="1295400"/>
                </a:lnTo>
                <a:lnTo>
                  <a:pt x="714375" y="1295400"/>
                </a:lnTo>
                <a:close/>
                <a:moveTo>
                  <a:pt x="1476375" y="1285875"/>
                </a:moveTo>
                <a:lnTo>
                  <a:pt x="1485900" y="1285875"/>
                </a:lnTo>
                <a:lnTo>
                  <a:pt x="1485900" y="1295400"/>
                </a:lnTo>
                <a:lnTo>
                  <a:pt x="1476375" y="1295400"/>
                </a:lnTo>
                <a:close/>
                <a:moveTo>
                  <a:pt x="1619250" y="1285875"/>
                </a:moveTo>
                <a:lnTo>
                  <a:pt x="1638300" y="1285875"/>
                </a:lnTo>
                <a:lnTo>
                  <a:pt x="1638300" y="1304925"/>
                </a:lnTo>
                <a:lnTo>
                  <a:pt x="1619250" y="1304925"/>
                </a:lnTo>
                <a:close/>
                <a:moveTo>
                  <a:pt x="1647825" y="1285875"/>
                </a:moveTo>
                <a:lnTo>
                  <a:pt x="1657350" y="1285875"/>
                </a:lnTo>
                <a:lnTo>
                  <a:pt x="1657350" y="1295400"/>
                </a:lnTo>
                <a:lnTo>
                  <a:pt x="1666875" y="1295400"/>
                </a:lnTo>
                <a:lnTo>
                  <a:pt x="1666875" y="1304925"/>
                </a:lnTo>
                <a:lnTo>
                  <a:pt x="1647825" y="1304925"/>
                </a:lnTo>
                <a:close/>
                <a:moveTo>
                  <a:pt x="781050" y="1295400"/>
                </a:moveTo>
                <a:lnTo>
                  <a:pt x="790575" y="1295400"/>
                </a:lnTo>
                <a:lnTo>
                  <a:pt x="790575" y="1304925"/>
                </a:lnTo>
                <a:lnTo>
                  <a:pt x="781050" y="1304925"/>
                </a:lnTo>
                <a:close/>
                <a:moveTo>
                  <a:pt x="704850" y="1304925"/>
                </a:moveTo>
                <a:lnTo>
                  <a:pt x="742950" y="1304925"/>
                </a:lnTo>
                <a:lnTo>
                  <a:pt x="742950" y="1314450"/>
                </a:lnTo>
                <a:lnTo>
                  <a:pt x="704850" y="1314450"/>
                </a:lnTo>
                <a:close/>
                <a:moveTo>
                  <a:pt x="1724025" y="1314450"/>
                </a:moveTo>
                <a:lnTo>
                  <a:pt x="1733550" y="1314450"/>
                </a:lnTo>
                <a:lnTo>
                  <a:pt x="1733550" y="1323975"/>
                </a:lnTo>
                <a:lnTo>
                  <a:pt x="1724025" y="1323975"/>
                </a:lnTo>
                <a:close/>
                <a:moveTo>
                  <a:pt x="1600200" y="1323975"/>
                </a:moveTo>
                <a:lnTo>
                  <a:pt x="1609725" y="1323975"/>
                </a:lnTo>
                <a:lnTo>
                  <a:pt x="1609725" y="1333500"/>
                </a:lnTo>
                <a:lnTo>
                  <a:pt x="1600200" y="1333500"/>
                </a:lnTo>
                <a:close/>
                <a:moveTo>
                  <a:pt x="361950" y="1333500"/>
                </a:moveTo>
                <a:lnTo>
                  <a:pt x="371475" y="1333500"/>
                </a:lnTo>
                <a:lnTo>
                  <a:pt x="371475" y="1362075"/>
                </a:lnTo>
                <a:lnTo>
                  <a:pt x="361950" y="1362075"/>
                </a:lnTo>
                <a:lnTo>
                  <a:pt x="361950" y="1371600"/>
                </a:lnTo>
                <a:lnTo>
                  <a:pt x="352425" y="1371600"/>
                </a:lnTo>
                <a:lnTo>
                  <a:pt x="352425" y="1362075"/>
                </a:lnTo>
                <a:lnTo>
                  <a:pt x="342900" y="1362075"/>
                </a:lnTo>
                <a:lnTo>
                  <a:pt x="342900" y="1352550"/>
                </a:lnTo>
                <a:lnTo>
                  <a:pt x="352425" y="1352550"/>
                </a:lnTo>
                <a:lnTo>
                  <a:pt x="352425" y="1343025"/>
                </a:lnTo>
                <a:lnTo>
                  <a:pt x="361950" y="1343025"/>
                </a:lnTo>
                <a:close/>
                <a:moveTo>
                  <a:pt x="1743075" y="1333500"/>
                </a:moveTo>
                <a:lnTo>
                  <a:pt x="1771650" y="1333500"/>
                </a:lnTo>
                <a:lnTo>
                  <a:pt x="1771650" y="1362075"/>
                </a:lnTo>
                <a:lnTo>
                  <a:pt x="1752600" y="1362075"/>
                </a:lnTo>
                <a:lnTo>
                  <a:pt x="1752600" y="1343025"/>
                </a:lnTo>
                <a:lnTo>
                  <a:pt x="1743075" y="1343025"/>
                </a:lnTo>
                <a:close/>
                <a:moveTo>
                  <a:pt x="1533525" y="1343025"/>
                </a:moveTo>
                <a:lnTo>
                  <a:pt x="1552575" y="1343025"/>
                </a:lnTo>
                <a:lnTo>
                  <a:pt x="1552575" y="1352550"/>
                </a:lnTo>
                <a:lnTo>
                  <a:pt x="1533525" y="1352550"/>
                </a:lnTo>
                <a:close/>
                <a:moveTo>
                  <a:pt x="1571625" y="1343025"/>
                </a:moveTo>
                <a:lnTo>
                  <a:pt x="1581150" y="1343025"/>
                </a:lnTo>
                <a:lnTo>
                  <a:pt x="1581150" y="1352550"/>
                </a:lnTo>
                <a:lnTo>
                  <a:pt x="1571625" y="1352550"/>
                </a:lnTo>
                <a:close/>
                <a:moveTo>
                  <a:pt x="1609725" y="1343025"/>
                </a:moveTo>
                <a:lnTo>
                  <a:pt x="1619250" y="1343025"/>
                </a:lnTo>
                <a:lnTo>
                  <a:pt x="1619250" y="1352550"/>
                </a:lnTo>
                <a:lnTo>
                  <a:pt x="1609725" y="1352550"/>
                </a:lnTo>
                <a:close/>
                <a:moveTo>
                  <a:pt x="1714500" y="1343025"/>
                </a:moveTo>
                <a:lnTo>
                  <a:pt x="1733550" y="1343025"/>
                </a:lnTo>
                <a:lnTo>
                  <a:pt x="1733550" y="1352550"/>
                </a:lnTo>
                <a:lnTo>
                  <a:pt x="1714500" y="1352550"/>
                </a:lnTo>
                <a:close/>
                <a:moveTo>
                  <a:pt x="1581150" y="1352550"/>
                </a:moveTo>
                <a:lnTo>
                  <a:pt x="1590675" y="1352550"/>
                </a:lnTo>
                <a:lnTo>
                  <a:pt x="1590675" y="1362075"/>
                </a:lnTo>
                <a:lnTo>
                  <a:pt x="1581150" y="1362075"/>
                </a:lnTo>
                <a:close/>
                <a:moveTo>
                  <a:pt x="333375" y="1362075"/>
                </a:moveTo>
                <a:lnTo>
                  <a:pt x="342900" y="1362075"/>
                </a:lnTo>
                <a:lnTo>
                  <a:pt x="342900" y="1371600"/>
                </a:lnTo>
                <a:lnTo>
                  <a:pt x="333375" y="1371600"/>
                </a:lnTo>
                <a:close/>
                <a:moveTo>
                  <a:pt x="1590675" y="1362075"/>
                </a:moveTo>
                <a:lnTo>
                  <a:pt x="1609725" y="1362075"/>
                </a:lnTo>
                <a:lnTo>
                  <a:pt x="1609725" y="1381125"/>
                </a:lnTo>
                <a:lnTo>
                  <a:pt x="1600200" y="1381125"/>
                </a:lnTo>
                <a:lnTo>
                  <a:pt x="1600200" y="1371600"/>
                </a:lnTo>
                <a:lnTo>
                  <a:pt x="1590675" y="1371600"/>
                </a:lnTo>
                <a:close/>
                <a:moveTo>
                  <a:pt x="1457325" y="1371600"/>
                </a:moveTo>
                <a:lnTo>
                  <a:pt x="1466850" y="1371600"/>
                </a:lnTo>
                <a:lnTo>
                  <a:pt x="1466850" y="1381125"/>
                </a:lnTo>
                <a:lnTo>
                  <a:pt x="1457325" y="1381125"/>
                </a:lnTo>
                <a:close/>
                <a:moveTo>
                  <a:pt x="1552575" y="1371600"/>
                </a:moveTo>
                <a:lnTo>
                  <a:pt x="1562100" y="1371600"/>
                </a:lnTo>
                <a:lnTo>
                  <a:pt x="1562100" y="1381125"/>
                </a:lnTo>
                <a:lnTo>
                  <a:pt x="1552575" y="1381125"/>
                </a:lnTo>
                <a:close/>
                <a:moveTo>
                  <a:pt x="1628775" y="1371600"/>
                </a:moveTo>
                <a:lnTo>
                  <a:pt x="1647825" y="1371600"/>
                </a:lnTo>
                <a:lnTo>
                  <a:pt x="1647825" y="1381125"/>
                </a:lnTo>
                <a:lnTo>
                  <a:pt x="1628775" y="1381125"/>
                </a:lnTo>
                <a:close/>
                <a:moveTo>
                  <a:pt x="1524000" y="1381125"/>
                </a:moveTo>
                <a:lnTo>
                  <a:pt x="1543050" y="1381125"/>
                </a:lnTo>
                <a:lnTo>
                  <a:pt x="1543050" y="1390650"/>
                </a:lnTo>
                <a:lnTo>
                  <a:pt x="1524000" y="1390650"/>
                </a:lnTo>
                <a:close/>
                <a:moveTo>
                  <a:pt x="1647825" y="1381125"/>
                </a:moveTo>
                <a:lnTo>
                  <a:pt x="1657350" y="1381125"/>
                </a:lnTo>
                <a:lnTo>
                  <a:pt x="1657350" y="1390650"/>
                </a:lnTo>
                <a:lnTo>
                  <a:pt x="1647825" y="1390650"/>
                </a:lnTo>
                <a:close/>
                <a:moveTo>
                  <a:pt x="1847850" y="1381125"/>
                </a:moveTo>
                <a:lnTo>
                  <a:pt x="1866900" y="1381125"/>
                </a:lnTo>
                <a:lnTo>
                  <a:pt x="1866900" y="1390650"/>
                </a:lnTo>
                <a:lnTo>
                  <a:pt x="1847850" y="1390650"/>
                </a:lnTo>
                <a:close/>
                <a:moveTo>
                  <a:pt x="400050" y="1390650"/>
                </a:moveTo>
                <a:lnTo>
                  <a:pt x="419100" y="1390650"/>
                </a:lnTo>
                <a:lnTo>
                  <a:pt x="419100" y="1400175"/>
                </a:lnTo>
                <a:lnTo>
                  <a:pt x="409575" y="1400175"/>
                </a:lnTo>
                <a:lnTo>
                  <a:pt x="409575" y="1409700"/>
                </a:lnTo>
                <a:lnTo>
                  <a:pt x="390525" y="1409700"/>
                </a:lnTo>
                <a:lnTo>
                  <a:pt x="390525" y="1400175"/>
                </a:lnTo>
                <a:lnTo>
                  <a:pt x="400050" y="1400175"/>
                </a:lnTo>
                <a:close/>
                <a:moveTo>
                  <a:pt x="1666875" y="1390650"/>
                </a:moveTo>
                <a:lnTo>
                  <a:pt x="1676400" y="1390650"/>
                </a:lnTo>
                <a:lnTo>
                  <a:pt x="1676400" y="1400175"/>
                </a:lnTo>
                <a:lnTo>
                  <a:pt x="1666875" y="1400175"/>
                </a:lnTo>
                <a:close/>
                <a:moveTo>
                  <a:pt x="485775" y="1400175"/>
                </a:moveTo>
                <a:lnTo>
                  <a:pt x="495300" y="1400175"/>
                </a:lnTo>
                <a:lnTo>
                  <a:pt x="495300" y="1419225"/>
                </a:lnTo>
                <a:lnTo>
                  <a:pt x="485775" y="1419225"/>
                </a:lnTo>
                <a:lnTo>
                  <a:pt x="485775" y="1428750"/>
                </a:lnTo>
                <a:lnTo>
                  <a:pt x="466725" y="1428750"/>
                </a:lnTo>
                <a:lnTo>
                  <a:pt x="466725" y="1419225"/>
                </a:lnTo>
                <a:lnTo>
                  <a:pt x="476250" y="1419225"/>
                </a:lnTo>
                <a:lnTo>
                  <a:pt x="476250" y="1409700"/>
                </a:lnTo>
                <a:lnTo>
                  <a:pt x="485775" y="1409700"/>
                </a:lnTo>
                <a:close/>
                <a:moveTo>
                  <a:pt x="409575" y="1409700"/>
                </a:moveTo>
                <a:lnTo>
                  <a:pt x="419100" y="1409700"/>
                </a:lnTo>
                <a:lnTo>
                  <a:pt x="419100" y="1419225"/>
                </a:lnTo>
                <a:lnTo>
                  <a:pt x="409575" y="1419225"/>
                </a:lnTo>
                <a:close/>
                <a:moveTo>
                  <a:pt x="1200150" y="1409700"/>
                </a:moveTo>
                <a:lnTo>
                  <a:pt x="1219200" y="1409700"/>
                </a:lnTo>
                <a:lnTo>
                  <a:pt x="1219200" y="1447800"/>
                </a:lnTo>
                <a:lnTo>
                  <a:pt x="1228725" y="1447800"/>
                </a:lnTo>
                <a:lnTo>
                  <a:pt x="1228725" y="1457325"/>
                </a:lnTo>
                <a:lnTo>
                  <a:pt x="1219200" y="1457325"/>
                </a:lnTo>
                <a:lnTo>
                  <a:pt x="1219200" y="1466850"/>
                </a:lnTo>
                <a:lnTo>
                  <a:pt x="1200150" y="1466850"/>
                </a:lnTo>
                <a:lnTo>
                  <a:pt x="1200150" y="1457325"/>
                </a:lnTo>
                <a:lnTo>
                  <a:pt x="1190625" y="1457325"/>
                </a:lnTo>
                <a:lnTo>
                  <a:pt x="1190625" y="1447800"/>
                </a:lnTo>
                <a:lnTo>
                  <a:pt x="1200150" y="1447800"/>
                </a:lnTo>
                <a:close/>
                <a:moveTo>
                  <a:pt x="1238250" y="1409700"/>
                </a:moveTo>
                <a:lnTo>
                  <a:pt x="1257300" y="1409700"/>
                </a:lnTo>
                <a:lnTo>
                  <a:pt x="1257300" y="1447800"/>
                </a:lnTo>
                <a:lnTo>
                  <a:pt x="1238250" y="1447800"/>
                </a:lnTo>
                <a:close/>
                <a:moveTo>
                  <a:pt x="1409700" y="1409700"/>
                </a:moveTo>
                <a:lnTo>
                  <a:pt x="1419225" y="1409700"/>
                </a:lnTo>
                <a:lnTo>
                  <a:pt x="1419225" y="1419225"/>
                </a:lnTo>
                <a:lnTo>
                  <a:pt x="1409700" y="1419225"/>
                </a:lnTo>
                <a:close/>
                <a:moveTo>
                  <a:pt x="323850" y="1419225"/>
                </a:moveTo>
                <a:lnTo>
                  <a:pt x="361950" y="1419225"/>
                </a:lnTo>
                <a:lnTo>
                  <a:pt x="361950" y="1438275"/>
                </a:lnTo>
                <a:lnTo>
                  <a:pt x="342900" y="1438275"/>
                </a:lnTo>
                <a:lnTo>
                  <a:pt x="342900" y="1428750"/>
                </a:lnTo>
                <a:lnTo>
                  <a:pt x="333375" y="1428750"/>
                </a:lnTo>
                <a:lnTo>
                  <a:pt x="333375" y="1447800"/>
                </a:lnTo>
                <a:lnTo>
                  <a:pt x="323850" y="1447800"/>
                </a:lnTo>
                <a:close/>
                <a:moveTo>
                  <a:pt x="657225" y="1419225"/>
                </a:moveTo>
                <a:lnTo>
                  <a:pt x="666750" y="1419225"/>
                </a:lnTo>
                <a:lnTo>
                  <a:pt x="666750" y="1428750"/>
                </a:lnTo>
                <a:lnTo>
                  <a:pt x="657225" y="1428750"/>
                </a:lnTo>
                <a:close/>
                <a:moveTo>
                  <a:pt x="971550" y="1419225"/>
                </a:moveTo>
                <a:lnTo>
                  <a:pt x="990600" y="1419225"/>
                </a:lnTo>
                <a:lnTo>
                  <a:pt x="990600" y="1428750"/>
                </a:lnTo>
                <a:lnTo>
                  <a:pt x="971550" y="1428750"/>
                </a:lnTo>
                <a:close/>
                <a:moveTo>
                  <a:pt x="1390650" y="1419225"/>
                </a:moveTo>
                <a:lnTo>
                  <a:pt x="1400175" y="1419225"/>
                </a:lnTo>
                <a:lnTo>
                  <a:pt x="1400175" y="1447800"/>
                </a:lnTo>
                <a:lnTo>
                  <a:pt x="1390650" y="1447800"/>
                </a:lnTo>
                <a:close/>
                <a:moveTo>
                  <a:pt x="1419225" y="1419225"/>
                </a:moveTo>
                <a:lnTo>
                  <a:pt x="1428750" y="1419225"/>
                </a:lnTo>
                <a:lnTo>
                  <a:pt x="1428750" y="1428750"/>
                </a:lnTo>
                <a:lnTo>
                  <a:pt x="1419225" y="1428750"/>
                </a:lnTo>
                <a:close/>
                <a:moveTo>
                  <a:pt x="1885950" y="1419225"/>
                </a:moveTo>
                <a:lnTo>
                  <a:pt x="1905000" y="1419225"/>
                </a:lnTo>
                <a:lnTo>
                  <a:pt x="1905000" y="1438275"/>
                </a:lnTo>
                <a:lnTo>
                  <a:pt x="1885950" y="1438275"/>
                </a:lnTo>
                <a:close/>
                <a:moveTo>
                  <a:pt x="219075" y="1428750"/>
                </a:moveTo>
                <a:lnTo>
                  <a:pt x="228600" y="1428750"/>
                </a:lnTo>
                <a:lnTo>
                  <a:pt x="228600" y="1438275"/>
                </a:lnTo>
                <a:lnTo>
                  <a:pt x="238125" y="1438275"/>
                </a:lnTo>
                <a:lnTo>
                  <a:pt x="238125" y="1457325"/>
                </a:lnTo>
                <a:lnTo>
                  <a:pt x="228600" y="1457325"/>
                </a:lnTo>
                <a:lnTo>
                  <a:pt x="228600" y="1447800"/>
                </a:lnTo>
                <a:lnTo>
                  <a:pt x="219075" y="1447800"/>
                </a:lnTo>
                <a:close/>
                <a:moveTo>
                  <a:pt x="295275" y="1428750"/>
                </a:moveTo>
                <a:lnTo>
                  <a:pt x="304800" y="1428750"/>
                </a:lnTo>
                <a:lnTo>
                  <a:pt x="304800" y="1438275"/>
                </a:lnTo>
                <a:lnTo>
                  <a:pt x="314325" y="1438275"/>
                </a:lnTo>
                <a:lnTo>
                  <a:pt x="314325" y="1447800"/>
                </a:lnTo>
                <a:lnTo>
                  <a:pt x="304800" y="1447800"/>
                </a:lnTo>
                <a:lnTo>
                  <a:pt x="304800" y="1457325"/>
                </a:lnTo>
                <a:lnTo>
                  <a:pt x="276225" y="1457325"/>
                </a:lnTo>
                <a:lnTo>
                  <a:pt x="276225" y="1447800"/>
                </a:lnTo>
                <a:lnTo>
                  <a:pt x="285750" y="1447800"/>
                </a:lnTo>
                <a:lnTo>
                  <a:pt x="285750" y="1438275"/>
                </a:lnTo>
                <a:lnTo>
                  <a:pt x="295275" y="1438275"/>
                </a:lnTo>
                <a:close/>
                <a:moveTo>
                  <a:pt x="447675" y="1428750"/>
                </a:moveTo>
                <a:lnTo>
                  <a:pt x="466725" y="1428750"/>
                </a:lnTo>
                <a:lnTo>
                  <a:pt x="466725" y="1438275"/>
                </a:lnTo>
                <a:lnTo>
                  <a:pt x="447675" y="1438275"/>
                </a:lnTo>
                <a:close/>
                <a:moveTo>
                  <a:pt x="971550" y="1438275"/>
                </a:moveTo>
                <a:lnTo>
                  <a:pt x="990600" y="1438275"/>
                </a:lnTo>
                <a:lnTo>
                  <a:pt x="990600" y="1457325"/>
                </a:lnTo>
                <a:lnTo>
                  <a:pt x="981075" y="1457325"/>
                </a:lnTo>
                <a:lnTo>
                  <a:pt x="981075" y="1447800"/>
                </a:lnTo>
                <a:lnTo>
                  <a:pt x="971550" y="1447800"/>
                </a:lnTo>
                <a:close/>
                <a:moveTo>
                  <a:pt x="1000125" y="1438275"/>
                </a:moveTo>
                <a:lnTo>
                  <a:pt x="1038225" y="1438275"/>
                </a:lnTo>
                <a:lnTo>
                  <a:pt x="1038225" y="1447800"/>
                </a:lnTo>
                <a:lnTo>
                  <a:pt x="1057275" y="1447800"/>
                </a:lnTo>
                <a:lnTo>
                  <a:pt x="1057275" y="1438275"/>
                </a:lnTo>
                <a:lnTo>
                  <a:pt x="1085850" y="1438275"/>
                </a:lnTo>
                <a:lnTo>
                  <a:pt x="1085850" y="1447800"/>
                </a:lnTo>
                <a:lnTo>
                  <a:pt x="1076325" y="1447800"/>
                </a:lnTo>
                <a:lnTo>
                  <a:pt x="1076325" y="1457325"/>
                </a:lnTo>
                <a:lnTo>
                  <a:pt x="1085850" y="1457325"/>
                </a:lnTo>
                <a:lnTo>
                  <a:pt x="1085850" y="1466850"/>
                </a:lnTo>
                <a:lnTo>
                  <a:pt x="1000125" y="1466850"/>
                </a:lnTo>
                <a:lnTo>
                  <a:pt x="1000125" y="1457325"/>
                </a:lnTo>
                <a:lnTo>
                  <a:pt x="1019175" y="1457325"/>
                </a:lnTo>
                <a:lnTo>
                  <a:pt x="1019175" y="1447800"/>
                </a:lnTo>
                <a:lnTo>
                  <a:pt x="1000125" y="1447800"/>
                </a:lnTo>
                <a:close/>
                <a:moveTo>
                  <a:pt x="1095375" y="1438275"/>
                </a:moveTo>
                <a:lnTo>
                  <a:pt x="1114425" y="1438275"/>
                </a:lnTo>
                <a:lnTo>
                  <a:pt x="1114425" y="1447800"/>
                </a:lnTo>
                <a:lnTo>
                  <a:pt x="1123950" y="1447800"/>
                </a:lnTo>
                <a:lnTo>
                  <a:pt x="1123950" y="1457325"/>
                </a:lnTo>
                <a:lnTo>
                  <a:pt x="1114425" y="1457325"/>
                </a:lnTo>
                <a:lnTo>
                  <a:pt x="1114425" y="1466850"/>
                </a:lnTo>
                <a:lnTo>
                  <a:pt x="1104900" y="1466850"/>
                </a:lnTo>
                <a:lnTo>
                  <a:pt x="1104900" y="1457325"/>
                </a:lnTo>
                <a:lnTo>
                  <a:pt x="1095375" y="1457325"/>
                </a:lnTo>
                <a:close/>
                <a:moveTo>
                  <a:pt x="219075" y="1457325"/>
                </a:moveTo>
                <a:lnTo>
                  <a:pt x="228600" y="1457325"/>
                </a:lnTo>
                <a:lnTo>
                  <a:pt x="228600" y="1466850"/>
                </a:lnTo>
                <a:lnTo>
                  <a:pt x="219075" y="1466850"/>
                </a:lnTo>
                <a:close/>
                <a:moveTo>
                  <a:pt x="485775" y="1457325"/>
                </a:moveTo>
                <a:lnTo>
                  <a:pt x="514350" y="1457325"/>
                </a:lnTo>
                <a:lnTo>
                  <a:pt x="514350" y="1466850"/>
                </a:lnTo>
                <a:lnTo>
                  <a:pt x="485775" y="1466850"/>
                </a:lnTo>
                <a:close/>
                <a:moveTo>
                  <a:pt x="533400" y="1457325"/>
                </a:moveTo>
                <a:lnTo>
                  <a:pt x="552450" y="1457325"/>
                </a:lnTo>
                <a:lnTo>
                  <a:pt x="552450" y="1466850"/>
                </a:lnTo>
                <a:lnTo>
                  <a:pt x="533400" y="1466850"/>
                </a:lnTo>
                <a:close/>
                <a:moveTo>
                  <a:pt x="561975" y="1457325"/>
                </a:moveTo>
                <a:lnTo>
                  <a:pt x="571500" y="1457325"/>
                </a:lnTo>
                <a:lnTo>
                  <a:pt x="571500" y="1466850"/>
                </a:lnTo>
                <a:lnTo>
                  <a:pt x="561975" y="1466850"/>
                </a:lnTo>
                <a:close/>
                <a:moveTo>
                  <a:pt x="1895475" y="1476375"/>
                </a:moveTo>
                <a:lnTo>
                  <a:pt x="1905000" y="1476375"/>
                </a:lnTo>
                <a:lnTo>
                  <a:pt x="1905000" y="1485900"/>
                </a:lnTo>
                <a:lnTo>
                  <a:pt x="1914525" y="1485900"/>
                </a:lnTo>
                <a:lnTo>
                  <a:pt x="1914525" y="1504950"/>
                </a:lnTo>
                <a:lnTo>
                  <a:pt x="1905000" y="1504950"/>
                </a:lnTo>
                <a:lnTo>
                  <a:pt x="1905000" y="1495425"/>
                </a:lnTo>
                <a:lnTo>
                  <a:pt x="1895475" y="1495425"/>
                </a:lnTo>
                <a:close/>
                <a:moveTo>
                  <a:pt x="476250" y="1485900"/>
                </a:moveTo>
                <a:lnTo>
                  <a:pt x="523875" y="1485900"/>
                </a:lnTo>
                <a:lnTo>
                  <a:pt x="523875" y="1495425"/>
                </a:lnTo>
                <a:lnTo>
                  <a:pt x="504825" y="1495425"/>
                </a:lnTo>
                <a:lnTo>
                  <a:pt x="504825" y="1524000"/>
                </a:lnTo>
                <a:lnTo>
                  <a:pt x="485775" y="1524000"/>
                </a:lnTo>
                <a:lnTo>
                  <a:pt x="485775" y="1504950"/>
                </a:lnTo>
                <a:lnTo>
                  <a:pt x="476250" y="1504950"/>
                </a:lnTo>
                <a:close/>
                <a:moveTo>
                  <a:pt x="523875" y="1495425"/>
                </a:moveTo>
                <a:lnTo>
                  <a:pt x="533400" y="1495425"/>
                </a:lnTo>
                <a:lnTo>
                  <a:pt x="533400" y="1514475"/>
                </a:lnTo>
                <a:lnTo>
                  <a:pt x="523875" y="1514475"/>
                </a:lnTo>
                <a:close/>
                <a:moveTo>
                  <a:pt x="590550" y="1495425"/>
                </a:moveTo>
                <a:lnTo>
                  <a:pt x="600075" y="1495425"/>
                </a:lnTo>
                <a:lnTo>
                  <a:pt x="600075" y="1504950"/>
                </a:lnTo>
                <a:lnTo>
                  <a:pt x="590550" y="1504950"/>
                </a:lnTo>
                <a:close/>
                <a:moveTo>
                  <a:pt x="628650" y="1495425"/>
                </a:moveTo>
                <a:lnTo>
                  <a:pt x="638175" y="1495425"/>
                </a:lnTo>
                <a:lnTo>
                  <a:pt x="638175" y="1504950"/>
                </a:lnTo>
                <a:lnTo>
                  <a:pt x="628650" y="1504950"/>
                </a:lnTo>
                <a:close/>
                <a:moveTo>
                  <a:pt x="1400175" y="1495425"/>
                </a:moveTo>
                <a:lnTo>
                  <a:pt x="1409700" y="1495425"/>
                </a:lnTo>
                <a:lnTo>
                  <a:pt x="1409700" y="1504950"/>
                </a:lnTo>
                <a:lnTo>
                  <a:pt x="1400175" y="1504950"/>
                </a:lnTo>
                <a:close/>
                <a:moveTo>
                  <a:pt x="1895475" y="1504950"/>
                </a:moveTo>
                <a:lnTo>
                  <a:pt x="1905000" y="1504950"/>
                </a:lnTo>
                <a:lnTo>
                  <a:pt x="1905000" y="1543050"/>
                </a:lnTo>
                <a:lnTo>
                  <a:pt x="1895475" y="1543050"/>
                </a:lnTo>
                <a:close/>
                <a:moveTo>
                  <a:pt x="1714500" y="1514475"/>
                </a:moveTo>
                <a:lnTo>
                  <a:pt x="1724025" y="1514475"/>
                </a:lnTo>
                <a:lnTo>
                  <a:pt x="1724025" y="1533525"/>
                </a:lnTo>
                <a:lnTo>
                  <a:pt x="1714500" y="1533525"/>
                </a:lnTo>
                <a:close/>
                <a:moveTo>
                  <a:pt x="514350" y="1524000"/>
                </a:moveTo>
                <a:lnTo>
                  <a:pt x="523875" y="1524000"/>
                </a:lnTo>
                <a:lnTo>
                  <a:pt x="523875" y="1533525"/>
                </a:lnTo>
                <a:lnTo>
                  <a:pt x="514350" y="1533525"/>
                </a:lnTo>
                <a:close/>
                <a:moveTo>
                  <a:pt x="1466850" y="1543050"/>
                </a:moveTo>
                <a:lnTo>
                  <a:pt x="1476375" y="1543050"/>
                </a:lnTo>
                <a:lnTo>
                  <a:pt x="1476375" y="1552575"/>
                </a:lnTo>
                <a:lnTo>
                  <a:pt x="1466850" y="1552575"/>
                </a:lnTo>
                <a:close/>
                <a:moveTo>
                  <a:pt x="1457325" y="1552575"/>
                </a:moveTo>
                <a:lnTo>
                  <a:pt x="1466850" y="1552575"/>
                </a:lnTo>
                <a:lnTo>
                  <a:pt x="1466850" y="1562100"/>
                </a:lnTo>
                <a:lnTo>
                  <a:pt x="1457325" y="1562100"/>
                </a:lnTo>
                <a:close/>
                <a:moveTo>
                  <a:pt x="504825" y="1571625"/>
                </a:moveTo>
                <a:lnTo>
                  <a:pt x="514350" y="1571625"/>
                </a:lnTo>
                <a:lnTo>
                  <a:pt x="514350" y="1581150"/>
                </a:lnTo>
                <a:lnTo>
                  <a:pt x="504825" y="1581150"/>
                </a:lnTo>
                <a:close/>
                <a:moveTo>
                  <a:pt x="1895475" y="1571625"/>
                </a:moveTo>
                <a:lnTo>
                  <a:pt x="1905000" y="1571625"/>
                </a:lnTo>
                <a:lnTo>
                  <a:pt x="1905000" y="1590675"/>
                </a:lnTo>
                <a:lnTo>
                  <a:pt x="1895475" y="1590675"/>
                </a:lnTo>
                <a:close/>
                <a:moveTo>
                  <a:pt x="838200" y="1590675"/>
                </a:moveTo>
                <a:lnTo>
                  <a:pt x="857250" y="1590675"/>
                </a:lnTo>
                <a:lnTo>
                  <a:pt x="857250" y="1600200"/>
                </a:lnTo>
                <a:lnTo>
                  <a:pt x="866775" y="1600200"/>
                </a:lnTo>
                <a:lnTo>
                  <a:pt x="866775" y="1609725"/>
                </a:lnTo>
                <a:lnTo>
                  <a:pt x="838200" y="1609725"/>
                </a:lnTo>
                <a:close/>
                <a:moveTo>
                  <a:pt x="1276350" y="1590675"/>
                </a:moveTo>
                <a:lnTo>
                  <a:pt x="1285875" y="1590675"/>
                </a:lnTo>
                <a:lnTo>
                  <a:pt x="1285875" y="1609725"/>
                </a:lnTo>
                <a:lnTo>
                  <a:pt x="1276350" y="1609725"/>
                </a:lnTo>
                <a:close/>
                <a:moveTo>
                  <a:pt x="171450" y="1600200"/>
                </a:moveTo>
                <a:lnTo>
                  <a:pt x="190500" y="1600200"/>
                </a:lnTo>
                <a:lnTo>
                  <a:pt x="190500" y="1609725"/>
                </a:lnTo>
                <a:lnTo>
                  <a:pt x="171450" y="1609725"/>
                </a:lnTo>
                <a:close/>
                <a:moveTo>
                  <a:pt x="1866900" y="1609725"/>
                </a:moveTo>
                <a:lnTo>
                  <a:pt x="1885950" y="1609725"/>
                </a:lnTo>
                <a:lnTo>
                  <a:pt x="1885950" y="1619250"/>
                </a:lnTo>
                <a:lnTo>
                  <a:pt x="1866900" y="1619250"/>
                </a:lnTo>
                <a:close/>
                <a:moveTo>
                  <a:pt x="600075" y="1628775"/>
                </a:moveTo>
                <a:lnTo>
                  <a:pt x="609600" y="1628775"/>
                </a:lnTo>
                <a:lnTo>
                  <a:pt x="609600" y="1638300"/>
                </a:lnTo>
                <a:lnTo>
                  <a:pt x="600075" y="1638300"/>
                </a:lnTo>
                <a:close/>
                <a:moveTo>
                  <a:pt x="628650" y="1628775"/>
                </a:moveTo>
                <a:lnTo>
                  <a:pt x="647700" y="1628775"/>
                </a:lnTo>
                <a:lnTo>
                  <a:pt x="647700" y="1638300"/>
                </a:lnTo>
                <a:lnTo>
                  <a:pt x="628650" y="1638300"/>
                </a:lnTo>
                <a:close/>
                <a:moveTo>
                  <a:pt x="923925" y="1628775"/>
                </a:moveTo>
                <a:lnTo>
                  <a:pt x="952500" y="1628775"/>
                </a:lnTo>
                <a:lnTo>
                  <a:pt x="952500" y="1638300"/>
                </a:lnTo>
                <a:lnTo>
                  <a:pt x="1095375" y="1638300"/>
                </a:lnTo>
                <a:lnTo>
                  <a:pt x="1095375" y="1647825"/>
                </a:lnTo>
                <a:lnTo>
                  <a:pt x="923925" y="1647825"/>
                </a:lnTo>
                <a:close/>
                <a:moveTo>
                  <a:pt x="1828800" y="1628775"/>
                </a:moveTo>
                <a:lnTo>
                  <a:pt x="1838325" y="1628775"/>
                </a:lnTo>
                <a:lnTo>
                  <a:pt x="1838325" y="1638300"/>
                </a:lnTo>
                <a:lnTo>
                  <a:pt x="1828800" y="1638300"/>
                </a:lnTo>
                <a:close/>
                <a:moveTo>
                  <a:pt x="1114425" y="1638300"/>
                </a:moveTo>
                <a:lnTo>
                  <a:pt x="1190625" y="1638300"/>
                </a:lnTo>
                <a:lnTo>
                  <a:pt x="1190625" y="1647825"/>
                </a:lnTo>
                <a:lnTo>
                  <a:pt x="1171575" y="1647825"/>
                </a:lnTo>
                <a:lnTo>
                  <a:pt x="1171575" y="1657350"/>
                </a:lnTo>
                <a:lnTo>
                  <a:pt x="1143000" y="1657350"/>
                </a:lnTo>
                <a:lnTo>
                  <a:pt x="1143000" y="1647825"/>
                </a:lnTo>
                <a:lnTo>
                  <a:pt x="1133475" y="1647825"/>
                </a:lnTo>
                <a:lnTo>
                  <a:pt x="1133475" y="1657350"/>
                </a:lnTo>
                <a:lnTo>
                  <a:pt x="1123950" y="1657350"/>
                </a:lnTo>
                <a:lnTo>
                  <a:pt x="1123950" y="1647825"/>
                </a:lnTo>
                <a:lnTo>
                  <a:pt x="1114425" y="1647825"/>
                </a:lnTo>
                <a:close/>
                <a:moveTo>
                  <a:pt x="1200150" y="1638300"/>
                </a:moveTo>
                <a:lnTo>
                  <a:pt x="1209675" y="1638300"/>
                </a:lnTo>
                <a:lnTo>
                  <a:pt x="1209675" y="1647825"/>
                </a:lnTo>
                <a:lnTo>
                  <a:pt x="1200150" y="1647825"/>
                </a:lnTo>
                <a:close/>
                <a:moveTo>
                  <a:pt x="1238250" y="1638300"/>
                </a:moveTo>
                <a:lnTo>
                  <a:pt x="1247775" y="1638300"/>
                </a:lnTo>
                <a:lnTo>
                  <a:pt x="1247775" y="1647825"/>
                </a:lnTo>
                <a:lnTo>
                  <a:pt x="1238250" y="1647825"/>
                </a:lnTo>
                <a:close/>
                <a:moveTo>
                  <a:pt x="1257300" y="1638300"/>
                </a:moveTo>
                <a:lnTo>
                  <a:pt x="1266825" y="1638300"/>
                </a:lnTo>
                <a:lnTo>
                  <a:pt x="1266825" y="1647825"/>
                </a:lnTo>
                <a:lnTo>
                  <a:pt x="1257300" y="1647825"/>
                </a:lnTo>
                <a:close/>
                <a:moveTo>
                  <a:pt x="1276350" y="1638300"/>
                </a:moveTo>
                <a:lnTo>
                  <a:pt x="1314450" y="1638300"/>
                </a:lnTo>
                <a:lnTo>
                  <a:pt x="1314450" y="1647825"/>
                </a:lnTo>
                <a:lnTo>
                  <a:pt x="1276350" y="1647825"/>
                </a:lnTo>
                <a:close/>
                <a:moveTo>
                  <a:pt x="1323975" y="1638300"/>
                </a:moveTo>
                <a:lnTo>
                  <a:pt x="1333500" y="1638300"/>
                </a:lnTo>
                <a:lnTo>
                  <a:pt x="1333500" y="1647825"/>
                </a:lnTo>
                <a:lnTo>
                  <a:pt x="1323975" y="1647825"/>
                </a:lnTo>
                <a:close/>
                <a:moveTo>
                  <a:pt x="1343025" y="1638300"/>
                </a:moveTo>
                <a:lnTo>
                  <a:pt x="1352550" y="1638300"/>
                </a:lnTo>
                <a:lnTo>
                  <a:pt x="1352550" y="1647825"/>
                </a:lnTo>
                <a:lnTo>
                  <a:pt x="1343025" y="1647825"/>
                </a:lnTo>
                <a:close/>
                <a:moveTo>
                  <a:pt x="1362075" y="1638300"/>
                </a:moveTo>
                <a:lnTo>
                  <a:pt x="1371600" y="1638300"/>
                </a:lnTo>
                <a:lnTo>
                  <a:pt x="1371600" y="1647825"/>
                </a:lnTo>
                <a:lnTo>
                  <a:pt x="1362075" y="1647825"/>
                </a:lnTo>
                <a:close/>
                <a:moveTo>
                  <a:pt x="1381125" y="1638300"/>
                </a:moveTo>
                <a:lnTo>
                  <a:pt x="1390650" y="1638300"/>
                </a:lnTo>
                <a:lnTo>
                  <a:pt x="1390650" y="1657350"/>
                </a:lnTo>
                <a:lnTo>
                  <a:pt x="1381125" y="1657350"/>
                </a:lnTo>
                <a:close/>
                <a:moveTo>
                  <a:pt x="1438275" y="1638300"/>
                </a:moveTo>
                <a:lnTo>
                  <a:pt x="1447800" y="1638300"/>
                </a:lnTo>
                <a:lnTo>
                  <a:pt x="1447800" y="1647825"/>
                </a:lnTo>
                <a:lnTo>
                  <a:pt x="1438275" y="1647825"/>
                </a:lnTo>
                <a:close/>
                <a:moveTo>
                  <a:pt x="1457325" y="1638300"/>
                </a:moveTo>
                <a:lnTo>
                  <a:pt x="1466850" y="1638300"/>
                </a:lnTo>
                <a:lnTo>
                  <a:pt x="1466850" y="1647825"/>
                </a:lnTo>
                <a:lnTo>
                  <a:pt x="1457325" y="1647825"/>
                </a:lnTo>
                <a:close/>
                <a:moveTo>
                  <a:pt x="1647825" y="1638300"/>
                </a:moveTo>
                <a:lnTo>
                  <a:pt x="1657350" y="1638300"/>
                </a:lnTo>
                <a:lnTo>
                  <a:pt x="1657350" y="1647825"/>
                </a:lnTo>
                <a:lnTo>
                  <a:pt x="1647825" y="1647825"/>
                </a:lnTo>
                <a:close/>
                <a:moveTo>
                  <a:pt x="1428750" y="1647825"/>
                </a:moveTo>
                <a:lnTo>
                  <a:pt x="1438275" y="1647825"/>
                </a:lnTo>
                <a:lnTo>
                  <a:pt x="1438275" y="1657350"/>
                </a:lnTo>
                <a:lnTo>
                  <a:pt x="1428750" y="1657350"/>
                </a:lnTo>
                <a:close/>
                <a:moveTo>
                  <a:pt x="1466850" y="1647825"/>
                </a:moveTo>
                <a:lnTo>
                  <a:pt x="1495425" y="1647825"/>
                </a:lnTo>
                <a:lnTo>
                  <a:pt x="1495425" y="1657350"/>
                </a:lnTo>
                <a:lnTo>
                  <a:pt x="1466850" y="1657350"/>
                </a:lnTo>
                <a:close/>
                <a:moveTo>
                  <a:pt x="1533525" y="1647825"/>
                </a:moveTo>
                <a:lnTo>
                  <a:pt x="1543050" y="1647825"/>
                </a:lnTo>
                <a:lnTo>
                  <a:pt x="1543050" y="1657350"/>
                </a:lnTo>
                <a:lnTo>
                  <a:pt x="1533525" y="1657350"/>
                </a:lnTo>
                <a:close/>
                <a:moveTo>
                  <a:pt x="1704975" y="1647825"/>
                </a:moveTo>
                <a:lnTo>
                  <a:pt x="1752600" y="1647825"/>
                </a:lnTo>
                <a:lnTo>
                  <a:pt x="1752600" y="1657350"/>
                </a:lnTo>
                <a:lnTo>
                  <a:pt x="1704975" y="1657350"/>
                </a:lnTo>
                <a:close/>
              </a:path>
            </a:pathLst>
          </a:custGeom>
          <a:solidFill xmlns:a="http://schemas.openxmlformats.org/drawingml/2006/main">
            <a:srgbClr val="F3EEE1"/>
          </a:solidFill>
          <a:ln xmlns:a="http://schemas.openxmlformats.org/drawingml/2006/main" w="0">
            <a:noFill/>
          </a:ln>
        </p:spPr>
      </p:sp>
      <p:sp>
        <p:nvSpPr>
          <p:cNvPr id="114" name="appearance vector #f2eee3">
            <a:extLst xmlns:a="http://schemas.openxmlformats.org/drawingml/2006/main">
              <a:ext uri="{FF2B5EF4-FFF2-40B4-BE49-F238E27FC236}">
                <a16:creationId xmlns:a16="http://schemas.microsoft.com/office/drawing/2014/main" id="{B9242F26-5452-4BD5-BB56-305B47BF14D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343400" y="5114925"/>
            <a:ext cx="1943100" cy="1666875"/>
          </a:xfrm>
          <a:custGeom xmlns:a="http://schemas.openxmlformats.org/drawingml/2006/main">
            <a:pathLst>
              <a:path w="1943100" h="1666875">
                <a:moveTo>
                  <a:pt x="28575" y="190500"/>
                </a:moveTo>
                <a:lnTo>
                  <a:pt x="38100" y="190500"/>
                </a:lnTo>
                <a:lnTo>
                  <a:pt x="38100" y="200025"/>
                </a:lnTo>
                <a:lnTo>
                  <a:pt x="28575" y="200025"/>
                </a:lnTo>
                <a:close/>
                <a:moveTo>
                  <a:pt x="38100" y="200025"/>
                </a:moveTo>
                <a:lnTo>
                  <a:pt x="47625" y="200025"/>
                </a:lnTo>
                <a:lnTo>
                  <a:pt x="47625" y="209550"/>
                </a:lnTo>
                <a:lnTo>
                  <a:pt x="38100" y="209550"/>
                </a:lnTo>
                <a:close/>
                <a:moveTo>
                  <a:pt x="1743075" y="219075"/>
                </a:moveTo>
                <a:lnTo>
                  <a:pt x="1752600" y="219075"/>
                </a:lnTo>
                <a:lnTo>
                  <a:pt x="1752600" y="238125"/>
                </a:lnTo>
                <a:lnTo>
                  <a:pt x="1743075" y="238125"/>
                </a:lnTo>
                <a:close/>
                <a:moveTo>
                  <a:pt x="1743075" y="247650"/>
                </a:moveTo>
                <a:lnTo>
                  <a:pt x="1762125" y="247650"/>
                </a:lnTo>
                <a:lnTo>
                  <a:pt x="1762125" y="257175"/>
                </a:lnTo>
                <a:lnTo>
                  <a:pt x="1743075" y="257175"/>
                </a:lnTo>
                <a:close/>
                <a:moveTo>
                  <a:pt x="657225" y="257175"/>
                </a:moveTo>
                <a:lnTo>
                  <a:pt x="666750" y="257175"/>
                </a:lnTo>
                <a:lnTo>
                  <a:pt x="666750" y="276225"/>
                </a:lnTo>
                <a:lnTo>
                  <a:pt x="657225" y="276225"/>
                </a:lnTo>
                <a:close/>
                <a:moveTo>
                  <a:pt x="38100" y="333375"/>
                </a:moveTo>
                <a:lnTo>
                  <a:pt x="47625" y="333375"/>
                </a:lnTo>
                <a:lnTo>
                  <a:pt x="47625" y="342900"/>
                </a:lnTo>
                <a:lnTo>
                  <a:pt x="38100" y="342900"/>
                </a:lnTo>
                <a:close/>
                <a:moveTo>
                  <a:pt x="209550" y="533400"/>
                </a:moveTo>
                <a:lnTo>
                  <a:pt x="219075" y="533400"/>
                </a:lnTo>
                <a:lnTo>
                  <a:pt x="219075" y="542925"/>
                </a:lnTo>
                <a:lnTo>
                  <a:pt x="209550" y="542925"/>
                </a:lnTo>
                <a:close/>
                <a:moveTo>
                  <a:pt x="552450" y="533400"/>
                </a:moveTo>
                <a:lnTo>
                  <a:pt x="561975" y="533400"/>
                </a:lnTo>
                <a:lnTo>
                  <a:pt x="561975" y="542925"/>
                </a:lnTo>
                <a:lnTo>
                  <a:pt x="552450" y="542925"/>
                </a:lnTo>
                <a:close/>
                <a:moveTo>
                  <a:pt x="781050" y="533400"/>
                </a:moveTo>
                <a:lnTo>
                  <a:pt x="819150" y="533400"/>
                </a:lnTo>
                <a:lnTo>
                  <a:pt x="819150" y="542925"/>
                </a:lnTo>
                <a:lnTo>
                  <a:pt x="781050" y="542925"/>
                </a:lnTo>
                <a:close/>
                <a:moveTo>
                  <a:pt x="1247775" y="533400"/>
                </a:moveTo>
                <a:lnTo>
                  <a:pt x="1276350" y="533400"/>
                </a:lnTo>
                <a:lnTo>
                  <a:pt x="1276350" y="542925"/>
                </a:lnTo>
                <a:lnTo>
                  <a:pt x="1247775" y="542925"/>
                </a:lnTo>
                <a:close/>
                <a:moveTo>
                  <a:pt x="1314450" y="533400"/>
                </a:moveTo>
                <a:lnTo>
                  <a:pt x="1333500" y="533400"/>
                </a:lnTo>
                <a:lnTo>
                  <a:pt x="1333500" y="542925"/>
                </a:lnTo>
                <a:lnTo>
                  <a:pt x="1314450" y="542925"/>
                </a:lnTo>
                <a:close/>
                <a:moveTo>
                  <a:pt x="1409700" y="533400"/>
                </a:moveTo>
                <a:lnTo>
                  <a:pt x="1419225" y="533400"/>
                </a:lnTo>
                <a:lnTo>
                  <a:pt x="1419225" y="542925"/>
                </a:lnTo>
                <a:lnTo>
                  <a:pt x="1409700" y="542925"/>
                </a:lnTo>
                <a:close/>
                <a:moveTo>
                  <a:pt x="1809750" y="533400"/>
                </a:moveTo>
                <a:lnTo>
                  <a:pt x="1828800" y="533400"/>
                </a:lnTo>
                <a:lnTo>
                  <a:pt x="1828800" y="542925"/>
                </a:lnTo>
                <a:lnTo>
                  <a:pt x="1838325" y="542925"/>
                </a:lnTo>
                <a:lnTo>
                  <a:pt x="1838325" y="552450"/>
                </a:lnTo>
                <a:lnTo>
                  <a:pt x="1809750" y="552450"/>
                </a:lnTo>
                <a:close/>
                <a:moveTo>
                  <a:pt x="504825" y="542925"/>
                </a:moveTo>
                <a:lnTo>
                  <a:pt x="523875" y="542925"/>
                </a:lnTo>
                <a:lnTo>
                  <a:pt x="523875" y="552450"/>
                </a:lnTo>
                <a:lnTo>
                  <a:pt x="504825" y="552450"/>
                </a:lnTo>
                <a:close/>
                <a:moveTo>
                  <a:pt x="180975" y="552450"/>
                </a:moveTo>
                <a:lnTo>
                  <a:pt x="190500" y="552450"/>
                </a:lnTo>
                <a:lnTo>
                  <a:pt x="190500" y="561975"/>
                </a:lnTo>
                <a:lnTo>
                  <a:pt x="180975" y="561975"/>
                </a:lnTo>
                <a:close/>
                <a:moveTo>
                  <a:pt x="200025" y="552450"/>
                </a:moveTo>
                <a:lnTo>
                  <a:pt x="209550" y="552450"/>
                </a:lnTo>
                <a:lnTo>
                  <a:pt x="209550" y="561975"/>
                </a:lnTo>
                <a:lnTo>
                  <a:pt x="200025" y="561975"/>
                </a:lnTo>
                <a:close/>
                <a:moveTo>
                  <a:pt x="485775" y="552450"/>
                </a:moveTo>
                <a:lnTo>
                  <a:pt x="504825" y="552450"/>
                </a:lnTo>
                <a:lnTo>
                  <a:pt x="504825" y="561975"/>
                </a:lnTo>
                <a:lnTo>
                  <a:pt x="514350" y="561975"/>
                </a:lnTo>
                <a:lnTo>
                  <a:pt x="514350" y="571500"/>
                </a:lnTo>
                <a:lnTo>
                  <a:pt x="495300" y="571500"/>
                </a:lnTo>
                <a:lnTo>
                  <a:pt x="495300" y="561975"/>
                </a:lnTo>
                <a:lnTo>
                  <a:pt x="485775" y="561975"/>
                </a:lnTo>
                <a:close/>
                <a:moveTo>
                  <a:pt x="1257300" y="552450"/>
                </a:moveTo>
                <a:lnTo>
                  <a:pt x="1276350" y="552450"/>
                </a:lnTo>
                <a:lnTo>
                  <a:pt x="1276350" y="561975"/>
                </a:lnTo>
                <a:lnTo>
                  <a:pt x="1266825" y="561975"/>
                </a:lnTo>
                <a:lnTo>
                  <a:pt x="1266825" y="571500"/>
                </a:lnTo>
                <a:lnTo>
                  <a:pt x="1257300" y="571500"/>
                </a:lnTo>
                <a:close/>
                <a:moveTo>
                  <a:pt x="276225" y="561975"/>
                </a:moveTo>
                <a:lnTo>
                  <a:pt x="285750" y="561975"/>
                </a:lnTo>
                <a:lnTo>
                  <a:pt x="285750" y="581025"/>
                </a:lnTo>
                <a:lnTo>
                  <a:pt x="266700" y="581025"/>
                </a:lnTo>
                <a:lnTo>
                  <a:pt x="266700" y="571500"/>
                </a:lnTo>
                <a:lnTo>
                  <a:pt x="276225" y="571500"/>
                </a:lnTo>
                <a:close/>
                <a:moveTo>
                  <a:pt x="1104900" y="561975"/>
                </a:moveTo>
                <a:lnTo>
                  <a:pt x="1123950" y="561975"/>
                </a:lnTo>
                <a:lnTo>
                  <a:pt x="1123950" y="581025"/>
                </a:lnTo>
                <a:lnTo>
                  <a:pt x="1114425" y="581025"/>
                </a:lnTo>
                <a:lnTo>
                  <a:pt x="1114425" y="590550"/>
                </a:lnTo>
                <a:lnTo>
                  <a:pt x="1085850" y="590550"/>
                </a:lnTo>
                <a:lnTo>
                  <a:pt x="1085850" y="581025"/>
                </a:lnTo>
                <a:lnTo>
                  <a:pt x="1095375" y="581025"/>
                </a:lnTo>
                <a:lnTo>
                  <a:pt x="1095375" y="571500"/>
                </a:lnTo>
                <a:lnTo>
                  <a:pt x="1104900" y="571500"/>
                </a:lnTo>
                <a:close/>
                <a:moveTo>
                  <a:pt x="514350" y="571500"/>
                </a:moveTo>
                <a:lnTo>
                  <a:pt x="523875" y="571500"/>
                </a:lnTo>
                <a:lnTo>
                  <a:pt x="523875" y="581025"/>
                </a:lnTo>
                <a:lnTo>
                  <a:pt x="514350" y="581025"/>
                </a:lnTo>
                <a:close/>
                <a:moveTo>
                  <a:pt x="1781175" y="571500"/>
                </a:moveTo>
                <a:lnTo>
                  <a:pt x="1809750" y="571500"/>
                </a:lnTo>
                <a:lnTo>
                  <a:pt x="1809750" y="581025"/>
                </a:lnTo>
                <a:lnTo>
                  <a:pt x="1819275" y="581025"/>
                </a:lnTo>
                <a:lnTo>
                  <a:pt x="1819275" y="600075"/>
                </a:lnTo>
                <a:lnTo>
                  <a:pt x="1809750" y="600075"/>
                </a:lnTo>
                <a:lnTo>
                  <a:pt x="1809750" y="609600"/>
                </a:lnTo>
                <a:lnTo>
                  <a:pt x="1800225" y="609600"/>
                </a:lnTo>
                <a:lnTo>
                  <a:pt x="1800225" y="619125"/>
                </a:lnTo>
                <a:lnTo>
                  <a:pt x="1790700" y="619125"/>
                </a:lnTo>
                <a:lnTo>
                  <a:pt x="1790700" y="600075"/>
                </a:lnTo>
                <a:lnTo>
                  <a:pt x="1781175" y="600075"/>
                </a:lnTo>
                <a:close/>
                <a:moveTo>
                  <a:pt x="1038225" y="581025"/>
                </a:moveTo>
                <a:lnTo>
                  <a:pt x="1047750" y="581025"/>
                </a:lnTo>
                <a:lnTo>
                  <a:pt x="1047750" y="590550"/>
                </a:lnTo>
                <a:lnTo>
                  <a:pt x="1057275" y="590550"/>
                </a:lnTo>
                <a:lnTo>
                  <a:pt x="1057275" y="600075"/>
                </a:lnTo>
                <a:lnTo>
                  <a:pt x="1047750" y="600075"/>
                </a:lnTo>
                <a:lnTo>
                  <a:pt x="1047750" y="609600"/>
                </a:lnTo>
                <a:lnTo>
                  <a:pt x="1038225" y="609600"/>
                </a:lnTo>
                <a:close/>
                <a:moveTo>
                  <a:pt x="342900" y="600075"/>
                </a:moveTo>
                <a:lnTo>
                  <a:pt x="352425" y="600075"/>
                </a:lnTo>
                <a:lnTo>
                  <a:pt x="352425" y="609600"/>
                </a:lnTo>
                <a:lnTo>
                  <a:pt x="361950" y="609600"/>
                </a:lnTo>
                <a:lnTo>
                  <a:pt x="361950" y="619125"/>
                </a:lnTo>
                <a:lnTo>
                  <a:pt x="342900" y="619125"/>
                </a:lnTo>
                <a:close/>
                <a:moveTo>
                  <a:pt x="1085850" y="600075"/>
                </a:moveTo>
                <a:lnTo>
                  <a:pt x="1104900" y="600075"/>
                </a:lnTo>
                <a:lnTo>
                  <a:pt x="1104900" y="609600"/>
                </a:lnTo>
                <a:lnTo>
                  <a:pt x="1085850" y="609600"/>
                </a:lnTo>
                <a:close/>
                <a:moveTo>
                  <a:pt x="1762125" y="600075"/>
                </a:moveTo>
                <a:lnTo>
                  <a:pt x="1771650" y="600075"/>
                </a:lnTo>
                <a:lnTo>
                  <a:pt x="1771650" y="609600"/>
                </a:lnTo>
                <a:lnTo>
                  <a:pt x="1781175" y="609600"/>
                </a:lnTo>
                <a:lnTo>
                  <a:pt x="1781175" y="619125"/>
                </a:lnTo>
                <a:lnTo>
                  <a:pt x="1790700" y="619125"/>
                </a:lnTo>
                <a:lnTo>
                  <a:pt x="1790700" y="638175"/>
                </a:lnTo>
                <a:lnTo>
                  <a:pt x="1781175" y="638175"/>
                </a:lnTo>
                <a:lnTo>
                  <a:pt x="1781175" y="628650"/>
                </a:lnTo>
                <a:lnTo>
                  <a:pt x="1771650" y="628650"/>
                </a:lnTo>
                <a:lnTo>
                  <a:pt x="1771650" y="619125"/>
                </a:lnTo>
                <a:lnTo>
                  <a:pt x="1762125" y="619125"/>
                </a:lnTo>
                <a:close/>
                <a:moveTo>
                  <a:pt x="28575" y="609600"/>
                </a:moveTo>
                <a:lnTo>
                  <a:pt x="38100" y="609600"/>
                </a:lnTo>
                <a:lnTo>
                  <a:pt x="38100" y="638175"/>
                </a:lnTo>
                <a:lnTo>
                  <a:pt x="28575" y="638175"/>
                </a:lnTo>
                <a:close/>
                <a:moveTo>
                  <a:pt x="1028700" y="619125"/>
                </a:moveTo>
                <a:lnTo>
                  <a:pt x="1038225" y="619125"/>
                </a:lnTo>
                <a:lnTo>
                  <a:pt x="1038225" y="628650"/>
                </a:lnTo>
                <a:lnTo>
                  <a:pt x="1028700" y="628650"/>
                </a:lnTo>
                <a:close/>
                <a:moveTo>
                  <a:pt x="1085850" y="619125"/>
                </a:moveTo>
                <a:lnTo>
                  <a:pt x="1104900" y="619125"/>
                </a:lnTo>
                <a:lnTo>
                  <a:pt x="1104900" y="628650"/>
                </a:lnTo>
                <a:lnTo>
                  <a:pt x="1085850" y="628650"/>
                </a:lnTo>
                <a:close/>
                <a:moveTo>
                  <a:pt x="1000125" y="638175"/>
                </a:moveTo>
                <a:lnTo>
                  <a:pt x="1009650" y="638175"/>
                </a:lnTo>
                <a:lnTo>
                  <a:pt x="1009650" y="647700"/>
                </a:lnTo>
                <a:lnTo>
                  <a:pt x="1000125" y="647700"/>
                </a:lnTo>
                <a:close/>
                <a:moveTo>
                  <a:pt x="371475" y="666750"/>
                </a:moveTo>
                <a:lnTo>
                  <a:pt x="381000" y="666750"/>
                </a:lnTo>
                <a:lnTo>
                  <a:pt x="381000" y="676275"/>
                </a:lnTo>
                <a:lnTo>
                  <a:pt x="400050" y="676275"/>
                </a:lnTo>
                <a:lnTo>
                  <a:pt x="400050" y="685800"/>
                </a:lnTo>
                <a:lnTo>
                  <a:pt x="371475" y="685800"/>
                </a:lnTo>
                <a:close/>
                <a:moveTo>
                  <a:pt x="428625" y="666750"/>
                </a:moveTo>
                <a:lnTo>
                  <a:pt x="447675" y="666750"/>
                </a:lnTo>
                <a:lnTo>
                  <a:pt x="447675" y="685800"/>
                </a:lnTo>
                <a:lnTo>
                  <a:pt x="438150" y="685800"/>
                </a:lnTo>
                <a:lnTo>
                  <a:pt x="438150" y="695325"/>
                </a:lnTo>
                <a:lnTo>
                  <a:pt x="419100" y="695325"/>
                </a:lnTo>
                <a:lnTo>
                  <a:pt x="419100" y="676275"/>
                </a:lnTo>
                <a:lnTo>
                  <a:pt x="428625" y="676275"/>
                </a:lnTo>
                <a:close/>
                <a:moveTo>
                  <a:pt x="95250" y="742950"/>
                </a:moveTo>
                <a:lnTo>
                  <a:pt x="123825" y="742950"/>
                </a:lnTo>
                <a:lnTo>
                  <a:pt x="123825" y="752475"/>
                </a:lnTo>
                <a:lnTo>
                  <a:pt x="114300" y="752475"/>
                </a:lnTo>
                <a:lnTo>
                  <a:pt x="114300" y="762000"/>
                </a:lnTo>
                <a:lnTo>
                  <a:pt x="104775" y="762000"/>
                </a:lnTo>
                <a:lnTo>
                  <a:pt x="104775" y="752475"/>
                </a:lnTo>
                <a:lnTo>
                  <a:pt x="95250" y="752475"/>
                </a:lnTo>
                <a:close/>
                <a:moveTo>
                  <a:pt x="1876425" y="762000"/>
                </a:moveTo>
                <a:lnTo>
                  <a:pt x="1895475" y="762000"/>
                </a:lnTo>
                <a:lnTo>
                  <a:pt x="1895475" y="771525"/>
                </a:lnTo>
                <a:lnTo>
                  <a:pt x="1876425" y="771525"/>
                </a:lnTo>
                <a:close/>
                <a:moveTo>
                  <a:pt x="1866900" y="771525"/>
                </a:moveTo>
                <a:lnTo>
                  <a:pt x="1876425" y="771525"/>
                </a:lnTo>
                <a:lnTo>
                  <a:pt x="1876425" y="781050"/>
                </a:lnTo>
                <a:lnTo>
                  <a:pt x="1866900" y="781050"/>
                </a:lnTo>
                <a:close/>
                <a:moveTo>
                  <a:pt x="1847850" y="800100"/>
                </a:moveTo>
                <a:lnTo>
                  <a:pt x="1866900" y="800100"/>
                </a:lnTo>
                <a:lnTo>
                  <a:pt x="1866900" y="809625"/>
                </a:lnTo>
                <a:lnTo>
                  <a:pt x="1857375" y="809625"/>
                </a:lnTo>
                <a:lnTo>
                  <a:pt x="1857375" y="819150"/>
                </a:lnTo>
                <a:lnTo>
                  <a:pt x="1847850" y="819150"/>
                </a:lnTo>
                <a:close/>
                <a:moveTo>
                  <a:pt x="1600200" y="809625"/>
                </a:moveTo>
                <a:lnTo>
                  <a:pt x="1609725" y="809625"/>
                </a:lnTo>
                <a:lnTo>
                  <a:pt x="1609725" y="838200"/>
                </a:lnTo>
                <a:lnTo>
                  <a:pt x="1600200" y="838200"/>
                </a:lnTo>
                <a:close/>
                <a:moveTo>
                  <a:pt x="1819275" y="809625"/>
                </a:moveTo>
                <a:lnTo>
                  <a:pt x="1828800" y="809625"/>
                </a:lnTo>
                <a:lnTo>
                  <a:pt x="1828800" y="828675"/>
                </a:lnTo>
                <a:lnTo>
                  <a:pt x="1838325" y="828675"/>
                </a:lnTo>
                <a:lnTo>
                  <a:pt x="1838325" y="847725"/>
                </a:lnTo>
                <a:lnTo>
                  <a:pt x="1828800" y="847725"/>
                </a:lnTo>
                <a:lnTo>
                  <a:pt x="1828800" y="857250"/>
                </a:lnTo>
                <a:lnTo>
                  <a:pt x="1809750" y="857250"/>
                </a:lnTo>
                <a:lnTo>
                  <a:pt x="1809750" y="847725"/>
                </a:lnTo>
                <a:lnTo>
                  <a:pt x="1819275" y="847725"/>
                </a:lnTo>
                <a:lnTo>
                  <a:pt x="1819275" y="838200"/>
                </a:lnTo>
                <a:lnTo>
                  <a:pt x="1809750" y="838200"/>
                </a:lnTo>
                <a:lnTo>
                  <a:pt x="1809750" y="828675"/>
                </a:lnTo>
                <a:lnTo>
                  <a:pt x="1819275" y="828675"/>
                </a:lnTo>
                <a:close/>
                <a:moveTo>
                  <a:pt x="1866900" y="809625"/>
                </a:moveTo>
                <a:lnTo>
                  <a:pt x="1876425" y="809625"/>
                </a:lnTo>
                <a:lnTo>
                  <a:pt x="1876425" y="819150"/>
                </a:lnTo>
                <a:lnTo>
                  <a:pt x="1866900" y="819150"/>
                </a:lnTo>
                <a:close/>
                <a:moveTo>
                  <a:pt x="1619250" y="819150"/>
                </a:moveTo>
                <a:lnTo>
                  <a:pt x="1628775" y="819150"/>
                </a:lnTo>
                <a:lnTo>
                  <a:pt x="1628775" y="828675"/>
                </a:lnTo>
                <a:lnTo>
                  <a:pt x="1619250" y="828675"/>
                </a:lnTo>
                <a:close/>
                <a:moveTo>
                  <a:pt x="600075" y="828675"/>
                </a:moveTo>
                <a:lnTo>
                  <a:pt x="609600" y="828675"/>
                </a:lnTo>
                <a:lnTo>
                  <a:pt x="609600" y="838200"/>
                </a:lnTo>
                <a:lnTo>
                  <a:pt x="600075" y="838200"/>
                </a:lnTo>
                <a:close/>
                <a:moveTo>
                  <a:pt x="571500" y="838200"/>
                </a:moveTo>
                <a:lnTo>
                  <a:pt x="600075" y="838200"/>
                </a:lnTo>
                <a:lnTo>
                  <a:pt x="600075" y="847725"/>
                </a:lnTo>
                <a:lnTo>
                  <a:pt x="581025" y="847725"/>
                </a:lnTo>
                <a:lnTo>
                  <a:pt x="581025" y="866775"/>
                </a:lnTo>
                <a:lnTo>
                  <a:pt x="561975" y="866775"/>
                </a:lnTo>
                <a:lnTo>
                  <a:pt x="561975" y="876300"/>
                </a:lnTo>
                <a:lnTo>
                  <a:pt x="552450" y="876300"/>
                </a:lnTo>
                <a:lnTo>
                  <a:pt x="552450" y="847725"/>
                </a:lnTo>
                <a:lnTo>
                  <a:pt x="571500" y="847725"/>
                </a:lnTo>
                <a:close/>
                <a:moveTo>
                  <a:pt x="762000" y="847725"/>
                </a:moveTo>
                <a:lnTo>
                  <a:pt x="771525" y="847725"/>
                </a:lnTo>
                <a:lnTo>
                  <a:pt x="771525" y="857250"/>
                </a:lnTo>
                <a:lnTo>
                  <a:pt x="781050" y="857250"/>
                </a:lnTo>
                <a:lnTo>
                  <a:pt x="781050" y="866775"/>
                </a:lnTo>
                <a:lnTo>
                  <a:pt x="762000" y="866775"/>
                </a:lnTo>
                <a:close/>
                <a:moveTo>
                  <a:pt x="885825" y="857250"/>
                </a:moveTo>
                <a:lnTo>
                  <a:pt x="904875" y="857250"/>
                </a:lnTo>
                <a:lnTo>
                  <a:pt x="904875" y="885825"/>
                </a:lnTo>
                <a:lnTo>
                  <a:pt x="895350" y="885825"/>
                </a:lnTo>
                <a:lnTo>
                  <a:pt x="895350" y="876300"/>
                </a:lnTo>
                <a:lnTo>
                  <a:pt x="876300" y="876300"/>
                </a:lnTo>
                <a:lnTo>
                  <a:pt x="876300" y="866775"/>
                </a:lnTo>
                <a:lnTo>
                  <a:pt x="885825" y="866775"/>
                </a:lnTo>
                <a:close/>
                <a:moveTo>
                  <a:pt x="1752600" y="857250"/>
                </a:moveTo>
                <a:lnTo>
                  <a:pt x="1771650" y="857250"/>
                </a:lnTo>
                <a:lnTo>
                  <a:pt x="1771650" y="866775"/>
                </a:lnTo>
                <a:lnTo>
                  <a:pt x="1762125" y="866775"/>
                </a:lnTo>
                <a:lnTo>
                  <a:pt x="1762125" y="876300"/>
                </a:lnTo>
                <a:lnTo>
                  <a:pt x="1752600" y="876300"/>
                </a:lnTo>
                <a:close/>
                <a:moveTo>
                  <a:pt x="1333500" y="866775"/>
                </a:moveTo>
                <a:lnTo>
                  <a:pt x="1343025" y="866775"/>
                </a:lnTo>
                <a:lnTo>
                  <a:pt x="1343025" y="876300"/>
                </a:lnTo>
                <a:lnTo>
                  <a:pt x="1333500" y="876300"/>
                </a:lnTo>
                <a:close/>
                <a:moveTo>
                  <a:pt x="1819275" y="876300"/>
                </a:moveTo>
                <a:lnTo>
                  <a:pt x="1828800" y="876300"/>
                </a:lnTo>
                <a:lnTo>
                  <a:pt x="1828800" y="904875"/>
                </a:lnTo>
                <a:lnTo>
                  <a:pt x="1819275" y="904875"/>
                </a:lnTo>
                <a:close/>
                <a:moveTo>
                  <a:pt x="1143000" y="885825"/>
                </a:moveTo>
                <a:lnTo>
                  <a:pt x="1152525" y="885825"/>
                </a:lnTo>
                <a:lnTo>
                  <a:pt x="1152525" y="895350"/>
                </a:lnTo>
                <a:lnTo>
                  <a:pt x="1143000" y="895350"/>
                </a:lnTo>
                <a:close/>
                <a:moveTo>
                  <a:pt x="1247775" y="885825"/>
                </a:moveTo>
                <a:lnTo>
                  <a:pt x="1257300" y="885825"/>
                </a:lnTo>
                <a:lnTo>
                  <a:pt x="1257300" y="895350"/>
                </a:lnTo>
                <a:lnTo>
                  <a:pt x="1247775" y="895350"/>
                </a:lnTo>
                <a:close/>
                <a:moveTo>
                  <a:pt x="1533525" y="885825"/>
                </a:moveTo>
                <a:lnTo>
                  <a:pt x="1543050" y="885825"/>
                </a:lnTo>
                <a:lnTo>
                  <a:pt x="1543050" y="895350"/>
                </a:lnTo>
                <a:lnTo>
                  <a:pt x="1533525" y="895350"/>
                </a:lnTo>
                <a:close/>
                <a:moveTo>
                  <a:pt x="28575" y="895350"/>
                </a:moveTo>
                <a:lnTo>
                  <a:pt x="47625" y="895350"/>
                </a:lnTo>
                <a:lnTo>
                  <a:pt x="47625" y="904875"/>
                </a:lnTo>
                <a:lnTo>
                  <a:pt x="38100" y="904875"/>
                </a:lnTo>
                <a:lnTo>
                  <a:pt x="38100" y="914400"/>
                </a:lnTo>
                <a:lnTo>
                  <a:pt x="28575" y="914400"/>
                </a:lnTo>
                <a:close/>
                <a:moveTo>
                  <a:pt x="1562100" y="904875"/>
                </a:moveTo>
                <a:lnTo>
                  <a:pt x="1581150" y="904875"/>
                </a:lnTo>
                <a:lnTo>
                  <a:pt x="1581150" y="914400"/>
                </a:lnTo>
                <a:lnTo>
                  <a:pt x="1562100" y="914400"/>
                </a:lnTo>
                <a:close/>
                <a:moveTo>
                  <a:pt x="1771650" y="904875"/>
                </a:moveTo>
                <a:lnTo>
                  <a:pt x="1790700" y="904875"/>
                </a:lnTo>
                <a:lnTo>
                  <a:pt x="1790700" y="914400"/>
                </a:lnTo>
                <a:lnTo>
                  <a:pt x="1771650" y="914400"/>
                </a:lnTo>
                <a:close/>
                <a:moveTo>
                  <a:pt x="123825" y="914400"/>
                </a:moveTo>
                <a:lnTo>
                  <a:pt x="133350" y="914400"/>
                </a:lnTo>
                <a:lnTo>
                  <a:pt x="133350" y="923925"/>
                </a:lnTo>
                <a:lnTo>
                  <a:pt x="123825" y="923925"/>
                </a:lnTo>
                <a:close/>
                <a:moveTo>
                  <a:pt x="333375" y="923925"/>
                </a:moveTo>
                <a:lnTo>
                  <a:pt x="342900" y="923925"/>
                </a:lnTo>
                <a:lnTo>
                  <a:pt x="342900" y="933450"/>
                </a:lnTo>
                <a:lnTo>
                  <a:pt x="352425" y="933450"/>
                </a:lnTo>
                <a:lnTo>
                  <a:pt x="352425" y="942975"/>
                </a:lnTo>
                <a:lnTo>
                  <a:pt x="342900" y="942975"/>
                </a:lnTo>
                <a:lnTo>
                  <a:pt x="342900" y="952500"/>
                </a:lnTo>
                <a:lnTo>
                  <a:pt x="314325" y="952500"/>
                </a:lnTo>
                <a:lnTo>
                  <a:pt x="314325" y="942975"/>
                </a:lnTo>
                <a:lnTo>
                  <a:pt x="333375" y="942975"/>
                </a:lnTo>
                <a:close/>
                <a:moveTo>
                  <a:pt x="742950" y="942975"/>
                </a:moveTo>
                <a:lnTo>
                  <a:pt x="752475" y="942975"/>
                </a:lnTo>
                <a:lnTo>
                  <a:pt x="752475" y="952500"/>
                </a:lnTo>
                <a:lnTo>
                  <a:pt x="742950" y="952500"/>
                </a:lnTo>
                <a:close/>
                <a:moveTo>
                  <a:pt x="790575" y="942975"/>
                </a:moveTo>
                <a:lnTo>
                  <a:pt x="800100" y="942975"/>
                </a:lnTo>
                <a:lnTo>
                  <a:pt x="800100" y="952500"/>
                </a:lnTo>
                <a:lnTo>
                  <a:pt x="790575" y="952500"/>
                </a:lnTo>
                <a:close/>
                <a:moveTo>
                  <a:pt x="1504950" y="942975"/>
                </a:moveTo>
                <a:lnTo>
                  <a:pt x="1533525" y="942975"/>
                </a:lnTo>
                <a:lnTo>
                  <a:pt x="1533525" y="952500"/>
                </a:lnTo>
                <a:lnTo>
                  <a:pt x="1504950" y="952500"/>
                </a:lnTo>
                <a:close/>
                <a:moveTo>
                  <a:pt x="209550" y="952500"/>
                </a:moveTo>
                <a:lnTo>
                  <a:pt x="228600" y="952500"/>
                </a:lnTo>
                <a:lnTo>
                  <a:pt x="228600" y="962025"/>
                </a:lnTo>
                <a:lnTo>
                  <a:pt x="209550" y="962025"/>
                </a:lnTo>
                <a:close/>
                <a:moveTo>
                  <a:pt x="781050" y="952500"/>
                </a:moveTo>
                <a:lnTo>
                  <a:pt x="790575" y="952500"/>
                </a:lnTo>
                <a:lnTo>
                  <a:pt x="790575" y="962025"/>
                </a:lnTo>
                <a:lnTo>
                  <a:pt x="781050" y="962025"/>
                </a:lnTo>
                <a:close/>
                <a:moveTo>
                  <a:pt x="1295400" y="962025"/>
                </a:moveTo>
                <a:lnTo>
                  <a:pt x="1314450" y="962025"/>
                </a:lnTo>
                <a:lnTo>
                  <a:pt x="1314450" y="971550"/>
                </a:lnTo>
                <a:lnTo>
                  <a:pt x="1323975" y="971550"/>
                </a:lnTo>
                <a:lnTo>
                  <a:pt x="1323975" y="981075"/>
                </a:lnTo>
                <a:lnTo>
                  <a:pt x="1285875" y="981075"/>
                </a:lnTo>
                <a:lnTo>
                  <a:pt x="1285875" y="971550"/>
                </a:lnTo>
                <a:lnTo>
                  <a:pt x="1295400" y="971550"/>
                </a:lnTo>
                <a:close/>
                <a:moveTo>
                  <a:pt x="1562100" y="962025"/>
                </a:moveTo>
                <a:lnTo>
                  <a:pt x="1581150" y="962025"/>
                </a:lnTo>
                <a:lnTo>
                  <a:pt x="1581150" y="981075"/>
                </a:lnTo>
                <a:lnTo>
                  <a:pt x="1562100" y="981075"/>
                </a:lnTo>
                <a:close/>
                <a:moveTo>
                  <a:pt x="1600200" y="971550"/>
                </a:moveTo>
                <a:lnTo>
                  <a:pt x="1619250" y="971550"/>
                </a:lnTo>
                <a:lnTo>
                  <a:pt x="1619250" y="981075"/>
                </a:lnTo>
                <a:lnTo>
                  <a:pt x="1600200" y="981075"/>
                </a:lnTo>
                <a:close/>
                <a:moveTo>
                  <a:pt x="1171575" y="981075"/>
                </a:moveTo>
                <a:lnTo>
                  <a:pt x="1181100" y="981075"/>
                </a:lnTo>
                <a:lnTo>
                  <a:pt x="1181100" y="990600"/>
                </a:lnTo>
                <a:lnTo>
                  <a:pt x="1171575" y="990600"/>
                </a:lnTo>
                <a:close/>
                <a:moveTo>
                  <a:pt x="1238250" y="981075"/>
                </a:moveTo>
                <a:lnTo>
                  <a:pt x="1257300" y="981075"/>
                </a:lnTo>
                <a:lnTo>
                  <a:pt x="1257300" y="1000125"/>
                </a:lnTo>
                <a:lnTo>
                  <a:pt x="1228725" y="1000125"/>
                </a:lnTo>
                <a:lnTo>
                  <a:pt x="1228725" y="990600"/>
                </a:lnTo>
                <a:lnTo>
                  <a:pt x="1238250" y="990600"/>
                </a:lnTo>
                <a:close/>
                <a:moveTo>
                  <a:pt x="971550" y="990600"/>
                </a:moveTo>
                <a:lnTo>
                  <a:pt x="990600" y="990600"/>
                </a:lnTo>
                <a:lnTo>
                  <a:pt x="990600" y="1000125"/>
                </a:lnTo>
                <a:lnTo>
                  <a:pt x="971550" y="1000125"/>
                </a:lnTo>
                <a:close/>
                <a:moveTo>
                  <a:pt x="1343025" y="1000125"/>
                </a:moveTo>
                <a:lnTo>
                  <a:pt x="1352550" y="1000125"/>
                </a:lnTo>
                <a:lnTo>
                  <a:pt x="1352550" y="1009650"/>
                </a:lnTo>
                <a:lnTo>
                  <a:pt x="1343025" y="1009650"/>
                </a:lnTo>
                <a:close/>
                <a:moveTo>
                  <a:pt x="1381125" y="1000125"/>
                </a:moveTo>
                <a:lnTo>
                  <a:pt x="1390650" y="1000125"/>
                </a:lnTo>
                <a:lnTo>
                  <a:pt x="1390650" y="1009650"/>
                </a:lnTo>
                <a:lnTo>
                  <a:pt x="1381125" y="1009650"/>
                </a:lnTo>
                <a:close/>
                <a:moveTo>
                  <a:pt x="723900" y="1047750"/>
                </a:moveTo>
                <a:lnTo>
                  <a:pt x="733425" y="1047750"/>
                </a:lnTo>
                <a:lnTo>
                  <a:pt x="733425" y="1066800"/>
                </a:lnTo>
                <a:lnTo>
                  <a:pt x="742950" y="1066800"/>
                </a:lnTo>
                <a:lnTo>
                  <a:pt x="742950" y="1076325"/>
                </a:lnTo>
                <a:lnTo>
                  <a:pt x="733425" y="1076325"/>
                </a:lnTo>
                <a:lnTo>
                  <a:pt x="733425" y="1085850"/>
                </a:lnTo>
                <a:lnTo>
                  <a:pt x="714375" y="1085850"/>
                </a:lnTo>
                <a:lnTo>
                  <a:pt x="714375" y="1076325"/>
                </a:lnTo>
                <a:lnTo>
                  <a:pt x="704850" y="1076325"/>
                </a:lnTo>
                <a:lnTo>
                  <a:pt x="704850" y="1066800"/>
                </a:lnTo>
                <a:lnTo>
                  <a:pt x="723900" y="1066800"/>
                </a:lnTo>
                <a:close/>
                <a:moveTo>
                  <a:pt x="819150" y="1047750"/>
                </a:moveTo>
                <a:lnTo>
                  <a:pt x="828675" y="1047750"/>
                </a:lnTo>
                <a:lnTo>
                  <a:pt x="828675" y="1066800"/>
                </a:lnTo>
                <a:lnTo>
                  <a:pt x="847725" y="1066800"/>
                </a:lnTo>
                <a:lnTo>
                  <a:pt x="847725" y="1095375"/>
                </a:lnTo>
                <a:lnTo>
                  <a:pt x="809625" y="1095375"/>
                </a:lnTo>
                <a:lnTo>
                  <a:pt x="809625" y="1076325"/>
                </a:lnTo>
                <a:lnTo>
                  <a:pt x="819150" y="1076325"/>
                </a:lnTo>
                <a:close/>
                <a:moveTo>
                  <a:pt x="838200" y="1047750"/>
                </a:moveTo>
                <a:lnTo>
                  <a:pt x="847725" y="1047750"/>
                </a:lnTo>
                <a:lnTo>
                  <a:pt x="847725" y="1057275"/>
                </a:lnTo>
                <a:lnTo>
                  <a:pt x="838200" y="1057275"/>
                </a:lnTo>
                <a:close/>
                <a:moveTo>
                  <a:pt x="895350" y="1047750"/>
                </a:moveTo>
                <a:lnTo>
                  <a:pt x="914400" y="1047750"/>
                </a:lnTo>
                <a:lnTo>
                  <a:pt x="914400" y="1066800"/>
                </a:lnTo>
                <a:lnTo>
                  <a:pt x="895350" y="1066800"/>
                </a:lnTo>
                <a:close/>
                <a:moveTo>
                  <a:pt x="666750" y="1066800"/>
                </a:moveTo>
                <a:lnTo>
                  <a:pt x="685800" y="1066800"/>
                </a:lnTo>
                <a:lnTo>
                  <a:pt x="685800" y="1076325"/>
                </a:lnTo>
                <a:lnTo>
                  <a:pt x="676275" y="1076325"/>
                </a:lnTo>
                <a:lnTo>
                  <a:pt x="676275" y="1095375"/>
                </a:lnTo>
                <a:lnTo>
                  <a:pt x="666750" y="1095375"/>
                </a:lnTo>
                <a:close/>
                <a:moveTo>
                  <a:pt x="933450" y="1066800"/>
                </a:moveTo>
                <a:lnTo>
                  <a:pt x="952500" y="1066800"/>
                </a:lnTo>
                <a:lnTo>
                  <a:pt x="952500" y="1076325"/>
                </a:lnTo>
                <a:lnTo>
                  <a:pt x="933450" y="1076325"/>
                </a:lnTo>
                <a:close/>
                <a:moveTo>
                  <a:pt x="1009650" y="1066800"/>
                </a:moveTo>
                <a:lnTo>
                  <a:pt x="1028700" y="1066800"/>
                </a:lnTo>
                <a:lnTo>
                  <a:pt x="1028700" y="1085850"/>
                </a:lnTo>
                <a:lnTo>
                  <a:pt x="1009650" y="1085850"/>
                </a:lnTo>
                <a:close/>
                <a:moveTo>
                  <a:pt x="1257300" y="1066800"/>
                </a:moveTo>
                <a:lnTo>
                  <a:pt x="1266825" y="1066800"/>
                </a:lnTo>
                <a:lnTo>
                  <a:pt x="1266825" y="1076325"/>
                </a:lnTo>
                <a:lnTo>
                  <a:pt x="1257300" y="1076325"/>
                </a:lnTo>
                <a:close/>
                <a:moveTo>
                  <a:pt x="1819275" y="1066800"/>
                </a:moveTo>
                <a:lnTo>
                  <a:pt x="1838325" y="1066800"/>
                </a:lnTo>
                <a:lnTo>
                  <a:pt x="1838325" y="1085850"/>
                </a:lnTo>
                <a:lnTo>
                  <a:pt x="1847850" y="1085850"/>
                </a:lnTo>
                <a:lnTo>
                  <a:pt x="1847850" y="1095375"/>
                </a:lnTo>
                <a:lnTo>
                  <a:pt x="1828800" y="1095375"/>
                </a:lnTo>
                <a:lnTo>
                  <a:pt x="1828800" y="1114425"/>
                </a:lnTo>
                <a:lnTo>
                  <a:pt x="1809750" y="1114425"/>
                </a:lnTo>
                <a:lnTo>
                  <a:pt x="1809750" y="1085850"/>
                </a:lnTo>
                <a:lnTo>
                  <a:pt x="1800225" y="1085850"/>
                </a:lnTo>
                <a:lnTo>
                  <a:pt x="1800225" y="1076325"/>
                </a:lnTo>
                <a:lnTo>
                  <a:pt x="1819275" y="1076325"/>
                </a:lnTo>
                <a:close/>
                <a:moveTo>
                  <a:pt x="47625" y="1076325"/>
                </a:moveTo>
                <a:lnTo>
                  <a:pt x="57150" y="1076325"/>
                </a:lnTo>
                <a:lnTo>
                  <a:pt x="57150" y="1085850"/>
                </a:lnTo>
                <a:lnTo>
                  <a:pt x="47625" y="1085850"/>
                </a:lnTo>
                <a:close/>
                <a:moveTo>
                  <a:pt x="971550" y="1076325"/>
                </a:moveTo>
                <a:lnTo>
                  <a:pt x="981075" y="1076325"/>
                </a:lnTo>
                <a:lnTo>
                  <a:pt x="981075" y="1085850"/>
                </a:lnTo>
                <a:lnTo>
                  <a:pt x="990600" y="1085850"/>
                </a:lnTo>
                <a:lnTo>
                  <a:pt x="990600" y="1095375"/>
                </a:lnTo>
                <a:lnTo>
                  <a:pt x="952500" y="1095375"/>
                </a:lnTo>
                <a:lnTo>
                  <a:pt x="952500" y="1104900"/>
                </a:lnTo>
                <a:lnTo>
                  <a:pt x="942975" y="1104900"/>
                </a:lnTo>
                <a:lnTo>
                  <a:pt x="942975" y="1085850"/>
                </a:lnTo>
                <a:lnTo>
                  <a:pt x="971550" y="1085850"/>
                </a:lnTo>
                <a:close/>
                <a:moveTo>
                  <a:pt x="238125" y="1085850"/>
                </a:moveTo>
                <a:lnTo>
                  <a:pt x="266700" y="1085850"/>
                </a:lnTo>
                <a:lnTo>
                  <a:pt x="266700" y="1095375"/>
                </a:lnTo>
                <a:lnTo>
                  <a:pt x="257175" y="1095375"/>
                </a:lnTo>
                <a:lnTo>
                  <a:pt x="257175" y="1104900"/>
                </a:lnTo>
                <a:lnTo>
                  <a:pt x="238125" y="1104900"/>
                </a:lnTo>
                <a:close/>
                <a:moveTo>
                  <a:pt x="295275" y="1085850"/>
                </a:moveTo>
                <a:lnTo>
                  <a:pt x="304800" y="1085850"/>
                </a:lnTo>
                <a:lnTo>
                  <a:pt x="304800" y="1095375"/>
                </a:lnTo>
                <a:lnTo>
                  <a:pt x="295275" y="1095375"/>
                </a:lnTo>
                <a:close/>
                <a:moveTo>
                  <a:pt x="1704975" y="1085850"/>
                </a:moveTo>
                <a:lnTo>
                  <a:pt x="1724025" y="1085850"/>
                </a:lnTo>
                <a:lnTo>
                  <a:pt x="1724025" y="1095375"/>
                </a:lnTo>
                <a:lnTo>
                  <a:pt x="1704975" y="1095375"/>
                </a:lnTo>
                <a:close/>
                <a:moveTo>
                  <a:pt x="1771650" y="1085850"/>
                </a:moveTo>
                <a:lnTo>
                  <a:pt x="1781175" y="1085850"/>
                </a:lnTo>
                <a:lnTo>
                  <a:pt x="1781175" y="1095375"/>
                </a:lnTo>
                <a:lnTo>
                  <a:pt x="1771650" y="1095375"/>
                </a:lnTo>
                <a:close/>
                <a:moveTo>
                  <a:pt x="28575" y="1095375"/>
                </a:moveTo>
                <a:lnTo>
                  <a:pt x="47625" y="1095375"/>
                </a:lnTo>
                <a:lnTo>
                  <a:pt x="47625" y="1104900"/>
                </a:lnTo>
                <a:lnTo>
                  <a:pt x="28575" y="1104900"/>
                </a:lnTo>
                <a:close/>
                <a:moveTo>
                  <a:pt x="142875" y="1095375"/>
                </a:moveTo>
                <a:lnTo>
                  <a:pt x="152400" y="1095375"/>
                </a:lnTo>
                <a:lnTo>
                  <a:pt x="152400" y="1104900"/>
                </a:lnTo>
                <a:lnTo>
                  <a:pt x="142875" y="1104900"/>
                </a:lnTo>
                <a:close/>
                <a:moveTo>
                  <a:pt x="304800" y="1095375"/>
                </a:moveTo>
                <a:lnTo>
                  <a:pt x="323850" y="1095375"/>
                </a:lnTo>
                <a:lnTo>
                  <a:pt x="323850" y="1114425"/>
                </a:lnTo>
                <a:lnTo>
                  <a:pt x="314325" y="1114425"/>
                </a:lnTo>
                <a:lnTo>
                  <a:pt x="314325" y="1104900"/>
                </a:lnTo>
                <a:lnTo>
                  <a:pt x="304800" y="1104900"/>
                </a:lnTo>
                <a:close/>
                <a:moveTo>
                  <a:pt x="790575" y="1095375"/>
                </a:moveTo>
                <a:lnTo>
                  <a:pt x="800100" y="1095375"/>
                </a:lnTo>
                <a:lnTo>
                  <a:pt x="800100" y="1114425"/>
                </a:lnTo>
                <a:lnTo>
                  <a:pt x="781050" y="1114425"/>
                </a:lnTo>
                <a:lnTo>
                  <a:pt x="781050" y="1104900"/>
                </a:lnTo>
                <a:lnTo>
                  <a:pt x="790575" y="1104900"/>
                </a:lnTo>
                <a:close/>
                <a:moveTo>
                  <a:pt x="923925" y="1095375"/>
                </a:moveTo>
                <a:lnTo>
                  <a:pt x="933450" y="1095375"/>
                </a:lnTo>
                <a:lnTo>
                  <a:pt x="933450" y="1104900"/>
                </a:lnTo>
                <a:lnTo>
                  <a:pt x="923925" y="1104900"/>
                </a:lnTo>
                <a:close/>
                <a:moveTo>
                  <a:pt x="933450" y="1104900"/>
                </a:moveTo>
                <a:lnTo>
                  <a:pt x="942975" y="1104900"/>
                </a:lnTo>
                <a:lnTo>
                  <a:pt x="942975" y="1114425"/>
                </a:lnTo>
                <a:lnTo>
                  <a:pt x="933450" y="1114425"/>
                </a:lnTo>
                <a:close/>
                <a:moveTo>
                  <a:pt x="152400" y="1114425"/>
                </a:moveTo>
                <a:lnTo>
                  <a:pt x="161925" y="1114425"/>
                </a:lnTo>
                <a:lnTo>
                  <a:pt x="161925" y="1123950"/>
                </a:lnTo>
                <a:lnTo>
                  <a:pt x="152400" y="1123950"/>
                </a:lnTo>
                <a:close/>
                <a:moveTo>
                  <a:pt x="838200" y="1133475"/>
                </a:moveTo>
                <a:lnTo>
                  <a:pt x="847725" y="1133475"/>
                </a:lnTo>
                <a:lnTo>
                  <a:pt x="847725" y="1143000"/>
                </a:lnTo>
                <a:lnTo>
                  <a:pt x="838200" y="1143000"/>
                </a:lnTo>
                <a:close/>
                <a:moveTo>
                  <a:pt x="904875" y="1152525"/>
                </a:moveTo>
                <a:lnTo>
                  <a:pt x="923925" y="1152525"/>
                </a:lnTo>
                <a:lnTo>
                  <a:pt x="923925" y="1162050"/>
                </a:lnTo>
                <a:lnTo>
                  <a:pt x="904875" y="1162050"/>
                </a:lnTo>
                <a:close/>
                <a:moveTo>
                  <a:pt x="552450" y="1171575"/>
                </a:moveTo>
                <a:lnTo>
                  <a:pt x="561975" y="1171575"/>
                </a:lnTo>
                <a:lnTo>
                  <a:pt x="561975" y="1181100"/>
                </a:lnTo>
                <a:lnTo>
                  <a:pt x="552450" y="1181100"/>
                </a:lnTo>
                <a:close/>
                <a:moveTo>
                  <a:pt x="590550" y="1171575"/>
                </a:moveTo>
                <a:lnTo>
                  <a:pt x="609600" y="1171575"/>
                </a:lnTo>
                <a:lnTo>
                  <a:pt x="609600" y="1190625"/>
                </a:lnTo>
                <a:lnTo>
                  <a:pt x="619125" y="1190625"/>
                </a:lnTo>
                <a:lnTo>
                  <a:pt x="619125" y="1200150"/>
                </a:lnTo>
                <a:lnTo>
                  <a:pt x="628650" y="1200150"/>
                </a:lnTo>
                <a:lnTo>
                  <a:pt x="628650" y="1209675"/>
                </a:lnTo>
                <a:lnTo>
                  <a:pt x="609600" y="1209675"/>
                </a:lnTo>
                <a:lnTo>
                  <a:pt x="609600" y="1200150"/>
                </a:lnTo>
                <a:lnTo>
                  <a:pt x="590550" y="1200150"/>
                </a:lnTo>
                <a:close/>
                <a:moveTo>
                  <a:pt x="866775" y="1171575"/>
                </a:moveTo>
                <a:lnTo>
                  <a:pt x="876300" y="1171575"/>
                </a:lnTo>
                <a:lnTo>
                  <a:pt x="876300" y="1190625"/>
                </a:lnTo>
                <a:lnTo>
                  <a:pt x="866775" y="1190625"/>
                </a:lnTo>
                <a:close/>
                <a:moveTo>
                  <a:pt x="1028700" y="1171575"/>
                </a:moveTo>
                <a:lnTo>
                  <a:pt x="1047750" y="1171575"/>
                </a:lnTo>
                <a:lnTo>
                  <a:pt x="1047750" y="1181100"/>
                </a:lnTo>
                <a:lnTo>
                  <a:pt x="1028700" y="1181100"/>
                </a:lnTo>
                <a:close/>
                <a:moveTo>
                  <a:pt x="38100" y="1181100"/>
                </a:moveTo>
                <a:lnTo>
                  <a:pt x="47625" y="1181100"/>
                </a:lnTo>
                <a:lnTo>
                  <a:pt x="47625" y="1238250"/>
                </a:lnTo>
                <a:lnTo>
                  <a:pt x="28575" y="1238250"/>
                </a:lnTo>
                <a:lnTo>
                  <a:pt x="28575" y="1228725"/>
                </a:lnTo>
                <a:lnTo>
                  <a:pt x="38100" y="1228725"/>
                </a:lnTo>
                <a:lnTo>
                  <a:pt x="38100" y="1219200"/>
                </a:lnTo>
                <a:lnTo>
                  <a:pt x="28575" y="1219200"/>
                </a:lnTo>
                <a:lnTo>
                  <a:pt x="28575" y="1209675"/>
                </a:lnTo>
                <a:lnTo>
                  <a:pt x="38100" y="1209675"/>
                </a:lnTo>
                <a:close/>
                <a:moveTo>
                  <a:pt x="95250" y="1181100"/>
                </a:moveTo>
                <a:lnTo>
                  <a:pt x="114300" y="1181100"/>
                </a:lnTo>
                <a:lnTo>
                  <a:pt x="114300" y="1200150"/>
                </a:lnTo>
                <a:lnTo>
                  <a:pt x="104775" y="1200150"/>
                </a:lnTo>
                <a:lnTo>
                  <a:pt x="104775" y="1190625"/>
                </a:lnTo>
                <a:lnTo>
                  <a:pt x="95250" y="1190625"/>
                </a:lnTo>
                <a:close/>
                <a:moveTo>
                  <a:pt x="704850" y="1181100"/>
                </a:moveTo>
                <a:lnTo>
                  <a:pt x="723900" y="1181100"/>
                </a:lnTo>
                <a:lnTo>
                  <a:pt x="723900" y="1190625"/>
                </a:lnTo>
                <a:lnTo>
                  <a:pt x="704850" y="1190625"/>
                </a:lnTo>
                <a:close/>
                <a:moveTo>
                  <a:pt x="1809750" y="1181100"/>
                </a:moveTo>
                <a:lnTo>
                  <a:pt x="1819275" y="1181100"/>
                </a:lnTo>
                <a:lnTo>
                  <a:pt x="1819275" y="1200150"/>
                </a:lnTo>
                <a:lnTo>
                  <a:pt x="1828800" y="1200150"/>
                </a:lnTo>
                <a:lnTo>
                  <a:pt x="1828800" y="1219200"/>
                </a:lnTo>
                <a:lnTo>
                  <a:pt x="1838325" y="1219200"/>
                </a:lnTo>
                <a:lnTo>
                  <a:pt x="1838325" y="1238250"/>
                </a:lnTo>
                <a:lnTo>
                  <a:pt x="1828800" y="1238250"/>
                </a:lnTo>
                <a:lnTo>
                  <a:pt x="1828800" y="1247775"/>
                </a:lnTo>
                <a:lnTo>
                  <a:pt x="1809750" y="1247775"/>
                </a:lnTo>
                <a:lnTo>
                  <a:pt x="1809750" y="1257300"/>
                </a:lnTo>
                <a:lnTo>
                  <a:pt x="1800225" y="1257300"/>
                </a:lnTo>
                <a:lnTo>
                  <a:pt x="1800225" y="1238250"/>
                </a:lnTo>
                <a:lnTo>
                  <a:pt x="1819275" y="1238250"/>
                </a:lnTo>
                <a:lnTo>
                  <a:pt x="1819275" y="1228725"/>
                </a:lnTo>
                <a:lnTo>
                  <a:pt x="1809750" y="1228725"/>
                </a:lnTo>
                <a:lnTo>
                  <a:pt x="1809750" y="1219200"/>
                </a:lnTo>
                <a:lnTo>
                  <a:pt x="1800225" y="1219200"/>
                </a:lnTo>
                <a:lnTo>
                  <a:pt x="1800225" y="1190625"/>
                </a:lnTo>
                <a:lnTo>
                  <a:pt x="1809750" y="1190625"/>
                </a:lnTo>
                <a:close/>
                <a:moveTo>
                  <a:pt x="895350" y="1190625"/>
                </a:moveTo>
                <a:lnTo>
                  <a:pt x="904875" y="1190625"/>
                </a:lnTo>
                <a:lnTo>
                  <a:pt x="904875" y="1209675"/>
                </a:lnTo>
                <a:lnTo>
                  <a:pt x="895350" y="1209675"/>
                </a:lnTo>
                <a:close/>
                <a:moveTo>
                  <a:pt x="1047750" y="1190625"/>
                </a:moveTo>
                <a:lnTo>
                  <a:pt x="1057275" y="1190625"/>
                </a:lnTo>
                <a:lnTo>
                  <a:pt x="1057275" y="1209675"/>
                </a:lnTo>
                <a:lnTo>
                  <a:pt x="1038225" y="1209675"/>
                </a:lnTo>
                <a:lnTo>
                  <a:pt x="1038225" y="1200150"/>
                </a:lnTo>
                <a:lnTo>
                  <a:pt x="1047750" y="1200150"/>
                </a:lnTo>
                <a:close/>
                <a:moveTo>
                  <a:pt x="114300" y="1200150"/>
                </a:moveTo>
                <a:lnTo>
                  <a:pt x="123825" y="1200150"/>
                </a:lnTo>
                <a:lnTo>
                  <a:pt x="123825" y="1209675"/>
                </a:lnTo>
                <a:lnTo>
                  <a:pt x="114300" y="1209675"/>
                </a:lnTo>
                <a:close/>
                <a:moveTo>
                  <a:pt x="723900" y="1200150"/>
                </a:moveTo>
                <a:lnTo>
                  <a:pt x="733425" y="1200150"/>
                </a:lnTo>
                <a:lnTo>
                  <a:pt x="733425" y="1209675"/>
                </a:lnTo>
                <a:lnTo>
                  <a:pt x="723900" y="1209675"/>
                </a:lnTo>
                <a:close/>
                <a:moveTo>
                  <a:pt x="771525" y="1200150"/>
                </a:moveTo>
                <a:lnTo>
                  <a:pt x="800100" y="1200150"/>
                </a:lnTo>
                <a:lnTo>
                  <a:pt x="800100" y="1209675"/>
                </a:lnTo>
                <a:lnTo>
                  <a:pt x="771525" y="1209675"/>
                </a:lnTo>
                <a:close/>
                <a:moveTo>
                  <a:pt x="914400" y="1200150"/>
                </a:moveTo>
                <a:lnTo>
                  <a:pt x="923925" y="1200150"/>
                </a:lnTo>
                <a:lnTo>
                  <a:pt x="923925" y="1219200"/>
                </a:lnTo>
                <a:lnTo>
                  <a:pt x="914400" y="1219200"/>
                </a:lnTo>
                <a:close/>
                <a:moveTo>
                  <a:pt x="933450" y="1200150"/>
                </a:moveTo>
                <a:lnTo>
                  <a:pt x="942975" y="1200150"/>
                </a:lnTo>
                <a:lnTo>
                  <a:pt x="942975" y="1209675"/>
                </a:lnTo>
                <a:lnTo>
                  <a:pt x="933450" y="1209675"/>
                </a:lnTo>
                <a:close/>
                <a:moveTo>
                  <a:pt x="76200" y="1209675"/>
                </a:moveTo>
                <a:lnTo>
                  <a:pt x="95250" y="1209675"/>
                </a:lnTo>
                <a:lnTo>
                  <a:pt x="95250" y="1228725"/>
                </a:lnTo>
                <a:lnTo>
                  <a:pt x="76200" y="1228725"/>
                </a:lnTo>
                <a:close/>
                <a:moveTo>
                  <a:pt x="1019175" y="1209675"/>
                </a:moveTo>
                <a:lnTo>
                  <a:pt x="1028700" y="1209675"/>
                </a:lnTo>
                <a:lnTo>
                  <a:pt x="1028700" y="1219200"/>
                </a:lnTo>
                <a:lnTo>
                  <a:pt x="1019175" y="1219200"/>
                </a:lnTo>
                <a:close/>
                <a:moveTo>
                  <a:pt x="1571625" y="1209675"/>
                </a:moveTo>
                <a:lnTo>
                  <a:pt x="1581150" y="1209675"/>
                </a:lnTo>
                <a:lnTo>
                  <a:pt x="1581150" y="1228725"/>
                </a:lnTo>
                <a:lnTo>
                  <a:pt x="1562100" y="1228725"/>
                </a:lnTo>
                <a:lnTo>
                  <a:pt x="1562100" y="1219200"/>
                </a:lnTo>
                <a:lnTo>
                  <a:pt x="1571625" y="1219200"/>
                </a:lnTo>
                <a:close/>
                <a:moveTo>
                  <a:pt x="1857375" y="1209675"/>
                </a:moveTo>
                <a:lnTo>
                  <a:pt x="1866900" y="1209675"/>
                </a:lnTo>
                <a:lnTo>
                  <a:pt x="1866900" y="1219200"/>
                </a:lnTo>
                <a:lnTo>
                  <a:pt x="1857375" y="1219200"/>
                </a:lnTo>
                <a:close/>
                <a:moveTo>
                  <a:pt x="962025" y="1238250"/>
                </a:moveTo>
                <a:lnTo>
                  <a:pt x="981075" y="1238250"/>
                </a:lnTo>
                <a:lnTo>
                  <a:pt x="981075" y="1247775"/>
                </a:lnTo>
                <a:lnTo>
                  <a:pt x="971550" y="1247775"/>
                </a:lnTo>
                <a:lnTo>
                  <a:pt x="971550" y="1257300"/>
                </a:lnTo>
                <a:lnTo>
                  <a:pt x="962025" y="1257300"/>
                </a:lnTo>
                <a:close/>
                <a:moveTo>
                  <a:pt x="1885950" y="1238250"/>
                </a:moveTo>
                <a:lnTo>
                  <a:pt x="1895475" y="1238250"/>
                </a:lnTo>
                <a:lnTo>
                  <a:pt x="1895475" y="1257300"/>
                </a:lnTo>
                <a:lnTo>
                  <a:pt x="1905000" y="1257300"/>
                </a:lnTo>
                <a:lnTo>
                  <a:pt x="1905000" y="1266825"/>
                </a:lnTo>
                <a:lnTo>
                  <a:pt x="1876425" y="1266825"/>
                </a:lnTo>
                <a:lnTo>
                  <a:pt x="1876425" y="1276350"/>
                </a:lnTo>
                <a:lnTo>
                  <a:pt x="1866900" y="1276350"/>
                </a:lnTo>
                <a:lnTo>
                  <a:pt x="1866900" y="1266825"/>
                </a:lnTo>
                <a:lnTo>
                  <a:pt x="1857375" y="1266825"/>
                </a:lnTo>
                <a:lnTo>
                  <a:pt x="1857375" y="1257300"/>
                </a:lnTo>
                <a:lnTo>
                  <a:pt x="1847850" y="1257300"/>
                </a:lnTo>
                <a:lnTo>
                  <a:pt x="1847850" y="1247775"/>
                </a:lnTo>
                <a:lnTo>
                  <a:pt x="1885950" y="1247775"/>
                </a:lnTo>
                <a:close/>
                <a:moveTo>
                  <a:pt x="28575" y="1247775"/>
                </a:moveTo>
                <a:lnTo>
                  <a:pt x="47625" y="1247775"/>
                </a:lnTo>
                <a:lnTo>
                  <a:pt x="47625" y="1257300"/>
                </a:lnTo>
                <a:lnTo>
                  <a:pt x="57150" y="1257300"/>
                </a:lnTo>
                <a:lnTo>
                  <a:pt x="57150" y="1276350"/>
                </a:lnTo>
                <a:lnTo>
                  <a:pt x="47625" y="1276350"/>
                </a:lnTo>
                <a:lnTo>
                  <a:pt x="47625" y="1295400"/>
                </a:lnTo>
                <a:lnTo>
                  <a:pt x="38100" y="1295400"/>
                </a:lnTo>
                <a:lnTo>
                  <a:pt x="38100" y="1304925"/>
                </a:lnTo>
                <a:lnTo>
                  <a:pt x="28575" y="1304925"/>
                </a:lnTo>
                <a:close/>
                <a:moveTo>
                  <a:pt x="523875" y="1257300"/>
                </a:moveTo>
                <a:lnTo>
                  <a:pt x="581025" y="1257300"/>
                </a:lnTo>
                <a:lnTo>
                  <a:pt x="581025" y="1266825"/>
                </a:lnTo>
                <a:lnTo>
                  <a:pt x="561975" y="1266825"/>
                </a:lnTo>
                <a:lnTo>
                  <a:pt x="561975" y="1276350"/>
                </a:lnTo>
                <a:lnTo>
                  <a:pt x="552450" y="1276350"/>
                </a:lnTo>
                <a:lnTo>
                  <a:pt x="552450" y="1266825"/>
                </a:lnTo>
                <a:lnTo>
                  <a:pt x="523875" y="1266825"/>
                </a:lnTo>
                <a:close/>
                <a:moveTo>
                  <a:pt x="1019175" y="1276350"/>
                </a:moveTo>
                <a:lnTo>
                  <a:pt x="1038225" y="1276350"/>
                </a:lnTo>
                <a:lnTo>
                  <a:pt x="1038225" y="1295400"/>
                </a:lnTo>
                <a:lnTo>
                  <a:pt x="1028700" y="1295400"/>
                </a:lnTo>
                <a:lnTo>
                  <a:pt x="1028700" y="1304925"/>
                </a:lnTo>
                <a:lnTo>
                  <a:pt x="1019175" y="1304925"/>
                </a:lnTo>
                <a:close/>
                <a:moveTo>
                  <a:pt x="47625" y="1295400"/>
                </a:moveTo>
                <a:lnTo>
                  <a:pt x="57150" y="1295400"/>
                </a:lnTo>
                <a:lnTo>
                  <a:pt x="57150" y="1304925"/>
                </a:lnTo>
                <a:lnTo>
                  <a:pt x="47625" y="1304925"/>
                </a:lnTo>
                <a:close/>
                <a:moveTo>
                  <a:pt x="876300" y="1295400"/>
                </a:moveTo>
                <a:lnTo>
                  <a:pt x="885825" y="1295400"/>
                </a:lnTo>
                <a:lnTo>
                  <a:pt x="885825" y="1304925"/>
                </a:lnTo>
                <a:lnTo>
                  <a:pt x="876300" y="1304925"/>
                </a:lnTo>
                <a:close/>
                <a:moveTo>
                  <a:pt x="1876425" y="1295400"/>
                </a:moveTo>
                <a:lnTo>
                  <a:pt x="1885950" y="1295400"/>
                </a:lnTo>
                <a:lnTo>
                  <a:pt x="1885950" y="1304925"/>
                </a:lnTo>
                <a:lnTo>
                  <a:pt x="1876425" y="1304925"/>
                </a:lnTo>
                <a:close/>
                <a:moveTo>
                  <a:pt x="476250" y="1304925"/>
                </a:moveTo>
                <a:lnTo>
                  <a:pt x="485775" y="1304925"/>
                </a:lnTo>
                <a:lnTo>
                  <a:pt x="485775" y="1314450"/>
                </a:lnTo>
                <a:lnTo>
                  <a:pt x="476250" y="1314450"/>
                </a:lnTo>
                <a:close/>
                <a:moveTo>
                  <a:pt x="1504950" y="1304925"/>
                </a:moveTo>
                <a:lnTo>
                  <a:pt x="1514475" y="1304925"/>
                </a:lnTo>
                <a:lnTo>
                  <a:pt x="1514475" y="1323975"/>
                </a:lnTo>
                <a:lnTo>
                  <a:pt x="1495425" y="1323975"/>
                </a:lnTo>
                <a:lnTo>
                  <a:pt x="1495425" y="1314450"/>
                </a:lnTo>
                <a:lnTo>
                  <a:pt x="1504950" y="1314450"/>
                </a:lnTo>
                <a:close/>
                <a:moveTo>
                  <a:pt x="485775" y="1314450"/>
                </a:moveTo>
                <a:lnTo>
                  <a:pt x="495300" y="1314450"/>
                </a:lnTo>
                <a:lnTo>
                  <a:pt x="495300" y="1323975"/>
                </a:lnTo>
                <a:lnTo>
                  <a:pt x="485775" y="1323975"/>
                </a:lnTo>
                <a:close/>
                <a:moveTo>
                  <a:pt x="676275" y="1314450"/>
                </a:moveTo>
                <a:lnTo>
                  <a:pt x="704850" y="1314450"/>
                </a:lnTo>
                <a:lnTo>
                  <a:pt x="704850" y="1323975"/>
                </a:lnTo>
                <a:lnTo>
                  <a:pt x="685800" y="1323975"/>
                </a:lnTo>
                <a:lnTo>
                  <a:pt x="685800" y="1333500"/>
                </a:lnTo>
                <a:lnTo>
                  <a:pt x="704850" y="1333500"/>
                </a:lnTo>
                <a:lnTo>
                  <a:pt x="704850" y="1343025"/>
                </a:lnTo>
                <a:lnTo>
                  <a:pt x="695325" y="1343025"/>
                </a:lnTo>
                <a:lnTo>
                  <a:pt x="695325" y="1352550"/>
                </a:lnTo>
                <a:lnTo>
                  <a:pt x="685800" y="1352550"/>
                </a:lnTo>
                <a:lnTo>
                  <a:pt x="685800" y="1343025"/>
                </a:lnTo>
                <a:lnTo>
                  <a:pt x="676275" y="1343025"/>
                </a:lnTo>
                <a:close/>
                <a:moveTo>
                  <a:pt x="1476375" y="1323975"/>
                </a:moveTo>
                <a:lnTo>
                  <a:pt x="1495425" y="1323975"/>
                </a:lnTo>
                <a:lnTo>
                  <a:pt x="1495425" y="1343025"/>
                </a:lnTo>
                <a:lnTo>
                  <a:pt x="1485900" y="1343025"/>
                </a:lnTo>
                <a:lnTo>
                  <a:pt x="1485900" y="1352550"/>
                </a:lnTo>
                <a:lnTo>
                  <a:pt x="1466850" y="1352550"/>
                </a:lnTo>
                <a:lnTo>
                  <a:pt x="1466850" y="1333500"/>
                </a:lnTo>
                <a:lnTo>
                  <a:pt x="1476375" y="1333500"/>
                </a:lnTo>
                <a:close/>
                <a:moveTo>
                  <a:pt x="1590675" y="1323975"/>
                </a:moveTo>
                <a:lnTo>
                  <a:pt x="1600200" y="1323975"/>
                </a:lnTo>
                <a:lnTo>
                  <a:pt x="1600200" y="1333500"/>
                </a:lnTo>
                <a:lnTo>
                  <a:pt x="1590675" y="1333500"/>
                </a:lnTo>
                <a:close/>
                <a:moveTo>
                  <a:pt x="1838325" y="1323975"/>
                </a:moveTo>
                <a:lnTo>
                  <a:pt x="1847850" y="1323975"/>
                </a:lnTo>
                <a:lnTo>
                  <a:pt x="1847850" y="1343025"/>
                </a:lnTo>
                <a:lnTo>
                  <a:pt x="1838325" y="1343025"/>
                </a:lnTo>
                <a:close/>
                <a:moveTo>
                  <a:pt x="619125" y="1333500"/>
                </a:moveTo>
                <a:lnTo>
                  <a:pt x="638175" y="1333500"/>
                </a:lnTo>
                <a:lnTo>
                  <a:pt x="638175" y="1343025"/>
                </a:lnTo>
                <a:lnTo>
                  <a:pt x="619125" y="1343025"/>
                </a:lnTo>
                <a:close/>
                <a:moveTo>
                  <a:pt x="657225" y="1333500"/>
                </a:moveTo>
                <a:lnTo>
                  <a:pt x="666750" y="1333500"/>
                </a:lnTo>
                <a:lnTo>
                  <a:pt x="666750" y="1343025"/>
                </a:lnTo>
                <a:lnTo>
                  <a:pt x="657225" y="1343025"/>
                </a:lnTo>
                <a:close/>
                <a:moveTo>
                  <a:pt x="1400175" y="1352550"/>
                </a:moveTo>
                <a:lnTo>
                  <a:pt x="1409700" y="1352550"/>
                </a:lnTo>
                <a:lnTo>
                  <a:pt x="1409700" y="1362075"/>
                </a:lnTo>
                <a:lnTo>
                  <a:pt x="1400175" y="1362075"/>
                </a:lnTo>
                <a:close/>
                <a:moveTo>
                  <a:pt x="1428750" y="1362075"/>
                </a:moveTo>
                <a:lnTo>
                  <a:pt x="1447800" y="1362075"/>
                </a:lnTo>
                <a:lnTo>
                  <a:pt x="1447800" y="1381125"/>
                </a:lnTo>
                <a:lnTo>
                  <a:pt x="1438275" y="1381125"/>
                </a:lnTo>
                <a:lnTo>
                  <a:pt x="1438275" y="1390650"/>
                </a:lnTo>
                <a:lnTo>
                  <a:pt x="1428750" y="1390650"/>
                </a:lnTo>
                <a:lnTo>
                  <a:pt x="1428750" y="1400175"/>
                </a:lnTo>
                <a:lnTo>
                  <a:pt x="1457325" y="1400175"/>
                </a:lnTo>
                <a:lnTo>
                  <a:pt x="1457325" y="1390650"/>
                </a:lnTo>
                <a:lnTo>
                  <a:pt x="1466850" y="1390650"/>
                </a:lnTo>
                <a:lnTo>
                  <a:pt x="1466850" y="1438275"/>
                </a:lnTo>
                <a:lnTo>
                  <a:pt x="1476375" y="1438275"/>
                </a:lnTo>
                <a:lnTo>
                  <a:pt x="1476375" y="1428750"/>
                </a:lnTo>
                <a:lnTo>
                  <a:pt x="1485900" y="1428750"/>
                </a:lnTo>
                <a:lnTo>
                  <a:pt x="1485900" y="1419225"/>
                </a:lnTo>
                <a:lnTo>
                  <a:pt x="1495425" y="1419225"/>
                </a:lnTo>
                <a:lnTo>
                  <a:pt x="1495425" y="1400175"/>
                </a:lnTo>
                <a:lnTo>
                  <a:pt x="1524000" y="1400175"/>
                </a:lnTo>
                <a:lnTo>
                  <a:pt x="1524000" y="1390650"/>
                </a:lnTo>
                <a:lnTo>
                  <a:pt x="1562100" y="1390650"/>
                </a:lnTo>
                <a:lnTo>
                  <a:pt x="1562100" y="1400175"/>
                </a:lnTo>
                <a:lnTo>
                  <a:pt x="1571625" y="1400175"/>
                </a:lnTo>
                <a:lnTo>
                  <a:pt x="1571625" y="1419225"/>
                </a:lnTo>
                <a:lnTo>
                  <a:pt x="1552575" y="1419225"/>
                </a:lnTo>
                <a:lnTo>
                  <a:pt x="1552575" y="1409700"/>
                </a:lnTo>
                <a:lnTo>
                  <a:pt x="1543050" y="1409700"/>
                </a:lnTo>
                <a:lnTo>
                  <a:pt x="1543050" y="1400175"/>
                </a:lnTo>
                <a:lnTo>
                  <a:pt x="1524000" y="1400175"/>
                </a:lnTo>
                <a:lnTo>
                  <a:pt x="1524000" y="1409700"/>
                </a:lnTo>
                <a:lnTo>
                  <a:pt x="1543050" y="1409700"/>
                </a:lnTo>
                <a:lnTo>
                  <a:pt x="1543050" y="1419225"/>
                </a:lnTo>
                <a:lnTo>
                  <a:pt x="1533525" y="1419225"/>
                </a:lnTo>
                <a:lnTo>
                  <a:pt x="1533525" y="1428750"/>
                </a:lnTo>
                <a:lnTo>
                  <a:pt x="1571625" y="1428750"/>
                </a:lnTo>
                <a:lnTo>
                  <a:pt x="1571625" y="1419225"/>
                </a:lnTo>
                <a:lnTo>
                  <a:pt x="1581150" y="1419225"/>
                </a:lnTo>
                <a:lnTo>
                  <a:pt x="1581150" y="1400175"/>
                </a:lnTo>
                <a:lnTo>
                  <a:pt x="1590675" y="1400175"/>
                </a:lnTo>
                <a:lnTo>
                  <a:pt x="1590675" y="1419225"/>
                </a:lnTo>
                <a:lnTo>
                  <a:pt x="1600200" y="1419225"/>
                </a:lnTo>
                <a:lnTo>
                  <a:pt x="1600200" y="1428750"/>
                </a:lnTo>
                <a:lnTo>
                  <a:pt x="1590675" y="1428750"/>
                </a:lnTo>
                <a:lnTo>
                  <a:pt x="1590675" y="1438275"/>
                </a:lnTo>
                <a:lnTo>
                  <a:pt x="1581150" y="1438275"/>
                </a:lnTo>
                <a:lnTo>
                  <a:pt x="1581150" y="1428750"/>
                </a:lnTo>
                <a:lnTo>
                  <a:pt x="1571625" y="1428750"/>
                </a:lnTo>
                <a:lnTo>
                  <a:pt x="1571625" y="1447800"/>
                </a:lnTo>
                <a:lnTo>
                  <a:pt x="1562100" y="1447800"/>
                </a:lnTo>
                <a:lnTo>
                  <a:pt x="1562100" y="1457325"/>
                </a:lnTo>
                <a:lnTo>
                  <a:pt x="1543050" y="1457325"/>
                </a:lnTo>
                <a:lnTo>
                  <a:pt x="1543050" y="1447800"/>
                </a:lnTo>
                <a:lnTo>
                  <a:pt x="1533525" y="1447800"/>
                </a:lnTo>
                <a:lnTo>
                  <a:pt x="1533525" y="1438275"/>
                </a:lnTo>
                <a:lnTo>
                  <a:pt x="1524000" y="1438275"/>
                </a:lnTo>
                <a:lnTo>
                  <a:pt x="1524000" y="1428750"/>
                </a:lnTo>
                <a:lnTo>
                  <a:pt x="1514475" y="1428750"/>
                </a:lnTo>
                <a:lnTo>
                  <a:pt x="1514475" y="1438275"/>
                </a:lnTo>
                <a:lnTo>
                  <a:pt x="1504950" y="1438275"/>
                </a:lnTo>
                <a:lnTo>
                  <a:pt x="1504950" y="1457325"/>
                </a:lnTo>
                <a:lnTo>
                  <a:pt x="1495425" y="1457325"/>
                </a:lnTo>
                <a:lnTo>
                  <a:pt x="1495425" y="1466850"/>
                </a:lnTo>
                <a:lnTo>
                  <a:pt x="1466850" y="1466850"/>
                </a:lnTo>
                <a:lnTo>
                  <a:pt x="1466850" y="1457325"/>
                </a:lnTo>
                <a:lnTo>
                  <a:pt x="1457325" y="1457325"/>
                </a:lnTo>
                <a:lnTo>
                  <a:pt x="1457325" y="1438275"/>
                </a:lnTo>
                <a:lnTo>
                  <a:pt x="1447800" y="1438275"/>
                </a:lnTo>
                <a:lnTo>
                  <a:pt x="1447800" y="1428750"/>
                </a:lnTo>
                <a:lnTo>
                  <a:pt x="1438275" y="1428750"/>
                </a:lnTo>
                <a:lnTo>
                  <a:pt x="1438275" y="1409700"/>
                </a:lnTo>
                <a:lnTo>
                  <a:pt x="1390650" y="1409700"/>
                </a:lnTo>
                <a:lnTo>
                  <a:pt x="1390650" y="1390650"/>
                </a:lnTo>
                <a:lnTo>
                  <a:pt x="1371600" y="1390650"/>
                </a:lnTo>
                <a:lnTo>
                  <a:pt x="1371600" y="1381125"/>
                </a:lnTo>
                <a:lnTo>
                  <a:pt x="1409700" y="1381125"/>
                </a:lnTo>
                <a:lnTo>
                  <a:pt x="1409700" y="1371600"/>
                </a:lnTo>
                <a:lnTo>
                  <a:pt x="1428750" y="1371600"/>
                </a:lnTo>
                <a:close/>
                <a:moveTo>
                  <a:pt x="1485900" y="1362075"/>
                </a:moveTo>
                <a:lnTo>
                  <a:pt x="1495425" y="1362075"/>
                </a:lnTo>
                <a:lnTo>
                  <a:pt x="1495425" y="1371600"/>
                </a:lnTo>
                <a:lnTo>
                  <a:pt x="1504950" y="1371600"/>
                </a:lnTo>
                <a:lnTo>
                  <a:pt x="1504950" y="1381125"/>
                </a:lnTo>
                <a:lnTo>
                  <a:pt x="1485900" y="1381125"/>
                </a:lnTo>
                <a:close/>
                <a:moveTo>
                  <a:pt x="361950" y="1371600"/>
                </a:moveTo>
                <a:lnTo>
                  <a:pt x="371475" y="1371600"/>
                </a:lnTo>
                <a:lnTo>
                  <a:pt x="371475" y="1390650"/>
                </a:lnTo>
                <a:lnTo>
                  <a:pt x="361950" y="1390650"/>
                </a:lnTo>
                <a:close/>
                <a:moveTo>
                  <a:pt x="781050" y="1371600"/>
                </a:moveTo>
                <a:lnTo>
                  <a:pt x="790575" y="1371600"/>
                </a:lnTo>
                <a:lnTo>
                  <a:pt x="790575" y="1381125"/>
                </a:lnTo>
                <a:lnTo>
                  <a:pt x="781050" y="1381125"/>
                </a:lnTo>
                <a:close/>
                <a:moveTo>
                  <a:pt x="1838325" y="1381125"/>
                </a:moveTo>
                <a:lnTo>
                  <a:pt x="1847850" y="1381125"/>
                </a:lnTo>
                <a:lnTo>
                  <a:pt x="1847850" y="1390650"/>
                </a:lnTo>
                <a:lnTo>
                  <a:pt x="1838325" y="1390650"/>
                </a:lnTo>
                <a:close/>
                <a:moveTo>
                  <a:pt x="1600200" y="1390650"/>
                </a:moveTo>
                <a:lnTo>
                  <a:pt x="1609725" y="1390650"/>
                </a:lnTo>
                <a:lnTo>
                  <a:pt x="1609725" y="1400175"/>
                </a:lnTo>
                <a:lnTo>
                  <a:pt x="1600200" y="1400175"/>
                </a:lnTo>
                <a:close/>
                <a:moveTo>
                  <a:pt x="1619250" y="1390650"/>
                </a:moveTo>
                <a:lnTo>
                  <a:pt x="1638300" y="1390650"/>
                </a:lnTo>
                <a:lnTo>
                  <a:pt x="1638300" y="1409700"/>
                </a:lnTo>
                <a:lnTo>
                  <a:pt x="1619250" y="1409700"/>
                </a:lnTo>
                <a:close/>
                <a:moveTo>
                  <a:pt x="1724025" y="1390650"/>
                </a:moveTo>
                <a:lnTo>
                  <a:pt x="1733550" y="1390650"/>
                </a:lnTo>
                <a:lnTo>
                  <a:pt x="1733550" y="1400175"/>
                </a:lnTo>
                <a:lnTo>
                  <a:pt x="1781175" y="1400175"/>
                </a:lnTo>
                <a:lnTo>
                  <a:pt x="1781175" y="1409700"/>
                </a:lnTo>
                <a:lnTo>
                  <a:pt x="1790700" y="1409700"/>
                </a:lnTo>
                <a:lnTo>
                  <a:pt x="1790700" y="1419225"/>
                </a:lnTo>
                <a:lnTo>
                  <a:pt x="1781175" y="1419225"/>
                </a:lnTo>
                <a:lnTo>
                  <a:pt x="1781175" y="1428750"/>
                </a:lnTo>
                <a:lnTo>
                  <a:pt x="1762125" y="1428750"/>
                </a:lnTo>
                <a:lnTo>
                  <a:pt x="1762125" y="1438275"/>
                </a:lnTo>
                <a:lnTo>
                  <a:pt x="1752600" y="1438275"/>
                </a:lnTo>
                <a:lnTo>
                  <a:pt x="1752600" y="1428750"/>
                </a:lnTo>
                <a:lnTo>
                  <a:pt x="1743075" y="1428750"/>
                </a:lnTo>
                <a:lnTo>
                  <a:pt x="1743075" y="1419225"/>
                </a:lnTo>
                <a:lnTo>
                  <a:pt x="1724025" y="1419225"/>
                </a:lnTo>
                <a:lnTo>
                  <a:pt x="1724025" y="1409700"/>
                </a:lnTo>
                <a:lnTo>
                  <a:pt x="1714500" y="1409700"/>
                </a:lnTo>
                <a:lnTo>
                  <a:pt x="1714500" y="1400175"/>
                </a:lnTo>
                <a:lnTo>
                  <a:pt x="1724025" y="1400175"/>
                </a:lnTo>
                <a:close/>
                <a:moveTo>
                  <a:pt x="1371600" y="1400175"/>
                </a:moveTo>
                <a:lnTo>
                  <a:pt x="1381125" y="1400175"/>
                </a:lnTo>
                <a:lnTo>
                  <a:pt x="1381125" y="1409700"/>
                </a:lnTo>
                <a:lnTo>
                  <a:pt x="1371600" y="1409700"/>
                </a:lnTo>
                <a:close/>
                <a:moveTo>
                  <a:pt x="1362075" y="1409700"/>
                </a:moveTo>
                <a:lnTo>
                  <a:pt x="1371600" y="1409700"/>
                </a:lnTo>
                <a:lnTo>
                  <a:pt x="1371600" y="1419225"/>
                </a:lnTo>
                <a:lnTo>
                  <a:pt x="1362075" y="1419225"/>
                </a:lnTo>
                <a:close/>
                <a:moveTo>
                  <a:pt x="1381125" y="1409700"/>
                </a:moveTo>
                <a:lnTo>
                  <a:pt x="1390650" y="1409700"/>
                </a:lnTo>
                <a:lnTo>
                  <a:pt x="1390650" y="1419225"/>
                </a:lnTo>
                <a:lnTo>
                  <a:pt x="1381125" y="1419225"/>
                </a:lnTo>
                <a:close/>
                <a:moveTo>
                  <a:pt x="1352550" y="1419225"/>
                </a:moveTo>
                <a:lnTo>
                  <a:pt x="1362075" y="1419225"/>
                </a:lnTo>
                <a:lnTo>
                  <a:pt x="1362075" y="1428750"/>
                </a:lnTo>
                <a:lnTo>
                  <a:pt x="1371600" y="1428750"/>
                </a:lnTo>
                <a:lnTo>
                  <a:pt x="1371600" y="1447800"/>
                </a:lnTo>
                <a:lnTo>
                  <a:pt x="1362075" y="1447800"/>
                </a:lnTo>
                <a:lnTo>
                  <a:pt x="1362075" y="1466850"/>
                </a:lnTo>
                <a:lnTo>
                  <a:pt x="1323975" y="1466850"/>
                </a:lnTo>
                <a:lnTo>
                  <a:pt x="1323975" y="1457325"/>
                </a:lnTo>
                <a:lnTo>
                  <a:pt x="1352550" y="1457325"/>
                </a:lnTo>
                <a:lnTo>
                  <a:pt x="1352550" y="1447800"/>
                </a:lnTo>
                <a:lnTo>
                  <a:pt x="1333500" y="1447800"/>
                </a:lnTo>
                <a:lnTo>
                  <a:pt x="1333500" y="1438275"/>
                </a:lnTo>
                <a:lnTo>
                  <a:pt x="1343025" y="1438275"/>
                </a:lnTo>
                <a:lnTo>
                  <a:pt x="1343025" y="1428750"/>
                </a:lnTo>
                <a:lnTo>
                  <a:pt x="1352550" y="1428750"/>
                </a:lnTo>
                <a:close/>
                <a:moveTo>
                  <a:pt x="1438275" y="1447800"/>
                </a:moveTo>
                <a:lnTo>
                  <a:pt x="1447800" y="1447800"/>
                </a:lnTo>
                <a:lnTo>
                  <a:pt x="1447800" y="1457325"/>
                </a:lnTo>
                <a:lnTo>
                  <a:pt x="1438275" y="1457325"/>
                </a:lnTo>
                <a:close/>
                <a:moveTo>
                  <a:pt x="819150" y="1457325"/>
                </a:moveTo>
                <a:lnTo>
                  <a:pt x="838200" y="1457325"/>
                </a:lnTo>
                <a:lnTo>
                  <a:pt x="838200" y="1466850"/>
                </a:lnTo>
                <a:lnTo>
                  <a:pt x="819150" y="1466850"/>
                </a:lnTo>
                <a:close/>
                <a:moveTo>
                  <a:pt x="1571625" y="1495425"/>
                </a:moveTo>
                <a:lnTo>
                  <a:pt x="1581150" y="1495425"/>
                </a:lnTo>
                <a:lnTo>
                  <a:pt x="1581150" y="1504950"/>
                </a:lnTo>
                <a:lnTo>
                  <a:pt x="1571625" y="1504950"/>
                </a:lnTo>
                <a:close/>
                <a:moveTo>
                  <a:pt x="1609725" y="1495425"/>
                </a:moveTo>
                <a:lnTo>
                  <a:pt x="1619250" y="1495425"/>
                </a:lnTo>
                <a:lnTo>
                  <a:pt x="1619250" y="1504950"/>
                </a:lnTo>
                <a:lnTo>
                  <a:pt x="1609725" y="1504950"/>
                </a:lnTo>
                <a:close/>
                <a:moveTo>
                  <a:pt x="1866900" y="1495425"/>
                </a:moveTo>
                <a:lnTo>
                  <a:pt x="1885950" y="1495425"/>
                </a:lnTo>
                <a:lnTo>
                  <a:pt x="1885950" y="1504950"/>
                </a:lnTo>
                <a:lnTo>
                  <a:pt x="1866900" y="1504950"/>
                </a:lnTo>
                <a:close/>
                <a:moveTo>
                  <a:pt x="1047750" y="1524000"/>
                </a:moveTo>
                <a:lnTo>
                  <a:pt x="1066800" y="1524000"/>
                </a:lnTo>
                <a:lnTo>
                  <a:pt x="1066800" y="1533525"/>
                </a:lnTo>
                <a:lnTo>
                  <a:pt x="1076325" y="1533525"/>
                </a:lnTo>
                <a:lnTo>
                  <a:pt x="1076325" y="1562100"/>
                </a:lnTo>
                <a:lnTo>
                  <a:pt x="1095375" y="1562100"/>
                </a:lnTo>
                <a:lnTo>
                  <a:pt x="1095375" y="1552575"/>
                </a:lnTo>
                <a:lnTo>
                  <a:pt x="1123950" y="1552575"/>
                </a:lnTo>
                <a:lnTo>
                  <a:pt x="1123950" y="1562100"/>
                </a:lnTo>
                <a:lnTo>
                  <a:pt x="1181100" y="1562100"/>
                </a:lnTo>
                <a:lnTo>
                  <a:pt x="1181100" y="1581150"/>
                </a:lnTo>
                <a:lnTo>
                  <a:pt x="1152525" y="1581150"/>
                </a:lnTo>
                <a:lnTo>
                  <a:pt x="1152525" y="1571625"/>
                </a:lnTo>
                <a:lnTo>
                  <a:pt x="1114425" y="1571625"/>
                </a:lnTo>
                <a:lnTo>
                  <a:pt x="1114425" y="1581150"/>
                </a:lnTo>
                <a:lnTo>
                  <a:pt x="1104900" y="1581150"/>
                </a:lnTo>
                <a:lnTo>
                  <a:pt x="1104900" y="1600200"/>
                </a:lnTo>
                <a:lnTo>
                  <a:pt x="1085850" y="1600200"/>
                </a:lnTo>
                <a:lnTo>
                  <a:pt x="1085850" y="1590675"/>
                </a:lnTo>
                <a:lnTo>
                  <a:pt x="1076325" y="1590675"/>
                </a:lnTo>
                <a:lnTo>
                  <a:pt x="1076325" y="1581150"/>
                </a:lnTo>
                <a:lnTo>
                  <a:pt x="1057275" y="1581150"/>
                </a:lnTo>
                <a:lnTo>
                  <a:pt x="1057275" y="1562100"/>
                </a:lnTo>
                <a:lnTo>
                  <a:pt x="1047750" y="1562100"/>
                </a:lnTo>
                <a:lnTo>
                  <a:pt x="1047750" y="1552575"/>
                </a:lnTo>
                <a:lnTo>
                  <a:pt x="1038225" y="1552575"/>
                </a:lnTo>
                <a:lnTo>
                  <a:pt x="1038225" y="1533525"/>
                </a:lnTo>
                <a:lnTo>
                  <a:pt x="1047750" y="1533525"/>
                </a:lnTo>
                <a:close/>
                <a:moveTo>
                  <a:pt x="1190625" y="1524000"/>
                </a:moveTo>
                <a:lnTo>
                  <a:pt x="1200150" y="1524000"/>
                </a:lnTo>
                <a:lnTo>
                  <a:pt x="1200150" y="1533525"/>
                </a:lnTo>
                <a:lnTo>
                  <a:pt x="1190625" y="1533525"/>
                </a:lnTo>
                <a:close/>
                <a:moveTo>
                  <a:pt x="1285875" y="1524000"/>
                </a:moveTo>
                <a:lnTo>
                  <a:pt x="1295400" y="1524000"/>
                </a:lnTo>
                <a:lnTo>
                  <a:pt x="1295400" y="1533525"/>
                </a:lnTo>
                <a:lnTo>
                  <a:pt x="1285875" y="1533525"/>
                </a:lnTo>
                <a:close/>
                <a:moveTo>
                  <a:pt x="1390650" y="1524000"/>
                </a:moveTo>
                <a:lnTo>
                  <a:pt x="1428750" y="1524000"/>
                </a:lnTo>
                <a:lnTo>
                  <a:pt x="1428750" y="1533525"/>
                </a:lnTo>
                <a:lnTo>
                  <a:pt x="1409700" y="1533525"/>
                </a:lnTo>
                <a:lnTo>
                  <a:pt x="1409700" y="1543050"/>
                </a:lnTo>
                <a:lnTo>
                  <a:pt x="1400175" y="1543050"/>
                </a:lnTo>
                <a:lnTo>
                  <a:pt x="1400175" y="1533525"/>
                </a:lnTo>
                <a:lnTo>
                  <a:pt x="1390650" y="1533525"/>
                </a:lnTo>
                <a:close/>
                <a:moveTo>
                  <a:pt x="1628775" y="1524000"/>
                </a:moveTo>
                <a:lnTo>
                  <a:pt x="1638300" y="1524000"/>
                </a:lnTo>
                <a:lnTo>
                  <a:pt x="1638300" y="1533525"/>
                </a:lnTo>
                <a:lnTo>
                  <a:pt x="1628775" y="1533525"/>
                </a:lnTo>
                <a:close/>
                <a:moveTo>
                  <a:pt x="1619250" y="1533525"/>
                </a:moveTo>
                <a:lnTo>
                  <a:pt x="1628775" y="1533525"/>
                </a:lnTo>
                <a:lnTo>
                  <a:pt x="1628775" y="1543050"/>
                </a:lnTo>
                <a:lnTo>
                  <a:pt x="1638300" y="1543050"/>
                </a:lnTo>
                <a:lnTo>
                  <a:pt x="1638300" y="1533525"/>
                </a:lnTo>
                <a:lnTo>
                  <a:pt x="1647825" y="1533525"/>
                </a:lnTo>
                <a:lnTo>
                  <a:pt x="1647825" y="1543050"/>
                </a:lnTo>
                <a:lnTo>
                  <a:pt x="1638300" y="1543050"/>
                </a:lnTo>
                <a:lnTo>
                  <a:pt x="1638300" y="1552575"/>
                </a:lnTo>
                <a:lnTo>
                  <a:pt x="1619250" y="1552575"/>
                </a:lnTo>
                <a:close/>
                <a:moveTo>
                  <a:pt x="219075" y="1543050"/>
                </a:moveTo>
                <a:lnTo>
                  <a:pt x="238125" y="1543050"/>
                </a:lnTo>
                <a:lnTo>
                  <a:pt x="238125" y="1552575"/>
                </a:lnTo>
                <a:lnTo>
                  <a:pt x="219075" y="1552575"/>
                </a:lnTo>
                <a:close/>
                <a:moveTo>
                  <a:pt x="990600" y="1543050"/>
                </a:moveTo>
                <a:lnTo>
                  <a:pt x="1000125" y="1543050"/>
                </a:lnTo>
                <a:lnTo>
                  <a:pt x="1000125" y="1552575"/>
                </a:lnTo>
                <a:lnTo>
                  <a:pt x="1009650" y="1552575"/>
                </a:lnTo>
                <a:lnTo>
                  <a:pt x="1009650" y="1571625"/>
                </a:lnTo>
                <a:lnTo>
                  <a:pt x="1000125" y="1571625"/>
                </a:lnTo>
                <a:lnTo>
                  <a:pt x="1000125" y="1562100"/>
                </a:lnTo>
                <a:lnTo>
                  <a:pt x="990600" y="1562100"/>
                </a:lnTo>
                <a:close/>
                <a:moveTo>
                  <a:pt x="476250" y="1552575"/>
                </a:moveTo>
                <a:lnTo>
                  <a:pt x="485775" y="1552575"/>
                </a:lnTo>
                <a:lnTo>
                  <a:pt x="485775" y="1562100"/>
                </a:lnTo>
                <a:lnTo>
                  <a:pt x="495300" y="1562100"/>
                </a:lnTo>
                <a:lnTo>
                  <a:pt x="495300" y="1571625"/>
                </a:lnTo>
                <a:lnTo>
                  <a:pt x="476250" y="1571625"/>
                </a:lnTo>
                <a:close/>
                <a:moveTo>
                  <a:pt x="542925" y="1581150"/>
                </a:moveTo>
                <a:lnTo>
                  <a:pt x="561975" y="1581150"/>
                </a:lnTo>
                <a:lnTo>
                  <a:pt x="561975" y="1590675"/>
                </a:lnTo>
                <a:lnTo>
                  <a:pt x="542925" y="1590675"/>
                </a:lnTo>
                <a:close/>
                <a:moveTo>
                  <a:pt x="561975" y="1590675"/>
                </a:moveTo>
                <a:lnTo>
                  <a:pt x="571500" y="1590675"/>
                </a:lnTo>
                <a:lnTo>
                  <a:pt x="571500" y="1600200"/>
                </a:lnTo>
                <a:lnTo>
                  <a:pt x="561975" y="1600200"/>
                </a:lnTo>
                <a:close/>
                <a:moveTo>
                  <a:pt x="1838325" y="1609725"/>
                </a:moveTo>
                <a:lnTo>
                  <a:pt x="1847850" y="1609725"/>
                </a:lnTo>
                <a:lnTo>
                  <a:pt x="1847850" y="1628775"/>
                </a:lnTo>
                <a:lnTo>
                  <a:pt x="1838325" y="1628775"/>
                </a:lnTo>
                <a:close/>
                <a:moveTo>
                  <a:pt x="1771650" y="1628775"/>
                </a:moveTo>
                <a:lnTo>
                  <a:pt x="1781175" y="1628775"/>
                </a:lnTo>
                <a:lnTo>
                  <a:pt x="1781175" y="1638300"/>
                </a:lnTo>
                <a:lnTo>
                  <a:pt x="1771650" y="1638300"/>
                </a:lnTo>
                <a:close/>
                <a:moveTo>
                  <a:pt x="1800225" y="1628775"/>
                </a:moveTo>
                <a:lnTo>
                  <a:pt x="1809750" y="1628775"/>
                </a:lnTo>
                <a:lnTo>
                  <a:pt x="1809750" y="1647825"/>
                </a:lnTo>
                <a:lnTo>
                  <a:pt x="1781175" y="1647825"/>
                </a:lnTo>
                <a:lnTo>
                  <a:pt x="1781175" y="1638300"/>
                </a:lnTo>
                <a:lnTo>
                  <a:pt x="1800225" y="1638300"/>
                </a:lnTo>
                <a:close/>
                <a:moveTo>
                  <a:pt x="581025" y="1638300"/>
                </a:moveTo>
                <a:lnTo>
                  <a:pt x="590550" y="1638300"/>
                </a:lnTo>
                <a:lnTo>
                  <a:pt x="590550" y="1647825"/>
                </a:lnTo>
                <a:lnTo>
                  <a:pt x="581025" y="1647825"/>
                </a:lnTo>
                <a:close/>
              </a:path>
            </a:pathLst>
          </a:custGeom>
          <a:solidFill xmlns:a="http://schemas.openxmlformats.org/drawingml/2006/main">
            <a:srgbClr val="F2EEE3"/>
          </a:solidFill>
          <a:ln xmlns:a="http://schemas.openxmlformats.org/drawingml/2006/main" w="0">
            <a:noFill/>
          </a:ln>
        </p:spPr>
      </p:sp>
      <p:sp>
        <p:nvSpPr>
          <p:cNvPr id="115" name="appearance vector #f2eee2">
            <a:extLst xmlns:a="http://schemas.openxmlformats.org/drawingml/2006/main">
              <a:ext uri="{FF2B5EF4-FFF2-40B4-BE49-F238E27FC236}">
                <a16:creationId xmlns:a16="http://schemas.microsoft.com/office/drawing/2014/main" id="{6F806478-293B-4A9E-A0FF-FB1047DC2DC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343400" y="5114925"/>
            <a:ext cx="1943100" cy="1666875"/>
          </a:xfrm>
          <a:custGeom xmlns:a="http://schemas.openxmlformats.org/drawingml/2006/main">
            <a:pathLst>
              <a:path w="1943100" h="1666875">
                <a:moveTo>
                  <a:pt x="361950" y="28575"/>
                </a:moveTo>
                <a:lnTo>
                  <a:pt x="371475" y="28575"/>
                </a:lnTo>
                <a:lnTo>
                  <a:pt x="371475" y="47625"/>
                </a:lnTo>
                <a:lnTo>
                  <a:pt x="361950" y="47625"/>
                </a:lnTo>
                <a:close/>
                <a:moveTo>
                  <a:pt x="400050" y="28575"/>
                </a:moveTo>
                <a:lnTo>
                  <a:pt x="409575" y="28575"/>
                </a:lnTo>
                <a:lnTo>
                  <a:pt x="409575" y="38100"/>
                </a:lnTo>
                <a:lnTo>
                  <a:pt x="419100" y="38100"/>
                </a:lnTo>
                <a:lnTo>
                  <a:pt x="419100" y="28575"/>
                </a:lnTo>
                <a:lnTo>
                  <a:pt x="428625" y="28575"/>
                </a:lnTo>
                <a:lnTo>
                  <a:pt x="428625" y="38100"/>
                </a:lnTo>
                <a:lnTo>
                  <a:pt x="438150" y="38100"/>
                </a:lnTo>
                <a:lnTo>
                  <a:pt x="438150" y="28575"/>
                </a:lnTo>
                <a:lnTo>
                  <a:pt x="447675" y="28575"/>
                </a:lnTo>
                <a:lnTo>
                  <a:pt x="447675" y="47625"/>
                </a:lnTo>
                <a:lnTo>
                  <a:pt x="419100" y="47625"/>
                </a:lnTo>
                <a:lnTo>
                  <a:pt x="419100" y="57150"/>
                </a:lnTo>
                <a:lnTo>
                  <a:pt x="400050" y="57150"/>
                </a:lnTo>
                <a:close/>
                <a:moveTo>
                  <a:pt x="266700" y="38100"/>
                </a:moveTo>
                <a:lnTo>
                  <a:pt x="285750" y="38100"/>
                </a:lnTo>
                <a:lnTo>
                  <a:pt x="285750" y="47625"/>
                </a:lnTo>
                <a:lnTo>
                  <a:pt x="314325" y="47625"/>
                </a:lnTo>
                <a:lnTo>
                  <a:pt x="314325" y="57150"/>
                </a:lnTo>
                <a:lnTo>
                  <a:pt x="333375" y="57150"/>
                </a:lnTo>
                <a:lnTo>
                  <a:pt x="333375" y="76200"/>
                </a:lnTo>
                <a:lnTo>
                  <a:pt x="323850" y="76200"/>
                </a:lnTo>
                <a:lnTo>
                  <a:pt x="323850" y="114300"/>
                </a:lnTo>
                <a:lnTo>
                  <a:pt x="314325" y="114300"/>
                </a:lnTo>
                <a:lnTo>
                  <a:pt x="314325" y="76200"/>
                </a:lnTo>
                <a:lnTo>
                  <a:pt x="295275" y="76200"/>
                </a:lnTo>
                <a:lnTo>
                  <a:pt x="295275" y="66675"/>
                </a:lnTo>
                <a:lnTo>
                  <a:pt x="304800" y="66675"/>
                </a:lnTo>
                <a:lnTo>
                  <a:pt x="304800" y="57150"/>
                </a:lnTo>
                <a:lnTo>
                  <a:pt x="266700" y="57150"/>
                </a:lnTo>
                <a:close/>
                <a:moveTo>
                  <a:pt x="1847850" y="47625"/>
                </a:moveTo>
                <a:lnTo>
                  <a:pt x="1857375" y="47625"/>
                </a:lnTo>
                <a:lnTo>
                  <a:pt x="1857375" y="66675"/>
                </a:lnTo>
                <a:lnTo>
                  <a:pt x="1847850" y="66675"/>
                </a:lnTo>
                <a:close/>
                <a:moveTo>
                  <a:pt x="238125" y="66675"/>
                </a:moveTo>
                <a:lnTo>
                  <a:pt x="257175" y="66675"/>
                </a:lnTo>
                <a:lnTo>
                  <a:pt x="257175" y="85725"/>
                </a:lnTo>
                <a:lnTo>
                  <a:pt x="266700" y="85725"/>
                </a:lnTo>
                <a:lnTo>
                  <a:pt x="266700" y="95250"/>
                </a:lnTo>
                <a:lnTo>
                  <a:pt x="276225" y="95250"/>
                </a:lnTo>
                <a:lnTo>
                  <a:pt x="276225" y="104775"/>
                </a:lnTo>
                <a:lnTo>
                  <a:pt x="285750" y="104775"/>
                </a:lnTo>
                <a:lnTo>
                  <a:pt x="285750" y="123825"/>
                </a:lnTo>
                <a:lnTo>
                  <a:pt x="276225" y="123825"/>
                </a:lnTo>
                <a:lnTo>
                  <a:pt x="276225" y="133350"/>
                </a:lnTo>
                <a:lnTo>
                  <a:pt x="285750" y="133350"/>
                </a:lnTo>
                <a:lnTo>
                  <a:pt x="285750" y="161925"/>
                </a:lnTo>
                <a:lnTo>
                  <a:pt x="276225" y="161925"/>
                </a:lnTo>
                <a:lnTo>
                  <a:pt x="276225" y="152400"/>
                </a:lnTo>
                <a:lnTo>
                  <a:pt x="266700" y="152400"/>
                </a:lnTo>
                <a:lnTo>
                  <a:pt x="266700" y="142875"/>
                </a:lnTo>
                <a:lnTo>
                  <a:pt x="257175" y="142875"/>
                </a:lnTo>
                <a:lnTo>
                  <a:pt x="257175" y="123825"/>
                </a:lnTo>
                <a:lnTo>
                  <a:pt x="266700" y="123825"/>
                </a:lnTo>
                <a:lnTo>
                  <a:pt x="266700" y="114300"/>
                </a:lnTo>
                <a:lnTo>
                  <a:pt x="257175" y="114300"/>
                </a:lnTo>
                <a:lnTo>
                  <a:pt x="257175" y="104775"/>
                </a:lnTo>
                <a:lnTo>
                  <a:pt x="247650" y="104775"/>
                </a:lnTo>
                <a:lnTo>
                  <a:pt x="247650" y="85725"/>
                </a:lnTo>
                <a:lnTo>
                  <a:pt x="238125" y="85725"/>
                </a:lnTo>
                <a:close/>
                <a:moveTo>
                  <a:pt x="295275" y="85725"/>
                </a:moveTo>
                <a:lnTo>
                  <a:pt x="304800" y="85725"/>
                </a:lnTo>
                <a:lnTo>
                  <a:pt x="304800" y="95250"/>
                </a:lnTo>
                <a:lnTo>
                  <a:pt x="295275" y="95250"/>
                </a:lnTo>
                <a:close/>
                <a:moveTo>
                  <a:pt x="352425" y="95250"/>
                </a:moveTo>
                <a:lnTo>
                  <a:pt x="371475" y="95250"/>
                </a:lnTo>
                <a:lnTo>
                  <a:pt x="371475" y="104775"/>
                </a:lnTo>
                <a:lnTo>
                  <a:pt x="381000" y="104775"/>
                </a:lnTo>
                <a:lnTo>
                  <a:pt x="381000" y="133350"/>
                </a:lnTo>
                <a:lnTo>
                  <a:pt x="390525" y="133350"/>
                </a:lnTo>
                <a:lnTo>
                  <a:pt x="390525" y="142875"/>
                </a:lnTo>
                <a:lnTo>
                  <a:pt x="428625" y="142875"/>
                </a:lnTo>
                <a:lnTo>
                  <a:pt x="428625" y="161925"/>
                </a:lnTo>
                <a:lnTo>
                  <a:pt x="390525" y="161925"/>
                </a:lnTo>
                <a:lnTo>
                  <a:pt x="390525" y="152400"/>
                </a:lnTo>
                <a:lnTo>
                  <a:pt x="371475" y="152400"/>
                </a:lnTo>
                <a:lnTo>
                  <a:pt x="371475" y="142875"/>
                </a:lnTo>
                <a:lnTo>
                  <a:pt x="361950" y="142875"/>
                </a:lnTo>
                <a:lnTo>
                  <a:pt x="361950" y="114300"/>
                </a:lnTo>
                <a:lnTo>
                  <a:pt x="352425" y="114300"/>
                </a:lnTo>
                <a:close/>
                <a:moveTo>
                  <a:pt x="323850" y="133350"/>
                </a:moveTo>
                <a:lnTo>
                  <a:pt x="342900" y="133350"/>
                </a:lnTo>
                <a:lnTo>
                  <a:pt x="342900" y="142875"/>
                </a:lnTo>
                <a:lnTo>
                  <a:pt x="323850" y="142875"/>
                </a:lnTo>
                <a:close/>
                <a:moveTo>
                  <a:pt x="304800" y="171450"/>
                </a:moveTo>
                <a:lnTo>
                  <a:pt x="323850" y="171450"/>
                </a:lnTo>
                <a:lnTo>
                  <a:pt x="323850" y="180975"/>
                </a:lnTo>
                <a:lnTo>
                  <a:pt x="304800" y="180975"/>
                </a:lnTo>
                <a:close/>
                <a:moveTo>
                  <a:pt x="1885950" y="190500"/>
                </a:moveTo>
                <a:lnTo>
                  <a:pt x="1895475" y="190500"/>
                </a:lnTo>
                <a:lnTo>
                  <a:pt x="1895475" y="200025"/>
                </a:lnTo>
                <a:lnTo>
                  <a:pt x="1885950" y="200025"/>
                </a:lnTo>
                <a:close/>
                <a:moveTo>
                  <a:pt x="790575" y="200025"/>
                </a:moveTo>
                <a:lnTo>
                  <a:pt x="809625" y="200025"/>
                </a:lnTo>
                <a:lnTo>
                  <a:pt x="809625" y="219075"/>
                </a:lnTo>
                <a:lnTo>
                  <a:pt x="790575" y="219075"/>
                </a:lnTo>
                <a:close/>
                <a:moveTo>
                  <a:pt x="38100" y="209550"/>
                </a:moveTo>
                <a:lnTo>
                  <a:pt x="47625" y="209550"/>
                </a:lnTo>
                <a:lnTo>
                  <a:pt x="47625" y="219075"/>
                </a:lnTo>
                <a:lnTo>
                  <a:pt x="38100" y="219075"/>
                </a:lnTo>
                <a:close/>
                <a:moveTo>
                  <a:pt x="1752600" y="219075"/>
                </a:moveTo>
                <a:lnTo>
                  <a:pt x="1790700" y="219075"/>
                </a:lnTo>
                <a:lnTo>
                  <a:pt x="1790700" y="238125"/>
                </a:lnTo>
                <a:lnTo>
                  <a:pt x="1819275" y="238125"/>
                </a:lnTo>
                <a:lnTo>
                  <a:pt x="1819275" y="228600"/>
                </a:lnTo>
                <a:lnTo>
                  <a:pt x="1847850" y="228600"/>
                </a:lnTo>
                <a:lnTo>
                  <a:pt x="1847850" y="238125"/>
                </a:lnTo>
                <a:lnTo>
                  <a:pt x="1876425" y="238125"/>
                </a:lnTo>
                <a:lnTo>
                  <a:pt x="1876425" y="247650"/>
                </a:lnTo>
                <a:lnTo>
                  <a:pt x="1885950" y="247650"/>
                </a:lnTo>
                <a:lnTo>
                  <a:pt x="1885950" y="266700"/>
                </a:lnTo>
                <a:lnTo>
                  <a:pt x="1866900" y="266700"/>
                </a:lnTo>
                <a:lnTo>
                  <a:pt x="1866900" y="257175"/>
                </a:lnTo>
                <a:lnTo>
                  <a:pt x="1857375" y="257175"/>
                </a:lnTo>
                <a:lnTo>
                  <a:pt x="1857375" y="266700"/>
                </a:lnTo>
                <a:lnTo>
                  <a:pt x="1866900" y="266700"/>
                </a:lnTo>
                <a:lnTo>
                  <a:pt x="1866900" y="276225"/>
                </a:lnTo>
                <a:lnTo>
                  <a:pt x="1809750" y="276225"/>
                </a:lnTo>
                <a:lnTo>
                  <a:pt x="1809750" y="266700"/>
                </a:lnTo>
                <a:lnTo>
                  <a:pt x="1828800" y="266700"/>
                </a:lnTo>
                <a:lnTo>
                  <a:pt x="1828800" y="257175"/>
                </a:lnTo>
                <a:lnTo>
                  <a:pt x="1762125" y="257175"/>
                </a:lnTo>
                <a:lnTo>
                  <a:pt x="1762125" y="247650"/>
                </a:lnTo>
                <a:lnTo>
                  <a:pt x="1743075" y="247650"/>
                </a:lnTo>
                <a:lnTo>
                  <a:pt x="1743075" y="238125"/>
                </a:lnTo>
                <a:lnTo>
                  <a:pt x="1752600" y="238125"/>
                </a:lnTo>
                <a:close/>
                <a:moveTo>
                  <a:pt x="457200" y="228600"/>
                </a:moveTo>
                <a:lnTo>
                  <a:pt x="466725" y="228600"/>
                </a:lnTo>
                <a:lnTo>
                  <a:pt x="466725" y="238125"/>
                </a:lnTo>
                <a:lnTo>
                  <a:pt x="457200" y="238125"/>
                </a:lnTo>
                <a:close/>
                <a:moveTo>
                  <a:pt x="447675" y="238125"/>
                </a:moveTo>
                <a:lnTo>
                  <a:pt x="457200" y="238125"/>
                </a:lnTo>
                <a:lnTo>
                  <a:pt x="457200" y="247650"/>
                </a:lnTo>
                <a:lnTo>
                  <a:pt x="447675" y="247650"/>
                </a:lnTo>
                <a:close/>
                <a:moveTo>
                  <a:pt x="581025" y="238125"/>
                </a:moveTo>
                <a:lnTo>
                  <a:pt x="609600" y="238125"/>
                </a:lnTo>
                <a:lnTo>
                  <a:pt x="609600" y="257175"/>
                </a:lnTo>
                <a:lnTo>
                  <a:pt x="619125" y="257175"/>
                </a:lnTo>
                <a:lnTo>
                  <a:pt x="619125" y="266700"/>
                </a:lnTo>
                <a:lnTo>
                  <a:pt x="600075" y="266700"/>
                </a:lnTo>
                <a:lnTo>
                  <a:pt x="600075" y="257175"/>
                </a:lnTo>
                <a:lnTo>
                  <a:pt x="581025" y="257175"/>
                </a:lnTo>
                <a:close/>
                <a:moveTo>
                  <a:pt x="628650" y="238125"/>
                </a:moveTo>
                <a:lnTo>
                  <a:pt x="638175" y="238125"/>
                </a:lnTo>
                <a:lnTo>
                  <a:pt x="638175" y="247650"/>
                </a:lnTo>
                <a:lnTo>
                  <a:pt x="628650" y="247650"/>
                </a:lnTo>
                <a:close/>
                <a:moveTo>
                  <a:pt x="676275" y="238125"/>
                </a:moveTo>
                <a:lnTo>
                  <a:pt x="695325" y="238125"/>
                </a:lnTo>
                <a:lnTo>
                  <a:pt x="695325" y="247650"/>
                </a:lnTo>
                <a:lnTo>
                  <a:pt x="723900" y="247650"/>
                </a:lnTo>
                <a:lnTo>
                  <a:pt x="723900" y="257175"/>
                </a:lnTo>
                <a:lnTo>
                  <a:pt x="742950" y="257175"/>
                </a:lnTo>
                <a:lnTo>
                  <a:pt x="742950" y="266700"/>
                </a:lnTo>
                <a:lnTo>
                  <a:pt x="666750" y="266700"/>
                </a:lnTo>
                <a:lnTo>
                  <a:pt x="666750" y="257175"/>
                </a:lnTo>
                <a:lnTo>
                  <a:pt x="676275" y="257175"/>
                </a:lnTo>
                <a:close/>
                <a:moveTo>
                  <a:pt x="1009650" y="238125"/>
                </a:moveTo>
                <a:lnTo>
                  <a:pt x="1019175" y="238125"/>
                </a:lnTo>
                <a:lnTo>
                  <a:pt x="1019175" y="257175"/>
                </a:lnTo>
                <a:lnTo>
                  <a:pt x="1009650" y="257175"/>
                </a:lnTo>
                <a:close/>
                <a:moveTo>
                  <a:pt x="333375" y="247650"/>
                </a:moveTo>
                <a:lnTo>
                  <a:pt x="342900" y="247650"/>
                </a:lnTo>
                <a:lnTo>
                  <a:pt x="342900" y="257175"/>
                </a:lnTo>
                <a:lnTo>
                  <a:pt x="333375" y="257175"/>
                </a:lnTo>
                <a:close/>
                <a:moveTo>
                  <a:pt x="466725" y="247650"/>
                </a:moveTo>
                <a:lnTo>
                  <a:pt x="476250" y="247650"/>
                </a:lnTo>
                <a:lnTo>
                  <a:pt x="476250" y="257175"/>
                </a:lnTo>
                <a:lnTo>
                  <a:pt x="485775" y="257175"/>
                </a:lnTo>
                <a:lnTo>
                  <a:pt x="485775" y="266700"/>
                </a:lnTo>
                <a:lnTo>
                  <a:pt x="466725" y="266700"/>
                </a:lnTo>
                <a:close/>
                <a:moveTo>
                  <a:pt x="504825" y="247650"/>
                </a:moveTo>
                <a:lnTo>
                  <a:pt x="523875" y="247650"/>
                </a:lnTo>
                <a:lnTo>
                  <a:pt x="523875" y="257175"/>
                </a:lnTo>
                <a:lnTo>
                  <a:pt x="514350" y="257175"/>
                </a:lnTo>
                <a:lnTo>
                  <a:pt x="514350" y="266700"/>
                </a:lnTo>
                <a:lnTo>
                  <a:pt x="504825" y="266700"/>
                </a:lnTo>
                <a:close/>
                <a:moveTo>
                  <a:pt x="1438275" y="247650"/>
                </a:moveTo>
                <a:lnTo>
                  <a:pt x="1466850" y="247650"/>
                </a:lnTo>
                <a:lnTo>
                  <a:pt x="1466850" y="257175"/>
                </a:lnTo>
                <a:lnTo>
                  <a:pt x="1457325" y="257175"/>
                </a:lnTo>
                <a:lnTo>
                  <a:pt x="1457325" y="266700"/>
                </a:lnTo>
                <a:lnTo>
                  <a:pt x="1466850" y="266700"/>
                </a:lnTo>
                <a:lnTo>
                  <a:pt x="1466850" y="276225"/>
                </a:lnTo>
                <a:lnTo>
                  <a:pt x="1428750" y="276225"/>
                </a:lnTo>
                <a:lnTo>
                  <a:pt x="1428750" y="266700"/>
                </a:lnTo>
                <a:lnTo>
                  <a:pt x="1447800" y="266700"/>
                </a:lnTo>
                <a:lnTo>
                  <a:pt x="1447800" y="257175"/>
                </a:lnTo>
                <a:lnTo>
                  <a:pt x="1438275" y="257175"/>
                </a:lnTo>
                <a:close/>
                <a:moveTo>
                  <a:pt x="1657350" y="247650"/>
                </a:moveTo>
                <a:lnTo>
                  <a:pt x="1666875" y="247650"/>
                </a:lnTo>
                <a:lnTo>
                  <a:pt x="1666875" y="257175"/>
                </a:lnTo>
                <a:lnTo>
                  <a:pt x="1657350" y="257175"/>
                </a:lnTo>
                <a:close/>
                <a:moveTo>
                  <a:pt x="352425" y="257175"/>
                </a:moveTo>
                <a:lnTo>
                  <a:pt x="371475" y="257175"/>
                </a:lnTo>
                <a:lnTo>
                  <a:pt x="371475" y="266700"/>
                </a:lnTo>
                <a:lnTo>
                  <a:pt x="381000" y="266700"/>
                </a:lnTo>
                <a:lnTo>
                  <a:pt x="381000" y="276225"/>
                </a:lnTo>
                <a:lnTo>
                  <a:pt x="333375" y="276225"/>
                </a:lnTo>
                <a:lnTo>
                  <a:pt x="333375" y="266700"/>
                </a:lnTo>
                <a:lnTo>
                  <a:pt x="352425" y="266700"/>
                </a:lnTo>
                <a:close/>
                <a:moveTo>
                  <a:pt x="523875" y="257175"/>
                </a:moveTo>
                <a:lnTo>
                  <a:pt x="533400" y="257175"/>
                </a:lnTo>
                <a:lnTo>
                  <a:pt x="533400" y="266700"/>
                </a:lnTo>
                <a:lnTo>
                  <a:pt x="523875" y="266700"/>
                </a:lnTo>
                <a:close/>
                <a:moveTo>
                  <a:pt x="485775" y="266700"/>
                </a:moveTo>
                <a:lnTo>
                  <a:pt x="495300" y="266700"/>
                </a:lnTo>
                <a:lnTo>
                  <a:pt x="495300" y="276225"/>
                </a:lnTo>
                <a:lnTo>
                  <a:pt x="485775" y="276225"/>
                </a:lnTo>
                <a:close/>
                <a:moveTo>
                  <a:pt x="638175" y="266700"/>
                </a:moveTo>
                <a:lnTo>
                  <a:pt x="657225" y="266700"/>
                </a:lnTo>
                <a:lnTo>
                  <a:pt x="657225" y="276225"/>
                </a:lnTo>
                <a:lnTo>
                  <a:pt x="638175" y="276225"/>
                </a:lnTo>
                <a:close/>
                <a:moveTo>
                  <a:pt x="742950" y="266700"/>
                </a:moveTo>
                <a:lnTo>
                  <a:pt x="800100" y="266700"/>
                </a:lnTo>
                <a:lnTo>
                  <a:pt x="800100" y="276225"/>
                </a:lnTo>
                <a:lnTo>
                  <a:pt x="742950" y="276225"/>
                </a:lnTo>
                <a:close/>
                <a:moveTo>
                  <a:pt x="819150" y="266700"/>
                </a:moveTo>
                <a:lnTo>
                  <a:pt x="847725" y="266700"/>
                </a:lnTo>
                <a:lnTo>
                  <a:pt x="847725" y="276225"/>
                </a:lnTo>
                <a:lnTo>
                  <a:pt x="819150" y="276225"/>
                </a:lnTo>
                <a:close/>
                <a:moveTo>
                  <a:pt x="895350" y="266700"/>
                </a:moveTo>
                <a:lnTo>
                  <a:pt x="904875" y="266700"/>
                </a:lnTo>
                <a:lnTo>
                  <a:pt x="904875" y="276225"/>
                </a:lnTo>
                <a:lnTo>
                  <a:pt x="895350" y="276225"/>
                </a:lnTo>
                <a:close/>
                <a:moveTo>
                  <a:pt x="933450" y="266700"/>
                </a:moveTo>
                <a:lnTo>
                  <a:pt x="952500" y="266700"/>
                </a:lnTo>
                <a:lnTo>
                  <a:pt x="952500" y="276225"/>
                </a:lnTo>
                <a:lnTo>
                  <a:pt x="933450" y="276225"/>
                </a:lnTo>
                <a:close/>
                <a:moveTo>
                  <a:pt x="1047750" y="266700"/>
                </a:moveTo>
                <a:lnTo>
                  <a:pt x="1066800" y="266700"/>
                </a:lnTo>
                <a:lnTo>
                  <a:pt x="1066800" y="276225"/>
                </a:lnTo>
                <a:lnTo>
                  <a:pt x="1047750" y="276225"/>
                </a:lnTo>
                <a:close/>
                <a:moveTo>
                  <a:pt x="1323975" y="266700"/>
                </a:moveTo>
                <a:lnTo>
                  <a:pt x="1362075" y="266700"/>
                </a:lnTo>
                <a:lnTo>
                  <a:pt x="1362075" y="276225"/>
                </a:lnTo>
                <a:lnTo>
                  <a:pt x="1323975" y="276225"/>
                </a:lnTo>
                <a:close/>
                <a:moveTo>
                  <a:pt x="1600200" y="266700"/>
                </a:moveTo>
                <a:lnTo>
                  <a:pt x="1657350" y="266700"/>
                </a:lnTo>
                <a:lnTo>
                  <a:pt x="1657350" y="276225"/>
                </a:lnTo>
                <a:lnTo>
                  <a:pt x="1600200" y="276225"/>
                </a:lnTo>
                <a:close/>
                <a:moveTo>
                  <a:pt x="1838325" y="266700"/>
                </a:moveTo>
                <a:lnTo>
                  <a:pt x="1847850" y="266700"/>
                </a:lnTo>
                <a:lnTo>
                  <a:pt x="1847850" y="257175"/>
                </a:lnTo>
                <a:lnTo>
                  <a:pt x="1838325" y="257175"/>
                </a:lnTo>
                <a:close/>
                <a:moveTo>
                  <a:pt x="114300" y="314325"/>
                </a:moveTo>
                <a:lnTo>
                  <a:pt x="123825" y="314325"/>
                </a:lnTo>
                <a:lnTo>
                  <a:pt x="123825" y="333375"/>
                </a:lnTo>
                <a:lnTo>
                  <a:pt x="114300" y="333375"/>
                </a:lnTo>
                <a:close/>
                <a:moveTo>
                  <a:pt x="47625" y="323850"/>
                </a:moveTo>
                <a:lnTo>
                  <a:pt x="66675" y="323850"/>
                </a:lnTo>
                <a:lnTo>
                  <a:pt x="66675" y="342900"/>
                </a:lnTo>
                <a:lnTo>
                  <a:pt x="76200" y="342900"/>
                </a:lnTo>
                <a:lnTo>
                  <a:pt x="76200" y="361950"/>
                </a:lnTo>
                <a:lnTo>
                  <a:pt x="57150" y="361950"/>
                </a:lnTo>
                <a:lnTo>
                  <a:pt x="57150" y="352425"/>
                </a:lnTo>
                <a:lnTo>
                  <a:pt x="47625" y="352425"/>
                </a:lnTo>
                <a:close/>
                <a:moveTo>
                  <a:pt x="171450" y="533400"/>
                </a:moveTo>
                <a:lnTo>
                  <a:pt x="209550" y="533400"/>
                </a:lnTo>
                <a:lnTo>
                  <a:pt x="209550" y="542925"/>
                </a:lnTo>
                <a:lnTo>
                  <a:pt x="171450" y="542925"/>
                </a:lnTo>
                <a:close/>
                <a:moveTo>
                  <a:pt x="504825" y="533400"/>
                </a:moveTo>
                <a:lnTo>
                  <a:pt x="523875" y="533400"/>
                </a:lnTo>
                <a:lnTo>
                  <a:pt x="523875" y="542925"/>
                </a:lnTo>
                <a:lnTo>
                  <a:pt x="504825" y="542925"/>
                </a:lnTo>
                <a:close/>
                <a:moveTo>
                  <a:pt x="542925" y="533400"/>
                </a:moveTo>
                <a:lnTo>
                  <a:pt x="552450" y="533400"/>
                </a:lnTo>
                <a:lnTo>
                  <a:pt x="552450" y="542925"/>
                </a:lnTo>
                <a:lnTo>
                  <a:pt x="542925" y="542925"/>
                </a:lnTo>
                <a:close/>
                <a:moveTo>
                  <a:pt x="1038225" y="533400"/>
                </a:moveTo>
                <a:lnTo>
                  <a:pt x="1057275" y="533400"/>
                </a:lnTo>
                <a:lnTo>
                  <a:pt x="1057275" y="542925"/>
                </a:lnTo>
                <a:lnTo>
                  <a:pt x="1038225" y="542925"/>
                </a:lnTo>
                <a:close/>
                <a:moveTo>
                  <a:pt x="1228725" y="533400"/>
                </a:moveTo>
                <a:lnTo>
                  <a:pt x="1238250" y="533400"/>
                </a:lnTo>
                <a:lnTo>
                  <a:pt x="1238250" y="542925"/>
                </a:lnTo>
                <a:lnTo>
                  <a:pt x="1228725" y="542925"/>
                </a:lnTo>
                <a:close/>
                <a:moveTo>
                  <a:pt x="1276350" y="533400"/>
                </a:moveTo>
                <a:lnTo>
                  <a:pt x="1314450" y="533400"/>
                </a:lnTo>
                <a:lnTo>
                  <a:pt x="1314450" y="542925"/>
                </a:lnTo>
                <a:lnTo>
                  <a:pt x="1276350" y="542925"/>
                </a:lnTo>
                <a:close/>
                <a:moveTo>
                  <a:pt x="1333500" y="533400"/>
                </a:moveTo>
                <a:lnTo>
                  <a:pt x="1371600" y="533400"/>
                </a:lnTo>
                <a:lnTo>
                  <a:pt x="1371600" y="542925"/>
                </a:lnTo>
                <a:lnTo>
                  <a:pt x="1333500" y="542925"/>
                </a:lnTo>
                <a:close/>
                <a:moveTo>
                  <a:pt x="1419225" y="533400"/>
                </a:moveTo>
                <a:lnTo>
                  <a:pt x="1447800" y="533400"/>
                </a:lnTo>
                <a:lnTo>
                  <a:pt x="1447800" y="542925"/>
                </a:lnTo>
                <a:lnTo>
                  <a:pt x="1419225" y="542925"/>
                </a:lnTo>
                <a:close/>
                <a:moveTo>
                  <a:pt x="1543050" y="533400"/>
                </a:moveTo>
                <a:lnTo>
                  <a:pt x="1600200" y="533400"/>
                </a:lnTo>
                <a:lnTo>
                  <a:pt x="1600200" y="542925"/>
                </a:lnTo>
                <a:lnTo>
                  <a:pt x="1543050" y="542925"/>
                </a:lnTo>
                <a:close/>
                <a:moveTo>
                  <a:pt x="1609725" y="533400"/>
                </a:moveTo>
                <a:lnTo>
                  <a:pt x="1638300" y="533400"/>
                </a:lnTo>
                <a:lnTo>
                  <a:pt x="1638300" y="542925"/>
                </a:lnTo>
                <a:lnTo>
                  <a:pt x="1676400" y="542925"/>
                </a:lnTo>
                <a:lnTo>
                  <a:pt x="1676400" y="552450"/>
                </a:lnTo>
                <a:lnTo>
                  <a:pt x="1647825" y="552450"/>
                </a:lnTo>
                <a:lnTo>
                  <a:pt x="1647825" y="561975"/>
                </a:lnTo>
                <a:lnTo>
                  <a:pt x="1590675" y="561975"/>
                </a:lnTo>
                <a:lnTo>
                  <a:pt x="1590675" y="552450"/>
                </a:lnTo>
                <a:lnTo>
                  <a:pt x="1600200" y="552450"/>
                </a:lnTo>
                <a:lnTo>
                  <a:pt x="1600200" y="542925"/>
                </a:lnTo>
                <a:lnTo>
                  <a:pt x="1609725" y="542925"/>
                </a:lnTo>
                <a:close/>
                <a:moveTo>
                  <a:pt x="1781175" y="533400"/>
                </a:moveTo>
                <a:lnTo>
                  <a:pt x="1790700" y="533400"/>
                </a:lnTo>
                <a:lnTo>
                  <a:pt x="1790700" y="542925"/>
                </a:lnTo>
                <a:lnTo>
                  <a:pt x="1781175" y="542925"/>
                </a:lnTo>
                <a:close/>
                <a:moveTo>
                  <a:pt x="1828800" y="533400"/>
                </a:moveTo>
                <a:lnTo>
                  <a:pt x="1847850" y="533400"/>
                </a:lnTo>
                <a:lnTo>
                  <a:pt x="1847850" y="542925"/>
                </a:lnTo>
                <a:lnTo>
                  <a:pt x="1828800" y="542925"/>
                </a:lnTo>
                <a:close/>
                <a:moveTo>
                  <a:pt x="161925" y="542925"/>
                </a:moveTo>
                <a:lnTo>
                  <a:pt x="171450" y="542925"/>
                </a:lnTo>
                <a:lnTo>
                  <a:pt x="171450" y="552450"/>
                </a:lnTo>
                <a:lnTo>
                  <a:pt x="180975" y="552450"/>
                </a:lnTo>
                <a:lnTo>
                  <a:pt x="180975" y="561975"/>
                </a:lnTo>
                <a:lnTo>
                  <a:pt x="161925" y="561975"/>
                </a:lnTo>
                <a:close/>
                <a:moveTo>
                  <a:pt x="1743075" y="542925"/>
                </a:moveTo>
                <a:lnTo>
                  <a:pt x="1752600" y="542925"/>
                </a:lnTo>
                <a:lnTo>
                  <a:pt x="1752600" y="552450"/>
                </a:lnTo>
                <a:lnTo>
                  <a:pt x="1743075" y="552450"/>
                </a:lnTo>
                <a:close/>
                <a:moveTo>
                  <a:pt x="1800225" y="542925"/>
                </a:moveTo>
                <a:lnTo>
                  <a:pt x="1809750" y="542925"/>
                </a:lnTo>
                <a:lnTo>
                  <a:pt x="1809750" y="552450"/>
                </a:lnTo>
                <a:lnTo>
                  <a:pt x="1838325" y="552450"/>
                </a:lnTo>
                <a:lnTo>
                  <a:pt x="1838325" y="561975"/>
                </a:lnTo>
                <a:lnTo>
                  <a:pt x="1828800" y="561975"/>
                </a:lnTo>
                <a:lnTo>
                  <a:pt x="1828800" y="571500"/>
                </a:lnTo>
                <a:lnTo>
                  <a:pt x="1800225" y="571500"/>
                </a:lnTo>
                <a:lnTo>
                  <a:pt x="1800225" y="561975"/>
                </a:lnTo>
                <a:lnTo>
                  <a:pt x="1790700" y="561975"/>
                </a:lnTo>
                <a:lnTo>
                  <a:pt x="1790700" y="571500"/>
                </a:lnTo>
                <a:lnTo>
                  <a:pt x="1781175" y="571500"/>
                </a:lnTo>
                <a:lnTo>
                  <a:pt x="1781175" y="552450"/>
                </a:lnTo>
                <a:lnTo>
                  <a:pt x="1800225" y="552450"/>
                </a:lnTo>
                <a:close/>
                <a:moveTo>
                  <a:pt x="504825" y="552450"/>
                </a:moveTo>
                <a:lnTo>
                  <a:pt x="533400" y="552450"/>
                </a:lnTo>
                <a:lnTo>
                  <a:pt x="533400" y="571500"/>
                </a:lnTo>
                <a:lnTo>
                  <a:pt x="514350" y="571500"/>
                </a:lnTo>
                <a:lnTo>
                  <a:pt x="514350" y="561975"/>
                </a:lnTo>
                <a:lnTo>
                  <a:pt x="504825" y="561975"/>
                </a:lnTo>
                <a:close/>
                <a:moveTo>
                  <a:pt x="57150" y="561975"/>
                </a:moveTo>
                <a:lnTo>
                  <a:pt x="76200" y="561975"/>
                </a:lnTo>
                <a:lnTo>
                  <a:pt x="76200" y="571500"/>
                </a:lnTo>
                <a:lnTo>
                  <a:pt x="66675" y="571500"/>
                </a:lnTo>
                <a:lnTo>
                  <a:pt x="66675" y="581025"/>
                </a:lnTo>
                <a:lnTo>
                  <a:pt x="57150" y="581025"/>
                </a:lnTo>
                <a:close/>
                <a:moveTo>
                  <a:pt x="571500" y="561975"/>
                </a:moveTo>
                <a:lnTo>
                  <a:pt x="590550" y="561975"/>
                </a:lnTo>
                <a:lnTo>
                  <a:pt x="590550" y="581025"/>
                </a:lnTo>
                <a:lnTo>
                  <a:pt x="571500" y="581025"/>
                </a:lnTo>
                <a:close/>
                <a:moveTo>
                  <a:pt x="1752600" y="571500"/>
                </a:moveTo>
                <a:lnTo>
                  <a:pt x="1762125" y="571500"/>
                </a:lnTo>
                <a:lnTo>
                  <a:pt x="1762125" y="590550"/>
                </a:lnTo>
                <a:lnTo>
                  <a:pt x="1781175" y="590550"/>
                </a:lnTo>
                <a:lnTo>
                  <a:pt x="1781175" y="600075"/>
                </a:lnTo>
                <a:lnTo>
                  <a:pt x="1790700" y="600075"/>
                </a:lnTo>
                <a:lnTo>
                  <a:pt x="1790700" y="619125"/>
                </a:lnTo>
                <a:lnTo>
                  <a:pt x="1781175" y="619125"/>
                </a:lnTo>
                <a:lnTo>
                  <a:pt x="1781175" y="609600"/>
                </a:lnTo>
                <a:lnTo>
                  <a:pt x="1771650" y="609600"/>
                </a:lnTo>
                <a:lnTo>
                  <a:pt x="1771650" y="600075"/>
                </a:lnTo>
                <a:lnTo>
                  <a:pt x="1752600" y="600075"/>
                </a:lnTo>
                <a:close/>
                <a:moveTo>
                  <a:pt x="1771650" y="571500"/>
                </a:moveTo>
                <a:lnTo>
                  <a:pt x="1781175" y="571500"/>
                </a:lnTo>
                <a:lnTo>
                  <a:pt x="1781175" y="581025"/>
                </a:lnTo>
                <a:lnTo>
                  <a:pt x="1771650" y="581025"/>
                </a:lnTo>
                <a:close/>
                <a:moveTo>
                  <a:pt x="1847850" y="571500"/>
                </a:moveTo>
                <a:lnTo>
                  <a:pt x="1866900" y="571500"/>
                </a:lnTo>
                <a:lnTo>
                  <a:pt x="1866900" y="581025"/>
                </a:lnTo>
                <a:lnTo>
                  <a:pt x="1847850" y="581025"/>
                </a:lnTo>
                <a:close/>
                <a:moveTo>
                  <a:pt x="590550" y="581025"/>
                </a:moveTo>
                <a:lnTo>
                  <a:pt x="619125" y="581025"/>
                </a:lnTo>
                <a:lnTo>
                  <a:pt x="619125" y="590550"/>
                </a:lnTo>
                <a:lnTo>
                  <a:pt x="590550" y="590550"/>
                </a:lnTo>
                <a:close/>
                <a:moveTo>
                  <a:pt x="1028700" y="590550"/>
                </a:moveTo>
                <a:lnTo>
                  <a:pt x="1038225" y="590550"/>
                </a:lnTo>
                <a:lnTo>
                  <a:pt x="1038225" y="609600"/>
                </a:lnTo>
                <a:lnTo>
                  <a:pt x="1028700" y="609600"/>
                </a:lnTo>
                <a:close/>
                <a:moveTo>
                  <a:pt x="1095375" y="590550"/>
                </a:moveTo>
                <a:lnTo>
                  <a:pt x="1104900" y="590550"/>
                </a:lnTo>
                <a:lnTo>
                  <a:pt x="1104900" y="600075"/>
                </a:lnTo>
                <a:lnTo>
                  <a:pt x="1095375" y="600075"/>
                </a:lnTo>
                <a:close/>
                <a:moveTo>
                  <a:pt x="1819275" y="590550"/>
                </a:moveTo>
                <a:lnTo>
                  <a:pt x="1828800" y="590550"/>
                </a:lnTo>
                <a:lnTo>
                  <a:pt x="1828800" y="638175"/>
                </a:lnTo>
                <a:lnTo>
                  <a:pt x="1838325" y="638175"/>
                </a:lnTo>
                <a:lnTo>
                  <a:pt x="1838325" y="657225"/>
                </a:lnTo>
                <a:lnTo>
                  <a:pt x="1819275" y="657225"/>
                </a:lnTo>
                <a:lnTo>
                  <a:pt x="1819275" y="666750"/>
                </a:lnTo>
                <a:lnTo>
                  <a:pt x="1790700" y="666750"/>
                </a:lnTo>
                <a:lnTo>
                  <a:pt x="1790700" y="619125"/>
                </a:lnTo>
                <a:lnTo>
                  <a:pt x="1800225" y="619125"/>
                </a:lnTo>
                <a:lnTo>
                  <a:pt x="1800225" y="609600"/>
                </a:lnTo>
                <a:lnTo>
                  <a:pt x="1809750" y="609600"/>
                </a:lnTo>
                <a:lnTo>
                  <a:pt x="1809750" y="600075"/>
                </a:lnTo>
                <a:lnTo>
                  <a:pt x="1819275" y="600075"/>
                </a:lnTo>
                <a:close/>
                <a:moveTo>
                  <a:pt x="1304925" y="609600"/>
                </a:moveTo>
                <a:lnTo>
                  <a:pt x="1314450" y="609600"/>
                </a:lnTo>
                <a:lnTo>
                  <a:pt x="1314450" y="619125"/>
                </a:lnTo>
                <a:lnTo>
                  <a:pt x="1304925" y="619125"/>
                </a:lnTo>
                <a:close/>
                <a:moveTo>
                  <a:pt x="257175" y="657225"/>
                </a:moveTo>
                <a:lnTo>
                  <a:pt x="295275" y="657225"/>
                </a:lnTo>
                <a:lnTo>
                  <a:pt x="295275" y="676275"/>
                </a:lnTo>
                <a:lnTo>
                  <a:pt x="266700" y="676275"/>
                </a:lnTo>
                <a:lnTo>
                  <a:pt x="266700" y="666750"/>
                </a:lnTo>
                <a:lnTo>
                  <a:pt x="257175" y="666750"/>
                </a:lnTo>
                <a:close/>
                <a:moveTo>
                  <a:pt x="323850" y="657225"/>
                </a:moveTo>
                <a:lnTo>
                  <a:pt x="333375" y="657225"/>
                </a:lnTo>
                <a:lnTo>
                  <a:pt x="333375" y="685800"/>
                </a:lnTo>
                <a:lnTo>
                  <a:pt x="323850" y="685800"/>
                </a:lnTo>
                <a:lnTo>
                  <a:pt x="323850" y="676275"/>
                </a:lnTo>
                <a:lnTo>
                  <a:pt x="304800" y="676275"/>
                </a:lnTo>
                <a:lnTo>
                  <a:pt x="304800" y="666750"/>
                </a:lnTo>
                <a:lnTo>
                  <a:pt x="323850" y="666750"/>
                </a:lnTo>
                <a:close/>
                <a:moveTo>
                  <a:pt x="381000" y="657225"/>
                </a:moveTo>
                <a:lnTo>
                  <a:pt x="409575" y="657225"/>
                </a:lnTo>
                <a:lnTo>
                  <a:pt x="409575" y="685800"/>
                </a:lnTo>
                <a:lnTo>
                  <a:pt x="400050" y="685800"/>
                </a:lnTo>
                <a:lnTo>
                  <a:pt x="400050" y="676275"/>
                </a:lnTo>
                <a:lnTo>
                  <a:pt x="381000" y="676275"/>
                </a:lnTo>
                <a:close/>
                <a:moveTo>
                  <a:pt x="438150" y="685800"/>
                </a:moveTo>
                <a:lnTo>
                  <a:pt x="447675" y="685800"/>
                </a:lnTo>
                <a:lnTo>
                  <a:pt x="447675" y="695325"/>
                </a:lnTo>
                <a:lnTo>
                  <a:pt x="438150" y="695325"/>
                </a:lnTo>
                <a:close/>
                <a:moveTo>
                  <a:pt x="1409700" y="685800"/>
                </a:moveTo>
                <a:lnTo>
                  <a:pt x="1428750" y="685800"/>
                </a:lnTo>
                <a:lnTo>
                  <a:pt x="1428750" y="704850"/>
                </a:lnTo>
                <a:lnTo>
                  <a:pt x="1409700" y="704850"/>
                </a:lnTo>
                <a:close/>
                <a:moveTo>
                  <a:pt x="228600" y="695325"/>
                </a:moveTo>
                <a:lnTo>
                  <a:pt x="238125" y="695325"/>
                </a:lnTo>
                <a:lnTo>
                  <a:pt x="238125" y="704850"/>
                </a:lnTo>
                <a:lnTo>
                  <a:pt x="228600" y="704850"/>
                </a:lnTo>
                <a:close/>
                <a:moveTo>
                  <a:pt x="381000" y="723900"/>
                </a:moveTo>
                <a:lnTo>
                  <a:pt x="390525" y="723900"/>
                </a:lnTo>
                <a:lnTo>
                  <a:pt x="390525" y="742950"/>
                </a:lnTo>
                <a:lnTo>
                  <a:pt x="371475" y="742950"/>
                </a:lnTo>
                <a:lnTo>
                  <a:pt x="371475" y="733425"/>
                </a:lnTo>
                <a:lnTo>
                  <a:pt x="381000" y="733425"/>
                </a:lnTo>
                <a:close/>
                <a:moveTo>
                  <a:pt x="1152525" y="733425"/>
                </a:moveTo>
                <a:lnTo>
                  <a:pt x="1162050" y="733425"/>
                </a:lnTo>
                <a:lnTo>
                  <a:pt x="1162050" y="742950"/>
                </a:lnTo>
                <a:lnTo>
                  <a:pt x="1171575" y="742950"/>
                </a:lnTo>
                <a:lnTo>
                  <a:pt x="1171575" y="752475"/>
                </a:lnTo>
                <a:lnTo>
                  <a:pt x="1152525" y="752475"/>
                </a:lnTo>
                <a:close/>
                <a:moveTo>
                  <a:pt x="123825" y="742950"/>
                </a:moveTo>
                <a:lnTo>
                  <a:pt x="133350" y="742950"/>
                </a:lnTo>
                <a:lnTo>
                  <a:pt x="133350" y="752475"/>
                </a:lnTo>
                <a:lnTo>
                  <a:pt x="123825" y="752475"/>
                </a:lnTo>
                <a:close/>
                <a:moveTo>
                  <a:pt x="1790700" y="742950"/>
                </a:moveTo>
                <a:lnTo>
                  <a:pt x="1809750" y="742950"/>
                </a:lnTo>
                <a:lnTo>
                  <a:pt x="1809750" y="752475"/>
                </a:lnTo>
                <a:lnTo>
                  <a:pt x="1790700" y="752475"/>
                </a:lnTo>
                <a:close/>
                <a:moveTo>
                  <a:pt x="114300" y="752475"/>
                </a:moveTo>
                <a:lnTo>
                  <a:pt x="123825" y="752475"/>
                </a:lnTo>
                <a:lnTo>
                  <a:pt x="123825" y="762000"/>
                </a:lnTo>
                <a:lnTo>
                  <a:pt x="114300" y="762000"/>
                </a:lnTo>
                <a:close/>
                <a:moveTo>
                  <a:pt x="342900" y="762000"/>
                </a:moveTo>
                <a:lnTo>
                  <a:pt x="352425" y="762000"/>
                </a:lnTo>
                <a:lnTo>
                  <a:pt x="352425" y="771525"/>
                </a:lnTo>
                <a:lnTo>
                  <a:pt x="342900" y="771525"/>
                </a:lnTo>
                <a:close/>
                <a:moveTo>
                  <a:pt x="733425" y="762000"/>
                </a:moveTo>
                <a:lnTo>
                  <a:pt x="742950" y="762000"/>
                </a:lnTo>
                <a:lnTo>
                  <a:pt x="742950" y="800100"/>
                </a:lnTo>
                <a:lnTo>
                  <a:pt x="723900" y="800100"/>
                </a:lnTo>
                <a:lnTo>
                  <a:pt x="723900" y="781050"/>
                </a:lnTo>
                <a:lnTo>
                  <a:pt x="714375" y="781050"/>
                </a:lnTo>
                <a:lnTo>
                  <a:pt x="714375" y="771525"/>
                </a:lnTo>
                <a:lnTo>
                  <a:pt x="733425" y="771525"/>
                </a:lnTo>
                <a:close/>
                <a:moveTo>
                  <a:pt x="1857375" y="771525"/>
                </a:moveTo>
                <a:lnTo>
                  <a:pt x="1866900" y="771525"/>
                </a:lnTo>
                <a:lnTo>
                  <a:pt x="1866900" y="781050"/>
                </a:lnTo>
                <a:lnTo>
                  <a:pt x="1876425" y="781050"/>
                </a:lnTo>
                <a:lnTo>
                  <a:pt x="1876425" y="771525"/>
                </a:lnTo>
                <a:lnTo>
                  <a:pt x="1885950" y="771525"/>
                </a:lnTo>
                <a:lnTo>
                  <a:pt x="1885950" y="809625"/>
                </a:lnTo>
                <a:lnTo>
                  <a:pt x="1866900" y="809625"/>
                </a:lnTo>
                <a:lnTo>
                  <a:pt x="1866900" y="800100"/>
                </a:lnTo>
                <a:lnTo>
                  <a:pt x="1847850" y="800100"/>
                </a:lnTo>
                <a:lnTo>
                  <a:pt x="1847850" y="809625"/>
                </a:lnTo>
                <a:lnTo>
                  <a:pt x="1838325" y="809625"/>
                </a:lnTo>
                <a:lnTo>
                  <a:pt x="1838325" y="790575"/>
                </a:lnTo>
                <a:lnTo>
                  <a:pt x="1847850" y="790575"/>
                </a:lnTo>
                <a:lnTo>
                  <a:pt x="1847850" y="781050"/>
                </a:lnTo>
                <a:lnTo>
                  <a:pt x="1857375" y="781050"/>
                </a:lnTo>
                <a:close/>
                <a:moveTo>
                  <a:pt x="790575" y="781050"/>
                </a:moveTo>
                <a:lnTo>
                  <a:pt x="809625" y="781050"/>
                </a:lnTo>
                <a:lnTo>
                  <a:pt x="809625" y="809625"/>
                </a:lnTo>
                <a:lnTo>
                  <a:pt x="800100" y="809625"/>
                </a:lnTo>
                <a:lnTo>
                  <a:pt x="800100" y="800100"/>
                </a:lnTo>
                <a:lnTo>
                  <a:pt x="790575" y="800100"/>
                </a:lnTo>
                <a:close/>
                <a:moveTo>
                  <a:pt x="1581150" y="781050"/>
                </a:moveTo>
                <a:lnTo>
                  <a:pt x="1590675" y="781050"/>
                </a:lnTo>
                <a:lnTo>
                  <a:pt x="1590675" y="790575"/>
                </a:lnTo>
                <a:lnTo>
                  <a:pt x="1581150" y="790575"/>
                </a:lnTo>
                <a:close/>
                <a:moveTo>
                  <a:pt x="1752600" y="781050"/>
                </a:moveTo>
                <a:lnTo>
                  <a:pt x="1771650" y="781050"/>
                </a:lnTo>
                <a:lnTo>
                  <a:pt x="1771650" y="800100"/>
                </a:lnTo>
                <a:lnTo>
                  <a:pt x="1762125" y="800100"/>
                </a:lnTo>
                <a:lnTo>
                  <a:pt x="1762125" y="790575"/>
                </a:lnTo>
                <a:lnTo>
                  <a:pt x="1752600" y="790575"/>
                </a:lnTo>
                <a:close/>
                <a:moveTo>
                  <a:pt x="95250" y="790575"/>
                </a:moveTo>
                <a:lnTo>
                  <a:pt x="104775" y="790575"/>
                </a:lnTo>
                <a:lnTo>
                  <a:pt x="104775" y="800100"/>
                </a:lnTo>
                <a:lnTo>
                  <a:pt x="95250" y="800100"/>
                </a:lnTo>
                <a:close/>
                <a:moveTo>
                  <a:pt x="1781175" y="790575"/>
                </a:moveTo>
                <a:lnTo>
                  <a:pt x="1809750" y="790575"/>
                </a:lnTo>
                <a:lnTo>
                  <a:pt x="1809750" y="800100"/>
                </a:lnTo>
                <a:lnTo>
                  <a:pt x="1800225" y="800100"/>
                </a:lnTo>
                <a:lnTo>
                  <a:pt x="1800225" y="809625"/>
                </a:lnTo>
                <a:lnTo>
                  <a:pt x="1781175" y="809625"/>
                </a:lnTo>
                <a:close/>
                <a:moveTo>
                  <a:pt x="1581150" y="800100"/>
                </a:moveTo>
                <a:lnTo>
                  <a:pt x="1590675" y="800100"/>
                </a:lnTo>
                <a:lnTo>
                  <a:pt x="1590675" y="819150"/>
                </a:lnTo>
                <a:lnTo>
                  <a:pt x="1600200" y="819150"/>
                </a:lnTo>
                <a:lnTo>
                  <a:pt x="1600200" y="838200"/>
                </a:lnTo>
                <a:lnTo>
                  <a:pt x="1609725" y="838200"/>
                </a:lnTo>
                <a:lnTo>
                  <a:pt x="1609725" y="847725"/>
                </a:lnTo>
                <a:lnTo>
                  <a:pt x="1600200" y="847725"/>
                </a:lnTo>
                <a:lnTo>
                  <a:pt x="1600200" y="876300"/>
                </a:lnTo>
                <a:lnTo>
                  <a:pt x="1590675" y="876300"/>
                </a:lnTo>
                <a:lnTo>
                  <a:pt x="1590675" y="866775"/>
                </a:lnTo>
                <a:lnTo>
                  <a:pt x="1581150" y="866775"/>
                </a:lnTo>
                <a:lnTo>
                  <a:pt x="1581150" y="838200"/>
                </a:lnTo>
                <a:lnTo>
                  <a:pt x="1571625" y="838200"/>
                </a:lnTo>
                <a:lnTo>
                  <a:pt x="1571625" y="819150"/>
                </a:lnTo>
                <a:lnTo>
                  <a:pt x="1581150" y="819150"/>
                </a:lnTo>
                <a:close/>
                <a:moveTo>
                  <a:pt x="1638300" y="800100"/>
                </a:moveTo>
                <a:lnTo>
                  <a:pt x="1647825" y="800100"/>
                </a:lnTo>
                <a:lnTo>
                  <a:pt x="1647825" y="819150"/>
                </a:lnTo>
                <a:lnTo>
                  <a:pt x="1638300" y="819150"/>
                </a:lnTo>
                <a:close/>
                <a:moveTo>
                  <a:pt x="714375" y="809625"/>
                </a:moveTo>
                <a:lnTo>
                  <a:pt x="752475" y="809625"/>
                </a:lnTo>
                <a:lnTo>
                  <a:pt x="752475" y="828675"/>
                </a:lnTo>
                <a:lnTo>
                  <a:pt x="762000" y="828675"/>
                </a:lnTo>
                <a:lnTo>
                  <a:pt x="762000" y="866775"/>
                </a:lnTo>
                <a:lnTo>
                  <a:pt x="733425" y="866775"/>
                </a:lnTo>
                <a:lnTo>
                  <a:pt x="733425" y="857250"/>
                </a:lnTo>
                <a:lnTo>
                  <a:pt x="742950" y="857250"/>
                </a:lnTo>
                <a:lnTo>
                  <a:pt x="742950" y="847725"/>
                </a:lnTo>
                <a:lnTo>
                  <a:pt x="733425" y="847725"/>
                </a:lnTo>
                <a:lnTo>
                  <a:pt x="733425" y="838200"/>
                </a:lnTo>
                <a:lnTo>
                  <a:pt x="714375" y="838200"/>
                </a:lnTo>
                <a:close/>
                <a:moveTo>
                  <a:pt x="1343025" y="819150"/>
                </a:moveTo>
                <a:lnTo>
                  <a:pt x="1352550" y="819150"/>
                </a:lnTo>
                <a:lnTo>
                  <a:pt x="1352550" y="828675"/>
                </a:lnTo>
                <a:lnTo>
                  <a:pt x="1343025" y="828675"/>
                </a:lnTo>
                <a:close/>
                <a:moveTo>
                  <a:pt x="1628775" y="819150"/>
                </a:moveTo>
                <a:lnTo>
                  <a:pt x="1638300" y="819150"/>
                </a:lnTo>
                <a:lnTo>
                  <a:pt x="1638300" y="828675"/>
                </a:lnTo>
                <a:lnTo>
                  <a:pt x="1628775" y="828675"/>
                </a:lnTo>
                <a:close/>
                <a:moveTo>
                  <a:pt x="1905000" y="819150"/>
                </a:moveTo>
                <a:lnTo>
                  <a:pt x="1914525" y="819150"/>
                </a:lnTo>
                <a:lnTo>
                  <a:pt x="1914525" y="838200"/>
                </a:lnTo>
                <a:lnTo>
                  <a:pt x="1905000" y="838200"/>
                </a:lnTo>
                <a:close/>
                <a:moveTo>
                  <a:pt x="28575" y="828675"/>
                </a:moveTo>
                <a:lnTo>
                  <a:pt x="38100" y="828675"/>
                </a:lnTo>
                <a:lnTo>
                  <a:pt x="38100" y="857250"/>
                </a:lnTo>
                <a:lnTo>
                  <a:pt x="28575" y="857250"/>
                </a:lnTo>
                <a:close/>
                <a:moveTo>
                  <a:pt x="647700" y="828675"/>
                </a:moveTo>
                <a:lnTo>
                  <a:pt x="657225" y="828675"/>
                </a:lnTo>
                <a:lnTo>
                  <a:pt x="657225" y="847725"/>
                </a:lnTo>
                <a:lnTo>
                  <a:pt x="647700" y="847725"/>
                </a:lnTo>
                <a:close/>
                <a:moveTo>
                  <a:pt x="1619250" y="828675"/>
                </a:moveTo>
                <a:lnTo>
                  <a:pt x="1628775" y="828675"/>
                </a:lnTo>
                <a:lnTo>
                  <a:pt x="1628775" y="838200"/>
                </a:lnTo>
                <a:lnTo>
                  <a:pt x="1619250" y="838200"/>
                </a:lnTo>
                <a:close/>
                <a:moveTo>
                  <a:pt x="1714500" y="828675"/>
                </a:moveTo>
                <a:lnTo>
                  <a:pt x="1733550" y="828675"/>
                </a:lnTo>
                <a:lnTo>
                  <a:pt x="1733550" y="838200"/>
                </a:lnTo>
                <a:lnTo>
                  <a:pt x="1714500" y="838200"/>
                </a:lnTo>
                <a:close/>
                <a:moveTo>
                  <a:pt x="600075" y="838200"/>
                </a:moveTo>
                <a:lnTo>
                  <a:pt x="628650" y="838200"/>
                </a:lnTo>
                <a:lnTo>
                  <a:pt x="628650" y="847725"/>
                </a:lnTo>
                <a:lnTo>
                  <a:pt x="619125" y="847725"/>
                </a:lnTo>
                <a:lnTo>
                  <a:pt x="619125" y="857250"/>
                </a:lnTo>
                <a:lnTo>
                  <a:pt x="600075" y="857250"/>
                </a:lnTo>
                <a:lnTo>
                  <a:pt x="600075" y="866775"/>
                </a:lnTo>
                <a:lnTo>
                  <a:pt x="581025" y="866775"/>
                </a:lnTo>
                <a:lnTo>
                  <a:pt x="581025" y="847725"/>
                </a:lnTo>
                <a:lnTo>
                  <a:pt x="600075" y="847725"/>
                </a:lnTo>
                <a:close/>
                <a:moveTo>
                  <a:pt x="1800225" y="838200"/>
                </a:moveTo>
                <a:lnTo>
                  <a:pt x="1819275" y="838200"/>
                </a:lnTo>
                <a:lnTo>
                  <a:pt x="1819275" y="847725"/>
                </a:lnTo>
                <a:lnTo>
                  <a:pt x="1809750" y="847725"/>
                </a:lnTo>
                <a:lnTo>
                  <a:pt x="1809750" y="857250"/>
                </a:lnTo>
                <a:lnTo>
                  <a:pt x="1819275" y="857250"/>
                </a:lnTo>
                <a:lnTo>
                  <a:pt x="1819275" y="866775"/>
                </a:lnTo>
                <a:lnTo>
                  <a:pt x="1809750" y="866775"/>
                </a:lnTo>
                <a:lnTo>
                  <a:pt x="1809750" y="876300"/>
                </a:lnTo>
                <a:lnTo>
                  <a:pt x="1819275" y="876300"/>
                </a:lnTo>
                <a:lnTo>
                  <a:pt x="1819275" y="904875"/>
                </a:lnTo>
                <a:lnTo>
                  <a:pt x="1828800" y="904875"/>
                </a:lnTo>
                <a:lnTo>
                  <a:pt x="1828800" y="923925"/>
                </a:lnTo>
                <a:lnTo>
                  <a:pt x="1847850" y="923925"/>
                </a:lnTo>
                <a:lnTo>
                  <a:pt x="1847850" y="885825"/>
                </a:lnTo>
                <a:lnTo>
                  <a:pt x="1857375" y="885825"/>
                </a:lnTo>
                <a:lnTo>
                  <a:pt x="1857375" y="876300"/>
                </a:lnTo>
                <a:lnTo>
                  <a:pt x="1866900" y="876300"/>
                </a:lnTo>
                <a:lnTo>
                  <a:pt x="1866900" y="866775"/>
                </a:lnTo>
                <a:lnTo>
                  <a:pt x="1895475" y="866775"/>
                </a:lnTo>
                <a:lnTo>
                  <a:pt x="1895475" y="895350"/>
                </a:lnTo>
                <a:lnTo>
                  <a:pt x="1905000" y="895350"/>
                </a:lnTo>
                <a:lnTo>
                  <a:pt x="1905000" y="914400"/>
                </a:lnTo>
                <a:lnTo>
                  <a:pt x="1895475" y="914400"/>
                </a:lnTo>
                <a:lnTo>
                  <a:pt x="1895475" y="971550"/>
                </a:lnTo>
                <a:lnTo>
                  <a:pt x="1885950" y="971550"/>
                </a:lnTo>
                <a:lnTo>
                  <a:pt x="1885950" y="981075"/>
                </a:lnTo>
                <a:lnTo>
                  <a:pt x="1866900" y="981075"/>
                </a:lnTo>
                <a:lnTo>
                  <a:pt x="1866900" y="952500"/>
                </a:lnTo>
                <a:lnTo>
                  <a:pt x="1876425" y="952500"/>
                </a:lnTo>
                <a:lnTo>
                  <a:pt x="1876425" y="933450"/>
                </a:lnTo>
                <a:lnTo>
                  <a:pt x="1857375" y="933450"/>
                </a:lnTo>
                <a:lnTo>
                  <a:pt x="1857375" y="923925"/>
                </a:lnTo>
                <a:lnTo>
                  <a:pt x="1847850" y="923925"/>
                </a:lnTo>
                <a:lnTo>
                  <a:pt x="1847850" y="933450"/>
                </a:lnTo>
                <a:lnTo>
                  <a:pt x="1819275" y="933450"/>
                </a:lnTo>
                <a:lnTo>
                  <a:pt x="1819275" y="942975"/>
                </a:lnTo>
                <a:lnTo>
                  <a:pt x="1809750" y="942975"/>
                </a:lnTo>
                <a:lnTo>
                  <a:pt x="1809750" y="962025"/>
                </a:lnTo>
                <a:lnTo>
                  <a:pt x="1800225" y="962025"/>
                </a:lnTo>
                <a:lnTo>
                  <a:pt x="1800225" y="1000125"/>
                </a:lnTo>
                <a:lnTo>
                  <a:pt x="1809750" y="1000125"/>
                </a:lnTo>
                <a:lnTo>
                  <a:pt x="1809750" y="1009650"/>
                </a:lnTo>
                <a:lnTo>
                  <a:pt x="1800225" y="1009650"/>
                </a:lnTo>
                <a:lnTo>
                  <a:pt x="1800225" y="1019175"/>
                </a:lnTo>
                <a:lnTo>
                  <a:pt x="1809750" y="1019175"/>
                </a:lnTo>
                <a:lnTo>
                  <a:pt x="1809750" y="1028700"/>
                </a:lnTo>
                <a:lnTo>
                  <a:pt x="1752600" y="1028700"/>
                </a:lnTo>
                <a:lnTo>
                  <a:pt x="1752600" y="1019175"/>
                </a:lnTo>
                <a:lnTo>
                  <a:pt x="1762125" y="1019175"/>
                </a:lnTo>
                <a:lnTo>
                  <a:pt x="1762125" y="1009650"/>
                </a:lnTo>
                <a:lnTo>
                  <a:pt x="1752600" y="1009650"/>
                </a:lnTo>
                <a:lnTo>
                  <a:pt x="1752600" y="981075"/>
                </a:lnTo>
                <a:lnTo>
                  <a:pt x="1743075" y="981075"/>
                </a:lnTo>
                <a:lnTo>
                  <a:pt x="1743075" y="971550"/>
                </a:lnTo>
                <a:lnTo>
                  <a:pt x="1733550" y="971550"/>
                </a:lnTo>
                <a:lnTo>
                  <a:pt x="1733550" y="962025"/>
                </a:lnTo>
                <a:lnTo>
                  <a:pt x="1752600" y="962025"/>
                </a:lnTo>
                <a:lnTo>
                  <a:pt x="1752600" y="933450"/>
                </a:lnTo>
                <a:lnTo>
                  <a:pt x="1743075" y="933450"/>
                </a:lnTo>
                <a:lnTo>
                  <a:pt x="1743075" y="904875"/>
                </a:lnTo>
                <a:lnTo>
                  <a:pt x="1752600" y="904875"/>
                </a:lnTo>
                <a:lnTo>
                  <a:pt x="1752600" y="895350"/>
                </a:lnTo>
                <a:lnTo>
                  <a:pt x="1743075" y="895350"/>
                </a:lnTo>
                <a:lnTo>
                  <a:pt x="1743075" y="866775"/>
                </a:lnTo>
                <a:lnTo>
                  <a:pt x="1752600" y="866775"/>
                </a:lnTo>
                <a:lnTo>
                  <a:pt x="1752600" y="876300"/>
                </a:lnTo>
                <a:lnTo>
                  <a:pt x="1762125" y="876300"/>
                </a:lnTo>
                <a:lnTo>
                  <a:pt x="1762125" y="885825"/>
                </a:lnTo>
                <a:lnTo>
                  <a:pt x="1771650" y="885825"/>
                </a:lnTo>
                <a:lnTo>
                  <a:pt x="1771650" y="895350"/>
                </a:lnTo>
                <a:lnTo>
                  <a:pt x="1790700" y="895350"/>
                </a:lnTo>
                <a:lnTo>
                  <a:pt x="1790700" y="857250"/>
                </a:lnTo>
                <a:lnTo>
                  <a:pt x="1800225" y="857250"/>
                </a:lnTo>
                <a:close/>
                <a:moveTo>
                  <a:pt x="1304925" y="847725"/>
                </a:moveTo>
                <a:lnTo>
                  <a:pt x="1314450" y="847725"/>
                </a:lnTo>
                <a:lnTo>
                  <a:pt x="1314450" y="857250"/>
                </a:lnTo>
                <a:lnTo>
                  <a:pt x="1323975" y="857250"/>
                </a:lnTo>
                <a:lnTo>
                  <a:pt x="1323975" y="866775"/>
                </a:lnTo>
                <a:lnTo>
                  <a:pt x="1333500" y="866775"/>
                </a:lnTo>
                <a:lnTo>
                  <a:pt x="1333500" y="876300"/>
                </a:lnTo>
                <a:lnTo>
                  <a:pt x="1343025" y="876300"/>
                </a:lnTo>
                <a:lnTo>
                  <a:pt x="1343025" y="885825"/>
                </a:lnTo>
                <a:lnTo>
                  <a:pt x="1304925" y="885825"/>
                </a:lnTo>
                <a:lnTo>
                  <a:pt x="1304925" y="866775"/>
                </a:lnTo>
                <a:lnTo>
                  <a:pt x="1295400" y="866775"/>
                </a:lnTo>
                <a:lnTo>
                  <a:pt x="1295400" y="857250"/>
                </a:lnTo>
                <a:lnTo>
                  <a:pt x="1304925" y="857250"/>
                </a:lnTo>
                <a:close/>
                <a:moveTo>
                  <a:pt x="781050" y="857250"/>
                </a:moveTo>
                <a:lnTo>
                  <a:pt x="809625" y="857250"/>
                </a:lnTo>
                <a:lnTo>
                  <a:pt x="809625" y="866775"/>
                </a:lnTo>
                <a:lnTo>
                  <a:pt x="838200" y="866775"/>
                </a:lnTo>
                <a:lnTo>
                  <a:pt x="838200" y="876300"/>
                </a:lnTo>
                <a:lnTo>
                  <a:pt x="828675" y="876300"/>
                </a:lnTo>
                <a:lnTo>
                  <a:pt x="828675" y="885825"/>
                </a:lnTo>
                <a:lnTo>
                  <a:pt x="809625" y="885825"/>
                </a:lnTo>
                <a:lnTo>
                  <a:pt x="809625" y="876300"/>
                </a:lnTo>
                <a:lnTo>
                  <a:pt x="800100" y="876300"/>
                </a:lnTo>
                <a:lnTo>
                  <a:pt x="800100" y="866775"/>
                </a:lnTo>
                <a:lnTo>
                  <a:pt x="781050" y="866775"/>
                </a:lnTo>
                <a:close/>
                <a:moveTo>
                  <a:pt x="904875" y="857250"/>
                </a:moveTo>
                <a:lnTo>
                  <a:pt x="914400" y="857250"/>
                </a:lnTo>
                <a:lnTo>
                  <a:pt x="914400" y="866775"/>
                </a:lnTo>
                <a:lnTo>
                  <a:pt x="904875" y="866775"/>
                </a:lnTo>
                <a:close/>
                <a:moveTo>
                  <a:pt x="1619250" y="857250"/>
                </a:moveTo>
                <a:lnTo>
                  <a:pt x="1628775" y="857250"/>
                </a:lnTo>
                <a:lnTo>
                  <a:pt x="1628775" y="885825"/>
                </a:lnTo>
                <a:lnTo>
                  <a:pt x="1600200" y="885825"/>
                </a:lnTo>
                <a:lnTo>
                  <a:pt x="1600200" y="876300"/>
                </a:lnTo>
                <a:lnTo>
                  <a:pt x="1619250" y="876300"/>
                </a:lnTo>
                <a:close/>
                <a:moveTo>
                  <a:pt x="47625" y="866775"/>
                </a:moveTo>
                <a:lnTo>
                  <a:pt x="57150" y="866775"/>
                </a:lnTo>
                <a:lnTo>
                  <a:pt x="57150" y="876300"/>
                </a:lnTo>
                <a:lnTo>
                  <a:pt x="66675" y="876300"/>
                </a:lnTo>
                <a:lnTo>
                  <a:pt x="66675" y="895350"/>
                </a:lnTo>
                <a:lnTo>
                  <a:pt x="57150" y="895350"/>
                </a:lnTo>
                <a:lnTo>
                  <a:pt x="57150" y="904875"/>
                </a:lnTo>
                <a:lnTo>
                  <a:pt x="47625" y="904875"/>
                </a:lnTo>
                <a:lnTo>
                  <a:pt x="47625" y="895350"/>
                </a:lnTo>
                <a:lnTo>
                  <a:pt x="28575" y="895350"/>
                </a:lnTo>
                <a:lnTo>
                  <a:pt x="28575" y="876300"/>
                </a:lnTo>
                <a:lnTo>
                  <a:pt x="38100" y="876300"/>
                </a:lnTo>
                <a:lnTo>
                  <a:pt x="38100" y="885825"/>
                </a:lnTo>
                <a:lnTo>
                  <a:pt x="47625" y="885825"/>
                </a:lnTo>
                <a:close/>
                <a:moveTo>
                  <a:pt x="561975" y="866775"/>
                </a:moveTo>
                <a:lnTo>
                  <a:pt x="581025" y="866775"/>
                </a:lnTo>
                <a:lnTo>
                  <a:pt x="581025" y="876300"/>
                </a:lnTo>
                <a:lnTo>
                  <a:pt x="561975" y="876300"/>
                </a:lnTo>
                <a:close/>
                <a:moveTo>
                  <a:pt x="866775" y="866775"/>
                </a:moveTo>
                <a:lnTo>
                  <a:pt x="876300" y="866775"/>
                </a:lnTo>
                <a:lnTo>
                  <a:pt x="876300" y="876300"/>
                </a:lnTo>
                <a:lnTo>
                  <a:pt x="885825" y="876300"/>
                </a:lnTo>
                <a:lnTo>
                  <a:pt x="885825" y="885825"/>
                </a:lnTo>
                <a:lnTo>
                  <a:pt x="866775" y="885825"/>
                </a:lnTo>
                <a:close/>
                <a:moveTo>
                  <a:pt x="1381125" y="866775"/>
                </a:moveTo>
                <a:lnTo>
                  <a:pt x="1400175" y="866775"/>
                </a:lnTo>
                <a:lnTo>
                  <a:pt x="1400175" y="885825"/>
                </a:lnTo>
                <a:lnTo>
                  <a:pt x="1390650" y="885825"/>
                </a:lnTo>
                <a:lnTo>
                  <a:pt x="1390650" y="876300"/>
                </a:lnTo>
                <a:lnTo>
                  <a:pt x="1381125" y="876300"/>
                </a:lnTo>
                <a:close/>
                <a:moveTo>
                  <a:pt x="552450" y="876300"/>
                </a:moveTo>
                <a:lnTo>
                  <a:pt x="561975" y="876300"/>
                </a:lnTo>
                <a:lnTo>
                  <a:pt x="561975" y="885825"/>
                </a:lnTo>
                <a:lnTo>
                  <a:pt x="552450" y="885825"/>
                </a:lnTo>
                <a:close/>
                <a:moveTo>
                  <a:pt x="1133475" y="876300"/>
                </a:moveTo>
                <a:lnTo>
                  <a:pt x="1143000" y="876300"/>
                </a:lnTo>
                <a:lnTo>
                  <a:pt x="1143000" y="885825"/>
                </a:lnTo>
                <a:lnTo>
                  <a:pt x="1133475" y="885825"/>
                </a:lnTo>
                <a:close/>
                <a:moveTo>
                  <a:pt x="1514475" y="876300"/>
                </a:moveTo>
                <a:lnTo>
                  <a:pt x="1552575" y="876300"/>
                </a:lnTo>
                <a:lnTo>
                  <a:pt x="1552575" y="914400"/>
                </a:lnTo>
                <a:lnTo>
                  <a:pt x="1581150" y="914400"/>
                </a:lnTo>
                <a:lnTo>
                  <a:pt x="1581150" y="942975"/>
                </a:lnTo>
                <a:lnTo>
                  <a:pt x="1571625" y="942975"/>
                </a:lnTo>
                <a:lnTo>
                  <a:pt x="1571625" y="952500"/>
                </a:lnTo>
                <a:lnTo>
                  <a:pt x="1562100" y="952500"/>
                </a:lnTo>
                <a:lnTo>
                  <a:pt x="1562100" y="942975"/>
                </a:lnTo>
                <a:lnTo>
                  <a:pt x="1514475" y="942975"/>
                </a:lnTo>
                <a:lnTo>
                  <a:pt x="1514475" y="933450"/>
                </a:lnTo>
                <a:lnTo>
                  <a:pt x="1524000" y="933450"/>
                </a:lnTo>
                <a:lnTo>
                  <a:pt x="1524000" y="895350"/>
                </a:lnTo>
                <a:lnTo>
                  <a:pt x="1485900" y="895350"/>
                </a:lnTo>
                <a:lnTo>
                  <a:pt x="1485900" y="885825"/>
                </a:lnTo>
                <a:lnTo>
                  <a:pt x="1514475" y="885825"/>
                </a:lnTo>
                <a:close/>
                <a:moveTo>
                  <a:pt x="904875" y="885825"/>
                </a:moveTo>
                <a:lnTo>
                  <a:pt x="914400" y="885825"/>
                </a:lnTo>
                <a:lnTo>
                  <a:pt x="914400" y="895350"/>
                </a:lnTo>
                <a:lnTo>
                  <a:pt x="904875" y="895350"/>
                </a:lnTo>
                <a:close/>
                <a:moveTo>
                  <a:pt x="923925" y="885825"/>
                </a:moveTo>
                <a:lnTo>
                  <a:pt x="933450" y="885825"/>
                </a:lnTo>
                <a:lnTo>
                  <a:pt x="933450" y="895350"/>
                </a:lnTo>
                <a:lnTo>
                  <a:pt x="923925" y="895350"/>
                </a:lnTo>
                <a:close/>
                <a:moveTo>
                  <a:pt x="942975" y="885825"/>
                </a:moveTo>
                <a:lnTo>
                  <a:pt x="952500" y="885825"/>
                </a:lnTo>
                <a:lnTo>
                  <a:pt x="952500" y="895350"/>
                </a:lnTo>
                <a:lnTo>
                  <a:pt x="942975" y="895350"/>
                </a:lnTo>
                <a:close/>
                <a:moveTo>
                  <a:pt x="1057275" y="885825"/>
                </a:moveTo>
                <a:lnTo>
                  <a:pt x="1066800" y="885825"/>
                </a:lnTo>
                <a:lnTo>
                  <a:pt x="1066800" y="895350"/>
                </a:lnTo>
                <a:lnTo>
                  <a:pt x="1057275" y="895350"/>
                </a:lnTo>
                <a:close/>
                <a:moveTo>
                  <a:pt x="1076325" y="885825"/>
                </a:moveTo>
                <a:lnTo>
                  <a:pt x="1085850" y="885825"/>
                </a:lnTo>
                <a:lnTo>
                  <a:pt x="1085850" y="895350"/>
                </a:lnTo>
                <a:lnTo>
                  <a:pt x="1076325" y="895350"/>
                </a:lnTo>
                <a:close/>
                <a:moveTo>
                  <a:pt x="1095375" y="885825"/>
                </a:moveTo>
                <a:lnTo>
                  <a:pt x="1104900" y="885825"/>
                </a:lnTo>
                <a:lnTo>
                  <a:pt x="1104900" y="895350"/>
                </a:lnTo>
                <a:lnTo>
                  <a:pt x="1095375" y="895350"/>
                </a:lnTo>
                <a:close/>
                <a:moveTo>
                  <a:pt x="1419225" y="885825"/>
                </a:moveTo>
                <a:lnTo>
                  <a:pt x="1438275" y="885825"/>
                </a:lnTo>
                <a:lnTo>
                  <a:pt x="1438275" y="895350"/>
                </a:lnTo>
                <a:lnTo>
                  <a:pt x="1419225" y="895350"/>
                </a:lnTo>
                <a:close/>
                <a:moveTo>
                  <a:pt x="1533525" y="895350"/>
                </a:moveTo>
                <a:lnTo>
                  <a:pt x="1543050" y="895350"/>
                </a:lnTo>
                <a:lnTo>
                  <a:pt x="1543050" y="885825"/>
                </a:lnTo>
                <a:lnTo>
                  <a:pt x="1533525" y="885825"/>
                </a:lnTo>
                <a:close/>
                <a:moveTo>
                  <a:pt x="1562100" y="895350"/>
                </a:moveTo>
                <a:lnTo>
                  <a:pt x="1571625" y="895350"/>
                </a:lnTo>
                <a:lnTo>
                  <a:pt x="1571625" y="904875"/>
                </a:lnTo>
                <a:lnTo>
                  <a:pt x="1562100" y="904875"/>
                </a:lnTo>
                <a:close/>
                <a:moveTo>
                  <a:pt x="1771650" y="914400"/>
                </a:moveTo>
                <a:lnTo>
                  <a:pt x="1790700" y="914400"/>
                </a:lnTo>
                <a:lnTo>
                  <a:pt x="1790700" y="904875"/>
                </a:lnTo>
                <a:lnTo>
                  <a:pt x="1771650" y="904875"/>
                </a:lnTo>
                <a:close/>
                <a:moveTo>
                  <a:pt x="323850" y="933450"/>
                </a:moveTo>
                <a:lnTo>
                  <a:pt x="333375" y="933450"/>
                </a:lnTo>
                <a:lnTo>
                  <a:pt x="333375" y="942975"/>
                </a:lnTo>
                <a:lnTo>
                  <a:pt x="323850" y="942975"/>
                </a:lnTo>
                <a:close/>
                <a:moveTo>
                  <a:pt x="400050" y="933450"/>
                </a:moveTo>
                <a:lnTo>
                  <a:pt x="419100" y="933450"/>
                </a:lnTo>
                <a:lnTo>
                  <a:pt x="419100" y="952500"/>
                </a:lnTo>
                <a:lnTo>
                  <a:pt x="409575" y="952500"/>
                </a:lnTo>
                <a:lnTo>
                  <a:pt x="409575" y="962025"/>
                </a:lnTo>
                <a:lnTo>
                  <a:pt x="400050" y="962025"/>
                </a:lnTo>
                <a:close/>
                <a:moveTo>
                  <a:pt x="733425" y="933450"/>
                </a:moveTo>
                <a:lnTo>
                  <a:pt x="742950" y="933450"/>
                </a:lnTo>
                <a:lnTo>
                  <a:pt x="742950" y="1009650"/>
                </a:lnTo>
                <a:lnTo>
                  <a:pt x="723900" y="1009650"/>
                </a:lnTo>
                <a:lnTo>
                  <a:pt x="723900" y="971550"/>
                </a:lnTo>
                <a:lnTo>
                  <a:pt x="714375" y="971550"/>
                </a:lnTo>
                <a:lnTo>
                  <a:pt x="714375" y="962025"/>
                </a:lnTo>
                <a:lnTo>
                  <a:pt x="723900" y="962025"/>
                </a:lnTo>
                <a:lnTo>
                  <a:pt x="723900" y="971550"/>
                </a:lnTo>
                <a:lnTo>
                  <a:pt x="733425" y="971550"/>
                </a:lnTo>
                <a:close/>
                <a:moveTo>
                  <a:pt x="1533525" y="933450"/>
                </a:moveTo>
                <a:lnTo>
                  <a:pt x="1543050" y="933450"/>
                </a:lnTo>
                <a:lnTo>
                  <a:pt x="1543050" y="923925"/>
                </a:lnTo>
                <a:lnTo>
                  <a:pt x="1533525" y="923925"/>
                </a:lnTo>
                <a:close/>
                <a:moveTo>
                  <a:pt x="342900" y="942975"/>
                </a:moveTo>
                <a:lnTo>
                  <a:pt x="361950" y="942975"/>
                </a:lnTo>
                <a:lnTo>
                  <a:pt x="361950" y="971550"/>
                </a:lnTo>
                <a:lnTo>
                  <a:pt x="352425" y="971550"/>
                </a:lnTo>
                <a:lnTo>
                  <a:pt x="352425" y="981075"/>
                </a:lnTo>
                <a:lnTo>
                  <a:pt x="333375" y="981075"/>
                </a:lnTo>
                <a:lnTo>
                  <a:pt x="333375" y="990600"/>
                </a:lnTo>
                <a:lnTo>
                  <a:pt x="323850" y="990600"/>
                </a:lnTo>
                <a:lnTo>
                  <a:pt x="323850" y="1000125"/>
                </a:lnTo>
                <a:lnTo>
                  <a:pt x="276225" y="1000125"/>
                </a:lnTo>
                <a:lnTo>
                  <a:pt x="276225" y="1009650"/>
                </a:lnTo>
                <a:lnTo>
                  <a:pt x="257175" y="1009650"/>
                </a:lnTo>
                <a:lnTo>
                  <a:pt x="257175" y="1000125"/>
                </a:lnTo>
                <a:lnTo>
                  <a:pt x="247650" y="1000125"/>
                </a:lnTo>
                <a:lnTo>
                  <a:pt x="247650" y="990600"/>
                </a:lnTo>
                <a:lnTo>
                  <a:pt x="285750" y="990600"/>
                </a:lnTo>
                <a:lnTo>
                  <a:pt x="285750" y="971550"/>
                </a:lnTo>
                <a:lnTo>
                  <a:pt x="266700" y="971550"/>
                </a:lnTo>
                <a:lnTo>
                  <a:pt x="266700" y="962025"/>
                </a:lnTo>
                <a:lnTo>
                  <a:pt x="285750" y="962025"/>
                </a:lnTo>
                <a:lnTo>
                  <a:pt x="285750" y="952500"/>
                </a:lnTo>
                <a:lnTo>
                  <a:pt x="304800" y="952500"/>
                </a:lnTo>
                <a:lnTo>
                  <a:pt x="304800" y="962025"/>
                </a:lnTo>
                <a:lnTo>
                  <a:pt x="295275" y="962025"/>
                </a:lnTo>
                <a:lnTo>
                  <a:pt x="295275" y="971550"/>
                </a:lnTo>
                <a:lnTo>
                  <a:pt x="314325" y="971550"/>
                </a:lnTo>
                <a:lnTo>
                  <a:pt x="314325" y="981075"/>
                </a:lnTo>
                <a:lnTo>
                  <a:pt x="323850" y="981075"/>
                </a:lnTo>
                <a:lnTo>
                  <a:pt x="323850" y="952500"/>
                </a:lnTo>
                <a:lnTo>
                  <a:pt x="342900" y="952500"/>
                </a:lnTo>
                <a:close/>
                <a:moveTo>
                  <a:pt x="495300" y="942975"/>
                </a:moveTo>
                <a:lnTo>
                  <a:pt x="523875" y="942975"/>
                </a:lnTo>
                <a:lnTo>
                  <a:pt x="523875" y="952500"/>
                </a:lnTo>
                <a:lnTo>
                  <a:pt x="495300" y="952500"/>
                </a:lnTo>
                <a:close/>
                <a:moveTo>
                  <a:pt x="561975" y="942975"/>
                </a:moveTo>
                <a:lnTo>
                  <a:pt x="571500" y="942975"/>
                </a:lnTo>
                <a:lnTo>
                  <a:pt x="571500" y="952500"/>
                </a:lnTo>
                <a:lnTo>
                  <a:pt x="590550" y="952500"/>
                </a:lnTo>
                <a:lnTo>
                  <a:pt x="590550" y="962025"/>
                </a:lnTo>
                <a:lnTo>
                  <a:pt x="561975" y="962025"/>
                </a:lnTo>
                <a:close/>
                <a:moveTo>
                  <a:pt x="762000" y="942975"/>
                </a:moveTo>
                <a:lnTo>
                  <a:pt x="790575" y="942975"/>
                </a:lnTo>
                <a:lnTo>
                  <a:pt x="790575" y="952500"/>
                </a:lnTo>
                <a:lnTo>
                  <a:pt x="762000" y="952500"/>
                </a:lnTo>
                <a:close/>
                <a:moveTo>
                  <a:pt x="1219200" y="942975"/>
                </a:moveTo>
                <a:lnTo>
                  <a:pt x="1228725" y="942975"/>
                </a:lnTo>
                <a:lnTo>
                  <a:pt x="1228725" y="952500"/>
                </a:lnTo>
                <a:lnTo>
                  <a:pt x="1219200" y="952500"/>
                </a:lnTo>
                <a:close/>
                <a:moveTo>
                  <a:pt x="1381125" y="942975"/>
                </a:moveTo>
                <a:lnTo>
                  <a:pt x="1409700" y="942975"/>
                </a:lnTo>
                <a:lnTo>
                  <a:pt x="1409700" y="952500"/>
                </a:lnTo>
                <a:lnTo>
                  <a:pt x="1381125" y="952500"/>
                </a:lnTo>
                <a:close/>
                <a:moveTo>
                  <a:pt x="247650" y="952500"/>
                </a:moveTo>
                <a:lnTo>
                  <a:pt x="257175" y="952500"/>
                </a:lnTo>
                <a:lnTo>
                  <a:pt x="257175" y="962025"/>
                </a:lnTo>
                <a:lnTo>
                  <a:pt x="247650" y="962025"/>
                </a:lnTo>
                <a:close/>
                <a:moveTo>
                  <a:pt x="1076325" y="952500"/>
                </a:moveTo>
                <a:lnTo>
                  <a:pt x="1114425" y="952500"/>
                </a:lnTo>
                <a:lnTo>
                  <a:pt x="1114425" y="962025"/>
                </a:lnTo>
                <a:lnTo>
                  <a:pt x="1104900" y="962025"/>
                </a:lnTo>
                <a:lnTo>
                  <a:pt x="1104900" y="971550"/>
                </a:lnTo>
                <a:lnTo>
                  <a:pt x="1114425" y="971550"/>
                </a:lnTo>
                <a:lnTo>
                  <a:pt x="1114425" y="981075"/>
                </a:lnTo>
                <a:lnTo>
                  <a:pt x="1123950" y="981075"/>
                </a:lnTo>
                <a:lnTo>
                  <a:pt x="1123950" y="1009650"/>
                </a:lnTo>
                <a:lnTo>
                  <a:pt x="1104900" y="1009650"/>
                </a:lnTo>
                <a:lnTo>
                  <a:pt x="1104900" y="990600"/>
                </a:lnTo>
                <a:lnTo>
                  <a:pt x="1076325" y="990600"/>
                </a:lnTo>
                <a:close/>
                <a:moveTo>
                  <a:pt x="914400" y="962025"/>
                </a:moveTo>
                <a:lnTo>
                  <a:pt x="933450" y="962025"/>
                </a:lnTo>
                <a:lnTo>
                  <a:pt x="933450" y="971550"/>
                </a:lnTo>
                <a:lnTo>
                  <a:pt x="914400" y="971550"/>
                </a:lnTo>
                <a:close/>
                <a:moveTo>
                  <a:pt x="990600" y="962025"/>
                </a:moveTo>
                <a:lnTo>
                  <a:pt x="1000125" y="962025"/>
                </a:lnTo>
                <a:lnTo>
                  <a:pt x="1000125" y="971550"/>
                </a:lnTo>
                <a:lnTo>
                  <a:pt x="1028700" y="971550"/>
                </a:lnTo>
                <a:lnTo>
                  <a:pt x="1028700" y="962025"/>
                </a:lnTo>
                <a:lnTo>
                  <a:pt x="1038225" y="962025"/>
                </a:lnTo>
                <a:lnTo>
                  <a:pt x="1038225" y="971550"/>
                </a:lnTo>
                <a:lnTo>
                  <a:pt x="1028700" y="971550"/>
                </a:lnTo>
                <a:lnTo>
                  <a:pt x="1028700" y="981075"/>
                </a:lnTo>
                <a:lnTo>
                  <a:pt x="1038225" y="981075"/>
                </a:lnTo>
                <a:lnTo>
                  <a:pt x="1038225" y="1000125"/>
                </a:lnTo>
                <a:lnTo>
                  <a:pt x="1057275" y="1000125"/>
                </a:lnTo>
                <a:lnTo>
                  <a:pt x="1057275" y="1009650"/>
                </a:lnTo>
                <a:lnTo>
                  <a:pt x="1019175" y="1009650"/>
                </a:lnTo>
                <a:lnTo>
                  <a:pt x="1019175" y="990600"/>
                </a:lnTo>
                <a:lnTo>
                  <a:pt x="1009650" y="990600"/>
                </a:lnTo>
                <a:lnTo>
                  <a:pt x="1009650" y="1000125"/>
                </a:lnTo>
                <a:lnTo>
                  <a:pt x="990600" y="1000125"/>
                </a:lnTo>
                <a:lnTo>
                  <a:pt x="990600" y="990600"/>
                </a:lnTo>
                <a:lnTo>
                  <a:pt x="981075" y="990600"/>
                </a:lnTo>
                <a:lnTo>
                  <a:pt x="981075" y="981075"/>
                </a:lnTo>
                <a:lnTo>
                  <a:pt x="990600" y="981075"/>
                </a:lnTo>
                <a:close/>
                <a:moveTo>
                  <a:pt x="1390650" y="962025"/>
                </a:moveTo>
                <a:lnTo>
                  <a:pt x="1400175" y="962025"/>
                </a:lnTo>
                <a:lnTo>
                  <a:pt x="1400175" y="971550"/>
                </a:lnTo>
                <a:lnTo>
                  <a:pt x="1390650" y="971550"/>
                </a:lnTo>
                <a:close/>
                <a:moveTo>
                  <a:pt x="542925" y="971550"/>
                </a:moveTo>
                <a:lnTo>
                  <a:pt x="552450" y="971550"/>
                </a:lnTo>
                <a:lnTo>
                  <a:pt x="552450" y="981075"/>
                </a:lnTo>
                <a:lnTo>
                  <a:pt x="542925" y="981075"/>
                </a:lnTo>
                <a:close/>
                <a:moveTo>
                  <a:pt x="1181100" y="971550"/>
                </a:moveTo>
                <a:lnTo>
                  <a:pt x="1209675" y="971550"/>
                </a:lnTo>
                <a:lnTo>
                  <a:pt x="1209675" y="981075"/>
                </a:lnTo>
                <a:lnTo>
                  <a:pt x="1181100" y="981075"/>
                </a:lnTo>
                <a:close/>
                <a:moveTo>
                  <a:pt x="1638300" y="971550"/>
                </a:moveTo>
                <a:lnTo>
                  <a:pt x="1657350" y="971550"/>
                </a:lnTo>
                <a:lnTo>
                  <a:pt x="1657350" y="1009650"/>
                </a:lnTo>
                <a:lnTo>
                  <a:pt x="1638300" y="1009650"/>
                </a:lnTo>
                <a:close/>
                <a:moveTo>
                  <a:pt x="1695450" y="971550"/>
                </a:moveTo>
                <a:lnTo>
                  <a:pt x="1714500" y="971550"/>
                </a:lnTo>
                <a:lnTo>
                  <a:pt x="1714500" y="981075"/>
                </a:lnTo>
                <a:lnTo>
                  <a:pt x="1724025" y="981075"/>
                </a:lnTo>
                <a:lnTo>
                  <a:pt x="1724025" y="990600"/>
                </a:lnTo>
                <a:lnTo>
                  <a:pt x="1733550" y="990600"/>
                </a:lnTo>
                <a:lnTo>
                  <a:pt x="1733550" y="1009650"/>
                </a:lnTo>
                <a:lnTo>
                  <a:pt x="1714500" y="1009650"/>
                </a:lnTo>
                <a:lnTo>
                  <a:pt x="1714500" y="990600"/>
                </a:lnTo>
                <a:lnTo>
                  <a:pt x="1704975" y="990600"/>
                </a:lnTo>
                <a:lnTo>
                  <a:pt x="1704975" y="981075"/>
                </a:lnTo>
                <a:lnTo>
                  <a:pt x="1695450" y="981075"/>
                </a:lnTo>
                <a:close/>
                <a:moveTo>
                  <a:pt x="904875" y="981075"/>
                </a:moveTo>
                <a:lnTo>
                  <a:pt x="942975" y="981075"/>
                </a:lnTo>
                <a:lnTo>
                  <a:pt x="942975" y="990600"/>
                </a:lnTo>
                <a:lnTo>
                  <a:pt x="952500" y="990600"/>
                </a:lnTo>
                <a:lnTo>
                  <a:pt x="952500" y="1000125"/>
                </a:lnTo>
                <a:lnTo>
                  <a:pt x="971550" y="1000125"/>
                </a:lnTo>
                <a:lnTo>
                  <a:pt x="971550" y="1009650"/>
                </a:lnTo>
                <a:lnTo>
                  <a:pt x="923925" y="1009650"/>
                </a:lnTo>
                <a:lnTo>
                  <a:pt x="923925" y="1019175"/>
                </a:lnTo>
                <a:lnTo>
                  <a:pt x="933450" y="1019175"/>
                </a:lnTo>
                <a:lnTo>
                  <a:pt x="933450" y="1028700"/>
                </a:lnTo>
                <a:lnTo>
                  <a:pt x="895350" y="1028700"/>
                </a:lnTo>
                <a:lnTo>
                  <a:pt x="895350" y="1019175"/>
                </a:lnTo>
                <a:lnTo>
                  <a:pt x="914400" y="1019175"/>
                </a:lnTo>
                <a:lnTo>
                  <a:pt x="914400" y="1009650"/>
                </a:lnTo>
                <a:lnTo>
                  <a:pt x="895350" y="1009650"/>
                </a:lnTo>
                <a:lnTo>
                  <a:pt x="895350" y="990600"/>
                </a:lnTo>
                <a:lnTo>
                  <a:pt x="904875" y="990600"/>
                </a:lnTo>
                <a:close/>
                <a:moveTo>
                  <a:pt x="1228725" y="981075"/>
                </a:moveTo>
                <a:lnTo>
                  <a:pt x="1238250" y="981075"/>
                </a:lnTo>
                <a:lnTo>
                  <a:pt x="1238250" y="990600"/>
                </a:lnTo>
                <a:lnTo>
                  <a:pt x="1228725" y="990600"/>
                </a:lnTo>
                <a:close/>
                <a:moveTo>
                  <a:pt x="1257300" y="981075"/>
                </a:moveTo>
                <a:lnTo>
                  <a:pt x="1352550" y="981075"/>
                </a:lnTo>
                <a:lnTo>
                  <a:pt x="1352550" y="1000125"/>
                </a:lnTo>
                <a:lnTo>
                  <a:pt x="1343025" y="1000125"/>
                </a:lnTo>
                <a:lnTo>
                  <a:pt x="1343025" y="1009650"/>
                </a:lnTo>
                <a:lnTo>
                  <a:pt x="1304925" y="1009650"/>
                </a:lnTo>
                <a:lnTo>
                  <a:pt x="1304925" y="1000125"/>
                </a:lnTo>
                <a:lnTo>
                  <a:pt x="1295400" y="1000125"/>
                </a:lnTo>
                <a:lnTo>
                  <a:pt x="1295400" y="990600"/>
                </a:lnTo>
                <a:lnTo>
                  <a:pt x="1285875" y="990600"/>
                </a:lnTo>
                <a:lnTo>
                  <a:pt x="1285875" y="1000125"/>
                </a:lnTo>
                <a:lnTo>
                  <a:pt x="1295400" y="1000125"/>
                </a:lnTo>
                <a:lnTo>
                  <a:pt x="1295400" y="1009650"/>
                </a:lnTo>
                <a:lnTo>
                  <a:pt x="1257300" y="1009650"/>
                </a:lnTo>
                <a:close/>
                <a:moveTo>
                  <a:pt x="1381125" y="981075"/>
                </a:moveTo>
                <a:lnTo>
                  <a:pt x="1390650" y="981075"/>
                </a:lnTo>
                <a:lnTo>
                  <a:pt x="1390650" y="1000125"/>
                </a:lnTo>
                <a:lnTo>
                  <a:pt x="1381125" y="1000125"/>
                </a:lnTo>
                <a:lnTo>
                  <a:pt x="1381125" y="1009650"/>
                </a:lnTo>
                <a:lnTo>
                  <a:pt x="1371600" y="1009650"/>
                </a:lnTo>
                <a:lnTo>
                  <a:pt x="1371600" y="990600"/>
                </a:lnTo>
                <a:lnTo>
                  <a:pt x="1381125" y="990600"/>
                </a:lnTo>
                <a:close/>
                <a:moveTo>
                  <a:pt x="1571625" y="981075"/>
                </a:moveTo>
                <a:lnTo>
                  <a:pt x="1581150" y="981075"/>
                </a:lnTo>
                <a:lnTo>
                  <a:pt x="1581150" y="990600"/>
                </a:lnTo>
                <a:lnTo>
                  <a:pt x="1571625" y="990600"/>
                </a:lnTo>
                <a:close/>
                <a:moveTo>
                  <a:pt x="1600200" y="981075"/>
                </a:moveTo>
                <a:lnTo>
                  <a:pt x="1619250" y="981075"/>
                </a:lnTo>
                <a:lnTo>
                  <a:pt x="1619250" y="1009650"/>
                </a:lnTo>
                <a:lnTo>
                  <a:pt x="1600200" y="1009650"/>
                </a:lnTo>
                <a:close/>
                <a:moveTo>
                  <a:pt x="1752600" y="981075"/>
                </a:moveTo>
                <a:lnTo>
                  <a:pt x="1771650" y="981075"/>
                </a:lnTo>
                <a:lnTo>
                  <a:pt x="1771650" y="971550"/>
                </a:lnTo>
                <a:lnTo>
                  <a:pt x="1762125" y="971550"/>
                </a:lnTo>
                <a:lnTo>
                  <a:pt x="1762125" y="962025"/>
                </a:lnTo>
                <a:lnTo>
                  <a:pt x="1752600" y="962025"/>
                </a:lnTo>
                <a:close/>
                <a:moveTo>
                  <a:pt x="676275" y="990600"/>
                </a:moveTo>
                <a:lnTo>
                  <a:pt x="704850" y="990600"/>
                </a:lnTo>
                <a:lnTo>
                  <a:pt x="704850" y="1009650"/>
                </a:lnTo>
                <a:lnTo>
                  <a:pt x="695325" y="1009650"/>
                </a:lnTo>
                <a:lnTo>
                  <a:pt x="695325" y="1019175"/>
                </a:lnTo>
                <a:lnTo>
                  <a:pt x="742950" y="1019175"/>
                </a:lnTo>
                <a:lnTo>
                  <a:pt x="742950" y="1028700"/>
                </a:lnTo>
                <a:lnTo>
                  <a:pt x="676275" y="1028700"/>
                </a:lnTo>
                <a:close/>
                <a:moveTo>
                  <a:pt x="1676400" y="990600"/>
                </a:moveTo>
                <a:lnTo>
                  <a:pt x="1695450" y="990600"/>
                </a:lnTo>
                <a:lnTo>
                  <a:pt x="1695450" y="1000125"/>
                </a:lnTo>
                <a:lnTo>
                  <a:pt x="1685925" y="1000125"/>
                </a:lnTo>
                <a:lnTo>
                  <a:pt x="1685925" y="1009650"/>
                </a:lnTo>
                <a:lnTo>
                  <a:pt x="1676400" y="1009650"/>
                </a:lnTo>
                <a:close/>
                <a:moveTo>
                  <a:pt x="1866900" y="990600"/>
                </a:moveTo>
                <a:lnTo>
                  <a:pt x="1885950" y="990600"/>
                </a:lnTo>
                <a:lnTo>
                  <a:pt x="1885950" y="1000125"/>
                </a:lnTo>
                <a:lnTo>
                  <a:pt x="1895475" y="1000125"/>
                </a:lnTo>
                <a:lnTo>
                  <a:pt x="1895475" y="1019175"/>
                </a:lnTo>
                <a:lnTo>
                  <a:pt x="1857375" y="1019175"/>
                </a:lnTo>
                <a:lnTo>
                  <a:pt x="1857375" y="1009650"/>
                </a:lnTo>
                <a:lnTo>
                  <a:pt x="1866900" y="1009650"/>
                </a:lnTo>
                <a:close/>
                <a:moveTo>
                  <a:pt x="409575" y="1000125"/>
                </a:moveTo>
                <a:lnTo>
                  <a:pt x="438150" y="1000125"/>
                </a:lnTo>
                <a:lnTo>
                  <a:pt x="438150" y="1009650"/>
                </a:lnTo>
                <a:lnTo>
                  <a:pt x="428625" y="1009650"/>
                </a:lnTo>
                <a:lnTo>
                  <a:pt x="428625" y="1019175"/>
                </a:lnTo>
                <a:lnTo>
                  <a:pt x="438150" y="1019175"/>
                </a:lnTo>
                <a:lnTo>
                  <a:pt x="438150" y="1028700"/>
                </a:lnTo>
                <a:lnTo>
                  <a:pt x="400050" y="1028700"/>
                </a:lnTo>
                <a:lnTo>
                  <a:pt x="400050" y="1019175"/>
                </a:lnTo>
                <a:lnTo>
                  <a:pt x="419100" y="1019175"/>
                </a:lnTo>
                <a:lnTo>
                  <a:pt x="419100" y="1009650"/>
                </a:lnTo>
                <a:lnTo>
                  <a:pt x="409575" y="1009650"/>
                </a:lnTo>
                <a:close/>
                <a:moveTo>
                  <a:pt x="1076325" y="1000125"/>
                </a:moveTo>
                <a:lnTo>
                  <a:pt x="1085850" y="1000125"/>
                </a:lnTo>
                <a:lnTo>
                  <a:pt x="1085850" y="1009650"/>
                </a:lnTo>
                <a:lnTo>
                  <a:pt x="1076325" y="1009650"/>
                </a:lnTo>
                <a:close/>
                <a:moveTo>
                  <a:pt x="1228725" y="1000125"/>
                </a:moveTo>
                <a:lnTo>
                  <a:pt x="1247775" y="1000125"/>
                </a:lnTo>
                <a:lnTo>
                  <a:pt x="1247775" y="1009650"/>
                </a:lnTo>
                <a:lnTo>
                  <a:pt x="1238250" y="1009650"/>
                </a:lnTo>
                <a:lnTo>
                  <a:pt x="1238250" y="1019175"/>
                </a:lnTo>
                <a:lnTo>
                  <a:pt x="1247775" y="1019175"/>
                </a:lnTo>
                <a:lnTo>
                  <a:pt x="1247775" y="1028700"/>
                </a:lnTo>
                <a:lnTo>
                  <a:pt x="1219200" y="1028700"/>
                </a:lnTo>
                <a:lnTo>
                  <a:pt x="1219200" y="1009650"/>
                </a:lnTo>
                <a:lnTo>
                  <a:pt x="1228725" y="1009650"/>
                </a:lnTo>
                <a:close/>
                <a:moveTo>
                  <a:pt x="1771650" y="1000125"/>
                </a:moveTo>
                <a:lnTo>
                  <a:pt x="1781175" y="1000125"/>
                </a:lnTo>
                <a:lnTo>
                  <a:pt x="1781175" y="981075"/>
                </a:lnTo>
                <a:lnTo>
                  <a:pt x="1771650" y="981075"/>
                </a:lnTo>
                <a:close/>
                <a:moveTo>
                  <a:pt x="952500" y="1019175"/>
                </a:moveTo>
                <a:lnTo>
                  <a:pt x="971550" y="1019175"/>
                </a:lnTo>
                <a:lnTo>
                  <a:pt x="971550" y="1028700"/>
                </a:lnTo>
                <a:lnTo>
                  <a:pt x="952500" y="1028700"/>
                </a:lnTo>
                <a:close/>
                <a:moveTo>
                  <a:pt x="1028700" y="1019175"/>
                </a:moveTo>
                <a:lnTo>
                  <a:pt x="1047750" y="1019175"/>
                </a:lnTo>
                <a:lnTo>
                  <a:pt x="1047750" y="1028700"/>
                </a:lnTo>
                <a:lnTo>
                  <a:pt x="1028700" y="1028700"/>
                </a:lnTo>
                <a:close/>
                <a:moveTo>
                  <a:pt x="1066800" y="1019175"/>
                </a:moveTo>
                <a:lnTo>
                  <a:pt x="1085850" y="1019175"/>
                </a:lnTo>
                <a:lnTo>
                  <a:pt x="1085850" y="1028700"/>
                </a:lnTo>
                <a:lnTo>
                  <a:pt x="1066800" y="1028700"/>
                </a:lnTo>
                <a:close/>
                <a:moveTo>
                  <a:pt x="1104900" y="1019175"/>
                </a:moveTo>
                <a:lnTo>
                  <a:pt x="1123950" y="1019175"/>
                </a:lnTo>
                <a:lnTo>
                  <a:pt x="1123950" y="1028700"/>
                </a:lnTo>
                <a:lnTo>
                  <a:pt x="1104900" y="1028700"/>
                </a:lnTo>
                <a:close/>
                <a:moveTo>
                  <a:pt x="1143000" y="1019175"/>
                </a:moveTo>
                <a:lnTo>
                  <a:pt x="1162050" y="1019175"/>
                </a:lnTo>
                <a:lnTo>
                  <a:pt x="1162050" y="1028700"/>
                </a:lnTo>
                <a:lnTo>
                  <a:pt x="1143000" y="1028700"/>
                </a:lnTo>
                <a:close/>
                <a:moveTo>
                  <a:pt x="1257300" y="1019175"/>
                </a:moveTo>
                <a:lnTo>
                  <a:pt x="1276350" y="1019175"/>
                </a:lnTo>
                <a:lnTo>
                  <a:pt x="1276350" y="1028700"/>
                </a:lnTo>
                <a:lnTo>
                  <a:pt x="1257300" y="1028700"/>
                </a:lnTo>
                <a:close/>
                <a:moveTo>
                  <a:pt x="1304925" y="1019175"/>
                </a:moveTo>
                <a:lnTo>
                  <a:pt x="1314450" y="1019175"/>
                </a:lnTo>
                <a:lnTo>
                  <a:pt x="1314450" y="1028700"/>
                </a:lnTo>
                <a:lnTo>
                  <a:pt x="1304925" y="1028700"/>
                </a:lnTo>
                <a:close/>
                <a:moveTo>
                  <a:pt x="1333500" y="1019175"/>
                </a:moveTo>
                <a:lnTo>
                  <a:pt x="1352550" y="1019175"/>
                </a:lnTo>
                <a:lnTo>
                  <a:pt x="1352550" y="1028700"/>
                </a:lnTo>
                <a:lnTo>
                  <a:pt x="1333500" y="1028700"/>
                </a:lnTo>
                <a:close/>
                <a:moveTo>
                  <a:pt x="1562100" y="1019175"/>
                </a:moveTo>
                <a:lnTo>
                  <a:pt x="1581150" y="1019175"/>
                </a:lnTo>
                <a:lnTo>
                  <a:pt x="1581150" y="1028700"/>
                </a:lnTo>
                <a:lnTo>
                  <a:pt x="1562100" y="1028700"/>
                </a:lnTo>
                <a:close/>
                <a:moveTo>
                  <a:pt x="1600200" y="1019175"/>
                </a:moveTo>
                <a:lnTo>
                  <a:pt x="1619250" y="1019175"/>
                </a:lnTo>
                <a:lnTo>
                  <a:pt x="1619250" y="1028700"/>
                </a:lnTo>
                <a:lnTo>
                  <a:pt x="1600200" y="1028700"/>
                </a:lnTo>
                <a:close/>
                <a:moveTo>
                  <a:pt x="1638300" y="1019175"/>
                </a:moveTo>
                <a:lnTo>
                  <a:pt x="1657350" y="1019175"/>
                </a:lnTo>
                <a:lnTo>
                  <a:pt x="1657350" y="1028700"/>
                </a:lnTo>
                <a:lnTo>
                  <a:pt x="1638300" y="1028700"/>
                </a:lnTo>
                <a:close/>
                <a:moveTo>
                  <a:pt x="1838325" y="1019175"/>
                </a:moveTo>
                <a:lnTo>
                  <a:pt x="1847850" y="1019175"/>
                </a:lnTo>
                <a:lnTo>
                  <a:pt x="1847850" y="1028700"/>
                </a:lnTo>
                <a:lnTo>
                  <a:pt x="1838325" y="1028700"/>
                </a:lnTo>
                <a:close/>
                <a:moveTo>
                  <a:pt x="123825" y="1028700"/>
                </a:moveTo>
                <a:lnTo>
                  <a:pt x="133350" y="1028700"/>
                </a:lnTo>
                <a:lnTo>
                  <a:pt x="133350" y="1047750"/>
                </a:lnTo>
                <a:lnTo>
                  <a:pt x="123825" y="1047750"/>
                </a:lnTo>
                <a:close/>
                <a:moveTo>
                  <a:pt x="209550" y="1047750"/>
                </a:moveTo>
                <a:lnTo>
                  <a:pt x="238125" y="1047750"/>
                </a:lnTo>
                <a:lnTo>
                  <a:pt x="238125" y="1066800"/>
                </a:lnTo>
                <a:lnTo>
                  <a:pt x="247650" y="1066800"/>
                </a:lnTo>
                <a:lnTo>
                  <a:pt x="247650" y="1076325"/>
                </a:lnTo>
                <a:lnTo>
                  <a:pt x="257175" y="1076325"/>
                </a:lnTo>
                <a:lnTo>
                  <a:pt x="257175" y="1085850"/>
                </a:lnTo>
                <a:lnTo>
                  <a:pt x="238125" y="1085850"/>
                </a:lnTo>
                <a:lnTo>
                  <a:pt x="238125" y="1104900"/>
                </a:lnTo>
                <a:lnTo>
                  <a:pt x="228600" y="1104900"/>
                </a:lnTo>
                <a:lnTo>
                  <a:pt x="228600" y="1085850"/>
                </a:lnTo>
                <a:lnTo>
                  <a:pt x="219075" y="1085850"/>
                </a:lnTo>
                <a:lnTo>
                  <a:pt x="219075" y="1057275"/>
                </a:lnTo>
                <a:lnTo>
                  <a:pt x="209550" y="1057275"/>
                </a:lnTo>
                <a:close/>
                <a:moveTo>
                  <a:pt x="304800" y="1047750"/>
                </a:moveTo>
                <a:lnTo>
                  <a:pt x="314325" y="1047750"/>
                </a:lnTo>
                <a:lnTo>
                  <a:pt x="314325" y="1057275"/>
                </a:lnTo>
                <a:lnTo>
                  <a:pt x="304800" y="1057275"/>
                </a:lnTo>
                <a:close/>
                <a:moveTo>
                  <a:pt x="323850" y="1047750"/>
                </a:moveTo>
                <a:lnTo>
                  <a:pt x="333375" y="1047750"/>
                </a:lnTo>
                <a:lnTo>
                  <a:pt x="333375" y="1076325"/>
                </a:lnTo>
                <a:lnTo>
                  <a:pt x="323850" y="1076325"/>
                </a:lnTo>
                <a:lnTo>
                  <a:pt x="323850" y="1095375"/>
                </a:lnTo>
                <a:lnTo>
                  <a:pt x="304800" y="1095375"/>
                </a:lnTo>
                <a:lnTo>
                  <a:pt x="304800" y="1066800"/>
                </a:lnTo>
                <a:lnTo>
                  <a:pt x="314325" y="1066800"/>
                </a:lnTo>
                <a:lnTo>
                  <a:pt x="314325" y="1057275"/>
                </a:lnTo>
                <a:lnTo>
                  <a:pt x="323850" y="1057275"/>
                </a:lnTo>
                <a:close/>
                <a:moveTo>
                  <a:pt x="371475" y="1047750"/>
                </a:moveTo>
                <a:lnTo>
                  <a:pt x="381000" y="1047750"/>
                </a:lnTo>
                <a:lnTo>
                  <a:pt x="381000" y="1057275"/>
                </a:lnTo>
                <a:lnTo>
                  <a:pt x="371475" y="1057275"/>
                </a:lnTo>
                <a:close/>
                <a:moveTo>
                  <a:pt x="561975" y="1047750"/>
                </a:moveTo>
                <a:lnTo>
                  <a:pt x="590550" y="1047750"/>
                </a:lnTo>
                <a:lnTo>
                  <a:pt x="590550" y="1057275"/>
                </a:lnTo>
                <a:lnTo>
                  <a:pt x="581025" y="1057275"/>
                </a:lnTo>
                <a:lnTo>
                  <a:pt x="581025" y="1085850"/>
                </a:lnTo>
                <a:lnTo>
                  <a:pt x="561975" y="1085850"/>
                </a:lnTo>
                <a:lnTo>
                  <a:pt x="561975" y="1095375"/>
                </a:lnTo>
                <a:lnTo>
                  <a:pt x="552450" y="1095375"/>
                </a:lnTo>
                <a:lnTo>
                  <a:pt x="552450" y="1066800"/>
                </a:lnTo>
                <a:lnTo>
                  <a:pt x="561975" y="1066800"/>
                </a:lnTo>
                <a:close/>
                <a:moveTo>
                  <a:pt x="638175" y="1047750"/>
                </a:moveTo>
                <a:lnTo>
                  <a:pt x="676275" y="1047750"/>
                </a:lnTo>
                <a:lnTo>
                  <a:pt x="676275" y="1057275"/>
                </a:lnTo>
                <a:lnTo>
                  <a:pt x="638175" y="1057275"/>
                </a:lnTo>
                <a:close/>
                <a:moveTo>
                  <a:pt x="857250" y="1047750"/>
                </a:moveTo>
                <a:lnTo>
                  <a:pt x="866775" y="1047750"/>
                </a:lnTo>
                <a:lnTo>
                  <a:pt x="866775" y="1057275"/>
                </a:lnTo>
                <a:lnTo>
                  <a:pt x="857250" y="1057275"/>
                </a:lnTo>
                <a:close/>
                <a:moveTo>
                  <a:pt x="1095375" y="1047750"/>
                </a:moveTo>
                <a:lnTo>
                  <a:pt x="1104900" y="1047750"/>
                </a:lnTo>
                <a:lnTo>
                  <a:pt x="1104900" y="1066800"/>
                </a:lnTo>
                <a:lnTo>
                  <a:pt x="1123950" y="1066800"/>
                </a:lnTo>
                <a:lnTo>
                  <a:pt x="1123950" y="1047750"/>
                </a:lnTo>
                <a:lnTo>
                  <a:pt x="1152525" y="1047750"/>
                </a:lnTo>
                <a:lnTo>
                  <a:pt x="1152525" y="1066800"/>
                </a:lnTo>
                <a:lnTo>
                  <a:pt x="1171575" y="1066800"/>
                </a:lnTo>
                <a:lnTo>
                  <a:pt x="1171575" y="1076325"/>
                </a:lnTo>
                <a:lnTo>
                  <a:pt x="1152525" y="1076325"/>
                </a:lnTo>
                <a:lnTo>
                  <a:pt x="1152525" y="1085850"/>
                </a:lnTo>
                <a:lnTo>
                  <a:pt x="1143000" y="1085850"/>
                </a:lnTo>
                <a:lnTo>
                  <a:pt x="1143000" y="1095375"/>
                </a:lnTo>
                <a:lnTo>
                  <a:pt x="1123950" y="1095375"/>
                </a:lnTo>
                <a:lnTo>
                  <a:pt x="1123950" y="1085850"/>
                </a:lnTo>
                <a:lnTo>
                  <a:pt x="1114425" y="1085850"/>
                </a:lnTo>
                <a:lnTo>
                  <a:pt x="1114425" y="1076325"/>
                </a:lnTo>
                <a:lnTo>
                  <a:pt x="1095375" y="1076325"/>
                </a:lnTo>
                <a:close/>
                <a:moveTo>
                  <a:pt x="1190625" y="1047750"/>
                </a:moveTo>
                <a:lnTo>
                  <a:pt x="1219200" y="1047750"/>
                </a:lnTo>
                <a:lnTo>
                  <a:pt x="1219200" y="1057275"/>
                </a:lnTo>
                <a:lnTo>
                  <a:pt x="1190625" y="1057275"/>
                </a:lnTo>
                <a:close/>
                <a:moveTo>
                  <a:pt x="1247775" y="1047750"/>
                </a:moveTo>
                <a:lnTo>
                  <a:pt x="1257300" y="1047750"/>
                </a:lnTo>
                <a:lnTo>
                  <a:pt x="1257300" y="1076325"/>
                </a:lnTo>
                <a:lnTo>
                  <a:pt x="1247775" y="1076325"/>
                </a:lnTo>
                <a:close/>
                <a:moveTo>
                  <a:pt x="1676400" y="1047750"/>
                </a:moveTo>
                <a:lnTo>
                  <a:pt x="1704975" y="1047750"/>
                </a:lnTo>
                <a:lnTo>
                  <a:pt x="1704975" y="1057275"/>
                </a:lnTo>
                <a:lnTo>
                  <a:pt x="1676400" y="1057275"/>
                </a:lnTo>
                <a:close/>
                <a:moveTo>
                  <a:pt x="371475" y="1066800"/>
                </a:moveTo>
                <a:lnTo>
                  <a:pt x="381000" y="1066800"/>
                </a:lnTo>
                <a:lnTo>
                  <a:pt x="381000" y="1095375"/>
                </a:lnTo>
                <a:lnTo>
                  <a:pt x="371475" y="1095375"/>
                </a:lnTo>
                <a:close/>
                <a:moveTo>
                  <a:pt x="657225" y="1066800"/>
                </a:moveTo>
                <a:lnTo>
                  <a:pt x="666750" y="1066800"/>
                </a:lnTo>
                <a:lnTo>
                  <a:pt x="666750" y="1076325"/>
                </a:lnTo>
                <a:lnTo>
                  <a:pt x="657225" y="1076325"/>
                </a:lnTo>
                <a:close/>
                <a:moveTo>
                  <a:pt x="685800" y="1066800"/>
                </a:moveTo>
                <a:lnTo>
                  <a:pt x="704850" y="1066800"/>
                </a:lnTo>
                <a:lnTo>
                  <a:pt x="704850" y="1076325"/>
                </a:lnTo>
                <a:lnTo>
                  <a:pt x="714375" y="1076325"/>
                </a:lnTo>
                <a:lnTo>
                  <a:pt x="714375" y="1085850"/>
                </a:lnTo>
                <a:lnTo>
                  <a:pt x="695325" y="1085850"/>
                </a:lnTo>
                <a:lnTo>
                  <a:pt x="695325" y="1095375"/>
                </a:lnTo>
                <a:lnTo>
                  <a:pt x="685800" y="1095375"/>
                </a:lnTo>
                <a:lnTo>
                  <a:pt x="685800" y="1104900"/>
                </a:lnTo>
                <a:lnTo>
                  <a:pt x="676275" y="1104900"/>
                </a:lnTo>
                <a:lnTo>
                  <a:pt x="676275" y="1133475"/>
                </a:lnTo>
                <a:lnTo>
                  <a:pt x="723900" y="1133475"/>
                </a:lnTo>
                <a:lnTo>
                  <a:pt x="723900" y="1152525"/>
                </a:lnTo>
                <a:lnTo>
                  <a:pt x="733425" y="1152525"/>
                </a:lnTo>
                <a:lnTo>
                  <a:pt x="733425" y="1190625"/>
                </a:lnTo>
                <a:lnTo>
                  <a:pt x="723900" y="1190625"/>
                </a:lnTo>
                <a:lnTo>
                  <a:pt x="723900" y="1181100"/>
                </a:lnTo>
                <a:lnTo>
                  <a:pt x="704850" y="1181100"/>
                </a:lnTo>
                <a:lnTo>
                  <a:pt x="704850" y="1190625"/>
                </a:lnTo>
                <a:lnTo>
                  <a:pt x="695325" y="1190625"/>
                </a:lnTo>
                <a:lnTo>
                  <a:pt x="695325" y="1200150"/>
                </a:lnTo>
                <a:lnTo>
                  <a:pt x="685800" y="1200150"/>
                </a:lnTo>
                <a:lnTo>
                  <a:pt x="685800" y="1181100"/>
                </a:lnTo>
                <a:lnTo>
                  <a:pt x="676275" y="1181100"/>
                </a:lnTo>
                <a:lnTo>
                  <a:pt x="676275" y="1171575"/>
                </a:lnTo>
                <a:lnTo>
                  <a:pt x="685800" y="1171575"/>
                </a:lnTo>
                <a:lnTo>
                  <a:pt x="685800" y="1152525"/>
                </a:lnTo>
                <a:lnTo>
                  <a:pt x="666750" y="1152525"/>
                </a:lnTo>
                <a:lnTo>
                  <a:pt x="666750" y="1123950"/>
                </a:lnTo>
                <a:lnTo>
                  <a:pt x="657225" y="1123950"/>
                </a:lnTo>
                <a:lnTo>
                  <a:pt x="657225" y="1133475"/>
                </a:lnTo>
                <a:lnTo>
                  <a:pt x="638175" y="1133475"/>
                </a:lnTo>
                <a:lnTo>
                  <a:pt x="638175" y="1152525"/>
                </a:lnTo>
                <a:lnTo>
                  <a:pt x="647700" y="1152525"/>
                </a:lnTo>
                <a:lnTo>
                  <a:pt x="647700" y="1162050"/>
                </a:lnTo>
                <a:lnTo>
                  <a:pt x="657225" y="1162050"/>
                </a:lnTo>
                <a:lnTo>
                  <a:pt x="657225" y="1171575"/>
                </a:lnTo>
                <a:lnTo>
                  <a:pt x="647700" y="1171575"/>
                </a:lnTo>
                <a:lnTo>
                  <a:pt x="647700" y="1190625"/>
                </a:lnTo>
                <a:lnTo>
                  <a:pt x="628650" y="1190625"/>
                </a:lnTo>
                <a:lnTo>
                  <a:pt x="628650" y="1171575"/>
                </a:lnTo>
                <a:lnTo>
                  <a:pt x="590550" y="1171575"/>
                </a:lnTo>
                <a:lnTo>
                  <a:pt x="590550" y="1200150"/>
                </a:lnTo>
                <a:lnTo>
                  <a:pt x="581025" y="1200150"/>
                </a:lnTo>
                <a:lnTo>
                  <a:pt x="581025" y="1190625"/>
                </a:lnTo>
                <a:lnTo>
                  <a:pt x="561975" y="1190625"/>
                </a:lnTo>
                <a:lnTo>
                  <a:pt x="561975" y="1171575"/>
                </a:lnTo>
                <a:lnTo>
                  <a:pt x="552450" y="1171575"/>
                </a:lnTo>
                <a:lnTo>
                  <a:pt x="552450" y="1190625"/>
                </a:lnTo>
                <a:lnTo>
                  <a:pt x="523875" y="1190625"/>
                </a:lnTo>
                <a:lnTo>
                  <a:pt x="523875" y="1171575"/>
                </a:lnTo>
                <a:lnTo>
                  <a:pt x="514350" y="1171575"/>
                </a:lnTo>
                <a:lnTo>
                  <a:pt x="514350" y="1162050"/>
                </a:lnTo>
                <a:lnTo>
                  <a:pt x="523875" y="1162050"/>
                </a:lnTo>
                <a:lnTo>
                  <a:pt x="523875" y="1152525"/>
                </a:lnTo>
                <a:lnTo>
                  <a:pt x="514350" y="1152525"/>
                </a:lnTo>
                <a:lnTo>
                  <a:pt x="514350" y="1133475"/>
                </a:lnTo>
                <a:lnTo>
                  <a:pt x="533400" y="1133475"/>
                </a:lnTo>
                <a:lnTo>
                  <a:pt x="533400" y="1104900"/>
                </a:lnTo>
                <a:lnTo>
                  <a:pt x="542925" y="1104900"/>
                </a:lnTo>
                <a:lnTo>
                  <a:pt x="542925" y="1123950"/>
                </a:lnTo>
                <a:lnTo>
                  <a:pt x="552450" y="1123950"/>
                </a:lnTo>
                <a:lnTo>
                  <a:pt x="552450" y="1133475"/>
                </a:lnTo>
                <a:lnTo>
                  <a:pt x="533400" y="1133475"/>
                </a:lnTo>
                <a:lnTo>
                  <a:pt x="533400" y="1152525"/>
                </a:lnTo>
                <a:lnTo>
                  <a:pt x="542925" y="1152525"/>
                </a:lnTo>
                <a:lnTo>
                  <a:pt x="542925" y="1143000"/>
                </a:lnTo>
                <a:lnTo>
                  <a:pt x="552450" y="1143000"/>
                </a:lnTo>
                <a:lnTo>
                  <a:pt x="552450" y="1133475"/>
                </a:lnTo>
                <a:lnTo>
                  <a:pt x="561975" y="1133475"/>
                </a:lnTo>
                <a:lnTo>
                  <a:pt x="561975" y="1143000"/>
                </a:lnTo>
                <a:lnTo>
                  <a:pt x="571500" y="1143000"/>
                </a:lnTo>
                <a:lnTo>
                  <a:pt x="571500" y="1123950"/>
                </a:lnTo>
                <a:lnTo>
                  <a:pt x="609600" y="1123950"/>
                </a:lnTo>
                <a:lnTo>
                  <a:pt x="609600" y="1133475"/>
                </a:lnTo>
                <a:lnTo>
                  <a:pt x="628650" y="1133475"/>
                </a:lnTo>
                <a:lnTo>
                  <a:pt x="628650" y="1114425"/>
                </a:lnTo>
                <a:lnTo>
                  <a:pt x="609600" y="1114425"/>
                </a:lnTo>
                <a:lnTo>
                  <a:pt x="609600" y="1085850"/>
                </a:lnTo>
                <a:lnTo>
                  <a:pt x="647700" y="1085850"/>
                </a:lnTo>
                <a:lnTo>
                  <a:pt x="647700" y="1095375"/>
                </a:lnTo>
                <a:lnTo>
                  <a:pt x="676275" y="1095375"/>
                </a:lnTo>
                <a:lnTo>
                  <a:pt x="676275" y="1076325"/>
                </a:lnTo>
                <a:lnTo>
                  <a:pt x="685800" y="1076325"/>
                </a:lnTo>
                <a:close/>
                <a:moveTo>
                  <a:pt x="781050" y="1066800"/>
                </a:moveTo>
                <a:lnTo>
                  <a:pt x="819150" y="1066800"/>
                </a:lnTo>
                <a:lnTo>
                  <a:pt x="819150" y="1076325"/>
                </a:lnTo>
                <a:lnTo>
                  <a:pt x="809625" y="1076325"/>
                </a:lnTo>
                <a:lnTo>
                  <a:pt x="809625" y="1095375"/>
                </a:lnTo>
                <a:lnTo>
                  <a:pt x="781050" y="1095375"/>
                </a:lnTo>
                <a:lnTo>
                  <a:pt x="781050" y="1085850"/>
                </a:lnTo>
                <a:lnTo>
                  <a:pt x="771525" y="1085850"/>
                </a:lnTo>
                <a:lnTo>
                  <a:pt x="771525" y="1076325"/>
                </a:lnTo>
                <a:lnTo>
                  <a:pt x="781050" y="1076325"/>
                </a:lnTo>
                <a:close/>
                <a:moveTo>
                  <a:pt x="885825" y="1066800"/>
                </a:moveTo>
                <a:lnTo>
                  <a:pt x="933450" y="1066800"/>
                </a:lnTo>
                <a:lnTo>
                  <a:pt x="933450" y="1076325"/>
                </a:lnTo>
                <a:lnTo>
                  <a:pt x="914400" y="1076325"/>
                </a:lnTo>
                <a:lnTo>
                  <a:pt x="914400" y="1085850"/>
                </a:lnTo>
                <a:lnTo>
                  <a:pt x="933450" y="1085850"/>
                </a:lnTo>
                <a:lnTo>
                  <a:pt x="933450" y="1076325"/>
                </a:lnTo>
                <a:lnTo>
                  <a:pt x="952500" y="1076325"/>
                </a:lnTo>
                <a:lnTo>
                  <a:pt x="952500" y="1066800"/>
                </a:lnTo>
                <a:lnTo>
                  <a:pt x="971550" y="1066800"/>
                </a:lnTo>
                <a:lnTo>
                  <a:pt x="971550" y="1085850"/>
                </a:lnTo>
                <a:lnTo>
                  <a:pt x="942975" y="1085850"/>
                </a:lnTo>
                <a:lnTo>
                  <a:pt x="942975" y="1104900"/>
                </a:lnTo>
                <a:lnTo>
                  <a:pt x="933450" y="1104900"/>
                </a:lnTo>
                <a:lnTo>
                  <a:pt x="933450" y="1095375"/>
                </a:lnTo>
                <a:lnTo>
                  <a:pt x="895350" y="1095375"/>
                </a:lnTo>
                <a:lnTo>
                  <a:pt x="895350" y="1104900"/>
                </a:lnTo>
                <a:lnTo>
                  <a:pt x="885825" y="1104900"/>
                </a:lnTo>
                <a:lnTo>
                  <a:pt x="885825" y="1133475"/>
                </a:lnTo>
                <a:lnTo>
                  <a:pt x="876300" y="1133475"/>
                </a:lnTo>
                <a:lnTo>
                  <a:pt x="876300" y="1123950"/>
                </a:lnTo>
                <a:lnTo>
                  <a:pt x="866775" y="1123950"/>
                </a:lnTo>
                <a:lnTo>
                  <a:pt x="866775" y="1143000"/>
                </a:lnTo>
                <a:lnTo>
                  <a:pt x="857250" y="1143000"/>
                </a:lnTo>
                <a:lnTo>
                  <a:pt x="857250" y="1133475"/>
                </a:lnTo>
                <a:lnTo>
                  <a:pt x="828675" y="1133475"/>
                </a:lnTo>
                <a:lnTo>
                  <a:pt x="828675" y="1143000"/>
                </a:lnTo>
                <a:lnTo>
                  <a:pt x="819150" y="1143000"/>
                </a:lnTo>
                <a:lnTo>
                  <a:pt x="819150" y="1152525"/>
                </a:lnTo>
                <a:lnTo>
                  <a:pt x="800100" y="1152525"/>
                </a:lnTo>
                <a:lnTo>
                  <a:pt x="800100" y="1143000"/>
                </a:lnTo>
                <a:lnTo>
                  <a:pt x="790575" y="1143000"/>
                </a:lnTo>
                <a:lnTo>
                  <a:pt x="790575" y="1133475"/>
                </a:lnTo>
                <a:lnTo>
                  <a:pt x="800100" y="1133475"/>
                </a:lnTo>
                <a:lnTo>
                  <a:pt x="800100" y="1104900"/>
                </a:lnTo>
                <a:lnTo>
                  <a:pt x="809625" y="1104900"/>
                </a:lnTo>
                <a:lnTo>
                  <a:pt x="809625" y="1123950"/>
                </a:lnTo>
                <a:lnTo>
                  <a:pt x="838200" y="1123950"/>
                </a:lnTo>
                <a:lnTo>
                  <a:pt x="838200" y="1114425"/>
                </a:lnTo>
                <a:lnTo>
                  <a:pt x="866775" y="1114425"/>
                </a:lnTo>
                <a:lnTo>
                  <a:pt x="866775" y="1095375"/>
                </a:lnTo>
                <a:lnTo>
                  <a:pt x="876300" y="1095375"/>
                </a:lnTo>
                <a:lnTo>
                  <a:pt x="876300" y="1076325"/>
                </a:lnTo>
                <a:lnTo>
                  <a:pt x="885825" y="1076325"/>
                </a:lnTo>
                <a:close/>
                <a:moveTo>
                  <a:pt x="1390650" y="1066800"/>
                </a:moveTo>
                <a:lnTo>
                  <a:pt x="1409700" y="1066800"/>
                </a:lnTo>
                <a:lnTo>
                  <a:pt x="1409700" y="1076325"/>
                </a:lnTo>
                <a:lnTo>
                  <a:pt x="1400175" y="1076325"/>
                </a:lnTo>
                <a:lnTo>
                  <a:pt x="1400175" y="1085850"/>
                </a:lnTo>
                <a:lnTo>
                  <a:pt x="1390650" y="1085850"/>
                </a:lnTo>
                <a:close/>
                <a:moveTo>
                  <a:pt x="1495425" y="1066800"/>
                </a:moveTo>
                <a:lnTo>
                  <a:pt x="1524000" y="1066800"/>
                </a:lnTo>
                <a:lnTo>
                  <a:pt x="1524000" y="1085850"/>
                </a:lnTo>
                <a:lnTo>
                  <a:pt x="1495425" y="1085850"/>
                </a:lnTo>
                <a:close/>
                <a:moveTo>
                  <a:pt x="1543050" y="1066800"/>
                </a:moveTo>
                <a:lnTo>
                  <a:pt x="1562100" y="1066800"/>
                </a:lnTo>
                <a:lnTo>
                  <a:pt x="1562100" y="1076325"/>
                </a:lnTo>
                <a:lnTo>
                  <a:pt x="1571625" y="1076325"/>
                </a:lnTo>
                <a:lnTo>
                  <a:pt x="1571625" y="1104900"/>
                </a:lnTo>
                <a:lnTo>
                  <a:pt x="1581150" y="1104900"/>
                </a:lnTo>
                <a:lnTo>
                  <a:pt x="1581150" y="1095375"/>
                </a:lnTo>
                <a:lnTo>
                  <a:pt x="1609725" y="1095375"/>
                </a:lnTo>
                <a:lnTo>
                  <a:pt x="1609725" y="1104900"/>
                </a:lnTo>
                <a:lnTo>
                  <a:pt x="1590675" y="1104900"/>
                </a:lnTo>
                <a:lnTo>
                  <a:pt x="1590675" y="1114425"/>
                </a:lnTo>
                <a:lnTo>
                  <a:pt x="1600200" y="1114425"/>
                </a:lnTo>
                <a:lnTo>
                  <a:pt x="1600200" y="1123950"/>
                </a:lnTo>
                <a:lnTo>
                  <a:pt x="1581150" y="1123950"/>
                </a:lnTo>
                <a:lnTo>
                  <a:pt x="1581150" y="1133475"/>
                </a:lnTo>
                <a:lnTo>
                  <a:pt x="1571625" y="1133475"/>
                </a:lnTo>
                <a:lnTo>
                  <a:pt x="1571625" y="1123950"/>
                </a:lnTo>
                <a:lnTo>
                  <a:pt x="1562100" y="1123950"/>
                </a:lnTo>
                <a:lnTo>
                  <a:pt x="1562100" y="1114425"/>
                </a:lnTo>
                <a:lnTo>
                  <a:pt x="1552575" y="1114425"/>
                </a:lnTo>
                <a:lnTo>
                  <a:pt x="1552575" y="1123950"/>
                </a:lnTo>
                <a:lnTo>
                  <a:pt x="1543050" y="1123950"/>
                </a:lnTo>
                <a:lnTo>
                  <a:pt x="1543050" y="1133475"/>
                </a:lnTo>
                <a:lnTo>
                  <a:pt x="1552575" y="1133475"/>
                </a:lnTo>
                <a:lnTo>
                  <a:pt x="1552575" y="1143000"/>
                </a:lnTo>
                <a:lnTo>
                  <a:pt x="1543050" y="1143000"/>
                </a:lnTo>
                <a:lnTo>
                  <a:pt x="1543050" y="1162050"/>
                </a:lnTo>
                <a:lnTo>
                  <a:pt x="1533525" y="1162050"/>
                </a:lnTo>
                <a:lnTo>
                  <a:pt x="1533525" y="1171575"/>
                </a:lnTo>
                <a:lnTo>
                  <a:pt x="1514475" y="1171575"/>
                </a:lnTo>
                <a:lnTo>
                  <a:pt x="1514475" y="1152525"/>
                </a:lnTo>
                <a:lnTo>
                  <a:pt x="1524000" y="1152525"/>
                </a:lnTo>
                <a:lnTo>
                  <a:pt x="1524000" y="1143000"/>
                </a:lnTo>
                <a:lnTo>
                  <a:pt x="1533525" y="1143000"/>
                </a:lnTo>
                <a:lnTo>
                  <a:pt x="1533525" y="1133475"/>
                </a:lnTo>
                <a:lnTo>
                  <a:pt x="1524000" y="1133475"/>
                </a:lnTo>
                <a:lnTo>
                  <a:pt x="1524000" y="1104900"/>
                </a:lnTo>
                <a:lnTo>
                  <a:pt x="1533525" y="1104900"/>
                </a:lnTo>
                <a:lnTo>
                  <a:pt x="1533525" y="1114425"/>
                </a:lnTo>
                <a:lnTo>
                  <a:pt x="1543050" y="1114425"/>
                </a:lnTo>
                <a:lnTo>
                  <a:pt x="1543050" y="1104900"/>
                </a:lnTo>
                <a:lnTo>
                  <a:pt x="1562100" y="1104900"/>
                </a:lnTo>
                <a:lnTo>
                  <a:pt x="1562100" y="1095375"/>
                </a:lnTo>
                <a:lnTo>
                  <a:pt x="1552575" y="1095375"/>
                </a:lnTo>
                <a:lnTo>
                  <a:pt x="1552575" y="1085850"/>
                </a:lnTo>
                <a:lnTo>
                  <a:pt x="1543050" y="1085850"/>
                </a:lnTo>
                <a:close/>
                <a:moveTo>
                  <a:pt x="1685925" y="1066800"/>
                </a:moveTo>
                <a:lnTo>
                  <a:pt x="1695450" y="1066800"/>
                </a:lnTo>
                <a:lnTo>
                  <a:pt x="1695450" y="1076325"/>
                </a:lnTo>
                <a:lnTo>
                  <a:pt x="1685925" y="1076325"/>
                </a:lnTo>
                <a:close/>
                <a:moveTo>
                  <a:pt x="57150" y="1076325"/>
                </a:moveTo>
                <a:lnTo>
                  <a:pt x="76200" y="1076325"/>
                </a:lnTo>
                <a:lnTo>
                  <a:pt x="76200" y="1095375"/>
                </a:lnTo>
                <a:lnTo>
                  <a:pt x="47625" y="1095375"/>
                </a:lnTo>
                <a:lnTo>
                  <a:pt x="47625" y="1085850"/>
                </a:lnTo>
                <a:lnTo>
                  <a:pt x="57150" y="1085850"/>
                </a:lnTo>
                <a:close/>
                <a:moveTo>
                  <a:pt x="847725" y="1076325"/>
                </a:moveTo>
                <a:lnTo>
                  <a:pt x="857250" y="1076325"/>
                </a:lnTo>
                <a:lnTo>
                  <a:pt x="857250" y="1085850"/>
                </a:lnTo>
                <a:lnTo>
                  <a:pt x="847725" y="1085850"/>
                </a:lnTo>
                <a:close/>
                <a:moveTo>
                  <a:pt x="1771650" y="1076325"/>
                </a:moveTo>
                <a:lnTo>
                  <a:pt x="1800225" y="1076325"/>
                </a:lnTo>
                <a:lnTo>
                  <a:pt x="1800225" y="1085850"/>
                </a:lnTo>
                <a:lnTo>
                  <a:pt x="1809750" y="1085850"/>
                </a:lnTo>
                <a:lnTo>
                  <a:pt x="1809750" y="1114425"/>
                </a:lnTo>
                <a:lnTo>
                  <a:pt x="1819275" y="1114425"/>
                </a:lnTo>
                <a:lnTo>
                  <a:pt x="1819275" y="1123950"/>
                </a:lnTo>
                <a:lnTo>
                  <a:pt x="1809750" y="1123950"/>
                </a:lnTo>
                <a:lnTo>
                  <a:pt x="1809750" y="1152525"/>
                </a:lnTo>
                <a:lnTo>
                  <a:pt x="1800225" y="1152525"/>
                </a:lnTo>
                <a:lnTo>
                  <a:pt x="1800225" y="1143000"/>
                </a:lnTo>
                <a:lnTo>
                  <a:pt x="1790700" y="1143000"/>
                </a:lnTo>
                <a:lnTo>
                  <a:pt x="1790700" y="1104900"/>
                </a:lnTo>
                <a:lnTo>
                  <a:pt x="1781175" y="1104900"/>
                </a:lnTo>
                <a:lnTo>
                  <a:pt x="1781175" y="1085850"/>
                </a:lnTo>
                <a:lnTo>
                  <a:pt x="1771650" y="1085850"/>
                </a:lnTo>
                <a:close/>
                <a:moveTo>
                  <a:pt x="714375" y="1085850"/>
                </a:moveTo>
                <a:lnTo>
                  <a:pt x="733425" y="1085850"/>
                </a:lnTo>
                <a:lnTo>
                  <a:pt x="733425" y="1095375"/>
                </a:lnTo>
                <a:lnTo>
                  <a:pt x="714375" y="1095375"/>
                </a:lnTo>
                <a:close/>
                <a:moveTo>
                  <a:pt x="485775" y="1095375"/>
                </a:moveTo>
                <a:lnTo>
                  <a:pt x="504825" y="1095375"/>
                </a:lnTo>
                <a:lnTo>
                  <a:pt x="504825" y="1114425"/>
                </a:lnTo>
                <a:lnTo>
                  <a:pt x="495300" y="1114425"/>
                </a:lnTo>
                <a:lnTo>
                  <a:pt x="495300" y="1123950"/>
                </a:lnTo>
                <a:lnTo>
                  <a:pt x="485775" y="1123950"/>
                </a:lnTo>
                <a:close/>
                <a:moveTo>
                  <a:pt x="1295400" y="1095375"/>
                </a:moveTo>
                <a:lnTo>
                  <a:pt x="1304925" y="1095375"/>
                </a:lnTo>
                <a:lnTo>
                  <a:pt x="1304925" y="1104900"/>
                </a:lnTo>
                <a:lnTo>
                  <a:pt x="1323975" y="1104900"/>
                </a:lnTo>
                <a:lnTo>
                  <a:pt x="1323975" y="1123950"/>
                </a:lnTo>
                <a:lnTo>
                  <a:pt x="1295400" y="1123950"/>
                </a:lnTo>
                <a:close/>
                <a:moveTo>
                  <a:pt x="1828800" y="1095375"/>
                </a:moveTo>
                <a:lnTo>
                  <a:pt x="1847850" y="1095375"/>
                </a:lnTo>
                <a:lnTo>
                  <a:pt x="1847850" y="1114425"/>
                </a:lnTo>
                <a:lnTo>
                  <a:pt x="1828800" y="1114425"/>
                </a:lnTo>
                <a:close/>
                <a:moveTo>
                  <a:pt x="38100" y="1104900"/>
                </a:moveTo>
                <a:lnTo>
                  <a:pt x="47625" y="1104900"/>
                </a:lnTo>
                <a:lnTo>
                  <a:pt x="47625" y="1143000"/>
                </a:lnTo>
                <a:lnTo>
                  <a:pt x="38100" y="1143000"/>
                </a:lnTo>
                <a:close/>
                <a:moveTo>
                  <a:pt x="57150" y="1104900"/>
                </a:moveTo>
                <a:lnTo>
                  <a:pt x="66675" y="1104900"/>
                </a:lnTo>
                <a:lnTo>
                  <a:pt x="66675" y="1114425"/>
                </a:lnTo>
                <a:lnTo>
                  <a:pt x="57150" y="1114425"/>
                </a:lnTo>
                <a:close/>
                <a:moveTo>
                  <a:pt x="1638300" y="1104900"/>
                </a:moveTo>
                <a:lnTo>
                  <a:pt x="1647825" y="1104900"/>
                </a:lnTo>
                <a:lnTo>
                  <a:pt x="1647825" y="1114425"/>
                </a:lnTo>
                <a:lnTo>
                  <a:pt x="1657350" y="1114425"/>
                </a:lnTo>
                <a:lnTo>
                  <a:pt x="1657350" y="1123950"/>
                </a:lnTo>
                <a:lnTo>
                  <a:pt x="1638300" y="1123950"/>
                </a:lnTo>
                <a:close/>
                <a:moveTo>
                  <a:pt x="419100" y="1114425"/>
                </a:moveTo>
                <a:lnTo>
                  <a:pt x="428625" y="1114425"/>
                </a:lnTo>
                <a:lnTo>
                  <a:pt x="428625" y="1123950"/>
                </a:lnTo>
                <a:lnTo>
                  <a:pt x="438150" y="1123950"/>
                </a:lnTo>
                <a:lnTo>
                  <a:pt x="438150" y="1143000"/>
                </a:lnTo>
                <a:lnTo>
                  <a:pt x="409575" y="1143000"/>
                </a:lnTo>
                <a:lnTo>
                  <a:pt x="409575" y="1123950"/>
                </a:lnTo>
                <a:lnTo>
                  <a:pt x="419100" y="1123950"/>
                </a:lnTo>
                <a:close/>
                <a:moveTo>
                  <a:pt x="1409700" y="1114425"/>
                </a:moveTo>
                <a:lnTo>
                  <a:pt x="1419225" y="1114425"/>
                </a:lnTo>
                <a:lnTo>
                  <a:pt x="1419225" y="1123950"/>
                </a:lnTo>
                <a:lnTo>
                  <a:pt x="1409700" y="1123950"/>
                </a:lnTo>
                <a:close/>
                <a:moveTo>
                  <a:pt x="1447800" y="1114425"/>
                </a:moveTo>
                <a:lnTo>
                  <a:pt x="1476375" y="1114425"/>
                </a:lnTo>
                <a:lnTo>
                  <a:pt x="1476375" y="1133475"/>
                </a:lnTo>
                <a:lnTo>
                  <a:pt x="1466850" y="1133475"/>
                </a:lnTo>
                <a:lnTo>
                  <a:pt x="1466850" y="1123950"/>
                </a:lnTo>
                <a:lnTo>
                  <a:pt x="1447800" y="1123950"/>
                </a:lnTo>
                <a:close/>
                <a:moveTo>
                  <a:pt x="1676400" y="1114425"/>
                </a:moveTo>
                <a:lnTo>
                  <a:pt x="1695450" y="1114425"/>
                </a:lnTo>
                <a:lnTo>
                  <a:pt x="1695450" y="1123950"/>
                </a:lnTo>
                <a:lnTo>
                  <a:pt x="1685925" y="1123950"/>
                </a:lnTo>
                <a:lnTo>
                  <a:pt x="1685925" y="1133475"/>
                </a:lnTo>
                <a:lnTo>
                  <a:pt x="1676400" y="1133475"/>
                </a:lnTo>
                <a:close/>
                <a:moveTo>
                  <a:pt x="1714500" y="1114425"/>
                </a:moveTo>
                <a:lnTo>
                  <a:pt x="1733550" y="1114425"/>
                </a:lnTo>
                <a:lnTo>
                  <a:pt x="1733550" y="1123950"/>
                </a:lnTo>
                <a:lnTo>
                  <a:pt x="1714500" y="1123950"/>
                </a:lnTo>
                <a:close/>
                <a:moveTo>
                  <a:pt x="476250" y="1133475"/>
                </a:moveTo>
                <a:lnTo>
                  <a:pt x="485775" y="1133475"/>
                </a:lnTo>
                <a:lnTo>
                  <a:pt x="485775" y="1171575"/>
                </a:lnTo>
                <a:lnTo>
                  <a:pt x="514350" y="1171575"/>
                </a:lnTo>
                <a:lnTo>
                  <a:pt x="514350" y="1190625"/>
                </a:lnTo>
                <a:lnTo>
                  <a:pt x="476250" y="1190625"/>
                </a:lnTo>
                <a:lnTo>
                  <a:pt x="476250" y="1162050"/>
                </a:lnTo>
                <a:lnTo>
                  <a:pt x="466725" y="1162050"/>
                </a:lnTo>
                <a:lnTo>
                  <a:pt x="466725" y="1143000"/>
                </a:lnTo>
                <a:lnTo>
                  <a:pt x="476250" y="1143000"/>
                </a:lnTo>
                <a:close/>
                <a:moveTo>
                  <a:pt x="1619250" y="1133475"/>
                </a:moveTo>
                <a:lnTo>
                  <a:pt x="1628775" y="1133475"/>
                </a:lnTo>
                <a:lnTo>
                  <a:pt x="1628775" y="1162050"/>
                </a:lnTo>
                <a:lnTo>
                  <a:pt x="1609725" y="1162050"/>
                </a:lnTo>
                <a:lnTo>
                  <a:pt x="1609725" y="1181100"/>
                </a:lnTo>
                <a:lnTo>
                  <a:pt x="1600200" y="1181100"/>
                </a:lnTo>
                <a:lnTo>
                  <a:pt x="1600200" y="1152525"/>
                </a:lnTo>
                <a:lnTo>
                  <a:pt x="1609725" y="1152525"/>
                </a:lnTo>
                <a:lnTo>
                  <a:pt x="1609725" y="1143000"/>
                </a:lnTo>
                <a:lnTo>
                  <a:pt x="1619250" y="1143000"/>
                </a:lnTo>
                <a:close/>
                <a:moveTo>
                  <a:pt x="942975" y="1143000"/>
                </a:moveTo>
                <a:lnTo>
                  <a:pt x="962025" y="1143000"/>
                </a:lnTo>
                <a:lnTo>
                  <a:pt x="962025" y="1162050"/>
                </a:lnTo>
                <a:lnTo>
                  <a:pt x="971550" y="1162050"/>
                </a:lnTo>
                <a:lnTo>
                  <a:pt x="971550" y="1152525"/>
                </a:lnTo>
                <a:lnTo>
                  <a:pt x="1000125" y="1152525"/>
                </a:lnTo>
                <a:lnTo>
                  <a:pt x="1000125" y="1200150"/>
                </a:lnTo>
                <a:lnTo>
                  <a:pt x="1019175" y="1200150"/>
                </a:lnTo>
                <a:lnTo>
                  <a:pt x="1019175" y="1219200"/>
                </a:lnTo>
                <a:lnTo>
                  <a:pt x="1028700" y="1219200"/>
                </a:lnTo>
                <a:lnTo>
                  <a:pt x="1028700" y="1190625"/>
                </a:lnTo>
                <a:lnTo>
                  <a:pt x="1019175" y="1190625"/>
                </a:lnTo>
                <a:lnTo>
                  <a:pt x="1019175" y="1181100"/>
                </a:lnTo>
                <a:lnTo>
                  <a:pt x="1047750" y="1181100"/>
                </a:lnTo>
                <a:lnTo>
                  <a:pt x="1047750" y="1200150"/>
                </a:lnTo>
                <a:lnTo>
                  <a:pt x="1038225" y="1200150"/>
                </a:lnTo>
                <a:lnTo>
                  <a:pt x="1038225" y="1209675"/>
                </a:lnTo>
                <a:lnTo>
                  <a:pt x="1057275" y="1209675"/>
                </a:lnTo>
                <a:lnTo>
                  <a:pt x="1057275" y="1219200"/>
                </a:lnTo>
                <a:lnTo>
                  <a:pt x="1066800" y="1219200"/>
                </a:lnTo>
                <a:lnTo>
                  <a:pt x="1066800" y="1238250"/>
                </a:lnTo>
                <a:lnTo>
                  <a:pt x="1047750" y="1238250"/>
                </a:lnTo>
                <a:lnTo>
                  <a:pt x="1047750" y="1228725"/>
                </a:lnTo>
                <a:lnTo>
                  <a:pt x="1038225" y="1228725"/>
                </a:lnTo>
                <a:lnTo>
                  <a:pt x="1038225" y="1238250"/>
                </a:lnTo>
                <a:lnTo>
                  <a:pt x="1028700" y="1238250"/>
                </a:lnTo>
                <a:lnTo>
                  <a:pt x="1028700" y="1228725"/>
                </a:lnTo>
                <a:lnTo>
                  <a:pt x="1019175" y="1228725"/>
                </a:lnTo>
                <a:lnTo>
                  <a:pt x="1019175" y="1247775"/>
                </a:lnTo>
                <a:lnTo>
                  <a:pt x="1009650" y="1247775"/>
                </a:lnTo>
                <a:lnTo>
                  <a:pt x="1009650" y="1228725"/>
                </a:lnTo>
                <a:lnTo>
                  <a:pt x="1000125" y="1228725"/>
                </a:lnTo>
                <a:lnTo>
                  <a:pt x="1000125" y="1238250"/>
                </a:lnTo>
                <a:lnTo>
                  <a:pt x="990600" y="1238250"/>
                </a:lnTo>
                <a:lnTo>
                  <a:pt x="990600" y="1209675"/>
                </a:lnTo>
                <a:lnTo>
                  <a:pt x="971550" y="1209675"/>
                </a:lnTo>
                <a:lnTo>
                  <a:pt x="971550" y="1190625"/>
                </a:lnTo>
                <a:lnTo>
                  <a:pt x="962025" y="1190625"/>
                </a:lnTo>
                <a:lnTo>
                  <a:pt x="962025" y="1209675"/>
                </a:lnTo>
                <a:lnTo>
                  <a:pt x="952500" y="1209675"/>
                </a:lnTo>
                <a:lnTo>
                  <a:pt x="952500" y="1171575"/>
                </a:lnTo>
                <a:lnTo>
                  <a:pt x="942975" y="1171575"/>
                </a:lnTo>
                <a:close/>
                <a:moveTo>
                  <a:pt x="1819275" y="1143000"/>
                </a:moveTo>
                <a:lnTo>
                  <a:pt x="1838325" y="1143000"/>
                </a:lnTo>
                <a:lnTo>
                  <a:pt x="1838325" y="1152525"/>
                </a:lnTo>
                <a:lnTo>
                  <a:pt x="1847850" y="1152525"/>
                </a:lnTo>
                <a:lnTo>
                  <a:pt x="1847850" y="1162050"/>
                </a:lnTo>
                <a:lnTo>
                  <a:pt x="1838325" y="1162050"/>
                </a:lnTo>
                <a:lnTo>
                  <a:pt x="1838325" y="1171575"/>
                </a:lnTo>
                <a:lnTo>
                  <a:pt x="1828800" y="1171575"/>
                </a:lnTo>
                <a:lnTo>
                  <a:pt x="1828800" y="1181100"/>
                </a:lnTo>
                <a:lnTo>
                  <a:pt x="1809750" y="1181100"/>
                </a:lnTo>
                <a:lnTo>
                  <a:pt x="1809750" y="1190625"/>
                </a:lnTo>
                <a:lnTo>
                  <a:pt x="1800225" y="1190625"/>
                </a:lnTo>
                <a:lnTo>
                  <a:pt x="1800225" y="1200150"/>
                </a:lnTo>
                <a:lnTo>
                  <a:pt x="1790700" y="1200150"/>
                </a:lnTo>
                <a:lnTo>
                  <a:pt x="1790700" y="1181100"/>
                </a:lnTo>
                <a:lnTo>
                  <a:pt x="1800225" y="1181100"/>
                </a:lnTo>
                <a:lnTo>
                  <a:pt x="1800225" y="1162050"/>
                </a:lnTo>
                <a:lnTo>
                  <a:pt x="1809750" y="1162050"/>
                </a:lnTo>
                <a:lnTo>
                  <a:pt x="1809750" y="1152525"/>
                </a:lnTo>
                <a:lnTo>
                  <a:pt x="1819275" y="1152525"/>
                </a:lnTo>
                <a:close/>
                <a:moveTo>
                  <a:pt x="28575" y="1152525"/>
                </a:moveTo>
                <a:lnTo>
                  <a:pt x="47625" y="1152525"/>
                </a:lnTo>
                <a:lnTo>
                  <a:pt x="47625" y="1181100"/>
                </a:lnTo>
                <a:lnTo>
                  <a:pt x="38100" y="1181100"/>
                </a:lnTo>
                <a:lnTo>
                  <a:pt x="38100" y="1162050"/>
                </a:lnTo>
                <a:lnTo>
                  <a:pt x="28575" y="1162050"/>
                </a:lnTo>
                <a:close/>
                <a:moveTo>
                  <a:pt x="876300" y="1152525"/>
                </a:moveTo>
                <a:lnTo>
                  <a:pt x="885825" y="1152525"/>
                </a:lnTo>
                <a:lnTo>
                  <a:pt x="885825" y="1162050"/>
                </a:lnTo>
                <a:lnTo>
                  <a:pt x="895350" y="1162050"/>
                </a:lnTo>
                <a:lnTo>
                  <a:pt x="895350" y="1152525"/>
                </a:lnTo>
                <a:lnTo>
                  <a:pt x="904875" y="1152525"/>
                </a:lnTo>
                <a:lnTo>
                  <a:pt x="904875" y="1162050"/>
                </a:lnTo>
                <a:lnTo>
                  <a:pt x="923925" y="1162050"/>
                </a:lnTo>
                <a:lnTo>
                  <a:pt x="923925" y="1171575"/>
                </a:lnTo>
                <a:lnTo>
                  <a:pt x="914400" y="1171575"/>
                </a:lnTo>
                <a:lnTo>
                  <a:pt x="914400" y="1181100"/>
                </a:lnTo>
                <a:lnTo>
                  <a:pt x="904875" y="1181100"/>
                </a:lnTo>
                <a:lnTo>
                  <a:pt x="904875" y="1190625"/>
                </a:lnTo>
                <a:lnTo>
                  <a:pt x="895350" y="1190625"/>
                </a:lnTo>
                <a:lnTo>
                  <a:pt x="895350" y="1209675"/>
                </a:lnTo>
                <a:lnTo>
                  <a:pt x="885825" y="1209675"/>
                </a:lnTo>
                <a:lnTo>
                  <a:pt x="885825" y="1228725"/>
                </a:lnTo>
                <a:lnTo>
                  <a:pt x="876300" y="1228725"/>
                </a:lnTo>
                <a:lnTo>
                  <a:pt x="876300" y="1219200"/>
                </a:lnTo>
                <a:lnTo>
                  <a:pt x="866775" y="1219200"/>
                </a:lnTo>
                <a:lnTo>
                  <a:pt x="866775" y="1200150"/>
                </a:lnTo>
                <a:lnTo>
                  <a:pt x="876300" y="1200150"/>
                </a:lnTo>
                <a:close/>
                <a:moveTo>
                  <a:pt x="1552575" y="1152525"/>
                </a:moveTo>
                <a:lnTo>
                  <a:pt x="1581150" y="1152525"/>
                </a:lnTo>
                <a:lnTo>
                  <a:pt x="1581150" y="1162050"/>
                </a:lnTo>
                <a:lnTo>
                  <a:pt x="1590675" y="1162050"/>
                </a:lnTo>
                <a:lnTo>
                  <a:pt x="1590675" y="1181100"/>
                </a:lnTo>
                <a:lnTo>
                  <a:pt x="1581150" y="1181100"/>
                </a:lnTo>
                <a:lnTo>
                  <a:pt x="1581150" y="1209675"/>
                </a:lnTo>
                <a:lnTo>
                  <a:pt x="1571625" y="1209675"/>
                </a:lnTo>
                <a:lnTo>
                  <a:pt x="1571625" y="1219200"/>
                </a:lnTo>
                <a:lnTo>
                  <a:pt x="1562100" y="1219200"/>
                </a:lnTo>
                <a:lnTo>
                  <a:pt x="1562100" y="1228725"/>
                </a:lnTo>
                <a:lnTo>
                  <a:pt x="1571625" y="1228725"/>
                </a:lnTo>
                <a:lnTo>
                  <a:pt x="1571625" y="1257300"/>
                </a:lnTo>
                <a:lnTo>
                  <a:pt x="1581150" y="1257300"/>
                </a:lnTo>
                <a:lnTo>
                  <a:pt x="1581150" y="1285875"/>
                </a:lnTo>
                <a:lnTo>
                  <a:pt x="1562100" y="1285875"/>
                </a:lnTo>
                <a:lnTo>
                  <a:pt x="1562100" y="1238250"/>
                </a:lnTo>
                <a:lnTo>
                  <a:pt x="1552575" y="1238250"/>
                </a:lnTo>
                <a:lnTo>
                  <a:pt x="1552575" y="1219200"/>
                </a:lnTo>
                <a:lnTo>
                  <a:pt x="1533525" y="1219200"/>
                </a:lnTo>
                <a:lnTo>
                  <a:pt x="1533525" y="1209675"/>
                </a:lnTo>
                <a:lnTo>
                  <a:pt x="1524000" y="1209675"/>
                </a:lnTo>
                <a:lnTo>
                  <a:pt x="1524000" y="1238250"/>
                </a:lnTo>
                <a:lnTo>
                  <a:pt x="1533525" y="1238250"/>
                </a:lnTo>
                <a:lnTo>
                  <a:pt x="1533525" y="1247775"/>
                </a:lnTo>
                <a:lnTo>
                  <a:pt x="1543050" y="1247775"/>
                </a:lnTo>
                <a:lnTo>
                  <a:pt x="1543050" y="1266825"/>
                </a:lnTo>
                <a:lnTo>
                  <a:pt x="1533525" y="1266825"/>
                </a:lnTo>
                <a:lnTo>
                  <a:pt x="1533525" y="1276350"/>
                </a:lnTo>
                <a:lnTo>
                  <a:pt x="1504950" y="1276350"/>
                </a:lnTo>
                <a:lnTo>
                  <a:pt x="1504950" y="1247775"/>
                </a:lnTo>
                <a:lnTo>
                  <a:pt x="1495425" y="1247775"/>
                </a:lnTo>
                <a:lnTo>
                  <a:pt x="1495425" y="1257300"/>
                </a:lnTo>
                <a:lnTo>
                  <a:pt x="1485900" y="1257300"/>
                </a:lnTo>
                <a:lnTo>
                  <a:pt x="1485900" y="1247775"/>
                </a:lnTo>
                <a:lnTo>
                  <a:pt x="1476375" y="1247775"/>
                </a:lnTo>
                <a:lnTo>
                  <a:pt x="1476375" y="1257300"/>
                </a:lnTo>
                <a:lnTo>
                  <a:pt x="1466850" y="1257300"/>
                </a:lnTo>
                <a:lnTo>
                  <a:pt x="1466850" y="1285875"/>
                </a:lnTo>
                <a:lnTo>
                  <a:pt x="1438275" y="1285875"/>
                </a:lnTo>
                <a:lnTo>
                  <a:pt x="1438275" y="1257300"/>
                </a:lnTo>
                <a:lnTo>
                  <a:pt x="1447800" y="1257300"/>
                </a:lnTo>
                <a:lnTo>
                  <a:pt x="1447800" y="1228725"/>
                </a:lnTo>
                <a:lnTo>
                  <a:pt x="1485900" y="1228725"/>
                </a:lnTo>
                <a:lnTo>
                  <a:pt x="1485900" y="1219200"/>
                </a:lnTo>
                <a:lnTo>
                  <a:pt x="1476375" y="1219200"/>
                </a:lnTo>
                <a:lnTo>
                  <a:pt x="1476375" y="1200150"/>
                </a:lnTo>
                <a:lnTo>
                  <a:pt x="1466850" y="1200150"/>
                </a:lnTo>
                <a:lnTo>
                  <a:pt x="1466850" y="1190625"/>
                </a:lnTo>
                <a:lnTo>
                  <a:pt x="1447800" y="1190625"/>
                </a:lnTo>
                <a:lnTo>
                  <a:pt x="1447800" y="1181100"/>
                </a:lnTo>
                <a:lnTo>
                  <a:pt x="1466850" y="1181100"/>
                </a:lnTo>
                <a:lnTo>
                  <a:pt x="1466850" y="1190625"/>
                </a:lnTo>
                <a:lnTo>
                  <a:pt x="1476375" y="1190625"/>
                </a:lnTo>
                <a:lnTo>
                  <a:pt x="1476375" y="1200150"/>
                </a:lnTo>
                <a:lnTo>
                  <a:pt x="1485900" y="1200150"/>
                </a:lnTo>
                <a:lnTo>
                  <a:pt x="1485900" y="1190625"/>
                </a:lnTo>
                <a:lnTo>
                  <a:pt x="1514475" y="1190625"/>
                </a:lnTo>
                <a:lnTo>
                  <a:pt x="1514475" y="1200150"/>
                </a:lnTo>
                <a:lnTo>
                  <a:pt x="1543050" y="1200150"/>
                </a:lnTo>
                <a:lnTo>
                  <a:pt x="1543050" y="1209675"/>
                </a:lnTo>
                <a:lnTo>
                  <a:pt x="1562100" y="1209675"/>
                </a:lnTo>
                <a:lnTo>
                  <a:pt x="1562100" y="1190625"/>
                </a:lnTo>
                <a:lnTo>
                  <a:pt x="1552575" y="1190625"/>
                </a:lnTo>
                <a:close/>
                <a:moveTo>
                  <a:pt x="1676400" y="1152525"/>
                </a:moveTo>
                <a:lnTo>
                  <a:pt x="1685925" y="1152525"/>
                </a:lnTo>
                <a:lnTo>
                  <a:pt x="1685925" y="1162050"/>
                </a:lnTo>
                <a:lnTo>
                  <a:pt x="1676400" y="1162050"/>
                </a:lnTo>
                <a:close/>
                <a:moveTo>
                  <a:pt x="171450" y="1162050"/>
                </a:moveTo>
                <a:lnTo>
                  <a:pt x="180975" y="1162050"/>
                </a:lnTo>
                <a:lnTo>
                  <a:pt x="180975" y="1171575"/>
                </a:lnTo>
                <a:lnTo>
                  <a:pt x="171450" y="1171575"/>
                </a:lnTo>
                <a:close/>
                <a:moveTo>
                  <a:pt x="219075" y="1162050"/>
                </a:moveTo>
                <a:lnTo>
                  <a:pt x="257175" y="1162050"/>
                </a:lnTo>
                <a:lnTo>
                  <a:pt x="257175" y="1171575"/>
                </a:lnTo>
                <a:lnTo>
                  <a:pt x="219075" y="1171575"/>
                </a:lnTo>
                <a:close/>
                <a:moveTo>
                  <a:pt x="1209675" y="1162050"/>
                </a:moveTo>
                <a:lnTo>
                  <a:pt x="1219200" y="1162050"/>
                </a:lnTo>
                <a:lnTo>
                  <a:pt x="1219200" y="1181100"/>
                </a:lnTo>
                <a:lnTo>
                  <a:pt x="1209675" y="1181100"/>
                </a:lnTo>
                <a:close/>
                <a:moveTo>
                  <a:pt x="1409700" y="1162050"/>
                </a:moveTo>
                <a:lnTo>
                  <a:pt x="1428750" y="1162050"/>
                </a:lnTo>
                <a:lnTo>
                  <a:pt x="1428750" y="1190625"/>
                </a:lnTo>
                <a:lnTo>
                  <a:pt x="1438275" y="1190625"/>
                </a:lnTo>
                <a:lnTo>
                  <a:pt x="1438275" y="1219200"/>
                </a:lnTo>
                <a:lnTo>
                  <a:pt x="1409700" y="1219200"/>
                </a:lnTo>
                <a:lnTo>
                  <a:pt x="1409700" y="1190625"/>
                </a:lnTo>
                <a:lnTo>
                  <a:pt x="1400175" y="1190625"/>
                </a:lnTo>
                <a:lnTo>
                  <a:pt x="1400175" y="1171575"/>
                </a:lnTo>
                <a:lnTo>
                  <a:pt x="1409700" y="1171575"/>
                </a:lnTo>
                <a:close/>
                <a:moveTo>
                  <a:pt x="1466850" y="1162050"/>
                </a:moveTo>
                <a:lnTo>
                  <a:pt x="1476375" y="1162050"/>
                </a:lnTo>
                <a:lnTo>
                  <a:pt x="1476375" y="1171575"/>
                </a:lnTo>
                <a:lnTo>
                  <a:pt x="1466850" y="1171575"/>
                </a:lnTo>
                <a:close/>
                <a:moveTo>
                  <a:pt x="1190625" y="1171575"/>
                </a:moveTo>
                <a:lnTo>
                  <a:pt x="1200150" y="1171575"/>
                </a:lnTo>
                <a:lnTo>
                  <a:pt x="1200150" y="1190625"/>
                </a:lnTo>
                <a:lnTo>
                  <a:pt x="1209675" y="1190625"/>
                </a:lnTo>
                <a:lnTo>
                  <a:pt x="1209675" y="1200150"/>
                </a:lnTo>
                <a:lnTo>
                  <a:pt x="1190625" y="1200150"/>
                </a:lnTo>
                <a:close/>
                <a:moveTo>
                  <a:pt x="1228725" y="1171575"/>
                </a:moveTo>
                <a:lnTo>
                  <a:pt x="1238250" y="1171575"/>
                </a:lnTo>
                <a:lnTo>
                  <a:pt x="1238250" y="1181100"/>
                </a:lnTo>
                <a:lnTo>
                  <a:pt x="1247775" y="1181100"/>
                </a:lnTo>
                <a:lnTo>
                  <a:pt x="1247775" y="1190625"/>
                </a:lnTo>
                <a:lnTo>
                  <a:pt x="1228725" y="1190625"/>
                </a:lnTo>
                <a:close/>
                <a:moveTo>
                  <a:pt x="1295400" y="1171575"/>
                </a:moveTo>
                <a:lnTo>
                  <a:pt x="1304925" y="1171575"/>
                </a:lnTo>
                <a:lnTo>
                  <a:pt x="1304925" y="1181100"/>
                </a:lnTo>
                <a:lnTo>
                  <a:pt x="1295400" y="1181100"/>
                </a:lnTo>
                <a:close/>
                <a:moveTo>
                  <a:pt x="933450" y="1181100"/>
                </a:moveTo>
                <a:lnTo>
                  <a:pt x="942975" y="1181100"/>
                </a:lnTo>
                <a:lnTo>
                  <a:pt x="942975" y="1200150"/>
                </a:lnTo>
                <a:lnTo>
                  <a:pt x="933450" y="1200150"/>
                </a:lnTo>
                <a:close/>
                <a:moveTo>
                  <a:pt x="962025" y="1181100"/>
                </a:moveTo>
                <a:lnTo>
                  <a:pt x="971550" y="1181100"/>
                </a:lnTo>
                <a:lnTo>
                  <a:pt x="971550" y="1171575"/>
                </a:lnTo>
                <a:lnTo>
                  <a:pt x="962025" y="1171575"/>
                </a:lnTo>
                <a:close/>
                <a:moveTo>
                  <a:pt x="47625" y="1190625"/>
                </a:moveTo>
                <a:lnTo>
                  <a:pt x="57150" y="1190625"/>
                </a:lnTo>
                <a:lnTo>
                  <a:pt x="57150" y="1200150"/>
                </a:lnTo>
                <a:lnTo>
                  <a:pt x="66675" y="1200150"/>
                </a:lnTo>
                <a:lnTo>
                  <a:pt x="66675" y="1190625"/>
                </a:lnTo>
                <a:lnTo>
                  <a:pt x="76200" y="1190625"/>
                </a:lnTo>
                <a:lnTo>
                  <a:pt x="76200" y="1219200"/>
                </a:lnTo>
                <a:lnTo>
                  <a:pt x="57150" y="1219200"/>
                </a:lnTo>
                <a:lnTo>
                  <a:pt x="57150" y="1247775"/>
                </a:lnTo>
                <a:lnTo>
                  <a:pt x="47625" y="1247775"/>
                </a:lnTo>
                <a:close/>
                <a:moveTo>
                  <a:pt x="619125" y="1190625"/>
                </a:moveTo>
                <a:lnTo>
                  <a:pt x="628650" y="1190625"/>
                </a:lnTo>
                <a:lnTo>
                  <a:pt x="628650" y="1200150"/>
                </a:lnTo>
                <a:lnTo>
                  <a:pt x="619125" y="1200150"/>
                </a:lnTo>
                <a:close/>
                <a:moveTo>
                  <a:pt x="714375" y="1190625"/>
                </a:moveTo>
                <a:lnTo>
                  <a:pt x="723900" y="1190625"/>
                </a:lnTo>
                <a:lnTo>
                  <a:pt x="723900" y="1200150"/>
                </a:lnTo>
                <a:lnTo>
                  <a:pt x="714375" y="1200150"/>
                </a:lnTo>
                <a:close/>
                <a:moveTo>
                  <a:pt x="819150" y="1190625"/>
                </a:moveTo>
                <a:lnTo>
                  <a:pt x="828675" y="1190625"/>
                </a:lnTo>
                <a:lnTo>
                  <a:pt x="828675" y="1200150"/>
                </a:lnTo>
                <a:lnTo>
                  <a:pt x="819150" y="1200150"/>
                </a:lnTo>
                <a:close/>
                <a:moveTo>
                  <a:pt x="1314450" y="1190625"/>
                </a:moveTo>
                <a:lnTo>
                  <a:pt x="1323975" y="1190625"/>
                </a:lnTo>
                <a:lnTo>
                  <a:pt x="1323975" y="1200150"/>
                </a:lnTo>
                <a:lnTo>
                  <a:pt x="1371600" y="1200150"/>
                </a:lnTo>
                <a:lnTo>
                  <a:pt x="1371600" y="1209675"/>
                </a:lnTo>
                <a:lnTo>
                  <a:pt x="1381125" y="1209675"/>
                </a:lnTo>
                <a:lnTo>
                  <a:pt x="1381125" y="1219200"/>
                </a:lnTo>
                <a:lnTo>
                  <a:pt x="1390650" y="1219200"/>
                </a:lnTo>
                <a:lnTo>
                  <a:pt x="1390650" y="1238250"/>
                </a:lnTo>
                <a:lnTo>
                  <a:pt x="1333500" y="1238250"/>
                </a:lnTo>
                <a:lnTo>
                  <a:pt x="1333500" y="1219200"/>
                </a:lnTo>
                <a:lnTo>
                  <a:pt x="1314450" y="1219200"/>
                </a:lnTo>
                <a:lnTo>
                  <a:pt x="1314450" y="1228725"/>
                </a:lnTo>
                <a:lnTo>
                  <a:pt x="1304925" y="1228725"/>
                </a:lnTo>
                <a:lnTo>
                  <a:pt x="1304925" y="1200150"/>
                </a:lnTo>
                <a:lnTo>
                  <a:pt x="1314450" y="1200150"/>
                </a:lnTo>
                <a:close/>
                <a:moveTo>
                  <a:pt x="561975" y="1200150"/>
                </a:moveTo>
                <a:lnTo>
                  <a:pt x="571500" y="1200150"/>
                </a:lnTo>
                <a:lnTo>
                  <a:pt x="571500" y="1209675"/>
                </a:lnTo>
                <a:lnTo>
                  <a:pt x="561975" y="1209675"/>
                </a:lnTo>
                <a:close/>
                <a:moveTo>
                  <a:pt x="600075" y="1200150"/>
                </a:moveTo>
                <a:lnTo>
                  <a:pt x="609600" y="1200150"/>
                </a:lnTo>
                <a:lnTo>
                  <a:pt x="609600" y="1209675"/>
                </a:lnTo>
                <a:lnTo>
                  <a:pt x="600075" y="1209675"/>
                </a:lnTo>
                <a:close/>
                <a:moveTo>
                  <a:pt x="800100" y="1200150"/>
                </a:moveTo>
                <a:lnTo>
                  <a:pt x="819150" y="1200150"/>
                </a:lnTo>
                <a:lnTo>
                  <a:pt x="819150" y="1209675"/>
                </a:lnTo>
                <a:lnTo>
                  <a:pt x="800100" y="1209675"/>
                </a:lnTo>
                <a:close/>
                <a:moveTo>
                  <a:pt x="1828800" y="1200150"/>
                </a:moveTo>
                <a:lnTo>
                  <a:pt x="1838325" y="1200150"/>
                </a:lnTo>
                <a:lnTo>
                  <a:pt x="1838325" y="1209675"/>
                </a:lnTo>
                <a:lnTo>
                  <a:pt x="1857375" y="1209675"/>
                </a:lnTo>
                <a:lnTo>
                  <a:pt x="1857375" y="1219200"/>
                </a:lnTo>
                <a:lnTo>
                  <a:pt x="1828800" y="1219200"/>
                </a:lnTo>
                <a:close/>
                <a:moveTo>
                  <a:pt x="114300" y="1209675"/>
                </a:moveTo>
                <a:lnTo>
                  <a:pt x="123825" y="1209675"/>
                </a:lnTo>
                <a:lnTo>
                  <a:pt x="123825" y="1228725"/>
                </a:lnTo>
                <a:lnTo>
                  <a:pt x="114300" y="1228725"/>
                </a:lnTo>
                <a:close/>
                <a:moveTo>
                  <a:pt x="895350" y="1209675"/>
                </a:moveTo>
                <a:lnTo>
                  <a:pt x="914400" y="1209675"/>
                </a:lnTo>
                <a:lnTo>
                  <a:pt x="914400" y="1219200"/>
                </a:lnTo>
                <a:lnTo>
                  <a:pt x="923925" y="1219200"/>
                </a:lnTo>
                <a:lnTo>
                  <a:pt x="923925" y="1228725"/>
                </a:lnTo>
                <a:lnTo>
                  <a:pt x="914400" y="1228725"/>
                </a:lnTo>
                <a:lnTo>
                  <a:pt x="914400" y="1247775"/>
                </a:lnTo>
                <a:lnTo>
                  <a:pt x="923925" y="1247775"/>
                </a:lnTo>
                <a:lnTo>
                  <a:pt x="923925" y="1266825"/>
                </a:lnTo>
                <a:lnTo>
                  <a:pt x="904875" y="1266825"/>
                </a:lnTo>
                <a:lnTo>
                  <a:pt x="904875" y="1276350"/>
                </a:lnTo>
                <a:lnTo>
                  <a:pt x="895350" y="1276350"/>
                </a:lnTo>
                <a:lnTo>
                  <a:pt x="895350" y="1257300"/>
                </a:lnTo>
                <a:lnTo>
                  <a:pt x="885825" y="1257300"/>
                </a:lnTo>
                <a:lnTo>
                  <a:pt x="885825" y="1247775"/>
                </a:lnTo>
                <a:lnTo>
                  <a:pt x="876300" y="1247775"/>
                </a:lnTo>
                <a:lnTo>
                  <a:pt x="876300" y="1238250"/>
                </a:lnTo>
                <a:lnTo>
                  <a:pt x="885825" y="1238250"/>
                </a:lnTo>
                <a:lnTo>
                  <a:pt x="885825" y="1247775"/>
                </a:lnTo>
                <a:lnTo>
                  <a:pt x="895350" y="1247775"/>
                </a:lnTo>
                <a:lnTo>
                  <a:pt x="895350" y="1238250"/>
                </a:lnTo>
                <a:lnTo>
                  <a:pt x="904875" y="1238250"/>
                </a:lnTo>
                <a:lnTo>
                  <a:pt x="904875" y="1228725"/>
                </a:lnTo>
                <a:lnTo>
                  <a:pt x="895350" y="1228725"/>
                </a:lnTo>
                <a:close/>
                <a:moveTo>
                  <a:pt x="95250" y="1219200"/>
                </a:moveTo>
                <a:lnTo>
                  <a:pt x="104775" y="1219200"/>
                </a:lnTo>
                <a:lnTo>
                  <a:pt x="104775" y="1238250"/>
                </a:lnTo>
                <a:lnTo>
                  <a:pt x="95250" y="1238250"/>
                </a:lnTo>
                <a:lnTo>
                  <a:pt x="95250" y="1247775"/>
                </a:lnTo>
                <a:lnTo>
                  <a:pt x="76200" y="1247775"/>
                </a:lnTo>
                <a:lnTo>
                  <a:pt x="76200" y="1228725"/>
                </a:lnTo>
                <a:lnTo>
                  <a:pt x="95250" y="1228725"/>
                </a:lnTo>
                <a:close/>
                <a:moveTo>
                  <a:pt x="1800225" y="1219200"/>
                </a:moveTo>
                <a:lnTo>
                  <a:pt x="1809750" y="1219200"/>
                </a:lnTo>
                <a:lnTo>
                  <a:pt x="1809750" y="1228725"/>
                </a:lnTo>
                <a:lnTo>
                  <a:pt x="1819275" y="1228725"/>
                </a:lnTo>
                <a:lnTo>
                  <a:pt x="1819275" y="1238250"/>
                </a:lnTo>
                <a:lnTo>
                  <a:pt x="1800225" y="1238250"/>
                </a:lnTo>
                <a:lnTo>
                  <a:pt x="1800225" y="1257300"/>
                </a:lnTo>
                <a:lnTo>
                  <a:pt x="1809750" y="1257300"/>
                </a:lnTo>
                <a:lnTo>
                  <a:pt x="1809750" y="1247775"/>
                </a:lnTo>
                <a:lnTo>
                  <a:pt x="1819275" y="1247775"/>
                </a:lnTo>
                <a:lnTo>
                  <a:pt x="1819275" y="1257300"/>
                </a:lnTo>
                <a:lnTo>
                  <a:pt x="1828800" y="1257300"/>
                </a:lnTo>
                <a:lnTo>
                  <a:pt x="1828800" y="1266825"/>
                </a:lnTo>
                <a:lnTo>
                  <a:pt x="1819275" y="1266825"/>
                </a:lnTo>
                <a:lnTo>
                  <a:pt x="1819275" y="1285875"/>
                </a:lnTo>
                <a:lnTo>
                  <a:pt x="1828800" y="1285875"/>
                </a:lnTo>
                <a:lnTo>
                  <a:pt x="1828800" y="1295400"/>
                </a:lnTo>
                <a:lnTo>
                  <a:pt x="1800225" y="1295400"/>
                </a:lnTo>
                <a:lnTo>
                  <a:pt x="1800225" y="1304925"/>
                </a:lnTo>
                <a:lnTo>
                  <a:pt x="1790700" y="1304925"/>
                </a:lnTo>
                <a:lnTo>
                  <a:pt x="1790700" y="1228725"/>
                </a:lnTo>
                <a:lnTo>
                  <a:pt x="1800225" y="1228725"/>
                </a:lnTo>
                <a:close/>
                <a:moveTo>
                  <a:pt x="971550" y="1228725"/>
                </a:moveTo>
                <a:lnTo>
                  <a:pt x="981075" y="1228725"/>
                </a:lnTo>
                <a:lnTo>
                  <a:pt x="981075" y="1238250"/>
                </a:lnTo>
                <a:lnTo>
                  <a:pt x="971550" y="1238250"/>
                </a:lnTo>
                <a:close/>
                <a:moveTo>
                  <a:pt x="1266825" y="1238250"/>
                </a:moveTo>
                <a:lnTo>
                  <a:pt x="1304925" y="1238250"/>
                </a:lnTo>
                <a:lnTo>
                  <a:pt x="1304925" y="1247775"/>
                </a:lnTo>
                <a:lnTo>
                  <a:pt x="1295400" y="1247775"/>
                </a:lnTo>
                <a:lnTo>
                  <a:pt x="1295400" y="1257300"/>
                </a:lnTo>
                <a:lnTo>
                  <a:pt x="1276350" y="1257300"/>
                </a:lnTo>
                <a:lnTo>
                  <a:pt x="1276350" y="1247775"/>
                </a:lnTo>
                <a:lnTo>
                  <a:pt x="1266825" y="1247775"/>
                </a:lnTo>
                <a:close/>
                <a:moveTo>
                  <a:pt x="1409700" y="1238250"/>
                </a:moveTo>
                <a:lnTo>
                  <a:pt x="1419225" y="1238250"/>
                </a:lnTo>
                <a:lnTo>
                  <a:pt x="1419225" y="1257300"/>
                </a:lnTo>
                <a:lnTo>
                  <a:pt x="1409700" y="1257300"/>
                </a:lnTo>
                <a:close/>
                <a:moveTo>
                  <a:pt x="1895475" y="1238250"/>
                </a:moveTo>
                <a:lnTo>
                  <a:pt x="1905000" y="1238250"/>
                </a:lnTo>
                <a:lnTo>
                  <a:pt x="1905000" y="1257300"/>
                </a:lnTo>
                <a:lnTo>
                  <a:pt x="1895475" y="1257300"/>
                </a:lnTo>
                <a:close/>
                <a:moveTo>
                  <a:pt x="1752600" y="1247775"/>
                </a:moveTo>
                <a:lnTo>
                  <a:pt x="1771650" y="1247775"/>
                </a:lnTo>
                <a:lnTo>
                  <a:pt x="1771650" y="1333500"/>
                </a:lnTo>
                <a:lnTo>
                  <a:pt x="1752600" y="1333500"/>
                </a:lnTo>
                <a:lnTo>
                  <a:pt x="1752600" y="1314450"/>
                </a:lnTo>
                <a:lnTo>
                  <a:pt x="1733550" y="1314450"/>
                </a:lnTo>
                <a:lnTo>
                  <a:pt x="1733550" y="1304925"/>
                </a:lnTo>
                <a:lnTo>
                  <a:pt x="1752600" y="1304925"/>
                </a:lnTo>
                <a:lnTo>
                  <a:pt x="1752600" y="1285875"/>
                </a:lnTo>
                <a:lnTo>
                  <a:pt x="1743075" y="1285875"/>
                </a:lnTo>
                <a:lnTo>
                  <a:pt x="1743075" y="1276350"/>
                </a:lnTo>
                <a:lnTo>
                  <a:pt x="1752600" y="1276350"/>
                </a:lnTo>
                <a:close/>
                <a:moveTo>
                  <a:pt x="447675" y="1257300"/>
                </a:moveTo>
                <a:lnTo>
                  <a:pt x="466725" y="1257300"/>
                </a:lnTo>
                <a:lnTo>
                  <a:pt x="466725" y="1266825"/>
                </a:lnTo>
                <a:lnTo>
                  <a:pt x="457200" y="1266825"/>
                </a:lnTo>
                <a:lnTo>
                  <a:pt x="457200" y="1276350"/>
                </a:lnTo>
                <a:lnTo>
                  <a:pt x="447675" y="1276350"/>
                </a:lnTo>
                <a:lnTo>
                  <a:pt x="447675" y="1285875"/>
                </a:lnTo>
                <a:lnTo>
                  <a:pt x="438150" y="1285875"/>
                </a:lnTo>
                <a:lnTo>
                  <a:pt x="438150" y="1276350"/>
                </a:lnTo>
                <a:lnTo>
                  <a:pt x="428625" y="1276350"/>
                </a:lnTo>
                <a:lnTo>
                  <a:pt x="428625" y="1266825"/>
                </a:lnTo>
                <a:lnTo>
                  <a:pt x="447675" y="1266825"/>
                </a:lnTo>
                <a:close/>
                <a:moveTo>
                  <a:pt x="952500" y="1257300"/>
                </a:moveTo>
                <a:lnTo>
                  <a:pt x="971550" y="1257300"/>
                </a:lnTo>
                <a:lnTo>
                  <a:pt x="971550" y="1266825"/>
                </a:lnTo>
                <a:lnTo>
                  <a:pt x="962025" y="1266825"/>
                </a:lnTo>
                <a:lnTo>
                  <a:pt x="962025" y="1276350"/>
                </a:lnTo>
                <a:lnTo>
                  <a:pt x="952500" y="1276350"/>
                </a:lnTo>
                <a:close/>
                <a:moveTo>
                  <a:pt x="1352550" y="1257300"/>
                </a:moveTo>
                <a:lnTo>
                  <a:pt x="1371600" y="1257300"/>
                </a:lnTo>
                <a:lnTo>
                  <a:pt x="1371600" y="1266825"/>
                </a:lnTo>
                <a:lnTo>
                  <a:pt x="1381125" y="1266825"/>
                </a:lnTo>
                <a:lnTo>
                  <a:pt x="1381125" y="1285875"/>
                </a:lnTo>
                <a:lnTo>
                  <a:pt x="1362075" y="1285875"/>
                </a:lnTo>
                <a:lnTo>
                  <a:pt x="1362075" y="1276350"/>
                </a:lnTo>
                <a:lnTo>
                  <a:pt x="1352550" y="1276350"/>
                </a:lnTo>
                <a:close/>
                <a:moveTo>
                  <a:pt x="47625" y="1276350"/>
                </a:moveTo>
                <a:lnTo>
                  <a:pt x="66675" y="1276350"/>
                </a:lnTo>
                <a:lnTo>
                  <a:pt x="66675" y="1295400"/>
                </a:lnTo>
                <a:lnTo>
                  <a:pt x="47625" y="1295400"/>
                </a:lnTo>
                <a:close/>
                <a:moveTo>
                  <a:pt x="847725" y="1276350"/>
                </a:moveTo>
                <a:lnTo>
                  <a:pt x="857250" y="1276350"/>
                </a:lnTo>
                <a:lnTo>
                  <a:pt x="857250" y="1285875"/>
                </a:lnTo>
                <a:lnTo>
                  <a:pt x="847725" y="1285875"/>
                </a:lnTo>
                <a:close/>
                <a:moveTo>
                  <a:pt x="1695450" y="1276350"/>
                </a:moveTo>
                <a:lnTo>
                  <a:pt x="1733550" y="1276350"/>
                </a:lnTo>
                <a:lnTo>
                  <a:pt x="1733550" y="1295400"/>
                </a:lnTo>
                <a:lnTo>
                  <a:pt x="1724025" y="1295400"/>
                </a:lnTo>
                <a:lnTo>
                  <a:pt x="1724025" y="1304925"/>
                </a:lnTo>
                <a:lnTo>
                  <a:pt x="1704975" y="1304925"/>
                </a:lnTo>
                <a:lnTo>
                  <a:pt x="1704975" y="1295400"/>
                </a:lnTo>
                <a:lnTo>
                  <a:pt x="1695450" y="1295400"/>
                </a:lnTo>
                <a:close/>
                <a:moveTo>
                  <a:pt x="638175" y="1285875"/>
                </a:moveTo>
                <a:lnTo>
                  <a:pt x="647700" y="1285875"/>
                </a:lnTo>
                <a:lnTo>
                  <a:pt x="647700" y="1295400"/>
                </a:lnTo>
                <a:lnTo>
                  <a:pt x="657225" y="1295400"/>
                </a:lnTo>
                <a:lnTo>
                  <a:pt x="657225" y="1304925"/>
                </a:lnTo>
                <a:lnTo>
                  <a:pt x="638175" y="1304925"/>
                </a:lnTo>
                <a:close/>
                <a:moveTo>
                  <a:pt x="809625" y="1285875"/>
                </a:moveTo>
                <a:lnTo>
                  <a:pt x="828675" y="1285875"/>
                </a:lnTo>
                <a:lnTo>
                  <a:pt x="828675" y="1295400"/>
                </a:lnTo>
                <a:lnTo>
                  <a:pt x="819150" y="1295400"/>
                </a:lnTo>
                <a:lnTo>
                  <a:pt x="819150" y="1304925"/>
                </a:lnTo>
                <a:lnTo>
                  <a:pt x="790575" y="1304925"/>
                </a:lnTo>
                <a:lnTo>
                  <a:pt x="790575" y="1295400"/>
                </a:lnTo>
                <a:lnTo>
                  <a:pt x="809625" y="1295400"/>
                </a:lnTo>
                <a:close/>
                <a:moveTo>
                  <a:pt x="876300" y="1285875"/>
                </a:moveTo>
                <a:lnTo>
                  <a:pt x="895350" y="1285875"/>
                </a:lnTo>
                <a:lnTo>
                  <a:pt x="895350" y="1295400"/>
                </a:lnTo>
                <a:lnTo>
                  <a:pt x="876300" y="1295400"/>
                </a:lnTo>
                <a:close/>
                <a:moveTo>
                  <a:pt x="1466850" y="1285875"/>
                </a:moveTo>
                <a:lnTo>
                  <a:pt x="1476375" y="1285875"/>
                </a:lnTo>
                <a:lnTo>
                  <a:pt x="1476375" y="1295400"/>
                </a:lnTo>
                <a:lnTo>
                  <a:pt x="1466850" y="1295400"/>
                </a:lnTo>
                <a:close/>
                <a:moveTo>
                  <a:pt x="1638300" y="1285875"/>
                </a:moveTo>
                <a:lnTo>
                  <a:pt x="1647825" y="1285875"/>
                </a:lnTo>
                <a:lnTo>
                  <a:pt x="1647825" y="1304925"/>
                </a:lnTo>
                <a:lnTo>
                  <a:pt x="1638300" y="1304925"/>
                </a:lnTo>
                <a:close/>
                <a:moveTo>
                  <a:pt x="361950" y="1304925"/>
                </a:moveTo>
                <a:lnTo>
                  <a:pt x="419100" y="1304925"/>
                </a:lnTo>
                <a:lnTo>
                  <a:pt x="419100" y="1314450"/>
                </a:lnTo>
                <a:lnTo>
                  <a:pt x="428625" y="1314450"/>
                </a:lnTo>
                <a:lnTo>
                  <a:pt x="428625" y="1323975"/>
                </a:lnTo>
                <a:lnTo>
                  <a:pt x="419100" y="1323975"/>
                </a:lnTo>
                <a:lnTo>
                  <a:pt x="419100" y="1333500"/>
                </a:lnTo>
                <a:lnTo>
                  <a:pt x="409575" y="1333500"/>
                </a:lnTo>
                <a:lnTo>
                  <a:pt x="409575" y="1323975"/>
                </a:lnTo>
                <a:lnTo>
                  <a:pt x="400050" y="1323975"/>
                </a:lnTo>
                <a:lnTo>
                  <a:pt x="400050" y="1314450"/>
                </a:lnTo>
                <a:lnTo>
                  <a:pt x="381000" y="1314450"/>
                </a:lnTo>
                <a:lnTo>
                  <a:pt x="381000" y="1323975"/>
                </a:lnTo>
                <a:lnTo>
                  <a:pt x="361950" y="1323975"/>
                </a:lnTo>
                <a:close/>
                <a:moveTo>
                  <a:pt x="438150" y="1304925"/>
                </a:moveTo>
                <a:lnTo>
                  <a:pt x="457200" y="1304925"/>
                </a:lnTo>
                <a:lnTo>
                  <a:pt x="457200" y="1314450"/>
                </a:lnTo>
                <a:lnTo>
                  <a:pt x="438150" y="1314450"/>
                </a:lnTo>
                <a:close/>
                <a:moveTo>
                  <a:pt x="685800" y="1304925"/>
                </a:moveTo>
                <a:lnTo>
                  <a:pt x="704850" y="1304925"/>
                </a:lnTo>
                <a:lnTo>
                  <a:pt x="704850" y="1314450"/>
                </a:lnTo>
                <a:lnTo>
                  <a:pt x="685800" y="1314450"/>
                </a:lnTo>
                <a:close/>
                <a:moveTo>
                  <a:pt x="742950" y="1304925"/>
                </a:moveTo>
                <a:lnTo>
                  <a:pt x="771525" y="1304925"/>
                </a:lnTo>
                <a:lnTo>
                  <a:pt x="771525" y="1314450"/>
                </a:lnTo>
                <a:lnTo>
                  <a:pt x="742950" y="1314450"/>
                </a:lnTo>
                <a:close/>
                <a:moveTo>
                  <a:pt x="1057275" y="1304925"/>
                </a:moveTo>
                <a:lnTo>
                  <a:pt x="1066800" y="1304925"/>
                </a:lnTo>
                <a:lnTo>
                  <a:pt x="1066800" y="1314450"/>
                </a:lnTo>
                <a:lnTo>
                  <a:pt x="1114425" y="1314450"/>
                </a:lnTo>
                <a:lnTo>
                  <a:pt x="1114425" y="1304925"/>
                </a:lnTo>
                <a:lnTo>
                  <a:pt x="1123950" y="1304925"/>
                </a:lnTo>
                <a:lnTo>
                  <a:pt x="1123950" y="1314450"/>
                </a:lnTo>
                <a:lnTo>
                  <a:pt x="1143000" y="1314450"/>
                </a:lnTo>
                <a:lnTo>
                  <a:pt x="1143000" y="1333500"/>
                </a:lnTo>
                <a:lnTo>
                  <a:pt x="1123950" y="1333500"/>
                </a:lnTo>
                <a:lnTo>
                  <a:pt x="1123950" y="1323975"/>
                </a:lnTo>
                <a:lnTo>
                  <a:pt x="1047750" y="1323975"/>
                </a:lnTo>
                <a:lnTo>
                  <a:pt x="1047750" y="1314450"/>
                </a:lnTo>
                <a:lnTo>
                  <a:pt x="1057275" y="1314450"/>
                </a:lnTo>
                <a:close/>
                <a:moveTo>
                  <a:pt x="1476375" y="1304925"/>
                </a:moveTo>
                <a:lnTo>
                  <a:pt x="1495425" y="1304925"/>
                </a:lnTo>
                <a:lnTo>
                  <a:pt x="1495425" y="1323975"/>
                </a:lnTo>
                <a:lnTo>
                  <a:pt x="1485900" y="1323975"/>
                </a:lnTo>
                <a:lnTo>
                  <a:pt x="1485900" y="1314450"/>
                </a:lnTo>
                <a:lnTo>
                  <a:pt x="1476375" y="1314450"/>
                </a:lnTo>
                <a:close/>
                <a:moveTo>
                  <a:pt x="476250" y="1314450"/>
                </a:moveTo>
                <a:lnTo>
                  <a:pt x="485775" y="1314450"/>
                </a:lnTo>
                <a:lnTo>
                  <a:pt x="485775" y="1323975"/>
                </a:lnTo>
                <a:lnTo>
                  <a:pt x="495300" y="1323975"/>
                </a:lnTo>
                <a:lnTo>
                  <a:pt x="495300" y="1333500"/>
                </a:lnTo>
                <a:lnTo>
                  <a:pt x="476250" y="1333500"/>
                </a:lnTo>
                <a:close/>
                <a:moveTo>
                  <a:pt x="1600200" y="1314450"/>
                </a:moveTo>
                <a:lnTo>
                  <a:pt x="1609725" y="1314450"/>
                </a:lnTo>
                <a:lnTo>
                  <a:pt x="1609725" y="1323975"/>
                </a:lnTo>
                <a:lnTo>
                  <a:pt x="1600200" y="1323975"/>
                </a:lnTo>
                <a:close/>
                <a:moveTo>
                  <a:pt x="1819275" y="1314450"/>
                </a:moveTo>
                <a:lnTo>
                  <a:pt x="1828800" y="1314450"/>
                </a:lnTo>
                <a:lnTo>
                  <a:pt x="1828800" y="1323975"/>
                </a:lnTo>
                <a:lnTo>
                  <a:pt x="1838325" y="1323975"/>
                </a:lnTo>
                <a:lnTo>
                  <a:pt x="1838325" y="1343025"/>
                </a:lnTo>
                <a:lnTo>
                  <a:pt x="1819275" y="1343025"/>
                </a:lnTo>
                <a:close/>
                <a:moveTo>
                  <a:pt x="1028700" y="1323975"/>
                </a:moveTo>
                <a:lnTo>
                  <a:pt x="1047750" y="1323975"/>
                </a:lnTo>
                <a:lnTo>
                  <a:pt x="1047750" y="1333500"/>
                </a:lnTo>
                <a:lnTo>
                  <a:pt x="1028700" y="1333500"/>
                </a:lnTo>
                <a:close/>
                <a:moveTo>
                  <a:pt x="1181100" y="1323975"/>
                </a:moveTo>
                <a:lnTo>
                  <a:pt x="1190625" y="1323975"/>
                </a:lnTo>
                <a:lnTo>
                  <a:pt x="1190625" y="1333500"/>
                </a:lnTo>
                <a:lnTo>
                  <a:pt x="1181100" y="1333500"/>
                </a:lnTo>
                <a:close/>
                <a:moveTo>
                  <a:pt x="1847850" y="1323975"/>
                </a:moveTo>
                <a:lnTo>
                  <a:pt x="1857375" y="1323975"/>
                </a:lnTo>
                <a:lnTo>
                  <a:pt x="1857375" y="1343025"/>
                </a:lnTo>
                <a:lnTo>
                  <a:pt x="1866900" y="1343025"/>
                </a:lnTo>
                <a:lnTo>
                  <a:pt x="1866900" y="1352550"/>
                </a:lnTo>
                <a:lnTo>
                  <a:pt x="1885950" y="1352550"/>
                </a:lnTo>
                <a:lnTo>
                  <a:pt x="1885950" y="1362075"/>
                </a:lnTo>
                <a:lnTo>
                  <a:pt x="1895475" y="1362075"/>
                </a:lnTo>
                <a:lnTo>
                  <a:pt x="1895475" y="1371600"/>
                </a:lnTo>
                <a:lnTo>
                  <a:pt x="1905000" y="1371600"/>
                </a:lnTo>
                <a:lnTo>
                  <a:pt x="1905000" y="1419225"/>
                </a:lnTo>
                <a:lnTo>
                  <a:pt x="1885950" y="1419225"/>
                </a:lnTo>
                <a:lnTo>
                  <a:pt x="1885950" y="1438275"/>
                </a:lnTo>
                <a:lnTo>
                  <a:pt x="1905000" y="1438275"/>
                </a:lnTo>
                <a:lnTo>
                  <a:pt x="1905000" y="1457325"/>
                </a:lnTo>
                <a:lnTo>
                  <a:pt x="1895475" y="1457325"/>
                </a:lnTo>
                <a:lnTo>
                  <a:pt x="1895475" y="1466850"/>
                </a:lnTo>
                <a:lnTo>
                  <a:pt x="1838325" y="1466850"/>
                </a:lnTo>
                <a:lnTo>
                  <a:pt x="1838325" y="1457325"/>
                </a:lnTo>
                <a:lnTo>
                  <a:pt x="1866900" y="1457325"/>
                </a:lnTo>
                <a:lnTo>
                  <a:pt x="1866900" y="1447800"/>
                </a:lnTo>
                <a:lnTo>
                  <a:pt x="1838325" y="1447800"/>
                </a:lnTo>
                <a:lnTo>
                  <a:pt x="1838325" y="1438275"/>
                </a:lnTo>
                <a:lnTo>
                  <a:pt x="1857375" y="1438275"/>
                </a:lnTo>
                <a:lnTo>
                  <a:pt x="1857375" y="1428750"/>
                </a:lnTo>
                <a:lnTo>
                  <a:pt x="1847850" y="1428750"/>
                </a:lnTo>
                <a:lnTo>
                  <a:pt x="1847850" y="1419225"/>
                </a:lnTo>
                <a:lnTo>
                  <a:pt x="1857375" y="1419225"/>
                </a:lnTo>
                <a:lnTo>
                  <a:pt x="1857375" y="1428750"/>
                </a:lnTo>
                <a:lnTo>
                  <a:pt x="1866900" y="1428750"/>
                </a:lnTo>
                <a:lnTo>
                  <a:pt x="1866900" y="1419225"/>
                </a:lnTo>
                <a:lnTo>
                  <a:pt x="1876425" y="1419225"/>
                </a:lnTo>
                <a:lnTo>
                  <a:pt x="1876425" y="1400175"/>
                </a:lnTo>
                <a:lnTo>
                  <a:pt x="1838325" y="1400175"/>
                </a:lnTo>
                <a:lnTo>
                  <a:pt x="1838325" y="1409700"/>
                </a:lnTo>
                <a:lnTo>
                  <a:pt x="1819275" y="1409700"/>
                </a:lnTo>
                <a:lnTo>
                  <a:pt x="1819275" y="1438275"/>
                </a:lnTo>
                <a:lnTo>
                  <a:pt x="1809750" y="1438275"/>
                </a:lnTo>
                <a:lnTo>
                  <a:pt x="1809750" y="1457325"/>
                </a:lnTo>
                <a:lnTo>
                  <a:pt x="1800225" y="1457325"/>
                </a:lnTo>
                <a:lnTo>
                  <a:pt x="1800225" y="1447800"/>
                </a:lnTo>
                <a:lnTo>
                  <a:pt x="1771650" y="1447800"/>
                </a:lnTo>
                <a:lnTo>
                  <a:pt x="1771650" y="1457325"/>
                </a:lnTo>
                <a:lnTo>
                  <a:pt x="1762125" y="1457325"/>
                </a:lnTo>
                <a:lnTo>
                  <a:pt x="1762125" y="1428750"/>
                </a:lnTo>
                <a:lnTo>
                  <a:pt x="1781175" y="1428750"/>
                </a:lnTo>
                <a:lnTo>
                  <a:pt x="1781175" y="1419225"/>
                </a:lnTo>
                <a:lnTo>
                  <a:pt x="1790700" y="1419225"/>
                </a:lnTo>
                <a:lnTo>
                  <a:pt x="1790700" y="1409700"/>
                </a:lnTo>
                <a:lnTo>
                  <a:pt x="1781175" y="1409700"/>
                </a:lnTo>
                <a:lnTo>
                  <a:pt x="1781175" y="1400175"/>
                </a:lnTo>
                <a:lnTo>
                  <a:pt x="1733550" y="1400175"/>
                </a:lnTo>
                <a:lnTo>
                  <a:pt x="1733550" y="1390650"/>
                </a:lnTo>
                <a:lnTo>
                  <a:pt x="1724025" y="1390650"/>
                </a:lnTo>
                <a:lnTo>
                  <a:pt x="1724025" y="1400175"/>
                </a:lnTo>
                <a:lnTo>
                  <a:pt x="1714500" y="1400175"/>
                </a:lnTo>
                <a:lnTo>
                  <a:pt x="1714500" y="1409700"/>
                </a:lnTo>
                <a:lnTo>
                  <a:pt x="1724025" y="1409700"/>
                </a:lnTo>
                <a:lnTo>
                  <a:pt x="1724025" y="1419225"/>
                </a:lnTo>
                <a:lnTo>
                  <a:pt x="1743075" y="1419225"/>
                </a:lnTo>
                <a:lnTo>
                  <a:pt x="1743075" y="1428750"/>
                </a:lnTo>
                <a:lnTo>
                  <a:pt x="1752600" y="1428750"/>
                </a:lnTo>
                <a:lnTo>
                  <a:pt x="1752600" y="1438275"/>
                </a:lnTo>
                <a:lnTo>
                  <a:pt x="1695450" y="1438275"/>
                </a:lnTo>
                <a:lnTo>
                  <a:pt x="1695450" y="1447800"/>
                </a:lnTo>
                <a:lnTo>
                  <a:pt x="1657350" y="1447800"/>
                </a:lnTo>
                <a:lnTo>
                  <a:pt x="1657350" y="1428750"/>
                </a:lnTo>
                <a:lnTo>
                  <a:pt x="1647825" y="1428750"/>
                </a:lnTo>
                <a:lnTo>
                  <a:pt x="1647825" y="1447800"/>
                </a:lnTo>
                <a:lnTo>
                  <a:pt x="1628775" y="1447800"/>
                </a:lnTo>
                <a:lnTo>
                  <a:pt x="1628775" y="1457325"/>
                </a:lnTo>
                <a:lnTo>
                  <a:pt x="1638300" y="1457325"/>
                </a:lnTo>
                <a:lnTo>
                  <a:pt x="1638300" y="1466850"/>
                </a:lnTo>
                <a:lnTo>
                  <a:pt x="1590675" y="1466850"/>
                </a:lnTo>
                <a:lnTo>
                  <a:pt x="1590675" y="1447800"/>
                </a:lnTo>
                <a:lnTo>
                  <a:pt x="1581150" y="1447800"/>
                </a:lnTo>
                <a:lnTo>
                  <a:pt x="1581150" y="1438275"/>
                </a:lnTo>
                <a:lnTo>
                  <a:pt x="1590675" y="1438275"/>
                </a:lnTo>
                <a:lnTo>
                  <a:pt x="1590675" y="1428750"/>
                </a:lnTo>
                <a:lnTo>
                  <a:pt x="1600200" y="1428750"/>
                </a:lnTo>
                <a:lnTo>
                  <a:pt x="1600200" y="1419225"/>
                </a:lnTo>
                <a:lnTo>
                  <a:pt x="1619250" y="1419225"/>
                </a:lnTo>
                <a:lnTo>
                  <a:pt x="1619250" y="1409700"/>
                </a:lnTo>
                <a:lnTo>
                  <a:pt x="1638300" y="1409700"/>
                </a:lnTo>
                <a:lnTo>
                  <a:pt x="1638300" y="1390650"/>
                </a:lnTo>
                <a:lnTo>
                  <a:pt x="1619250" y="1390650"/>
                </a:lnTo>
                <a:lnTo>
                  <a:pt x="1619250" y="1400175"/>
                </a:lnTo>
                <a:lnTo>
                  <a:pt x="1609725" y="1400175"/>
                </a:lnTo>
                <a:lnTo>
                  <a:pt x="1609725" y="1390650"/>
                </a:lnTo>
                <a:lnTo>
                  <a:pt x="1600200" y="1390650"/>
                </a:lnTo>
                <a:lnTo>
                  <a:pt x="1600200" y="1381125"/>
                </a:lnTo>
                <a:lnTo>
                  <a:pt x="1647825" y="1381125"/>
                </a:lnTo>
                <a:lnTo>
                  <a:pt x="1647825" y="1390650"/>
                </a:lnTo>
                <a:lnTo>
                  <a:pt x="1666875" y="1390650"/>
                </a:lnTo>
                <a:lnTo>
                  <a:pt x="1666875" y="1400175"/>
                </a:lnTo>
                <a:lnTo>
                  <a:pt x="1676400" y="1400175"/>
                </a:lnTo>
                <a:lnTo>
                  <a:pt x="1676400" y="1390650"/>
                </a:lnTo>
                <a:lnTo>
                  <a:pt x="1685925" y="1390650"/>
                </a:lnTo>
                <a:lnTo>
                  <a:pt x="1685925" y="1381125"/>
                </a:lnTo>
                <a:lnTo>
                  <a:pt x="1704975" y="1381125"/>
                </a:lnTo>
                <a:lnTo>
                  <a:pt x="1704975" y="1371600"/>
                </a:lnTo>
                <a:lnTo>
                  <a:pt x="1714500" y="1371600"/>
                </a:lnTo>
                <a:lnTo>
                  <a:pt x="1714500" y="1352550"/>
                </a:lnTo>
                <a:lnTo>
                  <a:pt x="1733550" y="1352550"/>
                </a:lnTo>
                <a:lnTo>
                  <a:pt x="1733550" y="1371600"/>
                </a:lnTo>
                <a:lnTo>
                  <a:pt x="1714500" y="1371600"/>
                </a:lnTo>
                <a:lnTo>
                  <a:pt x="1714500" y="1381125"/>
                </a:lnTo>
                <a:lnTo>
                  <a:pt x="1733550" y="1381125"/>
                </a:lnTo>
                <a:lnTo>
                  <a:pt x="1733550" y="1371600"/>
                </a:lnTo>
                <a:lnTo>
                  <a:pt x="1752600" y="1371600"/>
                </a:lnTo>
                <a:lnTo>
                  <a:pt x="1752600" y="1362075"/>
                </a:lnTo>
                <a:lnTo>
                  <a:pt x="1762125" y="1362075"/>
                </a:lnTo>
                <a:lnTo>
                  <a:pt x="1762125" y="1371600"/>
                </a:lnTo>
                <a:lnTo>
                  <a:pt x="1771650" y="1371600"/>
                </a:lnTo>
                <a:lnTo>
                  <a:pt x="1771650" y="1362075"/>
                </a:lnTo>
                <a:lnTo>
                  <a:pt x="1781175" y="1362075"/>
                </a:lnTo>
                <a:lnTo>
                  <a:pt x="1781175" y="1352550"/>
                </a:lnTo>
                <a:lnTo>
                  <a:pt x="1790700" y="1352550"/>
                </a:lnTo>
                <a:lnTo>
                  <a:pt x="1790700" y="1333500"/>
                </a:lnTo>
                <a:lnTo>
                  <a:pt x="1809750" y="1333500"/>
                </a:lnTo>
                <a:lnTo>
                  <a:pt x="1809750" y="1352550"/>
                </a:lnTo>
                <a:lnTo>
                  <a:pt x="1838325" y="1352550"/>
                </a:lnTo>
                <a:lnTo>
                  <a:pt x="1838325" y="1343025"/>
                </a:lnTo>
                <a:lnTo>
                  <a:pt x="1847850" y="1343025"/>
                </a:lnTo>
                <a:close/>
                <a:moveTo>
                  <a:pt x="1600200" y="1333500"/>
                </a:moveTo>
                <a:lnTo>
                  <a:pt x="1609725" y="1333500"/>
                </a:lnTo>
                <a:lnTo>
                  <a:pt x="1609725" y="1362075"/>
                </a:lnTo>
                <a:lnTo>
                  <a:pt x="1590675" y="1362075"/>
                </a:lnTo>
                <a:lnTo>
                  <a:pt x="1590675" y="1343025"/>
                </a:lnTo>
                <a:lnTo>
                  <a:pt x="1600200" y="1343025"/>
                </a:lnTo>
                <a:close/>
                <a:moveTo>
                  <a:pt x="371475" y="1362075"/>
                </a:moveTo>
                <a:lnTo>
                  <a:pt x="381000" y="1362075"/>
                </a:lnTo>
                <a:lnTo>
                  <a:pt x="381000" y="1371600"/>
                </a:lnTo>
                <a:lnTo>
                  <a:pt x="390525" y="1371600"/>
                </a:lnTo>
                <a:lnTo>
                  <a:pt x="390525" y="1381125"/>
                </a:lnTo>
                <a:lnTo>
                  <a:pt x="409575" y="1381125"/>
                </a:lnTo>
                <a:lnTo>
                  <a:pt x="409575" y="1390650"/>
                </a:lnTo>
                <a:lnTo>
                  <a:pt x="400050" y="1390650"/>
                </a:lnTo>
                <a:lnTo>
                  <a:pt x="400050" y="1400175"/>
                </a:lnTo>
                <a:lnTo>
                  <a:pt x="381000" y="1400175"/>
                </a:lnTo>
                <a:lnTo>
                  <a:pt x="381000" y="1381125"/>
                </a:lnTo>
                <a:lnTo>
                  <a:pt x="371475" y="1381125"/>
                </a:lnTo>
                <a:close/>
                <a:moveTo>
                  <a:pt x="400050" y="1362075"/>
                </a:moveTo>
                <a:lnTo>
                  <a:pt x="409575" y="1362075"/>
                </a:lnTo>
                <a:lnTo>
                  <a:pt x="409575" y="1371600"/>
                </a:lnTo>
                <a:lnTo>
                  <a:pt x="400050" y="1371600"/>
                </a:lnTo>
                <a:close/>
                <a:moveTo>
                  <a:pt x="1495425" y="1362075"/>
                </a:moveTo>
                <a:lnTo>
                  <a:pt x="1504950" y="1362075"/>
                </a:lnTo>
                <a:lnTo>
                  <a:pt x="1504950" y="1371600"/>
                </a:lnTo>
                <a:lnTo>
                  <a:pt x="1495425" y="1371600"/>
                </a:lnTo>
                <a:close/>
                <a:moveTo>
                  <a:pt x="1447800" y="1371600"/>
                </a:moveTo>
                <a:lnTo>
                  <a:pt x="1457325" y="1371600"/>
                </a:lnTo>
                <a:lnTo>
                  <a:pt x="1457325" y="1381125"/>
                </a:lnTo>
                <a:lnTo>
                  <a:pt x="1466850" y="1381125"/>
                </a:lnTo>
                <a:lnTo>
                  <a:pt x="1466850" y="1390650"/>
                </a:lnTo>
                <a:lnTo>
                  <a:pt x="1457325" y="1390650"/>
                </a:lnTo>
                <a:lnTo>
                  <a:pt x="1457325" y="1400175"/>
                </a:lnTo>
                <a:lnTo>
                  <a:pt x="1428750" y="1400175"/>
                </a:lnTo>
                <a:lnTo>
                  <a:pt x="1428750" y="1390650"/>
                </a:lnTo>
                <a:lnTo>
                  <a:pt x="1438275" y="1390650"/>
                </a:lnTo>
                <a:lnTo>
                  <a:pt x="1438275" y="1381125"/>
                </a:lnTo>
                <a:lnTo>
                  <a:pt x="1447800" y="1381125"/>
                </a:lnTo>
                <a:close/>
                <a:moveTo>
                  <a:pt x="1504950" y="1371600"/>
                </a:moveTo>
                <a:lnTo>
                  <a:pt x="1514475" y="1371600"/>
                </a:lnTo>
                <a:lnTo>
                  <a:pt x="1514475" y="1381125"/>
                </a:lnTo>
                <a:lnTo>
                  <a:pt x="1524000" y="1381125"/>
                </a:lnTo>
                <a:lnTo>
                  <a:pt x="1524000" y="1400175"/>
                </a:lnTo>
                <a:lnTo>
                  <a:pt x="1485900" y="1400175"/>
                </a:lnTo>
                <a:lnTo>
                  <a:pt x="1485900" y="1381125"/>
                </a:lnTo>
                <a:lnTo>
                  <a:pt x="1504950" y="1381125"/>
                </a:lnTo>
                <a:close/>
                <a:moveTo>
                  <a:pt x="314325" y="1381125"/>
                </a:moveTo>
                <a:lnTo>
                  <a:pt x="323850" y="1381125"/>
                </a:lnTo>
                <a:lnTo>
                  <a:pt x="323850" y="1390650"/>
                </a:lnTo>
                <a:lnTo>
                  <a:pt x="314325" y="1390650"/>
                </a:lnTo>
                <a:close/>
                <a:moveTo>
                  <a:pt x="514350" y="1381125"/>
                </a:moveTo>
                <a:lnTo>
                  <a:pt x="523875" y="1381125"/>
                </a:lnTo>
                <a:lnTo>
                  <a:pt x="523875" y="1390650"/>
                </a:lnTo>
                <a:lnTo>
                  <a:pt x="514350" y="1390650"/>
                </a:lnTo>
                <a:close/>
                <a:moveTo>
                  <a:pt x="1552575" y="1381125"/>
                </a:moveTo>
                <a:lnTo>
                  <a:pt x="1562100" y="1381125"/>
                </a:lnTo>
                <a:lnTo>
                  <a:pt x="1562100" y="1390650"/>
                </a:lnTo>
                <a:lnTo>
                  <a:pt x="1552575" y="1390650"/>
                </a:lnTo>
                <a:close/>
                <a:moveTo>
                  <a:pt x="171450" y="1390650"/>
                </a:moveTo>
                <a:lnTo>
                  <a:pt x="180975" y="1390650"/>
                </a:lnTo>
                <a:lnTo>
                  <a:pt x="180975" y="1400175"/>
                </a:lnTo>
                <a:lnTo>
                  <a:pt x="171450" y="1400175"/>
                </a:lnTo>
                <a:close/>
                <a:moveTo>
                  <a:pt x="990600" y="1390650"/>
                </a:moveTo>
                <a:lnTo>
                  <a:pt x="1009650" y="1390650"/>
                </a:lnTo>
                <a:lnTo>
                  <a:pt x="1009650" y="1400175"/>
                </a:lnTo>
                <a:lnTo>
                  <a:pt x="990600" y="1400175"/>
                </a:lnTo>
                <a:close/>
                <a:moveTo>
                  <a:pt x="1562100" y="1390650"/>
                </a:moveTo>
                <a:lnTo>
                  <a:pt x="1571625" y="1390650"/>
                </a:lnTo>
                <a:lnTo>
                  <a:pt x="1571625" y="1400175"/>
                </a:lnTo>
                <a:lnTo>
                  <a:pt x="1562100" y="1400175"/>
                </a:lnTo>
                <a:close/>
                <a:moveTo>
                  <a:pt x="1838325" y="1390650"/>
                </a:moveTo>
                <a:lnTo>
                  <a:pt x="1866900" y="1390650"/>
                </a:lnTo>
                <a:lnTo>
                  <a:pt x="1866900" y="1381125"/>
                </a:lnTo>
                <a:lnTo>
                  <a:pt x="1838325" y="1381125"/>
                </a:lnTo>
                <a:close/>
                <a:moveTo>
                  <a:pt x="981075" y="1400175"/>
                </a:moveTo>
                <a:lnTo>
                  <a:pt x="990600" y="1400175"/>
                </a:lnTo>
                <a:lnTo>
                  <a:pt x="990600" y="1419225"/>
                </a:lnTo>
                <a:lnTo>
                  <a:pt x="981075" y="1419225"/>
                </a:lnTo>
                <a:close/>
                <a:moveTo>
                  <a:pt x="1304925" y="1409700"/>
                </a:moveTo>
                <a:lnTo>
                  <a:pt x="1314450" y="1409700"/>
                </a:lnTo>
                <a:lnTo>
                  <a:pt x="1314450" y="1438275"/>
                </a:lnTo>
                <a:lnTo>
                  <a:pt x="1295400" y="1438275"/>
                </a:lnTo>
                <a:lnTo>
                  <a:pt x="1295400" y="1419225"/>
                </a:lnTo>
                <a:lnTo>
                  <a:pt x="1304925" y="1419225"/>
                </a:lnTo>
                <a:close/>
                <a:moveTo>
                  <a:pt x="1371600" y="1409700"/>
                </a:moveTo>
                <a:lnTo>
                  <a:pt x="1381125" y="1409700"/>
                </a:lnTo>
                <a:lnTo>
                  <a:pt x="1381125" y="1419225"/>
                </a:lnTo>
                <a:lnTo>
                  <a:pt x="1371600" y="1419225"/>
                </a:lnTo>
                <a:close/>
                <a:moveTo>
                  <a:pt x="1419225" y="1409700"/>
                </a:moveTo>
                <a:lnTo>
                  <a:pt x="1438275" y="1409700"/>
                </a:lnTo>
                <a:lnTo>
                  <a:pt x="1438275" y="1428750"/>
                </a:lnTo>
                <a:lnTo>
                  <a:pt x="1447800" y="1428750"/>
                </a:lnTo>
                <a:lnTo>
                  <a:pt x="1447800" y="1438275"/>
                </a:lnTo>
                <a:lnTo>
                  <a:pt x="1457325" y="1438275"/>
                </a:lnTo>
                <a:lnTo>
                  <a:pt x="1457325" y="1447800"/>
                </a:lnTo>
                <a:lnTo>
                  <a:pt x="1438275" y="1447800"/>
                </a:lnTo>
                <a:lnTo>
                  <a:pt x="1438275" y="1438275"/>
                </a:lnTo>
                <a:lnTo>
                  <a:pt x="1419225" y="1438275"/>
                </a:lnTo>
                <a:lnTo>
                  <a:pt x="1419225" y="1428750"/>
                </a:lnTo>
                <a:lnTo>
                  <a:pt x="1428750" y="1428750"/>
                </a:lnTo>
                <a:lnTo>
                  <a:pt x="1428750" y="1419225"/>
                </a:lnTo>
                <a:lnTo>
                  <a:pt x="1419225" y="1419225"/>
                </a:lnTo>
                <a:close/>
                <a:moveTo>
                  <a:pt x="1362075" y="1419225"/>
                </a:moveTo>
                <a:lnTo>
                  <a:pt x="1371600" y="1419225"/>
                </a:lnTo>
                <a:lnTo>
                  <a:pt x="1371600" y="1428750"/>
                </a:lnTo>
                <a:lnTo>
                  <a:pt x="1362075" y="1428750"/>
                </a:lnTo>
                <a:close/>
                <a:moveTo>
                  <a:pt x="1381125" y="1419225"/>
                </a:moveTo>
                <a:lnTo>
                  <a:pt x="1390650" y="1419225"/>
                </a:lnTo>
                <a:lnTo>
                  <a:pt x="1390650" y="1428750"/>
                </a:lnTo>
                <a:lnTo>
                  <a:pt x="1381125" y="1428750"/>
                </a:lnTo>
                <a:close/>
                <a:moveTo>
                  <a:pt x="1562100" y="1419225"/>
                </a:moveTo>
                <a:lnTo>
                  <a:pt x="1571625" y="1419225"/>
                </a:lnTo>
                <a:lnTo>
                  <a:pt x="1571625" y="1428750"/>
                </a:lnTo>
                <a:lnTo>
                  <a:pt x="1562100" y="1428750"/>
                </a:lnTo>
                <a:close/>
                <a:moveTo>
                  <a:pt x="333375" y="1428750"/>
                </a:moveTo>
                <a:lnTo>
                  <a:pt x="342900" y="1428750"/>
                </a:lnTo>
                <a:lnTo>
                  <a:pt x="342900" y="1447800"/>
                </a:lnTo>
                <a:lnTo>
                  <a:pt x="333375" y="1447800"/>
                </a:lnTo>
                <a:close/>
                <a:moveTo>
                  <a:pt x="1123950" y="1428750"/>
                </a:moveTo>
                <a:lnTo>
                  <a:pt x="1143000" y="1428750"/>
                </a:lnTo>
                <a:lnTo>
                  <a:pt x="1143000" y="1438275"/>
                </a:lnTo>
                <a:lnTo>
                  <a:pt x="1123950" y="1438275"/>
                </a:lnTo>
                <a:close/>
                <a:moveTo>
                  <a:pt x="1171575" y="1428750"/>
                </a:moveTo>
                <a:lnTo>
                  <a:pt x="1200150" y="1428750"/>
                </a:lnTo>
                <a:lnTo>
                  <a:pt x="1200150" y="1447800"/>
                </a:lnTo>
                <a:lnTo>
                  <a:pt x="1181100" y="1447800"/>
                </a:lnTo>
                <a:lnTo>
                  <a:pt x="1181100" y="1438275"/>
                </a:lnTo>
                <a:lnTo>
                  <a:pt x="1171575" y="1438275"/>
                </a:lnTo>
                <a:close/>
                <a:moveTo>
                  <a:pt x="1514475" y="1428750"/>
                </a:moveTo>
                <a:lnTo>
                  <a:pt x="1524000" y="1428750"/>
                </a:lnTo>
                <a:lnTo>
                  <a:pt x="1524000" y="1438275"/>
                </a:lnTo>
                <a:lnTo>
                  <a:pt x="1533525" y="1438275"/>
                </a:lnTo>
                <a:lnTo>
                  <a:pt x="1533525" y="1447800"/>
                </a:lnTo>
                <a:lnTo>
                  <a:pt x="1543050" y="1447800"/>
                </a:lnTo>
                <a:lnTo>
                  <a:pt x="1543050" y="1457325"/>
                </a:lnTo>
                <a:lnTo>
                  <a:pt x="1504950" y="1457325"/>
                </a:lnTo>
                <a:lnTo>
                  <a:pt x="1504950" y="1438275"/>
                </a:lnTo>
                <a:lnTo>
                  <a:pt x="1514475" y="1438275"/>
                </a:lnTo>
                <a:close/>
                <a:moveTo>
                  <a:pt x="1257300" y="1438275"/>
                </a:moveTo>
                <a:lnTo>
                  <a:pt x="1285875" y="1438275"/>
                </a:lnTo>
                <a:lnTo>
                  <a:pt x="1285875" y="1457325"/>
                </a:lnTo>
                <a:lnTo>
                  <a:pt x="1266825" y="1457325"/>
                </a:lnTo>
                <a:lnTo>
                  <a:pt x="1266825" y="1466850"/>
                </a:lnTo>
                <a:lnTo>
                  <a:pt x="1247775" y="1466850"/>
                </a:lnTo>
                <a:lnTo>
                  <a:pt x="1247775" y="1457325"/>
                </a:lnTo>
                <a:lnTo>
                  <a:pt x="1257300" y="1457325"/>
                </a:lnTo>
                <a:close/>
                <a:moveTo>
                  <a:pt x="1400175" y="1438275"/>
                </a:moveTo>
                <a:lnTo>
                  <a:pt x="1409700" y="1438275"/>
                </a:lnTo>
                <a:lnTo>
                  <a:pt x="1409700" y="1447800"/>
                </a:lnTo>
                <a:lnTo>
                  <a:pt x="1400175" y="1447800"/>
                </a:lnTo>
                <a:close/>
                <a:moveTo>
                  <a:pt x="742950" y="1457325"/>
                </a:moveTo>
                <a:lnTo>
                  <a:pt x="762000" y="1457325"/>
                </a:lnTo>
                <a:lnTo>
                  <a:pt x="762000" y="1466850"/>
                </a:lnTo>
                <a:lnTo>
                  <a:pt x="742950" y="1466850"/>
                </a:lnTo>
                <a:close/>
                <a:moveTo>
                  <a:pt x="781050" y="1457325"/>
                </a:moveTo>
                <a:lnTo>
                  <a:pt x="800100" y="1457325"/>
                </a:lnTo>
                <a:lnTo>
                  <a:pt x="800100" y="1466850"/>
                </a:lnTo>
                <a:lnTo>
                  <a:pt x="781050" y="1466850"/>
                </a:lnTo>
                <a:close/>
                <a:moveTo>
                  <a:pt x="942975" y="1457325"/>
                </a:moveTo>
                <a:lnTo>
                  <a:pt x="990600" y="1457325"/>
                </a:lnTo>
                <a:lnTo>
                  <a:pt x="990600" y="1466850"/>
                </a:lnTo>
                <a:lnTo>
                  <a:pt x="942975" y="1466850"/>
                </a:lnTo>
                <a:close/>
                <a:moveTo>
                  <a:pt x="1438275" y="1457325"/>
                </a:moveTo>
                <a:lnTo>
                  <a:pt x="1466850" y="1457325"/>
                </a:lnTo>
                <a:lnTo>
                  <a:pt x="1466850" y="1466850"/>
                </a:lnTo>
                <a:lnTo>
                  <a:pt x="1438275" y="1466850"/>
                </a:lnTo>
                <a:close/>
                <a:moveTo>
                  <a:pt x="1676400" y="1457325"/>
                </a:moveTo>
                <a:lnTo>
                  <a:pt x="1695450" y="1457325"/>
                </a:lnTo>
                <a:lnTo>
                  <a:pt x="1695450" y="1466850"/>
                </a:lnTo>
                <a:lnTo>
                  <a:pt x="1676400" y="1466850"/>
                </a:lnTo>
                <a:close/>
                <a:moveTo>
                  <a:pt x="1752600" y="1457325"/>
                </a:moveTo>
                <a:lnTo>
                  <a:pt x="1762125" y="1457325"/>
                </a:lnTo>
                <a:lnTo>
                  <a:pt x="1762125" y="1466850"/>
                </a:lnTo>
                <a:lnTo>
                  <a:pt x="1752600" y="1466850"/>
                </a:lnTo>
                <a:close/>
                <a:moveTo>
                  <a:pt x="561975" y="1485900"/>
                </a:moveTo>
                <a:lnTo>
                  <a:pt x="600075" y="1485900"/>
                </a:lnTo>
                <a:lnTo>
                  <a:pt x="600075" y="1495425"/>
                </a:lnTo>
                <a:lnTo>
                  <a:pt x="590550" y="1495425"/>
                </a:lnTo>
                <a:lnTo>
                  <a:pt x="590550" y="1504950"/>
                </a:lnTo>
                <a:lnTo>
                  <a:pt x="600075" y="1504950"/>
                </a:lnTo>
                <a:lnTo>
                  <a:pt x="600075" y="1495425"/>
                </a:lnTo>
                <a:lnTo>
                  <a:pt x="609600" y="1495425"/>
                </a:lnTo>
                <a:lnTo>
                  <a:pt x="609600" y="1504950"/>
                </a:lnTo>
                <a:lnTo>
                  <a:pt x="638175" y="1504950"/>
                </a:lnTo>
                <a:lnTo>
                  <a:pt x="638175" y="1485900"/>
                </a:lnTo>
                <a:lnTo>
                  <a:pt x="714375" y="1485900"/>
                </a:lnTo>
                <a:lnTo>
                  <a:pt x="714375" y="1495425"/>
                </a:lnTo>
                <a:lnTo>
                  <a:pt x="723900" y="1495425"/>
                </a:lnTo>
                <a:lnTo>
                  <a:pt x="723900" y="1504950"/>
                </a:lnTo>
                <a:lnTo>
                  <a:pt x="742950" y="1504950"/>
                </a:lnTo>
                <a:lnTo>
                  <a:pt x="742950" y="1485900"/>
                </a:lnTo>
                <a:lnTo>
                  <a:pt x="762000" y="1485900"/>
                </a:lnTo>
                <a:lnTo>
                  <a:pt x="762000" y="1495425"/>
                </a:lnTo>
                <a:lnTo>
                  <a:pt x="781050" y="1495425"/>
                </a:lnTo>
                <a:lnTo>
                  <a:pt x="781050" y="1485900"/>
                </a:lnTo>
                <a:lnTo>
                  <a:pt x="800100" y="1485900"/>
                </a:lnTo>
                <a:lnTo>
                  <a:pt x="800100" y="1495425"/>
                </a:lnTo>
                <a:lnTo>
                  <a:pt x="819150" y="1495425"/>
                </a:lnTo>
                <a:lnTo>
                  <a:pt x="819150" y="1485900"/>
                </a:lnTo>
                <a:lnTo>
                  <a:pt x="838200" y="1485900"/>
                </a:lnTo>
                <a:lnTo>
                  <a:pt x="838200" y="1495425"/>
                </a:lnTo>
                <a:lnTo>
                  <a:pt x="857250" y="1495425"/>
                </a:lnTo>
                <a:lnTo>
                  <a:pt x="857250" y="1485900"/>
                </a:lnTo>
                <a:lnTo>
                  <a:pt x="904875" y="1485900"/>
                </a:lnTo>
                <a:lnTo>
                  <a:pt x="904875" y="1495425"/>
                </a:lnTo>
                <a:lnTo>
                  <a:pt x="933450" y="1495425"/>
                </a:lnTo>
                <a:lnTo>
                  <a:pt x="933450" y="1485900"/>
                </a:lnTo>
                <a:lnTo>
                  <a:pt x="942975" y="1485900"/>
                </a:lnTo>
                <a:lnTo>
                  <a:pt x="942975" y="1495425"/>
                </a:lnTo>
                <a:lnTo>
                  <a:pt x="952500" y="1495425"/>
                </a:lnTo>
                <a:lnTo>
                  <a:pt x="952500" y="1504950"/>
                </a:lnTo>
                <a:lnTo>
                  <a:pt x="962025" y="1504950"/>
                </a:lnTo>
                <a:lnTo>
                  <a:pt x="962025" y="1543050"/>
                </a:lnTo>
                <a:lnTo>
                  <a:pt x="990600" y="1543050"/>
                </a:lnTo>
                <a:lnTo>
                  <a:pt x="990600" y="1514475"/>
                </a:lnTo>
                <a:lnTo>
                  <a:pt x="971550" y="1514475"/>
                </a:lnTo>
                <a:lnTo>
                  <a:pt x="971550" y="1495425"/>
                </a:lnTo>
                <a:lnTo>
                  <a:pt x="981075" y="1495425"/>
                </a:lnTo>
                <a:lnTo>
                  <a:pt x="981075" y="1485900"/>
                </a:lnTo>
                <a:lnTo>
                  <a:pt x="990600" y="1485900"/>
                </a:lnTo>
                <a:lnTo>
                  <a:pt x="990600" y="1495425"/>
                </a:lnTo>
                <a:lnTo>
                  <a:pt x="1009650" y="1495425"/>
                </a:lnTo>
                <a:lnTo>
                  <a:pt x="1009650" y="1485900"/>
                </a:lnTo>
                <a:lnTo>
                  <a:pt x="1019175" y="1485900"/>
                </a:lnTo>
                <a:lnTo>
                  <a:pt x="1019175" y="1495425"/>
                </a:lnTo>
                <a:lnTo>
                  <a:pt x="1047750" y="1495425"/>
                </a:lnTo>
                <a:lnTo>
                  <a:pt x="1047750" y="1485900"/>
                </a:lnTo>
                <a:lnTo>
                  <a:pt x="1066800" y="1485900"/>
                </a:lnTo>
                <a:lnTo>
                  <a:pt x="1066800" y="1495425"/>
                </a:lnTo>
                <a:lnTo>
                  <a:pt x="1085850" y="1495425"/>
                </a:lnTo>
                <a:lnTo>
                  <a:pt x="1085850" y="1485900"/>
                </a:lnTo>
                <a:lnTo>
                  <a:pt x="1104900" y="1485900"/>
                </a:lnTo>
                <a:lnTo>
                  <a:pt x="1104900" y="1495425"/>
                </a:lnTo>
                <a:lnTo>
                  <a:pt x="1123950" y="1495425"/>
                </a:lnTo>
                <a:lnTo>
                  <a:pt x="1123950" y="1504950"/>
                </a:lnTo>
                <a:lnTo>
                  <a:pt x="1143000" y="1504950"/>
                </a:lnTo>
                <a:lnTo>
                  <a:pt x="1143000" y="1524000"/>
                </a:lnTo>
                <a:lnTo>
                  <a:pt x="1190625" y="1524000"/>
                </a:lnTo>
                <a:lnTo>
                  <a:pt x="1190625" y="1504950"/>
                </a:lnTo>
                <a:lnTo>
                  <a:pt x="1200150" y="1504950"/>
                </a:lnTo>
                <a:lnTo>
                  <a:pt x="1200150" y="1524000"/>
                </a:lnTo>
                <a:lnTo>
                  <a:pt x="1190625" y="1524000"/>
                </a:lnTo>
                <a:lnTo>
                  <a:pt x="1190625" y="1533525"/>
                </a:lnTo>
                <a:lnTo>
                  <a:pt x="1200150" y="1533525"/>
                </a:lnTo>
                <a:lnTo>
                  <a:pt x="1200150" y="1524000"/>
                </a:lnTo>
                <a:lnTo>
                  <a:pt x="1219200" y="1524000"/>
                </a:lnTo>
                <a:lnTo>
                  <a:pt x="1219200" y="1552575"/>
                </a:lnTo>
                <a:lnTo>
                  <a:pt x="1209675" y="1552575"/>
                </a:lnTo>
                <a:lnTo>
                  <a:pt x="1209675" y="1533525"/>
                </a:lnTo>
                <a:lnTo>
                  <a:pt x="1200150" y="1533525"/>
                </a:lnTo>
                <a:lnTo>
                  <a:pt x="1200150" y="1543050"/>
                </a:lnTo>
                <a:lnTo>
                  <a:pt x="1181100" y="1543050"/>
                </a:lnTo>
                <a:lnTo>
                  <a:pt x="1181100" y="1562100"/>
                </a:lnTo>
                <a:lnTo>
                  <a:pt x="1152525" y="1562100"/>
                </a:lnTo>
                <a:lnTo>
                  <a:pt x="1152525" y="1552575"/>
                </a:lnTo>
                <a:lnTo>
                  <a:pt x="1133475" y="1552575"/>
                </a:lnTo>
                <a:lnTo>
                  <a:pt x="1133475" y="1562100"/>
                </a:lnTo>
                <a:lnTo>
                  <a:pt x="1123950" y="1562100"/>
                </a:lnTo>
                <a:lnTo>
                  <a:pt x="1123950" y="1552575"/>
                </a:lnTo>
                <a:lnTo>
                  <a:pt x="1095375" y="1552575"/>
                </a:lnTo>
                <a:lnTo>
                  <a:pt x="1095375" y="1562100"/>
                </a:lnTo>
                <a:lnTo>
                  <a:pt x="1076325" y="1562100"/>
                </a:lnTo>
                <a:lnTo>
                  <a:pt x="1076325" y="1533525"/>
                </a:lnTo>
                <a:lnTo>
                  <a:pt x="1066800" y="1533525"/>
                </a:lnTo>
                <a:lnTo>
                  <a:pt x="1066800" y="1524000"/>
                </a:lnTo>
                <a:lnTo>
                  <a:pt x="1047750" y="1524000"/>
                </a:lnTo>
                <a:lnTo>
                  <a:pt x="1047750" y="1533525"/>
                </a:lnTo>
                <a:lnTo>
                  <a:pt x="1038225" y="1533525"/>
                </a:lnTo>
                <a:lnTo>
                  <a:pt x="1038225" y="1552575"/>
                </a:lnTo>
                <a:lnTo>
                  <a:pt x="1047750" y="1552575"/>
                </a:lnTo>
                <a:lnTo>
                  <a:pt x="1047750" y="1562100"/>
                </a:lnTo>
                <a:lnTo>
                  <a:pt x="1057275" y="1562100"/>
                </a:lnTo>
                <a:lnTo>
                  <a:pt x="1057275" y="1581150"/>
                </a:lnTo>
                <a:lnTo>
                  <a:pt x="1076325" y="1581150"/>
                </a:lnTo>
                <a:lnTo>
                  <a:pt x="1076325" y="1590675"/>
                </a:lnTo>
                <a:lnTo>
                  <a:pt x="1066800" y="1590675"/>
                </a:lnTo>
                <a:lnTo>
                  <a:pt x="1066800" y="1600200"/>
                </a:lnTo>
                <a:lnTo>
                  <a:pt x="1038225" y="1600200"/>
                </a:lnTo>
                <a:lnTo>
                  <a:pt x="1038225" y="1590675"/>
                </a:lnTo>
                <a:lnTo>
                  <a:pt x="1028700" y="1590675"/>
                </a:lnTo>
                <a:lnTo>
                  <a:pt x="1028700" y="1600200"/>
                </a:lnTo>
                <a:lnTo>
                  <a:pt x="1000125" y="1600200"/>
                </a:lnTo>
                <a:lnTo>
                  <a:pt x="1000125" y="1590675"/>
                </a:lnTo>
                <a:lnTo>
                  <a:pt x="952500" y="1590675"/>
                </a:lnTo>
                <a:lnTo>
                  <a:pt x="952500" y="1581150"/>
                </a:lnTo>
                <a:lnTo>
                  <a:pt x="942975" y="1581150"/>
                </a:lnTo>
                <a:lnTo>
                  <a:pt x="942975" y="1562100"/>
                </a:lnTo>
                <a:lnTo>
                  <a:pt x="933450" y="1562100"/>
                </a:lnTo>
                <a:lnTo>
                  <a:pt x="933450" y="1552575"/>
                </a:lnTo>
                <a:lnTo>
                  <a:pt x="914400" y="1552575"/>
                </a:lnTo>
                <a:lnTo>
                  <a:pt x="914400" y="1543050"/>
                </a:lnTo>
                <a:lnTo>
                  <a:pt x="895350" y="1543050"/>
                </a:lnTo>
                <a:lnTo>
                  <a:pt x="895350" y="1552575"/>
                </a:lnTo>
                <a:lnTo>
                  <a:pt x="876300" y="1552575"/>
                </a:lnTo>
                <a:lnTo>
                  <a:pt x="876300" y="1562100"/>
                </a:lnTo>
                <a:lnTo>
                  <a:pt x="866775" y="1562100"/>
                </a:lnTo>
                <a:lnTo>
                  <a:pt x="866775" y="1552575"/>
                </a:lnTo>
                <a:lnTo>
                  <a:pt x="857250" y="1552575"/>
                </a:lnTo>
                <a:lnTo>
                  <a:pt x="857250" y="1562100"/>
                </a:lnTo>
                <a:lnTo>
                  <a:pt x="838200" y="1562100"/>
                </a:lnTo>
                <a:lnTo>
                  <a:pt x="838200" y="1571625"/>
                </a:lnTo>
                <a:lnTo>
                  <a:pt x="809625" y="1571625"/>
                </a:lnTo>
                <a:lnTo>
                  <a:pt x="809625" y="1562100"/>
                </a:lnTo>
                <a:lnTo>
                  <a:pt x="800100" y="1562100"/>
                </a:lnTo>
                <a:lnTo>
                  <a:pt x="800100" y="1552575"/>
                </a:lnTo>
                <a:lnTo>
                  <a:pt x="771525" y="1552575"/>
                </a:lnTo>
                <a:lnTo>
                  <a:pt x="771525" y="1562100"/>
                </a:lnTo>
                <a:lnTo>
                  <a:pt x="742950" y="1562100"/>
                </a:lnTo>
                <a:lnTo>
                  <a:pt x="742950" y="1552575"/>
                </a:lnTo>
                <a:lnTo>
                  <a:pt x="723900" y="1552575"/>
                </a:lnTo>
                <a:lnTo>
                  <a:pt x="723900" y="1562100"/>
                </a:lnTo>
                <a:lnTo>
                  <a:pt x="704850" y="1562100"/>
                </a:lnTo>
                <a:lnTo>
                  <a:pt x="704850" y="1552575"/>
                </a:lnTo>
                <a:lnTo>
                  <a:pt x="685800" y="1552575"/>
                </a:lnTo>
                <a:lnTo>
                  <a:pt x="685800" y="1543050"/>
                </a:lnTo>
                <a:lnTo>
                  <a:pt x="666750" y="1543050"/>
                </a:lnTo>
                <a:lnTo>
                  <a:pt x="666750" y="1552575"/>
                </a:lnTo>
                <a:lnTo>
                  <a:pt x="657225" y="1552575"/>
                </a:lnTo>
                <a:lnTo>
                  <a:pt x="657225" y="1562100"/>
                </a:lnTo>
                <a:lnTo>
                  <a:pt x="647700" y="1562100"/>
                </a:lnTo>
                <a:lnTo>
                  <a:pt x="647700" y="1552575"/>
                </a:lnTo>
                <a:lnTo>
                  <a:pt x="638175" y="1552575"/>
                </a:lnTo>
                <a:lnTo>
                  <a:pt x="638175" y="1562100"/>
                </a:lnTo>
                <a:lnTo>
                  <a:pt x="628650" y="1562100"/>
                </a:lnTo>
                <a:lnTo>
                  <a:pt x="628650" y="1543050"/>
                </a:lnTo>
                <a:lnTo>
                  <a:pt x="590550" y="1543050"/>
                </a:lnTo>
                <a:lnTo>
                  <a:pt x="590550" y="1533525"/>
                </a:lnTo>
                <a:lnTo>
                  <a:pt x="581025" y="1533525"/>
                </a:lnTo>
                <a:lnTo>
                  <a:pt x="581025" y="1543050"/>
                </a:lnTo>
                <a:lnTo>
                  <a:pt x="533400" y="1543050"/>
                </a:lnTo>
                <a:lnTo>
                  <a:pt x="533400" y="1552575"/>
                </a:lnTo>
                <a:lnTo>
                  <a:pt x="523875" y="1552575"/>
                </a:lnTo>
                <a:lnTo>
                  <a:pt x="523875" y="1562100"/>
                </a:lnTo>
                <a:lnTo>
                  <a:pt x="514350" y="1562100"/>
                </a:lnTo>
                <a:lnTo>
                  <a:pt x="514350" y="1571625"/>
                </a:lnTo>
                <a:lnTo>
                  <a:pt x="495300" y="1571625"/>
                </a:lnTo>
                <a:lnTo>
                  <a:pt x="495300" y="1562100"/>
                </a:lnTo>
                <a:lnTo>
                  <a:pt x="485775" y="1562100"/>
                </a:lnTo>
                <a:lnTo>
                  <a:pt x="485775" y="1552575"/>
                </a:lnTo>
                <a:lnTo>
                  <a:pt x="466725" y="1552575"/>
                </a:lnTo>
                <a:lnTo>
                  <a:pt x="466725" y="1543050"/>
                </a:lnTo>
                <a:lnTo>
                  <a:pt x="457200" y="1543050"/>
                </a:lnTo>
                <a:lnTo>
                  <a:pt x="457200" y="1562100"/>
                </a:lnTo>
                <a:lnTo>
                  <a:pt x="447675" y="1562100"/>
                </a:lnTo>
                <a:lnTo>
                  <a:pt x="447675" y="1543050"/>
                </a:lnTo>
                <a:lnTo>
                  <a:pt x="438150" y="1543050"/>
                </a:lnTo>
                <a:lnTo>
                  <a:pt x="438150" y="1524000"/>
                </a:lnTo>
                <a:lnTo>
                  <a:pt x="447675" y="1524000"/>
                </a:lnTo>
                <a:lnTo>
                  <a:pt x="447675" y="1514475"/>
                </a:lnTo>
                <a:lnTo>
                  <a:pt x="457200" y="1514475"/>
                </a:lnTo>
                <a:lnTo>
                  <a:pt x="457200" y="1524000"/>
                </a:lnTo>
                <a:lnTo>
                  <a:pt x="476250" y="1524000"/>
                </a:lnTo>
                <a:lnTo>
                  <a:pt x="476250" y="1533525"/>
                </a:lnTo>
                <a:lnTo>
                  <a:pt x="485775" y="1533525"/>
                </a:lnTo>
                <a:lnTo>
                  <a:pt x="485775" y="1524000"/>
                </a:lnTo>
                <a:lnTo>
                  <a:pt x="495300" y="1524000"/>
                </a:lnTo>
                <a:lnTo>
                  <a:pt x="495300" y="1543050"/>
                </a:lnTo>
                <a:lnTo>
                  <a:pt x="514350" y="1543050"/>
                </a:lnTo>
                <a:lnTo>
                  <a:pt x="514350" y="1533525"/>
                </a:lnTo>
                <a:lnTo>
                  <a:pt x="523875" y="1533525"/>
                </a:lnTo>
                <a:lnTo>
                  <a:pt x="523875" y="1514475"/>
                </a:lnTo>
                <a:lnTo>
                  <a:pt x="542925" y="1514475"/>
                </a:lnTo>
                <a:lnTo>
                  <a:pt x="542925" y="1504950"/>
                </a:lnTo>
                <a:lnTo>
                  <a:pt x="552450" y="1504950"/>
                </a:lnTo>
                <a:lnTo>
                  <a:pt x="552450" y="1495425"/>
                </a:lnTo>
                <a:lnTo>
                  <a:pt x="561975" y="1495425"/>
                </a:lnTo>
                <a:close/>
                <a:moveTo>
                  <a:pt x="1362075" y="1485900"/>
                </a:moveTo>
                <a:lnTo>
                  <a:pt x="1371600" y="1485900"/>
                </a:lnTo>
                <a:lnTo>
                  <a:pt x="1371600" y="1504950"/>
                </a:lnTo>
                <a:lnTo>
                  <a:pt x="1343025" y="1504950"/>
                </a:lnTo>
                <a:lnTo>
                  <a:pt x="1343025" y="1495425"/>
                </a:lnTo>
                <a:lnTo>
                  <a:pt x="1362075" y="1495425"/>
                </a:lnTo>
                <a:close/>
                <a:moveTo>
                  <a:pt x="1381125" y="1485900"/>
                </a:moveTo>
                <a:lnTo>
                  <a:pt x="1390650" y="1485900"/>
                </a:lnTo>
                <a:lnTo>
                  <a:pt x="1390650" y="1504950"/>
                </a:lnTo>
                <a:lnTo>
                  <a:pt x="1381125" y="1504950"/>
                </a:lnTo>
                <a:close/>
                <a:moveTo>
                  <a:pt x="1400175" y="1485900"/>
                </a:moveTo>
                <a:lnTo>
                  <a:pt x="1409700" y="1485900"/>
                </a:lnTo>
                <a:lnTo>
                  <a:pt x="1409700" y="1495425"/>
                </a:lnTo>
                <a:lnTo>
                  <a:pt x="1400175" y="1495425"/>
                </a:lnTo>
                <a:close/>
                <a:moveTo>
                  <a:pt x="1419225" y="1485900"/>
                </a:moveTo>
                <a:lnTo>
                  <a:pt x="1428750" y="1485900"/>
                </a:lnTo>
                <a:lnTo>
                  <a:pt x="1428750" y="1495425"/>
                </a:lnTo>
                <a:lnTo>
                  <a:pt x="1438275" y="1495425"/>
                </a:lnTo>
                <a:lnTo>
                  <a:pt x="1438275" y="1504950"/>
                </a:lnTo>
                <a:lnTo>
                  <a:pt x="1428750" y="1504950"/>
                </a:lnTo>
                <a:lnTo>
                  <a:pt x="1428750" y="1524000"/>
                </a:lnTo>
                <a:lnTo>
                  <a:pt x="1409700" y="1524000"/>
                </a:lnTo>
                <a:lnTo>
                  <a:pt x="1409700" y="1514475"/>
                </a:lnTo>
                <a:lnTo>
                  <a:pt x="1419225" y="1514475"/>
                </a:lnTo>
                <a:lnTo>
                  <a:pt x="1419225" y="1504950"/>
                </a:lnTo>
                <a:lnTo>
                  <a:pt x="1409700" y="1504950"/>
                </a:lnTo>
                <a:lnTo>
                  <a:pt x="1409700" y="1495425"/>
                </a:lnTo>
                <a:lnTo>
                  <a:pt x="1419225" y="1495425"/>
                </a:lnTo>
                <a:close/>
                <a:moveTo>
                  <a:pt x="1590675" y="1485900"/>
                </a:moveTo>
                <a:lnTo>
                  <a:pt x="1600200" y="1485900"/>
                </a:lnTo>
                <a:lnTo>
                  <a:pt x="1600200" y="1504950"/>
                </a:lnTo>
                <a:lnTo>
                  <a:pt x="1581150" y="1504950"/>
                </a:lnTo>
                <a:lnTo>
                  <a:pt x="1581150" y="1495425"/>
                </a:lnTo>
                <a:lnTo>
                  <a:pt x="1590675" y="1495425"/>
                </a:lnTo>
                <a:close/>
                <a:moveTo>
                  <a:pt x="1638300" y="1485900"/>
                </a:moveTo>
                <a:lnTo>
                  <a:pt x="1657350" y="1485900"/>
                </a:lnTo>
                <a:lnTo>
                  <a:pt x="1657350" y="1495425"/>
                </a:lnTo>
                <a:lnTo>
                  <a:pt x="1666875" y="1495425"/>
                </a:lnTo>
                <a:lnTo>
                  <a:pt x="1666875" y="1504950"/>
                </a:lnTo>
                <a:lnTo>
                  <a:pt x="1657350" y="1504950"/>
                </a:lnTo>
                <a:lnTo>
                  <a:pt x="1657350" y="1514475"/>
                </a:lnTo>
                <a:lnTo>
                  <a:pt x="1685925" y="1514475"/>
                </a:lnTo>
                <a:lnTo>
                  <a:pt x="1685925" y="1495425"/>
                </a:lnTo>
                <a:lnTo>
                  <a:pt x="1704975" y="1495425"/>
                </a:lnTo>
                <a:lnTo>
                  <a:pt x="1704975" y="1514475"/>
                </a:lnTo>
                <a:lnTo>
                  <a:pt x="1714500" y="1514475"/>
                </a:lnTo>
                <a:lnTo>
                  <a:pt x="1714500" y="1533525"/>
                </a:lnTo>
                <a:lnTo>
                  <a:pt x="1724025" y="1533525"/>
                </a:lnTo>
                <a:lnTo>
                  <a:pt x="1724025" y="1495425"/>
                </a:lnTo>
                <a:lnTo>
                  <a:pt x="1733550" y="1495425"/>
                </a:lnTo>
                <a:lnTo>
                  <a:pt x="1733550" y="1504950"/>
                </a:lnTo>
                <a:lnTo>
                  <a:pt x="1752600" y="1504950"/>
                </a:lnTo>
                <a:lnTo>
                  <a:pt x="1752600" y="1514475"/>
                </a:lnTo>
                <a:lnTo>
                  <a:pt x="1800225" y="1514475"/>
                </a:lnTo>
                <a:lnTo>
                  <a:pt x="1800225" y="1504950"/>
                </a:lnTo>
                <a:lnTo>
                  <a:pt x="1809750" y="1504950"/>
                </a:lnTo>
                <a:lnTo>
                  <a:pt x="1809750" y="1495425"/>
                </a:lnTo>
                <a:lnTo>
                  <a:pt x="1847850" y="1495425"/>
                </a:lnTo>
                <a:lnTo>
                  <a:pt x="1847850" y="1485900"/>
                </a:lnTo>
                <a:lnTo>
                  <a:pt x="1885950" y="1485900"/>
                </a:lnTo>
                <a:lnTo>
                  <a:pt x="1885950" y="1495425"/>
                </a:lnTo>
                <a:lnTo>
                  <a:pt x="1866900" y="1495425"/>
                </a:lnTo>
                <a:lnTo>
                  <a:pt x="1866900" y="1504950"/>
                </a:lnTo>
                <a:lnTo>
                  <a:pt x="1895475" y="1504950"/>
                </a:lnTo>
                <a:lnTo>
                  <a:pt x="1895475" y="1571625"/>
                </a:lnTo>
                <a:lnTo>
                  <a:pt x="1885950" y="1571625"/>
                </a:lnTo>
                <a:lnTo>
                  <a:pt x="1885950" y="1581150"/>
                </a:lnTo>
                <a:lnTo>
                  <a:pt x="1895475" y="1581150"/>
                </a:lnTo>
                <a:lnTo>
                  <a:pt x="1895475" y="1590675"/>
                </a:lnTo>
                <a:lnTo>
                  <a:pt x="1866900" y="1590675"/>
                </a:lnTo>
                <a:lnTo>
                  <a:pt x="1866900" y="1581150"/>
                </a:lnTo>
                <a:lnTo>
                  <a:pt x="1857375" y="1581150"/>
                </a:lnTo>
                <a:lnTo>
                  <a:pt x="1857375" y="1590675"/>
                </a:lnTo>
                <a:lnTo>
                  <a:pt x="1847850" y="1590675"/>
                </a:lnTo>
                <a:lnTo>
                  <a:pt x="1847850" y="1552575"/>
                </a:lnTo>
                <a:lnTo>
                  <a:pt x="1828800" y="1552575"/>
                </a:lnTo>
                <a:lnTo>
                  <a:pt x="1828800" y="1524000"/>
                </a:lnTo>
                <a:lnTo>
                  <a:pt x="1819275" y="1524000"/>
                </a:lnTo>
                <a:lnTo>
                  <a:pt x="1819275" y="1514475"/>
                </a:lnTo>
                <a:lnTo>
                  <a:pt x="1809750" y="1514475"/>
                </a:lnTo>
                <a:lnTo>
                  <a:pt x="1809750" y="1524000"/>
                </a:lnTo>
                <a:lnTo>
                  <a:pt x="1800225" y="1524000"/>
                </a:lnTo>
                <a:lnTo>
                  <a:pt x="1800225" y="1533525"/>
                </a:lnTo>
                <a:lnTo>
                  <a:pt x="1781175" y="1533525"/>
                </a:lnTo>
                <a:lnTo>
                  <a:pt x="1781175" y="1543050"/>
                </a:lnTo>
                <a:lnTo>
                  <a:pt x="1743075" y="1543050"/>
                </a:lnTo>
                <a:lnTo>
                  <a:pt x="1743075" y="1533525"/>
                </a:lnTo>
                <a:lnTo>
                  <a:pt x="1733550" y="1533525"/>
                </a:lnTo>
                <a:lnTo>
                  <a:pt x="1733550" y="1543050"/>
                </a:lnTo>
                <a:lnTo>
                  <a:pt x="1724025" y="1543050"/>
                </a:lnTo>
                <a:lnTo>
                  <a:pt x="1724025" y="1552575"/>
                </a:lnTo>
                <a:lnTo>
                  <a:pt x="1714500" y="1552575"/>
                </a:lnTo>
                <a:lnTo>
                  <a:pt x="1714500" y="1571625"/>
                </a:lnTo>
                <a:lnTo>
                  <a:pt x="1704975" y="1571625"/>
                </a:lnTo>
                <a:lnTo>
                  <a:pt x="1704975" y="1581150"/>
                </a:lnTo>
                <a:lnTo>
                  <a:pt x="1666875" y="1581150"/>
                </a:lnTo>
                <a:lnTo>
                  <a:pt x="1666875" y="1571625"/>
                </a:lnTo>
                <a:lnTo>
                  <a:pt x="1609725" y="1571625"/>
                </a:lnTo>
                <a:lnTo>
                  <a:pt x="1609725" y="1562100"/>
                </a:lnTo>
                <a:lnTo>
                  <a:pt x="1600200" y="1562100"/>
                </a:lnTo>
                <a:lnTo>
                  <a:pt x="1600200" y="1571625"/>
                </a:lnTo>
                <a:lnTo>
                  <a:pt x="1590675" y="1571625"/>
                </a:lnTo>
                <a:lnTo>
                  <a:pt x="1590675" y="1562100"/>
                </a:lnTo>
                <a:lnTo>
                  <a:pt x="1581150" y="1562100"/>
                </a:lnTo>
                <a:lnTo>
                  <a:pt x="1581150" y="1571625"/>
                </a:lnTo>
                <a:lnTo>
                  <a:pt x="1543050" y="1571625"/>
                </a:lnTo>
                <a:lnTo>
                  <a:pt x="1543050" y="1562100"/>
                </a:lnTo>
                <a:lnTo>
                  <a:pt x="1533525" y="1562100"/>
                </a:lnTo>
                <a:lnTo>
                  <a:pt x="1533525" y="1571625"/>
                </a:lnTo>
                <a:lnTo>
                  <a:pt x="1524000" y="1571625"/>
                </a:lnTo>
                <a:lnTo>
                  <a:pt x="1524000" y="1590675"/>
                </a:lnTo>
                <a:lnTo>
                  <a:pt x="1514475" y="1590675"/>
                </a:lnTo>
                <a:lnTo>
                  <a:pt x="1514475" y="1581150"/>
                </a:lnTo>
                <a:lnTo>
                  <a:pt x="1504950" y="1581150"/>
                </a:lnTo>
                <a:lnTo>
                  <a:pt x="1504950" y="1571625"/>
                </a:lnTo>
                <a:lnTo>
                  <a:pt x="1495425" y="1571625"/>
                </a:lnTo>
                <a:lnTo>
                  <a:pt x="1495425" y="1562100"/>
                </a:lnTo>
                <a:lnTo>
                  <a:pt x="1466850" y="1562100"/>
                </a:lnTo>
                <a:lnTo>
                  <a:pt x="1466850" y="1552575"/>
                </a:lnTo>
                <a:lnTo>
                  <a:pt x="1457325" y="1552575"/>
                </a:lnTo>
                <a:lnTo>
                  <a:pt x="1457325" y="1562100"/>
                </a:lnTo>
                <a:lnTo>
                  <a:pt x="1447800" y="1562100"/>
                </a:lnTo>
                <a:lnTo>
                  <a:pt x="1447800" y="1571625"/>
                </a:lnTo>
                <a:lnTo>
                  <a:pt x="1419225" y="1571625"/>
                </a:lnTo>
                <a:lnTo>
                  <a:pt x="1419225" y="1562100"/>
                </a:lnTo>
                <a:lnTo>
                  <a:pt x="1438275" y="1562100"/>
                </a:lnTo>
                <a:lnTo>
                  <a:pt x="1438275" y="1524000"/>
                </a:lnTo>
                <a:lnTo>
                  <a:pt x="1457325" y="1524000"/>
                </a:lnTo>
                <a:lnTo>
                  <a:pt x="1457325" y="1514475"/>
                </a:lnTo>
                <a:lnTo>
                  <a:pt x="1485900" y="1514475"/>
                </a:lnTo>
                <a:lnTo>
                  <a:pt x="1485900" y="1533525"/>
                </a:lnTo>
                <a:lnTo>
                  <a:pt x="1504950" y="1533525"/>
                </a:lnTo>
                <a:lnTo>
                  <a:pt x="1504950" y="1552575"/>
                </a:lnTo>
                <a:lnTo>
                  <a:pt x="1514475" y="1552575"/>
                </a:lnTo>
                <a:lnTo>
                  <a:pt x="1514475" y="1543050"/>
                </a:lnTo>
                <a:lnTo>
                  <a:pt x="1524000" y="1543050"/>
                </a:lnTo>
                <a:lnTo>
                  <a:pt x="1524000" y="1552575"/>
                </a:lnTo>
                <a:lnTo>
                  <a:pt x="1533525" y="1552575"/>
                </a:lnTo>
                <a:lnTo>
                  <a:pt x="1533525" y="1514475"/>
                </a:lnTo>
                <a:lnTo>
                  <a:pt x="1571625" y="1514475"/>
                </a:lnTo>
                <a:lnTo>
                  <a:pt x="1571625" y="1504950"/>
                </a:lnTo>
                <a:lnTo>
                  <a:pt x="1552575" y="1504950"/>
                </a:lnTo>
                <a:lnTo>
                  <a:pt x="1552575" y="1495425"/>
                </a:lnTo>
                <a:lnTo>
                  <a:pt x="1571625" y="1495425"/>
                </a:lnTo>
                <a:lnTo>
                  <a:pt x="1571625" y="1504950"/>
                </a:lnTo>
                <a:lnTo>
                  <a:pt x="1581150" y="1504950"/>
                </a:lnTo>
                <a:lnTo>
                  <a:pt x="1581150" y="1514475"/>
                </a:lnTo>
                <a:lnTo>
                  <a:pt x="1590675" y="1514475"/>
                </a:lnTo>
                <a:lnTo>
                  <a:pt x="1590675" y="1524000"/>
                </a:lnTo>
                <a:lnTo>
                  <a:pt x="1609725" y="1524000"/>
                </a:lnTo>
                <a:lnTo>
                  <a:pt x="1609725" y="1504950"/>
                </a:lnTo>
                <a:lnTo>
                  <a:pt x="1619250" y="1504950"/>
                </a:lnTo>
                <a:lnTo>
                  <a:pt x="1619250" y="1514475"/>
                </a:lnTo>
                <a:lnTo>
                  <a:pt x="1628775" y="1514475"/>
                </a:lnTo>
                <a:lnTo>
                  <a:pt x="1628775" y="1495425"/>
                </a:lnTo>
                <a:lnTo>
                  <a:pt x="1638300" y="1495425"/>
                </a:lnTo>
                <a:close/>
                <a:moveTo>
                  <a:pt x="1152525" y="1495425"/>
                </a:moveTo>
                <a:lnTo>
                  <a:pt x="1171575" y="1495425"/>
                </a:lnTo>
                <a:lnTo>
                  <a:pt x="1171575" y="1504950"/>
                </a:lnTo>
                <a:lnTo>
                  <a:pt x="1152525" y="1504950"/>
                </a:lnTo>
                <a:close/>
                <a:moveTo>
                  <a:pt x="1466850" y="1495425"/>
                </a:moveTo>
                <a:lnTo>
                  <a:pt x="1476375" y="1495425"/>
                </a:lnTo>
                <a:lnTo>
                  <a:pt x="1476375" y="1504950"/>
                </a:lnTo>
                <a:lnTo>
                  <a:pt x="1466850" y="1504950"/>
                </a:lnTo>
                <a:close/>
                <a:moveTo>
                  <a:pt x="1266825" y="1514475"/>
                </a:moveTo>
                <a:lnTo>
                  <a:pt x="1285875" y="1514475"/>
                </a:lnTo>
                <a:lnTo>
                  <a:pt x="1285875" y="1533525"/>
                </a:lnTo>
                <a:lnTo>
                  <a:pt x="1276350" y="1533525"/>
                </a:lnTo>
                <a:lnTo>
                  <a:pt x="1276350" y="1543050"/>
                </a:lnTo>
                <a:lnTo>
                  <a:pt x="1266825" y="1543050"/>
                </a:lnTo>
                <a:close/>
                <a:moveTo>
                  <a:pt x="1495425" y="1514475"/>
                </a:moveTo>
                <a:lnTo>
                  <a:pt x="1524000" y="1514475"/>
                </a:lnTo>
                <a:lnTo>
                  <a:pt x="1524000" y="1524000"/>
                </a:lnTo>
                <a:lnTo>
                  <a:pt x="1495425" y="1524000"/>
                </a:lnTo>
                <a:close/>
                <a:moveTo>
                  <a:pt x="1228725" y="1524000"/>
                </a:moveTo>
                <a:lnTo>
                  <a:pt x="1238250" y="1524000"/>
                </a:lnTo>
                <a:lnTo>
                  <a:pt x="1238250" y="1543050"/>
                </a:lnTo>
                <a:lnTo>
                  <a:pt x="1228725" y="1543050"/>
                </a:lnTo>
                <a:close/>
                <a:moveTo>
                  <a:pt x="1314450" y="1524000"/>
                </a:moveTo>
                <a:lnTo>
                  <a:pt x="1323975" y="1524000"/>
                </a:lnTo>
                <a:lnTo>
                  <a:pt x="1323975" y="1543050"/>
                </a:lnTo>
                <a:lnTo>
                  <a:pt x="1314450" y="1543050"/>
                </a:lnTo>
                <a:close/>
                <a:moveTo>
                  <a:pt x="1362075" y="1524000"/>
                </a:moveTo>
                <a:lnTo>
                  <a:pt x="1390650" y="1524000"/>
                </a:lnTo>
                <a:lnTo>
                  <a:pt x="1390650" y="1533525"/>
                </a:lnTo>
                <a:lnTo>
                  <a:pt x="1400175" y="1533525"/>
                </a:lnTo>
                <a:lnTo>
                  <a:pt x="1400175" y="1543050"/>
                </a:lnTo>
                <a:lnTo>
                  <a:pt x="1371600" y="1543050"/>
                </a:lnTo>
                <a:lnTo>
                  <a:pt x="1371600" y="1533525"/>
                </a:lnTo>
                <a:lnTo>
                  <a:pt x="1362075" y="1533525"/>
                </a:lnTo>
                <a:close/>
                <a:moveTo>
                  <a:pt x="28575" y="1533525"/>
                </a:moveTo>
                <a:lnTo>
                  <a:pt x="38100" y="1533525"/>
                </a:lnTo>
                <a:lnTo>
                  <a:pt x="38100" y="1543050"/>
                </a:lnTo>
                <a:lnTo>
                  <a:pt x="28575" y="1543050"/>
                </a:lnTo>
                <a:close/>
                <a:moveTo>
                  <a:pt x="676275" y="1533525"/>
                </a:moveTo>
                <a:lnTo>
                  <a:pt x="685800" y="1533525"/>
                </a:lnTo>
                <a:lnTo>
                  <a:pt x="685800" y="1524000"/>
                </a:lnTo>
                <a:lnTo>
                  <a:pt x="676275" y="1524000"/>
                </a:lnTo>
                <a:close/>
                <a:moveTo>
                  <a:pt x="323850" y="1543050"/>
                </a:moveTo>
                <a:lnTo>
                  <a:pt x="333375" y="1543050"/>
                </a:lnTo>
                <a:lnTo>
                  <a:pt x="333375" y="1552575"/>
                </a:lnTo>
                <a:lnTo>
                  <a:pt x="323850" y="1552575"/>
                </a:lnTo>
                <a:close/>
                <a:moveTo>
                  <a:pt x="1581150" y="1543050"/>
                </a:moveTo>
                <a:lnTo>
                  <a:pt x="1590675" y="1543050"/>
                </a:lnTo>
                <a:lnTo>
                  <a:pt x="1590675" y="1533525"/>
                </a:lnTo>
                <a:lnTo>
                  <a:pt x="1581150" y="1533525"/>
                </a:lnTo>
                <a:close/>
                <a:moveTo>
                  <a:pt x="1638300" y="1543050"/>
                </a:moveTo>
                <a:lnTo>
                  <a:pt x="1647825" y="1543050"/>
                </a:lnTo>
                <a:lnTo>
                  <a:pt x="1647825" y="1533525"/>
                </a:lnTo>
                <a:lnTo>
                  <a:pt x="1638300" y="1533525"/>
                </a:lnTo>
                <a:lnTo>
                  <a:pt x="1638300" y="1524000"/>
                </a:lnTo>
                <a:lnTo>
                  <a:pt x="1628775" y="1524000"/>
                </a:lnTo>
                <a:lnTo>
                  <a:pt x="1628775" y="1533525"/>
                </a:lnTo>
                <a:lnTo>
                  <a:pt x="1619250" y="1533525"/>
                </a:lnTo>
                <a:lnTo>
                  <a:pt x="1619250" y="1552575"/>
                </a:lnTo>
                <a:lnTo>
                  <a:pt x="1638300" y="1552575"/>
                </a:lnTo>
                <a:close/>
                <a:moveTo>
                  <a:pt x="1466850" y="1552575"/>
                </a:moveTo>
                <a:lnTo>
                  <a:pt x="1476375" y="1552575"/>
                </a:lnTo>
                <a:lnTo>
                  <a:pt x="1476375" y="1543050"/>
                </a:lnTo>
                <a:lnTo>
                  <a:pt x="1466850" y="1543050"/>
                </a:lnTo>
                <a:close/>
                <a:moveTo>
                  <a:pt x="542925" y="1562100"/>
                </a:moveTo>
                <a:lnTo>
                  <a:pt x="561975" y="1562100"/>
                </a:lnTo>
                <a:lnTo>
                  <a:pt x="561975" y="1571625"/>
                </a:lnTo>
                <a:lnTo>
                  <a:pt x="571500" y="1571625"/>
                </a:lnTo>
                <a:lnTo>
                  <a:pt x="571500" y="1581150"/>
                </a:lnTo>
                <a:lnTo>
                  <a:pt x="590550" y="1581150"/>
                </a:lnTo>
                <a:lnTo>
                  <a:pt x="590550" y="1600200"/>
                </a:lnTo>
                <a:lnTo>
                  <a:pt x="600075" y="1600200"/>
                </a:lnTo>
                <a:lnTo>
                  <a:pt x="600075" y="1609725"/>
                </a:lnTo>
                <a:lnTo>
                  <a:pt x="581025" y="1609725"/>
                </a:lnTo>
                <a:lnTo>
                  <a:pt x="581025" y="1600200"/>
                </a:lnTo>
                <a:lnTo>
                  <a:pt x="571500" y="1600200"/>
                </a:lnTo>
                <a:lnTo>
                  <a:pt x="571500" y="1590675"/>
                </a:lnTo>
                <a:lnTo>
                  <a:pt x="561975" y="1590675"/>
                </a:lnTo>
                <a:lnTo>
                  <a:pt x="561975" y="1581150"/>
                </a:lnTo>
                <a:lnTo>
                  <a:pt x="533400" y="1581150"/>
                </a:lnTo>
                <a:lnTo>
                  <a:pt x="533400" y="1590675"/>
                </a:lnTo>
                <a:lnTo>
                  <a:pt x="523875" y="1590675"/>
                </a:lnTo>
                <a:lnTo>
                  <a:pt x="523875" y="1581150"/>
                </a:lnTo>
                <a:lnTo>
                  <a:pt x="514350" y="1581150"/>
                </a:lnTo>
                <a:lnTo>
                  <a:pt x="514350" y="1571625"/>
                </a:lnTo>
                <a:lnTo>
                  <a:pt x="542925" y="1571625"/>
                </a:lnTo>
                <a:close/>
                <a:moveTo>
                  <a:pt x="990600" y="1562100"/>
                </a:moveTo>
                <a:lnTo>
                  <a:pt x="1000125" y="1562100"/>
                </a:lnTo>
                <a:lnTo>
                  <a:pt x="1000125" y="1571625"/>
                </a:lnTo>
                <a:lnTo>
                  <a:pt x="1009650" y="1571625"/>
                </a:lnTo>
                <a:lnTo>
                  <a:pt x="1009650" y="1552575"/>
                </a:lnTo>
                <a:lnTo>
                  <a:pt x="1000125" y="1552575"/>
                </a:lnTo>
                <a:lnTo>
                  <a:pt x="1000125" y="1543050"/>
                </a:lnTo>
                <a:lnTo>
                  <a:pt x="990600" y="1543050"/>
                </a:lnTo>
                <a:close/>
                <a:moveTo>
                  <a:pt x="666750" y="1571625"/>
                </a:moveTo>
                <a:lnTo>
                  <a:pt x="685800" y="1571625"/>
                </a:lnTo>
                <a:lnTo>
                  <a:pt x="685800" y="1581150"/>
                </a:lnTo>
                <a:lnTo>
                  <a:pt x="676275" y="1581150"/>
                </a:lnTo>
                <a:lnTo>
                  <a:pt x="676275" y="1590675"/>
                </a:lnTo>
                <a:lnTo>
                  <a:pt x="666750" y="1590675"/>
                </a:lnTo>
                <a:close/>
                <a:moveTo>
                  <a:pt x="914400" y="1581150"/>
                </a:moveTo>
                <a:lnTo>
                  <a:pt x="923925" y="1581150"/>
                </a:lnTo>
                <a:lnTo>
                  <a:pt x="923925" y="1590675"/>
                </a:lnTo>
                <a:lnTo>
                  <a:pt x="942975" y="1590675"/>
                </a:lnTo>
                <a:lnTo>
                  <a:pt x="942975" y="1619250"/>
                </a:lnTo>
                <a:lnTo>
                  <a:pt x="904875" y="1619250"/>
                </a:lnTo>
                <a:lnTo>
                  <a:pt x="904875" y="1590675"/>
                </a:lnTo>
                <a:lnTo>
                  <a:pt x="914400" y="1590675"/>
                </a:lnTo>
                <a:close/>
                <a:moveTo>
                  <a:pt x="1800225" y="1590675"/>
                </a:moveTo>
                <a:lnTo>
                  <a:pt x="1819275" y="1590675"/>
                </a:lnTo>
                <a:lnTo>
                  <a:pt x="1819275" y="1609725"/>
                </a:lnTo>
                <a:lnTo>
                  <a:pt x="1838325" y="1609725"/>
                </a:lnTo>
                <a:lnTo>
                  <a:pt x="1838325" y="1628775"/>
                </a:lnTo>
                <a:lnTo>
                  <a:pt x="1828800" y="1628775"/>
                </a:lnTo>
                <a:lnTo>
                  <a:pt x="1828800" y="1638300"/>
                </a:lnTo>
                <a:lnTo>
                  <a:pt x="1809750" y="1638300"/>
                </a:lnTo>
                <a:lnTo>
                  <a:pt x="1809750" y="1609725"/>
                </a:lnTo>
                <a:lnTo>
                  <a:pt x="1800225" y="1609725"/>
                </a:lnTo>
                <a:close/>
                <a:moveTo>
                  <a:pt x="1781175" y="1600200"/>
                </a:moveTo>
                <a:lnTo>
                  <a:pt x="1790700" y="1600200"/>
                </a:lnTo>
                <a:lnTo>
                  <a:pt x="1790700" y="1619250"/>
                </a:lnTo>
                <a:lnTo>
                  <a:pt x="1781175" y="1619250"/>
                </a:lnTo>
                <a:lnTo>
                  <a:pt x="1781175" y="1628775"/>
                </a:lnTo>
                <a:lnTo>
                  <a:pt x="1771650" y="1628775"/>
                </a:lnTo>
                <a:lnTo>
                  <a:pt x="1771650" y="1638300"/>
                </a:lnTo>
                <a:lnTo>
                  <a:pt x="1762125" y="1638300"/>
                </a:lnTo>
                <a:lnTo>
                  <a:pt x="1762125" y="1628775"/>
                </a:lnTo>
                <a:lnTo>
                  <a:pt x="1743075" y="1628775"/>
                </a:lnTo>
                <a:lnTo>
                  <a:pt x="1743075" y="1619250"/>
                </a:lnTo>
                <a:lnTo>
                  <a:pt x="1762125" y="1619250"/>
                </a:lnTo>
                <a:lnTo>
                  <a:pt x="1762125" y="1609725"/>
                </a:lnTo>
                <a:lnTo>
                  <a:pt x="1781175" y="1609725"/>
                </a:lnTo>
                <a:close/>
                <a:moveTo>
                  <a:pt x="304800" y="1609725"/>
                </a:moveTo>
                <a:lnTo>
                  <a:pt x="314325" y="1609725"/>
                </a:lnTo>
                <a:lnTo>
                  <a:pt x="314325" y="1619250"/>
                </a:lnTo>
                <a:lnTo>
                  <a:pt x="304800" y="1619250"/>
                </a:lnTo>
                <a:close/>
                <a:moveTo>
                  <a:pt x="1600200" y="1609725"/>
                </a:moveTo>
                <a:lnTo>
                  <a:pt x="1609725" y="1609725"/>
                </a:lnTo>
                <a:lnTo>
                  <a:pt x="1609725" y="1619250"/>
                </a:lnTo>
                <a:lnTo>
                  <a:pt x="1600200" y="1619250"/>
                </a:lnTo>
                <a:close/>
                <a:moveTo>
                  <a:pt x="1847850" y="1609725"/>
                </a:moveTo>
                <a:lnTo>
                  <a:pt x="1857375" y="1609725"/>
                </a:lnTo>
                <a:lnTo>
                  <a:pt x="1857375" y="1619250"/>
                </a:lnTo>
                <a:lnTo>
                  <a:pt x="1847850" y="1619250"/>
                </a:lnTo>
                <a:close/>
                <a:moveTo>
                  <a:pt x="314325" y="1619250"/>
                </a:moveTo>
                <a:lnTo>
                  <a:pt x="323850" y="1619250"/>
                </a:lnTo>
                <a:lnTo>
                  <a:pt x="323850" y="1628775"/>
                </a:lnTo>
                <a:lnTo>
                  <a:pt x="314325" y="1628775"/>
                </a:lnTo>
                <a:close/>
                <a:moveTo>
                  <a:pt x="590550" y="1638300"/>
                </a:moveTo>
                <a:lnTo>
                  <a:pt x="600075" y="1638300"/>
                </a:lnTo>
                <a:lnTo>
                  <a:pt x="600075" y="1647825"/>
                </a:lnTo>
                <a:lnTo>
                  <a:pt x="590550" y="1647825"/>
                </a:lnTo>
                <a:close/>
                <a:moveTo>
                  <a:pt x="1771650" y="1638300"/>
                </a:moveTo>
                <a:lnTo>
                  <a:pt x="1781175" y="1638300"/>
                </a:lnTo>
                <a:lnTo>
                  <a:pt x="1781175" y="1647825"/>
                </a:lnTo>
                <a:lnTo>
                  <a:pt x="1771650" y="1647825"/>
                </a:lnTo>
                <a:close/>
              </a:path>
            </a:pathLst>
          </a:custGeom>
          <a:solidFill xmlns:a="http://schemas.openxmlformats.org/drawingml/2006/main">
            <a:srgbClr val="F2EEE2"/>
          </a:solidFill>
          <a:ln xmlns:a="http://schemas.openxmlformats.org/drawingml/2006/main" w="0">
            <a:noFill/>
          </a:ln>
        </p:spPr>
      </p:sp>
      <p:sp>
        <p:nvSpPr>
          <p:cNvPr id="116" name="appearance vector #f2ede2">
            <a:extLst xmlns:a="http://schemas.openxmlformats.org/drawingml/2006/main">
              <a:ext uri="{FF2B5EF4-FFF2-40B4-BE49-F238E27FC236}">
                <a16:creationId xmlns:a16="http://schemas.microsoft.com/office/drawing/2014/main" id="{3D0A54ED-936A-4035-A931-0EF9455C240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343400" y="5114925"/>
            <a:ext cx="1943100" cy="1666875"/>
          </a:xfrm>
          <a:custGeom xmlns:a="http://schemas.openxmlformats.org/drawingml/2006/main">
            <a:pathLst>
              <a:path w="1943100" h="1666875">
                <a:moveTo>
                  <a:pt x="276225" y="28575"/>
                </a:moveTo>
                <a:lnTo>
                  <a:pt x="285750" y="28575"/>
                </a:lnTo>
                <a:lnTo>
                  <a:pt x="285750" y="38100"/>
                </a:lnTo>
                <a:lnTo>
                  <a:pt x="276225" y="38100"/>
                </a:lnTo>
                <a:close/>
                <a:moveTo>
                  <a:pt x="285750" y="38100"/>
                </a:moveTo>
                <a:lnTo>
                  <a:pt x="295275" y="38100"/>
                </a:lnTo>
                <a:lnTo>
                  <a:pt x="295275" y="47625"/>
                </a:lnTo>
                <a:lnTo>
                  <a:pt x="285750" y="47625"/>
                </a:lnTo>
                <a:close/>
                <a:moveTo>
                  <a:pt x="257175" y="57150"/>
                </a:moveTo>
                <a:lnTo>
                  <a:pt x="266700" y="57150"/>
                </a:lnTo>
                <a:lnTo>
                  <a:pt x="266700" y="66675"/>
                </a:lnTo>
                <a:lnTo>
                  <a:pt x="257175" y="66675"/>
                </a:lnTo>
                <a:close/>
                <a:moveTo>
                  <a:pt x="295275" y="57150"/>
                </a:moveTo>
                <a:lnTo>
                  <a:pt x="304800" y="57150"/>
                </a:lnTo>
                <a:lnTo>
                  <a:pt x="304800" y="66675"/>
                </a:lnTo>
                <a:lnTo>
                  <a:pt x="295275" y="66675"/>
                </a:lnTo>
                <a:close/>
                <a:moveTo>
                  <a:pt x="352425" y="66675"/>
                </a:moveTo>
                <a:lnTo>
                  <a:pt x="361950" y="66675"/>
                </a:lnTo>
                <a:lnTo>
                  <a:pt x="361950" y="95250"/>
                </a:lnTo>
                <a:lnTo>
                  <a:pt x="352425" y="95250"/>
                </a:lnTo>
                <a:close/>
                <a:moveTo>
                  <a:pt x="285750" y="76200"/>
                </a:moveTo>
                <a:lnTo>
                  <a:pt x="314325" y="76200"/>
                </a:lnTo>
                <a:lnTo>
                  <a:pt x="314325" y="85725"/>
                </a:lnTo>
                <a:lnTo>
                  <a:pt x="285750" y="85725"/>
                </a:lnTo>
                <a:close/>
                <a:moveTo>
                  <a:pt x="276225" y="85725"/>
                </a:moveTo>
                <a:lnTo>
                  <a:pt x="285750" y="85725"/>
                </a:lnTo>
                <a:lnTo>
                  <a:pt x="285750" y="104775"/>
                </a:lnTo>
                <a:lnTo>
                  <a:pt x="276225" y="104775"/>
                </a:lnTo>
                <a:close/>
                <a:moveTo>
                  <a:pt x="619125" y="257175"/>
                </a:moveTo>
                <a:lnTo>
                  <a:pt x="638175" y="257175"/>
                </a:lnTo>
                <a:lnTo>
                  <a:pt x="638175" y="266700"/>
                </a:lnTo>
                <a:lnTo>
                  <a:pt x="619125" y="266700"/>
                </a:lnTo>
                <a:close/>
                <a:moveTo>
                  <a:pt x="38100" y="533400"/>
                </a:moveTo>
                <a:lnTo>
                  <a:pt x="47625" y="533400"/>
                </a:lnTo>
                <a:lnTo>
                  <a:pt x="47625" y="542925"/>
                </a:lnTo>
                <a:lnTo>
                  <a:pt x="38100" y="542925"/>
                </a:lnTo>
                <a:close/>
                <a:moveTo>
                  <a:pt x="38100" y="571500"/>
                </a:moveTo>
                <a:lnTo>
                  <a:pt x="47625" y="571500"/>
                </a:lnTo>
                <a:lnTo>
                  <a:pt x="47625" y="581025"/>
                </a:lnTo>
                <a:lnTo>
                  <a:pt x="38100" y="581025"/>
                </a:lnTo>
                <a:close/>
                <a:moveTo>
                  <a:pt x="600075" y="962025"/>
                </a:moveTo>
                <a:lnTo>
                  <a:pt x="609600" y="962025"/>
                </a:lnTo>
                <a:lnTo>
                  <a:pt x="609600" y="971550"/>
                </a:lnTo>
                <a:lnTo>
                  <a:pt x="600075" y="971550"/>
                </a:lnTo>
                <a:close/>
                <a:moveTo>
                  <a:pt x="1857375" y="971550"/>
                </a:moveTo>
                <a:lnTo>
                  <a:pt x="1866900" y="971550"/>
                </a:lnTo>
                <a:lnTo>
                  <a:pt x="1866900" y="981075"/>
                </a:lnTo>
                <a:lnTo>
                  <a:pt x="1857375" y="981075"/>
                </a:lnTo>
                <a:close/>
                <a:moveTo>
                  <a:pt x="1885950" y="971550"/>
                </a:moveTo>
                <a:lnTo>
                  <a:pt x="1895475" y="971550"/>
                </a:lnTo>
                <a:lnTo>
                  <a:pt x="1895475" y="981075"/>
                </a:lnTo>
                <a:lnTo>
                  <a:pt x="1885950" y="981075"/>
                </a:lnTo>
                <a:close/>
                <a:moveTo>
                  <a:pt x="1219200" y="981075"/>
                </a:moveTo>
                <a:lnTo>
                  <a:pt x="1228725" y="981075"/>
                </a:lnTo>
                <a:lnTo>
                  <a:pt x="1228725" y="990600"/>
                </a:lnTo>
                <a:lnTo>
                  <a:pt x="1219200" y="990600"/>
                </a:lnTo>
                <a:close/>
                <a:moveTo>
                  <a:pt x="1285875" y="990600"/>
                </a:moveTo>
                <a:lnTo>
                  <a:pt x="1295400" y="990600"/>
                </a:lnTo>
                <a:lnTo>
                  <a:pt x="1295400" y="1000125"/>
                </a:lnTo>
                <a:lnTo>
                  <a:pt x="1285875" y="1000125"/>
                </a:lnTo>
                <a:close/>
                <a:moveTo>
                  <a:pt x="1800225" y="990600"/>
                </a:moveTo>
                <a:lnTo>
                  <a:pt x="1819275" y="990600"/>
                </a:lnTo>
                <a:lnTo>
                  <a:pt x="1819275" y="1000125"/>
                </a:lnTo>
                <a:lnTo>
                  <a:pt x="1828800" y="1000125"/>
                </a:lnTo>
                <a:lnTo>
                  <a:pt x="1828800" y="1009650"/>
                </a:lnTo>
                <a:lnTo>
                  <a:pt x="1809750" y="1009650"/>
                </a:lnTo>
                <a:lnTo>
                  <a:pt x="1809750" y="1000125"/>
                </a:lnTo>
                <a:lnTo>
                  <a:pt x="1800225" y="1000125"/>
                </a:lnTo>
                <a:close/>
                <a:moveTo>
                  <a:pt x="1857375" y="990600"/>
                </a:moveTo>
                <a:lnTo>
                  <a:pt x="1866900" y="990600"/>
                </a:lnTo>
                <a:lnTo>
                  <a:pt x="1866900" y="1000125"/>
                </a:lnTo>
                <a:lnTo>
                  <a:pt x="1857375" y="1000125"/>
                </a:lnTo>
                <a:close/>
                <a:moveTo>
                  <a:pt x="1057275" y="1000125"/>
                </a:moveTo>
                <a:lnTo>
                  <a:pt x="1066800" y="1000125"/>
                </a:lnTo>
                <a:lnTo>
                  <a:pt x="1066800" y="1009650"/>
                </a:lnTo>
                <a:lnTo>
                  <a:pt x="1057275" y="1009650"/>
                </a:lnTo>
                <a:close/>
                <a:moveTo>
                  <a:pt x="1295400" y="1000125"/>
                </a:moveTo>
                <a:lnTo>
                  <a:pt x="1304925" y="1000125"/>
                </a:lnTo>
                <a:lnTo>
                  <a:pt x="1304925" y="1009650"/>
                </a:lnTo>
                <a:lnTo>
                  <a:pt x="1295400" y="1009650"/>
                </a:lnTo>
                <a:close/>
                <a:moveTo>
                  <a:pt x="1685925" y="1000125"/>
                </a:moveTo>
                <a:lnTo>
                  <a:pt x="1695450" y="1000125"/>
                </a:lnTo>
                <a:lnTo>
                  <a:pt x="1695450" y="1019175"/>
                </a:lnTo>
                <a:lnTo>
                  <a:pt x="1685925" y="1019175"/>
                </a:lnTo>
                <a:close/>
                <a:moveTo>
                  <a:pt x="1295400" y="1019175"/>
                </a:moveTo>
                <a:lnTo>
                  <a:pt x="1304925" y="1019175"/>
                </a:lnTo>
                <a:lnTo>
                  <a:pt x="1304925" y="1028700"/>
                </a:lnTo>
                <a:lnTo>
                  <a:pt x="1295400" y="1028700"/>
                </a:lnTo>
                <a:close/>
                <a:moveTo>
                  <a:pt x="1695450" y="1019175"/>
                </a:moveTo>
                <a:lnTo>
                  <a:pt x="1704975" y="1019175"/>
                </a:lnTo>
                <a:lnTo>
                  <a:pt x="1704975" y="1028700"/>
                </a:lnTo>
                <a:lnTo>
                  <a:pt x="1695450" y="1028700"/>
                </a:lnTo>
                <a:close/>
                <a:moveTo>
                  <a:pt x="1809750" y="1019175"/>
                </a:moveTo>
                <a:lnTo>
                  <a:pt x="1828800" y="1019175"/>
                </a:lnTo>
                <a:lnTo>
                  <a:pt x="1828800" y="1028700"/>
                </a:lnTo>
                <a:lnTo>
                  <a:pt x="1809750" y="1028700"/>
                </a:lnTo>
                <a:close/>
                <a:moveTo>
                  <a:pt x="628650" y="1200150"/>
                </a:moveTo>
                <a:lnTo>
                  <a:pt x="638175" y="1200150"/>
                </a:lnTo>
                <a:lnTo>
                  <a:pt x="638175" y="1209675"/>
                </a:lnTo>
                <a:lnTo>
                  <a:pt x="628650" y="1209675"/>
                </a:lnTo>
                <a:close/>
                <a:moveTo>
                  <a:pt x="38100" y="1238250"/>
                </a:moveTo>
                <a:lnTo>
                  <a:pt x="47625" y="1238250"/>
                </a:lnTo>
                <a:lnTo>
                  <a:pt x="47625" y="1247775"/>
                </a:lnTo>
                <a:lnTo>
                  <a:pt x="38100" y="1247775"/>
                </a:lnTo>
                <a:close/>
                <a:moveTo>
                  <a:pt x="723900" y="1285875"/>
                </a:moveTo>
                <a:lnTo>
                  <a:pt x="733425" y="1285875"/>
                </a:lnTo>
                <a:lnTo>
                  <a:pt x="733425" y="1295400"/>
                </a:lnTo>
                <a:lnTo>
                  <a:pt x="752475" y="1295400"/>
                </a:lnTo>
                <a:lnTo>
                  <a:pt x="752475" y="1304925"/>
                </a:lnTo>
                <a:lnTo>
                  <a:pt x="714375" y="1304925"/>
                </a:lnTo>
                <a:lnTo>
                  <a:pt x="714375" y="1295400"/>
                </a:lnTo>
                <a:lnTo>
                  <a:pt x="723900" y="1295400"/>
                </a:lnTo>
                <a:close/>
                <a:moveTo>
                  <a:pt x="1800225" y="1295400"/>
                </a:moveTo>
                <a:lnTo>
                  <a:pt x="1809750" y="1295400"/>
                </a:lnTo>
                <a:lnTo>
                  <a:pt x="1809750" y="1333500"/>
                </a:lnTo>
                <a:lnTo>
                  <a:pt x="1790700" y="1333500"/>
                </a:lnTo>
                <a:lnTo>
                  <a:pt x="1790700" y="1304925"/>
                </a:lnTo>
                <a:lnTo>
                  <a:pt x="1800225" y="1304925"/>
                </a:lnTo>
                <a:close/>
                <a:moveTo>
                  <a:pt x="638175" y="1333500"/>
                </a:moveTo>
                <a:lnTo>
                  <a:pt x="647700" y="1333500"/>
                </a:lnTo>
                <a:lnTo>
                  <a:pt x="647700" y="1343025"/>
                </a:lnTo>
                <a:lnTo>
                  <a:pt x="638175" y="1343025"/>
                </a:lnTo>
                <a:close/>
                <a:moveTo>
                  <a:pt x="1771650" y="1352550"/>
                </a:moveTo>
                <a:lnTo>
                  <a:pt x="1781175" y="1352550"/>
                </a:lnTo>
                <a:lnTo>
                  <a:pt x="1781175" y="1362075"/>
                </a:lnTo>
                <a:lnTo>
                  <a:pt x="1771650" y="1362075"/>
                </a:lnTo>
                <a:close/>
                <a:moveTo>
                  <a:pt x="1543050" y="1409700"/>
                </a:moveTo>
                <a:lnTo>
                  <a:pt x="1552575" y="1409700"/>
                </a:lnTo>
                <a:lnTo>
                  <a:pt x="1552575" y="1428750"/>
                </a:lnTo>
                <a:lnTo>
                  <a:pt x="1533525" y="1428750"/>
                </a:lnTo>
                <a:lnTo>
                  <a:pt x="1533525" y="1419225"/>
                </a:lnTo>
                <a:lnTo>
                  <a:pt x="1543050" y="1419225"/>
                </a:lnTo>
                <a:close/>
                <a:moveTo>
                  <a:pt x="1181100" y="1485900"/>
                </a:moveTo>
                <a:lnTo>
                  <a:pt x="1209675" y="1485900"/>
                </a:lnTo>
                <a:lnTo>
                  <a:pt x="1209675" y="1504950"/>
                </a:lnTo>
                <a:lnTo>
                  <a:pt x="1171575" y="1504950"/>
                </a:lnTo>
                <a:lnTo>
                  <a:pt x="1171575" y="1495425"/>
                </a:lnTo>
                <a:lnTo>
                  <a:pt x="1181100" y="1495425"/>
                </a:lnTo>
                <a:close/>
                <a:moveTo>
                  <a:pt x="1314450" y="1485900"/>
                </a:moveTo>
                <a:lnTo>
                  <a:pt x="1333500" y="1485900"/>
                </a:lnTo>
                <a:lnTo>
                  <a:pt x="1333500" y="1495425"/>
                </a:lnTo>
                <a:lnTo>
                  <a:pt x="1343025" y="1495425"/>
                </a:lnTo>
                <a:lnTo>
                  <a:pt x="1343025" y="1504950"/>
                </a:lnTo>
                <a:lnTo>
                  <a:pt x="1333500" y="1504950"/>
                </a:lnTo>
                <a:lnTo>
                  <a:pt x="1333500" y="1514475"/>
                </a:lnTo>
                <a:lnTo>
                  <a:pt x="1323975" y="1514475"/>
                </a:lnTo>
                <a:lnTo>
                  <a:pt x="1323975" y="1524000"/>
                </a:lnTo>
                <a:lnTo>
                  <a:pt x="1314450" y="1524000"/>
                </a:lnTo>
                <a:lnTo>
                  <a:pt x="1314450" y="1504950"/>
                </a:lnTo>
                <a:lnTo>
                  <a:pt x="1304925" y="1504950"/>
                </a:lnTo>
                <a:lnTo>
                  <a:pt x="1304925" y="1495425"/>
                </a:lnTo>
                <a:lnTo>
                  <a:pt x="1314450" y="1495425"/>
                </a:lnTo>
                <a:close/>
                <a:moveTo>
                  <a:pt x="1390650" y="1485900"/>
                </a:moveTo>
                <a:lnTo>
                  <a:pt x="1400175" y="1485900"/>
                </a:lnTo>
                <a:lnTo>
                  <a:pt x="1400175" y="1504950"/>
                </a:lnTo>
                <a:lnTo>
                  <a:pt x="1419225" y="1504950"/>
                </a:lnTo>
                <a:lnTo>
                  <a:pt x="1419225" y="1514475"/>
                </a:lnTo>
                <a:lnTo>
                  <a:pt x="1409700" y="1514475"/>
                </a:lnTo>
                <a:lnTo>
                  <a:pt x="1409700" y="1524000"/>
                </a:lnTo>
                <a:lnTo>
                  <a:pt x="1390650" y="1524000"/>
                </a:lnTo>
                <a:close/>
                <a:moveTo>
                  <a:pt x="1409700" y="1485900"/>
                </a:moveTo>
                <a:lnTo>
                  <a:pt x="1419225" y="1485900"/>
                </a:lnTo>
                <a:lnTo>
                  <a:pt x="1419225" y="1495425"/>
                </a:lnTo>
                <a:lnTo>
                  <a:pt x="1409700" y="1495425"/>
                </a:lnTo>
                <a:close/>
                <a:moveTo>
                  <a:pt x="1476375" y="1495425"/>
                </a:moveTo>
                <a:lnTo>
                  <a:pt x="1504950" y="1495425"/>
                </a:lnTo>
                <a:lnTo>
                  <a:pt x="1504950" y="1504950"/>
                </a:lnTo>
                <a:lnTo>
                  <a:pt x="1476375" y="1504950"/>
                </a:lnTo>
                <a:close/>
                <a:moveTo>
                  <a:pt x="1190625" y="1543050"/>
                </a:moveTo>
                <a:lnTo>
                  <a:pt x="1200150" y="1543050"/>
                </a:lnTo>
                <a:lnTo>
                  <a:pt x="1200150" y="1552575"/>
                </a:lnTo>
                <a:lnTo>
                  <a:pt x="1190625" y="1552575"/>
                </a:lnTo>
                <a:close/>
                <a:moveTo>
                  <a:pt x="1724025" y="1543050"/>
                </a:moveTo>
                <a:lnTo>
                  <a:pt x="1733550" y="1543050"/>
                </a:lnTo>
                <a:lnTo>
                  <a:pt x="1733550" y="1552575"/>
                </a:lnTo>
                <a:lnTo>
                  <a:pt x="1724025" y="1552575"/>
                </a:lnTo>
                <a:close/>
                <a:moveTo>
                  <a:pt x="1743075" y="1543050"/>
                </a:moveTo>
                <a:lnTo>
                  <a:pt x="1752600" y="1543050"/>
                </a:lnTo>
                <a:lnTo>
                  <a:pt x="1752600" y="1552575"/>
                </a:lnTo>
                <a:lnTo>
                  <a:pt x="1762125" y="1552575"/>
                </a:lnTo>
                <a:lnTo>
                  <a:pt x="1762125" y="1571625"/>
                </a:lnTo>
                <a:lnTo>
                  <a:pt x="1724025" y="1571625"/>
                </a:lnTo>
                <a:lnTo>
                  <a:pt x="1724025" y="1562100"/>
                </a:lnTo>
                <a:lnTo>
                  <a:pt x="1733550" y="1562100"/>
                </a:lnTo>
                <a:lnTo>
                  <a:pt x="1733550" y="1552575"/>
                </a:lnTo>
                <a:lnTo>
                  <a:pt x="1743075" y="1552575"/>
                </a:lnTo>
                <a:close/>
                <a:moveTo>
                  <a:pt x="1219200" y="1552575"/>
                </a:moveTo>
                <a:lnTo>
                  <a:pt x="1228725" y="1552575"/>
                </a:lnTo>
                <a:lnTo>
                  <a:pt x="1228725" y="1571625"/>
                </a:lnTo>
                <a:lnTo>
                  <a:pt x="1219200" y="1571625"/>
                </a:lnTo>
                <a:close/>
                <a:moveTo>
                  <a:pt x="1447800" y="1562100"/>
                </a:moveTo>
                <a:lnTo>
                  <a:pt x="1457325" y="1562100"/>
                </a:lnTo>
                <a:lnTo>
                  <a:pt x="1457325" y="1571625"/>
                </a:lnTo>
                <a:lnTo>
                  <a:pt x="1447800" y="1571625"/>
                </a:lnTo>
                <a:close/>
                <a:moveTo>
                  <a:pt x="733425" y="1581150"/>
                </a:moveTo>
                <a:lnTo>
                  <a:pt x="742950" y="1581150"/>
                </a:lnTo>
                <a:lnTo>
                  <a:pt x="742950" y="1590675"/>
                </a:lnTo>
                <a:lnTo>
                  <a:pt x="733425" y="1590675"/>
                </a:lnTo>
                <a:close/>
                <a:moveTo>
                  <a:pt x="866775" y="1581150"/>
                </a:moveTo>
                <a:lnTo>
                  <a:pt x="876300" y="1581150"/>
                </a:lnTo>
                <a:lnTo>
                  <a:pt x="876300" y="1590675"/>
                </a:lnTo>
                <a:lnTo>
                  <a:pt x="885825" y="1590675"/>
                </a:lnTo>
                <a:lnTo>
                  <a:pt x="885825" y="1600200"/>
                </a:lnTo>
                <a:lnTo>
                  <a:pt x="876300" y="1600200"/>
                </a:lnTo>
                <a:lnTo>
                  <a:pt x="876300" y="1609725"/>
                </a:lnTo>
                <a:lnTo>
                  <a:pt x="866775" y="1609725"/>
                </a:lnTo>
                <a:lnTo>
                  <a:pt x="866775" y="1600200"/>
                </a:lnTo>
                <a:lnTo>
                  <a:pt x="857250" y="1600200"/>
                </a:lnTo>
                <a:lnTo>
                  <a:pt x="857250" y="1590675"/>
                </a:lnTo>
                <a:lnTo>
                  <a:pt x="866775" y="1590675"/>
                </a:lnTo>
                <a:close/>
                <a:moveTo>
                  <a:pt x="1504950" y="1581150"/>
                </a:moveTo>
                <a:lnTo>
                  <a:pt x="1514475" y="1581150"/>
                </a:lnTo>
                <a:lnTo>
                  <a:pt x="1514475" y="1600200"/>
                </a:lnTo>
                <a:lnTo>
                  <a:pt x="1504950" y="1600200"/>
                </a:lnTo>
                <a:close/>
                <a:moveTo>
                  <a:pt x="1171575" y="1590675"/>
                </a:moveTo>
                <a:lnTo>
                  <a:pt x="1181100" y="1590675"/>
                </a:lnTo>
                <a:lnTo>
                  <a:pt x="1181100" y="1600200"/>
                </a:lnTo>
                <a:lnTo>
                  <a:pt x="1171575" y="1600200"/>
                </a:lnTo>
                <a:close/>
                <a:moveTo>
                  <a:pt x="1266825" y="1600200"/>
                </a:moveTo>
                <a:lnTo>
                  <a:pt x="1276350" y="1600200"/>
                </a:lnTo>
                <a:lnTo>
                  <a:pt x="1276350" y="1609725"/>
                </a:lnTo>
                <a:lnTo>
                  <a:pt x="1266825" y="1609725"/>
                </a:lnTo>
                <a:close/>
                <a:moveTo>
                  <a:pt x="1743075" y="1628775"/>
                </a:moveTo>
                <a:lnTo>
                  <a:pt x="1752600" y="1628775"/>
                </a:lnTo>
                <a:lnTo>
                  <a:pt x="1752600" y="1638300"/>
                </a:lnTo>
                <a:lnTo>
                  <a:pt x="1743075" y="1638300"/>
                </a:lnTo>
                <a:close/>
                <a:moveTo>
                  <a:pt x="1838325" y="1628775"/>
                </a:moveTo>
                <a:lnTo>
                  <a:pt x="1847850" y="1628775"/>
                </a:lnTo>
                <a:lnTo>
                  <a:pt x="1847850" y="1638300"/>
                </a:lnTo>
                <a:lnTo>
                  <a:pt x="1838325" y="1638300"/>
                </a:lnTo>
                <a:close/>
                <a:moveTo>
                  <a:pt x="1466850" y="1638300"/>
                </a:moveTo>
                <a:lnTo>
                  <a:pt x="1485900" y="1638300"/>
                </a:lnTo>
                <a:lnTo>
                  <a:pt x="1485900" y="1647825"/>
                </a:lnTo>
                <a:lnTo>
                  <a:pt x="1466850" y="1647825"/>
                </a:lnTo>
                <a:close/>
                <a:moveTo>
                  <a:pt x="28575" y="1647825"/>
                </a:moveTo>
                <a:lnTo>
                  <a:pt x="38100" y="1647825"/>
                </a:lnTo>
                <a:lnTo>
                  <a:pt x="38100" y="1657350"/>
                </a:lnTo>
                <a:lnTo>
                  <a:pt x="28575" y="1657350"/>
                </a:lnTo>
                <a:close/>
              </a:path>
            </a:pathLst>
          </a:custGeom>
          <a:solidFill xmlns:a="http://schemas.openxmlformats.org/drawingml/2006/main">
            <a:srgbClr val="F2EDE2"/>
          </a:solidFill>
          <a:ln xmlns:a="http://schemas.openxmlformats.org/drawingml/2006/main" w="0">
            <a:noFill/>
          </a:ln>
        </p:spPr>
      </p:sp>
      <p:sp>
        <p:nvSpPr>
          <p:cNvPr id="117" name="appearance vector #f2eee0">
            <a:extLst xmlns:a="http://schemas.openxmlformats.org/drawingml/2006/main">
              <a:ext uri="{FF2B5EF4-FFF2-40B4-BE49-F238E27FC236}">
                <a16:creationId xmlns:a16="http://schemas.microsoft.com/office/drawing/2014/main" id="{1CDCCF6F-8B3C-41AB-810E-187D0A8895F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343400" y="5114925"/>
            <a:ext cx="1943100" cy="1666875"/>
          </a:xfrm>
          <a:custGeom xmlns:a="http://schemas.openxmlformats.org/drawingml/2006/main">
            <a:pathLst>
              <a:path w="1943100" h="1666875">
                <a:moveTo>
                  <a:pt x="57150" y="19050"/>
                </a:moveTo>
                <a:lnTo>
                  <a:pt x="66675" y="19050"/>
                </a:lnTo>
                <a:lnTo>
                  <a:pt x="66675" y="28575"/>
                </a:lnTo>
                <a:lnTo>
                  <a:pt x="57150" y="28575"/>
                </a:lnTo>
                <a:close/>
                <a:moveTo>
                  <a:pt x="104775" y="19050"/>
                </a:moveTo>
                <a:lnTo>
                  <a:pt x="133350" y="19050"/>
                </a:lnTo>
                <a:lnTo>
                  <a:pt x="133350" y="28575"/>
                </a:lnTo>
                <a:lnTo>
                  <a:pt x="104775" y="28575"/>
                </a:lnTo>
                <a:close/>
                <a:moveTo>
                  <a:pt x="171450" y="19050"/>
                </a:moveTo>
                <a:lnTo>
                  <a:pt x="190500" y="19050"/>
                </a:lnTo>
                <a:lnTo>
                  <a:pt x="190500" y="28575"/>
                </a:lnTo>
                <a:lnTo>
                  <a:pt x="171450" y="28575"/>
                </a:lnTo>
                <a:close/>
                <a:moveTo>
                  <a:pt x="285750" y="19050"/>
                </a:moveTo>
                <a:lnTo>
                  <a:pt x="295275" y="19050"/>
                </a:lnTo>
                <a:lnTo>
                  <a:pt x="295275" y="28575"/>
                </a:lnTo>
                <a:lnTo>
                  <a:pt x="285750" y="28575"/>
                </a:lnTo>
                <a:close/>
                <a:moveTo>
                  <a:pt x="342900" y="19050"/>
                </a:moveTo>
                <a:lnTo>
                  <a:pt x="361950" y="19050"/>
                </a:lnTo>
                <a:lnTo>
                  <a:pt x="361950" y="38100"/>
                </a:lnTo>
                <a:lnTo>
                  <a:pt x="352425" y="38100"/>
                </a:lnTo>
                <a:lnTo>
                  <a:pt x="352425" y="28575"/>
                </a:lnTo>
                <a:lnTo>
                  <a:pt x="342900" y="28575"/>
                </a:lnTo>
                <a:close/>
                <a:moveTo>
                  <a:pt x="400050" y="19050"/>
                </a:moveTo>
                <a:lnTo>
                  <a:pt x="409575" y="19050"/>
                </a:lnTo>
                <a:lnTo>
                  <a:pt x="409575" y="28575"/>
                </a:lnTo>
                <a:lnTo>
                  <a:pt x="400050" y="28575"/>
                </a:lnTo>
                <a:close/>
                <a:moveTo>
                  <a:pt x="514350" y="19050"/>
                </a:moveTo>
                <a:lnTo>
                  <a:pt x="542925" y="19050"/>
                </a:lnTo>
                <a:lnTo>
                  <a:pt x="542925" y="28575"/>
                </a:lnTo>
                <a:lnTo>
                  <a:pt x="523875" y="28575"/>
                </a:lnTo>
                <a:lnTo>
                  <a:pt x="523875" y="38100"/>
                </a:lnTo>
                <a:lnTo>
                  <a:pt x="514350" y="38100"/>
                </a:lnTo>
                <a:close/>
                <a:moveTo>
                  <a:pt x="914400" y="19050"/>
                </a:moveTo>
                <a:lnTo>
                  <a:pt x="933450" y="19050"/>
                </a:lnTo>
                <a:lnTo>
                  <a:pt x="933450" y="28575"/>
                </a:lnTo>
                <a:lnTo>
                  <a:pt x="914400" y="28575"/>
                </a:lnTo>
                <a:close/>
                <a:moveTo>
                  <a:pt x="1181100" y="19050"/>
                </a:moveTo>
                <a:lnTo>
                  <a:pt x="1200150" y="19050"/>
                </a:lnTo>
                <a:lnTo>
                  <a:pt x="1200150" y="28575"/>
                </a:lnTo>
                <a:lnTo>
                  <a:pt x="1181100" y="28575"/>
                </a:lnTo>
                <a:close/>
                <a:moveTo>
                  <a:pt x="1219200" y="19050"/>
                </a:moveTo>
                <a:lnTo>
                  <a:pt x="1228725" y="19050"/>
                </a:lnTo>
                <a:lnTo>
                  <a:pt x="1228725" y="28575"/>
                </a:lnTo>
                <a:lnTo>
                  <a:pt x="1219200" y="28575"/>
                </a:lnTo>
                <a:close/>
                <a:moveTo>
                  <a:pt x="1266825" y="19050"/>
                </a:moveTo>
                <a:lnTo>
                  <a:pt x="1276350" y="19050"/>
                </a:lnTo>
                <a:lnTo>
                  <a:pt x="1276350" y="28575"/>
                </a:lnTo>
                <a:lnTo>
                  <a:pt x="1266825" y="28575"/>
                </a:lnTo>
                <a:close/>
                <a:moveTo>
                  <a:pt x="1295400" y="19050"/>
                </a:moveTo>
                <a:lnTo>
                  <a:pt x="1314450" y="19050"/>
                </a:lnTo>
                <a:lnTo>
                  <a:pt x="1314450" y="28575"/>
                </a:lnTo>
                <a:lnTo>
                  <a:pt x="1295400" y="28575"/>
                </a:lnTo>
                <a:close/>
                <a:moveTo>
                  <a:pt x="1371600" y="19050"/>
                </a:moveTo>
                <a:lnTo>
                  <a:pt x="1390650" y="19050"/>
                </a:lnTo>
                <a:lnTo>
                  <a:pt x="1390650" y="28575"/>
                </a:lnTo>
                <a:lnTo>
                  <a:pt x="1371600" y="28575"/>
                </a:lnTo>
                <a:close/>
                <a:moveTo>
                  <a:pt x="1447800" y="19050"/>
                </a:moveTo>
                <a:lnTo>
                  <a:pt x="1466850" y="19050"/>
                </a:lnTo>
                <a:lnTo>
                  <a:pt x="1466850" y="28575"/>
                </a:lnTo>
                <a:lnTo>
                  <a:pt x="1447800" y="28575"/>
                </a:lnTo>
                <a:close/>
                <a:moveTo>
                  <a:pt x="1504950" y="19050"/>
                </a:moveTo>
                <a:lnTo>
                  <a:pt x="1533525" y="19050"/>
                </a:lnTo>
                <a:lnTo>
                  <a:pt x="1533525" y="28575"/>
                </a:lnTo>
                <a:lnTo>
                  <a:pt x="1504950" y="28575"/>
                </a:lnTo>
                <a:close/>
                <a:moveTo>
                  <a:pt x="1543050" y="19050"/>
                </a:moveTo>
                <a:lnTo>
                  <a:pt x="1571625" y="19050"/>
                </a:lnTo>
                <a:lnTo>
                  <a:pt x="1571625" y="28575"/>
                </a:lnTo>
                <a:lnTo>
                  <a:pt x="1543050" y="28575"/>
                </a:lnTo>
                <a:close/>
                <a:moveTo>
                  <a:pt x="1638300" y="19050"/>
                </a:moveTo>
                <a:lnTo>
                  <a:pt x="1657350" y="19050"/>
                </a:lnTo>
                <a:lnTo>
                  <a:pt x="1657350" y="28575"/>
                </a:lnTo>
                <a:lnTo>
                  <a:pt x="1638300" y="28575"/>
                </a:lnTo>
                <a:close/>
                <a:moveTo>
                  <a:pt x="1676400" y="19050"/>
                </a:moveTo>
                <a:lnTo>
                  <a:pt x="1685925" y="19050"/>
                </a:lnTo>
                <a:lnTo>
                  <a:pt x="1685925" y="28575"/>
                </a:lnTo>
                <a:lnTo>
                  <a:pt x="1676400" y="28575"/>
                </a:lnTo>
                <a:close/>
                <a:moveTo>
                  <a:pt x="1714500" y="19050"/>
                </a:moveTo>
                <a:lnTo>
                  <a:pt x="1724025" y="19050"/>
                </a:lnTo>
                <a:lnTo>
                  <a:pt x="1724025" y="38100"/>
                </a:lnTo>
                <a:lnTo>
                  <a:pt x="1714500" y="38100"/>
                </a:lnTo>
                <a:close/>
                <a:moveTo>
                  <a:pt x="1743075" y="19050"/>
                </a:moveTo>
                <a:lnTo>
                  <a:pt x="1771650" y="19050"/>
                </a:lnTo>
                <a:lnTo>
                  <a:pt x="1771650" y="28575"/>
                </a:lnTo>
                <a:lnTo>
                  <a:pt x="1743075" y="28575"/>
                </a:lnTo>
                <a:close/>
                <a:moveTo>
                  <a:pt x="200025" y="28575"/>
                </a:moveTo>
                <a:lnTo>
                  <a:pt x="257175" y="28575"/>
                </a:lnTo>
                <a:lnTo>
                  <a:pt x="257175" y="38100"/>
                </a:lnTo>
                <a:lnTo>
                  <a:pt x="228600" y="38100"/>
                </a:lnTo>
                <a:lnTo>
                  <a:pt x="228600" y="47625"/>
                </a:lnTo>
                <a:lnTo>
                  <a:pt x="209550" y="47625"/>
                </a:lnTo>
                <a:lnTo>
                  <a:pt x="209550" y="38100"/>
                </a:lnTo>
                <a:lnTo>
                  <a:pt x="200025" y="38100"/>
                </a:lnTo>
                <a:close/>
                <a:moveTo>
                  <a:pt x="304800" y="28575"/>
                </a:moveTo>
                <a:lnTo>
                  <a:pt x="323850" y="28575"/>
                </a:lnTo>
                <a:lnTo>
                  <a:pt x="323850" y="38100"/>
                </a:lnTo>
                <a:lnTo>
                  <a:pt x="304800" y="38100"/>
                </a:lnTo>
                <a:close/>
                <a:moveTo>
                  <a:pt x="571500" y="28575"/>
                </a:moveTo>
                <a:lnTo>
                  <a:pt x="590550" y="28575"/>
                </a:lnTo>
                <a:lnTo>
                  <a:pt x="590550" y="38100"/>
                </a:lnTo>
                <a:lnTo>
                  <a:pt x="571500" y="38100"/>
                </a:lnTo>
                <a:close/>
                <a:moveTo>
                  <a:pt x="390525" y="38100"/>
                </a:moveTo>
                <a:lnTo>
                  <a:pt x="400050" y="38100"/>
                </a:lnTo>
                <a:lnTo>
                  <a:pt x="400050" y="57150"/>
                </a:lnTo>
                <a:lnTo>
                  <a:pt x="390525" y="57150"/>
                </a:lnTo>
                <a:close/>
                <a:moveTo>
                  <a:pt x="1838325" y="38100"/>
                </a:moveTo>
                <a:lnTo>
                  <a:pt x="1847850" y="38100"/>
                </a:lnTo>
                <a:lnTo>
                  <a:pt x="1847850" y="47625"/>
                </a:lnTo>
                <a:lnTo>
                  <a:pt x="1838325" y="47625"/>
                </a:lnTo>
                <a:close/>
                <a:moveTo>
                  <a:pt x="238125" y="47625"/>
                </a:moveTo>
                <a:lnTo>
                  <a:pt x="257175" y="47625"/>
                </a:lnTo>
                <a:lnTo>
                  <a:pt x="257175" y="57150"/>
                </a:lnTo>
                <a:lnTo>
                  <a:pt x="238125" y="57150"/>
                </a:lnTo>
                <a:close/>
                <a:moveTo>
                  <a:pt x="419100" y="47625"/>
                </a:moveTo>
                <a:lnTo>
                  <a:pt x="428625" y="47625"/>
                </a:lnTo>
                <a:lnTo>
                  <a:pt x="428625" y="57150"/>
                </a:lnTo>
                <a:lnTo>
                  <a:pt x="419100" y="57150"/>
                </a:lnTo>
                <a:close/>
                <a:moveTo>
                  <a:pt x="400050" y="57150"/>
                </a:moveTo>
                <a:lnTo>
                  <a:pt x="409575" y="57150"/>
                </a:lnTo>
                <a:lnTo>
                  <a:pt x="409575" y="66675"/>
                </a:lnTo>
                <a:lnTo>
                  <a:pt x="400050" y="66675"/>
                </a:lnTo>
                <a:close/>
                <a:moveTo>
                  <a:pt x="390525" y="66675"/>
                </a:moveTo>
                <a:lnTo>
                  <a:pt x="400050" y="66675"/>
                </a:lnTo>
                <a:lnTo>
                  <a:pt x="400050" y="76200"/>
                </a:lnTo>
                <a:lnTo>
                  <a:pt x="390525" y="76200"/>
                </a:lnTo>
                <a:close/>
                <a:moveTo>
                  <a:pt x="304800" y="85725"/>
                </a:moveTo>
                <a:lnTo>
                  <a:pt x="314325" y="85725"/>
                </a:lnTo>
                <a:lnTo>
                  <a:pt x="314325" y="95250"/>
                </a:lnTo>
                <a:lnTo>
                  <a:pt x="304800" y="95250"/>
                </a:lnTo>
                <a:close/>
                <a:moveTo>
                  <a:pt x="314325" y="114300"/>
                </a:moveTo>
                <a:lnTo>
                  <a:pt x="323850" y="114300"/>
                </a:lnTo>
                <a:lnTo>
                  <a:pt x="323850" y="142875"/>
                </a:lnTo>
                <a:lnTo>
                  <a:pt x="314325" y="142875"/>
                </a:lnTo>
                <a:close/>
                <a:moveTo>
                  <a:pt x="352425" y="114300"/>
                </a:moveTo>
                <a:lnTo>
                  <a:pt x="361950" y="114300"/>
                </a:lnTo>
                <a:lnTo>
                  <a:pt x="361950" y="133350"/>
                </a:lnTo>
                <a:lnTo>
                  <a:pt x="352425" y="133350"/>
                </a:lnTo>
                <a:close/>
                <a:moveTo>
                  <a:pt x="333375" y="123825"/>
                </a:moveTo>
                <a:lnTo>
                  <a:pt x="342900" y="123825"/>
                </a:lnTo>
                <a:lnTo>
                  <a:pt x="342900" y="133350"/>
                </a:lnTo>
                <a:lnTo>
                  <a:pt x="333375" y="133350"/>
                </a:lnTo>
                <a:close/>
                <a:moveTo>
                  <a:pt x="381000" y="123825"/>
                </a:moveTo>
                <a:lnTo>
                  <a:pt x="390525" y="123825"/>
                </a:lnTo>
                <a:lnTo>
                  <a:pt x="390525" y="133350"/>
                </a:lnTo>
                <a:lnTo>
                  <a:pt x="381000" y="133350"/>
                </a:lnTo>
                <a:close/>
                <a:moveTo>
                  <a:pt x="390525" y="133350"/>
                </a:moveTo>
                <a:lnTo>
                  <a:pt x="400050" y="133350"/>
                </a:lnTo>
                <a:lnTo>
                  <a:pt x="400050" y="142875"/>
                </a:lnTo>
                <a:lnTo>
                  <a:pt x="390525" y="142875"/>
                </a:lnTo>
                <a:close/>
                <a:moveTo>
                  <a:pt x="209550" y="142875"/>
                </a:moveTo>
                <a:lnTo>
                  <a:pt x="219075" y="142875"/>
                </a:lnTo>
                <a:lnTo>
                  <a:pt x="219075" y="152400"/>
                </a:lnTo>
                <a:lnTo>
                  <a:pt x="209550" y="152400"/>
                </a:lnTo>
                <a:close/>
                <a:moveTo>
                  <a:pt x="1905000" y="219075"/>
                </a:moveTo>
                <a:lnTo>
                  <a:pt x="1914525" y="219075"/>
                </a:lnTo>
                <a:lnTo>
                  <a:pt x="1914525" y="238125"/>
                </a:lnTo>
                <a:lnTo>
                  <a:pt x="1905000" y="238125"/>
                </a:lnTo>
                <a:close/>
                <a:moveTo>
                  <a:pt x="476250" y="238125"/>
                </a:moveTo>
                <a:lnTo>
                  <a:pt x="495300" y="238125"/>
                </a:lnTo>
                <a:lnTo>
                  <a:pt x="495300" y="257175"/>
                </a:lnTo>
                <a:lnTo>
                  <a:pt x="476250" y="257175"/>
                </a:lnTo>
                <a:close/>
                <a:moveTo>
                  <a:pt x="504825" y="238125"/>
                </a:moveTo>
                <a:lnTo>
                  <a:pt x="533400" y="238125"/>
                </a:lnTo>
                <a:lnTo>
                  <a:pt x="533400" y="247650"/>
                </a:lnTo>
                <a:lnTo>
                  <a:pt x="504825" y="247650"/>
                </a:lnTo>
                <a:close/>
                <a:moveTo>
                  <a:pt x="571500" y="238125"/>
                </a:moveTo>
                <a:lnTo>
                  <a:pt x="581025" y="238125"/>
                </a:lnTo>
                <a:lnTo>
                  <a:pt x="581025" y="247650"/>
                </a:lnTo>
                <a:lnTo>
                  <a:pt x="571500" y="247650"/>
                </a:lnTo>
                <a:close/>
                <a:moveTo>
                  <a:pt x="619125" y="238125"/>
                </a:moveTo>
                <a:lnTo>
                  <a:pt x="628650" y="238125"/>
                </a:lnTo>
                <a:lnTo>
                  <a:pt x="628650" y="247650"/>
                </a:lnTo>
                <a:lnTo>
                  <a:pt x="619125" y="247650"/>
                </a:lnTo>
                <a:close/>
                <a:moveTo>
                  <a:pt x="695325" y="238125"/>
                </a:moveTo>
                <a:lnTo>
                  <a:pt x="723900" y="238125"/>
                </a:lnTo>
                <a:lnTo>
                  <a:pt x="723900" y="247650"/>
                </a:lnTo>
                <a:lnTo>
                  <a:pt x="695325" y="247650"/>
                </a:lnTo>
                <a:close/>
                <a:moveTo>
                  <a:pt x="723900" y="247650"/>
                </a:moveTo>
                <a:lnTo>
                  <a:pt x="762000" y="247650"/>
                </a:lnTo>
                <a:lnTo>
                  <a:pt x="762000" y="257175"/>
                </a:lnTo>
                <a:lnTo>
                  <a:pt x="723900" y="257175"/>
                </a:lnTo>
                <a:close/>
                <a:moveTo>
                  <a:pt x="1590675" y="266700"/>
                </a:moveTo>
                <a:lnTo>
                  <a:pt x="1600200" y="266700"/>
                </a:lnTo>
                <a:lnTo>
                  <a:pt x="1600200" y="276225"/>
                </a:lnTo>
                <a:lnTo>
                  <a:pt x="1590675" y="276225"/>
                </a:lnTo>
                <a:close/>
                <a:moveTo>
                  <a:pt x="1895475" y="285750"/>
                </a:moveTo>
                <a:lnTo>
                  <a:pt x="1905000" y="285750"/>
                </a:lnTo>
                <a:lnTo>
                  <a:pt x="1905000" y="295275"/>
                </a:lnTo>
                <a:lnTo>
                  <a:pt x="1895475" y="295275"/>
                </a:lnTo>
                <a:close/>
                <a:moveTo>
                  <a:pt x="66675" y="495300"/>
                </a:moveTo>
                <a:lnTo>
                  <a:pt x="76200" y="495300"/>
                </a:lnTo>
                <a:lnTo>
                  <a:pt x="76200" y="533400"/>
                </a:lnTo>
                <a:lnTo>
                  <a:pt x="66675" y="533400"/>
                </a:lnTo>
                <a:lnTo>
                  <a:pt x="66675" y="523875"/>
                </a:lnTo>
                <a:lnTo>
                  <a:pt x="57150" y="523875"/>
                </a:lnTo>
                <a:lnTo>
                  <a:pt x="57150" y="514350"/>
                </a:lnTo>
                <a:lnTo>
                  <a:pt x="66675" y="514350"/>
                </a:lnTo>
                <a:close/>
                <a:moveTo>
                  <a:pt x="1724025" y="533400"/>
                </a:moveTo>
                <a:lnTo>
                  <a:pt x="1743075" y="533400"/>
                </a:lnTo>
                <a:lnTo>
                  <a:pt x="1743075" y="542925"/>
                </a:lnTo>
                <a:lnTo>
                  <a:pt x="1724025" y="542925"/>
                </a:lnTo>
                <a:close/>
                <a:moveTo>
                  <a:pt x="1762125" y="533400"/>
                </a:moveTo>
                <a:lnTo>
                  <a:pt x="1771650" y="533400"/>
                </a:lnTo>
                <a:lnTo>
                  <a:pt x="1771650" y="542925"/>
                </a:lnTo>
                <a:lnTo>
                  <a:pt x="1762125" y="542925"/>
                </a:lnTo>
                <a:close/>
                <a:moveTo>
                  <a:pt x="1905000" y="533400"/>
                </a:moveTo>
                <a:lnTo>
                  <a:pt x="1914525" y="533400"/>
                </a:lnTo>
                <a:lnTo>
                  <a:pt x="1914525" y="542925"/>
                </a:lnTo>
                <a:lnTo>
                  <a:pt x="1905000" y="542925"/>
                </a:lnTo>
                <a:close/>
                <a:moveTo>
                  <a:pt x="95250" y="542925"/>
                </a:moveTo>
                <a:lnTo>
                  <a:pt x="104775" y="542925"/>
                </a:lnTo>
                <a:lnTo>
                  <a:pt x="104775" y="552450"/>
                </a:lnTo>
                <a:lnTo>
                  <a:pt x="95250" y="552450"/>
                </a:lnTo>
                <a:close/>
                <a:moveTo>
                  <a:pt x="142875" y="542925"/>
                </a:moveTo>
                <a:lnTo>
                  <a:pt x="161925" y="542925"/>
                </a:lnTo>
                <a:lnTo>
                  <a:pt x="161925" y="552450"/>
                </a:lnTo>
                <a:lnTo>
                  <a:pt x="142875" y="552450"/>
                </a:lnTo>
                <a:close/>
                <a:moveTo>
                  <a:pt x="66675" y="552450"/>
                </a:moveTo>
                <a:lnTo>
                  <a:pt x="95250" y="552450"/>
                </a:lnTo>
                <a:lnTo>
                  <a:pt x="95250" y="561975"/>
                </a:lnTo>
                <a:lnTo>
                  <a:pt x="66675" y="561975"/>
                </a:lnTo>
                <a:close/>
                <a:moveTo>
                  <a:pt x="533400" y="552450"/>
                </a:moveTo>
                <a:lnTo>
                  <a:pt x="542925" y="552450"/>
                </a:lnTo>
                <a:lnTo>
                  <a:pt x="542925" y="561975"/>
                </a:lnTo>
                <a:lnTo>
                  <a:pt x="533400" y="561975"/>
                </a:lnTo>
                <a:close/>
                <a:moveTo>
                  <a:pt x="1647825" y="552450"/>
                </a:moveTo>
                <a:lnTo>
                  <a:pt x="1676400" y="552450"/>
                </a:lnTo>
                <a:lnTo>
                  <a:pt x="1676400" y="561975"/>
                </a:lnTo>
                <a:lnTo>
                  <a:pt x="1647825" y="561975"/>
                </a:lnTo>
                <a:close/>
                <a:moveTo>
                  <a:pt x="1733550" y="552450"/>
                </a:moveTo>
                <a:lnTo>
                  <a:pt x="1752600" y="552450"/>
                </a:lnTo>
                <a:lnTo>
                  <a:pt x="1752600" y="561975"/>
                </a:lnTo>
                <a:lnTo>
                  <a:pt x="1733550" y="561975"/>
                </a:lnTo>
                <a:close/>
                <a:moveTo>
                  <a:pt x="1828800" y="628650"/>
                </a:moveTo>
                <a:lnTo>
                  <a:pt x="1838325" y="628650"/>
                </a:lnTo>
                <a:lnTo>
                  <a:pt x="1838325" y="638175"/>
                </a:lnTo>
                <a:lnTo>
                  <a:pt x="1828800" y="638175"/>
                </a:lnTo>
                <a:close/>
                <a:moveTo>
                  <a:pt x="238125" y="695325"/>
                </a:moveTo>
                <a:lnTo>
                  <a:pt x="257175" y="695325"/>
                </a:lnTo>
                <a:lnTo>
                  <a:pt x="257175" y="714375"/>
                </a:lnTo>
                <a:lnTo>
                  <a:pt x="247650" y="714375"/>
                </a:lnTo>
                <a:lnTo>
                  <a:pt x="247650" y="704850"/>
                </a:lnTo>
                <a:lnTo>
                  <a:pt x="238125" y="704850"/>
                </a:lnTo>
                <a:close/>
                <a:moveTo>
                  <a:pt x="1905000" y="733425"/>
                </a:moveTo>
                <a:lnTo>
                  <a:pt x="1914525" y="733425"/>
                </a:lnTo>
                <a:lnTo>
                  <a:pt x="1914525" y="762000"/>
                </a:lnTo>
                <a:lnTo>
                  <a:pt x="1905000" y="762000"/>
                </a:lnTo>
                <a:close/>
                <a:moveTo>
                  <a:pt x="342900" y="752475"/>
                </a:moveTo>
                <a:lnTo>
                  <a:pt x="352425" y="752475"/>
                </a:lnTo>
                <a:lnTo>
                  <a:pt x="352425" y="762000"/>
                </a:lnTo>
                <a:lnTo>
                  <a:pt x="342900" y="762000"/>
                </a:lnTo>
                <a:close/>
                <a:moveTo>
                  <a:pt x="114300" y="762000"/>
                </a:moveTo>
                <a:lnTo>
                  <a:pt x="123825" y="762000"/>
                </a:lnTo>
                <a:lnTo>
                  <a:pt x="123825" y="771525"/>
                </a:lnTo>
                <a:lnTo>
                  <a:pt x="114300" y="771525"/>
                </a:lnTo>
                <a:close/>
                <a:moveTo>
                  <a:pt x="114300" y="790575"/>
                </a:moveTo>
                <a:lnTo>
                  <a:pt x="123825" y="790575"/>
                </a:lnTo>
                <a:lnTo>
                  <a:pt x="123825" y="809625"/>
                </a:lnTo>
                <a:lnTo>
                  <a:pt x="114300" y="809625"/>
                </a:lnTo>
                <a:close/>
                <a:moveTo>
                  <a:pt x="1905000" y="800100"/>
                </a:moveTo>
                <a:lnTo>
                  <a:pt x="1914525" y="800100"/>
                </a:lnTo>
                <a:lnTo>
                  <a:pt x="1914525" y="809625"/>
                </a:lnTo>
                <a:lnTo>
                  <a:pt x="1905000" y="809625"/>
                </a:lnTo>
                <a:close/>
                <a:moveTo>
                  <a:pt x="1647825" y="809625"/>
                </a:moveTo>
                <a:lnTo>
                  <a:pt x="1657350" y="809625"/>
                </a:lnTo>
                <a:lnTo>
                  <a:pt x="1657350" y="819150"/>
                </a:lnTo>
                <a:lnTo>
                  <a:pt x="1647825" y="819150"/>
                </a:lnTo>
                <a:close/>
                <a:moveTo>
                  <a:pt x="600075" y="857250"/>
                </a:moveTo>
                <a:lnTo>
                  <a:pt x="638175" y="857250"/>
                </a:lnTo>
                <a:lnTo>
                  <a:pt x="638175" y="866775"/>
                </a:lnTo>
                <a:lnTo>
                  <a:pt x="619125" y="866775"/>
                </a:lnTo>
                <a:lnTo>
                  <a:pt x="619125" y="885825"/>
                </a:lnTo>
                <a:lnTo>
                  <a:pt x="600075" y="885825"/>
                </a:lnTo>
                <a:lnTo>
                  <a:pt x="600075" y="876300"/>
                </a:lnTo>
                <a:lnTo>
                  <a:pt x="609600" y="876300"/>
                </a:lnTo>
                <a:lnTo>
                  <a:pt x="609600" y="866775"/>
                </a:lnTo>
                <a:lnTo>
                  <a:pt x="600075" y="866775"/>
                </a:lnTo>
                <a:close/>
                <a:moveTo>
                  <a:pt x="666750" y="866775"/>
                </a:moveTo>
                <a:lnTo>
                  <a:pt x="704850" y="866775"/>
                </a:lnTo>
                <a:lnTo>
                  <a:pt x="704850" y="876300"/>
                </a:lnTo>
                <a:lnTo>
                  <a:pt x="666750" y="876300"/>
                </a:lnTo>
                <a:close/>
                <a:moveTo>
                  <a:pt x="1895475" y="876300"/>
                </a:moveTo>
                <a:lnTo>
                  <a:pt x="1905000" y="876300"/>
                </a:lnTo>
                <a:lnTo>
                  <a:pt x="1905000" y="895350"/>
                </a:lnTo>
                <a:lnTo>
                  <a:pt x="1895475" y="895350"/>
                </a:lnTo>
                <a:close/>
                <a:moveTo>
                  <a:pt x="1905000" y="904875"/>
                </a:moveTo>
                <a:lnTo>
                  <a:pt x="1914525" y="904875"/>
                </a:lnTo>
                <a:lnTo>
                  <a:pt x="1914525" y="933450"/>
                </a:lnTo>
                <a:lnTo>
                  <a:pt x="1905000" y="933450"/>
                </a:lnTo>
                <a:close/>
                <a:moveTo>
                  <a:pt x="1847850" y="923925"/>
                </a:moveTo>
                <a:lnTo>
                  <a:pt x="1857375" y="923925"/>
                </a:lnTo>
                <a:lnTo>
                  <a:pt x="1857375" y="942975"/>
                </a:lnTo>
                <a:lnTo>
                  <a:pt x="1828800" y="942975"/>
                </a:lnTo>
                <a:lnTo>
                  <a:pt x="1828800" y="933450"/>
                </a:lnTo>
                <a:lnTo>
                  <a:pt x="1847850" y="933450"/>
                </a:lnTo>
                <a:close/>
                <a:moveTo>
                  <a:pt x="552450" y="942975"/>
                </a:moveTo>
                <a:lnTo>
                  <a:pt x="561975" y="942975"/>
                </a:lnTo>
                <a:lnTo>
                  <a:pt x="561975" y="962025"/>
                </a:lnTo>
                <a:lnTo>
                  <a:pt x="552450" y="962025"/>
                </a:lnTo>
                <a:close/>
                <a:moveTo>
                  <a:pt x="628650" y="942975"/>
                </a:moveTo>
                <a:lnTo>
                  <a:pt x="638175" y="942975"/>
                </a:lnTo>
                <a:lnTo>
                  <a:pt x="638175" y="952500"/>
                </a:lnTo>
                <a:lnTo>
                  <a:pt x="628650" y="952500"/>
                </a:lnTo>
                <a:close/>
                <a:moveTo>
                  <a:pt x="619125" y="952500"/>
                </a:moveTo>
                <a:lnTo>
                  <a:pt x="628650" y="952500"/>
                </a:lnTo>
                <a:lnTo>
                  <a:pt x="628650" y="962025"/>
                </a:lnTo>
                <a:lnTo>
                  <a:pt x="619125" y="962025"/>
                </a:lnTo>
                <a:close/>
                <a:moveTo>
                  <a:pt x="647700" y="952500"/>
                </a:moveTo>
                <a:lnTo>
                  <a:pt x="657225" y="952500"/>
                </a:lnTo>
                <a:lnTo>
                  <a:pt x="657225" y="962025"/>
                </a:lnTo>
                <a:lnTo>
                  <a:pt x="647700" y="962025"/>
                </a:lnTo>
                <a:close/>
                <a:moveTo>
                  <a:pt x="695325" y="952500"/>
                </a:moveTo>
                <a:lnTo>
                  <a:pt x="704850" y="952500"/>
                </a:lnTo>
                <a:lnTo>
                  <a:pt x="704850" y="962025"/>
                </a:lnTo>
                <a:lnTo>
                  <a:pt x="695325" y="962025"/>
                </a:lnTo>
                <a:close/>
                <a:moveTo>
                  <a:pt x="1038225" y="952500"/>
                </a:moveTo>
                <a:lnTo>
                  <a:pt x="1047750" y="952500"/>
                </a:lnTo>
                <a:lnTo>
                  <a:pt x="1047750" y="962025"/>
                </a:lnTo>
                <a:lnTo>
                  <a:pt x="1038225" y="962025"/>
                </a:lnTo>
                <a:close/>
                <a:moveTo>
                  <a:pt x="1066800" y="952500"/>
                </a:moveTo>
                <a:lnTo>
                  <a:pt x="1076325" y="952500"/>
                </a:lnTo>
                <a:lnTo>
                  <a:pt x="1076325" y="962025"/>
                </a:lnTo>
                <a:lnTo>
                  <a:pt x="1066800" y="962025"/>
                </a:lnTo>
                <a:close/>
                <a:moveTo>
                  <a:pt x="400050" y="962025"/>
                </a:moveTo>
                <a:lnTo>
                  <a:pt x="409575" y="962025"/>
                </a:lnTo>
                <a:lnTo>
                  <a:pt x="409575" y="971550"/>
                </a:lnTo>
                <a:lnTo>
                  <a:pt x="400050" y="971550"/>
                </a:lnTo>
                <a:close/>
                <a:moveTo>
                  <a:pt x="542925" y="962025"/>
                </a:moveTo>
                <a:lnTo>
                  <a:pt x="552450" y="962025"/>
                </a:lnTo>
                <a:lnTo>
                  <a:pt x="552450" y="971550"/>
                </a:lnTo>
                <a:lnTo>
                  <a:pt x="542925" y="971550"/>
                </a:lnTo>
                <a:close/>
                <a:moveTo>
                  <a:pt x="657225" y="962025"/>
                </a:moveTo>
                <a:lnTo>
                  <a:pt x="666750" y="962025"/>
                </a:lnTo>
                <a:lnTo>
                  <a:pt x="666750" y="971550"/>
                </a:lnTo>
                <a:lnTo>
                  <a:pt x="657225" y="971550"/>
                </a:lnTo>
                <a:close/>
                <a:moveTo>
                  <a:pt x="723900" y="962025"/>
                </a:moveTo>
                <a:lnTo>
                  <a:pt x="733425" y="962025"/>
                </a:lnTo>
                <a:lnTo>
                  <a:pt x="733425" y="971550"/>
                </a:lnTo>
                <a:lnTo>
                  <a:pt x="723900" y="971550"/>
                </a:lnTo>
                <a:close/>
                <a:moveTo>
                  <a:pt x="314325" y="971550"/>
                </a:moveTo>
                <a:lnTo>
                  <a:pt x="323850" y="971550"/>
                </a:lnTo>
                <a:lnTo>
                  <a:pt x="323850" y="981075"/>
                </a:lnTo>
                <a:lnTo>
                  <a:pt x="314325" y="981075"/>
                </a:lnTo>
                <a:close/>
                <a:moveTo>
                  <a:pt x="390525" y="971550"/>
                </a:moveTo>
                <a:lnTo>
                  <a:pt x="400050" y="971550"/>
                </a:lnTo>
                <a:lnTo>
                  <a:pt x="400050" y="981075"/>
                </a:lnTo>
                <a:lnTo>
                  <a:pt x="390525" y="981075"/>
                </a:lnTo>
                <a:close/>
                <a:moveTo>
                  <a:pt x="533400" y="971550"/>
                </a:moveTo>
                <a:lnTo>
                  <a:pt x="542925" y="971550"/>
                </a:lnTo>
                <a:lnTo>
                  <a:pt x="542925" y="981075"/>
                </a:lnTo>
                <a:lnTo>
                  <a:pt x="533400" y="981075"/>
                </a:lnTo>
                <a:close/>
                <a:moveTo>
                  <a:pt x="1733550" y="971550"/>
                </a:moveTo>
                <a:lnTo>
                  <a:pt x="1743075" y="971550"/>
                </a:lnTo>
                <a:lnTo>
                  <a:pt x="1743075" y="990600"/>
                </a:lnTo>
                <a:lnTo>
                  <a:pt x="1733550" y="990600"/>
                </a:lnTo>
                <a:close/>
                <a:moveTo>
                  <a:pt x="1038225" y="981075"/>
                </a:moveTo>
                <a:lnTo>
                  <a:pt x="1066800" y="981075"/>
                </a:lnTo>
                <a:lnTo>
                  <a:pt x="1066800" y="990600"/>
                </a:lnTo>
                <a:lnTo>
                  <a:pt x="1038225" y="990600"/>
                </a:lnTo>
                <a:close/>
                <a:moveTo>
                  <a:pt x="1571625" y="1000125"/>
                </a:moveTo>
                <a:lnTo>
                  <a:pt x="1581150" y="1000125"/>
                </a:lnTo>
                <a:lnTo>
                  <a:pt x="1581150" y="1009650"/>
                </a:lnTo>
                <a:lnTo>
                  <a:pt x="1571625" y="1009650"/>
                </a:lnTo>
                <a:close/>
                <a:moveTo>
                  <a:pt x="1905000" y="1009650"/>
                </a:moveTo>
                <a:lnTo>
                  <a:pt x="1914525" y="1009650"/>
                </a:lnTo>
                <a:lnTo>
                  <a:pt x="1914525" y="1028700"/>
                </a:lnTo>
                <a:lnTo>
                  <a:pt x="1905000" y="1028700"/>
                </a:lnTo>
                <a:lnTo>
                  <a:pt x="1905000" y="1047750"/>
                </a:lnTo>
                <a:lnTo>
                  <a:pt x="1895475" y="1047750"/>
                </a:lnTo>
                <a:lnTo>
                  <a:pt x="1895475" y="1019175"/>
                </a:lnTo>
                <a:lnTo>
                  <a:pt x="1905000" y="1019175"/>
                </a:lnTo>
                <a:close/>
                <a:moveTo>
                  <a:pt x="1085850" y="1047750"/>
                </a:moveTo>
                <a:lnTo>
                  <a:pt x="1095375" y="1047750"/>
                </a:lnTo>
                <a:lnTo>
                  <a:pt x="1095375" y="1057275"/>
                </a:lnTo>
                <a:lnTo>
                  <a:pt x="1085850" y="1057275"/>
                </a:lnTo>
                <a:close/>
                <a:moveTo>
                  <a:pt x="1228725" y="1047750"/>
                </a:moveTo>
                <a:lnTo>
                  <a:pt x="1238250" y="1047750"/>
                </a:lnTo>
                <a:lnTo>
                  <a:pt x="1238250" y="1057275"/>
                </a:lnTo>
                <a:lnTo>
                  <a:pt x="1228725" y="1057275"/>
                </a:lnTo>
                <a:close/>
                <a:moveTo>
                  <a:pt x="1333500" y="1066800"/>
                </a:moveTo>
                <a:lnTo>
                  <a:pt x="1343025" y="1066800"/>
                </a:lnTo>
                <a:lnTo>
                  <a:pt x="1343025" y="1076325"/>
                </a:lnTo>
                <a:lnTo>
                  <a:pt x="1333500" y="1076325"/>
                </a:lnTo>
                <a:close/>
                <a:moveTo>
                  <a:pt x="1371600" y="1076325"/>
                </a:moveTo>
                <a:lnTo>
                  <a:pt x="1381125" y="1076325"/>
                </a:lnTo>
                <a:lnTo>
                  <a:pt x="1381125" y="1085850"/>
                </a:lnTo>
                <a:lnTo>
                  <a:pt x="1371600" y="1085850"/>
                </a:lnTo>
                <a:close/>
                <a:moveTo>
                  <a:pt x="57150" y="1095375"/>
                </a:moveTo>
                <a:lnTo>
                  <a:pt x="66675" y="1095375"/>
                </a:lnTo>
                <a:lnTo>
                  <a:pt x="66675" y="1104900"/>
                </a:lnTo>
                <a:lnTo>
                  <a:pt x="57150" y="1104900"/>
                </a:lnTo>
                <a:close/>
                <a:moveTo>
                  <a:pt x="57150" y="1114425"/>
                </a:moveTo>
                <a:lnTo>
                  <a:pt x="66675" y="1114425"/>
                </a:lnTo>
                <a:lnTo>
                  <a:pt x="66675" y="1123950"/>
                </a:lnTo>
                <a:lnTo>
                  <a:pt x="57150" y="1123950"/>
                </a:lnTo>
                <a:close/>
                <a:moveTo>
                  <a:pt x="638175" y="1133475"/>
                </a:moveTo>
                <a:lnTo>
                  <a:pt x="647700" y="1133475"/>
                </a:lnTo>
                <a:lnTo>
                  <a:pt x="647700" y="1152525"/>
                </a:lnTo>
                <a:lnTo>
                  <a:pt x="638175" y="1152525"/>
                </a:lnTo>
                <a:close/>
                <a:moveTo>
                  <a:pt x="66675" y="1152525"/>
                </a:moveTo>
                <a:lnTo>
                  <a:pt x="76200" y="1152525"/>
                </a:lnTo>
                <a:lnTo>
                  <a:pt x="76200" y="1171575"/>
                </a:lnTo>
                <a:lnTo>
                  <a:pt x="66675" y="1171575"/>
                </a:lnTo>
                <a:close/>
                <a:moveTo>
                  <a:pt x="47625" y="1171575"/>
                </a:moveTo>
                <a:lnTo>
                  <a:pt x="66675" y="1171575"/>
                </a:lnTo>
                <a:lnTo>
                  <a:pt x="66675" y="1181100"/>
                </a:lnTo>
                <a:lnTo>
                  <a:pt x="57150" y="1181100"/>
                </a:lnTo>
                <a:lnTo>
                  <a:pt x="57150" y="1190625"/>
                </a:lnTo>
                <a:lnTo>
                  <a:pt x="47625" y="1190625"/>
                </a:lnTo>
                <a:close/>
                <a:moveTo>
                  <a:pt x="304800" y="1171575"/>
                </a:moveTo>
                <a:lnTo>
                  <a:pt x="314325" y="1171575"/>
                </a:lnTo>
                <a:lnTo>
                  <a:pt x="314325" y="1181100"/>
                </a:lnTo>
                <a:lnTo>
                  <a:pt x="304800" y="1181100"/>
                </a:lnTo>
                <a:close/>
                <a:moveTo>
                  <a:pt x="1905000" y="1181100"/>
                </a:moveTo>
                <a:lnTo>
                  <a:pt x="1914525" y="1181100"/>
                </a:lnTo>
                <a:lnTo>
                  <a:pt x="1914525" y="1209675"/>
                </a:lnTo>
                <a:lnTo>
                  <a:pt x="1905000" y="1209675"/>
                </a:lnTo>
                <a:close/>
                <a:moveTo>
                  <a:pt x="57150" y="1190625"/>
                </a:moveTo>
                <a:lnTo>
                  <a:pt x="66675" y="1190625"/>
                </a:lnTo>
                <a:lnTo>
                  <a:pt x="66675" y="1200150"/>
                </a:lnTo>
                <a:lnTo>
                  <a:pt x="57150" y="1200150"/>
                </a:lnTo>
                <a:close/>
                <a:moveTo>
                  <a:pt x="123825" y="1190625"/>
                </a:moveTo>
                <a:lnTo>
                  <a:pt x="133350" y="1190625"/>
                </a:lnTo>
                <a:lnTo>
                  <a:pt x="133350" y="1200150"/>
                </a:lnTo>
                <a:lnTo>
                  <a:pt x="123825" y="1200150"/>
                </a:lnTo>
                <a:close/>
                <a:moveTo>
                  <a:pt x="819150" y="1200150"/>
                </a:moveTo>
                <a:lnTo>
                  <a:pt x="828675" y="1200150"/>
                </a:lnTo>
                <a:lnTo>
                  <a:pt x="828675" y="1209675"/>
                </a:lnTo>
                <a:lnTo>
                  <a:pt x="819150" y="1209675"/>
                </a:lnTo>
                <a:close/>
                <a:moveTo>
                  <a:pt x="952500" y="1219200"/>
                </a:moveTo>
                <a:lnTo>
                  <a:pt x="962025" y="1219200"/>
                </a:lnTo>
                <a:lnTo>
                  <a:pt x="962025" y="1228725"/>
                </a:lnTo>
                <a:lnTo>
                  <a:pt x="952500" y="1228725"/>
                </a:lnTo>
                <a:close/>
                <a:moveTo>
                  <a:pt x="114300" y="1228725"/>
                </a:moveTo>
                <a:lnTo>
                  <a:pt x="123825" y="1228725"/>
                </a:lnTo>
                <a:lnTo>
                  <a:pt x="123825" y="1247775"/>
                </a:lnTo>
                <a:lnTo>
                  <a:pt x="114300" y="1247775"/>
                </a:lnTo>
                <a:close/>
                <a:moveTo>
                  <a:pt x="1285875" y="1228725"/>
                </a:moveTo>
                <a:lnTo>
                  <a:pt x="1295400" y="1228725"/>
                </a:lnTo>
                <a:lnTo>
                  <a:pt x="1295400" y="1238250"/>
                </a:lnTo>
                <a:lnTo>
                  <a:pt x="1285875" y="1238250"/>
                </a:lnTo>
                <a:close/>
                <a:moveTo>
                  <a:pt x="1905000" y="1247775"/>
                </a:moveTo>
                <a:lnTo>
                  <a:pt x="1914525" y="1247775"/>
                </a:lnTo>
                <a:lnTo>
                  <a:pt x="1914525" y="1257300"/>
                </a:lnTo>
                <a:lnTo>
                  <a:pt x="1905000" y="1257300"/>
                </a:lnTo>
                <a:close/>
                <a:moveTo>
                  <a:pt x="800100" y="1276350"/>
                </a:moveTo>
                <a:lnTo>
                  <a:pt x="809625" y="1276350"/>
                </a:lnTo>
                <a:lnTo>
                  <a:pt x="809625" y="1295400"/>
                </a:lnTo>
                <a:lnTo>
                  <a:pt x="800100" y="1295400"/>
                </a:lnTo>
                <a:close/>
                <a:moveTo>
                  <a:pt x="885825" y="1276350"/>
                </a:moveTo>
                <a:lnTo>
                  <a:pt x="895350" y="1276350"/>
                </a:lnTo>
                <a:lnTo>
                  <a:pt x="895350" y="1285875"/>
                </a:lnTo>
                <a:lnTo>
                  <a:pt x="885825" y="1285875"/>
                </a:lnTo>
                <a:close/>
                <a:moveTo>
                  <a:pt x="647700" y="1285875"/>
                </a:moveTo>
                <a:lnTo>
                  <a:pt x="657225" y="1285875"/>
                </a:lnTo>
                <a:lnTo>
                  <a:pt x="657225" y="1295400"/>
                </a:lnTo>
                <a:lnTo>
                  <a:pt x="647700" y="1295400"/>
                </a:lnTo>
                <a:close/>
                <a:moveTo>
                  <a:pt x="1733550" y="1285875"/>
                </a:moveTo>
                <a:lnTo>
                  <a:pt x="1752600" y="1285875"/>
                </a:lnTo>
                <a:lnTo>
                  <a:pt x="1752600" y="1304925"/>
                </a:lnTo>
                <a:lnTo>
                  <a:pt x="1724025" y="1304925"/>
                </a:lnTo>
                <a:lnTo>
                  <a:pt x="1724025" y="1295400"/>
                </a:lnTo>
                <a:lnTo>
                  <a:pt x="1733550" y="1295400"/>
                </a:lnTo>
                <a:close/>
                <a:moveTo>
                  <a:pt x="685800" y="1295400"/>
                </a:moveTo>
                <a:lnTo>
                  <a:pt x="714375" y="1295400"/>
                </a:lnTo>
                <a:lnTo>
                  <a:pt x="714375" y="1304925"/>
                </a:lnTo>
                <a:lnTo>
                  <a:pt x="685800" y="1304925"/>
                </a:lnTo>
                <a:close/>
                <a:moveTo>
                  <a:pt x="1905000" y="1295400"/>
                </a:moveTo>
                <a:lnTo>
                  <a:pt x="1914525" y="1295400"/>
                </a:lnTo>
                <a:lnTo>
                  <a:pt x="1914525" y="1304925"/>
                </a:lnTo>
                <a:lnTo>
                  <a:pt x="1905000" y="1304925"/>
                </a:lnTo>
                <a:close/>
                <a:moveTo>
                  <a:pt x="342900" y="1304925"/>
                </a:moveTo>
                <a:lnTo>
                  <a:pt x="352425" y="1304925"/>
                </a:lnTo>
                <a:lnTo>
                  <a:pt x="352425" y="1314450"/>
                </a:lnTo>
                <a:lnTo>
                  <a:pt x="342900" y="1314450"/>
                </a:lnTo>
                <a:close/>
                <a:moveTo>
                  <a:pt x="352425" y="1314450"/>
                </a:moveTo>
                <a:lnTo>
                  <a:pt x="361950" y="1314450"/>
                </a:lnTo>
                <a:lnTo>
                  <a:pt x="361950" y="1323975"/>
                </a:lnTo>
                <a:lnTo>
                  <a:pt x="352425" y="1323975"/>
                </a:lnTo>
                <a:close/>
                <a:moveTo>
                  <a:pt x="361950" y="1323975"/>
                </a:moveTo>
                <a:lnTo>
                  <a:pt x="371475" y="1323975"/>
                </a:lnTo>
                <a:lnTo>
                  <a:pt x="371475" y="1333500"/>
                </a:lnTo>
                <a:lnTo>
                  <a:pt x="361950" y="1333500"/>
                </a:lnTo>
                <a:close/>
                <a:moveTo>
                  <a:pt x="1143000" y="1323975"/>
                </a:moveTo>
                <a:lnTo>
                  <a:pt x="1152525" y="1323975"/>
                </a:lnTo>
                <a:lnTo>
                  <a:pt x="1152525" y="1333500"/>
                </a:lnTo>
                <a:lnTo>
                  <a:pt x="1143000" y="1333500"/>
                </a:lnTo>
                <a:close/>
                <a:moveTo>
                  <a:pt x="1162050" y="1323975"/>
                </a:moveTo>
                <a:lnTo>
                  <a:pt x="1171575" y="1323975"/>
                </a:lnTo>
                <a:lnTo>
                  <a:pt x="1171575" y="1333500"/>
                </a:lnTo>
                <a:lnTo>
                  <a:pt x="1162050" y="1333500"/>
                </a:lnTo>
                <a:close/>
                <a:moveTo>
                  <a:pt x="352425" y="1333500"/>
                </a:moveTo>
                <a:lnTo>
                  <a:pt x="361950" y="1333500"/>
                </a:lnTo>
                <a:lnTo>
                  <a:pt x="361950" y="1343025"/>
                </a:lnTo>
                <a:lnTo>
                  <a:pt x="352425" y="1343025"/>
                </a:lnTo>
                <a:close/>
                <a:moveTo>
                  <a:pt x="371475" y="1333500"/>
                </a:moveTo>
                <a:lnTo>
                  <a:pt x="381000" y="1333500"/>
                </a:lnTo>
                <a:lnTo>
                  <a:pt x="381000" y="1343025"/>
                </a:lnTo>
                <a:lnTo>
                  <a:pt x="390525" y="1343025"/>
                </a:lnTo>
                <a:lnTo>
                  <a:pt x="390525" y="1362075"/>
                </a:lnTo>
                <a:lnTo>
                  <a:pt x="371475" y="1362075"/>
                </a:lnTo>
                <a:close/>
                <a:moveTo>
                  <a:pt x="1885950" y="1352550"/>
                </a:moveTo>
                <a:lnTo>
                  <a:pt x="1895475" y="1352550"/>
                </a:lnTo>
                <a:lnTo>
                  <a:pt x="1895475" y="1362075"/>
                </a:lnTo>
                <a:lnTo>
                  <a:pt x="1885950" y="1362075"/>
                </a:lnTo>
                <a:close/>
                <a:moveTo>
                  <a:pt x="409575" y="1381125"/>
                </a:moveTo>
                <a:lnTo>
                  <a:pt x="419100" y="1381125"/>
                </a:lnTo>
                <a:lnTo>
                  <a:pt x="419100" y="1390650"/>
                </a:lnTo>
                <a:lnTo>
                  <a:pt x="409575" y="1390650"/>
                </a:lnTo>
                <a:close/>
                <a:moveTo>
                  <a:pt x="419100" y="1390650"/>
                </a:moveTo>
                <a:lnTo>
                  <a:pt x="428625" y="1390650"/>
                </a:lnTo>
                <a:lnTo>
                  <a:pt x="428625" y="1400175"/>
                </a:lnTo>
                <a:lnTo>
                  <a:pt x="438150" y="1400175"/>
                </a:lnTo>
                <a:lnTo>
                  <a:pt x="438150" y="1409700"/>
                </a:lnTo>
                <a:lnTo>
                  <a:pt x="409575" y="1409700"/>
                </a:lnTo>
                <a:lnTo>
                  <a:pt x="409575" y="1400175"/>
                </a:lnTo>
                <a:lnTo>
                  <a:pt x="419100" y="1400175"/>
                </a:lnTo>
                <a:close/>
                <a:moveTo>
                  <a:pt x="495300" y="1390650"/>
                </a:moveTo>
                <a:lnTo>
                  <a:pt x="504825" y="1390650"/>
                </a:lnTo>
                <a:lnTo>
                  <a:pt x="504825" y="1409700"/>
                </a:lnTo>
                <a:lnTo>
                  <a:pt x="495300" y="1409700"/>
                </a:lnTo>
                <a:close/>
                <a:moveTo>
                  <a:pt x="971550" y="1400175"/>
                </a:moveTo>
                <a:lnTo>
                  <a:pt x="981075" y="1400175"/>
                </a:lnTo>
                <a:lnTo>
                  <a:pt x="981075" y="1419225"/>
                </a:lnTo>
                <a:lnTo>
                  <a:pt x="971550" y="1419225"/>
                </a:lnTo>
                <a:close/>
                <a:moveTo>
                  <a:pt x="1247775" y="1400175"/>
                </a:moveTo>
                <a:lnTo>
                  <a:pt x="1266825" y="1400175"/>
                </a:lnTo>
                <a:lnTo>
                  <a:pt x="1266825" y="1419225"/>
                </a:lnTo>
                <a:lnTo>
                  <a:pt x="1257300" y="1419225"/>
                </a:lnTo>
                <a:lnTo>
                  <a:pt x="1257300" y="1409700"/>
                </a:lnTo>
                <a:lnTo>
                  <a:pt x="1247775" y="1409700"/>
                </a:lnTo>
                <a:close/>
                <a:moveTo>
                  <a:pt x="400050" y="1409700"/>
                </a:moveTo>
                <a:lnTo>
                  <a:pt x="409575" y="1409700"/>
                </a:lnTo>
                <a:lnTo>
                  <a:pt x="409575" y="1419225"/>
                </a:lnTo>
                <a:lnTo>
                  <a:pt x="419100" y="1419225"/>
                </a:lnTo>
                <a:lnTo>
                  <a:pt x="419100" y="1428750"/>
                </a:lnTo>
                <a:lnTo>
                  <a:pt x="400050" y="1428750"/>
                </a:lnTo>
                <a:close/>
                <a:moveTo>
                  <a:pt x="466725" y="1409700"/>
                </a:moveTo>
                <a:lnTo>
                  <a:pt x="476250" y="1409700"/>
                </a:lnTo>
                <a:lnTo>
                  <a:pt x="476250" y="1419225"/>
                </a:lnTo>
                <a:lnTo>
                  <a:pt x="466725" y="1419225"/>
                </a:lnTo>
                <a:close/>
                <a:moveTo>
                  <a:pt x="990600" y="1409700"/>
                </a:moveTo>
                <a:lnTo>
                  <a:pt x="1009650" y="1409700"/>
                </a:lnTo>
                <a:lnTo>
                  <a:pt x="1009650" y="1419225"/>
                </a:lnTo>
                <a:lnTo>
                  <a:pt x="1000125" y="1419225"/>
                </a:lnTo>
                <a:lnTo>
                  <a:pt x="1000125" y="1428750"/>
                </a:lnTo>
                <a:lnTo>
                  <a:pt x="990600" y="1428750"/>
                </a:lnTo>
                <a:close/>
                <a:moveTo>
                  <a:pt x="1019175" y="1409700"/>
                </a:moveTo>
                <a:lnTo>
                  <a:pt x="1066800" y="1409700"/>
                </a:lnTo>
                <a:lnTo>
                  <a:pt x="1066800" y="1419225"/>
                </a:lnTo>
                <a:lnTo>
                  <a:pt x="1019175" y="1419225"/>
                </a:lnTo>
                <a:close/>
                <a:moveTo>
                  <a:pt x="1123950" y="1409700"/>
                </a:moveTo>
                <a:lnTo>
                  <a:pt x="1143000" y="1409700"/>
                </a:lnTo>
                <a:lnTo>
                  <a:pt x="1143000" y="1419225"/>
                </a:lnTo>
                <a:lnTo>
                  <a:pt x="1152525" y="1419225"/>
                </a:lnTo>
                <a:lnTo>
                  <a:pt x="1152525" y="1428750"/>
                </a:lnTo>
                <a:lnTo>
                  <a:pt x="1171575" y="1428750"/>
                </a:lnTo>
                <a:lnTo>
                  <a:pt x="1171575" y="1438275"/>
                </a:lnTo>
                <a:lnTo>
                  <a:pt x="1162050" y="1438275"/>
                </a:lnTo>
                <a:lnTo>
                  <a:pt x="1162050" y="1447800"/>
                </a:lnTo>
                <a:lnTo>
                  <a:pt x="1152525" y="1447800"/>
                </a:lnTo>
                <a:lnTo>
                  <a:pt x="1152525" y="1438275"/>
                </a:lnTo>
                <a:lnTo>
                  <a:pt x="1143000" y="1438275"/>
                </a:lnTo>
                <a:lnTo>
                  <a:pt x="1143000" y="1428750"/>
                </a:lnTo>
                <a:lnTo>
                  <a:pt x="1123950" y="1428750"/>
                </a:lnTo>
                <a:lnTo>
                  <a:pt x="1123950" y="1438275"/>
                </a:lnTo>
                <a:lnTo>
                  <a:pt x="1143000" y="1438275"/>
                </a:lnTo>
                <a:lnTo>
                  <a:pt x="1143000" y="1447800"/>
                </a:lnTo>
                <a:lnTo>
                  <a:pt x="1114425" y="1447800"/>
                </a:lnTo>
                <a:lnTo>
                  <a:pt x="1114425" y="1419225"/>
                </a:lnTo>
                <a:lnTo>
                  <a:pt x="1123950" y="1419225"/>
                </a:lnTo>
                <a:close/>
                <a:moveTo>
                  <a:pt x="1905000" y="1409700"/>
                </a:moveTo>
                <a:lnTo>
                  <a:pt x="1914525" y="1409700"/>
                </a:lnTo>
                <a:lnTo>
                  <a:pt x="1914525" y="1438275"/>
                </a:lnTo>
                <a:lnTo>
                  <a:pt x="1905000" y="1438275"/>
                </a:lnTo>
                <a:close/>
                <a:moveTo>
                  <a:pt x="228600" y="1419225"/>
                </a:moveTo>
                <a:lnTo>
                  <a:pt x="238125" y="1419225"/>
                </a:lnTo>
                <a:lnTo>
                  <a:pt x="238125" y="1428750"/>
                </a:lnTo>
                <a:lnTo>
                  <a:pt x="257175" y="1428750"/>
                </a:lnTo>
                <a:lnTo>
                  <a:pt x="257175" y="1438275"/>
                </a:lnTo>
                <a:lnTo>
                  <a:pt x="266700" y="1438275"/>
                </a:lnTo>
                <a:lnTo>
                  <a:pt x="266700" y="1447800"/>
                </a:lnTo>
                <a:lnTo>
                  <a:pt x="276225" y="1447800"/>
                </a:lnTo>
                <a:lnTo>
                  <a:pt x="276225" y="1438275"/>
                </a:lnTo>
                <a:lnTo>
                  <a:pt x="285750" y="1438275"/>
                </a:lnTo>
                <a:lnTo>
                  <a:pt x="285750" y="1447800"/>
                </a:lnTo>
                <a:lnTo>
                  <a:pt x="276225" y="1447800"/>
                </a:lnTo>
                <a:lnTo>
                  <a:pt x="276225" y="1457325"/>
                </a:lnTo>
                <a:lnTo>
                  <a:pt x="266700" y="1457325"/>
                </a:lnTo>
                <a:lnTo>
                  <a:pt x="266700" y="1466850"/>
                </a:lnTo>
                <a:lnTo>
                  <a:pt x="228600" y="1466850"/>
                </a:lnTo>
                <a:lnTo>
                  <a:pt x="228600" y="1457325"/>
                </a:lnTo>
                <a:lnTo>
                  <a:pt x="238125" y="1457325"/>
                </a:lnTo>
                <a:lnTo>
                  <a:pt x="238125" y="1438275"/>
                </a:lnTo>
                <a:lnTo>
                  <a:pt x="228600" y="1438275"/>
                </a:lnTo>
                <a:close/>
                <a:moveTo>
                  <a:pt x="447675" y="1419225"/>
                </a:moveTo>
                <a:lnTo>
                  <a:pt x="466725" y="1419225"/>
                </a:lnTo>
                <a:lnTo>
                  <a:pt x="466725" y="1428750"/>
                </a:lnTo>
                <a:lnTo>
                  <a:pt x="447675" y="1428750"/>
                </a:lnTo>
                <a:close/>
                <a:moveTo>
                  <a:pt x="1838325" y="1419225"/>
                </a:moveTo>
                <a:lnTo>
                  <a:pt x="1847850" y="1419225"/>
                </a:lnTo>
                <a:lnTo>
                  <a:pt x="1847850" y="1438275"/>
                </a:lnTo>
                <a:lnTo>
                  <a:pt x="1838325" y="1438275"/>
                </a:lnTo>
                <a:lnTo>
                  <a:pt x="1838325" y="1447800"/>
                </a:lnTo>
                <a:lnTo>
                  <a:pt x="1809750" y="1447800"/>
                </a:lnTo>
                <a:lnTo>
                  <a:pt x="1809750" y="1438275"/>
                </a:lnTo>
                <a:lnTo>
                  <a:pt x="1819275" y="1438275"/>
                </a:lnTo>
                <a:lnTo>
                  <a:pt x="1819275" y="1428750"/>
                </a:lnTo>
                <a:lnTo>
                  <a:pt x="1838325" y="1428750"/>
                </a:lnTo>
                <a:close/>
                <a:moveTo>
                  <a:pt x="1257300" y="1428750"/>
                </a:moveTo>
                <a:lnTo>
                  <a:pt x="1285875" y="1428750"/>
                </a:lnTo>
                <a:lnTo>
                  <a:pt x="1285875" y="1438275"/>
                </a:lnTo>
                <a:lnTo>
                  <a:pt x="1257300" y="1438275"/>
                </a:lnTo>
                <a:close/>
                <a:moveTo>
                  <a:pt x="1381125" y="1428750"/>
                </a:moveTo>
                <a:lnTo>
                  <a:pt x="1390650" y="1428750"/>
                </a:lnTo>
                <a:lnTo>
                  <a:pt x="1390650" y="1447800"/>
                </a:lnTo>
                <a:lnTo>
                  <a:pt x="1381125" y="1447800"/>
                </a:lnTo>
                <a:close/>
                <a:moveTo>
                  <a:pt x="1647825" y="1428750"/>
                </a:moveTo>
                <a:lnTo>
                  <a:pt x="1657350" y="1428750"/>
                </a:lnTo>
                <a:lnTo>
                  <a:pt x="1657350" y="1447800"/>
                </a:lnTo>
                <a:lnTo>
                  <a:pt x="1647825" y="1447800"/>
                </a:lnTo>
                <a:close/>
                <a:moveTo>
                  <a:pt x="342900" y="1438275"/>
                </a:moveTo>
                <a:lnTo>
                  <a:pt x="352425" y="1438275"/>
                </a:lnTo>
                <a:lnTo>
                  <a:pt x="352425" y="1447800"/>
                </a:lnTo>
                <a:lnTo>
                  <a:pt x="342900" y="1447800"/>
                </a:lnTo>
                <a:close/>
                <a:moveTo>
                  <a:pt x="1038225" y="1438275"/>
                </a:moveTo>
                <a:lnTo>
                  <a:pt x="1057275" y="1438275"/>
                </a:lnTo>
                <a:lnTo>
                  <a:pt x="1057275" y="1447800"/>
                </a:lnTo>
                <a:lnTo>
                  <a:pt x="1038225" y="1447800"/>
                </a:lnTo>
                <a:close/>
                <a:moveTo>
                  <a:pt x="1171575" y="1438275"/>
                </a:moveTo>
                <a:lnTo>
                  <a:pt x="1181100" y="1438275"/>
                </a:lnTo>
                <a:lnTo>
                  <a:pt x="1181100" y="1447800"/>
                </a:lnTo>
                <a:lnTo>
                  <a:pt x="1171575" y="1447800"/>
                </a:lnTo>
                <a:close/>
                <a:moveTo>
                  <a:pt x="609600" y="1457325"/>
                </a:moveTo>
                <a:lnTo>
                  <a:pt x="619125" y="1457325"/>
                </a:lnTo>
                <a:lnTo>
                  <a:pt x="619125" y="1466850"/>
                </a:lnTo>
                <a:lnTo>
                  <a:pt x="609600" y="1466850"/>
                </a:lnTo>
                <a:close/>
                <a:moveTo>
                  <a:pt x="990600" y="1457325"/>
                </a:moveTo>
                <a:lnTo>
                  <a:pt x="1000125" y="1457325"/>
                </a:lnTo>
                <a:lnTo>
                  <a:pt x="1000125" y="1466850"/>
                </a:lnTo>
                <a:lnTo>
                  <a:pt x="990600" y="1466850"/>
                </a:lnTo>
                <a:close/>
                <a:moveTo>
                  <a:pt x="1219200" y="1457325"/>
                </a:moveTo>
                <a:lnTo>
                  <a:pt x="1247775" y="1457325"/>
                </a:lnTo>
                <a:lnTo>
                  <a:pt x="1247775" y="1466850"/>
                </a:lnTo>
                <a:lnTo>
                  <a:pt x="1219200" y="1466850"/>
                </a:lnTo>
                <a:close/>
                <a:moveTo>
                  <a:pt x="1266825" y="1457325"/>
                </a:moveTo>
                <a:lnTo>
                  <a:pt x="1295400" y="1457325"/>
                </a:lnTo>
                <a:lnTo>
                  <a:pt x="1295400" y="1466850"/>
                </a:lnTo>
                <a:lnTo>
                  <a:pt x="1266825" y="1466850"/>
                </a:lnTo>
                <a:close/>
                <a:moveTo>
                  <a:pt x="1314450" y="1457325"/>
                </a:moveTo>
                <a:lnTo>
                  <a:pt x="1323975" y="1457325"/>
                </a:lnTo>
                <a:lnTo>
                  <a:pt x="1323975" y="1466850"/>
                </a:lnTo>
                <a:lnTo>
                  <a:pt x="1314450" y="1466850"/>
                </a:lnTo>
                <a:close/>
                <a:moveTo>
                  <a:pt x="1362075" y="1457325"/>
                </a:moveTo>
                <a:lnTo>
                  <a:pt x="1371600" y="1457325"/>
                </a:lnTo>
                <a:lnTo>
                  <a:pt x="1371600" y="1466850"/>
                </a:lnTo>
                <a:lnTo>
                  <a:pt x="1362075" y="1466850"/>
                </a:lnTo>
                <a:close/>
                <a:moveTo>
                  <a:pt x="1390650" y="1457325"/>
                </a:moveTo>
                <a:lnTo>
                  <a:pt x="1409700" y="1457325"/>
                </a:lnTo>
                <a:lnTo>
                  <a:pt x="1409700" y="1466850"/>
                </a:lnTo>
                <a:lnTo>
                  <a:pt x="1390650" y="1466850"/>
                </a:lnTo>
                <a:close/>
                <a:moveTo>
                  <a:pt x="1428750" y="1457325"/>
                </a:moveTo>
                <a:lnTo>
                  <a:pt x="1438275" y="1457325"/>
                </a:lnTo>
                <a:lnTo>
                  <a:pt x="1438275" y="1466850"/>
                </a:lnTo>
                <a:lnTo>
                  <a:pt x="1428750" y="1466850"/>
                </a:lnTo>
                <a:close/>
                <a:moveTo>
                  <a:pt x="1514475" y="1457325"/>
                </a:moveTo>
                <a:lnTo>
                  <a:pt x="1543050" y="1457325"/>
                </a:lnTo>
                <a:lnTo>
                  <a:pt x="1543050" y="1466850"/>
                </a:lnTo>
                <a:lnTo>
                  <a:pt x="1514475" y="1466850"/>
                </a:lnTo>
                <a:close/>
                <a:moveTo>
                  <a:pt x="1581150" y="1457325"/>
                </a:moveTo>
                <a:lnTo>
                  <a:pt x="1590675" y="1457325"/>
                </a:lnTo>
                <a:lnTo>
                  <a:pt x="1590675" y="1466850"/>
                </a:lnTo>
                <a:lnTo>
                  <a:pt x="1581150" y="1466850"/>
                </a:lnTo>
                <a:close/>
                <a:moveTo>
                  <a:pt x="1762125" y="1457325"/>
                </a:moveTo>
                <a:lnTo>
                  <a:pt x="1771650" y="1457325"/>
                </a:lnTo>
                <a:lnTo>
                  <a:pt x="1771650" y="1466850"/>
                </a:lnTo>
                <a:lnTo>
                  <a:pt x="1762125" y="1466850"/>
                </a:lnTo>
                <a:close/>
                <a:moveTo>
                  <a:pt x="1790700" y="1457325"/>
                </a:moveTo>
                <a:lnTo>
                  <a:pt x="1809750" y="1457325"/>
                </a:lnTo>
                <a:lnTo>
                  <a:pt x="1809750" y="1466850"/>
                </a:lnTo>
                <a:lnTo>
                  <a:pt x="1790700" y="1466850"/>
                </a:lnTo>
                <a:close/>
                <a:moveTo>
                  <a:pt x="1895475" y="1457325"/>
                </a:moveTo>
                <a:lnTo>
                  <a:pt x="1905000" y="1457325"/>
                </a:lnTo>
                <a:lnTo>
                  <a:pt x="1905000" y="1476375"/>
                </a:lnTo>
                <a:lnTo>
                  <a:pt x="1895475" y="1476375"/>
                </a:lnTo>
                <a:close/>
                <a:moveTo>
                  <a:pt x="285750" y="1485900"/>
                </a:moveTo>
                <a:lnTo>
                  <a:pt x="304800" y="1485900"/>
                </a:lnTo>
                <a:lnTo>
                  <a:pt x="304800" y="1495425"/>
                </a:lnTo>
                <a:lnTo>
                  <a:pt x="285750" y="1495425"/>
                </a:lnTo>
                <a:close/>
                <a:moveTo>
                  <a:pt x="314325" y="1485900"/>
                </a:moveTo>
                <a:lnTo>
                  <a:pt x="381000" y="1485900"/>
                </a:lnTo>
                <a:lnTo>
                  <a:pt x="381000" y="1495425"/>
                </a:lnTo>
                <a:lnTo>
                  <a:pt x="314325" y="1495425"/>
                </a:lnTo>
                <a:close/>
                <a:moveTo>
                  <a:pt x="400050" y="1485900"/>
                </a:moveTo>
                <a:lnTo>
                  <a:pt x="428625" y="1485900"/>
                </a:lnTo>
                <a:lnTo>
                  <a:pt x="428625" y="1495425"/>
                </a:lnTo>
                <a:lnTo>
                  <a:pt x="400050" y="1495425"/>
                </a:lnTo>
                <a:close/>
                <a:moveTo>
                  <a:pt x="552450" y="1485900"/>
                </a:moveTo>
                <a:lnTo>
                  <a:pt x="561975" y="1485900"/>
                </a:lnTo>
                <a:lnTo>
                  <a:pt x="561975" y="1495425"/>
                </a:lnTo>
                <a:lnTo>
                  <a:pt x="552450" y="1495425"/>
                </a:lnTo>
                <a:close/>
                <a:moveTo>
                  <a:pt x="600075" y="1485900"/>
                </a:moveTo>
                <a:lnTo>
                  <a:pt x="619125" y="1485900"/>
                </a:lnTo>
                <a:lnTo>
                  <a:pt x="619125" y="1504950"/>
                </a:lnTo>
                <a:lnTo>
                  <a:pt x="609600" y="1504950"/>
                </a:lnTo>
                <a:lnTo>
                  <a:pt x="609600" y="1495425"/>
                </a:lnTo>
                <a:lnTo>
                  <a:pt x="600075" y="1495425"/>
                </a:lnTo>
                <a:close/>
                <a:moveTo>
                  <a:pt x="628650" y="1485900"/>
                </a:moveTo>
                <a:lnTo>
                  <a:pt x="638175" y="1485900"/>
                </a:lnTo>
                <a:lnTo>
                  <a:pt x="638175" y="1495425"/>
                </a:lnTo>
                <a:lnTo>
                  <a:pt x="628650" y="1495425"/>
                </a:lnTo>
                <a:close/>
                <a:moveTo>
                  <a:pt x="714375" y="1485900"/>
                </a:moveTo>
                <a:lnTo>
                  <a:pt x="742950" y="1485900"/>
                </a:lnTo>
                <a:lnTo>
                  <a:pt x="742950" y="1504950"/>
                </a:lnTo>
                <a:lnTo>
                  <a:pt x="723900" y="1504950"/>
                </a:lnTo>
                <a:lnTo>
                  <a:pt x="723900" y="1495425"/>
                </a:lnTo>
                <a:lnTo>
                  <a:pt x="714375" y="1495425"/>
                </a:lnTo>
                <a:close/>
                <a:moveTo>
                  <a:pt x="762000" y="1485900"/>
                </a:moveTo>
                <a:lnTo>
                  <a:pt x="781050" y="1485900"/>
                </a:lnTo>
                <a:lnTo>
                  <a:pt x="781050" y="1495425"/>
                </a:lnTo>
                <a:lnTo>
                  <a:pt x="762000" y="1495425"/>
                </a:lnTo>
                <a:close/>
                <a:moveTo>
                  <a:pt x="800100" y="1485900"/>
                </a:moveTo>
                <a:lnTo>
                  <a:pt x="819150" y="1485900"/>
                </a:lnTo>
                <a:lnTo>
                  <a:pt x="819150" y="1495425"/>
                </a:lnTo>
                <a:lnTo>
                  <a:pt x="800100" y="1495425"/>
                </a:lnTo>
                <a:close/>
                <a:moveTo>
                  <a:pt x="838200" y="1485900"/>
                </a:moveTo>
                <a:lnTo>
                  <a:pt x="857250" y="1485900"/>
                </a:lnTo>
                <a:lnTo>
                  <a:pt x="857250" y="1495425"/>
                </a:lnTo>
                <a:lnTo>
                  <a:pt x="838200" y="1495425"/>
                </a:lnTo>
                <a:close/>
                <a:moveTo>
                  <a:pt x="923925" y="1485900"/>
                </a:moveTo>
                <a:lnTo>
                  <a:pt x="933450" y="1485900"/>
                </a:lnTo>
                <a:lnTo>
                  <a:pt x="933450" y="1495425"/>
                </a:lnTo>
                <a:lnTo>
                  <a:pt x="923925" y="1495425"/>
                </a:lnTo>
                <a:close/>
                <a:moveTo>
                  <a:pt x="942975" y="1485900"/>
                </a:moveTo>
                <a:lnTo>
                  <a:pt x="981075" y="1485900"/>
                </a:lnTo>
                <a:lnTo>
                  <a:pt x="981075" y="1495425"/>
                </a:lnTo>
                <a:lnTo>
                  <a:pt x="971550" y="1495425"/>
                </a:lnTo>
                <a:lnTo>
                  <a:pt x="971550" y="1504950"/>
                </a:lnTo>
                <a:lnTo>
                  <a:pt x="952500" y="1504950"/>
                </a:lnTo>
                <a:lnTo>
                  <a:pt x="952500" y="1495425"/>
                </a:lnTo>
                <a:lnTo>
                  <a:pt x="942975" y="1495425"/>
                </a:lnTo>
                <a:close/>
                <a:moveTo>
                  <a:pt x="990600" y="1485900"/>
                </a:moveTo>
                <a:lnTo>
                  <a:pt x="1009650" y="1485900"/>
                </a:lnTo>
                <a:lnTo>
                  <a:pt x="1009650" y="1495425"/>
                </a:lnTo>
                <a:lnTo>
                  <a:pt x="990600" y="1495425"/>
                </a:lnTo>
                <a:close/>
                <a:moveTo>
                  <a:pt x="1019175" y="1485900"/>
                </a:moveTo>
                <a:lnTo>
                  <a:pt x="1047750" y="1485900"/>
                </a:lnTo>
                <a:lnTo>
                  <a:pt x="1047750" y="1495425"/>
                </a:lnTo>
                <a:lnTo>
                  <a:pt x="1019175" y="1495425"/>
                </a:lnTo>
                <a:close/>
                <a:moveTo>
                  <a:pt x="1066800" y="1485900"/>
                </a:moveTo>
                <a:lnTo>
                  <a:pt x="1085850" y="1485900"/>
                </a:lnTo>
                <a:lnTo>
                  <a:pt x="1085850" y="1495425"/>
                </a:lnTo>
                <a:lnTo>
                  <a:pt x="1066800" y="1495425"/>
                </a:lnTo>
                <a:close/>
                <a:moveTo>
                  <a:pt x="1104900" y="1485900"/>
                </a:moveTo>
                <a:lnTo>
                  <a:pt x="1162050" y="1485900"/>
                </a:lnTo>
                <a:lnTo>
                  <a:pt x="1162050" y="1495425"/>
                </a:lnTo>
                <a:lnTo>
                  <a:pt x="1152525" y="1495425"/>
                </a:lnTo>
                <a:lnTo>
                  <a:pt x="1152525" y="1504950"/>
                </a:lnTo>
                <a:lnTo>
                  <a:pt x="1123950" y="1504950"/>
                </a:lnTo>
                <a:lnTo>
                  <a:pt x="1123950" y="1495425"/>
                </a:lnTo>
                <a:lnTo>
                  <a:pt x="1104900" y="1495425"/>
                </a:lnTo>
                <a:close/>
                <a:moveTo>
                  <a:pt x="1743075" y="1485900"/>
                </a:moveTo>
                <a:lnTo>
                  <a:pt x="1752600" y="1485900"/>
                </a:lnTo>
                <a:lnTo>
                  <a:pt x="1752600" y="1504950"/>
                </a:lnTo>
                <a:lnTo>
                  <a:pt x="1733550" y="1504950"/>
                </a:lnTo>
                <a:lnTo>
                  <a:pt x="1733550" y="1495425"/>
                </a:lnTo>
                <a:lnTo>
                  <a:pt x="1743075" y="1495425"/>
                </a:lnTo>
                <a:close/>
                <a:moveTo>
                  <a:pt x="1828800" y="1485900"/>
                </a:moveTo>
                <a:lnTo>
                  <a:pt x="1847850" y="1485900"/>
                </a:lnTo>
                <a:lnTo>
                  <a:pt x="1847850" y="1495425"/>
                </a:lnTo>
                <a:lnTo>
                  <a:pt x="1828800" y="1495425"/>
                </a:lnTo>
                <a:close/>
                <a:moveTo>
                  <a:pt x="428625" y="1495425"/>
                </a:moveTo>
                <a:lnTo>
                  <a:pt x="438150" y="1495425"/>
                </a:lnTo>
                <a:lnTo>
                  <a:pt x="438150" y="1514475"/>
                </a:lnTo>
                <a:lnTo>
                  <a:pt x="428625" y="1514475"/>
                </a:lnTo>
                <a:close/>
                <a:moveTo>
                  <a:pt x="466725" y="1495425"/>
                </a:moveTo>
                <a:lnTo>
                  <a:pt x="476250" y="1495425"/>
                </a:lnTo>
                <a:lnTo>
                  <a:pt x="476250" y="1504950"/>
                </a:lnTo>
                <a:lnTo>
                  <a:pt x="466725" y="1504950"/>
                </a:lnTo>
                <a:close/>
                <a:moveTo>
                  <a:pt x="533400" y="1495425"/>
                </a:moveTo>
                <a:lnTo>
                  <a:pt x="552450" y="1495425"/>
                </a:lnTo>
                <a:lnTo>
                  <a:pt x="552450" y="1504950"/>
                </a:lnTo>
                <a:lnTo>
                  <a:pt x="533400" y="1504950"/>
                </a:lnTo>
                <a:close/>
                <a:moveTo>
                  <a:pt x="1457325" y="1495425"/>
                </a:moveTo>
                <a:lnTo>
                  <a:pt x="1466850" y="1495425"/>
                </a:lnTo>
                <a:lnTo>
                  <a:pt x="1466850" y="1504950"/>
                </a:lnTo>
                <a:lnTo>
                  <a:pt x="1457325" y="1504950"/>
                </a:lnTo>
                <a:close/>
                <a:moveTo>
                  <a:pt x="1504950" y="1495425"/>
                </a:moveTo>
                <a:lnTo>
                  <a:pt x="1514475" y="1495425"/>
                </a:lnTo>
                <a:lnTo>
                  <a:pt x="1514475" y="1504950"/>
                </a:lnTo>
                <a:lnTo>
                  <a:pt x="1504950" y="1504950"/>
                </a:lnTo>
                <a:close/>
                <a:moveTo>
                  <a:pt x="1543050" y="1495425"/>
                </a:moveTo>
                <a:lnTo>
                  <a:pt x="1552575" y="1495425"/>
                </a:lnTo>
                <a:lnTo>
                  <a:pt x="1552575" y="1504950"/>
                </a:lnTo>
                <a:lnTo>
                  <a:pt x="1543050" y="1504950"/>
                </a:lnTo>
                <a:close/>
                <a:moveTo>
                  <a:pt x="1762125" y="1495425"/>
                </a:moveTo>
                <a:lnTo>
                  <a:pt x="1771650" y="1495425"/>
                </a:lnTo>
                <a:lnTo>
                  <a:pt x="1771650" y="1504950"/>
                </a:lnTo>
                <a:lnTo>
                  <a:pt x="1762125" y="1504950"/>
                </a:lnTo>
                <a:close/>
                <a:moveTo>
                  <a:pt x="1800225" y="1495425"/>
                </a:moveTo>
                <a:lnTo>
                  <a:pt x="1809750" y="1495425"/>
                </a:lnTo>
                <a:lnTo>
                  <a:pt x="1809750" y="1504950"/>
                </a:lnTo>
                <a:lnTo>
                  <a:pt x="1800225" y="1504950"/>
                </a:lnTo>
                <a:close/>
                <a:moveTo>
                  <a:pt x="476250" y="1504950"/>
                </a:moveTo>
                <a:lnTo>
                  <a:pt x="485775" y="1504950"/>
                </a:lnTo>
                <a:lnTo>
                  <a:pt x="485775" y="1533525"/>
                </a:lnTo>
                <a:lnTo>
                  <a:pt x="476250" y="1533525"/>
                </a:lnTo>
                <a:lnTo>
                  <a:pt x="476250" y="1524000"/>
                </a:lnTo>
                <a:lnTo>
                  <a:pt x="457200" y="1524000"/>
                </a:lnTo>
                <a:lnTo>
                  <a:pt x="457200" y="1514475"/>
                </a:lnTo>
                <a:lnTo>
                  <a:pt x="476250" y="1514475"/>
                </a:lnTo>
                <a:close/>
                <a:moveTo>
                  <a:pt x="438150" y="1514475"/>
                </a:moveTo>
                <a:lnTo>
                  <a:pt x="447675" y="1514475"/>
                </a:lnTo>
                <a:lnTo>
                  <a:pt x="447675" y="1524000"/>
                </a:lnTo>
                <a:lnTo>
                  <a:pt x="438150" y="1524000"/>
                </a:lnTo>
                <a:close/>
                <a:moveTo>
                  <a:pt x="1819275" y="1524000"/>
                </a:moveTo>
                <a:lnTo>
                  <a:pt x="1828800" y="1524000"/>
                </a:lnTo>
                <a:lnTo>
                  <a:pt x="1828800" y="1533525"/>
                </a:lnTo>
                <a:lnTo>
                  <a:pt x="1819275" y="1533525"/>
                </a:lnTo>
                <a:close/>
                <a:moveTo>
                  <a:pt x="38100" y="1543050"/>
                </a:moveTo>
                <a:lnTo>
                  <a:pt x="57150" y="1543050"/>
                </a:lnTo>
                <a:lnTo>
                  <a:pt x="57150" y="1552575"/>
                </a:lnTo>
                <a:lnTo>
                  <a:pt x="38100" y="1552575"/>
                </a:lnTo>
                <a:close/>
                <a:moveTo>
                  <a:pt x="533400" y="1543050"/>
                </a:moveTo>
                <a:lnTo>
                  <a:pt x="542925" y="1543050"/>
                </a:lnTo>
                <a:lnTo>
                  <a:pt x="542925" y="1571625"/>
                </a:lnTo>
                <a:lnTo>
                  <a:pt x="514350" y="1571625"/>
                </a:lnTo>
                <a:lnTo>
                  <a:pt x="514350" y="1562100"/>
                </a:lnTo>
                <a:lnTo>
                  <a:pt x="523875" y="1562100"/>
                </a:lnTo>
                <a:lnTo>
                  <a:pt x="523875" y="1552575"/>
                </a:lnTo>
                <a:lnTo>
                  <a:pt x="533400" y="1552575"/>
                </a:lnTo>
                <a:close/>
                <a:moveTo>
                  <a:pt x="666750" y="1543050"/>
                </a:moveTo>
                <a:lnTo>
                  <a:pt x="685800" y="1543050"/>
                </a:lnTo>
                <a:lnTo>
                  <a:pt x="685800" y="1562100"/>
                </a:lnTo>
                <a:lnTo>
                  <a:pt x="676275" y="1562100"/>
                </a:lnTo>
                <a:lnTo>
                  <a:pt x="676275" y="1571625"/>
                </a:lnTo>
                <a:lnTo>
                  <a:pt x="647700" y="1571625"/>
                </a:lnTo>
                <a:lnTo>
                  <a:pt x="647700" y="1562100"/>
                </a:lnTo>
                <a:lnTo>
                  <a:pt x="638175" y="1562100"/>
                </a:lnTo>
                <a:lnTo>
                  <a:pt x="638175" y="1552575"/>
                </a:lnTo>
                <a:lnTo>
                  <a:pt x="647700" y="1552575"/>
                </a:lnTo>
                <a:lnTo>
                  <a:pt x="647700" y="1562100"/>
                </a:lnTo>
                <a:lnTo>
                  <a:pt x="657225" y="1562100"/>
                </a:lnTo>
                <a:lnTo>
                  <a:pt x="657225" y="1552575"/>
                </a:lnTo>
                <a:lnTo>
                  <a:pt x="666750" y="1552575"/>
                </a:lnTo>
                <a:close/>
                <a:moveTo>
                  <a:pt x="685800" y="1562100"/>
                </a:moveTo>
                <a:lnTo>
                  <a:pt x="695325" y="1562100"/>
                </a:lnTo>
                <a:lnTo>
                  <a:pt x="695325" y="1571625"/>
                </a:lnTo>
                <a:lnTo>
                  <a:pt x="685800" y="1571625"/>
                </a:lnTo>
                <a:close/>
                <a:moveTo>
                  <a:pt x="1885950" y="1571625"/>
                </a:moveTo>
                <a:lnTo>
                  <a:pt x="1895475" y="1571625"/>
                </a:lnTo>
                <a:lnTo>
                  <a:pt x="1895475" y="1581150"/>
                </a:lnTo>
                <a:lnTo>
                  <a:pt x="1885950" y="1581150"/>
                </a:lnTo>
                <a:close/>
                <a:moveTo>
                  <a:pt x="657225" y="1581150"/>
                </a:moveTo>
                <a:lnTo>
                  <a:pt x="666750" y="1581150"/>
                </a:lnTo>
                <a:lnTo>
                  <a:pt x="666750" y="1590675"/>
                </a:lnTo>
                <a:lnTo>
                  <a:pt x="657225" y="1590675"/>
                </a:lnTo>
                <a:close/>
                <a:moveTo>
                  <a:pt x="590550" y="1590675"/>
                </a:moveTo>
                <a:lnTo>
                  <a:pt x="600075" y="1590675"/>
                </a:lnTo>
                <a:lnTo>
                  <a:pt x="600075" y="1600200"/>
                </a:lnTo>
                <a:lnTo>
                  <a:pt x="590550" y="1600200"/>
                </a:lnTo>
                <a:close/>
                <a:moveTo>
                  <a:pt x="723900" y="1590675"/>
                </a:moveTo>
                <a:lnTo>
                  <a:pt x="752475" y="1590675"/>
                </a:lnTo>
                <a:lnTo>
                  <a:pt x="752475" y="1600200"/>
                </a:lnTo>
                <a:lnTo>
                  <a:pt x="742950" y="1600200"/>
                </a:lnTo>
                <a:lnTo>
                  <a:pt x="742950" y="1609725"/>
                </a:lnTo>
                <a:lnTo>
                  <a:pt x="723900" y="1609725"/>
                </a:lnTo>
                <a:close/>
                <a:moveTo>
                  <a:pt x="1876425" y="1590675"/>
                </a:moveTo>
                <a:lnTo>
                  <a:pt x="1895475" y="1590675"/>
                </a:lnTo>
                <a:lnTo>
                  <a:pt x="1895475" y="1600200"/>
                </a:lnTo>
                <a:lnTo>
                  <a:pt x="1885950" y="1600200"/>
                </a:lnTo>
                <a:lnTo>
                  <a:pt x="1885950" y="1609725"/>
                </a:lnTo>
                <a:lnTo>
                  <a:pt x="1876425" y="1609725"/>
                </a:lnTo>
                <a:close/>
                <a:moveTo>
                  <a:pt x="161925" y="1600200"/>
                </a:moveTo>
                <a:lnTo>
                  <a:pt x="171450" y="1600200"/>
                </a:lnTo>
                <a:lnTo>
                  <a:pt x="171450" y="1609725"/>
                </a:lnTo>
                <a:lnTo>
                  <a:pt x="161925" y="1609725"/>
                </a:lnTo>
                <a:close/>
                <a:moveTo>
                  <a:pt x="781050" y="1600200"/>
                </a:moveTo>
                <a:lnTo>
                  <a:pt x="790575" y="1600200"/>
                </a:lnTo>
                <a:lnTo>
                  <a:pt x="790575" y="1609725"/>
                </a:lnTo>
                <a:lnTo>
                  <a:pt x="781050" y="1609725"/>
                </a:lnTo>
                <a:close/>
                <a:moveTo>
                  <a:pt x="828675" y="1600200"/>
                </a:moveTo>
                <a:lnTo>
                  <a:pt x="838200" y="1600200"/>
                </a:lnTo>
                <a:lnTo>
                  <a:pt x="838200" y="1609725"/>
                </a:lnTo>
                <a:lnTo>
                  <a:pt x="828675" y="1609725"/>
                </a:lnTo>
                <a:close/>
                <a:moveTo>
                  <a:pt x="628650" y="1609725"/>
                </a:moveTo>
                <a:lnTo>
                  <a:pt x="638175" y="1609725"/>
                </a:lnTo>
                <a:lnTo>
                  <a:pt x="638175" y="1619250"/>
                </a:lnTo>
                <a:lnTo>
                  <a:pt x="647700" y="1619250"/>
                </a:lnTo>
                <a:lnTo>
                  <a:pt x="647700" y="1628775"/>
                </a:lnTo>
                <a:lnTo>
                  <a:pt x="628650" y="1628775"/>
                </a:lnTo>
                <a:close/>
                <a:moveTo>
                  <a:pt x="800100" y="1609725"/>
                </a:moveTo>
                <a:lnTo>
                  <a:pt x="809625" y="1609725"/>
                </a:lnTo>
                <a:lnTo>
                  <a:pt x="809625" y="1619250"/>
                </a:lnTo>
                <a:lnTo>
                  <a:pt x="800100" y="1619250"/>
                </a:lnTo>
                <a:close/>
                <a:moveTo>
                  <a:pt x="847725" y="1609725"/>
                </a:moveTo>
                <a:lnTo>
                  <a:pt x="857250" y="1609725"/>
                </a:lnTo>
                <a:lnTo>
                  <a:pt x="857250" y="1619250"/>
                </a:lnTo>
                <a:lnTo>
                  <a:pt x="847725" y="1619250"/>
                </a:lnTo>
                <a:close/>
                <a:moveTo>
                  <a:pt x="1743075" y="1609725"/>
                </a:moveTo>
                <a:lnTo>
                  <a:pt x="1762125" y="1609725"/>
                </a:lnTo>
                <a:lnTo>
                  <a:pt x="1762125" y="1619250"/>
                </a:lnTo>
                <a:lnTo>
                  <a:pt x="1743075" y="1619250"/>
                </a:lnTo>
                <a:close/>
                <a:moveTo>
                  <a:pt x="704850" y="1619250"/>
                </a:moveTo>
                <a:lnTo>
                  <a:pt x="714375" y="1619250"/>
                </a:lnTo>
                <a:lnTo>
                  <a:pt x="714375" y="1628775"/>
                </a:lnTo>
                <a:lnTo>
                  <a:pt x="704850" y="1628775"/>
                </a:lnTo>
                <a:close/>
                <a:moveTo>
                  <a:pt x="809625" y="1619250"/>
                </a:moveTo>
                <a:lnTo>
                  <a:pt x="819150" y="1619250"/>
                </a:lnTo>
                <a:lnTo>
                  <a:pt x="819150" y="1628775"/>
                </a:lnTo>
                <a:lnTo>
                  <a:pt x="809625" y="1628775"/>
                </a:lnTo>
                <a:close/>
                <a:moveTo>
                  <a:pt x="904875" y="1619250"/>
                </a:moveTo>
                <a:lnTo>
                  <a:pt x="923925" y="1619250"/>
                </a:lnTo>
                <a:lnTo>
                  <a:pt x="923925" y="1638300"/>
                </a:lnTo>
                <a:lnTo>
                  <a:pt x="895350" y="1638300"/>
                </a:lnTo>
                <a:lnTo>
                  <a:pt x="895350" y="1628775"/>
                </a:lnTo>
                <a:lnTo>
                  <a:pt x="904875" y="1628775"/>
                </a:lnTo>
                <a:close/>
                <a:moveTo>
                  <a:pt x="85725" y="1628775"/>
                </a:moveTo>
                <a:lnTo>
                  <a:pt x="104775" y="1628775"/>
                </a:lnTo>
                <a:lnTo>
                  <a:pt x="104775" y="1638300"/>
                </a:lnTo>
                <a:lnTo>
                  <a:pt x="85725" y="1638300"/>
                </a:lnTo>
                <a:close/>
                <a:moveTo>
                  <a:pt x="114300" y="1628775"/>
                </a:moveTo>
                <a:lnTo>
                  <a:pt x="123825" y="1628775"/>
                </a:lnTo>
                <a:lnTo>
                  <a:pt x="123825" y="1638300"/>
                </a:lnTo>
                <a:lnTo>
                  <a:pt x="114300" y="1638300"/>
                </a:lnTo>
                <a:close/>
                <a:moveTo>
                  <a:pt x="609600" y="1628775"/>
                </a:moveTo>
                <a:lnTo>
                  <a:pt x="628650" y="1628775"/>
                </a:lnTo>
                <a:lnTo>
                  <a:pt x="628650" y="1638300"/>
                </a:lnTo>
                <a:lnTo>
                  <a:pt x="609600" y="1638300"/>
                </a:lnTo>
                <a:close/>
                <a:moveTo>
                  <a:pt x="647700" y="1628775"/>
                </a:moveTo>
                <a:lnTo>
                  <a:pt x="657225" y="1628775"/>
                </a:lnTo>
                <a:lnTo>
                  <a:pt x="657225" y="1638300"/>
                </a:lnTo>
                <a:lnTo>
                  <a:pt x="647700" y="1638300"/>
                </a:lnTo>
                <a:close/>
                <a:moveTo>
                  <a:pt x="819150" y="1628775"/>
                </a:moveTo>
                <a:lnTo>
                  <a:pt x="838200" y="1628775"/>
                </a:lnTo>
                <a:lnTo>
                  <a:pt x="838200" y="1638300"/>
                </a:lnTo>
                <a:lnTo>
                  <a:pt x="819150" y="1638300"/>
                </a:lnTo>
                <a:close/>
                <a:moveTo>
                  <a:pt x="1095375" y="1638300"/>
                </a:moveTo>
                <a:lnTo>
                  <a:pt x="1114425" y="1638300"/>
                </a:lnTo>
                <a:lnTo>
                  <a:pt x="1114425" y="1647825"/>
                </a:lnTo>
                <a:lnTo>
                  <a:pt x="1095375" y="1647825"/>
                </a:lnTo>
                <a:close/>
                <a:moveTo>
                  <a:pt x="1190625" y="1638300"/>
                </a:moveTo>
                <a:lnTo>
                  <a:pt x="1200150" y="1638300"/>
                </a:lnTo>
                <a:lnTo>
                  <a:pt x="1200150" y="1647825"/>
                </a:lnTo>
                <a:lnTo>
                  <a:pt x="1190625" y="1647825"/>
                </a:lnTo>
                <a:close/>
                <a:moveTo>
                  <a:pt x="1247775" y="1638300"/>
                </a:moveTo>
                <a:lnTo>
                  <a:pt x="1257300" y="1638300"/>
                </a:lnTo>
                <a:lnTo>
                  <a:pt x="1257300" y="1647825"/>
                </a:lnTo>
                <a:lnTo>
                  <a:pt x="1247775" y="1647825"/>
                </a:lnTo>
                <a:close/>
                <a:moveTo>
                  <a:pt x="1390650" y="1638300"/>
                </a:moveTo>
                <a:lnTo>
                  <a:pt x="1409700" y="1638300"/>
                </a:lnTo>
                <a:lnTo>
                  <a:pt x="1409700" y="1647825"/>
                </a:lnTo>
                <a:lnTo>
                  <a:pt x="1390650" y="1647825"/>
                </a:lnTo>
                <a:close/>
                <a:moveTo>
                  <a:pt x="1419225" y="1638300"/>
                </a:moveTo>
                <a:lnTo>
                  <a:pt x="1428750" y="1638300"/>
                </a:lnTo>
                <a:lnTo>
                  <a:pt x="1428750" y="1647825"/>
                </a:lnTo>
                <a:lnTo>
                  <a:pt x="1419225" y="1647825"/>
                </a:lnTo>
                <a:close/>
                <a:moveTo>
                  <a:pt x="1314450" y="1647825"/>
                </a:moveTo>
                <a:lnTo>
                  <a:pt x="1323975" y="1647825"/>
                </a:lnTo>
                <a:lnTo>
                  <a:pt x="1323975" y="1657350"/>
                </a:lnTo>
                <a:lnTo>
                  <a:pt x="1314450" y="1657350"/>
                </a:lnTo>
                <a:close/>
                <a:moveTo>
                  <a:pt x="1333500" y="1647825"/>
                </a:moveTo>
                <a:lnTo>
                  <a:pt x="1343025" y="1647825"/>
                </a:lnTo>
                <a:lnTo>
                  <a:pt x="1343025" y="1657350"/>
                </a:lnTo>
                <a:lnTo>
                  <a:pt x="1333500" y="1657350"/>
                </a:lnTo>
                <a:close/>
                <a:moveTo>
                  <a:pt x="1352550" y="1647825"/>
                </a:moveTo>
                <a:lnTo>
                  <a:pt x="1362075" y="1647825"/>
                </a:lnTo>
                <a:lnTo>
                  <a:pt x="1362075" y="1657350"/>
                </a:lnTo>
                <a:lnTo>
                  <a:pt x="1352550" y="1657350"/>
                </a:lnTo>
                <a:close/>
                <a:moveTo>
                  <a:pt x="1371600" y="1647825"/>
                </a:moveTo>
                <a:lnTo>
                  <a:pt x="1381125" y="1647825"/>
                </a:lnTo>
                <a:lnTo>
                  <a:pt x="1381125" y="1657350"/>
                </a:lnTo>
                <a:lnTo>
                  <a:pt x="1371600" y="1657350"/>
                </a:lnTo>
                <a:close/>
                <a:moveTo>
                  <a:pt x="1447800" y="1647825"/>
                </a:moveTo>
                <a:lnTo>
                  <a:pt x="1457325" y="1647825"/>
                </a:lnTo>
                <a:lnTo>
                  <a:pt x="1457325" y="1657350"/>
                </a:lnTo>
                <a:lnTo>
                  <a:pt x="1447800" y="1657350"/>
                </a:lnTo>
                <a:close/>
                <a:moveTo>
                  <a:pt x="1543050" y="1647825"/>
                </a:moveTo>
                <a:lnTo>
                  <a:pt x="1552575" y="1647825"/>
                </a:lnTo>
                <a:lnTo>
                  <a:pt x="1552575" y="1657350"/>
                </a:lnTo>
                <a:lnTo>
                  <a:pt x="1543050" y="1657350"/>
                </a:lnTo>
                <a:close/>
                <a:moveTo>
                  <a:pt x="1562100" y="1647825"/>
                </a:moveTo>
                <a:lnTo>
                  <a:pt x="1647825" y="1647825"/>
                </a:lnTo>
                <a:lnTo>
                  <a:pt x="1647825" y="1657350"/>
                </a:lnTo>
                <a:lnTo>
                  <a:pt x="1562100" y="1657350"/>
                </a:lnTo>
                <a:close/>
                <a:moveTo>
                  <a:pt x="1676400" y="1647825"/>
                </a:moveTo>
                <a:lnTo>
                  <a:pt x="1704975" y="1647825"/>
                </a:lnTo>
                <a:lnTo>
                  <a:pt x="1704975" y="1657350"/>
                </a:lnTo>
                <a:lnTo>
                  <a:pt x="1676400" y="1657350"/>
                </a:lnTo>
                <a:close/>
                <a:moveTo>
                  <a:pt x="1752600" y="1647825"/>
                </a:moveTo>
                <a:lnTo>
                  <a:pt x="1762125" y="1647825"/>
                </a:lnTo>
                <a:lnTo>
                  <a:pt x="1762125" y="1657350"/>
                </a:lnTo>
                <a:lnTo>
                  <a:pt x="1752600" y="1657350"/>
                </a:lnTo>
                <a:close/>
              </a:path>
            </a:pathLst>
          </a:custGeom>
          <a:solidFill xmlns:a="http://schemas.openxmlformats.org/drawingml/2006/main">
            <a:srgbClr val="F2EEE0"/>
          </a:solidFill>
          <a:ln xmlns:a="http://schemas.openxmlformats.org/drawingml/2006/main" w="0">
            <a:noFill/>
          </a:ln>
        </p:spPr>
      </p:sp>
      <p:sp>
        <p:nvSpPr>
          <p:cNvPr id="118" name="appearance vector #f1ede1">
            <a:extLst xmlns:a="http://schemas.openxmlformats.org/drawingml/2006/main">
              <a:ext uri="{FF2B5EF4-FFF2-40B4-BE49-F238E27FC236}">
                <a16:creationId xmlns:a16="http://schemas.microsoft.com/office/drawing/2014/main" id="{5FEBAED9-7E21-4C1B-8D43-EC62E78BC8E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343400" y="5114925"/>
            <a:ext cx="1943100" cy="1666875"/>
          </a:xfrm>
          <a:custGeom xmlns:a="http://schemas.openxmlformats.org/drawingml/2006/main">
            <a:pathLst>
              <a:path w="1943100" h="1666875">
                <a:moveTo>
                  <a:pt x="285750" y="28575"/>
                </a:moveTo>
                <a:lnTo>
                  <a:pt x="295275" y="28575"/>
                </a:lnTo>
                <a:lnTo>
                  <a:pt x="295275" y="38100"/>
                </a:lnTo>
                <a:lnTo>
                  <a:pt x="285750" y="38100"/>
                </a:lnTo>
                <a:close/>
                <a:moveTo>
                  <a:pt x="323850" y="28575"/>
                </a:moveTo>
                <a:lnTo>
                  <a:pt x="352425" y="28575"/>
                </a:lnTo>
                <a:lnTo>
                  <a:pt x="352425" y="38100"/>
                </a:lnTo>
                <a:lnTo>
                  <a:pt x="361950" y="38100"/>
                </a:lnTo>
                <a:lnTo>
                  <a:pt x="361950" y="47625"/>
                </a:lnTo>
                <a:lnTo>
                  <a:pt x="371475" y="47625"/>
                </a:lnTo>
                <a:lnTo>
                  <a:pt x="371475" y="28575"/>
                </a:lnTo>
                <a:lnTo>
                  <a:pt x="390525" y="28575"/>
                </a:lnTo>
                <a:lnTo>
                  <a:pt x="390525" y="76200"/>
                </a:lnTo>
                <a:lnTo>
                  <a:pt x="400050" y="76200"/>
                </a:lnTo>
                <a:lnTo>
                  <a:pt x="400050" y="95250"/>
                </a:lnTo>
                <a:lnTo>
                  <a:pt x="390525" y="95250"/>
                </a:lnTo>
                <a:lnTo>
                  <a:pt x="390525" y="104775"/>
                </a:lnTo>
                <a:lnTo>
                  <a:pt x="371475" y="104775"/>
                </a:lnTo>
                <a:lnTo>
                  <a:pt x="371475" y="95250"/>
                </a:lnTo>
                <a:lnTo>
                  <a:pt x="361950" y="95250"/>
                </a:lnTo>
                <a:lnTo>
                  <a:pt x="361950" y="66675"/>
                </a:lnTo>
                <a:lnTo>
                  <a:pt x="352425" y="66675"/>
                </a:lnTo>
                <a:lnTo>
                  <a:pt x="352425" y="133350"/>
                </a:lnTo>
                <a:lnTo>
                  <a:pt x="342900" y="133350"/>
                </a:lnTo>
                <a:lnTo>
                  <a:pt x="342900" y="123825"/>
                </a:lnTo>
                <a:lnTo>
                  <a:pt x="333375" y="123825"/>
                </a:lnTo>
                <a:lnTo>
                  <a:pt x="333375" y="133350"/>
                </a:lnTo>
                <a:lnTo>
                  <a:pt x="323850" y="133350"/>
                </a:lnTo>
                <a:lnTo>
                  <a:pt x="323850" y="76200"/>
                </a:lnTo>
                <a:lnTo>
                  <a:pt x="333375" y="76200"/>
                </a:lnTo>
                <a:lnTo>
                  <a:pt x="333375" y="57150"/>
                </a:lnTo>
                <a:lnTo>
                  <a:pt x="314325" y="57150"/>
                </a:lnTo>
                <a:lnTo>
                  <a:pt x="314325" y="47625"/>
                </a:lnTo>
                <a:lnTo>
                  <a:pt x="295275" y="47625"/>
                </a:lnTo>
                <a:lnTo>
                  <a:pt x="295275" y="38100"/>
                </a:lnTo>
                <a:lnTo>
                  <a:pt x="323850" y="38100"/>
                </a:lnTo>
                <a:close/>
                <a:moveTo>
                  <a:pt x="238125" y="57150"/>
                </a:moveTo>
                <a:lnTo>
                  <a:pt x="257175" y="57150"/>
                </a:lnTo>
                <a:lnTo>
                  <a:pt x="257175" y="66675"/>
                </a:lnTo>
                <a:lnTo>
                  <a:pt x="238125" y="66675"/>
                </a:lnTo>
                <a:close/>
                <a:moveTo>
                  <a:pt x="266700" y="57150"/>
                </a:moveTo>
                <a:lnTo>
                  <a:pt x="295275" y="57150"/>
                </a:lnTo>
                <a:lnTo>
                  <a:pt x="295275" y="76200"/>
                </a:lnTo>
                <a:lnTo>
                  <a:pt x="285750" y="76200"/>
                </a:lnTo>
                <a:lnTo>
                  <a:pt x="285750" y="85725"/>
                </a:lnTo>
                <a:lnTo>
                  <a:pt x="276225" y="85725"/>
                </a:lnTo>
                <a:lnTo>
                  <a:pt x="276225" y="95250"/>
                </a:lnTo>
                <a:lnTo>
                  <a:pt x="266700" y="95250"/>
                </a:lnTo>
                <a:lnTo>
                  <a:pt x="266700" y="85725"/>
                </a:lnTo>
                <a:lnTo>
                  <a:pt x="257175" y="85725"/>
                </a:lnTo>
                <a:lnTo>
                  <a:pt x="257175" y="66675"/>
                </a:lnTo>
                <a:lnTo>
                  <a:pt x="266700" y="66675"/>
                </a:lnTo>
                <a:close/>
                <a:moveTo>
                  <a:pt x="285750" y="85725"/>
                </a:moveTo>
                <a:lnTo>
                  <a:pt x="295275" y="85725"/>
                </a:lnTo>
                <a:lnTo>
                  <a:pt x="295275" y="95250"/>
                </a:lnTo>
                <a:lnTo>
                  <a:pt x="314325" y="95250"/>
                </a:lnTo>
                <a:lnTo>
                  <a:pt x="314325" y="133350"/>
                </a:lnTo>
                <a:lnTo>
                  <a:pt x="304800" y="133350"/>
                </a:lnTo>
                <a:lnTo>
                  <a:pt x="304800" y="142875"/>
                </a:lnTo>
                <a:lnTo>
                  <a:pt x="342900" y="142875"/>
                </a:lnTo>
                <a:lnTo>
                  <a:pt x="342900" y="161925"/>
                </a:lnTo>
                <a:lnTo>
                  <a:pt x="333375" y="161925"/>
                </a:lnTo>
                <a:lnTo>
                  <a:pt x="333375" y="171450"/>
                </a:lnTo>
                <a:lnTo>
                  <a:pt x="295275" y="171450"/>
                </a:lnTo>
                <a:lnTo>
                  <a:pt x="295275" y="161925"/>
                </a:lnTo>
                <a:lnTo>
                  <a:pt x="285750" y="161925"/>
                </a:lnTo>
                <a:lnTo>
                  <a:pt x="285750" y="133350"/>
                </a:lnTo>
                <a:lnTo>
                  <a:pt x="276225" y="133350"/>
                </a:lnTo>
                <a:lnTo>
                  <a:pt x="276225" y="123825"/>
                </a:lnTo>
                <a:lnTo>
                  <a:pt x="285750" y="123825"/>
                </a:lnTo>
                <a:close/>
                <a:moveTo>
                  <a:pt x="238125" y="133350"/>
                </a:moveTo>
                <a:lnTo>
                  <a:pt x="257175" y="133350"/>
                </a:lnTo>
                <a:lnTo>
                  <a:pt x="257175" y="142875"/>
                </a:lnTo>
                <a:lnTo>
                  <a:pt x="266700" y="142875"/>
                </a:lnTo>
                <a:lnTo>
                  <a:pt x="266700" y="152400"/>
                </a:lnTo>
                <a:lnTo>
                  <a:pt x="247650" y="152400"/>
                </a:lnTo>
                <a:lnTo>
                  <a:pt x="247650" y="142875"/>
                </a:lnTo>
                <a:lnTo>
                  <a:pt x="238125" y="142875"/>
                </a:lnTo>
                <a:close/>
                <a:moveTo>
                  <a:pt x="219075" y="142875"/>
                </a:moveTo>
                <a:lnTo>
                  <a:pt x="238125" y="142875"/>
                </a:lnTo>
                <a:lnTo>
                  <a:pt x="238125" y="152400"/>
                </a:lnTo>
                <a:lnTo>
                  <a:pt x="219075" y="152400"/>
                </a:lnTo>
                <a:close/>
                <a:moveTo>
                  <a:pt x="209550" y="152400"/>
                </a:moveTo>
                <a:lnTo>
                  <a:pt x="219075" y="152400"/>
                </a:lnTo>
                <a:lnTo>
                  <a:pt x="219075" y="161925"/>
                </a:lnTo>
                <a:lnTo>
                  <a:pt x="209550" y="161925"/>
                </a:lnTo>
                <a:close/>
                <a:moveTo>
                  <a:pt x="266700" y="152400"/>
                </a:moveTo>
                <a:lnTo>
                  <a:pt x="276225" y="152400"/>
                </a:lnTo>
                <a:lnTo>
                  <a:pt x="276225" y="171450"/>
                </a:lnTo>
                <a:lnTo>
                  <a:pt x="266700" y="171450"/>
                </a:lnTo>
                <a:close/>
                <a:moveTo>
                  <a:pt x="38100" y="219075"/>
                </a:moveTo>
                <a:lnTo>
                  <a:pt x="47625" y="219075"/>
                </a:lnTo>
                <a:lnTo>
                  <a:pt x="47625" y="228600"/>
                </a:lnTo>
                <a:lnTo>
                  <a:pt x="38100" y="228600"/>
                </a:lnTo>
                <a:close/>
                <a:moveTo>
                  <a:pt x="466725" y="228600"/>
                </a:moveTo>
                <a:lnTo>
                  <a:pt x="476250" y="228600"/>
                </a:lnTo>
                <a:lnTo>
                  <a:pt x="476250" y="247650"/>
                </a:lnTo>
                <a:lnTo>
                  <a:pt x="466725" y="247650"/>
                </a:lnTo>
                <a:lnTo>
                  <a:pt x="466725" y="257175"/>
                </a:lnTo>
                <a:lnTo>
                  <a:pt x="447675" y="257175"/>
                </a:lnTo>
                <a:lnTo>
                  <a:pt x="447675" y="247650"/>
                </a:lnTo>
                <a:lnTo>
                  <a:pt x="457200" y="247650"/>
                </a:lnTo>
                <a:lnTo>
                  <a:pt x="457200" y="238125"/>
                </a:lnTo>
                <a:lnTo>
                  <a:pt x="466725" y="238125"/>
                </a:lnTo>
                <a:close/>
                <a:moveTo>
                  <a:pt x="533400" y="238125"/>
                </a:moveTo>
                <a:lnTo>
                  <a:pt x="571500" y="238125"/>
                </a:lnTo>
                <a:lnTo>
                  <a:pt x="571500" y="247650"/>
                </a:lnTo>
                <a:lnTo>
                  <a:pt x="581025" y="247650"/>
                </a:lnTo>
                <a:lnTo>
                  <a:pt x="581025" y="266700"/>
                </a:lnTo>
                <a:lnTo>
                  <a:pt x="561975" y="266700"/>
                </a:lnTo>
                <a:lnTo>
                  <a:pt x="561975" y="276225"/>
                </a:lnTo>
                <a:lnTo>
                  <a:pt x="533400" y="276225"/>
                </a:lnTo>
                <a:lnTo>
                  <a:pt x="533400" y="257175"/>
                </a:lnTo>
                <a:lnTo>
                  <a:pt x="523875" y="257175"/>
                </a:lnTo>
                <a:lnTo>
                  <a:pt x="523875" y="247650"/>
                </a:lnTo>
                <a:lnTo>
                  <a:pt x="533400" y="247650"/>
                </a:lnTo>
                <a:close/>
                <a:moveTo>
                  <a:pt x="609600" y="238125"/>
                </a:moveTo>
                <a:lnTo>
                  <a:pt x="619125" y="238125"/>
                </a:lnTo>
                <a:lnTo>
                  <a:pt x="619125" y="247650"/>
                </a:lnTo>
                <a:lnTo>
                  <a:pt x="628650" y="247650"/>
                </a:lnTo>
                <a:lnTo>
                  <a:pt x="628650" y="257175"/>
                </a:lnTo>
                <a:lnTo>
                  <a:pt x="609600" y="257175"/>
                </a:lnTo>
                <a:close/>
                <a:moveTo>
                  <a:pt x="342900" y="247650"/>
                </a:moveTo>
                <a:lnTo>
                  <a:pt x="371475" y="247650"/>
                </a:lnTo>
                <a:lnTo>
                  <a:pt x="371475" y="257175"/>
                </a:lnTo>
                <a:lnTo>
                  <a:pt x="342900" y="257175"/>
                </a:lnTo>
                <a:close/>
                <a:moveTo>
                  <a:pt x="495300" y="247650"/>
                </a:moveTo>
                <a:lnTo>
                  <a:pt x="504825" y="247650"/>
                </a:lnTo>
                <a:lnTo>
                  <a:pt x="504825" y="257175"/>
                </a:lnTo>
                <a:lnTo>
                  <a:pt x="495300" y="257175"/>
                </a:lnTo>
                <a:close/>
                <a:moveTo>
                  <a:pt x="609600" y="266700"/>
                </a:moveTo>
                <a:lnTo>
                  <a:pt x="638175" y="266700"/>
                </a:lnTo>
                <a:lnTo>
                  <a:pt x="638175" y="276225"/>
                </a:lnTo>
                <a:lnTo>
                  <a:pt x="609600" y="276225"/>
                </a:lnTo>
                <a:close/>
                <a:moveTo>
                  <a:pt x="666750" y="266700"/>
                </a:moveTo>
                <a:lnTo>
                  <a:pt x="723900" y="266700"/>
                </a:lnTo>
                <a:lnTo>
                  <a:pt x="723900" y="276225"/>
                </a:lnTo>
                <a:lnTo>
                  <a:pt x="666750" y="276225"/>
                </a:lnTo>
                <a:close/>
                <a:moveTo>
                  <a:pt x="904875" y="266700"/>
                </a:moveTo>
                <a:lnTo>
                  <a:pt x="914400" y="266700"/>
                </a:lnTo>
                <a:lnTo>
                  <a:pt x="914400" y="276225"/>
                </a:lnTo>
                <a:lnTo>
                  <a:pt x="904875" y="276225"/>
                </a:lnTo>
                <a:close/>
                <a:moveTo>
                  <a:pt x="1514475" y="266700"/>
                </a:moveTo>
                <a:lnTo>
                  <a:pt x="1524000" y="266700"/>
                </a:lnTo>
                <a:lnTo>
                  <a:pt x="1524000" y="276225"/>
                </a:lnTo>
                <a:lnTo>
                  <a:pt x="1514475" y="276225"/>
                </a:lnTo>
                <a:close/>
                <a:moveTo>
                  <a:pt x="1895475" y="304800"/>
                </a:moveTo>
                <a:lnTo>
                  <a:pt x="1905000" y="304800"/>
                </a:lnTo>
                <a:lnTo>
                  <a:pt x="1905000" y="323850"/>
                </a:lnTo>
                <a:lnTo>
                  <a:pt x="1895475" y="323850"/>
                </a:lnTo>
                <a:close/>
                <a:moveTo>
                  <a:pt x="1895475" y="495300"/>
                </a:moveTo>
                <a:lnTo>
                  <a:pt x="1905000" y="495300"/>
                </a:lnTo>
                <a:lnTo>
                  <a:pt x="1905000" y="504825"/>
                </a:lnTo>
                <a:lnTo>
                  <a:pt x="1895475" y="504825"/>
                </a:lnTo>
                <a:close/>
                <a:moveTo>
                  <a:pt x="47625" y="533400"/>
                </a:moveTo>
                <a:lnTo>
                  <a:pt x="76200" y="533400"/>
                </a:lnTo>
                <a:lnTo>
                  <a:pt x="76200" y="542925"/>
                </a:lnTo>
                <a:lnTo>
                  <a:pt x="95250" y="542925"/>
                </a:lnTo>
                <a:lnTo>
                  <a:pt x="95250" y="552450"/>
                </a:lnTo>
                <a:lnTo>
                  <a:pt x="66675" y="552450"/>
                </a:lnTo>
                <a:lnTo>
                  <a:pt x="66675" y="561975"/>
                </a:lnTo>
                <a:lnTo>
                  <a:pt x="57150" y="561975"/>
                </a:lnTo>
                <a:lnTo>
                  <a:pt x="57150" y="571500"/>
                </a:lnTo>
                <a:lnTo>
                  <a:pt x="38100" y="571500"/>
                </a:lnTo>
                <a:lnTo>
                  <a:pt x="38100" y="542925"/>
                </a:lnTo>
                <a:lnTo>
                  <a:pt x="47625" y="542925"/>
                </a:lnTo>
                <a:close/>
                <a:moveTo>
                  <a:pt x="523875" y="533400"/>
                </a:moveTo>
                <a:lnTo>
                  <a:pt x="542925" y="533400"/>
                </a:lnTo>
                <a:lnTo>
                  <a:pt x="542925" y="542925"/>
                </a:lnTo>
                <a:lnTo>
                  <a:pt x="523875" y="542925"/>
                </a:lnTo>
                <a:close/>
                <a:moveTo>
                  <a:pt x="1600200" y="533400"/>
                </a:moveTo>
                <a:lnTo>
                  <a:pt x="1609725" y="533400"/>
                </a:lnTo>
                <a:lnTo>
                  <a:pt x="1609725" y="542925"/>
                </a:lnTo>
                <a:lnTo>
                  <a:pt x="1600200" y="542925"/>
                </a:lnTo>
                <a:close/>
                <a:moveTo>
                  <a:pt x="1638300" y="533400"/>
                </a:moveTo>
                <a:lnTo>
                  <a:pt x="1676400" y="533400"/>
                </a:lnTo>
                <a:lnTo>
                  <a:pt x="1676400" y="542925"/>
                </a:lnTo>
                <a:lnTo>
                  <a:pt x="1638300" y="542925"/>
                </a:lnTo>
                <a:close/>
                <a:moveTo>
                  <a:pt x="1743075" y="533400"/>
                </a:moveTo>
                <a:lnTo>
                  <a:pt x="1752600" y="533400"/>
                </a:lnTo>
                <a:lnTo>
                  <a:pt x="1752600" y="542925"/>
                </a:lnTo>
                <a:lnTo>
                  <a:pt x="1743075" y="542925"/>
                </a:lnTo>
                <a:close/>
                <a:moveTo>
                  <a:pt x="1790700" y="533400"/>
                </a:moveTo>
                <a:lnTo>
                  <a:pt x="1809750" y="533400"/>
                </a:lnTo>
                <a:lnTo>
                  <a:pt x="1809750" y="542925"/>
                </a:lnTo>
                <a:lnTo>
                  <a:pt x="1790700" y="542925"/>
                </a:lnTo>
                <a:close/>
                <a:moveTo>
                  <a:pt x="238125" y="704850"/>
                </a:moveTo>
                <a:lnTo>
                  <a:pt x="247650" y="704850"/>
                </a:lnTo>
                <a:lnTo>
                  <a:pt x="247650" y="714375"/>
                </a:lnTo>
                <a:lnTo>
                  <a:pt x="238125" y="714375"/>
                </a:lnTo>
                <a:close/>
                <a:moveTo>
                  <a:pt x="123825" y="752475"/>
                </a:moveTo>
                <a:lnTo>
                  <a:pt x="133350" y="752475"/>
                </a:lnTo>
                <a:lnTo>
                  <a:pt x="133350" y="762000"/>
                </a:lnTo>
                <a:lnTo>
                  <a:pt x="123825" y="762000"/>
                </a:lnTo>
                <a:close/>
                <a:moveTo>
                  <a:pt x="1638300" y="819150"/>
                </a:moveTo>
                <a:lnTo>
                  <a:pt x="1647825" y="819150"/>
                </a:lnTo>
                <a:lnTo>
                  <a:pt x="1647825" y="828675"/>
                </a:lnTo>
                <a:lnTo>
                  <a:pt x="1638300" y="828675"/>
                </a:lnTo>
                <a:close/>
                <a:moveTo>
                  <a:pt x="1600200" y="847725"/>
                </a:moveTo>
                <a:lnTo>
                  <a:pt x="1609725" y="847725"/>
                </a:lnTo>
                <a:lnTo>
                  <a:pt x="1609725" y="857250"/>
                </a:lnTo>
                <a:lnTo>
                  <a:pt x="1619250" y="857250"/>
                </a:lnTo>
                <a:lnTo>
                  <a:pt x="1619250" y="876300"/>
                </a:lnTo>
                <a:lnTo>
                  <a:pt x="1600200" y="876300"/>
                </a:lnTo>
                <a:close/>
                <a:moveTo>
                  <a:pt x="1819275" y="857250"/>
                </a:moveTo>
                <a:lnTo>
                  <a:pt x="1828800" y="857250"/>
                </a:lnTo>
                <a:lnTo>
                  <a:pt x="1828800" y="866775"/>
                </a:lnTo>
                <a:lnTo>
                  <a:pt x="1819275" y="866775"/>
                </a:lnTo>
                <a:close/>
                <a:moveTo>
                  <a:pt x="590550" y="866775"/>
                </a:moveTo>
                <a:lnTo>
                  <a:pt x="609600" y="866775"/>
                </a:lnTo>
                <a:lnTo>
                  <a:pt x="609600" y="876300"/>
                </a:lnTo>
                <a:lnTo>
                  <a:pt x="600075" y="876300"/>
                </a:lnTo>
                <a:lnTo>
                  <a:pt x="600075" y="885825"/>
                </a:lnTo>
                <a:lnTo>
                  <a:pt x="590550" y="885825"/>
                </a:lnTo>
                <a:close/>
                <a:moveTo>
                  <a:pt x="704850" y="866775"/>
                </a:moveTo>
                <a:lnTo>
                  <a:pt x="742950" y="866775"/>
                </a:lnTo>
                <a:lnTo>
                  <a:pt x="742950" y="876300"/>
                </a:lnTo>
                <a:lnTo>
                  <a:pt x="733425" y="876300"/>
                </a:lnTo>
                <a:lnTo>
                  <a:pt x="733425" y="895350"/>
                </a:lnTo>
                <a:lnTo>
                  <a:pt x="723900" y="895350"/>
                </a:lnTo>
                <a:lnTo>
                  <a:pt x="723900" y="885825"/>
                </a:lnTo>
                <a:lnTo>
                  <a:pt x="704850" y="885825"/>
                </a:lnTo>
                <a:close/>
                <a:moveTo>
                  <a:pt x="752475" y="866775"/>
                </a:moveTo>
                <a:lnTo>
                  <a:pt x="762000" y="866775"/>
                </a:lnTo>
                <a:lnTo>
                  <a:pt x="762000" y="885825"/>
                </a:lnTo>
                <a:lnTo>
                  <a:pt x="752475" y="885825"/>
                </a:lnTo>
                <a:close/>
                <a:moveTo>
                  <a:pt x="771525" y="866775"/>
                </a:moveTo>
                <a:lnTo>
                  <a:pt x="781050" y="866775"/>
                </a:lnTo>
                <a:lnTo>
                  <a:pt x="781050" y="876300"/>
                </a:lnTo>
                <a:lnTo>
                  <a:pt x="771525" y="876300"/>
                </a:lnTo>
                <a:close/>
                <a:moveTo>
                  <a:pt x="1809750" y="866775"/>
                </a:moveTo>
                <a:lnTo>
                  <a:pt x="1819275" y="866775"/>
                </a:lnTo>
                <a:lnTo>
                  <a:pt x="1819275" y="876300"/>
                </a:lnTo>
                <a:lnTo>
                  <a:pt x="1809750" y="876300"/>
                </a:lnTo>
                <a:close/>
                <a:moveTo>
                  <a:pt x="800100" y="876300"/>
                </a:moveTo>
                <a:lnTo>
                  <a:pt x="809625" y="876300"/>
                </a:lnTo>
                <a:lnTo>
                  <a:pt x="809625" y="885825"/>
                </a:lnTo>
                <a:lnTo>
                  <a:pt x="800100" y="885825"/>
                </a:lnTo>
                <a:close/>
                <a:moveTo>
                  <a:pt x="828675" y="876300"/>
                </a:moveTo>
                <a:lnTo>
                  <a:pt x="838200" y="876300"/>
                </a:lnTo>
                <a:lnTo>
                  <a:pt x="838200" y="885825"/>
                </a:lnTo>
                <a:lnTo>
                  <a:pt x="828675" y="885825"/>
                </a:lnTo>
                <a:close/>
                <a:moveTo>
                  <a:pt x="857250" y="876300"/>
                </a:moveTo>
                <a:lnTo>
                  <a:pt x="866775" y="876300"/>
                </a:lnTo>
                <a:lnTo>
                  <a:pt x="866775" y="895350"/>
                </a:lnTo>
                <a:lnTo>
                  <a:pt x="838200" y="895350"/>
                </a:lnTo>
                <a:lnTo>
                  <a:pt x="838200" y="885825"/>
                </a:lnTo>
                <a:lnTo>
                  <a:pt x="857250" y="885825"/>
                </a:lnTo>
                <a:close/>
                <a:moveTo>
                  <a:pt x="685800" y="885825"/>
                </a:moveTo>
                <a:lnTo>
                  <a:pt x="695325" y="885825"/>
                </a:lnTo>
                <a:lnTo>
                  <a:pt x="695325" y="895350"/>
                </a:lnTo>
                <a:lnTo>
                  <a:pt x="685800" y="895350"/>
                </a:lnTo>
                <a:close/>
                <a:moveTo>
                  <a:pt x="809625" y="885825"/>
                </a:moveTo>
                <a:lnTo>
                  <a:pt x="819150" y="885825"/>
                </a:lnTo>
                <a:lnTo>
                  <a:pt x="819150" y="895350"/>
                </a:lnTo>
                <a:lnTo>
                  <a:pt x="809625" y="895350"/>
                </a:lnTo>
                <a:close/>
                <a:moveTo>
                  <a:pt x="895350" y="885825"/>
                </a:moveTo>
                <a:lnTo>
                  <a:pt x="904875" y="885825"/>
                </a:lnTo>
                <a:lnTo>
                  <a:pt x="904875" y="895350"/>
                </a:lnTo>
                <a:lnTo>
                  <a:pt x="895350" y="895350"/>
                </a:lnTo>
                <a:close/>
                <a:moveTo>
                  <a:pt x="1114425" y="885825"/>
                </a:moveTo>
                <a:lnTo>
                  <a:pt x="1123950" y="885825"/>
                </a:lnTo>
                <a:lnTo>
                  <a:pt x="1123950" y="895350"/>
                </a:lnTo>
                <a:lnTo>
                  <a:pt x="1114425" y="895350"/>
                </a:lnTo>
                <a:close/>
                <a:moveTo>
                  <a:pt x="1133475" y="885825"/>
                </a:moveTo>
                <a:lnTo>
                  <a:pt x="1143000" y="885825"/>
                </a:lnTo>
                <a:lnTo>
                  <a:pt x="1143000" y="895350"/>
                </a:lnTo>
                <a:lnTo>
                  <a:pt x="1133475" y="895350"/>
                </a:lnTo>
                <a:close/>
                <a:moveTo>
                  <a:pt x="1314450" y="885825"/>
                </a:moveTo>
                <a:lnTo>
                  <a:pt x="1323975" y="885825"/>
                </a:lnTo>
                <a:lnTo>
                  <a:pt x="1323975" y="895350"/>
                </a:lnTo>
                <a:lnTo>
                  <a:pt x="1314450" y="895350"/>
                </a:lnTo>
                <a:close/>
                <a:moveTo>
                  <a:pt x="1381125" y="885825"/>
                </a:moveTo>
                <a:lnTo>
                  <a:pt x="1390650" y="885825"/>
                </a:lnTo>
                <a:lnTo>
                  <a:pt x="1390650" y="895350"/>
                </a:lnTo>
                <a:lnTo>
                  <a:pt x="1381125" y="895350"/>
                </a:lnTo>
                <a:close/>
                <a:moveTo>
                  <a:pt x="1409700" y="885825"/>
                </a:moveTo>
                <a:lnTo>
                  <a:pt x="1419225" y="885825"/>
                </a:lnTo>
                <a:lnTo>
                  <a:pt x="1419225" y="895350"/>
                </a:lnTo>
                <a:lnTo>
                  <a:pt x="1409700" y="895350"/>
                </a:lnTo>
                <a:close/>
                <a:moveTo>
                  <a:pt x="1514475" y="895350"/>
                </a:moveTo>
                <a:lnTo>
                  <a:pt x="1524000" y="895350"/>
                </a:lnTo>
                <a:lnTo>
                  <a:pt x="1524000" y="904875"/>
                </a:lnTo>
                <a:lnTo>
                  <a:pt x="1514475" y="904875"/>
                </a:lnTo>
                <a:close/>
                <a:moveTo>
                  <a:pt x="333375" y="914400"/>
                </a:moveTo>
                <a:lnTo>
                  <a:pt x="342900" y="914400"/>
                </a:lnTo>
                <a:lnTo>
                  <a:pt x="342900" y="923925"/>
                </a:lnTo>
                <a:lnTo>
                  <a:pt x="333375" y="923925"/>
                </a:lnTo>
                <a:close/>
                <a:moveTo>
                  <a:pt x="1895475" y="914400"/>
                </a:moveTo>
                <a:lnTo>
                  <a:pt x="1905000" y="914400"/>
                </a:lnTo>
                <a:lnTo>
                  <a:pt x="1905000" y="933450"/>
                </a:lnTo>
                <a:lnTo>
                  <a:pt x="1895475" y="933450"/>
                </a:lnTo>
                <a:close/>
                <a:moveTo>
                  <a:pt x="400050" y="923925"/>
                </a:moveTo>
                <a:lnTo>
                  <a:pt x="409575" y="923925"/>
                </a:lnTo>
                <a:lnTo>
                  <a:pt x="409575" y="933450"/>
                </a:lnTo>
                <a:lnTo>
                  <a:pt x="400050" y="933450"/>
                </a:lnTo>
                <a:close/>
                <a:moveTo>
                  <a:pt x="981075" y="923925"/>
                </a:moveTo>
                <a:lnTo>
                  <a:pt x="990600" y="923925"/>
                </a:lnTo>
                <a:lnTo>
                  <a:pt x="990600" y="952500"/>
                </a:lnTo>
                <a:lnTo>
                  <a:pt x="981075" y="952500"/>
                </a:lnTo>
                <a:close/>
                <a:moveTo>
                  <a:pt x="1009650" y="923925"/>
                </a:moveTo>
                <a:lnTo>
                  <a:pt x="1028700" y="923925"/>
                </a:lnTo>
                <a:lnTo>
                  <a:pt x="1028700" y="933450"/>
                </a:lnTo>
                <a:lnTo>
                  <a:pt x="1038225" y="933450"/>
                </a:lnTo>
                <a:lnTo>
                  <a:pt x="1038225" y="942975"/>
                </a:lnTo>
                <a:lnTo>
                  <a:pt x="1047750" y="942975"/>
                </a:lnTo>
                <a:lnTo>
                  <a:pt x="1047750" y="952500"/>
                </a:lnTo>
                <a:lnTo>
                  <a:pt x="1038225" y="952500"/>
                </a:lnTo>
                <a:lnTo>
                  <a:pt x="1038225" y="962025"/>
                </a:lnTo>
                <a:lnTo>
                  <a:pt x="1028700" y="962025"/>
                </a:lnTo>
                <a:lnTo>
                  <a:pt x="1028700" y="971550"/>
                </a:lnTo>
                <a:lnTo>
                  <a:pt x="1000125" y="971550"/>
                </a:lnTo>
                <a:lnTo>
                  <a:pt x="1000125" y="962025"/>
                </a:lnTo>
                <a:lnTo>
                  <a:pt x="990600" y="962025"/>
                </a:lnTo>
                <a:lnTo>
                  <a:pt x="990600" y="952500"/>
                </a:lnTo>
                <a:lnTo>
                  <a:pt x="1009650" y="952500"/>
                </a:lnTo>
                <a:close/>
                <a:moveTo>
                  <a:pt x="1819275" y="933450"/>
                </a:moveTo>
                <a:lnTo>
                  <a:pt x="1828800" y="933450"/>
                </a:lnTo>
                <a:lnTo>
                  <a:pt x="1828800" y="942975"/>
                </a:lnTo>
                <a:lnTo>
                  <a:pt x="1857375" y="942975"/>
                </a:lnTo>
                <a:lnTo>
                  <a:pt x="1857375" y="933450"/>
                </a:lnTo>
                <a:lnTo>
                  <a:pt x="1876425" y="933450"/>
                </a:lnTo>
                <a:lnTo>
                  <a:pt x="1876425" y="952500"/>
                </a:lnTo>
                <a:lnTo>
                  <a:pt x="1866900" y="952500"/>
                </a:lnTo>
                <a:lnTo>
                  <a:pt x="1866900" y="971550"/>
                </a:lnTo>
                <a:lnTo>
                  <a:pt x="1857375" y="971550"/>
                </a:lnTo>
                <a:lnTo>
                  <a:pt x="1857375" y="981075"/>
                </a:lnTo>
                <a:lnTo>
                  <a:pt x="1847850" y="981075"/>
                </a:lnTo>
                <a:lnTo>
                  <a:pt x="1847850" y="990600"/>
                </a:lnTo>
                <a:lnTo>
                  <a:pt x="1828800" y="990600"/>
                </a:lnTo>
                <a:lnTo>
                  <a:pt x="1828800" y="981075"/>
                </a:lnTo>
                <a:lnTo>
                  <a:pt x="1819275" y="981075"/>
                </a:lnTo>
                <a:lnTo>
                  <a:pt x="1819275" y="990600"/>
                </a:lnTo>
                <a:lnTo>
                  <a:pt x="1800225" y="990600"/>
                </a:lnTo>
                <a:lnTo>
                  <a:pt x="1800225" y="962025"/>
                </a:lnTo>
                <a:lnTo>
                  <a:pt x="1809750" y="962025"/>
                </a:lnTo>
                <a:lnTo>
                  <a:pt x="1809750" y="942975"/>
                </a:lnTo>
                <a:lnTo>
                  <a:pt x="1819275" y="942975"/>
                </a:lnTo>
                <a:close/>
                <a:moveTo>
                  <a:pt x="571500" y="942975"/>
                </a:moveTo>
                <a:lnTo>
                  <a:pt x="609600" y="942975"/>
                </a:lnTo>
                <a:lnTo>
                  <a:pt x="609600" y="952500"/>
                </a:lnTo>
                <a:lnTo>
                  <a:pt x="619125" y="952500"/>
                </a:lnTo>
                <a:lnTo>
                  <a:pt x="619125" y="962025"/>
                </a:lnTo>
                <a:lnTo>
                  <a:pt x="628650" y="962025"/>
                </a:lnTo>
                <a:lnTo>
                  <a:pt x="628650" y="971550"/>
                </a:lnTo>
                <a:lnTo>
                  <a:pt x="609600" y="971550"/>
                </a:lnTo>
                <a:lnTo>
                  <a:pt x="609600" y="962025"/>
                </a:lnTo>
                <a:lnTo>
                  <a:pt x="600075" y="962025"/>
                </a:lnTo>
                <a:lnTo>
                  <a:pt x="600075" y="952500"/>
                </a:lnTo>
                <a:lnTo>
                  <a:pt x="571500" y="952500"/>
                </a:lnTo>
                <a:close/>
                <a:moveTo>
                  <a:pt x="723900" y="942975"/>
                </a:moveTo>
                <a:lnTo>
                  <a:pt x="733425" y="942975"/>
                </a:lnTo>
                <a:lnTo>
                  <a:pt x="733425" y="962025"/>
                </a:lnTo>
                <a:lnTo>
                  <a:pt x="704850" y="962025"/>
                </a:lnTo>
                <a:lnTo>
                  <a:pt x="704850" y="952500"/>
                </a:lnTo>
                <a:lnTo>
                  <a:pt x="723900" y="952500"/>
                </a:lnTo>
                <a:close/>
                <a:moveTo>
                  <a:pt x="257175" y="952500"/>
                </a:moveTo>
                <a:lnTo>
                  <a:pt x="285750" y="952500"/>
                </a:lnTo>
                <a:lnTo>
                  <a:pt x="285750" y="962025"/>
                </a:lnTo>
                <a:lnTo>
                  <a:pt x="257175" y="962025"/>
                </a:lnTo>
                <a:close/>
                <a:moveTo>
                  <a:pt x="1714500" y="952500"/>
                </a:moveTo>
                <a:lnTo>
                  <a:pt x="1733550" y="952500"/>
                </a:lnTo>
                <a:lnTo>
                  <a:pt x="1733550" y="990600"/>
                </a:lnTo>
                <a:lnTo>
                  <a:pt x="1724025" y="990600"/>
                </a:lnTo>
                <a:lnTo>
                  <a:pt x="1724025" y="981075"/>
                </a:lnTo>
                <a:lnTo>
                  <a:pt x="1714500" y="981075"/>
                </a:lnTo>
                <a:lnTo>
                  <a:pt x="1714500" y="971550"/>
                </a:lnTo>
                <a:lnTo>
                  <a:pt x="1695450" y="971550"/>
                </a:lnTo>
                <a:lnTo>
                  <a:pt x="1695450" y="962025"/>
                </a:lnTo>
                <a:lnTo>
                  <a:pt x="1714500" y="962025"/>
                </a:lnTo>
                <a:close/>
                <a:moveTo>
                  <a:pt x="552450" y="962025"/>
                </a:moveTo>
                <a:lnTo>
                  <a:pt x="600075" y="962025"/>
                </a:lnTo>
                <a:lnTo>
                  <a:pt x="600075" y="971550"/>
                </a:lnTo>
                <a:lnTo>
                  <a:pt x="581025" y="971550"/>
                </a:lnTo>
                <a:lnTo>
                  <a:pt x="581025" y="981075"/>
                </a:lnTo>
                <a:lnTo>
                  <a:pt x="552450" y="981075"/>
                </a:lnTo>
                <a:close/>
                <a:moveTo>
                  <a:pt x="1066800" y="981075"/>
                </a:moveTo>
                <a:lnTo>
                  <a:pt x="1076325" y="981075"/>
                </a:lnTo>
                <a:lnTo>
                  <a:pt x="1076325" y="990600"/>
                </a:lnTo>
                <a:lnTo>
                  <a:pt x="1085850" y="990600"/>
                </a:lnTo>
                <a:lnTo>
                  <a:pt x="1085850" y="1000125"/>
                </a:lnTo>
                <a:lnTo>
                  <a:pt x="1076325" y="1000125"/>
                </a:lnTo>
                <a:lnTo>
                  <a:pt x="1076325" y="1009650"/>
                </a:lnTo>
                <a:lnTo>
                  <a:pt x="1066800" y="1009650"/>
                </a:lnTo>
                <a:lnTo>
                  <a:pt x="1066800" y="1000125"/>
                </a:lnTo>
                <a:lnTo>
                  <a:pt x="1038225" y="1000125"/>
                </a:lnTo>
                <a:lnTo>
                  <a:pt x="1038225" y="990600"/>
                </a:lnTo>
                <a:lnTo>
                  <a:pt x="1066800" y="990600"/>
                </a:lnTo>
                <a:close/>
                <a:moveTo>
                  <a:pt x="1181100" y="981075"/>
                </a:moveTo>
                <a:lnTo>
                  <a:pt x="1219200" y="981075"/>
                </a:lnTo>
                <a:lnTo>
                  <a:pt x="1219200" y="990600"/>
                </a:lnTo>
                <a:lnTo>
                  <a:pt x="1228725" y="990600"/>
                </a:lnTo>
                <a:lnTo>
                  <a:pt x="1228725" y="1009650"/>
                </a:lnTo>
                <a:lnTo>
                  <a:pt x="1171575" y="1009650"/>
                </a:lnTo>
                <a:lnTo>
                  <a:pt x="1171575" y="990600"/>
                </a:lnTo>
                <a:lnTo>
                  <a:pt x="1181100" y="990600"/>
                </a:lnTo>
                <a:close/>
                <a:moveTo>
                  <a:pt x="1857375" y="981075"/>
                </a:moveTo>
                <a:lnTo>
                  <a:pt x="1885950" y="981075"/>
                </a:lnTo>
                <a:lnTo>
                  <a:pt x="1885950" y="990600"/>
                </a:lnTo>
                <a:lnTo>
                  <a:pt x="1857375" y="990600"/>
                </a:lnTo>
                <a:close/>
                <a:moveTo>
                  <a:pt x="1857375" y="1000125"/>
                </a:moveTo>
                <a:lnTo>
                  <a:pt x="1866900" y="1000125"/>
                </a:lnTo>
                <a:lnTo>
                  <a:pt x="1866900" y="1009650"/>
                </a:lnTo>
                <a:lnTo>
                  <a:pt x="1857375" y="1009650"/>
                </a:lnTo>
                <a:close/>
                <a:moveTo>
                  <a:pt x="1895475" y="1000125"/>
                </a:moveTo>
                <a:lnTo>
                  <a:pt x="1905000" y="1000125"/>
                </a:lnTo>
                <a:lnTo>
                  <a:pt x="1905000" y="1009650"/>
                </a:lnTo>
                <a:lnTo>
                  <a:pt x="1895475" y="1009650"/>
                </a:lnTo>
                <a:close/>
                <a:moveTo>
                  <a:pt x="1181100" y="1019175"/>
                </a:moveTo>
                <a:lnTo>
                  <a:pt x="1200150" y="1019175"/>
                </a:lnTo>
                <a:lnTo>
                  <a:pt x="1200150" y="1028700"/>
                </a:lnTo>
                <a:lnTo>
                  <a:pt x="1181100" y="1028700"/>
                </a:lnTo>
                <a:close/>
                <a:moveTo>
                  <a:pt x="1676400" y="1019175"/>
                </a:moveTo>
                <a:lnTo>
                  <a:pt x="1695450" y="1019175"/>
                </a:lnTo>
                <a:lnTo>
                  <a:pt x="1695450" y="1028700"/>
                </a:lnTo>
                <a:lnTo>
                  <a:pt x="1676400" y="1028700"/>
                </a:lnTo>
                <a:close/>
                <a:moveTo>
                  <a:pt x="1847850" y="1019175"/>
                </a:moveTo>
                <a:lnTo>
                  <a:pt x="1895475" y="1019175"/>
                </a:lnTo>
                <a:lnTo>
                  <a:pt x="1895475" y="1028700"/>
                </a:lnTo>
                <a:lnTo>
                  <a:pt x="1847850" y="1028700"/>
                </a:lnTo>
                <a:close/>
                <a:moveTo>
                  <a:pt x="314325" y="1047750"/>
                </a:moveTo>
                <a:lnTo>
                  <a:pt x="323850" y="1047750"/>
                </a:lnTo>
                <a:lnTo>
                  <a:pt x="323850" y="1057275"/>
                </a:lnTo>
                <a:lnTo>
                  <a:pt x="314325" y="1057275"/>
                </a:lnTo>
                <a:close/>
                <a:moveTo>
                  <a:pt x="914400" y="1076325"/>
                </a:moveTo>
                <a:lnTo>
                  <a:pt x="933450" y="1076325"/>
                </a:lnTo>
                <a:lnTo>
                  <a:pt x="933450" y="1085850"/>
                </a:lnTo>
                <a:lnTo>
                  <a:pt x="914400" y="1085850"/>
                </a:lnTo>
                <a:close/>
                <a:moveTo>
                  <a:pt x="1524000" y="1076325"/>
                </a:moveTo>
                <a:lnTo>
                  <a:pt x="1533525" y="1076325"/>
                </a:lnTo>
                <a:lnTo>
                  <a:pt x="1533525" y="1085850"/>
                </a:lnTo>
                <a:lnTo>
                  <a:pt x="1524000" y="1085850"/>
                </a:lnTo>
                <a:close/>
                <a:moveTo>
                  <a:pt x="47625" y="1095375"/>
                </a:moveTo>
                <a:lnTo>
                  <a:pt x="57150" y="1095375"/>
                </a:lnTo>
                <a:lnTo>
                  <a:pt x="57150" y="1123950"/>
                </a:lnTo>
                <a:lnTo>
                  <a:pt x="66675" y="1123950"/>
                </a:lnTo>
                <a:lnTo>
                  <a:pt x="66675" y="1171575"/>
                </a:lnTo>
                <a:lnTo>
                  <a:pt x="47625" y="1171575"/>
                </a:lnTo>
                <a:lnTo>
                  <a:pt x="47625" y="1152525"/>
                </a:lnTo>
                <a:lnTo>
                  <a:pt x="28575" y="1152525"/>
                </a:lnTo>
                <a:lnTo>
                  <a:pt x="28575" y="1104900"/>
                </a:lnTo>
                <a:lnTo>
                  <a:pt x="38100" y="1104900"/>
                </a:lnTo>
                <a:lnTo>
                  <a:pt x="38100" y="1143000"/>
                </a:lnTo>
                <a:lnTo>
                  <a:pt x="47625" y="1143000"/>
                </a:lnTo>
                <a:close/>
                <a:moveTo>
                  <a:pt x="647700" y="1181100"/>
                </a:moveTo>
                <a:lnTo>
                  <a:pt x="676275" y="1181100"/>
                </a:lnTo>
                <a:lnTo>
                  <a:pt x="676275" y="1190625"/>
                </a:lnTo>
                <a:lnTo>
                  <a:pt x="657225" y="1190625"/>
                </a:lnTo>
                <a:lnTo>
                  <a:pt x="657225" y="1200150"/>
                </a:lnTo>
                <a:lnTo>
                  <a:pt x="676275" y="1200150"/>
                </a:lnTo>
                <a:lnTo>
                  <a:pt x="676275" y="1209675"/>
                </a:lnTo>
                <a:lnTo>
                  <a:pt x="638175" y="1209675"/>
                </a:lnTo>
                <a:lnTo>
                  <a:pt x="638175" y="1200150"/>
                </a:lnTo>
                <a:lnTo>
                  <a:pt x="647700" y="1200150"/>
                </a:lnTo>
                <a:close/>
                <a:moveTo>
                  <a:pt x="704850" y="1190625"/>
                </a:moveTo>
                <a:lnTo>
                  <a:pt x="714375" y="1190625"/>
                </a:lnTo>
                <a:lnTo>
                  <a:pt x="714375" y="1200150"/>
                </a:lnTo>
                <a:lnTo>
                  <a:pt x="704850" y="1200150"/>
                </a:lnTo>
                <a:close/>
                <a:moveTo>
                  <a:pt x="733425" y="1200150"/>
                </a:moveTo>
                <a:lnTo>
                  <a:pt x="742950" y="1200150"/>
                </a:lnTo>
                <a:lnTo>
                  <a:pt x="742950" y="1209675"/>
                </a:lnTo>
                <a:lnTo>
                  <a:pt x="733425" y="1209675"/>
                </a:lnTo>
                <a:close/>
                <a:moveTo>
                  <a:pt x="876300" y="1247775"/>
                </a:moveTo>
                <a:lnTo>
                  <a:pt x="885825" y="1247775"/>
                </a:lnTo>
                <a:lnTo>
                  <a:pt x="885825" y="1257300"/>
                </a:lnTo>
                <a:lnTo>
                  <a:pt x="895350" y="1257300"/>
                </a:lnTo>
                <a:lnTo>
                  <a:pt x="895350" y="1276350"/>
                </a:lnTo>
                <a:lnTo>
                  <a:pt x="885825" y="1276350"/>
                </a:lnTo>
                <a:lnTo>
                  <a:pt x="885825" y="1285875"/>
                </a:lnTo>
                <a:lnTo>
                  <a:pt x="866775" y="1285875"/>
                </a:lnTo>
                <a:lnTo>
                  <a:pt x="866775" y="1257300"/>
                </a:lnTo>
                <a:lnTo>
                  <a:pt x="876300" y="1257300"/>
                </a:lnTo>
                <a:close/>
                <a:moveTo>
                  <a:pt x="723900" y="1266825"/>
                </a:moveTo>
                <a:lnTo>
                  <a:pt x="762000" y="1266825"/>
                </a:lnTo>
                <a:lnTo>
                  <a:pt x="762000" y="1295400"/>
                </a:lnTo>
                <a:lnTo>
                  <a:pt x="781050" y="1295400"/>
                </a:lnTo>
                <a:lnTo>
                  <a:pt x="781050" y="1304925"/>
                </a:lnTo>
                <a:lnTo>
                  <a:pt x="752475" y="1304925"/>
                </a:lnTo>
                <a:lnTo>
                  <a:pt x="752475" y="1295400"/>
                </a:lnTo>
                <a:lnTo>
                  <a:pt x="733425" y="1295400"/>
                </a:lnTo>
                <a:lnTo>
                  <a:pt x="733425" y="1285875"/>
                </a:lnTo>
                <a:lnTo>
                  <a:pt x="714375" y="1285875"/>
                </a:lnTo>
                <a:lnTo>
                  <a:pt x="714375" y="1295400"/>
                </a:lnTo>
                <a:lnTo>
                  <a:pt x="704850" y="1295400"/>
                </a:lnTo>
                <a:lnTo>
                  <a:pt x="704850" y="1285875"/>
                </a:lnTo>
                <a:lnTo>
                  <a:pt x="695325" y="1285875"/>
                </a:lnTo>
                <a:lnTo>
                  <a:pt x="695325" y="1276350"/>
                </a:lnTo>
                <a:lnTo>
                  <a:pt x="723900" y="1276350"/>
                </a:lnTo>
                <a:close/>
                <a:moveTo>
                  <a:pt x="800100" y="1266825"/>
                </a:moveTo>
                <a:lnTo>
                  <a:pt x="857250" y="1266825"/>
                </a:lnTo>
                <a:lnTo>
                  <a:pt x="857250" y="1276350"/>
                </a:lnTo>
                <a:lnTo>
                  <a:pt x="838200" y="1276350"/>
                </a:lnTo>
                <a:lnTo>
                  <a:pt x="838200" y="1285875"/>
                </a:lnTo>
                <a:lnTo>
                  <a:pt x="847725" y="1285875"/>
                </a:lnTo>
                <a:lnTo>
                  <a:pt x="847725" y="1295400"/>
                </a:lnTo>
                <a:lnTo>
                  <a:pt x="828675" y="1295400"/>
                </a:lnTo>
                <a:lnTo>
                  <a:pt x="828675" y="1285875"/>
                </a:lnTo>
                <a:lnTo>
                  <a:pt x="809625" y="1285875"/>
                </a:lnTo>
                <a:lnTo>
                  <a:pt x="809625" y="1276350"/>
                </a:lnTo>
                <a:lnTo>
                  <a:pt x="800100" y="1276350"/>
                </a:lnTo>
                <a:close/>
                <a:moveTo>
                  <a:pt x="647700" y="1276350"/>
                </a:moveTo>
                <a:lnTo>
                  <a:pt x="657225" y="1276350"/>
                </a:lnTo>
                <a:lnTo>
                  <a:pt x="657225" y="1285875"/>
                </a:lnTo>
                <a:lnTo>
                  <a:pt x="647700" y="1285875"/>
                </a:lnTo>
                <a:close/>
                <a:moveTo>
                  <a:pt x="790575" y="1285875"/>
                </a:moveTo>
                <a:lnTo>
                  <a:pt x="800100" y="1285875"/>
                </a:lnTo>
                <a:lnTo>
                  <a:pt x="800100" y="1295400"/>
                </a:lnTo>
                <a:lnTo>
                  <a:pt x="790575" y="1295400"/>
                </a:lnTo>
                <a:close/>
                <a:moveTo>
                  <a:pt x="1809750" y="1295400"/>
                </a:moveTo>
                <a:lnTo>
                  <a:pt x="1828800" y="1295400"/>
                </a:lnTo>
                <a:lnTo>
                  <a:pt x="1828800" y="1304925"/>
                </a:lnTo>
                <a:lnTo>
                  <a:pt x="1819275" y="1304925"/>
                </a:lnTo>
                <a:lnTo>
                  <a:pt x="1819275" y="1343025"/>
                </a:lnTo>
                <a:lnTo>
                  <a:pt x="1838325" y="1343025"/>
                </a:lnTo>
                <a:lnTo>
                  <a:pt x="1838325" y="1352550"/>
                </a:lnTo>
                <a:lnTo>
                  <a:pt x="1809750" y="1352550"/>
                </a:lnTo>
                <a:close/>
                <a:moveTo>
                  <a:pt x="1857375" y="1295400"/>
                </a:moveTo>
                <a:lnTo>
                  <a:pt x="1866900" y="1295400"/>
                </a:lnTo>
                <a:lnTo>
                  <a:pt x="1866900" y="1304925"/>
                </a:lnTo>
                <a:lnTo>
                  <a:pt x="1857375" y="1304925"/>
                </a:lnTo>
                <a:close/>
                <a:moveTo>
                  <a:pt x="1895475" y="1295400"/>
                </a:moveTo>
                <a:lnTo>
                  <a:pt x="1905000" y="1295400"/>
                </a:lnTo>
                <a:lnTo>
                  <a:pt x="1905000" y="1371600"/>
                </a:lnTo>
                <a:lnTo>
                  <a:pt x="1895475" y="1371600"/>
                </a:lnTo>
                <a:lnTo>
                  <a:pt x="1895475" y="1352550"/>
                </a:lnTo>
                <a:lnTo>
                  <a:pt x="1866900" y="1352550"/>
                </a:lnTo>
                <a:lnTo>
                  <a:pt x="1866900" y="1343025"/>
                </a:lnTo>
                <a:lnTo>
                  <a:pt x="1857375" y="1343025"/>
                </a:lnTo>
                <a:lnTo>
                  <a:pt x="1857375" y="1323975"/>
                </a:lnTo>
                <a:lnTo>
                  <a:pt x="1866900" y="1323975"/>
                </a:lnTo>
                <a:lnTo>
                  <a:pt x="1866900" y="1314450"/>
                </a:lnTo>
                <a:lnTo>
                  <a:pt x="1876425" y="1314450"/>
                </a:lnTo>
                <a:lnTo>
                  <a:pt x="1876425" y="1304925"/>
                </a:lnTo>
                <a:lnTo>
                  <a:pt x="1895475" y="1304925"/>
                </a:lnTo>
                <a:close/>
                <a:moveTo>
                  <a:pt x="1714500" y="1304925"/>
                </a:moveTo>
                <a:lnTo>
                  <a:pt x="1733550" y="1304925"/>
                </a:lnTo>
                <a:lnTo>
                  <a:pt x="1733550" y="1314450"/>
                </a:lnTo>
                <a:lnTo>
                  <a:pt x="1714500" y="1314450"/>
                </a:lnTo>
                <a:close/>
                <a:moveTo>
                  <a:pt x="381000" y="1314450"/>
                </a:moveTo>
                <a:lnTo>
                  <a:pt x="400050" y="1314450"/>
                </a:lnTo>
                <a:lnTo>
                  <a:pt x="400050" y="1323975"/>
                </a:lnTo>
                <a:lnTo>
                  <a:pt x="409575" y="1323975"/>
                </a:lnTo>
                <a:lnTo>
                  <a:pt x="409575" y="1333500"/>
                </a:lnTo>
                <a:lnTo>
                  <a:pt x="371475" y="1333500"/>
                </a:lnTo>
                <a:lnTo>
                  <a:pt x="371475" y="1323975"/>
                </a:lnTo>
                <a:lnTo>
                  <a:pt x="381000" y="1323975"/>
                </a:lnTo>
                <a:close/>
                <a:moveTo>
                  <a:pt x="428625" y="1314450"/>
                </a:moveTo>
                <a:lnTo>
                  <a:pt x="447675" y="1314450"/>
                </a:lnTo>
                <a:lnTo>
                  <a:pt x="447675" y="1323975"/>
                </a:lnTo>
                <a:lnTo>
                  <a:pt x="428625" y="1323975"/>
                </a:lnTo>
                <a:close/>
                <a:moveTo>
                  <a:pt x="466725" y="1314450"/>
                </a:moveTo>
                <a:lnTo>
                  <a:pt x="476250" y="1314450"/>
                </a:lnTo>
                <a:lnTo>
                  <a:pt x="476250" y="1323975"/>
                </a:lnTo>
                <a:lnTo>
                  <a:pt x="466725" y="1323975"/>
                </a:lnTo>
                <a:close/>
                <a:moveTo>
                  <a:pt x="1047750" y="1323975"/>
                </a:moveTo>
                <a:lnTo>
                  <a:pt x="1066800" y="1323975"/>
                </a:lnTo>
                <a:lnTo>
                  <a:pt x="1066800" y="1333500"/>
                </a:lnTo>
                <a:lnTo>
                  <a:pt x="1057275" y="1333500"/>
                </a:lnTo>
                <a:lnTo>
                  <a:pt x="1057275" y="1343025"/>
                </a:lnTo>
                <a:lnTo>
                  <a:pt x="1047750" y="1343025"/>
                </a:lnTo>
                <a:close/>
                <a:moveTo>
                  <a:pt x="1114425" y="1323975"/>
                </a:moveTo>
                <a:lnTo>
                  <a:pt x="1123950" y="1323975"/>
                </a:lnTo>
                <a:lnTo>
                  <a:pt x="1123950" y="1333500"/>
                </a:lnTo>
                <a:lnTo>
                  <a:pt x="1114425" y="1333500"/>
                </a:lnTo>
                <a:close/>
                <a:moveTo>
                  <a:pt x="476250" y="1333500"/>
                </a:moveTo>
                <a:lnTo>
                  <a:pt x="495300" y="1333500"/>
                </a:lnTo>
                <a:lnTo>
                  <a:pt x="495300" y="1343025"/>
                </a:lnTo>
                <a:lnTo>
                  <a:pt x="476250" y="1343025"/>
                </a:lnTo>
                <a:close/>
                <a:moveTo>
                  <a:pt x="704850" y="1333500"/>
                </a:moveTo>
                <a:lnTo>
                  <a:pt x="723900" y="1333500"/>
                </a:lnTo>
                <a:lnTo>
                  <a:pt x="723900" y="1343025"/>
                </a:lnTo>
                <a:lnTo>
                  <a:pt x="704850" y="1343025"/>
                </a:lnTo>
                <a:close/>
                <a:moveTo>
                  <a:pt x="695325" y="1343025"/>
                </a:moveTo>
                <a:lnTo>
                  <a:pt x="704850" y="1343025"/>
                </a:lnTo>
                <a:lnTo>
                  <a:pt x="704850" y="1352550"/>
                </a:lnTo>
                <a:lnTo>
                  <a:pt x="695325" y="1352550"/>
                </a:lnTo>
                <a:close/>
                <a:moveTo>
                  <a:pt x="1762125" y="1362075"/>
                </a:moveTo>
                <a:lnTo>
                  <a:pt x="1771650" y="1362075"/>
                </a:lnTo>
                <a:lnTo>
                  <a:pt x="1771650" y="1371600"/>
                </a:lnTo>
                <a:lnTo>
                  <a:pt x="1762125" y="1371600"/>
                </a:lnTo>
                <a:close/>
                <a:moveTo>
                  <a:pt x="409575" y="1371600"/>
                </a:moveTo>
                <a:lnTo>
                  <a:pt x="419100" y="1371600"/>
                </a:lnTo>
                <a:lnTo>
                  <a:pt x="419100" y="1381125"/>
                </a:lnTo>
                <a:lnTo>
                  <a:pt x="409575" y="1381125"/>
                </a:lnTo>
                <a:close/>
                <a:moveTo>
                  <a:pt x="1390650" y="1371600"/>
                </a:moveTo>
                <a:lnTo>
                  <a:pt x="1400175" y="1371600"/>
                </a:lnTo>
                <a:lnTo>
                  <a:pt x="1400175" y="1381125"/>
                </a:lnTo>
                <a:lnTo>
                  <a:pt x="1390650" y="1381125"/>
                </a:lnTo>
                <a:close/>
                <a:moveTo>
                  <a:pt x="1714500" y="1371600"/>
                </a:moveTo>
                <a:lnTo>
                  <a:pt x="1733550" y="1371600"/>
                </a:lnTo>
                <a:lnTo>
                  <a:pt x="1733550" y="1381125"/>
                </a:lnTo>
                <a:lnTo>
                  <a:pt x="1714500" y="1381125"/>
                </a:lnTo>
                <a:close/>
                <a:moveTo>
                  <a:pt x="1000125" y="1381125"/>
                </a:moveTo>
                <a:lnTo>
                  <a:pt x="1009650" y="1381125"/>
                </a:lnTo>
                <a:lnTo>
                  <a:pt x="1009650" y="1390650"/>
                </a:lnTo>
                <a:lnTo>
                  <a:pt x="1000125" y="1390650"/>
                </a:lnTo>
                <a:close/>
                <a:moveTo>
                  <a:pt x="1152525" y="1381125"/>
                </a:moveTo>
                <a:lnTo>
                  <a:pt x="1171575" y="1381125"/>
                </a:lnTo>
                <a:lnTo>
                  <a:pt x="1171575" y="1409700"/>
                </a:lnTo>
                <a:lnTo>
                  <a:pt x="1190625" y="1409700"/>
                </a:lnTo>
                <a:lnTo>
                  <a:pt x="1190625" y="1400175"/>
                </a:lnTo>
                <a:lnTo>
                  <a:pt x="1200150" y="1400175"/>
                </a:lnTo>
                <a:lnTo>
                  <a:pt x="1200150" y="1390650"/>
                </a:lnTo>
                <a:lnTo>
                  <a:pt x="1209675" y="1390650"/>
                </a:lnTo>
                <a:lnTo>
                  <a:pt x="1209675" y="1381125"/>
                </a:lnTo>
                <a:lnTo>
                  <a:pt x="1238250" y="1381125"/>
                </a:lnTo>
                <a:lnTo>
                  <a:pt x="1238250" y="1390650"/>
                </a:lnTo>
                <a:lnTo>
                  <a:pt x="1257300" y="1390650"/>
                </a:lnTo>
                <a:lnTo>
                  <a:pt x="1257300" y="1400175"/>
                </a:lnTo>
                <a:lnTo>
                  <a:pt x="1247775" y="1400175"/>
                </a:lnTo>
                <a:lnTo>
                  <a:pt x="1247775" y="1409700"/>
                </a:lnTo>
                <a:lnTo>
                  <a:pt x="1238250" y="1409700"/>
                </a:lnTo>
                <a:lnTo>
                  <a:pt x="1238250" y="1447800"/>
                </a:lnTo>
                <a:lnTo>
                  <a:pt x="1219200" y="1447800"/>
                </a:lnTo>
                <a:lnTo>
                  <a:pt x="1219200" y="1438275"/>
                </a:lnTo>
                <a:lnTo>
                  <a:pt x="1228725" y="1438275"/>
                </a:lnTo>
                <a:lnTo>
                  <a:pt x="1228725" y="1419225"/>
                </a:lnTo>
                <a:lnTo>
                  <a:pt x="1219200" y="1419225"/>
                </a:lnTo>
                <a:lnTo>
                  <a:pt x="1219200" y="1409700"/>
                </a:lnTo>
                <a:lnTo>
                  <a:pt x="1200150" y="1409700"/>
                </a:lnTo>
                <a:lnTo>
                  <a:pt x="1200150" y="1428750"/>
                </a:lnTo>
                <a:lnTo>
                  <a:pt x="1162050" y="1428750"/>
                </a:lnTo>
                <a:lnTo>
                  <a:pt x="1162050" y="1419225"/>
                </a:lnTo>
                <a:lnTo>
                  <a:pt x="1143000" y="1419225"/>
                </a:lnTo>
                <a:lnTo>
                  <a:pt x="1143000" y="1409700"/>
                </a:lnTo>
                <a:lnTo>
                  <a:pt x="1133475" y="1409700"/>
                </a:lnTo>
                <a:lnTo>
                  <a:pt x="1133475" y="1390650"/>
                </a:lnTo>
                <a:lnTo>
                  <a:pt x="1152525" y="1390650"/>
                </a:lnTo>
                <a:close/>
                <a:moveTo>
                  <a:pt x="1009650" y="1390650"/>
                </a:moveTo>
                <a:lnTo>
                  <a:pt x="1028700" y="1390650"/>
                </a:lnTo>
                <a:lnTo>
                  <a:pt x="1028700" y="1400175"/>
                </a:lnTo>
                <a:lnTo>
                  <a:pt x="1047750" y="1400175"/>
                </a:lnTo>
                <a:lnTo>
                  <a:pt x="1047750" y="1409700"/>
                </a:lnTo>
                <a:lnTo>
                  <a:pt x="1019175" y="1409700"/>
                </a:lnTo>
                <a:lnTo>
                  <a:pt x="1019175" y="1419225"/>
                </a:lnTo>
                <a:lnTo>
                  <a:pt x="1009650" y="1419225"/>
                </a:lnTo>
                <a:lnTo>
                  <a:pt x="1009650" y="1409700"/>
                </a:lnTo>
                <a:lnTo>
                  <a:pt x="990600" y="1409700"/>
                </a:lnTo>
                <a:lnTo>
                  <a:pt x="990600" y="1400175"/>
                </a:lnTo>
                <a:lnTo>
                  <a:pt x="1009650" y="1400175"/>
                </a:lnTo>
                <a:close/>
                <a:moveTo>
                  <a:pt x="1838325" y="1400175"/>
                </a:moveTo>
                <a:lnTo>
                  <a:pt x="1876425" y="1400175"/>
                </a:lnTo>
                <a:lnTo>
                  <a:pt x="1876425" y="1419225"/>
                </a:lnTo>
                <a:lnTo>
                  <a:pt x="1866900" y="1419225"/>
                </a:lnTo>
                <a:lnTo>
                  <a:pt x="1866900" y="1428750"/>
                </a:lnTo>
                <a:lnTo>
                  <a:pt x="1857375" y="1428750"/>
                </a:lnTo>
                <a:lnTo>
                  <a:pt x="1857375" y="1419225"/>
                </a:lnTo>
                <a:lnTo>
                  <a:pt x="1838325" y="1419225"/>
                </a:lnTo>
                <a:lnTo>
                  <a:pt x="1838325" y="1428750"/>
                </a:lnTo>
                <a:lnTo>
                  <a:pt x="1819275" y="1428750"/>
                </a:lnTo>
                <a:lnTo>
                  <a:pt x="1819275" y="1409700"/>
                </a:lnTo>
                <a:lnTo>
                  <a:pt x="1838325" y="1409700"/>
                </a:lnTo>
                <a:close/>
                <a:moveTo>
                  <a:pt x="1371600" y="1419225"/>
                </a:moveTo>
                <a:lnTo>
                  <a:pt x="1381125" y="1419225"/>
                </a:lnTo>
                <a:lnTo>
                  <a:pt x="1381125" y="1438275"/>
                </a:lnTo>
                <a:lnTo>
                  <a:pt x="1371600" y="1438275"/>
                </a:lnTo>
                <a:close/>
                <a:moveTo>
                  <a:pt x="1552575" y="1419225"/>
                </a:moveTo>
                <a:lnTo>
                  <a:pt x="1562100" y="1419225"/>
                </a:lnTo>
                <a:lnTo>
                  <a:pt x="1562100" y="1428750"/>
                </a:lnTo>
                <a:lnTo>
                  <a:pt x="1552575" y="1428750"/>
                </a:lnTo>
                <a:close/>
                <a:moveTo>
                  <a:pt x="1143000" y="1438275"/>
                </a:moveTo>
                <a:lnTo>
                  <a:pt x="1152525" y="1438275"/>
                </a:lnTo>
                <a:lnTo>
                  <a:pt x="1152525" y="1457325"/>
                </a:lnTo>
                <a:lnTo>
                  <a:pt x="1162050" y="1457325"/>
                </a:lnTo>
                <a:lnTo>
                  <a:pt x="1162050" y="1466850"/>
                </a:lnTo>
                <a:lnTo>
                  <a:pt x="1114425" y="1466850"/>
                </a:lnTo>
                <a:lnTo>
                  <a:pt x="1114425" y="1457325"/>
                </a:lnTo>
                <a:lnTo>
                  <a:pt x="1123950" y="1457325"/>
                </a:lnTo>
                <a:lnTo>
                  <a:pt x="1123950" y="1447800"/>
                </a:lnTo>
                <a:lnTo>
                  <a:pt x="1143000" y="1447800"/>
                </a:lnTo>
                <a:close/>
                <a:moveTo>
                  <a:pt x="1085850" y="1457325"/>
                </a:moveTo>
                <a:lnTo>
                  <a:pt x="1104900" y="1457325"/>
                </a:lnTo>
                <a:lnTo>
                  <a:pt x="1104900" y="1466850"/>
                </a:lnTo>
                <a:lnTo>
                  <a:pt x="1085850" y="1466850"/>
                </a:lnTo>
                <a:close/>
                <a:moveTo>
                  <a:pt x="1181100" y="1457325"/>
                </a:moveTo>
                <a:lnTo>
                  <a:pt x="1200150" y="1457325"/>
                </a:lnTo>
                <a:lnTo>
                  <a:pt x="1200150" y="1466850"/>
                </a:lnTo>
                <a:lnTo>
                  <a:pt x="1181100" y="1466850"/>
                </a:lnTo>
                <a:close/>
                <a:moveTo>
                  <a:pt x="1495425" y="1457325"/>
                </a:moveTo>
                <a:lnTo>
                  <a:pt x="1514475" y="1457325"/>
                </a:lnTo>
                <a:lnTo>
                  <a:pt x="1514475" y="1466850"/>
                </a:lnTo>
                <a:lnTo>
                  <a:pt x="1495425" y="1466850"/>
                </a:lnTo>
                <a:close/>
                <a:moveTo>
                  <a:pt x="1543050" y="1457325"/>
                </a:moveTo>
                <a:lnTo>
                  <a:pt x="1581150" y="1457325"/>
                </a:lnTo>
                <a:lnTo>
                  <a:pt x="1581150" y="1466850"/>
                </a:lnTo>
                <a:lnTo>
                  <a:pt x="1543050" y="1466850"/>
                </a:lnTo>
                <a:close/>
                <a:moveTo>
                  <a:pt x="1666875" y="1457325"/>
                </a:moveTo>
                <a:lnTo>
                  <a:pt x="1676400" y="1457325"/>
                </a:lnTo>
                <a:lnTo>
                  <a:pt x="1676400" y="1466850"/>
                </a:lnTo>
                <a:lnTo>
                  <a:pt x="1666875" y="1466850"/>
                </a:lnTo>
                <a:close/>
                <a:moveTo>
                  <a:pt x="523875" y="1485900"/>
                </a:moveTo>
                <a:lnTo>
                  <a:pt x="552450" y="1485900"/>
                </a:lnTo>
                <a:lnTo>
                  <a:pt x="552450" y="1495425"/>
                </a:lnTo>
                <a:lnTo>
                  <a:pt x="523875" y="1495425"/>
                </a:lnTo>
                <a:close/>
                <a:moveTo>
                  <a:pt x="904875" y="1485900"/>
                </a:moveTo>
                <a:lnTo>
                  <a:pt x="923925" y="1485900"/>
                </a:lnTo>
                <a:lnTo>
                  <a:pt x="923925" y="1495425"/>
                </a:lnTo>
                <a:lnTo>
                  <a:pt x="904875" y="1495425"/>
                </a:lnTo>
                <a:close/>
                <a:moveTo>
                  <a:pt x="1162050" y="1485900"/>
                </a:moveTo>
                <a:lnTo>
                  <a:pt x="1181100" y="1485900"/>
                </a:lnTo>
                <a:lnTo>
                  <a:pt x="1181100" y="1495425"/>
                </a:lnTo>
                <a:lnTo>
                  <a:pt x="1162050" y="1495425"/>
                </a:lnTo>
                <a:close/>
                <a:moveTo>
                  <a:pt x="1209675" y="1485900"/>
                </a:moveTo>
                <a:lnTo>
                  <a:pt x="1314450" y="1485900"/>
                </a:lnTo>
                <a:lnTo>
                  <a:pt x="1314450" y="1495425"/>
                </a:lnTo>
                <a:lnTo>
                  <a:pt x="1304925" y="1495425"/>
                </a:lnTo>
                <a:lnTo>
                  <a:pt x="1304925" y="1504950"/>
                </a:lnTo>
                <a:lnTo>
                  <a:pt x="1314450" y="1504950"/>
                </a:lnTo>
                <a:lnTo>
                  <a:pt x="1314450" y="1543050"/>
                </a:lnTo>
                <a:lnTo>
                  <a:pt x="1323975" y="1543050"/>
                </a:lnTo>
                <a:lnTo>
                  <a:pt x="1323975" y="1514475"/>
                </a:lnTo>
                <a:lnTo>
                  <a:pt x="1333500" y="1514475"/>
                </a:lnTo>
                <a:lnTo>
                  <a:pt x="1333500" y="1504950"/>
                </a:lnTo>
                <a:lnTo>
                  <a:pt x="1371600" y="1504950"/>
                </a:lnTo>
                <a:lnTo>
                  <a:pt x="1371600" y="1485900"/>
                </a:lnTo>
                <a:lnTo>
                  <a:pt x="1381125" y="1485900"/>
                </a:lnTo>
                <a:lnTo>
                  <a:pt x="1381125" y="1504950"/>
                </a:lnTo>
                <a:lnTo>
                  <a:pt x="1390650" y="1504950"/>
                </a:lnTo>
                <a:lnTo>
                  <a:pt x="1390650" y="1524000"/>
                </a:lnTo>
                <a:lnTo>
                  <a:pt x="1362075" y="1524000"/>
                </a:lnTo>
                <a:lnTo>
                  <a:pt x="1362075" y="1533525"/>
                </a:lnTo>
                <a:lnTo>
                  <a:pt x="1371600" y="1533525"/>
                </a:lnTo>
                <a:lnTo>
                  <a:pt x="1371600" y="1543050"/>
                </a:lnTo>
                <a:lnTo>
                  <a:pt x="1409700" y="1543050"/>
                </a:lnTo>
                <a:lnTo>
                  <a:pt x="1409700" y="1533525"/>
                </a:lnTo>
                <a:lnTo>
                  <a:pt x="1428750" y="1533525"/>
                </a:lnTo>
                <a:lnTo>
                  <a:pt x="1428750" y="1504950"/>
                </a:lnTo>
                <a:lnTo>
                  <a:pt x="1438275" y="1504950"/>
                </a:lnTo>
                <a:lnTo>
                  <a:pt x="1438275" y="1495425"/>
                </a:lnTo>
                <a:lnTo>
                  <a:pt x="1428750" y="1495425"/>
                </a:lnTo>
                <a:lnTo>
                  <a:pt x="1428750" y="1485900"/>
                </a:lnTo>
                <a:lnTo>
                  <a:pt x="1590675" y="1485900"/>
                </a:lnTo>
                <a:lnTo>
                  <a:pt x="1590675" y="1495425"/>
                </a:lnTo>
                <a:lnTo>
                  <a:pt x="1543050" y="1495425"/>
                </a:lnTo>
                <a:lnTo>
                  <a:pt x="1543050" y="1504950"/>
                </a:lnTo>
                <a:lnTo>
                  <a:pt x="1571625" y="1504950"/>
                </a:lnTo>
                <a:lnTo>
                  <a:pt x="1571625" y="1514475"/>
                </a:lnTo>
                <a:lnTo>
                  <a:pt x="1533525" y="1514475"/>
                </a:lnTo>
                <a:lnTo>
                  <a:pt x="1533525" y="1552575"/>
                </a:lnTo>
                <a:lnTo>
                  <a:pt x="1524000" y="1552575"/>
                </a:lnTo>
                <a:lnTo>
                  <a:pt x="1524000" y="1543050"/>
                </a:lnTo>
                <a:lnTo>
                  <a:pt x="1514475" y="1543050"/>
                </a:lnTo>
                <a:lnTo>
                  <a:pt x="1514475" y="1552575"/>
                </a:lnTo>
                <a:lnTo>
                  <a:pt x="1504950" y="1552575"/>
                </a:lnTo>
                <a:lnTo>
                  <a:pt x="1504950" y="1533525"/>
                </a:lnTo>
                <a:lnTo>
                  <a:pt x="1485900" y="1533525"/>
                </a:lnTo>
                <a:lnTo>
                  <a:pt x="1485900" y="1514475"/>
                </a:lnTo>
                <a:lnTo>
                  <a:pt x="1457325" y="1514475"/>
                </a:lnTo>
                <a:lnTo>
                  <a:pt x="1457325" y="1524000"/>
                </a:lnTo>
                <a:lnTo>
                  <a:pt x="1438275" y="1524000"/>
                </a:lnTo>
                <a:lnTo>
                  <a:pt x="1438275" y="1562100"/>
                </a:lnTo>
                <a:lnTo>
                  <a:pt x="1419225" y="1562100"/>
                </a:lnTo>
                <a:lnTo>
                  <a:pt x="1419225" y="1571625"/>
                </a:lnTo>
                <a:lnTo>
                  <a:pt x="1457325" y="1571625"/>
                </a:lnTo>
                <a:lnTo>
                  <a:pt x="1457325" y="1562100"/>
                </a:lnTo>
                <a:lnTo>
                  <a:pt x="1495425" y="1562100"/>
                </a:lnTo>
                <a:lnTo>
                  <a:pt x="1495425" y="1571625"/>
                </a:lnTo>
                <a:lnTo>
                  <a:pt x="1504950" y="1571625"/>
                </a:lnTo>
                <a:lnTo>
                  <a:pt x="1504950" y="1600200"/>
                </a:lnTo>
                <a:lnTo>
                  <a:pt x="1514475" y="1600200"/>
                </a:lnTo>
                <a:lnTo>
                  <a:pt x="1514475" y="1590675"/>
                </a:lnTo>
                <a:lnTo>
                  <a:pt x="1524000" y="1590675"/>
                </a:lnTo>
                <a:lnTo>
                  <a:pt x="1524000" y="1571625"/>
                </a:lnTo>
                <a:lnTo>
                  <a:pt x="1533525" y="1571625"/>
                </a:lnTo>
                <a:lnTo>
                  <a:pt x="1533525" y="1562100"/>
                </a:lnTo>
                <a:lnTo>
                  <a:pt x="1543050" y="1562100"/>
                </a:lnTo>
                <a:lnTo>
                  <a:pt x="1543050" y="1571625"/>
                </a:lnTo>
                <a:lnTo>
                  <a:pt x="1581150" y="1571625"/>
                </a:lnTo>
                <a:lnTo>
                  <a:pt x="1581150" y="1562100"/>
                </a:lnTo>
                <a:lnTo>
                  <a:pt x="1590675" y="1562100"/>
                </a:lnTo>
                <a:lnTo>
                  <a:pt x="1590675" y="1571625"/>
                </a:lnTo>
                <a:lnTo>
                  <a:pt x="1600200" y="1571625"/>
                </a:lnTo>
                <a:lnTo>
                  <a:pt x="1600200" y="1562100"/>
                </a:lnTo>
                <a:lnTo>
                  <a:pt x="1609725" y="1562100"/>
                </a:lnTo>
                <a:lnTo>
                  <a:pt x="1609725" y="1571625"/>
                </a:lnTo>
                <a:lnTo>
                  <a:pt x="1666875" y="1571625"/>
                </a:lnTo>
                <a:lnTo>
                  <a:pt x="1666875" y="1600200"/>
                </a:lnTo>
                <a:lnTo>
                  <a:pt x="1676400" y="1600200"/>
                </a:lnTo>
                <a:lnTo>
                  <a:pt x="1676400" y="1609725"/>
                </a:lnTo>
                <a:lnTo>
                  <a:pt x="1685925" y="1609725"/>
                </a:lnTo>
                <a:lnTo>
                  <a:pt x="1685925" y="1590675"/>
                </a:lnTo>
                <a:lnTo>
                  <a:pt x="1676400" y="1590675"/>
                </a:lnTo>
                <a:lnTo>
                  <a:pt x="1676400" y="1581150"/>
                </a:lnTo>
                <a:lnTo>
                  <a:pt x="1704975" y="1581150"/>
                </a:lnTo>
                <a:lnTo>
                  <a:pt x="1704975" y="1571625"/>
                </a:lnTo>
                <a:lnTo>
                  <a:pt x="1714500" y="1571625"/>
                </a:lnTo>
                <a:lnTo>
                  <a:pt x="1714500" y="1552575"/>
                </a:lnTo>
                <a:lnTo>
                  <a:pt x="1733550" y="1552575"/>
                </a:lnTo>
                <a:lnTo>
                  <a:pt x="1733550" y="1533525"/>
                </a:lnTo>
                <a:lnTo>
                  <a:pt x="1743075" y="1533525"/>
                </a:lnTo>
                <a:lnTo>
                  <a:pt x="1743075" y="1552575"/>
                </a:lnTo>
                <a:lnTo>
                  <a:pt x="1733550" y="1552575"/>
                </a:lnTo>
                <a:lnTo>
                  <a:pt x="1733550" y="1562100"/>
                </a:lnTo>
                <a:lnTo>
                  <a:pt x="1724025" y="1562100"/>
                </a:lnTo>
                <a:lnTo>
                  <a:pt x="1724025" y="1571625"/>
                </a:lnTo>
                <a:lnTo>
                  <a:pt x="1762125" y="1571625"/>
                </a:lnTo>
                <a:lnTo>
                  <a:pt x="1762125" y="1552575"/>
                </a:lnTo>
                <a:lnTo>
                  <a:pt x="1752600" y="1552575"/>
                </a:lnTo>
                <a:lnTo>
                  <a:pt x="1752600" y="1543050"/>
                </a:lnTo>
                <a:lnTo>
                  <a:pt x="1781175" y="1543050"/>
                </a:lnTo>
                <a:lnTo>
                  <a:pt x="1781175" y="1533525"/>
                </a:lnTo>
                <a:lnTo>
                  <a:pt x="1800225" y="1533525"/>
                </a:lnTo>
                <a:lnTo>
                  <a:pt x="1800225" y="1524000"/>
                </a:lnTo>
                <a:lnTo>
                  <a:pt x="1809750" y="1524000"/>
                </a:lnTo>
                <a:lnTo>
                  <a:pt x="1809750" y="1514475"/>
                </a:lnTo>
                <a:lnTo>
                  <a:pt x="1819275" y="1514475"/>
                </a:lnTo>
                <a:lnTo>
                  <a:pt x="1819275" y="1533525"/>
                </a:lnTo>
                <a:lnTo>
                  <a:pt x="1828800" y="1533525"/>
                </a:lnTo>
                <a:lnTo>
                  <a:pt x="1828800" y="1552575"/>
                </a:lnTo>
                <a:lnTo>
                  <a:pt x="1847850" y="1552575"/>
                </a:lnTo>
                <a:lnTo>
                  <a:pt x="1847850" y="1590675"/>
                </a:lnTo>
                <a:lnTo>
                  <a:pt x="1857375" y="1590675"/>
                </a:lnTo>
                <a:lnTo>
                  <a:pt x="1857375" y="1581150"/>
                </a:lnTo>
                <a:lnTo>
                  <a:pt x="1866900" y="1581150"/>
                </a:lnTo>
                <a:lnTo>
                  <a:pt x="1866900" y="1590675"/>
                </a:lnTo>
                <a:lnTo>
                  <a:pt x="1876425" y="1590675"/>
                </a:lnTo>
                <a:lnTo>
                  <a:pt x="1876425" y="1609725"/>
                </a:lnTo>
                <a:lnTo>
                  <a:pt x="1866900" y="1609725"/>
                </a:lnTo>
                <a:lnTo>
                  <a:pt x="1866900" y="1619250"/>
                </a:lnTo>
                <a:lnTo>
                  <a:pt x="1857375" y="1619250"/>
                </a:lnTo>
                <a:lnTo>
                  <a:pt x="1857375" y="1609725"/>
                </a:lnTo>
                <a:lnTo>
                  <a:pt x="1838325" y="1609725"/>
                </a:lnTo>
                <a:lnTo>
                  <a:pt x="1838325" y="1590675"/>
                </a:lnTo>
                <a:lnTo>
                  <a:pt x="1828800" y="1590675"/>
                </a:lnTo>
                <a:lnTo>
                  <a:pt x="1828800" y="1581150"/>
                </a:lnTo>
                <a:lnTo>
                  <a:pt x="1819275" y="1581150"/>
                </a:lnTo>
                <a:lnTo>
                  <a:pt x="1819275" y="1590675"/>
                </a:lnTo>
                <a:lnTo>
                  <a:pt x="1800225" y="1590675"/>
                </a:lnTo>
                <a:lnTo>
                  <a:pt x="1800225" y="1609725"/>
                </a:lnTo>
                <a:lnTo>
                  <a:pt x="1790700" y="1609725"/>
                </a:lnTo>
                <a:lnTo>
                  <a:pt x="1790700" y="1600200"/>
                </a:lnTo>
                <a:lnTo>
                  <a:pt x="1781175" y="1600200"/>
                </a:lnTo>
                <a:lnTo>
                  <a:pt x="1781175" y="1609725"/>
                </a:lnTo>
                <a:lnTo>
                  <a:pt x="1743075" y="1609725"/>
                </a:lnTo>
                <a:lnTo>
                  <a:pt x="1743075" y="1638300"/>
                </a:lnTo>
                <a:lnTo>
                  <a:pt x="1752600" y="1638300"/>
                </a:lnTo>
                <a:lnTo>
                  <a:pt x="1752600" y="1628775"/>
                </a:lnTo>
                <a:lnTo>
                  <a:pt x="1762125" y="1628775"/>
                </a:lnTo>
                <a:lnTo>
                  <a:pt x="1762125" y="1638300"/>
                </a:lnTo>
                <a:lnTo>
                  <a:pt x="1771650" y="1638300"/>
                </a:lnTo>
                <a:lnTo>
                  <a:pt x="1771650" y="1647825"/>
                </a:lnTo>
                <a:lnTo>
                  <a:pt x="1657350" y="1647825"/>
                </a:lnTo>
                <a:lnTo>
                  <a:pt x="1657350" y="1638300"/>
                </a:lnTo>
                <a:lnTo>
                  <a:pt x="1647825" y="1638300"/>
                </a:lnTo>
                <a:lnTo>
                  <a:pt x="1647825" y="1647825"/>
                </a:lnTo>
                <a:lnTo>
                  <a:pt x="1552575" y="1647825"/>
                </a:lnTo>
                <a:lnTo>
                  <a:pt x="1552575" y="1638300"/>
                </a:lnTo>
                <a:lnTo>
                  <a:pt x="1533525" y="1638300"/>
                </a:lnTo>
                <a:lnTo>
                  <a:pt x="1533525" y="1619250"/>
                </a:lnTo>
                <a:lnTo>
                  <a:pt x="1495425" y="1619250"/>
                </a:lnTo>
                <a:lnTo>
                  <a:pt x="1495425" y="1628775"/>
                </a:lnTo>
                <a:lnTo>
                  <a:pt x="1504950" y="1628775"/>
                </a:lnTo>
                <a:lnTo>
                  <a:pt x="1504950" y="1638300"/>
                </a:lnTo>
                <a:lnTo>
                  <a:pt x="1514475" y="1638300"/>
                </a:lnTo>
                <a:lnTo>
                  <a:pt x="1514475" y="1628775"/>
                </a:lnTo>
                <a:lnTo>
                  <a:pt x="1524000" y="1628775"/>
                </a:lnTo>
                <a:lnTo>
                  <a:pt x="1524000" y="1647825"/>
                </a:lnTo>
                <a:lnTo>
                  <a:pt x="1485900" y="1647825"/>
                </a:lnTo>
                <a:lnTo>
                  <a:pt x="1485900" y="1638300"/>
                </a:lnTo>
                <a:lnTo>
                  <a:pt x="1457325" y="1638300"/>
                </a:lnTo>
                <a:lnTo>
                  <a:pt x="1457325" y="1647825"/>
                </a:lnTo>
                <a:lnTo>
                  <a:pt x="1447800" y="1647825"/>
                </a:lnTo>
                <a:lnTo>
                  <a:pt x="1447800" y="1638300"/>
                </a:lnTo>
                <a:lnTo>
                  <a:pt x="1438275" y="1638300"/>
                </a:lnTo>
                <a:lnTo>
                  <a:pt x="1438275" y="1647825"/>
                </a:lnTo>
                <a:lnTo>
                  <a:pt x="1428750" y="1647825"/>
                </a:lnTo>
                <a:lnTo>
                  <a:pt x="1428750" y="1638300"/>
                </a:lnTo>
                <a:lnTo>
                  <a:pt x="1381125" y="1638300"/>
                </a:lnTo>
                <a:lnTo>
                  <a:pt x="1381125" y="1647825"/>
                </a:lnTo>
                <a:lnTo>
                  <a:pt x="1371600" y="1647825"/>
                </a:lnTo>
                <a:lnTo>
                  <a:pt x="1371600" y="1638300"/>
                </a:lnTo>
                <a:lnTo>
                  <a:pt x="1362075" y="1638300"/>
                </a:lnTo>
                <a:lnTo>
                  <a:pt x="1362075" y="1647825"/>
                </a:lnTo>
                <a:lnTo>
                  <a:pt x="1352550" y="1647825"/>
                </a:lnTo>
                <a:lnTo>
                  <a:pt x="1352550" y="1638300"/>
                </a:lnTo>
                <a:lnTo>
                  <a:pt x="1343025" y="1638300"/>
                </a:lnTo>
                <a:lnTo>
                  <a:pt x="1343025" y="1647825"/>
                </a:lnTo>
                <a:lnTo>
                  <a:pt x="1333500" y="1647825"/>
                </a:lnTo>
                <a:lnTo>
                  <a:pt x="1333500" y="1638300"/>
                </a:lnTo>
                <a:lnTo>
                  <a:pt x="1323975" y="1638300"/>
                </a:lnTo>
                <a:lnTo>
                  <a:pt x="1323975" y="1647825"/>
                </a:lnTo>
                <a:lnTo>
                  <a:pt x="1314450" y="1647825"/>
                </a:lnTo>
                <a:lnTo>
                  <a:pt x="1314450" y="1638300"/>
                </a:lnTo>
                <a:lnTo>
                  <a:pt x="1276350" y="1638300"/>
                </a:lnTo>
                <a:lnTo>
                  <a:pt x="1276350" y="1647825"/>
                </a:lnTo>
                <a:lnTo>
                  <a:pt x="1266825" y="1647825"/>
                </a:lnTo>
                <a:lnTo>
                  <a:pt x="1266825" y="1638300"/>
                </a:lnTo>
                <a:lnTo>
                  <a:pt x="1238250" y="1638300"/>
                </a:lnTo>
                <a:lnTo>
                  <a:pt x="1238250" y="1647825"/>
                </a:lnTo>
                <a:lnTo>
                  <a:pt x="1209675" y="1647825"/>
                </a:lnTo>
                <a:lnTo>
                  <a:pt x="1209675" y="1638300"/>
                </a:lnTo>
                <a:lnTo>
                  <a:pt x="952500" y="1638300"/>
                </a:lnTo>
                <a:lnTo>
                  <a:pt x="952500" y="1628775"/>
                </a:lnTo>
                <a:lnTo>
                  <a:pt x="923925" y="1628775"/>
                </a:lnTo>
                <a:lnTo>
                  <a:pt x="923925" y="1619250"/>
                </a:lnTo>
                <a:lnTo>
                  <a:pt x="942975" y="1619250"/>
                </a:lnTo>
                <a:lnTo>
                  <a:pt x="942975" y="1590675"/>
                </a:lnTo>
                <a:lnTo>
                  <a:pt x="923925" y="1590675"/>
                </a:lnTo>
                <a:lnTo>
                  <a:pt x="923925" y="1581150"/>
                </a:lnTo>
                <a:lnTo>
                  <a:pt x="914400" y="1581150"/>
                </a:lnTo>
                <a:lnTo>
                  <a:pt x="914400" y="1590675"/>
                </a:lnTo>
                <a:lnTo>
                  <a:pt x="904875" y="1590675"/>
                </a:lnTo>
                <a:lnTo>
                  <a:pt x="904875" y="1628775"/>
                </a:lnTo>
                <a:lnTo>
                  <a:pt x="895350" y="1628775"/>
                </a:lnTo>
                <a:lnTo>
                  <a:pt x="895350" y="1638300"/>
                </a:lnTo>
                <a:lnTo>
                  <a:pt x="923925" y="1638300"/>
                </a:lnTo>
                <a:lnTo>
                  <a:pt x="923925" y="1647825"/>
                </a:lnTo>
                <a:lnTo>
                  <a:pt x="876300" y="1647825"/>
                </a:lnTo>
                <a:lnTo>
                  <a:pt x="876300" y="1638300"/>
                </a:lnTo>
                <a:lnTo>
                  <a:pt x="866775" y="1638300"/>
                </a:lnTo>
                <a:lnTo>
                  <a:pt x="866775" y="1619250"/>
                </a:lnTo>
                <a:lnTo>
                  <a:pt x="857250" y="1619250"/>
                </a:lnTo>
                <a:lnTo>
                  <a:pt x="857250" y="1609725"/>
                </a:lnTo>
                <a:lnTo>
                  <a:pt x="876300" y="1609725"/>
                </a:lnTo>
                <a:lnTo>
                  <a:pt x="876300" y="1600200"/>
                </a:lnTo>
                <a:lnTo>
                  <a:pt x="885825" y="1600200"/>
                </a:lnTo>
                <a:lnTo>
                  <a:pt x="885825" y="1590675"/>
                </a:lnTo>
                <a:lnTo>
                  <a:pt x="876300" y="1590675"/>
                </a:lnTo>
                <a:lnTo>
                  <a:pt x="876300" y="1581150"/>
                </a:lnTo>
                <a:lnTo>
                  <a:pt x="866775" y="1581150"/>
                </a:lnTo>
                <a:lnTo>
                  <a:pt x="866775" y="1590675"/>
                </a:lnTo>
                <a:lnTo>
                  <a:pt x="838200" y="1590675"/>
                </a:lnTo>
                <a:lnTo>
                  <a:pt x="838200" y="1600200"/>
                </a:lnTo>
                <a:lnTo>
                  <a:pt x="819150" y="1600200"/>
                </a:lnTo>
                <a:lnTo>
                  <a:pt x="819150" y="1609725"/>
                </a:lnTo>
                <a:lnTo>
                  <a:pt x="828675" y="1609725"/>
                </a:lnTo>
                <a:lnTo>
                  <a:pt x="828675" y="1628775"/>
                </a:lnTo>
                <a:lnTo>
                  <a:pt x="819150" y="1628775"/>
                </a:lnTo>
                <a:lnTo>
                  <a:pt x="819150" y="1619250"/>
                </a:lnTo>
                <a:lnTo>
                  <a:pt x="809625" y="1619250"/>
                </a:lnTo>
                <a:lnTo>
                  <a:pt x="809625" y="1609725"/>
                </a:lnTo>
                <a:lnTo>
                  <a:pt x="800100" y="1609725"/>
                </a:lnTo>
                <a:lnTo>
                  <a:pt x="800100" y="1619250"/>
                </a:lnTo>
                <a:lnTo>
                  <a:pt x="790575" y="1619250"/>
                </a:lnTo>
                <a:lnTo>
                  <a:pt x="790575" y="1600200"/>
                </a:lnTo>
                <a:lnTo>
                  <a:pt x="762000" y="1600200"/>
                </a:lnTo>
                <a:lnTo>
                  <a:pt x="762000" y="1590675"/>
                </a:lnTo>
                <a:lnTo>
                  <a:pt x="742950" y="1590675"/>
                </a:lnTo>
                <a:lnTo>
                  <a:pt x="742950" y="1581150"/>
                </a:lnTo>
                <a:lnTo>
                  <a:pt x="733425" y="1581150"/>
                </a:lnTo>
                <a:lnTo>
                  <a:pt x="733425" y="1590675"/>
                </a:lnTo>
                <a:lnTo>
                  <a:pt x="704850" y="1590675"/>
                </a:lnTo>
                <a:lnTo>
                  <a:pt x="704850" y="1562100"/>
                </a:lnTo>
                <a:lnTo>
                  <a:pt x="723900" y="1562100"/>
                </a:lnTo>
                <a:lnTo>
                  <a:pt x="723900" y="1552575"/>
                </a:lnTo>
                <a:lnTo>
                  <a:pt x="742950" y="1552575"/>
                </a:lnTo>
                <a:lnTo>
                  <a:pt x="742950" y="1562100"/>
                </a:lnTo>
                <a:lnTo>
                  <a:pt x="771525" y="1562100"/>
                </a:lnTo>
                <a:lnTo>
                  <a:pt x="771525" y="1552575"/>
                </a:lnTo>
                <a:lnTo>
                  <a:pt x="800100" y="1552575"/>
                </a:lnTo>
                <a:lnTo>
                  <a:pt x="800100" y="1562100"/>
                </a:lnTo>
                <a:lnTo>
                  <a:pt x="809625" y="1562100"/>
                </a:lnTo>
                <a:lnTo>
                  <a:pt x="809625" y="1571625"/>
                </a:lnTo>
                <a:lnTo>
                  <a:pt x="838200" y="1571625"/>
                </a:lnTo>
                <a:lnTo>
                  <a:pt x="838200" y="1562100"/>
                </a:lnTo>
                <a:lnTo>
                  <a:pt x="857250" y="1562100"/>
                </a:lnTo>
                <a:lnTo>
                  <a:pt x="857250" y="1552575"/>
                </a:lnTo>
                <a:lnTo>
                  <a:pt x="866775" y="1552575"/>
                </a:lnTo>
                <a:lnTo>
                  <a:pt x="866775" y="1562100"/>
                </a:lnTo>
                <a:lnTo>
                  <a:pt x="876300" y="1562100"/>
                </a:lnTo>
                <a:lnTo>
                  <a:pt x="876300" y="1552575"/>
                </a:lnTo>
                <a:lnTo>
                  <a:pt x="895350" y="1552575"/>
                </a:lnTo>
                <a:lnTo>
                  <a:pt x="895350" y="1543050"/>
                </a:lnTo>
                <a:lnTo>
                  <a:pt x="914400" y="1543050"/>
                </a:lnTo>
                <a:lnTo>
                  <a:pt x="914400" y="1552575"/>
                </a:lnTo>
                <a:lnTo>
                  <a:pt x="933450" y="1552575"/>
                </a:lnTo>
                <a:lnTo>
                  <a:pt x="933450" y="1562100"/>
                </a:lnTo>
                <a:lnTo>
                  <a:pt x="942975" y="1562100"/>
                </a:lnTo>
                <a:lnTo>
                  <a:pt x="942975" y="1581150"/>
                </a:lnTo>
                <a:lnTo>
                  <a:pt x="952500" y="1581150"/>
                </a:lnTo>
                <a:lnTo>
                  <a:pt x="952500" y="1590675"/>
                </a:lnTo>
                <a:lnTo>
                  <a:pt x="1000125" y="1590675"/>
                </a:lnTo>
                <a:lnTo>
                  <a:pt x="1000125" y="1600200"/>
                </a:lnTo>
                <a:lnTo>
                  <a:pt x="1028700" y="1600200"/>
                </a:lnTo>
                <a:lnTo>
                  <a:pt x="1028700" y="1590675"/>
                </a:lnTo>
                <a:lnTo>
                  <a:pt x="1038225" y="1590675"/>
                </a:lnTo>
                <a:lnTo>
                  <a:pt x="1038225" y="1600200"/>
                </a:lnTo>
                <a:lnTo>
                  <a:pt x="1066800" y="1600200"/>
                </a:lnTo>
                <a:lnTo>
                  <a:pt x="1066800" y="1590675"/>
                </a:lnTo>
                <a:lnTo>
                  <a:pt x="1085850" y="1590675"/>
                </a:lnTo>
                <a:lnTo>
                  <a:pt x="1085850" y="1600200"/>
                </a:lnTo>
                <a:lnTo>
                  <a:pt x="1104900" y="1600200"/>
                </a:lnTo>
                <a:lnTo>
                  <a:pt x="1104900" y="1581150"/>
                </a:lnTo>
                <a:lnTo>
                  <a:pt x="1114425" y="1581150"/>
                </a:lnTo>
                <a:lnTo>
                  <a:pt x="1114425" y="1571625"/>
                </a:lnTo>
                <a:lnTo>
                  <a:pt x="1152525" y="1571625"/>
                </a:lnTo>
                <a:lnTo>
                  <a:pt x="1152525" y="1581150"/>
                </a:lnTo>
                <a:lnTo>
                  <a:pt x="1181100" y="1581150"/>
                </a:lnTo>
                <a:lnTo>
                  <a:pt x="1181100" y="1543050"/>
                </a:lnTo>
                <a:lnTo>
                  <a:pt x="1190625" y="1543050"/>
                </a:lnTo>
                <a:lnTo>
                  <a:pt x="1190625" y="1552575"/>
                </a:lnTo>
                <a:lnTo>
                  <a:pt x="1200150" y="1552575"/>
                </a:lnTo>
                <a:lnTo>
                  <a:pt x="1200150" y="1533525"/>
                </a:lnTo>
                <a:lnTo>
                  <a:pt x="1209675" y="1533525"/>
                </a:lnTo>
                <a:lnTo>
                  <a:pt x="1209675" y="1552575"/>
                </a:lnTo>
                <a:lnTo>
                  <a:pt x="1219200" y="1552575"/>
                </a:lnTo>
                <a:lnTo>
                  <a:pt x="1219200" y="1524000"/>
                </a:lnTo>
                <a:lnTo>
                  <a:pt x="1200150" y="1524000"/>
                </a:lnTo>
                <a:lnTo>
                  <a:pt x="1200150" y="1504950"/>
                </a:lnTo>
                <a:lnTo>
                  <a:pt x="1209675" y="1504950"/>
                </a:lnTo>
                <a:close/>
                <a:moveTo>
                  <a:pt x="1333500" y="1485900"/>
                </a:moveTo>
                <a:lnTo>
                  <a:pt x="1362075" y="1485900"/>
                </a:lnTo>
                <a:lnTo>
                  <a:pt x="1362075" y="1495425"/>
                </a:lnTo>
                <a:lnTo>
                  <a:pt x="1333500" y="1495425"/>
                </a:lnTo>
                <a:close/>
                <a:moveTo>
                  <a:pt x="1600200" y="1485900"/>
                </a:moveTo>
                <a:lnTo>
                  <a:pt x="1638300" y="1485900"/>
                </a:lnTo>
                <a:lnTo>
                  <a:pt x="1638300" y="1495425"/>
                </a:lnTo>
                <a:lnTo>
                  <a:pt x="1628775" y="1495425"/>
                </a:lnTo>
                <a:lnTo>
                  <a:pt x="1628775" y="1514475"/>
                </a:lnTo>
                <a:lnTo>
                  <a:pt x="1619250" y="1514475"/>
                </a:lnTo>
                <a:lnTo>
                  <a:pt x="1619250" y="1495425"/>
                </a:lnTo>
                <a:lnTo>
                  <a:pt x="1609725" y="1495425"/>
                </a:lnTo>
                <a:lnTo>
                  <a:pt x="1609725" y="1524000"/>
                </a:lnTo>
                <a:lnTo>
                  <a:pt x="1590675" y="1524000"/>
                </a:lnTo>
                <a:lnTo>
                  <a:pt x="1590675" y="1514475"/>
                </a:lnTo>
                <a:lnTo>
                  <a:pt x="1581150" y="1514475"/>
                </a:lnTo>
                <a:lnTo>
                  <a:pt x="1581150" y="1504950"/>
                </a:lnTo>
                <a:lnTo>
                  <a:pt x="1600200" y="1504950"/>
                </a:lnTo>
                <a:close/>
                <a:moveTo>
                  <a:pt x="1657350" y="1485900"/>
                </a:moveTo>
                <a:lnTo>
                  <a:pt x="1743075" y="1485900"/>
                </a:lnTo>
                <a:lnTo>
                  <a:pt x="1743075" y="1495425"/>
                </a:lnTo>
                <a:lnTo>
                  <a:pt x="1724025" y="1495425"/>
                </a:lnTo>
                <a:lnTo>
                  <a:pt x="1724025" y="1514475"/>
                </a:lnTo>
                <a:lnTo>
                  <a:pt x="1704975" y="1514475"/>
                </a:lnTo>
                <a:lnTo>
                  <a:pt x="1704975" y="1495425"/>
                </a:lnTo>
                <a:lnTo>
                  <a:pt x="1685925" y="1495425"/>
                </a:lnTo>
                <a:lnTo>
                  <a:pt x="1685925" y="1514475"/>
                </a:lnTo>
                <a:lnTo>
                  <a:pt x="1657350" y="1514475"/>
                </a:lnTo>
                <a:lnTo>
                  <a:pt x="1657350" y="1504950"/>
                </a:lnTo>
                <a:lnTo>
                  <a:pt x="1666875" y="1504950"/>
                </a:lnTo>
                <a:lnTo>
                  <a:pt x="1666875" y="1495425"/>
                </a:lnTo>
                <a:lnTo>
                  <a:pt x="1657350" y="1495425"/>
                </a:lnTo>
                <a:close/>
                <a:moveTo>
                  <a:pt x="1752600" y="1485900"/>
                </a:moveTo>
                <a:lnTo>
                  <a:pt x="1828800" y="1485900"/>
                </a:lnTo>
                <a:lnTo>
                  <a:pt x="1828800" y="1495425"/>
                </a:lnTo>
                <a:lnTo>
                  <a:pt x="1800225" y="1495425"/>
                </a:lnTo>
                <a:lnTo>
                  <a:pt x="1800225" y="1514475"/>
                </a:lnTo>
                <a:lnTo>
                  <a:pt x="1752600" y="1514475"/>
                </a:lnTo>
                <a:close/>
                <a:moveTo>
                  <a:pt x="533400" y="1504950"/>
                </a:moveTo>
                <a:lnTo>
                  <a:pt x="542925" y="1504950"/>
                </a:lnTo>
                <a:lnTo>
                  <a:pt x="542925" y="1514475"/>
                </a:lnTo>
                <a:lnTo>
                  <a:pt x="533400" y="1514475"/>
                </a:lnTo>
                <a:close/>
                <a:moveTo>
                  <a:pt x="962025" y="1504950"/>
                </a:moveTo>
                <a:lnTo>
                  <a:pt x="971550" y="1504950"/>
                </a:lnTo>
                <a:lnTo>
                  <a:pt x="971550" y="1514475"/>
                </a:lnTo>
                <a:lnTo>
                  <a:pt x="990600" y="1514475"/>
                </a:lnTo>
                <a:lnTo>
                  <a:pt x="990600" y="1543050"/>
                </a:lnTo>
                <a:lnTo>
                  <a:pt x="962025" y="1543050"/>
                </a:lnTo>
                <a:close/>
                <a:moveTo>
                  <a:pt x="1143000" y="1504950"/>
                </a:moveTo>
                <a:lnTo>
                  <a:pt x="1190625" y="1504950"/>
                </a:lnTo>
                <a:lnTo>
                  <a:pt x="1190625" y="1524000"/>
                </a:lnTo>
                <a:lnTo>
                  <a:pt x="1143000" y="1524000"/>
                </a:lnTo>
                <a:close/>
                <a:moveTo>
                  <a:pt x="1457325" y="1504950"/>
                </a:moveTo>
                <a:lnTo>
                  <a:pt x="1514475" y="1504950"/>
                </a:lnTo>
                <a:lnTo>
                  <a:pt x="1514475" y="1495425"/>
                </a:lnTo>
                <a:lnTo>
                  <a:pt x="1457325" y="1495425"/>
                </a:lnTo>
                <a:close/>
                <a:moveTo>
                  <a:pt x="1762125" y="1504950"/>
                </a:moveTo>
                <a:lnTo>
                  <a:pt x="1771650" y="1504950"/>
                </a:lnTo>
                <a:lnTo>
                  <a:pt x="1771650" y="1495425"/>
                </a:lnTo>
                <a:lnTo>
                  <a:pt x="1762125" y="1495425"/>
                </a:lnTo>
                <a:close/>
                <a:moveTo>
                  <a:pt x="676275" y="1524000"/>
                </a:moveTo>
                <a:lnTo>
                  <a:pt x="685800" y="1524000"/>
                </a:lnTo>
                <a:lnTo>
                  <a:pt x="685800" y="1533525"/>
                </a:lnTo>
                <a:lnTo>
                  <a:pt x="676275" y="1533525"/>
                </a:lnTo>
                <a:close/>
                <a:moveTo>
                  <a:pt x="1495425" y="1524000"/>
                </a:moveTo>
                <a:lnTo>
                  <a:pt x="1524000" y="1524000"/>
                </a:lnTo>
                <a:lnTo>
                  <a:pt x="1524000" y="1514475"/>
                </a:lnTo>
                <a:lnTo>
                  <a:pt x="1495425" y="1514475"/>
                </a:lnTo>
                <a:close/>
                <a:moveTo>
                  <a:pt x="581025" y="1533525"/>
                </a:moveTo>
                <a:lnTo>
                  <a:pt x="590550" y="1533525"/>
                </a:lnTo>
                <a:lnTo>
                  <a:pt x="590550" y="1543050"/>
                </a:lnTo>
                <a:lnTo>
                  <a:pt x="628650" y="1543050"/>
                </a:lnTo>
                <a:lnTo>
                  <a:pt x="628650" y="1562100"/>
                </a:lnTo>
                <a:lnTo>
                  <a:pt x="647700" y="1562100"/>
                </a:lnTo>
                <a:lnTo>
                  <a:pt x="647700" y="1590675"/>
                </a:lnTo>
                <a:lnTo>
                  <a:pt x="676275" y="1590675"/>
                </a:lnTo>
                <a:lnTo>
                  <a:pt x="676275" y="1581150"/>
                </a:lnTo>
                <a:lnTo>
                  <a:pt x="695325" y="1581150"/>
                </a:lnTo>
                <a:lnTo>
                  <a:pt x="695325" y="1590675"/>
                </a:lnTo>
                <a:lnTo>
                  <a:pt x="704850" y="1590675"/>
                </a:lnTo>
                <a:lnTo>
                  <a:pt x="704850" y="1619250"/>
                </a:lnTo>
                <a:lnTo>
                  <a:pt x="685800" y="1619250"/>
                </a:lnTo>
                <a:lnTo>
                  <a:pt x="685800" y="1609725"/>
                </a:lnTo>
                <a:lnTo>
                  <a:pt x="666750" y="1609725"/>
                </a:lnTo>
                <a:lnTo>
                  <a:pt x="666750" y="1619250"/>
                </a:lnTo>
                <a:lnTo>
                  <a:pt x="657225" y="1619250"/>
                </a:lnTo>
                <a:lnTo>
                  <a:pt x="657225" y="1628775"/>
                </a:lnTo>
                <a:lnTo>
                  <a:pt x="647700" y="1628775"/>
                </a:lnTo>
                <a:lnTo>
                  <a:pt x="647700" y="1619250"/>
                </a:lnTo>
                <a:lnTo>
                  <a:pt x="638175" y="1619250"/>
                </a:lnTo>
                <a:lnTo>
                  <a:pt x="638175" y="1609725"/>
                </a:lnTo>
                <a:lnTo>
                  <a:pt x="628650" y="1609725"/>
                </a:lnTo>
                <a:lnTo>
                  <a:pt x="628650" y="1619250"/>
                </a:lnTo>
                <a:lnTo>
                  <a:pt x="609600" y="1619250"/>
                </a:lnTo>
                <a:lnTo>
                  <a:pt x="609600" y="1628775"/>
                </a:lnTo>
                <a:lnTo>
                  <a:pt x="600075" y="1628775"/>
                </a:lnTo>
                <a:lnTo>
                  <a:pt x="600075" y="1590675"/>
                </a:lnTo>
                <a:lnTo>
                  <a:pt x="590550" y="1590675"/>
                </a:lnTo>
                <a:lnTo>
                  <a:pt x="590550" y="1581150"/>
                </a:lnTo>
                <a:lnTo>
                  <a:pt x="571500" y="1581150"/>
                </a:lnTo>
                <a:lnTo>
                  <a:pt x="571500" y="1571625"/>
                </a:lnTo>
                <a:lnTo>
                  <a:pt x="561975" y="1571625"/>
                </a:lnTo>
                <a:lnTo>
                  <a:pt x="561975" y="1562100"/>
                </a:lnTo>
                <a:lnTo>
                  <a:pt x="542925" y="1562100"/>
                </a:lnTo>
                <a:lnTo>
                  <a:pt x="542925" y="1543050"/>
                </a:lnTo>
                <a:lnTo>
                  <a:pt x="581025" y="1543050"/>
                </a:lnTo>
                <a:close/>
                <a:moveTo>
                  <a:pt x="1276350" y="1533525"/>
                </a:moveTo>
                <a:lnTo>
                  <a:pt x="1295400" y="1533525"/>
                </a:lnTo>
                <a:lnTo>
                  <a:pt x="1295400" y="1524000"/>
                </a:lnTo>
                <a:lnTo>
                  <a:pt x="1285875" y="1524000"/>
                </a:lnTo>
                <a:lnTo>
                  <a:pt x="1285875" y="1514475"/>
                </a:lnTo>
                <a:lnTo>
                  <a:pt x="1266825" y="1514475"/>
                </a:lnTo>
                <a:lnTo>
                  <a:pt x="1266825" y="1543050"/>
                </a:lnTo>
                <a:lnTo>
                  <a:pt x="1276350" y="1543050"/>
                </a:lnTo>
                <a:close/>
                <a:moveTo>
                  <a:pt x="1581150" y="1533525"/>
                </a:moveTo>
                <a:lnTo>
                  <a:pt x="1590675" y="1533525"/>
                </a:lnTo>
                <a:lnTo>
                  <a:pt x="1590675" y="1543050"/>
                </a:lnTo>
                <a:lnTo>
                  <a:pt x="1581150" y="1543050"/>
                </a:lnTo>
                <a:close/>
                <a:moveTo>
                  <a:pt x="28575" y="1543050"/>
                </a:moveTo>
                <a:lnTo>
                  <a:pt x="38100" y="1543050"/>
                </a:lnTo>
                <a:lnTo>
                  <a:pt x="38100" y="1552575"/>
                </a:lnTo>
                <a:lnTo>
                  <a:pt x="47625" y="1552575"/>
                </a:lnTo>
                <a:lnTo>
                  <a:pt x="47625" y="1562100"/>
                </a:lnTo>
                <a:lnTo>
                  <a:pt x="38100" y="1562100"/>
                </a:lnTo>
                <a:lnTo>
                  <a:pt x="38100" y="1571625"/>
                </a:lnTo>
                <a:lnTo>
                  <a:pt x="28575" y="1571625"/>
                </a:lnTo>
                <a:close/>
                <a:moveTo>
                  <a:pt x="1228725" y="1543050"/>
                </a:moveTo>
                <a:lnTo>
                  <a:pt x="1238250" y="1543050"/>
                </a:lnTo>
                <a:lnTo>
                  <a:pt x="1238250" y="1524000"/>
                </a:lnTo>
                <a:lnTo>
                  <a:pt x="1228725" y="1524000"/>
                </a:lnTo>
                <a:close/>
                <a:moveTo>
                  <a:pt x="1133475" y="1552575"/>
                </a:moveTo>
                <a:lnTo>
                  <a:pt x="1152525" y="1552575"/>
                </a:lnTo>
                <a:lnTo>
                  <a:pt x="1152525" y="1562100"/>
                </a:lnTo>
                <a:lnTo>
                  <a:pt x="1133475" y="1562100"/>
                </a:lnTo>
                <a:close/>
                <a:moveTo>
                  <a:pt x="676275" y="1562100"/>
                </a:moveTo>
                <a:lnTo>
                  <a:pt x="685800" y="1562100"/>
                </a:lnTo>
                <a:lnTo>
                  <a:pt x="685800" y="1571625"/>
                </a:lnTo>
                <a:lnTo>
                  <a:pt x="676275" y="1571625"/>
                </a:lnTo>
                <a:close/>
                <a:moveTo>
                  <a:pt x="1219200" y="1571625"/>
                </a:moveTo>
                <a:lnTo>
                  <a:pt x="1228725" y="1571625"/>
                </a:lnTo>
                <a:lnTo>
                  <a:pt x="1228725" y="1552575"/>
                </a:lnTo>
                <a:lnTo>
                  <a:pt x="1219200" y="1552575"/>
                </a:lnTo>
                <a:close/>
                <a:moveTo>
                  <a:pt x="1333500" y="1581150"/>
                </a:moveTo>
                <a:lnTo>
                  <a:pt x="1343025" y="1581150"/>
                </a:lnTo>
                <a:lnTo>
                  <a:pt x="1343025" y="1590675"/>
                </a:lnTo>
                <a:lnTo>
                  <a:pt x="1362075" y="1590675"/>
                </a:lnTo>
                <a:lnTo>
                  <a:pt x="1362075" y="1571625"/>
                </a:lnTo>
                <a:lnTo>
                  <a:pt x="1352550" y="1571625"/>
                </a:lnTo>
                <a:lnTo>
                  <a:pt x="1352550" y="1552575"/>
                </a:lnTo>
                <a:lnTo>
                  <a:pt x="1343025" y="1552575"/>
                </a:lnTo>
                <a:lnTo>
                  <a:pt x="1343025" y="1562100"/>
                </a:lnTo>
                <a:lnTo>
                  <a:pt x="1333500" y="1562100"/>
                </a:lnTo>
                <a:close/>
                <a:moveTo>
                  <a:pt x="28575" y="1590675"/>
                </a:moveTo>
                <a:lnTo>
                  <a:pt x="47625" y="1590675"/>
                </a:lnTo>
                <a:lnTo>
                  <a:pt x="47625" y="1609725"/>
                </a:lnTo>
                <a:lnTo>
                  <a:pt x="28575" y="1609725"/>
                </a:lnTo>
                <a:close/>
                <a:moveTo>
                  <a:pt x="1171575" y="1600200"/>
                </a:moveTo>
                <a:lnTo>
                  <a:pt x="1181100" y="1600200"/>
                </a:lnTo>
                <a:lnTo>
                  <a:pt x="1181100" y="1590675"/>
                </a:lnTo>
                <a:lnTo>
                  <a:pt x="1171575" y="1590675"/>
                </a:lnTo>
                <a:close/>
                <a:moveTo>
                  <a:pt x="1228725" y="1609725"/>
                </a:moveTo>
                <a:lnTo>
                  <a:pt x="1238250" y="1609725"/>
                </a:lnTo>
                <a:lnTo>
                  <a:pt x="1238250" y="1619250"/>
                </a:lnTo>
                <a:lnTo>
                  <a:pt x="1219200" y="1619250"/>
                </a:lnTo>
                <a:lnTo>
                  <a:pt x="1219200" y="1628775"/>
                </a:lnTo>
                <a:lnTo>
                  <a:pt x="1238250" y="1628775"/>
                </a:lnTo>
                <a:lnTo>
                  <a:pt x="1238250" y="1619250"/>
                </a:lnTo>
                <a:lnTo>
                  <a:pt x="1247775" y="1619250"/>
                </a:lnTo>
                <a:lnTo>
                  <a:pt x="1247775" y="1600200"/>
                </a:lnTo>
                <a:lnTo>
                  <a:pt x="1228725" y="1600200"/>
                </a:lnTo>
                <a:close/>
                <a:moveTo>
                  <a:pt x="1266825" y="1609725"/>
                </a:moveTo>
                <a:lnTo>
                  <a:pt x="1285875" y="1609725"/>
                </a:lnTo>
                <a:lnTo>
                  <a:pt x="1285875" y="1590675"/>
                </a:lnTo>
                <a:lnTo>
                  <a:pt x="1276350" y="1590675"/>
                </a:lnTo>
                <a:lnTo>
                  <a:pt x="1276350" y="1600200"/>
                </a:lnTo>
                <a:lnTo>
                  <a:pt x="1266825" y="1600200"/>
                </a:lnTo>
                <a:close/>
                <a:moveTo>
                  <a:pt x="885825" y="1619250"/>
                </a:moveTo>
                <a:lnTo>
                  <a:pt x="895350" y="1619250"/>
                </a:lnTo>
                <a:lnTo>
                  <a:pt x="895350" y="1609725"/>
                </a:lnTo>
                <a:lnTo>
                  <a:pt x="885825" y="1609725"/>
                </a:lnTo>
                <a:close/>
                <a:moveTo>
                  <a:pt x="1028700" y="1619250"/>
                </a:moveTo>
                <a:lnTo>
                  <a:pt x="1038225" y="1619250"/>
                </a:lnTo>
                <a:lnTo>
                  <a:pt x="1038225" y="1628775"/>
                </a:lnTo>
                <a:lnTo>
                  <a:pt x="1047750" y="1628775"/>
                </a:lnTo>
                <a:lnTo>
                  <a:pt x="1047750" y="1609725"/>
                </a:lnTo>
                <a:lnTo>
                  <a:pt x="1028700" y="1609725"/>
                </a:lnTo>
                <a:close/>
                <a:moveTo>
                  <a:pt x="1600200" y="1619250"/>
                </a:moveTo>
                <a:lnTo>
                  <a:pt x="1609725" y="1619250"/>
                </a:lnTo>
                <a:lnTo>
                  <a:pt x="1609725" y="1609725"/>
                </a:lnTo>
                <a:lnTo>
                  <a:pt x="1600200" y="1609725"/>
                </a:lnTo>
                <a:close/>
                <a:moveTo>
                  <a:pt x="28575" y="1628775"/>
                </a:moveTo>
                <a:lnTo>
                  <a:pt x="47625" y="1628775"/>
                </a:lnTo>
                <a:lnTo>
                  <a:pt x="47625" y="1647825"/>
                </a:lnTo>
                <a:lnTo>
                  <a:pt x="28575" y="1647825"/>
                </a:lnTo>
                <a:close/>
                <a:moveTo>
                  <a:pt x="971550" y="1628775"/>
                </a:moveTo>
                <a:lnTo>
                  <a:pt x="990600" y="1628775"/>
                </a:lnTo>
                <a:lnTo>
                  <a:pt x="990600" y="1619250"/>
                </a:lnTo>
                <a:lnTo>
                  <a:pt x="971550" y="1619250"/>
                </a:lnTo>
                <a:close/>
                <a:moveTo>
                  <a:pt x="1095375" y="1628775"/>
                </a:moveTo>
                <a:lnTo>
                  <a:pt x="1104900" y="1628775"/>
                </a:lnTo>
                <a:lnTo>
                  <a:pt x="1104900" y="1619250"/>
                </a:lnTo>
                <a:lnTo>
                  <a:pt x="1095375" y="1619250"/>
                </a:lnTo>
                <a:close/>
                <a:moveTo>
                  <a:pt x="828675" y="1638300"/>
                </a:moveTo>
                <a:lnTo>
                  <a:pt x="838200" y="1638300"/>
                </a:lnTo>
                <a:lnTo>
                  <a:pt x="838200" y="1647825"/>
                </a:lnTo>
                <a:lnTo>
                  <a:pt x="828675" y="1647825"/>
                </a:lnTo>
                <a:close/>
              </a:path>
            </a:pathLst>
          </a:custGeom>
          <a:solidFill xmlns:a="http://schemas.openxmlformats.org/drawingml/2006/main">
            <a:srgbClr val="F1EDE1"/>
          </a:solidFill>
          <a:ln xmlns:a="http://schemas.openxmlformats.org/drawingml/2006/main" w="0">
            <a:noFill/>
          </a:ln>
        </p:spPr>
      </p:sp>
      <p:sp>
        <p:nvSpPr>
          <p:cNvPr id="119" name="appearance vector #f1eedf">
            <a:extLst xmlns:a="http://schemas.openxmlformats.org/drawingml/2006/main">
              <a:ext uri="{FF2B5EF4-FFF2-40B4-BE49-F238E27FC236}">
                <a16:creationId xmlns:a16="http://schemas.microsoft.com/office/drawing/2014/main" id="{51CE9134-DB22-446D-9F43-AC5CAD7E709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343400" y="5114925"/>
            <a:ext cx="1943100" cy="1666875"/>
          </a:xfrm>
          <a:custGeom xmlns:a="http://schemas.openxmlformats.org/drawingml/2006/main">
            <a:pathLst>
              <a:path w="1943100" h="1666875">
                <a:moveTo>
                  <a:pt x="66675" y="19050"/>
                </a:moveTo>
                <a:lnTo>
                  <a:pt x="76200" y="19050"/>
                </a:lnTo>
                <a:lnTo>
                  <a:pt x="76200" y="28575"/>
                </a:lnTo>
                <a:lnTo>
                  <a:pt x="66675" y="28575"/>
                </a:lnTo>
                <a:close/>
                <a:moveTo>
                  <a:pt x="390525" y="57150"/>
                </a:moveTo>
                <a:lnTo>
                  <a:pt x="400050" y="57150"/>
                </a:lnTo>
                <a:lnTo>
                  <a:pt x="400050" y="66675"/>
                </a:lnTo>
                <a:lnTo>
                  <a:pt x="390525" y="66675"/>
                </a:lnTo>
                <a:close/>
                <a:moveTo>
                  <a:pt x="304800" y="133350"/>
                </a:moveTo>
                <a:lnTo>
                  <a:pt x="314325" y="133350"/>
                </a:lnTo>
                <a:lnTo>
                  <a:pt x="314325" y="142875"/>
                </a:lnTo>
                <a:lnTo>
                  <a:pt x="304800" y="142875"/>
                </a:lnTo>
                <a:close/>
                <a:moveTo>
                  <a:pt x="152400" y="171450"/>
                </a:moveTo>
                <a:lnTo>
                  <a:pt x="161925" y="171450"/>
                </a:lnTo>
                <a:lnTo>
                  <a:pt x="161925" y="180975"/>
                </a:lnTo>
                <a:lnTo>
                  <a:pt x="152400" y="180975"/>
                </a:lnTo>
                <a:close/>
                <a:moveTo>
                  <a:pt x="47625" y="219075"/>
                </a:moveTo>
                <a:lnTo>
                  <a:pt x="57150" y="219075"/>
                </a:lnTo>
                <a:lnTo>
                  <a:pt x="57150" y="228600"/>
                </a:lnTo>
                <a:lnTo>
                  <a:pt x="66675" y="228600"/>
                </a:lnTo>
                <a:lnTo>
                  <a:pt x="66675" y="257175"/>
                </a:lnTo>
                <a:lnTo>
                  <a:pt x="47625" y="257175"/>
                </a:lnTo>
                <a:lnTo>
                  <a:pt x="47625" y="247650"/>
                </a:lnTo>
                <a:lnTo>
                  <a:pt x="57150" y="247650"/>
                </a:lnTo>
                <a:lnTo>
                  <a:pt x="57150" y="238125"/>
                </a:lnTo>
                <a:lnTo>
                  <a:pt x="47625" y="238125"/>
                </a:lnTo>
                <a:close/>
                <a:moveTo>
                  <a:pt x="342900" y="238125"/>
                </a:moveTo>
                <a:lnTo>
                  <a:pt x="352425" y="238125"/>
                </a:lnTo>
                <a:lnTo>
                  <a:pt x="352425" y="247650"/>
                </a:lnTo>
                <a:lnTo>
                  <a:pt x="342900" y="247650"/>
                </a:lnTo>
                <a:close/>
                <a:moveTo>
                  <a:pt x="571500" y="266700"/>
                </a:moveTo>
                <a:lnTo>
                  <a:pt x="590550" y="266700"/>
                </a:lnTo>
                <a:lnTo>
                  <a:pt x="590550" y="276225"/>
                </a:lnTo>
                <a:lnTo>
                  <a:pt x="571500" y="276225"/>
                </a:lnTo>
                <a:close/>
                <a:moveTo>
                  <a:pt x="1895475" y="295275"/>
                </a:moveTo>
                <a:lnTo>
                  <a:pt x="1905000" y="295275"/>
                </a:lnTo>
                <a:lnTo>
                  <a:pt x="1905000" y="304800"/>
                </a:lnTo>
                <a:lnTo>
                  <a:pt x="1895475" y="304800"/>
                </a:lnTo>
                <a:close/>
                <a:moveTo>
                  <a:pt x="104775" y="457200"/>
                </a:moveTo>
                <a:lnTo>
                  <a:pt x="114300" y="457200"/>
                </a:lnTo>
                <a:lnTo>
                  <a:pt x="114300" y="485775"/>
                </a:lnTo>
                <a:lnTo>
                  <a:pt x="123825" y="485775"/>
                </a:lnTo>
                <a:lnTo>
                  <a:pt x="123825" y="504825"/>
                </a:lnTo>
                <a:lnTo>
                  <a:pt x="133350" y="504825"/>
                </a:lnTo>
                <a:lnTo>
                  <a:pt x="133350" y="514350"/>
                </a:lnTo>
                <a:lnTo>
                  <a:pt x="142875" y="514350"/>
                </a:lnTo>
                <a:lnTo>
                  <a:pt x="142875" y="523875"/>
                </a:lnTo>
                <a:lnTo>
                  <a:pt x="152400" y="523875"/>
                </a:lnTo>
                <a:lnTo>
                  <a:pt x="152400" y="533400"/>
                </a:lnTo>
                <a:lnTo>
                  <a:pt x="171450" y="533400"/>
                </a:lnTo>
                <a:lnTo>
                  <a:pt x="171450" y="542925"/>
                </a:lnTo>
                <a:lnTo>
                  <a:pt x="133350" y="542925"/>
                </a:lnTo>
                <a:lnTo>
                  <a:pt x="133350" y="552450"/>
                </a:lnTo>
                <a:lnTo>
                  <a:pt x="114300" y="552450"/>
                </a:lnTo>
                <a:lnTo>
                  <a:pt x="114300" y="542925"/>
                </a:lnTo>
                <a:lnTo>
                  <a:pt x="76200" y="542925"/>
                </a:lnTo>
                <a:lnTo>
                  <a:pt x="76200" y="485775"/>
                </a:lnTo>
                <a:lnTo>
                  <a:pt x="85725" y="485775"/>
                </a:lnTo>
                <a:lnTo>
                  <a:pt x="85725" y="476250"/>
                </a:lnTo>
                <a:lnTo>
                  <a:pt x="95250" y="476250"/>
                </a:lnTo>
                <a:lnTo>
                  <a:pt x="95250" y="466725"/>
                </a:lnTo>
                <a:lnTo>
                  <a:pt x="104775" y="466725"/>
                </a:lnTo>
                <a:close/>
                <a:moveTo>
                  <a:pt x="1676400" y="533400"/>
                </a:moveTo>
                <a:lnTo>
                  <a:pt x="1724025" y="533400"/>
                </a:lnTo>
                <a:lnTo>
                  <a:pt x="1724025" y="542925"/>
                </a:lnTo>
                <a:lnTo>
                  <a:pt x="1676400" y="542925"/>
                </a:lnTo>
                <a:close/>
                <a:moveTo>
                  <a:pt x="1752600" y="533400"/>
                </a:moveTo>
                <a:lnTo>
                  <a:pt x="1762125" y="533400"/>
                </a:lnTo>
                <a:lnTo>
                  <a:pt x="1762125" y="542925"/>
                </a:lnTo>
                <a:lnTo>
                  <a:pt x="1752600" y="542925"/>
                </a:lnTo>
                <a:close/>
                <a:moveTo>
                  <a:pt x="219075" y="714375"/>
                </a:moveTo>
                <a:lnTo>
                  <a:pt x="257175" y="714375"/>
                </a:lnTo>
                <a:lnTo>
                  <a:pt x="257175" y="723900"/>
                </a:lnTo>
                <a:lnTo>
                  <a:pt x="219075" y="723900"/>
                </a:lnTo>
                <a:close/>
                <a:moveTo>
                  <a:pt x="295275" y="723900"/>
                </a:moveTo>
                <a:lnTo>
                  <a:pt x="314325" y="723900"/>
                </a:lnTo>
                <a:lnTo>
                  <a:pt x="314325" y="733425"/>
                </a:lnTo>
                <a:lnTo>
                  <a:pt x="295275" y="733425"/>
                </a:lnTo>
                <a:close/>
                <a:moveTo>
                  <a:pt x="323850" y="733425"/>
                </a:moveTo>
                <a:lnTo>
                  <a:pt x="333375" y="733425"/>
                </a:lnTo>
                <a:lnTo>
                  <a:pt x="333375" y="742950"/>
                </a:lnTo>
                <a:lnTo>
                  <a:pt x="323850" y="742950"/>
                </a:lnTo>
                <a:close/>
                <a:moveTo>
                  <a:pt x="333375" y="742950"/>
                </a:moveTo>
                <a:lnTo>
                  <a:pt x="342900" y="742950"/>
                </a:lnTo>
                <a:lnTo>
                  <a:pt x="342900" y="762000"/>
                </a:lnTo>
                <a:lnTo>
                  <a:pt x="333375" y="762000"/>
                </a:lnTo>
                <a:close/>
                <a:moveTo>
                  <a:pt x="619125" y="866775"/>
                </a:moveTo>
                <a:lnTo>
                  <a:pt x="666750" y="866775"/>
                </a:lnTo>
                <a:lnTo>
                  <a:pt x="666750" y="876300"/>
                </a:lnTo>
                <a:lnTo>
                  <a:pt x="704850" y="876300"/>
                </a:lnTo>
                <a:lnTo>
                  <a:pt x="704850" y="885825"/>
                </a:lnTo>
                <a:lnTo>
                  <a:pt x="685800" y="885825"/>
                </a:lnTo>
                <a:lnTo>
                  <a:pt x="685800" y="895350"/>
                </a:lnTo>
                <a:lnTo>
                  <a:pt x="609600" y="895350"/>
                </a:lnTo>
                <a:lnTo>
                  <a:pt x="609600" y="885825"/>
                </a:lnTo>
                <a:lnTo>
                  <a:pt x="619125" y="885825"/>
                </a:lnTo>
                <a:close/>
                <a:moveTo>
                  <a:pt x="762000" y="866775"/>
                </a:moveTo>
                <a:lnTo>
                  <a:pt x="771525" y="866775"/>
                </a:lnTo>
                <a:lnTo>
                  <a:pt x="771525" y="876300"/>
                </a:lnTo>
                <a:lnTo>
                  <a:pt x="781050" y="876300"/>
                </a:lnTo>
                <a:lnTo>
                  <a:pt x="781050" y="885825"/>
                </a:lnTo>
                <a:lnTo>
                  <a:pt x="771525" y="885825"/>
                </a:lnTo>
                <a:lnTo>
                  <a:pt x="771525" y="895350"/>
                </a:lnTo>
                <a:lnTo>
                  <a:pt x="742950" y="895350"/>
                </a:lnTo>
                <a:lnTo>
                  <a:pt x="742950" y="885825"/>
                </a:lnTo>
                <a:lnTo>
                  <a:pt x="762000" y="885825"/>
                </a:lnTo>
                <a:close/>
                <a:moveTo>
                  <a:pt x="723900" y="895350"/>
                </a:moveTo>
                <a:lnTo>
                  <a:pt x="742950" y="895350"/>
                </a:lnTo>
                <a:lnTo>
                  <a:pt x="742950" y="904875"/>
                </a:lnTo>
                <a:lnTo>
                  <a:pt x="723900" y="904875"/>
                </a:lnTo>
                <a:close/>
                <a:moveTo>
                  <a:pt x="647700" y="923925"/>
                </a:moveTo>
                <a:lnTo>
                  <a:pt x="657225" y="923925"/>
                </a:lnTo>
                <a:lnTo>
                  <a:pt x="657225" y="933450"/>
                </a:lnTo>
                <a:lnTo>
                  <a:pt x="676275" y="933450"/>
                </a:lnTo>
                <a:lnTo>
                  <a:pt x="676275" y="942975"/>
                </a:lnTo>
                <a:lnTo>
                  <a:pt x="704850" y="942975"/>
                </a:lnTo>
                <a:lnTo>
                  <a:pt x="704850" y="952500"/>
                </a:lnTo>
                <a:lnTo>
                  <a:pt x="676275" y="952500"/>
                </a:lnTo>
                <a:lnTo>
                  <a:pt x="676275" y="962025"/>
                </a:lnTo>
                <a:lnTo>
                  <a:pt x="657225" y="962025"/>
                </a:lnTo>
                <a:lnTo>
                  <a:pt x="657225" y="952500"/>
                </a:lnTo>
                <a:lnTo>
                  <a:pt x="638175" y="952500"/>
                </a:lnTo>
                <a:lnTo>
                  <a:pt x="638175" y="933450"/>
                </a:lnTo>
                <a:lnTo>
                  <a:pt x="647700" y="933450"/>
                </a:lnTo>
                <a:close/>
                <a:moveTo>
                  <a:pt x="1038225" y="933450"/>
                </a:moveTo>
                <a:lnTo>
                  <a:pt x="1066800" y="933450"/>
                </a:lnTo>
                <a:lnTo>
                  <a:pt x="1066800" y="942975"/>
                </a:lnTo>
                <a:lnTo>
                  <a:pt x="1095375" y="942975"/>
                </a:lnTo>
                <a:lnTo>
                  <a:pt x="1095375" y="952500"/>
                </a:lnTo>
                <a:lnTo>
                  <a:pt x="1066800" y="952500"/>
                </a:lnTo>
                <a:lnTo>
                  <a:pt x="1066800" y="962025"/>
                </a:lnTo>
                <a:lnTo>
                  <a:pt x="1047750" y="962025"/>
                </a:lnTo>
                <a:lnTo>
                  <a:pt x="1047750" y="942975"/>
                </a:lnTo>
                <a:lnTo>
                  <a:pt x="1038225" y="942975"/>
                </a:lnTo>
                <a:close/>
                <a:moveTo>
                  <a:pt x="609600" y="942975"/>
                </a:moveTo>
                <a:lnTo>
                  <a:pt x="628650" y="942975"/>
                </a:lnTo>
                <a:lnTo>
                  <a:pt x="628650" y="952500"/>
                </a:lnTo>
                <a:lnTo>
                  <a:pt x="609600" y="952500"/>
                </a:lnTo>
                <a:close/>
                <a:moveTo>
                  <a:pt x="152400" y="1171575"/>
                </a:moveTo>
                <a:lnTo>
                  <a:pt x="161925" y="1171575"/>
                </a:lnTo>
                <a:lnTo>
                  <a:pt x="161925" y="1181100"/>
                </a:lnTo>
                <a:lnTo>
                  <a:pt x="152400" y="1181100"/>
                </a:lnTo>
                <a:close/>
                <a:moveTo>
                  <a:pt x="647700" y="1266825"/>
                </a:moveTo>
                <a:lnTo>
                  <a:pt x="704850" y="1266825"/>
                </a:lnTo>
                <a:lnTo>
                  <a:pt x="704850" y="1276350"/>
                </a:lnTo>
                <a:lnTo>
                  <a:pt x="695325" y="1276350"/>
                </a:lnTo>
                <a:lnTo>
                  <a:pt x="695325" y="1285875"/>
                </a:lnTo>
                <a:lnTo>
                  <a:pt x="704850" y="1285875"/>
                </a:lnTo>
                <a:lnTo>
                  <a:pt x="704850" y="1295400"/>
                </a:lnTo>
                <a:lnTo>
                  <a:pt x="685800" y="1295400"/>
                </a:lnTo>
                <a:lnTo>
                  <a:pt x="685800" y="1285875"/>
                </a:lnTo>
                <a:lnTo>
                  <a:pt x="657225" y="1285875"/>
                </a:lnTo>
                <a:lnTo>
                  <a:pt x="657225" y="1276350"/>
                </a:lnTo>
                <a:lnTo>
                  <a:pt x="647700" y="1276350"/>
                </a:lnTo>
                <a:close/>
                <a:moveTo>
                  <a:pt x="762000" y="1266825"/>
                </a:moveTo>
                <a:lnTo>
                  <a:pt x="800100" y="1266825"/>
                </a:lnTo>
                <a:lnTo>
                  <a:pt x="800100" y="1285875"/>
                </a:lnTo>
                <a:lnTo>
                  <a:pt x="790575" y="1285875"/>
                </a:lnTo>
                <a:lnTo>
                  <a:pt x="790575" y="1295400"/>
                </a:lnTo>
                <a:lnTo>
                  <a:pt x="771525" y="1295400"/>
                </a:lnTo>
                <a:lnTo>
                  <a:pt x="771525" y="1285875"/>
                </a:lnTo>
                <a:lnTo>
                  <a:pt x="762000" y="1285875"/>
                </a:lnTo>
                <a:close/>
                <a:moveTo>
                  <a:pt x="342900" y="1314450"/>
                </a:moveTo>
                <a:lnTo>
                  <a:pt x="352425" y="1314450"/>
                </a:lnTo>
                <a:lnTo>
                  <a:pt x="352425" y="1323975"/>
                </a:lnTo>
                <a:lnTo>
                  <a:pt x="361950" y="1323975"/>
                </a:lnTo>
                <a:lnTo>
                  <a:pt x="361950" y="1333500"/>
                </a:lnTo>
                <a:lnTo>
                  <a:pt x="352425" y="1333500"/>
                </a:lnTo>
                <a:lnTo>
                  <a:pt x="352425" y="1352550"/>
                </a:lnTo>
                <a:lnTo>
                  <a:pt x="342900" y="1352550"/>
                </a:lnTo>
                <a:close/>
                <a:moveTo>
                  <a:pt x="466725" y="1323975"/>
                </a:moveTo>
                <a:lnTo>
                  <a:pt x="476250" y="1323975"/>
                </a:lnTo>
                <a:lnTo>
                  <a:pt x="476250" y="1333500"/>
                </a:lnTo>
                <a:lnTo>
                  <a:pt x="466725" y="1333500"/>
                </a:lnTo>
                <a:close/>
                <a:moveTo>
                  <a:pt x="1066800" y="1323975"/>
                </a:moveTo>
                <a:lnTo>
                  <a:pt x="1085850" y="1323975"/>
                </a:lnTo>
                <a:lnTo>
                  <a:pt x="1085850" y="1333500"/>
                </a:lnTo>
                <a:lnTo>
                  <a:pt x="1076325" y="1333500"/>
                </a:lnTo>
                <a:lnTo>
                  <a:pt x="1076325" y="1343025"/>
                </a:lnTo>
                <a:lnTo>
                  <a:pt x="1057275" y="1343025"/>
                </a:lnTo>
                <a:lnTo>
                  <a:pt x="1057275" y="1333500"/>
                </a:lnTo>
                <a:lnTo>
                  <a:pt x="1066800" y="1333500"/>
                </a:lnTo>
                <a:close/>
                <a:moveTo>
                  <a:pt x="381000" y="1333500"/>
                </a:moveTo>
                <a:lnTo>
                  <a:pt x="409575" y="1333500"/>
                </a:lnTo>
                <a:lnTo>
                  <a:pt x="409575" y="1343025"/>
                </a:lnTo>
                <a:lnTo>
                  <a:pt x="400050" y="1343025"/>
                </a:lnTo>
                <a:lnTo>
                  <a:pt x="400050" y="1362075"/>
                </a:lnTo>
                <a:lnTo>
                  <a:pt x="390525" y="1362075"/>
                </a:lnTo>
                <a:lnTo>
                  <a:pt x="390525" y="1343025"/>
                </a:lnTo>
                <a:lnTo>
                  <a:pt x="381000" y="1343025"/>
                </a:lnTo>
                <a:close/>
                <a:moveTo>
                  <a:pt x="1162050" y="1333500"/>
                </a:moveTo>
                <a:lnTo>
                  <a:pt x="1181100" y="1333500"/>
                </a:lnTo>
                <a:lnTo>
                  <a:pt x="1181100" y="1343025"/>
                </a:lnTo>
                <a:lnTo>
                  <a:pt x="1162050" y="1343025"/>
                </a:lnTo>
                <a:close/>
                <a:moveTo>
                  <a:pt x="333375" y="1352550"/>
                </a:moveTo>
                <a:lnTo>
                  <a:pt x="342900" y="1352550"/>
                </a:lnTo>
                <a:lnTo>
                  <a:pt x="342900" y="1362075"/>
                </a:lnTo>
                <a:lnTo>
                  <a:pt x="333375" y="1362075"/>
                </a:lnTo>
                <a:close/>
                <a:moveTo>
                  <a:pt x="1047750" y="1371600"/>
                </a:moveTo>
                <a:lnTo>
                  <a:pt x="1076325" y="1371600"/>
                </a:lnTo>
                <a:lnTo>
                  <a:pt x="1076325" y="1381125"/>
                </a:lnTo>
                <a:lnTo>
                  <a:pt x="1123950" y="1381125"/>
                </a:lnTo>
                <a:lnTo>
                  <a:pt x="1123950" y="1390650"/>
                </a:lnTo>
                <a:lnTo>
                  <a:pt x="1133475" y="1390650"/>
                </a:lnTo>
                <a:lnTo>
                  <a:pt x="1133475" y="1409700"/>
                </a:lnTo>
                <a:lnTo>
                  <a:pt x="1123950" y="1409700"/>
                </a:lnTo>
                <a:lnTo>
                  <a:pt x="1123950" y="1400175"/>
                </a:lnTo>
                <a:lnTo>
                  <a:pt x="1114425" y="1400175"/>
                </a:lnTo>
                <a:lnTo>
                  <a:pt x="1114425" y="1409700"/>
                </a:lnTo>
                <a:lnTo>
                  <a:pt x="1123950" y="1409700"/>
                </a:lnTo>
                <a:lnTo>
                  <a:pt x="1123950" y="1419225"/>
                </a:lnTo>
                <a:lnTo>
                  <a:pt x="1114425" y="1419225"/>
                </a:lnTo>
                <a:lnTo>
                  <a:pt x="1114425" y="1428750"/>
                </a:lnTo>
                <a:lnTo>
                  <a:pt x="1095375" y="1428750"/>
                </a:lnTo>
                <a:lnTo>
                  <a:pt x="1095375" y="1438275"/>
                </a:lnTo>
                <a:lnTo>
                  <a:pt x="1085850" y="1438275"/>
                </a:lnTo>
                <a:lnTo>
                  <a:pt x="1085850" y="1428750"/>
                </a:lnTo>
                <a:lnTo>
                  <a:pt x="1076325" y="1428750"/>
                </a:lnTo>
                <a:lnTo>
                  <a:pt x="1076325" y="1438275"/>
                </a:lnTo>
                <a:lnTo>
                  <a:pt x="1038225" y="1438275"/>
                </a:lnTo>
                <a:lnTo>
                  <a:pt x="1038225" y="1419225"/>
                </a:lnTo>
                <a:lnTo>
                  <a:pt x="1066800" y="1419225"/>
                </a:lnTo>
                <a:lnTo>
                  <a:pt x="1066800" y="1409700"/>
                </a:lnTo>
                <a:lnTo>
                  <a:pt x="1047750" y="1409700"/>
                </a:lnTo>
                <a:lnTo>
                  <a:pt x="1047750" y="1400175"/>
                </a:lnTo>
                <a:lnTo>
                  <a:pt x="1038225" y="1400175"/>
                </a:lnTo>
                <a:lnTo>
                  <a:pt x="1038225" y="1390650"/>
                </a:lnTo>
                <a:lnTo>
                  <a:pt x="1019175" y="1390650"/>
                </a:lnTo>
                <a:lnTo>
                  <a:pt x="1019175" y="1381125"/>
                </a:lnTo>
                <a:lnTo>
                  <a:pt x="1047750" y="1381125"/>
                </a:lnTo>
                <a:close/>
                <a:moveTo>
                  <a:pt x="152400" y="1381125"/>
                </a:moveTo>
                <a:lnTo>
                  <a:pt x="161925" y="1381125"/>
                </a:lnTo>
                <a:lnTo>
                  <a:pt x="161925" y="1390650"/>
                </a:lnTo>
                <a:lnTo>
                  <a:pt x="152400" y="1390650"/>
                </a:lnTo>
                <a:close/>
                <a:moveTo>
                  <a:pt x="304800" y="1381125"/>
                </a:moveTo>
                <a:lnTo>
                  <a:pt x="314325" y="1381125"/>
                </a:lnTo>
                <a:lnTo>
                  <a:pt x="314325" y="1390650"/>
                </a:lnTo>
                <a:lnTo>
                  <a:pt x="304800" y="1390650"/>
                </a:lnTo>
                <a:close/>
                <a:moveTo>
                  <a:pt x="419100" y="1381125"/>
                </a:moveTo>
                <a:lnTo>
                  <a:pt x="457200" y="1381125"/>
                </a:lnTo>
                <a:lnTo>
                  <a:pt x="457200" y="1390650"/>
                </a:lnTo>
                <a:lnTo>
                  <a:pt x="466725" y="1390650"/>
                </a:lnTo>
                <a:lnTo>
                  <a:pt x="466725" y="1381125"/>
                </a:lnTo>
                <a:lnTo>
                  <a:pt x="504825" y="1381125"/>
                </a:lnTo>
                <a:lnTo>
                  <a:pt x="504825" y="1390650"/>
                </a:lnTo>
                <a:lnTo>
                  <a:pt x="495300" y="1390650"/>
                </a:lnTo>
                <a:lnTo>
                  <a:pt x="495300" y="1400175"/>
                </a:lnTo>
                <a:lnTo>
                  <a:pt x="485775" y="1400175"/>
                </a:lnTo>
                <a:lnTo>
                  <a:pt x="485775" y="1409700"/>
                </a:lnTo>
                <a:lnTo>
                  <a:pt x="466725" y="1409700"/>
                </a:lnTo>
                <a:lnTo>
                  <a:pt x="466725" y="1419225"/>
                </a:lnTo>
                <a:lnTo>
                  <a:pt x="447675" y="1419225"/>
                </a:lnTo>
                <a:lnTo>
                  <a:pt x="447675" y="1409700"/>
                </a:lnTo>
                <a:lnTo>
                  <a:pt x="438150" y="1409700"/>
                </a:lnTo>
                <a:lnTo>
                  <a:pt x="438150" y="1400175"/>
                </a:lnTo>
                <a:lnTo>
                  <a:pt x="428625" y="1400175"/>
                </a:lnTo>
                <a:lnTo>
                  <a:pt x="428625" y="1390650"/>
                </a:lnTo>
                <a:lnTo>
                  <a:pt x="419100" y="1390650"/>
                </a:lnTo>
                <a:close/>
                <a:moveTo>
                  <a:pt x="1171575" y="1381125"/>
                </a:moveTo>
                <a:lnTo>
                  <a:pt x="1209675" y="1381125"/>
                </a:lnTo>
                <a:lnTo>
                  <a:pt x="1209675" y="1390650"/>
                </a:lnTo>
                <a:lnTo>
                  <a:pt x="1200150" y="1390650"/>
                </a:lnTo>
                <a:lnTo>
                  <a:pt x="1200150" y="1400175"/>
                </a:lnTo>
                <a:lnTo>
                  <a:pt x="1181100" y="1400175"/>
                </a:lnTo>
                <a:lnTo>
                  <a:pt x="1181100" y="1390650"/>
                </a:lnTo>
                <a:lnTo>
                  <a:pt x="1171575" y="1390650"/>
                </a:lnTo>
                <a:close/>
                <a:moveTo>
                  <a:pt x="238125" y="1390650"/>
                </a:moveTo>
                <a:lnTo>
                  <a:pt x="295275" y="1390650"/>
                </a:lnTo>
                <a:lnTo>
                  <a:pt x="295275" y="1400175"/>
                </a:lnTo>
                <a:lnTo>
                  <a:pt x="285750" y="1400175"/>
                </a:lnTo>
                <a:lnTo>
                  <a:pt x="285750" y="1409700"/>
                </a:lnTo>
                <a:lnTo>
                  <a:pt x="276225" y="1409700"/>
                </a:lnTo>
                <a:lnTo>
                  <a:pt x="276225" y="1428750"/>
                </a:lnTo>
                <a:lnTo>
                  <a:pt x="238125" y="1428750"/>
                </a:lnTo>
                <a:lnTo>
                  <a:pt x="238125" y="1419225"/>
                </a:lnTo>
                <a:lnTo>
                  <a:pt x="266700" y="1419225"/>
                </a:lnTo>
                <a:lnTo>
                  <a:pt x="266700" y="1400175"/>
                </a:lnTo>
                <a:lnTo>
                  <a:pt x="238125" y="1400175"/>
                </a:lnTo>
                <a:close/>
                <a:moveTo>
                  <a:pt x="1152525" y="1419225"/>
                </a:moveTo>
                <a:lnTo>
                  <a:pt x="1162050" y="1419225"/>
                </a:lnTo>
                <a:lnTo>
                  <a:pt x="1162050" y="1428750"/>
                </a:lnTo>
                <a:lnTo>
                  <a:pt x="1152525" y="1428750"/>
                </a:lnTo>
                <a:close/>
                <a:moveTo>
                  <a:pt x="1219200" y="1419225"/>
                </a:moveTo>
                <a:lnTo>
                  <a:pt x="1228725" y="1419225"/>
                </a:lnTo>
                <a:lnTo>
                  <a:pt x="1228725" y="1438275"/>
                </a:lnTo>
                <a:lnTo>
                  <a:pt x="1219200" y="1438275"/>
                </a:lnTo>
                <a:close/>
                <a:moveTo>
                  <a:pt x="1257300" y="1419225"/>
                </a:moveTo>
                <a:lnTo>
                  <a:pt x="1276350" y="1419225"/>
                </a:lnTo>
                <a:lnTo>
                  <a:pt x="1276350" y="1428750"/>
                </a:lnTo>
                <a:lnTo>
                  <a:pt x="1257300" y="1428750"/>
                </a:lnTo>
                <a:close/>
                <a:moveTo>
                  <a:pt x="295275" y="1457325"/>
                </a:moveTo>
                <a:lnTo>
                  <a:pt x="333375" y="1457325"/>
                </a:lnTo>
                <a:lnTo>
                  <a:pt x="333375" y="1466850"/>
                </a:lnTo>
                <a:lnTo>
                  <a:pt x="295275" y="1466850"/>
                </a:lnTo>
                <a:close/>
                <a:moveTo>
                  <a:pt x="381000" y="1485900"/>
                </a:moveTo>
                <a:lnTo>
                  <a:pt x="400050" y="1485900"/>
                </a:lnTo>
                <a:lnTo>
                  <a:pt x="400050" y="1495425"/>
                </a:lnTo>
                <a:lnTo>
                  <a:pt x="381000" y="1495425"/>
                </a:lnTo>
                <a:close/>
                <a:moveTo>
                  <a:pt x="428625" y="1485900"/>
                </a:moveTo>
                <a:lnTo>
                  <a:pt x="476250" y="1485900"/>
                </a:lnTo>
                <a:lnTo>
                  <a:pt x="476250" y="1495425"/>
                </a:lnTo>
                <a:lnTo>
                  <a:pt x="466725" y="1495425"/>
                </a:lnTo>
                <a:lnTo>
                  <a:pt x="466725" y="1504950"/>
                </a:lnTo>
                <a:lnTo>
                  <a:pt x="476250" y="1504950"/>
                </a:lnTo>
                <a:lnTo>
                  <a:pt x="476250" y="1514475"/>
                </a:lnTo>
                <a:lnTo>
                  <a:pt x="438150" y="1514475"/>
                </a:lnTo>
                <a:lnTo>
                  <a:pt x="438150" y="1495425"/>
                </a:lnTo>
                <a:lnTo>
                  <a:pt x="428625" y="1495425"/>
                </a:lnTo>
                <a:close/>
                <a:moveTo>
                  <a:pt x="66675" y="1543050"/>
                </a:moveTo>
                <a:lnTo>
                  <a:pt x="85725" y="1543050"/>
                </a:lnTo>
                <a:lnTo>
                  <a:pt x="85725" y="1562100"/>
                </a:lnTo>
                <a:lnTo>
                  <a:pt x="95250" y="1562100"/>
                </a:lnTo>
                <a:lnTo>
                  <a:pt x="95250" y="1571625"/>
                </a:lnTo>
                <a:lnTo>
                  <a:pt x="114300" y="1571625"/>
                </a:lnTo>
                <a:lnTo>
                  <a:pt x="114300" y="1600200"/>
                </a:lnTo>
                <a:lnTo>
                  <a:pt x="123825" y="1600200"/>
                </a:lnTo>
                <a:lnTo>
                  <a:pt x="123825" y="1609725"/>
                </a:lnTo>
                <a:lnTo>
                  <a:pt x="133350" y="1609725"/>
                </a:lnTo>
                <a:lnTo>
                  <a:pt x="133350" y="1619250"/>
                </a:lnTo>
                <a:lnTo>
                  <a:pt x="142875" y="1619250"/>
                </a:lnTo>
                <a:lnTo>
                  <a:pt x="142875" y="1609725"/>
                </a:lnTo>
                <a:lnTo>
                  <a:pt x="161925" y="1609725"/>
                </a:lnTo>
                <a:lnTo>
                  <a:pt x="161925" y="1619250"/>
                </a:lnTo>
                <a:lnTo>
                  <a:pt x="142875" y="1619250"/>
                </a:lnTo>
                <a:lnTo>
                  <a:pt x="142875" y="1628775"/>
                </a:lnTo>
                <a:lnTo>
                  <a:pt x="66675" y="1628775"/>
                </a:lnTo>
                <a:lnTo>
                  <a:pt x="66675" y="1638300"/>
                </a:lnTo>
                <a:lnTo>
                  <a:pt x="57150" y="1638300"/>
                </a:lnTo>
                <a:lnTo>
                  <a:pt x="57150" y="1647825"/>
                </a:lnTo>
                <a:lnTo>
                  <a:pt x="47625" y="1647825"/>
                </a:lnTo>
                <a:lnTo>
                  <a:pt x="47625" y="1628775"/>
                </a:lnTo>
                <a:lnTo>
                  <a:pt x="28575" y="1628775"/>
                </a:lnTo>
                <a:lnTo>
                  <a:pt x="28575" y="1609725"/>
                </a:lnTo>
                <a:lnTo>
                  <a:pt x="47625" y="1609725"/>
                </a:lnTo>
                <a:lnTo>
                  <a:pt x="47625" y="1619250"/>
                </a:lnTo>
                <a:lnTo>
                  <a:pt x="57150" y="1619250"/>
                </a:lnTo>
                <a:lnTo>
                  <a:pt x="57150" y="1609725"/>
                </a:lnTo>
                <a:lnTo>
                  <a:pt x="76200" y="1609725"/>
                </a:lnTo>
                <a:lnTo>
                  <a:pt x="76200" y="1600200"/>
                </a:lnTo>
                <a:lnTo>
                  <a:pt x="85725" y="1600200"/>
                </a:lnTo>
                <a:lnTo>
                  <a:pt x="85725" y="1581150"/>
                </a:lnTo>
                <a:lnTo>
                  <a:pt x="76200" y="1581150"/>
                </a:lnTo>
                <a:lnTo>
                  <a:pt x="76200" y="1571625"/>
                </a:lnTo>
                <a:lnTo>
                  <a:pt x="47625" y="1571625"/>
                </a:lnTo>
                <a:lnTo>
                  <a:pt x="47625" y="1552575"/>
                </a:lnTo>
                <a:lnTo>
                  <a:pt x="66675" y="1552575"/>
                </a:lnTo>
                <a:close/>
                <a:moveTo>
                  <a:pt x="1343025" y="1552575"/>
                </a:moveTo>
                <a:lnTo>
                  <a:pt x="1352550" y="1552575"/>
                </a:lnTo>
                <a:lnTo>
                  <a:pt x="1352550" y="1571625"/>
                </a:lnTo>
                <a:lnTo>
                  <a:pt x="1362075" y="1571625"/>
                </a:lnTo>
                <a:lnTo>
                  <a:pt x="1362075" y="1590675"/>
                </a:lnTo>
                <a:lnTo>
                  <a:pt x="1343025" y="1590675"/>
                </a:lnTo>
                <a:lnTo>
                  <a:pt x="1343025" y="1581150"/>
                </a:lnTo>
                <a:lnTo>
                  <a:pt x="1333500" y="1581150"/>
                </a:lnTo>
                <a:lnTo>
                  <a:pt x="1333500" y="1562100"/>
                </a:lnTo>
                <a:lnTo>
                  <a:pt x="1343025" y="1562100"/>
                </a:lnTo>
                <a:close/>
                <a:moveTo>
                  <a:pt x="695325" y="1562100"/>
                </a:moveTo>
                <a:lnTo>
                  <a:pt x="704850" y="1562100"/>
                </a:lnTo>
                <a:lnTo>
                  <a:pt x="704850" y="1590675"/>
                </a:lnTo>
                <a:lnTo>
                  <a:pt x="695325" y="1590675"/>
                </a:lnTo>
                <a:lnTo>
                  <a:pt x="695325" y="1581150"/>
                </a:lnTo>
                <a:lnTo>
                  <a:pt x="685800" y="1581150"/>
                </a:lnTo>
                <a:lnTo>
                  <a:pt x="685800" y="1571625"/>
                </a:lnTo>
                <a:lnTo>
                  <a:pt x="695325" y="1571625"/>
                </a:lnTo>
                <a:close/>
                <a:moveTo>
                  <a:pt x="28575" y="1571625"/>
                </a:moveTo>
                <a:lnTo>
                  <a:pt x="47625" y="1571625"/>
                </a:lnTo>
                <a:lnTo>
                  <a:pt x="47625" y="1590675"/>
                </a:lnTo>
                <a:lnTo>
                  <a:pt x="28575" y="1590675"/>
                </a:lnTo>
                <a:close/>
                <a:moveTo>
                  <a:pt x="647700" y="1571625"/>
                </a:moveTo>
                <a:lnTo>
                  <a:pt x="666750" y="1571625"/>
                </a:lnTo>
                <a:lnTo>
                  <a:pt x="666750" y="1581150"/>
                </a:lnTo>
                <a:lnTo>
                  <a:pt x="657225" y="1581150"/>
                </a:lnTo>
                <a:lnTo>
                  <a:pt x="657225" y="1590675"/>
                </a:lnTo>
                <a:lnTo>
                  <a:pt x="647700" y="1590675"/>
                </a:lnTo>
                <a:close/>
                <a:moveTo>
                  <a:pt x="57150" y="1590675"/>
                </a:moveTo>
                <a:lnTo>
                  <a:pt x="66675" y="1590675"/>
                </a:lnTo>
                <a:lnTo>
                  <a:pt x="66675" y="1600200"/>
                </a:lnTo>
                <a:lnTo>
                  <a:pt x="57150" y="1600200"/>
                </a:lnTo>
                <a:close/>
                <a:moveTo>
                  <a:pt x="704850" y="1590675"/>
                </a:moveTo>
                <a:lnTo>
                  <a:pt x="723900" y="1590675"/>
                </a:lnTo>
                <a:lnTo>
                  <a:pt x="723900" y="1609725"/>
                </a:lnTo>
                <a:lnTo>
                  <a:pt x="742950" y="1609725"/>
                </a:lnTo>
                <a:lnTo>
                  <a:pt x="742950" y="1600200"/>
                </a:lnTo>
                <a:lnTo>
                  <a:pt x="752475" y="1600200"/>
                </a:lnTo>
                <a:lnTo>
                  <a:pt x="752475" y="1590675"/>
                </a:lnTo>
                <a:lnTo>
                  <a:pt x="762000" y="1590675"/>
                </a:lnTo>
                <a:lnTo>
                  <a:pt x="762000" y="1600200"/>
                </a:lnTo>
                <a:lnTo>
                  <a:pt x="781050" y="1600200"/>
                </a:lnTo>
                <a:lnTo>
                  <a:pt x="781050" y="1619250"/>
                </a:lnTo>
                <a:lnTo>
                  <a:pt x="771525" y="1619250"/>
                </a:lnTo>
                <a:lnTo>
                  <a:pt x="771525" y="1628775"/>
                </a:lnTo>
                <a:lnTo>
                  <a:pt x="752475" y="1628775"/>
                </a:lnTo>
                <a:lnTo>
                  <a:pt x="752475" y="1638300"/>
                </a:lnTo>
                <a:lnTo>
                  <a:pt x="742950" y="1638300"/>
                </a:lnTo>
                <a:lnTo>
                  <a:pt x="742950" y="1628775"/>
                </a:lnTo>
                <a:lnTo>
                  <a:pt x="723900" y="1628775"/>
                </a:lnTo>
                <a:lnTo>
                  <a:pt x="723900" y="1619250"/>
                </a:lnTo>
                <a:lnTo>
                  <a:pt x="704850" y="1619250"/>
                </a:lnTo>
                <a:close/>
                <a:moveTo>
                  <a:pt x="819150" y="1600200"/>
                </a:moveTo>
                <a:lnTo>
                  <a:pt x="828675" y="1600200"/>
                </a:lnTo>
                <a:lnTo>
                  <a:pt x="828675" y="1609725"/>
                </a:lnTo>
                <a:lnTo>
                  <a:pt x="819150" y="1609725"/>
                </a:lnTo>
                <a:close/>
                <a:moveTo>
                  <a:pt x="295275" y="1609725"/>
                </a:moveTo>
                <a:lnTo>
                  <a:pt x="304800" y="1609725"/>
                </a:lnTo>
                <a:lnTo>
                  <a:pt x="304800" y="1619250"/>
                </a:lnTo>
                <a:lnTo>
                  <a:pt x="295275" y="1619250"/>
                </a:lnTo>
                <a:close/>
                <a:moveTo>
                  <a:pt x="666750" y="1609725"/>
                </a:moveTo>
                <a:lnTo>
                  <a:pt x="685800" y="1609725"/>
                </a:lnTo>
                <a:lnTo>
                  <a:pt x="685800" y="1619250"/>
                </a:lnTo>
                <a:lnTo>
                  <a:pt x="704850" y="1619250"/>
                </a:lnTo>
                <a:lnTo>
                  <a:pt x="704850" y="1628775"/>
                </a:lnTo>
                <a:lnTo>
                  <a:pt x="723900" y="1628775"/>
                </a:lnTo>
                <a:lnTo>
                  <a:pt x="723900" y="1638300"/>
                </a:lnTo>
                <a:lnTo>
                  <a:pt x="714375" y="1638300"/>
                </a:lnTo>
                <a:lnTo>
                  <a:pt x="714375" y="1647825"/>
                </a:lnTo>
                <a:lnTo>
                  <a:pt x="657225" y="1647825"/>
                </a:lnTo>
                <a:lnTo>
                  <a:pt x="657225" y="1619250"/>
                </a:lnTo>
                <a:lnTo>
                  <a:pt x="666750" y="1619250"/>
                </a:lnTo>
                <a:close/>
                <a:moveTo>
                  <a:pt x="828675" y="1609725"/>
                </a:moveTo>
                <a:lnTo>
                  <a:pt x="847725" y="1609725"/>
                </a:lnTo>
                <a:lnTo>
                  <a:pt x="847725" y="1619250"/>
                </a:lnTo>
                <a:lnTo>
                  <a:pt x="866775" y="1619250"/>
                </a:lnTo>
                <a:lnTo>
                  <a:pt x="866775" y="1628775"/>
                </a:lnTo>
                <a:lnTo>
                  <a:pt x="857250" y="1628775"/>
                </a:lnTo>
                <a:lnTo>
                  <a:pt x="857250" y="1638300"/>
                </a:lnTo>
                <a:lnTo>
                  <a:pt x="838200" y="1638300"/>
                </a:lnTo>
                <a:lnTo>
                  <a:pt x="838200" y="1628775"/>
                </a:lnTo>
                <a:lnTo>
                  <a:pt x="828675" y="1628775"/>
                </a:lnTo>
                <a:close/>
                <a:moveTo>
                  <a:pt x="609600" y="1619250"/>
                </a:moveTo>
                <a:lnTo>
                  <a:pt x="628650" y="1619250"/>
                </a:lnTo>
                <a:lnTo>
                  <a:pt x="628650" y="1628775"/>
                </a:lnTo>
                <a:lnTo>
                  <a:pt x="609600" y="1628775"/>
                </a:lnTo>
                <a:close/>
                <a:moveTo>
                  <a:pt x="800100" y="1619250"/>
                </a:moveTo>
                <a:lnTo>
                  <a:pt x="809625" y="1619250"/>
                </a:lnTo>
                <a:lnTo>
                  <a:pt x="809625" y="1628775"/>
                </a:lnTo>
                <a:lnTo>
                  <a:pt x="800100" y="1628775"/>
                </a:lnTo>
                <a:close/>
                <a:moveTo>
                  <a:pt x="1524000" y="1628775"/>
                </a:moveTo>
                <a:lnTo>
                  <a:pt x="1533525" y="1628775"/>
                </a:lnTo>
                <a:lnTo>
                  <a:pt x="1533525" y="1638300"/>
                </a:lnTo>
                <a:lnTo>
                  <a:pt x="1552575" y="1638300"/>
                </a:lnTo>
                <a:lnTo>
                  <a:pt x="1552575" y="1647825"/>
                </a:lnTo>
                <a:lnTo>
                  <a:pt x="1524000" y="1647825"/>
                </a:lnTo>
                <a:close/>
                <a:moveTo>
                  <a:pt x="600075" y="1638300"/>
                </a:moveTo>
                <a:lnTo>
                  <a:pt x="628650" y="1638300"/>
                </a:lnTo>
                <a:lnTo>
                  <a:pt x="628650" y="1647825"/>
                </a:lnTo>
                <a:lnTo>
                  <a:pt x="600075" y="1647825"/>
                </a:lnTo>
                <a:close/>
                <a:moveTo>
                  <a:pt x="1409700" y="1638300"/>
                </a:moveTo>
                <a:lnTo>
                  <a:pt x="1419225" y="1638300"/>
                </a:lnTo>
                <a:lnTo>
                  <a:pt x="1419225" y="1647825"/>
                </a:lnTo>
                <a:lnTo>
                  <a:pt x="1409700" y="1647825"/>
                </a:lnTo>
                <a:close/>
              </a:path>
            </a:pathLst>
          </a:custGeom>
          <a:solidFill xmlns:a="http://schemas.openxmlformats.org/drawingml/2006/main">
            <a:srgbClr val="F1EEDF"/>
          </a:solidFill>
          <a:ln xmlns:a="http://schemas.openxmlformats.org/drawingml/2006/main" w="0">
            <a:noFill/>
          </a:ln>
        </p:spPr>
      </p:sp>
      <p:sp>
        <p:nvSpPr>
          <p:cNvPr id="120" name="appearance vector #efede1">
            <a:extLst xmlns:a="http://schemas.openxmlformats.org/drawingml/2006/main">
              <a:ext uri="{FF2B5EF4-FFF2-40B4-BE49-F238E27FC236}">
                <a16:creationId xmlns:a16="http://schemas.microsoft.com/office/drawing/2014/main" id="{AD72607C-1593-4982-A101-C09AD91B974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343400" y="5114925"/>
            <a:ext cx="1943100" cy="1666875"/>
          </a:xfrm>
          <a:custGeom xmlns:a="http://schemas.openxmlformats.org/drawingml/2006/main">
            <a:pathLst>
              <a:path w="1943100" h="1666875">
                <a:moveTo>
                  <a:pt x="238125" y="142875"/>
                </a:moveTo>
                <a:lnTo>
                  <a:pt x="247650" y="142875"/>
                </a:lnTo>
                <a:lnTo>
                  <a:pt x="247650" y="152400"/>
                </a:lnTo>
                <a:lnTo>
                  <a:pt x="266700" y="152400"/>
                </a:lnTo>
                <a:lnTo>
                  <a:pt x="266700" y="180975"/>
                </a:lnTo>
                <a:lnTo>
                  <a:pt x="219075" y="180975"/>
                </a:lnTo>
                <a:lnTo>
                  <a:pt x="219075" y="171450"/>
                </a:lnTo>
                <a:lnTo>
                  <a:pt x="209550" y="171450"/>
                </a:lnTo>
                <a:lnTo>
                  <a:pt x="209550" y="161925"/>
                </a:lnTo>
                <a:lnTo>
                  <a:pt x="219075" y="161925"/>
                </a:lnTo>
                <a:lnTo>
                  <a:pt x="219075" y="152400"/>
                </a:lnTo>
                <a:lnTo>
                  <a:pt x="238125" y="152400"/>
                </a:lnTo>
                <a:close/>
                <a:moveTo>
                  <a:pt x="276225" y="161925"/>
                </a:moveTo>
                <a:lnTo>
                  <a:pt x="295275" y="161925"/>
                </a:lnTo>
                <a:lnTo>
                  <a:pt x="295275" y="171450"/>
                </a:lnTo>
                <a:lnTo>
                  <a:pt x="276225" y="171450"/>
                </a:lnTo>
                <a:close/>
                <a:moveTo>
                  <a:pt x="295275" y="171450"/>
                </a:moveTo>
                <a:lnTo>
                  <a:pt x="304800" y="171450"/>
                </a:lnTo>
                <a:lnTo>
                  <a:pt x="304800" y="180975"/>
                </a:lnTo>
                <a:lnTo>
                  <a:pt x="295275" y="180975"/>
                </a:lnTo>
                <a:close/>
                <a:moveTo>
                  <a:pt x="400050" y="171450"/>
                </a:moveTo>
                <a:lnTo>
                  <a:pt x="409575" y="171450"/>
                </a:lnTo>
                <a:lnTo>
                  <a:pt x="409575" y="180975"/>
                </a:lnTo>
                <a:lnTo>
                  <a:pt x="400050" y="180975"/>
                </a:lnTo>
                <a:close/>
                <a:moveTo>
                  <a:pt x="200025" y="180975"/>
                </a:moveTo>
                <a:lnTo>
                  <a:pt x="219075" y="180975"/>
                </a:lnTo>
                <a:lnTo>
                  <a:pt x="219075" y="190500"/>
                </a:lnTo>
                <a:lnTo>
                  <a:pt x="200025" y="190500"/>
                </a:lnTo>
                <a:close/>
                <a:moveTo>
                  <a:pt x="28575" y="200025"/>
                </a:moveTo>
                <a:lnTo>
                  <a:pt x="38100" y="200025"/>
                </a:lnTo>
                <a:lnTo>
                  <a:pt x="38100" y="228600"/>
                </a:lnTo>
                <a:lnTo>
                  <a:pt x="47625" y="228600"/>
                </a:lnTo>
                <a:lnTo>
                  <a:pt x="47625" y="238125"/>
                </a:lnTo>
                <a:lnTo>
                  <a:pt x="57150" y="238125"/>
                </a:lnTo>
                <a:lnTo>
                  <a:pt x="57150" y="247650"/>
                </a:lnTo>
                <a:lnTo>
                  <a:pt x="47625" y="247650"/>
                </a:lnTo>
                <a:lnTo>
                  <a:pt x="47625" y="266700"/>
                </a:lnTo>
                <a:lnTo>
                  <a:pt x="38100" y="266700"/>
                </a:lnTo>
                <a:lnTo>
                  <a:pt x="38100" y="342900"/>
                </a:lnTo>
                <a:lnTo>
                  <a:pt x="28575" y="342900"/>
                </a:lnTo>
                <a:close/>
                <a:moveTo>
                  <a:pt x="123825" y="219075"/>
                </a:moveTo>
                <a:lnTo>
                  <a:pt x="133350" y="219075"/>
                </a:lnTo>
                <a:lnTo>
                  <a:pt x="133350" y="228600"/>
                </a:lnTo>
                <a:lnTo>
                  <a:pt x="123825" y="228600"/>
                </a:lnTo>
                <a:close/>
                <a:moveTo>
                  <a:pt x="257175" y="219075"/>
                </a:moveTo>
                <a:lnTo>
                  <a:pt x="285750" y="219075"/>
                </a:lnTo>
                <a:lnTo>
                  <a:pt x="285750" y="228600"/>
                </a:lnTo>
                <a:lnTo>
                  <a:pt x="257175" y="228600"/>
                </a:lnTo>
                <a:close/>
                <a:moveTo>
                  <a:pt x="333375" y="219075"/>
                </a:moveTo>
                <a:lnTo>
                  <a:pt x="361950" y="219075"/>
                </a:lnTo>
                <a:lnTo>
                  <a:pt x="361950" y="228600"/>
                </a:lnTo>
                <a:lnTo>
                  <a:pt x="400050" y="228600"/>
                </a:lnTo>
                <a:lnTo>
                  <a:pt x="400050" y="238125"/>
                </a:lnTo>
                <a:lnTo>
                  <a:pt x="381000" y="238125"/>
                </a:lnTo>
                <a:lnTo>
                  <a:pt x="381000" y="257175"/>
                </a:lnTo>
                <a:lnTo>
                  <a:pt x="371475" y="257175"/>
                </a:lnTo>
                <a:lnTo>
                  <a:pt x="371475" y="238125"/>
                </a:lnTo>
                <a:lnTo>
                  <a:pt x="361950" y="238125"/>
                </a:lnTo>
                <a:lnTo>
                  <a:pt x="361950" y="247650"/>
                </a:lnTo>
                <a:lnTo>
                  <a:pt x="352425" y="247650"/>
                </a:lnTo>
                <a:lnTo>
                  <a:pt x="352425" y="238125"/>
                </a:lnTo>
                <a:lnTo>
                  <a:pt x="342900" y="238125"/>
                </a:lnTo>
                <a:lnTo>
                  <a:pt x="342900" y="247650"/>
                </a:lnTo>
                <a:lnTo>
                  <a:pt x="333375" y="247650"/>
                </a:lnTo>
                <a:lnTo>
                  <a:pt x="333375" y="238125"/>
                </a:lnTo>
                <a:lnTo>
                  <a:pt x="314325" y="238125"/>
                </a:lnTo>
                <a:lnTo>
                  <a:pt x="314325" y="228600"/>
                </a:lnTo>
                <a:lnTo>
                  <a:pt x="333375" y="228600"/>
                </a:lnTo>
                <a:close/>
                <a:moveTo>
                  <a:pt x="447675" y="219075"/>
                </a:moveTo>
                <a:lnTo>
                  <a:pt x="457200" y="219075"/>
                </a:lnTo>
                <a:lnTo>
                  <a:pt x="457200" y="228600"/>
                </a:lnTo>
                <a:lnTo>
                  <a:pt x="447675" y="228600"/>
                </a:lnTo>
                <a:close/>
                <a:moveTo>
                  <a:pt x="419100" y="228600"/>
                </a:moveTo>
                <a:lnTo>
                  <a:pt x="447675" y="228600"/>
                </a:lnTo>
                <a:lnTo>
                  <a:pt x="447675" y="238125"/>
                </a:lnTo>
                <a:lnTo>
                  <a:pt x="419100" y="238125"/>
                </a:lnTo>
                <a:close/>
                <a:moveTo>
                  <a:pt x="457200" y="257175"/>
                </a:moveTo>
                <a:lnTo>
                  <a:pt x="466725" y="257175"/>
                </a:lnTo>
                <a:lnTo>
                  <a:pt x="466725" y="266700"/>
                </a:lnTo>
                <a:lnTo>
                  <a:pt x="485775" y="266700"/>
                </a:lnTo>
                <a:lnTo>
                  <a:pt x="485775" y="276225"/>
                </a:lnTo>
                <a:lnTo>
                  <a:pt x="495300" y="276225"/>
                </a:lnTo>
                <a:lnTo>
                  <a:pt x="495300" y="266700"/>
                </a:lnTo>
                <a:lnTo>
                  <a:pt x="523875" y="266700"/>
                </a:lnTo>
                <a:lnTo>
                  <a:pt x="523875" y="276225"/>
                </a:lnTo>
                <a:lnTo>
                  <a:pt x="495300" y="276225"/>
                </a:lnTo>
                <a:lnTo>
                  <a:pt x="495300" y="285750"/>
                </a:lnTo>
                <a:lnTo>
                  <a:pt x="476250" y="285750"/>
                </a:lnTo>
                <a:lnTo>
                  <a:pt x="476250" y="276225"/>
                </a:lnTo>
                <a:lnTo>
                  <a:pt x="457200" y="276225"/>
                </a:lnTo>
                <a:close/>
                <a:moveTo>
                  <a:pt x="561975" y="266700"/>
                </a:moveTo>
                <a:lnTo>
                  <a:pt x="571500" y="266700"/>
                </a:lnTo>
                <a:lnTo>
                  <a:pt x="571500" y="276225"/>
                </a:lnTo>
                <a:lnTo>
                  <a:pt x="590550" y="276225"/>
                </a:lnTo>
                <a:lnTo>
                  <a:pt x="590550" y="266700"/>
                </a:lnTo>
                <a:lnTo>
                  <a:pt x="609600" y="266700"/>
                </a:lnTo>
                <a:lnTo>
                  <a:pt x="609600" y="276225"/>
                </a:lnTo>
                <a:lnTo>
                  <a:pt x="638175" y="276225"/>
                </a:lnTo>
                <a:lnTo>
                  <a:pt x="638175" y="304800"/>
                </a:lnTo>
                <a:lnTo>
                  <a:pt x="552450" y="304800"/>
                </a:lnTo>
                <a:lnTo>
                  <a:pt x="552450" y="276225"/>
                </a:lnTo>
                <a:lnTo>
                  <a:pt x="561975" y="276225"/>
                </a:lnTo>
                <a:close/>
                <a:moveTo>
                  <a:pt x="723900" y="266700"/>
                </a:moveTo>
                <a:lnTo>
                  <a:pt x="742950" y="266700"/>
                </a:lnTo>
                <a:lnTo>
                  <a:pt x="742950" y="276225"/>
                </a:lnTo>
                <a:lnTo>
                  <a:pt x="723900" y="276225"/>
                </a:lnTo>
                <a:close/>
                <a:moveTo>
                  <a:pt x="1495425" y="266700"/>
                </a:moveTo>
                <a:lnTo>
                  <a:pt x="1514475" y="266700"/>
                </a:lnTo>
                <a:lnTo>
                  <a:pt x="1514475" y="276225"/>
                </a:lnTo>
                <a:lnTo>
                  <a:pt x="1495425" y="276225"/>
                </a:lnTo>
                <a:close/>
                <a:moveTo>
                  <a:pt x="180975" y="276225"/>
                </a:moveTo>
                <a:lnTo>
                  <a:pt x="190500" y="276225"/>
                </a:lnTo>
                <a:lnTo>
                  <a:pt x="190500" y="304800"/>
                </a:lnTo>
                <a:lnTo>
                  <a:pt x="180975" y="304800"/>
                </a:lnTo>
                <a:close/>
                <a:moveTo>
                  <a:pt x="323850" y="276225"/>
                </a:moveTo>
                <a:lnTo>
                  <a:pt x="333375" y="276225"/>
                </a:lnTo>
                <a:lnTo>
                  <a:pt x="333375" y="304800"/>
                </a:lnTo>
                <a:lnTo>
                  <a:pt x="323850" y="304800"/>
                </a:lnTo>
                <a:close/>
                <a:moveTo>
                  <a:pt x="361950" y="276225"/>
                </a:moveTo>
                <a:lnTo>
                  <a:pt x="409575" y="276225"/>
                </a:lnTo>
                <a:lnTo>
                  <a:pt x="409575" y="285750"/>
                </a:lnTo>
                <a:lnTo>
                  <a:pt x="400050" y="285750"/>
                </a:lnTo>
                <a:lnTo>
                  <a:pt x="400050" y="304800"/>
                </a:lnTo>
                <a:lnTo>
                  <a:pt x="361950" y="304800"/>
                </a:lnTo>
                <a:close/>
                <a:moveTo>
                  <a:pt x="695325" y="276225"/>
                </a:moveTo>
                <a:lnTo>
                  <a:pt x="714375" y="276225"/>
                </a:lnTo>
                <a:lnTo>
                  <a:pt x="714375" y="314325"/>
                </a:lnTo>
                <a:lnTo>
                  <a:pt x="704850" y="314325"/>
                </a:lnTo>
                <a:lnTo>
                  <a:pt x="704850" y="304800"/>
                </a:lnTo>
                <a:lnTo>
                  <a:pt x="695325" y="304800"/>
                </a:lnTo>
                <a:close/>
                <a:moveTo>
                  <a:pt x="962025" y="276225"/>
                </a:moveTo>
                <a:lnTo>
                  <a:pt x="971550" y="276225"/>
                </a:lnTo>
                <a:lnTo>
                  <a:pt x="971550" y="295275"/>
                </a:lnTo>
                <a:lnTo>
                  <a:pt x="962025" y="295275"/>
                </a:lnTo>
                <a:close/>
                <a:moveTo>
                  <a:pt x="1019175" y="276225"/>
                </a:moveTo>
                <a:lnTo>
                  <a:pt x="1028700" y="276225"/>
                </a:lnTo>
                <a:lnTo>
                  <a:pt x="1028700" y="295275"/>
                </a:lnTo>
                <a:lnTo>
                  <a:pt x="1019175" y="295275"/>
                </a:lnTo>
                <a:close/>
                <a:moveTo>
                  <a:pt x="142875" y="285750"/>
                </a:moveTo>
                <a:lnTo>
                  <a:pt x="152400" y="285750"/>
                </a:lnTo>
                <a:lnTo>
                  <a:pt x="152400" y="295275"/>
                </a:lnTo>
                <a:lnTo>
                  <a:pt x="142875" y="295275"/>
                </a:lnTo>
                <a:close/>
                <a:moveTo>
                  <a:pt x="647700" y="285750"/>
                </a:moveTo>
                <a:lnTo>
                  <a:pt x="676275" y="285750"/>
                </a:lnTo>
                <a:lnTo>
                  <a:pt x="676275" y="304800"/>
                </a:lnTo>
                <a:lnTo>
                  <a:pt x="647700" y="304800"/>
                </a:lnTo>
                <a:close/>
                <a:moveTo>
                  <a:pt x="133350" y="295275"/>
                </a:moveTo>
                <a:lnTo>
                  <a:pt x="142875" y="295275"/>
                </a:lnTo>
                <a:lnTo>
                  <a:pt x="142875" y="304800"/>
                </a:lnTo>
                <a:lnTo>
                  <a:pt x="133350" y="304800"/>
                </a:lnTo>
                <a:close/>
                <a:moveTo>
                  <a:pt x="1885950" y="295275"/>
                </a:moveTo>
                <a:lnTo>
                  <a:pt x="1895475" y="295275"/>
                </a:lnTo>
                <a:lnTo>
                  <a:pt x="1895475" y="304800"/>
                </a:lnTo>
                <a:lnTo>
                  <a:pt x="1885950" y="304800"/>
                </a:lnTo>
                <a:close/>
                <a:moveTo>
                  <a:pt x="123825" y="304800"/>
                </a:moveTo>
                <a:lnTo>
                  <a:pt x="133350" y="304800"/>
                </a:lnTo>
                <a:lnTo>
                  <a:pt x="133350" y="314325"/>
                </a:lnTo>
                <a:lnTo>
                  <a:pt x="152400" y="314325"/>
                </a:lnTo>
                <a:lnTo>
                  <a:pt x="152400" y="304800"/>
                </a:lnTo>
                <a:lnTo>
                  <a:pt x="161925" y="304800"/>
                </a:lnTo>
                <a:lnTo>
                  <a:pt x="161925" y="314325"/>
                </a:lnTo>
                <a:lnTo>
                  <a:pt x="152400" y="314325"/>
                </a:lnTo>
                <a:lnTo>
                  <a:pt x="152400" y="323850"/>
                </a:lnTo>
                <a:lnTo>
                  <a:pt x="133350" y="323850"/>
                </a:lnTo>
                <a:lnTo>
                  <a:pt x="133350" y="371475"/>
                </a:lnTo>
                <a:lnTo>
                  <a:pt x="114300" y="371475"/>
                </a:lnTo>
                <a:lnTo>
                  <a:pt x="114300" y="333375"/>
                </a:lnTo>
                <a:lnTo>
                  <a:pt x="123825" y="333375"/>
                </a:lnTo>
                <a:close/>
                <a:moveTo>
                  <a:pt x="714375" y="314325"/>
                </a:moveTo>
                <a:lnTo>
                  <a:pt x="723900" y="314325"/>
                </a:lnTo>
                <a:lnTo>
                  <a:pt x="723900" y="323850"/>
                </a:lnTo>
                <a:lnTo>
                  <a:pt x="714375" y="323850"/>
                </a:lnTo>
                <a:close/>
                <a:moveTo>
                  <a:pt x="1457325" y="361950"/>
                </a:moveTo>
                <a:lnTo>
                  <a:pt x="1504950" y="361950"/>
                </a:lnTo>
                <a:lnTo>
                  <a:pt x="1504950" y="371475"/>
                </a:lnTo>
                <a:lnTo>
                  <a:pt x="1514475" y="371475"/>
                </a:lnTo>
                <a:lnTo>
                  <a:pt x="1514475" y="419100"/>
                </a:lnTo>
                <a:lnTo>
                  <a:pt x="1495425" y="419100"/>
                </a:lnTo>
                <a:lnTo>
                  <a:pt x="1495425" y="371475"/>
                </a:lnTo>
                <a:lnTo>
                  <a:pt x="1457325" y="371475"/>
                </a:lnTo>
                <a:close/>
                <a:moveTo>
                  <a:pt x="1447800" y="371475"/>
                </a:moveTo>
                <a:lnTo>
                  <a:pt x="1457325" y="371475"/>
                </a:lnTo>
                <a:lnTo>
                  <a:pt x="1457325" y="381000"/>
                </a:lnTo>
                <a:lnTo>
                  <a:pt x="1447800" y="381000"/>
                </a:lnTo>
                <a:close/>
                <a:moveTo>
                  <a:pt x="114300" y="381000"/>
                </a:moveTo>
                <a:lnTo>
                  <a:pt x="133350" y="381000"/>
                </a:lnTo>
                <a:lnTo>
                  <a:pt x="133350" y="390525"/>
                </a:lnTo>
                <a:lnTo>
                  <a:pt x="114300" y="390525"/>
                </a:lnTo>
                <a:close/>
                <a:moveTo>
                  <a:pt x="1628775" y="381000"/>
                </a:moveTo>
                <a:lnTo>
                  <a:pt x="1647825" y="381000"/>
                </a:lnTo>
                <a:lnTo>
                  <a:pt x="1647825" y="390525"/>
                </a:lnTo>
                <a:lnTo>
                  <a:pt x="1628775" y="390525"/>
                </a:lnTo>
                <a:close/>
                <a:moveTo>
                  <a:pt x="114300" y="400050"/>
                </a:moveTo>
                <a:lnTo>
                  <a:pt x="133350" y="400050"/>
                </a:lnTo>
                <a:lnTo>
                  <a:pt x="133350" y="466725"/>
                </a:lnTo>
                <a:lnTo>
                  <a:pt x="152400" y="466725"/>
                </a:lnTo>
                <a:lnTo>
                  <a:pt x="152400" y="485775"/>
                </a:lnTo>
                <a:lnTo>
                  <a:pt x="142875" y="485775"/>
                </a:lnTo>
                <a:lnTo>
                  <a:pt x="142875" y="495300"/>
                </a:lnTo>
                <a:lnTo>
                  <a:pt x="133350" y="495300"/>
                </a:lnTo>
                <a:lnTo>
                  <a:pt x="133350" y="504825"/>
                </a:lnTo>
                <a:lnTo>
                  <a:pt x="123825" y="504825"/>
                </a:lnTo>
                <a:lnTo>
                  <a:pt x="123825" y="485775"/>
                </a:lnTo>
                <a:lnTo>
                  <a:pt x="114300" y="485775"/>
                </a:lnTo>
                <a:close/>
                <a:moveTo>
                  <a:pt x="1162050" y="400050"/>
                </a:moveTo>
                <a:lnTo>
                  <a:pt x="1171575" y="400050"/>
                </a:lnTo>
                <a:lnTo>
                  <a:pt x="1171575" y="409575"/>
                </a:lnTo>
                <a:lnTo>
                  <a:pt x="1162050" y="409575"/>
                </a:lnTo>
                <a:close/>
                <a:moveTo>
                  <a:pt x="895350" y="409575"/>
                </a:moveTo>
                <a:lnTo>
                  <a:pt x="904875" y="409575"/>
                </a:lnTo>
                <a:lnTo>
                  <a:pt x="904875" y="428625"/>
                </a:lnTo>
                <a:lnTo>
                  <a:pt x="895350" y="428625"/>
                </a:lnTo>
                <a:close/>
                <a:moveTo>
                  <a:pt x="1162050" y="419100"/>
                </a:moveTo>
                <a:lnTo>
                  <a:pt x="1171575" y="419100"/>
                </a:lnTo>
                <a:lnTo>
                  <a:pt x="1171575" y="428625"/>
                </a:lnTo>
                <a:lnTo>
                  <a:pt x="1162050" y="428625"/>
                </a:lnTo>
                <a:close/>
                <a:moveTo>
                  <a:pt x="1543050" y="419100"/>
                </a:moveTo>
                <a:lnTo>
                  <a:pt x="1552575" y="419100"/>
                </a:lnTo>
                <a:lnTo>
                  <a:pt x="1552575" y="428625"/>
                </a:lnTo>
                <a:lnTo>
                  <a:pt x="1543050" y="428625"/>
                </a:lnTo>
                <a:close/>
                <a:moveTo>
                  <a:pt x="1028700" y="428625"/>
                </a:moveTo>
                <a:lnTo>
                  <a:pt x="1047750" y="428625"/>
                </a:lnTo>
                <a:lnTo>
                  <a:pt x="1047750" y="438150"/>
                </a:lnTo>
                <a:lnTo>
                  <a:pt x="1028700" y="438150"/>
                </a:lnTo>
                <a:close/>
                <a:moveTo>
                  <a:pt x="1143000" y="428625"/>
                </a:moveTo>
                <a:lnTo>
                  <a:pt x="1162050" y="428625"/>
                </a:lnTo>
                <a:lnTo>
                  <a:pt x="1162050" y="438150"/>
                </a:lnTo>
                <a:lnTo>
                  <a:pt x="1143000" y="438150"/>
                </a:lnTo>
                <a:close/>
                <a:moveTo>
                  <a:pt x="1552575" y="428625"/>
                </a:moveTo>
                <a:lnTo>
                  <a:pt x="1571625" y="428625"/>
                </a:lnTo>
                <a:lnTo>
                  <a:pt x="1571625" y="438150"/>
                </a:lnTo>
                <a:lnTo>
                  <a:pt x="1552575" y="438150"/>
                </a:lnTo>
                <a:close/>
                <a:moveTo>
                  <a:pt x="1609725" y="428625"/>
                </a:moveTo>
                <a:lnTo>
                  <a:pt x="1638300" y="428625"/>
                </a:lnTo>
                <a:lnTo>
                  <a:pt x="1638300" y="438150"/>
                </a:lnTo>
                <a:lnTo>
                  <a:pt x="1609725" y="438150"/>
                </a:lnTo>
                <a:close/>
                <a:moveTo>
                  <a:pt x="1733550" y="428625"/>
                </a:moveTo>
                <a:lnTo>
                  <a:pt x="1752600" y="428625"/>
                </a:lnTo>
                <a:lnTo>
                  <a:pt x="1752600" y="438150"/>
                </a:lnTo>
                <a:lnTo>
                  <a:pt x="1733550" y="438150"/>
                </a:lnTo>
                <a:close/>
                <a:moveTo>
                  <a:pt x="1447800" y="438150"/>
                </a:moveTo>
                <a:lnTo>
                  <a:pt x="1457325" y="438150"/>
                </a:lnTo>
                <a:lnTo>
                  <a:pt x="1457325" y="447675"/>
                </a:lnTo>
                <a:lnTo>
                  <a:pt x="1447800" y="447675"/>
                </a:lnTo>
                <a:close/>
                <a:moveTo>
                  <a:pt x="1457325" y="447675"/>
                </a:moveTo>
                <a:lnTo>
                  <a:pt x="1466850" y="447675"/>
                </a:lnTo>
                <a:lnTo>
                  <a:pt x="1466850" y="457200"/>
                </a:lnTo>
                <a:lnTo>
                  <a:pt x="1457325" y="457200"/>
                </a:lnTo>
                <a:close/>
                <a:moveTo>
                  <a:pt x="1895475" y="476250"/>
                </a:moveTo>
                <a:lnTo>
                  <a:pt x="1905000" y="476250"/>
                </a:lnTo>
                <a:lnTo>
                  <a:pt x="1905000" y="495300"/>
                </a:lnTo>
                <a:lnTo>
                  <a:pt x="1895475" y="495300"/>
                </a:lnTo>
                <a:close/>
                <a:moveTo>
                  <a:pt x="142875" y="495300"/>
                </a:moveTo>
                <a:lnTo>
                  <a:pt x="152400" y="495300"/>
                </a:lnTo>
                <a:lnTo>
                  <a:pt x="152400" y="504825"/>
                </a:lnTo>
                <a:lnTo>
                  <a:pt x="142875" y="504825"/>
                </a:lnTo>
                <a:close/>
                <a:moveTo>
                  <a:pt x="342900" y="504825"/>
                </a:moveTo>
                <a:lnTo>
                  <a:pt x="438150" y="504825"/>
                </a:lnTo>
                <a:lnTo>
                  <a:pt x="438150" y="533400"/>
                </a:lnTo>
                <a:lnTo>
                  <a:pt x="342900" y="533400"/>
                </a:lnTo>
                <a:close/>
                <a:moveTo>
                  <a:pt x="552450" y="504825"/>
                </a:moveTo>
                <a:lnTo>
                  <a:pt x="685800" y="504825"/>
                </a:lnTo>
                <a:lnTo>
                  <a:pt x="685800" y="533400"/>
                </a:lnTo>
                <a:lnTo>
                  <a:pt x="552450" y="533400"/>
                </a:lnTo>
                <a:close/>
                <a:moveTo>
                  <a:pt x="695325" y="504825"/>
                </a:moveTo>
                <a:lnTo>
                  <a:pt x="704850" y="504825"/>
                </a:lnTo>
                <a:lnTo>
                  <a:pt x="704850" y="514350"/>
                </a:lnTo>
                <a:lnTo>
                  <a:pt x="695325" y="514350"/>
                </a:lnTo>
                <a:close/>
                <a:moveTo>
                  <a:pt x="1876425" y="514350"/>
                </a:moveTo>
                <a:lnTo>
                  <a:pt x="1885950" y="514350"/>
                </a:lnTo>
                <a:lnTo>
                  <a:pt x="1885950" y="523875"/>
                </a:lnTo>
                <a:lnTo>
                  <a:pt x="1876425" y="523875"/>
                </a:lnTo>
                <a:close/>
                <a:moveTo>
                  <a:pt x="1866900" y="523875"/>
                </a:moveTo>
                <a:lnTo>
                  <a:pt x="1876425" y="523875"/>
                </a:lnTo>
                <a:lnTo>
                  <a:pt x="1876425" y="533400"/>
                </a:lnTo>
                <a:lnTo>
                  <a:pt x="1866900" y="533400"/>
                </a:lnTo>
                <a:close/>
                <a:moveTo>
                  <a:pt x="28575" y="533400"/>
                </a:moveTo>
                <a:lnTo>
                  <a:pt x="38100" y="533400"/>
                </a:lnTo>
                <a:lnTo>
                  <a:pt x="38100" y="609600"/>
                </a:lnTo>
                <a:lnTo>
                  <a:pt x="28575" y="609600"/>
                </a:lnTo>
                <a:close/>
                <a:moveTo>
                  <a:pt x="142875" y="733425"/>
                </a:moveTo>
                <a:lnTo>
                  <a:pt x="152400" y="733425"/>
                </a:lnTo>
                <a:lnTo>
                  <a:pt x="152400" y="742950"/>
                </a:lnTo>
                <a:lnTo>
                  <a:pt x="142875" y="742950"/>
                </a:lnTo>
                <a:close/>
                <a:moveTo>
                  <a:pt x="133350" y="742950"/>
                </a:moveTo>
                <a:lnTo>
                  <a:pt x="142875" y="742950"/>
                </a:lnTo>
                <a:lnTo>
                  <a:pt x="142875" y="752475"/>
                </a:lnTo>
                <a:lnTo>
                  <a:pt x="133350" y="752475"/>
                </a:lnTo>
                <a:close/>
                <a:moveTo>
                  <a:pt x="123825" y="762000"/>
                </a:moveTo>
                <a:lnTo>
                  <a:pt x="133350" y="762000"/>
                </a:lnTo>
                <a:lnTo>
                  <a:pt x="133350" y="771525"/>
                </a:lnTo>
                <a:lnTo>
                  <a:pt x="123825" y="771525"/>
                </a:lnTo>
                <a:close/>
                <a:moveTo>
                  <a:pt x="466725" y="762000"/>
                </a:moveTo>
                <a:lnTo>
                  <a:pt x="495300" y="762000"/>
                </a:lnTo>
                <a:lnTo>
                  <a:pt x="495300" y="771525"/>
                </a:lnTo>
                <a:lnTo>
                  <a:pt x="466725" y="771525"/>
                </a:lnTo>
                <a:close/>
                <a:moveTo>
                  <a:pt x="523875" y="762000"/>
                </a:moveTo>
                <a:lnTo>
                  <a:pt x="533400" y="762000"/>
                </a:lnTo>
                <a:lnTo>
                  <a:pt x="533400" y="771525"/>
                </a:lnTo>
                <a:lnTo>
                  <a:pt x="523875" y="771525"/>
                </a:lnTo>
                <a:close/>
                <a:moveTo>
                  <a:pt x="333375" y="790575"/>
                </a:moveTo>
                <a:lnTo>
                  <a:pt x="342900" y="790575"/>
                </a:lnTo>
                <a:lnTo>
                  <a:pt x="342900" y="914400"/>
                </a:lnTo>
                <a:lnTo>
                  <a:pt x="333375" y="914400"/>
                </a:lnTo>
                <a:close/>
                <a:moveTo>
                  <a:pt x="1828800" y="800100"/>
                </a:moveTo>
                <a:lnTo>
                  <a:pt x="1838325" y="800100"/>
                </a:lnTo>
                <a:lnTo>
                  <a:pt x="1838325" y="809625"/>
                </a:lnTo>
                <a:lnTo>
                  <a:pt x="1828800" y="809625"/>
                </a:lnTo>
                <a:close/>
                <a:moveTo>
                  <a:pt x="428625" y="819150"/>
                </a:moveTo>
                <a:lnTo>
                  <a:pt x="447675" y="819150"/>
                </a:lnTo>
                <a:lnTo>
                  <a:pt x="447675" y="828675"/>
                </a:lnTo>
                <a:lnTo>
                  <a:pt x="428625" y="828675"/>
                </a:lnTo>
                <a:close/>
                <a:moveTo>
                  <a:pt x="485775" y="819150"/>
                </a:moveTo>
                <a:lnTo>
                  <a:pt x="495300" y="819150"/>
                </a:lnTo>
                <a:lnTo>
                  <a:pt x="495300" y="828675"/>
                </a:lnTo>
                <a:lnTo>
                  <a:pt x="485775" y="828675"/>
                </a:lnTo>
                <a:close/>
                <a:moveTo>
                  <a:pt x="1828800" y="819150"/>
                </a:moveTo>
                <a:lnTo>
                  <a:pt x="1838325" y="819150"/>
                </a:lnTo>
                <a:lnTo>
                  <a:pt x="1838325" y="828675"/>
                </a:lnTo>
                <a:lnTo>
                  <a:pt x="1828800" y="828675"/>
                </a:lnTo>
                <a:close/>
                <a:moveTo>
                  <a:pt x="1838325" y="828675"/>
                </a:moveTo>
                <a:lnTo>
                  <a:pt x="1847850" y="828675"/>
                </a:lnTo>
                <a:lnTo>
                  <a:pt x="1847850" y="847725"/>
                </a:lnTo>
                <a:lnTo>
                  <a:pt x="1838325" y="847725"/>
                </a:lnTo>
                <a:close/>
                <a:moveTo>
                  <a:pt x="1866900" y="838200"/>
                </a:moveTo>
                <a:lnTo>
                  <a:pt x="1876425" y="838200"/>
                </a:lnTo>
                <a:lnTo>
                  <a:pt x="1876425" y="847725"/>
                </a:lnTo>
                <a:lnTo>
                  <a:pt x="1866900" y="847725"/>
                </a:lnTo>
                <a:close/>
                <a:moveTo>
                  <a:pt x="581025" y="866775"/>
                </a:moveTo>
                <a:lnTo>
                  <a:pt x="590550" y="866775"/>
                </a:lnTo>
                <a:lnTo>
                  <a:pt x="590550" y="885825"/>
                </a:lnTo>
                <a:lnTo>
                  <a:pt x="581025" y="885825"/>
                </a:lnTo>
                <a:close/>
                <a:moveTo>
                  <a:pt x="742950" y="866775"/>
                </a:moveTo>
                <a:lnTo>
                  <a:pt x="752475" y="866775"/>
                </a:lnTo>
                <a:lnTo>
                  <a:pt x="752475" y="885825"/>
                </a:lnTo>
                <a:lnTo>
                  <a:pt x="742950" y="885825"/>
                </a:lnTo>
                <a:lnTo>
                  <a:pt x="742950" y="895350"/>
                </a:lnTo>
                <a:lnTo>
                  <a:pt x="733425" y="895350"/>
                </a:lnTo>
                <a:lnTo>
                  <a:pt x="733425" y="876300"/>
                </a:lnTo>
                <a:lnTo>
                  <a:pt x="742950" y="876300"/>
                </a:lnTo>
                <a:close/>
                <a:moveTo>
                  <a:pt x="781050" y="866775"/>
                </a:moveTo>
                <a:lnTo>
                  <a:pt x="800100" y="866775"/>
                </a:lnTo>
                <a:lnTo>
                  <a:pt x="800100" y="885825"/>
                </a:lnTo>
                <a:lnTo>
                  <a:pt x="781050" y="885825"/>
                </a:lnTo>
                <a:close/>
                <a:moveTo>
                  <a:pt x="1819275" y="866775"/>
                </a:moveTo>
                <a:lnTo>
                  <a:pt x="1828800" y="866775"/>
                </a:lnTo>
                <a:lnTo>
                  <a:pt x="1828800" y="876300"/>
                </a:lnTo>
                <a:lnTo>
                  <a:pt x="1819275" y="876300"/>
                </a:lnTo>
                <a:close/>
                <a:moveTo>
                  <a:pt x="1828800" y="876300"/>
                </a:moveTo>
                <a:lnTo>
                  <a:pt x="1838325" y="876300"/>
                </a:lnTo>
                <a:lnTo>
                  <a:pt x="1838325" y="885825"/>
                </a:lnTo>
                <a:lnTo>
                  <a:pt x="1828800" y="885825"/>
                </a:lnTo>
                <a:close/>
                <a:moveTo>
                  <a:pt x="438150" y="885825"/>
                </a:moveTo>
                <a:lnTo>
                  <a:pt x="447675" y="885825"/>
                </a:lnTo>
                <a:lnTo>
                  <a:pt x="447675" y="895350"/>
                </a:lnTo>
                <a:lnTo>
                  <a:pt x="438150" y="895350"/>
                </a:lnTo>
                <a:close/>
                <a:moveTo>
                  <a:pt x="590550" y="885825"/>
                </a:moveTo>
                <a:lnTo>
                  <a:pt x="609600" y="885825"/>
                </a:lnTo>
                <a:lnTo>
                  <a:pt x="609600" y="895350"/>
                </a:lnTo>
                <a:lnTo>
                  <a:pt x="590550" y="895350"/>
                </a:lnTo>
                <a:close/>
                <a:moveTo>
                  <a:pt x="695325" y="885825"/>
                </a:moveTo>
                <a:lnTo>
                  <a:pt x="723900" y="885825"/>
                </a:lnTo>
                <a:lnTo>
                  <a:pt x="723900" y="895350"/>
                </a:lnTo>
                <a:lnTo>
                  <a:pt x="695325" y="895350"/>
                </a:lnTo>
                <a:close/>
                <a:moveTo>
                  <a:pt x="800100" y="885825"/>
                </a:moveTo>
                <a:lnTo>
                  <a:pt x="809625" y="885825"/>
                </a:lnTo>
                <a:lnTo>
                  <a:pt x="809625" y="895350"/>
                </a:lnTo>
                <a:lnTo>
                  <a:pt x="800100" y="895350"/>
                </a:lnTo>
                <a:close/>
                <a:moveTo>
                  <a:pt x="819150" y="885825"/>
                </a:moveTo>
                <a:lnTo>
                  <a:pt x="838200" y="885825"/>
                </a:lnTo>
                <a:lnTo>
                  <a:pt x="838200" y="904875"/>
                </a:lnTo>
                <a:lnTo>
                  <a:pt x="819150" y="904875"/>
                </a:lnTo>
                <a:close/>
                <a:moveTo>
                  <a:pt x="866775" y="885825"/>
                </a:moveTo>
                <a:lnTo>
                  <a:pt x="876300" y="885825"/>
                </a:lnTo>
                <a:lnTo>
                  <a:pt x="876300" y="895350"/>
                </a:lnTo>
                <a:lnTo>
                  <a:pt x="866775" y="895350"/>
                </a:lnTo>
                <a:close/>
                <a:moveTo>
                  <a:pt x="885825" y="885825"/>
                </a:moveTo>
                <a:lnTo>
                  <a:pt x="895350" y="885825"/>
                </a:lnTo>
                <a:lnTo>
                  <a:pt x="895350" y="895350"/>
                </a:lnTo>
                <a:lnTo>
                  <a:pt x="885825" y="895350"/>
                </a:lnTo>
                <a:close/>
                <a:moveTo>
                  <a:pt x="1323975" y="885825"/>
                </a:moveTo>
                <a:lnTo>
                  <a:pt x="1343025" y="885825"/>
                </a:lnTo>
                <a:lnTo>
                  <a:pt x="1343025" y="895350"/>
                </a:lnTo>
                <a:lnTo>
                  <a:pt x="1323975" y="895350"/>
                </a:lnTo>
                <a:close/>
                <a:moveTo>
                  <a:pt x="266700" y="895350"/>
                </a:moveTo>
                <a:lnTo>
                  <a:pt x="295275" y="895350"/>
                </a:lnTo>
                <a:lnTo>
                  <a:pt x="295275" y="914400"/>
                </a:lnTo>
                <a:lnTo>
                  <a:pt x="285750" y="914400"/>
                </a:lnTo>
                <a:lnTo>
                  <a:pt x="285750" y="904875"/>
                </a:lnTo>
                <a:lnTo>
                  <a:pt x="266700" y="904875"/>
                </a:lnTo>
                <a:close/>
                <a:moveTo>
                  <a:pt x="514350" y="895350"/>
                </a:moveTo>
                <a:lnTo>
                  <a:pt x="533400" y="895350"/>
                </a:lnTo>
                <a:lnTo>
                  <a:pt x="533400" y="904875"/>
                </a:lnTo>
                <a:lnTo>
                  <a:pt x="514350" y="904875"/>
                </a:lnTo>
                <a:close/>
                <a:moveTo>
                  <a:pt x="647700" y="895350"/>
                </a:moveTo>
                <a:lnTo>
                  <a:pt x="676275" y="895350"/>
                </a:lnTo>
                <a:lnTo>
                  <a:pt x="676275" y="904875"/>
                </a:lnTo>
                <a:lnTo>
                  <a:pt x="666750" y="904875"/>
                </a:lnTo>
                <a:lnTo>
                  <a:pt x="666750" y="914400"/>
                </a:lnTo>
                <a:lnTo>
                  <a:pt x="657225" y="914400"/>
                </a:lnTo>
                <a:lnTo>
                  <a:pt x="657225" y="904875"/>
                </a:lnTo>
                <a:lnTo>
                  <a:pt x="647700" y="904875"/>
                </a:lnTo>
                <a:close/>
                <a:moveTo>
                  <a:pt x="904875" y="895350"/>
                </a:moveTo>
                <a:lnTo>
                  <a:pt x="923925" y="895350"/>
                </a:lnTo>
                <a:lnTo>
                  <a:pt x="923925" y="904875"/>
                </a:lnTo>
                <a:lnTo>
                  <a:pt x="904875" y="904875"/>
                </a:lnTo>
                <a:close/>
                <a:moveTo>
                  <a:pt x="952500" y="895350"/>
                </a:moveTo>
                <a:lnTo>
                  <a:pt x="962025" y="895350"/>
                </a:lnTo>
                <a:lnTo>
                  <a:pt x="962025" y="904875"/>
                </a:lnTo>
                <a:lnTo>
                  <a:pt x="952500" y="904875"/>
                </a:lnTo>
                <a:close/>
                <a:moveTo>
                  <a:pt x="990600" y="895350"/>
                </a:moveTo>
                <a:lnTo>
                  <a:pt x="1009650" y="895350"/>
                </a:lnTo>
                <a:lnTo>
                  <a:pt x="1009650" y="904875"/>
                </a:lnTo>
                <a:lnTo>
                  <a:pt x="990600" y="904875"/>
                </a:lnTo>
                <a:close/>
                <a:moveTo>
                  <a:pt x="123825" y="904875"/>
                </a:moveTo>
                <a:lnTo>
                  <a:pt x="133350" y="904875"/>
                </a:lnTo>
                <a:lnTo>
                  <a:pt x="133350" y="914400"/>
                </a:lnTo>
                <a:lnTo>
                  <a:pt x="123825" y="914400"/>
                </a:lnTo>
                <a:close/>
                <a:moveTo>
                  <a:pt x="438150" y="904875"/>
                </a:moveTo>
                <a:lnTo>
                  <a:pt x="447675" y="904875"/>
                </a:lnTo>
                <a:lnTo>
                  <a:pt x="447675" y="914400"/>
                </a:lnTo>
                <a:lnTo>
                  <a:pt x="438150" y="914400"/>
                </a:lnTo>
                <a:close/>
                <a:moveTo>
                  <a:pt x="962025" y="904875"/>
                </a:moveTo>
                <a:lnTo>
                  <a:pt x="981075" y="904875"/>
                </a:lnTo>
                <a:lnTo>
                  <a:pt x="981075" y="923925"/>
                </a:lnTo>
                <a:lnTo>
                  <a:pt x="971550" y="923925"/>
                </a:lnTo>
                <a:lnTo>
                  <a:pt x="971550" y="914400"/>
                </a:lnTo>
                <a:lnTo>
                  <a:pt x="962025" y="914400"/>
                </a:lnTo>
                <a:close/>
                <a:moveTo>
                  <a:pt x="209550" y="914400"/>
                </a:moveTo>
                <a:lnTo>
                  <a:pt x="219075" y="914400"/>
                </a:lnTo>
                <a:lnTo>
                  <a:pt x="219075" y="923925"/>
                </a:lnTo>
                <a:lnTo>
                  <a:pt x="209550" y="923925"/>
                </a:lnTo>
                <a:close/>
                <a:moveTo>
                  <a:pt x="133350" y="923925"/>
                </a:moveTo>
                <a:lnTo>
                  <a:pt x="142875" y="923925"/>
                </a:lnTo>
                <a:lnTo>
                  <a:pt x="142875" y="933450"/>
                </a:lnTo>
                <a:lnTo>
                  <a:pt x="133350" y="933450"/>
                </a:lnTo>
                <a:close/>
                <a:moveTo>
                  <a:pt x="657225" y="923925"/>
                </a:moveTo>
                <a:lnTo>
                  <a:pt x="666750" y="923925"/>
                </a:lnTo>
                <a:lnTo>
                  <a:pt x="666750" y="933450"/>
                </a:lnTo>
                <a:lnTo>
                  <a:pt x="657225" y="933450"/>
                </a:lnTo>
                <a:close/>
                <a:moveTo>
                  <a:pt x="142875" y="933450"/>
                </a:moveTo>
                <a:lnTo>
                  <a:pt x="152400" y="933450"/>
                </a:lnTo>
                <a:lnTo>
                  <a:pt x="152400" y="942975"/>
                </a:lnTo>
                <a:lnTo>
                  <a:pt x="142875" y="942975"/>
                </a:lnTo>
                <a:close/>
                <a:moveTo>
                  <a:pt x="714375" y="933450"/>
                </a:moveTo>
                <a:lnTo>
                  <a:pt x="733425" y="933450"/>
                </a:lnTo>
                <a:lnTo>
                  <a:pt x="733425" y="942975"/>
                </a:lnTo>
                <a:lnTo>
                  <a:pt x="723900" y="942975"/>
                </a:lnTo>
                <a:lnTo>
                  <a:pt x="723900" y="952500"/>
                </a:lnTo>
                <a:lnTo>
                  <a:pt x="704850" y="952500"/>
                </a:lnTo>
                <a:lnTo>
                  <a:pt x="704850" y="942975"/>
                </a:lnTo>
                <a:lnTo>
                  <a:pt x="714375" y="942975"/>
                </a:lnTo>
                <a:close/>
                <a:moveTo>
                  <a:pt x="1466850" y="933450"/>
                </a:moveTo>
                <a:lnTo>
                  <a:pt x="1476375" y="933450"/>
                </a:lnTo>
                <a:lnTo>
                  <a:pt x="1476375" y="942975"/>
                </a:lnTo>
                <a:lnTo>
                  <a:pt x="1466850" y="942975"/>
                </a:lnTo>
                <a:close/>
                <a:moveTo>
                  <a:pt x="209550" y="942975"/>
                </a:moveTo>
                <a:lnTo>
                  <a:pt x="228600" y="942975"/>
                </a:lnTo>
                <a:lnTo>
                  <a:pt x="228600" y="952500"/>
                </a:lnTo>
                <a:lnTo>
                  <a:pt x="209550" y="952500"/>
                </a:lnTo>
                <a:close/>
                <a:moveTo>
                  <a:pt x="1000125" y="942975"/>
                </a:moveTo>
                <a:lnTo>
                  <a:pt x="1009650" y="942975"/>
                </a:lnTo>
                <a:lnTo>
                  <a:pt x="1009650" y="952500"/>
                </a:lnTo>
                <a:lnTo>
                  <a:pt x="1000125" y="952500"/>
                </a:lnTo>
                <a:close/>
                <a:moveTo>
                  <a:pt x="1123950" y="942975"/>
                </a:moveTo>
                <a:lnTo>
                  <a:pt x="1133475" y="942975"/>
                </a:lnTo>
                <a:lnTo>
                  <a:pt x="1133475" y="952500"/>
                </a:lnTo>
                <a:lnTo>
                  <a:pt x="1123950" y="952500"/>
                </a:lnTo>
                <a:close/>
                <a:moveTo>
                  <a:pt x="228600" y="952500"/>
                </a:moveTo>
                <a:lnTo>
                  <a:pt x="247650" y="952500"/>
                </a:lnTo>
                <a:lnTo>
                  <a:pt x="247650" y="962025"/>
                </a:lnTo>
                <a:lnTo>
                  <a:pt x="228600" y="962025"/>
                </a:lnTo>
                <a:close/>
                <a:moveTo>
                  <a:pt x="28575" y="1171575"/>
                </a:moveTo>
                <a:lnTo>
                  <a:pt x="38100" y="1171575"/>
                </a:lnTo>
                <a:lnTo>
                  <a:pt x="38100" y="1181100"/>
                </a:lnTo>
                <a:lnTo>
                  <a:pt x="28575" y="1181100"/>
                </a:lnTo>
                <a:close/>
                <a:moveTo>
                  <a:pt x="314325" y="1181100"/>
                </a:moveTo>
                <a:lnTo>
                  <a:pt x="323850" y="1181100"/>
                </a:lnTo>
                <a:lnTo>
                  <a:pt x="323850" y="1190625"/>
                </a:lnTo>
                <a:lnTo>
                  <a:pt x="314325" y="1190625"/>
                </a:lnTo>
                <a:close/>
                <a:moveTo>
                  <a:pt x="676275" y="1181100"/>
                </a:moveTo>
                <a:lnTo>
                  <a:pt x="685800" y="1181100"/>
                </a:lnTo>
                <a:lnTo>
                  <a:pt x="685800" y="1209675"/>
                </a:lnTo>
                <a:lnTo>
                  <a:pt x="676275" y="1209675"/>
                </a:lnTo>
                <a:lnTo>
                  <a:pt x="676275" y="1200150"/>
                </a:lnTo>
                <a:lnTo>
                  <a:pt x="657225" y="1200150"/>
                </a:lnTo>
                <a:lnTo>
                  <a:pt x="657225" y="1190625"/>
                </a:lnTo>
                <a:lnTo>
                  <a:pt x="676275" y="1190625"/>
                </a:lnTo>
                <a:close/>
                <a:moveTo>
                  <a:pt x="323850" y="1190625"/>
                </a:moveTo>
                <a:lnTo>
                  <a:pt x="333375" y="1190625"/>
                </a:lnTo>
                <a:lnTo>
                  <a:pt x="333375" y="1200150"/>
                </a:lnTo>
                <a:lnTo>
                  <a:pt x="323850" y="1200150"/>
                </a:lnTo>
                <a:close/>
                <a:moveTo>
                  <a:pt x="123825" y="1200150"/>
                </a:moveTo>
                <a:lnTo>
                  <a:pt x="133350" y="1200150"/>
                </a:lnTo>
                <a:lnTo>
                  <a:pt x="133350" y="1219200"/>
                </a:lnTo>
                <a:lnTo>
                  <a:pt x="123825" y="1219200"/>
                </a:lnTo>
                <a:close/>
                <a:moveTo>
                  <a:pt x="333375" y="1200150"/>
                </a:moveTo>
                <a:lnTo>
                  <a:pt x="342900" y="1200150"/>
                </a:lnTo>
                <a:lnTo>
                  <a:pt x="342900" y="1295400"/>
                </a:lnTo>
                <a:lnTo>
                  <a:pt x="333375" y="1295400"/>
                </a:lnTo>
                <a:close/>
                <a:moveTo>
                  <a:pt x="571500" y="1200150"/>
                </a:moveTo>
                <a:lnTo>
                  <a:pt x="600075" y="1200150"/>
                </a:lnTo>
                <a:lnTo>
                  <a:pt x="600075" y="1209675"/>
                </a:lnTo>
                <a:lnTo>
                  <a:pt x="571500" y="1209675"/>
                </a:lnTo>
                <a:close/>
                <a:moveTo>
                  <a:pt x="714375" y="1200150"/>
                </a:moveTo>
                <a:lnTo>
                  <a:pt x="723900" y="1200150"/>
                </a:lnTo>
                <a:lnTo>
                  <a:pt x="723900" y="1209675"/>
                </a:lnTo>
                <a:lnTo>
                  <a:pt x="714375" y="1209675"/>
                </a:lnTo>
                <a:close/>
                <a:moveTo>
                  <a:pt x="533400" y="1209675"/>
                </a:moveTo>
                <a:lnTo>
                  <a:pt x="542925" y="1209675"/>
                </a:lnTo>
                <a:lnTo>
                  <a:pt x="542925" y="1219200"/>
                </a:lnTo>
                <a:lnTo>
                  <a:pt x="533400" y="1219200"/>
                </a:lnTo>
                <a:close/>
                <a:moveTo>
                  <a:pt x="561975" y="1209675"/>
                </a:moveTo>
                <a:lnTo>
                  <a:pt x="571500" y="1209675"/>
                </a:lnTo>
                <a:lnTo>
                  <a:pt x="571500" y="1219200"/>
                </a:lnTo>
                <a:lnTo>
                  <a:pt x="561975" y="1219200"/>
                </a:lnTo>
                <a:close/>
                <a:moveTo>
                  <a:pt x="609600" y="1209675"/>
                </a:moveTo>
                <a:lnTo>
                  <a:pt x="628650" y="1209675"/>
                </a:lnTo>
                <a:lnTo>
                  <a:pt x="628650" y="1219200"/>
                </a:lnTo>
                <a:lnTo>
                  <a:pt x="609600" y="1219200"/>
                </a:lnTo>
                <a:close/>
                <a:moveTo>
                  <a:pt x="28575" y="1219200"/>
                </a:moveTo>
                <a:lnTo>
                  <a:pt x="38100" y="1219200"/>
                </a:lnTo>
                <a:lnTo>
                  <a:pt x="38100" y="1228725"/>
                </a:lnTo>
                <a:lnTo>
                  <a:pt x="28575" y="1228725"/>
                </a:lnTo>
                <a:close/>
                <a:moveTo>
                  <a:pt x="28575" y="1238250"/>
                </a:moveTo>
                <a:lnTo>
                  <a:pt x="38100" y="1238250"/>
                </a:lnTo>
                <a:lnTo>
                  <a:pt x="38100" y="1247775"/>
                </a:lnTo>
                <a:lnTo>
                  <a:pt x="28575" y="1247775"/>
                </a:lnTo>
                <a:close/>
                <a:moveTo>
                  <a:pt x="447675" y="1238250"/>
                </a:moveTo>
                <a:lnTo>
                  <a:pt x="457200" y="1238250"/>
                </a:lnTo>
                <a:lnTo>
                  <a:pt x="457200" y="1247775"/>
                </a:lnTo>
                <a:lnTo>
                  <a:pt x="447675" y="1247775"/>
                </a:lnTo>
                <a:close/>
                <a:moveTo>
                  <a:pt x="1828800" y="1238250"/>
                </a:moveTo>
                <a:lnTo>
                  <a:pt x="1838325" y="1238250"/>
                </a:lnTo>
                <a:lnTo>
                  <a:pt x="1838325" y="1247775"/>
                </a:lnTo>
                <a:lnTo>
                  <a:pt x="1828800" y="1247775"/>
                </a:lnTo>
                <a:close/>
                <a:moveTo>
                  <a:pt x="1819275" y="1247775"/>
                </a:moveTo>
                <a:lnTo>
                  <a:pt x="1828800" y="1247775"/>
                </a:lnTo>
                <a:lnTo>
                  <a:pt x="1828800" y="1257300"/>
                </a:lnTo>
                <a:lnTo>
                  <a:pt x="1819275" y="1257300"/>
                </a:lnTo>
                <a:close/>
                <a:moveTo>
                  <a:pt x="285750" y="1257300"/>
                </a:moveTo>
                <a:lnTo>
                  <a:pt x="295275" y="1257300"/>
                </a:lnTo>
                <a:lnTo>
                  <a:pt x="295275" y="1266825"/>
                </a:lnTo>
                <a:lnTo>
                  <a:pt x="285750" y="1266825"/>
                </a:lnTo>
                <a:close/>
                <a:moveTo>
                  <a:pt x="742950" y="1257300"/>
                </a:moveTo>
                <a:lnTo>
                  <a:pt x="771525" y="1257300"/>
                </a:lnTo>
                <a:lnTo>
                  <a:pt x="771525" y="1266825"/>
                </a:lnTo>
                <a:lnTo>
                  <a:pt x="742950" y="1266825"/>
                </a:lnTo>
                <a:close/>
                <a:moveTo>
                  <a:pt x="781050" y="1257300"/>
                </a:moveTo>
                <a:lnTo>
                  <a:pt x="800100" y="1257300"/>
                </a:lnTo>
                <a:lnTo>
                  <a:pt x="800100" y="1266825"/>
                </a:lnTo>
                <a:lnTo>
                  <a:pt x="781050" y="1266825"/>
                </a:lnTo>
                <a:close/>
                <a:moveTo>
                  <a:pt x="819150" y="1257300"/>
                </a:moveTo>
                <a:lnTo>
                  <a:pt x="838200" y="1257300"/>
                </a:lnTo>
                <a:lnTo>
                  <a:pt x="838200" y="1266825"/>
                </a:lnTo>
                <a:lnTo>
                  <a:pt x="819150" y="1266825"/>
                </a:lnTo>
                <a:close/>
                <a:moveTo>
                  <a:pt x="638175" y="1266825"/>
                </a:moveTo>
                <a:lnTo>
                  <a:pt x="647700" y="1266825"/>
                </a:lnTo>
                <a:lnTo>
                  <a:pt x="647700" y="1276350"/>
                </a:lnTo>
                <a:lnTo>
                  <a:pt x="638175" y="1276350"/>
                </a:lnTo>
                <a:close/>
                <a:moveTo>
                  <a:pt x="704850" y="1266825"/>
                </a:moveTo>
                <a:lnTo>
                  <a:pt x="723900" y="1266825"/>
                </a:lnTo>
                <a:lnTo>
                  <a:pt x="723900" y="1276350"/>
                </a:lnTo>
                <a:lnTo>
                  <a:pt x="704850" y="1276350"/>
                </a:lnTo>
                <a:close/>
                <a:moveTo>
                  <a:pt x="838200" y="1276350"/>
                </a:moveTo>
                <a:lnTo>
                  <a:pt x="847725" y="1276350"/>
                </a:lnTo>
                <a:lnTo>
                  <a:pt x="847725" y="1285875"/>
                </a:lnTo>
                <a:lnTo>
                  <a:pt x="838200" y="1285875"/>
                </a:lnTo>
                <a:close/>
                <a:moveTo>
                  <a:pt x="1866900" y="1276350"/>
                </a:moveTo>
                <a:lnTo>
                  <a:pt x="1876425" y="1276350"/>
                </a:lnTo>
                <a:lnTo>
                  <a:pt x="1876425" y="1285875"/>
                </a:lnTo>
                <a:lnTo>
                  <a:pt x="1866900" y="1285875"/>
                </a:lnTo>
                <a:close/>
                <a:moveTo>
                  <a:pt x="123825" y="1285875"/>
                </a:moveTo>
                <a:lnTo>
                  <a:pt x="133350" y="1285875"/>
                </a:lnTo>
                <a:lnTo>
                  <a:pt x="133350" y="1362075"/>
                </a:lnTo>
                <a:lnTo>
                  <a:pt x="123825" y="1362075"/>
                </a:lnTo>
                <a:close/>
                <a:moveTo>
                  <a:pt x="762000" y="1285875"/>
                </a:moveTo>
                <a:lnTo>
                  <a:pt x="771525" y="1285875"/>
                </a:lnTo>
                <a:lnTo>
                  <a:pt x="771525" y="1295400"/>
                </a:lnTo>
                <a:lnTo>
                  <a:pt x="762000" y="1295400"/>
                </a:lnTo>
                <a:close/>
                <a:moveTo>
                  <a:pt x="1866900" y="1295400"/>
                </a:moveTo>
                <a:lnTo>
                  <a:pt x="1876425" y="1295400"/>
                </a:lnTo>
                <a:lnTo>
                  <a:pt x="1876425" y="1314450"/>
                </a:lnTo>
                <a:lnTo>
                  <a:pt x="1866900" y="1314450"/>
                </a:lnTo>
                <a:lnTo>
                  <a:pt x="1866900" y="1323975"/>
                </a:lnTo>
                <a:lnTo>
                  <a:pt x="1828800" y="1323975"/>
                </a:lnTo>
                <a:lnTo>
                  <a:pt x="1828800" y="1314450"/>
                </a:lnTo>
                <a:lnTo>
                  <a:pt x="1819275" y="1314450"/>
                </a:lnTo>
                <a:lnTo>
                  <a:pt x="1819275" y="1304925"/>
                </a:lnTo>
                <a:lnTo>
                  <a:pt x="1828800" y="1304925"/>
                </a:lnTo>
                <a:lnTo>
                  <a:pt x="1828800" y="1314450"/>
                </a:lnTo>
                <a:lnTo>
                  <a:pt x="1847850" y="1314450"/>
                </a:lnTo>
                <a:lnTo>
                  <a:pt x="1847850" y="1304925"/>
                </a:lnTo>
                <a:lnTo>
                  <a:pt x="1866900" y="1304925"/>
                </a:lnTo>
                <a:close/>
                <a:moveTo>
                  <a:pt x="447675" y="1314450"/>
                </a:moveTo>
                <a:lnTo>
                  <a:pt x="466725" y="1314450"/>
                </a:lnTo>
                <a:lnTo>
                  <a:pt x="466725" y="1333500"/>
                </a:lnTo>
                <a:lnTo>
                  <a:pt x="447675" y="1333500"/>
                </a:lnTo>
                <a:close/>
                <a:moveTo>
                  <a:pt x="523875" y="1323975"/>
                </a:moveTo>
                <a:lnTo>
                  <a:pt x="542925" y="1323975"/>
                </a:lnTo>
                <a:lnTo>
                  <a:pt x="542925" y="1333500"/>
                </a:lnTo>
                <a:lnTo>
                  <a:pt x="523875" y="1333500"/>
                </a:lnTo>
                <a:close/>
                <a:moveTo>
                  <a:pt x="1104900" y="1323975"/>
                </a:moveTo>
                <a:lnTo>
                  <a:pt x="1114425" y="1323975"/>
                </a:lnTo>
                <a:lnTo>
                  <a:pt x="1114425" y="1333500"/>
                </a:lnTo>
                <a:lnTo>
                  <a:pt x="1104900" y="1333500"/>
                </a:lnTo>
                <a:close/>
                <a:moveTo>
                  <a:pt x="1343025" y="1323975"/>
                </a:moveTo>
                <a:lnTo>
                  <a:pt x="1352550" y="1323975"/>
                </a:lnTo>
                <a:lnTo>
                  <a:pt x="1352550" y="1333500"/>
                </a:lnTo>
                <a:lnTo>
                  <a:pt x="1343025" y="1333500"/>
                </a:lnTo>
                <a:close/>
                <a:moveTo>
                  <a:pt x="466725" y="1333500"/>
                </a:moveTo>
                <a:lnTo>
                  <a:pt x="476250" y="1333500"/>
                </a:lnTo>
                <a:lnTo>
                  <a:pt x="476250" y="1343025"/>
                </a:lnTo>
                <a:lnTo>
                  <a:pt x="466725" y="1343025"/>
                </a:lnTo>
                <a:close/>
                <a:moveTo>
                  <a:pt x="495300" y="1333500"/>
                </a:moveTo>
                <a:lnTo>
                  <a:pt x="504825" y="1333500"/>
                </a:lnTo>
                <a:lnTo>
                  <a:pt x="504825" y="1343025"/>
                </a:lnTo>
                <a:lnTo>
                  <a:pt x="495300" y="1343025"/>
                </a:lnTo>
                <a:close/>
                <a:moveTo>
                  <a:pt x="561975" y="1333500"/>
                </a:moveTo>
                <a:lnTo>
                  <a:pt x="581025" y="1333500"/>
                </a:lnTo>
                <a:lnTo>
                  <a:pt x="581025" y="1343025"/>
                </a:lnTo>
                <a:lnTo>
                  <a:pt x="561975" y="1343025"/>
                </a:lnTo>
                <a:close/>
                <a:moveTo>
                  <a:pt x="600075" y="1333500"/>
                </a:moveTo>
                <a:lnTo>
                  <a:pt x="619125" y="1333500"/>
                </a:lnTo>
                <a:lnTo>
                  <a:pt x="619125" y="1343025"/>
                </a:lnTo>
                <a:lnTo>
                  <a:pt x="600075" y="1343025"/>
                </a:lnTo>
                <a:close/>
                <a:moveTo>
                  <a:pt x="666750" y="1333500"/>
                </a:moveTo>
                <a:lnTo>
                  <a:pt x="676275" y="1333500"/>
                </a:lnTo>
                <a:lnTo>
                  <a:pt x="676275" y="1343025"/>
                </a:lnTo>
                <a:lnTo>
                  <a:pt x="666750" y="1343025"/>
                </a:lnTo>
                <a:close/>
                <a:moveTo>
                  <a:pt x="742950" y="1333500"/>
                </a:moveTo>
                <a:lnTo>
                  <a:pt x="771525" y="1333500"/>
                </a:lnTo>
                <a:lnTo>
                  <a:pt x="771525" y="1343025"/>
                </a:lnTo>
                <a:lnTo>
                  <a:pt x="742950" y="1343025"/>
                </a:lnTo>
                <a:close/>
                <a:moveTo>
                  <a:pt x="866775" y="1333500"/>
                </a:moveTo>
                <a:lnTo>
                  <a:pt x="885825" y="1333500"/>
                </a:lnTo>
                <a:lnTo>
                  <a:pt x="885825" y="1343025"/>
                </a:lnTo>
                <a:lnTo>
                  <a:pt x="866775" y="1343025"/>
                </a:lnTo>
                <a:close/>
                <a:moveTo>
                  <a:pt x="962025" y="1333500"/>
                </a:moveTo>
                <a:lnTo>
                  <a:pt x="990600" y="1333500"/>
                </a:lnTo>
                <a:lnTo>
                  <a:pt x="990600" y="1343025"/>
                </a:lnTo>
                <a:lnTo>
                  <a:pt x="962025" y="1343025"/>
                </a:lnTo>
                <a:close/>
                <a:moveTo>
                  <a:pt x="1000125" y="1333500"/>
                </a:moveTo>
                <a:lnTo>
                  <a:pt x="1028700" y="1333500"/>
                </a:lnTo>
                <a:lnTo>
                  <a:pt x="1028700" y="1343025"/>
                </a:lnTo>
                <a:lnTo>
                  <a:pt x="1000125" y="1343025"/>
                </a:lnTo>
                <a:close/>
                <a:moveTo>
                  <a:pt x="1257300" y="1333500"/>
                </a:moveTo>
                <a:lnTo>
                  <a:pt x="1276350" y="1333500"/>
                </a:lnTo>
                <a:lnTo>
                  <a:pt x="1276350" y="1343025"/>
                </a:lnTo>
                <a:lnTo>
                  <a:pt x="1257300" y="1343025"/>
                </a:lnTo>
                <a:close/>
                <a:moveTo>
                  <a:pt x="1323975" y="1333500"/>
                </a:moveTo>
                <a:lnTo>
                  <a:pt x="1333500" y="1333500"/>
                </a:lnTo>
                <a:lnTo>
                  <a:pt x="1333500" y="1343025"/>
                </a:lnTo>
                <a:lnTo>
                  <a:pt x="1323975" y="1343025"/>
                </a:lnTo>
                <a:close/>
                <a:moveTo>
                  <a:pt x="676275" y="1343025"/>
                </a:moveTo>
                <a:lnTo>
                  <a:pt x="685800" y="1343025"/>
                </a:lnTo>
                <a:lnTo>
                  <a:pt x="685800" y="1352550"/>
                </a:lnTo>
                <a:lnTo>
                  <a:pt x="676275" y="1352550"/>
                </a:lnTo>
                <a:close/>
                <a:moveTo>
                  <a:pt x="1057275" y="1343025"/>
                </a:moveTo>
                <a:lnTo>
                  <a:pt x="1076325" y="1343025"/>
                </a:lnTo>
                <a:lnTo>
                  <a:pt x="1076325" y="1352550"/>
                </a:lnTo>
                <a:lnTo>
                  <a:pt x="1057275" y="1352550"/>
                </a:lnTo>
                <a:close/>
                <a:moveTo>
                  <a:pt x="1390650" y="1343025"/>
                </a:moveTo>
                <a:lnTo>
                  <a:pt x="1400175" y="1343025"/>
                </a:lnTo>
                <a:lnTo>
                  <a:pt x="1400175" y="1352550"/>
                </a:lnTo>
                <a:lnTo>
                  <a:pt x="1390650" y="1352550"/>
                </a:lnTo>
                <a:close/>
                <a:moveTo>
                  <a:pt x="428625" y="1352550"/>
                </a:moveTo>
                <a:lnTo>
                  <a:pt x="438150" y="1352550"/>
                </a:lnTo>
                <a:lnTo>
                  <a:pt x="438150" y="1362075"/>
                </a:lnTo>
                <a:lnTo>
                  <a:pt x="428625" y="1362075"/>
                </a:lnTo>
                <a:close/>
                <a:moveTo>
                  <a:pt x="1304925" y="1371600"/>
                </a:moveTo>
                <a:lnTo>
                  <a:pt x="1314450" y="1371600"/>
                </a:lnTo>
                <a:lnTo>
                  <a:pt x="1314450" y="1381125"/>
                </a:lnTo>
                <a:lnTo>
                  <a:pt x="1304925" y="1381125"/>
                </a:lnTo>
                <a:close/>
                <a:moveTo>
                  <a:pt x="1323975" y="1371600"/>
                </a:moveTo>
                <a:lnTo>
                  <a:pt x="1333500" y="1371600"/>
                </a:lnTo>
                <a:lnTo>
                  <a:pt x="1333500" y="1381125"/>
                </a:lnTo>
                <a:lnTo>
                  <a:pt x="1323975" y="1381125"/>
                </a:lnTo>
                <a:close/>
                <a:moveTo>
                  <a:pt x="457200" y="1381125"/>
                </a:moveTo>
                <a:lnTo>
                  <a:pt x="466725" y="1381125"/>
                </a:lnTo>
                <a:lnTo>
                  <a:pt x="466725" y="1390650"/>
                </a:lnTo>
                <a:lnTo>
                  <a:pt x="457200" y="1390650"/>
                </a:lnTo>
                <a:close/>
                <a:moveTo>
                  <a:pt x="504825" y="1381125"/>
                </a:moveTo>
                <a:lnTo>
                  <a:pt x="514350" y="1381125"/>
                </a:lnTo>
                <a:lnTo>
                  <a:pt x="514350" y="1390650"/>
                </a:lnTo>
                <a:lnTo>
                  <a:pt x="504825" y="1390650"/>
                </a:lnTo>
                <a:close/>
                <a:moveTo>
                  <a:pt x="695325" y="1381125"/>
                </a:moveTo>
                <a:lnTo>
                  <a:pt x="704850" y="1381125"/>
                </a:lnTo>
                <a:lnTo>
                  <a:pt x="704850" y="1390650"/>
                </a:lnTo>
                <a:lnTo>
                  <a:pt x="695325" y="1390650"/>
                </a:lnTo>
                <a:close/>
                <a:moveTo>
                  <a:pt x="714375" y="1381125"/>
                </a:moveTo>
                <a:lnTo>
                  <a:pt x="723900" y="1381125"/>
                </a:lnTo>
                <a:lnTo>
                  <a:pt x="723900" y="1390650"/>
                </a:lnTo>
                <a:lnTo>
                  <a:pt x="714375" y="1390650"/>
                </a:lnTo>
                <a:close/>
                <a:moveTo>
                  <a:pt x="1009650" y="1381125"/>
                </a:moveTo>
                <a:lnTo>
                  <a:pt x="1019175" y="1381125"/>
                </a:lnTo>
                <a:lnTo>
                  <a:pt x="1019175" y="1390650"/>
                </a:lnTo>
                <a:lnTo>
                  <a:pt x="1009650" y="1390650"/>
                </a:lnTo>
                <a:close/>
                <a:moveTo>
                  <a:pt x="1123950" y="1381125"/>
                </a:moveTo>
                <a:lnTo>
                  <a:pt x="1152525" y="1381125"/>
                </a:lnTo>
                <a:lnTo>
                  <a:pt x="1152525" y="1390650"/>
                </a:lnTo>
                <a:lnTo>
                  <a:pt x="1123950" y="1390650"/>
                </a:lnTo>
                <a:close/>
                <a:moveTo>
                  <a:pt x="1276350" y="1381125"/>
                </a:moveTo>
                <a:lnTo>
                  <a:pt x="1285875" y="1381125"/>
                </a:lnTo>
                <a:lnTo>
                  <a:pt x="1285875" y="1390650"/>
                </a:lnTo>
                <a:lnTo>
                  <a:pt x="1276350" y="1390650"/>
                </a:lnTo>
                <a:close/>
                <a:moveTo>
                  <a:pt x="1028700" y="1390650"/>
                </a:moveTo>
                <a:lnTo>
                  <a:pt x="1038225" y="1390650"/>
                </a:lnTo>
                <a:lnTo>
                  <a:pt x="1038225" y="1400175"/>
                </a:lnTo>
                <a:lnTo>
                  <a:pt x="1028700" y="1400175"/>
                </a:lnTo>
                <a:close/>
                <a:moveTo>
                  <a:pt x="1171575" y="1390650"/>
                </a:moveTo>
                <a:lnTo>
                  <a:pt x="1181100" y="1390650"/>
                </a:lnTo>
                <a:lnTo>
                  <a:pt x="1181100" y="1400175"/>
                </a:lnTo>
                <a:lnTo>
                  <a:pt x="1190625" y="1400175"/>
                </a:lnTo>
                <a:lnTo>
                  <a:pt x="1190625" y="1409700"/>
                </a:lnTo>
                <a:lnTo>
                  <a:pt x="1171575" y="1409700"/>
                </a:lnTo>
                <a:close/>
                <a:moveTo>
                  <a:pt x="1266825" y="1390650"/>
                </a:moveTo>
                <a:lnTo>
                  <a:pt x="1276350" y="1390650"/>
                </a:lnTo>
                <a:lnTo>
                  <a:pt x="1276350" y="1400175"/>
                </a:lnTo>
                <a:lnTo>
                  <a:pt x="1266825" y="1400175"/>
                </a:lnTo>
                <a:close/>
                <a:moveTo>
                  <a:pt x="38100" y="1562100"/>
                </a:moveTo>
                <a:lnTo>
                  <a:pt x="47625" y="1562100"/>
                </a:lnTo>
                <a:lnTo>
                  <a:pt x="47625" y="1571625"/>
                </a:lnTo>
                <a:lnTo>
                  <a:pt x="38100" y="1571625"/>
                </a:lnTo>
                <a:close/>
                <a:moveTo>
                  <a:pt x="1666875" y="1581150"/>
                </a:moveTo>
                <a:lnTo>
                  <a:pt x="1676400" y="1581150"/>
                </a:lnTo>
                <a:lnTo>
                  <a:pt x="1676400" y="1590675"/>
                </a:lnTo>
                <a:lnTo>
                  <a:pt x="1685925" y="1590675"/>
                </a:lnTo>
                <a:lnTo>
                  <a:pt x="1685925" y="1609725"/>
                </a:lnTo>
                <a:lnTo>
                  <a:pt x="1676400" y="1609725"/>
                </a:lnTo>
                <a:lnTo>
                  <a:pt x="1676400" y="1600200"/>
                </a:lnTo>
                <a:lnTo>
                  <a:pt x="1666875" y="1600200"/>
                </a:lnTo>
                <a:close/>
                <a:moveTo>
                  <a:pt x="1819275" y="1581150"/>
                </a:moveTo>
                <a:lnTo>
                  <a:pt x="1828800" y="1581150"/>
                </a:lnTo>
                <a:lnTo>
                  <a:pt x="1828800" y="1590675"/>
                </a:lnTo>
                <a:lnTo>
                  <a:pt x="1838325" y="1590675"/>
                </a:lnTo>
                <a:lnTo>
                  <a:pt x="1838325" y="1600200"/>
                </a:lnTo>
                <a:lnTo>
                  <a:pt x="1819275" y="1600200"/>
                </a:lnTo>
                <a:close/>
                <a:moveTo>
                  <a:pt x="1228725" y="1600200"/>
                </a:moveTo>
                <a:lnTo>
                  <a:pt x="1247775" y="1600200"/>
                </a:lnTo>
                <a:lnTo>
                  <a:pt x="1247775" y="1619250"/>
                </a:lnTo>
                <a:lnTo>
                  <a:pt x="1238250" y="1619250"/>
                </a:lnTo>
                <a:lnTo>
                  <a:pt x="1238250" y="1609725"/>
                </a:lnTo>
                <a:lnTo>
                  <a:pt x="1228725" y="1609725"/>
                </a:lnTo>
                <a:close/>
                <a:moveTo>
                  <a:pt x="885825" y="1609725"/>
                </a:moveTo>
                <a:lnTo>
                  <a:pt x="895350" y="1609725"/>
                </a:lnTo>
                <a:lnTo>
                  <a:pt x="895350" y="1619250"/>
                </a:lnTo>
                <a:lnTo>
                  <a:pt x="885825" y="1619250"/>
                </a:lnTo>
                <a:close/>
                <a:moveTo>
                  <a:pt x="1028700" y="1609725"/>
                </a:moveTo>
                <a:lnTo>
                  <a:pt x="1047750" y="1609725"/>
                </a:lnTo>
                <a:lnTo>
                  <a:pt x="1047750" y="1628775"/>
                </a:lnTo>
                <a:lnTo>
                  <a:pt x="1038225" y="1628775"/>
                </a:lnTo>
                <a:lnTo>
                  <a:pt x="1038225" y="1619250"/>
                </a:lnTo>
                <a:lnTo>
                  <a:pt x="1028700" y="1619250"/>
                </a:lnTo>
                <a:close/>
                <a:moveTo>
                  <a:pt x="971550" y="1619250"/>
                </a:moveTo>
                <a:lnTo>
                  <a:pt x="990600" y="1619250"/>
                </a:lnTo>
                <a:lnTo>
                  <a:pt x="990600" y="1628775"/>
                </a:lnTo>
                <a:lnTo>
                  <a:pt x="971550" y="1628775"/>
                </a:lnTo>
                <a:close/>
                <a:moveTo>
                  <a:pt x="1095375" y="1619250"/>
                </a:moveTo>
                <a:lnTo>
                  <a:pt x="1104900" y="1619250"/>
                </a:lnTo>
                <a:lnTo>
                  <a:pt x="1104900" y="1628775"/>
                </a:lnTo>
                <a:lnTo>
                  <a:pt x="1095375" y="1628775"/>
                </a:lnTo>
                <a:close/>
                <a:moveTo>
                  <a:pt x="1219200" y="1619250"/>
                </a:moveTo>
                <a:lnTo>
                  <a:pt x="1238250" y="1619250"/>
                </a:lnTo>
                <a:lnTo>
                  <a:pt x="1238250" y="1628775"/>
                </a:lnTo>
                <a:lnTo>
                  <a:pt x="1219200" y="1628775"/>
                </a:lnTo>
                <a:close/>
                <a:moveTo>
                  <a:pt x="1495425" y="1619250"/>
                </a:moveTo>
                <a:lnTo>
                  <a:pt x="1533525" y="1619250"/>
                </a:lnTo>
                <a:lnTo>
                  <a:pt x="1533525" y="1628775"/>
                </a:lnTo>
                <a:lnTo>
                  <a:pt x="1514475" y="1628775"/>
                </a:lnTo>
                <a:lnTo>
                  <a:pt x="1514475" y="1638300"/>
                </a:lnTo>
                <a:lnTo>
                  <a:pt x="1504950" y="1638300"/>
                </a:lnTo>
                <a:lnTo>
                  <a:pt x="1504950" y="1628775"/>
                </a:lnTo>
                <a:lnTo>
                  <a:pt x="1495425" y="1628775"/>
                </a:lnTo>
                <a:close/>
                <a:moveTo>
                  <a:pt x="838200" y="1638300"/>
                </a:moveTo>
                <a:lnTo>
                  <a:pt x="847725" y="1638300"/>
                </a:lnTo>
                <a:lnTo>
                  <a:pt x="847725" y="1647825"/>
                </a:lnTo>
                <a:lnTo>
                  <a:pt x="838200" y="1647825"/>
                </a:lnTo>
                <a:close/>
              </a:path>
            </a:pathLst>
          </a:custGeom>
          <a:solidFill xmlns:a="http://schemas.openxmlformats.org/drawingml/2006/main">
            <a:srgbClr val="EFEDE1"/>
          </a:solidFill>
          <a:ln xmlns:a="http://schemas.openxmlformats.org/drawingml/2006/main" w="0">
            <a:noFill/>
          </a:ln>
        </p:spPr>
      </p:sp>
      <p:sp>
        <p:nvSpPr>
          <p:cNvPr id="121" name="appearance vector #f3ebdd">
            <a:extLst xmlns:a="http://schemas.openxmlformats.org/drawingml/2006/main">
              <a:ext uri="{FF2B5EF4-FFF2-40B4-BE49-F238E27FC236}">
                <a16:creationId xmlns:a16="http://schemas.microsoft.com/office/drawing/2014/main" id="{B2C51477-D1C8-426D-AEC0-D306E208B35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343400" y="5114925"/>
            <a:ext cx="1943100" cy="1666875"/>
          </a:xfrm>
          <a:custGeom xmlns:a="http://schemas.openxmlformats.org/drawingml/2006/main">
            <a:pathLst>
              <a:path w="1943100" h="1666875">
                <a:moveTo>
                  <a:pt x="28575" y="9525"/>
                </a:moveTo>
                <a:lnTo>
                  <a:pt x="38100" y="9525"/>
                </a:lnTo>
                <a:lnTo>
                  <a:pt x="38100" y="19050"/>
                </a:lnTo>
                <a:lnTo>
                  <a:pt x="28575" y="19050"/>
                </a:lnTo>
                <a:close/>
                <a:moveTo>
                  <a:pt x="76200" y="19050"/>
                </a:moveTo>
                <a:lnTo>
                  <a:pt x="104775" y="19050"/>
                </a:lnTo>
                <a:lnTo>
                  <a:pt x="104775" y="28575"/>
                </a:lnTo>
                <a:lnTo>
                  <a:pt x="76200" y="28575"/>
                </a:lnTo>
                <a:close/>
                <a:moveTo>
                  <a:pt x="142875" y="19050"/>
                </a:moveTo>
                <a:lnTo>
                  <a:pt x="152400" y="19050"/>
                </a:lnTo>
                <a:lnTo>
                  <a:pt x="152400" y="28575"/>
                </a:lnTo>
                <a:lnTo>
                  <a:pt x="142875" y="28575"/>
                </a:lnTo>
                <a:close/>
                <a:moveTo>
                  <a:pt x="161925" y="19050"/>
                </a:moveTo>
                <a:lnTo>
                  <a:pt x="171450" y="19050"/>
                </a:lnTo>
                <a:lnTo>
                  <a:pt x="171450" y="28575"/>
                </a:lnTo>
                <a:lnTo>
                  <a:pt x="161925" y="28575"/>
                </a:lnTo>
                <a:close/>
                <a:moveTo>
                  <a:pt x="190500" y="19050"/>
                </a:moveTo>
                <a:lnTo>
                  <a:pt x="266700" y="19050"/>
                </a:lnTo>
                <a:lnTo>
                  <a:pt x="266700" y="28575"/>
                </a:lnTo>
                <a:lnTo>
                  <a:pt x="190500" y="28575"/>
                </a:lnTo>
                <a:close/>
                <a:moveTo>
                  <a:pt x="276225" y="19050"/>
                </a:moveTo>
                <a:lnTo>
                  <a:pt x="285750" y="19050"/>
                </a:lnTo>
                <a:lnTo>
                  <a:pt x="285750" y="28575"/>
                </a:lnTo>
                <a:lnTo>
                  <a:pt x="276225" y="28575"/>
                </a:lnTo>
                <a:close/>
                <a:moveTo>
                  <a:pt x="295275" y="19050"/>
                </a:moveTo>
                <a:lnTo>
                  <a:pt x="333375" y="19050"/>
                </a:lnTo>
                <a:lnTo>
                  <a:pt x="333375" y="28575"/>
                </a:lnTo>
                <a:lnTo>
                  <a:pt x="295275" y="28575"/>
                </a:lnTo>
                <a:close/>
                <a:moveTo>
                  <a:pt x="361950" y="19050"/>
                </a:moveTo>
                <a:lnTo>
                  <a:pt x="400050" y="19050"/>
                </a:lnTo>
                <a:lnTo>
                  <a:pt x="400050" y="28575"/>
                </a:lnTo>
                <a:lnTo>
                  <a:pt x="361950" y="28575"/>
                </a:lnTo>
                <a:close/>
                <a:moveTo>
                  <a:pt x="409575" y="19050"/>
                </a:moveTo>
                <a:lnTo>
                  <a:pt x="419100" y="19050"/>
                </a:lnTo>
                <a:lnTo>
                  <a:pt x="419100" y="28575"/>
                </a:lnTo>
                <a:lnTo>
                  <a:pt x="409575" y="28575"/>
                </a:lnTo>
                <a:close/>
                <a:moveTo>
                  <a:pt x="428625" y="19050"/>
                </a:moveTo>
                <a:lnTo>
                  <a:pt x="438150" y="19050"/>
                </a:lnTo>
                <a:lnTo>
                  <a:pt x="438150" y="28575"/>
                </a:lnTo>
                <a:lnTo>
                  <a:pt x="428625" y="28575"/>
                </a:lnTo>
                <a:close/>
                <a:moveTo>
                  <a:pt x="447675" y="19050"/>
                </a:moveTo>
                <a:lnTo>
                  <a:pt x="457200" y="19050"/>
                </a:lnTo>
                <a:lnTo>
                  <a:pt x="457200" y="28575"/>
                </a:lnTo>
                <a:lnTo>
                  <a:pt x="447675" y="28575"/>
                </a:lnTo>
                <a:close/>
                <a:moveTo>
                  <a:pt x="542925" y="19050"/>
                </a:moveTo>
                <a:lnTo>
                  <a:pt x="590550" y="19050"/>
                </a:lnTo>
                <a:lnTo>
                  <a:pt x="590550" y="28575"/>
                </a:lnTo>
                <a:lnTo>
                  <a:pt x="542925" y="28575"/>
                </a:lnTo>
                <a:close/>
                <a:moveTo>
                  <a:pt x="657225" y="19050"/>
                </a:moveTo>
                <a:lnTo>
                  <a:pt x="666750" y="19050"/>
                </a:lnTo>
                <a:lnTo>
                  <a:pt x="666750" y="28575"/>
                </a:lnTo>
                <a:lnTo>
                  <a:pt x="657225" y="28575"/>
                </a:lnTo>
                <a:close/>
                <a:moveTo>
                  <a:pt x="1685925" y="19050"/>
                </a:moveTo>
                <a:lnTo>
                  <a:pt x="1714500" y="19050"/>
                </a:lnTo>
                <a:lnTo>
                  <a:pt x="1714500" y="28575"/>
                </a:lnTo>
                <a:lnTo>
                  <a:pt x="1685925" y="28575"/>
                </a:lnTo>
                <a:close/>
                <a:moveTo>
                  <a:pt x="1809750" y="19050"/>
                </a:moveTo>
                <a:lnTo>
                  <a:pt x="1847850" y="19050"/>
                </a:lnTo>
                <a:lnTo>
                  <a:pt x="1847850" y="28575"/>
                </a:lnTo>
                <a:lnTo>
                  <a:pt x="1857375" y="28575"/>
                </a:lnTo>
                <a:lnTo>
                  <a:pt x="1857375" y="38100"/>
                </a:lnTo>
                <a:lnTo>
                  <a:pt x="1876425" y="38100"/>
                </a:lnTo>
                <a:lnTo>
                  <a:pt x="1876425" y="47625"/>
                </a:lnTo>
                <a:lnTo>
                  <a:pt x="1847850" y="47625"/>
                </a:lnTo>
                <a:lnTo>
                  <a:pt x="1847850" y="38100"/>
                </a:lnTo>
                <a:lnTo>
                  <a:pt x="1828800" y="38100"/>
                </a:lnTo>
                <a:lnTo>
                  <a:pt x="1828800" y="28575"/>
                </a:lnTo>
                <a:lnTo>
                  <a:pt x="1809750" y="28575"/>
                </a:lnTo>
                <a:close/>
                <a:moveTo>
                  <a:pt x="1876425" y="47625"/>
                </a:moveTo>
                <a:lnTo>
                  <a:pt x="1885950" y="47625"/>
                </a:lnTo>
                <a:lnTo>
                  <a:pt x="1885950" y="57150"/>
                </a:lnTo>
                <a:lnTo>
                  <a:pt x="1876425" y="57150"/>
                </a:lnTo>
                <a:close/>
                <a:moveTo>
                  <a:pt x="1905000" y="57150"/>
                </a:moveTo>
                <a:lnTo>
                  <a:pt x="1914525" y="57150"/>
                </a:lnTo>
                <a:lnTo>
                  <a:pt x="1914525" y="66675"/>
                </a:lnTo>
                <a:lnTo>
                  <a:pt x="1905000" y="66675"/>
                </a:lnTo>
                <a:close/>
                <a:moveTo>
                  <a:pt x="1924050" y="95250"/>
                </a:moveTo>
                <a:lnTo>
                  <a:pt x="1933575" y="95250"/>
                </a:lnTo>
                <a:lnTo>
                  <a:pt x="1933575" y="104775"/>
                </a:lnTo>
                <a:lnTo>
                  <a:pt x="1924050" y="104775"/>
                </a:lnTo>
                <a:close/>
                <a:moveTo>
                  <a:pt x="1924050" y="190500"/>
                </a:moveTo>
                <a:lnTo>
                  <a:pt x="1933575" y="190500"/>
                </a:lnTo>
                <a:lnTo>
                  <a:pt x="1933575" y="390525"/>
                </a:lnTo>
                <a:lnTo>
                  <a:pt x="1914525" y="390525"/>
                </a:lnTo>
                <a:lnTo>
                  <a:pt x="1914525" y="323850"/>
                </a:lnTo>
                <a:lnTo>
                  <a:pt x="1905000" y="323850"/>
                </a:lnTo>
                <a:lnTo>
                  <a:pt x="1905000" y="238125"/>
                </a:lnTo>
                <a:lnTo>
                  <a:pt x="1914525" y="238125"/>
                </a:lnTo>
                <a:lnTo>
                  <a:pt x="1914525" y="209550"/>
                </a:lnTo>
                <a:lnTo>
                  <a:pt x="1924050" y="209550"/>
                </a:lnTo>
                <a:close/>
                <a:moveTo>
                  <a:pt x="1914525" y="323850"/>
                </a:moveTo>
                <a:lnTo>
                  <a:pt x="1924050" y="323850"/>
                </a:lnTo>
                <a:lnTo>
                  <a:pt x="1924050" y="314325"/>
                </a:lnTo>
                <a:lnTo>
                  <a:pt x="1914525" y="314325"/>
                </a:lnTo>
                <a:close/>
                <a:moveTo>
                  <a:pt x="1914525" y="400050"/>
                </a:moveTo>
                <a:lnTo>
                  <a:pt x="1933575" y="400050"/>
                </a:lnTo>
                <a:lnTo>
                  <a:pt x="1933575" y="409575"/>
                </a:lnTo>
                <a:lnTo>
                  <a:pt x="1914525" y="409575"/>
                </a:lnTo>
                <a:close/>
                <a:moveTo>
                  <a:pt x="1914525" y="457200"/>
                </a:moveTo>
                <a:lnTo>
                  <a:pt x="1933575" y="457200"/>
                </a:lnTo>
                <a:lnTo>
                  <a:pt x="1933575" y="495300"/>
                </a:lnTo>
                <a:lnTo>
                  <a:pt x="1924050" y="495300"/>
                </a:lnTo>
                <a:lnTo>
                  <a:pt x="1924050" y="485775"/>
                </a:lnTo>
                <a:lnTo>
                  <a:pt x="1914525" y="485775"/>
                </a:lnTo>
                <a:close/>
                <a:moveTo>
                  <a:pt x="1905000" y="485775"/>
                </a:moveTo>
                <a:lnTo>
                  <a:pt x="1914525" y="485775"/>
                </a:lnTo>
                <a:lnTo>
                  <a:pt x="1914525" y="504825"/>
                </a:lnTo>
                <a:lnTo>
                  <a:pt x="1905000" y="504825"/>
                </a:lnTo>
                <a:close/>
                <a:moveTo>
                  <a:pt x="1924050" y="523875"/>
                </a:moveTo>
                <a:lnTo>
                  <a:pt x="1933575" y="523875"/>
                </a:lnTo>
                <a:lnTo>
                  <a:pt x="1933575" y="1524000"/>
                </a:lnTo>
                <a:lnTo>
                  <a:pt x="1924050" y="1524000"/>
                </a:lnTo>
                <a:lnTo>
                  <a:pt x="1924050" y="1476375"/>
                </a:lnTo>
                <a:lnTo>
                  <a:pt x="1914525" y="1476375"/>
                </a:lnTo>
                <a:lnTo>
                  <a:pt x="1914525" y="1485900"/>
                </a:lnTo>
                <a:lnTo>
                  <a:pt x="1905000" y="1485900"/>
                </a:lnTo>
                <a:lnTo>
                  <a:pt x="1905000" y="1438275"/>
                </a:lnTo>
                <a:lnTo>
                  <a:pt x="1914525" y="1438275"/>
                </a:lnTo>
                <a:lnTo>
                  <a:pt x="1914525" y="1409700"/>
                </a:lnTo>
                <a:lnTo>
                  <a:pt x="1905000" y="1409700"/>
                </a:lnTo>
                <a:lnTo>
                  <a:pt x="1905000" y="1304925"/>
                </a:lnTo>
                <a:lnTo>
                  <a:pt x="1924050" y="1304925"/>
                </a:lnTo>
                <a:lnTo>
                  <a:pt x="1924050" y="1257300"/>
                </a:lnTo>
                <a:lnTo>
                  <a:pt x="1914525" y="1257300"/>
                </a:lnTo>
                <a:lnTo>
                  <a:pt x="1914525" y="1247775"/>
                </a:lnTo>
                <a:lnTo>
                  <a:pt x="1924050" y="1247775"/>
                </a:lnTo>
                <a:lnTo>
                  <a:pt x="1924050" y="1038225"/>
                </a:lnTo>
                <a:lnTo>
                  <a:pt x="1914525" y="1038225"/>
                </a:lnTo>
                <a:lnTo>
                  <a:pt x="1914525" y="1047750"/>
                </a:lnTo>
                <a:lnTo>
                  <a:pt x="1905000" y="1047750"/>
                </a:lnTo>
                <a:lnTo>
                  <a:pt x="1905000" y="1028700"/>
                </a:lnTo>
                <a:lnTo>
                  <a:pt x="1914525" y="1028700"/>
                </a:lnTo>
                <a:lnTo>
                  <a:pt x="1914525" y="1009650"/>
                </a:lnTo>
                <a:lnTo>
                  <a:pt x="1905000" y="1009650"/>
                </a:lnTo>
                <a:lnTo>
                  <a:pt x="1905000" y="952500"/>
                </a:lnTo>
                <a:lnTo>
                  <a:pt x="1924050" y="952500"/>
                </a:lnTo>
                <a:lnTo>
                  <a:pt x="1924050" y="657225"/>
                </a:lnTo>
                <a:lnTo>
                  <a:pt x="1914525" y="657225"/>
                </a:lnTo>
                <a:lnTo>
                  <a:pt x="1914525" y="676275"/>
                </a:lnTo>
                <a:lnTo>
                  <a:pt x="1905000" y="676275"/>
                </a:lnTo>
                <a:lnTo>
                  <a:pt x="1905000" y="638175"/>
                </a:lnTo>
                <a:lnTo>
                  <a:pt x="1924050" y="638175"/>
                </a:lnTo>
                <a:lnTo>
                  <a:pt x="1924050" y="609600"/>
                </a:lnTo>
                <a:lnTo>
                  <a:pt x="1914525" y="609600"/>
                </a:lnTo>
                <a:lnTo>
                  <a:pt x="1914525" y="600075"/>
                </a:lnTo>
                <a:lnTo>
                  <a:pt x="1924050" y="600075"/>
                </a:lnTo>
                <a:close/>
                <a:moveTo>
                  <a:pt x="285750" y="723900"/>
                </a:moveTo>
                <a:lnTo>
                  <a:pt x="295275" y="723900"/>
                </a:lnTo>
                <a:lnTo>
                  <a:pt x="295275" y="733425"/>
                </a:lnTo>
                <a:lnTo>
                  <a:pt x="285750" y="733425"/>
                </a:lnTo>
                <a:close/>
                <a:moveTo>
                  <a:pt x="1666875" y="895350"/>
                </a:moveTo>
                <a:lnTo>
                  <a:pt x="1676400" y="895350"/>
                </a:lnTo>
                <a:lnTo>
                  <a:pt x="1676400" y="914400"/>
                </a:lnTo>
                <a:lnTo>
                  <a:pt x="1666875" y="914400"/>
                </a:lnTo>
                <a:lnTo>
                  <a:pt x="1666875" y="923925"/>
                </a:lnTo>
                <a:lnTo>
                  <a:pt x="1657350" y="923925"/>
                </a:lnTo>
                <a:lnTo>
                  <a:pt x="1657350" y="914400"/>
                </a:lnTo>
                <a:lnTo>
                  <a:pt x="1647825" y="914400"/>
                </a:lnTo>
                <a:lnTo>
                  <a:pt x="1647825" y="904875"/>
                </a:lnTo>
                <a:lnTo>
                  <a:pt x="1666875" y="904875"/>
                </a:lnTo>
                <a:close/>
                <a:moveTo>
                  <a:pt x="295275" y="1171575"/>
                </a:moveTo>
                <a:lnTo>
                  <a:pt x="304800" y="1171575"/>
                </a:lnTo>
                <a:lnTo>
                  <a:pt x="304800" y="1181100"/>
                </a:lnTo>
                <a:lnTo>
                  <a:pt x="295275" y="1181100"/>
                </a:lnTo>
                <a:close/>
                <a:moveTo>
                  <a:pt x="657225" y="1257300"/>
                </a:moveTo>
                <a:lnTo>
                  <a:pt x="676275" y="1257300"/>
                </a:lnTo>
                <a:lnTo>
                  <a:pt x="676275" y="1266825"/>
                </a:lnTo>
                <a:lnTo>
                  <a:pt x="657225" y="1266825"/>
                </a:lnTo>
                <a:close/>
                <a:moveTo>
                  <a:pt x="771525" y="1257300"/>
                </a:moveTo>
                <a:lnTo>
                  <a:pt x="781050" y="1257300"/>
                </a:lnTo>
                <a:lnTo>
                  <a:pt x="781050" y="1266825"/>
                </a:lnTo>
                <a:lnTo>
                  <a:pt x="771525" y="1266825"/>
                </a:lnTo>
                <a:close/>
                <a:moveTo>
                  <a:pt x="333375" y="1295400"/>
                </a:moveTo>
                <a:lnTo>
                  <a:pt x="342900" y="1295400"/>
                </a:lnTo>
                <a:lnTo>
                  <a:pt x="342900" y="1304925"/>
                </a:lnTo>
                <a:lnTo>
                  <a:pt x="333375" y="1304925"/>
                </a:lnTo>
                <a:close/>
                <a:moveTo>
                  <a:pt x="333375" y="1343025"/>
                </a:moveTo>
                <a:lnTo>
                  <a:pt x="342900" y="1343025"/>
                </a:lnTo>
                <a:lnTo>
                  <a:pt x="342900" y="1352550"/>
                </a:lnTo>
                <a:lnTo>
                  <a:pt x="333375" y="1352550"/>
                </a:lnTo>
                <a:close/>
                <a:moveTo>
                  <a:pt x="1114425" y="1400175"/>
                </a:moveTo>
                <a:lnTo>
                  <a:pt x="1123950" y="1400175"/>
                </a:lnTo>
                <a:lnTo>
                  <a:pt x="1123950" y="1409700"/>
                </a:lnTo>
                <a:lnTo>
                  <a:pt x="1114425" y="1409700"/>
                </a:lnTo>
                <a:close/>
                <a:moveTo>
                  <a:pt x="266700" y="1438275"/>
                </a:moveTo>
                <a:lnTo>
                  <a:pt x="276225" y="1438275"/>
                </a:lnTo>
                <a:lnTo>
                  <a:pt x="276225" y="1447800"/>
                </a:lnTo>
                <a:lnTo>
                  <a:pt x="266700" y="1447800"/>
                </a:lnTo>
                <a:close/>
                <a:moveTo>
                  <a:pt x="266700" y="1457325"/>
                </a:moveTo>
                <a:lnTo>
                  <a:pt x="295275" y="1457325"/>
                </a:lnTo>
                <a:lnTo>
                  <a:pt x="295275" y="1466850"/>
                </a:lnTo>
                <a:lnTo>
                  <a:pt x="266700" y="1466850"/>
                </a:lnTo>
                <a:close/>
                <a:moveTo>
                  <a:pt x="1905000" y="1504950"/>
                </a:moveTo>
                <a:lnTo>
                  <a:pt x="1914525" y="1504950"/>
                </a:lnTo>
                <a:lnTo>
                  <a:pt x="1914525" y="1533525"/>
                </a:lnTo>
                <a:lnTo>
                  <a:pt x="1905000" y="1533525"/>
                </a:lnTo>
                <a:close/>
                <a:moveTo>
                  <a:pt x="1924050" y="1533525"/>
                </a:moveTo>
                <a:lnTo>
                  <a:pt x="1933575" y="1533525"/>
                </a:lnTo>
                <a:lnTo>
                  <a:pt x="1933575" y="1543050"/>
                </a:lnTo>
                <a:lnTo>
                  <a:pt x="1924050" y="1543050"/>
                </a:lnTo>
                <a:close/>
                <a:moveTo>
                  <a:pt x="1924050" y="1562100"/>
                </a:moveTo>
                <a:lnTo>
                  <a:pt x="1933575" y="1562100"/>
                </a:lnTo>
                <a:lnTo>
                  <a:pt x="1933575" y="1571625"/>
                </a:lnTo>
                <a:lnTo>
                  <a:pt x="1924050" y="1571625"/>
                </a:lnTo>
                <a:close/>
                <a:moveTo>
                  <a:pt x="47625" y="1571625"/>
                </a:moveTo>
                <a:lnTo>
                  <a:pt x="76200" y="1571625"/>
                </a:lnTo>
                <a:lnTo>
                  <a:pt x="76200" y="1581150"/>
                </a:lnTo>
                <a:lnTo>
                  <a:pt x="85725" y="1581150"/>
                </a:lnTo>
                <a:lnTo>
                  <a:pt x="85725" y="1600200"/>
                </a:lnTo>
                <a:lnTo>
                  <a:pt x="76200" y="1600200"/>
                </a:lnTo>
                <a:lnTo>
                  <a:pt x="76200" y="1609725"/>
                </a:lnTo>
                <a:lnTo>
                  <a:pt x="57150" y="1609725"/>
                </a:lnTo>
                <a:lnTo>
                  <a:pt x="57150" y="1619250"/>
                </a:lnTo>
                <a:lnTo>
                  <a:pt x="47625" y="1619250"/>
                </a:lnTo>
                <a:close/>
                <a:moveTo>
                  <a:pt x="1895475" y="1590675"/>
                </a:moveTo>
                <a:lnTo>
                  <a:pt x="1905000" y="1590675"/>
                </a:lnTo>
                <a:lnTo>
                  <a:pt x="1905000" y="1600200"/>
                </a:lnTo>
                <a:lnTo>
                  <a:pt x="1895475" y="1600200"/>
                </a:lnTo>
                <a:close/>
                <a:moveTo>
                  <a:pt x="57150" y="1600200"/>
                </a:moveTo>
                <a:lnTo>
                  <a:pt x="66675" y="1600200"/>
                </a:lnTo>
                <a:lnTo>
                  <a:pt x="66675" y="1590675"/>
                </a:lnTo>
                <a:lnTo>
                  <a:pt x="57150" y="1590675"/>
                </a:lnTo>
                <a:close/>
                <a:moveTo>
                  <a:pt x="1885950" y="1600200"/>
                </a:moveTo>
                <a:lnTo>
                  <a:pt x="1895475" y="1600200"/>
                </a:lnTo>
                <a:lnTo>
                  <a:pt x="1895475" y="1609725"/>
                </a:lnTo>
                <a:lnTo>
                  <a:pt x="1885950" y="1609725"/>
                </a:lnTo>
                <a:close/>
                <a:moveTo>
                  <a:pt x="161925" y="1609725"/>
                </a:moveTo>
                <a:lnTo>
                  <a:pt x="171450" y="1609725"/>
                </a:lnTo>
                <a:lnTo>
                  <a:pt x="171450" y="1619250"/>
                </a:lnTo>
                <a:lnTo>
                  <a:pt x="161925" y="1619250"/>
                </a:lnTo>
                <a:close/>
                <a:moveTo>
                  <a:pt x="781050" y="1609725"/>
                </a:moveTo>
                <a:lnTo>
                  <a:pt x="790575" y="1609725"/>
                </a:lnTo>
                <a:lnTo>
                  <a:pt x="790575" y="1619250"/>
                </a:lnTo>
                <a:lnTo>
                  <a:pt x="800100" y="1619250"/>
                </a:lnTo>
                <a:lnTo>
                  <a:pt x="800100" y="1628775"/>
                </a:lnTo>
                <a:lnTo>
                  <a:pt x="819150" y="1628775"/>
                </a:lnTo>
                <a:lnTo>
                  <a:pt x="819150" y="1638300"/>
                </a:lnTo>
                <a:lnTo>
                  <a:pt x="828675" y="1638300"/>
                </a:lnTo>
                <a:lnTo>
                  <a:pt x="828675" y="1647825"/>
                </a:lnTo>
                <a:lnTo>
                  <a:pt x="762000" y="1647825"/>
                </a:lnTo>
                <a:lnTo>
                  <a:pt x="762000" y="1628775"/>
                </a:lnTo>
                <a:lnTo>
                  <a:pt x="771525" y="1628775"/>
                </a:lnTo>
                <a:lnTo>
                  <a:pt x="771525" y="1619250"/>
                </a:lnTo>
                <a:lnTo>
                  <a:pt x="781050" y="1619250"/>
                </a:lnTo>
                <a:close/>
                <a:moveTo>
                  <a:pt x="714375" y="1619250"/>
                </a:moveTo>
                <a:lnTo>
                  <a:pt x="723900" y="1619250"/>
                </a:lnTo>
                <a:lnTo>
                  <a:pt x="723900" y="1628775"/>
                </a:lnTo>
                <a:lnTo>
                  <a:pt x="714375" y="1628775"/>
                </a:lnTo>
                <a:close/>
                <a:moveTo>
                  <a:pt x="66675" y="1628775"/>
                </a:moveTo>
                <a:lnTo>
                  <a:pt x="85725" y="1628775"/>
                </a:lnTo>
                <a:lnTo>
                  <a:pt x="85725" y="1638300"/>
                </a:lnTo>
                <a:lnTo>
                  <a:pt x="104775" y="1638300"/>
                </a:lnTo>
                <a:lnTo>
                  <a:pt x="104775" y="1657350"/>
                </a:lnTo>
                <a:lnTo>
                  <a:pt x="47625" y="1657350"/>
                </a:lnTo>
                <a:lnTo>
                  <a:pt x="47625" y="1647825"/>
                </a:lnTo>
                <a:lnTo>
                  <a:pt x="57150" y="1647825"/>
                </a:lnTo>
                <a:lnTo>
                  <a:pt x="57150" y="1638300"/>
                </a:lnTo>
                <a:lnTo>
                  <a:pt x="66675" y="1638300"/>
                </a:lnTo>
                <a:close/>
                <a:moveTo>
                  <a:pt x="723900" y="1628775"/>
                </a:moveTo>
                <a:lnTo>
                  <a:pt x="742950" y="1628775"/>
                </a:lnTo>
                <a:lnTo>
                  <a:pt x="742950" y="1638300"/>
                </a:lnTo>
                <a:lnTo>
                  <a:pt x="733425" y="1638300"/>
                </a:lnTo>
                <a:lnTo>
                  <a:pt x="733425" y="1647825"/>
                </a:lnTo>
                <a:lnTo>
                  <a:pt x="714375" y="1647825"/>
                </a:lnTo>
                <a:lnTo>
                  <a:pt x="714375" y="1638300"/>
                </a:lnTo>
                <a:lnTo>
                  <a:pt x="723900" y="1638300"/>
                </a:lnTo>
                <a:close/>
                <a:moveTo>
                  <a:pt x="857250" y="1628775"/>
                </a:moveTo>
                <a:lnTo>
                  <a:pt x="866775" y="1628775"/>
                </a:lnTo>
                <a:lnTo>
                  <a:pt x="866775" y="1638300"/>
                </a:lnTo>
                <a:lnTo>
                  <a:pt x="876300" y="1638300"/>
                </a:lnTo>
                <a:lnTo>
                  <a:pt x="876300" y="1647825"/>
                </a:lnTo>
                <a:lnTo>
                  <a:pt x="847725" y="1647825"/>
                </a:lnTo>
                <a:lnTo>
                  <a:pt x="847725" y="1638300"/>
                </a:lnTo>
                <a:lnTo>
                  <a:pt x="857250" y="1638300"/>
                </a:lnTo>
                <a:close/>
                <a:moveTo>
                  <a:pt x="114300" y="1638300"/>
                </a:moveTo>
                <a:lnTo>
                  <a:pt x="133350" y="1638300"/>
                </a:lnTo>
                <a:lnTo>
                  <a:pt x="133350" y="1657350"/>
                </a:lnTo>
                <a:lnTo>
                  <a:pt x="123825" y="1657350"/>
                </a:lnTo>
                <a:lnTo>
                  <a:pt x="123825" y="1666875"/>
                </a:lnTo>
                <a:lnTo>
                  <a:pt x="114300" y="1666875"/>
                </a:lnTo>
                <a:close/>
                <a:moveTo>
                  <a:pt x="628650" y="1638300"/>
                </a:moveTo>
                <a:lnTo>
                  <a:pt x="657225" y="1638300"/>
                </a:lnTo>
                <a:lnTo>
                  <a:pt x="657225" y="1647825"/>
                </a:lnTo>
                <a:lnTo>
                  <a:pt x="628650" y="1647825"/>
                </a:lnTo>
                <a:close/>
                <a:moveTo>
                  <a:pt x="933450" y="1647825"/>
                </a:moveTo>
                <a:lnTo>
                  <a:pt x="952500" y="1647825"/>
                </a:lnTo>
                <a:lnTo>
                  <a:pt x="952500" y="1657350"/>
                </a:lnTo>
                <a:lnTo>
                  <a:pt x="933450" y="1657350"/>
                </a:lnTo>
                <a:close/>
                <a:moveTo>
                  <a:pt x="962025" y="1647825"/>
                </a:moveTo>
                <a:lnTo>
                  <a:pt x="1028700" y="1647825"/>
                </a:lnTo>
                <a:lnTo>
                  <a:pt x="1028700" y="1657350"/>
                </a:lnTo>
                <a:lnTo>
                  <a:pt x="1047750" y="1657350"/>
                </a:lnTo>
                <a:lnTo>
                  <a:pt x="1047750" y="1647825"/>
                </a:lnTo>
                <a:lnTo>
                  <a:pt x="1123950" y="1647825"/>
                </a:lnTo>
                <a:lnTo>
                  <a:pt x="1123950" y="1657350"/>
                </a:lnTo>
                <a:lnTo>
                  <a:pt x="1114425" y="1657350"/>
                </a:lnTo>
                <a:lnTo>
                  <a:pt x="1114425" y="1666875"/>
                </a:lnTo>
                <a:lnTo>
                  <a:pt x="1085850" y="1666875"/>
                </a:lnTo>
                <a:lnTo>
                  <a:pt x="1085850" y="1657350"/>
                </a:lnTo>
                <a:lnTo>
                  <a:pt x="1076325" y="1657350"/>
                </a:lnTo>
                <a:lnTo>
                  <a:pt x="1076325" y="1666875"/>
                </a:lnTo>
                <a:lnTo>
                  <a:pt x="981075" y="1666875"/>
                </a:lnTo>
                <a:lnTo>
                  <a:pt x="981075" y="1657350"/>
                </a:lnTo>
                <a:lnTo>
                  <a:pt x="962025" y="1657350"/>
                </a:lnTo>
                <a:close/>
                <a:moveTo>
                  <a:pt x="1133475" y="1647825"/>
                </a:moveTo>
                <a:lnTo>
                  <a:pt x="1143000" y="1647825"/>
                </a:lnTo>
                <a:lnTo>
                  <a:pt x="1143000" y="1657350"/>
                </a:lnTo>
                <a:lnTo>
                  <a:pt x="1133475" y="1657350"/>
                </a:lnTo>
                <a:close/>
                <a:moveTo>
                  <a:pt x="1171575" y="1647825"/>
                </a:moveTo>
                <a:lnTo>
                  <a:pt x="1314450" y="1647825"/>
                </a:lnTo>
                <a:lnTo>
                  <a:pt x="1314450" y="1657350"/>
                </a:lnTo>
                <a:lnTo>
                  <a:pt x="1285875" y="1657350"/>
                </a:lnTo>
                <a:lnTo>
                  <a:pt x="1285875" y="1666875"/>
                </a:lnTo>
                <a:lnTo>
                  <a:pt x="1276350" y="1666875"/>
                </a:lnTo>
                <a:lnTo>
                  <a:pt x="1276350" y="1657350"/>
                </a:lnTo>
                <a:lnTo>
                  <a:pt x="1171575" y="1657350"/>
                </a:lnTo>
                <a:close/>
                <a:moveTo>
                  <a:pt x="1323975" y="1647825"/>
                </a:moveTo>
                <a:lnTo>
                  <a:pt x="1333500" y="1647825"/>
                </a:lnTo>
                <a:lnTo>
                  <a:pt x="1333500" y="1657350"/>
                </a:lnTo>
                <a:lnTo>
                  <a:pt x="1323975" y="1657350"/>
                </a:lnTo>
                <a:close/>
                <a:moveTo>
                  <a:pt x="1343025" y="1647825"/>
                </a:moveTo>
                <a:lnTo>
                  <a:pt x="1352550" y="1647825"/>
                </a:lnTo>
                <a:lnTo>
                  <a:pt x="1352550" y="1657350"/>
                </a:lnTo>
                <a:lnTo>
                  <a:pt x="1362075" y="1657350"/>
                </a:lnTo>
                <a:lnTo>
                  <a:pt x="1362075" y="1647825"/>
                </a:lnTo>
                <a:lnTo>
                  <a:pt x="1371600" y="1647825"/>
                </a:lnTo>
                <a:lnTo>
                  <a:pt x="1371600" y="1657350"/>
                </a:lnTo>
                <a:lnTo>
                  <a:pt x="1390650" y="1657350"/>
                </a:lnTo>
                <a:lnTo>
                  <a:pt x="1390650" y="1647825"/>
                </a:lnTo>
                <a:lnTo>
                  <a:pt x="1428750" y="1647825"/>
                </a:lnTo>
                <a:lnTo>
                  <a:pt x="1428750" y="1657350"/>
                </a:lnTo>
                <a:lnTo>
                  <a:pt x="1438275" y="1657350"/>
                </a:lnTo>
                <a:lnTo>
                  <a:pt x="1438275" y="1647825"/>
                </a:lnTo>
                <a:lnTo>
                  <a:pt x="1447800" y="1647825"/>
                </a:lnTo>
                <a:lnTo>
                  <a:pt x="1447800" y="1657350"/>
                </a:lnTo>
                <a:lnTo>
                  <a:pt x="1457325" y="1657350"/>
                </a:lnTo>
                <a:lnTo>
                  <a:pt x="1457325" y="1647825"/>
                </a:lnTo>
                <a:lnTo>
                  <a:pt x="1466850" y="1647825"/>
                </a:lnTo>
                <a:lnTo>
                  <a:pt x="1466850" y="1657350"/>
                </a:lnTo>
                <a:lnTo>
                  <a:pt x="1495425" y="1657350"/>
                </a:lnTo>
                <a:lnTo>
                  <a:pt x="1495425" y="1647825"/>
                </a:lnTo>
                <a:lnTo>
                  <a:pt x="1533525" y="1647825"/>
                </a:lnTo>
                <a:lnTo>
                  <a:pt x="1533525" y="1657350"/>
                </a:lnTo>
                <a:lnTo>
                  <a:pt x="1552575" y="1657350"/>
                </a:lnTo>
                <a:lnTo>
                  <a:pt x="1552575" y="1647825"/>
                </a:lnTo>
                <a:lnTo>
                  <a:pt x="1562100" y="1647825"/>
                </a:lnTo>
                <a:lnTo>
                  <a:pt x="1562100" y="1657350"/>
                </a:lnTo>
                <a:lnTo>
                  <a:pt x="1647825" y="1657350"/>
                </a:lnTo>
                <a:lnTo>
                  <a:pt x="1647825" y="1647825"/>
                </a:lnTo>
                <a:lnTo>
                  <a:pt x="1676400" y="1647825"/>
                </a:lnTo>
                <a:lnTo>
                  <a:pt x="1676400" y="1666875"/>
                </a:lnTo>
                <a:lnTo>
                  <a:pt x="1333500" y="1666875"/>
                </a:lnTo>
                <a:lnTo>
                  <a:pt x="1333500" y="1657350"/>
                </a:lnTo>
                <a:lnTo>
                  <a:pt x="1343025" y="1657350"/>
                </a:lnTo>
                <a:close/>
                <a:moveTo>
                  <a:pt x="28575" y="1657350"/>
                </a:moveTo>
                <a:lnTo>
                  <a:pt x="38100" y="1657350"/>
                </a:lnTo>
                <a:lnTo>
                  <a:pt x="38100" y="1666875"/>
                </a:lnTo>
                <a:lnTo>
                  <a:pt x="28575" y="1666875"/>
                </a:lnTo>
                <a:close/>
                <a:moveTo>
                  <a:pt x="238125" y="1657350"/>
                </a:moveTo>
                <a:lnTo>
                  <a:pt x="276225" y="1657350"/>
                </a:lnTo>
                <a:lnTo>
                  <a:pt x="276225" y="1666875"/>
                </a:lnTo>
                <a:lnTo>
                  <a:pt x="238125" y="1666875"/>
                </a:lnTo>
                <a:close/>
                <a:moveTo>
                  <a:pt x="333375" y="1657350"/>
                </a:moveTo>
                <a:lnTo>
                  <a:pt x="342900" y="1657350"/>
                </a:lnTo>
                <a:lnTo>
                  <a:pt x="342900" y="1666875"/>
                </a:lnTo>
                <a:lnTo>
                  <a:pt x="333375" y="1666875"/>
                </a:lnTo>
                <a:close/>
                <a:moveTo>
                  <a:pt x="1685925" y="1657350"/>
                </a:moveTo>
                <a:lnTo>
                  <a:pt x="1733550" y="1657350"/>
                </a:lnTo>
                <a:lnTo>
                  <a:pt x="1733550" y="1666875"/>
                </a:lnTo>
                <a:lnTo>
                  <a:pt x="1685925" y="1666875"/>
                </a:lnTo>
                <a:close/>
                <a:moveTo>
                  <a:pt x="1762125" y="1657350"/>
                </a:moveTo>
                <a:lnTo>
                  <a:pt x="1781175" y="1657350"/>
                </a:lnTo>
                <a:lnTo>
                  <a:pt x="1781175" y="1666875"/>
                </a:lnTo>
                <a:lnTo>
                  <a:pt x="1762125" y="1666875"/>
                </a:lnTo>
                <a:close/>
              </a:path>
            </a:pathLst>
          </a:custGeom>
          <a:solidFill xmlns:a="http://schemas.openxmlformats.org/drawingml/2006/main">
            <a:srgbClr val="F3EBDD"/>
          </a:solidFill>
          <a:ln xmlns:a="http://schemas.openxmlformats.org/drawingml/2006/main" w="0">
            <a:noFill/>
          </a:ln>
        </p:spPr>
      </p:sp>
      <p:sp>
        <p:nvSpPr>
          <p:cNvPr id="122" name="appearance vector #ece7d9">
            <a:extLst xmlns:a="http://schemas.openxmlformats.org/drawingml/2006/main">
              <a:ext uri="{FF2B5EF4-FFF2-40B4-BE49-F238E27FC236}">
                <a16:creationId xmlns:a16="http://schemas.microsoft.com/office/drawing/2014/main" id="{E86A2BAC-BD1F-47F9-B41E-6D5CF100241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343400" y="5114925"/>
            <a:ext cx="1943100" cy="1666875"/>
          </a:xfrm>
          <a:custGeom xmlns:a="http://schemas.openxmlformats.org/drawingml/2006/main">
            <a:pathLst>
              <a:path w="1943100" h="1666875">
                <a:moveTo>
                  <a:pt x="1828800" y="0"/>
                </a:moveTo>
                <a:lnTo>
                  <a:pt x="1847850" y="0"/>
                </a:lnTo>
                <a:lnTo>
                  <a:pt x="1847850" y="9525"/>
                </a:lnTo>
                <a:lnTo>
                  <a:pt x="1828800" y="9525"/>
                </a:lnTo>
                <a:close/>
                <a:moveTo>
                  <a:pt x="1847850" y="9525"/>
                </a:moveTo>
                <a:lnTo>
                  <a:pt x="1857375" y="9525"/>
                </a:lnTo>
                <a:lnTo>
                  <a:pt x="1857375" y="19050"/>
                </a:lnTo>
                <a:lnTo>
                  <a:pt x="1847850" y="19050"/>
                </a:lnTo>
                <a:close/>
                <a:moveTo>
                  <a:pt x="1866900" y="19050"/>
                </a:moveTo>
                <a:lnTo>
                  <a:pt x="1876425" y="19050"/>
                </a:lnTo>
                <a:lnTo>
                  <a:pt x="1876425" y="28575"/>
                </a:lnTo>
                <a:lnTo>
                  <a:pt x="1866900" y="28575"/>
                </a:lnTo>
                <a:close/>
                <a:moveTo>
                  <a:pt x="1914525" y="66675"/>
                </a:moveTo>
                <a:lnTo>
                  <a:pt x="1924050" y="66675"/>
                </a:lnTo>
                <a:lnTo>
                  <a:pt x="1924050" y="76200"/>
                </a:lnTo>
                <a:lnTo>
                  <a:pt x="1914525" y="76200"/>
                </a:lnTo>
                <a:close/>
                <a:moveTo>
                  <a:pt x="266700" y="171450"/>
                </a:moveTo>
                <a:lnTo>
                  <a:pt x="295275" y="171450"/>
                </a:lnTo>
                <a:lnTo>
                  <a:pt x="295275" y="180975"/>
                </a:lnTo>
                <a:lnTo>
                  <a:pt x="266700" y="180975"/>
                </a:lnTo>
                <a:close/>
                <a:moveTo>
                  <a:pt x="161925" y="180975"/>
                </a:moveTo>
                <a:lnTo>
                  <a:pt x="171450" y="180975"/>
                </a:lnTo>
                <a:lnTo>
                  <a:pt x="171450" y="190500"/>
                </a:lnTo>
                <a:lnTo>
                  <a:pt x="161925" y="190500"/>
                </a:lnTo>
                <a:close/>
                <a:moveTo>
                  <a:pt x="361950" y="180975"/>
                </a:moveTo>
                <a:lnTo>
                  <a:pt x="390525" y="180975"/>
                </a:lnTo>
                <a:lnTo>
                  <a:pt x="390525" y="190500"/>
                </a:lnTo>
                <a:lnTo>
                  <a:pt x="361950" y="190500"/>
                </a:lnTo>
                <a:close/>
                <a:moveTo>
                  <a:pt x="161925" y="276225"/>
                </a:moveTo>
                <a:lnTo>
                  <a:pt x="180975" y="276225"/>
                </a:lnTo>
                <a:lnTo>
                  <a:pt x="180975" y="295275"/>
                </a:lnTo>
                <a:lnTo>
                  <a:pt x="161925" y="295275"/>
                </a:lnTo>
                <a:lnTo>
                  <a:pt x="161925" y="304800"/>
                </a:lnTo>
                <a:lnTo>
                  <a:pt x="152400" y="304800"/>
                </a:lnTo>
                <a:lnTo>
                  <a:pt x="152400" y="314325"/>
                </a:lnTo>
                <a:lnTo>
                  <a:pt x="133350" y="314325"/>
                </a:lnTo>
                <a:lnTo>
                  <a:pt x="133350" y="304800"/>
                </a:lnTo>
                <a:lnTo>
                  <a:pt x="142875" y="304800"/>
                </a:lnTo>
                <a:lnTo>
                  <a:pt x="142875" y="295275"/>
                </a:lnTo>
                <a:lnTo>
                  <a:pt x="152400" y="295275"/>
                </a:lnTo>
                <a:lnTo>
                  <a:pt x="152400" y="285750"/>
                </a:lnTo>
                <a:lnTo>
                  <a:pt x="161925" y="285750"/>
                </a:lnTo>
                <a:close/>
                <a:moveTo>
                  <a:pt x="714375" y="276225"/>
                </a:moveTo>
                <a:lnTo>
                  <a:pt x="962025" y="276225"/>
                </a:lnTo>
                <a:lnTo>
                  <a:pt x="962025" y="295275"/>
                </a:lnTo>
                <a:lnTo>
                  <a:pt x="714375" y="295275"/>
                </a:lnTo>
                <a:close/>
                <a:moveTo>
                  <a:pt x="971550" y="276225"/>
                </a:moveTo>
                <a:lnTo>
                  <a:pt x="1019175" y="276225"/>
                </a:lnTo>
                <a:lnTo>
                  <a:pt x="1019175" y="295275"/>
                </a:lnTo>
                <a:lnTo>
                  <a:pt x="971550" y="295275"/>
                </a:lnTo>
                <a:close/>
                <a:moveTo>
                  <a:pt x="1028700" y="276225"/>
                </a:moveTo>
                <a:lnTo>
                  <a:pt x="1162050" y="276225"/>
                </a:lnTo>
                <a:lnTo>
                  <a:pt x="1162050" y="295275"/>
                </a:lnTo>
                <a:lnTo>
                  <a:pt x="1028700" y="295275"/>
                </a:lnTo>
                <a:close/>
                <a:moveTo>
                  <a:pt x="1171575" y="276225"/>
                </a:moveTo>
                <a:lnTo>
                  <a:pt x="1876425" y="276225"/>
                </a:lnTo>
                <a:lnTo>
                  <a:pt x="1876425" y="285750"/>
                </a:lnTo>
                <a:lnTo>
                  <a:pt x="1885950" y="285750"/>
                </a:lnTo>
                <a:lnTo>
                  <a:pt x="1885950" y="295275"/>
                </a:lnTo>
                <a:lnTo>
                  <a:pt x="1171575" y="295275"/>
                </a:lnTo>
                <a:close/>
                <a:moveTo>
                  <a:pt x="1895475" y="323850"/>
                </a:moveTo>
                <a:lnTo>
                  <a:pt x="1914525" y="323850"/>
                </a:lnTo>
                <a:lnTo>
                  <a:pt x="1914525" y="419100"/>
                </a:lnTo>
                <a:lnTo>
                  <a:pt x="1895475" y="419100"/>
                </a:lnTo>
                <a:close/>
                <a:moveTo>
                  <a:pt x="1543050" y="390525"/>
                </a:moveTo>
                <a:lnTo>
                  <a:pt x="1552575" y="390525"/>
                </a:lnTo>
                <a:lnTo>
                  <a:pt x="1552575" y="400050"/>
                </a:lnTo>
                <a:lnTo>
                  <a:pt x="1543050" y="400050"/>
                </a:lnTo>
                <a:close/>
                <a:moveTo>
                  <a:pt x="1495425" y="419100"/>
                </a:moveTo>
                <a:lnTo>
                  <a:pt x="1514475" y="419100"/>
                </a:lnTo>
                <a:lnTo>
                  <a:pt x="1514475" y="438150"/>
                </a:lnTo>
                <a:lnTo>
                  <a:pt x="1504950" y="438150"/>
                </a:lnTo>
                <a:lnTo>
                  <a:pt x="1504950" y="428625"/>
                </a:lnTo>
                <a:lnTo>
                  <a:pt x="1495425" y="428625"/>
                </a:lnTo>
                <a:close/>
                <a:moveTo>
                  <a:pt x="1047750" y="428625"/>
                </a:moveTo>
                <a:lnTo>
                  <a:pt x="1076325" y="428625"/>
                </a:lnTo>
                <a:lnTo>
                  <a:pt x="1076325" y="438150"/>
                </a:lnTo>
                <a:lnTo>
                  <a:pt x="1047750" y="438150"/>
                </a:lnTo>
                <a:close/>
                <a:moveTo>
                  <a:pt x="1895475" y="438150"/>
                </a:moveTo>
                <a:lnTo>
                  <a:pt x="1914525" y="438150"/>
                </a:lnTo>
                <a:lnTo>
                  <a:pt x="1914525" y="485775"/>
                </a:lnTo>
                <a:lnTo>
                  <a:pt x="1905000" y="485775"/>
                </a:lnTo>
                <a:lnTo>
                  <a:pt x="1905000" y="476250"/>
                </a:lnTo>
                <a:lnTo>
                  <a:pt x="1895475" y="476250"/>
                </a:lnTo>
                <a:close/>
                <a:moveTo>
                  <a:pt x="257175" y="504825"/>
                </a:moveTo>
                <a:lnTo>
                  <a:pt x="295275" y="504825"/>
                </a:lnTo>
                <a:lnTo>
                  <a:pt x="295275" y="533400"/>
                </a:lnTo>
                <a:lnTo>
                  <a:pt x="257175" y="533400"/>
                </a:lnTo>
                <a:close/>
                <a:moveTo>
                  <a:pt x="333375" y="504825"/>
                </a:moveTo>
                <a:lnTo>
                  <a:pt x="342900" y="504825"/>
                </a:lnTo>
                <a:lnTo>
                  <a:pt x="342900" y="533400"/>
                </a:lnTo>
                <a:lnTo>
                  <a:pt x="333375" y="533400"/>
                </a:lnTo>
                <a:close/>
                <a:moveTo>
                  <a:pt x="447675" y="504825"/>
                </a:moveTo>
                <a:lnTo>
                  <a:pt x="495300" y="504825"/>
                </a:lnTo>
                <a:lnTo>
                  <a:pt x="495300" y="533400"/>
                </a:lnTo>
                <a:lnTo>
                  <a:pt x="447675" y="533400"/>
                </a:lnTo>
                <a:close/>
                <a:moveTo>
                  <a:pt x="504825" y="504825"/>
                </a:moveTo>
                <a:lnTo>
                  <a:pt x="514350" y="504825"/>
                </a:lnTo>
                <a:lnTo>
                  <a:pt x="514350" y="533400"/>
                </a:lnTo>
                <a:lnTo>
                  <a:pt x="504825" y="533400"/>
                </a:lnTo>
                <a:close/>
                <a:moveTo>
                  <a:pt x="523875" y="504825"/>
                </a:moveTo>
                <a:lnTo>
                  <a:pt x="552450" y="504825"/>
                </a:lnTo>
                <a:lnTo>
                  <a:pt x="552450" y="533400"/>
                </a:lnTo>
                <a:lnTo>
                  <a:pt x="523875" y="533400"/>
                </a:lnTo>
                <a:close/>
                <a:moveTo>
                  <a:pt x="685800" y="504825"/>
                </a:moveTo>
                <a:lnTo>
                  <a:pt x="695325" y="504825"/>
                </a:lnTo>
                <a:lnTo>
                  <a:pt x="695325" y="514350"/>
                </a:lnTo>
                <a:lnTo>
                  <a:pt x="723900" y="514350"/>
                </a:lnTo>
                <a:lnTo>
                  <a:pt x="723900" y="533400"/>
                </a:lnTo>
                <a:lnTo>
                  <a:pt x="685800" y="533400"/>
                </a:lnTo>
                <a:close/>
                <a:moveTo>
                  <a:pt x="142875" y="514350"/>
                </a:moveTo>
                <a:lnTo>
                  <a:pt x="152400" y="514350"/>
                </a:lnTo>
                <a:lnTo>
                  <a:pt x="152400" y="523875"/>
                </a:lnTo>
                <a:lnTo>
                  <a:pt x="142875" y="523875"/>
                </a:lnTo>
                <a:close/>
                <a:moveTo>
                  <a:pt x="733425" y="514350"/>
                </a:moveTo>
                <a:lnTo>
                  <a:pt x="762000" y="514350"/>
                </a:lnTo>
                <a:lnTo>
                  <a:pt x="762000" y="533400"/>
                </a:lnTo>
                <a:lnTo>
                  <a:pt x="733425" y="533400"/>
                </a:lnTo>
                <a:close/>
                <a:moveTo>
                  <a:pt x="781050" y="514350"/>
                </a:moveTo>
                <a:lnTo>
                  <a:pt x="800100" y="514350"/>
                </a:lnTo>
                <a:lnTo>
                  <a:pt x="800100" y="533400"/>
                </a:lnTo>
                <a:lnTo>
                  <a:pt x="781050" y="533400"/>
                </a:lnTo>
                <a:close/>
                <a:moveTo>
                  <a:pt x="152400" y="523875"/>
                </a:moveTo>
                <a:lnTo>
                  <a:pt x="161925" y="523875"/>
                </a:lnTo>
                <a:lnTo>
                  <a:pt x="161925" y="533400"/>
                </a:lnTo>
                <a:lnTo>
                  <a:pt x="152400" y="533400"/>
                </a:lnTo>
                <a:close/>
                <a:moveTo>
                  <a:pt x="161925" y="723900"/>
                </a:moveTo>
                <a:lnTo>
                  <a:pt x="285750" y="723900"/>
                </a:lnTo>
                <a:lnTo>
                  <a:pt x="285750" y="733425"/>
                </a:lnTo>
                <a:lnTo>
                  <a:pt x="276225" y="733425"/>
                </a:lnTo>
                <a:lnTo>
                  <a:pt x="276225" y="742950"/>
                </a:lnTo>
                <a:lnTo>
                  <a:pt x="228600" y="742950"/>
                </a:lnTo>
                <a:lnTo>
                  <a:pt x="228600" y="733425"/>
                </a:lnTo>
                <a:lnTo>
                  <a:pt x="209550" y="733425"/>
                </a:lnTo>
                <a:lnTo>
                  <a:pt x="209550" y="742950"/>
                </a:lnTo>
                <a:lnTo>
                  <a:pt x="180975" y="742950"/>
                </a:lnTo>
                <a:lnTo>
                  <a:pt x="180975" y="733425"/>
                </a:lnTo>
                <a:lnTo>
                  <a:pt x="171450" y="733425"/>
                </a:lnTo>
                <a:lnTo>
                  <a:pt x="171450" y="742950"/>
                </a:lnTo>
                <a:lnTo>
                  <a:pt x="161925" y="742950"/>
                </a:lnTo>
                <a:lnTo>
                  <a:pt x="161925" y="752475"/>
                </a:lnTo>
                <a:lnTo>
                  <a:pt x="152400" y="752475"/>
                </a:lnTo>
                <a:lnTo>
                  <a:pt x="152400" y="762000"/>
                </a:lnTo>
                <a:lnTo>
                  <a:pt x="142875" y="762000"/>
                </a:lnTo>
                <a:lnTo>
                  <a:pt x="142875" y="790575"/>
                </a:lnTo>
                <a:lnTo>
                  <a:pt x="133350" y="790575"/>
                </a:lnTo>
                <a:lnTo>
                  <a:pt x="133350" y="828675"/>
                </a:lnTo>
                <a:lnTo>
                  <a:pt x="142875" y="828675"/>
                </a:lnTo>
                <a:lnTo>
                  <a:pt x="142875" y="885825"/>
                </a:lnTo>
                <a:lnTo>
                  <a:pt x="161925" y="885825"/>
                </a:lnTo>
                <a:lnTo>
                  <a:pt x="161925" y="876300"/>
                </a:lnTo>
                <a:lnTo>
                  <a:pt x="171450" y="876300"/>
                </a:lnTo>
                <a:lnTo>
                  <a:pt x="171450" y="866775"/>
                </a:lnTo>
                <a:lnTo>
                  <a:pt x="161925" y="866775"/>
                </a:lnTo>
                <a:lnTo>
                  <a:pt x="161925" y="857250"/>
                </a:lnTo>
                <a:lnTo>
                  <a:pt x="171450" y="857250"/>
                </a:lnTo>
                <a:lnTo>
                  <a:pt x="171450" y="866775"/>
                </a:lnTo>
                <a:lnTo>
                  <a:pt x="180975" y="866775"/>
                </a:lnTo>
                <a:lnTo>
                  <a:pt x="180975" y="876300"/>
                </a:lnTo>
                <a:lnTo>
                  <a:pt x="190500" y="876300"/>
                </a:lnTo>
                <a:lnTo>
                  <a:pt x="190500" y="895350"/>
                </a:lnTo>
                <a:lnTo>
                  <a:pt x="200025" y="895350"/>
                </a:lnTo>
                <a:lnTo>
                  <a:pt x="200025" y="904875"/>
                </a:lnTo>
                <a:lnTo>
                  <a:pt x="285750" y="904875"/>
                </a:lnTo>
                <a:lnTo>
                  <a:pt x="285750" y="914400"/>
                </a:lnTo>
                <a:lnTo>
                  <a:pt x="295275" y="914400"/>
                </a:lnTo>
                <a:lnTo>
                  <a:pt x="295275" y="895350"/>
                </a:lnTo>
                <a:lnTo>
                  <a:pt x="276225" y="895350"/>
                </a:lnTo>
                <a:lnTo>
                  <a:pt x="276225" y="800100"/>
                </a:lnTo>
                <a:lnTo>
                  <a:pt x="285750" y="800100"/>
                </a:lnTo>
                <a:lnTo>
                  <a:pt x="285750" y="790575"/>
                </a:lnTo>
                <a:lnTo>
                  <a:pt x="266700" y="790575"/>
                </a:lnTo>
                <a:lnTo>
                  <a:pt x="266700" y="781050"/>
                </a:lnTo>
                <a:lnTo>
                  <a:pt x="276225" y="781050"/>
                </a:lnTo>
                <a:lnTo>
                  <a:pt x="276225" y="771525"/>
                </a:lnTo>
                <a:lnTo>
                  <a:pt x="285750" y="771525"/>
                </a:lnTo>
                <a:lnTo>
                  <a:pt x="285750" y="781050"/>
                </a:lnTo>
                <a:lnTo>
                  <a:pt x="304800" y="781050"/>
                </a:lnTo>
                <a:lnTo>
                  <a:pt x="304800" y="762000"/>
                </a:lnTo>
                <a:lnTo>
                  <a:pt x="323850" y="762000"/>
                </a:lnTo>
                <a:lnTo>
                  <a:pt x="323850" y="752475"/>
                </a:lnTo>
                <a:lnTo>
                  <a:pt x="304800" y="752475"/>
                </a:lnTo>
                <a:lnTo>
                  <a:pt x="304800" y="742950"/>
                </a:lnTo>
                <a:lnTo>
                  <a:pt x="285750" y="742950"/>
                </a:lnTo>
                <a:lnTo>
                  <a:pt x="285750" y="733425"/>
                </a:lnTo>
                <a:lnTo>
                  <a:pt x="323850" y="733425"/>
                </a:lnTo>
                <a:lnTo>
                  <a:pt x="323850" y="742950"/>
                </a:lnTo>
                <a:lnTo>
                  <a:pt x="333375" y="742950"/>
                </a:lnTo>
                <a:lnTo>
                  <a:pt x="333375" y="762000"/>
                </a:lnTo>
                <a:lnTo>
                  <a:pt x="342900" y="762000"/>
                </a:lnTo>
                <a:lnTo>
                  <a:pt x="342900" y="790575"/>
                </a:lnTo>
                <a:lnTo>
                  <a:pt x="333375" y="790575"/>
                </a:lnTo>
                <a:lnTo>
                  <a:pt x="333375" y="933450"/>
                </a:lnTo>
                <a:lnTo>
                  <a:pt x="323850" y="933450"/>
                </a:lnTo>
                <a:lnTo>
                  <a:pt x="323850" y="942975"/>
                </a:lnTo>
                <a:lnTo>
                  <a:pt x="314325" y="942975"/>
                </a:lnTo>
                <a:lnTo>
                  <a:pt x="314325" y="952500"/>
                </a:lnTo>
                <a:lnTo>
                  <a:pt x="228600" y="952500"/>
                </a:lnTo>
                <a:lnTo>
                  <a:pt x="228600" y="942975"/>
                </a:lnTo>
                <a:lnTo>
                  <a:pt x="209550" y="942975"/>
                </a:lnTo>
                <a:lnTo>
                  <a:pt x="209550" y="952500"/>
                </a:lnTo>
                <a:lnTo>
                  <a:pt x="161925" y="952500"/>
                </a:lnTo>
                <a:lnTo>
                  <a:pt x="161925" y="942975"/>
                </a:lnTo>
                <a:lnTo>
                  <a:pt x="152400" y="942975"/>
                </a:lnTo>
                <a:lnTo>
                  <a:pt x="152400" y="933450"/>
                </a:lnTo>
                <a:lnTo>
                  <a:pt x="142875" y="933450"/>
                </a:lnTo>
                <a:lnTo>
                  <a:pt x="142875" y="923925"/>
                </a:lnTo>
                <a:lnTo>
                  <a:pt x="133350" y="923925"/>
                </a:lnTo>
                <a:lnTo>
                  <a:pt x="133350" y="904875"/>
                </a:lnTo>
                <a:lnTo>
                  <a:pt x="123825" y="904875"/>
                </a:lnTo>
                <a:lnTo>
                  <a:pt x="123825" y="771525"/>
                </a:lnTo>
                <a:lnTo>
                  <a:pt x="133350" y="771525"/>
                </a:lnTo>
                <a:lnTo>
                  <a:pt x="133350" y="752475"/>
                </a:lnTo>
                <a:lnTo>
                  <a:pt x="142875" y="752475"/>
                </a:lnTo>
                <a:lnTo>
                  <a:pt x="142875" y="742950"/>
                </a:lnTo>
                <a:lnTo>
                  <a:pt x="152400" y="742950"/>
                </a:lnTo>
                <a:lnTo>
                  <a:pt x="152400" y="733425"/>
                </a:lnTo>
                <a:lnTo>
                  <a:pt x="161925" y="733425"/>
                </a:lnTo>
                <a:close/>
                <a:moveTo>
                  <a:pt x="542925" y="762000"/>
                </a:moveTo>
                <a:lnTo>
                  <a:pt x="561975" y="762000"/>
                </a:lnTo>
                <a:lnTo>
                  <a:pt x="561975" y="771525"/>
                </a:lnTo>
                <a:lnTo>
                  <a:pt x="542925" y="771525"/>
                </a:lnTo>
                <a:close/>
                <a:moveTo>
                  <a:pt x="561975" y="771525"/>
                </a:moveTo>
                <a:lnTo>
                  <a:pt x="571500" y="771525"/>
                </a:lnTo>
                <a:lnTo>
                  <a:pt x="571500" y="781050"/>
                </a:lnTo>
                <a:lnTo>
                  <a:pt x="561975" y="781050"/>
                </a:lnTo>
                <a:close/>
                <a:moveTo>
                  <a:pt x="428625" y="790575"/>
                </a:moveTo>
                <a:lnTo>
                  <a:pt x="438150" y="790575"/>
                </a:lnTo>
                <a:lnTo>
                  <a:pt x="438150" y="800100"/>
                </a:lnTo>
                <a:lnTo>
                  <a:pt x="428625" y="800100"/>
                </a:lnTo>
                <a:close/>
                <a:moveTo>
                  <a:pt x="419100" y="809625"/>
                </a:moveTo>
                <a:lnTo>
                  <a:pt x="428625" y="809625"/>
                </a:lnTo>
                <a:lnTo>
                  <a:pt x="428625" y="819150"/>
                </a:lnTo>
                <a:lnTo>
                  <a:pt x="419100" y="819150"/>
                </a:lnTo>
                <a:close/>
                <a:moveTo>
                  <a:pt x="1828800" y="809625"/>
                </a:moveTo>
                <a:lnTo>
                  <a:pt x="1838325" y="809625"/>
                </a:lnTo>
                <a:lnTo>
                  <a:pt x="1838325" y="819150"/>
                </a:lnTo>
                <a:lnTo>
                  <a:pt x="1828800" y="819150"/>
                </a:lnTo>
                <a:close/>
                <a:moveTo>
                  <a:pt x="523875" y="819150"/>
                </a:moveTo>
                <a:lnTo>
                  <a:pt x="533400" y="819150"/>
                </a:lnTo>
                <a:lnTo>
                  <a:pt x="533400" y="828675"/>
                </a:lnTo>
                <a:lnTo>
                  <a:pt x="523875" y="828675"/>
                </a:lnTo>
                <a:close/>
                <a:moveTo>
                  <a:pt x="1828800" y="857250"/>
                </a:moveTo>
                <a:lnTo>
                  <a:pt x="1838325" y="857250"/>
                </a:lnTo>
                <a:lnTo>
                  <a:pt x="1838325" y="876300"/>
                </a:lnTo>
                <a:lnTo>
                  <a:pt x="1828800" y="876300"/>
                </a:lnTo>
                <a:close/>
                <a:moveTo>
                  <a:pt x="542925" y="885825"/>
                </a:moveTo>
                <a:lnTo>
                  <a:pt x="552450" y="885825"/>
                </a:lnTo>
                <a:lnTo>
                  <a:pt x="552450" y="895350"/>
                </a:lnTo>
                <a:lnTo>
                  <a:pt x="542925" y="895350"/>
                </a:lnTo>
                <a:close/>
                <a:moveTo>
                  <a:pt x="771525" y="885825"/>
                </a:moveTo>
                <a:lnTo>
                  <a:pt x="781050" y="885825"/>
                </a:lnTo>
                <a:lnTo>
                  <a:pt x="781050" y="895350"/>
                </a:lnTo>
                <a:lnTo>
                  <a:pt x="771525" y="895350"/>
                </a:lnTo>
                <a:close/>
                <a:moveTo>
                  <a:pt x="790575" y="885825"/>
                </a:moveTo>
                <a:lnTo>
                  <a:pt x="800100" y="885825"/>
                </a:lnTo>
                <a:lnTo>
                  <a:pt x="800100" y="895350"/>
                </a:lnTo>
                <a:lnTo>
                  <a:pt x="790575" y="895350"/>
                </a:lnTo>
                <a:close/>
                <a:moveTo>
                  <a:pt x="1390650" y="885825"/>
                </a:moveTo>
                <a:lnTo>
                  <a:pt x="1409700" y="885825"/>
                </a:lnTo>
                <a:lnTo>
                  <a:pt x="1409700" y="895350"/>
                </a:lnTo>
                <a:lnTo>
                  <a:pt x="1390650" y="895350"/>
                </a:lnTo>
                <a:close/>
                <a:moveTo>
                  <a:pt x="409575" y="895350"/>
                </a:moveTo>
                <a:lnTo>
                  <a:pt x="419100" y="895350"/>
                </a:lnTo>
                <a:lnTo>
                  <a:pt x="419100" y="933450"/>
                </a:lnTo>
                <a:lnTo>
                  <a:pt x="409575" y="933450"/>
                </a:lnTo>
                <a:lnTo>
                  <a:pt x="409575" y="923925"/>
                </a:lnTo>
                <a:lnTo>
                  <a:pt x="400050" y="923925"/>
                </a:lnTo>
                <a:lnTo>
                  <a:pt x="400050" y="904875"/>
                </a:lnTo>
                <a:lnTo>
                  <a:pt x="409575" y="904875"/>
                </a:lnTo>
                <a:close/>
                <a:moveTo>
                  <a:pt x="1085850" y="895350"/>
                </a:moveTo>
                <a:lnTo>
                  <a:pt x="1104900" y="895350"/>
                </a:lnTo>
                <a:lnTo>
                  <a:pt x="1104900" y="904875"/>
                </a:lnTo>
                <a:lnTo>
                  <a:pt x="1085850" y="904875"/>
                </a:lnTo>
                <a:close/>
                <a:moveTo>
                  <a:pt x="1428750" y="895350"/>
                </a:moveTo>
                <a:lnTo>
                  <a:pt x="1447800" y="895350"/>
                </a:lnTo>
                <a:lnTo>
                  <a:pt x="1447800" y="904875"/>
                </a:lnTo>
                <a:lnTo>
                  <a:pt x="1428750" y="904875"/>
                </a:lnTo>
                <a:close/>
                <a:moveTo>
                  <a:pt x="962025" y="914400"/>
                </a:moveTo>
                <a:lnTo>
                  <a:pt x="971550" y="914400"/>
                </a:lnTo>
                <a:lnTo>
                  <a:pt x="971550" y="933450"/>
                </a:lnTo>
                <a:lnTo>
                  <a:pt x="962025" y="933450"/>
                </a:lnTo>
                <a:close/>
                <a:moveTo>
                  <a:pt x="209550" y="923925"/>
                </a:moveTo>
                <a:lnTo>
                  <a:pt x="219075" y="923925"/>
                </a:lnTo>
                <a:lnTo>
                  <a:pt x="219075" y="914400"/>
                </a:lnTo>
                <a:lnTo>
                  <a:pt x="209550" y="914400"/>
                </a:lnTo>
                <a:close/>
                <a:moveTo>
                  <a:pt x="952500" y="933450"/>
                </a:moveTo>
                <a:lnTo>
                  <a:pt x="962025" y="933450"/>
                </a:lnTo>
                <a:lnTo>
                  <a:pt x="962025" y="942975"/>
                </a:lnTo>
                <a:lnTo>
                  <a:pt x="952500" y="942975"/>
                </a:lnTo>
                <a:close/>
                <a:moveTo>
                  <a:pt x="1447800" y="933450"/>
                </a:moveTo>
                <a:lnTo>
                  <a:pt x="1466850" y="933450"/>
                </a:lnTo>
                <a:lnTo>
                  <a:pt x="1466850" y="942975"/>
                </a:lnTo>
                <a:lnTo>
                  <a:pt x="1447800" y="942975"/>
                </a:lnTo>
                <a:close/>
                <a:moveTo>
                  <a:pt x="990600" y="942975"/>
                </a:moveTo>
                <a:lnTo>
                  <a:pt x="1000125" y="942975"/>
                </a:lnTo>
                <a:lnTo>
                  <a:pt x="1000125" y="952500"/>
                </a:lnTo>
                <a:lnTo>
                  <a:pt x="990600" y="952500"/>
                </a:lnTo>
                <a:close/>
                <a:moveTo>
                  <a:pt x="133350" y="1028700"/>
                </a:moveTo>
                <a:lnTo>
                  <a:pt x="152400" y="1028700"/>
                </a:lnTo>
                <a:lnTo>
                  <a:pt x="152400" y="1047750"/>
                </a:lnTo>
                <a:lnTo>
                  <a:pt x="133350" y="1047750"/>
                </a:lnTo>
                <a:close/>
                <a:moveTo>
                  <a:pt x="704850" y="1028700"/>
                </a:moveTo>
                <a:lnTo>
                  <a:pt x="723900" y="1028700"/>
                </a:lnTo>
                <a:lnTo>
                  <a:pt x="723900" y="1047750"/>
                </a:lnTo>
                <a:lnTo>
                  <a:pt x="704850" y="1047750"/>
                </a:lnTo>
                <a:close/>
                <a:moveTo>
                  <a:pt x="781050" y="1028700"/>
                </a:moveTo>
                <a:lnTo>
                  <a:pt x="800100" y="1028700"/>
                </a:lnTo>
                <a:lnTo>
                  <a:pt x="800100" y="1047750"/>
                </a:lnTo>
                <a:lnTo>
                  <a:pt x="781050" y="1047750"/>
                </a:lnTo>
                <a:close/>
                <a:moveTo>
                  <a:pt x="914400" y="1028700"/>
                </a:moveTo>
                <a:lnTo>
                  <a:pt x="933450" y="1028700"/>
                </a:lnTo>
                <a:lnTo>
                  <a:pt x="933450" y="1047750"/>
                </a:lnTo>
                <a:lnTo>
                  <a:pt x="914400" y="1047750"/>
                </a:lnTo>
                <a:close/>
                <a:moveTo>
                  <a:pt x="1057275" y="1028700"/>
                </a:moveTo>
                <a:lnTo>
                  <a:pt x="1066800" y="1028700"/>
                </a:lnTo>
                <a:lnTo>
                  <a:pt x="1066800" y="1047750"/>
                </a:lnTo>
                <a:lnTo>
                  <a:pt x="1057275" y="1047750"/>
                </a:lnTo>
                <a:close/>
                <a:moveTo>
                  <a:pt x="1085850" y="1028700"/>
                </a:moveTo>
                <a:lnTo>
                  <a:pt x="1104900" y="1028700"/>
                </a:lnTo>
                <a:lnTo>
                  <a:pt x="1104900" y="1047750"/>
                </a:lnTo>
                <a:lnTo>
                  <a:pt x="1085850" y="1047750"/>
                </a:lnTo>
                <a:close/>
                <a:moveTo>
                  <a:pt x="1123950" y="1028700"/>
                </a:moveTo>
                <a:lnTo>
                  <a:pt x="1143000" y="1028700"/>
                </a:lnTo>
                <a:lnTo>
                  <a:pt x="1143000" y="1047750"/>
                </a:lnTo>
                <a:lnTo>
                  <a:pt x="1123950" y="1047750"/>
                </a:lnTo>
                <a:close/>
                <a:moveTo>
                  <a:pt x="1162050" y="1028700"/>
                </a:moveTo>
                <a:lnTo>
                  <a:pt x="1181100" y="1028700"/>
                </a:lnTo>
                <a:lnTo>
                  <a:pt x="1181100" y="1047750"/>
                </a:lnTo>
                <a:lnTo>
                  <a:pt x="1162050" y="1047750"/>
                </a:lnTo>
                <a:close/>
                <a:moveTo>
                  <a:pt x="1200150" y="1028700"/>
                </a:moveTo>
                <a:lnTo>
                  <a:pt x="1219200" y="1028700"/>
                </a:lnTo>
                <a:lnTo>
                  <a:pt x="1219200" y="1047750"/>
                </a:lnTo>
                <a:lnTo>
                  <a:pt x="1200150" y="1047750"/>
                </a:lnTo>
                <a:close/>
                <a:moveTo>
                  <a:pt x="1314450" y="1028700"/>
                </a:moveTo>
                <a:lnTo>
                  <a:pt x="1333500" y="1028700"/>
                </a:lnTo>
                <a:lnTo>
                  <a:pt x="1333500" y="1047750"/>
                </a:lnTo>
                <a:lnTo>
                  <a:pt x="1314450" y="1047750"/>
                </a:lnTo>
                <a:close/>
                <a:moveTo>
                  <a:pt x="1352550" y="1028700"/>
                </a:moveTo>
                <a:lnTo>
                  <a:pt x="1371600" y="1028700"/>
                </a:lnTo>
                <a:lnTo>
                  <a:pt x="1371600" y="1047750"/>
                </a:lnTo>
                <a:lnTo>
                  <a:pt x="1352550" y="1047750"/>
                </a:lnTo>
                <a:close/>
                <a:moveTo>
                  <a:pt x="1466850" y="1028700"/>
                </a:moveTo>
                <a:lnTo>
                  <a:pt x="1485900" y="1028700"/>
                </a:lnTo>
                <a:lnTo>
                  <a:pt x="1485900" y="1047750"/>
                </a:lnTo>
                <a:lnTo>
                  <a:pt x="1466850" y="1047750"/>
                </a:lnTo>
                <a:close/>
                <a:moveTo>
                  <a:pt x="1504950" y="1028700"/>
                </a:moveTo>
                <a:lnTo>
                  <a:pt x="1600200" y="1028700"/>
                </a:lnTo>
                <a:lnTo>
                  <a:pt x="1600200" y="1047750"/>
                </a:lnTo>
                <a:lnTo>
                  <a:pt x="1504950" y="1047750"/>
                </a:lnTo>
                <a:close/>
                <a:moveTo>
                  <a:pt x="161925" y="1171575"/>
                </a:moveTo>
                <a:lnTo>
                  <a:pt x="295275" y="1171575"/>
                </a:lnTo>
                <a:lnTo>
                  <a:pt x="295275" y="1181100"/>
                </a:lnTo>
                <a:lnTo>
                  <a:pt x="314325" y="1181100"/>
                </a:lnTo>
                <a:lnTo>
                  <a:pt x="314325" y="1190625"/>
                </a:lnTo>
                <a:lnTo>
                  <a:pt x="323850" y="1190625"/>
                </a:lnTo>
                <a:lnTo>
                  <a:pt x="323850" y="1200150"/>
                </a:lnTo>
                <a:lnTo>
                  <a:pt x="333375" y="1200150"/>
                </a:lnTo>
                <a:lnTo>
                  <a:pt x="333375" y="1304925"/>
                </a:lnTo>
                <a:lnTo>
                  <a:pt x="342900" y="1304925"/>
                </a:lnTo>
                <a:lnTo>
                  <a:pt x="342900" y="1343025"/>
                </a:lnTo>
                <a:lnTo>
                  <a:pt x="333375" y="1343025"/>
                </a:lnTo>
                <a:lnTo>
                  <a:pt x="333375" y="1314450"/>
                </a:lnTo>
                <a:lnTo>
                  <a:pt x="323850" y="1314450"/>
                </a:lnTo>
                <a:lnTo>
                  <a:pt x="323850" y="1304925"/>
                </a:lnTo>
                <a:lnTo>
                  <a:pt x="304800" y="1304925"/>
                </a:lnTo>
                <a:lnTo>
                  <a:pt x="304800" y="1295400"/>
                </a:lnTo>
                <a:lnTo>
                  <a:pt x="295275" y="1295400"/>
                </a:lnTo>
                <a:lnTo>
                  <a:pt x="295275" y="1257300"/>
                </a:lnTo>
                <a:lnTo>
                  <a:pt x="266700" y="1257300"/>
                </a:lnTo>
                <a:lnTo>
                  <a:pt x="266700" y="1247775"/>
                </a:lnTo>
                <a:lnTo>
                  <a:pt x="257175" y="1247775"/>
                </a:lnTo>
                <a:lnTo>
                  <a:pt x="257175" y="1228725"/>
                </a:lnTo>
                <a:lnTo>
                  <a:pt x="247650" y="1228725"/>
                </a:lnTo>
                <a:lnTo>
                  <a:pt x="247650" y="1219200"/>
                </a:lnTo>
                <a:lnTo>
                  <a:pt x="219075" y="1219200"/>
                </a:lnTo>
                <a:lnTo>
                  <a:pt x="219075" y="1209675"/>
                </a:lnTo>
                <a:lnTo>
                  <a:pt x="209550" y="1209675"/>
                </a:lnTo>
                <a:lnTo>
                  <a:pt x="209550" y="1200150"/>
                </a:lnTo>
                <a:lnTo>
                  <a:pt x="228600" y="1200150"/>
                </a:lnTo>
                <a:lnTo>
                  <a:pt x="228600" y="1190625"/>
                </a:lnTo>
                <a:lnTo>
                  <a:pt x="219075" y="1190625"/>
                </a:lnTo>
                <a:lnTo>
                  <a:pt x="219075" y="1181100"/>
                </a:lnTo>
                <a:lnTo>
                  <a:pt x="161925" y="1181100"/>
                </a:lnTo>
                <a:close/>
                <a:moveTo>
                  <a:pt x="142875" y="1181100"/>
                </a:moveTo>
                <a:lnTo>
                  <a:pt x="152400" y="1181100"/>
                </a:lnTo>
                <a:lnTo>
                  <a:pt x="152400" y="1190625"/>
                </a:lnTo>
                <a:lnTo>
                  <a:pt x="142875" y="1190625"/>
                </a:lnTo>
                <a:close/>
                <a:moveTo>
                  <a:pt x="133350" y="1190625"/>
                </a:moveTo>
                <a:lnTo>
                  <a:pt x="142875" y="1190625"/>
                </a:lnTo>
                <a:lnTo>
                  <a:pt x="142875" y="1200150"/>
                </a:lnTo>
                <a:lnTo>
                  <a:pt x="133350" y="1200150"/>
                </a:lnTo>
                <a:close/>
                <a:moveTo>
                  <a:pt x="695325" y="1190625"/>
                </a:moveTo>
                <a:lnTo>
                  <a:pt x="704850" y="1190625"/>
                </a:lnTo>
                <a:lnTo>
                  <a:pt x="704850" y="1200150"/>
                </a:lnTo>
                <a:lnTo>
                  <a:pt x="695325" y="1200150"/>
                </a:lnTo>
                <a:close/>
                <a:moveTo>
                  <a:pt x="123825" y="1219200"/>
                </a:moveTo>
                <a:lnTo>
                  <a:pt x="133350" y="1219200"/>
                </a:lnTo>
                <a:lnTo>
                  <a:pt x="133350" y="1238250"/>
                </a:lnTo>
                <a:lnTo>
                  <a:pt x="142875" y="1238250"/>
                </a:lnTo>
                <a:lnTo>
                  <a:pt x="142875" y="1276350"/>
                </a:lnTo>
                <a:lnTo>
                  <a:pt x="152400" y="1276350"/>
                </a:lnTo>
                <a:lnTo>
                  <a:pt x="152400" y="1266825"/>
                </a:lnTo>
                <a:lnTo>
                  <a:pt x="161925" y="1266825"/>
                </a:lnTo>
                <a:lnTo>
                  <a:pt x="161925" y="1285875"/>
                </a:lnTo>
                <a:lnTo>
                  <a:pt x="171450" y="1285875"/>
                </a:lnTo>
                <a:lnTo>
                  <a:pt x="171450" y="1343025"/>
                </a:lnTo>
                <a:lnTo>
                  <a:pt x="161925" y="1343025"/>
                </a:lnTo>
                <a:lnTo>
                  <a:pt x="161925" y="1362075"/>
                </a:lnTo>
                <a:lnTo>
                  <a:pt x="152400" y="1362075"/>
                </a:lnTo>
                <a:lnTo>
                  <a:pt x="152400" y="1343025"/>
                </a:lnTo>
                <a:lnTo>
                  <a:pt x="142875" y="1343025"/>
                </a:lnTo>
                <a:lnTo>
                  <a:pt x="142875" y="1362075"/>
                </a:lnTo>
                <a:lnTo>
                  <a:pt x="152400" y="1362075"/>
                </a:lnTo>
                <a:lnTo>
                  <a:pt x="152400" y="1371600"/>
                </a:lnTo>
                <a:lnTo>
                  <a:pt x="171450" y="1371600"/>
                </a:lnTo>
                <a:lnTo>
                  <a:pt x="171450" y="1362075"/>
                </a:lnTo>
                <a:lnTo>
                  <a:pt x="200025" y="1362075"/>
                </a:lnTo>
                <a:lnTo>
                  <a:pt x="200025" y="1381125"/>
                </a:lnTo>
                <a:lnTo>
                  <a:pt x="266700" y="1381125"/>
                </a:lnTo>
                <a:lnTo>
                  <a:pt x="266700" y="1390650"/>
                </a:lnTo>
                <a:lnTo>
                  <a:pt x="161925" y="1390650"/>
                </a:lnTo>
                <a:lnTo>
                  <a:pt x="161925" y="1381125"/>
                </a:lnTo>
                <a:lnTo>
                  <a:pt x="142875" y="1381125"/>
                </a:lnTo>
                <a:lnTo>
                  <a:pt x="142875" y="1371600"/>
                </a:lnTo>
                <a:lnTo>
                  <a:pt x="133350" y="1371600"/>
                </a:lnTo>
                <a:lnTo>
                  <a:pt x="133350" y="1285875"/>
                </a:lnTo>
                <a:lnTo>
                  <a:pt x="123825" y="1285875"/>
                </a:lnTo>
                <a:close/>
                <a:moveTo>
                  <a:pt x="438150" y="1323975"/>
                </a:moveTo>
                <a:lnTo>
                  <a:pt x="447675" y="1323975"/>
                </a:lnTo>
                <a:lnTo>
                  <a:pt x="447675" y="1333500"/>
                </a:lnTo>
                <a:lnTo>
                  <a:pt x="438150" y="1333500"/>
                </a:lnTo>
                <a:close/>
                <a:moveTo>
                  <a:pt x="914400" y="1323975"/>
                </a:moveTo>
                <a:lnTo>
                  <a:pt x="923925" y="1323975"/>
                </a:lnTo>
                <a:lnTo>
                  <a:pt x="923925" y="1333500"/>
                </a:lnTo>
                <a:lnTo>
                  <a:pt x="914400" y="1333500"/>
                </a:lnTo>
                <a:close/>
                <a:moveTo>
                  <a:pt x="1085850" y="1323975"/>
                </a:moveTo>
                <a:lnTo>
                  <a:pt x="1104900" y="1323975"/>
                </a:lnTo>
                <a:lnTo>
                  <a:pt x="1104900" y="1333500"/>
                </a:lnTo>
                <a:lnTo>
                  <a:pt x="1085850" y="1333500"/>
                </a:lnTo>
                <a:close/>
                <a:moveTo>
                  <a:pt x="409575" y="1333500"/>
                </a:moveTo>
                <a:lnTo>
                  <a:pt x="419100" y="1333500"/>
                </a:lnTo>
                <a:lnTo>
                  <a:pt x="419100" y="1343025"/>
                </a:lnTo>
                <a:lnTo>
                  <a:pt x="409575" y="1343025"/>
                </a:lnTo>
                <a:close/>
                <a:moveTo>
                  <a:pt x="447675" y="1333500"/>
                </a:moveTo>
                <a:lnTo>
                  <a:pt x="466725" y="1333500"/>
                </a:lnTo>
                <a:lnTo>
                  <a:pt x="466725" y="1343025"/>
                </a:lnTo>
                <a:lnTo>
                  <a:pt x="447675" y="1343025"/>
                </a:lnTo>
                <a:close/>
                <a:moveTo>
                  <a:pt x="942975" y="1333500"/>
                </a:moveTo>
                <a:lnTo>
                  <a:pt x="962025" y="1333500"/>
                </a:lnTo>
                <a:lnTo>
                  <a:pt x="962025" y="1343025"/>
                </a:lnTo>
                <a:lnTo>
                  <a:pt x="942975" y="1343025"/>
                </a:lnTo>
                <a:close/>
                <a:moveTo>
                  <a:pt x="990600" y="1333500"/>
                </a:moveTo>
                <a:lnTo>
                  <a:pt x="1000125" y="1333500"/>
                </a:lnTo>
                <a:lnTo>
                  <a:pt x="1000125" y="1343025"/>
                </a:lnTo>
                <a:lnTo>
                  <a:pt x="990600" y="1343025"/>
                </a:lnTo>
                <a:close/>
                <a:moveTo>
                  <a:pt x="1076325" y="1333500"/>
                </a:moveTo>
                <a:lnTo>
                  <a:pt x="1085850" y="1333500"/>
                </a:lnTo>
                <a:lnTo>
                  <a:pt x="1085850" y="1343025"/>
                </a:lnTo>
                <a:lnTo>
                  <a:pt x="1076325" y="1343025"/>
                </a:lnTo>
                <a:close/>
                <a:moveTo>
                  <a:pt x="1114425" y="1333500"/>
                </a:moveTo>
                <a:lnTo>
                  <a:pt x="1133475" y="1333500"/>
                </a:lnTo>
                <a:lnTo>
                  <a:pt x="1133475" y="1343025"/>
                </a:lnTo>
                <a:lnTo>
                  <a:pt x="1114425" y="1343025"/>
                </a:lnTo>
                <a:close/>
                <a:moveTo>
                  <a:pt x="1181100" y="1333500"/>
                </a:moveTo>
                <a:lnTo>
                  <a:pt x="1200150" y="1333500"/>
                </a:lnTo>
                <a:lnTo>
                  <a:pt x="1200150" y="1343025"/>
                </a:lnTo>
                <a:lnTo>
                  <a:pt x="1181100" y="1343025"/>
                </a:lnTo>
                <a:close/>
                <a:moveTo>
                  <a:pt x="1219200" y="1333500"/>
                </a:moveTo>
                <a:lnTo>
                  <a:pt x="1238250" y="1333500"/>
                </a:lnTo>
                <a:lnTo>
                  <a:pt x="1238250" y="1343025"/>
                </a:lnTo>
                <a:lnTo>
                  <a:pt x="1219200" y="1343025"/>
                </a:lnTo>
                <a:close/>
                <a:moveTo>
                  <a:pt x="1371600" y="1333500"/>
                </a:moveTo>
                <a:lnTo>
                  <a:pt x="1390650" y="1333500"/>
                </a:lnTo>
                <a:lnTo>
                  <a:pt x="1390650" y="1343025"/>
                </a:lnTo>
                <a:lnTo>
                  <a:pt x="1371600" y="1343025"/>
                </a:lnTo>
                <a:close/>
                <a:moveTo>
                  <a:pt x="400050" y="1343025"/>
                </a:moveTo>
                <a:lnTo>
                  <a:pt x="409575" y="1343025"/>
                </a:lnTo>
                <a:lnTo>
                  <a:pt x="409575" y="1362075"/>
                </a:lnTo>
                <a:lnTo>
                  <a:pt x="400050" y="1362075"/>
                </a:lnTo>
                <a:close/>
                <a:moveTo>
                  <a:pt x="1171575" y="1343025"/>
                </a:moveTo>
                <a:lnTo>
                  <a:pt x="1181100" y="1343025"/>
                </a:lnTo>
                <a:lnTo>
                  <a:pt x="1181100" y="1352550"/>
                </a:lnTo>
                <a:lnTo>
                  <a:pt x="1171575" y="1352550"/>
                </a:lnTo>
                <a:close/>
                <a:moveTo>
                  <a:pt x="323850" y="1362075"/>
                </a:moveTo>
                <a:lnTo>
                  <a:pt x="333375" y="1362075"/>
                </a:lnTo>
                <a:lnTo>
                  <a:pt x="333375" y="1371600"/>
                </a:lnTo>
                <a:lnTo>
                  <a:pt x="323850" y="1371600"/>
                </a:lnTo>
                <a:close/>
                <a:moveTo>
                  <a:pt x="314325" y="1371600"/>
                </a:moveTo>
                <a:lnTo>
                  <a:pt x="323850" y="1371600"/>
                </a:lnTo>
                <a:lnTo>
                  <a:pt x="323850" y="1381125"/>
                </a:lnTo>
                <a:lnTo>
                  <a:pt x="314325" y="1381125"/>
                </a:lnTo>
                <a:close/>
                <a:moveTo>
                  <a:pt x="438150" y="1371600"/>
                </a:moveTo>
                <a:lnTo>
                  <a:pt x="447675" y="1371600"/>
                </a:lnTo>
                <a:lnTo>
                  <a:pt x="447675" y="1381125"/>
                </a:lnTo>
                <a:lnTo>
                  <a:pt x="438150" y="1381125"/>
                </a:lnTo>
                <a:close/>
                <a:moveTo>
                  <a:pt x="561975" y="1371600"/>
                </a:moveTo>
                <a:lnTo>
                  <a:pt x="571500" y="1371600"/>
                </a:lnTo>
                <a:lnTo>
                  <a:pt x="571500" y="1381125"/>
                </a:lnTo>
                <a:lnTo>
                  <a:pt x="561975" y="1381125"/>
                </a:lnTo>
                <a:close/>
                <a:moveTo>
                  <a:pt x="971550" y="1371600"/>
                </a:moveTo>
                <a:lnTo>
                  <a:pt x="1000125" y="1371600"/>
                </a:lnTo>
                <a:lnTo>
                  <a:pt x="1000125" y="1381125"/>
                </a:lnTo>
                <a:lnTo>
                  <a:pt x="971550" y="1381125"/>
                </a:lnTo>
                <a:close/>
                <a:moveTo>
                  <a:pt x="1152525" y="1371600"/>
                </a:moveTo>
                <a:lnTo>
                  <a:pt x="1181100" y="1371600"/>
                </a:lnTo>
                <a:lnTo>
                  <a:pt x="1181100" y="1381125"/>
                </a:lnTo>
                <a:lnTo>
                  <a:pt x="1152525" y="1381125"/>
                </a:lnTo>
                <a:close/>
                <a:moveTo>
                  <a:pt x="276225" y="1381125"/>
                </a:moveTo>
                <a:lnTo>
                  <a:pt x="304800" y="1381125"/>
                </a:lnTo>
                <a:lnTo>
                  <a:pt x="304800" y="1390650"/>
                </a:lnTo>
                <a:lnTo>
                  <a:pt x="276225" y="1390650"/>
                </a:lnTo>
                <a:close/>
                <a:moveTo>
                  <a:pt x="133350" y="1466850"/>
                </a:moveTo>
                <a:lnTo>
                  <a:pt x="142875" y="1466850"/>
                </a:lnTo>
                <a:lnTo>
                  <a:pt x="142875" y="1485900"/>
                </a:lnTo>
                <a:lnTo>
                  <a:pt x="133350" y="1485900"/>
                </a:lnTo>
                <a:close/>
                <a:moveTo>
                  <a:pt x="1914525" y="1590675"/>
                </a:moveTo>
                <a:lnTo>
                  <a:pt x="1924050" y="1590675"/>
                </a:lnTo>
                <a:lnTo>
                  <a:pt x="1924050" y="1600200"/>
                </a:lnTo>
                <a:lnTo>
                  <a:pt x="1914525" y="1600200"/>
                </a:lnTo>
                <a:close/>
                <a:moveTo>
                  <a:pt x="171450" y="1609725"/>
                </a:moveTo>
                <a:lnTo>
                  <a:pt x="295275" y="1609725"/>
                </a:lnTo>
                <a:lnTo>
                  <a:pt x="295275" y="1619250"/>
                </a:lnTo>
                <a:lnTo>
                  <a:pt x="314325" y="1619250"/>
                </a:lnTo>
                <a:lnTo>
                  <a:pt x="314325" y="1628775"/>
                </a:lnTo>
                <a:lnTo>
                  <a:pt x="323850" y="1628775"/>
                </a:lnTo>
                <a:lnTo>
                  <a:pt x="323850" y="1638300"/>
                </a:lnTo>
                <a:lnTo>
                  <a:pt x="333375" y="1638300"/>
                </a:lnTo>
                <a:lnTo>
                  <a:pt x="333375" y="1666875"/>
                </a:lnTo>
                <a:lnTo>
                  <a:pt x="276225" y="1666875"/>
                </a:lnTo>
                <a:lnTo>
                  <a:pt x="276225" y="1657350"/>
                </a:lnTo>
                <a:lnTo>
                  <a:pt x="285750" y="1657350"/>
                </a:lnTo>
                <a:lnTo>
                  <a:pt x="285750" y="1638300"/>
                </a:lnTo>
                <a:lnTo>
                  <a:pt x="266700" y="1638300"/>
                </a:lnTo>
                <a:lnTo>
                  <a:pt x="266700" y="1628775"/>
                </a:lnTo>
                <a:lnTo>
                  <a:pt x="209550" y="1628775"/>
                </a:lnTo>
                <a:lnTo>
                  <a:pt x="209550" y="1619250"/>
                </a:lnTo>
                <a:lnTo>
                  <a:pt x="200025" y="1619250"/>
                </a:lnTo>
                <a:lnTo>
                  <a:pt x="200025" y="1628775"/>
                </a:lnTo>
                <a:lnTo>
                  <a:pt x="152400" y="1628775"/>
                </a:lnTo>
                <a:lnTo>
                  <a:pt x="152400" y="1638300"/>
                </a:lnTo>
                <a:lnTo>
                  <a:pt x="142875" y="1638300"/>
                </a:lnTo>
                <a:lnTo>
                  <a:pt x="142875" y="1666875"/>
                </a:lnTo>
                <a:lnTo>
                  <a:pt x="123825" y="1666875"/>
                </a:lnTo>
                <a:lnTo>
                  <a:pt x="123825" y="1657350"/>
                </a:lnTo>
                <a:lnTo>
                  <a:pt x="133350" y="1657350"/>
                </a:lnTo>
                <a:lnTo>
                  <a:pt x="133350" y="1628775"/>
                </a:lnTo>
                <a:lnTo>
                  <a:pt x="142875" y="1628775"/>
                </a:lnTo>
                <a:lnTo>
                  <a:pt x="142875" y="1619250"/>
                </a:lnTo>
                <a:lnTo>
                  <a:pt x="171450" y="1619250"/>
                </a:lnTo>
                <a:close/>
                <a:moveTo>
                  <a:pt x="1905000" y="1609725"/>
                </a:moveTo>
                <a:lnTo>
                  <a:pt x="1914525" y="1609725"/>
                </a:lnTo>
                <a:lnTo>
                  <a:pt x="1914525" y="1619250"/>
                </a:lnTo>
                <a:lnTo>
                  <a:pt x="1905000" y="1619250"/>
                </a:lnTo>
                <a:close/>
                <a:moveTo>
                  <a:pt x="752475" y="1628775"/>
                </a:moveTo>
                <a:lnTo>
                  <a:pt x="762000" y="1628775"/>
                </a:lnTo>
                <a:lnTo>
                  <a:pt x="762000" y="1638300"/>
                </a:lnTo>
                <a:lnTo>
                  <a:pt x="752475" y="1638300"/>
                </a:lnTo>
                <a:close/>
                <a:moveTo>
                  <a:pt x="190500" y="1647825"/>
                </a:moveTo>
                <a:lnTo>
                  <a:pt x="228600" y="1647825"/>
                </a:lnTo>
                <a:lnTo>
                  <a:pt x="228600" y="1657350"/>
                </a:lnTo>
                <a:lnTo>
                  <a:pt x="238125" y="1657350"/>
                </a:lnTo>
                <a:lnTo>
                  <a:pt x="238125" y="1666875"/>
                </a:lnTo>
                <a:lnTo>
                  <a:pt x="161925" y="1666875"/>
                </a:lnTo>
                <a:lnTo>
                  <a:pt x="161925" y="1657350"/>
                </a:lnTo>
                <a:lnTo>
                  <a:pt x="190500" y="1657350"/>
                </a:lnTo>
                <a:close/>
                <a:moveTo>
                  <a:pt x="247650" y="1647825"/>
                </a:moveTo>
                <a:lnTo>
                  <a:pt x="266700" y="1647825"/>
                </a:lnTo>
                <a:lnTo>
                  <a:pt x="266700" y="1657350"/>
                </a:lnTo>
                <a:lnTo>
                  <a:pt x="247650" y="1657350"/>
                </a:lnTo>
                <a:close/>
                <a:moveTo>
                  <a:pt x="847725" y="1647825"/>
                </a:moveTo>
                <a:lnTo>
                  <a:pt x="866775" y="1647825"/>
                </a:lnTo>
                <a:lnTo>
                  <a:pt x="866775" y="1657350"/>
                </a:lnTo>
                <a:lnTo>
                  <a:pt x="847725" y="1657350"/>
                </a:lnTo>
                <a:close/>
                <a:moveTo>
                  <a:pt x="1866900" y="1647825"/>
                </a:moveTo>
                <a:lnTo>
                  <a:pt x="1876425" y="1647825"/>
                </a:lnTo>
                <a:lnTo>
                  <a:pt x="1876425" y="1657350"/>
                </a:lnTo>
                <a:lnTo>
                  <a:pt x="1866900" y="1657350"/>
                </a:lnTo>
                <a:close/>
                <a:moveTo>
                  <a:pt x="1857375" y="1657350"/>
                </a:moveTo>
                <a:lnTo>
                  <a:pt x="1866900" y="1657350"/>
                </a:lnTo>
                <a:lnTo>
                  <a:pt x="1866900" y="1666875"/>
                </a:lnTo>
                <a:lnTo>
                  <a:pt x="1857375" y="1666875"/>
                </a:lnTo>
                <a:close/>
              </a:path>
            </a:pathLst>
          </a:custGeom>
          <a:solidFill xmlns:a="http://schemas.openxmlformats.org/drawingml/2006/main">
            <a:srgbClr val="ECE7D9"/>
          </a:solidFill>
          <a:ln xmlns:a="http://schemas.openxmlformats.org/drawingml/2006/main" w="0">
            <a:noFill/>
          </a:ln>
        </p:spPr>
      </p:sp>
      <p:sp>
        <p:nvSpPr>
          <p:cNvPr id="123" name="appearance vector #e6e4d8">
            <a:extLst xmlns:a="http://schemas.openxmlformats.org/drawingml/2006/main">
              <a:ext uri="{FF2B5EF4-FFF2-40B4-BE49-F238E27FC236}">
                <a16:creationId xmlns:a16="http://schemas.microsoft.com/office/drawing/2014/main" id="{C54464BA-A2B2-4D01-BC0D-BEAE1DF144B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343400" y="5114925"/>
            <a:ext cx="1943100" cy="1666875"/>
          </a:xfrm>
          <a:custGeom xmlns:a="http://schemas.openxmlformats.org/drawingml/2006/main">
            <a:pathLst>
              <a:path w="1943100" h="1666875">
                <a:moveTo>
                  <a:pt x="1914525" y="9525"/>
                </a:moveTo>
                <a:lnTo>
                  <a:pt x="1924050" y="9525"/>
                </a:lnTo>
                <a:lnTo>
                  <a:pt x="1924050" y="19050"/>
                </a:lnTo>
                <a:lnTo>
                  <a:pt x="1914525" y="19050"/>
                </a:lnTo>
                <a:close/>
                <a:moveTo>
                  <a:pt x="1924050" y="19050"/>
                </a:moveTo>
                <a:lnTo>
                  <a:pt x="1933575" y="19050"/>
                </a:lnTo>
                <a:lnTo>
                  <a:pt x="1933575" y="28575"/>
                </a:lnTo>
                <a:lnTo>
                  <a:pt x="1924050" y="28575"/>
                </a:lnTo>
                <a:close/>
                <a:moveTo>
                  <a:pt x="1933575" y="28575"/>
                </a:moveTo>
                <a:lnTo>
                  <a:pt x="1943100" y="28575"/>
                </a:lnTo>
                <a:lnTo>
                  <a:pt x="1943100" y="38100"/>
                </a:lnTo>
                <a:lnTo>
                  <a:pt x="1933575" y="38100"/>
                </a:lnTo>
                <a:close/>
                <a:moveTo>
                  <a:pt x="180975" y="180975"/>
                </a:moveTo>
                <a:lnTo>
                  <a:pt x="200025" y="180975"/>
                </a:lnTo>
                <a:lnTo>
                  <a:pt x="200025" y="190500"/>
                </a:lnTo>
                <a:lnTo>
                  <a:pt x="180975" y="190500"/>
                </a:lnTo>
                <a:close/>
                <a:moveTo>
                  <a:pt x="238125" y="180975"/>
                </a:moveTo>
                <a:lnTo>
                  <a:pt x="257175" y="180975"/>
                </a:lnTo>
                <a:lnTo>
                  <a:pt x="257175" y="190500"/>
                </a:lnTo>
                <a:lnTo>
                  <a:pt x="238125" y="190500"/>
                </a:lnTo>
                <a:close/>
                <a:moveTo>
                  <a:pt x="295275" y="180975"/>
                </a:moveTo>
                <a:lnTo>
                  <a:pt x="361950" y="180975"/>
                </a:lnTo>
                <a:lnTo>
                  <a:pt x="361950" y="190500"/>
                </a:lnTo>
                <a:lnTo>
                  <a:pt x="295275" y="190500"/>
                </a:lnTo>
                <a:close/>
                <a:moveTo>
                  <a:pt x="142875" y="219075"/>
                </a:moveTo>
                <a:lnTo>
                  <a:pt x="161925" y="219075"/>
                </a:lnTo>
                <a:lnTo>
                  <a:pt x="161925" y="228600"/>
                </a:lnTo>
                <a:lnTo>
                  <a:pt x="142875" y="228600"/>
                </a:lnTo>
                <a:close/>
                <a:moveTo>
                  <a:pt x="371475" y="219075"/>
                </a:moveTo>
                <a:lnTo>
                  <a:pt x="381000" y="219075"/>
                </a:lnTo>
                <a:lnTo>
                  <a:pt x="381000" y="228600"/>
                </a:lnTo>
                <a:lnTo>
                  <a:pt x="371475" y="228600"/>
                </a:lnTo>
                <a:close/>
                <a:moveTo>
                  <a:pt x="161925" y="228600"/>
                </a:moveTo>
                <a:lnTo>
                  <a:pt x="171450" y="228600"/>
                </a:lnTo>
                <a:lnTo>
                  <a:pt x="171450" y="238125"/>
                </a:lnTo>
                <a:lnTo>
                  <a:pt x="161925" y="238125"/>
                </a:lnTo>
                <a:close/>
                <a:moveTo>
                  <a:pt x="190500" y="228600"/>
                </a:moveTo>
                <a:lnTo>
                  <a:pt x="200025" y="228600"/>
                </a:lnTo>
                <a:lnTo>
                  <a:pt x="200025" y="238125"/>
                </a:lnTo>
                <a:lnTo>
                  <a:pt x="190500" y="238125"/>
                </a:lnTo>
                <a:close/>
                <a:moveTo>
                  <a:pt x="409575" y="276225"/>
                </a:moveTo>
                <a:lnTo>
                  <a:pt x="476250" y="276225"/>
                </a:lnTo>
                <a:lnTo>
                  <a:pt x="476250" y="285750"/>
                </a:lnTo>
                <a:lnTo>
                  <a:pt x="495300" y="285750"/>
                </a:lnTo>
                <a:lnTo>
                  <a:pt x="495300" y="276225"/>
                </a:lnTo>
                <a:lnTo>
                  <a:pt x="552450" y="276225"/>
                </a:lnTo>
                <a:lnTo>
                  <a:pt x="552450" y="304800"/>
                </a:lnTo>
                <a:lnTo>
                  <a:pt x="400050" y="304800"/>
                </a:lnTo>
                <a:lnTo>
                  <a:pt x="400050" y="285750"/>
                </a:lnTo>
                <a:lnTo>
                  <a:pt x="409575" y="285750"/>
                </a:lnTo>
                <a:close/>
                <a:moveTo>
                  <a:pt x="1162050" y="276225"/>
                </a:moveTo>
                <a:lnTo>
                  <a:pt x="1171575" y="276225"/>
                </a:lnTo>
                <a:lnTo>
                  <a:pt x="1171575" y="295275"/>
                </a:lnTo>
                <a:lnTo>
                  <a:pt x="1162050" y="295275"/>
                </a:lnTo>
                <a:close/>
                <a:moveTo>
                  <a:pt x="161925" y="295275"/>
                </a:moveTo>
                <a:lnTo>
                  <a:pt x="180975" y="295275"/>
                </a:lnTo>
                <a:lnTo>
                  <a:pt x="180975" y="304800"/>
                </a:lnTo>
                <a:lnTo>
                  <a:pt x="171450" y="304800"/>
                </a:lnTo>
                <a:lnTo>
                  <a:pt x="171450" y="314325"/>
                </a:lnTo>
                <a:lnTo>
                  <a:pt x="161925" y="314325"/>
                </a:lnTo>
                <a:close/>
                <a:moveTo>
                  <a:pt x="152400" y="314325"/>
                </a:moveTo>
                <a:lnTo>
                  <a:pt x="161925" y="314325"/>
                </a:lnTo>
                <a:lnTo>
                  <a:pt x="161925" y="323850"/>
                </a:lnTo>
                <a:lnTo>
                  <a:pt x="152400" y="323850"/>
                </a:lnTo>
                <a:close/>
                <a:moveTo>
                  <a:pt x="133350" y="323850"/>
                </a:moveTo>
                <a:lnTo>
                  <a:pt x="152400" y="323850"/>
                </a:lnTo>
                <a:lnTo>
                  <a:pt x="152400" y="466725"/>
                </a:lnTo>
                <a:lnTo>
                  <a:pt x="133350" y="466725"/>
                </a:lnTo>
                <a:close/>
                <a:moveTo>
                  <a:pt x="1457325" y="371475"/>
                </a:moveTo>
                <a:lnTo>
                  <a:pt x="1466850" y="371475"/>
                </a:lnTo>
                <a:lnTo>
                  <a:pt x="1466850" y="447675"/>
                </a:lnTo>
                <a:lnTo>
                  <a:pt x="1457325" y="447675"/>
                </a:lnTo>
                <a:lnTo>
                  <a:pt x="1457325" y="438150"/>
                </a:lnTo>
                <a:lnTo>
                  <a:pt x="1447800" y="438150"/>
                </a:lnTo>
                <a:lnTo>
                  <a:pt x="1447800" y="381000"/>
                </a:lnTo>
                <a:lnTo>
                  <a:pt x="1457325" y="381000"/>
                </a:lnTo>
                <a:close/>
                <a:moveTo>
                  <a:pt x="866775" y="381000"/>
                </a:moveTo>
                <a:lnTo>
                  <a:pt x="876300" y="381000"/>
                </a:lnTo>
                <a:lnTo>
                  <a:pt x="876300" y="400050"/>
                </a:lnTo>
                <a:lnTo>
                  <a:pt x="866775" y="400050"/>
                </a:lnTo>
                <a:close/>
                <a:moveTo>
                  <a:pt x="990600" y="381000"/>
                </a:moveTo>
                <a:lnTo>
                  <a:pt x="1009650" y="381000"/>
                </a:lnTo>
                <a:lnTo>
                  <a:pt x="1009650" y="390525"/>
                </a:lnTo>
                <a:lnTo>
                  <a:pt x="990600" y="390525"/>
                </a:lnTo>
                <a:close/>
                <a:moveTo>
                  <a:pt x="1552575" y="381000"/>
                </a:moveTo>
                <a:lnTo>
                  <a:pt x="1600200" y="381000"/>
                </a:lnTo>
                <a:lnTo>
                  <a:pt x="1600200" y="390525"/>
                </a:lnTo>
                <a:lnTo>
                  <a:pt x="1552575" y="390525"/>
                </a:lnTo>
                <a:close/>
                <a:moveTo>
                  <a:pt x="981075" y="390525"/>
                </a:moveTo>
                <a:lnTo>
                  <a:pt x="990600" y="390525"/>
                </a:lnTo>
                <a:lnTo>
                  <a:pt x="990600" y="400050"/>
                </a:lnTo>
                <a:lnTo>
                  <a:pt x="1009650" y="400050"/>
                </a:lnTo>
                <a:lnTo>
                  <a:pt x="1009650" y="409575"/>
                </a:lnTo>
                <a:lnTo>
                  <a:pt x="990600" y="409575"/>
                </a:lnTo>
                <a:lnTo>
                  <a:pt x="990600" y="419100"/>
                </a:lnTo>
                <a:lnTo>
                  <a:pt x="1019175" y="419100"/>
                </a:lnTo>
                <a:lnTo>
                  <a:pt x="1019175" y="428625"/>
                </a:lnTo>
                <a:lnTo>
                  <a:pt x="1009650" y="428625"/>
                </a:lnTo>
                <a:lnTo>
                  <a:pt x="1009650" y="438150"/>
                </a:lnTo>
                <a:lnTo>
                  <a:pt x="990600" y="438150"/>
                </a:lnTo>
                <a:lnTo>
                  <a:pt x="990600" y="428625"/>
                </a:lnTo>
                <a:lnTo>
                  <a:pt x="981075" y="428625"/>
                </a:lnTo>
                <a:lnTo>
                  <a:pt x="981075" y="419100"/>
                </a:lnTo>
                <a:lnTo>
                  <a:pt x="971550" y="419100"/>
                </a:lnTo>
                <a:lnTo>
                  <a:pt x="971550" y="400050"/>
                </a:lnTo>
                <a:lnTo>
                  <a:pt x="981075" y="400050"/>
                </a:lnTo>
                <a:close/>
                <a:moveTo>
                  <a:pt x="1076325" y="390525"/>
                </a:moveTo>
                <a:lnTo>
                  <a:pt x="1114425" y="390525"/>
                </a:lnTo>
                <a:lnTo>
                  <a:pt x="1114425" y="400050"/>
                </a:lnTo>
                <a:lnTo>
                  <a:pt x="1076325" y="400050"/>
                </a:lnTo>
                <a:close/>
                <a:moveTo>
                  <a:pt x="1133475" y="390525"/>
                </a:moveTo>
                <a:lnTo>
                  <a:pt x="1162050" y="390525"/>
                </a:lnTo>
                <a:lnTo>
                  <a:pt x="1162050" y="400050"/>
                </a:lnTo>
                <a:lnTo>
                  <a:pt x="1133475" y="400050"/>
                </a:lnTo>
                <a:close/>
                <a:moveTo>
                  <a:pt x="1609725" y="390525"/>
                </a:moveTo>
                <a:lnTo>
                  <a:pt x="1619250" y="390525"/>
                </a:lnTo>
                <a:lnTo>
                  <a:pt x="1619250" y="400050"/>
                </a:lnTo>
                <a:lnTo>
                  <a:pt x="1609725" y="400050"/>
                </a:lnTo>
                <a:close/>
                <a:moveTo>
                  <a:pt x="1724025" y="390525"/>
                </a:moveTo>
                <a:lnTo>
                  <a:pt x="1752600" y="390525"/>
                </a:lnTo>
                <a:lnTo>
                  <a:pt x="1752600" y="400050"/>
                </a:lnTo>
                <a:lnTo>
                  <a:pt x="1724025" y="400050"/>
                </a:lnTo>
                <a:close/>
                <a:moveTo>
                  <a:pt x="1543050" y="400050"/>
                </a:moveTo>
                <a:lnTo>
                  <a:pt x="1552575" y="400050"/>
                </a:lnTo>
                <a:lnTo>
                  <a:pt x="1552575" y="419100"/>
                </a:lnTo>
                <a:lnTo>
                  <a:pt x="1543050" y="419100"/>
                </a:lnTo>
                <a:close/>
                <a:moveTo>
                  <a:pt x="866775" y="409575"/>
                </a:moveTo>
                <a:lnTo>
                  <a:pt x="876300" y="409575"/>
                </a:lnTo>
                <a:lnTo>
                  <a:pt x="876300" y="428625"/>
                </a:lnTo>
                <a:lnTo>
                  <a:pt x="866775" y="428625"/>
                </a:lnTo>
                <a:close/>
                <a:moveTo>
                  <a:pt x="904875" y="409575"/>
                </a:moveTo>
                <a:lnTo>
                  <a:pt x="942975" y="409575"/>
                </a:lnTo>
                <a:lnTo>
                  <a:pt x="942975" y="419100"/>
                </a:lnTo>
                <a:lnTo>
                  <a:pt x="923925" y="419100"/>
                </a:lnTo>
                <a:lnTo>
                  <a:pt x="923925" y="438150"/>
                </a:lnTo>
                <a:lnTo>
                  <a:pt x="904875" y="438150"/>
                </a:lnTo>
                <a:lnTo>
                  <a:pt x="904875" y="447675"/>
                </a:lnTo>
                <a:lnTo>
                  <a:pt x="885825" y="447675"/>
                </a:lnTo>
                <a:lnTo>
                  <a:pt x="885825" y="438150"/>
                </a:lnTo>
                <a:lnTo>
                  <a:pt x="876300" y="438150"/>
                </a:lnTo>
                <a:lnTo>
                  <a:pt x="876300" y="428625"/>
                </a:lnTo>
                <a:lnTo>
                  <a:pt x="904875" y="428625"/>
                </a:lnTo>
                <a:close/>
                <a:moveTo>
                  <a:pt x="1143000" y="419100"/>
                </a:moveTo>
                <a:lnTo>
                  <a:pt x="1152525" y="419100"/>
                </a:lnTo>
                <a:lnTo>
                  <a:pt x="1152525" y="428625"/>
                </a:lnTo>
                <a:lnTo>
                  <a:pt x="1143000" y="428625"/>
                </a:lnTo>
                <a:close/>
                <a:moveTo>
                  <a:pt x="1552575" y="419100"/>
                </a:moveTo>
                <a:lnTo>
                  <a:pt x="1562100" y="419100"/>
                </a:lnTo>
                <a:lnTo>
                  <a:pt x="1562100" y="428625"/>
                </a:lnTo>
                <a:lnTo>
                  <a:pt x="1552575" y="428625"/>
                </a:lnTo>
                <a:close/>
                <a:moveTo>
                  <a:pt x="1752600" y="419100"/>
                </a:moveTo>
                <a:lnTo>
                  <a:pt x="1762125" y="419100"/>
                </a:lnTo>
                <a:lnTo>
                  <a:pt x="1762125" y="428625"/>
                </a:lnTo>
                <a:lnTo>
                  <a:pt x="1752600" y="428625"/>
                </a:lnTo>
                <a:close/>
                <a:moveTo>
                  <a:pt x="1895475" y="419100"/>
                </a:moveTo>
                <a:lnTo>
                  <a:pt x="1914525" y="419100"/>
                </a:lnTo>
                <a:lnTo>
                  <a:pt x="1914525" y="438150"/>
                </a:lnTo>
                <a:lnTo>
                  <a:pt x="1895475" y="438150"/>
                </a:lnTo>
                <a:close/>
                <a:moveTo>
                  <a:pt x="1495425" y="428625"/>
                </a:moveTo>
                <a:lnTo>
                  <a:pt x="1504950" y="428625"/>
                </a:lnTo>
                <a:lnTo>
                  <a:pt x="1504950" y="447675"/>
                </a:lnTo>
                <a:lnTo>
                  <a:pt x="1495425" y="447675"/>
                </a:lnTo>
                <a:close/>
                <a:moveTo>
                  <a:pt x="133350" y="495300"/>
                </a:moveTo>
                <a:lnTo>
                  <a:pt x="142875" y="495300"/>
                </a:lnTo>
                <a:lnTo>
                  <a:pt x="142875" y="504825"/>
                </a:lnTo>
                <a:lnTo>
                  <a:pt x="152400" y="504825"/>
                </a:lnTo>
                <a:lnTo>
                  <a:pt x="152400" y="514350"/>
                </a:lnTo>
                <a:lnTo>
                  <a:pt x="133350" y="514350"/>
                </a:lnTo>
                <a:close/>
                <a:moveTo>
                  <a:pt x="1885950" y="495300"/>
                </a:moveTo>
                <a:lnTo>
                  <a:pt x="1895475" y="495300"/>
                </a:lnTo>
                <a:lnTo>
                  <a:pt x="1895475" y="514350"/>
                </a:lnTo>
                <a:lnTo>
                  <a:pt x="1876425" y="514350"/>
                </a:lnTo>
                <a:lnTo>
                  <a:pt x="1876425" y="504825"/>
                </a:lnTo>
                <a:lnTo>
                  <a:pt x="1885950" y="504825"/>
                </a:lnTo>
                <a:close/>
                <a:moveTo>
                  <a:pt x="171450" y="504825"/>
                </a:moveTo>
                <a:lnTo>
                  <a:pt x="257175" y="504825"/>
                </a:lnTo>
                <a:lnTo>
                  <a:pt x="257175" y="533400"/>
                </a:lnTo>
                <a:lnTo>
                  <a:pt x="161925" y="533400"/>
                </a:lnTo>
                <a:lnTo>
                  <a:pt x="161925" y="523875"/>
                </a:lnTo>
                <a:lnTo>
                  <a:pt x="152400" y="523875"/>
                </a:lnTo>
                <a:lnTo>
                  <a:pt x="152400" y="514350"/>
                </a:lnTo>
                <a:lnTo>
                  <a:pt x="171450" y="514350"/>
                </a:lnTo>
                <a:close/>
                <a:moveTo>
                  <a:pt x="295275" y="504825"/>
                </a:moveTo>
                <a:lnTo>
                  <a:pt x="333375" y="504825"/>
                </a:lnTo>
                <a:lnTo>
                  <a:pt x="333375" y="533400"/>
                </a:lnTo>
                <a:lnTo>
                  <a:pt x="295275" y="533400"/>
                </a:lnTo>
                <a:close/>
                <a:moveTo>
                  <a:pt x="438150" y="504825"/>
                </a:moveTo>
                <a:lnTo>
                  <a:pt x="447675" y="504825"/>
                </a:lnTo>
                <a:lnTo>
                  <a:pt x="447675" y="533400"/>
                </a:lnTo>
                <a:lnTo>
                  <a:pt x="438150" y="533400"/>
                </a:lnTo>
                <a:close/>
                <a:moveTo>
                  <a:pt x="495300" y="504825"/>
                </a:moveTo>
                <a:lnTo>
                  <a:pt x="504825" y="504825"/>
                </a:lnTo>
                <a:lnTo>
                  <a:pt x="504825" y="533400"/>
                </a:lnTo>
                <a:lnTo>
                  <a:pt x="495300" y="533400"/>
                </a:lnTo>
                <a:close/>
                <a:moveTo>
                  <a:pt x="514350" y="504825"/>
                </a:moveTo>
                <a:lnTo>
                  <a:pt x="523875" y="504825"/>
                </a:lnTo>
                <a:lnTo>
                  <a:pt x="523875" y="533400"/>
                </a:lnTo>
                <a:lnTo>
                  <a:pt x="514350" y="533400"/>
                </a:lnTo>
                <a:close/>
                <a:moveTo>
                  <a:pt x="723900" y="514350"/>
                </a:moveTo>
                <a:lnTo>
                  <a:pt x="733425" y="514350"/>
                </a:lnTo>
                <a:lnTo>
                  <a:pt x="733425" y="533400"/>
                </a:lnTo>
                <a:lnTo>
                  <a:pt x="723900" y="533400"/>
                </a:lnTo>
                <a:close/>
                <a:moveTo>
                  <a:pt x="762000" y="514350"/>
                </a:moveTo>
                <a:lnTo>
                  <a:pt x="781050" y="514350"/>
                </a:lnTo>
                <a:lnTo>
                  <a:pt x="781050" y="533400"/>
                </a:lnTo>
                <a:lnTo>
                  <a:pt x="762000" y="533400"/>
                </a:lnTo>
                <a:close/>
                <a:moveTo>
                  <a:pt x="800100" y="514350"/>
                </a:moveTo>
                <a:lnTo>
                  <a:pt x="1876425" y="514350"/>
                </a:lnTo>
                <a:lnTo>
                  <a:pt x="1876425" y="523875"/>
                </a:lnTo>
                <a:lnTo>
                  <a:pt x="1866900" y="523875"/>
                </a:lnTo>
                <a:lnTo>
                  <a:pt x="1866900" y="533400"/>
                </a:lnTo>
                <a:lnTo>
                  <a:pt x="800100" y="533400"/>
                </a:lnTo>
                <a:close/>
                <a:moveTo>
                  <a:pt x="171450" y="733425"/>
                </a:moveTo>
                <a:lnTo>
                  <a:pt x="180975" y="733425"/>
                </a:lnTo>
                <a:lnTo>
                  <a:pt x="180975" y="742950"/>
                </a:lnTo>
                <a:lnTo>
                  <a:pt x="209550" y="742950"/>
                </a:lnTo>
                <a:lnTo>
                  <a:pt x="209550" y="733425"/>
                </a:lnTo>
                <a:lnTo>
                  <a:pt x="228600" y="733425"/>
                </a:lnTo>
                <a:lnTo>
                  <a:pt x="228600" y="742950"/>
                </a:lnTo>
                <a:lnTo>
                  <a:pt x="276225" y="742950"/>
                </a:lnTo>
                <a:lnTo>
                  <a:pt x="276225" y="733425"/>
                </a:lnTo>
                <a:lnTo>
                  <a:pt x="285750" y="733425"/>
                </a:lnTo>
                <a:lnTo>
                  <a:pt x="285750" y="742950"/>
                </a:lnTo>
                <a:lnTo>
                  <a:pt x="304800" y="742950"/>
                </a:lnTo>
                <a:lnTo>
                  <a:pt x="304800" y="752475"/>
                </a:lnTo>
                <a:lnTo>
                  <a:pt x="323850" y="752475"/>
                </a:lnTo>
                <a:lnTo>
                  <a:pt x="323850" y="762000"/>
                </a:lnTo>
                <a:lnTo>
                  <a:pt x="304800" y="762000"/>
                </a:lnTo>
                <a:lnTo>
                  <a:pt x="304800" y="781050"/>
                </a:lnTo>
                <a:lnTo>
                  <a:pt x="285750" y="781050"/>
                </a:lnTo>
                <a:lnTo>
                  <a:pt x="285750" y="771525"/>
                </a:lnTo>
                <a:lnTo>
                  <a:pt x="276225" y="771525"/>
                </a:lnTo>
                <a:lnTo>
                  <a:pt x="276225" y="781050"/>
                </a:lnTo>
                <a:lnTo>
                  <a:pt x="200025" y="781050"/>
                </a:lnTo>
                <a:lnTo>
                  <a:pt x="200025" y="790575"/>
                </a:lnTo>
                <a:lnTo>
                  <a:pt x="190500" y="790575"/>
                </a:lnTo>
                <a:lnTo>
                  <a:pt x="190500" y="876300"/>
                </a:lnTo>
                <a:lnTo>
                  <a:pt x="180975" y="876300"/>
                </a:lnTo>
                <a:lnTo>
                  <a:pt x="180975" y="866775"/>
                </a:lnTo>
                <a:lnTo>
                  <a:pt x="171450" y="866775"/>
                </a:lnTo>
                <a:lnTo>
                  <a:pt x="171450" y="857250"/>
                </a:lnTo>
                <a:lnTo>
                  <a:pt x="161925" y="857250"/>
                </a:lnTo>
                <a:lnTo>
                  <a:pt x="161925" y="866775"/>
                </a:lnTo>
                <a:lnTo>
                  <a:pt x="171450" y="866775"/>
                </a:lnTo>
                <a:lnTo>
                  <a:pt x="171450" y="876300"/>
                </a:lnTo>
                <a:lnTo>
                  <a:pt x="161925" y="876300"/>
                </a:lnTo>
                <a:lnTo>
                  <a:pt x="161925" y="885825"/>
                </a:lnTo>
                <a:lnTo>
                  <a:pt x="142875" y="885825"/>
                </a:lnTo>
                <a:lnTo>
                  <a:pt x="142875" y="828675"/>
                </a:lnTo>
                <a:lnTo>
                  <a:pt x="133350" y="828675"/>
                </a:lnTo>
                <a:lnTo>
                  <a:pt x="133350" y="790575"/>
                </a:lnTo>
                <a:lnTo>
                  <a:pt x="142875" y="790575"/>
                </a:lnTo>
                <a:lnTo>
                  <a:pt x="142875" y="762000"/>
                </a:lnTo>
                <a:lnTo>
                  <a:pt x="152400" y="762000"/>
                </a:lnTo>
                <a:lnTo>
                  <a:pt x="152400" y="752475"/>
                </a:lnTo>
                <a:lnTo>
                  <a:pt x="161925" y="752475"/>
                </a:lnTo>
                <a:lnTo>
                  <a:pt x="161925" y="742950"/>
                </a:lnTo>
                <a:lnTo>
                  <a:pt x="171450" y="742950"/>
                </a:lnTo>
                <a:close/>
                <a:moveTo>
                  <a:pt x="495300" y="762000"/>
                </a:moveTo>
                <a:lnTo>
                  <a:pt x="504825" y="762000"/>
                </a:lnTo>
                <a:lnTo>
                  <a:pt x="504825" y="771525"/>
                </a:lnTo>
                <a:lnTo>
                  <a:pt x="495300" y="771525"/>
                </a:lnTo>
                <a:close/>
                <a:moveTo>
                  <a:pt x="514350" y="762000"/>
                </a:moveTo>
                <a:lnTo>
                  <a:pt x="523875" y="762000"/>
                </a:lnTo>
                <a:lnTo>
                  <a:pt x="523875" y="781050"/>
                </a:lnTo>
                <a:lnTo>
                  <a:pt x="514350" y="781050"/>
                </a:lnTo>
                <a:close/>
                <a:moveTo>
                  <a:pt x="533400" y="771525"/>
                </a:moveTo>
                <a:lnTo>
                  <a:pt x="542925" y="771525"/>
                </a:lnTo>
                <a:lnTo>
                  <a:pt x="542925" y="781050"/>
                </a:lnTo>
                <a:lnTo>
                  <a:pt x="533400" y="781050"/>
                </a:lnTo>
                <a:close/>
                <a:moveTo>
                  <a:pt x="276225" y="790575"/>
                </a:moveTo>
                <a:lnTo>
                  <a:pt x="285750" y="790575"/>
                </a:lnTo>
                <a:lnTo>
                  <a:pt x="285750" y="800100"/>
                </a:lnTo>
                <a:lnTo>
                  <a:pt x="276225" y="800100"/>
                </a:lnTo>
                <a:close/>
                <a:moveTo>
                  <a:pt x="447675" y="790575"/>
                </a:moveTo>
                <a:lnTo>
                  <a:pt x="457200" y="790575"/>
                </a:lnTo>
                <a:lnTo>
                  <a:pt x="457200" y="800100"/>
                </a:lnTo>
                <a:lnTo>
                  <a:pt x="447675" y="800100"/>
                </a:lnTo>
                <a:close/>
                <a:moveTo>
                  <a:pt x="428625" y="809625"/>
                </a:moveTo>
                <a:lnTo>
                  <a:pt x="457200" y="809625"/>
                </a:lnTo>
                <a:lnTo>
                  <a:pt x="457200" y="819150"/>
                </a:lnTo>
                <a:lnTo>
                  <a:pt x="428625" y="819150"/>
                </a:lnTo>
                <a:close/>
                <a:moveTo>
                  <a:pt x="466725" y="809625"/>
                </a:moveTo>
                <a:lnTo>
                  <a:pt x="476250" y="809625"/>
                </a:lnTo>
                <a:lnTo>
                  <a:pt x="476250" y="819150"/>
                </a:lnTo>
                <a:lnTo>
                  <a:pt x="466725" y="819150"/>
                </a:lnTo>
                <a:close/>
                <a:moveTo>
                  <a:pt x="533400" y="809625"/>
                </a:moveTo>
                <a:lnTo>
                  <a:pt x="542925" y="809625"/>
                </a:lnTo>
                <a:lnTo>
                  <a:pt x="542925" y="819150"/>
                </a:lnTo>
                <a:lnTo>
                  <a:pt x="533400" y="819150"/>
                </a:lnTo>
                <a:close/>
                <a:moveTo>
                  <a:pt x="504825" y="828675"/>
                </a:moveTo>
                <a:lnTo>
                  <a:pt x="514350" y="828675"/>
                </a:lnTo>
                <a:lnTo>
                  <a:pt x="514350" y="838200"/>
                </a:lnTo>
                <a:lnTo>
                  <a:pt x="504825" y="838200"/>
                </a:lnTo>
                <a:close/>
                <a:moveTo>
                  <a:pt x="1857375" y="828675"/>
                </a:moveTo>
                <a:lnTo>
                  <a:pt x="1866900" y="828675"/>
                </a:lnTo>
                <a:lnTo>
                  <a:pt x="1866900" y="838200"/>
                </a:lnTo>
                <a:lnTo>
                  <a:pt x="1857375" y="838200"/>
                </a:lnTo>
                <a:close/>
                <a:moveTo>
                  <a:pt x="1838325" y="847725"/>
                </a:moveTo>
                <a:lnTo>
                  <a:pt x="1847850" y="847725"/>
                </a:lnTo>
                <a:lnTo>
                  <a:pt x="1847850" y="857250"/>
                </a:lnTo>
                <a:lnTo>
                  <a:pt x="1838325" y="857250"/>
                </a:lnTo>
                <a:close/>
                <a:moveTo>
                  <a:pt x="1857375" y="847725"/>
                </a:moveTo>
                <a:lnTo>
                  <a:pt x="1866900" y="847725"/>
                </a:lnTo>
                <a:lnTo>
                  <a:pt x="1866900" y="857250"/>
                </a:lnTo>
                <a:lnTo>
                  <a:pt x="1857375" y="857250"/>
                </a:lnTo>
                <a:close/>
                <a:moveTo>
                  <a:pt x="228600" y="866775"/>
                </a:moveTo>
                <a:lnTo>
                  <a:pt x="238125" y="866775"/>
                </a:lnTo>
                <a:lnTo>
                  <a:pt x="238125" y="876300"/>
                </a:lnTo>
                <a:lnTo>
                  <a:pt x="228600" y="876300"/>
                </a:lnTo>
                <a:close/>
                <a:moveTo>
                  <a:pt x="1838325" y="866775"/>
                </a:moveTo>
                <a:lnTo>
                  <a:pt x="1847850" y="866775"/>
                </a:lnTo>
                <a:lnTo>
                  <a:pt x="1847850" y="876300"/>
                </a:lnTo>
                <a:lnTo>
                  <a:pt x="1838325" y="876300"/>
                </a:lnTo>
                <a:close/>
                <a:moveTo>
                  <a:pt x="561975" y="876300"/>
                </a:moveTo>
                <a:lnTo>
                  <a:pt x="581025" y="876300"/>
                </a:lnTo>
                <a:lnTo>
                  <a:pt x="581025" y="885825"/>
                </a:lnTo>
                <a:lnTo>
                  <a:pt x="561975" y="885825"/>
                </a:lnTo>
                <a:close/>
                <a:moveTo>
                  <a:pt x="419100" y="885825"/>
                </a:moveTo>
                <a:lnTo>
                  <a:pt x="438150" y="885825"/>
                </a:lnTo>
                <a:lnTo>
                  <a:pt x="438150" y="895350"/>
                </a:lnTo>
                <a:lnTo>
                  <a:pt x="495300" y="895350"/>
                </a:lnTo>
                <a:lnTo>
                  <a:pt x="495300" y="904875"/>
                </a:lnTo>
                <a:lnTo>
                  <a:pt x="428625" y="904875"/>
                </a:lnTo>
                <a:lnTo>
                  <a:pt x="428625" y="895350"/>
                </a:lnTo>
                <a:lnTo>
                  <a:pt x="419100" y="895350"/>
                </a:lnTo>
                <a:close/>
                <a:moveTo>
                  <a:pt x="552450" y="885825"/>
                </a:moveTo>
                <a:lnTo>
                  <a:pt x="561975" y="885825"/>
                </a:lnTo>
                <a:lnTo>
                  <a:pt x="561975" y="895350"/>
                </a:lnTo>
                <a:lnTo>
                  <a:pt x="552450" y="895350"/>
                </a:lnTo>
                <a:close/>
                <a:moveTo>
                  <a:pt x="581025" y="885825"/>
                </a:moveTo>
                <a:lnTo>
                  <a:pt x="590550" y="885825"/>
                </a:lnTo>
                <a:lnTo>
                  <a:pt x="590550" y="895350"/>
                </a:lnTo>
                <a:lnTo>
                  <a:pt x="581025" y="895350"/>
                </a:lnTo>
                <a:close/>
                <a:moveTo>
                  <a:pt x="781050" y="885825"/>
                </a:moveTo>
                <a:lnTo>
                  <a:pt x="790575" y="885825"/>
                </a:lnTo>
                <a:lnTo>
                  <a:pt x="790575" y="895350"/>
                </a:lnTo>
                <a:lnTo>
                  <a:pt x="781050" y="895350"/>
                </a:lnTo>
                <a:close/>
                <a:moveTo>
                  <a:pt x="876300" y="885825"/>
                </a:moveTo>
                <a:lnTo>
                  <a:pt x="885825" y="885825"/>
                </a:lnTo>
                <a:lnTo>
                  <a:pt x="885825" y="895350"/>
                </a:lnTo>
                <a:lnTo>
                  <a:pt x="904875" y="895350"/>
                </a:lnTo>
                <a:lnTo>
                  <a:pt x="904875" y="904875"/>
                </a:lnTo>
                <a:lnTo>
                  <a:pt x="895350" y="904875"/>
                </a:lnTo>
                <a:lnTo>
                  <a:pt x="895350" y="933450"/>
                </a:lnTo>
                <a:lnTo>
                  <a:pt x="885825" y="933450"/>
                </a:lnTo>
                <a:lnTo>
                  <a:pt x="885825" y="904875"/>
                </a:lnTo>
                <a:lnTo>
                  <a:pt x="876300" y="904875"/>
                </a:lnTo>
                <a:lnTo>
                  <a:pt x="876300" y="914400"/>
                </a:lnTo>
                <a:lnTo>
                  <a:pt x="866775" y="914400"/>
                </a:lnTo>
                <a:lnTo>
                  <a:pt x="866775" y="895350"/>
                </a:lnTo>
                <a:lnTo>
                  <a:pt x="876300" y="895350"/>
                </a:lnTo>
                <a:close/>
                <a:moveTo>
                  <a:pt x="1123950" y="885825"/>
                </a:moveTo>
                <a:lnTo>
                  <a:pt x="1133475" y="885825"/>
                </a:lnTo>
                <a:lnTo>
                  <a:pt x="1133475" y="895350"/>
                </a:lnTo>
                <a:lnTo>
                  <a:pt x="1143000" y="895350"/>
                </a:lnTo>
                <a:lnTo>
                  <a:pt x="1143000" y="904875"/>
                </a:lnTo>
                <a:lnTo>
                  <a:pt x="1104900" y="904875"/>
                </a:lnTo>
                <a:lnTo>
                  <a:pt x="1104900" y="895350"/>
                </a:lnTo>
                <a:lnTo>
                  <a:pt x="1123950" y="895350"/>
                </a:lnTo>
                <a:close/>
                <a:moveTo>
                  <a:pt x="619125" y="895350"/>
                </a:moveTo>
                <a:lnTo>
                  <a:pt x="647700" y="895350"/>
                </a:lnTo>
                <a:lnTo>
                  <a:pt x="647700" y="904875"/>
                </a:lnTo>
                <a:lnTo>
                  <a:pt x="619125" y="904875"/>
                </a:lnTo>
                <a:close/>
                <a:moveTo>
                  <a:pt x="742950" y="895350"/>
                </a:moveTo>
                <a:lnTo>
                  <a:pt x="762000" y="895350"/>
                </a:lnTo>
                <a:lnTo>
                  <a:pt x="762000" y="904875"/>
                </a:lnTo>
                <a:lnTo>
                  <a:pt x="742950" y="904875"/>
                </a:lnTo>
                <a:close/>
                <a:moveTo>
                  <a:pt x="800100" y="895350"/>
                </a:moveTo>
                <a:lnTo>
                  <a:pt x="819150" y="895350"/>
                </a:lnTo>
                <a:lnTo>
                  <a:pt x="819150" y="904875"/>
                </a:lnTo>
                <a:lnTo>
                  <a:pt x="800100" y="904875"/>
                </a:lnTo>
                <a:close/>
                <a:moveTo>
                  <a:pt x="923925" y="895350"/>
                </a:moveTo>
                <a:lnTo>
                  <a:pt x="952500" y="895350"/>
                </a:lnTo>
                <a:lnTo>
                  <a:pt x="952500" y="904875"/>
                </a:lnTo>
                <a:lnTo>
                  <a:pt x="923925" y="904875"/>
                </a:lnTo>
                <a:close/>
                <a:moveTo>
                  <a:pt x="1038225" y="895350"/>
                </a:moveTo>
                <a:lnTo>
                  <a:pt x="1057275" y="895350"/>
                </a:lnTo>
                <a:lnTo>
                  <a:pt x="1057275" y="904875"/>
                </a:lnTo>
                <a:lnTo>
                  <a:pt x="1047750" y="904875"/>
                </a:lnTo>
                <a:lnTo>
                  <a:pt x="1047750" y="933450"/>
                </a:lnTo>
                <a:lnTo>
                  <a:pt x="1028700" y="933450"/>
                </a:lnTo>
                <a:lnTo>
                  <a:pt x="1028700" y="923925"/>
                </a:lnTo>
                <a:lnTo>
                  <a:pt x="1009650" y="923925"/>
                </a:lnTo>
                <a:lnTo>
                  <a:pt x="1009650" y="914400"/>
                </a:lnTo>
                <a:lnTo>
                  <a:pt x="990600" y="914400"/>
                </a:lnTo>
                <a:lnTo>
                  <a:pt x="990600" y="923925"/>
                </a:lnTo>
                <a:lnTo>
                  <a:pt x="981075" y="923925"/>
                </a:lnTo>
                <a:lnTo>
                  <a:pt x="981075" y="904875"/>
                </a:lnTo>
                <a:lnTo>
                  <a:pt x="1038225" y="904875"/>
                </a:lnTo>
                <a:close/>
                <a:moveTo>
                  <a:pt x="1181100" y="895350"/>
                </a:moveTo>
                <a:lnTo>
                  <a:pt x="1219200" y="895350"/>
                </a:lnTo>
                <a:lnTo>
                  <a:pt x="1219200" y="904875"/>
                </a:lnTo>
                <a:lnTo>
                  <a:pt x="1181100" y="904875"/>
                </a:lnTo>
                <a:close/>
                <a:moveTo>
                  <a:pt x="1228725" y="895350"/>
                </a:moveTo>
                <a:lnTo>
                  <a:pt x="1266825" y="895350"/>
                </a:lnTo>
                <a:lnTo>
                  <a:pt x="1266825" y="904875"/>
                </a:lnTo>
                <a:lnTo>
                  <a:pt x="1228725" y="904875"/>
                </a:lnTo>
                <a:close/>
                <a:moveTo>
                  <a:pt x="1295400" y="895350"/>
                </a:moveTo>
                <a:lnTo>
                  <a:pt x="1304925" y="895350"/>
                </a:lnTo>
                <a:lnTo>
                  <a:pt x="1304925" y="904875"/>
                </a:lnTo>
                <a:lnTo>
                  <a:pt x="1295400" y="904875"/>
                </a:lnTo>
                <a:close/>
                <a:moveTo>
                  <a:pt x="1362075" y="895350"/>
                </a:moveTo>
                <a:lnTo>
                  <a:pt x="1381125" y="895350"/>
                </a:lnTo>
                <a:lnTo>
                  <a:pt x="1381125" y="904875"/>
                </a:lnTo>
                <a:lnTo>
                  <a:pt x="1362075" y="904875"/>
                </a:lnTo>
                <a:close/>
                <a:moveTo>
                  <a:pt x="1390650" y="895350"/>
                </a:moveTo>
                <a:lnTo>
                  <a:pt x="1428750" y="895350"/>
                </a:lnTo>
                <a:lnTo>
                  <a:pt x="1428750" y="904875"/>
                </a:lnTo>
                <a:lnTo>
                  <a:pt x="1390650" y="904875"/>
                </a:lnTo>
                <a:close/>
                <a:moveTo>
                  <a:pt x="1466850" y="895350"/>
                </a:moveTo>
                <a:lnTo>
                  <a:pt x="1495425" y="895350"/>
                </a:lnTo>
                <a:lnTo>
                  <a:pt x="1495425" y="904875"/>
                </a:lnTo>
                <a:lnTo>
                  <a:pt x="1466850" y="904875"/>
                </a:lnTo>
                <a:close/>
                <a:moveTo>
                  <a:pt x="419100" y="904875"/>
                </a:moveTo>
                <a:lnTo>
                  <a:pt x="428625" y="904875"/>
                </a:lnTo>
                <a:lnTo>
                  <a:pt x="428625" y="923925"/>
                </a:lnTo>
                <a:lnTo>
                  <a:pt x="419100" y="923925"/>
                </a:lnTo>
                <a:close/>
                <a:moveTo>
                  <a:pt x="647700" y="904875"/>
                </a:moveTo>
                <a:lnTo>
                  <a:pt x="657225" y="904875"/>
                </a:lnTo>
                <a:lnTo>
                  <a:pt x="657225" y="914400"/>
                </a:lnTo>
                <a:lnTo>
                  <a:pt x="647700" y="914400"/>
                </a:lnTo>
                <a:close/>
                <a:moveTo>
                  <a:pt x="723900" y="904875"/>
                </a:moveTo>
                <a:lnTo>
                  <a:pt x="742950" y="904875"/>
                </a:lnTo>
                <a:lnTo>
                  <a:pt x="742950" y="914400"/>
                </a:lnTo>
                <a:lnTo>
                  <a:pt x="723900" y="914400"/>
                </a:lnTo>
                <a:close/>
                <a:moveTo>
                  <a:pt x="1266825" y="904875"/>
                </a:moveTo>
                <a:lnTo>
                  <a:pt x="1276350" y="904875"/>
                </a:lnTo>
                <a:lnTo>
                  <a:pt x="1276350" y="914400"/>
                </a:lnTo>
                <a:lnTo>
                  <a:pt x="1266825" y="914400"/>
                </a:lnTo>
                <a:close/>
                <a:moveTo>
                  <a:pt x="1285875" y="904875"/>
                </a:moveTo>
                <a:lnTo>
                  <a:pt x="1295400" y="904875"/>
                </a:lnTo>
                <a:lnTo>
                  <a:pt x="1295400" y="933450"/>
                </a:lnTo>
                <a:lnTo>
                  <a:pt x="1285875" y="933450"/>
                </a:lnTo>
                <a:close/>
                <a:moveTo>
                  <a:pt x="1343025" y="904875"/>
                </a:moveTo>
                <a:lnTo>
                  <a:pt x="1362075" y="904875"/>
                </a:lnTo>
                <a:lnTo>
                  <a:pt x="1362075" y="933450"/>
                </a:lnTo>
                <a:lnTo>
                  <a:pt x="1333500" y="933450"/>
                </a:lnTo>
                <a:lnTo>
                  <a:pt x="1333500" y="923925"/>
                </a:lnTo>
                <a:lnTo>
                  <a:pt x="1343025" y="923925"/>
                </a:lnTo>
                <a:close/>
                <a:moveTo>
                  <a:pt x="438150" y="914400"/>
                </a:moveTo>
                <a:lnTo>
                  <a:pt x="447675" y="914400"/>
                </a:lnTo>
                <a:lnTo>
                  <a:pt x="447675" y="923925"/>
                </a:lnTo>
                <a:lnTo>
                  <a:pt x="438150" y="923925"/>
                </a:lnTo>
                <a:close/>
                <a:moveTo>
                  <a:pt x="504825" y="923925"/>
                </a:moveTo>
                <a:lnTo>
                  <a:pt x="514350" y="923925"/>
                </a:lnTo>
                <a:lnTo>
                  <a:pt x="514350" y="933450"/>
                </a:lnTo>
                <a:lnTo>
                  <a:pt x="533400" y="933450"/>
                </a:lnTo>
                <a:lnTo>
                  <a:pt x="533400" y="942975"/>
                </a:lnTo>
                <a:lnTo>
                  <a:pt x="485775" y="942975"/>
                </a:lnTo>
                <a:lnTo>
                  <a:pt x="485775" y="933450"/>
                </a:lnTo>
                <a:lnTo>
                  <a:pt x="504825" y="933450"/>
                </a:lnTo>
                <a:close/>
                <a:moveTo>
                  <a:pt x="638175" y="923925"/>
                </a:moveTo>
                <a:lnTo>
                  <a:pt x="647700" y="923925"/>
                </a:lnTo>
                <a:lnTo>
                  <a:pt x="647700" y="933450"/>
                </a:lnTo>
                <a:lnTo>
                  <a:pt x="638175" y="933450"/>
                </a:lnTo>
                <a:close/>
                <a:moveTo>
                  <a:pt x="723900" y="923925"/>
                </a:moveTo>
                <a:lnTo>
                  <a:pt x="733425" y="923925"/>
                </a:lnTo>
                <a:lnTo>
                  <a:pt x="733425" y="933450"/>
                </a:lnTo>
                <a:lnTo>
                  <a:pt x="723900" y="933450"/>
                </a:lnTo>
                <a:close/>
                <a:moveTo>
                  <a:pt x="1200150" y="923925"/>
                </a:moveTo>
                <a:lnTo>
                  <a:pt x="1209675" y="923925"/>
                </a:lnTo>
                <a:lnTo>
                  <a:pt x="1209675" y="933450"/>
                </a:lnTo>
                <a:lnTo>
                  <a:pt x="1200150" y="933450"/>
                </a:lnTo>
                <a:close/>
                <a:moveTo>
                  <a:pt x="1257300" y="923925"/>
                </a:moveTo>
                <a:lnTo>
                  <a:pt x="1266825" y="923925"/>
                </a:lnTo>
                <a:lnTo>
                  <a:pt x="1266825" y="933450"/>
                </a:lnTo>
                <a:lnTo>
                  <a:pt x="1257300" y="933450"/>
                </a:lnTo>
                <a:close/>
                <a:moveTo>
                  <a:pt x="1447800" y="923925"/>
                </a:moveTo>
                <a:lnTo>
                  <a:pt x="1457325" y="923925"/>
                </a:lnTo>
                <a:lnTo>
                  <a:pt x="1457325" y="933450"/>
                </a:lnTo>
                <a:lnTo>
                  <a:pt x="1447800" y="933450"/>
                </a:lnTo>
                <a:close/>
                <a:moveTo>
                  <a:pt x="1466850" y="923925"/>
                </a:moveTo>
                <a:lnTo>
                  <a:pt x="1476375" y="923925"/>
                </a:lnTo>
                <a:lnTo>
                  <a:pt x="1476375" y="933450"/>
                </a:lnTo>
                <a:lnTo>
                  <a:pt x="1466850" y="933450"/>
                </a:lnTo>
                <a:close/>
                <a:moveTo>
                  <a:pt x="1514475" y="923925"/>
                </a:moveTo>
                <a:lnTo>
                  <a:pt x="1524000" y="923925"/>
                </a:lnTo>
                <a:lnTo>
                  <a:pt x="1524000" y="933450"/>
                </a:lnTo>
                <a:lnTo>
                  <a:pt x="1514475" y="933450"/>
                </a:lnTo>
                <a:close/>
                <a:moveTo>
                  <a:pt x="419100" y="933450"/>
                </a:moveTo>
                <a:lnTo>
                  <a:pt x="428625" y="933450"/>
                </a:lnTo>
                <a:lnTo>
                  <a:pt x="428625" y="942975"/>
                </a:lnTo>
                <a:lnTo>
                  <a:pt x="419100" y="942975"/>
                </a:lnTo>
                <a:close/>
                <a:moveTo>
                  <a:pt x="438150" y="933450"/>
                </a:moveTo>
                <a:lnTo>
                  <a:pt x="447675" y="933450"/>
                </a:lnTo>
                <a:lnTo>
                  <a:pt x="447675" y="942975"/>
                </a:lnTo>
                <a:lnTo>
                  <a:pt x="438150" y="942975"/>
                </a:lnTo>
                <a:close/>
                <a:moveTo>
                  <a:pt x="628650" y="933450"/>
                </a:moveTo>
                <a:lnTo>
                  <a:pt x="638175" y="933450"/>
                </a:lnTo>
                <a:lnTo>
                  <a:pt x="638175" y="942975"/>
                </a:lnTo>
                <a:lnTo>
                  <a:pt x="628650" y="942975"/>
                </a:lnTo>
                <a:close/>
                <a:moveTo>
                  <a:pt x="742950" y="933450"/>
                </a:moveTo>
                <a:lnTo>
                  <a:pt x="752475" y="933450"/>
                </a:lnTo>
                <a:lnTo>
                  <a:pt x="752475" y="942975"/>
                </a:lnTo>
                <a:lnTo>
                  <a:pt x="742950" y="942975"/>
                </a:lnTo>
                <a:close/>
                <a:moveTo>
                  <a:pt x="762000" y="933450"/>
                </a:moveTo>
                <a:lnTo>
                  <a:pt x="771525" y="933450"/>
                </a:lnTo>
                <a:lnTo>
                  <a:pt x="771525" y="942975"/>
                </a:lnTo>
                <a:lnTo>
                  <a:pt x="762000" y="942975"/>
                </a:lnTo>
                <a:close/>
                <a:moveTo>
                  <a:pt x="781050" y="933450"/>
                </a:moveTo>
                <a:lnTo>
                  <a:pt x="790575" y="933450"/>
                </a:lnTo>
                <a:lnTo>
                  <a:pt x="790575" y="942975"/>
                </a:lnTo>
                <a:lnTo>
                  <a:pt x="781050" y="942975"/>
                </a:lnTo>
                <a:close/>
                <a:moveTo>
                  <a:pt x="809625" y="933450"/>
                </a:moveTo>
                <a:lnTo>
                  <a:pt x="838200" y="933450"/>
                </a:lnTo>
                <a:lnTo>
                  <a:pt x="838200" y="942975"/>
                </a:lnTo>
                <a:lnTo>
                  <a:pt x="809625" y="942975"/>
                </a:lnTo>
                <a:close/>
                <a:moveTo>
                  <a:pt x="866775" y="933450"/>
                </a:moveTo>
                <a:lnTo>
                  <a:pt x="876300" y="933450"/>
                </a:lnTo>
                <a:lnTo>
                  <a:pt x="876300" y="942975"/>
                </a:lnTo>
                <a:lnTo>
                  <a:pt x="866775" y="942975"/>
                </a:lnTo>
                <a:close/>
                <a:moveTo>
                  <a:pt x="914400" y="933450"/>
                </a:moveTo>
                <a:lnTo>
                  <a:pt x="942975" y="933450"/>
                </a:lnTo>
                <a:lnTo>
                  <a:pt x="942975" y="942975"/>
                </a:lnTo>
                <a:lnTo>
                  <a:pt x="914400" y="942975"/>
                </a:lnTo>
                <a:close/>
                <a:moveTo>
                  <a:pt x="1076325" y="933450"/>
                </a:moveTo>
                <a:lnTo>
                  <a:pt x="1085850" y="933450"/>
                </a:lnTo>
                <a:lnTo>
                  <a:pt x="1085850" y="942975"/>
                </a:lnTo>
                <a:lnTo>
                  <a:pt x="1076325" y="942975"/>
                </a:lnTo>
                <a:close/>
                <a:moveTo>
                  <a:pt x="1181100" y="933450"/>
                </a:moveTo>
                <a:lnTo>
                  <a:pt x="1190625" y="933450"/>
                </a:lnTo>
                <a:lnTo>
                  <a:pt x="1190625" y="942975"/>
                </a:lnTo>
                <a:lnTo>
                  <a:pt x="1181100" y="942975"/>
                </a:lnTo>
                <a:close/>
                <a:moveTo>
                  <a:pt x="1247775" y="933450"/>
                </a:moveTo>
                <a:lnTo>
                  <a:pt x="1257300" y="933450"/>
                </a:lnTo>
                <a:lnTo>
                  <a:pt x="1257300" y="942975"/>
                </a:lnTo>
                <a:lnTo>
                  <a:pt x="1247775" y="942975"/>
                </a:lnTo>
                <a:close/>
                <a:moveTo>
                  <a:pt x="1323975" y="933450"/>
                </a:moveTo>
                <a:lnTo>
                  <a:pt x="1333500" y="933450"/>
                </a:lnTo>
                <a:lnTo>
                  <a:pt x="1333500" y="942975"/>
                </a:lnTo>
                <a:lnTo>
                  <a:pt x="1323975" y="942975"/>
                </a:lnTo>
                <a:close/>
                <a:moveTo>
                  <a:pt x="1362075" y="933450"/>
                </a:moveTo>
                <a:lnTo>
                  <a:pt x="1371600" y="933450"/>
                </a:lnTo>
                <a:lnTo>
                  <a:pt x="1371600" y="942975"/>
                </a:lnTo>
                <a:lnTo>
                  <a:pt x="1362075" y="942975"/>
                </a:lnTo>
                <a:close/>
                <a:moveTo>
                  <a:pt x="1381125" y="933450"/>
                </a:moveTo>
                <a:lnTo>
                  <a:pt x="1409700" y="933450"/>
                </a:lnTo>
                <a:lnTo>
                  <a:pt x="1409700" y="942975"/>
                </a:lnTo>
                <a:lnTo>
                  <a:pt x="1381125" y="942975"/>
                </a:lnTo>
                <a:close/>
                <a:moveTo>
                  <a:pt x="1428750" y="933450"/>
                </a:moveTo>
                <a:lnTo>
                  <a:pt x="1447800" y="933450"/>
                </a:lnTo>
                <a:lnTo>
                  <a:pt x="1447800" y="942975"/>
                </a:lnTo>
                <a:lnTo>
                  <a:pt x="1428750" y="942975"/>
                </a:lnTo>
                <a:close/>
                <a:moveTo>
                  <a:pt x="1476375" y="933450"/>
                </a:moveTo>
                <a:lnTo>
                  <a:pt x="1495425" y="933450"/>
                </a:lnTo>
                <a:lnTo>
                  <a:pt x="1495425" y="942975"/>
                </a:lnTo>
                <a:lnTo>
                  <a:pt x="1476375" y="942975"/>
                </a:lnTo>
                <a:close/>
                <a:moveTo>
                  <a:pt x="1504950" y="933450"/>
                </a:moveTo>
                <a:lnTo>
                  <a:pt x="1514475" y="933450"/>
                </a:lnTo>
                <a:lnTo>
                  <a:pt x="1514475" y="942975"/>
                </a:lnTo>
                <a:lnTo>
                  <a:pt x="1504950" y="942975"/>
                </a:lnTo>
                <a:close/>
                <a:moveTo>
                  <a:pt x="1095375" y="942975"/>
                </a:moveTo>
                <a:lnTo>
                  <a:pt x="1104900" y="942975"/>
                </a:lnTo>
                <a:lnTo>
                  <a:pt x="1104900" y="952500"/>
                </a:lnTo>
                <a:lnTo>
                  <a:pt x="1095375" y="952500"/>
                </a:lnTo>
                <a:close/>
                <a:moveTo>
                  <a:pt x="152400" y="1028700"/>
                </a:moveTo>
                <a:lnTo>
                  <a:pt x="704850" y="1028700"/>
                </a:lnTo>
                <a:lnTo>
                  <a:pt x="704850" y="1047750"/>
                </a:lnTo>
                <a:lnTo>
                  <a:pt x="152400" y="1047750"/>
                </a:lnTo>
                <a:close/>
                <a:moveTo>
                  <a:pt x="723900" y="1028700"/>
                </a:moveTo>
                <a:lnTo>
                  <a:pt x="781050" y="1028700"/>
                </a:lnTo>
                <a:lnTo>
                  <a:pt x="781050" y="1047750"/>
                </a:lnTo>
                <a:lnTo>
                  <a:pt x="723900" y="1047750"/>
                </a:lnTo>
                <a:close/>
                <a:moveTo>
                  <a:pt x="800100" y="1028700"/>
                </a:moveTo>
                <a:lnTo>
                  <a:pt x="914400" y="1028700"/>
                </a:lnTo>
                <a:lnTo>
                  <a:pt x="914400" y="1047750"/>
                </a:lnTo>
                <a:lnTo>
                  <a:pt x="800100" y="1047750"/>
                </a:lnTo>
                <a:close/>
                <a:moveTo>
                  <a:pt x="933450" y="1028700"/>
                </a:moveTo>
                <a:lnTo>
                  <a:pt x="1057275" y="1028700"/>
                </a:lnTo>
                <a:lnTo>
                  <a:pt x="1057275" y="1047750"/>
                </a:lnTo>
                <a:lnTo>
                  <a:pt x="933450" y="1047750"/>
                </a:lnTo>
                <a:close/>
                <a:moveTo>
                  <a:pt x="1066800" y="1028700"/>
                </a:moveTo>
                <a:lnTo>
                  <a:pt x="1085850" y="1028700"/>
                </a:lnTo>
                <a:lnTo>
                  <a:pt x="1085850" y="1047750"/>
                </a:lnTo>
                <a:lnTo>
                  <a:pt x="1066800" y="1047750"/>
                </a:lnTo>
                <a:close/>
                <a:moveTo>
                  <a:pt x="1104900" y="1028700"/>
                </a:moveTo>
                <a:lnTo>
                  <a:pt x="1123950" y="1028700"/>
                </a:lnTo>
                <a:lnTo>
                  <a:pt x="1123950" y="1047750"/>
                </a:lnTo>
                <a:lnTo>
                  <a:pt x="1104900" y="1047750"/>
                </a:lnTo>
                <a:close/>
                <a:moveTo>
                  <a:pt x="1143000" y="1028700"/>
                </a:moveTo>
                <a:lnTo>
                  <a:pt x="1162050" y="1028700"/>
                </a:lnTo>
                <a:lnTo>
                  <a:pt x="1162050" y="1047750"/>
                </a:lnTo>
                <a:lnTo>
                  <a:pt x="1143000" y="1047750"/>
                </a:lnTo>
                <a:close/>
                <a:moveTo>
                  <a:pt x="1181100" y="1028700"/>
                </a:moveTo>
                <a:lnTo>
                  <a:pt x="1200150" y="1028700"/>
                </a:lnTo>
                <a:lnTo>
                  <a:pt x="1200150" y="1047750"/>
                </a:lnTo>
                <a:lnTo>
                  <a:pt x="1181100" y="1047750"/>
                </a:lnTo>
                <a:close/>
                <a:moveTo>
                  <a:pt x="1219200" y="1028700"/>
                </a:moveTo>
                <a:lnTo>
                  <a:pt x="1314450" y="1028700"/>
                </a:lnTo>
                <a:lnTo>
                  <a:pt x="1314450" y="1047750"/>
                </a:lnTo>
                <a:lnTo>
                  <a:pt x="1219200" y="1047750"/>
                </a:lnTo>
                <a:close/>
                <a:moveTo>
                  <a:pt x="1333500" y="1028700"/>
                </a:moveTo>
                <a:lnTo>
                  <a:pt x="1352550" y="1028700"/>
                </a:lnTo>
                <a:lnTo>
                  <a:pt x="1352550" y="1047750"/>
                </a:lnTo>
                <a:lnTo>
                  <a:pt x="1333500" y="1047750"/>
                </a:lnTo>
                <a:close/>
                <a:moveTo>
                  <a:pt x="1371600" y="1028700"/>
                </a:moveTo>
                <a:lnTo>
                  <a:pt x="1466850" y="1028700"/>
                </a:lnTo>
                <a:lnTo>
                  <a:pt x="1466850" y="1047750"/>
                </a:lnTo>
                <a:lnTo>
                  <a:pt x="1371600" y="1047750"/>
                </a:lnTo>
                <a:close/>
                <a:moveTo>
                  <a:pt x="1485900" y="1028700"/>
                </a:moveTo>
                <a:lnTo>
                  <a:pt x="1504950" y="1028700"/>
                </a:lnTo>
                <a:lnTo>
                  <a:pt x="1504950" y="1047750"/>
                </a:lnTo>
                <a:lnTo>
                  <a:pt x="1485900" y="1047750"/>
                </a:lnTo>
                <a:close/>
                <a:moveTo>
                  <a:pt x="1600200" y="1028700"/>
                </a:moveTo>
                <a:lnTo>
                  <a:pt x="1895475" y="1028700"/>
                </a:lnTo>
                <a:lnTo>
                  <a:pt x="1895475" y="1047750"/>
                </a:lnTo>
                <a:lnTo>
                  <a:pt x="1600200" y="1047750"/>
                </a:lnTo>
                <a:close/>
                <a:moveTo>
                  <a:pt x="152400" y="1181100"/>
                </a:moveTo>
                <a:lnTo>
                  <a:pt x="219075" y="1181100"/>
                </a:lnTo>
                <a:lnTo>
                  <a:pt x="219075" y="1190625"/>
                </a:lnTo>
                <a:lnTo>
                  <a:pt x="228600" y="1190625"/>
                </a:lnTo>
                <a:lnTo>
                  <a:pt x="228600" y="1200150"/>
                </a:lnTo>
                <a:lnTo>
                  <a:pt x="209550" y="1200150"/>
                </a:lnTo>
                <a:lnTo>
                  <a:pt x="209550" y="1209675"/>
                </a:lnTo>
                <a:lnTo>
                  <a:pt x="219075" y="1209675"/>
                </a:lnTo>
                <a:lnTo>
                  <a:pt x="219075" y="1219200"/>
                </a:lnTo>
                <a:lnTo>
                  <a:pt x="180975" y="1219200"/>
                </a:lnTo>
                <a:lnTo>
                  <a:pt x="180975" y="1228725"/>
                </a:lnTo>
                <a:lnTo>
                  <a:pt x="171450" y="1228725"/>
                </a:lnTo>
                <a:lnTo>
                  <a:pt x="171450" y="1285875"/>
                </a:lnTo>
                <a:lnTo>
                  <a:pt x="161925" y="1285875"/>
                </a:lnTo>
                <a:lnTo>
                  <a:pt x="161925" y="1266825"/>
                </a:lnTo>
                <a:lnTo>
                  <a:pt x="152400" y="1266825"/>
                </a:lnTo>
                <a:lnTo>
                  <a:pt x="152400" y="1276350"/>
                </a:lnTo>
                <a:lnTo>
                  <a:pt x="142875" y="1276350"/>
                </a:lnTo>
                <a:lnTo>
                  <a:pt x="142875" y="1238250"/>
                </a:lnTo>
                <a:lnTo>
                  <a:pt x="133350" y="1238250"/>
                </a:lnTo>
                <a:lnTo>
                  <a:pt x="133350" y="1200150"/>
                </a:lnTo>
                <a:lnTo>
                  <a:pt x="142875" y="1200150"/>
                </a:lnTo>
                <a:lnTo>
                  <a:pt x="142875" y="1190625"/>
                </a:lnTo>
                <a:lnTo>
                  <a:pt x="152400" y="1190625"/>
                </a:lnTo>
                <a:close/>
                <a:moveTo>
                  <a:pt x="438150" y="1190625"/>
                </a:moveTo>
                <a:lnTo>
                  <a:pt x="447675" y="1190625"/>
                </a:lnTo>
                <a:lnTo>
                  <a:pt x="447675" y="1200150"/>
                </a:lnTo>
                <a:lnTo>
                  <a:pt x="438150" y="1200150"/>
                </a:lnTo>
                <a:close/>
                <a:moveTo>
                  <a:pt x="657225" y="1209675"/>
                </a:moveTo>
                <a:lnTo>
                  <a:pt x="676275" y="1209675"/>
                </a:lnTo>
                <a:lnTo>
                  <a:pt x="676275" y="1219200"/>
                </a:lnTo>
                <a:lnTo>
                  <a:pt x="657225" y="1219200"/>
                </a:lnTo>
                <a:close/>
                <a:moveTo>
                  <a:pt x="238125" y="1219200"/>
                </a:moveTo>
                <a:lnTo>
                  <a:pt x="247650" y="1219200"/>
                </a:lnTo>
                <a:lnTo>
                  <a:pt x="247650" y="1228725"/>
                </a:lnTo>
                <a:lnTo>
                  <a:pt x="238125" y="1228725"/>
                </a:lnTo>
                <a:close/>
                <a:moveTo>
                  <a:pt x="866775" y="1219200"/>
                </a:moveTo>
                <a:lnTo>
                  <a:pt x="876300" y="1219200"/>
                </a:lnTo>
                <a:lnTo>
                  <a:pt x="876300" y="1228725"/>
                </a:lnTo>
                <a:lnTo>
                  <a:pt x="866775" y="1228725"/>
                </a:lnTo>
                <a:close/>
                <a:moveTo>
                  <a:pt x="247650" y="1228725"/>
                </a:moveTo>
                <a:lnTo>
                  <a:pt x="257175" y="1228725"/>
                </a:lnTo>
                <a:lnTo>
                  <a:pt x="257175" y="1247775"/>
                </a:lnTo>
                <a:lnTo>
                  <a:pt x="247650" y="1247775"/>
                </a:lnTo>
                <a:close/>
                <a:moveTo>
                  <a:pt x="219075" y="1247775"/>
                </a:moveTo>
                <a:lnTo>
                  <a:pt x="238125" y="1247775"/>
                </a:lnTo>
                <a:lnTo>
                  <a:pt x="238125" y="1314450"/>
                </a:lnTo>
                <a:lnTo>
                  <a:pt x="219075" y="1314450"/>
                </a:lnTo>
                <a:lnTo>
                  <a:pt x="219075" y="1295400"/>
                </a:lnTo>
                <a:lnTo>
                  <a:pt x="209550" y="1295400"/>
                </a:lnTo>
                <a:lnTo>
                  <a:pt x="209550" y="1304925"/>
                </a:lnTo>
                <a:lnTo>
                  <a:pt x="200025" y="1304925"/>
                </a:lnTo>
                <a:lnTo>
                  <a:pt x="200025" y="1285875"/>
                </a:lnTo>
                <a:lnTo>
                  <a:pt x="219075" y="1285875"/>
                </a:lnTo>
                <a:close/>
                <a:moveTo>
                  <a:pt x="257175" y="1247775"/>
                </a:moveTo>
                <a:lnTo>
                  <a:pt x="266700" y="1247775"/>
                </a:lnTo>
                <a:lnTo>
                  <a:pt x="266700" y="1257300"/>
                </a:lnTo>
                <a:lnTo>
                  <a:pt x="257175" y="1257300"/>
                </a:lnTo>
                <a:close/>
                <a:moveTo>
                  <a:pt x="409575" y="1247775"/>
                </a:moveTo>
                <a:lnTo>
                  <a:pt x="428625" y="1247775"/>
                </a:lnTo>
                <a:lnTo>
                  <a:pt x="428625" y="1257300"/>
                </a:lnTo>
                <a:lnTo>
                  <a:pt x="409575" y="1257300"/>
                </a:lnTo>
                <a:close/>
                <a:moveTo>
                  <a:pt x="457200" y="1247775"/>
                </a:moveTo>
                <a:lnTo>
                  <a:pt x="495300" y="1247775"/>
                </a:lnTo>
                <a:lnTo>
                  <a:pt x="495300" y="1257300"/>
                </a:lnTo>
                <a:lnTo>
                  <a:pt x="457200" y="1257300"/>
                </a:lnTo>
                <a:close/>
                <a:moveTo>
                  <a:pt x="523875" y="1247775"/>
                </a:moveTo>
                <a:lnTo>
                  <a:pt x="581025" y="1247775"/>
                </a:lnTo>
                <a:lnTo>
                  <a:pt x="581025" y="1257300"/>
                </a:lnTo>
                <a:lnTo>
                  <a:pt x="523875" y="1257300"/>
                </a:lnTo>
                <a:close/>
                <a:moveTo>
                  <a:pt x="781050" y="1247775"/>
                </a:moveTo>
                <a:lnTo>
                  <a:pt x="790575" y="1247775"/>
                </a:lnTo>
                <a:lnTo>
                  <a:pt x="790575" y="1257300"/>
                </a:lnTo>
                <a:lnTo>
                  <a:pt x="781050" y="1257300"/>
                </a:lnTo>
                <a:close/>
                <a:moveTo>
                  <a:pt x="1828800" y="1247775"/>
                </a:moveTo>
                <a:lnTo>
                  <a:pt x="1847850" y="1247775"/>
                </a:lnTo>
                <a:lnTo>
                  <a:pt x="1847850" y="1257300"/>
                </a:lnTo>
                <a:lnTo>
                  <a:pt x="1838325" y="1257300"/>
                </a:lnTo>
                <a:lnTo>
                  <a:pt x="1838325" y="1266825"/>
                </a:lnTo>
                <a:lnTo>
                  <a:pt x="1828800" y="1266825"/>
                </a:lnTo>
                <a:close/>
                <a:moveTo>
                  <a:pt x="276225" y="1257300"/>
                </a:moveTo>
                <a:lnTo>
                  <a:pt x="285750" y="1257300"/>
                </a:lnTo>
                <a:lnTo>
                  <a:pt x="285750" y="1266825"/>
                </a:lnTo>
                <a:lnTo>
                  <a:pt x="276225" y="1266825"/>
                </a:lnTo>
                <a:close/>
                <a:moveTo>
                  <a:pt x="495300" y="1257300"/>
                </a:moveTo>
                <a:lnTo>
                  <a:pt x="523875" y="1257300"/>
                </a:lnTo>
                <a:lnTo>
                  <a:pt x="523875" y="1266825"/>
                </a:lnTo>
                <a:lnTo>
                  <a:pt x="495300" y="1266825"/>
                </a:lnTo>
                <a:close/>
                <a:moveTo>
                  <a:pt x="581025" y="1257300"/>
                </a:moveTo>
                <a:lnTo>
                  <a:pt x="609600" y="1257300"/>
                </a:lnTo>
                <a:lnTo>
                  <a:pt x="609600" y="1266825"/>
                </a:lnTo>
                <a:lnTo>
                  <a:pt x="581025" y="1266825"/>
                </a:lnTo>
                <a:close/>
                <a:moveTo>
                  <a:pt x="647700" y="1257300"/>
                </a:moveTo>
                <a:lnTo>
                  <a:pt x="657225" y="1257300"/>
                </a:lnTo>
                <a:lnTo>
                  <a:pt x="657225" y="1266825"/>
                </a:lnTo>
                <a:lnTo>
                  <a:pt x="647700" y="1266825"/>
                </a:lnTo>
                <a:close/>
                <a:moveTo>
                  <a:pt x="695325" y="1257300"/>
                </a:moveTo>
                <a:lnTo>
                  <a:pt x="723900" y="1257300"/>
                </a:lnTo>
                <a:lnTo>
                  <a:pt x="723900" y="1266825"/>
                </a:lnTo>
                <a:lnTo>
                  <a:pt x="695325" y="1266825"/>
                </a:lnTo>
                <a:close/>
                <a:moveTo>
                  <a:pt x="838200" y="1257300"/>
                </a:moveTo>
                <a:lnTo>
                  <a:pt x="847725" y="1257300"/>
                </a:lnTo>
                <a:lnTo>
                  <a:pt x="847725" y="1266825"/>
                </a:lnTo>
                <a:lnTo>
                  <a:pt x="838200" y="1266825"/>
                </a:lnTo>
                <a:close/>
                <a:moveTo>
                  <a:pt x="1847850" y="1257300"/>
                </a:moveTo>
                <a:lnTo>
                  <a:pt x="1857375" y="1257300"/>
                </a:lnTo>
                <a:lnTo>
                  <a:pt x="1857375" y="1266825"/>
                </a:lnTo>
                <a:lnTo>
                  <a:pt x="1847850" y="1266825"/>
                </a:lnTo>
                <a:close/>
                <a:moveTo>
                  <a:pt x="285750" y="1266825"/>
                </a:moveTo>
                <a:lnTo>
                  <a:pt x="295275" y="1266825"/>
                </a:lnTo>
                <a:lnTo>
                  <a:pt x="295275" y="1276350"/>
                </a:lnTo>
                <a:lnTo>
                  <a:pt x="285750" y="1276350"/>
                </a:lnTo>
                <a:close/>
                <a:moveTo>
                  <a:pt x="1838325" y="1266825"/>
                </a:moveTo>
                <a:lnTo>
                  <a:pt x="1847850" y="1266825"/>
                </a:lnTo>
                <a:lnTo>
                  <a:pt x="1847850" y="1295400"/>
                </a:lnTo>
                <a:lnTo>
                  <a:pt x="1838325" y="1295400"/>
                </a:lnTo>
                <a:close/>
                <a:moveTo>
                  <a:pt x="1857375" y="1266825"/>
                </a:moveTo>
                <a:lnTo>
                  <a:pt x="1866900" y="1266825"/>
                </a:lnTo>
                <a:lnTo>
                  <a:pt x="1866900" y="1276350"/>
                </a:lnTo>
                <a:lnTo>
                  <a:pt x="1857375" y="1276350"/>
                </a:lnTo>
                <a:close/>
                <a:moveTo>
                  <a:pt x="295275" y="1295400"/>
                </a:moveTo>
                <a:lnTo>
                  <a:pt x="304800" y="1295400"/>
                </a:lnTo>
                <a:lnTo>
                  <a:pt x="304800" y="1304925"/>
                </a:lnTo>
                <a:lnTo>
                  <a:pt x="323850" y="1304925"/>
                </a:lnTo>
                <a:lnTo>
                  <a:pt x="323850" y="1314450"/>
                </a:lnTo>
                <a:lnTo>
                  <a:pt x="333375" y="1314450"/>
                </a:lnTo>
                <a:lnTo>
                  <a:pt x="333375" y="1362075"/>
                </a:lnTo>
                <a:lnTo>
                  <a:pt x="323850" y="1362075"/>
                </a:lnTo>
                <a:lnTo>
                  <a:pt x="323850" y="1371600"/>
                </a:lnTo>
                <a:lnTo>
                  <a:pt x="314325" y="1371600"/>
                </a:lnTo>
                <a:lnTo>
                  <a:pt x="314325" y="1381125"/>
                </a:lnTo>
                <a:lnTo>
                  <a:pt x="276225" y="1381125"/>
                </a:lnTo>
                <a:lnTo>
                  <a:pt x="276225" y="1390650"/>
                </a:lnTo>
                <a:lnTo>
                  <a:pt x="266700" y="1390650"/>
                </a:lnTo>
                <a:lnTo>
                  <a:pt x="266700" y="1381125"/>
                </a:lnTo>
                <a:lnTo>
                  <a:pt x="200025" y="1381125"/>
                </a:lnTo>
                <a:lnTo>
                  <a:pt x="200025" y="1362075"/>
                </a:lnTo>
                <a:lnTo>
                  <a:pt x="171450" y="1362075"/>
                </a:lnTo>
                <a:lnTo>
                  <a:pt x="171450" y="1371600"/>
                </a:lnTo>
                <a:lnTo>
                  <a:pt x="152400" y="1371600"/>
                </a:lnTo>
                <a:lnTo>
                  <a:pt x="152400" y="1362075"/>
                </a:lnTo>
                <a:lnTo>
                  <a:pt x="142875" y="1362075"/>
                </a:lnTo>
                <a:lnTo>
                  <a:pt x="142875" y="1343025"/>
                </a:lnTo>
                <a:lnTo>
                  <a:pt x="152400" y="1343025"/>
                </a:lnTo>
                <a:lnTo>
                  <a:pt x="152400" y="1362075"/>
                </a:lnTo>
                <a:lnTo>
                  <a:pt x="161925" y="1362075"/>
                </a:lnTo>
                <a:lnTo>
                  <a:pt x="161925" y="1343025"/>
                </a:lnTo>
                <a:lnTo>
                  <a:pt x="171450" y="1343025"/>
                </a:lnTo>
                <a:lnTo>
                  <a:pt x="171450" y="1333500"/>
                </a:lnTo>
                <a:lnTo>
                  <a:pt x="180975" y="1333500"/>
                </a:lnTo>
                <a:lnTo>
                  <a:pt x="180975" y="1343025"/>
                </a:lnTo>
                <a:lnTo>
                  <a:pt x="257175" y="1343025"/>
                </a:lnTo>
                <a:lnTo>
                  <a:pt x="257175" y="1352550"/>
                </a:lnTo>
                <a:lnTo>
                  <a:pt x="285750" y="1352550"/>
                </a:lnTo>
                <a:lnTo>
                  <a:pt x="285750" y="1343025"/>
                </a:lnTo>
                <a:lnTo>
                  <a:pt x="295275" y="1343025"/>
                </a:lnTo>
                <a:close/>
                <a:moveTo>
                  <a:pt x="1828800" y="1295400"/>
                </a:moveTo>
                <a:lnTo>
                  <a:pt x="1838325" y="1295400"/>
                </a:lnTo>
                <a:lnTo>
                  <a:pt x="1838325" y="1314450"/>
                </a:lnTo>
                <a:lnTo>
                  <a:pt x="1828800" y="1314450"/>
                </a:lnTo>
                <a:close/>
                <a:moveTo>
                  <a:pt x="438150" y="1333500"/>
                </a:moveTo>
                <a:lnTo>
                  <a:pt x="447675" y="1333500"/>
                </a:lnTo>
                <a:lnTo>
                  <a:pt x="447675" y="1343025"/>
                </a:lnTo>
                <a:lnTo>
                  <a:pt x="438150" y="1343025"/>
                </a:lnTo>
                <a:close/>
                <a:moveTo>
                  <a:pt x="504825" y="1333500"/>
                </a:moveTo>
                <a:lnTo>
                  <a:pt x="533400" y="1333500"/>
                </a:lnTo>
                <a:lnTo>
                  <a:pt x="533400" y="1343025"/>
                </a:lnTo>
                <a:lnTo>
                  <a:pt x="504825" y="1343025"/>
                </a:lnTo>
                <a:close/>
                <a:moveTo>
                  <a:pt x="542925" y="1333500"/>
                </a:moveTo>
                <a:lnTo>
                  <a:pt x="561975" y="1333500"/>
                </a:lnTo>
                <a:lnTo>
                  <a:pt x="561975" y="1343025"/>
                </a:lnTo>
                <a:lnTo>
                  <a:pt x="542925" y="1343025"/>
                </a:lnTo>
                <a:close/>
                <a:moveTo>
                  <a:pt x="904875" y="1333500"/>
                </a:moveTo>
                <a:lnTo>
                  <a:pt x="914400" y="1333500"/>
                </a:lnTo>
                <a:lnTo>
                  <a:pt x="914400" y="1343025"/>
                </a:lnTo>
                <a:lnTo>
                  <a:pt x="904875" y="1343025"/>
                </a:lnTo>
                <a:close/>
                <a:moveTo>
                  <a:pt x="933450" y="1333500"/>
                </a:moveTo>
                <a:lnTo>
                  <a:pt x="942975" y="1333500"/>
                </a:lnTo>
                <a:lnTo>
                  <a:pt x="942975" y="1343025"/>
                </a:lnTo>
                <a:lnTo>
                  <a:pt x="933450" y="1343025"/>
                </a:lnTo>
                <a:close/>
                <a:moveTo>
                  <a:pt x="1028700" y="1333500"/>
                </a:moveTo>
                <a:lnTo>
                  <a:pt x="1047750" y="1333500"/>
                </a:lnTo>
                <a:lnTo>
                  <a:pt x="1047750" y="1343025"/>
                </a:lnTo>
                <a:lnTo>
                  <a:pt x="1028700" y="1343025"/>
                </a:lnTo>
                <a:close/>
                <a:moveTo>
                  <a:pt x="1104900" y="1333500"/>
                </a:moveTo>
                <a:lnTo>
                  <a:pt x="1114425" y="1333500"/>
                </a:lnTo>
                <a:lnTo>
                  <a:pt x="1114425" y="1343025"/>
                </a:lnTo>
                <a:lnTo>
                  <a:pt x="1104900" y="1343025"/>
                </a:lnTo>
                <a:close/>
                <a:moveTo>
                  <a:pt x="1333500" y="1333500"/>
                </a:moveTo>
                <a:lnTo>
                  <a:pt x="1343025" y="1333500"/>
                </a:lnTo>
                <a:lnTo>
                  <a:pt x="1343025" y="1352550"/>
                </a:lnTo>
                <a:lnTo>
                  <a:pt x="1323975" y="1352550"/>
                </a:lnTo>
                <a:lnTo>
                  <a:pt x="1323975" y="1343025"/>
                </a:lnTo>
                <a:lnTo>
                  <a:pt x="1333500" y="1343025"/>
                </a:lnTo>
                <a:close/>
                <a:moveTo>
                  <a:pt x="1352550" y="1333500"/>
                </a:moveTo>
                <a:lnTo>
                  <a:pt x="1371600" y="1333500"/>
                </a:lnTo>
                <a:lnTo>
                  <a:pt x="1371600" y="1343025"/>
                </a:lnTo>
                <a:lnTo>
                  <a:pt x="1352550" y="1343025"/>
                </a:lnTo>
                <a:close/>
                <a:moveTo>
                  <a:pt x="409575" y="1343025"/>
                </a:moveTo>
                <a:lnTo>
                  <a:pt x="419100" y="1343025"/>
                </a:lnTo>
                <a:lnTo>
                  <a:pt x="419100" y="1371600"/>
                </a:lnTo>
                <a:lnTo>
                  <a:pt x="409575" y="1371600"/>
                </a:lnTo>
                <a:close/>
                <a:moveTo>
                  <a:pt x="561975" y="1343025"/>
                </a:moveTo>
                <a:lnTo>
                  <a:pt x="571500" y="1343025"/>
                </a:lnTo>
                <a:lnTo>
                  <a:pt x="571500" y="1352550"/>
                </a:lnTo>
                <a:lnTo>
                  <a:pt x="561975" y="1352550"/>
                </a:lnTo>
                <a:close/>
                <a:moveTo>
                  <a:pt x="600075" y="1343025"/>
                </a:moveTo>
                <a:lnTo>
                  <a:pt x="628650" y="1343025"/>
                </a:lnTo>
                <a:lnTo>
                  <a:pt x="628650" y="1352550"/>
                </a:lnTo>
                <a:lnTo>
                  <a:pt x="619125" y="1352550"/>
                </a:lnTo>
                <a:lnTo>
                  <a:pt x="619125" y="1371600"/>
                </a:lnTo>
                <a:lnTo>
                  <a:pt x="628650" y="1371600"/>
                </a:lnTo>
                <a:lnTo>
                  <a:pt x="628650" y="1381125"/>
                </a:lnTo>
                <a:lnTo>
                  <a:pt x="590550" y="1381125"/>
                </a:lnTo>
                <a:lnTo>
                  <a:pt x="590550" y="1371600"/>
                </a:lnTo>
                <a:lnTo>
                  <a:pt x="600075" y="1371600"/>
                </a:lnTo>
                <a:lnTo>
                  <a:pt x="600075" y="1362075"/>
                </a:lnTo>
                <a:lnTo>
                  <a:pt x="609600" y="1362075"/>
                </a:lnTo>
                <a:lnTo>
                  <a:pt x="609600" y="1352550"/>
                </a:lnTo>
                <a:lnTo>
                  <a:pt x="600075" y="1352550"/>
                </a:lnTo>
                <a:close/>
                <a:moveTo>
                  <a:pt x="704850" y="1343025"/>
                </a:moveTo>
                <a:lnTo>
                  <a:pt x="714375" y="1343025"/>
                </a:lnTo>
                <a:lnTo>
                  <a:pt x="714375" y="1371600"/>
                </a:lnTo>
                <a:lnTo>
                  <a:pt x="704850" y="1371600"/>
                </a:lnTo>
                <a:lnTo>
                  <a:pt x="704850" y="1381125"/>
                </a:lnTo>
                <a:lnTo>
                  <a:pt x="695325" y="1381125"/>
                </a:lnTo>
                <a:lnTo>
                  <a:pt x="695325" y="1352550"/>
                </a:lnTo>
                <a:lnTo>
                  <a:pt x="704850" y="1352550"/>
                </a:lnTo>
                <a:close/>
                <a:moveTo>
                  <a:pt x="762000" y="1343025"/>
                </a:moveTo>
                <a:lnTo>
                  <a:pt x="771525" y="1343025"/>
                </a:lnTo>
                <a:lnTo>
                  <a:pt x="771525" y="1352550"/>
                </a:lnTo>
                <a:lnTo>
                  <a:pt x="762000" y="1352550"/>
                </a:lnTo>
                <a:close/>
                <a:moveTo>
                  <a:pt x="942975" y="1343025"/>
                </a:moveTo>
                <a:lnTo>
                  <a:pt x="962025" y="1343025"/>
                </a:lnTo>
                <a:lnTo>
                  <a:pt x="962025" y="1352550"/>
                </a:lnTo>
                <a:lnTo>
                  <a:pt x="942975" y="1352550"/>
                </a:lnTo>
                <a:close/>
                <a:moveTo>
                  <a:pt x="1047750" y="1343025"/>
                </a:moveTo>
                <a:lnTo>
                  <a:pt x="1057275" y="1343025"/>
                </a:lnTo>
                <a:lnTo>
                  <a:pt x="1057275" y="1352550"/>
                </a:lnTo>
                <a:lnTo>
                  <a:pt x="1047750" y="1352550"/>
                </a:lnTo>
                <a:close/>
                <a:moveTo>
                  <a:pt x="1247775" y="1343025"/>
                </a:moveTo>
                <a:lnTo>
                  <a:pt x="1257300" y="1343025"/>
                </a:lnTo>
                <a:lnTo>
                  <a:pt x="1257300" y="1352550"/>
                </a:lnTo>
                <a:lnTo>
                  <a:pt x="1247775" y="1352550"/>
                </a:lnTo>
                <a:close/>
                <a:moveTo>
                  <a:pt x="1266825" y="1343025"/>
                </a:moveTo>
                <a:lnTo>
                  <a:pt x="1276350" y="1343025"/>
                </a:lnTo>
                <a:lnTo>
                  <a:pt x="1276350" y="1352550"/>
                </a:lnTo>
                <a:lnTo>
                  <a:pt x="1266825" y="1352550"/>
                </a:lnTo>
                <a:close/>
                <a:moveTo>
                  <a:pt x="1285875" y="1343025"/>
                </a:moveTo>
                <a:lnTo>
                  <a:pt x="1295400" y="1343025"/>
                </a:lnTo>
                <a:lnTo>
                  <a:pt x="1295400" y="1352550"/>
                </a:lnTo>
                <a:lnTo>
                  <a:pt x="1285875" y="1352550"/>
                </a:lnTo>
                <a:close/>
                <a:moveTo>
                  <a:pt x="1304925" y="1343025"/>
                </a:moveTo>
                <a:lnTo>
                  <a:pt x="1314450" y="1343025"/>
                </a:lnTo>
                <a:lnTo>
                  <a:pt x="1314450" y="1352550"/>
                </a:lnTo>
                <a:lnTo>
                  <a:pt x="1304925" y="1352550"/>
                </a:lnTo>
                <a:close/>
                <a:moveTo>
                  <a:pt x="1371600" y="1343025"/>
                </a:moveTo>
                <a:lnTo>
                  <a:pt x="1381125" y="1343025"/>
                </a:lnTo>
                <a:lnTo>
                  <a:pt x="1381125" y="1352550"/>
                </a:lnTo>
                <a:lnTo>
                  <a:pt x="1371600" y="1352550"/>
                </a:lnTo>
                <a:close/>
                <a:moveTo>
                  <a:pt x="1057275" y="1352550"/>
                </a:moveTo>
                <a:lnTo>
                  <a:pt x="1066800" y="1352550"/>
                </a:lnTo>
                <a:lnTo>
                  <a:pt x="1066800" y="1371600"/>
                </a:lnTo>
                <a:lnTo>
                  <a:pt x="1057275" y="1371600"/>
                </a:lnTo>
                <a:close/>
                <a:moveTo>
                  <a:pt x="1390650" y="1352550"/>
                </a:moveTo>
                <a:lnTo>
                  <a:pt x="1400175" y="1352550"/>
                </a:lnTo>
                <a:lnTo>
                  <a:pt x="1400175" y="1371600"/>
                </a:lnTo>
                <a:lnTo>
                  <a:pt x="1390650" y="1371600"/>
                </a:lnTo>
                <a:close/>
                <a:moveTo>
                  <a:pt x="762000" y="1362075"/>
                </a:moveTo>
                <a:lnTo>
                  <a:pt x="771525" y="1362075"/>
                </a:lnTo>
                <a:lnTo>
                  <a:pt x="771525" y="1371600"/>
                </a:lnTo>
                <a:lnTo>
                  <a:pt x="762000" y="1371600"/>
                </a:lnTo>
                <a:close/>
                <a:moveTo>
                  <a:pt x="895350" y="1362075"/>
                </a:moveTo>
                <a:lnTo>
                  <a:pt x="904875" y="1362075"/>
                </a:lnTo>
                <a:lnTo>
                  <a:pt x="904875" y="1371600"/>
                </a:lnTo>
                <a:lnTo>
                  <a:pt x="914400" y="1371600"/>
                </a:lnTo>
                <a:lnTo>
                  <a:pt x="914400" y="1381125"/>
                </a:lnTo>
                <a:lnTo>
                  <a:pt x="866775" y="1381125"/>
                </a:lnTo>
                <a:lnTo>
                  <a:pt x="866775" y="1371600"/>
                </a:lnTo>
                <a:lnTo>
                  <a:pt x="895350" y="1371600"/>
                </a:lnTo>
                <a:close/>
                <a:moveTo>
                  <a:pt x="419100" y="1371600"/>
                </a:moveTo>
                <a:lnTo>
                  <a:pt x="428625" y="1371600"/>
                </a:lnTo>
                <a:lnTo>
                  <a:pt x="428625" y="1381125"/>
                </a:lnTo>
                <a:lnTo>
                  <a:pt x="419100" y="1381125"/>
                </a:lnTo>
                <a:close/>
                <a:moveTo>
                  <a:pt x="523875" y="1371600"/>
                </a:moveTo>
                <a:lnTo>
                  <a:pt x="533400" y="1371600"/>
                </a:lnTo>
                <a:lnTo>
                  <a:pt x="533400" y="1381125"/>
                </a:lnTo>
                <a:lnTo>
                  <a:pt x="523875" y="1381125"/>
                </a:lnTo>
                <a:close/>
                <a:moveTo>
                  <a:pt x="542925" y="1371600"/>
                </a:moveTo>
                <a:lnTo>
                  <a:pt x="552450" y="1371600"/>
                </a:lnTo>
                <a:lnTo>
                  <a:pt x="552450" y="1381125"/>
                </a:lnTo>
                <a:lnTo>
                  <a:pt x="542925" y="1381125"/>
                </a:lnTo>
                <a:close/>
                <a:moveTo>
                  <a:pt x="723900" y="1371600"/>
                </a:moveTo>
                <a:lnTo>
                  <a:pt x="733425" y="1371600"/>
                </a:lnTo>
                <a:lnTo>
                  <a:pt x="733425" y="1381125"/>
                </a:lnTo>
                <a:lnTo>
                  <a:pt x="723900" y="1381125"/>
                </a:lnTo>
                <a:close/>
                <a:moveTo>
                  <a:pt x="742950" y="1371600"/>
                </a:moveTo>
                <a:lnTo>
                  <a:pt x="762000" y="1371600"/>
                </a:lnTo>
                <a:lnTo>
                  <a:pt x="762000" y="1381125"/>
                </a:lnTo>
                <a:lnTo>
                  <a:pt x="742950" y="1381125"/>
                </a:lnTo>
                <a:close/>
                <a:moveTo>
                  <a:pt x="790575" y="1371600"/>
                </a:moveTo>
                <a:lnTo>
                  <a:pt x="838200" y="1371600"/>
                </a:lnTo>
                <a:lnTo>
                  <a:pt x="838200" y="1381125"/>
                </a:lnTo>
                <a:lnTo>
                  <a:pt x="790575" y="1381125"/>
                </a:lnTo>
                <a:close/>
                <a:moveTo>
                  <a:pt x="847725" y="1371600"/>
                </a:moveTo>
                <a:lnTo>
                  <a:pt x="857250" y="1371600"/>
                </a:lnTo>
                <a:lnTo>
                  <a:pt x="857250" y="1381125"/>
                </a:lnTo>
                <a:lnTo>
                  <a:pt x="847725" y="1381125"/>
                </a:lnTo>
                <a:close/>
                <a:moveTo>
                  <a:pt x="933450" y="1371600"/>
                </a:moveTo>
                <a:lnTo>
                  <a:pt x="962025" y="1371600"/>
                </a:lnTo>
                <a:lnTo>
                  <a:pt x="962025" y="1381125"/>
                </a:lnTo>
                <a:lnTo>
                  <a:pt x="933450" y="1381125"/>
                </a:lnTo>
                <a:close/>
                <a:moveTo>
                  <a:pt x="1076325" y="1371600"/>
                </a:moveTo>
                <a:lnTo>
                  <a:pt x="1085850" y="1371600"/>
                </a:lnTo>
                <a:lnTo>
                  <a:pt x="1085850" y="1381125"/>
                </a:lnTo>
                <a:lnTo>
                  <a:pt x="1076325" y="1381125"/>
                </a:lnTo>
                <a:close/>
                <a:moveTo>
                  <a:pt x="1095375" y="1371600"/>
                </a:moveTo>
                <a:lnTo>
                  <a:pt x="1104900" y="1371600"/>
                </a:lnTo>
                <a:lnTo>
                  <a:pt x="1104900" y="1381125"/>
                </a:lnTo>
                <a:lnTo>
                  <a:pt x="1095375" y="1381125"/>
                </a:lnTo>
                <a:close/>
                <a:moveTo>
                  <a:pt x="1114425" y="1371600"/>
                </a:moveTo>
                <a:lnTo>
                  <a:pt x="1123950" y="1371600"/>
                </a:lnTo>
                <a:lnTo>
                  <a:pt x="1123950" y="1381125"/>
                </a:lnTo>
                <a:lnTo>
                  <a:pt x="1114425" y="1381125"/>
                </a:lnTo>
                <a:close/>
                <a:moveTo>
                  <a:pt x="1181100" y="1371600"/>
                </a:moveTo>
                <a:lnTo>
                  <a:pt x="1209675" y="1371600"/>
                </a:lnTo>
                <a:lnTo>
                  <a:pt x="1209675" y="1381125"/>
                </a:lnTo>
                <a:lnTo>
                  <a:pt x="1181100" y="1381125"/>
                </a:lnTo>
                <a:close/>
                <a:moveTo>
                  <a:pt x="1285875" y="1371600"/>
                </a:moveTo>
                <a:lnTo>
                  <a:pt x="1295400" y="1371600"/>
                </a:lnTo>
                <a:lnTo>
                  <a:pt x="1295400" y="1381125"/>
                </a:lnTo>
                <a:lnTo>
                  <a:pt x="1285875" y="1381125"/>
                </a:lnTo>
                <a:close/>
                <a:moveTo>
                  <a:pt x="1371600" y="1371600"/>
                </a:moveTo>
                <a:lnTo>
                  <a:pt x="1381125" y="1371600"/>
                </a:lnTo>
                <a:lnTo>
                  <a:pt x="1381125" y="1381125"/>
                </a:lnTo>
                <a:lnTo>
                  <a:pt x="1371600" y="1381125"/>
                </a:lnTo>
                <a:close/>
                <a:moveTo>
                  <a:pt x="704850" y="1381125"/>
                </a:moveTo>
                <a:lnTo>
                  <a:pt x="714375" y="1381125"/>
                </a:lnTo>
                <a:lnTo>
                  <a:pt x="714375" y="1390650"/>
                </a:lnTo>
                <a:lnTo>
                  <a:pt x="704850" y="1390650"/>
                </a:lnTo>
                <a:close/>
                <a:moveTo>
                  <a:pt x="1238250" y="1381125"/>
                </a:moveTo>
                <a:lnTo>
                  <a:pt x="1247775" y="1381125"/>
                </a:lnTo>
                <a:lnTo>
                  <a:pt x="1247775" y="1390650"/>
                </a:lnTo>
                <a:lnTo>
                  <a:pt x="1238250" y="1390650"/>
                </a:lnTo>
                <a:close/>
                <a:moveTo>
                  <a:pt x="1257300" y="1390650"/>
                </a:moveTo>
                <a:lnTo>
                  <a:pt x="1266825" y="1390650"/>
                </a:lnTo>
                <a:lnTo>
                  <a:pt x="1266825" y="1400175"/>
                </a:lnTo>
                <a:lnTo>
                  <a:pt x="1257300" y="1400175"/>
                </a:lnTo>
                <a:close/>
                <a:moveTo>
                  <a:pt x="142875" y="1466850"/>
                </a:moveTo>
                <a:lnTo>
                  <a:pt x="1895475" y="1466850"/>
                </a:lnTo>
                <a:lnTo>
                  <a:pt x="1895475" y="1485900"/>
                </a:lnTo>
                <a:lnTo>
                  <a:pt x="142875" y="1485900"/>
                </a:lnTo>
                <a:close/>
                <a:moveTo>
                  <a:pt x="1924050" y="1571625"/>
                </a:moveTo>
                <a:lnTo>
                  <a:pt x="1933575" y="1571625"/>
                </a:lnTo>
                <a:lnTo>
                  <a:pt x="1933575" y="1581150"/>
                </a:lnTo>
                <a:lnTo>
                  <a:pt x="1924050" y="1581150"/>
                </a:lnTo>
                <a:close/>
                <a:moveTo>
                  <a:pt x="200025" y="1619250"/>
                </a:moveTo>
                <a:lnTo>
                  <a:pt x="209550" y="1619250"/>
                </a:lnTo>
                <a:lnTo>
                  <a:pt x="209550" y="1628775"/>
                </a:lnTo>
                <a:lnTo>
                  <a:pt x="266700" y="1628775"/>
                </a:lnTo>
                <a:lnTo>
                  <a:pt x="266700" y="1638300"/>
                </a:lnTo>
                <a:lnTo>
                  <a:pt x="285750" y="1638300"/>
                </a:lnTo>
                <a:lnTo>
                  <a:pt x="285750" y="1657350"/>
                </a:lnTo>
                <a:lnTo>
                  <a:pt x="266700" y="1657350"/>
                </a:lnTo>
                <a:lnTo>
                  <a:pt x="266700" y="1647825"/>
                </a:lnTo>
                <a:lnTo>
                  <a:pt x="247650" y="1647825"/>
                </a:lnTo>
                <a:lnTo>
                  <a:pt x="247650" y="1657350"/>
                </a:lnTo>
                <a:lnTo>
                  <a:pt x="228600" y="1657350"/>
                </a:lnTo>
                <a:lnTo>
                  <a:pt x="228600" y="1647825"/>
                </a:lnTo>
                <a:lnTo>
                  <a:pt x="190500" y="1647825"/>
                </a:lnTo>
                <a:lnTo>
                  <a:pt x="190500" y="1657350"/>
                </a:lnTo>
                <a:lnTo>
                  <a:pt x="161925" y="1657350"/>
                </a:lnTo>
                <a:lnTo>
                  <a:pt x="161925" y="1666875"/>
                </a:lnTo>
                <a:lnTo>
                  <a:pt x="142875" y="1666875"/>
                </a:lnTo>
                <a:lnTo>
                  <a:pt x="142875" y="1638300"/>
                </a:lnTo>
                <a:lnTo>
                  <a:pt x="152400" y="1638300"/>
                </a:lnTo>
                <a:lnTo>
                  <a:pt x="152400" y="1628775"/>
                </a:lnTo>
                <a:lnTo>
                  <a:pt x="200025" y="1628775"/>
                </a:lnTo>
                <a:close/>
                <a:moveTo>
                  <a:pt x="409575" y="1628775"/>
                </a:moveTo>
                <a:lnTo>
                  <a:pt x="419100" y="1628775"/>
                </a:lnTo>
                <a:lnTo>
                  <a:pt x="419100" y="1657350"/>
                </a:lnTo>
                <a:lnTo>
                  <a:pt x="409575" y="1657350"/>
                </a:lnTo>
                <a:close/>
                <a:moveTo>
                  <a:pt x="457200" y="1638300"/>
                </a:moveTo>
                <a:lnTo>
                  <a:pt x="466725" y="1638300"/>
                </a:lnTo>
                <a:lnTo>
                  <a:pt x="466725" y="1647825"/>
                </a:lnTo>
                <a:lnTo>
                  <a:pt x="457200" y="1647825"/>
                </a:lnTo>
                <a:close/>
                <a:moveTo>
                  <a:pt x="733425" y="1638300"/>
                </a:moveTo>
                <a:lnTo>
                  <a:pt x="742950" y="1638300"/>
                </a:lnTo>
                <a:lnTo>
                  <a:pt x="742950" y="1647825"/>
                </a:lnTo>
                <a:lnTo>
                  <a:pt x="733425" y="1647825"/>
                </a:lnTo>
                <a:close/>
                <a:moveTo>
                  <a:pt x="600075" y="1647825"/>
                </a:moveTo>
                <a:lnTo>
                  <a:pt x="628650" y="1647825"/>
                </a:lnTo>
                <a:lnTo>
                  <a:pt x="628650" y="1657350"/>
                </a:lnTo>
                <a:lnTo>
                  <a:pt x="600075" y="1657350"/>
                </a:lnTo>
                <a:close/>
                <a:moveTo>
                  <a:pt x="647700" y="1647825"/>
                </a:moveTo>
                <a:lnTo>
                  <a:pt x="666750" y="1647825"/>
                </a:lnTo>
                <a:lnTo>
                  <a:pt x="666750" y="1657350"/>
                </a:lnTo>
                <a:lnTo>
                  <a:pt x="647700" y="1657350"/>
                </a:lnTo>
                <a:close/>
                <a:moveTo>
                  <a:pt x="800100" y="1647825"/>
                </a:moveTo>
                <a:lnTo>
                  <a:pt x="819150" y="1647825"/>
                </a:lnTo>
                <a:lnTo>
                  <a:pt x="819150" y="1657350"/>
                </a:lnTo>
                <a:lnTo>
                  <a:pt x="800100" y="1657350"/>
                </a:lnTo>
                <a:close/>
              </a:path>
            </a:pathLst>
          </a:custGeom>
          <a:solidFill xmlns:a="http://schemas.openxmlformats.org/drawingml/2006/main">
            <a:srgbClr val="E6E4D8"/>
          </a:solidFill>
          <a:ln xmlns:a="http://schemas.openxmlformats.org/drawingml/2006/main" w="0">
            <a:noFill/>
          </a:ln>
        </p:spPr>
      </p:sp>
      <p:sp>
        <p:nvSpPr>
          <p:cNvPr id="124" name="appearance vector #cdccc0">
            <a:extLst xmlns:a="http://schemas.openxmlformats.org/drawingml/2006/main">
              <a:ext uri="{FF2B5EF4-FFF2-40B4-BE49-F238E27FC236}">
                <a16:creationId xmlns:a16="http://schemas.microsoft.com/office/drawing/2014/main" id="{F6394515-759C-4FB3-890F-AC964BD324D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343400" y="5114925"/>
            <a:ext cx="1943100" cy="1666875"/>
          </a:xfrm>
          <a:custGeom xmlns:a="http://schemas.openxmlformats.org/drawingml/2006/main">
            <a:pathLst>
              <a:path w="1943100" h="1666875">
                <a:moveTo>
                  <a:pt x="1905000" y="0"/>
                </a:moveTo>
                <a:lnTo>
                  <a:pt x="1914525" y="0"/>
                </a:lnTo>
                <a:lnTo>
                  <a:pt x="1914525" y="9525"/>
                </a:lnTo>
                <a:lnTo>
                  <a:pt x="1905000" y="9525"/>
                </a:lnTo>
                <a:close/>
                <a:moveTo>
                  <a:pt x="1857375" y="9525"/>
                </a:moveTo>
                <a:lnTo>
                  <a:pt x="1866900" y="9525"/>
                </a:lnTo>
                <a:lnTo>
                  <a:pt x="1866900" y="19050"/>
                </a:lnTo>
                <a:lnTo>
                  <a:pt x="1857375" y="19050"/>
                </a:lnTo>
                <a:close/>
                <a:moveTo>
                  <a:pt x="1924050" y="85725"/>
                </a:moveTo>
                <a:lnTo>
                  <a:pt x="1933575" y="85725"/>
                </a:lnTo>
                <a:lnTo>
                  <a:pt x="1933575" y="95250"/>
                </a:lnTo>
                <a:lnTo>
                  <a:pt x="1924050" y="95250"/>
                </a:lnTo>
                <a:close/>
                <a:moveTo>
                  <a:pt x="1933575" y="123825"/>
                </a:moveTo>
                <a:lnTo>
                  <a:pt x="1943100" y="123825"/>
                </a:lnTo>
                <a:lnTo>
                  <a:pt x="1943100" y="219075"/>
                </a:lnTo>
                <a:lnTo>
                  <a:pt x="1933575" y="219075"/>
                </a:lnTo>
                <a:close/>
                <a:moveTo>
                  <a:pt x="142875" y="171450"/>
                </a:moveTo>
                <a:lnTo>
                  <a:pt x="152400" y="171450"/>
                </a:lnTo>
                <a:lnTo>
                  <a:pt x="152400" y="180975"/>
                </a:lnTo>
                <a:lnTo>
                  <a:pt x="142875" y="180975"/>
                </a:lnTo>
                <a:close/>
                <a:moveTo>
                  <a:pt x="133350" y="180975"/>
                </a:moveTo>
                <a:lnTo>
                  <a:pt x="142875" y="180975"/>
                </a:lnTo>
                <a:lnTo>
                  <a:pt x="142875" y="190500"/>
                </a:lnTo>
                <a:lnTo>
                  <a:pt x="133350" y="190500"/>
                </a:lnTo>
                <a:close/>
                <a:moveTo>
                  <a:pt x="219075" y="180975"/>
                </a:moveTo>
                <a:lnTo>
                  <a:pt x="238125" y="180975"/>
                </a:lnTo>
                <a:lnTo>
                  <a:pt x="238125" y="190500"/>
                </a:lnTo>
                <a:lnTo>
                  <a:pt x="228600" y="190500"/>
                </a:lnTo>
                <a:lnTo>
                  <a:pt x="228600" y="200025"/>
                </a:lnTo>
                <a:lnTo>
                  <a:pt x="200025" y="200025"/>
                </a:lnTo>
                <a:lnTo>
                  <a:pt x="200025" y="190500"/>
                </a:lnTo>
                <a:lnTo>
                  <a:pt x="219075" y="190500"/>
                </a:lnTo>
                <a:close/>
                <a:moveTo>
                  <a:pt x="257175" y="180975"/>
                </a:moveTo>
                <a:lnTo>
                  <a:pt x="295275" y="180975"/>
                </a:lnTo>
                <a:lnTo>
                  <a:pt x="295275" y="190500"/>
                </a:lnTo>
                <a:lnTo>
                  <a:pt x="285750" y="190500"/>
                </a:lnTo>
                <a:lnTo>
                  <a:pt x="285750" y="200025"/>
                </a:lnTo>
                <a:lnTo>
                  <a:pt x="276225" y="200025"/>
                </a:lnTo>
                <a:lnTo>
                  <a:pt x="276225" y="190500"/>
                </a:lnTo>
                <a:lnTo>
                  <a:pt x="257175" y="190500"/>
                </a:lnTo>
                <a:close/>
                <a:moveTo>
                  <a:pt x="390525" y="180975"/>
                </a:moveTo>
                <a:lnTo>
                  <a:pt x="400050" y="180975"/>
                </a:lnTo>
                <a:lnTo>
                  <a:pt x="400050" y="200025"/>
                </a:lnTo>
                <a:lnTo>
                  <a:pt x="371475" y="200025"/>
                </a:lnTo>
                <a:lnTo>
                  <a:pt x="371475" y="190500"/>
                </a:lnTo>
                <a:lnTo>
                  <a:pt x="390525" y="190500"/>
                </a:lnTo>
                <a:close/>
                <a:moveTo>
                  <a:pt x="419100" y="180975"/>
                </a:moveTo>
                <a:lnTo>
                  <a:pt x="447675" y="180975"/>
                </a:lnTo>
                <a:lnTo>
                  <a:pt x="447675" y="190500"/>
                </a:lnTo>
                <a:lnTo>
                  <a:pt x="419100" y="190500"/>
                </a:lnTo>
                <a:close/>
                <a:moveTo>
                  <a:pt x="171450" y="190500"/>
                </a:moveTo>
                <a:lnTo>
                  <a:pt x="180975" y="190500"/>
                </a:lnTo>
                <a:lnTo>
                  <a:pt x="180975" y="200025"/>
                </a:lnTo>
                <a:lnTo>
                  <a:pt x="171450" y="200025"/>
                </a:lnTo>
                <a:close/>
                <a:moveTo>
                  <a:pt x="333375" y="190500"/>
                </a:moveTo>
                <a:lnTo>
                  <a:pt x="342900" y="190500"/>
                </a:lnTo>
                <a:lnTo>
                  <a:pt x="342900" y="200025"/>
                </a:lnTo>
                <a:lnTo>
                  <a:pt x="333375" y="200025"/>
                </a:lnTo>
                <a:close/>
                <a:moveTo>
                  <a:pt x="352425" y="190500"/>
                </a:moveTo>
                <a:lnTo>
                  <a:pt x="361950" y="190500"/>
                </a:lnTo>
                <a:lnTo>
                  <a:pt x="361950" y="200025"/>
                </a:lnTo>
                <a:lnTo>
                  <a:pt x="352425" y="200025"/>
                </a:lnTo>
                <a:close/>
                <a:moveTo>
                  <a:pt x="447675" y="190500"/>
                </a:moveTo>
                <a:lnTo>
                  <a:pt x="457200" y="190500"/>
                </a:lnTo>
                <a:lnTo>
                  <a:pt x="457200" y="200025"/>
                </a:lnTo>
                <a:lnTo>
                  <a:pt x="447675" y="200025"/>
                </a:lnTo>
                <a:close/>
                <a:moveTo>
                  <a:pt x="123825" y="209550"/>
                </a:moveTo>
                <a:lnTo>
                  <a:pt x="133350" y="209550"/>
                </a:lnTo>
                <a:lnTo>
                  <a:pt x="133350" y="219075"/>
                </a:lnTo>
                <a:lnTo>
                  <a:pt x="123825" y="219075"/>
                </a:lnTo>
                <a:close/>
                <a:moveTo>
                  <a:pt x="200025" y="209550"/>
                </a:moveTo>
                <a:lnTo>
                  <a:pt x="209550" y="209550"/>
                </a:lnTo>
                <a:lnTo>
                  <a:pt x="209550" y="219075"/>
                </a:lnTo>
                <a:lnTo>
                  <a:pt x="219075" y="219075"/>
                </a:lnTo>
                <a:lnTo>
                  <a:pt x="219075" y="228600"/>
                </a:lnTo>
                <a:lnTo>
                  <a:pt x="200025" y="228600"/>
                </a:lnTo>
                <a:close/>
                <a:moveTo>
                  <a:pt x="390525" y="209550"/>
                </a:moveTo>
                <a:lnTo>
                  <a:pt x="400050" y="209550"/>
                </a:lnTo>
                <a:lnTo>
                  <a:pt x="400050" y="219075"/>
                </a:lnTo>
                <a:lnTo>
                  <a:pt x="419100" y="219075"/>
                </a:lnTo>
                <a:lnTo>
                  <a:pt x="419100" y="228600"/>
                </a:lnTo>
                <a:lnTo>
                  <a:pt x="381000" y="228600"/>
                </a:lnTo>
                <a:lnTo>
                  <a:pt x="381000" y="219075"/>
                </a:lnTo>
                <a:lnTo>
                  <a:pt x="390525" y="219075"/>
                </a:lnTo>
                <a:close/>
                <a:moveTo>
                  <a:pt x="133350" y="219075"/>
                </a:moveTo>
                <a:lnTo>
                  <a:pt x="142875" y="219075"/>
                </a:lnTo>
                <a:lnTo>
                  <a:pt x="142875" y="228600"/>
                </a:lnTo>
                <a:lnTo>
                  <a:pt x="133350" y="228600"/>
                </a:lnTo>
                <a:close/>
                <a:moveTo>
                  <a:pt x="295275" y="219075"/>
                </a:moveTo>
                <a:lnTo>
                  <a:pt x="304800" y="219075"/>
                </a:lnTo>
                <a:lnTo>
                  <a:pt x="304800" y="228600"/>
                </a:lnTo>
                <a:lnTo>
                  <a:pt x="295275" y="228600"/>
                </a:lnTo>
                <a:close/>
                <a:moveTo>
                  <a:pt x="314325" y="219075"/>
                </a:moveTo>
                <a:lnTo>
                  <a:pt x="323850" y="219075"/>
                </a:lnTo>
                <a:lnTo>
                  <a:pt x="323850" y="228600"/>
                </a:lnTo>
                <a:lnTo>
                  <a:pt x="314325" y="228600"/>
                </a:lnTo>
                <a:close/>
                <a:moveTo>
                  <a:pt x="885825" y="361950"/>
                </a:moveTo>
                <a:lnTo>
                  <a:pt x="895350" y="361950"/>
                </a:lnTo>
                <a:lnTo>
                  <a:pt x="895350" y="371475"/>
                </a:lnTo>
                <a:lnTo>
                  <a:pt x="904875" y="371475"/>
                </a:lnTo>
                <a:lnTo>
                  <a:pt x="904875" y="400050"/>
                </a:lnTo>
                <a:lnTo>
                  <a:pt x="914400" y="400050"/>
                </a:lnTo>
                <a:lnTo>
                  <a:pt x="914400" y="409575"/>
                </a:lnTo>
                <a:lnTo>
                  <a:pt x="895350" y="409575"/>
                </a:lnTo>
                <a:lnTo>
                  <a:pt x="895350" y="428625"/>
                </a:lnTo>
                <a:lnTo>
                  <a:pt x="876300" y="428625"/>
                </a:lnTo>
                <a:lnTo>
                  <a:pt x="876300" y="409575"/>
                </a:lnTo>
                <a:lnTo>
                  <a:pt x="866775" y="409575"/>
                </a:lnTo>
                <a:lnTo>
                  <a:pt x="866775" y="400050"/>
                </a:lnTo>
                <a:lnTo>
                  <a:pt x="876300" y="400050"/>
                </a:lnTo>
                <a:lnTo>
                  <a:pt x="876300" y="371475"/>
                </a:lnTo>
                <a:lnTo>
                  <a:pt x="885825" y="371475"/>
                </a:lnTo>
                <a:close/>
                <a:moveTo>
                  <a:pt x="1009650" y="390525"/>
                </a:moveTo>
                <a:lnTo>
                  <a:pt x="1076325" y="390525"/>
                </a:lnTo>
                <a:lnTo>
                  <a:pt x="1076325" y="400050"/>
                </a:lnTo>
                <a:lnTo>
                  <a:pt x="1114425" y="400050"/>
                </a:lnTo>
                <a:lnTo>
                  <a:pt x="1114425" y="390525"/>
                </a:lnTo>
                <a:lnTo>
                  <a:pt x="1133475" y="390525"/>
                </a:lnTo>
                <a:lnTo>
                  <a:pt x="1133475" y="400050"/>
                </a:lnTo>
                <a:lnTo>
                  <a:pt x="1114425" y="400050"/>
                </a:lnTo>
                <a:lnTo>
                  <a:pt x="1114425" y="409575"/>
                </a:lnTo>
                <a:lnTo>
                  <a:pt x="1066800" y="409575"/>
                </a:lnTo>
                <a:lnTo>
                  <a:pt x="1066800" y="400050"/>
                </a:lnTo>
                <a:lnTo>
                  <a:pt x="1009650" y="400050"/>
                </a:lnTo>
                <a:close/>
                <a:moveTo>
                  <a:pt x="1571625" y="390525"/>
                </a:moveTo>
                <a:lnTo>
                  <a:pt x="1590675" y="390525"/>
                </a:lnTo>
                <a:lnTo>
                  <a:pt x="1590675" y="400050"/>
                </a:lnTo>
                <a:lnTo>
                  <a:pt x="1571625" y="400050"/>
                </a:lnTo>
                <a:close/>
                <a:moveTo>
                  <a:pt x="1600200" y="390525"/>
                </a:moveTo>
                <a:lnTo>
                  <a:pt x="1609725" y="390525"/>
                </a:lnTo>
                <a:lnTo>
                  <a:pt x="1609725" y="400050"/>
                </a:lnTo>
                <a:lnTo>
                  <a:pt x="1600200" y="400050"/>
                </a:lnTo>
                <a:close/>
                <a:moveTo>
                  <a:pt x="1619250" y="390525"/>
                </a:moveTo>
                <a:lnTo>
                  <a:pt x="1628775" y="390525"/>
                </a:lnTo>
                <a:lnTo>
                  <a:pt x="1628775" y="400050"/>
                </a:lnTo>
                <a:lnTo>
                  <a:pt x="1619250" y="400050"/>
                </a:lnTo>
                <a:close/>
                <a:moveTo>
                  <a:pt x="1647825" y="390525"/>
                </a:moveTo>
                <a:lnTo>
                  <a:pt x="1724025" y="390525"/>
                </a:lnTo>
                <a:lnTo>
                  <a:pt x="1724025" y="400050"/>
                </a:lnTo>
                <a:lnTo>
                  <a:pt x="1647825" y="400050"/>
                </a:lnTo>
                <a:close/>
                <a:moveTo>
                  <a:pt x="1552575" y="400050"/>
                </a:moveTo>
                <a:lnTo>
                  <a:pt x="1571625" y="400050"/>
                </a:lnTo>
                <a:lnTo>
                  <a:pt x="1571625" y="409575"/>
                </a:lnTo>
                <a:lnTo>
                  <a:pt x="1562100" y="409575"/>
                </a:lnTo>
                <a:lnTo>
                  <a:pt x="1562100" y="419100"/>
                </a:lnTo>
                <a:lnTo>
                  <a:pt x="1552575" y="419100"/>
                </a:lnTo>
                <a:close/>
                <a:moveTo>
                  <a:pt x="1162050" y="409575"/>
                </a:moveTo>
                <a:lnTo>
                  <a:pt x="1171575" y="409575"/>
                </a:lnTo>
                <a:lnTo>
                  <a:pt x="1171575" y="419100"/>
                </a:lnTo>
                <a:lnTo>
                  <a:pt x="1162050" y="419100"/>
                </a:lnTo>
                <a:close/>
                <a:moveTo>
                  <a:pt x="923925" y="419100"/>
                </a:moveTo>
                <a:lnTo>
                  <a:pt x="942975" y="419100"/>
                </a:lnTo>
                <a:lnTo>
                  <a:pt x="942975" y="438150"/>
                </a:lnTo>
                <a:lnTo>
                  <a:pt x="923925" y="438150"/>
                </a:lnTo>
                <a:close/>
                <a:moveTo>
                  <a:pt x="1057275" y="419100"/>
                </a:moveTo>
                <a:lnTo>
                  <a:pt x="1095375" y="419100"/>
                </a:lnTo>
                <a:lnTo>
                  <a:pt x="1095375" y="428625"/>
                </a:lnTo>
                <a:lnTo>
                  <a:pt x="1057275" y="428625"/>
                </a:lnTo>
                <a:close/>
                <a:moveTo>
                  <a:pt x="1104900" y="419100"/>
                </a:moveTo>
                <a:lnTo>
                  <a:pt x="1143000" y="419100"/>
                </a:lnTo>
                <a:lnTo>
                  <a:pt x="1143000" y="428625"/>
                </a:lnTo>
                <a:lnTo>
                  <a:pt x="1104900" y="428625"/>
                </a:lnTo>
                <a:close/>
                <a:moveTo>
                  <a:pt x="1152525" y="419100"/>
                </a:moveTo>
                <a:lnTo>
                  <a:pt x="1162050" y="419100"/>
                </a:lnTo>
                <a:lnTo>
                  <a:pt x="1162050" y="428625"/>
                </a:lnTo>
                <a:lnTo>
                  <a:pt x="1152525" y="428625"/>
                </a:lnTo>
                <a:close/>
                <a:moveTo>
                  <a:pt x="1562100" y="419100"/>
                </a:moveTo>
                <a:lnTo>
                  <a:pt x="1581150" y="419100"/>
                </a:lnTo>
                <a:lnTo>
                  <a:pt x="1581150" y="428625"/>
                </a:lnTo>
                <a:lnTo>
                  <a:pt x="1562100" y="428625"/>
                </a:lnTo>
                <a:close/>
                <a:moveTo>
                  <a:pt x="1590675" y="419100"/>
                </a:moveTo>
                <a:lnTo>
                  <a:pt x="1600200" y="419100"/>
                </a:lnTo>
                <a:lnTo>
                  <a:pt x="1600200" y="428625"/>
                </a:lnTo>
                <a:lnTo>
                  <a:pt x="1590675" y="428625"/>
                </a:lnTo>
                <a:close/>
                <a:moveTo>
                  <a:pt x="1609725" y="419100"/>
                </a:moveTo>
                <a:lnTo>
                  <a:pt x="1619250" y="419100"/>
                </a:lnTo>
                <a:lnTo>
                  <a:pt x="1619250" y="428625"/>
                </a:lnTo>
                <a:lnTo>
                  <a:pt x="1609725" y="428625"/>
                </a:lnTo>
                <a:close/>
                <a:moveTo>
                  <a:pt x="1628775" y="419100"/>
                </a:moveTo>
                <a:lnTo>
                  <a:pt x="1714500" y="419100"/>
                </a:lnTo>
                <a:lnTo>
                  <a:pt x="1714500" y="428625"/>
                </a:lnTo>
                <a:lnTo>
                  <a:pt x="1628775" y="428625"/>
                </a:lnTo>
                <a:close/>
                <a:moveTo>
                  <a:pt x="1466850" y="428625"/>
                </a:moveTo>
                <a:lnTo>
                  <a:pt x="1476375" y="428625"/>
                </a:lnTo>
                <a:lnTo>
                  <a:pt x="1476375" y="438150"/>
                </a:lnTo>
                <a:lnTo>
                  <a:pt x="1485900" y="438150"/>
                </a:lnTo>
                <a:lnTo>
                  <a:pt x="1485900" y="428625"/>
                </a:lnTo>
                <a:lnTo>
                  <a:pt x="1495425" y="428625"/>
                </a:lnTo>
                <a:lnTo>
                  <a:pt x="1495425" y="457200"/>
                </a:lnTo>
                <a:lnTo>
                  <a:pt x="1466850" y="457200"/>
                </a:lnTo>
                <a:close/>
                <a:moveTo>
                  <a:pt x="419100" y="752475"/>
                </a:moveTo>
                <a:lnTo>
                  <a:pt x="428625" y="752475"/>
                </a:lnTo>
                <a:lnTo>
                  <a:pt x="428625" y="762000"/>
                </a:lnTo>
                <a:lnTo>
                  <a:pt x="419100" y="762000"/>
                </a:lnTo>
                <a:close/>
                <a:moveTo>
                  <a:pt x="447675" y="752475"/>
                </a:moveTo>
                <a:lnTo>
                  <a:pt x="457200" y="752475"/>
                </a:lnTo>
                <a:lnTo>
                  <a:pt x="457200" y="762000"/>
                </a:lnTo>
                <a:lnTo>
                  <a:pt x="466725" y="762000"/>
                </a:lnTo>
                <a:lnTo>
                  <a:pt x="466725" y="771525"/>
                </a:lnTo>
                <a:lnTo>
                  <a:pt x="476250" y="771525"/>
                </a:lnTo>
                <a:lnTo>
                  <a:pt x="476250" y="781050"/>
                </a:lnTo>
                <a:lnTo>
                  <a:pt x="466725" y="781050"/>
                </a:lnTo>
                <a:lnTo>
                  <a:pt x="466725" y="790575"/>
                </a:lnTo>
                <a:lnTo>
                  <a:pt x="457200" y="790575"/>
                </a:lnTo>
                <a:lnTo>
                  <a:pt x="457200" y="781050"/>
                </a:lnTo>
                <a:lnTo>
                  <a:pt x="447675" y="781050"/>
                </a:lnTo>
                <a:close/>
                <a:moveTo>
                  <a:pt x="409575" y="762000"/>
                </a:moveTo>
                <a:lnTo>
                  <a:pt x="419100" y="762000"/>
                </a:lnTo>
                <a:lnTo>
                  <a:pt x="419100" y="771525"/>
                </a:lnTo>
                <a:lnTo>
                  <a:pt x="409575" y="771525"/>
                </a:lnTo>
                <a:close/>
                <a:moveTo>
                  <a:pt x="504825" y="762000"/>
                </a:moveTo>
                <a:lnTo>
                  <a:pt x="514350" y="762000"/>
                </a:lnTo>
                <a:lnTo>
                  <a:pt x="514350" y="771525"/>
                </a:lnTo>
                <a:lnTo>
                  <a:pt x="504825" y="771525"/>
                </a:lnTo>
                <a:close/>
                <a:moveTo>
                  <a:pt x="428625" y="771525"/>
                </a:moveTo>
                <a:lnTo>
                  <a:pt x="438150" y="771525"/>
                </a:lnTo>
                <a:lnTo>
                  <a:pt x="438150" y="781050"/>
                </a:lnTo>
                <a:lnTo>
                  <a:pt x="428625" y="781050"/>
                </a:lnTo>
                <a:close/>
                <a:moveTo>
                  <a:pt x="495300" y="771525"/>
                </a:moveTo>
                <a:lnTo>
                  <a:pt x="504825" y="771525"/>
                </a:lnTo>
                <a:lnTo>
                  <a:pt x="504825" y="781050"/>
                </a:lnTo>
                <a:lnTo>
                  <a:pt x="495300" y="781050"/>
                </a:lnTo>
                <a:close/>
                <a:moveTo>
                  <a:pt x="552450" y="771525"/>
                </a:moveTo>
                <a:lnTo>
                  <a:pt x="561975" y="771525"/>
                </a:lnTo>
                <a:lnTo>
                  <a:pt x="561975" y="781050"/>
                </a:lnTo>
                <a:lnTo>
                  <a:pt x="552450" y="781050"/>
                </a:lnTo>
                <a:close/>
                <a:moveTo>
                  <a:pt x="409575" y="781050"/>
                </a:moveTo>
                <a:lnTo>
                  <a:pt x="428625" y="781050"/>
                </a:lnTo>
                <a:lnTo>
                  <a:pt x="428625" y="800100"/>
                </a:lnTo>
                <a:lnTo>
                  <a:pt x="419100" y="800100"/>
                </a:lnTo>
                <a:lnTo>
                  <a:pt x="419100" y="809625"/>
                </a:lnTo>
                <a:lnTo>
                  <a:pt x="409575" y="809625"/>
                </a:lnTo>
                <a:close/>
                <a:moveTo>
                  <a:pt x="514350" y="781050"/>
                </a:moveTo>
                <a:lnTo>
                  <a:pt x="523875" y="781050"/>
                </a:lnTo>
                <a:lnTo>
                  <a:pt x="523875" y="809625"/>
                </a:lnTo>
                <a:lnTo>
                  <a:pt x="514350" y="809625"/>
                </a:lnTo>
                <a:close/>
                <a:moveTo>
                  <a:pt x="428625" y="800100"/>
                </a:moveTo>
                <a:lnTo>
                  <a:pt x="457200" y="800100"/>
                </a:lnTo>
                <a:lnTo>
                  <a:pt x="457200" y="809625"/>
                </a:lnTo>
                <a:lnTo>
                  <a:pt x="428625" y="809625"/>
                </a:lnTo>
                <a:close/>
                <a:moveTo>
                  <a:pt x="476250" y="809625"/>
                </a:moveTo>
                <a:lnTo>
                  <a:pt x="504825" y="809625"/>
                </a:lnTo>
                <a:lnTo>
                  <a:pt x="504825" y="828675"/>
                </a:lnTo>
                <a:lnTo>
                  <a:pt x="495300" y="828675"/>
                </a:lnTo>
                <a:lnTo>
                  <a:pt x="495300" y="819150"/>
                </a:lnTo>
                <a:lnTo>
                  <a:pt x="476250" y="819150"/>
                </a:lnTo>
                <a:close/>
                <a:moveTo>
                  <a:pt x="1838325" y="809625"/>
                </a:moveTo>
                <a:lnTo>
                  <a:pt x="1847850" y="809625"/>
                </a:lnTo>
                <a:lnTo>
                  <a:pt x="1847850" y="819150"/>
                </a:lnTo>
                <a:lnTo>
                  <a:pt x="1838325" y="819150"/>
                </a:lnTo>
                <a:close/>
                <a:moveTo>
                  <a:pt x="238125" y="819150"/>
                </a:moveTo>
                <a:lnTo>
                  <a:pt x="247650" y="819150"/>
                </a:lnTo>
                <a:lnTo>
                  <a:pt x="247650" y="828675"/>
                </a:lnTo>
                <a:lnTo>
                  <a:pt x="257175" y="828675"/>
                </a:lnTo>
                <a:lnTo>
                  <a:pt x="257175" y="876300"/>
                </a:lnTo>
                <a:lnTo>
                  <a:pt x="238125" y="876300"/>
                </a:lnTo>
                <a:lnTo>
                  <a:pt x="238125" y="866775"/>
                </a:lnTo>
                <a:lnTo>
                  <a:pt x="228600" y="866775"/>
                </a:lnTo>
                <a:lnTo>
                  <a:pt x="228600" y="876300"/>
                </a:lnTo>
                <a:lnTo>
                  <a:pt x="219075" y="876300"/>
                </a:lnTo>
                <a:lnTo>
                  <a:pt x="219075" y="828675"/>
                </a:lnTo>
                <a:lnTo>
                  <a:pt x="238125" y="828675"/>
                </a:lnTo>
                <a:close/>
                <a:moveTo>
                  <a:pt x="1847850" y="819150"/>
                </a:moveTo>
                <a:lnTo>
                  <a:pt x="1857375" y="819150"/>
                </a:lnTo>
                <a:lnTo>
                  <a:pt x="1857375" y="838200"/>
                </a:lnTo>
                <a:lnTo>
                  <a:pt x="1866900" y="838200"/>
                </a:lnTo>
                <a:lnTo>
                  <a:pt x="1866900" y="847725"/>
                </a:lnTo>
                <a:lnTo>
                  <a:pt x="1857375" y="847725"/>
                </a:lnTo>
                <a:lnTo>
                  <a:pt x="1857375" y="866775"/>
                </a:lnTo>
                <a:lnTo>
                  <a:pt x="1838325" y="866775"/>
                </a:lnTo>
                <a:lnTo>
                  <a:pt x="1838325" y="857250"/>
                </a:lnTo>
                <a:lnTo>
                  <a:pt x="1847850" y="857250"/>
                </a:lnTo>
                <a:close/>
                <a:moveTo>
                  <a:pt x="266700" y="838200"/>
                </a:moveTo>
                <a:lnTo>
                  <a:pt x="276225" y="838200"/>
                </a:lnTo>
                <a:lnTo>
                  <a:pt x="276225" y="895350"/>
                </a:lnTo>
                <a:lnTo>
                  <a:pt x="266700" y="895350"/>
                </a:lnTo>
                <a:close/>
                <a:moveTo>
                  <a:pt x="561975" y="885825"/>
                </a:moveTo>
                <a:lnTo>
                  <a:pt x="581025" y="885825"/>
                </a:lnTo>
                <a:lnTo>
                  <a:pt x="581025" y="895350"/>
                </a:lnTo>
                <a:lnTo>
                  <a:pt x="619125" y="895350"/>
                </a:lnTo>
                <a:lnTo>
                  <a:pt x="619125" y="904875"/>
                </a:lnTo>
                <a:lnTo>
                  <a:pt x="609600" y="904875"/>
                </a:lnTo>
                <a:lnTo>
                  <a:pt x="609600" y="914400"/>
                </a:lnTo>
                <a:lnTo>
                  <a:pt x="590550" y="914400"/>
                </a:lnTo>
                <a:lnTo>
                  <a:pt x="590550" y="923925"/>
                </a:lnTo>
                <a:lnTo>
                  <a:pt x="609600" y="923925"/>
                </a:lnTo>
                <a:lnTo>
                  <a:pt x="609600" y="933450"/>
                </a:lnTo>
                <a:lnTo>
                  <a:pt x="619125" y="933450"/>
                </a:lnTo>
                <a:lnTo>
                  <a:pt x="619125" y="923925"/>
                </a:lnTo>
                <a:lnTo>
                  <a:pt x="628650" y="923925"/>
                </a:lnTo>
                <a:lnTo>
                  <a:pt x="628650" y="914400"/>
                </a:lnTo>
                <a:lnTo>
                  <a:pt x="619125" y="914400"/>
                </a:lnTo>
                <a:lnTo>
                  <a:pt x="619125" y="904875"/>
                </a:lnTo>
                <a:lnTo>
                  <a:pt x="647700" y="904875"/>
                </a:lnTo>
                <a:lnTo>
                  <a:pt x="647700" y="923925"/>
                </a:lnTo>
                <a:lnTo>
                  <a:pt x="638175" y="923925"/>
                </a:lnTo>
                <a:lnTo>
                  <a:pt x="638175" y="933450"/>
                </a:lnTo>
                <a:lnTo>
                  <a:pt x="628650" y="933450"/>
                </a:lnTo>
                <a:lnTo>
                  <a:pt x="628650" y="942975"/>
                </a:lnTo>
                <a:lnTo>
                  <a:pt x="533400" y="942975"/>
                </a:lnTo>
                <a:lnTo>
                  <a:pt x="533400" y="933450"/>
                </a:lnTo>
                <a:lnTo>
                  <a:pt x="514350" y="933450"/>
                </a:lnTo>
                <a:lnTo>
                  <a:pt x="514350" y="923925"/>
                </a:lnTo>
                <a:lnTo>
                  <a:pt x="504825" y="923925"/>
                </a:lnTo>
                <a:lnTo>
                  <a:pt x="504825" y="914400"/>
                </a:lnTo>
                <a:lnTo>
                  <a:pt x="447675" y="914400"/>
                </a:lnTo>
                <a:lnTo>
                  <a:pt x="447675" y="904875"/>
                </a:lnTo>
                <a:lnTo>
                  <a:pt x="495300" y="904875"/>
                </a:lnTo>
                <a:lnTo>
                  <a:pt x="495300" y="895350"/>
                </a:lnTo>
                <a:lnTo>
                  <a:pt x="514350" y="895350"/>
                </a:lnTo>
                <a:lnTo>
                  <a:pt x="514350" y="904875"/>
                </a:lnTo>
                <a:lnTo>
                  <a:pt x="533400" y="904875"/>
                </a:lnTo>
                <a:lnTo>
                  <a:pt x="533400" y="895350"/>
                </a:lnTo>
                <a:lnTo>
                  <a:pt x="561975" y="895350"/>
                </a:lnTo>
                <a:close/>
                <a:moveTo>
                  <a:pt x="419100" y="895350"/>
                </a:moveTo>
                <a:lnTo>
                  <a:pt x="428625" y="895350"/>
                </a:lnTo>
                <a:lnTo>
                  <a:pt x="428625" y="904875"/>
                </a:lnTo>
                <a:lnTo>
                  <a:pt x="419100" y="904875"/>
                </a:lnTo>
                <a:close/>
                <a:moveTo>
                  <a:pt x="676275" y="895350"/>
                </a:moveTo>
                <a:lnTo>
                  <a:pt x="723900" y="895350"/>
                </a:lnTo>
                <a:lnTo>
                  <a:pt x="723900" y="914400"/>
                </a:lnTo>
                <a:lnTo>
                  <a:pt x="742950" y="914400"/>
                </a:lnTo>
                <a:lnTo>
                  <a:pt x="742950" y="904875"/>
                </a:lnTo>
                <a:lnTo>
                  <a:pt x="752475" y="904875"/>
                </a:lnTo>
                <a:lnTo>
                  <a:pt x="752475" y="914400"/>
                </a:lnTo>
                <a:lnTo>
                  <a:pt x="742950" y="914400"/>
                </a:lnTo>
                <a:lnTo>
                  <a:pt x="742950" y="923925"/>
                </a:lnTo>
                <a:lnTo>
                  <a:pt x="752475" y="923925"/>
                </a:lnTo>
                <a:lnTo>
                  <a:pt x="752475" y="933450"/>
                </a:lnTo>
                <a:lnTo>
                  <a:pt x="733425" y="933450"/>
                </a:lnTo>
                <a:lnTo>
                  <a:pt x="733425" y="923925"/>
                </a:lnTo>
                <a:lnTo>
                  <a:pt x="723900" y="923925"/>
                </a:lnTo>
                <a:lnTo>
                  <a:pt x="723900" y="933450"/>
                </a:lnTo>
                <a:lnTo>
                  <a:pt x="714375" y="933450"/>
                </a:lnTo>
                <a:lnTo>
                  <a:pt x="714375" y="942975"/>
                </a:lnTo>
                <a:lnTo>
                  <a:pt x="676275" y="942975"/>
                </a:lnTo>
                <a:lnTo>
                  <a:pt x="676275" y="933450"/>
                </a:lnTo>
                <a:lnTo>
                  <a:pt x="666750" y="933450"/>
                </a:lnTo>
                <a:lnTo>
                  <a:pt x="666750" y="904875"/>
                </a:lnTo>
                <a:lnTo>
                  <a:pt x="676275" y="904875"/>
                </a:lnTo>
                <a:close/>
                <a:moveTo>
                  <a:pt x="762000" y="895350"/>
                </a:moveTo>
                <a:lnTo>
                  <a:pt x="771525" y="895350"/>
                </a:lnTo>
                <a:lnTo>
                  <a:pt x="771525" y="904875"/>
                </a:lnTo>
                <a:lnTo>
                  <a:pt x="762000" y="904875"/>
                </a:lnTo>
                <a:close/>
                <a:moveTo>
                  <a:pt x="790575" y="895350"/>
                </a:moveTo>
                <a:lnTo>
                  <a:pt x="800100" y="895350"/>
                </a:lnTo>
                <a:lnTo>
                  <a:pt x="800100" y="904875"/>
                </a:lnTo>
                <a:lnTo>
                  <a:pt x="790575" y="904875"/>
                </a:lnTo>
                <a:close/>
                <a:moveTo>
                  <a:pt x="838200" y="895350"/>
                </a:moveTo>
                <a:lnTo>
                  <a:pt x="866775" y="895350"/>
                </a:lnTo>
                <a:lnTo>
                  <a:pt x="866775" y="914400"/>
                </a:lnTo>
                <a:lnTo>
                  <a:pt x="876300" y="914400"/>
                </a:lnTo>
                <a:lnTo>
                  <a:pt x="876300" y="923925"/>
                </a:lnTo>
                <a:lnTo>
                  <a:pt x="885825" y="923925"/>
                </a:lnTo>
                <a:lnTo>
                  <a:pt x="885825" y="942975"/>
                </a:lnTo>
                <a:lnTo>
                  <a:pt x="876300" y="942975"/>
                </a:lnTo>
                <a:lnTo>
                  <a:pt x="876300" y="933450"/>
                </a:lnTo>
                <a:lnTo>
                  <a:pt x="866775" y="933450"/>
                </a:lnTo>
                <a:lnTo>
                  <a:pt x="866775" y="942975"/>
                </a:lnTo>
                <a:lnTo>
                  <a:pt x="838200" y="942975"/>
                </a:lnTo>
                <a:lnTo>
                  <a:pt x="838200" y="933450"/>
                </a:lnTo>
                <a:lnTo>
                  <a:pt x="828675" y="933450"/>
                </a:lnTo>
                <a:lnTo>
                  <a:pt x="828675" y="914400"/>
                </a:lnTo>
                <a:lnTo>
                  <a:pt x="819150" y="914400"/>
                </a:lnTo>
                <a:lnTo>
                  <a:pt x="819150" y="904875"/>
                </a:lnTo>
                <a:lnTo>
                  <a:pt x="838200" y="904875"/>
                </a:lnTo>
                <a:close/>
                <a:moveTo>
                  <a:pt x="1057275" y="895350"/>
                </a:moveTo>
                <a:lnTo>
                  <a:pt x="1085850" y="895350"/>
                </a:lnTo>
                <a:lnTo>
                  <a:pt x="1085850" y="904875"/>
                </a:lnTo>
                <a:lnTo>
                  <a:pt x="1066800" y="904875"/>
                </a:lnTo>
                <a:lnTo>
                  <a:pt x="1066800" y="933450"/>
                </a:lnTo>
                <a:lnTo>
                  <a:pt x="1047750" y="933450"/>
                </a:lnTo>
                <a:lnTo>
                  <a:pt x="1047750" y="923925"/>
                </a:lnTo>
                <a:lnTo>
                  <a:pt x="1057275" y="923925"/>
                </a:lnTo>
                <a:lnTo>
                  <a:pt x="1057275" y="914400"/>
                </a:lnTo>
                <a:lnTo>
                  <a:pt x="1047750" y="914400"/>
                </a:lnTo>
                <a:lnTo>
                  <a:pt x="1047750" y="904875"/>
                </a:lnTo>
                <a:lnTo>
                  <a:pt x="1057275" y="904875"/>
                </a:lnTo>
                <a:close/>
                <a:moveTo>
                  <a:pt x="1143000" y="895350"/>
                </a:moveTo>
                <a:lnTo>
                  <a:pt x="1181100" y="895350"/>
                </a:lnTo>
                <a:lnTo>
                  <a:pt x="1181100" y="904875"/>
                </a:lnTo>
                <a:lnTo>
                  <a:pt x="1171575" y="904875"/>
                </a:lnTo>
                <a:lnTo>
                  <a:pt x="1171575" y="923925"/>
                </a:lnTo>
                <a:lnTo>
                  <a:pt x="1181100" y="923925"/>
                </a:lnTo>
                <a:lnTo>
                  <a:pt x="1181100" y="904875"/>
                </a:lnTo>
                <a:lnTo>
                  <a:pt x="1190625" y="904875"/>
                </a:lnTo>
                <a:lnTo>
                  <a:pt x="1190625" y="923925"/>
                </a:lnTo>
                <a:lnTo>
                  <a:pt x="1200150" y="923925"/>
                </a:lnTo>
                <a:lnTo>
                  <a:pt x="1200150" y="904875"/>
                </a:lnTo>
                <a:lnTo>
                  <a:pt x="1219200" y="904875"/>
                </a:lnTo>
                <a:lnTo>
                  <a:pt x="1219200" y="895350"/>
                </a:lnTo>
                <a:lnTo>
                  <a:pt x="1228725" y="895350"/>
                </a:lnTo>
                <a:lnTo>
                  <a:pt x="1228725" y="904875"/>
                </a:lnTo>
                <a:lnTo>
                  <a:pt x="1266825" y="904875"/>
                </a:lnTo>
                <a:lnTo>
                  <a:pt x="1266825" y="923925"/>
                </a:lnTo>
                <a:lnTo>
                  <a:pt x="1257300" y="923925"/>
                </a:lnTo>
                <a:lnTo>
                  <a:pt x="1257300" y="914400"/>
                </a:lnTo>
                <a:lnTo>
                  <a:pt x="1247775" y="914400"/>
                </a:lnTo>
                <a:lnTo>
                  <a:pt x="1247775" y="923925"/>
                </a:lnTo>
                <a:lnTo>
                  <a:pt x="1257300" y="923925"/>
                </a:lnTo>
                <a:lnTo>
                  <a:pt x="1257300" y="933450"/>
                </a:lnTo>
                <a:lnTo>
                  <a:pt x="1247775" y="933450"/>
                </a:lnTo>
                <a:lnTo>
                  <a:pt x="1247775" y="942975"/>
                </a:lnTo>
                <a:lnTo>
                  <a:pt x="1228725" y="942975"/>
                </a:lnTo>
                <a:lnTo>
                  <a:pt x="1228725" y="933450"/>
                </a:lnTo>
                <a:lnTo>
                  <a:pt x="1209675" y="933450"/>
                </a:lnTo>
                <a:lnTo>
                  <a:pt x="1209675" y="923925"/>
                </a:lnTo>
                <a:lnTo>
                  <a:pt x="1200150" y="923925"/>
                </a:lnTo>
                <a:lnTo>
                  <a:pt x="1200150" y="942975"/>
                </a:lnTo>
                <a:lnTo>
                  <a:pt x="1190625" y="942975"/>
                </a:lnTo>
                <a:lnTo>
                  <a:pt x="1190625" y="933450"/>
                </a:lnTo>
                <a:lnTo>
                  <a:pt x="1181100" y="933450"/>
                </a:lnTo>
                <a:lnTo>
                  <a:pt x="1181100" y="942975"/>
                </a:lnTo>
                <a:lnTo>
                  <a:pt x="1123950" y="942975"/>
                </a:lnTo>
                <a:lnTo>
                  <a:pt x="1123950" y="952500"/>
                </a:lnTo>
                <a:lnTo>
                  <a:pt x="1104900" y="952500"/>
                </a:lnTo>
                <a:lnTo>
                  <a:pt x="1104900" y="942975"/>
                </a:lnTo>
                <a:lnTo>
                  <a:pt x="1085850" y="942975"/>
                </a:lnTo>
                <a:lnTo>
                  <a:pt x="1085850" y="933450"/>
                </a:lnTo>
                <a:lnTo>
                  <a:pt x="1076325" y="933450"/>
                </a:lnTo>
                <a:lnTo>
                  <a:pt x="1076325" y="923925"/>
                </a:lnTo>
                <a:lnTo>
                  <a:pt x="1095375" y="923925"/>
                </a:lnTo>
                <a:lnTo>
                  <a:pt x="1095375" y="904875"/>
                </a:lnTo>
                <a:lnTo>
                  <a:pt x="1143000" y="904875"/>
                </a:lnTo>
                <a:close/>
                <a:moveTo>
                  <a:pt x="1304925" y="895350"/>
                </a:moveTo>
                <a:lnTo>
                  <a:pt x="1343025" y="895350"/>
                </a:lnTo>
                <a:lnTo>
                  <a:pt x="1343025" y="923925"/>
                </a:lnTo>
                <a:lnTo>
                  <a:pt x="1333500" y="923925"/>
                </a:lnTo>
                <a:lnTo>
                  <a:pt x="1333500" y="933450"/>
                </a:lnTo>
                <a:lnTo>
                  <a:pt x="1323975" y="933450"/>
                </a:lnTo>
                <a:lnTo>
                  <a:pt x="1323975" y="942975"/>
                </a:lnTo>
                <a:lnTo>
                  <a:pt x="1295400" y="942975"/>
                </a:lnTo>
                <a:lnTo>
                  <a:pt x="1295400" y="904875"/>
                </a:lnTo>
                <a:lnTo>
                  <a:pt x="1304925" y="904875"/>
                </a:lnTo>
                <a:close/>
                <a:moveTo>
                  <a:pt x="1381125" y="895350"/>
                </a:moveTo>
                <a:lnTo>
                  <a:pt x="1390650" y="895350"/>
                </a:lnTo>
                <a:lnTo>
                  <a:pt x="1390650" y="904875"/>
                </a:lnTo>
                <a:lnTo>
                  <a:pt x="1419225" y="904875"/>
                </a:lnTo>
                <a:lnTo>
                  <a:pt x="1419225" y="914400"/>
                </a:lnTo>
                <a:lnTo>
                  <a:pt x="1409700" y="914400"/>
                </a:lnTo>
                <a:lnTo>
                  <a:pt x="1409700" y="923925"/>
                </a:lnTo>
                <a:lnTo>
                  <a:pt x="1419225" y="923925"/>
                </a:lnTo>
                <a:lnTo>
                  <a:pt x="1419225" y="933450"/>
                </a:lnTo>
                <a:lnTo>
                  <a:pt x="1428750" y="933450"/>
                </a:lnTo>
                <a:lnTo>
                  <a:pt x="1428750" y="942975"/>
                </a:lnTo>
                <a:lnTo>
                  <a:pt x="1409700" y="942975"/>
                </a:lnTo>
                <a:lnTo>
                  <a:pt x="1409700" y="933450"/>
                </a:lnTo>
                <a:lnTo>
                  <a:pt x="1381125" y="933450"/>
                </a:lnTo>
                <a:lnTo>
                  <a:pt x="1381125" y="942975"/>
                </a:lnTo>
                <a:lnTo>
                  <a:pt x="1371600" y="942975"/>
                </a:lnTo>
                <a:lnTo>
                  <a:pt x="1371600" y="933450"/>
                </a:lnTo>
                <a:lnTo>
                  <a:pt x="1362075" y="933450"/>
                </a:lnTo>
                <a:lnTo>
                  <a:pt x="1362075" y="904875"/>
                </a:lnTo>
                <a:lnTo>
                  <a:pt x="1381125" y="904875"/>
                </a:lnTo>
                <a:close/>
                <a:moveTo>
                  <a:pt x="1447800" y="895350"/>
                </a:moveTo>
                <a:lnTo>
                  <a:pt x="1466850" y="895350"/>
                </a:lnTo>
                <a:lnTo>
                  <a:pt x="1466850" y="904875"/>
                </a:lnTo>
                <a:lnTo>
                  <a:pt x="1495425" y="904875"/>
                </a:lnTo>
                <a:lnTo>
                  <a:pt x="1495425" y="895350"/>
                </a:lnTo>
                <a:lnTo>
                  <a:pt x="1514475" y="895350"/>
                </a:lnTo>
                <a:lnTo>
                  <a:pt x="1514475" y="904875"/>
                </a:lnTo>
                <a:lnTo>
                  <a:pt x="1524000" y="904875"/>
                </a:lnTo>
                <a:lnTo>
                  <a:pt x="1524000" y="923925"/>
                </a:lnTo>
                <a:lnTo>
                  <a:pt x="1514475" y="923925"/>
                </a:lnTo>
                <a:lnTo>
                  <a:pt x="1514475" y="933450"/>
                </a:lnTo>
                <a:lnTo>
                  <a:pt x="1504950" y="933450"/>
                </a:lnTo>
                <a:lnTo>
                  <a:pt x="1504950" y="904875"/>
                </a:lnTo>
                <a:lnTo>
                  <a:pt x="1495425" y="904875"/>
                </a:lnTo>
                <a:lnTo>
                  <a:pt x="1495425" y="933450"/>
                </a:lnTo>
                <a:lnTo>
                  <a:pt x="1476375" y="933450"/>
                </a:lnTo>
                <a:lnTo>
                  <a:pt x="1476375" y="923925"/>
                </a:lnTo>
                <a:lnTo>
                  <a:pt x="1466850" y="923925"/>
                </a:lnTo>
                <a:lnTo>
                  <a:pt x="1466850" y="933450"/>
                </a:lnTo>
                <a:lnTo>
                  <a:pt x="1457325" y="933450"/>
                </a:lnTo>
                <a:lnTo>
                  <a:pt x="1457325" y="923925"/>
                </a:lnTo>
                <a:lnTo>
                  <a:pt x="1447800" y="923925"/>
                </a:lnTo>
                <a:lnTo>
                  <a:pt x="1447800" y="914400"/>
                </a:lnTo>
                <a:lnTo>
                  <a:pt x="1428750" y="914400"/>
                </a:lnTo>
                <a:lnTo>
                  <a:pt x="1428750" y="904875"/>
                </a:lnTo>
                <a:lnTo>
                  <a:pt x="1447800" y="904875"/>
                </a:lnTo>
                <a:close/>
                <a:moveTo>
                  <a:pt x="895350" y="904875"/>
                </a:moveTo>
                <a:lnTo>
                  <a:pt x="962025" y="904875"/>
                </a:lnTo>
                <a:lnTo>
                  <a:pt x="962025" y="933450"/>
                </a:lnTo>
                <a:lnTo>
                  <a:pt x="952500" y="933450"/>
                </a:lnTo>
                <a:lnTo>
                  <a:pt x="952500" y="942975"/>
                </a:lnTo>
                <a:lnTo>
                  <a:pt x="942975" y="942975"/>
                </a:lnTo>
                <a:lnTo>
                  <a:pt x="942975" y="933450"/>
                </a:lnTo>
                <a:lnTo>
                  <a:pt x="895350" y="933450"/>
                </a:lnTo>
                <a:lnTo>
                  <a:pt x="895350" y="923925"/>
                </a:lnTo>
                <a:lnTo>
                  <a:pt x="933450" y="923925"/>
                </a:lnTo>
                <a:lnTo>
                  <a:pt x="933450" y="914400"/>
                </a:lnTo>
                <a:lnTo>
                  <a:pt x="895350" y="914400"/>
                </a:lnTo>
                <a:close/>
                <a:moveTo>
                  <a:pt x="781050" y="914400"/>
                </a:moveTo>
                <a:lnTo>
                  <a:pt x="790575" y="914400"/>
                </a:lnTo>
                <a:lnTo>
                  <a:pt x="790575" y="923925"/>
                </a:lnTo>
                <a:lnTo>
                  <a:pt x="800100" y="923925"/>
                </a:lnTo>
                <a:lnTo>
                  <a:pt x="800100" y="933450"/>
                </a:lnTo>
                <a:lnTo>
                  <a:pt x="809625" y="933450"/>
                </a:lnTo>
                <a:lnTo>
                  <a:pt x="809625" y="942975"/>
                </a:lnTo>
                <a:lnTo>
                  <a:pt x="790575" y="942975"/>
                </a:lnTo>
                <a:lnTo>
                  <a:pt x="790575" y="933450"/>
                </a:lnTo>
                <a:lnTo>
                  <a:pt x="781050" y="933450"/>
                </a:lnTo>
                <a:lnTo>
                  <a:pt x="781050" y="942975"/>
                </a:lnTo>
                <a:lnTo>
                  <a:pt x="771525" y="942975"/>
                </a:lnTo>
                <a:lnTo>
                  <a:pt x="771525" y="933450"/>
                </a:lnTo>
                <a:lnTo>
                  <a:pt x="762000" y="933450"/>
                </a:lnTo>
                <a:lnTo>
                  <a:pt x="762000" y="923925"/>
                </a:lnTo>
                <a:lnTo>
                  <a:pt x="781050" y="923925"/>
                </a:lnTo>
                <a:close/>
                <a:moveTo>
                  <a:pt x="419100" y="923925"/>
                </a:moveTo>
                <a:lnTo>
                  <a:pt x="476250" y="923925"/>
                </a:lnTo>
                <a:lnTo>
                  <a:pt x="476250" y="933450"/>
                </a:lnTo>
                <a:lnTo>
                  <a:pt x="485775" y="933450"/>
                </a:lnTo>
                <a:lnTo>
                  <a:pt x="485775" y="923925"/>
                </a:lnTo>
                <a:lnTo>
                  <a:pt x="504825" y="923925"/>
                </a:lnTo>
                <a:lnTo>
                  <a:pt x="504825" y="933450"/>
                </a:lnTo>
                <a:lnTo>
                  <a:pt x="485775" y="933450"/>
                </a:lnTo>
                <a:lnTo>
                  <a:pt x="485775" y="942975"/>
                </a:lnTo>
                <a:lnTo>
                  <a:pt x="447675" y="942975"/>
                </a:lnTo>
                <a:lnTo>
                  <a:pt x="447675" y="933450"/>
                </a:lnTo>
                <a:lnTo>
                  <a:pt x="438150" y="933450"/>
                </a:lnTo>
                <a:lnTo>
                  <a:pt x="438150" y="942975"/>
                </a:lnTo>
                <a:lnTo>
                  <a:pt x="428625" y="942975"/>
                </a:lnTo>
                <a:lnTo>
                  <a:pt x="428625" y="933450"/>
                </a:lnTo>
                <a:lnTo>
                  <a:pt x="419100" y="933450"/>
                </a:lnTo>
                <a:close/>
                <a:moveTo>
                  <a:pt x="514350" y="923925"/>
                </a:moveTo>
                <a:lnTo>
                  <a:pt x="523875" y="923925"/>
                </a:lnTo>
                <a:lnTo>
                  <a:pt x="523875" y="914400"/>
                </a:lnTo>
                <a:lnTo>
                  <a:pt x="514350" y="914400"/>
                </a:lnTo>
                <a:close/>
                <a:moveTo>
                  <a:pt x="942975" y="923925"/>
                </a:moveTo>
                <a:lnTo>
                  <a:pt x="952500" y="923925"/>
                </a:lnTo>
                <a:lnTo>
                  <a:pt x="952500" y="914400"/>
                </a:lnTo>
                <a:lnTo>
                  <a:pt x="942975" y="914400"/>
                </a:lnTo>
                <a:close/>
                <a:moveTo>
                  <a:pt x="1104900" y="923925"/>
                </a:moveTo>
                <a:lnTo>
                  <a:pt x="1114425" y="923925"/>
                </a:lnTo>
                <a:lnTo>
                  <a:pt x="1114425" y="914400"/>
                </a:lnTo>
                <a:lnTo>
                  <a:pt x="1104900" y="914400"/>
                </a:lnTo>
                <a:close/>
                <a:moveTo>
                  <a:pt x="1152525" y="923925"/>
                </a:moveTo>
                <a:lnTo>
                  <a:pt x="1162050" y="923925"/>
                </a:lnTo>
                <a:lnTo>
                  <a:pt x="1162050" y="914400"/>
                </a:lnTo>
                <a:lnTo>
                  <a:pt x="1143000" y="914400"/>
                </a:lnTo>
                <a:lnTo>
                  <a:pt x="1143000" y="933450"/>
                </a:lnTo>
                <a:lnTo>
                  <a:pt x="1152525" y="933450"/>
                </a:lnTo>
                <a:close/>
                <a:moveTo>
                  <a:pt x="1314450" y="923925"/>
                </a:moveTo>
                <a:lnTo>
                  <a:pt x="1323975" y="923925"/>
                </a:lnTo>
                <a:lnTo>
                  <a:pt x="1323975" y="914400"/>
                </a:lnTo>
                <a:lnTo>
                  <a:pt x="1304925" y="914400"/>
                </a:lnTo>
                <a:lnTo>
                  <a:pt x="1304925" y="933450"/>
                </a:lnTo>
                <a:lnTo>
                  <a:pt x="1314450" y="933450"/>
                </a:lnTo>
                <a:close/>
                <a:moveTo>
                  <a:pt x="1438275" y="923925"/>
                </a:moveTo>
                <a:lnTo>
                  <a:pt x="1447800" y="923925"/>
                </a:lnTo>
                <a:lnTo>
                  <a:pt x="1447800" y="933450"/>
                </a:lnTo>
                <a:lnTo>
                  <a:pt x="1438275" y="933450"/>
                </a:lnTo>
                <a:close/>
                <a:moveTo>
                  <a:pt x="1476375" y="923925"/>
                </a:moveTo>
                <a:lnTo>
                  <a:pt x="1485900" y="923925"/>
                </a:lnTo>
                <a:lnTo>
                  <a:pt x="1485900" y="914400"/>
                </a:lnTo>
                <a:lnTo>
                  <a:pt x="1476375" y="914400"/>
                </a:lnTo>
                <a:close/>
                <a:moveTo>
                  <a:pt x="676275" y="933450"/>
                </a:moveTo>
                <a:lnTo>
                  <a:pt x="704850" y="933450"/>
                </a:lnTo>
                <a:lnTo>
                  <a:pt x="704850" y="904875"/>
                </a:lnTo>
                <a:lnTo>
                  <a:pt x="676275" y="904875"/>
                </a:lnTo>
                <a:close/>
                <a:moveTo>
                  <a:pt x="752475" y="933450"/>
                </a:moveTo>
                <a:lnTo>
                  <a:pt x="762000" y="933450"/>
                </a:lnTo>
                <a:lnTo>
                  <a:pt x="762000" y="942975"/>
                </a:lnTo>
                <a:lnTo>
                  <a:pt x="752475" y="942975"/>
                </a:lnTo>
                <a:close/>
                <a:moveTo>
                  <a:pt x="990600" y="933450"/>
                </a:moveTo>
                <a:lnTo>
                  <a:pt x="1009650" y="933450"/>
                </a:lnTo>
                <a:lnTo>
                  <a:pt x="1009650" y="942975"/>
                </a:lnTo>
                <a:lnTo>
                  <a:pt x="990600" y="942975"/>
                </a:lnTo>
                <a:close/>
                <a:moveTo>
                  <a:pt x="1066800" y="933450"/>
                </a:moveTo>
                <a:lnTo>
                  <a:pt x="1076325" y="933450"/>
                </a:lnTo>
                <a:lnTo>
                  <a:pt x="1076325" y="942975"/>
                </a:lnTo>
                <a:lnTo>
                  <a:pt x="1066800" y="942975"/>
                </a:lnTo>
                <a:close/>
                <a:moveTo>
                  <a:pt x="1495425" y="933450"/>
                </a:moveTo>
                <a:lnTo>
                  <a:pt x="1504950" y="933450"/>
                </a:lnTo>
                <a:lnTo>
                  <a:pt x="1504950" y="942975"/>
                </a:lnTo>
                <a:lnTo>
                  <a:pt x="1495425" y="942975"/>
                </a:lnTo>
                <a:close/>
                <a:moveTo>
                  <a:pt x="1104900" y="942975"/>
                </a:moveTo>
                <a:lnTo>
                  <a:pt x="1114425" y="942975"/>
                </a:lnTo>
                <a:lnTo>
                  <a:pt x="1114425" y="933450"/>
                </a:lnTo>
                <a:lnTo>
                  <a:pt x="1104900" y="933450"/>
                </a:lnTo>
                <a:close/>
                <a:moveTo>
                  <a:pt x="419100" y="1190625"/>
                </a:moveTo>
                <a:lnTo>
                  <a:pt x="438150" y="1190625"/>
                </a:lnTo>
                <a:lnTo>
                  <a:pt x="438150" y="1200150"/>
                </a:lnTo>
                <a:lnTo>
                  <a:pt x="419100" y="1200150"/>
                </a:lnTo>
                <a:close/>
                <a:moveTo>
                  <a:pt x="409575" y="1200150"/>
                </a:moveTo>
                <a:lnTo>
                  <a:pt x="419100" y="1200150"/>
                </a:lnTo>
                <a:lnTo>
                  <a:pt x="419100" y="1209675"/>
                </a:lnTo>
                <a:lnTo>
                  <a:pt x="409575" y="1209675"/>
                </a:lnTo>
                <a:close/>
                <a:moveTo>
                  <a:pt x="447675" y="1200150"/>
                </a:moveTo>
                <a:lnTo>
                  <a:pt x="457200" y="1200150"/>
                </a:lnTo>
                <a:lnTo>
                  <a:pt x="457200" y="1209675"/>
                </a:lnTo>
                <a:lnTo>
                  <a:pt x="447675" y="1209675"/>
                </a:lnTo>
                <a:close/>
                <a:moveTo>
                  <a:pt x="466725" y="1209675"/>
                </a:moveTo>
                <a:lnTo>
                  <a:pt x="504825" y="1209675"/>
                </a:lnTo>
                <a:lnTo>
                  <a:pt x="504825" y="1219200"/>
                </a:lnTo>
                <a:lnTo>
                  <a:pt x="466725" y="1219200"/>
                </a:lnTo>
                <a:close/>
                <a:moveTo>
                  <a:pt x="514350" y="1209675"/>
                </a:moveTo>
                <a:lnTo>
                  <a:pt x="523875" y="1209675"/>
                </a:lnTo>
                <a:lnTo>
                  <a:pt x="523875" y="1219200"/>
                </a:lnTo>
                <a:lnTo>
                  <a:pt x="514350" y="1219200"/>
                </a:lnTo>
                <a:close/>
                <a:moveTo>
                  <a:pt x="581025" y="1209675"/>
                </a:moveTo>
                <a:lnTo>
                  <a:pt x="590550" y="1209675"/>
                </a:lnTo>
                <a:lnTo>
                  <a:pt x="590550" y="1219200"/>
                </a:lnTo>
                <a:lnTo>
                  <a:pt x="581025" y="1219200"/>
                </a:lnTo>
                <a:close/>
                <a:moveTo>
                  <a:pt x="600075" y="1209675"/>
                </a:moveTo>
                <a:lnTo>
                  <a:pt x="609600" y="1209675"/>
                </a:lnTo>
                <a:lnTo>
                  <a:pt x="609600" y="1219200"/>
                </a:lnTo>
                <a:lnTo>
                  <a:pt x="600075" y="1219200"/>
                </a:lnTo>
                <a:close/>
                <a:moveTo>
                  <a:pt x="628650" y="1209675"/>
                </a:moveTo>
                <a:lnTo>
                  <a:pt x="638175" y="1209675"/>
                </a:lnTo>
                <a:lnTo>
                  <a:pt x="638175" y="1219200"/>
                </a:lnTo>
                <a:lnTo>
                  <a:pt x="628650" y="1219200"/>
                </a:lnTo>
                <a:close/>
                <a:moveTo>
                  <a:pt x="647700" y="1209675"/>
                </a:moveTo>
                <a:lnTo>
                  <a:pt x="657225" y="1209675"/>
                </a:lnTo>
                <a:lnTo>
                  <a:pt x="657225" y="1219200"/>
                </a:lnTo>
                <a:lnTo>
                  <a:pt x="647700" y="1219200"/>
                </a:lnTo>
                <a:close/>
                <a:moveTo>
                  <a:pt x="723900" y="1209675"/>
                </a:moveTo>
                <a:lnTo>
                  <a:pt x="733425" y="1209675"/>
                </a:lnTo>
                <a:lnTo>
                  <a:pt x="733425" y="1219200"/>
                </a:lnTo>
                <a:lnTo>
                  <a:pt x="723900" y="1219200"/>
                </a:lnTo>
                <a:close/>
                <a:moveTo>
                  <a:pt x="742950" y="1209675"/>
                </a:moveTo>
                <a:lnTo>
                  <a:pt x="771525" y="1209675"/>
                </a:lnTo>
                <a:lnTo>
                  <a:pt x="771525" y="1219200"/>
                </a:lnTo>
                <a:lnTo>
                  <a:pt x="742950" y="1219200"/>
                </a:lnTo>
                <a:close/>
                <a:moveTo>
                  <a:pt x="781050" y="1209675"/>
                </a:moveTo>
                <a:lnTo>
                  <a:pt x="800100" y="1209675"/>
                </a:lnTo>
                <a:lnTo>
                  <a:pt x="800100" y="1219200"/>
                </a:lnTo>
                <a:lnTo>
                  <a:pt x="781050" y="1219200"/>
                </a:lnTo>
                <a:close/>
                <a:moveTo>
                  <a:pt x="819150" y="1209675"/>
                </a:moveTo>
                <a:lnTo>
                  <a:pt x="847725" y="1209675"/>
                </a:lnTo>
                <a:lnTo>
                  <a:pt x="847725" y="1219200"/>
                </a:lnTo>
                <a:lnTo>
                  <a:pt x="819150" y="1219200"/>
                </a:lnTo>
                <a:close/>
                <a:moveTo>
                  <a:pt x="857250" y="1209675"/>
                </a:moveTo>
                <a:lnTo>
                  <a:pt x="866775" y="1209675"/>
                </a:lnTo>
                <a:lnTo>
                  <a:pt x="866775" y="1219200"/>
                </a:lnTo>
                <a:lnTo>
                  <a:pt x="857250" y="1219200"/>
                </a:lnTo>
                <a:close/>
                <a:moveTo>
                  <a:pt x="180975" y="1219200"/>
                </a:moveTo>
                <a:lnTo>
                  <a:pt x="238125" y="1219200"/>
                </a:lnTo>
                <a:lnTo>
                  <a:pt x="238125" y="1228725"/>
                </a:lnTo>
                <a:lnTo>
                  <a:pt x="247650" y="1228725"/>
                </a:lnTo>
                <a:lnTo>
                  <a:pt x="247650" y="1247775"/>
                </a:lnTo>
                <a:lnTo>
                  <a:pt x="257175" y="1247775"/>
                </a:lnTo>
                <a:lnTo>
                  <a:pt x="257175" y="1257300"/>
                </a:lnTo>
                <a:lnTo>
                  <a:pt x="247650" y="1257300"/>
                </a:lnTo>
                <a:lnTo>
                  <a:pt x="247650" y="1276350"/>
                </a:lnTo>
                <a:lnTo>
                  <a:pt x="238125" y="1276350"/>
                </a:lnTo>
                <a:lnTo>
                  <a:pt x="238125" y="1247775"/>
                </a:lnTo>
                <a:lnTo>
                  <a:pt x="219075" y="1247775"/>
                </a:lnTo>
                <a:lnTo>
                  <a:pt x="219075" y="1285875"/>
                </a:lnTo>
                <a:lnTo>
                  <a:pt x="200025" y="1285875"/>
                </a:lnTo>
                <a:lnTo>
                  <a:pt x="200025" y="1304925"/>
                </a:lnTo>
                <a:lnTo>
                  <a:pt x="209550" y="1304925"/>
                </a:lnTo>
                <a:lnTo>
                  <a:pt x="209550" y="1295400"/>
                </a:lnTo>
                <a:lnTo>
                  <a:pt x="219075" y="1295400"/>
                </a:lnTo>
                <a:lnTo>
                  <a:pt x="219075" y="1314450"/>
                </a:lnTo>
                <a:lnTo>
                  <a:pt x="238125" y="1314450"/>
                </a:lnTo>
                <a:lnTo>
                  <a:pt x="238125" y="1323975"/>
                </a:lnTo>
                <a:lnTo>
                  <a:pt x="228600" y="1323975"/>
                </a:lnTo>
                <a:lnTo>
                  <a:pt x="228600" y="1333500"/>
                </a:lnTo>
                <a:lnTo>
                  <a:pt x="238125" y="1333500"/>
                </a:lnTo>
                <a:lnTo>
                  <a:pt x="238125" y="1343025"/>
                </a:lnTo>
                <a:lnTo>
                  <a:pt x="180975" y="1343025"/>
                </a:lnTo>
                <a:lnTo>
                  <a:pt x="180975" y="1333500"/>
                </a:lnTo>
                <a:lnTo>
                  <a:pt x="171450" y="1333500"/>
                </a:lnTo>
                <a:lnTo>
                  <a:pt x="171450" y="1228725"/>
                </a:lnTo>
                <a:lnTo>
                  <a:pt x="180975" y="1228725"/>
                </a:lnTo>
                <a:close/>
                <a:moveTo>
                  <a:pt x="438150" y="1228725"/>
                </a:moveTo>
                <a:lnTo>
                  <a:pt x="447675" y="1228725"/>
                </a:lnTo>
                <a:lnTo>
                  <a:pt x="447675" y="1238250"/>
                </a:lnTo>
                <a:lnTo>
                  <a:pt x="438150" y="1238250"/>
                </a:lnTo>
                <a:close/>
                <a:moveTo>
                  <a:pt x="723900" y="1228725"/>
                </a:moveTo>
                <a:lnTo>
                  <a:pt x="742950" y="1228725"/>
                </a:lnTo>
                <a:lnTo>
                  <a:pt x="742950" y="1238250"/>
                </a:lnTo>
                <a:lnTo>
                  <a:pt x="723900" y="1238250"/>
                </a:lnTo>
                <a:close/>
                <a:moveTo>
                  <a:pt x="866775" y="1228725"/>
                </a:moveTo>
                <a:lnTo>
                  <a:pt x="876300" y="1228725"/>
                </a:lnTo>
                <a:lnTo>
                  <a:pt x="876300" y="1238250"/>
                </a:lnTo>
                <a:lnTo>
                  <a:pt x="866775" y="1238250"/>
                </a:lnTo>
                <a:close/>
                <a:moveTo>
                  <a:pt x="190500" y="1238250"/>
                </a:moveTo>
                <a:lnTo>
                  <a:pt x="200025" y="1238250"/>
                </a:lnTo>
                <a:lnTo>
                  <a:pt x="200025" y="1228725"/>
                </a:lnTo>
                <a:lnTo>
                  <a:pt x="190500" y="1228725"/>
                </a:lnTo>
                <a:close/>
                <a:moveTo>
                  <a:pt x="771525" y="1238250"/>
                </a:moveTo>
                <a:lnTo>
                  <a:pt x="790575" y="1238250"/>
                </a:lnTo>
                <a:lnTo>
                  <a:pt x="790575" y="1247775"/>
                </a:lnTo>
                <a:lnTo>
                  <a:pt x="781050" y="1247775"/>
                </a:lnTo>
                <a:lnTo>
                  <a:pt x="781050" y="1257300"/>
                </a:lnTo>
                <a:lnTo>
                  <a:pt x="762000" y="1257300"/>
                </a:lnTo>
                <a:lnTo>
                  <a:pt x="762000" y="1247775"/>
                </a:lnTo>
                <a:lnTo>
                  <a:pt x="771525" y="1247775"/>
                </a:lnTo>
                <a:close/>
                <a:moveTo>
                  <a:pt x="495300" y="1247775"/>
                </a:moveTo>
                <a:lnTo>
                  <a:pt x="504825" y="1247775"/>
                </a:lnTo>
                <a:lnTo>
                  <a:pt x="504825" y="1257300"/>
                </a:lnTo>
                <a:lnTo>
                  <a:pt x="495300" y="1257300"/>
                </a:lnTo>
                <a:close/>
                <a:moveTo>
                  <a:pt x="514350" y="1247775"/>
                </a:moveTo>
                <a:lnTo>
                  <a:pt x="523875" y="1247775"/>
                </a:lnTo>
                <a:lnTo>
                  <a:pt x="523875" y="1257300"/>
                </a:lnTo>
                <a:lnTo>
                  <a:pt x="514350" y="1257300"/>
                </a:lnTo>
                <a:close/>
                <a:moveTo>
                  <a:pt x="600075" y="1247775"/>
                </a:moveTo>
                <a:lnTo>
                  <a:pt x="628650" y="1247775"/>
                </a:lnTo>
                <a:lnTo>
                  <a:pt x="628650" y="1257300"/>
                </a:lnTo>
                <a:lnTo>
                  <a:pt x="600075" y="1257300"/>
                </a:lnTo>
                <a:close/>
                <a:moveTo>
                  <a:pt x="647700" y="1247775"/>
                </a:moveTo>
                <a:lnTo>
                  <a:pt x="676275" y="1247775"/>
                </a:lnTo>
                <a:lnTo>
                  <a:pt x="676275" y="1257300"/>
                </a:lnTo>
                <a:lnTo>
                  <a:pt x="647700" y="1257300"/>
                </a:lnTo>
                <a:close/>
                <a:moveTo>
                  <a:pt x="790575" y="1247775"/>
                </a:moveTo>
                <a:lnTo>
                  <a:pt x="847725" y="1247775"/>
                </a:lnTo>
                <a:lnTo>
                  <a:pt x="847725" y="1257300"/>
                </a:lnTo>
                <a:lnTo>
                  <a:pt x="819150" y="1257300"/>
                </a:lnTo>
                <a:lnTo>
                  <a:pt x="819150" y="1266825"/>
                </a:lnTo>
                <a:lnTo>
                  <a:pt x="800100" y="1266825"/>
                </a:lnTo>
                <a:lnTo>
                  <a:pt x="800100" y="1257300"/>
                </a:lnTo>
                <a:lnTo>
                  <a:pt x="790575" y="1257300"/>
                </a:lnTo>
                <a:close/>
                <a:moveTo>
                  <a:pt x="866775" y="1247775"/>
                </a:moveTo>
                <a:lnTo>
                  <a:pt x="876300" y="1247775"/>
                </a:lnTo>
                <a:lnTo>
                  <a:pt x="876300" y="1257300"/>
                </a:lnTo>
                <a:lnTo>
                  <a:pt x="866775" y="1257300"/>
                </a:lnTo>
                <a:close/>
                <a:moveTo>
                  <a:pt x="257175" y="1257300"/>
                </a:moveTo>
                <a:lnTo>
                  <a:pt x="276225" y="1257300"/>
                </a:lnTo>
                <a:lnTo>
                  <a:pt x="276225" y="1266825"/>
                </a:lnTo>
                <a:lnTo>
                  <a:pt x="285750" y="1266825"/>
                </a:lnTo>
                <a:lnTo>
                  <a:pt x="285750" y="1276350"/>
                </a:lnTo>
                <a:lnTo>
                  <a:pt x="276225" y="1276350"/>
                </a:lnTo>
                <a:lnTo>
                  <a:pt x="276225" y="1285875"/>
                </a:lnTo>
                <a:lnTo>
                  <a:pt x="285750" y="1285875"/>
                </a:lnTo>
                <a:lnTo>
                  <a:pt x="285750" y="1276350"/>
                </a:lnTo>
                <a:lnTo>
                  <a:pt x="295275" y="1276350"/>
                </a:lnTo>
                <a:lnTo>
                  <a:pt x="295275" y="1343025"/>
                </a:lnTo>
                <a:lnTo>
                  <a:pt x="285750" y="1343025"/>
                </a:lnTo>
                <a:lnTo>
                  <a:pt x="285750" y="1352550"/>
                </a:lnTo>
                <a:lnTo>
                  <a:pt x="257175" y="1352550"/>
                </a:lnTo>
                <a:lnTo>
                  <a:pt x="257175" y="1333500"/>
                </a:lnTo>
                <a:lnTo>
                  <a:pt x="266700" y="1333500"/>
                </a:lnTo>
                <a:lnTo>
                  <a:pt x="266700" y="1323975"/>
                </a:lnTo>
                <a:lnTo>
                  <a:pt x="257175" y="1323975"/>
                </a:lnTo>
                <a:close/>
                <a:moveTo>
                  <a:pt x="628650" y="1257300"/>
                </a:moveTo>
                <a:lnTo>
                  <a:pt x="647700" y="1257300"/>
                </a:lnTo>
                <a:lnTo>
                  <a:pt x="647700" y="1266825"/>
                </a:lnTo>
                <a:lnTo>
                  <a:pt x="628650" y="1266825"/>
                </a:lnTo>
                <a:close/>
                <a:moveTo>
                  <a:pt x="723900" y="1257300"/>
                </a:moveTo>
                <a:lnTo>
                  <a:pt x="742950" y="1257300"/>
                </a:lnTo>
                <a:lnTo>
                  <a:pt x="742950" y="1266825"/>
                </a:lnTo>
                <a:lnTo>
                  <a:pt x="723900" y="1266825"/>
                </a:lnTo>
                <a:close/>
                <a:moveTo>
                  <a:pt x="847725" y="1257300"/>
                </a:moveTo>
                <a:lnTo>
                  <a:pt x="866775" y="1257300"/>
                </a:lnTo>
                <a:lnTo>
                  <a:pt x="866775" y="1266825"/>
                </a:lnTo>
                <a:lnTo>
                  <a:pt x="847725" y="1266825"/>
                </a:lnTo>
                <a:close/>
                <a:moveTo>
                  <a:pt x="1838325" y="1257300"/>
                </a:moveTo>
                <a:lnTo>
                  <a:pt x="1847850" y="1257300"/>
                </a:lnTo>
                <a:lnTo>
                  <a:pt x="1847850" y="1266825"/>
                </a:lnTo>
                <a:lnTo>
                  <a:pt x="1838325" y="1266825"/>
                </a:lnTo>
                <a:close/>
                <a:moveTo>
                  <a:pt x="1847850" y="1266825"/>
                </a:moveTo>
                <a:lnTo>
                  <a:pt x="1857375" y="1266825"/>
                </a:lnTo>
                <a:lnTo>
                  <a:pt x="1857375" y="1276350"/>
                </a:lnTo>
                <a:lnTo>
                  <a:pt x="1866900" y="1276350"/>
                </a:lnTo>
                <a:lnTo>
                  <a:pt x="1866900" y="1295400"/>
                </a:lnTo>
                <a:lnTo>
                  <a:pt x="1857375" y="1295400"/>
                </a:lnTo>
                <a:lnTo>
                  <a:pt x="1857375" y="1304925"/>
                </a:lnTo>
                <a:lnTo>
                  <a:pt x="1847850" y="1304925"/>
                </a:lnTo>
                <a:lnTo>
                  <a:pt x="1847850" y="1314450"/>
                </a:lnTo>
                <a:lnTo>
                  <a:pt x="1838325" y="1314450"/>
                </a:lnTo>
                <a:lnTo>
                  <a:pt x="1838325" y="1295400"/>
                </a:lnTo>
                <a:lnTo>
                  <a:pt x="1847850" y="1295400"/>
                </a:lnTo>
                <a:close/>
                <a:moveTo>
                  <a:pt x="419100" y="1323975"/>
                </a:moveTo>
                <a:lnTo>
                  <a:pt x="438150" y="1323975"/>
                </a:lnTo>
                <a:lnTo>
                  <a:pt x="438150" y="1343025"/>
                </a:lnTo>
                <a:lnTo>
                  <a:pt x="466725" y="1343025"/>
                </a:lnTo>
                <a:lnTo>
                  <a:pt x="466725" y="1352550"/>
                </a:lnTo>
                <a:lnTo>
                  <a:pt x="447675" y="1352550"/>
                </a:lnTo>
                <a:lnTo>
                  <a:pt x="447675" y="1371600"/>
                </a:lnTo>
                <a:lnTo>
                  <a:pt x="438150" y="1371600"/>
                </a:lnTo>
                <a:lnTo>
                  <a:pt x="438150" y="1381125"/>
                </a:lnTo>
                <a:lnTo>
                  <a:pt x="428625" y="1381125"/>
                </a:lnTo>
                <a:lnTo>
                  <a:pt x="428625" y="1371600"/>
                </a:lnTo>
                <a:lnTo>
                  <a:pt x="419100" y="1371600"/>
                </a:lnTo>
                <a:close/>
                <a:moveTo>
                  <a:pt x="190500" y="1333500"/>
                </a:moveTo>
                <a:lnTo>
                  <a:pt x="200025" y="1333500"/>
                </a:lnTo>
                <a:lnTo>
                  <a:pt x="200025" y="1323975"/>
                </a:lnTo>
                <a:lnTo>
                  <a:pt x="190500" y="1323975"/>
                </a:lnTo>
                <a:close/>
                <a:moveTo>
                  <a:pt x="276225" y="1333500"/>
                </a:moveTo>
                <a:lnTo>
                  <a:pt x="285750" y="1333500"/>
                </a:lnTo>
                <a:lnTo>
                  <a:pt x="285750" y="1323975"/>
                </a:lnTo>
                <a:lnTo>
                  <a:pt x="276225" y="1323975"/>
                </a:lnTo>
                <a:close/>
                <a:moveTo>
                  <a:pt x="533400" y="1333500"/>
                </a:moveTo>
                <a:lnTo>
                  <a:pt x="542925" y="1333500"/>
                </a:lnTo>
                <a:lnTo>
                  <a:pt x="542925" y="1343025"/>
                </a:lnTo>
                <a:lnTo>
                  <a:pt x="561975" y="1343025"/>
                </a:lnTo>
                <a:lnTo>
                  <a:pt x="561975" y="1352550"/>
                </a:lnTo>
                <a:lnTo>
                  <a:pt x="552450" y="1352550"/>
                </a:lnTo>
                <a:lnTo>
                  <a:pt x="552450" y="1371600"/>
                </a:lnTo>
                <a:lnTo>
                  <a:pt x="542925" y="1371600"/>
                </a:lnTo>
                <a:lnTo>
                  <a:pt x="542925" y="1352550"/>
                </a:lnTo>
                <a:lnTo>
                  <a:pt x="533400" y="1352550"/>
                </a:lnTo>
                <a:lnTo>
                  <a:pt x="533400" y="1371600"/>
                </a:lnTo>
                <a:lnTo>
                  <a:pt x="523875" y="1371600"/>
                </a:lnTo>
                <a:lnTo>
                  <a:pt x="523875" y="1352550"/>
                </a:lnTo>
                <a:lnTo>
                  <a:pt x="514350" y="1352550"/>
                </a:lnTo>
                <a:lnTo>
                  <a:pt x="514350" y="1371600"/>
                </a:lnTo>
                <a:lnTo>
                  <a:pt x="523875" y="1371600"/>
                </a:lnTo>
                <a:lnTo>
                  <a:pt x="523875" y="1381125"/>
                </a:lnTo>
                <a:lnTo>
                  <a:pt x="447675" y="1381125"/>
                </a:lnTo>
                <a:lnTo>
                  <a:pt x="447675" y="1371600"/>
                </a:lnTo>
                <a:lnTo>
                  <a:pt x="476250" y="1371600"/>
                </a:lnTo>
                <a:lnTo>
                  <a:pt x="476250" y="1343025"/>
                </a:lnTo>
                <a:lnTo>
                  <a:pt x="533400" y="1343025"/>
                </a:lnTo>
                <a:close/>
                <a:moveTo>
                  <a:pt x="914400" y="1333500"/>
                </a:moveTo>
                <a:lnTo>
                  <a:pt x="933450" y="1333500"/>
                </a:lnTo>
                <a:lnTo>
                  <a:pt x="933450" y="1343025"/>
                </a:lnTo>
                <a:lnTo>
                  <a:pt x="942975" y="1343025"/>
                </a:lnTo>
                <a:lnTo>
                  <a:pt x="942975" y="1352550"/>
                </a:lnTo>
                <a:lnTo>
                  <a:pt x="923925" y="1352550"/>
                </a:lnTo>
                <a:lnTo>
                  <a:pt x="923925" y="1371600"/>
                </a:lnTo>
                <a:lnTo>
                  <a:pt x="933450" y="1371600"/>
                </a:lnTo>
                <a:lnTo>
                  <a:pt x="933450" y="1381125"/>
                </a:lnTo>
                <a:lnTo>
                  <a:pt x="914400" y="1381125"/>
                </a:lnTo>
                <a:lnTo>
                  <a:pt x="914400" y="1371600"/>
                </a:lnTo>
                <a:lnTo>
                  <a:pt x="904875" y="1371600"/>
                </a:lnTo>
                <a:lnTo>
                  <a:pt x="904875" y="1362075"/>
                </a:lnTo>
                <a:lnTo>
                  <a:pt x="895350" y="1362075"/>
                </a:lnTo>
                <a:lnTo>
                  <a:pt x="895350" y="1352550"/>
                </a:lnTo>
                <a:lnTo>
                  <a:pt x="885825" y="1352550"/>
                </a:lnTo>
                <a:lnTo>
                  <a:pt x="885825" y="1343025"/>
                </a:lnTo>
                <a:lnTo>
                  <a:pt x="914400" y="1343025"/>
                </a:lnTo>
                <a:close/>
                <a:moveTo>
                  <a:pt x="1085850" y="1333500"/>
                </a:moveTo>
                <a:lnTo>
                  <a:pt x="1104900" y="1333500"/>
                </a:lnTo>
                <a:lnTo>
                  <a:pt x="1104900" y="1343025"/>
                </a:lnTo>
                <a:lnTo>
                  <a:pt x="1085850" y="1343025"/>
                </a:lnTo>
                <a:close/>
                <a:moveTo>
                  <a:pt x="1133475" y="1333500"/>
                </a:moveTo>
                <a:lnTo>
                  <a:pt x="1162050" y="1333500"/>
                </a:lnTo>
                <a:lnTo>
                  <a:pt x="1162050" y="1343025"/>
                </a:lnTo>
                <a:lnTo>
                  <a:pt x="1171575" y="1343025"/>
                </a:lnTo>
                <a:lnTo>
                  <a:pt x="1171575" y="1352550"/>
                </a:lnTo>
                <a:lnTo>
                  <a:pt x="1181100" y="1352550"/>
                </a:lnTo>
                <a:lnTo>
                  <a:pt x="1181100" y="1343025"/>
                </a:lnTo>
                <a:lnTo>
                  <a:pt x="1219200" y="1343025"/>
                </a:lnTo>
                <a:lnTo>
                  <a:pt x="1219200" y="1352550"/>
                </a:lnTo>
                <a:lnTo>
                  <a:pt x="1200150" y="1352550"/>
                </a:lnTo>
                <a:lnTo>
                  <a:pt x="1200150" y="1362075"/>
                </a:lnTo>
                <a:lnTo>
                  <a:pt x="1209675" y="1362075"/>
                </a:lnTo>
                <a:lnTo>
                  <a:pt x="1209675" y="1371600"/>
                </a:lnTo>
                <a:lnTo>
                  <a:pt x="1152525" y="1371600"/>
                </a:lnTo>
                <a:lnTo>
                  <a:pt x="1152525" y="1381125"/>
                </a:lnTo>
                <a:lnTo>
                  <a:pt x="1123950" y="1381125"/>
                </a:lnTo>
                <a:lnTo>
                  <a:pt x="1123950" y="1371600"/>
                </a:lnTo>
                <a:lnTo>
                  <a:pt x="1133475" y="1371600"/>
                </a:lnTo>
                <a:lnTo>
                  <a:pt x="1133475" y="1362075"/>
                </a:lnTo>
                <a:lnTo>
                  <a:pt x="1152525" y="1362075"/>
                </a:lnTo>
                <a:lnTo>
                  <a:pt x="1152525" y="1343025"/>
                </a:lnTo>
                <a:lnTo>
                  <a:pt x="1133475" y="1343025"/>
                </a:lnTo>
                <a:close/>
                <a:moveTo>
                  <a:pt x="1343025" y="1333500"/>
                </a:moveTo>
                <a:lnTo>
                  <a:pt x="1352550" y="1333500"/>
                </a:lnTo>
                <a:lnTo>
                  <a:pt x="1352550" y="1343025"/>
                </a:lnTo>
                <a:lnTo>
                  <a:pt x="1371600" y="1343025"/>
                </a:lnTo>
                <a:lnTo>
                  <a:pt x="1371600" y="1352550"/>
                </a:lnTo>
                <a:lnTo>
                  <a:pt x="1362075" y="1352550"/>
                </a:lnTo>
                <a:lnTo>
                  <a:pt x="1362075" y="1371600"/>
                </a:lnTo>
                <a:lnTo>
                  <a:pt x="1371600" y="1371600"/>
                </a:lnTo>
                <a:lnTo>
                  <a:pt x="1371600" y="1352550"/>
                </a:lnTo>
                <a:lnTo>
                  <a:pt x="1381125" y="1352550"/>
                </a:lnTo>
                <a:lnTo>
                  <a:pt x="1381125" y="1343025"/>
                </a:lnTo>
                <a:lnTo>
                  <a:pt x="1390650" y="1343025"/>
                </a:lnTo>
                <a:lnTo>
                  <a:pt x="1390650" y="1381125"/>
                </a:lnTo>
                <a:lnTo>
                  <a:pt x="1381125" y="1381125"/>
                </a:lnTo>
                <a:lnTo>
                  <a:pt x="1381125" y="1371600"/>
                </a:lnTo>
                <a:lnTo>
                  <a:pt x="1371600" y="1371600"/>
                </a:lnTo>
                <a:lnTo>
                  <a:pt x="1371600" y="1381125"/>
                </a:lnTo>
                <a:lnTo>
                  <a:pt x="1333500" y="1381125"/>
                </a:lnTo>
                <a:lnTo>
                  <a:pt x="1333500" y="1371600"/>
                </a:lnTo>
                <a:lnTo>
                  <a:pt x="1323975" y="1371600"/>
                </a:lnTo>
                <a:lnTo>
                  <a:pt x="1323975" y="1381125"/>
                </a:lnTo>
                <a:lnTo>
                  <a:pt x="1314450" y="1381125"/>
                </a:lnTo>
                <a:lnTo>
                  <a:pt x="1314450" y="1371600"/>
                </a:lnTo>
                <a:lnTo>
                  <a:pt x="1304925" y="1371600"/>
                </a:lnTo>
                <a:lnTo>
                  <a:pt x="1304925" y="1381125"/>
                </a:lnTo>
                <a:lnTo>
                  <a:pt x="1295400" y="1381125"/>
                </a:lnTo>
                <a:lnTo>
                  <a:pt x="1295400" y="1371600"/>
                </a:lnTo>
                <a:lnTo>
                  <a:pt x="1285875" y="1371600"/>
                </a:lnTo>
                <a:lnTo>
                  <a:pt x="1285875" y="1362075"/>
                </a:lnTo>
                <a:lnTo>
                  <a:pt x="1295400" y="1362075"/>
                </a:lnTo>
                <a:lnTo>
                  <a:pt x="1295400" y="1343025"/>
                </a:lnTo>
                <a:lnTo>
                  <a:pt x="1304925" y="1343025"/>
                </a:lnTo>
                <a:lnTo>
                  <a:pt x="1304925" y="1352550"/>
                </a:lnTo>
                <a:lnTo>
                  <a:pt x="1314450" y="1352550"/>
                </a:lnTo>
                <a:lnTo>
                  <a:pt x="1314450" y="1343025"/>
                </a:lnTo>
                <a:lnTo>
                  <a:pt x="1323975" y="1343025"/>
                </a:lnTo>
                <a:lnTo>
                  <a:pt x="1323975" y="1352550"/>
                </a:lnTo>
                <a:lnTo>
                  <a:pt x="1343025" y="1352550"/>
                </a:lnTo>
                <a:close/>
                <a:moveTo>
                  <a:pt x="571500" y="1343025"/>
                </a:moveTo>
                <a:lnTo>
                  <a:pt x="600075" y="1343025"/>
                </a:lnTo>
                <a:lnTo>
                  <a:pt x="600075" y="1352550"/>
                </a:lnTo>
                <a:lnTo>
                  <a:pt x="581025" y="1352550"/>
                </a:lnTo>
                <a:lnTo>
                  <a:pt x="581025" y="1371600"/>
                </a:lnTo>
                <a:lnTo>
                  <a:pt x="590550" y="1371600"/>
                </a:lnTo>
                <a:lnTo>
                  <a:pt x="590550" y="1362075"/>
                </a:lnTo>
                <a:lnTo>
                  <a:pt x="600075" y="1362075"/>
                </a:lnTo>
                <a:lnTo>
                  <a:pt x="600075" y="1352550"/>
                </a:lnTo>
                <a:lnTo>
                  <a:pt x="609600" y="1352550"/>
                </a:lnTo>
                <a:lnTo>
                  <a:pt x="609600" y="1362075"/>
                </a:lnTo>
                <a:lnTo>
                  <a:pt x="600075" y="1362075"/>
                </a:lnTo>
                <a:lnTo>
                  <a:pt x="600075" y="1371600"/>
                </a:lnTo>
                <a:lnTo>
                  <a:pt x="590550" y="1371600"/>
                </a:lnTo>
                <a:lnTo>
                  <a:pt x="590550" y="1381125"/>
                </a:lnTo>
                <a:lnTo>
                  <a:pt x="571500" y="1381125"/>
                </a:lnTo>
                <a:lnTo>
                  <a:pt x="571500" y="1371600"/>
                </a:lnTo>
                <a:lnTo>
                  <a:pt x="561975" y="1371600"/>
                </a:lnTo>
                <a:lnTo>
                  <a:pt x="561975" y="1352550"/>
                </a:lnTo>
                <a:lnTo>
                  <a:pt x="571500" y="1352550"/>
                </a:lnTo>
                <a:close/>
                <a:moveTo>
                  <a:pt x="628650" y="1343025"/>
                </a:moveTo>
                <a:lnTo>
                  <a:pt x="676275" y="1343025"/>
                </a:lnTo>
                <a:lnTo>
                  <a:pt x="676275" y="1371600"/>
                </a:lnTo>
                <a:lnTo>
                  <a:pt x="666750" y="1371600"/>
                </a:lnTo>
                <a:lnTo>
                  <a:pt x="666750" y="1381125"/>
                </a:lnTo>
                <a:lnTo>
                  <a:pt x="628650" y="1381125"/>
                </a:lnTo>
                <a:lnTo>
                  <a:pt x="628650" y="1371600"/>
                </a:lnTo>
                <a:lnTo>
                  <a:pt x="619125" y="1371600"/>
                </a:lnTo>
                <a:lnTo>
                  <a:pt x="619125" y="1352550"/>
                </a:lnTo>
                <a:lnTo>
                  <a:pt x="628650" y="1352550"/>
                </a:lnTo>
                <a:close/>
                <a:moveTo>
                  <a:pt x="714375" y="1343025"/>
                </a:moveTo>
                <a:lnTo>
                  <a:pt x="762000" y="1343025"/>
                </a:lnTo>
                <a:lnTo>
                  <a:pt x="762000" y="1352550"/>
                </a:lnTo>
                <a:lnTo>
                  <a:pt x="771525" y="1352550"/>
                </a:lnTo>
                <a:lnTo>
                  <a:pt x="771525" y="1343025"/>
                </a:lnTo>
                <a:lnTo>
                  <a:pt x="866775" y="1343025"/>
                </a:lnTo>
                <a:lnTo>
                  <a:pt x="866775" y="1352550"/>
                </a:lnTo>
                <a:lnTo>
                  <a:pt x="857250" y="1352550"/>
                </a:lnTo>
                <a:lnTo>
                  <a:pt x="857250" y="1371600"/>
                </a:lnTo>
                <a:lnTo>
                  <a:pt x="847725" y="1371600"/>
                </a:lnTo>
                <a:lnTo>
                  <a:pt x="847725" y="1381125"/>
                </a:lnTo>
                <a:lnTo>
                  <a:pt x="838200" y="1381125"/>
                </a:lnTo>
                <a:lnTo>
                  <a:pt x="838200" y="1371600"/>
                </a:lnTo>
                <a:lnTo>
                  <a:pt x="781050" y="1371600"/>
                </a:lnTo>
                <a:lnTo>
                  <a:pt x="781050" y="1381125"/>
                </a:lnTo>
                <a:lnTo>
                  <a:pt x="771525" y="1381125"/>
                </a:lnTo>
                <a:lnTo>
                  <a:pt x="771525" y="1362075"/>
                </a:lnTo>
                <a:lnTo>
                  <a:pt x="762000" y="1362075"/>
                </a:lnTo>
                <a:lnTo>
                  <a:pt x="762000" y="1371600"/>
                </a:lnTo>
                <a:lnTo>
                  <a:pt x="742950" y="1371600"/>
                </a:lnTo>
                <a:lnTo>
                  <a:pt x="742950" y="1381125"/>
                </a:lnTo>
                <a:lnTo>
                  <a:pt x="733425" y="1381125"/>
                </a:lnTo>
                <a:lnTo>
                  <a:pt x="733425" y="1371600"/>
                </a:lnTo>
                <a:lnTo>
                  <a:pt x="723900" y="1371600"/>
                </a:lnTo>
                <a:lnTo>
                  <a:pt x="723900" y="1362075"/>
                </a:lnTo>
                <a:lnTo>
                  <a:pt x="742950" y="1362075"/>
                </a:lnTo>
                <a:lnTo>
                  <a:pt x="742950" y="1352550"/>
                </a:lnTo>
                <a:lnTo>
                  <a:pt x="714375" y="1352550"/>
                </a:lnTo>
                <a:close/>
                <a:moveTo>
                  <a:pt x="962025" y="1343025"/>
                </a:moveTo>
                <a:lnTo>
                  <a:pt x="1000125" y="1343025"/>
                </a:lnTo>
                <a:lnTo>
                  <a:pt x="1000125" y="1352550"/>
                </a:lnTo>
                <a:lnTo>
                  <a:pt x="962025" y="1352550"/>
                </a:lnTo>
                <a:close/>
                <a:moveTo>
                  <a:pt x="1009650" y="1343025"/>
                </a:moveTo>
                <a:lnTo>
                  <a:pt x="1047750" y="1343025"/>
                </a:lnTo>
                <a:lnTo>
                  <a:pt x="1047750" y="1352550"/>
                </a:lnTo>
                <a:lnTo>
                  <a:pt x="1038225" y="1352550"/>
                </a:lnTo>
                <a:lnTo>
                  <a:pt x="1038225" y="1371600"/>
                </a:lnTo>
                <a:lnTo>
                  <a:pt x="1047750" y="1371600"/>
                </a:lnTo>
                <a:lnTo>
                  <a:pt x="1047750" y="1352550"/>
                </a:lnTo>
                <a:lnTo>
                  <a:pt x="1057275" y="1352550"/>
                </a:lnTo>
                <a:lnTo>
                  <a:pt x="1057275" y="1371600"/>
                </a:lnTo>
                <a:lnTo>
                  <a:pt x="1047750" y="1371600"/>
                </a:lnTo>
                <a:lnTo>
                  <a:pt x="1047750" y="1381125"/>
                </a:lnTo>
                <a:lnTo>
                  <a:pt x="1000125" y="1381125"/>
                </a:lnTo>
                <a:lnTo>
                  <a:pt x="1000125" y="1371600"/>
                </a:lnTo>
                <a:lnTo>
                  <a:pt x="971550" y="1371600"/>
                </a:lnTo>
                <a:lnTo>
                  <a:pt x="971550" y="1362075"/>
                </a:lnTo>
                <a:lnTo>
                  <a:pt x="1000125" y="1362075"/>
                </a:lnTo>
                <a:lnTo>
                  <a:pt x="1000125" y="1371600"/>
                </a:lnTo>
                <a:lnTo>
                  <a:pt x="1009650" y="1371600"/>
                </a:lnTo>
                <a:close/>
                <a:moveTo>
                  <a:pt x="1076325" y="1343025"/>
                </a:moveTo>
                <a:lnTo>
                  <a:pt x="1085850" y="1343025"/>
                </a:lnTo>
                <a:lnTo>
                  <a:pt x="1085850" y="1371600"/>
                </a:lnTo>
                <a:lnTo>
                  <a:pt x="1066800" y="1371600"/>
                </a:lnTo>
                <a:lnTo>
                  <a:pt x="1066800" y="1352550"/>
                </a:lnTo>
                <a:lnTo>
                  <a:pt x="1076325" y="1352550"/>
                </a:lnTo>
                <a:close/>
                <a:moveTo>
                  <a:pt x="1114425" y="1343025"/>
                </a:moveTo>
                <a:lnTo>
                  <a:pt x="1123950" y="1343025"/>
                </a:lnTo>
                <a:lnTo>
                  <a:pt x="1123950" y="1352550"/>
                </a:lnTo>
                <a:lnTo>
                  <a:pt x="1114425" y="1352550"/>
                </a:lnTo>
                <a:close/>
                <a:moveTo>
                  <a:pt x="1257300" y="1343025"/>
                </a:moveTo>
                <a:lnTo>
                  <a:pt x="1266825" y="1343025"/>
                </a:lnTo>
                <a:lnTo>
                  <a:pt x="1266825" y="1352550"/>
                </a:lnTo>
                <a:lnTo>
                  <a:pt x="1257300" y="1352550"/>
                </a:lnTo>
                <a:close/>
                <a:moveTo>
                  <a:pt x="1276350" y="1343025"/>
                </a:moveTo>
                <a:lnTo>
                  <a:pt x="1285875" y="1343025"/>
                </a:lnTo>
                <a:lnTo>
                  <a:pt x="1285875" y="1352550"/>
                </a:lnTo>
                <a:lnTo>
                  <a:pt x="1276350" y="1352550"/>
                </a:lnTo>
                <a:close/>
                <a:moveTo>
                  <a:pt x="942975" y="1352550"/>
                </a:moveTo>
                <a:lnTo>
                  <a:pt x="962025" y="1352550"/>
                </a:lnTo>
                <a:lnTo>
                  <a:pt x="962025" y="1371600"/>
                </a:lnTo>
                <a:lnTo>
                  <a:pt x="942975" y="1371600"/>
                </a:lnTo>
                <a:close/>
                <a:moveTo>
                  <a:pt x="428625" y="1362075"/>
                </a:moveTo>
                <a:lnTo>
                  <a:pt x="438150" y="1362075"/>
                </a:lnTo>
                <a:lnTo>
                  <a:pt x="438150" y="1352550"/>
                </a:lnTo>
                <a:lnTo>
                  <a:pt x="428625" y="1352550"/>
                </a:lnTo>
                <a:close/>
                <a:moveTo>
                  <a:pt x="771525" y="1362075"/>
                </a:moveTo>
                <a:lnTo>
                  <a:pt x="781050" y="1362075"/>
                </a:lnTo>
                <a:lnTo>
                  <a:pt x="781050" y="1352550"/>
                </a:lnTo>
                <a:lnTo>
                  <a:pt x="771525" y="1352550"/>
                </a:lnTo>
                <a:close/>
                <a:moveTo>
                  <a:pt x="1247775" y="1362075"/>
                </a:moveTo>
                <a:lnTo>
                  <a:pt x="1257300" y="1362075"/>
                </a:lnTo>
                <a:lnTo>
                  <a:pt x="1257300" y="1390650"/>
                </a:lnTo>
                <a:lnTo>
                  <a:pt x="1247775" y="1390650"/>
                </a:lnTo>
                <a:lnTo>
                  <a:pt x="1247775" y="1381125"/>
                </a:lnTo>
                <a:lnTo>
                  <a:pt x="1209675" y="1381125"/>
                </a:lnTo>
                <a:lnTo>
                  <a:pt x="1209675" y="1371600"/>
                </a:lnTo>
                <a:lnTo>
                  <a:pt x="1247775" y="1371600"/>
                </a:lnTo>
                <a:close/>
                <a:moveTo>
                  <a:pt x="495300" y="1371600"/>
                </a:moveTo>
                <a:lnTo>
                  <a:pt x="504825" y="1371600"/>
                </a:lnTo>
                <a:lnTo>
                  <a:pt x="504825" y="1352550"/>
                </a:lnTo>
                <a:lnTo>
                  <a:pt x="495300" y="1352550"/>
                </a:lnTo>
                <a:close/>
                <a:moveTo>
                  <a:pt x="533400" y="1371600"/>
                </a:moveTo>
                <a:lnTo>
                  <a:pt x="542925" y="1371600"/>
                </a:lnTo>
                <a:lnTo>
                  <a:pt x="542925" y="1381125"/>
                </a:lnTo>
                <a:lnTo>
                  <a:pt x="533400" y="1381125"/>
                </a:lnTo>
                <a:close/>
                <a:moveTo>
                  <a:pt x="552450" y="1371600"/>
                </a:moveTo>
                <a:lnTo>
                  <a:pt x="561975" y="1371600"/>
                </a:lnTo>
                <a:lnTo>
                  <a:pt x="561975" y="1381125"/>
                </a:lnTo>
                <a:lnTo>
                  <a:pt x="552450" y="1381125"/>
                </a:lnTo>
                <a:close/>
                <a:moveTo>
                  <a:pt x="638175" y="1371600"/>
                </a:moveTo>
                <a:lnTo>
                  <a:pt x="647700" y="1371600"/>
                </a:lnTo>
                <a:lnTo>
                  <a:pt x="647700" y="1362075"/>
                </a:lnTo>
                <a:lnTo>
                  <a:pt x="638175" y="1362075"/>
                </a:lnTo>
                <a:close/>
                <a:moveTo>
                  <a:pt x="704850" y="1371600"/>
                </a:moveTo>
                <a:lnTo>
                  <a:pt x="714375" y="1371600"/>
                </a:lnTo>
                <a:lnTo>
                  <a:pt x="714375" y="1381125"/>
                </a:lnTo>
                <a:lnTo>
                  <a:pt x="704850" y="1381125"/>
                </a:lnTo>
                <a:close/>
                <a:moveTo>
                  <a:pt x="857250" y="1371600"/>
                </a:moveTo>
                <a:lnTo>
                  <a:pt x="866775" y="1371600"/>
                </a:lnTo>
                <a:lnTo>
                  <a:pt x="866775" y="1381125"/>
                </a:lnTo>
                <a:lnTo>
                  <a:pt x="857250" y="1381125"/>
                </a:lnTo>
                <a:close/>
                <a:moveTo>
                  <a:pt x="962025" y="1371600"/>
                </a:moveTo>
                <a:lnTo>
                  <a:pt x="971550" y="1371600"/>
                </a:lnTo>
                <a:lnTo>
                  <a:pt x="971550" y="1381125"/>
                </a:lnTo>
                <a:lnTo>
                  <a:pt x="962025" y="1381125"/>
                </a:lnTo>
                <a:close/>
                <a:moveTo>
                  <a:pt x="1104900" y="1371600"/>
                </a:moveTo>
                <a:lnTo>
                  <a:pt x="1114425" y="1371600"/>
                </a:lnTo>
                <a:lnTo>
                  <a:pt x="1114425" y="1381125"/>
                </a:lnTo>
                <a:lnTo>
                  <a:pt x="1104900" y="1381125"/>
                </a:lnTo>
                <a:close/>
                <a:moveTo>
                  <a:pt x="1266825" y="1381125"/>
                </a:moveTo>
                <a:lnTo>
                  <a:pt x="1276350" y="1381125"/>
                </a:lnTo>
                <a:lnTo>
                  <a:pt x="1276350" y="1390650"/>
                </a:lnTo>
                <a:lnTo>
                  <a:pt x="1266825" y="1390650"/>
                </a:lnTo>
                <a:close/>
                <a:moveTo>
                  <a:pt x="447675" y="1638300"/>
                </a:moveTo>
                <a:lnTo>
                  <a:pt x="457200" y="1638300"/>
                </a:lnTo>
                <a:lnTo>
                  <a:pt x="457200" y="1647825"/>
                </a:lnTo>
                <a:lnTo>
                  <a:pt x="447675" y="1647825"/>
                </a:lnTo>
                <a:close/>
                <a:moveTo>
                  <a:pt x="752475" y="1638300"/>
                </a:moveTo>
                <a:lnTo>
                  <a:pt x="762000" y="1638300"/>
                </a:lnTo>
                <a:lnTo>
                  <a:pt x="762000" y="1647825"/>
                </a:lnTo>
                <a:lnTo>
                  <a:pt x="752475" y="1647825"/>
                </a:lnTo>
                <a:close/>
                <a:moveTo>
                  <a:pt x="466725" y="1647825"/>
                </a:moveTo>
                <a:lnTo>
                  <a:pt x="495300" y="1647825"/>
                </a:lnTo>
                <a:lnTo>
                  <a:pt x="495300" y="1657350"/>
                </a:lnTo>
                <a:lnTo>
                  <a:pt x="485775" y="1657350"/>
                </a:lnTo>
                <a:lnTo>
                  <a:pt x="485775" y="1666875"/>
                </a:lnTo>
                <a:lnTo>
                  <a:pt x="476250" y="1666875"/>
                </a:lnTo>
                <a:lnTo>
                  <a:pt x="476250" y="1657350"/>
                </a:lnTo>
                <a:lnTo>
                  <a:pt x="466725" y="1657350"/>
                </a:lnTo>
                <a:close/>
                <a:moveTo>
                  <a:pt x="514350" y="1647825"/>
                </a:moveTo>
                <a:lnTo>
                  <a:pt x="533400" y="1647825"/>
                </a:lnTo>
                <a:lnTo>
                  <a:pt x="533400" y="1657350"/>
                </a:lnTo>
                <a:lnTo>
                  <a:pt x="514350" y="1657350"/>
                </a:lnTo>
                <a:close/>
                <a:moveTo>
                  <a:pt x="571500" y="1647825"/>
                </a:moveTo>
                <a:lnTo>
                  <a:pt x="590550" y="1647825"/>
                </a:lnTo>
                <a:lnTo>
                  <a:pt x="590550" y="1657350"/>
                </a:lnTo>
                <a:lnTo>
                  <a:pt x="571500" y="1657350"/>
                </a:lnTo>
                <a:close/>
                <a:moveTo>
                  <a:pt x="628650" y="1647825"/>
                </a:moveTo>
                <a:lnTo>
                  <a:pt x="638175" y="1647825"/>
                </a:lnTo>
                <a:lnTo>
                  <a:pt x="638175" y="1657350"/>
                </a:lnTo>
                <a:lnTo>
                  <a:pt x="628650" y="1657350"/>
                </a:lnTo>
                <a:close/>
                <a:moveTo>
                  <a:pt x="685800" y="1647825"/>
                </a:moveTo>
                <a:lnTo>
                  <a:pt x="733425" y="1647825"/>
                </a:lnTo>
                <a:lnTo>
                  <a:pt x="733425" y="1657350"/>
                </a:lnTo>
                <a:lnTo>
                  <a:pt x="714375" y="1657350"/>
                </a:lnTo>
                <a:lnTo>
                  <a:pt x="714375" y="1666875"/>
                </a:lnTo>
                <a:lnTo>
                  <a:pt x="704850" y="1666875"/>
                </a:lnTo>
                <a:lnTo>
                  <a:pt x="704850" y="1657350"/>
                </a:lnTo>
                <a:lnTo>
                  <a:pt x="685800" y="1657350"/>
                </a:lnTo>
                <a:close/>
                <a:moveTo>
                  <a:pt x="771525" y="1647825"/>
                </a:moveTo>
                <a:lnTo>
                  <a:pt x="781050" y="1647825"/>
                </a:lnTo>
                <a:lnTo>
                  <a:pt x="781050" y="1666875"/>
                </a:lnTo>
                <a:lnTo>
                  <a:pt x="771525" y="1666875"/>
                </a:lnTo>
                <a:close/>
                <a:moveTo>
                  <a:pt x="790575" y="1647825"/>
                </a:moveTo>
                <a:lnTo>
                  <a:pt x="800100" y="1647825"/>
                </a:lnTo>
                <a:lnTo>
                  <a:pt x="800100" y="1657350"/>
                </a:lnTo>
                <a:lnTo>
                  <a:pt x="790575" y="1657350"/>
                </a:lnTo>
                <a:close/>
                <a:moveTo>
                  <a:pt x="895350" y="1647825"/>
                </a:moveTo>
                <a:lnTo>
                  <a:pt x="914400" y="1647825"/>
                </a:lnTo>
                <a:lnTo>
                  <a:pt x="914400" y="1657350"/>
                </a:lnTo>
                <a:lnTo>
                  <a:pt x="895350" y="1657350"/>
                </a:lnTo>
                <a:close/>
                <a:moveTo>
                  <a:pt x="923925" y="1647825"/>
                </a:moveTo>
                <a:lnTo>
                  <a:pt x="933450" y="1647825"/>
                </a:lnTo>
                <a:lnTo>
                  <a:pt x="933450" y="1657350"/>
                </a:lnTo>
                <a:lnTo>
                  <a:pt x="923925" y="1657350"/>
                </a:lnTo>
                <a:close/>
                <a:moveTo>
                  <a:pt x="419100" y="1657350"/>
                </a:moveTo>
                <a:lnTo>
                  <a:pt x="438150" y="1657350"/>
                </a:lnTo>
                <a:lnTo>
                  <a:pt x="438150" y="1666875"/>
                </a:lnTo>
                <a:lnTo>
                  <a:pt x="419100" y="1666875"/>
                </a:lnTo>
                <a:close/>
                <a:moveTo>
                  <a:pt x="609600" y="1657350"/>
                </a:moveTo>
                <a:lnTo>
                  <a:pt x="628650" y="1657350"/>
                </a:lnTo>
                <a:lnTo>
                  <a:pt x="628650" y="1666875"/>
                </a:lnTo>
                <a:lnTo>
                  <a:pt x="609600" y="1666875"/>
                </a:lnTo>
                <a:close/>
                <a:moveTo>
                  <a:pt x="933450" y="1657350"/>
                </a:moveTo>
                <a:lnTo>
                  <a:pt x="942975" y="1657350"/>
                </a:lnTo>
                <a:lnTo>
                  <a:pt x="942975" y="1666875"/>
                </a:lnTo>
                <a:lnTo>
                  <a:pt x="933450" y="1666875"/>
                </a:lnTo>
                <a:close/>
              </a:path>
            </a:pathLst>
          </a:custGeom>
          <a:solidFill xmlns:a="http://schemas.openxmlformats.org/drawingml/2006/main">
            <a:srgbClr val="CDCCC0"/>
          </a:solidFill>
          <a:ln xmlns:a="http://schemas.openxmlformats.org/drawingml/2006/main" w="0">
            <a:noFill/>
          </a:ln>
        </p:spPr>
      </p:sp>
      <p:sp>
        <p:nvSpPr>
          <p:cNvPr id="125" name="appearance vector #b3ac9f">
            <a:extLst xmlns:a="http://schemas.openxmlformats.org/drawingml/2006/main">
              <a:ext uri="{FF2B5EF4-FFF2-40B4-BE49-F238E27FC236}">
                <a16:creationId xmlns:a16="http://schemas.microsoft.com/office/drawing/2014/main" id="{6BA2F3DE-1DF5-4649-9165-F6AC6D520A2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343400" y="5114925"/>
            <a:ext cx="1943100" cy="1666875"/>
          </a:xfrm>
          <a:custGeom xmlns:a="http://schemas.openxmlformats.org/drawingml/2006/main">
            <a:pathLst>
              <a:path w="1943100" h="1666875">
                <a:moveTo>
                  <a:pt x="1847850" y="0"/>
                </a:moveTo>
                <a:lnTo>
                  <a:pt x="1866900" y="0"/>
                </a:lnTo>
                <a:lnTo>
                  <a:pt x="1866900" y="9525"/>
                </a:lnTo>
                <a:lnTo>
                  <a:pt x="1847850" y="9525"/>
                </a:lnTo>
                <a:close/>
                <a:moveTo>
                  <a:pt x="1895475" y="0"/>
                </a:moveTo>
                <a:lnTo>
                  <a:pt x="1905000" y="0"/>
                </a:lnTo>
                <a:lnTo>
                  <a:pt x="1905000" y="9525"/>
                </a:lnTo>
                <a:lnTo>
                  <a:pt x="1895475" y="9525"/>
                </a:lnTo>
                <a:close/>
                <a:moveTo>
                  <a:pt x="1866900" y="9525"/>
                </a:moveTo>
                <a:lnTo>
                  <a:pt x="1876425" y="9525"/>
                </a:lnTo>
                <a:lnTo>
                  <a:pt x="1876425" y="19050"/>
                </a:lnTo>
                <a:lnTo>
                  <a:pt x="1866900" y="19050"/>
                </a:lnTo>
                <a:close/>
                <a:moveTo>
                  <a:pt x="1905000" y="9525"/>
                </a:moveTo>
                <a:lnTo>
                  <a:pt x="1914525" y="9525"/>
                </a:lnTo>
                <a:lnTo>
                  <a:pt x="1914525" y="19050"/>
                </a:lnTo>
                <a:lnTo>
                  <a:pt x="1905000" y="19050"/>
                </a:lnTo>
                <a:close/>
                <a:moveTo>
                  <a:pt x="1876425" y="19050"/>
                </a:moveTo>
                <a:lnTo>
                  <a:pt x="1885950" y="19050"/>
                </a:lnTo>
                <a:lnTo>
                  <a:pt x="1885950" y="28575"/>
                </a:lnTo>
                <a:lnTo>
                  <a:pt x="1876425" y="28575"/>
                </a:lnTo>
                <a:close/>
                <a:moveTo>
                  <a:pt x="1914525" y="19050"/>
                </a:moveTo>
                <a:lnTo>
                  <a:pt x="1924050" y="19050"/>
                </a:lnTo>
                <a:lnTo>
                  <a:pt x="1924050" y="28575"/>
                </a:lnTo>
                <a:lnTo>
                  <a:pt x="1914525" y="28575"/>
                </a:lnTo>
                <a:close/>
                <a:moveTo>
                  <a:pt x="1885950" y="28575"/>
                </a:moveTo>
                <a:lnTo>
                  <a:pt x="1895475" y="28575"/>
                </a:lnTo>
                <a:lnTo>
                  <a:pt x="1895475" y="38100"/>
                </a:lnTo>
                <a:lnTo>
                  <a:pt x="1885950" y="38100"/>
                </a:lnTo>
                <a:close/>
                <a:moveTo>
                  <a:pt x="1924050" y="28575"/>
                </a:moveTo>
                <a:lnTo>
                  <a:pt x="1933575" y="28575"/>
                </a:lnTo>
                <a:lnTo>
                  <a:pt x="1933575" y="38100"/>
                </a:lnTo>
                <a:lnTo>
                  <a:pt x="1924050" y="38100"/>
                </a:lnTo>
                <a:close/>
                <a:moveTo>
                  <a:pt x="1895475" y="38100"/>
                </a:moveTo>
                <a:lnTo>
                  <a:pt x="1905000" y="38100"/>
                </a:lnTo>
                <a:lnTo>
                  <a:pt x="1905000" y="47625"/>
                </a:lnTo>
                <a:lnTo>
                  <a:pt x="1895475" y="47625"/>
                </a:lnTo>
                <a:close/>
                <a:moveTo>
                  <a:pt x="1933575" y="38100"/>
                </a:moveTo>
                <a:lnTo>
                  <a:pt x="1943100" y="38100"/>
                </a:lnTo>
                <a:lnTo>
                  <a:pt x="1943100" y="47625"/>
                </a:lnTo>
                <a:lnTo>
                  <a:pt x="1933575" y="47625"/>
                </a:lnTo>
                <a:close/>
                <a:moveTo>
                  <a:pt x="1905000" y="47625"/>
                </a:moveTo>
                <a:lnTo>
                  <a:pt x="1914525" y="47625"/>
                </a:lnTo>
                <a:lnTo>
                  <a:pt x="1914525" y="57150"/>
                </a:lnTo>
                <a:lnTo>
                  <a:pt x="1905000" y="57150"/>
                </a:lnTo>
                <a:close/>
                <a:moveTo>
                  <a:pt x="1914525" y="57150"/>
                </a:moveTo>
                <a:lnTo>
                  <a:pt x="1924050" y="57150"/>
                </a:lnTo>
                <a:lnTo>
                  <a:pt x="1924050" y="66675"/>
                </a:lnTo>
                <a:lnTo>
                  <a:pt x="1914525" y="66675"/>
                </a:lnTo>
                <a:close/>
                <a:moveTo>
                  <a:pt x="1924050" y="66675"/>
                </a:moveTo>
                <a:lnTo>
                  <a:pt x="1933575" y="66675"/>
                </a:lnTo>
                <a:lnTo>
                  <a:pt x="1933575" y="76200"/>
                </a:lnTo>
                <a:lnTo>
                  <a:pt x="1943100" y="76200"/>
                </a:lnTo>
                <a:lnTo>
                  <a:pt x="1943100" y="123825"/>
                </a:lnTo>
                <a:lnTo>
                  <a:pt x="1933575" y="123825"/>
                </a:lnTo>
                <a:lnTo>
                  <a:pt x="1933575" y="85725"/>
                </a:lnTo>
                <a:lnTo>
                  <a:pt x="1924050" y="85725"/>
                </a:lnTo>
                <a:close/>
                <a:moveTo>
                  <a:pt x="142875" y="180975"/>
                </a:moveTo>
                <a:lnTo>
                  <a:pt x="161925" y="180975"/>
                </a:lnTo>
                <a:lnTo>
                  <a:pt x="161925" y="190500"/>
                </a:lnTo>
                <a:lnTo>
                  <a:pt x="171450" y="190500"/>
                </a:lnTo>
                <a:lnTo>
                  <a:pt x="171450" y="200025"/>
                </a:lnTo>
                <a:lnTo>
                  <a:pt x="180975" y="200025"/>
                </a:lnTo>
                <a:lnTo>
                  <a:pt x="180975" y="190500"/>
                </a:lnTo>
                <a:lnTo>
                  <a:pt x="200025" y="190500"/>
                </a:lnTo>
                <a:lnTo>
                  <a:pt x="200025" y="200025"/>
                </a:lnTo>
                <a:lnTo>
                  <a:pt x="228600" y="200025"/>
                </a:lnTo>
                <a:lnTo>
                  <a:pt x="228600" y="190500"/>
                </a:lnTo>
                <a:lnTo>
                  <a:pt x="276225" y="190500"/>
                </a:lnTo>
                <a:lnTo>
                  <a:pt x="276225" y="200025"/>
                </a:lnTo>
                <a:lnTo>
                  <a:pt x="285750" y="200025"/>
                </a:lnTo>
                <a:lnTo>
                  <a:pt x="285750" y="190500"/>
                </a:lnTo>
                <a:lnTo>
                  <a:pt x="333375" y="190500"/>
                </a:lnTo>
                <a:lnTo>
                  <a:pt x="333375" y="200025"/>
                </a:lnTo>
                <a:lnTo>
                  <a:pt x="342900" y="200025"/>
                </a:lnTo>
                <a:lnTo>
                  <a:pt x="342900" y="190500"/>
                </a:lnTo>
                <a:lnTo>
                  <a:pt x="352425" y="190500"/>
                </a:lnTo>
                <a:lnTo>
                  <a:pt x="352425" y="200025"/>
                </a:lnTo>
                <a:lnTo>
                  <a:pt x="342900" y="200025"/>
                </a:lnTo>
                <a:lnTo>
                  <a:pt x="342900" y="209550"/>
                </a:lnTo>
                <a:lnTo>
                  <a:pt x="352425" y="209550"/>
                </a:lnTo>
                <a:lnTo>
                  <a:pt x="352425" y="200025"/>
                </a:lnTo>
                <a:lnTo>
                  <a:pt x="361950" y="200025"/>
                </a:lnTo>
                <a:lnTo>
                  <a:pt x="361950" y="190500"/>
                </a:lnTo>
                <a:lnTo>
                  <a:pt x="371475" y="190500"/>
                </a:lnTo>
                <a:lnTo>
                  <a:pt x="371475" y="200025"/>
                </a:lnTo>
                <a:lnTo>
                  <a:pt x="400050" y="200025"/>
                </a:lnTo>
                <a:lnTo>
                  <a:pt x="400050" y="180975"/>
                </a:lnTo>
                <a:lnTo>
                  <a:pt x="419100" y="180975"/>
                </a:lnTo>
                <a:lnTo>
                  <a:pt x="419100" y="190500"/>
                </a:lnTo>
                <a:lnTo>
                  <a:pt x="447675" y="190500"/>
                </a:lnTo>
                <a:lnTo>
                  <a:pt x="447675" y="200025"/>
                </a:lnTo>
                <a:lnTo>
                  <a:pt x="457200" y="200025"/>
                </a:lnTo>
                <a:lnTo>
                  <a:pt x="457200" y="219075"/>
                </a:lnTo>
                <a:lnTo>
                  <a:pt x="447675" y="219075"/>
                </a:lnTo>
                <a:lnTo>
                  <a:pt x="447675" y="228600"/>
                </a:lnTo>
                <a:lnTo>
                  <a:pt x="419100" y="228600"/>
                </a:lnTo>
                <a:lnTo>
                  <a:pt x="419100" y="219075"/>
                </a:lnTo>
                <a:lnTo>
                  <a:pt x="400050" y="219075"/>
                </a:lnTo>
                <a:lnTo>
                  <a:pt x="400050" y="209550"/>
                </a:lnTo>
                <a:lnTo>
                  <a:pt x="390525" y="209550"/>
                </a:lnTo>
                <a:lnTo>
                  <a:pt x="390525" y="219075"/>
                </a:lnTo>
                <a:lnTo>
                  <a:pt x="371475" y="219075"/>
                </a:lnTo>
                <a:lnTo>
                  <a:pt x="371475" y="228600"/>
                </a:lnTo>
                <a:lnTo>
                  <a:pt x="361950" y="228600"/>
                </a:lnTo>
                <a:lnTo>
                  <a:pt x="361950" y="219075"/>
                </a:lnTo>
                <a:lnTo>
                  <a:pt x="333375" y="219075"/>
                </a:lnTo>
                <a:lnTo>
                  <a:pt x="333375" y="228600"/>
                </a:lnTo>
                <a:lnTo>
                  <a:pt x="323850" y="228600"/>
                </a:lnTo>
                <a:lnTo>
                  <a:pt x="323850" y="219075"/>
                </a:lnTo>
                <a:lnTo>
                  <a:pt x="314325" y="219075"/>
                </a:lnTo>
                <a:lnTo>
                  <a:pt x="314325" y="228600"/>
                </a:lnTo>
                <a:lnTo>
                  <a:pt x="304800" y="228600"/>
                </a:lnTo>
                <a:lnTo>
                  <a:pt x="304800" y="219075"/>
                </a:lnTo>
                <a:lnTo>
                  <a:pt x="295275" y="219075"/>
                </a:lnTo>
                <a:lnTo>
                  <a:pt x="295275" y="228600"/>
                </a:lnTo>
                <a:lnTo>
                  <a:pt x="285750" y="228600"/>
                </a:lnTo>
                <a:lnTo>
                  <a:pt x="285750" y="219075"/>
                </a:lnTo>
                <a:lnTo>
                  <a:pt x="257175" y="219075"/>
                </a:lnTo>
                <a:lnTo>
                  <a:pt x="257175" y="228600"/>
                </a:lnTo>
                <a:lnTo>
                  <a:pt x="219075" y="228600"/>
                </a:lnTo>
                <a:lnTo>
                  <a:pt x="219075" y="219075"/>
                </a:lnTo>
                <a:lnTo>
                  <a:pt x="209550" y="219075"/>
                </a:lnTo>
                <a:lnTo>
                  <a:pt x="209550" y="209550"/>
                </a:lnTo>
                <a:lnTo>
                  <a:pt x="200025" y="209550"/>
                </a:lnTo>
                <a:lnTo>
                  <a:pt x="200025" y="228600"/>
                </a:lnTo>
                <a:lnTo>
                  <a:pt x="190500" y="228600"/>
                </a:lnTo>
                <a:lnTo>
                  <a:pt x="190500" y="238125"/>
                </a:lnTo>
                <a:lnTo>
                  <a:pt x="171450" y="238125"/>
                </a:lnTo>
                <a:lnTo>
                  <a:pt x="171450" y="228600"/>
                </a:lnTo>
                <a:lnTo>
                  <a:pt x="161925" y="228600"/>
                </a:lnTo>
                <a:lnTo>
                  <a:pt x="161925" y="219075"/>
                </a:lnTo>
                <a:lnTo>
                  <a:pt x="133350" y="219075"/>
                </a:lnTo>
                <a:lnTo>
                  <a:pt x="133350" y="190500"/>
                </a:lnTo>
                <a:lnTo>
                  <a:pt x="142875" y="190500"/>
                </a:lnTo>
                <a:close/>
                <a:moveTo>
                  <a:pt x="142875" y="209550"/>
                </a:moveTo>
                <a:lnTo>
                  <a:pt x="152400" y="209550"/>
                </a:lnTo>
                <a:lnTo>
                  <a:pt x="152400" y="190500"/>
                </a:lnTo>
                <a:lnTo>
                  <a:pt x="142875" y="190500"/>
                </a:lnTo>
                <a:close/>
                <a:moveTo>
                  <a:pt x="285750" y="209550"/>
                </a:moveTo>
                <a:lnTo>
                  <a:pt x="295275" y="209550"/>
                </a:lnTo>
                <a:lnTo>
                  <a:pt x="295275" y="200025"/>
                </a:lnTo>
                <a:lnTo>
                  <a:pt x="285750" y="200025"/>
                </a:lnTo>
                <a:close/>
                <a:moveTo>
                  <a:pt x="304800" y="209550"/>
                </a:moveTo>
                <a:lnTo>
                  <a:pt x="314325" y="209550"/>
                </a:lnTo>
                <a:lnTo>
                  <a:pt x="314325" y="200025"/>
                </a:lnTo>
                <a:lnTo>
                  <a:pt x="304800" y="200025"/>
                </a:lnTo>
                <a:close/>
                <a:moveTo>
                  <a:pt x="1933575" y="219075"/>
                </a:moveTo>
                <a:lnTo>
                  <a:pt x="1943100" y="219075"/>
                </a:lnTo>
                <a:lnTo>
                  <a:pt x="1943100" y="1590675"/>
                </a:lnTo>
                <a:lnTo>
                  <a:pt x="1933575" y="1590675"/>
                </a:lnTo>
                <a:lnTo>
                  <a:pt x="1933575" y="1600200"/>
                </a:lnTo>
                <a:lnTo>
                  <a:pt x="1924050" y="1600200"/>
                </a:lnTo>
                <a:lnTo>
                  <a:pt x="1924050" y="1581150"/>
                </a:lnTo>
                <a:lnTo>
                  <a:pt x="1933575" y="1581150"/>
                </a:lnTo>
                <a:close/>
                <a:moveTo>
                  <a:pt x="171450" y="304800"/>
                </a:moveTo>
                <a:lnTo>
                  <a:pt x="180975" y="304800"/>
                </a:lnTo>
                <a:lnTo>
                  <a:pt x="180975" y="314325"/>
                </a:lnTo>
                <a:lnTo>
                  <a:pt x="171450" y="314325"/>
                </a:lnTo>
                <a:close/>
                <a:moveTo>
                  <a:pt x="714375" y="323850"/>
                </a:moveTo>
                <a:lnTo>
                  <a:pt x="723900" y="323850"/>
                </a:lnTo>
                <a:lnTo>
                  <a:pt x="723900" y="333375"/>
                </a:lnTo>
                <a:lnTo>
                  <a:pt x="714375" y="333375"/>
                </a:lnTo>
                <a:close/>
                <a:moveTo>
                  <a:pt x="1466850" y="371475"/>
                </a:moveTo>
                <a:lnTo>
                  <a:pt x="1476375" y="371475"/>
                </a:lnTo>
                <a:lnTo>
                  <a:pt x="1476375" y="381000"/>
                </a:lnTo>
                <a:lnTo>
                  <a:pt x="1466850" y="381000"/>
                </a:lnTo>
                <a:close/>
                <a:moveTo>
                  <a:pt x="1485900" y="371475"/>
                </a:moveTo>
                <a:lnTo>
                  <a:pt x="1495425" y="371475"/>
                </a:lnTo>
                <a:lnTo>
                  <a:pt x="1495425" y="381000"/>
                </a:lnTo>
                <a:lnTo>
                  <a:pt x="1485900" y="381000"/>
                </a:lnTo>
                <a:close/>
                <a:moveTo>
                  <a:pt x="990600" y="390525"/>
                </a:moveTo>
                <a:lnTo>
                  <a:pt x="1009650" y="390525"/>
                </a:lnTo>
                <a:lnTo>
                  <a:pt x="1009650" y="400050"/>
                </a:lnTo>
                <a:lnTo>
                  <a:pt x="990600" y="400050"/>
                </a:lnTo>
                <a:close/>
                <a:moveTo>
                  <a:pt x="1552575" y="390525"/>
                </a:moveTo>
                <a:lnTo>
                  <a:pt x="1571625" y="390525"/>
                </a:lnTo>
                <a:lnTo>
                  <a:pt x="1571625" y="400050"/>
                </a:lnTo>
                <a:lnTo>
                  <a:pt x="1552575" y="400050"/>
                </a:lnTo>
                <a:close/>
                <a:moveTo>
                  <a:pt x="1590675" y="390525"/>
                </a:moveTo>
                <a:lnTo>
                  <a:pt x="1600200" y="390525"/>
                </a:lnTo>
                <a:lnTo>
                  <a:pt x="1600200" y="400050"/>
                </a:lnTo>
                <a:lnTo>
                  <a:pt x="1628775" y="400050"/>
                </a:lnTo>
                <a:lnTo>
                  <a:pt x="1628775" y="390525"/>
                </a:lnTo>
                <a:lnTo>
                  <a:pt x="1647825" y="390525"/>
                </a:lnTo>
                <a:lnTo>
                  <a:pt x="1647825" y="400050"/>
                </a:lnTo>
                <a:lnTo>
                  <a:pt x="1762125" y="400050"/>
                </a:lnTo>
                <a:lnTo>
                  <a:pt x="1762125" y="419100"/>
                </a:lnTo>
                <a:lnTo>
                  <a:pt x="1752600" y="419100"/>
                </a:lnTo>
                <a:lnTo>
                  <a:pt x="1752600" y="428625"/>
                </a:lnTo>
                <a:lnTo>
                  <a:pt x="1714500" y="428625"/>
                </a:lnTo>
                <a:lnTo>
                  <a:pt x="1714500" y="419100"/>
                </a:lnTo>
                <a:lnTo>
                  <a:pt x="1628775" y="419100"/>
                </a:lnTo>
                <a:lnTo>
                  <a:pt x="1628775" y="428625"/>
                </a:lnTo>
                <a:lnTo>
                  <a:pt x="1619250" y="428625"/>
                </a:lnTo>
                <a:lnTo>
                  <a:pt x="1619250" y="419100"/>
                </a:lnTo>
                <a:lnTo>
                  <a:pt x="1609725" y="419100"/>
                </a:lnTo>
                <a:lnTo>
                  <a:pt x="1609725" y="428625"/>
                </a:lnTo>
                <a:lnTo>
                  <a:pt x="1600200" y="428625"/>
                </a:lnTo>
                <a:lnTo>
                  <a:pt x="1600200" y="419100"/>
                </a:lnTo>
                <a:lnTo>
                  <a:pt x="1590675" y="419100"/>
                </a:lnTo>
                <a:lnTo>
                  <a:pt x="1590675" y="428625"/>
                </a:lnTo>
                <a:lnTo>
                  <a:pt x="1581150" y="428625"/>
                </a:lnTo>
                <a:lnTo>
                  <a:pt x="1581150" y="419100"/>
                </a:lnTo>
                <a:lnTo>
                  <a:pt x="1562100" y="419100"/>
                </a:lnTo>
                <a:lnTo>
                  <a:pt x="1562100" y="409575"/>
                </a:lnTo>
                <a:lnTo>
                  <a:pt x="1571625" y="409575"/>
                </a:lnTo>
                <a:lnTo>
                  <a:pt x="1571625" y="400050"/>
                </a:lnTo>
                <a:lnTo>
                  <a:pt x="1590675" y="400050"/>
                </a:lnTo>
                <a:close/>
                <a:moveTo>
                  <a:pt x="457200" y="400050"/>
                </a:moveTo>
                <a:lnTo>
                  <a:pt x="514350" y="400050"/>
                </a:lnTo>
                <a:lnTo>
                  <a:pt x="514350" y="419100"/>
                </a:lnTo>
                <a:lnTo>
                  <a:pt x="504825" y="419100"/>
                </a:lnTo>
                <a:lnTo>
                  <a:pt x="504825" y="428625"/>
                </a:lnTo>
                <a:lnTo>
                  <a:pt x="476250" y="428625"/>
                </a:lnTo>
                <a:lnTo>
                  <a:pt x="476250" y="419100"/>
                </a:lnTo>
                <a:lnTo>
                  <a:pt x="457200" y="419100"/>
                </a:lnTo>
                <a:close/>
                <a:moveTo>
                  <a:pt x="1009650" y="400050"/>
                </a:moveTo>
                <a:lnTo>
                  <a:pt x="1066800" y="400050"/>
                </a:lnTo>
                <a:lnTo>
                  <a:pt x="1066800" y="409575"/>
                </a:lnTo>
                <a:lnTo>
                  <a:pt x="1114425" y="409575"/>
                </a:lnTo>
                <a:lnTo>
                  <a:pt x="1114425" y="400050"/>
                </a:lnTo>
                <a:lnTo>
                  <a:pt x="1162050" y="400050"/>
                </a:lnTo>
                <a:lnTo>
                  <a:pt x="1162050" y="419100"/>
                </a:lnTo>
                <a:lnTo>
                  <a:pt x="1104900" y="419100"/>
                </a:lnTo>
                <a:lnTo>
                  <a:pt x="1104900" y="428625"/>
                </a:lnTo>
                <a:lnTo>
                  <a:pt x="1095375" y="428625"/>
                </a:lnTo>
                <a:lnTo>
                  <a:pt x="1095375" y="419100"/>
                </a:lnTo>
                <a:lnTo>
                  <a:pt x="1057275" y="419100"/>
                </a:lnTo>
                <a:lnTo>
                  <a:pt x="1057275" y="428625"/>
                </a:lnTo>
                <a:lnTo>
                  <a:pt x="1019175" y="428625"/>
                </a:lnTo>
                <a:lnTo>
                  <a:pt x="1019175" y="419100"/>
                </a:lnTo>
                <a:lnTo>
                  <a:pt x="990600" y="419100"/>
                </a:lnTo>
                <a:lnTo>
                  <a:pt x="990600" y="409575"/>
                </a:lnTo>
                <a:lnTo>
                  <a:pt x="1009650" y="409575"/>
                </a:lnTo>
                <a:close/>
                <a:moveTo>
                  <a:pt x="542925" y="409575"/>
                </a:moveTo>
                <a:lnTo>
                  <a:pt x="552450" y="409575"/>
                </a:lnTo>
                <a:lnTo>
                  <a:pt x="552450" y="419100"/>
                </a:lnTo>
                <a:lnTo>
                  <a:pt x="542925" y="419100"/>
                </a:lnTo>
                <a:close/>
                <a:moveTo>
                  <a:pt x="152400" y="476250"/>
                </a:moveTo>
                <a:lnTo>
                  <a:pt x="161925" y="476250"/>
                </a:lnTo>
                <a:lnTo>
                  <a:pt x="161925" y="485775"/>
                </a:lnTo>
                <a:lnTo>
                  <a:pt x="152400" y="485775"/>
                </a:lnTo>
                <a:close/>
                <a:moveTo>
                  <a:pt x="714375" y="476250"/>
                </a:moveTo>
                <a:lnTo>
                  <a:pt x="723900" y="476250"/>
                </a:lnTo>
                <a:lnTo>
                  <a:pt x="723900" y="485775"/>
                </a:lnTo>
                <a:lnTo>
                  <a:pt x="714375" y="485775"/>
                </a:lnTo>
                <a:close/>
                <a:moveTo>
                  <a:pt x="161925" y="485775"/>
                </a:moveTo>
                <a:lnTo>
                  <a:pt x="171450" y="485775"/>
                </a:lnTo>
                <a:lnTo>
                  <a:pt x="171450" y="495300"/>
                </a:lnTo>
                <a:lnTo>
                  <a:pt x="161925" y="495300"/>
                </a:lnTo>
                <a:close/>
                <a:moveTo>
                  <a:pt x="704850" y="485775"/>
                </a:moveTo>
                <a:lnTo>
                  <a:pt x="714375" y="485775"/>
                </a:lnTo>
                <a:lnTo>
                  <a:pt x="714375" y="495300"/>
                </a:lnTo>
                <a:lnTo>
                  <a:pt x="704850" y="495300"/>
                </a:lnTo>
                <a:close/>
                <a:moveTo>
                  <a:pt x="171450" y="495300"/>
                </a:moveTo>
                <a:lnTo>
                  <a:pt x="180975" y="495300"/>
                </a:lnTo>
                <a:lnTo>
                  <a:pt x="180975" y="504825"/>
                </a:lnTo>
                <a:lnTo>
                  <a:pt x="171450" y="504825"/>
                </a:lnTo>
                <a:close/>
                <a:moveTo>
                  <a:pt x="695325" y="495300"/>
                </a:moveTo>
                <a:lnTo>
                  <a:pt x="704850" y="495300"/>
                </a:lnTo>
                <a:lnTo>
                  <a:pt x="704850" y="504825"/>
                </a:lnTo>
                <a:lnTo>
                  <a:pt x="695325" y="504825"/>
                </a:lnTo>
                <a:close/>
                <a:moveTo>
                  <a:pt x="428625" y="752475"/>
                </a:moveTo>
                <a:lnTo>
                  <a:pt x="447675" y="752475"/>
                </a:lnTo>
                <a:lnTo>
                  <a:pt x="447675" y="771525"/>
                </a:lnTo>
                <a:lnTo>
                  <a:pt x="428625" y="771525"/>
                </a:lnTo>
                <a:lnTo>
                  <a:pt x="428625" y="781050"/>
                </a:lnTo>
                <a:lnTo>
                  <a:pt x="409575" y="781050"/>
                </a:lnTo>
                <a:lnTo>
                  <a:pt x="409575" y="771525"/>
                </a:lnTo>
                <a:lnTo>
                  <a:pt x="419100" y="771525"/>
                </a:lnTo>
                <a:lnTo>
                  <a:pt x="419100" y="762000"/>
                </a:lnTo>
                <a:lnTo>
                  <a:pt x="428625" y="762000"/>
                </a:lnTo>
                <a:close/>
                <a:moveTo>
                  <a:pt x="476250" y="771525"/>
                </a:moveTo>
                <a:lnTo>
                  <a:pt x="495300" y="771525"/>
                </a:lnTo>
                <a:lnTo>
                  <a:pt x="495300" y="781050"/>
                </a:lnTo>
                <a:lnTo>
                  <a:pt x="485775" y="781050"/>
                </a:lnTo>
                <a:lnTo>
                  <a:pt x="485775" y="800100"/>
                </a:lnTo>
                <a:lnTo>
                  <a:pt x="476250" y="800100"/>
                </a:lnTo>
                <a:lnTo>
                  <a:pt x="476250" y="809625"/>
                </a:lnTo>
                <a:lnTo>
                  <a:pt x="466725" y="809625"/>
                </a:lnTo>
                <a:lnTo>
                  <a:pt x="466725" y="819150"/>
                </a:lnTo>
                <a:lnTo>
                  <a:pt x="457200" y="819150"/>
                </a:lnTo>
                <a:lnTo>
                  <a:pt x="457200" y="790575"/>
                </a:lnTo>
                <a:lnTo>
                  <a:pt x="466725" y="790575"/>
                </a:lnTo>
                <a:lnTo>
                  <a:pt x="466725" y="781050"/>
                </a:lnTo>
                <a:lnTo>
                  <a:pt x="476250" y="781050"/>
                </a:lnTo>
                <a:close/>
                <a:moveTo>
                  <a:pt x="504825" y="771525"/>
                </a:moveTo>
                <a:lnTo>
                  <a:pt x="514350" y="771525"/>
                </a:lnTo>
                <a:lnTo>
                  <a:pt x="514350" y="790575"/>
                </a:lnTo>
                <a:lnTo>
                  <a:pt x="504825" y="790575"/>
                </a:lnTo>
                <a:lnTo>
                  <a:pt x="504825" y="800100"/>
                </a:lnTo>
                <a:lnTo>
                  <a:pt x="495300" y="800100"/>
                </a:lnTo>
                <a:lnTo>
                  <a:pt x="495300" y="781050"/>
                </a:lnTo>
                <a:lnTo>
                  <a:pt x="504825" y="781050"/>
                </a:lnTo>
                <a:close/>
                <a:moveTo>
                  <a:pt x="523875" y="771525"/>
                </a:moveTo>
                <a:lnTo>
                  <a:pt x="533400" y="771525"/>
                </a:lnTo>
                <a:lnTo>
                  <a:pt x="533400" y="781050"/>
                </a:lnTo>
                <a:lnTo>
                  <a:pt x="542925" y="781050"/>
                </a:lnTo>
                <a:lnTo>
                  <a:pt x="542925" y="771525"/>
                </a:lnTo>
                <a:lnTo>
                  <a:pt x="552450" y="771525"/>
                </a:lnTo>
                <a:lnTo>
                  <a:pt x="552450" y="781050"/>
                </a:lnTo>
                <a:lnTo>
                  <a:pt x="542925" y="781050"/>
                </a:lnTo>
                <a:lnTo>
                  <a:pt x="542925" y="800100"/>
                </a:lnTo>
                <a:lnTo>
                  <a:pt x="533400" y="800100"/>
                </a:lnTo>
                <a:lnTo>
                  <a:pt x="533400" y="790575"/>
                </a:lnTo>
                <a:lnTo>
                  <a:pt x="523875" y="790575"/>
                </a:lnTo>
                <a:close/>
                <a:moveTo>
                  <a:pt x="200025" y="781050"/>
                </a:moveTo>
                <a:lnTo>
                  <a:pt x="266700" y="781050"/>
                </a:lnTo>
                <a:lnTo>
                  <a:pt x="266700" y="790575"/>
                </a:lnTo>
                <a:lnTo>
                  <a:pt x="276225" y="790575"/>
                </a:lnTo>
                <a:lnTo>
                  <a:pt x="276225" y="838200"/>
                </a:lnTo>
                <a:lnTo>
                  <a:pt x="266700" y="838200"/>
                </a:lnTo>
                <a:lnTo>
                  <a:pt x="266700" y="904875"/>
                </a:lnTo>
                <a:lnTo>
                  <a:pt x="200025" y="904875"/>
                </a:lnTo>
                <a:lnTo>
                  <a:pt x="200025" y="895350"/>
                </a:lnTo>
                <a:lnTo>
                  <a:pt x="190500" y="895350"/>
                </a:lnTo>
                <a:lnTo>
                  <a:pt x="190500" y="790575"/>
                </a:lnTo>
                <a:lnTo>
                  <a:pt x="200025" y="790575"/>
                </a:lnTo>
                <a:close/>
                <a:moveTo>
                  <a:pt x="419100" y="800100"/>
                </a:moveTo>
                <a:lnTo>
                  <a:pt x="428625" y="800100"/>
                </a:lnTo>
                <a:lnTo>
                  <a:pt x="428625" y="809625"/>
                </a:lnTo>
                <a:lnTo>
                  <a:pt x="419100" y="809625"/>
                </a:lnTo>
                <a:close/>
                <a:moveTo>
                  <a:pt x="514350" y="809625"/>
                </a:moveTo>
                <a:lnTo>
                  <a:pt x="523875" y="809625"/>
                </a:lnTo>
                <a:lnTo>
                  <a:pt x="523875" y="828675"/>
                </a:lnTo>
                <a:lnTo>
                  <a:pt x="504825" y="828675"/>
                </a:lnTo>
                <a:lnTo>
                  <a:pt x="504825" y="819150"/>
                </a:lnTo>
                <a:lnTo>
                  <a:pt x="514350" y="819150"/>
                </a:lnTo>
                <a:close/>
                <a:moveTo>
                  <a:pt x="552450" y="809625"/>
                </a:moveTo>
                <a:lnTo>
                  <a:pt x="561975" y="809625"/>
                </a:lnTo>
                <a:lnTo>
                  <a:pt x="561975" y="819150"/>
                </a:lnTo>
                <a:lnTo>
                  <a:pt x="552450" y="819150"/>
                </a:lnTo>
                <a:close/>
                <a:moveTo>
                  <a:pt x="1838325" y="819150"/>
                </a:moveTo>
                <a:lnTo>
                  <a:pt x="1847850" y="819150"/>
                </a:lnTo>
                <a:lnTo>
                  <a:pt x="1847850" y="828675"/>
                </a:lnTo>
                <a:lnTo>
                  <a:pt x="1838325" y="828675"/>
                </a:lnTo>
                <a:close/>
                <a:moveTo>
                  <a:pt x="219075" y="876300"/>
                </a:moveTo>
                <a:lnTo>
                  <a:pt x="257175" y="876300"/>
                </a:lnTo>
                <a:lnTo>
                  <a:pt x="257175" y="828675"/>
                </a:lnTo>
                <a:lnTo>
                  <a:pt x="247650" y="828675"/>
                </a:lnTo>
                <a:lnTo>
                  <a:pt x="247650" y="819150"/>
                </a:lnTo>
                <a:lnTo>
                  <a:pt x="238125" y="819150"/>
                </a:lnTo>
                <a:lnTo>
                  <a:pt x="238125" y="828675"/>
                </a:lnTo>
                <a:lnTo>
                  <a:pt x="219075" y="828675"/>
                </a:lnTo>
                <a:close/>
                <a:moveTo>
                  <a:pt x="771525" y="895350"/>
                </a:moveTo>
                <a:lnTo>
                  <a:pt x="790575" y="895350"/>
                </a:lnTo>
                <a:lnTo>
                  <a:pt x="790575" y="904875"/>
                </a:lnTo>
                <a:lnTo>
                  <a:pt x="819150" y="904875"/>
                </a:lnTo>
                <a:lnTo>
                  <a:pt x="819150" y="914400"/>
                </a:lnTo>
                <a:lnTo>
                  <a:pt x="828675" y="914400"/>
                </a:lnTo>
                <a:lnTo>
                  <a:pt x="828675" y="933450"/>
                </a:lnTo>
                <a:lnTo>
                  <a:pt x="800100" y="933450"/>
                </a:lnTo>
                <a:lnTo>
                  <a:pt x="800100" y="923925"/>
                </a:lnTo>
                <a:lnTo>
                  <a:pt x="790575" y="923925"/>
                </a:lnTo>
                <a:lnTo>
                  <a:pt x="790575" y="914400"/>
                </a:lnTo>
                <a:lnTo>
                  <a:pt x="781050" y="914400"/>
                </a:lnTo>
                <a:lnTo>
                  <a:pt x="781050" y="923925"/>
                </a:lnTo>
                <a:lnTo>
                  <a:pt x="762000" y="923925"/>
                </a:lnTo>
                <a:lnTo>
                  <a:pt x="762000" y="933450"/>
                </a:lnTo>
                <a:lnTo>
                  <a:pt x="752475" y="933450"/>
                </a:lnTo>
                <a:lnTo>
                  <a:pt x="752475" y="923925"/>
                </a:lnTo>
                <a:lnTo>
                  <a:pt x="742950" y="923925"/>
                </a:lnTo>
                <a:lnTo>
                  <a:pt x="742950" y="914400"/>
                </a:lnTo>
                <a:lnTo>
                  <a:pt x="752475" y="914400"/>
                </a:lnTo>
                <a:lnTo>
                  <a:pt x="752475" y="904875"/>
                </a:lnTo>
                <a:lnTo>
                  <a:pt x="771525" y="904875"/>
                </a:lnTo>
                <a:close/>
                <a:moveTo>
                  <a:pt x="609600" y="904875"/>
                </a:moveTo>
                <a:lnTo>
                  <a:pt x="619125" y="904875"/>
                </a:lnTo>
                <a:lnTo>
                  <a:pt x="619125" y="914400"/>
                </a:lnTo>
                <a:lnTo>
                  <a:pt x="628650" y="914400"/>
                </a:lnTo>
                <a:lnTo>
                  <a:pt x="628650" y="923925"/>
                </a:lnTo>
                <a:lnTo>
                  <a:pt x="619125" y="923925"/>
                </a:lnTo>
                <a:lnTo>
                  <a:pt x="619125" y="933450"/>
                </a:lnTo>
                <a:lnTo>
                  <a:pt x="609600" y="933450"/>
                </a:lnTo>
                <a:lnTo>
                  <a:pt x="609600" y="923925"/>
                </a:lnTo>
                <a:lnTo>
                  <a:pt x="590550" y="923925"/>
                </a:lnTo>
                <a:lnTo>
                  <a:pt x="590550" y="914400"/>
                </a:lnTo>
                <a:lnTo>
                  <a:pt x="609600" y="914400"/>
                </a:lnTo>
                <a:close/>
                <a:moveTo>
                  <a:pt x="676275" y="904875"/>
                </a:moveTo>
                <a:lnTo>
                  <a:pt x="704850" y="904875"/>
                </a:lnTo>
                <a:lnTo>
                  <a:pt x="704850" y="933450"/>
                </a:lnTo>
                <a:lnTo>
                  <a:pt x="676275" y="933450"/>
                </a:lnTo>
                <a:close/>
                <a:moveTo>
                  <a:pt x="876300" y="904875"/>
                </a:moveTo>
                <a:lnTo>
                  <a:pt x="885825" y="904875"/>
                </a:lnTo>
                <a:lnTo>
                  <a:pt x="885825" y="923925"/>
                </a:lnTo>
                <a:lnTo>
                  <a:pt x="876300" y="923925"/>
                </a:lnTo>
                <a:close/>
                <a:moveTo>
                  <a:pt x="1066800" y="904875"/>
                </a:moveTo>
                <a:lnTo>
                  <a:pt x="1095375" y="904875"/>
                </a:lnTo>
                <a:lnTo>
                  <a:pt x="1095375" y="923925"/>
                </a:lnTo>
                <a:lnTo>
                  <a:pt x="1076325" y="923925"/>
                </a:lnTo>
                <a:lnTo>
                  <a:pt x="1076325" y="933450"/>
                </a:lnTo>
                <a:lnTo>
                  <a:pt x="1066800" y="933450"/>
                </a:lnTo>
                <a:close/>
                <a:moveTo>
                  <a:pt x="1171575" y="904875"/>
                </a:moveTo>
                <a:lnTo>
                  <a:pt x="1181100" y="904875"/>
                </a:lnTo>
                <a:lnTo>
                  <a:pt x="1181100" y="923925"/>
                </a:lnTo>
                <a:lnTo>
                  <a:pt x="1171575" y="923925"/>
                </a:lnTo>
                <a:close/>
                <a:moveTo>
                  <a:pt x="1190625" y="904875"/>
                </a:moveTo>
                <a:lnTo>
                  <a:pt x="1200150" y="904875"/>
                </a:lnTo>
                <a:lnTo>
                  <a:pt x="1200150" y="923925"/>
                </a:lnTo>
                <a:lnTo>
                  <a:pt x="1190625" y="923925"/>
                </a:lnTo>
                <a:close/>
                <a:moveTo>
                  <a:pt x="1419225" y="904875"/>
                </a:moveTo>
                <a:lnTo>
                  <a:pt x="1428750" y="904875"/>
                </a:lnTo>
                <a:lnTo>
                  <a:pt x="1428750" y="914400"/>
                </a:lnTo>
                <a:lnTo>
                  <a:pt x="1447800" y="914400"/>
                </a:lnTo>
                <a:lnTo>
                  <a:pt x="1447800" y="923925"/>
                </a:lnTo>
                <a:lnTo>
                  <a:pt x="1438275" y="923925"/>
                </a:lnTo>
                <a:lnTo>
                  <a:pt x="1438275" y="933450"/>
                </a:lnTo>
                <a:lnTo>
                  <a:pt x="1419225" y="933450"/>
                </a:lnTo>
                <a:lnTo>
                  <a:pt x="1419225" y="923925"/>
                </a:lnTo>
                <a:lnTo>
                  <a:pt x="1409700" y="923925"/>
                </a:lnTo>
                <a:lnTo>
                  <a:pt x="1409700" y="914400"/>
                </a:lnTo>
                <a:lnTo>
                  <a:pt x="1419225" y="914400"/>
                </a:lnTo>
                <a:close/>
                <a:moveTo>
                  <a:pt x="1495425" y="904875"/>
                </a:moveTo>
                <a:lnTo>
                  <a:pt x="1504950" y="904875"/>
                </a:lnTo>
                <a:lnTo>
                  <a:pt x="1504950" y="933450"/>
                </a:lnTo>
                <a:lnTo>
                  <a:pt x="1495425" y="933450"/>
                </a:lnTo>
                <a:close/>
                <a:moveTo>
                  <a:pt x="447675" y="914400"/>
                </a:moveTo>
                <a:lnTo>
                  <a:pt x="504825" y="914400"/>
                </a:lnTo>
                <a:lnTo>
                  <a:pt x="504825" y="923925"/>
                </a:lnTo>
                <a:lnTo>
                  <a:pt x="485775" y="923925"/>
                </a:lnTo>
                <a:lnTo>
                  <a:pt x="485775" y="933450"/>
                </a:lnTo>
                <a:lnTo>
                  <a:pt x="476250" y="933450"/>
                </a:lnTo>
                <a:lnTo>
                  <a:pt x="476250" y="923925"/>
                </a:lnTo>
                <a:lnTo>
                  <a:pt x="447675" y="923925"/>
                </a:lnTo>
                <a:close/>
                <a:moveTo>
                  <a:pt x="514350" y="914400"/>
                </a:moveTo>
                <a:lnTo>
                  <a:pt x="523875" y="914400"/>
                </a:lnTo>
                <a:lnTo>
                  <a:pt x="523875" y="923925"/>
                </a:lnTo>
                <a:lnTo>
                  <a:pt x="514350" y="923925"/>
                </a:lnTo>
                <a:close/>
                <a:moveTo>
                  <a:pt x="895350" y="914400"/>
                </a:moveTo>
                <a:lnTo>
                  <a:pt x="933450" y="914400"/>
                </a:lnTo>
                <a:lnTo>
                  <a:pt x="933450" y="923925"/>
                </a:lnTo>
                <a:lnTo>
                  <a:pt x="895350" y="923925"/>
                </a:lnTo>
                <a:close/>
                <a:moveTo>
                  <a:pt x="942975" y="914400"/>
                </a:moveTo>
                <a:lnTo>
                  <a:pt x="952500" y="914400"/>
                </a:lnTo>
                <a:lnTo>
                  <a:pt x="952500" y="923925"/>
                </a:lnTo>
                <a:lnTo>
                  <a:pt x="942975" y="923925"/>
                </a:lnTo>
                <a:close/>
                <a:moveTo>
                  <a:pt x="990600" y="914400"/>
                </a:moveTo>
                <a:lnTo>
                  <a:pt x="1009650" y="914400"/>
                </a:lnTo>
                <a:lnTo>
                  <a:pt x="1009650" y="933450"/>
                </a:lnTo>
                <a:lnTo>
                  <a:pt x="990600" y="933450"/>
                </a:lnTo>
                <a:close/>
                <a:moveTo>
                  <a:pt x="1047750" y="914400"/>
                </a:moveTo>
                <a:lnTo>
                  <a:pt x="1057275" y="914400"/>
                </a:lnTo>
                <a:lnTo>
                  <a:pt x="1057275" y="923925"/>
                </a:lnTo>
                <a:lnTo>
                  <a:pt x="1047750" y="923925"/>
                </a:lnTo>
                <a:close/>
                <a:moveTo>
                  <a:pt x="1104900" y="914400"/>
                </a:moveTo>
                <a:lnTo>
                  <a:pt x="1114425" y="914400"/>
                </a:lnTo>
                <a:lnTo>
                  <a:pt x="1114425" y="923925"/>
                </a:lnTo>
                <a:lnTo>
                  <a:pt x="1104900" y="923925"/>
                </a:lnTo>
                <a:close/>
                <a:moveTo>
                  <a:pt x="1143000" y="914400"/>
                </a:moveTo>
                <a:lnTo>
                  <a:pt x="1162050" y="914400"/>
                </a:lnTo>
                <a:lnTo>
                  <a:pt x="1162050" y="923925"/>
                </a:lnTo>
                <a:lnTo>
                  <a:pt x="1152525" y="923925"/>
                </a:lnTo>
                <a:lnTo>
                  <a:pt x="1152525" y="933450"/>
                </a:lnTo>
                <a:lnTo>
                  <a:pt x="1143000" y="933450"/>
                </a:lnTo>
                <a:close/>
                <a:moveTo>
                  <a:pt x="1247775" y="914400"/>
                </a:moveTo>
                <a:lnTo>
                  <a:pt x="1257300" y="914400"/>
                </a:lnTo>
                <a:lnTo>
                  <a:pt x="1257300" y="923925"/>
                </a:lnTo>
                <a:lnTo>
                  <a:pt x="1247775" y="923925"/>
                </a:lnTo>
                <a:close/>
                <a:moveTo>
                  <a:pt x="1304925" y="914400"/>
                </a:moveTo>
                <a:lnTo>
                  <a:pt x="1323975" y="914400"/>
                </a:lnTo>
                <a:lnTo>
                  <a:pt x="1323975" y="923925"/>
                </a:lnTo>
                <a:lnTo>
                  <a:pt x="1314450" y="923925"/>
                </a:lnTo>
                <a:lnTo>
                  <a:pt x="1314450" y="933450"/>
                </a:lnTo>
                <a:lnTo>
                  <a:pt x="1304925" y="933450"/>
                </a:lnTo>
                <a:close/>
                <a:moveTo>
                  <a:pt x="1476375" y="914400"/>
                </a:moveTo>
                <a:lnTo>
                  <a:pt x="1485900" y="914400"/>
                </a:lnTo>
                <a:lnTo>
                  <a:pt x="1485900" y="923925"/>
                </a:lnTo>
                <a:lnTo>
                  <a:pt x="1476375" y="923925"/>
                </a:lnTo>
                <a:close/>
                <a:moveTo>
                  <a:pt x="1104900" y="933450"/>
                </a:moveTo>
                <a:lnTo>
                  <a:pt x="1114425" y="933450"/>
                </a:lnTo>
                <a:lnTo>
                  <a:pt x="1114425" y="942975"/>
                </a:lnTo>
                <a:lnTo>
                  <a:pt x="1104900" y="942975"/>
                </a:lnTo>
                <a:close/>
                <a:moveTo>
                  <a:pt x="419100" y="1200150"/>
                </a:moveTo>
                <a:lnTo>
                  <a:pt x="447675" y="1200150"/>
                </a:lnTo>
                <a:lnTo>
                  <a:pt x="447675" y="1209675"/>
                </a:lnTo>
                <a:lnTo>
                  <a:pt x="438150" y="1209675"/>
                </a:lnTo>
                <a:lnTo>
                  <a:pt x="438150" y="1247775"/>
                </a:lnTo>
                <a:lnTo>
                  <a:pt x="428625" y="1247775"/>
                </a:lnTo>
                <a:lnTo>
                  <a:pt x="428625" y="1209675"/>
                </a:lnTo>
                <a:lnTo>
                  <a:pt x="419100" y="1209675"/>
                </a:lnTo>
                <a:close/>
                <a:moveTo>
                  <a:pt x="685800" y="1200150"/>
                </a:moveTo>
                <a:lnTo>
                  <a:pt x="714375" y="1200150"/>
                </a:lnTo>
                <a:lnTo>
                  <a:pt x="714375" y="1209675"/>
                </a:lnTo>
                <a:lnTo>
                  <a:pt x="723900" y="1209675"/>
                </a:lnTo>
                <a:lnTo>
                  <a:pt x="723900" y="1219200"/>
                </a:lnTo>
                <a:lnTo>
                  <a:pt x="733425" y="1219200"/>
                </a:lnTo>
                <a:lnTo>
                  <a:pt x="733425" y="1209675"/>
                </a:lnTo>
                <a:lnTo>
                  <a:pt x="742950" y="1209675"/>
                </a:lnTo>
                <a:lnTo>
                  <a:pt x="742950" y="1219200"/>
                </a:lnTo>
                <a:lnTo>
                  <a:pt x="771525" y="1219200"/>
                </a:lnTo>
                <a:lnTo>
                  <a:pt x="771525" y="1209675"/>
                </a:lnTo>
                <a:lnTo>
                  <a:pt x="781050" y="1209675"/>
                </a:lnTo>
                <a:lnTo>
                  <a:pt x="781050" y="1219200"/>
                </a:lnTo>
                <a:lnTo>
                  <a:pt x="800100" y="1219200"/>
                </a:lnTo>
                <a:lnTo>
                  <a:pt x="800100" y="1209675"/>
                </a:lnTo>
                <a:lnTo>
                  <a:pt x="819150" y="1209675"/>
                </a:lnTo>
                <a:lnTo>
                  <a:pt x="819150" y="1219200"/>
                </a:lnTo>
                <a:lnTo>
                  <a:pt x="800100" y="1219200"/>
                </a:lnTo>
                <a:lnTo>
                  <a:pt x="800100" y="1247775"/>
                </a:lnTo>
                <a:lnTo>
                  <a:pt x="790575" y="1247775"/>
                </a:lnTo>
                <a:lnTo>
                  <a:pt x="790575" y="1238250"/>
                </a:lnTo>
                <a:lnTo>
                  <a:pt x="771525" y="1238250"/>
                </a:lnTo>
                <a:lnTo>
                  <a:pt x="771525" y="1247775"/>
                </a:lnTo>
                <a:lnTo>
                  <a:pt x="762000" y="1247775"/>
                </a:lnTo>
                <a:lnTo>
                  <a:pt x="762000" y="1228725"/>
                </a:lnTo>
                <a:lnTo>
                  <a:pt x="752475" y="1228725"/>
                </a:lnTo>
                <a:lnTo>
                  <a:pt x="752475" y="1247775"/>
                </a:lnTo>
                <a:lnTo>
                  <a:pt x="762000" y="1247775"/>
                </a:lnTo>
                <a:lnTo>
                  <a:pt x="762000" y="1257300"/>
                </a:lnTo>
                <a:lnTo>
                  <a:pt x="695325" y="1257300"/>
                </a:lnTo>
                <a:lnTo>
                  <a:pt x="695325" y="1266825"/>
                </a:lnTo>
                <a:lnTo>
                  <a:pt x="676275" y="1266825"/>
                </a:lnTo>
                <a:lnTo>
                  <a:pt x="676275" y="1247775"/>
                </a:lnTo>
                <a:lnTo>
                  <a:pt x="647700" y="1247775"/>
                </a:lnTo>
                <a:lnTo>
                  <a:pt x="647700" y="1219200"/>
                </a:lnTo>
                <a:lnTo>
                  <a:pt x="638175" y="1219200"/>
                </a:lnTo>
                <a:lnTo>
                  <a:pt x="638175" y="1209675"/>
                </a:lnTo>
                <a:lnTo>
                  <a:pt x="647700" y="1209675"/>
                </a:lnTo>
                <a:lnTo>
                  <a:pt x="647700" y="1219200"/>
                </a:lnTo>
                <a:lnTo>
                  <a:pt x="676275" y="1219200"/>
                </a:lnTo>
                <a:lnTo>
                  <a:pt x="676275" y="1209675"/>
                </a:lnTo>
                <a:lnTo>
                  <a:pt x="685800" y="1209675"/>
                </a:lnTo>
                <a:close/>
                <a:moveTo>
                  <a:pt x="409575" y="1209675"/>
                </a:moveTo>
                <a:lnTo>
                  <a:pt x="419100" y="1209675"/>
                </a:lnTo>
                <a:lnTo>
                  <a:pt x="419100" y="1247775"/>
                </a:lnTo>
                <a:lnTo>
                  <a:pt x="409575" y="1247775"/>
                </a:lnTo>
                <a:close/>
                <a:moveTo>
                  <a:pt x="447675" y="1209675"/>
                </a:moveTo>
                <a:lnTo>
                  <a:pt x="466725" y="1209675"/>
                </a:lnTo>
                <a:lnTo>
                  <a:pt x="466725" y="1219200"/>
                </a:lnTo>
                <a:lnTo>
                  <a:pt x="504825" y="1219200"/>
                </a:lnTo>
                <a:lnTo>
                  <a:pt x="504825" y="1209675"/>
                </a:lnTo>
                <a:lnTo>
                  <a:pt x="514350" y="1209675"/>
                </a:lnTo>
                <a:lnTo>
                  <a:pt x="514350" y="1219200"/>
                </a:lnTo>
                <a:lnTo>
                  <a:pt x="523875" y="1219200"/>
                </a:lnTo>
                <a:lnTo>
                  <a:pt x="523875" y="1209675"/>
                </a:lnTo>
                <a:lnTo>
                  <a:pt x="533400" y="1209675"/>
                </a:lnTo>
                <a:lnTo>
                  <a:pt x="533400" y="1219200"/>
                </a:lnTo>
                <a:lnTo>
                  <a:pt x="571500" y="1219200"/>
                </a:lnTo>
                <a:lnTo>
                  <a:pt x="571500" y="1209675"/>
                </a:lnTo>
                <a:lnTo>
                  <a:pt x="581025" y="1209675"/>
                </a:lnTo>
                <a:lnTo>
                  <a:pt x="581025" y="1219200"/>
                </a:lnTo>
                <a:lnTo>
                  <a:pt x="590550" y="1219200"/>
                </a:lnTo>
                <a:lnTo>
                  <a:pt x="590550" y="1209675"/>
                </a:lnTo>
                <a:lnTo>
                  <a:pt x="600075" y="1209675"/>
                </a:lnTo>
                <a:lnTo>
                  <a:pt x="600075" y="1219200"/>
                </a:lnTo>
                <a:lnTo>
                  <a:pt x="590550" y="1219200"/>
                </a:lnTo>
                <a:lnTo>
                  <a:pt x="590550" y="1238250"/>
                </a:lnTo>
                <a:lnTo>
                  <a:pt x="581025" y="1238250"/>
                </a:lnTo>
                <a:lnTo>
                  <a:pt x="581025" y="1247775"/>
                </a:lnTo>
                <a:lnTo>
                  <a:pt x="514350" y="1247775"/>
                </a:lnTo>
                <a:lnTo>
                  <a:pt x="514350" y="1257300"/>
                </a:lnTo>
                <a:lnTo>
                  <a:pt x="504825" y="1257300"/>
                </a:lnTo>
                <a:lnTo>
                  <a:pt x="504825" y="1247775"/>
                </a:lnTo>
                <a:lnTo>
                  <a:pt x="457200" y="1247775"/>
                </a:lnTo>
                <a:lnTo>
                  <a:pt x="457200" y="1238250"/>
                </a:lnTo>
                <a:lnTo>
                  <a:pt x="447675" y="1238250"/>
                </a:lnTo>
                <a:close/>
                <a:moveTo>
                  <a:pt x="847725" y="1209675"/>
                </a:moveTo>
                <a:lnTo>
                  <a:pt x="857250" y="1209675"/>
                </a:lnTo>
                <a:lnTo>
                  <a:pt x="857250" y="1219200"/>
                </a:lnTo>
                <a:lnTo>
                  <a:pt x="866775" y="1219200"/>
                </a:lnTo>
                <a:lnTo>
                  <a:pt x="866775" y="1238250"/>
                </a:lnTo>
                <a:lnTo>
                  <a:pt x="876300" y="1238250"/>
                </a:lnTo>
                <a:lnTo>
                  <a:pt x="876300" y="1247775"/>
                </a:lnTo>
                <a:lnTo>
                  <a:pt x="866775" y="1247775"/>
                </a:lnTo>
                <a:lnTo>
                  <a:pt x="866775" y="1257300"/>
                </a:lnTo>
                <a:lnTo>
                  <a:pt x="847725" y="1257300"/>
                </a:lnTo>
                <a:lnTo>
                  <a:pt x="847725" y="1247775"/>
                </a:lnTo>
                <a:lnTo>
                  <a:pt x="819150" y="1247775"/>
                </a:lnTo>
                <a:lnTo>
                  <a:pt x="819150" y="1238250"/>
                </a:lnTo>
                <a:lnTo>
                  <a:pt x="809625" y="1238250"/>
                </a:lnTo>
                <a:lnTo>
                  <a:pt x="809625" y="1228725"/>
                </a:lnTo>
                <a:lnTo>
                  <a:pt x="819150" y="1228725"/>
                </a:lnTo>
                <a:lnTo>
                  <a:pt x="819150" y="1219200"/>
                </a:lnTo>
                <a:lnTo>
                  <a:pt x="847725" y="1219200"/>
                </a:lnTo>
                <a:close/>
                <a:moveTo>
                  <a:pt x="609600" y="1219200"/>
                </a:moveTo>
                <a:lnTo>
                  <a:pt x="628650" y="1219200"/>
                </a:lnTo>
                <a:lnTo>
                  <a:pt x="628650" y="1228725"/>
                </a:lnTo>
                <a:lnTo>
                  <a:pt x="609600" y="1228725"/>
                </a:lnTo>
                <a:close/>
                <a:moveTo>
                  <a:pt x="190500" y="1228725"/>
                </a:moveTo>
                <a:lnTo>
                  <a:pt x="200025" y="1228725"/>
                </a:lnTo>
                <a:lnTo>
                  <a:pt x="200025" y="1238250"/>
                </a:lnTo>
                <a:lnTo>
                  <a:pt x="190500" y="1238250"/>
                </a:lnTo>
                <a:close/>
                <a:moveTo>
                  <a:pt x="600075" y="1228725"/>
                </a:moveTo>
                <a:lnTo>
                  <a:pt x="609600" y="1228725"/>
                </a:lnTo>
                <a:lnTo>
                  <a:pt x="609600" y="1238250"/>
                </a:lnTo>
                <a:lnTo>
                  <a:pt x="600075" y="1238250"/>
                </a:lnTo>
                <a:close/>
                <a:moveTo>
                  <a:pt x="676275" y="1228725"/>
                </a:moveTo>
                <a:lnTo>
                  <a:pt x="695325" y="1228725"/>
                </a:lnTo>
                <a:lnTo>
                  <a:pt x="695325" y="1209675"/>
                </a:lnTo>
                <a:lnTo>
                  <a:pt x="685800" y="1209675"/>
                </a:lnTo>
                <a:lnTo>
                  <a:pt x="685800" y="1219200"/>
                </a:lnTo>
                <a:lnTo>
                  <a:pt x="676275" y="1219200"/>
                </a:lnTo>
                <a:close/>
                <a:moveTo>
                  <a:pt x="657225" y="1238250"/>
                </a:moveTo>
                <a:lnTo>
                  <a:pt x="666750" y="1238250"/>
                </a:lnTo>
                <a:lnTo>
                  <a:pt x="666750" y="1228725"/>
                </a:lnTo>
                <a:lnTo>
                  <a:pt x="657225" y="1228725"/>
                </a:lnTo>
                <a:close/>
                <a:moveTo>
                  <a:pt x="723900" y="1238250"/>
                </a:moveTo>
                <a:lnTo>
                  <a:pt x="742950" y="1238250"/>
                </a:lnTo>
                <a:lnTo>
                  <a:pt x="742950" y="1228725"/>
                </a:lnTo>
                <a:lnTo>
                  <a:pt x="723900" y="1228725"/>
                </a:lnTo>
                <a:close/>
                <a:moveTo>
                  <a:pt x="581025" y="1247775"/>
                </a:moveTo>
                <a:lnTo>
                  <a:pt x="600075" y="1247775"/>
                </a:lnTo>
                <a:lnTo>
                  <a:pt x="600075" y="1257300"/>
                </a:lnTo>
                <a:lnTo>
                  <a:pt x="581025" y="1257300"/>
                </a:lnTo>
                <a:close/>
                <a:moveTo>
                  <a:pt x="628650" y="1247775"/>
                </a:moveTo>
                <a:lnTo>
                  <a:pt x="647700" y="1247775"/>
                </a:lnTo>
                <a:lnTo>
                  <a:pt x="647700" y="1257300"/>
                </a:lnTo>
                <a:lnTo>
                  <a:pt x="628650" y="1257300"/>
                </a:lnTo>
                <a:close/>
                <a:moveTo>
                  <a:pt x="685800" y="1247775"/>
                </a:moveTo>
                <a:lnTo>
                  <a:pt x="695325" y="1247775"/>
                </a:lnTo>
                <a:lnTo>
                  <a:pt x="695325" y="1238250"/>
                </a:lnTo>
                <a:lnTo>
                  <a:pt x="685800" y="1238250"/>
                </a:lnTo>
                <a:close/>
                <a:moveTo>
                  <a:pt x="704850" y="1247775"/>
                </a:moveTo>
                <a:lnTo>
                  <a:pt x="714375" y="1247775"/>
                </a:lnTo>
                <a:lnTo>
                  <a:pt x="714375" y="1219200"/>
                </a:lnTo>
                <a:lnTo>
                  <a:pt x="704850" y="1219200"/>
                </a:lnTo>
                <a:close/>
                <a:moveTo>
                  <a:pt x="847725" y="1247775"/>
                </a:moveTo>
                <a:lnTo>
                  <a:pt x="857250" y="1247775"/>
                </a:lnTo>
                <a:lnTo>
                  <a:pt x="857250" y="1238250"/>
                </a:lnTo>
                <a:lnTo>
                  <a:pt x="847725" y="1238250"/>
                </a:lnTo>
                <a:close/>
                <a:moveTo>
                  <a:pt x="247650" y="1257300"/>
                </a:moveTo>
                <a:lnTo>
                  <a:pt x="257175" y="1257300"/>
                </a:lnTo>
                <a:lnTo>
                  <a:pt x="257175" y="1323975"/>
                </a:lnTo>
                <a:lnTo>
                  <a:pt x="266700" y="1323975"/>
                </a:lnTo>
                <a:lnTo>
                  <a:pt x="266700" y="1333500"/>
                </a:lnTo>
                <a:lnTo>
                  <a:pt x="257175" y="1333500"/>
                </a:lnTo>
                <a:lnTo>
                  <a:pt x="257175" y="1343025"/>
                </a:lnTo>
                <a:lnTo>
                  <a:pt x="238125" y="1343025"/>
                </a:lnTo>
                <a:lnTo>
                  <a:pt x="238125" y="1333500"/>
                </a:lnTo>
                <a:lnTo>
                  <a:pt x="228600" y="1333500"/>
                </a:lnTo>
                <a:lnTo>
                  <a:pt x="228600" y="1323975"/>
                </a:lnTo>
                <a:lnTo>
                  <a:pt x="238125" y="1323975"/>
                </a:lnTo>
                <a:lnTo>
                  <a:pt x="238125" y="1276350"/>
                </a:lnTo>
                <a:lnTo>
                  <a:pt x="247650" y="1276350"/>
                </a:lnTo>
                <a:close/>
                <a:moveTo>
                  <a:pt x="276225" y="1276350"/>
                </a:moveTo>
                <a:lnTo>
                  <a:pt x="285750" y="1276350"/>
                </a:lnTo>
                <a:lnTo>
                  <a:pt x="285750" y="1285875"/>
                </a:lnTo>
                <a:lnTo>
                  <a:pt x="276225" y="1285875"/>
                </a:lnTo>
                <a:close/>
                <a:moveTo>
                  <a:pt x="190500" y="1323975"/>
                </a:moveTo>
                <a:lnTo>
                  <a:pt x="200025" y="1323975"/>
                </a:lnTo>
                <a:lnTo>
                  <a:pt x="200025" y="1333500"/>
                </a:lnTo>
                <a:lnTo>
                  <a:pt x="190500" y="1333500"/>
                </a:lnTo>
                <a:close/>
                <a:moveTo>
                  <a:pt x="276225" y="1323975"/>
                </a:moveTo>
                <a:lnTo>
                  <a:pt x="285750" y="1323975"/>
                </a:lnTo>
                <a:lnTo>
                  <a:pt x="285750" y="1333500"/>
                </a:lnTo>
                <a:lnTo>
                  <a:pt x="276225" y="1333500"/>
                </a:lnTo>
                <a:close/>
                <a:moveTo>
                  <a:pt x="466725" y="1343025"/>
                </a:moveTo>
                <a:lnTo>
                  <a:pt x="476250" y="1343025"/>
                </a:lnTo>
                <a:lnTo>
                  <a:pt x="476250" y="1371600"/>
                </a:lnTo>
                <a:lnTo>
                  <a:pt x="447675" y="1371600"/>
                </a:lnTo>
                <a:lnTo>
                  <a:pt x="447675" y="1352550"/>
                </a:lnTo>
                <a:lnTo>
                  <a:pt x="466725" y="1352550"/>
                </a:lnTo>
                <a:close/>
                <a:moveTo>
                  <a:pt x="866775" y="1343025"/>
                </a:moveTo>
                <a:lnTo>
                  <a:pt x="885825" y="1343025"/>
                </a:lnTo>
                <a:lnTo>
                  <a:pt x="885825" y="1352550"/>
                </a:lnTo>
                <a:lnTo>
                  <a:pt x="895350" y="1352550"/>
                </a:lnTo>
                <a:lnTo>
                  <a:pt x="895350" y="1371600"/>
                </a:lnTo>
                <a:lnTo>
                  <a:pt x="857250" y="1371600"/>
                </a:lnTo>
                <a:lnTo>
                  <a:pt x="857250" y="1352550"/>
                </a:lnTo>
                <a:lnTo>
                  <a:pt x="866775" y="1352550"/>
                </a:lnTo>
                <a:close/>
                <a:moveTo>
                  <a:pt x="1000125" y="1343025"/>
                </a:moveTo>
                <a:lnTo>
                  <a:pt x="1009650" y="1343025"/>
                </a:lnTo>
                <a:lnTo>
                  <a:pt x="1009650" y="1371600"/>
                </a:lnTo>
                <a:lnTo>
                  <a:pt x="1000125" y="1371600"/>
                </a:lnTo>
                <a:lnTo>
                  <a:pt x="1000125" y="1362075"/>
                </a:lnTo>
                <a:lnTo>
                  <a:pt x="971550" y="1362075"/>
                </a:lnTo>
                <a:lnTo>
                  <a:pt x="971550" y="1371600"/>
                </a:lnTo>
                <a:lnTo>
                  <a:pt x="962025" y="1371600"/>
                </a:lnTo>
                <a:lnTo>
                  <a:pt x="962025" y="1352550"/>
                </a:lnTo>
                <a:lnTo>
                  <a:pt x="1000125" y="1352550"/>
                </a:lnTo>
                <a:close/>
                <a:moveTo>
                  <a:pt x="1085850" y="1343025"/>
                </a:moveTo>
                <a:lnTo>
                  <a:pt x="1114425" y="1343025"/>
                </a:lnTo>
                <a:lnTo>
                  <a:pt x="1114425" y="1352550"/>
                </a:lnTo>
                <a:lnTo>
                  <a:pt x="1123950" y="1352550"/>
                </a:lnTo>
                <a:lnTo>
                  <a:pt x="1123950" y="1343025"/>
                </a:lnTo>
                <a:lnTo>
                  <a:pt x="1152525" y="1343025"/>
                </a:lnTo>
                <a:lnTo>
                  <a:pt x="1152525" y="1362075"/>
                </a:lnTo>
                <a:lnTo>
                  <a:pt x="1133475" y="1362075"/>
                </a:lnTo>
                <a:lnTo>
                  <a:pt x="1133475" y="1371600"/>
                </a:lnTo>
                <a:lnTo>
                  <a:pt x="1095375" y="1371600"/>
                </a:lnTo>
                <a:lnTo>
                  <a:pt x="1095375" y="1381125"/>
                </a:lnTo>
                <a:lnTo>
                  <a:pt x="1085850" y="1381125"/>
                </a:lnTo>
                <a:close/>
                <a:moveTo>
                  <a:pt x="1219200" y="1343025"/>
                </a:moveTo>
                <a:lnTo>
                  <a:pt x="1247775" y="1343025"/>
                </a:lnTo>
                <a:lnTo>
                  <a:pt x="1247775" y="1352550"/>
                </a:lnTo>
                <a:lnTo>
                  <a:pt x="1295400" y="1352550"/>
                </a:lnTo>
                <a:lnTo>
                  <a:pt x="1295400" y="1362075"/>
                </a:lnTo>
                <a:lnTo>
                  <a:pt x="1285875" y="1362075"/>
                </a:lnTo>
                <a:lnTo>
                  <a:pt x="1285875" y="1381125"/>
                </a:lnTo>
                <a:lnTo>
                  <a:pt x="1266825" y="1381125"/>
                </a:lnTo>
                <a:lnTo>
                  <a:pt x="1266825" y="1390650"/>
                </a:lnTo>
                <a:lnTo>
                  <a:pt x="1257300" y="1390650"/>
                </a:lnTo>
                <a:lnTo>
                  <a:pt x="1257300" y="1362075"/>
                </a:lnTo>
                <a:lnTo>
                  <a:pt x="1247775" y="1362075"/>
                </a:lnTo>
                <a:lnTo>
                  <a:pt x="1247775" y="1371600"/>
                </a:lnTo>
                <a:lnTo>
                  <a:pt x="1209675" y="1371600"/>
                </a:lnTo>
                <a:lnTo>
                  <a:pt x="1209675" y="1362075"/>
                </a:lnTo>
                <a:lnTo>
                  <a:pt x="1200150" y="1362075"/>
                </a:lnTo>
                <a:lnTo>
                  <a:pt x="1200150" y="1352550"/>
                </a:lnTo>
                <a:lnTo>
                  <a:pt x="1219200" y="1352550"/>
                </a:lnTo>
                <a:close/>
                <a:moveTo>
                  <a:pt x="495300" y="1352550"/>
                </a:moveTo>
                <a:lnTo>
                  <a:pt x="504825" y="1352550"/>
                </a:lnTo>
                <a:lnTo>
                  <a:pt x="504825" y="1371600"/>
                </a:lnTo>
                <a:lnTo>
                  <a:pt x="495300" y="1371600"/>
                </a:lnTo>
                <a:close/>
                <a:moveTo>
                  <a:pt x="514350" y="1352550"/>
                </a:moveTo>
                <a:lnTo>
                  <a:pt x="523875" y="1352550"/>
                </a:lnTo>
                <a:lnTo>
                  <a:pt x="523875" y="1371600"/>
                </a:lnTo>
                <a:lnTo>
                  <a:pt x="514350" y="1371600"/>
                </a:lnTo>
                <a:close/>
                <a:moveTo>
                  <a:pt x="533400" y="1352550"/>
                </a:moveTo>
                <a:lnTo>
                  <a:pt x="542925" y="1352550"/>
                </a:lnTo>
                <a:lnTo>
                  <a:pt x="542925" y="1371600"/>
                </a:lnTo>
                <a:lnTo>
                  <a:pt x="533400" y="1371600"/>
                </a:lnTo>
                <a:close/>
                <a:moveTo>
                  <a:pt x="552450" y="1352550"/>
                </a:moveTo>
                <a:lnTo>
                  <a:pt x="561975" y="1352550"/>
                </a:lnTo>
                <a:lnTo>
                  <a:pt x="561975" y="1371600"/>
                </a:lnTo>
                <a:lnTo>
                  <a:pt x="552450" y="1371600"/>
                </a:lnTo>
                <a:close/>
                <a:moveTo>
                  <a:pt x="581025" y="1352550"/>
                </a:moveTo>
                <a:lnTo>
                  <a:pt x="600075" y="1352550"/>
                </a:lnTo>
                <a:lnTo>
                  <a:pt x="600075" y="1362075"/>
                </a:lnTo>
                <a:lnTo>
                  <a:pt x="590550" y="1362075"/>
                </a:lnTo>
                <a:lnTo>
                  <a:pt x="590550" y="1371600"/>
                </a:lnTo>
                <a:lnTo>
                  <a:pt x="581025" y="1371600"/>
                </a:lnTo>
                <a:close/>
                <a:moveTo>
                  <a:pt x="714375" y="1352550"/>
                </a:moveTo>
                <a:lnTo>
                  <a:pt x="742950" y="1352550"/>
                </a:lnTo>
                <a:lnTo>
                  <a:pt x="742950" y="1362075"/>
                </a:lnTo>
                <a:lnTo>
                  <a:pt x="723900" y="1362075"/>
                </a:lnTo>
                <a:lnTo>
                  <a:pt x="723900" y="1381125"/>
                </a:lnTo>
                <a:lnTo>
                  <a:pt x="714375" y="1381125"/>
                </a:lnTo>
                <a:close/>
                <a:moveTo>
                  <a:pt x="771525" y="1352550"/>
                </a:moveTo>
                <a:lnTo>
                  <a:pt x="781050" y="1352550"/>
                </a:lnTo>
                <a:lnTo>
                  <a:pt x="781050" y="1362075"/>
                </a:lnTo>
                <a:lnTo>
                  <a:pt x="771525" y="1362075"/>
                </a:lnTo>
                <a:close/>
                <a:moveTo>
                  <a:pt x="923925" y="1352550"/>
                </a:moveTo>
                <a:lnTo>
                  <a:pt x="942975" y="1352550"/>
                </a:lnTo>
                <a:lnTo>
                  <a:pt x="942975" y="1371600"/>
                </a:lnTo>
                <a:lnTo>
                  <a:pt x="923925" y="1371600"/>
                </a:lnTo>
                <a:close/>
                <a:moveTo>
                  <a:pt x="1038225" y="1352550"/>
                </a:moveTo>
                <a:lnTo>
                  <a:pt x="1047750" y="1352550"/>
                </a:lnTo>
                <a:lnTo>
                  <a:pt x="1047750" y="1371600"/>
                </a:lnTo>
                <a:lnTo>
                  <a:pt x="1038225" y="1371600"/>
                </a:lnTo>
                <a:close/>
                <a:moveTo>
                  <a:pt x="1362075" y="1352550"/>
                </a:moveTo>
                <a:lnTo>
                  <a:pt x="1371600" y="1352550"/>
                </a:lnTo>
                <a:lnTo>
                  <a:pt x="1371600" y="1371600"/>
                </a:lnTo>
                <a:lnTo>
                  <a:pt x="1362075" y="1371600"/>
                </a:lnTo>
                <a:close/>
                <a:moveTo>
                  <a:pt x="638175" y="1362075"/>
                </a:moveTo>
                <a:lnTo>
                  <a:pt x="647700" y="1362075"/>
                </a:lnTo>
                <a:lnTo>
                  <a:pt x="647700" y="1371600"/>
                </a:lnTo>
                <a:lnTo>
                  <a:pt x="638175" y="1371600"/>
                </a:lnTo>
                <a:close/>
                <a:moveTo>
                  <a:pt x="1914525" y="1600200"/>
                </a:moveTo>
                <a:lnTo>
                  <a:pt x="1924050" y="1600200"/>
                </a:lnTo>
                <a:lnTo>
                  <a:pt x="1924050" y="1628775"/>
                </a:lnTo>
                <a:lnTo>
                  <a:pt x="1933575" y="1628775"/>
                </a:lnTo>
                <a:lnTo>
                  <a:pt x="1933575" y="1619250"/>
                </a:lnTo>
                <a:lnTo>
                  <a:pt x="1943100" y="1619250"/>
                </a:lnTo>
                <a:lnTo>
                  <a:pt x="1943100" y="1666875"/>
                </a:lnTo>
                <a:lnTo>
                  <a:pt x="1866900" y="1666875"/>
                </a:lnTo>
                <a:lnTo>
                  <a:pt x="1866900" y="1657350"/>
                </a:lnTo>
                <a:lnTo>
                  <a:pt x="1876425" y="1657350"/>
                </a:lnTo>
                <a:lnTo>
                  <a:pt x="1876425" y="1647825"/>
                </a:lnTo>
                <a:lnTo>
                  <a:pt x="1885950" y="1647825"/>
                </a:lnTo>
                <a:lnTo>
                  <a:pt x="1885950" y="1638300"/>
                </a:lnTo>
                <a:lnTo>
                  <a:pt x="1895475" y="1638300"/>
                </a:lnTo>
                <a:lnTo>
                  <a:pt x="1895475" y="1628775"/>
                </a:lnTo>
                <a:lnTo>
                  <a:pt x="1905000" y="1628775"/>
                </a:lnTo>
                <a:lnTo>
                  <a:pt x="1905000" y="1619250"/>
                </a:lnTo>
                <a:lnTo>
                  <a:pt x="1914525" y="1619250"/>
                </a:lnTo>
                <a:close/>
                <a:moveTo>
                  <a:pt x="419100" y="1628775"/>
                </a:moveTo>
                <a:lnTo>
                  <a:pt x="447675" y="1628775"/>
                </a:lnTo>
                <a:lnTo>
                  <a:pt x="447675" y="1647825"/>
                </a:lnTo>
                <a:lnTo>
                  <a:pt x="466725" y="1647825"/>
                </a:lnTo>
                <a:lnTo>
                  <a:pt x="466725" y="1657350"/>
                </a:lnTo>
                <a:lnTo>
                  <a:pt x="476250" y="1657350"/>
                </a:lnTo>
                <a:lnTo>
                  <a:pt x="476250" y="1666875"/>
                </a:lnTo>
                <a:lnTo>
                  <a:pt x="438150" y="1666875"/>
                </a:lnTo>
                <a:lnTo>
                  <a:pt x="438150" y="1647825"/>
                </a:lnTo>
                <a:lnTo>
                  <a:pt x="419100" y="1647825"/>
                </a:lnTo>
                <a:close/>
                <a:moveTo>
                  <a:pt x="742950" y="1638300"/>
                </a:moveTo>
                <a:lnTo>
                  <a:pt x="752475" y="1638300"/>
                </a:lnTo>
                <a:lnTo>
                  <a:pt x="752475" y="1647825"/>
                </a:lnTo>
                <a:lnTo>
                  <a:pt x="771525" y="1647825"/>
                </a:lnTo>
                <a:lnTo>
                  <a:pt x="771525" y="1666875"/>
                </a:lnTo>
                <a:lnTo>
                  <a:pt x="714375" y="1666875"/>
                </a:lnTo>
                <a:lnTo>
                  <a:pt x="714375" y="1657350"/>
                </a:lnTo>
                <a:lnTo>
                  <a:pt x="733425" y="1657350"/>
                </a:lnTo>
                <a:lnTo>
                  <a:pt x="733425" y="1647825"/>
                </a:lnTo>
                <a:lnTo>
                  <a:pt x="742950" y="1647825"/>
                </a:lnTo>
                <a:close/>
                <a:moveTo>
                  <a:pt x="495300" y="1647825"/>
                </a:moveTo>
                <a:lnTo>
                  <a:pt x="514350" y="1647825"/>
                </a:lnTo>
                <a:lnTo>
                  <a:pt x="514350" y="1657350"/>
                </a:lnTo>
                <a:lnTo>
                  <a:pt x="533400" y="1657350"/>
                </a:lnTo>
                <a:lnTo>
                  <a:pt x="533400" y="1647825"/>
                </a:lnTo>
                <a:lnTo>
                  <a:pt x="571500" y="1647825"/>
                </a:lnTo>
                <a:lnTo>
                  <a:pt x="571500" y="1657350"/>
                </a:lnTo>
                <a:lnTo>
                  <a:pt x="590550" y="1657350"/>
                </a:lnTo>
                <a:lnTo>
                  <a:pt x="590550" y="1647825"/>
                </a:lnTo>
                <a:lnTo>
                  <a:pt x="600075" y="1647825"/>
                </a:lnTo>
                <a:lnTo>
                  <a:pt x="600075" y="1657350"/>
                </a:lnTo>
                <a:lnTo>
                  <a:pt x="609600" y="1657350"/>
                </a:lnTo>
                <a:lnTo>
                  <a:pt x="609600" y="1666875"/>
                </a:lnTo>
                <a:lnTo>
                  <a:pt x="485775" y="1666875"/>
                </a:lnTo>
                <a:lnTo>
                  <a:pt x="485775" y="1657350"/>
                </a:lnTo>
                <a:lnTo>
                  <a:pt x="495300" y="1657350"/>
                </a:lnTo>
                <a:close/>
                <a:moveTo>
                  <a:pt x="638175" y="1647825"/>
                </a:moveTo>
                <a:lnTo>
                  <a:pt x="647700" y="1647825"/>
                </a:lnTo>
                <a:lnTo>
                  <a:pt x="647700" y="1657350"/>
                </a:lnTo>
                <a:lnTo>
                  <a:pt x="666750" y="1657350"/>
                </a:lnTo>
                <a:lnTo>
                  <a:pt x="666750" y="1647825"/>
                </a:lnTo>
                <a:lnTo>
                  <a:pt x="685800" y="1647825"/>
                </a:lnTo>
                <a:lnTo>
                  <a:pt x="685800" y="1657350"/>
                </a:lnTo>
                <a:lnTo>
                  <a:pt x="676275" y="1657350"/>
                </a:lnTo>
                <a:lnTo>
                  <a:pt x="676275" y="1666875"/>
                </a:lnTo>
                <a:lnTo>
                  <a:pt x="628650" y="1666875"/>
                </a:lnTo>
                <a:lnTo>
                  <a:pt x="628650" y="1657350"/>
                </a:lnTo>
                <a:lnTo>
                  <a:pt x="638175" y="1657350"/>
                </a:lnTo>
                <a:close/>
                <a:moveTo>
                  <a:pt x="781050" y="1647825"/>
                </a:moveTo>
                <a:lnTo>
                  <a:pt x="790575" y="1647825"/>
                </a:lnTo>
                <a:lnTo>
                  <a:pt x="790575" y="1657350"/>
                </a:lnTo>
                <a:lnTo>
                  <a:pt x="819150" y="1657350"/>
                </a:lnTo>
                <a:lnTo>
                  <a:pt x="819150" y="1647825"/>
                </a:lnTo>
                <a:lnTo>
                  <a:pt x="847725" y="1647825"/>
                </a:lnTo>
                <a:lnTo>
                  <a:pt x="847725" y="1657350"/>
                </a:lnTo>
                <a:lnTo>
                  <a:pt x="866775" y="1657350"/>
                </a:lnTo>
                <a:lnTo>
                  <a:pt x="866775" y="1647825"/>
                </a:lnTo>
                <a:lnTo>
                  <a:pt x="895350" y="1647825"/>
                </a:lnTo>
                <a:lnTo>
                  <a:pt x="895350" y="1657350"/>
                </a:lnTo>
                <a:lnTo>
                  <a:pt x="914400" y="1657350"/>
                </a:lnTo>
                <a:lnTo>
                  <a:pt x="914400" y="1647825"/>
                </a:lnTo>
                <a:lnTo>
                  <a:pt x="923925" y="1647825"/>
                </a:lnTo>
                <a:lnTo>
                  <a:pt x="923925" y="1657350"/>
                </a:lnTo>
                <a:lnTo>
                  <a:pt x="933450" y="1657350"/>
                </a:lnTo>
                <a:lnTo>
                  <a:pt x="933450" y="1666875"/>
                </a:lnTo>
                <a:lnTo>
                  <a:pt x="885825" y="1666875"/>
                </a:lnTo>
                <a:lnTo>
                  <a:pt x="885825" y="1657350"/>
                </a:lnTo>
                <a:lnTo>
                  <a:pt x="876300" y="1657350"/>
                </a:lnTo>
                <a:lnTo>
                  <a:pt x="876300" y="1666875"/>
                </a:lnTo>
                <a:lnTo>
                  <a:pt x="781050" y="1666875"/>
                </a:lnTo>
                <a:close/>
                <a:moveTo>
                  <a:pt x="685800" y="1657350"/>
                </a:moveTo>
                <a:lnTo>
                  <a:pt x="704850" y="1657350"/>
                </a:lnTo>
                <a:lnTo>
                  <a:pt x="704850" y="1666875"/>
                </a:lnTo>
                <a:lnTo>
                  <a:pt x="685800" y="1666875"/>
                </a:lnTo>
                <a:close/>
              </a:path>
            </a:pathLst>
          </a:custGeom>
          <a:solidFill xmlns:a="http://schemas.openxmlformats.org/drawingml/2006/main">
            <a:srgbClr val="B3AC9F"/>
          </a:solidFill>
          <a:ln xmlns:a="http://schemas.openxmlformats.org/drawingml/2006/main" w="0">
            <a:noFill/>
          </a:ln>
        </p:spPr>
      </p:sp>
      <p:sp>
        <p:nvSpPr>
          <p:cNvPr id="126" name="appearance vector #3e4f42">
            <a:extLst xmlns:a="http://schemas.openxmlformats.org/drawingml/2006/main">
              <a:ext uri="{FF2B5EF4-FFF2-40B4-BE49-F238E27FC236}">
                <a16:creationId xmlns:a16="http://schemas.microsoft.com/office/drawing/2014/main" id="{B310E331-F73A-4C82-90E8-229E687C53A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343400" y="5114925"/>
            <a:ext cx="1943100" cy="1666875"/>
          </a:xfrm>
          <a:custGeom xmlns:a="http://schemas.openxmlformats.org/drawingml/2006/main">
            <a:pathLst>
              <a:path w="1943100" h="1666875">
                <a:moveTo>
                  <a:pt x="1866900" y="0"/>
                </a:moveTo>
                <a:lnTo>
                  <a:pt x="1895475" y="0"/>
                </a:lnTo>
                <a:lnTo>
                  <a:pt x="1895475" y="9525"/>
                </a:lnTo>
                <a:lnTo>
                  <a:pt x="1905000" y="9525"/>
                </a:lnTo>
                <a:lnTo>
                  <a:pt x="1905000" y="19050"/>
                </a:lnTo>
                <a:lnTo>
                  <a:pt x="1914525" y="19050"/>
                </a:lnTo>
                <a:lnTo>
                  <a:pt x="1914525" y="28575"/>
                </a:lnTo>
                <a:lnTo>
                  <a:pt x="1924050" y="28575"/>
                </a:lnTo>
                <a:lnTo>
                  <a:pt x="1924050" y="38100"/>
                </a:lnTo>
                <a:lnTo>
                  <a:pt x="1933575" y="38100"/>
                </a:lnTo>
                <a:lnTo>
                  <a:pt x="1933575" y="47625"/>
                </a:lnTo>
                <a:lnTo>
                  <a:pt x="1943100" y="47625"/>
                </a:lnTo>
                <a:lnTo>
                  <a:pt x="1943100" y="76200"/>
                </a:lnTo>
                <a:lnTo>
                  <a:pt x="1933575" y="76200"/>
                </a:lnTo>
                <a:lnTo>
                  <a:pt x="1933575" y="66675"/>
                </a:lnTo>
                <a:lnTo>
                  <a:pt x="1924050" y="66675"/>
                </a:lnTo>
                <a:lnTo>
                  <a:pt x="1924050" y="57150"/>
                </a:lnTo>
                <a:lnTo>
                  <a:pt x="1914525" y="57150"/>
                </a:lnTo>
                <a:lnTo>
                  <a:pt x="1914525" y="47625"/>
                </a:lnTo>
                <a:lnTo>
                  <a:pt x="1905000" y="47625"/>
                </a:lnTo>
                <a:lnTo>
                  <a:pt x="1905000" y="38100"/>
                </a:lnTo>
                <a:lnTo>
                  <a:pt x="1895475" y="38100"/>
                </a:lnTo>
                <a:lnTo>
                  <a:pt x="1895475" y="28575"/>
                </a:lnTo>
                <a:lnTo>
                  <a:pt x="1885950" y="28575"/>
                </a:lnTo>
                <a:lnTo>
                  <a:pt x="1885950" y="19050"/>
                </a:lnTo>
                <a:lnTo>
                  <a:pt x="1876425" y="19050"/>
                </a:lnTo>
                <a:lnTo>
                  <a:pt x="1876425" y="9525"/>
                </a:lnTo>
                <a:lnTo>
                  <a:pt x="1866900" y="9525"/>
                </a:lnTo>
                <a:close/>
                <a:moveTo>
                  <a:pt x="142875" y="190500"/>
                </a:moveTo>
                <a:lnTo>
                  <a:pt x="152400" y="190500"/>
                </a:lnTo>
                <a:lnTo>
                  <a:pt x="152400" y="209550"/>
                </a:lnTo>
                <a:lnTo>
                  <a:pt x="142875" y="209550"/>
                </a:lnTo>
                <a:close/>
                <a:moveTo>
                  <a:pt x="285750" y="200025"/>
                </a:moveTo>
                <a:lnTo>
                  <a:pt x="295275" y="200025"/>
                </a:lnTo>
                <a:lnTo>
                  <a:pt x="295275" y="209550"/>
                </a:lnTo>
                <a:lnTo>
                  <a:pt x="285750" y="209550"/>
                </a:lnTo>
                <a:close/>
                <a:moveTo>
                  <a:pt x="304800" y="200025"/>
                </a:moveTo>
                <a:lnTo>
                  <a:pt x="314325" y="200025"/>
                </a:lnTo>
                <a:lnTo>
                  <a:pt x="314325" y="209550"/>
                </a:lnTo>
                <a:lnTo>
                  <a:pt x="304800" y="209550"/>
                </a:lnTo>
                <a:close/>
                <a:moveTo>
                  <a:pt x="342900" y="200025"/>
                </a:moveTo>
                <a:lnTo>
                  <a:pt x="352425" y="200025"/>
                </a:lnTo>
                <a:lnTo>
                  <a:pt x="352425" y="209550"/>
                </a:lnTo>
                <a:lnTo>
                  <a:pt x="342900" y="209550"/>
                </a:lnTo>
                <a:close/>
                <a:moveTo>
                  <a:pt x="180975" y="304800"/>
                </a:moveTo>
                <a:lnTo>
                  <a:pt x="704850" y="304800"/>
                </a:lnTo>
                <a:lnTo>
                  <a:pt x="704850" y="314325"/>
                </a:lnTo>
                <a:lnTo>
                  <a:pt x="714375" y="314325"/>
                </a:lnTo>
                <a:lnTo>
                  <a:pt x="714375" y="333375"/>
                </a:lnTo>
                <a:lnTo>
                  <a:pt x="723900" y="333375"/>
                </a:lnTo>
                <a:lnTo>
                  <a:pt x="723900" y="476250"/>
                </a:lnTo>
                <a:lnTo>
                  <a:pt x="714375" y="476250"/>
                </a:lnTo>
                <a:lnTo>
                  <a:pt x="714375" y="485775"/>
                </a:lnTo>
                <a:lnTo>
                  <a:pt x="704850" y="485775"/>
                </a:lnTo>
                <a:lnTo>
                  <a:pt x="704850" y="495300"/>
                </a:lnTo>
                <a:lnTo>
                  <a:pt x="695325" y="495300"/>
                </a:lnTo>
                <a:lnTo>
                  <a:pt x="695325" y="504825"/>
                </a:lnTo>
                <a:lnTo>
                  <a:pt x="180975" y="504825"/>
                </a:lnTo>
                <a:lnTo>
                  <a:pt x="180975" y="495300"/>
                </a:lnTo>
                <a:lnTo>
                  <a:pt x="228600" y="495300"/>
                </a:lnTo>
                <a:lnTo>
                  <a:pt x="228600" y="485775"/>
                </a:lnTo>
                <a:lnTo>
                  <a:pt x="238125" y="485775"/>
                </a:lnTo>
                <a:lnTo>
                  <a:pt x="238125" y="476250"/>
                </a:lnTo>
                <a:lnTo>
                  <a:pt x="219075" y="476250"/>
                </a:lnTo>
                <a:lnTo>
                  <a:pt x="219075" y="466725"/>
                </a:lnTo>
                <a:lnTo>
                  <a:pt x="209550" y="466725"/>
                </a:lnTo>
                <a:lnTo>
                  <a:pt x="209550" y="457200"/>
                </a:lnTo>
                <a:lnTo>
                  <a:pt x="200025" y="457200"/>
                </a:lnTo>
                <a:lnTo>
                  <a:pt x="200025" y="447675"/>
                </a:lnTo>
                <a:lnTo>
                  <a:pt x="171450" y="447675"/>
                </a:lnTo>
                <a:lnTo>
                  <a:pt x="171450" y="457200"/>
                </a:lnTo>
                <a:lnTo>
                  <a:pt x="161925" y="457200"/>
                </a:lnTo>
                <a:lnTo>
                  <a:pt x="161925" y="476250"/>
                </a:lnTo>
                <a:lnTo>
                  <a:pt x="152400" y="476250"/>
                </a:lnTo>
                <a:lnTo>
                  <a:pt x="152400" y="323850"/>
                </a:lnTo>
                <a:lnTo>
                  <a:pt x="161925" y="323850"/>
                </a:lnTo>
                <a:lnTo>
                  <a:pt x="161925" y="314325"/>
                </a:lnTo>
                <a:lnTo>
                  <a:pt x="180975" y="314325"/>
                </a:lnTo>
                <a:close/>
                <a:moveTo>
                  <a:pt x="457200" y="333375"/>
                </a:moveTo>
                <a:lnTo>
                  <a:pt x="533400" y="333375"/>
                </a:lnTo>
                <a:lnTo>
                  <a:pt x="533400" y="314325"/>
                </a:lnTo>
                <a:lnTo>
                  <a:pt x="495300" y="314325"/>
                </a:lnTo>
                <a:lnTo>
                  <a:pt x="495300" y="323850"/>
                </a:lnTo>
                <a:lnTo>
                  <a:pt x="457200" y="323850"/>
                </a:lnTo>
                <a:close/>
                <a:moveTo>
                  <a:pt x="190500" y="342900"/>
                </a:moveTo>
                <a:lnTo>
                  <a:pt x="200025" y="342900"/>
                </a:lnTo>
                <a:lnTo>
                  <a:pt x="200025" y="323850"/>
                </a:lnTo>
                <a:lnTo>
                  <a:pt x="171450" y="323850"/>
                </a:lnTo>
                <a:lnTo>
                  <a:pt x="171450" y="352425"/>
                </a:lnTo>
                <a:lnTo>
                  <a:pt x="190500" y="352425"/>
                </a:lnTo>
                <a:close/>
                <a:moveTo>
                  <a:pt x="419100" y="381000"/>
                </a:moveTo>
                <a:lnTo>
                  <a:pt x="438150" y="381000"/>
                </a:lnTo>
                <a:lnTo>
                  <a:pt x="438150" y="371475"/>
                </a:lnTo>
                <a:lnTo>
                  <a:pt x="400050" y="371475"/>
                </a:lnTo>
                <a:lnTo>
                  <a:pt x="400050" y="361950"/>
                </a:lnTo>
                <a:lnTo>
                  <a:pt x="390525" y="361950"/>
                </a:lnTo>
                <a:lnTo>
                  <a:pt x="390525" y="371475"/>
                </a:lnTo>
                <a:lnTo>
                  <a:pt x="381000" y="371475"/>
                </a:lnTo>
                <a:lnTo>
                  <a:pt x="381000" y="400050"/>
                </a:lnTo>
                <a:lnTo>
                  <a:pt x="400050" y="400050"/>
                </a:lnTo>
                <a:lnTo>
                  <a:pt x="400050" y="419100"/>
                </a:lnTo>
                <a:lnTo>
                  <a:pt x="409575" y="419100"/>
                </a:lnTo>
                <a:lnTo>
                  <a:pt x="409575" y="390525"/>
                </a:lnTo>
                <a:lnTo>
                  <a:pt x="419100" y="390525"/>
                </a:lnTo>
                <a:close/>
                <a:moveTo>
                  <a:pt x="457200" y="419100"/>
                </a:moveTo>
                <a:lnTo>
                  <a:pt x="476250" y="419100"/>
                </a:lnTo>
                <a:lnTo>
                  <a:pt x="476250" y="428625"/>
                </a:lnTo>
                <a:lnTo>
                  <a:pt x="504825" y="428625"/>
                </a:lnTo>
                <a:lnTo>
                  <a:pt x="504825" y="419100"/>
                </a:lnTo>
                <a:lnTo>
                  <a:pt x="514350" y="419100"/>
                </a:lnTo>
                <a:lnTo>
                  <a:pt x="514350" y="400050"/>
                </a:lnTo>
                <a:lnTo>
                  <a:pt x="457200" y="400050"/>
                </a:lnTo>
                <a:close/>
                <a:moveTo>
                  <a:pt x="542925" y="419100"/>
                </a:moveTo>
                <a:lnTo>
                  <a:pt x="552450" y="419100"/>
                </a:lnTo>
                <a:lnTo>
                  <a:pt x="552450" y="409575"/>
                </a:lnTo>
                <a:lnTo>
                  <a:pt x="542925" y="409575"/>
                </a:lnTo>
                <a:close/>
                <a:moveTo>
                  <a:pt x="285750" y="428625"/>
                </a:moveTo>
                <a:lnTo>
                  <a:pt x="295275" y="428625"/>
                </a:lnTo>
                <a:lnTo>
                  <a:pt x="295275" y="438150"/>
                </a:lnTo>
                <a:lnTo>
                  <a:pt x="304800" y="438150"/>
                </a:lnTo>
                <a:lnTo>
                  <a:pt x="304800" y="428625"/>
                </a:lnTo>
                <a:lnTo>
                  <a:pt x="323850" y="428625"/>
                </a:lnTo>
                <a:lnTo>
                  <a:pt x="323850" y="409575"/>
                </a:lnTo>
                <a:lnTo>
                  <a:pt x="314325" y="409575"/>
                </a:lnTo>
                <a:lnTo>
                  <a:pt x="314325" y="400050"/>
                </a:lnTo>
                <a:lnTo>
                  <a:pt x="295275" y="400050"/>
                </a:lnTo>
                <a:lnTo>
                  <a:pt x="295275" y="409575"/>
                </a:lnTo>
                <a:lnTo>
                  <a:pt x="285750" y="409575"/>
                </a:lnTo>
                <a:close/>
                <a:moveTo>
                  <a:pt x="485775" y="781050"/>
                </a:moveTo>
                <a:lnTo>
                  <a:pt x="495300" y="781050"/>
                </a:lnTo>
                <a:lnTo>
                  <a:pt x="495300" y="800100"/>
                </a:lnTo>
                <a:lnTo>
                  <a:pt x="504825" y="800100"/>
                </a:lnTo>
                <a:lnTo>
                  <a:pt x="504825" y="790575"/>
                </a:lnTo>
                <a:lnTo>
                  <a:pt x="514350" y="790575"/>
                </a:lnTo>
                <a:lnTo>
                  <a:pt x="514350" y="819150"/>
                </a:lnTo>
                <a:lnTo>
                  <a:pt x="504825" y="819150"/>
                </a:lnTo>
                <a:lnTo>
                  <a:pt x="504825" y="809625"/>
                </a:lnTo>
                <a:lnTo>
                  <a:pt x="476250" y="809625"/>
                </a:lnTo>
                <a:lnTo>
                  <a:pt x="476250" y="800100"/>
                </a:lnTo>
                <a:lnTo>
                  <a:pt x="485775" y="800100"/>
                </a:lnTo>
                <a:close/>
                <a:moveTo>
                  <a:pt x="542925" y="781050"/>
                </a:moveTo>
                <a:lnTo>
                  <a:pt x="571500" y="781050"/>
                </a:lnTo>
                <a:lnTo>
                  <a:pt x="571500" y="809625"/>
                </a:lnTo>
                <a:lnTo>
                  <a:pt x="552450" y="809625"/>
                </a:lnTo>
                <a:lnTo>
                  <a:pt x="552450" y="819150"/>
                </a:lnTo>
                <a:lnTo>
                  <a:pt x="542925" y="819150"/>
                </a:lnTo>
                <a:lnTo>
                  <a:pt x="542925" y="809625"/>
                </a:lnTo>
                <a:lnTo>
                  <a:pt x="533400" y="809625"/>
                </a:lnTo>
                <a:lnTo>
                  <a:pt x="533400" y="819150"/>
                </a:lnTo>
                <a:lnTo>
                  <a:pt x="523875" y="819150"/>
                </a:lnTo>
                <a:lnTo>
                  <a:pt x="523875" y="790575"/>
                </a:lnTo>
                <a:lnTo>
                  <a:pt x="533400" y="790575"/>
                </a:lnTo>
                <a:lnTo>
                  <a:pt x="533400" y="800100"/>
                </a:lnTo>
                <a:lnTo>
                  <a:pt x="542925" y="800100"/>
                </a:lnTo>
                <a:close/>
                <a:moveTo>
                  <a:pt x="419100" y="1209675"/>
                </a:moveTo>
                <a:lnTo>
                  <a:pt x="428625" y="1209675"/>
                </a:lnTo>
                <a:lnTo>
                  <a:pt x="428625" y="1247775"/>
                </a:lnTo>
                <a:lnTo>
                  <a:pt x="419100" y="1247775"/>
                </a:lnTo>
                <a:close/>
                <a:moveTo>
                  <a:pt x="438150" y="1209675"/>
                </a:moveTo>
                <a:lnTo>
                  <a:pt x="447675" y="1209675"/>
                </a:lnTo>
                <a:lnTo>
                  <a:pt x="447675" y="1228725"/>
                </a:lnTo>
                <a:lnTo>
                  <a:pt x="438150" y="1228725"/>
                </a:lnTo>
                <a:close/>
                <a:moveTo>
                  <a:pt x="685800" y="1209675"/>
                </a:moveTo>
                <a:lnTo>
                  <a:pt x="695325" y="1209675"/>
                </a:lnTo>
                <a:lnTo>
                  <a:pt x="695325" y="1228725"/>
                </a:lnTo>
                <a:lnTo>
                  <a:pt x="676275" y="1228725"/>
                </a:lnTo>
                <a:lnTo>
                  <a:pt x="676275" y="1219200"/>
                </a:lnTo>
                <a:lnTo>
                  <a:pt x="685800" y="1219200"/>
                </a:lnTo>
                <a:close/>
                <a:moveTo>
                  <a:pt x="590550" y="1219200"/>
                </a:moveTo>
                <a:lnTo>
                  <a:pt x="609600" y="1219200"/>
                </a:lnTo>
                <a:lnTo>
                  <a:pt x="609600" y="1228725"/>
                </a:lnTo>
                <a:lnTo>
                  <a:pt x="600075" y="1228725"/>
                </a:lnTo>
                <a:lnTo>
                  <a:pt x="600075" y="1238250"/>
                </a:lnTo>
                <a:lnTo>
                  <a:pt x="609600" y="1238250"/>
                </a:lnTo>
                <a:lnTo>
                  <a:pt x="609600" y="1228725"/>
                </a:lnTo>
                <a:lnTo>
                  <a:pt x="628650" y="1228725"/>
                </a:lnTo>
                <a:lnTo>
                  <a:pt x="628650" y="1219200"/>
                </a:lnTo>
                <a:lnTo>
                  <a:pt x="647700" y="1219200"/>
                </a:lnTo>
                <a:lnTo>
                  <a:pt x="647700" y="1247775"/>
                </a:lnTo>
                <a:lnTo>
                  <a:pt x="581025" y="1247775"/>
                </a:lnTo>
                <a:lnTo>
                  <a:pt x="581025" y="1238250"/>
                </a:lnTo>
                <a:lnTo>
                  <a:pt x="590550" y="1238250"/>
                </a:lnTo>
                <a:close/>
                <a:moveTo>
                  <a:pt x="704850" y="1219200"/>
                </a:moveTo>
                <a:lnTo>
                  <a:pt x="714375" y="1219200"/>
                </a:lnTo>
                <a:lnTo>
                  <a:pt x="714375" y="1247775"/>
                </a:lnTo>
                <a:lnTo>
                  <a:pt x="704850" y="1247775"/>
                </a:lnTo>
                <a:close/>
                <a:moveTo>
                  <a:pt x="800100" y="1219200"/>
                </a:moveTo>
                <a:lnTo>
                  <a:pt x="819150" y="1219200"/>
                </a:lnTo>
                <a:lnTo>
                  <a:pt x="819150" y="1228725"/>
                </a:lnTo>
                <a:lnTo>
                  <a:pt x="809625" y="1228725"/>
                </a:lnTo>
                <a:lnTo>
                  <a:pt x="809625" y="1238250"/>
                </a:lnTo>
                <a:lnTo>
                  <a:pt x="819150" y="1238250"/>
                </a:lnTo>
                <a:lnTo>
                  <a:pt x="819150" y="1247775"/>
                </a:lnTo>
                <a:lnTo>
                  <a:pt x="800100" y="1247775"/>
                </a:lnTo>
                <a:close/>
                <a:moveTo>
                  <a:pt x="657225" y="1228725"/>
                </a:moveTo>
                <a:lnTo>
                  <a:pt x="666750" y="1228725"/>
                </a:lnTo>
                <a:lnTo>
                  <a:pt x="666750" y="1238250"/>
                </a:lnTo>
                <a:lnTo>
                  <a:pt x="657225" y="1238250"/>
                </a:lnTo>
                <a:close/>
                <a:moveTo>
                  <a:pt x="752475" y="1228725"/>
                </a:moveTo>
                <a:lnTo>
                  <a:pt x="762000" y="1228725"/>
                </a:lnTo>
                <a:lnTo>
                  <a:pt x="762000" y="1247775"/>
                </a:lnTo>
                <a:lnTo>
                  <a:pt x="752475" y="1247775"/>
                </a:lnTo>
                <a:close/>
                <a:moveTo>
                  <a:pt x="685800" y="1238250"/>
                </a:moveTo>
                <a:lnTo>
                  <a:pt x="695325" y="1238250"/>
                </a:lnTo>
                <a:lnTo>
                  <a:pt x="695325" y="1247775"/>
                </a:lnTo>
                <a:lnTo>
                  <a:pt x="685800" y="1247775"/>
                </a:lnTo>
                <a:close/>
                <a:moveTo>
                  <a:pt x="847725" y="1238250"/>
                </a:moveTo>
                <a:lnTo>
                  <a:pt x="857250" y="1238250"/>
                </a:lnTo>
                <a:lnTo>
                  <a:pt x="857250" y="1247775"/>
                </a:lnTo>
                <a:lnTo>
                  <a:pt x="847725" y="1247775"/>
                </a:lnTo>
                <a:close/>
                <a:moveTo>
                  <a:pt x="19050" y="1352550"/>
                </a:moveTo>
                <a:lnTo>
                  <a:pt x="28575" y="1352550"/>
                </a:lnTo>
                <a:lnTo>
                  <a:pt x="28575" y="1466850"/>
                </a:lnTo>
                <a:lnTo>
                  <a:pt x="19050" y="1466850"/>
                </a:lnTo>
                <a:close/>
                <a:moveTo>
                  <a:pt x="1933575" y="1590675"/>
                </a:moveTo>
                <a:lnTo>
                  <a:pt x="1943100" y="1590675"/>
                </a:lnTo>
                <a:lnTo>
                  <a:pt x="1943100" y="1619250"/>
                </a:lnTo>
                <a:lnTo>
                  <a:pt x="1933575" y="1619250"/>
                </a:lnTo>
                <a:lnTo>
                  <a:pt x="1933575" y="1628775"/>
                </a:lnTo>
                <a:lnTo>
                  <a:pt x="1924050" y="1628775"/>
                </a:lnTo>
                <a:lnTo>
                  <a:pt x="1924050" y="1600200"/>
                </a:lnTo>
                <a:lnTo>
                  <a:pt x="1933575" y="1600200"/>
                </a:lnTo>
                <a:close/>
                <a:moveTo>
                  <a:pt x="419100" y="1647825"/>
                </a:moveTo>
                <a:lnTo>
                  <a:pt x="438150" y="1647825"/>
                </a:lnTo>
                <a:lnTo>
                  <a:pt x="438150" y="1657350"/>
                </a:lnTo>
                <a:lnTo>
                  <a:pt x="419100" y="1657350"/>
                </a:lnTo>
                <a:close/>
                <a:moveTo>
                  <a:pt x="676275" y="1657350"/>
                </a:moveTo>
                <a:lnTo>
                  <a:pt x="685800" y="1657350"/>
                </a:lnTo>
                <a:lnTo>
                  <a:pt x="685800" y="1666875"/>
                </a:lnTo>
                <a:lnTo>
                  <a:pt x="676275" y="1666875"/>
                </a:lnTo>
                <a:close/>
                <a:moveTo>
                  <a:pt x="876300" y="1657350"/>
                </a:moveTo>
                <a:lnTo>
                  <a:pt x="885825" y="1657350"/>
                </a:lnTo>
                <a:lnTo>
                  <a:pt x="885825" y="1666875"/>
                </a:lnTo>
                <a:lnTo>
                  <a:pt x="876300" y="1666875"/>
                </a:lnTo>
                <a:close/>
              </a:path>
            </a:pathLst>
          </a:custGeom>
          <a:solidFill xmlns:a="http://schemas.openxmlformats.org/drawingml/2006/main">
            <a:srgbClr val="3E4F42"/>
          </a:solidFill>
          <a:ln xmlns:a="http://schemas.openxmlformats.org/drawingml/2006/main" w="0">
            <a:noFill/>
          </a:ln>
        </p:spPr>
      </p:sp>
      <p:sp>
        <p:nvSpPr>
          <p:cNvPr id="127" name="appearance vector #1a241e">
            <a:extLst xmlns:a="http://schemas.openxmlformats.org/drawingml/2006/main">
              <a:ext uri="{FF2B5EF4-FFF2-40B4-BE49-F238E27FC236}">
                <a16:creationId xmlns:a16="http://schemas.microsoft.com/office/drawing/2014/main" id="{7B13E899-D2DA-49A3-A00E-474A19D3A70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343400" y="5114925"/>
            <a:ext cx="1943100" cy="1666875"/>
          </a:xfrm>
          <a:custGeom xmlns:a="http://schemas.openxmlformats.org/drawingml/2006/main">
            <a:pathLst>
              <a:path w="1943100" h="1666875">
                <a:moveTo>
                  <a:pt x="0" y="0"/>
                </a:moveTo>
                <a:lnTo>
                  <a:pt x="28575" y="0"/>
                </a:lnTo>
                <a:lnTo>
                  <a:pt x="28575" y="1352550"/>
                </a:lnTo>
                <a:lnTo>
                  <a:pt x="19050" y="1352550"/>
                </a:lnTo>
                <a:lnTo>
                  <a:pt x="19050" y="1466850"/>
                </a:lnTo>
                <a:lnTo>
                  <a:pt x="28575" y="1466850"/>
                </a:lnTo>
                <a:lnTo>
                  <a:pt x="28575" y="1666875"/>
                </a:lnTo>
                <a:lnTo>
                  <a:pt x="0" y="1666875"/>
                </a:lnTo>
                <a:close/>
                <a:moveTo>
                  <a:pt x="495300" y="314325"/>
                </a:moveTo>
                <a:lnTo>
                  <a:pt x="533400" y="314325"/>
                </a:lnTo>
                <a:lnTo>
                  <a:pt x="533400" y="333375"/>
                </a:lnTo>
                <a:lnTo>
                  <a:pt x="457200" y="333375"/>
                </a:lnTo>
                <a:lnTo>
                  <a:pt x="457200" y="323850"/>
                </a:lnTo>
                <a:lnTo>
                  <a:pt x="495300" y="323850"/>
                </a:lnTo>
                <a:close/>
                <a:moveTo>
                  <a:pt x="171450" y="323850"/>
                </a:moveTo>
                <a:lnTo>
                  <a:pt x="200025" y="323850"/>
                </a:lnTo>
                <a:lnTo>
                  <a:pt x="200025" y="342900"/>
                </a:lnTo>
                <a:lnTo>
                  <a:pt x="190500" y="342900"/>
                </a:lnTo>
                <a:lnTo>
                  <a:pt x="190500" y="352425"/>
                </a:lnTo>
                <a:lnTo>
                  <a:pt x="171450" y="352425"/>
                </a:lnTo>
                <a:close/>
                <a:moveTo>
                  <a:pt x="390525" y="361950"/>
                </a:moveTo>
                <a:lnTo>
                  <a:pt x="400050" y="361950"/>
                </a:lnTo>
                <a:lnTo>
                  <a:pt x="400050" y="371475"/>
                </a:lnTo>
                <a:lnTo>
                  <a:pt x="438150" y="371475"/>
                </a:lnTo>
                <a:lnTo>
                  <a:pt x="438150" y="381000"/>
                </a:lnTo>
                <a:lnTo>
                  <a:pt x="419100" y="381000"/>
                </a:lnTo>
                <a:lnTo>
                  <a:pt x="419100" y="390525"/>
                </a:lnTo>
                <a:lnTo>
                  <a:pt x="409575" y="390525"/>
                </a:lnTo>
                <a:lnTo>
                  <a:pt x="409575" y="419100"/>
                </a:lnTo>
                <a:lnTo>
                  <a:pt x="400050" y="419100"/>
                </a:lnTo>
                <a:lnTo>
                  <a:pt x="400050" y="400050"/>
                </a:lnTo>
                <a:lnTo>
                  <a:pt x="381000" y="400050"/>
                </a:lnTo>
                <a:lnTo>
                  <a:pt x="381000" y="371475"/>
                </a:lnTo>
                <a:lnTo>
                  <a:pt x="390525" y="371475"/>
                </a:lnTo>
                <a:close/>
                <a:moveTo>
                  <a:pt x="295275" y="400050"/>
                </a:moveTo>
                <a:lnTo>
                  <a:pt x="314325" y="400050"/>
                </a:lnTo>
                <a:lnTo>
                  <a:pt x="314325" y="409575"/>
                </a:lnTo>
                <a:lnTo>
                  <a:pt x="323850" y="409575"/>
                </a:lnTo>
                <a:lnTo>
                  <a:pt x="323850" y="428625"/>
                </a:lnTo>
                <a:lnTo>
                  <a:pt x="304800" y="428625"/>
                </a:lnTo>
                <a:lnTo>
                  <a:pt x="304800" y="438150"/>
                </a:lnTo>
                <a:lnTo>
                  <a:pt x="295275" y="438150"/>
                </a:lnTo>
                <a:lnTo>
                  <a:pt x="295275" y="428625"/>
                </a:lnTo>
                <a:lnTo>
                  <a:pt x="285750" y="428625"/>
                </a:lnTo>
                <a:lnTo>
                  <a:pt x="285750" y="409575"/>
                </a:lnTo>
                <a:lnTo>
                  <a:pt x="295275" y="409575"/>
                </a:lnTo>
                <a:close/>
                <a:moveTo>
                  <a:pt x="171450" y="447675"/>
                </a:moveTo>
                <a:lnTo>
                  <a:pt x="200025" y="447675"/>
                </a:lnTo>
                <a:lnTo>
                  <a:pt x="200025" y="457200"/>
                </a:lnTo>
                <a:lnTo>
                  <a:pt x="209550" y="457200"/>
                </a:lnTo>
                <a:lnTo>
                  <a:pt x="209550" y="466725"/>
                </a:lnTo>
                <a:lnTo>
                  <a:pt x="219075" y="466725"/>
                </a:lnTo>
                <a:lnTo>
                  <a:pt x="219075" y="476250"/>
                </a:lnTo>
                <a:lnTo>
                  <a:pt x="238125" y="476250"/>
                </a:lnTo>
                <a:lnTo>
                  <a:pt x="238125" y="485775"/>
                </a:lnTo>
                <a:lnTo>
                  <a:pt x="228600" y="485775"/>
                </a:lnTo>
                <a:lnTo>
                  <a:pt x="228600" y="495300"/>
                </a:lnTo>
                <a:lnTo>
                  <a:pt x="171450" y="495300"/>
                </a:lnTo>
                <a:lnTo>
                  <a:pt x="171450" y="485775"/>
                </a:lnTo>
                <a:lnTo>
                  <a:pt x="161925" y="485775"/>
                </a:lnTo>
                <a:lnTo>
                  <a:pt x="161925" y="457200"/>
                </a:lnTo>
                <a:lnTo>
                  <a:pt x="171450" y="457200"/>
                </a:lnTo>
                <a:close/>
              </a:path>
            </a:pathLst>
          </a:custGeom>
          <a:solidFill xmlns:a="http://schemas.openxmlformats.org/drawingml/2006/main">
            <a:srgbClr val="1A241E"/>
          </a:solidFill>
          <a:ln xmlns:a="http://schemas.openxmlformats.org/drawingml/2006/main" w="0">
            <a:noFill/>
          </a:ln>
        </p:spPr>
      </p:sp>
      <p:sp>
        <p:nvSpPr>
          <p:cNvPr id="128" name="">
            <a:extLst xmlns:a="http://schemas.openxmlformats.org/drawingml/2006/main">
              <a:ext uri="{FF2B5EF4-FFF2-40B4-BE49-F238E27FC236}">
                <a16:creationId xmlns:a16="http://schemas.microsoft.com/office/drawing/2014/main" id="{0612EE38-2BFA-46FC-97E5-9FA36DA6260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876300" y="5343525"/>
            <a:ext cx="3371850" cy="40957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/>
          <a:lstStyle xmlns:a="http://schemas.openxmlformats.org/drawingml/2006/main">
            <a:defPPr algn="l">
              <a:defRPr sz="2175" b="1">
                <a:solidFill>
                  <a:srgbClr val="111111"/>
                </a:solidFill>
                <a:latin typeface="Arial"/>
                <a:ea typeface="Arial"/>
                <a:cs typeface="Arial"/>
              </a:defRPr>
            </a:defPPr>
            <a:lvl1pPr algn="l">
              <a:defRPr sz="2175" b="1">
                <a:solidFill>
                  <a:srgbClr val="111111"/>
                </a:solidFill>
                <a:latin typeface="Arial"/>
                <a:ea typeface="Arial"/>
                <a:cs typeface="Arial"/>
              </a:defRPr>
            </a:lvl1pPr>
            <a:lvl2pPr algn="l">
              <a:defRPr sz="2175" b="1">
                <a:solidFill>
                  <a:srgbClr val="111111"/>
                </a:solidFill>
                <a:latin typeface="Arial"/>
                <a:ea typeface="Arial"/>
                <a:cs typeface="Arial"/>
              </a:defRPr>
            </a:lvl2pPr>
            <a:lvl3pPr algn="l">
              <a:defRPr sz="2175" b="1">
                <a:solidFill>
                  <a:srgbClr val="111111"/>
                </a:solidFill>
                <a:latin typeface="Arial"/>
                <a:ea typeface="Arial"/>
                <a:cs typeface="Arial"/>
              </a:defRPr>
            </a:lvl3pPr>
            <a:lvl4pPr algn="l">
              <a:defRPr sz="2175" b="1">
                <a:solidFill>
                  <a:srgbClr val="111111"/>
                </a:solidFill>
                <a:latin typeface="Arial"/>
                <a:ea typeface="Arial"/>
                <a:cs typeface="Arial"/>
              </a:defRPr>
            </a:lvl4pPr>
            <a:lvl5pPr algn="l">
              <a:defRPr sz="2175" b="1">
                <a:solidFill>
                  <a:srgbClr val="111111"/>
                </a:solidFill>
                <a:latin typeface="Arial"/>
                <a:ea typeface="Arial"/>
                <a:cs typeface="Arial"/>
              </a:defRPr>
            </a:lvl5pPr>
            <a:lvl6pPr algn="l">
              <a:defRPr sz="2175" b="1">
                <a:solidFill>
                  <a:srgbClr val="111111"/>
                </a:solidFill>
                <a:latin typeface="Arial"/>
                <a:ea typeface="Arial"/>
                <a:cs typeface="Arial"/>
              </a:defRPr>
            </a:lvl6pPr>
            <a:lvl7pPr algn="l">
              <a:defRPr sz="2175" b="1">
                <a:solidFill>
                  <a:srgbClr val="111111"/>
                </a:solidFill>
                <a:latin typeface="Arial"/>
                <a:ea typeface="Arial"/>
                <a:cs typeface="Arial"/>
              </a:defRPr>
            </a:lvl7pPr>
            <a:lvl8pPr algn="l">
              <a:defRPr sz="2175" b="1">
                <a:solidFill>
                  <a:srgbClr val="111111"/>
                </a:solidFill>
                <a:latin typeface="Arial"/>
                <a:ea typeface="Arial"/>
                <a:cs typeface="Arial"/>
              </a:defRPr>
            </a:lvl8pPr>
            <a:lvl9pPr algn="l">
              <a:defRPr sz="2175" b="1">
                <a:solidFill>
                  <a:srgbClr val="111111"/>
                </a:solidFill>
                <a:latin typeface="Arial"/>
                <a:ea typeface="Arial"/>
                <a:cs typeface="Arial"/>
              </a:defRPr>
            </a:lvl9pPr>
          </a:lstStyle>
          <a:p xmlns:a="http://schemas.openxmlformats.org/drawingml/2006/main">
            <a:pPr algn="l">
              <a:lnSpc>
                <a:spcPct val="105000"/>
              </a:lnSpc>
              <a:buNone/>
              <a:defRPr sz="2175" b="1">
                <a:solidFill>
                  <a:srgbClr val="111111"/>
                </a:solidFill>
                <a:latin typeface="Arial"/>
                <a:ea typeface="Arial"/>
                <a:cs typeface="Arial"/>
              </a:defRPr>
            </a:pPr>
            <a:r>
              <a:rPr sz="2175" b="1">
                <a:solidFill>
                  <a:srgbClr val="111111"/>
                </a:solidFill>
                <a:latin typeface="Arial"/>
                <a:ea typeface="Arial"/>
                <a:cs typeface="Arial"/>
              </a:rPr>
              <a:t>Accesibilidad y uso</a:t>
            </a:r>
          </a:p>
        </p:txBody>
      </p:sp>
      <p:sp>
        <p:nvSpPr>
          <p:cNvPr id="129" name="">
            <a:extLst xmlns:a="http://schemas.openxmlformats.org/drawingml/2006/main">
              <a:ext uri="{FF2B5EF4-FFF2-40B4-BE49-F238E27FC236}">
                <a16:creationId xmlns:a16="http://schemas.microsoft.com/office/drawing/2014/main" id="{38778C27-1CCF-4203-A671-6FAC7BDA423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876300" y="5791200"/>
            <a:ext cx="3381375" cy="89535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/>
          <a:lstStyle xmlns:a="http://schemas.openxmlformats.org/drawingml/2006/main">
            <a:defPPr algn="l">
              <a:defRPr sz="195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defPPr>
            <a:lvl1pPr algn="l">
              <a:defRPr sz="195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1pPr>
            <a:lvl2pPr algn="l">
              <a:defRPr sz="195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2pPr>
            <a:lvl3pPr algn="l">
              <a:defRPr sz="195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3pPr>
            <a:lvl4pPr algn="l">
              <a:defRPr sz="195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4pPr>
            <a:lvl5pPr algn="l">
              <a:defRPr sz="195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5pPr>
            <a:lvl6pPr algn="l">
              <a:defRPr sz="195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6pPr>
            <a:lvl7pPr algn="l">
              <a:defRPr sz="195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7pPr>
            <a:lvl8pPr algn="l">
              <a:defRPr sz="195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8pPr>
            <a:lvl9pPr algn="l">
              <a:defRPr sz="195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9pPr>
          </a:lstStyle>
          <a:p xmlns:a="http://schemas.openxmlformats.org/drawingml/2006/main">
            <a:pPr algn="l">
              <a:lnSpc>
                <a:spcPct val="105000"/>
              </a:lnSpc>
              <a:buNone/>
              <a:defRPr sz="195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pPr>
            <a:r>
              <a:rPr sz="1950" b="0">
                <a:solidFill>
                  <a:srgbClr val="111111"/>
                </a:solidFill>
                <a:latin typeface="Arial"/>
                <a:ea typeface="Arial"/>
                <a:cs typeface="Arial"/>
              </a:rPr>
              <a:t>Botones que guían · Pantallas</a:t>
            </a:r>
          </a:p>
          <a:p xmlns:a="http://schemas.openxmlformats.org/drawingml/2006/main">
            <a:pPr algn="l">
              <a:lnSpc>
                <a:spcPct val="105000"/>
              </a:lnSpc>
              <a:buNone/>
              <a:defRPr sz="195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pPr>
            <a:r>
              <a:rPr sz="1950" b="0">
                <a:solidFill>
                  <a:srgbClr val="111111"/>
                </a:solidFill>
                <a:latin typeface="Arial"/>
                <a:ea typeface="Arial"/>
                <a:cs typeface="Arial"/>
              </a:rPr>
              <a:t>consistentes · Tipografía clara ·</a:t>
            </a:r>
          </a:p>
          <a:p xmlns:a="http://schemas.openxmlformats.org/drawingml/2006/main">
            <a:pPr algn="l">
              <a:lnSpc>
                <a:spcPct val="105000"/>
              </a:lnSpc>
              <a:buNone/>
              <a:defRPr sz="195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pPr>
            <a:r>
              <a:rPr sz="1950" b="0">
                <a:solidFill>
                  <a:srgbClr val="111111"/>
                </a:solidFill>
                <a:latin typeface="Arial"/>
                <a:ea typeface="Arial"/>
                <a:cs typeface="Arial"/>
              </a:rPr>
              <a:t>Textos breves</a:t>
            </a:r>
          </a:p>
        </p:txBody>
      </p:sp>
      <p:sp>
        <p:nvSpPr>
          <p:cNvPr id="130" name="">
            <a:extLst xmlns:a="http://schemas.openxmlformats.org/drawingml/2006/main">
              <a:ext uri="{FF2B5EF4-FFF2-40B4-BE49-F238E27FC236}">
                <a16:creationId xmlns:a16="http://schemas.microsoft.com/office/drawing/2014/main" id="{6D074DDA-8205-42D0-A6CA-BDD8419A0EE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6943725" y="5219700"/>
            <a:ext cx="5753100" cy="1733550"/>
          </a:xfrm>
          <a:prstGeom xmlns:a="http://schemas.openxmlformats.org/drawingml/2006/main" prst="roundRect">
            <a:avLst>
              <a:gd name="adj" fmla="val 12088"/>
            </a:avLst>
          </a:prstGeom>
          <a:solidFill xmlns:a="http://schemas.openxmlformats.org/drawingml/2006/main">
            <a:srgbClr val="2C5E9B"/>
          </a:solidFill>
          <a:ln xmlns:a="http://schemas.openxmlformats.org/drawingml/2006/main" w="0">
            <a:noFill/>
          </a:ln>
        </p:spPr>
      </p:sp>
      <p:sp>
        <p:nvSpPr>
          <p:cNvPr id="131" name="">
            <a:extLst xmlns:a="http://schemas.openxmlformats.org/drawingml/2006/main">
              <a:ext uri="{FF2B5EF4-FFF2-40B4-BE49-F238E27FC236}">
                <a16:creationId xmlns:a16="http://schemas.microsoft.com/office/drawing/2014/main" id="{44B7C42E-E330-4C46-9FF6-4C3E4F9EE8A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6810375" y="5095875"/>
            <a:ext cx="5743575" cy="1704975"/>
          </a:xfrm>
          <a:prstGeom xmlns:a="http://schemas.openxmlformats.org/drawingml/2006/main" prst="roundRect">
            <a:avLst>
              <a:gd name="adj" fmla="val 12291"/>
            </a:avLst>
          </a:prstGeom>
          <a:solidFill xmlns:a="http://schemas.openxmlformats.org/drawingml/2006/main">
            <a:srgbClr val="F5F1E5"/>
          </a:solidFill>
          <a:ln xmlns:a="http://schemas.openxmlformats.org/drawingml/2006/main" w="23813">
            <a:solidFill>
              <a:srgbClr val="2C5E9B"/>
            </a:solidFill>
          </a:ln>
        </p:spPr>
      </p:sp>
      <p:sp>
        <p:nvSpPr>
          <p:cNvPr id="132" name="">
            <a:extLst xmlns:a="http://schemas.openxmlformats.org/drawingml/2006/main">
              <a:ext uri="{FF2B5EF4-FFF2-40B4-BE49-F238E27FC236}">
                <a16:creationId xmlns:a16="http://schemas.microsoft.com/office/drawing/2014/main" id="{0DE915B4-E396-488C-9D3B-593495E9235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7134225" y="5343525"/>
            <a:ext cx="5143500" cy="40957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/>
          <a:lstStyle xmlns:a="http://schemas.openxmlformats.org/drawingml/2006/main">
            <a:defPPr algn="l">
              <a:defRPr sz="2175" b="1">
                <a:solidFill>
                  <a:srgbClr val="111111"/>
                </a:solidFill>
                <a:latin typeface="Arial"/>
                <a:ea typeface="Arial"/>
                <a:cs typeface="Arial"/>
              </a:defRPr>
            </a:defPPr>
            <a:lvl1pPr algn="l">
              <a:defRPr sz="2175" b="1">
                <a:solidFill>
                  <a:srgbClr val="111111"/>
                </a:solidFill>
                <a:latin typeface="Arial"/>
                <a:ea typeface="Arial"/>
                <a:cs typeface="Arial"/>
              </a:defRPr>
            </a:lvl1pPr>
            <a:lvl2pPr algn="l">
              <a:defRPr sz="2175" b="1">
                <a:solidFill>
                  <a:srgbClr val="111111"/>
                </a:solidFill>
                <a:latin typeface="Arial"/>
                <a:ea typeface="Arial"/>
                <a:cs typeface="Arial"/>
              </a:defRPr>
            </a:lvl2pPr>
            <a:lvl3pPr algn="l">
              <a:defRPr sz="2175" b="1">
                <a:solidFill>
                  <a:srgbClr val="111111"/>
                </a:solidFill>
                <a:latin typeface="Arial"/>
                <a:ea typeface="Arial"/>
                <a:cs typeface="Arial"/>
              </a:defRPr>
            </a:lvl3pPr>
            <a:lvl4pPr algn="l">
              <a:defRPr sz="2175" b="1">
                <a:solidFill>
                  <a:srgbClr val="111111"/>
                </a:solidFill>
                <a:latin typeface="Arial"/>
                <a:ea typeface="Arial"/>
                <a:cs typeface="Arial"/>
              </a:defRPr>
            </a:lvl4pPr>
            <a:lvl5pPr algn="l">
              <a:defRPr sz="2175" b="1">
                <a:solidFill>
                  <a:srgbClr val="111111"/>
                </a:solidFill>
                <a:latin typeface="Arial"/>
                <a:ea typeface="Arial"/>
                <a:cs typeface="Arial"/>
              </a:defRPr>
            </a:lvl5pPr>
            <a:lvl6pPr algn="l">
              <a:defRPr sz="2175" b="1">
                <a:solidFill>
                  <a:srgbClr val="111111"/>
                </a:solidFill>
                <a:latin typeface="Arial"/>
                <a:ea typeface="Arial"/>
                <a:cs typeface="Arial"/>
              </a:defRPr>
            </a:lvl6pPr>
            <a:lvl7pPr algn="l">
              <a:defRPr sz="2175" b="1">
                <a:solidFill>
                  <a:srgbClr val="111111"/>
                </a:solidFill>
                <a:latin typeface="Arial"/>
                <a:ea typeface="Arial"/>
                <a:cs typeface="Arial"/>
              </a:defRPr>
            </a:lvl7pPr>
            <a:lvl8pPr algn="l">
              <a:defRPr sz="2175" b="1">
                <a:solidFill>
                  <a:srgbClr val="111111"/>
                </a:solidFill>
                <a:latin typeface="Arial"/>
                <a:ea typeface="Arial"/>
                <a:cs typeface="Arial"/>
              </a:defRPr>
            </a:lvl8pPr>
            <a:lvl9pPr algn="l">
              <a:defRPr sz="2175" b="1">
                <a:solidFill>
                  <a:srgbClr val="111111"/>
                </a:solidFill>
                <a:latin typeface="Arial"/>
                <a:ea typeface="Arial"/>
                <a:cs typeface="Arial"/>
              </a:defRPr>
            </a:lvl9pPr>
          </a:lstStyle>
          <a:p xmlns:a="http://schemas.openxmlformats.org/drawingml/2006/main">
            <a:pPr algn="l">
              <a:lnSpc>
                <a:spcPct val="105000"/>
              </a:lnSpc>
              <a:buNone/>
              <a:defRPr sz="2175" b="1">
                <a:solidFill>
                  <a:srgbClr val="111111"/>
                </a:solidFill>
                <a:latin typeface="Arial"/>
                <a:ea typeface="Arial"/>
                <a:cs typeface="Arial"/>
              </a:defRPr>
            </a:pPr>
            <a:r>
              <a:rPr sz="2175" b="1">
                <a:solidFill>
                  <a:srgbClr val="111111"/>
                </a:solidFill>
                <a:latin typeface="Arial"/>
                <a:ea typeface="Arial"/>
                <a:cs typeface="Arial"/>
              </a:rPr>
              <a:t>Ética e impacto social</a:t>
            </a:r>
          </a:p>
        </p:txBody>
      </p:sp>
      <p:sp>
        <p:nvSpPr>
          <p:cNvPr id="133" name="">
            <a:extLst xmlns:a="http://schemas.openxmlformats.org/drawingml/2006/main">
              <a:ext uri="{FF2B5EF4-FFF2-40B4-BE49-F238E27FC236}">
                <a16:creationId xmlns:a16="http://schemas.microsoft.com/office/drawing/2014/main" id="{D07E09D3-825C-4C5E-83E4-8D120A5A32B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7134225" y="5791200"/>
            <a:ext cx="5143500" cy="85725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/>
          <a:lstStyle xmlns:a="http://schemas.openxmlformats.org/drawingml/2006/main">
            <a:defPPr algn="l">
              <a:defRPr sz="195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defPPr>
            <a:lvl1pPr algn="l">
              <a:defRPr sz="195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1pPr>
            <a:lvl2pPr algn="l">
              <a:defRPr sz="195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2pPr>
            <a:lvl3pPr algn="l">
              <a:defRPr sz="195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3pPr>
            <a:lvl4pPr algn="l">
              <a:defRPr sz="195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4pPr>
            <a:lvl5pPr algn="l">
              <a:defRPr sz="195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5pPr>
            <a:lvl6pPr algn="l">
              <a:defRPr sz="195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6pPr>
            <a:lvl7pPr algn="l">
              <a:defRPr sz="195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7pPr>
            <a:lvl8pPr algn="l">
              <a:defRPr sz="195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8pPr>
            <a:lvl9pPr algn="l">
              <a:defRPr sz="195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9pPr>
          </a:lstStyle>
          <a:p xmlns:a="http://schemas.openxmlformats.org/drawingml/2006/main">
            <a:pPr algn="l">
              <a:lnSpc>
                <a:spcPct val="105000"/>
              </a:lnSpc>
              <a:buNone/>
              <a:defRPr sz="195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pPr>
            <a:r>
              <a:rPr sz="1950" b="0">
                <a:solidFill>
                  <a:srgbClr val="111111"/>
                </a:solidFill>
                <a:latin typeface="Arial"/>
                <a:ea typeface="Arial"/>
                <a:cs typeface="Arial"/>
              </a:rPr>
              <a:t>Herramientas para comercios de barrio ·</a:t>
            </a:r>
          </a:p>
          <a:p xmlns:a="http://schemas.openxmlformats.org/drawingml/2006/main">
            <a:pPr algn="l">
              <a:lnSpc>
                <a:spcPct val="105000"/>
              </a:lnSpc>
              <a:buNone/>
              <a:defRPr sz="195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pPr>
            <a:r>
              <a:rPr sz="1950" b="0">
                <a:solidFill>
                  <a:srgbClr val="111111"/>
                </a:solidFill>
                <a:latin typeface="Arial"/>
                <a:ea typeface="Arial"/>
                <a:cs typeface="Arial"/>
              </a:rPr>
              <a:t>Autonomía para decidir · Cuidado de los datos</a:t>
            </a:r>
          </a:p>
        </p:txBody>
      </p:sp>
    </p:spTree>
    <p:extLst>
      <p:ext uri="{BB962C8B-B14F-4D97-AF65-F5344CB8AC3E}">
        <p14:creationId xmlns:p14="http://schemas.microsoft.com/office/powerpoint/2010/main" val="1645216793"/>
      </p:ext>
    </p:extLst>
  </p:cSld>
</p:sld>
</file>

<file path=ppt/slides/slide7.xml><?xml version="1.0" encoding="utf-8"?>
<p:sld xmlns:p="http://schemas.openxmlformats.org/presentationml/2006/main">
  <p:cSld>
    <p:bg>
      <p:bgPr>
        <a:solidFill xmlns:a="http://schemas.openxmlformats.org/drawingml/2006/main">
          <a:srgbClr val="F5F1E5"/>
        </a:solidFill>
      </p:bgPr>
    </p:bg>
    <p:spTree>
      <p:nvGrpSpPr>
        <p:cNvPr id="1" name=""/>
        <p:cNvGrpSpPr/>
        <p:nvPr/>
      </p:nvGrpSpPr>
      <p:grpSpPr>
        <a:xfrm xmlns:a="http://schemas.openxmlformats.org/drawingml/2006/main"/>
      </p:grpSpPr>
      <p:sp>
        <p:nvSpPr>
          <p:cNvPr id="138" name="">
            <a:extLst xmlns:a="http://schemas.openxmlformats.org/drawingml/2006/main">
              <a:ext uri="{FF2B5EF4-FFF2-40B4-BE49-F238E27FC236}">
                <a16:creationId xmlns:a16="http://schemas.microsoft.com/office/drawing/2014/main" id="{3C06C55E-0B92-46E0-AB8F-80B7C6B26B9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2077700" y="7153275"/>
            <a:ext cx="990600" cy="17145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/>
          <a:lstStyle xmlns:a="http://schemas.openxmlformats.org/drawingml/2006/main">
            <a:defPPr algn="l">
              <a:defRPr sz="750" b="1">
                <a:solidFill>
                  <a:srgbClr val="111111"/>
                </a:solidFill>
                <a:latin typeface="Arial"/>
                <a:ea typeface="Arial"/>
                <a:cs typeface="Arial"/>
              </a:defRPr>
            </a:defPPr>
            <a:lvl1pPr algn="l">
              <a:defRPr sz="750" b="1">
                <a:solidFill>
                  <a:srgbClr val="111111"/>
                </a:solidFill>
                <a:latin typeface="Arial"/>
                <a:ea typeface="Arial"/>
                <a:cs typeface="Arial"/>
              </a:defRPr>
            </a:lvl1pPr>
            <a:lvl2pPr algn="l">
              <a:defRPr sz="750" b="1">
                <a:solidFill>
                  <a:srgbClr val="111111"/>
                </a:solidFill>
                <a:latin typeface="Arial"/>
                <a:ea typeface="Arial"/>
                <a:cs typeface="Arial"/>
              </a:defRPr>
            </a:lvl2pPr>
            <a:lvl3pPr algn="l">
              <a:defRPr sz="750" b="1">
                <a:solidFill>
                  <a:srgbClr val="111111"/>
                </a:solidFill>
                <a:latin typeface="Arial"/>
                <a:ea typeface="Arial"/>
                <a:cs typeface="Arial"/>
              </a:defRPr>
            </a:lvl3pPr>
            <a:lvl4pPr algn="l">
              <a:defRPr sz="750" b="1">
                <a:solidFill>
                  <a:srgbClr val="111111"/>
                </a:solidFill>
                <a:latin typeface="Arial"/>
                <a:ea typeface="Arial"/>
                <a:cs typeface="Arial"/>
              </a:defRPr>
            </a:lvl4pPr>
            <a:lvl5pPr algn="l">
              <a:defRPr sz="750" b="1">
                <a:solidFill>
                  <a:srgbClr val="111111"/>
                </a:solidFill>
                <a:latin typeface="Arial"/>
                <a:ea typeface="Arial"/>
                <a:cs typeface="Arial"/>
              </a:defRPr>
            </a:lvl5pPr>
            <a:lvl6pPr algn="l">
              <a:defRPr sz="750" b="1">
                <a:solidFill>
                  <a:srgbClr val="111111"/>
                </a:solidFill>
                <a:latin typeface="Arial"/>
                <a:ea typeface="Arial"/>
                <a:cs typeface="Arial"/>
              </a:defRPr>
            </a:lvl6pPr>
            <a:lvl7pPr algn="l">
              <a:defRPr sz="750" b="1">
                <a:solidFill>
                  <a:srgbClr val="111111"/>
                </a:solidFill>
                <a:latin typeface="Arial"/>
                <a:ea typeface="Arial"/>
                <a:cs typeface="Arial"/>
              </a:defRPr>
            </a:lvl7pPr>
            <a:lvl8pPr algn="l">
              <a:defRPr sz="750" b="1">
                <a:solidFill>
                  <a:srgbClr val="111111"/>
                </a:solidFill>
                <a:latin typeface="Arial"/>
                <a:ea typeface="Arial"/>
                <a:cs typeface="Arial"/>
              </a:defRPr>
            </a:lvl8pPr>
            <a:lvl9pPr algn="l">
              <a:defRPr sz="750" b="1">
                <a:solidFill>
                  <a:srgbClr val="111111"/>
                </a:solidFill>
                <a:latin typeface="Arial"/>
                <a:ea typeface="Arial"/>
                <a:cs typeface="Arial"/>
              </a:defRPr>
            </a:lvl9pPr>
          </a:lstStyle>
          <a:p xmlns:a="http://schemas.openxmlformats.org/drawingml/2006/main">
            <a:pPr algn="l">
              <a:lnSpc>
                <a:spcPct val="105000"/>
              </a:lnSpc>
              <a:buNone/>
              <a:defRPr sz="750" b="1">
                <a:solidFill>
                  <a:srgbClr val="111111"/>
                </a:solidFill>
                <a:latin typeface="Arial"/>
                <a:ea typeface="Arial"/>
                <a:cs typeface="Arial"/>
              </a:defRPr>
            </a:pPr>
            <a:r>
              <a:rPr sz="750" b="1">
                <a:solidFill>
                  <a:srgbClr val="111111"/>
                </a:solidFill>
                <a:latin typeface="Arial"/>
                <a:ea typeface="Arial"/>
                <a:cs typeface="Arial"/>
              </a:rPr>
              <a:t>◉ Gemini Notebook</a:t>
            </a:r>
          </a:p>
        </p:txBody>
      </p:sp>
      <p:sp>
        <p:nvSpPr>
          <p:cNvPr id="2" name="">
            <a:extLst xmlns:a="http://schemas.openxmlformats.org/drawingml/2006/main">
              <a:ext uri="{FF2B5EF4-FFF2-40B4-BE49-F238E27FC236}">
                <a16:creationId xmlns:a16="http://schemas.microsoft.com/office/drawing/2014/main" id="{2834B484-28F8-48C1-B055-88669473BCF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0" y="0"/>
            <a:ext cx="13106400" cy="7372350"/>
          </a:xfrm>
          <a:custGeom xmlns:a="http://schemas.openxmlformats.org/drawingml/2006/main">
            <a:pathLst>
              <a:path w="13106400" h="7372350">
                <a:moveTo>
                  <a:pt x="8743950" y="0"/>
                </a:moveTo>
                <a:cubicBezTo>
                  <a:pt x="8686800" y="1266825"/>
                  <a:pt x="10048875" y="2724150"/>
                  <a:pt x="13106400" y="2543175"/>
                </a:cubicBezTo>
                <a:lnTo>
                  <a:pt x="13106400" y="0"/>
                </a:lnTo>
                <a:close/>
              </a:path>
            </a:pathLst>
          </a:custGeom>
          <a:solidFill xmlns:a="http://schemas.openxmlformats.org/drawingml/2006/main">
            <a:srgbClr val="B76340"/>
          </a:solidFill>
          <a:ln xmlns:a="http://schemas.openxmlformats.org/drawingml/2006/main" w="0">
            <a:noFill/>
          </a:ln>
        </p:spPr>
      </p:sp>
      <p:sp>
        <p:nvSpPr>
          <p:cNvPr id="3" name="">
            <a:extLst xmlns:a="http://schemas.openxmlformats.org/drawingml/2006/main">
              <a:ext uri="{FF2B5EF4-FFF2-40B4-BE49-F238E27FC236}">
                <a16:creationId xmlns:a16="http://schemas.microsoft.com/office/drawing/2014/main" id="{0D2E0AD6-0AC2-4013-B649-D630EEF9356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0" y="0"/>
            <a:ext cx="13106400" cy="7372350"/>
          </a:xfrm>
          <a:custGeom xmlns:a="http://schemas.openxmlformats.org/drawingml/2006/main">
            <a:pathLst>
              <a:path w="13106400" h="7372350">
                <a:moveTo>
                  <a:pt x="8743950" y="0"/>
                </a:moveTo>
                <a:cubicBezTo>
                  <a:pt x="8686800" y="1038225"/>
                  <a:pt x="10001250" y="2352675"/>
                  <a:pt x="13106400" y="2162175"/>
                </a:cubicBezTo>
                <a:lnTo>
                  <a:pt x="13106400" y="0"/>
                </a:lnTo>
                <a:close/>
              </a:path>
            </a:pathLst>
          </a:custGeom>
          <a:solidFill xmlns:a="http://schemas.openxmlformats.org/drawingml/2006/main">
            <a:srgbClr val="2C5E9B"/>
          </a:solidFill>
          <a:ln xmlns:a="http://schemas.openxmlformats.org/drawingml/2006/main" w="0">
            <a:noFill/>
          </a:ln>
        </p:spPr>
      </p:sp>
      <p:sp>
        <p:nvSpPr>
          <p:cNvPr id="4" name="">
            <a:extLst xmlns:a="http://schemas.openxmlformats.org/drawingml/2006/main">
              <a:ext uri="{FF2B5EF4-FFF2-40B4-BE49-F238E27FC236}">
                <a16:creationId xmlns:a16="http://schemas.microsoft.com/office/drawing/2014/main" id="{87120684-F352-45BC-BE15-587607E2933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0" y="0"/>
            <a:ext cx="13106400" cy="7372350"/>
          </a:xfrm>
          <a:custGeom xmlns:a="http://schemas.openxmlformats.org/drawingml/2006/main">
            <a:pathLst>
              <a:path w="13106400" h="7372350">
                <a:moveTo>
                  <a:pt x="0" y="4857750"/>
                </a:moveTo>
                <a:cubicBezTo>
                  <a:pt x="1752600" y="4667250"/>
                  <a:pt x="3390900" y="5334000"/>
                  <a:pt x="4143375" y="7372350"/>
                </a:cubicBezTo>
                <a:lnTo>
                  <a:pt x="0" y="7372350"/>
                </a:lnTo>
                <a:close/>
              </a:path>
            </a:pathLst>
          </a:custGeom>
          <a:solidFill xmlns:a="http://schemas.openxmlformats.org/drawingml/2006/main">
            <a:srgbClr val="B76340"/>
          </a:solidFill>
          <a:ln xmlns:a="http://schemas.openxmlformats.org/drawingml/2006/main" w="0">
            <a:noFill/>
          </a:ln>
        </p:spPr>
      </p:sp>
      <p:sp>
        <p:nvSpPr>
          <p:cNvPr id="5" name="">
            <a:extLst xmlns:a="http://schemas.openxmlformats.org/drawingml/2006/main">
              <a:ext uri="{FF2B5EF4-FFF2-40B4-BE49-F238E27FC236}">
                <a16:creationId xmlns:a16="http://schemas.microsoft.com/office/drawing/2014/main" id="{794942DA-C43E-4972-AB3F-D60FF6647C3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0" y="0"/>
            <a:ext cx="13106400" cy="7372350"/>
          </a:xfrm>
          <a:custGeom xmlns:a="http://schemas.openxmlformats.org/drawingml/2006/main">
            <a:pathLst>
              <a:path w="13106400" h="7372350">
                <a:moveTo>
                  <a:pt x="0" y="4867275"/>
                </a:moveTo>
                <a:cubicBezTo>
                  <a:pt x="1743075" y="4667250"/>
                  <a:pt x="3286125" y="5476875"/>
                  <a:pt x="3924300" y="7372350"/>
                </a:cubicBezTo>
                <a:lnTo>
                  <a:pt x="0" y="7372350"/>
                </a:lnTo>
                <a:close/>
              </a:path>
            </a:pathLst>
          </a:custGeom>
          <a:solidFill xmlns:a="http://schemas.openxmlformats.org/drawingml/2006/main">
            <a:srgbClr val="2C5E9B"/>
          </a:solidFill>
          <a:ln xmlns:a="http://schemas.openxmlformats.org/drawingml/2006/main" w="0">
            <a:noFill/>
          </a:ln>
        </p:spPr>
      </p:sp>
      <p:sp>
        <p:nvSpPr>
          <p:cNvPr id="6" name="">
            <a:extLst xmlns:a="http://schemas.openxmlformats.org/drawingml/2006/main">
              <a:ext uri="{FF2B5EF4-FFF2-40B4-BE49-F238E27FC236}">
                <a16:creationId xmlns:a16="http://schemas.microsoft.com/office/drawing/2014/main" id="{83E7E217-B77B-4F39-A798-0CF1861E1DC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42925" y="504825"/>
            <a:ext cx="11525250" cy="69532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/>
          <a:lstStyle xmlns:a="http://schemas.openxmlformats.org/drawingml/2006/main">
            <a:defPPr algn="l">
              <a:defRPr sz="367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defPPr>
            <a:lvl1pPr algn="l">
              <a:defRPr sz="367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1pPr>
            <a:lvl2pPr algn="l">
              <a:defRPr sz="367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2pPr>
            <a:lvl3pPr algn="l">
              <a:defRPr sz="367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3pPr>
            <a:lvl4pPr algn="l">
              <a:defRPr sz="367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4pPr>
            <a:lvl5pPr algn="l">
              <a:defRPr sz="367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5pPr>
            <a:lvl6pPr algn="l">
              <a:defRPr sz="367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6pPr>
            <a:lvl7pPr algn="l">
              <a:defRPr sz="367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7pPr>
            <a:lvl8pPr algn="l">
              <a:defRPr sz="367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8pPr>
            <a:lvl9pPr algn="l">
              <a:defRPr sz="367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9pPr>
          </a:lstStyle>
          <a:p xmlns:a="http://schemas.openxmlformats.org/drawingml/2006/main">
            <a:pPr algn="l">
              <a:lnSpc>
                <a:spcPct val="105000"/>
              </a:lnSpc>
              <a:buNone/>
              <a:defRPr sz="367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pPr>
            <a:r>
              <a:rPr sz="3675" b="0">
                <a:solidFill>
                  <a:srgbClr val="111111"/>
                </a:solidFill>
                <a:latin typeface="Arial"/>
                <a:ea typeface="Arial"/>
                <a:cs typeface="Arial"/>
              </a:rPr>
              <a:t>Conclusiones y futuro</a:t>
            </a:r>
          </a:p>
        </p:txBody>
      </p:sp>
      <p:sp>
        <p:nvSpPr>
          <p:cNvPr id="7" name="">
            <a:extLst xmlns:a="http://schemas.openxmlformats.org/drawingml/2006/main">
              <a:ext uri="{FF2B5EF4-FFF2-40B4-BE49-F238E27FC236}">
                <a16:creationId xmlns:a16="http://schemas.microsoft.com/office/drawing/2014/main" id="{7A99876E-9045-47CD-91B0-A28BD241EFE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695325" y="1543050"/>
            <a:ext cx="3781425" cy="4838700"/>
          </a:xfrm>
          <a:prstGeom xmlns:a="http://schemas.openxmlformats.org/drawingml/2006/main" prst="roundRect">
            <a:avLst>
              <a:gd name="adj" fmla="val 5542"/>
            </a:avLst>
          </a:prstGeom>
          <a:solidFill xmlns:a="http://schemas.openxmlformats.org/drawingml/2006/main">
            <a:srgbClr val="B76340"/>
          </a:solidFill>
          <a:ln xmlns:a="http://schemas.openxmlformats.org/drawingml/2006/main" w="0">
            <a:noFill/>
          </a:ln>
        </p:spPr>
      </p:sp>
      <p:sp>
        <p:nvSpPr>
          <p:cNvPr id="8" name="">
            <a:extLst xmlns:a="http://schemas.openxmlformats.org/drawingml/2006/main">
              <a:ext uri="{FF2B5EF4-FFF2-40B4-BE49-F238E27FC236}">
                <a16:creationId xmlns:a16="http://schemas.microsoft.com/office/drawing/2014/main" id="{909C6EA2-49C7-4170-977D-E61875B48EB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42925" y="1400175"/>
            <a:ext cx="3781425" cy="4838700"/>
          </a:xfrm>
          <a:prstGeom xmlns:a="http://schemas.openxmlformats.org/drawingml/2006/main" prst="roundRect">
            <a:avLst>
              <a:gd name="adj" fmla="val 5542"/>
            </a:avLst>
          </a:prstGeom>
          <a:solidFill xmlns:a="http://schemas.openxmlformats.org/drawingml/2006/main">
            <a:srgbClr val="F5F1E5"/>
          </a:solidFill>
          <a:ln xmlns:a="http://schemas.openxmlformats.org/drawingml/2006/main" w="0">
            <a:noFill/>
          </a:ln>
        </p:spPr>
        <p:style>
          <a:lnRef xmlns:a="http://schemas.openxmlformats.org/drawingml/2006/main" idx="0"/>
          <a:fillRef xmlns:a="http://schemas.openxmlformats.org/drawingml/2006/main" idx="0"/>
          <a:effectRef xmlns:a="http://schemas.openxmlformats.org/drawingml/2006/main" idx="7"/>
          <a:fontRef xmlns:a="http://schemas.openxmlformats.org/drawingml/2006/main" idx="major"/>
        </p:style>
      </p:sp>
      <p:sp>
        <p:nvSpPr>
          <p:cNvPr id="9" name="">
            <a:extLst xmlns:a="http://schemas.openxmlformats.org/drawingml/2006/main">
              <a:ext uri="{FF2B5EF4-FFF2-40B4-BE49-F238E27FC236}">
                <a16:creationId xmlns:a16="http://schemas.microsoft.com/office/drawing/2014/main" id="{3EAEEF41-24B0-471B-955F-25FBEF1E331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800600" y="1543050"/>
            <a:ext cx="3781425" cy="4838700"/>
          </a:xfrm>
          <a:prstGeom xmlns:a="http://schemas.openxmlformats.org/drawingml/2006/main" prst="roundRect">
            <a:avLst>
              <a:gd name="adj" fmla="val 5542"/>
            </a:avLst>
          </a:prstGeom>
          <a:solidFill xmlns:a="http://schemas.openxmlformats.org/drawingml/2006/main">
            <a:srgbClr val="7D8E97"/>
          </a:solidFill>
          <a:ln xmlns:a="http://schemas.openxmlformats.org/drawingml/2006/main" w="0">
            <a:noFill/>
          </a:ln>
        </p:spPr>
      </p:sp>
      <p:sp>
        <p:nvSpPr>
          <p:cNvPr id="10" name="">
            <a:extLst xmlns:a="http://schemas.openxmlformats.org/drawingml/2006/main">
              <a:ext uri="{FF2B5EF4-FFF2-40B4-BE49-F238E27FC236}">
                <a16:creationId xmlns:a16="http://schemas.microsoft.com/office/drawing/2014/main" id="{7363D6FF-0459-4E56-B9B7-64779BE82C0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648200" y="1400175"/>
            <a:ext cx="3781425" cy="4838700"/>
          </a:xfrm>
          <a:prstGeom xmlns:a="http://schemas.openxmlformats.org/drawingml/2006/main" prst="roundRect">
            <a:avLst>
              <a:gd name="adj" fmla="val 5542"/>
            </a:avLst>
          </a:prstGeom>
          <a:solidFill xmlns:a="http://schemas.openxmlformats.org/drawingml/2006/main">
            <a:srgbClr val="F5F1E5"/>
          </a:solidFill>
          <a:ln xmlns:a="http://schemas.openxmlformats.org/drawingml/2006/main" w="0">
            <a:noFill/>
          </a:ln>
        </p:spPr>
        <p:style>
          <a:lnRef xmlns:a="http://schemas.openxmlformats.org/drawingml/2006/main" idx="0"/>
          <a:fillRef xmlns:a="http://schemas.openxmlformats.org/drawingml/2006/main" idx="0"/>
          <a:effectRef xmlns:a="http://schemas.openxmlformats.org/drawingml/2006/main" idx="7"/>
          <a:fontRef xmlns:a="http://schemas.openxmlformats.org/drawingml/2006/main" idx="major"/>
        </p:style>
      </p:sp>
      <p:sp>
        <p:nvSpPr>
          <p:cNvPr id="11" name="">
            <a:extLst xmlns:a="http://schemas.openxmlformats.org/drawingml/2006/main">
              <a:ext uri="{FF2B5EF4-FFF2-40B4-BE49-F238E27FC236}">
                <a16:creationId xmlns:a16="http://schemas.microsoft.com/office/drawing/2014/main" id="{59FB32F6-E3DF-48AB-AA4A-4DCB0C1816F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8905875" y="1543050"/>
            <a:ext cx="3781425" cy="4838700"/>
          </a:xfrm>
          <a:prstGeom xmlns:a="http://schemas.openxmlformats.org/drawingml/2006/main" prst="roundRect">
            <a:avLst>
              <a:gd name="adj" fmla="val 5542"/>
            </a:avLst>
          </a:prstGeom>
          <a:solidFill xmlns:a="http://schemas.openxmlformats.org/drawingml/2006/main">
            <a:srgbClr val="295740"/>
          </a:solidFill>
          <a:ln xmlns:a="http://schemas.openxmlformats.org/drawingml/2006/main" w="0">
            <a:noFill/>
          </a:ln>
        </p:spPr>
      </p:sp>
      <p:sp>
        <p:nvSpPr>
          <p:cNvPr id="12" name="">
            <a:extLst xmlns:a="http://schemas.openxmlformats.org/drawingml/2006/main">
              <a:ext uri="{FF2B5EF4-FFF2-40B4-BE49-F238E27FC236}">
                <a16:creationId xmlns:a16="http://schemas.microsoft.com/office/drawing/2014/main" id="{B99BD451-1359-4D38-9F81-A4A32608CAD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8753475" y="1400175"/>
            <a:ext cx="3781425" cy="4838700"/>
          </a:xfrm>
          <a:prstGeom xmlns:a="http://schemas.openxmlformats.org/drawingml/2006/main" prst="roundRect">
            <a:avLst>
              <a:gd name="adj" fmla="val 5542"/>
            </a:avLst>
          </a:prstGeom>
          <a:solidFill xmlns:a="http://schemas.openxmlformats.org/drawingml/2006/main">
            <a:srgbClr val="F5F1E5"/>
          </a:solidFill>
          <a:ln xmlns:a="http://schemas.openxmlformats.org/drawingml/2006/main" w="0">
            <a:noFill/>
          </a:ln>
        </p:spPr>
        <p:style>
          <a:lnRef xmlns:a="http://schemas.openxmlformats.org/drawingml/2006/main" idx="0"/>
          <a:fillRef xmlns:a="http://schemas.openxmlformats.org/drawingml/2006/main" idx="0"/>
          <a:effectRef xmlns:a="http://schemas.openxmlformats.org/drawingml/2006/main" idx="7"/>
          <a:fontRef xmlns:a="http://schemas.openxmlformats.org/drawingml/2006/main" idx="major"/>
        </p:style>
      </p:sp>
      <p:sp>
        <p:nvSpPr>
          <p:cNvPr id="13" name="impact vector #fbeedd">
            <a:extLst xmlns:a="http://schemas.openxmlformats.org/drawingml/2006/main">
              <a:ext uri="{FF2B5EF4-FFF2-40B4-BE49-F238E27FC236}">
                <a16:creationId xmlns:a16="http://schemas.microsoft.com/office/drawing/2014/main" id="{137A0EBC-C9FC-473A-B57E-B1CC6034E83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000250" y="1524000"/>
            <a:ext cx="857250" cy="847725"/>
          </a:xfrm>
          <a:custGeom xmlns:a="http://schemas.openxmlformats.org/drawingml/2006/main">
            <a:pathLst>
              <a:path w="857250" h="847725">
                <a:moveTo>
                  <a:pt x="209550" y="28575"/>
                </a:moveTo>
                <a:lnTo>
                  <a:pt x="266700" y="28575"/>
                </a:lnTo>
                <a:lnTo>
                  <a:pt x="266700" y="38100"/>
                </a:lnTo>
                <a:lnTo>
                  <a:pt x="209550" y="38100"/>
                </a:lnTo>
                <a:close/>
                <a:moveTo>
                  <a:pt x="285750" y="28575"/>
                </a:moveTo>
                <a:lnTo>
                  <a:pt x="504825" y="28575"/>
                </a:lnTo>
                <a:lnTo>
                  <a:pt x="504825" y="38100"/>
                </a:lnTo>
                <a:lnTo>
                  <a:pt x="285750" y="38100"/>
                </a:lnTo>
                <a:close/>
                <a:moveTo>
                  <a:pt x="552450" y="85725"/>
                </a:moveTo>
                <a:lnTo>
                  <a:pt x="561975" y="85725"/>
                </a:lnTo>
                <a:lnTo>
                  <a:pt x="561975" y="95250"/>
                </a:lnTo>
                <a:lnTo>
                  <a:pt x="552450" y="95250"/>
                </a:lnTo>
                <a:close/>
                <a:moveTo>
                  <a:pt x="590550" y="180975"/>
                </a:moveTo>
                <a:lnTo>
                  <a:pt x="600075" y="180975"/>
                </a:lnTo>
                <a:lnTo>
                  <a:pt x="600075" y="200025"/>
                </a:lnTo>
                <a:lnTo>
                  <a:pt x="590550" y="200025"/>
                </a:lnTo>
                <a:close/>
                <a:moveTo>
                  <a:pt x="114300" y="228600"/>
                </a:moveTo>
                <a:lnTo>
                  <a:pt x="123825" y="228600"/>
                </a:lnTo>
                <a:lnTo>
                  <a:pt x="123825" y="238125"/>
                </a:lnTo>
                <a:lnTo>
                  <a:pt x="114300" y="238125"/>
                </a:lnTo>
                <a:close/>
                <a:moveTo>
                  <a:pt x="123825" y="238125"/>
                </a:moveTo>
                <a:lnTo>
                  <a:pt x="133350" y="238125"/>
                </a:lnTo>
                <a:lnTo>
                  <a:pt x="133350" y="257175"/>
                </a:lnTo>
                <a:lnTo>
                  <a:pt x="142875" y="257175"/>
                </a:lnTo>
                <a:lnTo>
                  <a:pt x="142875" y="276225"/>
                </a:lnTo>
                <a:lnTo>
                  <a:pt x="133350" y="276225"/>
                </a:lnTo>
                <a:lnTo>
                  <a:pt x="133350" y="266700"/>
                </a:lnTo>
                <a:lnTo>
                  <a:pt x="123825" y="266700"/>
                </a:lnTo>
                <a:close/>
                <a:moveTo>
                  <a:pt x="590550" y="238125"/>
                </a:moveTo>
                <a:lnTo>
                  <a:pt x="600075" y="238125"/>
                </a:lnTo>
                <a:lnTo>
                  <a:pt x="600075" y="257175"/>
                </a:lnTo>
                <a:lnTo>
                  <a:pt x="590550" y="257175"/>
                </a:lnTo>
                <a:lnTo>
                  <a:pt x="590550" y="266700"/>
                </a:lnTo>
                <a:lnTo>
                  <a:pt x="581025" y="266700"/>
                </a:lnTo>
                <a:lnTo>
                  <a:pt x="581025" y="247650"/>
                </a:lnTo>
                <a:lnTo>
                  <a:pt x="590550" y="247650"/>
                </a:lnTo>
                <a:close/>
                <a:moveTo>
                  <a:pt x="571500" y="266700"/>
                </a:moveTo>
                <a:lnTo>
                  <a:pt x="581025" y="266700"/>
                </a:lnTo>
                <a:lnTo>
                  <a:pt x="581025" y="285750"/>
                </a:lnTo>
                <a:lnTo>
                  <a:pt x="571500" y="285750"/>
                </a:lnTo>
                <a:close/>
                <a:moveTo>
                  <a:pt x="238125" y="285750"/>
                </a:moveTo>
                <a:lnTo>
                  <a:pt x="266700" y="285750"/>
                </a:lnTo>
                <a:lnTo>
                  <a:pt x="266700" y="295275"/>
                </a:lnTo>
                <a:lnTo>
                  <a:pt x="247650" y="295275"/>
                </a:lnTo>
                <a:lnTo>
                  <a:pt x="247650" y="304800"/>
                </a:lnTo>
                <a:lnTo>
                  <a:pt x="238125" y="304800"/>
                </a:lnTo>
                <a:lnTo>
                  <a:pt x="238125" y="333375"/>
                </a:lnTo>
                <a:lnTo>
                  <a:pt x="247650" y="333375"/>
                </a:lnTo>
                <a:lnTo>
                  <a:pt x="247650" y="361950"/>
                </a:lnTo>
                <a:lnTo>
                  <a:pt x="257175" y="361950"/>
                </a:lnTo>
                <a:lnTo>
                  <a:pt x="257175" y="371475"/>
                </a:lnTo>
                <a:lnTo>
                  <a:pt x="276225" y="371475"/>
                </a:lnTo>
                <a:lnTo>
                  <a:pt x="276225" y="361950"/>
                </a:lnTo>
                <a:lnTo>
                  <a:pt x="285750" y="361950"/>
                </a:lnTo>
                <a:lnTo>
                  <a:pt x="285750" y="352425"/>
                </a:lnTo>
                <a:lnTo>
                  <a:pt x="295275" y="352425"/>
                </a:lnTo>
                <a:lnTo>
                  <a:pt x="295275" y="371475"/>
                </a:lnTo>
                <a:lnTo>
                  <a:pt x="285750" y="371475"/>
                </a:lnTo>
                <a:lnTo>
                  <a:pt x="285750" y="390525"/>
                </a:lnTo>
                <a:lnTo>
                  <a:pt x="295275" y="390525"/>
                </a:lnTo>
                <a:lnTo>
                  <a:pt x="295275" y="400050"/>
                </a:lnTo>
                <a:lnTo>
                  <a:pt x="304800" y="400050"/>
                </a:lnTo>
                <a:lnTo>
                  <a:pt x="304800" y="409575"/>
                </a:lnTo>
                <a:lnTo>
                  <a:pt x="323850" y="409575"/>
                </a:lnTo>
                <a:lnTo>
                  <a:pt x="323850" y="419100"/>
                </a:lnTo>
                <a:lnTo>
                  <a:pt x="409575" y="419100"/>
                </a:lnTo>
                <a:lnTo>
                  <a:pt x="409575" y="409575"/>
                </a:lnTo>
                <a:lnTo>
                  <a:pt x="419100" y="409575"/>
                </a:lnTo>
                <a:lnTo>
                  <a:pt x="419100" y="400050"/>
                </a:lnTo>
                <a:lnTo>
                  <a:pt x="428625" y="400050"/>
                </a:lnTo>
                <a:lnTo>
                  <a:pt x="428625" y="381000"/>
                </a:lnTo>
                <a:lnTo>
                  <a:pt x="438150" y="381000"/>
                </a:lnTo>
                <a:lnTo>
                  <a:pt x="438150" y="371475"/>
                </a:lnTo>
                <a:lnTo>
                  <a:pt x="428625" y="371475"/>
                </a:lnTo>
                <a:lnTo>
                  <a:pt x="428625" y="361950"/>
                </a:lnTo>
                <a:lnTo>
                  <a:pt x="419100" y="361950"/>
                </a:lnTo>
                <a:lnTo>
                  <a:pt x="419100" y="352425"/>
                </a:lnTo>
                <a:lnTo>
                  <a:pt x="400050" y="352425"/>
                </a:lnTo>
                <a:lnTo>
                  <a:pt x="400050" y="361950"/>
                </a:lnTo>
                <a:lnTo>
                  <a:pt x="371475" y="361950"/>
                </a:lnTo>
                <a:lnTo>
                  <a:pt x="371475" y="371475"/>
                </a:lnTo>
                <a:lnTo>
                  <a:pt x="352425" y="371475"/>
                </a:lnTo>
                <a:lnTo>
                  <a:pt x="352425" y="361950"/>
                </a:lnTo>
                <a:lnTo>
                  <a:pt x="323850" y="361950"/>
                </a:lnTo>
                <a:lnTo>
                  <a:pt x="323850" y="352425"/>
                </a:lnTo>
                <a:lnTo>
                  <a:pt x="304800" y="352425"/>
                </a:lnTo>
                <a:lnTo>
                  <a:pt x="304800" y="342900"/>
                </a:lnTo>
                <a:lnTo>
                  <a:pt x="333375" y="342900"/>
                </a:lnTo>
                <a:lnTo>
                  <a:pt x="333375" y="352425"/>
                </a:lnTo>
                <a:lnTo>
                  <a:pt x="390525" y="352425"/>
                </a:lnTo>
                <a:lnTo>
                  <a:pt x="390525" y="342900"/>
                </a:lnTo>
                <a:lnTo>
                  <a:pt x="419100" y="342900"/>
                </a:lnTo>
                <a:lnTo>
                  <a:pt x="419100" y="352425"/>
                </a:lnTo>
                <a:lnTo>
                  <a:pt x="428625" y="352425"/>
                </a:lnTo>
                <a:lnTo>
                  <a:pt x="428625" y="361950"/>
                </a:lnTo>
                <a:lnTo>
                  <a:pt x="438150" y="361950"/>
                </a:lnTo>
                <a:lnTo>
                  <a:pt x="438150" y="371475"/>
                </a:lnTo>
                <a:lnTo>
                  <a:pt x="447675" y="371475"/>
                </a:lnTo>
                <a:lnTo>
                  <a:pt x="447675" y="390525"/>
                </a:lnTo>
                <a:lnTo>
                  <a:pt x="457200" y="390525"/>
                </a:lnTo>
                <a:lnTo>
                  <a:pt x="457200" y="400050"/>
                </a:lnTo>
                <a:lnTo>
                  <a:pt x="447675" y="400050"/>
                </a:lnTo>
                <a:lnTo>
                  <a:pt x="447675" y="409575"/>
                </a:lnTo>
                <a:lnTo>
                  <a:pt x="438150" y="409575"/>
                </a:lnTo>
                <a:lnTo>
                  <a:pt x="438150" y="419100"/>
                </a:lnTo>
                <a:lnTo>
                  <a:pt x="428625" y="419100"/>
                </a:lnTo>
                <a:lnTo>
                  <a:pt x="428625" y="428625"/>
                </a:lnTo>
                <a:lnTo>
                  <a:pt x="390525" y="428625"/>
                </a:lnTo>
                <a:lnTo>
                  <a:pt x="390525" y="438150"/>
                </a:lnTo>
                <a:lnTo>
                  <a:pt x="381000" y="438150"/>
                </a:lnTo>
                <a:lnTo>
                  <a:pt x="381000" y="447675"/>
                </a:lnTo>
                <a:lnTo>
                  <a:pt x="333375" y="447675"/>
                </a:lnTo>
                <a:lnTo>
                  <a:pt x="333375" y="438150"/>
                </a:lnTo>
                <a:lnTo>
                  <a:pt x="323850" y="438150"/>
                </a:lnTo>
                <a:lnTo>
                  <a:pt x="323850" y="428625"/>
                </a:lnTo>
                <a:lnTo>
                  <a:pt x="295275" y="428625"/>
                </a:lnTo>
                <a:lnTo>
                  <a:pt x="295275" y="419100"/>
                </a:lnTo>
                <a:lnTo>
                  <a:pt x="276225" y="419100"/>
                </a:lnTo>
                <a:lnTo>
                  <a:pt x="276225" y="409575"/>
                </a:lnTo>
                <a:lnTo>
                  <a:pt x="266700" y="409575"/>
                </a:lnTo>
                <a:lnTo>
                  <a:pt x="266700" y="400050"/>
                </a:lnTo>
                <a:lnTo>
                  <a:pt x="257175" y="400050"/>
                </a:lnTo>
                <a:lnTo>
                  <a:pt x="257175" y="381000"/>
                </a:lnTo>
                <a:lnTo>
                  <a:pt x="247650" y="381000"/>
                </a:lnTo>
                <a:lnTo>
                  <a:pt x="247650" y="371475"/>
                </a:lnTo>
                <a:lnTo>
                  <a:pt x="238125" y="371475"/>
                </a:lnTo>
                <a:lnTo>
                  <a:pt x="238125" y="342900"/>
                </a:lnTo>
                <a:lnTo>
                  <a:pt x="228600" y="342900"/>
                </a:lnTo>
                <a:lnTo>
                  <a:pt x="228600" y="295275"/>
                </a:lnTo>
                <a:lnTo>
                  <a:pt x="238125" y="295275"/>
                </a:lnTo>
                <a:close/>
                <a:moveTo>
                  <a:pt x="142875" y="295275"/>
                </a:moveTo>
                <a:lnTo>
                  <a:pt x="152400" y="295275"/>
                </a:lnTo>
                <a:lnTo>
                  <a:pt x="152400" y="323850"/>
                </a:lnTo>
                <a:lnTo>
                  <a:pt x="142875" y="323850"/>
                </a:lnTo>
                <a:close/>
                <a:moveTo>
                  <a:pt x="561975" y="295275"/>
                </a:moveTo>
                <a:lnTo>
                  <a:pt x="571500" y="295275"/>
                </a:lnTo>
                <a:lnTo>
                  <a:pt x="571500" y="333375"/>
                </a:lnTo>
                <a:lnTo>
                  <a:pt x="561975" y="333375"/>
                </a:lnTo>
                <a:close/>
                <a:moveTo>
                  <a:pt x="523875" y="419100"/>
                </a:moveTo>
                <a:lnTo>
                  <a:pt x="533400" y="419100"/>
                </a:lnTo>
                <a:lnTo>
                  <a:pt x="533400" y="428625"/>
                </a:lnTo>
                <a:lnTo>
                  <a:pt x="523875" y="428625"/>
                </a:lnTo>
                <a:close/>
                <a:moveTo>
                  <a:pt x="504825" y="438150"/>
                </a:moveTo>
                <a:lnTo>
                  <a:pt x="514350" y="438150"/>
                </a:lnTo>
                <a:lnTo>
                  <a:pt x="514350" y="457200"/>
                </a:lnTo>
                <a:lnTo>
                  <a:pt x="504825" y="457200"/>
                </a:lnTo>
                <a:lnTo>
                  <a:pt x="504825" y="466725"/>
                </a:lnTo>
                <a:lnTo>
                  <a:pt x="495300" y="466725"/>
                </a:lnTo>
                <a:lnTo>
                  <a:pt x="495300" y="447675"/>
                </a:lnTo>
                <a:lnTo>
                  <a:pt x="504825" y="447675"/>
                </a:lnTo>
                <a:close/>
                <a:moveTo>
                  <a:pt x="590550" y="438150"/>
                </a:moveTo>
                <a:lnTo>
                  <a:pt x="600075" y="438150"/>
                </a:lnTo>
                <a:lnTo>
                  <a:pt x="600075" y="447675"/>
                </a:lnTo>
                <a:lnTo>
                  <a:pt x="590550" y="447675"/>
                </a:lnTo>
                <a:close/>
                <a:moveTo>
                  <a:pt x="485775" y="466725"/>
                </a:moveTo>
                <a:lnTo>
                  <a:pt x="495300" y="466725"/>
                </a:lnTo>
                <a:lnTo>
                  <a:pt x="495300" y="476250"/>
                </a:lnTo>
                <a:lnTo>
                  <a:pt x="485775" y="476250"/>
                </a:lnTo>
                <a:close/>
                <a:moveTo>
                  <a:pt x="466725" y="476250"/>
                </a:moveTo>
                <a:lnTo>
                  <a:pt x="485775" y="476250"/>
                </a:lnTo>
                <a:lnTo>
                  <a:pt x="485775" y="485775"/>
                </a:lnTo>
                <a:lnTo>
                  <a:pt x="466725" y="485775"/>
                </a:lnTo>
                <a:close/>
                <a:moveTo>
                  <a:pt x="447675" y="485775"/>
                </a:moveTo>
                <a:lnTo>
                  <a:pt x="466725" y="485775"/>
                </a:lnTo>
                <a:lnTo>
                  <a:pt x="466725" y="495300"/>
                </a:lnTo>
                <a:lnTo>
                  <a:pt x="457200" y="495300"/>
                </a:lnTo>
                <a:lnTo>
                  <a:pt x="457200" y="504825"/>
                </a:lnTo>
                <a:lnTo>
                  <a:pt x="447675" y="504825"/>
                </a:lnTo>
                <a:lnTo>
                  <a:pt x="447675" y="514350"/>
                </a:lnTo>
                <a:lnTo>
                  <a:pt x="428625" y="514350"/>
                </a:lnTo>
                <a:lnTo>
                  <a:pt x="428625" y="495300"/>
                </a:lnTo>
                <a:lnTo>
                  <a:pt x="447675" y="495300"/>
                </a:lnTo>
                <a:close/>
                <a:moveTo>
                  <a:pt x="581025" y="495300"/>
                </a:moveTo>
                <a:lnTo>
                  <a:pt x="590550" y="495300"/>
                </a:lnTo>
                <a:lnTo>
                  <a:pt x="590550" y="523875"/>
                </a:lnTo>
                <a:lnTo>
                  <a:pt x="600075" y="523875"/>
                </a:lnTo>
                <a:lnTo>
                  <a:pt x="600075" y="542925"/>
                </a:lnTo>
                <a:lnTo>
                  <a:pt x="590550" y="542925"/>
                </a:lnTo>
                <a:lnTo>
                  <a:pt x="590550" y="533400"/>
                </a:lnTo>
                <a:lnTo>
                  <a:pt x="581025" y="533400"/>
                </a:lnTo>
                <a:close/>
                <a:moveTo>
                  <a:pt x="447675" y="514350"/>
                </a:moveTo>
                <a:lnTo>
                  <a:pt x="457200" y="514350"/>
                </a:lnTo>
                <a:lnTo>
                  <a:pt x="457200" y="523875"/>
                </a:lnTo>
                <a:lnTo>
                  <a:pt x="447675" y="523875"/>
                </a:lnTo>
                <a:close/>
                <a:moveTo>
                  <a:pt x="781050" y="533400"/>
                </a:moveTo>
                <a:lnTo>
                  <a:pt x="790575" y="533400"/>
                </a:lnTo>
                <a:lnTo>
                  <a:pt x="790575" y="552450"/>
                </a:lnTo>
                <a:lnTo>
                  <a:pt x="781050" y="552450"/>
                </a:lnTo>
                <a:lnTo>
                  <a:pt x="781050" y="561975"/>
                </a:lnTo>
                <a:lnTo>
                  <a:pt x="771525" y="561975"/>
                </a:lnTo>
                <a:lnTo>
                  <a:pt x="771525" y="571500"/>
                </a:lnTo>
                <a:lnTo>
                  <a:pt x="762000" y="571500"/>
                </a:lnTo>
                <a:lnTo>
                  <a:pt x="762000" y="581025"/>
                </a:lnTo>
                <a:lnTo>
                  <a:pt x="752475" y="581025"/>
                </a:lnTo>
                <a:lnTo>
                  <a:pt x="752475" y="590550"/>
                </a:lnTo>
                <a:lnTo>
                  <a:pt x="742950" y="590550"/>
                </a:lnTo>
                <a:lnTo>
                  <a:pt x="742950" y="609600"/>
                </a:lnTo>
                <a:lnTo>
                  <a:pt x="733425" y="609600"/>
                </a:lnTo>
                <a:lnTo>
                  <a:pt x="733425" y="600075"/>
                </a:lnTo>
                <a:lnTo>
                  <a:pt x="723900" y="600075"/>
                </a:lnTo>
                <a:lnTo>
                  <a:pt x="723900" y="590550"/>
                </a:lnTo>
                <a:lnTo>
                  <a:pt x="733425" y="590550"/>
                </a:lnTo>
                <a:lnTo>
                  <a:pt x="733425" y="581025"/>
                </a:lnTo>
                <a:lnTo>
                  <a:pt x="742950" y="581025"/>
                </a:lnTo>
                <a:lnTo>
                  <a:pt x="742950" y="571500"/>
                </a:lnTo>
                <a:lnTo>
                  <a:pt x="752475" y="571500"/>
                </a:lnTo>
                <a:lnTo>
                  <a:pt x="752475" y="561975"/>
                </a:lnTo>
                <a:lnTo>
                  <a:pt x="762000" y="561975"/>
                </a:lnTo>
                <a:lnTo>
                  <a:pt x="762000" y="552450"/>
                </a:lnTo>
                <a:lnTo>
                  <a:pt x="771525" y="552450"/>
                </a:lnTo>
                <a:lnTo>
                  <a:pt x="771525" y="542925"/>
                </a:lnTo>
                <a:lnTo>
                  <a:pt x="781050" y="542925"/>
                </a:lnTo>
                <a:close/>
                <a:moveTo>
                  <a:pt x="600075" y="552450"/>
                </a:moveTo>
                <a:lnTo>
                  <a:pt x="609600" y="552450"/>
                </a:lnTo>
                <a:lnTo>
                  <a:pt x="609600" y="561975"/>
                </a:lnTo>
                <a:lnTo>
                  <a:pt x="600075" y="561975"/>
                </a:lnTo>
                <a:close/>
                <a:moveTo>
                  <a:pt x="600075" y="571500"/>
                </a:moveTo>
                <a:lnTo>
                  <a:pt x="609600" y="571500"/>
                </a:lnTo>
                <a:lnTo>
                  <a:pt x="609600" y="600075"/>
                </a:lnTo>
                <a:lnTo>
                  <a:pt x="590550" y="600075"/>
                </a:lnTo>
                <a:lnTo>
                  <a:pt x="590550" y="590550"/>
                </a:lnTo>
                <a:lnTo>
                  <a:pt x="571500" y="590550"/>
                </a:lnTo>
                <a:lnTo>
                  <a:pt x="571500" y="581025"/>
                </a:lnTo>
                <a:lnTo>
                  <a:pt x="590550" y="581025"/>
                </a:lnTo>
                <a:lnTo>
                  <a:pt x="590550" y="590550"/>
                </a:lnTo>
                <a:lnTo>
                  <a:pt x="600075" y="590550"/>
                </a:lnTo>
                <a:close/>
                <a:moveTo>
                  <a:pt x="95250" y="609600"/>
                </a:moveTo>
                <a:lnTo>
                  <a:pt x="104775" y="609600"/>
                </a:lnTo>
                <a:lnTo>
                  <a:pt x="104775" y="619125"/>
                </a:lnTo>
                <a:lnTo>
                  <a:pt x="95250" y="619125"/>
                </a:lnTo>
                <a:close/>
                <a:moveTo>
                  <a:pt x="85725" y="619125"/>
                </a:moveTo>
                <a:lnTo>
                  <a:pt x="95250" y="619125"/>
                </a:lnTo>
                <a:lnTo>
                  <a:pt x="95250" y="638175"/>
                </a:lnTo>
                <a:lnTo>
                  <a:pt x="76200" y="638175"/>
                </a:lnTo>
                <a:lnTo>
                  <a:pt x="76200" y="628650"/>
                </a:lnTo>
                <a:lnTo>
                  <a:pt x="85725" y="628650"/>
                </a:lnTo>
                <a:close/>
                <a:moveTo>
                  <a:pt x="76200" y="809625"/>
                </a:moveTo>
                <a:lnTo>
                  <a:pt x="104775" y="809625"/>
                </a:lnTo>
                <a:lnTo>
                  <a:pt x="104775" y="819150"/>
                </a:lnTo>
                <a:lnTo>
                  <a:pt x="76200" y="819150"/>
                </a:lnTo>
                <a:close/>
                <a:moveTo>
                  <a:pt x="200025" y="809625"/>
                </a:moveTo>
                <a:lnTo>
                  <a:pt x="238125" y="809625"/>
                </a:lnTo>
                <a:lnTo>
                  <a:pt x="238125" y="819150"/>
                </a:lnTo>
                <a:lnTo>
                  <a:pt x="200025" y="819150"/>
                </a:lnTo>
                <a:close/>
                <a:moveTo>
                  <a:pt x="285750" y="809625"/>
                </a:moveTo>
                <a:lnTo>
                  <a:pt x="314325" y="809625"/>
                </a:lnTo>
                <a:lnTo>
                  <a:pt x="314325" y="819150"/>
                </a:lnTo>
                <a:lnTo>
                  <a:pt x="285750" y="819150"/>
                </a:lnTo>
                <a:close/>
                <a:moveTo>
                  <a:pt x="704850" y="809625"/>
                </a:moveTo>
                <a:lnTo>
                  <a:pt x="714375" y="809625"/>
                </a:lnTo>
                <a:lnTo>
                  <a:pt x="714375" y="819150"/>
                </a:lnTo>
                <a:lnTo>
                  <a:pt x="704850" y="819150"/>
                </a:lnTo>
                <a:close/>
              </a:path>
            </a:pathLst>
          </a:custGeom>
          <a:solidFill xmlns:a="http://schemas.openxmlformats.org/drawingml/2006/main">
            <a:srgbClr val="FBEEDD"/>
          </a:solidFill>
          <a:ln xmlns:a="http://schemas.openxmlformats.org/drawingml/2006/main" w="0">
            <a:noFill/>
          </a:ln>
        </p:spPr>
      </p:sp>
      <p:sp>
        <p:nvSpPr>
          <p:cNvPr id="14" name="impact vector #f5eede">
            <a:extLst xmlns:a="http://schemas.openxmlformats.org/drawingml/2006/main">
              <a:ext uri="{FF2B5EF4-FFF2-40B4-BE49-F238E27FC236}">
                <a16:creationId xmlns:a16="http://schemas.microsoft.com/office/drawing/2014/main" id="{67949CBD-42A0-4AD8-AF29-15B56A9AA65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000250" y="1524000"/>
            <a:ext cx="857250" cy="847725"/>
          </a:xfrm>
          <a:custGeom xmlns:a="http://schemas.openxmlformats.org/drawingml/2006/main">
            <a:pathLst>
              <a:path w="857250" h="847725">
                <a:moveTo>
                  <a:pt x="219075" y="19050"/>
                </a:moveTo>
                <a:lnTo>
                  <a:pt x="361950" y="19050"/>
                </a:lnTo>
                <a:lnTo>
                  <a:pt x="361950" y="28575"/>
                </a:lnTo>
                <a:lnTo>
                  <a:pt x="219075" y="28575"/>
                </a:lnTo>
                <a:close/>
                <a:moveTo>
                  <a:pt x="390525" y="19050"/>
                </a:moveTo>
                <a:lnTo>
                  <a:pt x="447675" y="19050"/>
                </a:lnTo>
                <a:lnTo>
                  <a:pt x="447675" y="28575"/>
                </a:lnTo>
                <a:lnTo>
                  <a:pt x="390525" y="28575"/>
                </a:lnTo>
                <a:close/>
                <a:moveTo>
                  <a:pt x="190500" y="28575"/>
                </a:moveTo>
                <a:lnTo>
                  <a:pt x="209550" y="28575"/>
                </a:lnTo>
                <a:lnTo>
                  <a:pt x="209550" y="38100"/>
                </a:lnTo>
                <a:lnTo>
                  <a:pt x="190500" y="38100"/>
                </a:lnTo>
                <a:close/>
                <a:moveTo>
                  <a:pt x="504825" y="28575"/>
                </a:moveTo>
                <a:lnTo>
                  <a:pt x="514350" y="28575"/>
                </a:lnTo>
                <a:lnTo>
                  <a:pt x="514350" y="38100"/>
                </a:lnTo>
                <a:lnTo>
                  <a:pt x="504825" y="38100"/>
                </a:lnTo>
                <a:close/>
                <a:moveTo>
                  <a:pt x="171450" y="38100"/>
                </a:moveTo>
                <a:lnTo>
                  <a:pt x="190500" y="38100"/>
                </a:lnTo>
                <a:lnTo>
                  <a:pt x="190500" y="47625"/>
                </a:lnTo>
                <a:lnTo>
                  <a:pt x="180975" y="47625"/>
                </a:lnTo>
                <a:lnTo>
                  <a:pt x="180975" y="57150"/>
                </a:lnTo>
                <a:lnTo>
                  <a:pt x="171450" y="57150"/>
                </a:lnTo>
                <a:close/>
                <a:moveTo>
                  <a:pt x="161925" y="57150"/>
                </a:moveTo>
                <a:lnTo>
                  <a:pt x="171450" y="57150"/>
                </a:lnTo>
                <a:lnTo>
                  <a:pt x="171450" y="66675"/>
                </a:lnTo>
                <a:lnTo>
                  <a:pt x="161925" y="66675"/>
                </a:lnTo>
                <a:close/>
                <a:moveTo>
                  <a:pt x="152400" y="66675"/>
                </a:moveTo>
                <a:lnTo>
                  <a:pt x="161925" y="66675"/>
                </a:lnTo>
                <a:lnTo>
                  <a:pt x="161925" y="85725"/>
                </a:lnTo>
                <a:lnTo>
                  <a:pt x="152400" y="85725"/>
                </a:lnTo>
                <a:close/>
                <a:moveTo>
                  <a:pt x="552450" y="66675"/>
                </a:moveTo>
                <a:lnTo>
                  <a:pt x="561975" y="66675"/>
                </a:lnTo>
                <a:lnTo>
                  <a:pt x="561975" y="85725"/>
                </a:lnTo>
                <a:lnTo>
                  <a:pt x="552450" y="85725"/>
                </a:lnTo>
                <a:close/>
                <a:moveTo>
                  <a:pt x="142875" y="85725"/>
                </a:moveTo>
                <a:lnTo>
                  <a:pt x="152400" y="85725"/>
                </a:lnTo>
                <a:lnTo>
                  <a:pt x="152400" y="95250"/>
                </a:lnTo>
                <a:lnTo>
                  <a:pt x="142875" y="95250"/>
                </a:lnTo>
                <a:close/>
                <a:moveTo>
                  <a:pt x="561975" y="104775"/>
                </a:moveTo>
                <a:lnTo>
                  <a:pt x="571500" y="104775"/>
                </a:lnTo>
                <a:lnTo>
                  <a:pt x="571500" y="114300"/>
                </a:lnTo>
                <a:lnTo>
                  <a:pt x="561975" y="114300"/>
                </a:lnTo>
                <a:close/>
                <a:moveTo>
                  <a:pt x="571500" y="114300"/>
                </a:moveTo>
                <a:lnTo>
                  <a:pt x="581025" y="114300"/>
                </a:lnTo>
                <a:lnTo>
                  <a:pt x="581025" y="123825"/>
                </a:lnTo>
                <a:lnTo>
                  <a:pt x="571500" y="123825"/>
                </a:lnTo>
                <a:close/>
                <a:moveTo>
                  <a:pt x="133350" y="123825"/>
                </a:moveTo>
                <a:lnTo>
                  <a:pt x="142875" y="123825"/>
                </a:lnTo>
                <a:lnTo>
                  <a:pt x="142875" y="152400"/>
                </a:lnTo>
                <a:lnTo>
                  <a:pt x="133350" y="152400"/>
                </a:lnTo>
                <a:close/>
                <a:moveTo>
                  <a:pt x="581025" y="133350"/>
                </a:moveTo>
                <a:lnTo>
                  <a:pt x="590550" y="133350"/>
                </a:lnTo>
                <a:lnTo>
                  <a:pt x="590550" y="152400"/>
                </a:lnTo>
                <a:lnTo>
                  <a:pt x="581025" y="152400"/>
                </a:lnTo>
                <a:close/>
                <a:moveTo>
                  <a:pt x="123825" y="152400"/>
                </a:moveTo>
                <a:lnTo>
                  <a:pt x="133350" y="152400"/>
                </a:lnTo>
                <a:lnTo>
                  <a:pt x="133350" y="171450"/>
                </a:lnTo>
                <a:lnTo>
                  <a:pt x="123825" y="171450"/>
                </a:lnTo>
                <a:close/>
                <a:moveTo>
                  <a:pt x="114300" y="171450"/>
                </a:moveTo>
                <a:lnTo>
                  <a:pt x="123825" y="171450"/>
                </a:lnTo>
                <a:lnTo>
                  <a:pt x="123825" y="180975"/>
                </a:lnTo>
                <a:lnTo>
                  <a:pt x="114300" y="180975"/>
                </a:lnTo>
                <a:close/>
                <a:moveTo>
                  <a:pt x="590550" y="171450"/>
                </a:moveTo>
                <a:lnTo>
                  <a:pt x="600075" y="171450"/>
                </a:lnTo>
                <a:lnTo>
                  <a:pt x="600075" y="180975"/>
                </a:lnTo>
                <a:lnTo>
                  <a:pt x="590550" y="180975"/>
                </a:lnTo>
                <a:close/>
                <a:moveTo>
                  <a:pt x="600075" y="190500"/>
                </a:moveTo>
                <a:lnTo>
                  <a:pt x="609600" y="190500"/>
                </a:lnTo>
                <a:lnTo>
                  <a:pt x="609600" y="228600"/>
                </a:lnTo>
                <a:lnTo>
                  <a:pt x="619125" y="228600"/>
                </a:lnTo>
                <a:lnTo>
                  <a:pt x="619125" y="238125"/>
                </a:lnTo>
                <a:lnTo>
                  <a:pt x="609600" y="238125"/>
                </a:lnTo>
                <a:lnTo>
                  <a:pt x="609600" y="266700"/>
                </a:lnTo>
                <a:lnTo>
                  <a:pt x="590550" y="266700"/>
                </a:lnTo>
                <a:lnTo>
                  <a:pt x="590550" y="257175"/>
                </a:lnTo>
                <a:lnTo>
                  <a:pt x="600075" y="257175"/>
                </a:lnTo>
                <a:lnTo>
                  <a:pt x="600075" y="238125"/>
                </a:lnTo>
                <a:lnTo>
                  <a:pt x="590550" y="238125"/>
                </a:lnTo>
                <a:lnTo>
                  <a:pt x="590550" y="209550"/>
                </a:lnTo>
                <a:lnTo>
                  <a:pt x="600075" y="209550"/>
                </a:lnTo>
                <a:close/>
                <a:moveTo>
                  <a:pt x="104775" y="209550"/>
                </a:moveTo>
                <a:lnTo>
                  <a:pt x="114300" y="209550"/>
                </a:lnTo>
                <a:lnTo>
                  <a:pt x="114300" y="238125"/>
                </a:lnTo>
                <a:lnTo>
                  <a:pt x="104775" y="238125"/>
                </a:lnTo>
                <a:close/>
                <a:moveTo>
                  <a:pt x="114300" y="238125"/>
                </a:moveTo>
                <a:lnTo>
                  <a:pt x="123825" y="238125"/>
                </a:lnTo>
                <a:lnTo>
                  <a:pt x="123825" y="257175"/>
                </a:lnTo>
                <a:lnTo>
                  <a:pt x="114300" y="257175"/>
                </a:lnTo>
                <a:close/>
                <a:moveTo>
                  <a:pt x="123825" y="266700"/>
                </a:moveTo>
                <a:lnTo>
                  <a:pt x="133350" y="266700"/>
                </a:lnTo>
                <a:lnTo>
                  <a:pt x="133350" y="276225"/>
                </a:lnTo>
                <a:lnTo>
                  <a:pt x="123825" y="276225"/>
                </a:lnTo>
                <a:close/>
                <a:moveTo>
                  <a:pt x="581025" y="266700"/>
                </a:moveTo>
                <a:lnTo>
                  <a:pt x="590550" y="266700"/>
                </a:lnTo>
                <a:lnTo>
                  <a:pt x="590550" y="285750"/>
                </a:lnTo>
                <a:lnTo>
                  <a:pt x="581025" y="285750"/>
                </a:lnTo>
                <a:close/>
                <a:moveTo>
                  <a:pt x="133350" y="276225"/>
                </a:moveTo>
                <a:lnTo>
                  <a:pt x="142875" y="276225"/>
                </a:lnTo>
                <a:lnTo>
                  <a:pt x="142875" y="295275"/>
                </a:lnTo>
                <a:lnTo>
                  <a:pt x="133350" y="295275"/>
                </a:lnTo>
                <a:close/>
                <a:moveTo>
                  <a:pt x="571500" y="285750"/>
                </a:moveTo>
                <a:lnTo>
                  <a:pt x="581025" y="285750"/>
                </a:lnTo>
                <a:lnTo>
                  <a:pt x="581025" y="333375"/>
                </a:lnTo>
                <a:lnTo>
                  <a:pt x="571500" y="333375"/>
                </a:lnTo>
                <a:close/>
                <a:moveTo>
                  <a:pt x="247650" y="295275"/>
                </a:moveTo>
                <a:lnTo>
                  <a:pt x="257175" y="295275"/>
                </a:lnTo>
                <a:lnTo>
                  <a:pt x="257175" y="304800"/>
                </a:lnTo>
                <a:lnTo>
                  <a:pt x="247650" y="304800"/>
                </a:lnTo>
                <a:close/>
                <a:moveTo>
                  <a:pt x="266700" y="295275"/>
                </a:moveTo>
                <a:lnTo>
                  <a:pt x="285750" y="295275"/>
                </a:lnTo>
                <a:lnTo>
                  <a:pt x="285750" y="304800"/>
                </a:lnTo>
                <a:lnTo>
                  <a:pt x="266700" y="304800"/>
                </a:lnTo>
                <a:close/>
                <a:moveTo>
                  <a:pt x="447675" y="295275"/>
                </a:moveTo>
                <a:lnTo>
                  <a:pt x="466725" y="295275"/>
                </a:lnTo>
                <a:lnTo>
                  <a:pt x="466725" y="314325"/>
                </a:lnTo>
                <a:lnTo>
                  <a:pt x="457200" y="314325"/>
                </a:lnTo>
                <a:lnTo>
                  <a:pt x="457200" y="304800"/>
                </a:lnTo>
                <a:lnTo>
                  <a:pt x="447675" y="304800"/>
                </a:lnTo>
                <a:close/>
                <a:moveTo>
                  <a:pt x="238125" y="304800"/>
                </a:moveTo>
                <a:lnTo>
                  <a:pt x="247650" y="304800"/>
                </a:lnTo>
                <a:lnTo>
                  <a:pt x="247650" y="333375"/>
                </a:lnTo>
                <a:lnTo>
                  <a:pt x="238125" y="333375"/>
                </a:lnTo>
                <a:close/>
                <a:moveTo>
                  <a:pt x="142875" y="323850"/>
                </a:moveTo>
                <a:lnTo>
                  <a:pt x="152400" y="323850"/>
                </a:lnTo>
                <a:lnTo>
                  <a:pt x="152400" y="342900"/>
                </a:lnTo>
                <a:lnTo>
                  <a:pt x="142875" y="342900"/>
                </a:lnTo>
                <a:close/>
                <a:moveTo>
                  <a:pt x="400050" y="333375"/>
                </a:moveTo>
                <a:lnTo>
                  <a:pt x="409575" y="333375"/>
                </a:lnTo>
                <a:lnTo>
                  <a:pt x="409575" y="342900"/>
                </a:lnTo>
                <a:lnTo>
                  <a:pt x="400050" y="342900"/>
                </a:lnTo>
                <a:close/>
                <a:moveTo>
                  <a:pt x="581025" y="333375"/>
                </a:moveTo>
                <a:lnTo>
                  <a:pt x="590550" y="333375"/>
                </a:lnTo>
                <a:lnTo>
                  <a:pt x="590550" y="342900"/>
                </a:lnTo>
                <a:lnTo>
                  <a:pt x="581025" y="342900"/>
                </a:lnTo>
                <a:close/>
                <a:moveTo>
                  <a:pt x="333375" y="342900"/>
                </a:moveTo>
                <a:lnTo>
                  <a:pt x="390525" y="342900"/>
                </a:lnTo>
                <a:lnTo>
                  <a:pt x="390525" y="352425"/>
                </a:lnTo>
                <a:lnTo>
                  <a:pt x="333375" y="352425"/>
                </a:lnTo>
                <a:close/>
                <a:moveTo>
                  <a:pt x="419100" y="342900"/>
                </a:moveTo>
                <a:lnTo>
                  <a:pt x="428625" y="342900"/>
                </a:lnTo>
                <a:lnTo>
                  <a:pt x="428625" y="352425"/>
                </a:lnTo>
                <a:lnTo>
                  <a:pt x="419100" y="352425"/>
                </a:lnTo>
                <a:close/>
                <a:moveTo>
                  <a:pt x="247650" y="352425"/>
                </a:moveTo>
                <a:lnTo>
                  <a:pt x="257175" y="352425"/>
                </a:lnTo>
                <a:lnTo>
                  <a:pt x="257175" y="361950"/>
                </a:lnTo>
                <a:lnTo>
                  <a:pt x="247650" y="361950"/>
                </a:lnTo>
                <a:close/>
                <a:moveTo>
                  <a:pt x="428625" y="352425"/>
                </a:moveTo>
                <a:lnTo>
                  <a:pt x="447675" y="352425"/>
                </a:lnTo>
                <a:lnTo>
                  <a:pt x="447675" y="371475"/>
                </a:lnTo>
                <a:lnTo>
                  <a:pt x="438150" y="371475"/>
                </a:lnTo>
                <a:lnTo>
                  <a:pt x="438150" y="361950"/>
                </a:lnTo>
                <a:lnTo>
                  <a:pt x="428625" y="361950"/>
                </a:lnTo>
                <a:close/>
                <a:moveTo>
                  <a:pt x="257175" y="361950"/>
                </a:moveTo>
                <a:lnTo>
                  <a:pt x="266700" y="361950"/>
                </a:lnTo>
                <a:lnTo>
                  <a:pt x="266700" y="371475"/>
                </a:lnTo>
                <a:lnTo>
                  <a:pt x="257175" y="371475"/>
                </a:lnTo>
                <a:close/>
                <a:moveTo>
                  <a:pt x="552450" y="400050"/>
                </a:moveTo>
                <a:lnTo>
                  <a:pt x="561975" y="400050"/>
                </a:lnTo>
                <a:lnTo>
                  <a:pt x="561975" y="409575"/>
                </a:lnTo>
                <a:lnTo>
                  <a:pt x="552450" y="409575"/>
                </a:lnTo>
                <a:close/>
                <a:moveTo>
                  <a:pt x="533400" y="409575"/>
                </a:moveTo>
                <a:lnTo>
                  <a:pt x="542925" y="409575"/>
                </a:lnTo>
                <a:lnTo>
                  <a:pt x="542925" y="428625"/>
                </a:lnTo>
                <a:lnTo>
                  <a:pt x="533400" y="428625"/>
                </a:lnTo>
                <a:close/>
                <a:moveTo>
                  <a:pt x="590550" y="409575"/>
                </a:moveTo>
                <a:lnTo>
                  <a:pt x="600075" y="409575"/>
                </a:lnTo>
                <a:lnTo>
                  <a:pt x="600075" y="438150"/>
                </a:lnTo>
                <a:lnTo>
                  <a:pt x="590550" y="438150"/>
                </a:lnTo>
                <a:lnTo>
                  <a:pt x="590550" y="495300"/>
                </a:lnTo>
                <a:lnTo>
                  <a:pt x="581025" y="495300"/>
                </a:lnTo>
                <a:lnTo>
                  <a:pt x="581025" y="523875"/>
                </a:lnTo>
                <a:lnTo>
                  <a:pt x="571500" y="523875"/>
                </a:lnTo>
                <a:lnTo>
                  <a:pt x="571500" y="504825"/>
                </a:lnTo>
                <a:lnTo>
                  <a:pt x="561975" y="504825"/>
                </a:lnTo>
                <a:lnTo>
                  <a:pt x="561975" y="495300"/>
                </a:lnTo>
                <a:lnTo>
                  <a:pt x="571500" y="495300"/>
                </a:lnTo>
                <a:lnTo>
                  <a:pt x="571500" y="428625"/>
                </a:lnTo>
                <a:lnTo>
                  <a:pt x="581025" y="428625"/>
                </a:lnTo>
                <a:lnTo>
                  <a:pt x="581025" y="419100"/>
                </a:lnTo>
                <a:lnTo>
                  <a:pt x="590550" y="419100"/>
                </a:lnTo>
                <a:close/>
                <a:moveTo>
                  <a:pt x="523875" y="428625"/>
                </a:moveTo>
                <a:lnTo>
                  <a:pt x="533400" y="428625"/>
                </a:lnTo>
                <a:lnTo>
                  <a:pt x="533400" y="438150"/>
                </a:lnTo>
                <a:lnTo>
                  <a:pt x="523875" y="438150"/>
                </a:lnTo>
                <a:close/>
                <a:moveTo>
                  <a:pt x="514350" y="438150"/>
                </a:moveTo>
                <a:lnTo>
                  <a:pt x="523875" y="438150"/>
                </a:lnTo>
                <a:lnTo>
                  <a:pt x="523875" y="457200"/>
                </a:lnTo>
                <a:lnTo>
                  <a:pt x="514350" y="457200"/>
                </a:lnTo>
                <a:close/>
                <a:moveTo>
                  <a:pt x="504825" y="457200"/>
                </a:moveTo>
                <a:lnTo>
                  <a:pt x="514350" y="457200"/>
                </a:lnTo>
                <a:lnTo>
                  <a:pt x="514350" y="466725"/>
                </a:lnTo>
                <a:lnTo>
                  <a:pt x="504825" y="466725"/>
                </a:lnTo>
                <a:close/>
                <a:moveTo>
                  <a:pt x="495300" y="466725"/>
                </a:moveTo>
                <a:lnTo>
                  <a:pt x="504825" y="466725"/>
                </a:lnTo>
                <a:lnTo>
                  <a:pt x="504825" y="476250"/>
                </a:lnTo>
                <a:lnTo>
                  <a:pt x="495300" y="476250"/>
                </a:lnTo>
                <a:close/>
                <a:moveTo>
                  <a:pt x="228600" y="476250"/>
                </a:moveTo>
                <a:lnTo>
                  <a:pt x="238125" y="476250"/>
                </a:lnTo>
                <a:lnTo>
                  <a:pt x="238125" y="485775"/>
                </a:lnTo>
                <a:lnTo>
                  <a:pt x="228600" y="485775"/>
                </a:lnTo>
                <a:close/>
                <a:moveTo>
                  <a:pt x="819150" y="476250"/>
                </a:moveTo>
                <a:lnTo>
                  <a:pt x="828675" y="476250"/>
                </a:lnTo>
                <a:lnTo>
                  <a:pt x="828675" y="495300"/>
                </a:lnTo>
                <a:lnTo>
                  <a:pt x="819150" y="495300"/>
                </a:lnTo>
                <a:close/>
                <a:moveTo>
                  <a:pt x="238125" y="485775"/>
                </a:moveTo>
                <a:lnTo>
                  <a:pt x="247650" y="485775"/>
                </a:lnTo>
                <a:lnTo>
                  <a:pt x="247650" y="495300"/>
                </a:lnTo>
                <a:lnTo>
                  <a:pt x="238125" y="495300"/>
                </a:lnTo>
                <a:close/>
                <a:moveTo>
                  <a:pt x="466725" y="485775"/>
                </a:moveTo>
                <a:lnTo>
                  <a:pt x="476250" y="485775"/>
                </a:lnTo>
                <a:lnTo>
                  <a:pt x="476250" y="514350"/>
                </a:lnTo>
                <a:lnTo>
                  <a:pt x="485775" y="514350"/>
                </a:lnTo>
                <a:lnTo>
                  <a:pt x="485775" y="523875"/>
                </a:lnTo>
                <a:lnTo>
                  <a:pt x="457200" y="523875"/>
                </a:lnTo>
                <a:lnTo>
                  <a:pt x="457200" y="514350"/>
                </a:lnTo>
                <a:lnTo>
                  <a:pt x="447675" y="514350"/>
                </a:lnTo>
                <a:lnTo>
                  <a:pt x="447675" y="504825"/>
                </a:lnTo>
                <a:lnTo>
                  <a:pt x="457200" y="504825"/>
                </a:lnTo>
                <a:lnTo>
                  <a:pt x="457200" y="495300"/>
                </a:lnTo>
                <a:lnTo>
                  <a:pt x="466725" y="495300"/>
                </a:lnTo>
                <a:close/>
                <a:moveTo>
                  <a:pt x="238125" y="504825"/>
                </a:moveTo>
                <a:lnTo>
                  <a:pt x="247650" y="504825"/>
                </a:lnTo>
                <a:lnTo>
                  <a:pt x="247650" y="523875"/>
                </a:lnTo>
                <a:lnTo>
                  <a:pt x="228600" y="523875"/>
                </a:lnTo>
                <a:lnTo>
                  <a:pt x="228600" y="514350"/>
                </a:lnTo>
                <a:lnTo>
                  <a:pt x="238125" y="514350"/>
                </a:lnTo>
                <a:close/>
                <a:moveTo>
                  <a:pt x="190500" y="514350"/>
                </a:moveTo>
                <a:lnTo>
                  <a:pt x="209550" y="514350"/>
                </a:lnTo>
                <a:lnTo>
                  <a:pt x="209550" y="523875"/>
                </a:lnTo>
                <a:lnTo>
                  <a:pt x="190500" y="523875"/>
                </a:lnTo>
                <a:close/>
                <a:moveTo>
                  <a:pt x="800100" y="523875"/>
                </a:moveTo>
                <a:lnTo>
                  <a:pt x="809625" y="523875"/>
                </a:lnTo>
                <a:lnTo>
                  <a:pt x="809625" y="533400"/>
                </a:lnTo>
                <a:lnTo>
                  <a:pt x="800100" y="533400"/>
                </a:lnTo>
                <a:close/>
                <a:moveTo>
                  <a:pt x="504825" y="533400"/>
                </a:moveTo>
                <a:lnTo>
                  <a:pt x="523875" y="533400"/>
                </a:lnTo>
                <a:lnTo>
                  <a:pt x="523875" y="542925"/>
                </a:lnTo>
                <a:lnTo>
                  <a:pt x="542925" y="542925"/>
                </a:lnTo>
                <a:lnTo>
                  <a:pt x="542925" y="552450"/>
                </a:lnTo>
                <a:lnTo>
                  <a:pt x="514350" y="552450"/>
                </a:lnTo>
                <a:lnTo>
                  <a:pt x="514350" y="542925"/>
                </a:lnTo>
                <a:lnTo>
                  <a:pt x="504825" y="542925"/>
                </a:lnTo>
                <a:close/>
                <a:moveTo>
                  <a:pt x="581025" y="533400"/>
                </a:moveTo>
                <a:lnTo>
                  <a:pt x="590550" y="533400"/>
                </a:lnTo>
                <a:lnTo>
                  <a:pt x="590550" y="542925"/>
                </a:lnTo>
                <a:lnTo>
                  <a:pt x="600075" y="542925"/>
                </a:lnTo>
                <a:lnTo>
                  <a:pt x="600075" y="561975"/>
                </a:lnTo>
                <a:lnTo>
                  <a:pt x="609600" y="561975"/>
                </a:lnTo>
                <a:lnTo>
                  <a:pt x="609600" y="571500"/>
                </a:lnTo>
                <a:lnTo>
                  <a:pt x="600075" y="571500"/>
                </a:lnTo>
                <a:lnTo>
                  <a:pt x="600075" y="590550"/>
                </a:lnTo>
                <a:lnTo>
                  <a:pt x="590550" y="590550"/>
                </a:lnTo>
                <a:lnTo>
                  <a:pt x="590550" y="581025"/>
                </a:lnTo>
                <a:lnTo>
                  <a:pt x="571500" y="581025"/>
                </a:lnTo>
                <a:lnTo>
                  <a:pt x="571500" y="571500"/>
                </a:lnTo>
                <a:lnTo>
                  <a:pt x="561975" y="571500"/>
                </a:lnTo>
                <a:lnTo>
                  <a:pt x="561975" y="561975"/>
                </a:lnTo>
                <a:lnTo>
                  <a:pt x="542925" y="561975"/>
                </a:lnTo>
                <a:lnTo>
                  <a:pt x="542925" y="552450"/>
                </a:lnTo>
                <a:lnTo>
                  <a:pt x="561975" y="552450"/>
                </a:lnTo>
                <a:lnTo>
                  <a:pt x="561975" y="561975"/>
                </a:lnTo>
                <a:lnTo>
                  <a:pt x="581025" y="561975"/>
                </a:lnTo>
                <a:close/>
                <a:moveTo>
                  <a:pt x="790575" y="533400"/>
                </a:moveTo>
                <a:lnTo>
                  <a:pt x="800100" y="533400"/>
                </a:lnTo>
                <a:lnTo>
                  <a:pt x="800100" y="542925"/>
                </a:lnTo>
                <a:lnTo>
                  <a:pt x="790575" y="542925"/>
                </a:lnTo>
                <a:close/>
                <a:moveTo>
                  <a:pt x="771525" y="561975"/>
                </a:moveTo>
                <a:lnTo>
                  <a:pt x="781050" y="561975"/>
                </a:lnTo>
                <a:lnTo>
                  <a:pt x="781050" y="571500"/>
                </a:lnTo>
                <a:lnTo>
                  <a:pt x="771525" y="571500"/>
                </a:lnTo>
                <a:close/>
                <a:moveTo>
                  <a:pt x="752475" y="581025"/>
                </a:moveTo>
                <a:lnTo>
                  <a:pt x="762000" y="581025"/>
                </a:lnTo>
                <a:lnTo>
                  <a:pt x="762000" y="590550"/>
                </a:lnTo>
                <a:lnTo>
                  <a:pt x="752475" y="590550"/>
                </a:lnTo>
                <a:close/>
                <a:moveTo>
                  <a:pt x="95250" y="590550"/>
                </a:moveTo>
                <a:lnTo>
                  <a:pt x="104775" y="590550"/>
                </a:lnTo>
                <a:lnTo>
                  <a:pt x="104775" y="609600"/>
                </a:lnTo>
                <a:lnTo>
                  <a:pt x="95250" y="609600"/>
                </a:lnTo>
                <a:close/>
                <a:moveTo>
                  <a:pt x="742950" y="590550"/>
                </a:moveTo>
                <a:lnTo>
                  <a:pt x="752475" y="590550"/>
                </a:lnTo>
                <a:lnTo>
                  <a:pt x="752475" y="609600"/>
                </a:lnTo>
                <a:lnTo>
                  <a:pt x="742950" y="609600"/>
                </a:lnTo>
                <a:close/>
                <a:moveTo>
                  <a:pt x="85725" y="609600"/>
                </a:moveTo>
                <a:lnTo>
                  <a:pt x="95250" y="609600"/>
                </a:lnTo>
                <a:lnTo>
                  <a:pt x="95250" y="619125"/>
                </a:lnTo>
                <a:lnTo>
                  <a:pt x="85725" y="619125"/>
                </a:lnTo>
                <a:close/>
                <a:moveTo>
                  <a:pt x="733425" y="609600"/>
                </a:moveTo>
                <a:lnTo>
                  <a:pt x="742950" y="609600"/>
                </a:lnTo>
                <a:lnTo>
                  <a:pt x="742950" y="619125"/>
                </a:lnTo>
                <a:lnTo>
                  <a:pt x="733425" y="619125"/>
                </a:lnTo>
                <a:close/>
                <a:moveTo>
                  <a:pt x="76200" y="619125"/>
                </a:moveTo>
                <a:lnTo>
                  <a:pt x="85725" y="619125"/>
                </a:lnTo>
                <a:lnTo>
                  <a:pt x="85725" y="628650"/>
                </a:lnTo>
                <a:lnTo>
                  <a:pt x="76200" y="628650"/>
                </a:lnTo>
                <a:close/>
                <a:moveTo>
                  <a:pt x="66675" y="638175"/>
                </a:moveTo>
                <a:lnTo>
                  <a:pt x="76200" y="638175"/>
                </a:lnTo>
                <a:lnTo>
                  <a:pt x="76200" y="647700"/>
                </a:lnTo>
                <a:lnTo>
                  <a:pt x="66675" y="647700"/>
                </a:lnTo>
                <a:close/>
                <a:moveTo>
                  <a:pt x="752475" y="638175"/>
                </a:moveTo>
                <a:lnTo>
                  <a:pt x="762000" y="638175"/>
                </a:lnTo>
                <a:lnTo>
                  <a:pt x="762000" y="723900"/>
                </a:lnTo>
                <a:lnTo>
                  <a:pt x="752475" y="723900"/>
                </a:lnTo>
                <a:lnTo>
                  <a:pt x="752475" y="685800"/>
                </a:lnTo>
                <a:lnTo>
                  <a:pt x="742950" y="685800"/>
                </a:lnTo>
                <a:lnTo>
                  <a:pt x="742950" y="666750"/>
                </a:lnTo>
                <a:lnTo>
                  <a:pt x="752475" y="666750"/>
                </a:lnTo>
                <a:close/>
                <a:moveTo>
                  <a:pt x="57150" y="647700"/>
                </a:moveTo>
                <a:lnTo>
                  <a:pt x="66675" y="647700"/>
                </a:lnTo>
                <a:lnTo>
                  <a:pt x="66675" y="657225"/>
                </a:lnTo>
                <a:lnTo>
                  <a:pt x="57150" y="657225"/>
                </a:lnTo>
                <a:close/>
                <a:moveTo>
                  <a:pt x="28575" y="771525"/>
                </a:moveTo>
                <a:lnTo>
                  <a:pt x="38100" y="771525"/>
                </a:lnTo>
                <a:lnTo>
                  <a:pt x="38100" y="790575"/>
                </a:lnTo>
                <a:lnTo>
                  <a:pt x="28575" y="790575"/>
                </a:lnTo>
                <a:close/>
                <a:moveTo>
                  <a:pt x="38100" y="790575"/>
                </a:moveTo>
                <a:lnTo>
                  <a:pt x="47625" y="790575"/>
                </a:lnTo>
                <a:lnTo>
                  <a:pt x="47625" y="800100"/>
                </a:lnTo>
                <a:lnTo>
                  <a:pt x="38100" y="800100"/>
                </a:lnTo>
                <a:close/>
                <a:moveTo>
                  <a:pt x="723900" y="800100"/>
                </a:moveTo>
                <a:lnTo>
                  <a:pt x="733425" y="800100"/>
                </a:lnTo>
                <a:lnTo>
                  <a:pt x="733425" y="809625"/>
                </a:lnTo>
                <a:lnTo>
                  <a:pt x="723900" y="809625"/>
                </a:lnTo>
                <a:close/>
                <a:moveTo>
                  <a:pt x="561975" y="809625"/>
                </a:moveTo>
                <a:lnTo>
                  <a:pt x="571500" y="809625"/>
                </a:lnTo>
                <a:lnTo>
                  <a:pt x="571500" y="819150"/>
                </a:lnTo>
                <a:lnTo>
                  <a:pt x="561975" y="819150"/>
                </a:lnTo>
                <a:close/>
                <a:moveTo>
                  <a:pt x="600075" y="809625"/>
                </a:moveTo>
                <a:lnTo>
                  <a:pt x="657225" y="809625"/>
                </a:lnTo>
                <a:lnTo>
                  <a:pt x="657225" y="819150"/>
                </a:lnTo>
                <a:lnTo>
                  <a:pt x="685800" y="819150"/>
                </a:lnTo>
                <a:lnTo>
                  <a:pt x="685800" y="828675"/>
                </a:lnTo>
                <a:lnTo>
                  <a:pt x="628650" y="828675"/>
                </a:lnTo>
                <a:lnTo>
                  <a:pt x="628650" y="819150"/>
                </a:lnTo>
                <a:lnTo>
                  <a:pt x="600075" y="819150"/>
                </a:lnTo>
                <a:close/>
                <a:moveTo>
                  <a:pt x="714375" y="809625"/>
                </a:moveTo>
                <a:lnTo>
                  <a:pt x="723900" y="809625"/>
                </a:lnTo>
                <a:lnTo>
                  <a:pt x="723900" y="819150"/>
                </a:lnTo>
                <a:lnTo>
                  <a:pt x="714375" y="819150"/>
                </a:lnTo>
                <a:close/>
                <a:moveTo>
                  <a:pt x="85725" y="819150"/>
                </a:moveTo>
                <a:lnTo>
                  <a:pt x="104775" y="819150"/>
                </a:lnTo>
                <a:lnTo>
                  <a:pt x="104775" y="828675"/>
                </a:lnTo>
                <a:lnTo>
                  <a:pt x="85725" y="828675"/>
                </a:lnTo>
                <a:close/>
                <a:moveTo>
                  <a:pt x="180975" y="819150"/>
                </a:moveTo>
                <a:lnTo>
                  <a:pt x="266700" y="819150"/>
                </a:lnTo>
                <a:lnTo>
                  <a:pt x="266700" y="828675"/>
                </a:lnTo>
                <a:lnTo>
                  <a:pt x="180975" y="828675"/>
                </a:lnTo>
                <a:close/>
                <a:moveTo>
                  <a:pt x="447675" y="819150"/>
                </a:moveTo>
                <a:lnTo>
                  <a:pt x="561975" y="819150"/>
                </a:lnTo>
                <a:lnTo>
                  <a:pt x="561975" y="828675"/>
                </a:lnTo>
                <a:lnTo>
                  <a:pt x="447675" y="828675"/>
                </a:lnTo>
                <a:close/>
              </a:path>
            </a:pathLst>
          </a:custGeom>
          <a:solidFill xmlns:a="http://schemas.openxmlformats.org/drawingml/2006/main">
            <a:srgbClr val="F5EEDE"/>
          </a:solidFill>
          <a:ln xmlns:a="http://schemas.openxmlformats.org/drawingml/2006/main" w="0">
            <a:noFill/>
          </a:ln>
        </p:spPr>
      </p:sp>
      <p:sp>
        <p:nvSpPr>
          <p:cNvPr id="15" name="impact vector #f4eedf">
            <a:extLst xmlns:a="http://schemas.openxmlformats.org/drawingml/2006/main">
              <a:ext uri="{FF2B5EF4-FFF2-40B4-BE49-F238E27FC236}">
                <a16:creationId xmlns:a16="http://schemas.microsoft.com/office/drawing/2014/main" id="{09B91437-9513-42D9-B5EA-3C433580147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000250" y="1524000"/>
            <a:ext cx="857250" cy="847725"/>
          </a:xfrm>
          <a:custGeom xmlns:a="http://schemas.openxmlformats.org/drawingml/2006/main">
            <a:pathLst>
              <a:path w="857250" h="847725">
                <a:moveTo>
                  <a:pt x="228600" y="9525"/>
                </a:moveTo>
                <a:lnTo>
                  <a:pt x="333375" y="9525"/>
                </a:lnTo>
                <a:lnTo>
                  <a:pt x="333375" y="19050"/>
                </a:lnTo>
                <a:lnTo>
                  <a:pt x="228600" y="19050"/>
                </a:lnTo>
                <a:close/>
                <a:moveTo>
                  <a:pt x="342900" y="9525"/>
                </a:moveTo>
                <a:lnTo>
                  <a:pt x="371475" y="9525"/>
                </a:lnTo>
                <a:lnTo>
                  <a:pt x="371475" y="19050"/>
                </a:lnTo>
                <a:lnTo>
                  <a:pt x="381000" y="19050"/>
                </a:lnTo>
                <a:lnTo>
                  <a:pt x="381000" y="9525"/>
                </a:lnTo>
                <a:lnTo>
                  <a:pt x="457200" y="9525"/>
                </a:lnTo>
                <a:lnTo>
                  <a:pt x="457200" y="19050"/>
                </a:lnTo>
                <a:lnTo>
                  <a:pt x="495300" y="19050"/>
                </a:lnTo>
                <a:lnTo>
                  <a:pt x="495300" y="28575"/>
                </a:lnTo>
                <a:lnTo>
                  <a:pt x="447675" y="28575"/>
                </a:lnTo>
                <a:lnTo>
                  <a:pt x="447675" y="19050"/>
                </a:lnTo>
                <a:lnTo>
                  <a:pt x="390525" y="19050"/>
                </a:lnTo>
                <a:lnTo>
                  <a:pt x="390525" y="28575"/>
                </a:lnTo>
                <a:lnTo>
                  <a:pt x="361950" y="28575"/>
                </a:lnTo>
                <a:lnTo>
                  <a:pt x="361950" y="19050"/>
                </a:lnTo>
                <a:lnTo>
                  <a:pt x="342900" y="19050"/>
                </a:lnTo>
                <a:close/>
                <a:moveTo>
                  <a:pt x="209550" y="19050"/>
                </a:moveTo>
                <a:lnTo>
                  <a:pt x="219075" y="19050"/>
                </a:lnTo>
                <a:lnTo>
                  <a:pt x="219075" y="28575"/>
                </a:lnTo>
                <a:lnTo>
                  <a:pt x="209550" y="28575"/>
                </a:lnTo>
                <a:close/>
                <a:moveTo>
                  <a:pt x="533400" y="19050"/>
                </a:moveTo>
                <a:lnTo>
                  <a:pt x="542925" y="19050"/>
                </a:lnTo>
                <a:lnTo>
                  <a:pt x="542925" y="28575"/>
                </a:lnTo>
                <a:lnTo>
                  <a:pt x="552450" y="28575"/>
                </a:lnTo>
                <a:lnTo>
                  <a:pt x="552450" y="57150"/>
                </a:lnTo>
                <a:lnTo>
                  <a:pt x="542925" y="57150"/>
                </a:lnTo>
                <a:lnTo>
                  <a:pt x="542925" y="47625"/>
                </a:lnTo>
                <a:lnTo>
                  <a:pt x="533400" y="47625"/>
                </a:lnTo>
                <a:lnTo>
                  <a:pt x="533400" y="38100"/>
                </a:lnTo>
                <a:lnTo>
                  <a:pt x="514350" y="38100"/>
                </a:lnTo>
                <a:lnTo>
                  <a:pt x="514350" y="28575"/>
                </a:lnTo>
                <a:lnTo>
                  <a:pt x="533400" y="28575"/>
                </a:lnTo>
                <a:close/>
                <a:moveTo>
                  <a:pt x="161925" y="47625"/>
                </a:moveTo>
                <a:lnTo>
                  <a:pt x="171450" y="47625"/>
                </a:lnTo>
                <a:lnTo>
                  <a:pt x="171450" y="57150"/>
                </a:lnTo>
                <a:lnTo>
                  <a:pt x="161925" y="57150"/>
                </a:lnTo>
                <a:close/>
                <a:moveTo>
                  <a:pt x="142875" y="76200"/>
                </a:moveTo>
                <a:lnTo>
                  <a:pt x="152400" y="76200"/>
                </a:lnTo>
                <a:lnTo>
                  <a:pt x="152400" y="85725"/>
                </a:lnTo>
                <a:lnTo>
                  <a:pt x="142875" y="85725"/>
                </a:lnTo>
                <a:close/>
                <a:moveTo>
                  <a:pt x="561975" y="76200"/>
                </a:moveTo>
                <a:lnTo>
                  <a:pt x="571500" y="76200"/>
                </a:lnTo>
                <a:lnTo>
                  <a:pt x="571500" y="85725"/>
                </a:lnTo>
                <a:lnTo>
                  <a:pt x="561975" y="85725"/>
                </a:lnTo>
                <a:close/>
                <a:moveTo>
                  <a:pt x="142875" y="95250"/>
                </a:moveTo>
                <a:lnTo>
                  <a:pt x="152400" y="95250"/>
                </a:lnTo>
                <a:lnTo>
                  <a:pt x="152400" y="104775"/>
                </a:lnTo>
                <a:lnTo>
                  <a:pt x="142875" y="104775"/>
                </a:lnTo>
                <a:close/>
                <a:moveTo>
                  <a:pt x="133350" y="104775"/>
                </a:moveTo>
                <a:lnTo>
                  <a:pt x="142875" y="104775"/>
                </a:lnTo>
                <a:lnTo>
                  <a:pt x="142875" y="123825"/>
                </a:lnTo>
                <a:lnTo>
                  <a:pt x="133350" y="123825"/>
                </a:lnTo>
                <a:close/>
                <a:moveTo>
                  <a:pt x="590550" y="152400"/>
                </a:moveTo>
                <a:lnTo>
                  <a:pt x="600075" y="152400"/>
                </a:lnTo>
                <a:lnTo>
                  <a:pt x="600075" y="171450"/>
                </a:lnTo>
                <a:lnTo>
                  <a:pt x="590550" y="171450"/>
                </a:lnTo>
                <a:close/>
                <a:moveTo>
                  <a:pt x="114300" y="161925"/>
                </a:moveTo>
                <a:lnTo>
                  <a:pt x="123825" y="161925"/>
                </a:lnTo>
                <a:lnTo>
                  <a:pt x="123825" y="171450"/>
                </a:lnTo>
                <a:lnTo>
                  <a:pt x="114300" y="171450"/>
                </a:lnTo>
                <a:close/>
                <a:moveTo>
                  <a:pt x="600075" y="180975"/>
                </a:moveTo>
                <a:lnTo>
                  <a:pt x="609600" y="180975"/>
                </a:lnTo>
                <a:lnTo>
                  <a:pt x="609600" y="190500"/>
                </a:lnTo>
                <a:lnTo>
                  <a:pt x="600075" y="190500"/>
                </a:lnTo>
                <a:close/>
                <a:moveTo>
                  <a:pt x="609600" y="200025"/>
                </a:moveTo>
                <a:lnTo>
                  <a:pt x="619125" y="200025"/>
                </a:lnTo>
                <a:lnTo>
                  <a:pt x="619125" y="228600"/>
                </a:lnTo>
                <a:lnTo>
                  <a:pt x="609600" y="228600"/>
                </a:lnTo>
                <a:close/>
                <a:moveTo>
                  <a:pt x="104775" y="238125"/>
                </a:moveTo>
                <a:lnTo>
                  <a:pt x="114300" y="238125"/>
                </a:lnTo>
                <a:lnTo>
                  <a:pt x="114300" y="247650"/>
                </a:lnTo>
                <a:lnTo>
                  <a:pt x="104775" y="247650"/>
                </a:lnTo>
                <a:close/>
                <a:moveTo>
                  <a:pt x="609600" y="238125"/>
                </a:moveTo>
                <a:lnTo>
                  <a:pt x="628650" y="238125"/>
                </a:lnTo>
                <a:lnTo>
                  <a:pt x="628650" y="257175"/>
                </a:lnTo>
                <a:lnTo>
                  <a:pt x="619125" y="257175"/>
                </a:lnTo>
                <a:lnTo>
                  <a:pt x="619125" y="266700"/>
                </a:lnTo>
                <a:lnTo>
                  <a:pt x="609600" y="266700"/>
                </a:lnTo>
                <a:close/>
                <a:moveTo>
                  <a:pt x="114300" y="257175"/>
                </a:moveTo>
                <a:lnTo>
                  <a:pt x="123825" y="257175"/>
                </a:lnTo>
                <a:lnTo>
                  <a:pt x="123825" y="276225"/>
                </a:lnTo>
                <a:lnTo>
                  <a:pt x="104775" y="276225"/>
                </a:lnTo>
                <a:lnTo>
                  <a:pt x="104775" y="266700"/>
                </a:lnTo>
                <a:lnTo>
                  <a:pt x="114300" y="266700"/>
                </a:lnTo>
                <a:close/>
                <a:moveTo>
                  <a:pt x="590550" y="266700"/>
                </a:moveTo>
                <a:lnTo>
                  <a:pt x="609600" y="266700"/>
                </a:lnTo>
                <a:lnTo>
                  <a:pt x="609600" y="276225"/>
                </a:lnTo>
                <a:lnTo>
                  <a:pt x="600075" y="276225"/>
                </a:lnTo>
                <a:lnTo>
                  <a:pt x="600075" y="285750"/>
                </a:lnTo>
                <a:lnTo>
                  <a:pt x="590550" y="285750"/>
                </a:lnTo>
                <a:close/>
                <a:moveTo>
                  <a:pt x="123825" y="276225"/>
                </a:moveTo>
                <a:lnTo>
                  <a:pt x="133350" y="276225"/>
                </a:lnTo>
                <a:lnTo>
                  <a:pt x="133350" y="285750"/>
                </a:lnTo>
                <a:lnTo>
                  <a:pt x="123825" y="285750"/>
                </a:lnTo>
                <a:close/>
                <a:moveTo>
                  <a:pt x="133350" y="295275"/>
                </a:moveTo>
                <a:lnTo>
                  <a:pt x="142875" y="295275"/>
                </a:lnTo>
                <a:lnTo>
                  <a:pt x="142875" y="304800"/>
                </a:lnTo>
                <a:lnTo>
                  <a:pt x="133350" y="304800"/>
                </a:lnTo>
                <a:close/>
                <a:moveTo>
                  <a:pt x="257175" y="295275"/>
                </a:moveTo>
                <a:lnTo>
                  <a:pt x="266700" y="295275"/>
                </a:lnTo>
                <a:lnTo>
                  <a:pt x="266700" y="304800"/>
                </a:lnTo>
                <a:lnTo>
                  <a:pt x="257175" y="304800"/>
                </a:lnTo>
                <a:close/>
                <a:moveTo>
                  <a:pt x="247650" y="304800"/>
                </a:moveTo>
                <a:lnTo>
                  <a:pt x="257175" y="304800"/>
                </a:lnTo>
                <a:lnTo>
                  <a:pt x="257175" y="314325"/>
                </a:lnTo>
                <a:lnTo>
                  <a:pt x="247650" y="314325"/>
                </a:lnTo>
                <a:close/>
                <a:moveTo>
                  <a:pt x="266700" y="304800"/>
                </a:moveTo>
                <a:lnTo>
                  <a:pt x="304800" y="304800"/>
                </a:lnTo>
                <a:lnTo>
                  <a:pt x="304800" y="314325"/>
                </a:lnTo>
                <a:lnTo>
                  <a:pt x="266700" y="314325"/>
                </a:lnTo>
                <a:close/>
                <a:moveTo>
                  <a:pt x="333375" y="304800"/>
                </a:moveTo>
                <a:lnTo>
                  <a:pt x="352425" y="304800"/>
                </a:lnTo>
                <a:lnTo>
                  <a:pt x="352425" y="323850"/>
                </a:lnTo>
                <a:lnTo>
                  <a:pt x="333375" y="323850"/>
                </a:lnTo>
                <a:close/>
                <a:moveTo>
                  <a:pt x="581025" y="314325"/>
                </a:moveTo>
                <a:lnTo>
                  <a:pt x="590550" y="314325"/>
                </a:lnTo>
                <a:lnTo>
                  <a:pt x="590550" y="333375"/>
                </a:lnTo>
                <a:lnTo>
                  <a:pt x="581025" y="333375"/>
                </a:lnTo>
                <a:close/>
                <a:moveTo>
                  <a:pt x="390525" y="323850"/>
                </a:moveTo>
                <a:lnTo>
                  <a:pt x="428625" y="323850"/>
                </a:lnTo>
                <a:lnTo>
                  <a:pt x="428625" y="333375"/>
                </a:lnTo>
                <a:lnTo>
                  <a:pt x="438150" y="333375"/>
                </a:lnTo>
                <a:lnTo>
                  <a:pt x="438150" y="352425"/>
                </a:lnTo>
                <a:lnTo>
                  <a:pt x="428625" y="352425"/>
                </a:lnTo>
                <a:lnTo>
                  <a:pt x="428625" y="342900"/>
                </a:lnTo>
                <a:lnTo>
                  <a:pt x="409575" y="342900"/>
                </a:lnTo>
                <a:lnTo>
                  <a:pt x="409575" y="333375"/>
                </a:lnTo>
                <a:lnTo>
                  <a:pt x="400050" y="333375"/>
                </a:lnTo>
                <a:lnTo>
                  <a:pt x="400050" y="342900"/>
                </a:lnTo>
                <a:lnTo>
                  <a:pt x="333375" y="342900"/>
                </a:lnTo>
                <a:lnTo>
                  <a:pt x="333375" y="333375"/>
                </a:lnTo>
                <a:lnTo>
                  <a:pt x="390525" y="333375"/>
                </a:lnTo>
                <a:close/>
                <a:moveTo>
                  <a:pt x="304800" y="333375"/>
                </a:moveTo>
                <a:lnTo>
                  <a:pt x="314325" y="333375"/>
                </a:lnTo>
                <a:lnTo>
                  <a:pt x="314325" y="342900"/>
                </a:lnTo>
                <a:lnTo>
                  <a:pt x="304800" y="342900"/>
                </a:lnTo>
                <a:close/>
                <a:moveTo>
                  <a:pt x="247650" y="342900"/>
                </a:moveTo>
                <a:lnTo>
                  <a:pt x="257175" y="342900"/>
                </a:lnTo>
                <a:lnTo>
                  <a:pt x="257175" y="352425"/>
                </a:lnTo>
                <a:lnTo>
                  <a:pt x="247650" y="352425"/>
                </a:lnTo>
                <a:close/>
                <a:moveTo>
                  <a:pt x="295275" y="342900"/>
                </a:moveTo>
                <a:lnTo>
                  <a:pt x="304800" y="342900"/>
                </a:lnTo>
                <a:lnTo>
                  <a:pt x="304800" y="352425"/>
                </a:lnTo>
                <a:lnTo>
                  <a:pt x="295275" y="352425"/>
                </a:lnTo>
                <a:close/>
                <a:moveTo>
                  <a:pt x="257175" y="352425"/>
                </a:moveTo>
                <a:lnTo>
                  <a:pt x="266700" y="352425"/>
                </a:lnTo>
                <a:lnTo>
                  <a:pt x="266700" y="361950"/>
                </a:lnTo>
                <a:lnTo>
                  <a:pt x="257175" y="361950"/>
                </a:lnTo>
                <a:close/>
                <a:moveTo>
                  <a:pt x="266700" y="361950"/>
                </a:moveTo>
                <a:lnTo>
                  <a:pt x="276225" y="361950"/>
                </a:lnTo>
                <a:lnTo>
                  <a:pt x="276225" y="371475"/>
                </a:lnTo>
                <a:lnTo>
                  <a:pt x="266700" y="371475"/>
                </a:lnTo>
                <a:close/>
                <a:moveTo>
                  <a:pt x="542925" y="409575"/>
                </a:moveTo>
                <a:lnTo>
                  <a:pt x="552450" y="409575"/>
                </a:lnTo>
                <a:lnTo>
                  <a:pt x="552450" y="419100"/>
                </a:lnTo>
                <a:lnTo>
                  <a:pt x="542925" y="419100"/>
                </a:lnTo>
                <a:close/>
                <a:moveTo>
                  <a:pt x="561975" y="409575"/>
                </a:moveTo>
                <a:lnTo>
                  <a:pt x="571500" y="409575"/>
                </a:lnTo>
                <a:lnTo>
                  <a:pt x="571500" y="419100"/>
                </a:lnTo>
                <a:lnTo>
                  <a:pt x="581025" y="419100"/>
                </a:lnTo>
                <a:lnTo>
                  <a:pt x="581025" y="428625"/>
                </a:lnTo>
                <a:lnTo>
                  <a:pt x="561975" y="428625"/>
                </a:lnTo>
                <a:close/>
                <a:moveTo>
                  <a:pt x="828675" y="419100"/>
                </a:moveTo>
                <a:lnTo>
                  <a:pt x="838200" y="419100"/>
                </a:lnTo>
                <a:lnTo>
                  <a:pt x="838200" y="428625"/>
                </a:lnTo>
                <a:lnTo>
                  <a:pt x="828675" y="428625"/>
                </a:lnTo>
                <a:close/>
                <a:moveTo>
                  <a:pt x="523875" y="438150"/>
                </a:moveTo>
                <a:lnTo>
                  <a:pt x="533400" y="438150"/>
                </a:lnTo>
                <a:lnTo>
                  <a:pt x="533400" y="447675"/>
                </a:lnTo>
                <a:lnTo>
                  <a:pt x="523875" y="447675"/>
                </a:lnTo>
                <a:close/>
                <a:moveTo>
                  <a:pt x="561975" y="447675"/>
                </a:moveTo>
                <a:lnTo>
                  <a:pt x="571500" y="447675"/>
                </a:lnTo>
                <a:lnTo>
                  <a:pt x="571500" y="495300"/>
                </a:lnTo>
                <a:lnTo>
                  <a:pt x="561975" y="495300"/>
                </a:lnTo>
                <a:close/>
                <a:moveTo>
                  <a:pt x="514350" y="457200"/>
                </a:moveTo>
                <a:lnTo>
                  <a:pt x="523875" y="457200"/>
                </a:lnTo>
                <a:lnTo>
                  <a:pt x="523875" y="466725"/>
                </a:lnTo>
                <a:lnTo>
                  <a:pt x="514350" y="466725"/>
                </a:lnTo>
                <a:close/>
                <a:moveTo>
                  <a:pt x="504825" y="466725"/>
                </a:moveTo>
                <a:lnTo>
                  <a:pt x="514350" y="466725"/>
                </a:lnTo>
                <a:lnTo>
                  <a:pt x="514350" y="476250"/>
                </a:lnTo>
                <a:lnTo>
                  <a:pt x="504825" y="476250"/>
                </a:lnTo>
                <a:close/>
                <a:moveTo>
                  <a:pt x="485775" y="476250"/>
                </a:moveTo>
                <a:lnTo>
                  <a:pt x="504825" y="476250"/>
                </a:lnTo>
                <a:lnTo>
                  <a:pt x="504825" y="485775"/>
                </a:lnTo>
                <a:lnTo>
                  <a:pt x="485775" y="485775"/>
                </a:lnTo>
                <a:close/>
                <a:moveTo>
                  <a:pt x="828675" y="476250"/>
                </a:moveTo>
                <a:lnTo>
                  <a:pt x="838200" y="476250"/>
                </a:lnTo>
                <a:lnTo>
                  <a:pt x="838200" y="495300"/>
                </a:lnTo>
                <a:lnTo>
                  <a:pt x="828675" y="495300"/>
                </a:lnTo>
                <a:close/>
                <a:moveTo>
                  <a:pt x="476250" y="485775"/>
                </a:moveTo>
                <a:lnTo>
                  <a:pt x="485775" y="485775"/>
                </a:lnTo>
                <a:lnTo>
                  <a:pt x="485775" y="514350"/>
                </a:lnTo>
                <a:lnTo>
                  <a:pt x="476250" y="514350"/>
                </a:lnTo>
                <a:close/>
                <a:moveTo>
                  <a:pt x="228600" y="495300"/>
                </a:moveTo>
                <a:lnTo>
                  <a:pt x="238125" y="495300"/>
                </a:lnTo>
                <a:lnTo>
                  <a:pt x="238125" y="514350"/>
                </a:lnTo>
                <a:lnTo>
                  <a:pt x="219075" y="514350"/>
                </a:lnTo>
                <a:lnTo>
                  <a:pt x="219075" y="504825"/>
                </a:lnTo>
                <a:lnTo>
                  <a:pt x="228600" y="504825"/>
                </a:lnTo>
                <a:close/>
                <a:moveTo>
                  <a:pt x="819150" y="495300"/>
                </a:moveTo>
                <a:lnTo>
                  <a:pt x="828675" y="495300"/>
                </a:lnTo>
                <a:lnTo>
                  <a:pt x="828675" y="504825"/>
                </a:lnTo>
                <a:lnTo>
                  <a:pt x="819150" y="504825"/>
                </a:lnTo>
                <a:close/>
                <a:moveTo>
                  <a:pt x="561975" y="504825"/>
                </a:moveTo>
                <a:lnTo>
                  <a:pt x="571500" y="504825"/>
                </a:lnTo>
                <a:lnTo>
                  <a:pt x="571500" y="523875"/>
                </a:lnTo>
                <a:lnTo>
                  <a:pt x="561975" y="523875"/>
                </a:lnTo>
                <a:close/>
                <a:moveTo>
                  <a:pt x="485775" y="514350"/>
                </a:moveTo>
                <a:lnTo>
                  <a:pt x="495300" y="514350"/>
                </a:lnTo>
                <a:lnTo>
                  <a:pt x="495300" y="523875"/>
                </a:lnTo>
                <a:lnTo>
                  <a:pt x="485775" y="523875"/>
                </a:lnTo>
                <a:close/>
                <a:moveTo>
                  <a:pt x="504825" y="523875"/>
                </a:moveTo>
                <a:lnTo>
                  <a:pt x="514350" y="523875"/>
                </a:lnTo>
                <a:lnTo>
                  <a:pt x="514350" y="533400"/>
                </a:lnTo>
                <a:lnTo>
                  <a:pt x="504825" y="533400"/>
                </a:lnTo>
                <a:close/>
                <a:moveTo>
                  <a:pt x="571500" y="523875"/>
                </a:moveTo>
                <a:lnTo>
                  <a:pt x="581025" y="523875"/>
                </a:lnTo>
                <a:lnTo>
                  <a:pt x="581025" y="561975"/>
                </a:lnTo>
                <a:lnTo>
                  <a:pt x="561975" y="561975"/>
                </a:lnTo>
                <a:lnTo>
                  <a:pt x="561975" y="542925"/>
                </a:lnTo>
                <a:lnTo>
                  <a:pt x="571500" y="542925"/>
                </a:lnTo>
                <a:close/>
                <a:moveTo>
                  <a:pt x="790575" y="542925"/>
                </a:moveTo>
                <a:lnTo>
                  <a:pt x="800100" y="542925"/>
                </a:lnTo>
                <a:lnTo>
                  <a:pt x="800100" y="552450"/>
                </a:lnTo>
                <a:lnTo>
                  <a:pt x="790575" y="552450"/>
                </a:lnTo>
                <a:close/>
                <a:moveTo>
                  <a:pt x="781050" y="552450"/>
                </a:moveTo>
                <a:lnTo>
                  <a:pt x="790575" y="552450"/>
                </a:lnTo>
                <a:lnTo>
                  <a:pt x="790575" y="561975"/>
                </a:lnTo>
                <a:lnTo>
                  <a:pt x="781050" y="561975"/>
                </a:lnTo>
                <a:close/>
                <a:moveTo>
                  <a:pt x="762000" y="571500"/>
                </a:moveTo>
                <a:lnTo>
                  <a:pt x="771525" y="571500"/>
                </a:lnTo>
                <a:lnTo>
                  <a:pt x="771525" y="590550"/>
                </a:lnTo>
                <a:lnTo>
                  <a:pt x="762000" y="590550"/>
                </a:lnTo>
                <a:close/>
                <a:moveTo>
                  <a:pt x="95250" y="581025"/>
                </a:moveTo>
                <a:lnTo>
                  <a:pt x="104775" y="581025"/>
                </a:lnTo>
                <a:lnTo>
                  <a:pt x="104775" y="590550"/>
                </a:lnTo>
                <a:lnTo>
                  <a:pt x="95250" y="590550"/>
                </a:lnTo>
                <a:close/>
                <a:moveTo>
                  <a:pt x="752475" y="590550"/>
                </a:moveTo>
                <a:lnTo>
                  <a:pt x="762000" y="590550"/>
                </a:lnTo>
                <a:lnTo>
                  <a:pt x="762000" y="609600"/>
                </a:lnTo>
                <a:lnTo>
                  <a:pt x="752475" y="609600"/>
                </a:lnTo>
                <a:close/>
                <a:moveTo>
                  <a:pt x="85725" y="600075"/>
                </a:moveTo>
                <a:lnTo>
                  <a:pt x="95250" y="600075"/>
                </a:lnTo>
                <a:lnTo>
                  <a:pt x="95250" y="609600"/>
                </a:lnTo>
                <a:lnTo>
                  <a:pt x="85725" y="609600"/>
                </a:lnTo>
                <a:close/>
                <a:moveTo>
                  <a:pt x="76200" y="609600"/>
                </a:moveTo>
                <a:lnTo>
                  <a:pt x="85725" y="609600"/>
                </a:lnTo>
                <a:lnTo>
                  <a:pt x="85725" y="619125"/>
                </a:lnTo>
                <a:lnTo>
                  <a:pt x="76200" y="619125"/>
                </a:lnTo>
                <a:close/>
                <a:moveTo>
                  <a:pt x="742950" y="609600"/>
                </a:moveTo>
                <a:lnTo>
                  <a:pt x="752475" y="609600"/>
                </a:lnTo>
                <a:lnTo>
                  <a:pt x="752475" y="619125"/>
                </a:lnTo>
                <a:lnTo>
                  <a:pt x="742950" y="619125"/>
                </a:lnTo>
                <a:close/>
                <a:moveTo>
                  <a:pt x="66675" y="628650"/>
                </a:moveTo>
                <a:lnTo>
                  <a:pt x="76200" y="628650"/>
                </a:lnTo>
                <a:lnTo>
                  <a:pt x="76200" y="638175"/>
                </a:lnTo>
                <a:lnTo>
                  <a:pt x="66675" y="638175"/>
                </a:lnTo>
                <a:close/>
                <a:moveTo>
                  <a:pt x="752475" y="628650"/>
                </a:moveTo>
                <a:lnTo>
                  <a:pt x="762000" y="628650"/>
                </a:lnTo>
                <a:lnTo>
                  <a:pt x="762000" y="638175"/>
                </a:lnTo>
                <a:lnTo>
                  <a:pt x="752475" y="638175"/>
                </a:lnTo>
                <a:close/>
                <a:moveTo>
                  <a:pt x="57150" y="638175"/>
                </a:moveTo>
                <a:lnTo>
                  <a:pt x="66675" y="638175"/>
                </a:lnTo>
                <a:lnTo>
                  <a:pt x="66675" y="647700"/>
                </a:lnTo>
                <a:lnTo>
                  <a:pt x="57150" y="647700"/>
                </a:lnTo>
                <a:close/>
                <a:moveTo>
                  <a:pt x="47625" y="657225"/>
                </a:moveTo>
                <a:lnTo>
                  <a:pt x="57150" y="657225"/>
                </a:lnTo>
                <a:lnTo>
                  <a:pt x="57150" y="666750"/>
                </a:lnTo>
                <a:lnTo>
                  <a:pt x="47625" y="666750"/>
                </a:lnTo>
                <a:close/>
                <a:moveTo>
                  <a:pt x="762000" y="714375"/>
                </a:moveTo>
                <a:lnTo>
                  <a:pt x="771525" y="714375"/>
                </a:lnTo>
                <a:lnTo>
                  <a:pt x="771525" y="723900"/>
                </a:lnTo>
                <a:lnTo>
                  <a:pt x="762000" y="723900"/>
                </a:lnTo>
                <a:close/>
                <a:moveTo>
                  <a:pt x="28575" y="752475"/>
                </a:moveTo>
                <a:lnTo>
                  <a:pt x="38100" y="752475"/>
                </a:lnTo>
                <a:lnTo>
                  <a:pt x="38100" y="771525"/>
                </a:lnTo>
                <a:lnTo>
                  <a:pt x="28575" y="771525"/>
                </a:lnTo>
                <a:close/>
                <a:moveTo>
                  <a:pt x="19050" y="771525"/>
                </a:moveTo>
                <a:lnTo>
                  <a:pt x="28575" y="771525"/>
                </a:lnTo>
                <a:lnTo>
                  <a:pt x="28575" y="781050"/>
                </a:lnTo>
                <a:lnTo>
                  <a:pt x="19050" y="781050"/>
                </a:lnTo>
                <a:close/>
                <a:moveTo>
                  <a:pt x="28575" y="790575"/>
                </a:moveTo>
                <a:lnTo>
                  <a:pt x="38100" y="790575"/>
                </a:lnTo>
                <a:lnTo>
                  <a:pt x="38100" y="800100"/>
                </a:lnTo>
                <a:lnTo>
                  <a:pt x="28575" y="800100"/>
                </a:lnTo>
                <a:close/>
                <a:moveTo>
                  <a:pt x="723900" y="809625"/>
                </a:moveTo>
                <a:lnTo>
                  <a:pt x="733425" y="809625"/>
                </a:lnTo>
                <a:lnTo>
                  <a:pt x="733425" y="819150"/>
                </a:lnTo>
                <a:lnTo>
                  <a:pt x="723900" y="819150"/>
                </a:lnTo>
                <a:close/>
                <a:moveTo>
                  <a:pt x="66675" y="819150"/>
                </a:moveTo>
                <a:lnTo>
                  <a:pt x="85725" y="819150"/>
                </a:lnTo>
                <a:lnTo>
                  <a:pt x="85725" y="828675"/>
                </a:lnTo>
                <a:lnTo>
                  <a:pt x="76200" y="828675"/>
                </a:lnTo>
                <a:lnTo>
                  <a:pt x="76200" y="838200"/>
                </a:lnTo>
                <a:lnTo>
                  <a:pt x="66675" y="838200"/>
                </a:lnTo>
                <a:close/>
                <a:moveTo>
                  <a:pt x="104775" y="819150"/>
                </a:moveTo>
                <a:lnTo>
                  <a:pt x="180975" y="819150"/>
                </a:lnTo>
                <a:lnTo>
                  <a:pt x="180975" y="828675"/>
                </a:lnTo>
                <a:lnTo>
                  <a:pt x="142875" y="828675"/>
                </a:lnTo>
                <a:lnTo>
                  <a:pt x="142875" y="838200"/>
                </a:lnTo>
                <a:lnTo>
                  <a:pt x="104775" y="838200"/>
                </a:lnTo>
                <a:close/>
                <a:moveTo>
                  <a:pt x="266700" y="819150"/>
                </a:moveTo>
                <a:lnTo>
                  <a:pt x="276225" y="819150"/>
                </a:lnTo>
                <a:lnTo>
                  <a:pt x="276225" y="828675"/>
                </a:lnTo>
                <a:lnTo>
                  <a:pt x="266700" y="828675"/>
                </a:lnTo>
                <a:close/>
                <a:moveTo>
                  <a:pt x="314325" y="819150"/>
                </a:moveTo>
                <a:lnTo>
                  <a:pt x="447675" y="819150"/>
                </a:lnTo>
                <a:lnTo>
                  <a:pt x="447675" y="828675"/>
                </a:lnTo>
                <a:lnTo>
                  <a:pt x="314325" y="828675"/>
                </a:lnTo>
                <a:close/>
                <a:moveTo>
                  <a:pt x="561975" y="819150"/>
                </a:moveTo>
                <a:lnTo>
                  <a:pt x="571500" y="819150"/>
                </a:lnTo>
                <a:lnTo>
                  <a:pt x="571500" y="828675"/>
                </a:lnTo>
                <a:lnTo>
                  <a:pt x="561975" y="828675"/>
                </a:lnTo>
                <a:close/>
                <a:moveTo>
                  <a:pt x="590550" y="819150"/>
                </a:moveTo>
                <a:lnTo>
                  <a:pt x="628650" y="819150"/>
                </a:lnTo>
                <a:lnTo>
                  <a:pt x="628650" y="828675"/>
                </a:lnTo>
                <a:lnTo>
                  <a:pt x="619125" y="828675"/>
                </a:lnTo>
                <a:lnTo>
                  <a:pt x="619125" y="838200"/>
                </a:lnTo>
                <a:lnTo>
                  <a:pt x="600075" y="838200"/>
                </a:lnTo>
                <a:lnTo>
                  <a:pt x="600075" y="828675"/>
                </a:lnTo>
                <a:lnTo>
                  <a:pt x="590550" y="828675"/>
                </a:lnTo>
                <a:close/>
                <a:moveTo>
                  <a:pt x="685800" y="819150"/>
                </a:moveTo>
                <a:lnTo>
                  <a:pt x="714375" y="819150"/>
                </a:lnTo>
                <a:lnTo>
                  <a:pt x="714375" y="828675"/>
                </a:lnTo>
                <a:lnTo>
                  <a:pt x="685800" y="828675"/>
                </a:lnTo>
                <a:close/>
              </a:path>
            </a:pathLst>
          </a:custGeom>
          <a:solidFill xmlns:a="http://schemas.openxmlformats.org/drawingml/2006/main">
            <a:srgbClr val="F4EEDF"/>
          </a:solidFill>
          <a:ln xmlns:a="http://schemas.openxmlformats.org/drawingml/2006/main" w="0">
            <a:noFill/>
          </a:ln>
        </p:spPr>
      </p:sp>
      <p:sp>
        <p:nvSpPr>
          <p:cNvPr id="16" name="impact vector #f2efe1">
            <a:extLst xmlns:a="http://schemas.openxmlformats.org/drawingml/2006/main">
              <a:ext uri="{FF2B5EF4-FFF2-40B4-BE49-F238E27FC236}">
                <a16:creationId xmlns:a16="http://schemas.microsoft.com/office/drawing/2014/main" id="{FC9E8BEC-68A6-40EB-A889-9F271325B16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000250" y="1524000"/>
            <a:ext cx="857250" cy="847725"/>
          </a:xfrm>
          <a:custGeom xmlns:a="http://schemas.openxmlformats.org/drawingml/2006/main">
            <a:pathLst>
              <a:path w="857250" h="847725">
                <a:moveTo>
                  <a:pt x="76200" y="0"/>
                </a:moveTo>
                <a:lnTo>
                  <a:pt x="85725" y="0"/>
                </a:lnTo>
                <a:lnTo>
                  <a:pt x="85725" y="9525"/>
                </a:lnTo>
                <a:lnTo>
                  <a:pt x="95250" y="9525"/>
                </a:lnTo>
                <a:lnTo>
                  <a:pt x="95250" y="19050"/>
                </a:lnTo>
                <a:lnTo>
                  <a:pt x="76200" y="19050"/>
                </a:lnTo>
                <a:close/>
                <a:moveTo>
                  <a:pt x="190500" y="0"/>
                </a:moveTo>
                <a:lnTo>
                  <a:pt x="209550" y="0"/>
                </a:lnTo>
                <a:lnTo>
                  <a:pt x="209550" y="9525"/>
                </a:lnTo>
                <a:lnTo>
                  <a:pt x="200025" y="9525"/>
                </a:lnTo>
                <a:lnTo>
                  <a:pt x="200025" y="19050"/>
                </a:lnTo>
                <a:lnTo>
                  <a:pt x="190500" y="19050"/>
                </a:lnTo>
                <a:lnTo>
                  <a:pt x="190500" y="28575"/>
                </a:lnTo>
                <a:lnTo>
                  <a:pt x="180975" y="28575"/>
                </a:lnTo>
                <a:lnTo>
                  <a:pt x="180975" y="9525"/>
                </a:lnTo>
                <a:lnTo>
                  <a:pt x="190500" y="9525"/>
                </a:lnTo>
                <a:close/>
                <a:moveTo>
                  <a:pt x="219075" y="0"/>
                </a:moveTo>
                <a:lnTo>
                  <a:pt x="228600" y="0"/>
                </a:lnTo>
                <a:lnTo>
                  <a:pt x="228600" y="9525"/>
                </a:lnTo>
                <a:lnTo>
                  <a:pt x="219075" y="9525"/>
                </a:lnTo>
                <a:close/>
                <a:moveTo>
                  <a:pt x="238125" y="0"/>
                </a:moveTo>
                <a:lnTo>
                  <a:pt x="409575" y="0"/>
                </a:lnTo>
                <a:lnTo>
                  <a:pt x="409575" y="9525"/>
                </a:lnTo>
                <a:lnTo>
                  <a:pt x="381000" y="9525"/>
                </a:lnTo>
                <a:lnTo>
                  <a:pt x="381000" y="19050"/>
                </a:lnTo>
                <a:lnTo>
                  <a:pt x="371475" y="19050"/>
                </a:lnTo>
                <a:lnTo>
                  <a:pt x="371475" y="9525"/>
                </a:lnTo>
                <a:lnTo>
                  <a:pt x="342900" y="9525"/>
                </a:lnTo>
                <a:lnTo>
                  <a:pt x="342900" y="19050"/>
                </a:lnTo>
                <a:lnTo>
                  <a:pt x="333375" y="19050"/>
                </a:lnTo>
                <a:lnTo>
                  <a:pt x="333375" y="9525"/>
                </a:lnTo>
                <a:lnTo>
                  <a:pt x="238125" y="9525"/>
                </a:lnTo>
                <a:close/>
                <a:moveTo>
                  <a:pt x="419100" y="0"/>
                </a:moveTo>
                <a:lnTo>
                  <a:pt x="438150" y="0"/>
                </a:lnTo>
                <a:lnTo>
                  <a:pt x="438150" y="9525"/>
                </a:lnTo>
                <a:lnTo>
                  <a:pt x="419100" y="9525"/>
                </a:lnTo>
                <a:close/>
                <a:moveTo>
                  <a:pt x="447675" y="0"/>
                </a:moveTo>
                <a:lnTo>
                  <a:pt x="476250" y="0"/>
                </a:lnTo>
                <a:lnTo>
                  <a:pt x="476250" y="9525"/>
                </a:lnTo>
                <a:lnTo>
                  <a:pt x="447675" y="9525"/>
                </a:lnTo>
                <a:close/>
                <a:moveTo>
                  <a:pt x="485775" y="0"/>
                </a:moveTo>
                <a:lnTo>
                  <a:pt x="514350" y="0"/>
                </a:lnTo>
                <a:lnTo>
                  <a:pt x="514350" y="9525"/>
                </a:lnTo>
                <a:lnTo>
                  <a:pt x="523875" y="9525"/>
                </a:lnTo>
                <a:lnTo>
                  <a:pt x="523875" y="19050"/>
                </a:lnTo>
                <a:lnTo>
                  <a:pt x="476250" y="19050"/>
                </a:lnTo>
                <a:lnTo>
                  <a:pt x="476250" y="9525"/>
                </a:lnTo>
                <a:lnTo>
                  <a:pt x="485775" y="9525"/>
                </a:lnTo>
                <a:close/>
                <a:moveTo>
                  <a:pt x="533400" y="9525"/>
                </a:moveTo>
                <a:lnTo>
                  <a:pt x="542925" y="9525"/>
                </a:lnTo>
                <a:lnTo>
                  <a:pt x="542925" y="19050"/>
                </a:lnTo>
                <a:lnTo>
                  <a:pt x="533400" y="19050"/>
                </a:lnTo>
                <a:close/>
                <a:moveTo>
                  <a:pt x="552450" y="9525"/>
                </a:moveTo>
                <a:lnTo>
                  <a:pt x="571500" y="9525"/>
                </a:lnTo>
                <a:lnTo>
                  <a:pt x="571500" y="19050"/>
                </a:lnTo>
                <a:lnTo>
                  <a:pt x="581025" y="19050"/>
                </a:lnTo>
                <a:lnTo>
                  <a:pt x="581025" y="28575"/>
                </a:lnTo>
                <a:lnTo>
                  <a:pt x="590550" y="28575"/>
                </a:lnTo>
                <a:lnTo>
                  <a:pt x="590550" y="47625"/>
                </a:lnTo>
                <a:lnTo>
                  <a:pt x="581025" y="47625"/>
                </a:lnTo>
                <a:lnTo>
                  <a:pt x="581025" y="76200"/>
                </a:lnTo>
                <a:lnTo>
                  <a:pt x="590550" y="76200"/>
                </a:lnTo>
                <a:lnTo>
                  <a:pt x="590550" y="104775"/>
                </a:lnTo>
                <a:lnTo>
                  <a:pt x="600075" y="104775"/>
                </a:lnTo>
                <a:lnTo>
                  <a:pt x="600075" y="114300"/>
                </a:lnTo>
                <a:lnTo>
                  <a:pt x="590550" y="114300"/>
                </a:lnTo>
                <a:lnTo>
                  <a:pt x="590550" y="123825"/>
                </a:lnTo>
                <a:lnTo>
                  <a:pt x="581025" y="123825"/>
                </a:lnTo>
                <a:lnTo>
                  <a:pt x="581025" y="85725"/>
                </a:lnTo>
                <a:lnTo>
                  <a:pt x="571500" y="85725"/>
                </a:lnTo>
                <a:lnTo>
                  <a:pt x="571500" y="76200"/>
                </a:lnTo>
                <a:lnTo>
                  <a:pt x="561975" y="76200"/>
                </a:lnTo>
                <a:lnTo>
                  <a:pt x="561975" y="57150"/>
                </a:lnTo>
                <a:lnTo>
                  <a:pt x="552450" y="57150"/>
                </a:lnTo>
                <a:close/>
                <a:moveTo>
                  <a:pt x="733425" y="19050"/>
                </a:moveTo>
                <a:lnTo>
                  <a:pt x="742950" y="19050"/>
                </a:lnTo>
                <a:lnTo>
                  <a:pt x="742950" y="38100"/>
                </a:lnTo>
                <a:lnTo>
                  <a:pt x="733425" y="38100"/>
                </a:lnTo>
                <a:close/>
                <a:moveTo>
                  <a:pt x="752475" y="19050"/>
                </a:moveTo>
                <a:lnTo>
                  <a:pt x="762000" y="19050"/>
                </a:lnTo>
                <a:lnTo>
                  <a:pt x="762000" y="28575"/>
                </a:lnTo>
                <a:lnTo>
                  <a:pt x="752475" y="28575"/>
                </a:lnTo>
                <a:close/>
                <a:moveTo>
                  <a:pt x="161925" y="28575"/>
                </a:moveTo>
                <a:lnTo>
                  <a:pt x="180975" y="28575"/>
                </a:lnTo>
                <a:lnTo>
                  <a:pt x="180975" y="38100"/>
                </a:lnTo>
                <a:lnTo>
                  <a:pt x="171450" y="38100"/>
                </a:lnTo>
                <a:lnTo>
                  <a:pt x="171450" y="47625"/>
                </a:lnTo>
                <a:lnTo>
                  <a:pt x="161925" y="47625"/>
                </a:lnTo>
                <a:lnTo>
                  <a:pt x="161925" y="66675"/>
                </a:lnTo>
                <a:lnTo>
                  <a:pt x="152400" y="66675"/>
                </a:lnTo>
                <a:lnTo>
                  <a:pt x="152400" y="76200"/>
                </a:lnTo>
                <a:lnTo>
                  <a:pt x="142875" y="76200"/>
                </a:lnTo>
                <a:lnTo>
                  <a:pt x="142875" y="95250"/>
                </a:lnTo>
                <a:lnTo>
                  <a:pt x="123825" y="95250"/>
                </a:lnTo>
                <a:lnTo>
                  <a:pt x="123825" y="76200"/>
                </a:lnTo>
                <a:lnTo>
                  <a:pt x="114300" y="76200"/>
                </a:lnTo>
                <a:lnTo>
                  <a:pt x="114300" y="57150"/>
                </a:lnTo>
                <a:lnTo>
                  <a:pt x="123825" y="57150"/>
                </a:lnTo>
                <a:lnTo>
                  <a:pt x="123825" y="76200"/>
                </a:lnTo>
                <a:lnTo>
                  <a:pt x="133350" y="76200"/>
                </a:lnTo>
                <a:lnTo>
                  <a:pt x="133350" y="66675"/>
                </a:lnTo>
                <a:lnTo>
                  <a:pt x="142875" y="66675"/>
                </a:lnTo>
                <a:lnTo>
                  <a:pt x="142875" y="57150"/>
                </a:lnTo>
                <a:lnTo>
                  <a:pt x="152400" y="57150"/>
                </a:lnTo>
                <a:lnTo>
                  <a:pt x="152400" y="38100"/>
                </a:lnTo>
                <a:lnTo>
                  <a:pt x="161925" y="38100"/>
                </a:lnTo>
                <a:close/>
                <a:moveTo>
                  <a:pt x="619125" y="28575"/>
                </a:moveTo>
                <a:lnTo>
                  <a:pt x="628650" y="28575"/>
                </a:lnTo>
                <a:lnTo>
                  <a:pt x="628650" y="38100"/>
                </a:lnTo>
                <a:lnTo>
                  <a:pt x="619125" y="38100"/>
                </a:lnTo>
                <a:close/>
                <a:moveTo>
                  <a:pt x="638175" y="47625"/>
                </a:moveTo>
                <a:lnTo>
                  <a:pt x="657225" y="47625"/>
                </a:lnTo>
                <a:lnTo>
                  <a:pt x="657225" y="57150"/>
                </a:lnTo>
                <a:lnTo>
                  <a:pt x="638175" y="57150"/>
                </a:lnTo>
                <a:close/>
                <a:moveTo>
                  <a:pt x="114300" y="114300"/>
                </a:moveTo>
                <a:lnTo>
                  <a:pt x="123825" y="114300"/>
                </a:lnTo>
                <a:lnTo>
                  <a:pt x="123825" y="133350"/>
                </a:lnTo>
                <a:lnTo>
                  <a:pt x="114300" y="133350"/>
                </a:lnTo>
                <a:close/>
                <a:moveTo>
                  <a:pt x="590550" y="123825"/>
                </a:moveTo>
                <a:lnTo>
                  <a:pt x="600075" y="123825"/>
                </a:lnTo>
                <a:lnTo>
                  <a:pt x="600075" y="133350"/>
                </a:lnTo>
                <a:lnTo>
                  <a:pt x="590550" y="133350"/>
                </a:lnTo>
                <a:close/>
                <a:moveTo>
                  <a:pt x="609600" y="152400"/>
                </a:moveTo>
                <a:lnTo>
                  <a:pt x="619125" y="152400"/>
                </a:lnTo>
                <a:lnTo>
                  <a:pt x="619125" y="161925"/>
                </a:lnTo>
                <a:lnTo>
                  <a:pt x="609600" y="161925"/>
                </a:lnTo>
                <a:close/>
                <a:moveTo>
                  <a:pt x="619125" y="161925"/>
                </a:moveTo>
                <a:lnTo>
                  <a:pt x="628650" y="161925"/>
                </a:lnTo>
                <a:lnTo>
                  <a:pt x="628650" y="171450"/>
                </a:lnTo>
                <a:lnTo>
                  <a:pt x="638175" y="171450"/>
                </a:lnTo>
                <a:lnTo>
                  <a:pt x="638175" y="180975"/>
                </a:lnTo>
                <a:lnTo>
                  <a:pt x="647700" y="180975"/>
                </a:lnTo>
                <a:lnTo>
                  <a:pt x="647700" y="200025"/>
                </a:lnTo>
                <a:lnTo>
                  <a:pt x="657225" y="200025"/>
                </a:lnTo>
                <a:lnTo>
                  <a:pt x="657225" y="219075"/>
                </a:lnTo>
                <a:lnTo>
                  <a:pt x="647700" y="219075"/>
                </a:lnTo>
                <a:lnTo>
                  <a:pt x="647700" y="209550"/>
                </a:lnTo>
                <a:lnTo>
                  <a:pt x="638175" y="209550"/>
                </a:lnTo>
                <a:lnTo>
                  <a:pt x="638175" y="200025"/>
                </a:lnTo>
                <a:lnTo>
                  <a:pt x="609600" y="200025"/>
                </a:lnTo>
                <a:lnTo>
                  <a:pt x="609600" y="171450"/>
                </a:lnTo>
                <a:lnTo>
                  <a:pt x="619125" y="171450"/>
                </a:lnTo>
                <a:close/>
                <a:moveTo>
                  <a:pt x="657225" y="161925"/>
                </a:moveTo>
                <a:lnTo>
                  <a:pt x="666750" y="161925"/>
                </a:lnTo>
                <a:lnTo>
                  <a:pt x="666750" y="171450"/>
                </a:lnTo>
                <a:lnTo>
                  <a:pt x="657225" y="171450"/>
                </a:lnTo>
                <a:close/>
                <a:moveTo>
                  <a:pt x="619125" y="190500"/>
                </a:moveTo>
                <a:lnTo>
                  <a:pt x="628650" y="190500"/>
                </a:lnTo>
                <a:lnTo>
                  <a:pt x="628650" y="180975"/>
                </a:lnTo>
                <a:lnTo>
                  <a:pt x="619125" y="180975"/>
                </a:lnTo>
                <a:close/>
                <a:moveTo>
                  <a:pt x="85725" y="200025"/>
                </a:moveTo>
                <a:lnTo>
                  <a:pt x="95250" y="200025"/>
                </a:lnTo>
                <a:lnTo>
                  <a:pt x="95250" y="209550"/>
                </a:lnTo>
                <a:lnTo>
                  <a:pt x="104775" y="209550"/>
                </a:lnTo>
                <a:lnTo>
                  <a:pt x="104775" y="238125"/>
                </a:lnTo>
                <a:lnTo>
                  <a:pt x="95250" y="238125"/>
                </a:lnTo>
                <a:lnTo>
                  <a:pt x="95250" y="228600"/>
                </a:lnTo>
                <a:lnTo>
                  <a:pt x="85725" y="228600"/>
                </a:lnTo>
                <a:close/>
                <a:moveTo>
                  <a:pt x="76200" y="247650"/>
                </a:moveTo>
                <a:lnTo>
                  <a:pt x="85725" y="247650"/>
                </a:lnTo>
                <a:lnTo>
                  <a:pt x="85725" y="257175"/>
                </a:lnTo>
                <a:lnTo>
                  <a:pt x="104775" y="257175"/>
                </a:lnTo>
                <a:lnTo>
                  <a:pt x="104775" y="247650"/>
                </a:lnTo>
                <a:lnTo>
                  <a:pt x="114300" y="247650"/>
                </a:lnTo>
                <a:lnTo>
                  <a:pt x="114300" y="266700"/>
                </a:lnTo>
                <a:lnTo>
                  <a:pt x="104775" y="266700"/>
                </a:lnTo>
                <a:lnTo>
                  <a:pt x="104775" y="276225"/>
                </a:lnTo>
                <a:lnTo>
                  <a:pt x="95250" y="276225"/>
                </a:lnTo>
                <a:lnTo>
                  <a:pt x="95250" y="266700"/>
                </a:lnTo>
                <a:lnTo>
                  <a:pt x="76200" y="266700"/>
                </a:lnTo>
                <a:close/>
                <a:moveTo>
                  <a:pt x="657225" y="247650"/>
                </a:moveTo>
                <a:lnTo>
                  <a:pt x="666750" y="247650"/>
                </a:lnTo>
                <a:lnTo>
                  <a:pt x="666750" y="276225"/>
                </a:lnTo>
                <a:lnTo>
                  <a:pt x="657225" y="276225"/>
                </a:lnTo>
                <a:close/>
                <a:moveTo>
                  <a:pt x="619125" y="257175"/>
                </a:moveTo>
                <a:lnTo>
                  <a:pt x="628650" y="257175"/>
                </a:lnTo>
                <a:lnTo>
                  <a:pt x="628650" y="276225"/>
                </a:lnTo>
                <a:lnTo>
                  <a:pt x="619125" y="276225"/>
                </a:lnTo>
                <a:close/>
                <a:moveTo>
                  <a:pt x="638175" y="257175"/>
                </a:moveTo>
                <a:lnTo>
                  <a:pt x="647700" y="257175"/>
                </a:lnTo>
                <a:lnTo>
                  <a:pt x="647700" y="276225"/>
                </a:lnTo>
                <a:lnTo>
                  <a:pt x="638175" y="276225"/>
                </a:lnTo>
                <a:close/>
                <a:moveTo>
                  <a:pt x="600075" y="276225"/>
                </a:moveTo>
                <a:lnTo>
                  <a:pt x="619125" y="276225"/>
                </a:lnTo>
                <a:lnTo>
                  <a:pt x="619125" y="285750"/>
                </a:lnTo>
                <a:lnTo>
                  <a:pt x="600075" y="285750"/>
                </a:lnTo>
                <a:close/>
                <a:moveTo>
                  <a:pt x="590550" y="285750"/>
                </a:moveTo>
                <a:lnTo>
                  <a:pt x="600075" y="285750"/>
                </a:lnTo>
                <a:lnTo>
                  <a:pt x="600075" y="295275"/>
                </a:lnTo>
                <a:lnTo>
                  <a:pt x="590550" y="295275"/>
                </a:lnTo>
                <a:close/>
                <a:moveTo>
                  <a:pt x="257175" y="304800"/>
                </a:moveTo>
                <a:lnTo>
                  <a:pt x="266700" y="304800"/>
                </a:lnTo>
                <a:lnTo>
                  <a:pt x="266700" y="314325"/>
                </a:lnTo>
                <a:lnTo>
                  <a:pt x="333375" y="314325"/>
                </a:lnTo>
                <a:lnTo>
                  <a:pt x="333375" y="323850"/>
                </a:lnTo>
                <a:lnTo>
                  <a:pt x="390525" y="323850"/>
                </a:lnTo>
                <a:lnTo>
                  <a:pt x="390525" y="333375"/>
                </a:lnTo>
                <a:lnTo>
                  <a:pt x="333375" y="333375"/>
                </a:lnTo>
                <a:lnTo>
                  <a:pt x="333375" y="342900"/>
                </a:lnTo>
                <a:lnTo>
                  <a:pt x="314325" y="342900"/>
                </a:lnTo>
                <a:lnTo>
                  <a:pt x="314325" y="333375"/>
                </a:lnTo>
                <a:lnTo>
                  <a:pt x="304800" y="333375"/>
                </a:lnTo>
                <a:lnTo>
                  <a:pt x="304800" y="342900"/>
                </a:lnTo>
                <a:lnTo>
                  <a:pt x="295275" y="342900"/>
                </a:lnTo>
                <a:lnTo>
                  <a:pt x="295275" y="352425"/>
                </a:lnTo>
                <a:lnTo>
                  <a:pt x="285750" y="352425"/>
                </a:lnTo>
                <a:lnTo>
                  <a:pt x="285750" y="361950"/>
                </a:lnTo>
                <a:lnTo>
                  <a:pt x="266700" y="361950"/>
                </a:lnTo>
                <a:lnTo>
                  <a:pt x="266700" y="352425"/>
                </a:lnTo>
                <a:lnTo>
                  <a:pt x="257175" y="352425"/>
                </a:lnTo>
                <a:lnTo>
                  <a:pt x="257175" y="342900"/>
                </a:lnTo>
                <a:lnTo>
                  <a:pt x="247650" y="342900"/>
                </a:lnTo>
                <a:lnTo>
                  <a:pt x="247650" y="314325"/>
                </a:lnTo>
                <a:lnTo>
                  <a:pt x="257175" y="314325"/>
                </a:lnTo>
                <a:close/>
                <a:moveTo>
                  <a:pt x="581025" y="304800"/>
                </a:moveTo>
                <a:lnTo>
                  <a:pt x="590550" y="304800"/>
                </a:lnTo>
                <a:lnTo>
                  <a:pt x="590550" y="314325"/>
                </a:lnTo>
                <a:lnTo>
                  <a:pt x="581025" y="314325"/>
                </a:lnTo>
                <a:close/>
                <a:moveTo>
                  <a:pt x="590550" y="314325"/>
                </a:moveTo>
                <a:lnTo>
                  <a:pt x="600075" y="314325"/>
                </a:lnTo>
                <a:lnTo>
                  <a:pt x="600075" y="323850"/>
                </a:lnTo>
                <a:lnTo>
                  <a:pt x="609600" y="323850"/>
                </a:lnTo>
                <a:lnTo>
                  <a:pt x="609600" y="314325"/>
                </a:lnTo>
                <a:lnTo>
                  <a:pt x="647700" y="314325"/>
                </a:lnTo>
                <a:lnTo>
                  <a:pt x="647700" y="323850"/>
                </a:lnTo>
                <a:lnTo>
                  <a:pt x="619125" y="323850"/>
                </a:lnTo>
                <a:lnTo>
                  <a:pt x="619125" y="333375"/>
                </a:lnTo>
                <a:lnTo>
                  <a:pt x="590550" y="333375"/>
                </a:lnTo>
                <a:close/>
                <a:moveTo>
                  <a:pt x="276225" y="333375"/>
                </a:moveTo>
                <a:lnTo>
                  <a:pt x="295275" y="333375"/>
                </a:lnTo>
                <a:lnTo>
                  <a:pt x="295275" y="323850"/>
                </a:lnTo>
                <a:lnTo>
                  <a:pt x="266700" y="323850"/>
                </a:lnTo>
                <a:lnTo>
                  <a:pt x="266700" y="342900"/>
                </a:lnTo>
                <a:lnTo>
                  <a:pt x="276225" y="342900"/>
                </a:lnTo>
                <a:close/>
                <a:moveTo>
                  <a:pt x="552450" y="419100"/>
                </a:moveTo>
                <a:lnTo>
                  <a:pt x="561975" y="419100"/>
                </a:lnTo>
                <a:lnTo>
                  <a:pt x="561975" y="428625"/>
                </a:lnTo>
                <a:lnTo>
                  <a:pt x="571500" y="428625"/>
                </a:lnTo>
                <a:lnTo>
                  <a:pt x="571500" y="447675"/>
                </a:lnTo>
                <a:lnTo>
                  <a:pt x="561975" y="447675"/>
                </a:lnTo>
                <a:lnTo>
                  <a:pt x="561975" y="495300"/>
                </a:lnTo>
                <a:lnTo>
                  <a:pt x="552450" y="495300"/>
                </a:lnTo>
                <a:lnTo>
                  <a:pt x="552450" y="514350"/>
                </a:lnTo>
                <a:lnTo>
                  <a:pt x="561975" y="514350"/>
                </a:lnTo>
                <a:lnTo>
                  <a:pt x="561975" y="523875"/>
                </a:lnTo>
                <a:lnTo>
                  <a:pt x="571500" y="523875"/>
                </a:lnTo>
                <a:lnTo>
                  <a:pt x="571500" y="542925"/>
                </a:lnTo>
                <a:lnTo>
                  <a:pt x="533400" y="542925"/>
                </a:lnTo>
                <a:lnTo>
                  <a:pt x="533400" y="523875"/>
                </a:lnTo>
                <a:lnTo>
                  <a:pt x="523875" y="523875"/>
                </a:lnTo>
                <a:lnTo>
                  <a:pt x="523875" y="514350"/>
                </a:lnTo>
                <a:lnTo>
                  <a:pt x="485775" y="514350"/>
                </a:lnTo>
                <a:lnTo>
                  <a:pt x="485775" y="485775"/>
                </a:lnTo>
                <a:lnTo>
                  <a:pt x="514350" y="485775"/>
                </a:lnTo>
                <a:lnTo>
                  <a:pt x="514350" y="466725"/>
                </a:lnTo>
                <a:lnTo>
                  <a:pt x="523875" y="466725"/>
                </a:lnTo>
                <a:lnTo>
                  <a:pt x="523875" y="457200"/>
                </a:lnTo>
                <a:lnTo>
                  <a:pt x="533400" y="457200"/>
                </a:lnTo>
                <a:lnTo>
                  <a:pt x="533400" y="438150"/>
                </a:lnTo>
                <a:lnTo>
                  <a:pt x="542925" y="438150"/>
                </a:lnTo>
                <a:lnTo>
                  <a:pt x="542925" y="428625"/>
                </a:lnTo>
                <a:lnTo>
                  <a:pt x="552450" y="428625"/>
                </a:lnTo>
                <a:close/>
                <a:moveTo>
                  <a:pt x="847725" y="466725"/>
                </a:moveTo>
                <a:lnTo>
                  <a:pt x="857250" y="466725"/>
                </a:lnTo>
                <a:lnTo>
                  <a:pt x="857250" y="495300"/>
                </a:lnTo>
                <a:lnTo>
                  <a:pt x="847725" y="495300"/>
                </a:lnTo>
                <a:close/>
                <a:moveTo>
                  <a:pt x="819150" y="523875"/>
                </a:moveTo>
                <a:lnTo>
                  <a:pt x="838200" y="523875"/>
                </a:lnTo>
                <a:lnTo>
                  <a:pt x="838200" y="542925"/>
                </a:lnTo>
                <a:lnTo>
                  <a:pt x="828675" y="542925"/>
                </a:lnTo>
                <a:lnTo>
                  <a:pt x="828675" y="533400"/>
                </a:lnTo>
                <a:lnTo>
                  <a:pt x="819150" y="533400"/>
                </a:lnTo>
                <a:close/>
                <a:moveTo>
                  <a:pt x="800100" y="552450"/>
                </a:moveTo>
                <a:lnTo>
                  <a:pt x="819150" y="552450"/>
                </a:lnTo>
                <a:lnTo>
                  <a:pt x="819150" y="581025"/>
                </a:lnTo>
                <a:lnTo>
                  <a:pt x="809625" y="581025"/>
                </a:lnTo>
                <a:lnTo>
                  <a:pt x="809625" y="561975"/>
                </a:lnTo>
                <a:lnTo>
                  <a:pt x="800100" y="561975"/>
                </a:lnTo>
                <a:close/>
                <a:moveTo>
                  <a:pt x="76200" y="581025"/>
                </a:moveTo>
                <a:lnTo>
                  <a:pt x="85725" y="581025"/>
                </a:lnTo>
                <a:lnTo>
                  <a:pt x="85725" y="609600"/>
                </a:lnTo>
                <a:lnTo>
                  <a:pt x="66675" y="609600"/>
                </a:lnTo>
                <a:lnTo>
                  <a:pt x="66675" y="600075"/>
                </a:lnTo>
                <a:lnTo>
                  <a:pt x="76200" y="600075"/>
                </a:lnTo>
                <a:close/>
                <a:moveTo>
                  <a:pt x="771525" y="581025"/>
                </a:moveTo>
                <a:lnTo>
                  <a:pt x="781050" y="581025"/>
                </a:lnTo>
                <a:lnTo>
                  <a:pt x="781050" y="590550"/>
                </a:lnTo>
                <a:lnTo>
                  <a:pt x="790575" y="590550"/>
                </a:lnTo>
                <a:lnTo>
                  <a:pt x="790575" y="600075"/>
                </a:lnTo>
                <a:lnTo>
                  <a:pt x="781050" y="600075"/>
                </a:lnTo>
                <a:lnTo>
                  <a:pt x="781050" y="609600"/>
                </a:lnTo>
                <a:lnTo>
                  <a:pt x="790575" y="609600"/>
                </a:lnTo>
                <a:lnTo>
                  <a:pt x="790575" y="619125"/>
                </a:lnTo>
                <a:lnTo>
                  <a:pt x="771525" y="619125"/>
                </a:lnTo>
                <a:lnTo>
                  <a:pt x="771525" y="609600"/>
                </a:lnTo>
                <a:lnTo>
                  <a:pt x="762000" y="609600"/>
                </a:lnTo>
                <a:lnTo>
                  <a:pt x="762000" y="600075"/>
                </a:lnTo>
                <a:lnTo>
                  <a:pt x="771525" y="600075"/>
                </a:lnTo>
                <a:close/>
                <a:moveTo>
                  <a:pt x="57150" y="619125"/>
                </a:moveTo>
                <a:lnTo>
                  <a:pt x="76200" y="619125"/>
                </a:lnTo>
                <a:lnTo>
                  <a:pt x="76200" y="628650"/>
                </a:lnTo>
                <a:lnTo>
                  <a:pt x="66675" y="628650"/>
                </a:lnTo>
                <a:lnTo>
                  <a:pt x="66675" y="638175"/>
                </a:lnTo>
                <a:lnTo>
                  <a:pt x="57150" y="638175"/>
                </a:lnTo>
                <a:lnTo>
                  <a:pt x="57150" y="647700"/>
                </a:lnTo>
                <a:lnTo>
                  <a:pt x="47625" y="647700"/>
                </a:lnTo>
                <a:lnTo>
                  <a:pt x="47625" y="638175"/>
                </a:lnTo>
                <a:lnTo>
                  <a:pt x="38100" y="638175"/>
                </a:lnTo>
                <a:lnTo>
                  <a:pt x="38100" y="628650"/>
                </a:lnTo>
                <a:lnTo>
                  <a:pt x="57150" y="628650"/>
                </a:lnTo>
                <a:close/>
                <a:moveTo>
                  <a:pt x="542925" y="838200"/>
                </a:moveTo>
                <a:lnTo>
                  <a:pt x="571500" y="838200"/>
                </a:lnTo>
                <a:lnTo>
                  <a:pt x="571500" y="847725"/>
                </a:lnTo>
                <a:lnTo>
                  <a:pt x="542925" y="847725"/>
                </a:lnTo>
                <a:close/>
                <a:moveTo>
                  <a:pt x="590550" y="838200"/>
                </a:moveTo>
                <a:lnTo>
                  <a:pt x="628650" y="838200"/>
                </a:lnTo>
                <a:lnTo>
                  <a:pt x="628650" y="847725"/>
                </a:lnTo>
                <a:lnTo>
                  <a:pt x="590550" y="847725"/>
                </a:lnTo>
                <a:close/>
              </a:path>
            </a:pathLst>
          </a:custGeom>
          <a:solidFill xmlns:a="http://schemas.openxmlformats.org/drawingml/2006/main">
            <a:srgbClr val="F2EFE1"/>
          </a:solidFill>
          <a:ln xmlns:a="http://schemas.openxmlformats.org/drawingml/2006/main" w="0">
            <a:noFill/>
          </a:ln>
        </p:spPr>
      </p:sp>
      <p:sp>
        <p:nvSpPr>
          <p:cNvPr id="17" name="impact vector #f2eee0">
            <a:extLst xmlns:a="http://schemas.openxmlformats.org/drawingml/2006/main">
              <a:ext uri="{FF2B5EF4-FFF2-40B4-BE49-F238E27FC236}">
                <a16:creationId xmlns:a16="http://schemas.microsoft.com/office/drawing/2014/main" id="{FE462977-7E83-40CA-A707-65A74B5AA52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000250" y="1524000"/>
            <a:ext cx="857250" cy="847725"/>
          </a:xfrm>
          <a:custGeom xmlns:a="http://schemas.openxmlformats.org/drawingml/2006/main">
            <a:pathLst>
              <a:path w="857250" h="847725">
                <a:moveTo>
                  <a:pt x="228600" y="0"/>
                </a:moveTo>
                <a:lnTo>
                  <a:pt x="238125" y="0"/>
                </a:lnTo>
                <a:lnTo>
                  <a:pt x="238125" y="9525"/>
                </a:lnTo>
                <a:lnTo>
                  <a:pt x="228600" y="9525"/>
                </a:lnTo>
                <a:close/>
                <a:moveTo>
                  <a:pt x="409575" y="0"/>
                </a:moveTo>
                <a:lnTo>
                  <a:pt x="419100" y="0"/>
                </a:lnTo>
                <a:lnTo>
                  <a:pt x="419100" y="9525"/>
                </a:lnTo>
                <a:lnTo>
                  <a:pt x="409575" y="9525"/>
                </a:lnTo>
                <a:close/>
                <a:moveTo>
                  <a:pt x="438150" y="0"/>
                </a:moveTo>
                <a:lnTo>
                  <a:pt x="447675" y="0"/>
                </a:lnTo>
                <a:lnTo>
                  <a:pt x="447675" y="9525"/>
                </a:lnTo>
                <a:lnTo>
                  <a:pt x="438150" y="9525"/>
                </a:lnTo>
                <a:close/>
                <a:moveTo>
                  <a:pt x="552450" y="0"/>
                </a:moveTo>
                <a:lnTo>
                  <a:pt x="561975" y="0"/>
                </a:lnTo>
                <a:lnTo>
                  <a:pt x="561975" y="9525"/>
                </a:lnTo>
                <a:lnTo>
                  <a:pt x="552450" y="9525"/>
                </a:lnTo>
                <a:close/>
                <a:moveTo>
                  <a:pt x="200025" y="9525"/>
                </a:moveTo>
                <a:lnTo>
                  <a:pt x="228600" y="9525"/>
                </a:lnTo>
                <a:lnTo>
                  <a:pt x="228600" y="19050"/>
                </a:lnTo>
                <a:lnTo>
                  <a:pt x="200025" y="19050"/>
                </a:lnTo>
                <a:close/>
                <a:moveTo>
                  <a:pt x="457200" y="9525"/>
                </a:moveTo>
                <a:lnTo>
                  <a:pt x="476250" y="9525"/>
                </a:lnTo>
                <a:lnTo>
                  <a:pt x="476250" y="19050"/>
                </a:lnTo>
                <a:lnTo>
                  <a:pt x="457200" y="19050"/>
                </a:lnTo>
                <a:close/>
                <a:moveTo>
                  <a:pt x="542925" y="9525"/>
                </a:moveTo>
                <a:lnTo>
                  <a:pt x="552450" y="9525"/>
                </a:lnTo>
                <a:lnTo>
                  <a:pt x="552450" y="28575"/>
                </a:lnTo>
                <a:lnTo>
                  <a:pt x="542925" y="28575"/>
                </a:lnTo>
                <a:close/>
                <a:moveTo>
                  <a:pt x="190500" y="19050"/>
                </a:moveTo>
                <a:lnTo>
                  <a:pt x="200025" y="19050"/>
                </a:lnTo>
                <a:lnTo>
                  <a:pt x="200025" y="28575"/>
                </a:lnTo>
                <a:lnTo>
                  <a:pt x="190500" y="28575"/>
                </a:lnTo>
                <a:close/>
                <a:moveTo>
                  <a:pt x="514350" y="19050"/>
                </a:moveTo>
                <a:lnTo>
                  <a:pt x="533400" y="19050"/>
                </a:lnTo>
                <a:lnTo>
                  <a:pt x="533400" y="28575"/>
                </a:lnTo>
                <a:lnTo>
                  <a:pt x="514350" y="28575"/>
                </a:lnTo>
                <a:close/>
                <a:moveTo>
                  <a:pt x="552450" y="57150"/>
                </a:moveTo>
                <a:lnTo>
                  <a:pt x="561975" y="57150"/>
                </a:lnTo>
                <a:lnTo>
                  <a:pt x="561975" y="66675"/>
                </a:lnTo>
                <a:lnTo>
                  <a:pt x="552450" y="66675"/>
                </a:lnTo>
                <a:close/>
                <a:moveTo>
                  <a:pt x="571500" y="85725"/>
                </a:moveTo>
                <a:lnTo>
                  <a:pt x="581025" y="85725"/>
                </a:lnTo>
                <a:lnTo>
                  <a:pt x="581025" y="114300"/>
                </a:lnTo>
                <a:lnTo>
                  <a:pt x="571500" y="114300"/>
                </a:lnTo>
                <a:close/>
                <a:moveTo>
                  <a:pt x="123825" y="95250"/>
                </a:moveTo>
                <a:lnTo>
                  <a:pt x="142875" y="95250"/>
                </a:lnTo>
                <a:lnTo>
                  <a:pt x="142875" y="104775"/>
                </a:lnTo>
                <a:lnTo>
                  <a:pt x="133350" y="104775"/>
                </a:lnTo>
                <a:lnTo>
                  <a:pt x="133350" y="152400"/>
                </a:lnTo>
                <a:lnTo>
                  <a:pt x="123825" y="152400"/>
                </a:lnTo>
                <a:close/>
                <a:moveTo>
                  <a:pt x="590550" y="142875"/>
                </a:moveTo>
                <a:lnTo>
                  <a:pt x="609600" y="142875"/>
                </a:lnTo>
                <a:lnTo>
                  <a:pt x="609600" y="161925"/>
                </a:lnTo>
                <a:lnTo>
                  <a:pt x="619125" y="161925"/>
                </a:lnTo>
                <a:lnTo>
                  <a:pt x="619125" y="171450"/>
                </a:lnTo>
                <a:lnTo>
                  <a:pt x="609600" y="171450"/>
                </a:lnTo>
                <a:lnTo>
                  <a:pt x="609600" y="180975"/>
                </a:lnTo>
                <a:lnTo>
                  <a:pt x="600075" y="180975"/>
                </a:lnTo>
                <a:lnTo>
                  <a:pt x="600075" y="152400"/>
                </a:lnTo>
                <a:lnTo>
                  <a:pt x="590550" y="152400"/>
                </a:lnTo>
                <a:close/>
                <a:moveTo>
                  <a:pt x="114300" y="152400"/>
                </a:moveTo>
                <a:lnTo>
                  <a:pt x="123825" y="152400"/>
                </a:lnTo>
                <a:lnTo>
                  <a:pt x="123825" y="161925"/>
                </a:lnTo>
                <a:lnTo>
                  <a:pt x="114300" y="161925"/>
                </a:lnTo>
                <a:close/>
                <a:moveTo>
                  <a:pt x="104775" y="161925"/>
                </a:moveTo>
                <a:lnTo>
                  <a:pt x="114300" y="161925"/>
                </a:lnTo>
                <a:lnTo>
                  <a:pt x="114300" y="171450"/>
                </a:lnTo>
                <a:lnTo>
                  <a:pt x="104775" y="171450"/>
                </a:lnTo>
                <a:close/>
                <a:moveTo>
                  <a:pt x="647700" y="190500"/>
                </a:moveTo>
                <a:lnTo>
                  <a:pt x="657225" y="190500"/>
                </a:lnTo>
                <a:lnTo>
                  <a:pt x="657225" y="200025"/>
                </a:lnTo>
                <a:lnTo>
                  <a:pt x="647700" y="200025"/>
                </a:lnTo>
                <a:close/>
                <a:moveTo>
                  <a:pt x="95250" y="200025"/>
                </a:moveTo>
                <a:lnTo>
                  <a:pt x="104775" y="200025"/>
                </a:lnTo>
                <a:lnTo>
                  <a:pt x="104775" y="209550"/>
                </a:lnTo>
                <a:lnTo>
                  <a:pt x="95250" y="209550"/>
                </a:lnTo>
                <a:close/>
                <a:moveTo>
                  <a:pt x="619125" y="200025"/>
                </a:moveTo>
                <a:lnTo>
                  <a:pt x="638175" y="200025"/>
                </a:lnTo>
                <a:lnTo>
                  <a:pt x="638175" y="209550"/>
                </a:lnTo>
                <a:lnTo>
                  <a:pt x="628650" y="209550"/>
                </a:lnTo>
                <a:lnTo>
                  <a:pt x="628650" y="228600"/>
                </a:lnTo>
                <a:lnTo>
                  <a:pt x="619125" y="228600"/>
                </a:lnTo>
                <a:close/>
                <a:moveTo>
                  <a:pt x="628650" y="257175"/>
                </a:moveTo>
                <a:lnTo>
                  <a:pt x="638175" y="257175"/>
                </a:lnTo>
                <a:lnTo>
                  <a:pt x="638175" y="276225"/>
                </a:lnTo>
                <a:lnTo>
                  <a:pt x="628650" y="276225"/>
                </a:lnTo>
                <a:close/>
                <a:moveTo>
                  <a:pt x="609600" y="266700"/>
                </a:moveTo>
                <a:lnTo>
                  <a:pt x="619125" y="266700"/>
                </a:lnTo>
                <a:lnTo>
                  <a:pt x="619125" y="276225"/>
                </a:lnTo>
                <a:lnTo>
                  <a:pt x="609600" y="276225"/>
                </a:lnTo>
                <a:close/>
                <a:moveTo>
                  <a:pt x="85725" y="276225"/>
                </a:moveTo>
                <a:lnTo>
                  <a:pt x="123825" y="276225"/>
                </a:lnTo>
                <a:lnTo>
                  <a:pt x="123825" y="285750"/>
                </a:lnTo>
                <a:lnTo>
                  <a:pt x="85725" y="285750"/>
                </a:lnTo>
                <a:close/>
                <a:moveTo>
                  <a:pt x="123825" y="285750"/>
                </a:moveTo>
                <a:lnTo>
                  <a:pt x="133350" y="285750"/>
                </a:lnTo>
                <a:lnTo>
                  <a:pt x="133350" y="295275"/>
                </a:lnTo>
                <a:lnTo>
                  <a:pt x="123825" y="295275"/>
                </a:lnTo>
                <a:close/>
                <a:moveTo>
                  <a:pt x="581025" y="295275"/>
                </a:moveTo>
                <a:lnTo>
                  <a:pt x="590550" y="295275"/>
                </a:lnTo>
                <a:lnTo>
                  <a:pt x="590550" y="304800"/>
                </a:lnTo>
                <a:lnTo>
                  <a:pt x="581025" y="304800"/>
                </a:lnTo>
                <a:close/>
                <a:moveTo>
                  <a:pt x="352425" y="304800"/>
                </a:moveTo>
                <a:lnTo>
                  <a:pt x="361950" y="304800"/>
                </a:lnTo>
                <a:lnTo>
                  <a:pt x="361950" y="314325"/>
                </a:lnTo>
                <a:lnTo>
                  <a:pt x="390525" y="314325"/>
                </a:lnTo>
                <a:lnTo>
                  <a:pt x="390525" y="323850"/>
                </a:lnTo>
                <a:lnTo>
                  <a:pt x="352425" y="323850"/>
                </a:lnTo>
                <a:close/>
                <a:moveTo>
                  <a:pt x="600075" y="333375"/>
                </a:moveTo>
                <a:lnTo>
                  <a:pt x="619125" y="333375"/>
                </a:lnTo>
                <a:lnTo>
                  <a:pt x="619125" y="342900"/>
                </a:lnTo>
                <a:lnTo>
                  <a:pt x="600075" y="342900"/>
                </a:lnTo>
                <a:close/>
                <a:moveTo>
                  <a:pt x="752475" y="333375"/>
                </a:moveTo>
                <a:lnTo>
                  <a:pt x="762000" y="333375"/>
                </a:lnTo>
                <a:lnTo>
                  <a:pt x="762000" y="342900"/>
                </a:lnTo>
                <a:lnTo>
                  <a:pt x="752475" y="342900"/>
                </a:lnTo>
                <a:close/>
                <a:moveTo>
                  <a:pt x="838200" y="400050"/>
                </a:moveTo>
                <a:lnTo>
                  <a:pt x="857250" y="400050"/>
                </a:lnTo>
                <a:lnTo>
                  <a:pt x="857250" y="409575"/>
                </a:lnTo>
                <a:lnTo>
                  <a:pt x="847725" y="409575"/>
                </a:lnTo>
                <a:lnTo>
                  <a:pt x="847725" y="419100"/>
                </a:lnTo>
                <a:lnTo>
                  <a:pt x="838200" y="419100"/>
                </a:lnTo>
                <a:close/>
                <a:moveTo>
                  <a:pt x="571500" y="409575"/>
                </a:moveTo>
                <a:lnTo>
                  <a:pt x="581025" y="409575"/>
                </a:lnTo>
                <a:lnTo>
                  <a:pt x="581025" y="419100"/>
                </a:lnTo>
                <a:lnTo>
                  <a:pt x="571500" y="419100"/>
                </a:lnTo>
                <a:close/>
                <a:moveTo>
                  <a:pt x="828675" y="428625"/>
                </a:moveTo>
                <a:lnTo>
                  <a:pt x="838200" y="428625"/>
                </a:lnTo>
                <a:lnTo>
                  <a:pt x="838200" y="457200"/>
                </a:lnTo>
                <a:lnTo>
                  <a:pt x="828675" y="457200"/>
                </a:lnTo>
                <a:close/>
                <a:moveTo>
                  <a:pt x="523875" y="447675"/>
                </a:moveTo>
                <a:lnTo>
                  <a:pt x="533400" y="447675"/>
                </a:lnTo>
                <a:lnTo>
                  <a:pt x="533400" y="457200"/>
                </a:lnTo>
                <a:lnTo>
                  <a:pt x="523875" y="457200"/>
                </a:lnTo>
                <a:close/>
                <a:moveTo>
                  <a:pt x="200025" y="476250"/>
                </a:moveTo>
                <a:lnTo>
                  <a:pt x="209550" y="476250"/>
                </a:lnTo>
                <a:lnTo>
                  <a:pt x="209550" y="495300"/>
                </a:lnTo>
                <a:lnTo>
                  <a:pt x="200025" y="495300"/>
                </a:lnTo>
                <a:close/>
                <a:moveTo>
                  <a:pt x="504825" y="476250"/>
                </a:moveTo>
                <a:lnTo>
                  <a:pt x="514350" y="476250"/>
                </a:lnTo>
                <a:lnTo>
                  <a:pt x="514350" y="485775"/>
                </a:lnTo>
                <a:lnTo>
                  <a:pt x="504825" y="485775"/>
                </a:lnTo>
                <a:close/>
                <a:moveTo>
                  <a:pt x="838200" y="476250"/>
                </a:moveTo>
                <a:lnTo>
                  <a:pt x="847725" y="476250"/>
                </a:lnTo>
                <a:lnTo>
                  <a:pt x="847725" y="504825"/>
                </a:lnTo>
                <a:lnTo>
                  <a:pt x="838200" y="504825"/>
                </a:lnTo>
                <a:close/>
                <a:moveTo>
                  <a:pt x="161925" y="495300"/>
                </a:moveTo>
                <a:lnTo>
                  <a:pt x="171450" y="495300"/>
                </a:lnTo>
                <a:lnTo>
                  <a:pt x="171450" y="514350"/>
                </a:lnTo>
                <a:lnTo>
                  <a:pt x="161925" y="514350"/>
                </a:lnTo>
                <a:close/>
                <a:moveTo>
                  <a:pt x="552450" y="495300"/>
                </a:moveTo>
                <a:lnTo>
                  <a:pt x="561975" y="495300"/>
                </a:lnTo>
                <a:lnTo>
                  <a:pt x="561975" y="514350"/>
                </a:lnTo>
                <a:lnTo>
                  <a:pt x="552450" y="514350"/>
                </a:lnTo>
                <a:close/>
                <a:moveTo>
                  <a:pt x="828675" y="504825"/>
                </a:moveTo>
                <a:lnTo>
                  <a:pt x="838200" y="504825"/>
                </a:lnTo>
                <a:lnTo>
                  <a:pt x="838200" y="514350"/>
                </a:lnTo>
                <a:lnTo>
                  <a:pt x="847725" y="514350"/>
                </a:lnTo>
                <a:lnTo>
                  <a:pt x="847725" y="533400"/>
                </a:lnTo>
                <a:lnTo>
                  <a:pt x="838200" y="533400"/>
                </a:lnTo>
                <a:lnTo>
                  <a:pt x="838200" y="523875"/>
                </a:lnTo>
                <a:lnTo>
                  <a:pt x="819150" y="523875"/>
                </a:lnTo>
                <a:lnTo>
                  <a:pt x="819150" y="514350"/>
                </a:lnTo>
                <a:lnTo>
                  <a:pt x="828675" y="514350"/>
                </a:lnTo>
                <a:close/>
                <a:moveTo>
                  <a:pt x="495300" y="514350"/>
                </a:moveTo>
                <a:lnTo>
                  <a:pt x="504825" y="514350"/>
                </a:lnTo>
                <a:lnTo>
                  <a:pt x="504825" y="523875"/>
                </a:lnTo>
                <a:lnTo>
                  <a:pt x="495300" y="523875"/>
                </a:lnTo>
                <a:close/>
                <a:moveTo>
                  <a:pt x="514350" y="514350"/>
                </a:moveTo>
                <a:lnTo>
                  <a:pt x="523875" y="514350"/>
                </a:lnTo>
                <a:lnTo>
                  <a:pt x="523875" y="523875"/>
                </a:lnTo>
                <a:lnTo>
                  <a:pt x="514350" y="523875"/>
                </a:lnTo>
                <a:close/>
                <a:moveTo>
                  <a:pt x="76200" y="523875"/>
                </a:moveTo>
                <a:lnTo>
                  <a:pt x="85725" y="523875"/>
                </a:lnTo>
                <a:lnTo>
                  <a:pt x="85725" y="533400"/>
                </a:lnTo>
                <a:lnTo>
                  <a:pt x="76200" y="533400"/>
                </a:lnTo>
                <a:close/>
                <a:moveTo>
                  <a:pt x="523875" y="523875"/>
                </a:moveTo>
                <a:lnTo>
                  <a:pt x="533400" y="523875"/>
                </a:lnTo>
                <a:lnTo>
                  <a:pt x="533400" y="533400"/>
                </a:lnTo>
                <a:lnTo>
                  <a:pt x="523875" y="533400"/>
                </a:lnTo>
                <a:close/>
                <a:moveTo>
                  <a:pt x="809625" y="523875"/>
                </a:moveTo>
                <a:lnTo>
                  <a:pt x="819150" y="523875"/>
                </a:lnTo>
                <a:lnTo>
                  <a:pt x="819150" y="542925"/>
                </a:lnTo>
                <a:lnTo>
                  <a:pt x="809625" y="542925"/>
                </a:lnTo>
                <a:lnTo>
                  <a:pt x="809625" y="552450"/>
                </a:lnTo>
                <a:lnTo>
                  <a:pt x="800100" y="552450"/>
                </a:lnTo>
                <a:lnTo>
                  <a:pt x="800100" y="533400"/>
                </a:lnTo>
                <a:lnTo>
                  <a:pt x="809625" y="533400"/>
                </a:lnTo>
                <a:close/>
                <a:moveTo>
                  <a:pt x="552450" y="542925"/>
                </a:moveTo>
                <a:lnTo>
                  <a:pt x="561975" y="542925"/>
                </a:lnTo>
                <a:lnTo>
                  <a:pt x="561975" y="552450"/>
                </a:lnTo>
                <a:lnTo>
                  <a:pt x="552450" y="552450"/>
                </a:lnTo>
                <a:close/>
                <a:moveTo>
                  <a:pt x="790575" y="552450"/>
                </a:moveTo>
                <a:lnTo>
                  <a:pt x="800100" y="552450"/>
                </a:lnTo>
                <a:lnTo>
                  <a:pt x="800100" y="561975"/>
                </a:lnTo>
                <a:lnTo>
                  <a:pt x="790575" y="561975"/>
                </a:lnTo>
                <a:close/>
                <a:moveTo>
                  <a:pt x="95250" y="571500"/>
                </a:moveTo>
                <a:lnTo>
                  <a:pt x="104775" y="571500"/>
                </a:lnTo>
                <a:lnTo>
                  <a:pt x="104775" y="581025"/>
                </a:lnTo>
                <a:lnTo>
                  <a:pt x="95250" y="581025"/>
                </a:lnTo>
                <a:close/>
                <a:moveTo>
                  <a:pt x="771525" y="571500"/>
                </a:moveTo>
                <a:lnTo>
                  <a:pt x="781050" y="571500"/>
                </a:lnTo>
                <a:lnTo>
                  <a:pt x="781050" y="581025"/>
                </a:lnTo>
                <a:lnTo>
                  <a:pt x="771525" y="581025"/>
                </a:lnTo>
                <a:close/>
                <a:moveTo>
                  <a:pt x="85725" y="581025"/>
                </a:moveTo>
                <a:lnTo>
                  <a:pt x="95250" y="581025"/>
                </a:lnTo>
                <a:lnTo>
                  <a:pt x="95250" y="600075"/>
                </a:lnTo>
                <a:lnTo>
                  <a:pt x="85725" y="600075"/>
                </a:lnTo>
                <a:close/>
                <a:moveTo>
                  <a:pt x="762000" y="590550"/>
                </a:moveTo>
                <a:lnTo>
                  <a:pt x="771525" y="590550"/>
                </a:lnTo>
                <a:lnTo>
                  <a:pt x="771525" y="600075"/>
                </a:lnTo>
                <a:lnTo>
                  <a:pt x="762000" y="600075"/>
                </a:lnTo>
                <a:close/>
                <a:moveTo>
                  <a:pt x="66675" y="609600"/>
                </a:moveTo>
                <a:lnTo>
                  <a:pt x="76200" y="609600"/>
                </a:lnTo>
                <a:lnTo>
                  <a:pt x="76200" y="619125"/>
                </a:lnTo>
                <a:lnTo>
                  <a:pt x="66675" y="619125"/>
                </a:lnTo>
                <a:close/>
                <a:moveTo>
                  <a:pt x="762000" y="609600"/>
                </a:moveTo>
                <a:lnTo>
                  <a:pt x="771525" y="609600"/>
                </a:lnTo>
                <a:lnTo>
                  <a:pt x="771525" y="628650"/>
                </a:lnTo>
                <a:lnTo>
                  <a:pt x="781050" y="628650"/>
                </a:lnTo>
                <a:lnTo>
                  <a:pt x="781050" y="638175"/>
                </a:lnTo>
                <a:lnTo>
                  <a:pt x="762000" y="638175"/>
                </a:lnTo>
                <a:close/>
                <a:moveTo>
                  <a:pt x="28575" y="628650"/>
                </a:moveTo>
                <a:lnTo>
                  <a:pt x="38100" y="628650"/>
                </a:lnTo>
                <a:lnTo>
                  <a:pt x="38100" y="638175"/>
                </a:lnTo>
                <a:lnTo>
                  <a:pt x="47625" y="638175"/>
                </a:lnTo>
                <a:lnTo>
                  <a:pt x="47625" y="647700"/>
                </a:lnTo>
                <a:lnTo>
                  <a:pt x="57150" y="647700"/>
                </a:lnTo>
                <a:lnTo>
                  <a:pt x="57150" y="657225"/>
                </a:lnTo>
                <a:lnTo>
                  <a:pt x="38100" y="657225"/>
                </a:lnTo>
                <a:lnTo>
                  <a:pt x="38100" y="647700"/>
                </a:lnTo>
                <a:lnTo>
                  <a:pt x="28575" y="647700"/>
                </a:lnTo>
                <a:close/>
                <a:moveTo>
                  <a:pt x="28575" y="676275"/>
                </a:moveTo>
                <a:lnTo>
                  <a:pt x="38100" y="676275"/>
                </a:lnTo>
                <a:lnTo>
                  <a:pt x="38100" y="695325"/>
                </a:lnTo>
                <a:lnTo>
                  <a:pt x="28575" y="695325"/>
                </a:lnTo>
                <a:close/>
                <a:moveTo>
                  <a:pt x="771525" y="723900"/>
                </a:moveTo>
                <a:lnTo>
                  <a:pt x="781050" y="723900"/>
                </a:lnTo>
                <a:lnTo>
                  <a:pt x="781050" y="742950"/>
                </a:lnTo>
                <a:lnTo>
                  <a:pt x="771525" y="742950"/>
                </a:lnTo>
                <a:close/>
                <a:moveTo>
                  <a:pt x="0" y="752475"/>
                </a:moveTo>
                <a:lnTo>
                  <a:pt x="19050" y="752475"/>
                </a:lnTo>
                <a:lnTo>
                  <a:pt x="19050" y="790575"/>
                </a:lnTo>
                <a:lnTo>
                  <a:pt x="9525" y="790575"/>
                </a:lnTo>
                <a:lnTo>
                  <a:pt x="9525" y="781050"/>
                </a:lnTo>
                <a:lnTo>
                  <a:pt x="0" y="781050"/>
                </a:lnTo>
                <a:close/>
                <a:moveTo>
                  <a:pt x="762000" y="762000"/>
                </a:moveTo>
                <a:lnTo>
                  <a:pt x="771525" y="762000"/>
                </a:lnTo>
                <a:lnTo>
                  <a:pt x="771525" y="771525"/>
                </a:lnTo>
                <a:lnTo>
                  <a:pt x="762000" y="771525"/>
                </a:lnTo>
                <a:close/>
                <a:moveTo>
                  <a:pt x="38100" y="809625"/>
                </a:moveTo>
                <a:lnTo>
                  <a:pt x="47625" y="809625"/>
                </a:lnTo>
                <a:lnTo>
                  <a:pt x="47625" y="819150"/>
                </a:lnTo>
                <a:lnTo>
                  <a:pt x="38100" y="819150"/>
                </a:lnTo>
                <a:close/>
                <a:moveTo>
                  <a:pt x="733425" y="809625"/>
                </a:moveTo>
                <a:lnTo>
                  <a:pt x="742950" y="809625"/>
                </a:lnTo>
                <a:lnTo>
                  <a:pt x="742950" y="819150"/>
                </a:lnTo>
                <a:lnTo>
                  <a:pt x="733425" y="819150"/>
                </a:lnTo>
                <a:close/>
                <a:moveTo>
                  <a:pt x="47625" y="819150"/>
                </a:moveTo>
                <a:lnTo>
                  <a:pt x="57150" y="819150"/>
                </a:lnTo>
                <a:lnTo>
                  <a:pt x="57150" y="828675"/>
                </a:lnTo>
                <a:lnTo>
                  <a:pt x="47625" y="828675"/>
                </a:lnTo>
                <a:close/>
                <a:moveTo>
                  <a:pt x="581025" y="819150"/>
                </a:moveTo>
                <a:lnTo>
                  <a:pt x="590550" y="819150"/>
                </a:lnTo>
                <a:lnTo>
                  <a:pt x="590550" y="828675"/>
                </a:lnTo>
                <a:lnTo>
                  <a:pt x="581025" y="828675"/>
                </a:lnTo>
                <a:close/>
                <a:moveTo>
                  <a:pt x="723900" y="819150"/>
                </a:moveTo>
                <a:lnTo>
                  <a:pt x="733425" y="819150"/>
                </a:lnTo>
                <a:lnTo>
                  <a:pt x="733425" y="828675"/>
                </a:lnTo>
                <a:lnTo>
                  <a:pt x="723900" y="828675"/>
                </a:lnTo>
                <a:close/>
                <a:moveTo>
                  <a:pt x="57150" y="828675"/>
                </a:moveTo>
                <a:lnTo>
                  <a:pt x="66675" y="828675"/>
                </a:lnTo>
                <a:lnTo>
                  <a:pt x="66675" y="838200"/>
                </a:lnTo>
                <a:lnTo>
                  <a:pt x="57150" y="838200"/>
                </a:lnTo>
                <a:close/>
                <a:moveTo>
                  <a:pt x="152400" y="828675"/>
                </a:moveTo>
                <a:lnTo>
                  <a:pt x="161925" y="828675"/>
                </a:lnTo>
                <a:lnTo>
                  <a:pt x="161925" y="838200"/>
                </a:lnTo>
                <a:lnTo>
                  <a:pt x="152400" y="838200"/>
                </a:lnTo>
                <a:close/>
                <a:moveTo>
                  <a:pt x="171450" y="828675"/>
                </a:moveTo>
                <a:lnTo>
                  <a:pt x="180975" y="828675"/>
                </a:lnTo>
                <a:lnTo>
                  <a:pt x="180975" y="838200"/>
                </a:lnTo>
                <a:lnTo>
                  <a:pt x="171450" y="838200"/>
                </a:lnTo>
                <a:close/>
                <a:moveTo>
                  <a:pt x="342900" y="828675"/>
                </a:moveTo>
                <a:lnTo>
                  <a:pt x="361950" y="828675"/>
                </a:lnTo>
                <a:lnTo>
                  <a:pt x="361950" y="838200"/>
                </a:lnTo>
                <a:lnTo>
                  <a:pt x="342900" y="838200"/>
                </a:lnTo>
                <a:close/>
                <a:moveTo>
                  <a:pt x="381000" y="828675"/>
                </a:moveTo>
                <a:lnTo>
                  <a:pt x="409575" y="828675"/>
                </a:lnTo>
                <a:lnTo>
                  <a:pt x="409575" y="838200"/>
                </a:lnTo>
                <a:lnTo>
                  <a:pt x="381000" y="838200"/>
                </a:lnTo>
                <a:close/>
                <a:moveTo>
                  <a:pt x="438150" y="828675"/>
                </a:moveTo>
                <a:lnTo>
                  <a:pt x="485775" y="828675"/>
                </a:lnTo>
                <a:lnTo>
                  <a:pt x="485775" y="838200"/>
                </a:lnTo>
                <a:lnTo>
                  <a:pt x="438150" y="838200"/>
                </a:lnTo>
                <a:close/>
                <a:moveTo>
                  <a:pt x="495300" y="828675"/>
                </a:moveTo>
                <a:lnTo>
                  <a:pt x="504825" y="828675"/>
                </a:lnTo>
                <a:lnTo>
                  <a:pt x="504825" y="838200"/>
                </a:lnTo>
                <a:lnTo>
                  <a:pt x="495300" y="838200"/>
                </a:lnTo>
                <a:close/>
                <a:moveTo>
                  <a:pt x="552450" y="828675"/>
                </a:moveTo>
                <a:lnTo>
                  <a:pt x="571500" y="828675"/>
                </a:lnTo>
                <a:lnTo>
                  <a:pt x="571500" y="838200"/>
                </a:lnTo>
                <a:lnTo>
                  <a:pt x="552450" y="838200"/>
                </a:lnTo>
                <a:close/>
                <a:moveTo>
                  <a:pt x="590550" y="828675"/>
                </a:moveTo>
                <a:lnTo>
                  <a:pt x="600075" y="828675"/>
                </a:lnTo>
                <a:lnTo>
                  <a:pt x="600075" y="838200"/>
                </a:lnTo>
                <a:lnTo>
                  <a:pt x="590550" y="838200"/>
                </a:lnTo>
                <a:close/>
                <a:moveTo>
                  <a:pt x="619125" y="828675"/>
                </a:moveTo>
                <a:lnTo>
                  <a:pt x="628650" y="828675"/>
                </a:lnTo>
                <a:lnTo>
                  <a:pt x="628650" y="838200"/>
                </a:lnTo>
                <a:lnTo>
                  <a:pt x="619125" y="838200"/>
                </a:lnTo>
                <a:close/>
                <a:moveTo>
                  <a:pt x="647700" y="828675"/>
                </a:moveTo>
                <a:lnTo>
                  <a:pt x="666750" y="828675"/>
                </a:lnTo>
                <a:lnTo>
                  <a:pt x="666750" y="838200"/>
                </a:lnTo>
                <a:lnTo>
                  <a:pt x="657225" y="838200"/>
                </a:lnTo>
                <a:lnTo>
                  <a:pt x="657225" y="847725"/>
                </a:lnTo>
                <a:lnTo>
                  <a:pt x="628650" y="847725"/>
                </a:lnTo>
                <a:lnTo>
                  <a:pt x="628650" y="838200"/>
                </a:lnTo>
                <a:lnTo>
                  <a:pt x="647700" y="838200"/>
                </a:lnTo>
                <a:close/>
                <a:moveTo>
                  <a:pt x="695325" y="828675"/>
                </a:moveTo>
                <a:lnTo>
                  <a:pt x="704850" y="828675"/>
                </a:lnTo>
                <a:lnTo>
                  <a:pt x="704850" y="838200"/>
                </a:lnTo>
                <a:lnTo>
                  <a:pt x="695325" y="838200"/>
                </a:lnTo>
                <a:close/>
                <a:moveTo>
                  <a:pt x="114300" y="838200"/>
                </a:moveTo>
                <a:lnTo>
                  <a:pt x="142875" y="838200"/>
                </a:lnTo>
                <a:lnTo>
                  <a:pt x="142875" y="847725"/>
                </a:lnTo>
                <a:lnTo>
                  <a:pt x="114300" y="847725"/>
                </a:lnTo>
                <a:close/>
                <a:moveTo>
                  <a:pt x="514350" y="838200"/>
                </a:moveTo>
                <a:lnTo>
                  <a:pt x="542925" y="838200"/>
                </a:lnTo>
                <a:lnTo>
                  <a:pt x="542925" y="847725"/>
                </a:lnTo>
                <a:lnTo>
                  <a:pt x="514350" y="847725"/>
                </a:lnTo>
                <a:close/>
              </a:path>
            </a:pathLst>
          </a:custGeom>
          <a:solidFill xmlns:a="http://schemas.openxmlformats.org/drawingml/2006/main">
            <a:srgbClr val="F2EEE0"/>
          </a:solidFill>
          <a:ln xmlns:a="http://schemas.openxmlformats.org/drawingml/2006/main" w="0">
            <a:noFill/>
          </a:ln>
        </p:spPr>
      </p:sp>
      <p:sp>
        <p:nvSpPr>
          <p:cNvPr id="18" name="impact vector #f3eddf">
            <a:extLst xmlns:a="http://schemas.openxmlformats.org/drawingml/2006/main">
              <a:ext uri="{FF2B5EF4-FFF2-40B4-BE49-F238E27FC236}">
                <a16:creationId xmlns:a16="http://schemas.microsoft.com/office/drawing/2014/main" id="{850F8894-F42E-4E76-AA64-C0DFBD42131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000250" y="1524000"/>
            <a:ext cx="857250" cy="847725"/>
          </a:xfrm>
          <a:custGeom xmlns:a="http://schemas.openxmlformats.org/drawingml/2006/main">
            <a:pathLst>
              <a:path w="857250" h="847725">
                <a:moveTo>
                  <a:pt x="200025" y="19050"/>
                </a:moveTo>
                <a:lnTo>
                  <a:pt x="209550" y="19050"/>
                </a:lnTo>
                <a:lnTo>
                  <a:pt x="209550" y="28575"/>
                </a:lnTo>
                <a:lnTo>
                  <a:pt x="200025" y="28575"/>
                </a:lnTo>
                <a:close/>
                <a:moveTo>
                  <a:pt x="495300" y="19050"/>
                </a:moveTo>
                <a:lnTo>
                  <a:pt x="514350" y="19050"/>
                </a:lnTo>
                <a:lnTo>
                  <a:pt x="514350" y="28575"/>
                </a:lnTo>
                <a:lnTo>
                  <a:pt x="495300" y="28575"/>
                </a:lnTo>
                <a:close/>
                <a:moveTo>
                  <a:pt x="180975" y="28575"/>
                </a:moveTo>
                <a:lnTo>
                  <a:pt x="190500" y="28575"/>
                </a:lnTo>
                <a:lnTo>
                  <a:pt x="190500" y="38100"/>
                </a:lnTo>
                <a:lnTo>
                  <a:pt x="180975" y="38100"/>
                </a:lnTo>
                <a:close/>
                <a:moveTo>
                  <a:pt x="561975" y="85725"/>
                </a:moveTo>
                <a:lnTo>
                  <a:pt x="571500" y="85725"/>
                </a:lnTo>
                <a:lnTo>
                  <a:pt x="571500" y="104775"/>
                </a:lnTo>
                <a:lnTo>
                  <a:pt x="561975" y="104775"/>
                </a:lnTo>
                <a:close/>
                <a:moveTo>
                  <a:pt x="581025" y="123825"/>
                </a:moveTo>
                <a:lnTo>
                  <a:pt x="590550" y="123825"/>
                </a:lnTo>
                <a:lnTo>
                  <a:pt x="590550" y="133350"/>
                </a:lnTo>
                <a:lnTo>
                  <a:pt x="581025" y="133350"/>
                </a:lnTo>
                <a:close/>
                <a:moveTo>
                  <a:pt x="0" y="152400"/>
                </a:moveTo>
                <a:lnTo>
                  <a:pt x="9525" y="152400"/>
                </a:lnTo>
                <a:lnTo>
                  <a:pt x="9525" y="171450"/>
                </a:lnTo>
                <a:lnTo>
                  <a:pt x="0" y="171450"/>
                </a:lnTo>
                <a:close/>
                <a:moveTo>
                  <a:pt x="104775" y="171450"/>
                </a:moveTo>
                <a:lnTo>
                  <a:pt x="114300" y="171450"/>
                </a:lnTo>
                <a:lnTo>
                  <a:pt x="114300" y="200025"/>
                </a:lnTo>
                <a:lnTo>
                  <a:pt x="104775" y="200025"/>
                </a:lnTo>
                <a:close/>
                <a:moveTo>
                  <a:pt x="619125" y="228600"/>
                </a:moveTo>
                <a:lnTo>
                  <a:pt x="628650" y="228600"/>
                </a:lnTo>
                <a:lnTo>
                  <a:pt x="628650" y="238125"/>
                </a:lnTo>
                <a:lnTo>
                  <a:pt x="619125" y="238125"/>
                </a:lnTo>
                <a:close/>
                <a:moveTo>
                  <a:pt x="581025" y="285750"/>
                </a:moveTo>
                <a:lnTo>
                  <a:pt x="590550" y="285750"/>
                </a:lnTo>
                <a:lnTo>
                  <a:pt x="590550" y="295275"/>
                </a:lnTo>
                <a:lnTo>
                  <a:pt x="581025" y="295275"/>
                </a:lnTo>
                <a:close/>
                <a:moveTo>
                  <a:pt x="133350" y="304800"/>
                </a:moveTo>
                <a:lnTo>
                  <a:pt x="142875" y="304800"/>
                </a:lnTo>
                <a:lnTo>
                  <a:pt x="142875" y="361950"/>
                </a:lnTo>
                <a:lnTo>
                  <a:pt x="133350" y="361950"/>
                </a:lnTo>
                <a:lnTo>
                  <a:pt x="133350" y="371475"/>
                </a:lnTo>
                <a:lnTo>
                  <a:pt x="123825" y="371475"/>
                </a:lnTo>
                <a:lnTo>
                  <a:pt x="123825" y="352425"/>
                </a:lnTo>
                <a:lnTo>
                  <a:pt x="133350" y="352425"/>
                </a:lnTo>
                <a:close/>
                <a:moveTo>
                  <a:pt x="304800" y="304800"/>
                </a:moveTo>
                <a:lnTo>
                  <a:pt x="333375" y="304800"/>
                </a:lnTo>
                <a:lnTo>
                  <a:pt x="333375" y="314325"/>
                </a:lnTo>
                <a:lnTo>
                  <a:pt x="304800" y="314325"/>
                </a:lnTo>
                <a:close/>
                <a:moveTo>
                  <a:pt x="361950" y="304800"/>
                </a:moveTo>
                <a:lnTo>
                  <a:pt x="371475" y="304800"/>
                </a:lnTo>
                <a:lnTo>
                  <a:pt x="371475" y="314325"/>
                </a:lnTo>
                <a:lnTo>
                  <a:pt x="361950" y="314325"/>
                </a:lnTo>
                <a:close/>
                <a:moveTo>
                  <a:pt x="390525" y="314325"/>
                </a:moveTo>
                <a:lnTo>
                  <a:pt x="438150" y="314325"/>
                </a:lnTo>
                <a:lnTo>
                  <a:pt x="438150" y="323850"/>
                </a:lnTo>
                <a:lnTo>
                  <a:pt x="447675" y="323850"/>
                </a:lnTo>
                <a:lnTo>
                  <a:pt x="447675" y="352425"/>
                </a:lnTo>
                <a:lnTo>
                  <a:pt x="438150" y="352425"/>
                </a:lnTo>
                <a:lnTo>
                  <a:pt x="438150" y="333375"/>
                </a:lnTo>
                <a:lnTo>
                  <a:pt x="428625" y="333375"/>
                </a:lnTo>
                <a:lnTo>
                  <a:pt x="428625" y="323850"/>
                </a:lnTo>
                <a:lnTo>
                  <a:pt x="390525" y="323850"/>
                </a:lnTo>
                <a:close/>
                <a:moveTo>
                  <a:pt x="771525" y="323850"/>
                </a:moveTo>
                <a:lnTo>
                  <a:pt x="781050" y="323850"/>
                </a:lnTo>
                <a:lnTo>
                  <a:pt x="781050" y="342900"/>
                </a:lnTo>
                <a:lnTo>
                  <a:pt x="790575" y="342900"/>
                </a:lnTo>
                <a:lnTo>
                  <a:pt x="790575" y="361950"/>
                </a:lnTo>
                <a:lnTo>
                  <a:pt x="771525" y="361950"/>
                </a:lnTo>
                <a:lnTo>
                  <a:pt x="771525" y="352425"/>
                </a:lnTo>
                <a:lnTo>
                  <a:pt x="723900" y="352425"/>
                </a:lnTo>
                <a:lnTo>
                  <a:pt x="723900" y="342900"/>
                </a:lnTo>
                <a:lnTo>
                  <a:pt x="762000" y="342900"/>
                </a:lnTo>
                <a:lnTo>
                  <a:pt x="762000" y="333375"/>
                </a:lnTo>
                <a:lnTo>
                  <a:pt x="771525" y="333375"/>
                </a:lnTo>
                <a:close/>
                <a:moveTo>
                  <a:pt x="590550" y="333375"/>
                </a:moveTo>
                <a:lnTo>
                  <a:pt x="600075" y="333375"/>
                </a:lnTo>
                <a:lnTo>
                  <a:pt x="600075" y="342900"/>
                </a:lnTo>
                <a:lnTo>
                  <a:pt x="590550" y="342900"/>
                </a:lnTo>
                <a:close/>
                <a:moveTo>
                  <a:pt x="581025" y="342900"/>
                </a:moveTo>
                <a:lnTo>
                  <a:pt x="590550" y="342900"/>
                </a:lnTo>
                <a:lnTo>
                  <a:pt x="590550" y="381000"/>
                </a:lnTo>
                <a:lnTo>
                  <a:pt x="581025" y="381000"/>
                </a:lnTo>
                <a:close/>
                <a:moveTo>
                  <a:pt x="685800" y="352425"/>
                </a:moveTo>
                <a:lnTo>
                  <a:pt x="723900" y="352425"/>
                </a:lnTo>
                <a:lnTo>
                  <a:pt x="723900" y="361950"/>
                </a:lnTo>
                <a:lnTo>
                  <a:pt x="685800" y="361950"/>
                </a:lnTo>
                <a:close/>
                <a:moveTo>
                  <a:pt x="104775" y="361950"/>
                </a:moveTo>
                <a:lnTo>
                  <a:pt x="114300" y="361950"/>
                </a:lnTo>
                <a:lnTo>
                  <a:pt x="114300" y="381000"/>
                </a:lnTo>
                <a:lnTo>
                  <a:pt x="104775" y="381000"/>
                </a:lnTo>
                <a:close/>
                <a:moveTo>
                  <a:pt x="790575" y="361950"/>
                </a:moveTo>
                <a:lnTo>
                  <a:pt x="800100" y="361950"/>
                </a:lnTo>
                <a:lnTo>
                  <a:pt x="800100" y="371475"/>
                </a:lnTo>
                <a:lnTo>
                  <a:pt x="790575" y="371475"/>
                </a:lnTo>
                <a:close/>
                <a:moveTo>
                  <a:pt x="657225" y="381000"/>
                </a:moveTo>
                <a:lnTo>
                  <a:pt x="666750" y="381000"/>
                </a:lnTo>
                <a:lnTo>
                  <a:pt x="666750" y="390525"/>
                </a:lnTo>
                <a:lnTo>
                  <a:pt x="657225" y="390525"/>
                </a:lnTo>
                <a:close/>
                <a:moveTo>
                  <a:pt x="819150" y="381000"/>
                </a:moveTo>
                <a:lnTo>
                  <a:pt x="828675" y="381000"/>
                </a:lnTo>
                <a:lnTo>
                  <a:pt x="828675" y="390525"/>
                </a:lnTo>
                <a:lnTo>
                  <a:pt x="847725" y="390525"/>
                </a:lnTo>
                <a:lnTo>
                  <a:pt x="847725" y="400050"/>
                </a:lnTo>
                <a:lnTo>
                  <a:pt x="838200" y="400050"/>
                </a:lnTo>
                <a:lnTo>
                  <a:pt x="838200" y="419100"/>
                </a:lnTo>
                <a:lnTo>
                  <a:pt x="828675" y="419100"/>
                </a:lnTo>
                <a:lnTo>
                  <a:pt x="828675" y="400050"/>
                </a:lnTo>
                <a:lnTo>
                  <a:pt x="819150" y="400050"/>
                </a:lnTo>
                <a:close/>
                <a:moveTo>
                  <a:pt x="571500" y="390525"/>
                </a:moveTo>
                <a:lnTo>
                  <a:pt x="581025" y="390525"/>
                </a:lnTo>
                <a:lnTo>
                  <a:pt x="581025" y="409575"/>
                </a:lnTo>
                <a:lnTo>
                  <a:pt x="561975" y="409575"/>
                </a:lnTo>
                <a:lnTo>
                  <a:pt x="561975" y="400050"/>
                </a:lnTo>
                <a:lnTo>
                  <a:pt x="571500" y="400050"/>
                </a:lnTo>
                <a:close/>
                <a:moveTo>
                  <a:pt x="123825" y="400050"/>
                </a:moveTo>
                <a:lnTo>
                  <a:pt x="161925" y="400050"/>
                </a:lnTo>
                <a:lnTo>
                  <a:pt x="161925" y="409575"/>
                </a:lnTo>
                <a:lnTo>
                  <a:pt x="142875" y="409575"/>
                </a:lnTo>
                <a:lnTo>
                  <a:pt x="142875" y="419100"/>
                </a:lnTo>
                <a:lnTo>
                  <a:pt x="123825" y="419100"/>
                </a:lnTo>
                <a:close/>
                <a:moveTo>
                  <a:pt x="590550" y="400050"/>
                </a:moveTo>
                <a:lnTo>
                  <a:pt x="628650" y="400050"/>
                </a:lnTo>
                <a:lnTo>
                  <a:pt x="628650" y="409575"/>
                </a:lnTo>
                <a:lnTo>
                  <a:pt x="590550" y="409575"/>
                </a:lnTo>
                <a:close/>
                <a:moveTo>
                  <a:pt x="638175" y="400050"/>
                </a:moveTo>
                <a:lnTo>
                  <a:pt x="647700" y="400050"/>
                </a:lnTo>
                <a:lnTo>
                  <a:pt x="647700" y="409575"/>
                </a:lnTo>
                <a:lnTo>
                  <a:pt x="638175" y="409575"/>
                </a:lnTo>
                <a:close/>
                <a:moveTo>
                  <a:pt x="552450" y="409575"/>
                </a:moveTo>
                <a:lnTo>
                  <a:pt x="561975" y="409575"/>
                </a:lnTo>
                <a:lnTo>
                  <a:pt x="561975" y="419100"/>
                </a:lnTo>
                <a:lnTo>
                  <a:pt x="552450" y="419100"/>
                </a:lnTo>
                <a:close/>
                <a:moveTo>
                  <a:pt x="581025" y="409575"/>
                </a:moveTo>
                <a:lnTo>
                  <a:pt x="590550" y="409575"/>
                </a:lnTo>
                <a:lnTo>
                  <a:pt x="590550" y="419100"/>
                </a:lnTo>
                <a:lnTo>
                  <a:pt x="581025" y="419100"/>
                </a:lnTo>
                <a:close/>
                <a:moveTo>
                  <a:pt x="542925" y="419100"/>
                </a:moveTo>
                <a:lnTo>
                  <a:pt x="552450" y="419100"/>
                </a:lnTo>
                <a:lnTo>
                  <a:pt x="552450" y="428625"/>
                </a:lnTo>
                <a:lnTo>
                  <a:pt x="542925" y="428625"/>
                </a:lnTo>
                <a:close/>
                <a:moveTo>
                  <a:pt x="171450" y="428625"/>
                </a:moveTo>
                <a:lnTo>
                  <a:pt x="180975" y="428625"/>
                </a:lnTo>
                <a:lnTo>
                  <a:pt x="180975" y="438150"/>
                </a:lnTo>
                <a:lnTo>
                  <a:pt x="171450" y="438150"/>
                </a:lnTo>
                <a:close/>
                <a:moveTo>
                  <a:pt x="533400" y="428625"/>
                </a:moveTo>
                <a:lnTo>
                  <a:pt x="542925" y="428625"/>
                </a:lnTo>
                <a:lnTo>
                  <a:pt x="542925" y="438150"/>
                </a:lnTo>
                <a:lnTo>
                  <a:pt x="533400" y="438150"/>
                </a:lnTo>
                <a:close/>
                <a:moveTo>
                  <a:pt x="180975" y="447675"/>
                </a:moveTo>
                <a:lnTo>
                  <a:pt x="190500" y="447675"/>
                </a:lnTo>
                <a:lnTo>
                  <a:pt x="190500" y="457200"/>
                </a:lnTo>
                <a:lnTo>
                  <a:pt x="180975" y="457200"/>
                </a:lnTo>
                <a:close/>
                <a:moveTo>
                  <a:pt x="190500" y="457200"/>
                </a:moveTo>
                <a:lnTo>
                  <a:pt x="200025" y="457200"/>
                </a:lnTo>
                <a:lnTo>
                  <a:pt x="200025" y="466725"/>
                </a:lnTo>
                <a:lnTo>
                  <a:pt x="190500" y="466725"/>
                </a:lnTo>
                <a:close/>
                <a:moveTo>
                  <a:pt x="828675" y="457200"/>
                </a:moveTo>
                <a:lnTo>
                  <a:pt x="838200" y="457200"/>
                </a:lnTo>
                <a:lnTo>
                  <a:pt x="838200" y="476250"/>
                </a:lnTo>
                <a:lnTo>
                  <a:pt x="828675" y="476250"/>
                </a:lnTo>
                <a:close/>
                <a:moveTo>
                  <a:pt x="142875" y="466725"/>
                </a:moveTo>
                <a:lnTo>
                  <a:pt x="171450" y="466725"/>
                </a:lnTo>
                <a:lnTo>
                  <a:pt x="171450" y="495300"/>
                </a:lnTo>
                <a:lnTo>
                  <a:pt x="142875" y="495300"/>
                </a:lnTo>
                <a:close/>
                <a:moveTo>
                  <a:pt x="200025" y="466725"/>
                </a:moveTo>
                <a:lnTo>
                  <a:pt x="209550" y="466725"/>
                </a:lnTo>
                <a:lnTo>
                  <a:pt x="209550" y="476250"/>
                </a:lnTo>
                <a:lnTo>
                  <a:pt x="200025" y="476250"/>
                </a:lnTo>
                <a:close/>
                <a:moveTo>
                  <a:pt x="209550" y="476250"/>
                </a:moveTo>
                <a:lnTo>
                  <a:pt x="219075" y="476250"/>
                </a:lnTo>
                <a:lnTo>
                  <a:pt x="219075" y="485775"/>
                </a:lnTo>
                <a:lnTo>
                  <a:pt x="228600" y="485775"/>
                </a:lnTo>
                <a:lnTo>
                  <a:pt x="228600" y="504825"/>
                </a:lnTo>
                <a:lnTo>
                  <a:pt x="219075" y="504825"/>
                </a:lnTo>
                <a:lnTo>
                  <a:pt x="219075" y="514350"/>
                </a:lnTo>
                <a:lnTo>
                  <a:pt x="190500" y="514350"/>
                </a:lnTo>
                <a:lnTo>
                  <a:pt x="190500" y="523875"/>
                </a:lnTo>
                <a:lnTo>
                  <a:pt x="180975" y="523875"/>
                </a:lnTo>
                <a:lnTo>
                  <a:pt x="180975" y="533400"/>
                </a:lnTo>
                <a:lnTo>
                  <a:pt x="152400" y="533400"/>
                </a:lnTo>
                <a:lnTo>
                  <a:pt x="152400" y="523875"/>
                </a:lnTo>
                <a:lnTo>
                  <a:pt x="161925" y="523875"/>
                </a:lnTo>
                <a:lnTo>
                  <a:pt x="161925" y="514350"/>
                </a:lnTo>
                <a:lnTo>
                  <a:pt x="171450" y="514350"/>
                </a:lnTo>
                <a:lnTo>
                  <a:pt x="171450" y="504825"/>
                </a:lnTo>
                <a:lnTo>
                  <a:pt x="200025" y="504825"/>
                </a:lnTo>
                <a:lnTo>
                  <a:pt x="200025" y="495300"/>
                </a:lnTo>
                <a:lnTo>
                  <a:pt x="209550" y="495300"/>
                </a:lnTo>
                <a:close/>
                <a:moveTo>
                  <a:pt x="828675" y="495300"/>
                </a:moveTo>
                <a:lnTo>
                  <a:pt x="838200" y="495300"/>
                </a:lnTo>
                <a:lnTo>
                  <a:pt x="838200" y="504825"/>
                </a:lnTo>
                <a:lnTo>
                  <a:pt x="828675" y="504825"/>
                </a:lnTo>
                <a:close/>
                <a:moveTo>
                  <a:pt x="819150" y="504825"/>
                </a:moveTo>
                <a:lnTo>
                  <a:pt x="828675" y="504825"/>
                </a:lnTo>
                <a:lnTo>
                  <a:pt x="828675" y="514350"/>
                </a:lnTo>
                <a:lnTo>
                  <a:pt x="819150" y="514350"/>
                </a:lnTo>
                <a:close/>
                <a:moveTo>
                  <a:pt x="504825" y="514350"/>
                </a:moveTo>
                <a:lnTo>
                  <a:pt x="514350" y="514350"/>
                </a:lnTo>
                <a:lnTo>
                  <a:pt x="514350" y="523875"/>
                </a:lnTo>
                <a:lnTo>
                  <a:pt x="504825" y="523875"/>
                </a:lnTo>
                <a:close/>
                <a:moveTo>
                  <a:pt x="809625" y="514350"/>
                </a:moveTo>
                <a:lnTo>
                  <a:pt x="819150" y="514350"/>
                </a:lnTo>
                <a:lnTo>
                  <a:pt x="819150" y="523875"/>
                </a:lnTo>
                <a:lnTo>
                  <a:pt x="809625" y="523875"/>
                </a:lnTo>
                <a:close/>
                <a:moveTo>
                  <a:pt x="514350" y="523875"/>
                </a:moveTo>
                <a:lnTo>
                  <a:pt x="523875" y="523875"/>
                </a:lnTo>
                <a:lnTo>
                  <a:pt x="523875" y="533400"/>
                </a:lnTo>
                <a:lnTo>
                  <a:pt x="514350" y="533400"/>
                </a:lnTo>
                <a:close/>
                <a:moveTo>
                  <a:pt x="66675" y="533400"/>
                </a:moveTo>
                <a:lnTo>
                  <a:pt x="76200" y="533400"/>
                </a:lnTo>
                <a:lnTo>
                  <a:pt x="76200" y="542925"/>
                </a:lnTo>
                <a:lnTo>
                  <a:pt x="66675" y="542925"/>
                </a:lnTo>
                <a:close/>
                <a:moveTo>
                  <a:pt x="523875" y="533400"/>
                </a:moveTo>
                <a:lnTo>
                  <a:pt x="533400" y="533400"/>
                </a:lnTo>
                <a:lnTo>
                  <a:pt x="533400" y="542925"/>
                </a:lnTo>
                <a:lnTo>
                  <a:pt x="523875" y="542925"/>
                </a:lnTo>
                <a:close/>
                <a:moveTo>
                  <a:pt x="542925" y="542925"/>
                </a:moveTo>
                <a:lnTo>
                  <a:pt x="552450" y="542925"/>
                </a:lnTo>
                <a:lnTo>
                  <a:pt x="552450" y="552450"/>
                </a:lnTo>
                <a:lnTo>
                  <a:pt x="542925" y="552450"/>
                </a:lnTo>
                <a:close/>
                <a:moveTo>
                  <a:pt x="104775" y="571500"/>
                </a:moveTo>
                <a:lnTo>
                  <a:pt x="123825" y="571500"/>
                </a:lnTo>
                <a:lnTo>
                  <a:pt x="123825" y="581025"/>
                </a:lnTo>
                <a:lnTo>
                  <a:pt x="104775" y="581025"/>
                </a:lnTo>
                <a:close/>
                <a:moveTo>
                  <a:pt x="752475" y="609600"/>
                </a:moveTo>
                <a:lnTo>
                  <a:pt x="762000" y="609600"/>
                </a:lnTo>
                <a:lnTo>
                  <a:pt x="762000" y="628650"/>
                </a:lnTo>
                <a:lnTo>
                  <a:pt x="752475" y="628650"/>
                </a:lnTo>
                <a:close/>
                <a:moveTo>
                  <a:pt x="762000" y="638175"/>
                </a:moveTo>
                <a:lnTo>
                  <a:pt x="771525" y="638175"/>
                </a:lnTo>
                <a:lnTo>
                  <a:pt x="771525" y="714375"/>
                </a:lnTo>
                <a:lnTo>
                  <a:pt x="762000" y="714375"/>
                </a:lnTo>
                <a:close/>
                <a:moveTo>
                  <a:pt x="38100" y="666750"/>
                </a:moveTo>
                <a:lnTo>
                  <a:pt x="47625" y="666750"/>
                </a:lnTo>
                <a:lnTo>
                  <a:pt x="47625" y="685800"/>
                </a:lnTo>
                <a:lnTo>
                  <a:pt x="38100" y="685800"/>
                </a:lnTo>
                <a:close/>
                <a:moveTo>
                  <a:pt x="28575" y="695325"/>
                </a:moveTo>
                <a:lnTo>
                  <a:pt x="38100" y="695325"/>
                </a:lnTo>
                <a:lnTo>
                  <a:pt x="38100" y="714375"/>
                </a:lnTo>
                <a:lnTo>
                  <a:pt x="28575" y="714375"/>
                </a:lnTo>
                <a:close/>
                <a:moveTo>
                  <a:pt x="762000" y="723900"/>
                </a:moveTo>
                <a:lnTo>
                  <a:pt x="771525" y="723900"/>
                </a:lnTo>
                <a:lnTo>
                  <a:pt x="771525" y="762000"/>
                </a:lnTo>
                <a:lnTo>
                  <a:pt x="762000" y="762000"/>
                </a:lnTo>
                <a:close/>
                <a:moveTo>
                  <a:pt x="19050" y="742950"/>
                </a:moveTo>
                <a:lnTo>
                  <a:pt x="28575" y="742950"/>
                </a:lnTo>
                <a:lnTo>
                  <a:pt x="28575" y="771525"/>
                </a:lnTo>
                <a:lnTo>
                  <a:pt x="19050" y="771525"/>
                </a:lnTo>
                <a:close/>
                <a:moveTo>
                  <a:pt x="19050" y="781050"/>
                </a:moveTo>
                <a:lnTo>
                  <a:pt x="28575" y="781050"/>
                </a:lnTo>
                <a:lnTo>
                  <a:pt x="28575" y="800100"/>
                </a:lnTo>
                <a:lnTo>
                  <a:pt x="19050" y="800100"/>
                </a:lnTo>
                <a:close/>
                <a:moveTo>
                  <a:pt x="752475" y="781050"/>
                </a:moveTo>
                <a:lnTo>
                  <a:pt x="762000" y="781050"/>
                </a:lnTo>
                <a:lnTo>
                  <a:pt x="762000" y="809625"/>
                </a:lnTo>
                <a:lnTo>
                  <a:pt x="742950" y="809625"/>
                </a:lnTo>
                <a:lnTo>
                  <a:pt x="742950" y="800100"/>
                </a:lnTo>
                <a:lnTo>
                  <a:pt x="752475" y="800100"/>
                </a:lnTo>
                <a:close/>
                <a:moveTo>
                  <a:pt x="28575" y="800100"/>
                </a:moveTo>
                <a:lnTo>
                  <a:pt x="47625" y="800100"/>
                </a:lnTo>
                <a:lnTo>
                  <a:pt x="47625" y="809625"/>
                </a:lnTo>
                <a:lnTo>
                  <a:pt x="28575" y="809625"/>
                </a:lnTo>
                <a:close/>
                <a:moveTo>
                  <a:pt x="47625" y="809625"/>
                </a:moveTo>
                <a:lnTo>
                  <a:pt x="57150" y="809625"/>
                </a:lnTo>
                <a:lnTo>
                  <a:pt x="57150" y="819150"/>
                </a:lnTo>
                <a:lnTo>
                  <a:pt x="47625" y="819150"/>
                </a:lnTo>
                <a:close/>
                <a:moveTo>
                  <a:pt x="571500" y="809625"/>
                </a:moveTo>
                <a:lnTo>
                  <a:pt x="600075" y="809625"/>
                </a:lnTo>
                <a:lnTo>
                  <a:pt x="600075" y="819150"/>
                </a:lnTo>
                <a:lnTo>
                  <a:pt x="581025" y="819150"/>
                </a:lnTo>
                <a:lnTo>
                  <a:pt x="581025" y="828675"/>
                </a:lnTo>
                <a:lnTo>
                  <a:pt x="571500" y="828675"/>
                </a:lnTo>
                <a:close/>
                <a:moveTo>
                  <a:pt x="57150" y="819150"/>
                </a:moveTo>
                <a:lnTo>
                  <a:pt x="66675" y="819150"/>
                </a:lnTo>
                <a:lnTo>
                  <a:pt x="66675" y="828675"/>
                </a:lnTo>
                <a:lnTo>
                  <a:pt x="57150" y="828675"/>
                </a:lnTo>
                <a:close/>
                <a:moveTo>
                  <a:pt x="276225" y="819150"/>
                </a:moveTo>
                <a:lnTo>
                  <a:pt x="314325" y="819150"/>
                </a:lnTo>
                <a:lnTo>
                  <a:pt x="314325" y="828675"/>
                </a:lnTo>
                <a:lnTo>
                  <a:pt x="342900" y="828675"/>
                </a:lnTo>
                <a:lnTo>
                  <a:pt x="342900" y="838200"/>
                </a:lnTo>
                <a:lnTo>
                  <a:pt x="180975" y="838200"/>
                </a:lnTo>
                <a:lnTo>
                  <a:pt x="180975" y="828675"/>
                </a:lnTo>
                <a:lnTo>
                  <a:pt x="276225" y="828675"/>
                </a:lnTo>
                <a:close/>
                <a:moveTo>
                  <a:pt x="714375" y="819150"/>
                </a:moveTo>
                <a:lnTo>
                  <a:pt x="723900" y="819150"/>
                </a:lnTo>
                <a:lnTo>
                  <a:pt x="723900" y="828675"/>
                </a:lnTo>
                <a:lnTo>
                  <a:pt x="714375" y="828675"/>
                </a:lnTo>
                <a:close/>
                <a:moveTo>
                  <a:pt x="76200" y="828675"/>
                </a:moveTo>
                <a:lnTo>
                  <a:pt x="104775" y="828675"/>
                </a:lnTo>
                <a:lnTo>
                  <a:pt x="104775" y="838200"/>
                </a:lnTo>
                <a:lnTo>
                  <a:pt x="76200" y="838200"/>
                </a:lnTo>
                <a:close/>
                <a:moveTo>
                  <a:pt x="142875" y="828675"/>
                </a:moveTo>
                <a:lnTo>
                  <a:pt x="152400" y="828675"/>
                </a:lnTo>
                <a:lnTo>
                  <a:pt x="152400" y="838200"/>
                </a:lnTo>
                <a:lnTo>
                  <a:pt x="142875" y="838200"/>
                </a:lnTo>
                <a:close/>
                <a:moveTo>
                  <a:pt x="161925" y="828675"/>
                </a:moveTo>
                <a:lnTo>
                  <a:pt x="171450" y="828675"/>
                </a:lnTo>
                <a:lnTo>
                  <a:pt x="171450" y="838200"/>
                </a:lnTo>
                <a:lnTo>
                  <a:pt x="161925" y="838200"/>
                </a:lnTo>
                <a:close/>
                <a:moveTo>
                  <a:pt x="361950" y="828675"/>
                </a:moveTo>
                <a:lnTo>
                  <a:pt x="381000" y="828675"/>
                </a:lnTo>
                <a:lnTo>
                  <a:pt x="381000" y="838200"/>
                </a:lnTo>
                <a:lnTo>
                  <a:pt x="361950" y="838200"/>
                </a:lnTo>
                <a:close/>
                <a:moveTo>
                  <a:pt x="409575" y="828675"/>
                </a:moveTo>
                <a:lnTo>
                  <a:pt x="428625" y="828675"/>
                </a:lnTo>
                <a:lnTo>
                  <a:pt x="428625" y="838200"/>
                </a:lnTo>
                <a:lnTo>
                  <a:pt x="409575" y="838200"/>
                </a:lnTo>
                <a:close/>
                <a:moveTo>
                  <a:pt x="485775" y="828675"/>
                </a:moveTo>
                <a:lnTo>
                  <a:pt x="495300" y="828675"/>
                </a:lnTo>
                <a:lnTo>
                  <a:pt x="495300" y="838200"/>
                </a:lnTo>
                <a:lnTo>
                  <a:pt x="485775" y="838200"/>
                </a:lnTo>
                <a:close/>
                <a:moveTo>
                  <a:pt x="504825" y="828675"/>
                </a:moveTo>
                <a:lnTo>
                  <a:pt x="552450" y="828675"/>
                </a:lnTo>
                <a:lnTo>
                  <a:pt x="552450" y="838200"/>
                </a:lnTo>
                <a:lnTo>
                  <a:pt x="504825" y="838200"/>
                </a:lnTo>
                <a:close/>
                <a:moveTo>
                  <a:pt x="628650" y="828675"/>
                </a:moveTo>
                <a:lnTo>
                  <a:pt x="647700" y="828675"/>
                </a:lnTo>
                <a:lnTo>
                  <a:pt x="647700" y="838200"/>
                </a:lnTo>
                <a:lnTo>
                  <a:pt x="628650" y="838200"/>
                </a:lnTo>
                <a:close/>
                <a:moveTo>
                  <a:pt x="666750" y="828675"/>
                </a:moveTo>
                <a:lnTo>
                  <a:pt x="695325" y="828675"/>
                </a:lnTo>
                <a:lnTo>
                  <a:pt x="695325" y="838200"/>
                </a:lnTo>
                <a:lnTo>
                  <a:pt x="666750" y="838200"/>
                </a:lnTo>
                <a:close/>
              </a:path>
            </a:pathLst>
          </a:custGeom>
          <a:solidFill xmlns:a="http://schemas.openxmlformats.org/drawingml/2006/main">
            <a:srgbClr val="F3EDDF"/>
          </a:solidFill>
          <a:ln xmlns:a="http://schemas.openxmlformats.org/drawingml/2006/main" w="0">
            <a:noFill/>
          </a:ln>
        </p:spPr>
      </p:sp>
      <p:sp>
        <p:nvSpPr>
          <p:cNvPr id="19" name="impact vector #f1efe2">
            <a:extLst xmlns:a="http://schemas.openxmlformats.org/drawingml/2006/main">
              <a:ext uri="{FF2B5EF4-FFF2-40B4-BE49-F238E27FC236}">
                <a16:creationId xmlns:a16="http://schemas.microsoft.com/office/drawing/2014/main" id="{A3B11C88-67EF-475C-9660-3FE09FD1953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000250" y="1524000"/>
            <a:ext cx="857250" cy="847725"/>
          </a:xfrm>
          <a:custGeom xmlns:a="http://schemas.openxmlformats.org/drawingml/2006/main">
            <a:pathLst>
              <a:path w="857250" h="847725">
                <a:moveTo>
                  <a:pt x="57150" y="0"/>
                </a:moveTo>
                <a:lnTo>
                  <a:pt x="76200" y="0"/>
                </a:lnTo>
                <a:lnTo>
                  <a:pt x="76200" y="28575"/>
                </a:lnTo>
                <a:lnTo>
                  <a:pt x="66675" y="28575"/>
                </a:lnTo>
                <a:lnTo>
                  <a:pt x="66675" y="19050"/>
                </a:lnTo>
                <a:lnTo>
                  <a:pt x="57150" y="19050"/>
                </a:lnTo>
                <a:close/>
                <a:moveTo>
                  <a:pt x="85725" y="0"/>
                </a:moveTo>
                <a:lnTo>
                  <a:pt x="133350" y="0"/>
                </a:lnTo>
                <a:lnTo>
                  <a:pt x="133350" y="9525"/>
                </a:lnTo>
                <a:lnTo>
                  <a:pt x="152400" y="9525"/>
                </a:lnTo>
                <a:lnTo>
                  <a:pt x="152400" y="0"/>
                </a:lnTo>
                <a:lnTo>
                  <a:pt x="190500" y="0"/>
                </a:lnTo>
                <a:lnTo>
                  <a:pt x="190500" y="9525"/>
                </a:lnTo>
                <a:lnTo>
                  <a:pt x="180975" y="9525"/>
                </a:lnTo>
                <a:lnTo>
                  <a:pt x="180975" y="28575"/>
                </a:lnTo>
                <a:lnTo>
                  <a:pt x="161925" y="28575"/>
                </a:lnTo>
                <a:lnTo>
                  <a:pt x="161925" y="38100"/>
                </a:lnTo>
                <a:lnTo>
                  <a:pt x="152400" y="38100"/>
                </a:lnTo>
                <a:lnTo>
                  <a:pt x="152400" y="57150"/>
                </a:lnTo>
                <a:lnTo>
                  <a:pt x="142875" y="57150"/>
                </a:lnTo>
                <a:lnTo>
                  <a:pt x="142875" y="66675"/>
                </a:lnTo>
                <a:lnTo>
                  <a:pt x="133350" y="66675"/>
                </a:lnTo>
                <a:lnTo>
                  <a:pt x="133350" y="76200"/>
                </a:lnTo>
                <a:lnTo>
                  <a:pt x="123825" y="76200"/>
                </a:lnTo>
                <a:lnTo>
                  <a:pt x="123825" y="57150"/>
                </a:lnTo>
                <a:lnTo>
                  <a:pt x="114300" y="57150"/>
                </a:lnTo>
                <a:lnTo>
                  <a:pt x="114300" y="66675"/>
                </a:lnTo>
                <a:lnTo>
                  <a:pt x="104775" y="66675"/>
                </a:lnTo>
                <a:lnTo>
                  <a:pt x="104775" y="47625"/>
                </a:lnTo>
                <a:lnTo>
                  <a:pt x="95250" y="47625"/>
                </a:lnTo>
                <a:lnTo>
                  <a:pt x="95250" y="57150"/>
                </a:lnTo>
                <a:lnTo>
                  <a:pt x="85725" y="57150"/>
                </a:lnTo>
                <a:lnTo>
                  <a:pt x="85725" y="19050"/>
                </a:lnTo>
                <a:lnTo>
                  <a:pt x="95250" y="19050"/>
                </a:lnTo>
                <a:lnTo>
                  <a:pt x="95250" y="9525"/>
                </a:lnTo>
                <a:lnTo>
                  <a:pt x="85725" y="9525"/>
                </a:lnTo>
                <a:close/>
                <a:moveTo>
                  <a:pt x="514350" y="0"/>
                </a:moveTo>
                <a:lnTo>
                  <a:pt x="542925" y="0"/>
                </a:lnTo>
                <a:lnTo>
                  <a:pt x="542925" y="9525"/>
                </a:lnTo>
                <a:lnTo>
                  <a:pt x="533400" y="9525"/>
                </a:lnTo>
                <a:lnTo>
                  <a:pt x="533400" y="19050"/>
                </a:lnTo>
                <a:lnTo>
                  <a:pt x="523875" y="19050"/>
                </a:lnTo>
                <a:lnTo>
                  <a:pt x="523875" y="9525"/>
                </a:lnTo>
                <a:lnTo>
                  <a:pt x="514350" y="9525"/>
                </a:lnTo>
                <a:close/>
                <a:moveTo>
                  <a:pt x="590550" y="0"/>
                </a:moveTo>
                <a:lnTo>
                  <a:pt x="781050" y="0"/>
                </a:lnTo>
                <a:lnTo>
                  <a:pt x="781050" y="19050"/>
                </a:lnTo>
                <a:lnTo>
                  <a:pt x="752475" y="19050"/>
                </a:lnTo>
                <a:lnTo>
                  <a:pt x="752475" y="28575"/>
                </a:lnTo>
                <a:lnTo>
                  <a:pt x="742950" y="28575"/>
                </a:lnTo>
                <a:lnTo>
                  <a:pt x="742950" y="19050"/>
                </a:lnTo>
                <a:lnTo>
                  <a:pt x="733425" y="19050"/>
                </a:lnTo>
                <a:lnTo>
                  <a:pt x="733425" y="38100"/>
                </a:lnTo>
                <a:lnTo>
                  <a:pt x="714375" y="38100"/>
                </a:lnTo>
                <a:lnTo>
                  <a:pt x="714375" y="28575"/>
                </a:lnTo>
                <a:lnTo>
                  <a:pt x="685800" y="28575"/>
                </a:lnTo>
                <a:lnTo>
                  <a:pt x="685800" y="66675"/>
                </a:lnTo>
                <a:lnTo>
                  <a:pt x="647700" y="66675"/>
                </a:lnTo>
                <a:lnTo>
                  <a:pt x="647700" y="76200"/>
                </a:lnTo>
                <a:lnTo>
                  <a:pt x="638175" y="76200"/>
                </a:lnTo>
                <a:lnTo>
                  <a:pt x="638175" y="85725"/>
                </a:lnTo>
                <a:lnTo>
                  <a:pt x="647700" y="85725"/>
                </a:lnTo>
                <a:lnTo>
                  <a:pt x="647700" y="114300"/>
                </a:lnTo>
                <a:lnTo>
                  <a:pt x="657225" y="114300"/>
                </a:lnTo>
                <a:lnTo>
                  <a:pt x="657225" y="142875"/>
                </a:lnTo>
                <a:lnTo>
                  <a:pt x="647700" y="142875"/>
                </a:lnTo>
                <a:lnTo>
                  <a:pt x="647700" y="180975"/>
                </a:lnTo>
                <a:lnTo>
                  <a:pt x="638175" y="180975"/>
                </a:lnTo>
                <a:lnTo>
                  <a:pt x="638175" y="171450"/>
                </a:lnTo>
                <a:lnTo>
                  <a:pt x="628650" y="171450"/>
                </a:lnTo>
                <a:lnTo>
                  <a:pt x="628650" y="161925"/>
                </a:lnTo>
                <a:lnTo>
                  <a:pt x="619125" y="161925"/>
                </a:lnTo>
                <a:lnTo>
                  <a:pt x="619125" y="142875"/>
                </a:lnTo>
                <a:lnTo>
                  <a:pt x="600075" y="142875"/>
                </a:lnTo>
                <a:lnTo>
                  <a:pt x="600075" y="123825"/>
                </a:lnTo>
                <a:lnTo>
                  <a:pt x="590550" y="123825"/>
                </a:lnTo>
                <a:lnTo>
                  <a:pt x="590550" y="114300"/>
                </a:lnTo>
                <a:lnTo>
                  <a:pt x="600075" y="114300"/>
                </a:lnTo>
                <a:lnTo>
                  <a:pt x="600075" y="104775"/>
                </a:lnTo>
                <a:lnTo>
                  <a:pt x="590550" y="104775"/>
                </a:lnTo>
                <a:lnTo>
                  <a:pt x="590550" y="76200"/>
                </a:lnTo>
                <a:lnTo>
                  <a:pt x="581025" y="76200"/>
                </a:lnTo>
                <a:lnTo>
                  <a:pt x="581025" y="47625"/>
                </a:lnTo>
                <a:lnTo>
                  <a:pt x="590550" y="47625"/>
                </a:lnTo>
                <a:lnTo>
                  <a:pt x="590550" y="28575"/>
                </a:lnTo>
                <a:lnTo>
                  <a:pt x="581025" y="28575"/>
                </a:lnTo>
                <a:lnTo>
                  <a:pt x="581025" y="9525"/>
                </a:lnTo>
                <a:lnTo>
                  <a:pt x="590550" y="9525"/>
                </a:lnTo>
                <a:close/>
                <a:moveTo>
                  <a:pt x="828675" y="0"/>
                </a:moveTo>
                <a:lnTo>
                  <a:pt x="838200" y="0"/>
                </a:lnTo>
                <a:lnTo>
                  <a:pt x="838200" y="9525"/>
                </a:lnTo>
                <a:lnTo>
                  <a:pt x="828675" y="9525"/>
                </a:lnTo>
                <a:close/>
                <a:moveTo>
                  <a:pt x="619125" y="38100"/>
                </a:moveTo>
                <a:lnTo>
                  <a:pt x="628650" y="38100"/>
                </a:lnTo>
                <a:lnTo>
                  <a:pt x="628650" y="28575"/>
                </a:lnTo>
                <a:lnTo>
                  <a:pt x="619125" y="28575"/>
                </a:lnTo>
                <a:close/>
                <a:moveTo>
                  <a:pt x="638175" y="57150"/>
                </a:moveTo>
                <a:lnTo>
                  <a:pt x="657225" y="57150"/>
                </a:lnTo>
                <a:lnTo>
                  <a:pt x="657225" y="47625"/>
                </a:lnTo>
                <a:lnTo>
                  <a:pt x="638175" y="47625"/>
                </a:lnTo>
                <a:close/>
                <a:moveTo>
                  <a:pt x="114300" y="76200"/>
                </a:moveTo>
                <a:lnTo>
                  <a:pt x="123825" y="76200"/>
                </a:lnTo>
                <a:lnTo>
                  <a:pt x="123825" y="85725"/>
                </a:lnTo>
                <a:lnTo>
                  <a:pt x="114300" y="85725"/>
                </a:lnTo>
                <a:close/>
                <a:moveTo>
                  <a:pt x="114300" y="104775"/>
                </a:moveTo>
                <a:lnTo>
                  <a:pt x="123825" y="104775"/>
                </a:lnTo>
                <a:lnTo>
                  <a:pt x="123825" y="114300"/>
                </a:lnTo>
                <a:lnTo>
                  <a:pt x="114300" y="114300"/>
                </a:lnTo>
                <a:close/>
                <a:moveTo>
                  <a:pt x="114300" y="133350"/>
                </a:moveTo>
                <a:lnTo>
                  <a:pt x="123825" y="133350"/>
                </a:lnTo>
                <a:lnTo>
                  <a:pt x="123825" y="152400"/>
                </a:lnTo>
                <a:lnTo>
                  <a:pt x="114300" y="152400"/>
                </a:lnTo>
                <a:lnTo>
                  <a:pt x="114300" y="161925"/>
                </a:lnTo>
                <a:lnTo>
                  <a:pt x="104775" y="161925"/>
                </a:lnTo>
                <a:lnTo>
                  <a:pt x="104775" y="142875"/>
                </a:lnTo>
                <a:lnTo>
                  <a:pt x="114300" y="142875"/>
                </a:lnTo>
                <a:close/>
                <a:moveTo>
                  <a:pt x="0" y="180975"/>
                </a:moveTo>
                <a:lnTo>
                  <a:pt x="19050" y="180975"/>
                </a:lnTo>
                <a:lnTo>
                  <a:pt x="19050" y="190500"/>
                </a:lnTo>
                <a:lnTo>
                  <a:pt x="0" y="190500"/>
                </a:lnTo>
                <a:close/>
                <a:moveTo>
                  <a:pt x="619125" y="180975"/>
                </a:moveTo>
                <a:lnTo>
                  <a:pt x="628650" y="180975"/>
                </a:lnTo>
                <a:lnTo>
                  <a:pt x="628650" y="190500"/>
                </a:lnTo>
                <a:lnTo>
                  <a:pt x="619125" y="190500"/>
                </a:lnTo>
                <a:close/>
                <a:moveTo>
                  <a:pt x="76200" y="190500"/>
                </a:moveTo>
                <a:lnTo>
                  <a:pt x="85725" y="190500"/>
                </a:lnTo>
                <a:lnTo>
                  <a:pt x="85725" y="228600"/>
                </a:lnTo>
                <a:lnTo>
                  <a:pt x="95250" y="228600"/>
                </a:lnTo>
                <a:lnTo>
                  <a:pt x="95250" y="238125"/>
                </a:lnTo>
                <a:lnTo>
                  <a:pt x="104775" y="238125"/>
                </a:lnTo>
                <a:lnTo>
                  <a:pt x="104775" y="257175"/>
                </a:lnTo>
                <a:lnTo>
                  <a:pt x="85725" y="257175"/>
                </a:lnTo>
                <a:lnTo>
                  <a:pt x="85725" y="247650"/>
                </a:lnTo>
                <a:lnTo>
                  <a:pt x="76200" y="247650"/>
                </a:lnTo>
                <a:lnTo>
                  <a:pt x="76200" y="266700"/>
                </a:lnTo>
                <a:lnTo>
                  <a:pt x="57150" y="266700"/>
                </a:lnTo>
                <a:lnTo>
                  <a:pt x="57150" y="257175"/>
                </a:lnTo>
                <a:lnTo>
                  <a:pt x="47625" y="257175"/>
                </a:lnTo>
                <a:lnTo>
                  <a:pt x="47625" y="247650"/>
                </a:lnTo>
                <a:lnTo>
                  <a:pt x="57150" y="247650"/>
                </a:lnTo>
                <a:lnTo>
                  <a:pt x="57150" y="238125"/>
                </a:lnTo>
                <a:lnTo>
                  <a:pt x="66675" y="238125"/>
                </a:lnTo>
                <a:lnTo>
                  <a:pt x="66675" y="228600"/>
                </a:lnTo>
                <a:lnTo>
                  <a:pt x="76200" y="228600"/>
                </a:lnTo>
                <a:close/>
                <a:moveTo>
                  <a:pt x="666750" y="266700"/>
                </a:moveTo>
                <a:lnTo>
                  <a:pt x="685800" y="266700"/>
                </a:lnTo>
                <a:lnTo>
                  <a:pt x="685800" y="276225"/>
                </a:lnTo>
                <a:lnTo>
                  <a:pt x="666750" y="276225"/>
                </a:lnTo>
                <a:close/>
                <a:moveTo>
                  <a:pt x="9525" y="276225"/>
                </a:moveTo>
                <a:lnTo>
                  <a:pt x="19050" y="276225"/>
                </a:lnTo>
                <a:lnTo>
                  <a:pt x="19050" y="285750"/>
                </a:lnTo>
                <a:lnTo>
                  <a:pt x="9525" y="285750"/>
                </a:lnTo>
                <a:close/>
                <a:moveTo>
                  <a:pt x="619125" y="276225"/>
                </a:moveTo>
                <a:lnTo>
                  <a:pt x="628650" y="276225"/>
                </a:lnTo>
                <a:lnTo>
                  <a:pt x="628650" y="285750"/>
                </a:lnTo>
                <a:lnTo>
                  <a:pt x="638175" y="285750"/>
                </a:lnTo>
                <a:lnTo>
                  <a:pt x="638175" y="295275"/>
                </a:lnTo>
                <a:lnTo>
                  <a:pt x="647700" y="295275"/>
                </a:lnTo>
                <a:lnTo>
                  <a:pt x="647700" y="304800"/>
                </a:lnTo>
                <a:lnTo>
                  <a:pt x="666750" y="304800"/>
                </a:lnTo>
                <a:lnTo>
                  <a:pt x="666750" y="314325"/>
                </a:lnTo>
                <a:lnTo>
                  <a:pt x="609600" y="314325"/>
                </a:lnTo>
                <a:lnTo>
                  <a:pt x="609600" y="285750"/>
                </a:lnTo>
                <a:lnTo>
                  <a:pt x="619125" y="285750"/>
                </a:lnTo>
                <a:close/>
                <a:moveTo>
                  <a:pt x="676275" y="304800"/>
                </a:moveTo>
                <a:lnTo>
                  <a:pt x="685800" y="304800"/>
                </a:lnTo>
                <a:lnTo>
                  <a:pt x="685800" y="314325"/>
                </a:lnTo>
                <a:lnTo>
                  <a:pt x="676275" y="314325"/>
                </a:lnTo>
                <a:close/>
                <a:moveTo>
                  <a:pt x="266700" y="323850"/>
                </a:moveTo>
                <a:lnTo>
                  <a:pt x="295275" y="323850"/>
                </a:lnTo>
                <a:lnTo>
                  <a:pt x="295275" y="333375"/>
                </a:lnTo>
                <a:lnTo>
                  <a:pt x="276225" y="333375"/>
                </a:lnTo>
                <a:lnTo>
                  <a:pt x="276225" y="342900"/>
                </a:lnTo>
                <a:lnTo>
                  <a:pt x="266700" y="342900"/>
                </a:lnTo>
                <a:close/>
                <a:moveTo>
                  <a:pt x="619125" y="323850"/>
                </a:moveTo>
                <a:lnTo>
                  <a:pt x="647700" y="323850"/>
                </a:lnTo>
                <a:lnTo>
                  <a:pt x="647700" y="333375"/>
                </a:lnTo>
                <a:lnTo>
                  <a:pt x="628650" y="333375"/>
                </a:lnTo>
                <a:lnTo>
                  <a:pt x="628650" y="352425"/>
                </a:lnTo>
                <a:lnTo>
                  <a:pt x="619125" y="352425"/>
                </a:lnTo>
                <a:close/>
                <a:moveTo>
                  <a:pt x="676275" y="323850"/>
                </a:moveTo>
                <a:lnTo>
                  <a:pt x="685800" y="323850"/>
                </a:lnTo>
                <a:lnTo>
                  <a:pt x="685800" y="333375"/>
                </a:lnTo>
                <a:lnTo>
                  <a:pt x="676275" y="333375"/>
                </a:lnTo>
                <a:close/>
                <a:moveTo>
                  <a:pt x="838200" y="533400"/>
                </a:moveTo>
                <a:lnTo>
                  <a:pt x="847725" y="533400"/>
                </a:lnTo>
                <a:lnTo>
                  <a:pt x="847725" y="542925"/>
                </a:lnTo>
                <a:lnTo>
                  <a:pt x="838200" y="542925"/>
                </a:lnTo>
                <a:close/>
                <a:moveTo>
                  <a:pt x="819150" y="542925"/>
                </a:moveTo>
                <a:lnTo>
                  <a:pt x="838200" y="542925"/>
                </a:lnTo>
                <a:lnTo>
                  <a:pt x="838200" y="561975"/>
                </a:lnTo>
                <a:lnTo>
                  <a:pt x="828675" y="561975"/>
                </a:lnTo>
                <a:lnTo>
                  <a:pt x="828675" y="571500"/>
                </a:lnTo>
                <a:lnTo>
                  <a:pt x="819150" y="571500"/>
                </a:lnTo>
                <a:close/>
                <a:moveTo>
                  <a:pt x="790575" y="561975"/>
                </a:moveTo>
                <a:lnTo>
                  <a:pt x="809625" y="561975"/>
                </a:lnTo>
                <a:lnTo>
                  <a:pt x="809625" y="581025"/>
                </a:lnTo>
                <a:lnTo>
                  <a:pt x="819150" y="581025"/>
                </a:lnTo>
                <a:lnTo>
                  <a:pt x="819150" y="590550"/>
                </a:lnTo>
                <a:lnTo>
                  <a:pt x="809625" y="590550"/>
                </a:lnTo>
                <a:lnTo>
                  <a:pt x="809625" y="600075"/>
                </a:lnTo>
                <a:lnTo>
                  <a:pt x="800100" y="600075"/>
                </a:lnTo>
                <a:lnTo>
                  <a:pt x="800100" y="619125"/>
                </a:lnTo>
                <a:lnTo>
                  <a:pt x="790575" y="619125"/>
                </a:lnTo>
                <a:lnTo>
                  <a:pt x="790575" y="609600"/>
                </a:lnTo>
                <a:lnTo>
                  <a:pt x="781050" y="609600"/>
                </a:lnTo>
                <a:lnTo>
                  <a:pt x="781050" y="600075"/>
                </a:lnTo>
                <a:lnTo>
                  <a:pt x="790575" y="600075"/>
                </a:lnTo>
                <a:lnTo>
                  <a:pt x="790575" y="590550"/>
                </a:lnTo>
                <a:lnTo>
                  <a:pt x="781050" y="590550"/>
                </a:lnTo>
                <a:lnTo>
                  <a:pt x="781050" y="571500"/>
                </a:lnTo>
                <a:lnTo>
                  <a:pt x="790575" y="571500"/>
                </a:lnTo>
                <a:close/>
                <a:moveTo>
                  <a:pt x="0" y="571500"/>
                </a:moveTo>
                <a:lnTo>
                  <a:pt x="9525" y="571500"/>
                </a:lnTo>
                <a:lnTo>
                  <a:pt x="9525" y="581025"/>
                </a:lnTo>
                <a:lnTo>
                  <a:pt x="19050" y="581025"/>
                </a:lnTo>
                <a:lnTo>
                  <a:pt x="19050" y="590550"/>
                </a:lnTo>
                <a:lnTo>
                  <a:pt x="9525" y="590550"/>
                </a:lnTo>
                <a:lnTo>
                  <a:pt x="9525" y="600075"/>
                </a:lnTo>
                <a:lnTo>
                  <a:pt x="0" y="600075"/>
                </a:lnTo>
                <a:close/>
                <a:moveTo>
                  <a:pt x="66675" y="581025"/>
                </a:moveTo>
                <a:lnTo>
                  <a:pt x="76200" y="581025"/>
                </a:lnTo>
                <a:lnTo>
                  <a:pt x="76200" y="600075"/>
                </a:lnTo>
                <a:lnTo>
                  <a:pt x="66675" y="600075"/>
                </a:lnTo>
                <a:close/>
                <a:moveTo>
                  <a:pt x="47625" y="609600"/>
                </a:moveTo>
                <a:lnTo>
                  <a:pt x="66675" y="609600"/>
                </a:lnTo>
                <a:lnTo>
                  <a:pt x="66675" y="619125"/>
                </a:lnTo>
                <a:lnTo>
                  <a:pt x="57150" y="619125"/>
                </a:lnTo>
                <a:lnTo>
                  <a:pt x="57150" y="628650"/>
                </a:lnTo>
                <a:lnTo>
                  <a:pt x="47625" y="628650"/>
                </a:lnTo>
                <a:close/>
                <a:moveTo>
                  <a:pt x="771525" y="619125"/>
                </a:moveTo>
                <a:lnTo>
                  <a:pt x="790575" y="619125"/>
                </a:lnTo>
                <a:lnTo>
                  <a:pt x="790575" y="638175"/>
                </a:lnTo>
                <a:lnTo>
                  <a:pt x="781050" y="638175"/>
                </a:lnTo>
                <a:lnTo>
                  <a:pt x="781050" y="628650"/>
                </a:lnTo>
                <a:lnTo>
                  <a:pt x="771525" y="628650"/>
                </a:lnTo>
                <a:close/>
                <a:moveTo>
                  <a:pt x="847725" y="619125"/>
                </a:moveTo>
                <a:lnTo>
                  <a:pt x="857250" y="619125"/>
                </a:lnTo>
                <a:lnTo>
                  <a:pt x="857250" y="647700"/>
                </a:lnTo>
                <a:lnTo>
                  <a:pt x="838200" y="647700"/>
                </a:lnTo>
                <a:lnTo>
                  <a:pt x="838200" y="628650"/>
                </a:lnTo>
                <a:lnTo>
                  <a:pt x="847725" y="628650"/>
                </a:lnTo>
                <a:close/>
              </a:path>
            </a:pathLst>
          </a:custGeom>
          <a:solidFill xmlns:a="http://schemas.openxmlformats.org/drawingml/2006/main">
            <a:srgbClr val="F1EFE2"/>
          </a:solidFill>
          <a:ln xmlns:a="http://schemas.openxmlformats.org/drawingml/2006/main" w="0">
            <a:noFill/>
          </a:ln>
        </p:spPr>
      </p:sp>
      <p:sp>
        <p:nvSpPr>
          <p:cNvPr id="20" name="impact vector #f1eee0">
            <a:extLst xmlns:a="http://schemas.openxmlformats.org/drawingml/2006/main">
              <a:ext uri="{FF2B5EF4-FFF2-40B4-BE49-F238E27FC236}">
                <a16:creationId xmlns:a16="http://schemas.microsoft.com/office/drawing/2014/main" id="{85E0BCDE-37E3-4265-B05B-B3F78AB70E4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000250" y="1524000"/>
            <a:ext cx="857250" cy="847725"/>
          </a:xfrm>
          <a:custGeom xmlns:a="http://schemas.openxmlformats.org/drawingml/2006/main">
            <a:pathLst>
              <a:path w="857250" h="847725">
                <a:moveTo>
                  <a:pt x="133350" y="0"/>
                </a:moveTo>
                <a:lnTo>
                  <a:pt x="152400" y="0"/>
                </a:lnTo>
                <a:lnTo>
                  <a:pt x="152400" y="9525"/>
                </a:lnTo>
                <a:lnTo>
                  <a:pt x="133350" y="9525"/>
                </a:lnTo>
                <a:close/>
                <a:moveTo>
                  <a:pt x="209550" y="0"/>
                </a:moveTo>
                <a:lnTo>
                  <a:pt x="219075" y="0"/>
                </a:lnTo>
                <a:lnTo>
                  <a:pt x="219075" y="9525"/>
                </a:lnTo>
                <a:lnTo>
                  <a:pt x="209550" y="9525"/>
                </a:lnTo>
                <a:close/>
                <a:moveTo>
                  <a:pt x="476250" y="0"/>
                </a:moveTo>
                <a:lnTo>
                  <a:pt x="485775" y="0"/>
                </a:lnTo>
                <a:lnTo>
                  <a:pt x="485775" y="9525"/>
                </a:lnTo>
                <a:lnTo>
                  <a:pt x="476250" y="9525"/>
                </a:lnTo>
                <a:close/>
                <a:moveTo>
                  <a:pt x="542925" y="0"/>
                </a:moveTo>
                <a:lnTo>
                  <a:pt x="552450" y="0"/>
                </a:lnTo>
                <a:lnTo>
                  <a:pt x="552450" y="9525"/>
                </a:lnTo>
                <a:lnTo>
                  <a:pt x="542925" y="9525"/>
                </a:lnTo>
                <a:close/>
                <a:moveTo>
                  <a:pt x="561975" y="0"/>
                </a:moveTo>
                <a:lnTo>
                  <a:pt x="590550" y="0"/>
                </a:lnTo>
                <a:lnTo>
                  <a:pt x="590550" y="9525"/>
                </a:lnTo>
                <a:lnTo>
                  <a:pt x="581025" y="9525"/>
                </a:lnTo>
                <a:lnTo>
                  <a:pt x="581025" y="19050"/>
                </a:lnTo>
                <a:lnTo>
                  <a:pt x="571500" y="19050"/>
                </a:lnTo>
                <a:lnTo>
                  <a:pt x="571500" y="9525"/>
                </a:lnTo>
                <a:lnTo>
                  <a:pt x="561975" y="9525"/>
                </a:lnTo>
                <a:close/>
                <a:moveTo>
                  <a:pt x="790575" y="0"/>
                </a:moveTo>
                <a:lnTo>
                  <a:pt x="800100" y="0"/>
                </a:lnTo>
                <a:lnTo>
                  <a:pt x="800100" y="9525"/>
                </a:lnTo>
                <a:lnTo>
                  <a:pt x="790575" y="9525"/>
                </a:lnTo>
                <a:close/>
                <a:moveTo>
                  <a:pt x="819150" y="0"/>
                </a:moveTo>
                <a:lnTo>
                  <a:pt x="828675" y="0"/>
                </a:lnTo>
                <a:lnTo>
                  <a:pt x="828675" y="9525"/>
                </a:lnTo>
                <a:lnTo>
                  <a:pt x="838200" y="9525"/>
                </a:lnTo>
                <a:lnTo>
                  <a:pt x="838200" y="0"/>
                </a:lnTo>
                <a:lnTo>
                  <a:pt x="847725" y="0"/>
                </a:lnTo>
                <a:lnTo>
                  <a:pt x="847725" y="9525"/>
                </a:lnTo>
                <a:lnTo>
                  <a:pt x="838200" y="9525"/>
                </a:lnTo>
                <a:lnTo>
                  <a:pt x="838200" y="19050"/>
                </a:lnTo>
                <a:lnTo>
                  <a:pt x="819150" y="19050"/>
                </a:lnTo>
                <a:close/>
                <a:moveTo>
                  <a:pt x="76200" y="19050"/>
                </a:moveTo>
                <a:lnTo>
                  <a:pt x="85725" y="19050"/>
                </a:lnTo>
                <a:lnTo>
                  <a:pt x="85725" y="57150"/>
                </a:lnTo>
                <a:lnTo>
                  <a:pt x="76200" y="57150"/>
                </a:lnTo>
                <a:close/>
                <a:moveTo>
                  <a:pt x="685800" y="28575"/>
                </a:moveTo>
                <a:lnTo>
                  <a:pt x="695325" y="28575"/>
                </a:lnTo>
                <a:lnTo>
                  <a:pt x="695325" y="47625"/>
                </a:lnTo>
                <a:lnTo>
                  <a:pt x="685800" y="47625"/>
                </a:lnTo>
                <a:close/>
                <a:moveTo>
                  <a:pt x="704850" y="28575"/>
                </a:moveTo>
                <a:lnTo>
                  <a:pt x="714375" y="28575"/>
                </a:lnTo>
                <a:lnTo>
                  <a:pt x="714375" y="38100"/>
                </a:lnTo>
                <a:lnTo>
                  <a:pt x="704850" y="38100"/>
                </a:lnTo>
                <a:close/>
                <a:moveTo>
                  <a:pt x="95250" y="47625"/>
                </a:moveTo>
                <a:lnTo>
                  <a:pt x="104775" y="47625"/>
                </a:lnTo>
                <a:lnTo>
                  <a:pt x="104775" y="57150"/>
                </a:lnTo>
                <a:lnTo>
                  <a:pt x="95250" y="57150"/>
                </a:lnTo>
                <a:close/>
                <a:moveTo>
                  <a:pt x="647700" y="66675"/>
                </a:moveTo>
                <a:lnTo>
                  <a:pt x="657225" y="66675"/>
                </a:lnTo>
                <a:lnTo>
                  <a:pt x="657225" y="76200"/>
                </a:lnTo>
                <a:lnTo>
                  <a:pt x="647700" y="76200"/>
                </a:lnTo>
                <a:close/>
                <a:moveTo>
                  <a:pt x="666750" y="66675"/>
                </a:moveTo>
                <a:lnTo>
                  <a:pt x="676275" y="66675"/>
                </a:lnTo>
                <a:lnTo>
                  <a:pt x="676275" y="76200"/>
                </a:lnTo>
                <a:lnTo>
                  <a:pt x="666750" y="76200"/>
                </a:lnTo>
                <a:close/>
                <a:moveTo>
                  <a:pt x="28575" y="76200"/>
                </a:moveTo>
                <a:lnTo>
                  <a:pt x="38100" y="76200"/>
                </a:lnTo>
                <a:lnTo>
                  <a:pt x="38100" y="95250"/>
                </a:lnTo>
                <a:lnTo>
                  <a:pt x="28575" y="95250"/>
                </a:lnTo>
                <a:close/>
                <a:moveTo>
                  <a:pt x="638175" y="76200"/>
                </a:moveTo>
                <a:lnTo>
                  <a:pt x="647700" y="76200"/>
                </a:lnTo>
                <a:lnTo>
                  <a:pt x="647700" y="85725"/>
                </a:lnTo>
                <a:lnTo>
                  <a:pt x="638175" y="85725"/>
                </a:lnTo>
                <a:close/>
                <a:moveTo>
                  <a:pt x="114300" y="85725"/>
                </a:moveTo>
                <a:lnTo>
                  <a:pt x="123825" y="85725"/>
                </a:lnTo>
                <a:lnTo>
                  <a:pt x="123825" y="104775"/>
                </a:lnTo>
                <a:lnTo>
                  <a:pt x="114300" y="104775"/>
                </a:lnTo>
                <a:close/>
                <a:moveTo>
                  <a:pt x="647700" y="85725"/>
                </a:moveTo>
                <a:lnTo>
                  <a:pt x="657225" y="85725"/>
                </a:lnTo>
                <a:lnTo>
                  <a:pt x="657225" y="114300"/>
                </a:lnTo>
                <a:lnTo>
                  <a:pt x="647700" y="114300"/>
                </a:lnTo>
                <a:close/>
                <a:moveTo>
                  <a:pt x="104775" y="123825"/>
                </a:moveTo>
                <a:lnTo>
                  <a:pt x="114300" y="123825"/>
                </a:lnTo>
                <a:lnTo>
                  <a:pt x="114300" y="142875"/>
                </a:lnTo>
                <a:lnTo>
                  <a:pt x="104775" y="142875"/>
                </a:lnTo>
                <a:close/>
                <a:moveTo>
                  <a:pt x="590550" y="133350"/>
                </a:moveTo>
                <a:lnTo>
                  <a:pt x="600075" y="133350"/>
                </a:lnTo>
                <a:lnTo>
                  <a:pt x="600075" y="142875"/>
                </a:lnTo>
                <a:lnTo>
                  <a:pt x="590550" y="142875"/>
                </a:lnTo>
                <a:close/>
                <a:moveTo>
                  <a:pt x="95250" y="142875"/>
                </a:moveTo>
                <a:lnTo>
                  <a:pt x="104775" y="142875"/>
                </a:lnTo>
                <a:lnTo>
                  <a:pt x="104775" y="152400"/>
                </a:lnTo>
                <a:lnTo>
                  <a:pt x="95250" y="152400"/>
                </a:lnTo>
                <a:close/>
                <a:moveTo>
                  <a:pt x="609600" y="142875"/>
                </a:moveTo>
                <a:lnTo>
                  <a:pt x="619125" y="142875"/>
                </a:lnTo>
                <a:lnTo>
                  <a:pt x="619125" y="152400"/>
                </a:lnTo>
                <a:lnTo>
                  <a:pt x="609600" y="152400"/>
                </a:lnTo>
                <a:close/>
                <a:moveTo>
                  <a:pt x="647700" y="142875"/>
                </a:moveTo>
                <a:lnTo>
                  <a:pt x="657225" y="142875"/>
                </a:lnTo>
                <a:lnTo>
                  <a:pt x="657225" y="190500"/>
                </a:lnTo>
                <a:lnTo>
                  <a:pt x="647700" y="190500"/>
                </a:lnTo>
                <a:close/>
                <a:moveTo>
                  <a:pt x="95250" y="161925"/>
                </a:moveTo>
                <a:lnTo>
                  <a:pt x="104775" y="161925"/>
                </a:lnTo>
                <a:lnTo>
                  <a:pt x="104775" y="171450"/>
                </a:lnTo>
                <a:lnTo>
                  <a:pt x="95250" y="171450"/>
                </a:lnTo>
                <a:close/>
                <a:moveTo>
                  <a:pt x="38100" y="180975"/>
                </a:moveTo>
                <a:lnTo>
                  <a:pt x="57150" y="180975"/>
                </a:lnTo>
                <a:lnTo>
                  <a:pt x="57150" y="190500"/>
                </a:lnTo>
                <a:lnTo>
                  <a:pt x="76200" y="190500"/>
                </a:lnTo>
                <a:lnTo>
                  <a:pt x="76200" y="200025"/>
                </a:lnTo>
                <a:lnTo>
                  <a:pt x="57150" y="200025"/>
                </a:lnTo>
                <a:lnTo>
                  <a:pt x="57150" y="209550"/>
                </a:lnTo>
                <a:lnTo>
                  <a:pt x="47625" y="209550"/>
                </a:lnTo>
                <a:lnTo>
                  <a:pt x="47625" y="200025"/>
                </a:lnTo>
                <a:lnTo>
                  <a:pt x="38100" y="200025"/>
                </a:lnTo>
                <a:close/>
                <a:moveTo>
                  <a:pt x="647700" y="257175"/>
                </a:moveTo>
                <a:lnTo>
                  <a:pt x="657225" y="257175"/>
                </a:lnTo>
                <a:lnTo>
                  <a:pt x="657225" y="276225"/>
                </a:lnTo>
                <a:lnTo>
                  <a:pt x="685800" y="276225"/>
                </a:lnTo>
                <a:lnTo>
                  <a:pt x="685800" y="304800"/>
                </a:lnTo>
                <a:lnTo>
                  <a:pt x="676275" y="304800"/>
                </a:lnTo>
                <a:lnTo>
                  <a:pt x="676275" y="314325"/>
                </a:lnTo>
                <a:lnTo>
                  <a:pt x="685800" y="314325"/>
                </a:lnTo>
                <a:lnTo>
                  <a:pt x="685800" y="304800"/>
                </a:lnTo>
                <a:lnTo>
                  <a:pt x="695325" y="304800"/>
                </a:lnTo>
                <a:lnTo>
                  <a:pt x="695325" y="314325"/>
                </a:lnTo>
                <a:lnTo>
                  <a:pt x="685800" y="314325"/>
                </a:lnTo>
                <a:lnTo>
                  <a:pt x="685800" y="323850"/>
                </a:lnTo>
                <a:lnTo>
                  <a:pt x="676275" y="323850"/>
                </a:lnTo>
                <a:lnTo>
                  <a:pt x="676275" y="333375"/>
                </a:lnTo>
                <a:lnTo>
                  <a:pt x="685800" y="333375"/>
                </a:lnTo>
                <a:lnTo>
                  <a:pt x="685800" y="323850"/>
                </a:lnTo>
                <a:lnTo>
                  <a:pt x="695325" y="323850"/>
                </a:lnTo>
                <a:lnTo>
                  <a:pt x="695325" y="333375"/>
                </a:lnTo>
                <a:lnTo>
                  <a:pt x="685800" y="333375"/>
                </a:lnTo>
                <a:lnTo>
                  <a:pt x="685800" y="352425"/>
                </a:lnTo>
                <a:lnTo>
                  <a:pt x="676275" y="352425"/>
                </a:lnTo>
                <a:lnTo>
                  <a:pt x="676275" y="342900"/>
                </a:lnTo>
                <a:lnTo>
                  <a:pt x="666750" y="342900"/>
                </a:lnTo>
                <a:lnTo>
                  <a:pt x="666750" y="352425"/>
                </a:lnTo>
                <a:lnTo>
                  <a:pt x="657225" y="352425"/>
                </a:lnTo>
                <a:lnTo>
                  <a:pt x="657225" y="333375"/>
                </a:lnTo>
                <a:lnTo>
                  <a:pt x="647700" y="333375"/>
                </a:lnTo>
                <a:lnTo>
                  <a:pt x="647700" y="314325"/>
                </a:lnTo>
                <a:lnTo>
                  <a:pt x="666750" y="314325"/>
                </a:lnTo>
                <a:lnTo>
                  <a:pt x="666750" y="304800"/>
                </a:lnTo>
                <a:lnTo>
                  <a:pt x="647700" y="304800"/>
                </a:lnTo>
                <a:lnTo>
                  <a:pt x="647700" y="295275"/>
                </a:lnTo>
                <a:lnTo>
                  <a:pt x="638175" y="295275"/>
                </a:lnTo>
                <a:lnTo>
                  <a:pt x="638175" y="285750"/>
                </a:lnTo>
                <a:lnTo>
                  <a:pt x="647700" y="285750"/>
                </a:lnTo>
                <a:close/>
                <a:moveTo>
                  <a:pt x="28575" y="285750"/>
                </a:moveTo>
                <a:lnTo>
                  <a:pt x="38100" y="285750"/>
                </a:lnTo>
                <a:lnTo>
                  <a:pt x="38100" y="295275"/>
                </a:lnTo>
                <a:lnTo>
                  <a:pt x="28575" y="295275"/>
                </a:lnTo>
                <a:close/>
                <a:moveTo>
                  <a:pt x="600075" y="285750"/>
                </a:moveTo>
                <a:lnTo>
                  <a:pt x="609600" y="285750"/>
                </a:lnTo>
                <a:lnTo>
                  <a:pt x="609600" y="323850"/>
                </a:lnTo>
                <a:lnTo>
                  <a:pt x="600075" y="323850"/>
                </a:lnTo>
                <a:lnTo>
                  <a:pt x="600075" y="314325"/>
                </a:lnTo>
                <a:lnTo>
                  <a:pt x="590550" y="314325"/>
                </a:lnTo>
                <a:lnTo>
                  <a:pt x="590550" y="295275"/>
                </a:lnTo>
                <a:lnTo>
                  <a:pt x="600075" y="295275"/>
                </a:lnTo>
                <a:close/>
                <a:moveTo>
                  <a:pt x="752475" y="304800"/>
                </a:moveTo>
                <a:lnTo>
                  <a:pt x="762000" y="304800"/>
                </a:lnTo>
                <a:lnTo>
                  <a:pt x="762000" y="314325"/>
                </a:lnTo>
                <a:lnTo>
                  <a:pt x="771525" y="314325"/>
                </a:lnTo>
                <a:lnTo>
                  <a:pt x="771525" y="323850"/>
                </a:lnTo>
                <a:lnTo>
                  <a:pt x="762000" y="323850"/>
                </a:lnTo>
                <a:lnTo>
                  <a:pt x="762000" y="333375"/>
                </a:lnTo>
                <a:lnTo>
                  <a:pt x="752475" y="333375"/>
                </a:lnTo>
                <a:lnTo>
                  <a:pt x="752475" y="323850"/>
                </a:lnTo>
                <a:lnTo>
                  <a:pt x="742950" y="323850"/>
                </a:lnTo>
                <a:lnTo>
                  <a:pt x="742950" y="314325"/>
                </a:lnTo>
                <a:lnTo>
                  <a:pt x="752475" y="314325"/>
                </a:lnTo>
                <a:close/>
                <a:moveTo>
                  <a:pt x="628650" y="333375"/>
                </a:moveTo>
                <a:lnTo>
                  <a:pt x="647700" y="333375"/>
                </a:lnTo>
                <a:lnTo>
                  <a:pt x="647700" y="361950"/>
                </a:lnTo>
                <a:lnTo>
                  <a:pt x="638175" y="361950"/>
                </a:lnTo>
                <a:lnTo>
                  <a:pt x="638175" y="352425"/>
                </a:lnTo>
                <a:lnTo>
                  <a:pt x="628650" y="352425"/>
                </a:lnTo>
                <a:close/>
                <a:moveTo>
                  <a:pt x="590550" y="342900"/>
                </a:moveTo>
                <a:lnTo>
                  <a:pt x="619125" y="342900"/>
                </a:lnTo>
                <a:lnTo>
                  <a:pt x="619125" y="352425"/>
                </a:lnTo>
                <a:lnTo>
                  <a:pt x="628650" y="352425"/>
                </a:lnTo>
                <a:lnTo>
                  <a:pt x="628650" y="361950"/>
                </a:lnTo>
                <a:lnTo>
                  <a:pt x="600075" y="361950"/>
                </a:lnTo>
                <a:lnTo>
                  <a:pt x="600075" y="352425"/>
                </a:lnTo>
                <a:lnTo>
                  <a:pt x="590550" y="352425"/>
                </a:lnTo>
                <a:close/>
                <a:moveTo>
                  <a:pt x="0" y="390525"/>
                </a:moveTo>
                <a:lnTo>
                  <a:pt x="9525" y="390525"/>
                </a:lnTo>
                <a:lnTo>
                  <a:pt x="9525" y="400050"/>
                </a:lnTo>
                <a:lnTo>
                  <a:pt x="0" y="400050"/>
                </a:lnTo>
                <a:close/>
                <a:moveTo>
                  <a:pt x="152400" y="419100"/>
                </a:moveTo>
                <a:lnTo>
                  <a:pt x="171450" y="419100"/>
                </a:lnTo>
                <a:lnTo>
                  <a:pt x="171450" y="447675"/>
                </a:lnTo>
                <a:lnTo>
                  <a:pt x="161925" y="447675"/>
                </a:lnTo>
                <a:lnTo>
                  <a:pt x="161925" y="457200"/>
                </a:lnTo>
                <a:lnTo>
                  <a:pt x="142875" y="457200"/>
                </a:lnTo>
                <a:lnTo>
                  <a:pt x="142875" y="447675"/>
                </a:lnTo>
                <a:lnTo>
                  <a:pt x="133350" y="447675"/>
                </a:lnTo>
                <a:lnTo>
                  <a:pt x="133350" y="438150"/>
                </a:lnTo>
                <a:lnTo>
                  <a:pt x="142875" y="438150"/>
                </a:lnTo>
                <a:lnTo>
                  <a:pt x="142875" y="428625"/>
                </a:lnTo>
                <a:lnTo>
                  <a:pt x="152400" y="428625"/>
                </a:lnTo>
                <a:close/>
                <a:moveTo>
                  <a:pt x="180975" y="476250"/>
                </a:moveTo>
                <a:lnTo>
                  <a:pt x="190500" y="476250"/>
                </a:lnTo>
                <a:lnTo>
                  <a:pt x="190500" y="495300"/>
                </a:lnTo>
                <a:lnTo>
                  <a:pt x="180975" y="495300"/>
                </a:lnTo>
                <a:close/>
                <a:moveTo>
                  <a:pt x="123825" y="495300"/>
                </a:moveTo>
                <a:lnTo>
                  <a:pt x="142875" y="495300"/>
                </a:lnTo>
                <a:lnTo>
                  <a:pt x="142875" y="523875"/>
                </a:lnTo>
                <a:lnTo>
                  <a:pt x="133350" y="523875"/>
                </a:lnTo>
                <a:lnTo>
                  <a:pt x="133350" y="514350"/>
                </a:lnTo>
                <a:lnTo>
                  <a:pt x="123825" y="514350"/>
                </a:lnTo>
                <a:close/>
                <a:moveTo>
                  <a:pt x="38100" y="514350"/>
                </a:moveTo>
                <a:lnTo>
                  <a:pt x="76200" y="514350"/>
                </a:lnTo>
                <a:lnTo>
                  <a:pt x="76200" y="533400"/>
                </a:lnTo>
                <a:lnTo>
                  <a:pt x="38100" y="533400"/>
                </a:lnTo>
                <a:close/>
                <a:moveTo>
                  <a:pt x="819150" y="533400"/>
                </a:moveTo>
                <a:lnTo>
                  <a:pt x="828675" y="533400"/>
                </a:lnTo>
                <a:lnTo>
                  <a:pt x="828675" y="542925"/>
                </a:lnTo>
                <a:lnTo>
                  <a:pt x="819150" y="542925"/>
                </a:lnTo>
                <a:close/>
                <a:moveTo>
                  <a:pt x="809625" y="542925"/>
                </a:moveTo>
                <a:lnTo>
                  <a:pt x="819150" y="542925"/>
                </a:lnTo>
                <a:lnTo>
                  <a:pt x="819150" y="552450"/>
                </a:lnTo>
                <a:lnTo>
                  <a:pt x="809625" y="552450"/>
                </a:lnTo>
                <a:close/>
                <a:moveTo>
                  <a:pt x="838200" y="542925"/>
                </a:moveTo>
                <a:lnTo>
                  <a:pt x="847725" y="542925"/>
                </a:lnTo>
                <a:lnTo>
                  <a:pt x="847725" y="561975"/>
                </a:lnTo>
                <a:lnTo>
                  <a:pt x="838200" y="561975"/>
                </a:lnTo>
                <a:close/>
                <a:moveTo>
                  <a:pt x="781050" y="561975"/>
                </a:moveTo>
                <a:lnTo>
                  <a:pt x="790575" y="561975"/>
                </a:lnTo>
                <a:lnTo>
                  <a:pt x="790575" y="571500"/>
                </a:lnTo>
                <a:lnTo>
                  <a:pt x="781050" y="571500"/>
                </a:lnTo>
                <a:close/>
                <a:moveTo>
                  <a:pt x="828675" y="561975"/>
                </a:moveTo>
                <a:lnTo>
                  <a:pt x="838200" y="561975"/>
                </a:lnTo>
                <a:lnTo>
                  <a:pt x="838200" y="571500"/>
                </a:lnTo>
                <a:lnTo>
                  <a:pt x="828675" y="571500"/>
                </a:lnTo>
                <a:close/>
                <a:moveTo>
                  <a:pt x="9525" y="571500"/>
                </a:moveTo>
                <a:lnTo>
                  <a:pt x="19050" y="571500"/>
                </a:lnTo>
                <a:lnTo>
                  <a:pt x="19050" y="581025"/>
                </a:lnTo>
                <a:lnTo>
                  <a:pt x="9525" y="581025"/>
                </a:lnTo>
                <a:close/>
                <a:moveTo>
                  <a:pt x="819150" y="571500"/>
                </a:moveTo>
                <a:lnTo>
                  <a:pt x="828675" y="571500"/>
                </a:lnTo>
                <a:lnTo>
                  <a:pt x="828675" y="590550"/>
                </a:lnTo>
                <a:lnTo>
                  <a:pt x="819150" y="590550"/>
                </a:lnTo>
                <a:close/>
                <a:moveTo>
                  <a:pt x="57150" y="581025"/>
                </a:moveTo>
                <a:lnTo>
                  <a:pt x="66675" y="581025"/>
                </a:lnTo>
                <a:lnTo>
                  <a:pt x="66675" y="609600"/>
                </a:lnTo>
                <a:lnTo>
                  <a:pt x="57150" y="609600"/>
                </a:lnTo>
                <a:close/>
                <a:moveTo>
                  <a:pt x="809625" y="590550"/>
                </a:moveTo>
                <a:lnTo>
                  <a:pt x="819150" y="590550"/>
                </a:lnTo>
                <a:lnTo>
                  <a:pt x="819150" y="600075"/>
                </a:lnTo>
                <a:lnTo>
                  <a:pt x="809625" y="600075"/>
                </a:lnTo>
                <a:close/>
                <a:moveTo>
                  <a:pt x="828675" y="590550"/>
                </a:moveTo>
                <a:lnTo>
                  <a:pt x="857250" y="590550"/>
                </a:lnTo>
                <a:lnTo>
                  <a:pt x="857250" y="619125"/>
                </a:lnTo>
                <a:lnTo>
                  <a:pt x="847725" y="619125"/>
                </a:lnTo>
                <a:lnTo>
                  <a:pt x="847725" y="628650"/>
                </a:lnTo>
                <a:lnTo>
                  <a:pt x="838200" y="628650"/>
                </a:lnTo>
                <a:lnTo>
                  <a:pt x="838200" y="647700"/>
                </a:lnTo>
                <a:lnTo>
                  <a:pt x="828675" y="647700"/>
                </a:lnTo>
                <a:lnTo>
                  <a:pt x="828675" y="619125"/>
                </a:lnTo>
                <a:lnTo>
                  <a:pt x="838200" y="619125"/>
                </a:lnTo>
                <a:lnTo>
                  <a:pt x="838200" y="609600"/>
                </a:lnTo>
                <a:lnTo>
                  <a:pt x="828675" y="609600"/>
                </a:lnTo>
                <a:close/>
                <a:moveTo>
                  <a:pt x="38100" y="609600"/>
                </a:moveTo>
                <a:lnTo>
                  <a:pt x="47625" y="609600"/>
                </a:lnTo>
                <a:lnTo>
                  <a:pt x="47625" y="628650"/>
                </a:lnTo>
                <a:lnTo>
                  <a:pt x="28575" y="628650"/>
                </a:lnTo>
                <a:lnTo>
                  <a:pt x="28575" y="619125"/>
                </a:lnTo>
                <a:lnTo>
                  <a:pt x="38100" y="619125"/>
                </a:lnTo>
                <a:close/>
                <a:moveTo>
                  <a:pt x="19050" y="638175"/>
                </a:moveTo>
                <a:lnTo>
                  <a:pt x="28575" y="638175"/>
                </a:lnTo>
                <a:lnTo>
                  <a:pt x="28575" y="647700"/>
                </a:lnTo>
                <a:lnTo>
                  <a:pt x="38100" y="647700"/>
                </a:lnTo>
                <a:lnTo>
                  <a:pt x="38100" y="666750"/>
                </a:lnTo>
                <a:lnTo>
                  <a:pt x="19050" y="666750"/>
                </a:lnTo>
                <a:close/>
                <a:moveTo>
                  <a:pt x="838200" y="647700"/>
                </a:moveTo>
                <a:lnTo>
                  <a:pt x="847725" y="647700"/>
                </a:lnTo>
                <a:lnTo>
                  <a:pt x="847725" y="657225"/>
                </a:lnTo>
                <a:lnTo>
                  <a:pt x="838200" y="657225"/>
                </a:lnTo>
                <a:close/>
                <a:moveTo>
                  <a:pt x="9525" y="723900"/>
                </a:moveTo>
                <a:lnTo>
                  <a:pt x="19050" y="723900"/>
                </a:lnTo>
                <a:lnTo>
                  <a:pt x="19050" y="733425"/>
                </a:lnTo>
                <a:lnTo>
                  <a:pt x="28575" y="733425"/>
                </a:lnTo>
                <a:lnTo>
                  <a:pt x="28575" y="742950"/>
                </a:lnTo>
                <a:lnTo>
                  <a:pt x="19050" y="742950"/>
                </a:lnTo>
                <a:lnTo>
                  <a:pt x="19050" y="752475"/>
                </a:lnTo>
                <a:lnTo>
                  <a:pt x="0" y="752475"/>
                </a:lnTo>
                <a:lnTo>
                  <a:pt x="0" y="733425"/>
                </a:lnTo>
                <a:lnTo>
                  <a:pt x="9525" y="733425"/>
                </a:lnTo>
                <a:close/>
                <a:moveTo>
                  <a:pt x="0" y="781050"/>
                </a:moveTo>
                <a:lnTo>
                  <a:pt x="9525" y="781050"/>
                </a:lnTo>
                <a:lnTo>
                  <a:pt x="9525" y="790575"/>
                </a:lnTo>
                <a:lnTo>
                  <a:pt x="19050" y="790575"/>
                </a:lnTo>
                <a:lnTo>
                  <a:pt x="19050" y="800100"/>
                </a:lnTo>
                <a:lnTo>
                  <a:pt x="0" y="800100"/>
                </a:lnTo>
                <a:close/>
                <a:moveTo>
                  <a:pt x="800100" y="781050"/>
                </a:moveTo>
                <a:lnTo>
                  <a:pt x="828675" y="781050"/>
                </a:lnTo>
                <a:lnTo>
                  <a:pt x="828675" y="790575"/>
                </a:lnTo>
                <a:lnTo>
                  <a:pt x="838200" y="790575"/>
                </a:lnTo>
                <a:lnTo>
                  <a:pt x="838200" y="847725"/>
                </a:lnTo>
                <a:lnTo>
                  <a:pt x="819150" y="847725"/>
                </a:lnTo>
                <a:lnTo>
                  <a:pt x="819150" y="809625"/>
                </a:lnTo>
                <a:lnTo>
                  <a:pt x="809625" y="809625"/>
                </a:lnTo>
                <a:lnTo>
                  <a:pt x="809625" y="790575"/>
                </a:lnTo>
                <a:lnTo>
                  <a:pt x="800100" y="790575"/>
                </a:lnTo>
                <a:close/>
                <a:moveTo>
                  <a:pt x="762000" y="800100"/>
                </a:moveTo>
                <a:lnTo>
                  <a:pt x="781050" y="800100"/>
                </a:lnTo>
                <a:lnTo>
                  <a:pt x="781050" y="809625"/>
                </a:lnTo>
                <a:lnTo>
                  <a:pt x="790575" y="809625"/>
                </a:lnTo>
                <a:lnTo>
                  <a:pt x="790575" y="828675"/>
                </a:lnTo>
                <a:lnTo>
                  <a:pt x="800100" y="828675"/>
                </a:lnTo>
                <a:lnTo>
                  <a:pt x="800100" y="847725"/>
                </a:lnTo>
                <a:lnTo>
                  <a:pt x="781050" y="847725"/>
                </a:lnTo>
                <a:lnTo>
                  <a:pt x="781050" y="838200"/>
                </a:lnTo>
                <a:lnTo>
                  <a:pt x="771525" y="838200"/>
                </a:lnTo>
                <a:lnTo>
                  <a:pt x="771525" y="828675"/>
                </a:lnTo>
                <a:lnTo>
                  <a:pt x="762000" y="828675"/>
                </a:lnTo>
                <a:close/>
                <a:moveTo>
                  <a:pt x="47625" y="838200"/>
                </a:moveTo>
                <a:lnTo>
                  <a:pt x="76200" y="838200"/>
                </a:lnTo>
                <a:lnTo>
                  <a:pt x="76200" y="847725"/>
                </a:lnTo>
                <a:lnTo>
                  <a:pt x="47625" y="847725"/>
                </a:lnTo>
                <a:close/>
                <a:moveTo>
                  <a:pt x="95250" y="838200"/>
                </a:moveTo>
                <a:lnTo>
                  <a:pt x="114300" y="838200"/>
                </a:lnTo>
                <a:lnTo>
                  <a:pt x="114300" y="847725"/>
                </a:lnTo>
                <a:lnTo>
                  <a:pt x="95250" y="847725"/>
                </a:lnTo>
                <a:close/>
                <a:moveTo>
                  <a:pt x="142875" y="838200"/>
                </a:moveTo>
                <a:lnTo>
                  <a:pt x="190500" y="838200"/>
                </a:lnTo>
                <a:lnTo>
                  <a:pt x="190500" y="847725"/>
                </a:lnTo>
                <a:lnTo>
                  <a:pt x="142875" y="847725"/>
                </a:lnTo>
                <a:close/>
                <a:moveTo>
                  <a:pt x="485775" y="838200"/>
                </a:moveTo>
                <a:lnTo>
                  <a:pt x="514350" y="838200"/>
                </a:lnTo>
                <a:lnTo>
                  <a:pt x="514350" y="847725"/>
                </a:lnTo>
                <a:lnTo>
                  <a:pt x="485775" y="847725"/>
                </a:lnTo>
                <a:close/>
              </a:path>
            </a:pathLst>
          </a:custGeom>
          <a:solidFill xmlns:a="http://schemas.openxmlformats.org/drawingml/2006/main">
            <a:srgbClr val="F1EEE0"/>
          </a:solidFill>
          <a:ln xmlns:a="http://schemas.openxmlformats.org/drawingml/2006/main" w="0">
            <a:noFill/>
          </a:ln>
        </p:spPr>
      </p:sp>
      <p:sp>
        <p:nvSpPr>
          <p:cNvPr id="21" name="impact vector #f1ede2">
            <a:extLst xmlns:a="http://schemas.openxmlformats.org/drawingml/2006/main">
              <a:ext uri="{FF2B5EF4-FFF2-40B4-BE49-F238E27FC236}">
                <a16:creationId xmlns:a16="http://schemas.microsoft.com/office/drawing/2014/main" id="{F7C7B54D-79AF-465B-B9B8-9F9FCA5FC2E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000250" y="1524000"/>
            <a:ext cx="857250" cy="847725"/>
          </a:xfrm>
          <a:custGeom xmlns:a="http://schemas.openxmlformats.org/drawingml/2006/main">
            <a:pathLst>
              <a:path w="857250" h="847725">
                <a:moveTo>
                  <a:pt x="85725" y="152400"/>
                </a:moveTo>
                <a:lnTo>
                  <a:pt x="95250" y="152400"/>
                </a:lnTo>
                <a:lnTo>
                  <a:pt x="95250" y="171450"/>
                </a:lnTo>
                <a:lnTo>
                  <a:pt x="85725" y="171450"/>
                </a:lnTo>
                <a:close/>
                <a:moveTo>
                  <a:pt x="0" y="190500"/>
                </a:moveTo>
                <a:lnTo>
                  <a:pt x="19050" y="190500"/>
                </a:lnTo>
                <a:lnTo>
                  <a:pt x="19050" y="200025"/>
                </a:lnTo>
                <a:lnTo>
                  <a:pt x="9525" y="200025"/>
                </a:lnTo>
                <a:lnTo>
                  <a:pt x="9525" y="209550"/>
                </a:lnTo>
                <a:lnTo>
                  <a:pt x="0" y="209550"/>
                </a:lnTo>
                <a:close/>
                <a:moveTo>
                  <a:pt x="85725" y="190500"/>
                </a:moveTo>
                <a:lnTo>
                  <a:pt x="95250" y="190500"/>
                </a:lnTo>
                <a:lnTo>
                  <a:pt x="95250" y="200025"/>
                </a:lnTo>
                <a:lnTo>
                  <a:pt x="85725" y="200025"/>
                </a:lnTo>
                <a:close/>
                <a:moveTo>
                  <a:pt x="66675" y="219075"/>
                </a:moveTo>
                <a:lnTo>
                  <a:pt x="76200" y="219075"/>
                </a:lnTo>
                <a:lnTo>
                  <a:pt x="76200" y="228600"/>
                </a:lnTo>
                <a:lnTo>
                  <a:pt x="66675" y="228600"/>
                </a:lnTo>
                <a:close/>
                <a:moveTo>
                  <a:pt x="57150" y="228600"/>
                </a:moveTo>
                <a:lnTo>
                  <a:pt x="66675" y="228600"/>
                </a:lnTo>
                <a:lnTo>
                  <a:pt x="66675" y="238125"/>
                </a:lnTo>
                <a:lnTo>
                  <a:pt x="57150" y="238125"/>
                </a:lnTo>
                <a:close/>
                <a:moveTo>
                  <a:pt x="38100" y="238125"/>
                </a:moveTo>
                <a:lnTo>
                  <a:pt x="57150" y="238125"/>
                </a:lnTo>
                <a:lnTo>
                  <a:pt x="57150" y="247650"/>
                </a:lnTo>
                <a:lnTo>
                  <a:pt x="47625" y="247650"/>
                </a:lnTo>
                <a:lnTo>
                  <a:pt x="47625" y="257175"/>
                </a:lnTo>
                <a:lnTo>
                  <a:pt x="57150" y="257175"/>
                </a:lnTo>
                <a:lnTo>
                  <a:pt x="57150" y="266700"/>
                </a:lnTo>
                <a:lnTo>
                  <a:pt x="95250" y="266700"/>
                </a:lnTo>
                <a:lnTo>
                  <a:pt x="95250" y="276225"/>
                </a:lnTo>
                <a:lnTo>
                  <a:pt x="85725" y="276225"/>
                </a:lnTo>
                <a:lnTo>
                  <a:pt x="85725" y="304800"/>
                </a:lnTo>
                <a:lnTo>
                  <a:pt x="57150" y="304800"/>
                </a:lnTo>
                <a:lnTo>
                  <a:pt x="57150" y="295275"/>
                </a:lnTo>
                <a:lnTo>
                  <a:pt x="47625" y="295275"/>
                </a:lnTo>
                <a:lnTo>
                  <a:pt x="47625" y="276225"/>
                </a:lnTo>
                <a:lnTo>
                  <a:pt x="38100" y="276225"/>
                </a:lnTo>
                <a:close/>
                <a:moveTo>
                  <a:pt x="0" y="266700"/>
                </a:moveTo>
                <a:lnTo>
                  <a:pt x="9525" y="266700"/>
                </a:lnTo>
                <a:lnTo>
                  <a:pt x="9525" y="285750"/>
                </a:lnTo>
                <a:lnTo>
                  <a:pt x="19050" y="285750"/>
                </a:lnTo>
                <a:lnTo>
                  <a:pt x="19050" y="304800"/>
                </a:lnTo>
                <a:lnTo>
                  <a:pt x="9525" y="304800"/>
                </a:lnTo>
                <a:lnTo>
                  <a:pt x="9525" y="314325"/>
                </a:lnTo>
                <a:lnTo>
                  <a:pt x="0" y="314325"/>
                </a:lnTo>
                <a:close/>
                <a:moveTo>
                  <a:pt x="95250" y="304800"/>
                </a:moveTo>
                <a:lnTo>
                  <a:pt x="114300" y="304800"/>
                </a:lnTo>
                <a:lnTo>
                  <a:pt x="114300" y="323850"/>
                </a:lnTo>
                <a:lnTo>
                  <a:pt x="104775" y="323850"/>
                </a:lnTo>
                <a:lnTo>
                  <a:pt x="104775" y="314325"/>
                </a:lnTo>
                <a:lnTo>
                  <a:pt x="95250" y="314325"/>
                </a:lnTo>
                <a:close/>
                <a:moveTo>
                  <a:pt x="847725" y="342900"/>
                </a:moveTo>
                <a:lnTo>
                  <a:pt x="857250" y="342900"/>
                </a:lnTo>
                <a:lnTo>
                  <a:pt x="857250" y="352425"/>
                </a:lnTo>
                <a:lnTo>
                  <a:pt x="847725" y="352425"/>
                </a:lnTo>
                <a:close/>
                <a:moveTo>
                  <a:pt x="847725" y="409575"/>
                </a:moveTo>
                <a:lnTo>
                  <a:pt x="857250" y="409575"/>
                </a:lnTo>
                <a:lnTo>
                  <a:pt x="857250" y="457200"/>
                </a:lnTo>
                <a:lnTo>
                  <a:pt x="847725" y="457200"/>
                </a:lnTo>
                <a:lnTo>
                  <a:pt x="847725" y="438150"/>
                </a:lnTo>
                <a:lnTo>
                  <a:pt x="838200" y="438150"/>
                </a:lnTo>
                <a:lnTo>
                  <a:pt x="838200" y="419100"/>
                </a:lnTo>
                <a:lnTo>
                  <a:pt x="847725" y="419100"/>
                </a:lnTo>
                <a:close/>
                <a:moveTo>
                  <a:pt x="19050" y="838200"/>
                </a:moveTo>
                <a:lnTo>
                  <a:pt x="38100" y="838200"/>
                </a:lnTo>
                <a:lnTo>
                  <a:pt x="38100" y="847725"/>
                </a:lnTo>
                <a:lnTo>
                  <a:pt x="19050" y="847725"/>
                </a:lnTo>
                <a:close/>
                <a:moveTo>
                  <a:pt x="390525" y="838200"/>
                </a:moveTo>
                <a:lnTo>
                  <a:pt x="400050" y="838200"/>
                </a:lnTo>
                <a:lnTo>
                  <a:pt x="400050" y="847725"/>
                </a:lnTo>
                <a:lnTo>
                  <a:pt x="390525" y="847725"/>
                </a:lnTo>
                <a:close/>
              </a:path>
            </a:pathLst>
          </a:custGeom>
          <a:solidFill xmlns:a="http://schemas.openxmlformats.org/drawingml/2006/main">
            <a:srgbClr val="F1EDE2"/>
          </a:solidFill>
          <a:ln xmlns:a="http://schemas.openxmlformats.org/drawingml/2006/main" w="0">
            <a:noFill/>
          </a:ln>
        </p:spPr>
      </p:sp>
      <p:sp>
        <p:nvSpPr>
          <p:cNvPr id="22" name="impact vector #f1ede1">
            <a:extLst xmlns:a="http://schemas.openxmlformats.org/drawingml/2006/main">
              <a:ext uri="{FF2B5EF4-FFF2-40B4-BE49-F238E27FC236}">
                <a16:creationId xmlns:a16="http://schemas.microsoft.com/office/drawing/2014/main" id="{9CA77F44-F4B0-45C4-A109-0B171E05757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000250" y="1524000"/>
            <a:ext cx="857250" cy="847725"/>
          </a:xfrm>
          <a:custGeom xmlns:a="http://schemas.openxmlformats.org/drawingml/2006/main">
            <a:pathLst>
              <a:path w="857250" h="847725">
                <a:moveTo>
                  <a:pt x="0" y="0"/>
                </a:moveTo>
                <a:lnTo>
                  <a:pt x="57150" y="0"/>
                </a:lnTo>
                <a:lnTo>
                  <a:pt x="57150" y="19050"/>
                </a:lnTo>
                <a:lnTo>
                  <a:pt x="66675" y="19050"/>
                </a:lnTo>
                <a:lnTo>
                  <a:pt x="66675" y="28575"/>
                </a:lnTo>
                <a:lnTo>
                  <a:pt x="76200" y="28575"/>
                </a:lnTo>
                <a:lnTo>
                  <a:pt x="76200" y="57150"/>
                </a:lnTo>
                <a:lnTo>
                  <a:pt x="104775" y="57150"/>
                </a:lnTo>
                <a:lnTo>
                  <a:pt x="104775" y="66675"/>
                </a:lnTo>
                <a:lnTo>
                  <a:pt x="114300" y="66675"/>
                </a:lnTo>
                <a:lnTo>
                  <a:pt x="114300" y="85725"/>
                </a:lnTo>
                <a:lnTo>
                  <a:pt x="104775" y="85725"/>
                </a:lnTo>
                <a:lnTo>
                  <a:pt x="104775" y="133350"/>
                </a:lnTo>
                <a:lnTo>
                  <a:pt x="95250" y="133350"/>
                </a:lnTo>
                <a:lnTo>
                  <a:pt x="95250" y="104775"/>
                </a:lnTo>
                <a:lnTo>
                  <a:pt x="85725" y="104775"/>
                </a:lnTo>
                <a:lnTo>
                  <a:pt x="85725" y="123825"/>
                </a:lnTo>
                <a:lnTo>
                  <a:pt x="76200" y="123825"/>
                </a:lnTo>
                <a:lnTo>
                  <a:pt x="76200" y="104775"/>
                </a:lnTo>
                <a:lnTo>
                  <a:pt x="66675" y="104775"/>
                </a:lnTo>
                <a:lnTo>
                  <a:pt x="66675" y="123825"/>
                </a:lnTo>
                <a:lnTo>
                  <a:pt x="38100" y="123825"/>
                </a:lnTo>
                <a:lnTo>
                  <a:pt x="38100" y="133350"/>
                </a:lnTo>
                <a:lnTo>
                  <a:pt x="28575" y="133350"/>
                </a:lnTo>
                <a:lnTo>
                  <a:pt x="28575" y="142875"/>
                </a:lnTo>
                <a:lnTo>
                  <a:pt x="38100" y="142875"/>
                </a:lnTo>
                <a:lnTo>
                  <a:pt x="38100" y="161925"/>
                </a:lnTo>
                <a:lnTo>
                  <a:pt x="57150" y="161925"/>
                </a:lnTo>
                <a:lnTo>
                  <a:pt x="57150" y="152400"/>
                </a:lnTo>
                <a:lnTo>
                  <a:pt x="66675" y="152400"/>
                </a:lnTo>
                <a:lnTo>
                  <a:pt x="66675" y="142875"/>
                </a:lnTo>
                <a:lnTo>
                  <a:pt x="95250" y="142875"/>
                </a:lnTo>
                <a:lnTo>
                  <a:pt x="95250" y="152400"/>
                </a:lnTo>
                <a:lnTo>
                  <a:pt x="85725" y="152400"/>
                </a:lnTo>
                <a:lnTo>
                  <a:pt x="85725" y="171450"/>
                </a:lnTo>
                <a:lnTo>
                  <a:pt x="104775" y="171450"/>
                </a:lnTo>
                <a:lnTo>
                  <a:pt x="104775" y="200025"/>
                </a:lnTo>
                <a:lnTo>
                  <a:pt x="95250" y="200025"/>
                </a:lnTo>
                <a:lnTo>
                  <a:pt x="95250" y="190500"/>
                </a:lnTo>
                <a:lnTo>
                  <a:pt x="57150" y="190500"/>
                </a:lnTo>
                <a:lnTo>
                  <a:pt x="57150" y="180975"/>
                </a:lnTo>
                <a:lnTo>
                  <a:pt x="38100" y="180975"/>
                </a:lnTo>
                <a:lnTo>
                  <a:pt x="38100" y="200025"/>
                </a:lnTo>
                <a:lnTo>
                  <a:pt x="47625" y="200025"/>
                </a:lnTo>
                <a:lnTo>
                  <a:pt x="47625" y="209550"/>
                </a:lnTo>
                <a:lnTo>
                  <a:pt x="66675" y="209550"/>
                </a:lnTo>
                <a:lnTo>
                  <a:pt x="66675" y="228600"/>
                </a:lnTo>
                <a:lnTo>
                  <a:pt x="57150" y="228600"/>
                </a:lnTo>
                <a:lnTo>
                  <a:pt x="57150" y="238125"/>
                </a:lnTo>
                <a:lnTo>
                  <a:pt x="38100" y="238125"/>
                </a:lnTo>
                <a:lnTo>
                  <a:pt x="38100" y="276225"/>
                </a:lnTo>
                <a:lnTo>
                  <a:pt x="9525" y="276225"/>
                </a:lnTo>
                <a:lnTo>
                  <a:pt x="9525" y="266700"/>
                </a:lnTo>
                <a:lnTo>
                  <a:pt x="0" y="266700"/>
                </a:lnTo>
                <a:lnTo>
                  <a:pt x="0" y="209550"/>
                </a:lnTo>
                <a:lnTo>
                  <a:pt x="19050" y="209550"/>
                </a:lnTo>
                <a:lnTo>
                  <a:pt x="19050" y="180975"/>
                </a:lnTo>
                <a:lnTo>
                  <a:pt x="0" y="180975"/>
                </a:lnTo>
                <a:lnTo>
                  <a:pt x="0" y="171450"/>
                </a:lnTo>
                <a:lnTo>
                  <a:pt x="9525" y="171450"/>
                </a:lnTo>
                <a:lnTo>
                  <a:pt x="9525" y="152400"/>
                </a:lnTo>
                <a:lnTo>
                  <a:pt x="0" y="152400"/>
                </a:lnTo>
                <a:close/>
                <a:moveTo>
                  <a:pt x="800100" y="0"/>
                </a:moveTo>
                <a:lnTo>
                  <a:pt x="819150" y="0"/>
                </a:lnTo>
                <a:lnTo>
                  <a:pt x="819150" y="19050"/>
                </a:lnTo>
                <a:lnTo>
                  <a:pt x="838200" y="19050"/>
                </a:lnTo>
                <a:lnTo>
                  <a:pt x="838200" y="9525"/>
                </a:lnTo>
                <a:lnTo>
                  <a:pt x="847725" y="9525"/>
                </a:lnTo>
                <a:lnTo>
                  <a:pt x="847725" y="0"/>
                </a:lnTo>
                <a:lnTo>
                  <a:pt x="857250" y="0"/>
                </a:lnTo>
                <a:lnTo>
                  <a:pt x="857250" y="314325"/>
                </a:lnTo>
                <a:lnTo>
                  <a:pt x="838200" y="314325"/>
                </a:lnTo>
                <a:lnTo>
                  <a:pt x="838200" y="304800"/>
                </a:lnTo>
                <a:lnTo>
                  <a:pt x="828675" y="304800"/>
                </a:lnTo>
                <a:lnTo>
                  <a:pt x="828675" y="314325"/>
                </a:lnTo>
                <a:lnTo>
                  <a:pt x="800100" y="314325"/>
                </a:lnTo>
                <a:lnTo>
                  <a:pt x="800100" y="352425"/>
                </a:lnTo>
                <a:lnTo>
                  <a:pt x="790575" y="352425"/>
                </a:lnTo>
                <a:lnTo>
                  <a:pt x="790575" y="342900"/>
                </a:lnTo>
                <a:lnTo>
                  <a:pt x="781050" y="342900"/>
                </a:lnTo>
                <a:lnTo>
                  <a:pt x="781050" y="314325"/>
                </a:lnTo>
                <a:lnTo>
                  <a:pt x="771525" y="314325"/>
                </a:lnTo>
                <a:lnTo>
                  <a:pt x="771525" y="304800"/>
                </a:lnTo>
                <a:lnTo>
                  <a:pt x="742950" y="304800"/>
                </a:lnTo>
                <a:lnTo>
                  <a:pt x="742950" y="314325"/>
                </a:lnTo>
                <a:lnTo>
                  <a:pt x="733425" y="314325"/>
                </a:lnTo>
                <a:lnTo>
                  <a:pt x="733425" y="323850"/>
                </a:lnTo>
                <a:lnTo>
                  <a:pt x="723900" y="323850"/>
                </a:lnTo>
                <a:lnTo>
                  <a:pt x="723900" y="352425"/>
                </a:lnTo>
                <a:lnTo>
                  <a:pt x="685800" y="352425"/>
                </a:lnTo>
                <a:lnTo>
                  <a:pt x="685800" y="333375"/>
                </a:lnTo>
                <a:lnTo>
                  <a:pt x="695325" y="333375"/>
                </a:lnTo>
                <a:lnTo>
                  <a:pt x="695325" y="323850"/>
                </a:lnTo>
                <a:lnTo>
                  <a:pt x="685800" y="323850"/>
                </a:lnTo>
                <a:lnTo>
                  <a:pt x="685800" y="314325"/>
                </a:lnTo>
                <a:lnTo>
                  <a:pt x="695325" y="314325"/>
                </a:lnTo>
                <a:lnTo>
                  <a:pt x="695325" y="304800"/>
                </a:lnTo>
                <a:lnTo>
                  <a:pt x="685800" y="304800"/>
                </a:lnTo>
                <a:lnTo>
                  <a:pt x="685800" y="266700"/>
                </a:lnTo>
                <a:lnTo>
                  <a:pt x="666750" y="266700"/>
                </a:lnTo>
                <a:lnTo>
                  <a:pt x="666750" y="247650"/>
                </a:lnTo>
                <a:lnTo>
                  <a:pt x="657225" y="247650"/>
                </a:lnTo>
                <a:lnTo>
                  <a:pt x="657225" y="257175"/>
                </a:lnTo>
                <a:lnTo>
                  <a:pt x="628650" y="257175"/>
                </a:lnTo>
                <a:lnTo>
                  <a:pt x="628650" y="209550"/>
                </a:lnTo>
                <a:lnTo>
                  <a:pt x="647700" y="209550"/>
                </a:lnTo>
                <a:lnTo>
                  <a:pt x="647700" y="219075"/>
                </a:lnTo>
                <a:lnTo>
                  <a:pt x="657225" y="219075"/>
                </a:lnTo>
                <a:lnTo>
                  <a:pt x="657225" y="171450"/>
                </a:lnTo>
                <a:lnTo>
                  <a:pt x="666750" y="171450"/>
                </a:lnTo>
                <a:lnTo>
                  <a:pt x="666750" y="161925"/>
                </a:lnTo>
                <a:lnTo>
                  <a:pt x="657225" y="161925"/>
                </a:lnTo>
                <a:lnTo>
                  <a:pt x="657225" y="85725"/>
                </a:lnTo>
                <a:lnTo>
                  <a:pt x="647700" y="85725"/>
                </a:lnTo>
                <a:lnTo>
                  <a:pt x="647700" y="76200"/>
                </a:lnTo>
                <a:lnTo>
                  <a:pt x="657225" y="76200"/>
                </a:lnTo>
                <a:lnTo>
                  <a:pt x="657225" y="66675"/>
                </a:lnTo>
                <a:lnTo>
                  <a:pt x="666750" y="66675"/>
                </a:lnTo>
                <a:lnTo>
                  <a:pt x="666750" y="76200"/>
                </a:lnTo>
                <a:lnTo>
                  <a:pt x="676275" y="76200"/>
                </a:lnTo>
                <a:lnTo>
                  <a:pt x="676275" y="66675"/>
                </a:lnTo>
                <a:lnTo>
                  <a:pt x="685800" y="66675"/>
                </a:lnTo>
                <a:lnTo>
                  <a:pt x="685800" y="47625"/>
                </a:lnTo>
                <a:lnTo>
                  <a:pt x="695325" y="47625"/>
                </a:lnTo>
                <a:lnTo>
                  <a:pt x="695325" y="28575"/>
                </a:lnTo>
                <a:lnTo>
                  <a:pt x="704850" y="28575"/>
                </a:lnTo>
                <a:lnTo>
                  <a:pt x="704850" y="38100"/>
                </a:lnTo>
                <a:lnTo>
                  <a:pt x="742950" y="38100"/>
                </a:lnTo>
                <a:lnTo>
                  <a:pt x="742950" y="28575"/>
                </a:lnTo>
                <a:lnTo>
                  <a:pt x="762000" y="28575"/>
                </a:lnTo>
                <a:lnTo>
                  <a:pt x="762000" y="19050"/>
                </a:lnTo>
                <a:lnTo>
                  <a:pt x="781050" y="19050"/>
                </a:lnTo>
                <a:lnTo>
                  <a:pt x="781050" y="9525"/>
                </a:lnTo>
                <a:lnTo>
                  <a:pt x="800100" y="9525"/>
                </a:lnTo>
                <a:close/>
                <a:moveTo>
                  <a:pt x="742950" y="85725"/>
                </a:moveTo>
                <a:lnTo>
                  <a:pt x="752475" y="85725"/>
                </a:lnTo>
                <a:lnTo>
                  <a:pt x="752475" y="76200"/>
                </a:lnTo>
                <a:lnTo>
                  <a:pt x="742950" y="76200"/>
                </a:lnTo>
                <a:close/>
                <a:moveTo>
                  <a:pt x="28575" y="95250"/>
                </a:moveTo>
                <a:lnTo>
                  <a:pt x="38100" y="95250"/>
                </a:lnTo>
                <a:lnTo>
                  <a:pt x="38100" y="76200"/>
                </a:lnTo>
                <a:lnTo>
                  <a:pt x="28575" y="76200"/>
                </a:lnTo>
                <a:close/>
                <a:moveTo>
                  <a:pt x="76200" y="95250"/>
                </a:moveTo>
                <a:lnTo>
                  <a:pt x="95250" y="95250"/>
                </a:lnTo>
                <a:lnTo>
                  <a:pt x="95250" y="85725"/>
                </a:lnTo>
                <a:lnTo>
                  <a:pt x="76200" y="85725"/>
                </a:lnTo>
                <a:close/>
                <a:moveTo>
                  <a:pt x="781050" y="152400"/>
                </a:moveTo>
                <a:lnTo>
                  <a:pt x="800100" y="152400"/>
                </a:lnTo>
                <a:lnTo>
                  <a:pt x="800100" y="161925"/>
                </a:lnTo>
                <a:lnTo>
                  <a:pt x="838200" y="161925"/>
                </a:lnTo>
                <a:lnTo>
                  <a:pt x="838200" y="123825"/>
                </a:lnTo>
                <a:lnTo>
                  <a:pt x="781050" y="123825"/>
                </a:lnTo>
                <a:close/>
                <a:moveTo>
                  <a:pt x="38100" y="276225"/>
                </a:moveTo>
                <a:lnTo>
                  <a:pt x="47625" y="276225"/>
                </a:lnTo>
                <a:lnTo>
                  <a:pt x="47625" y="295275"/>
                </a:lnTo>
                <a:lnTo>
                  <a:pt x="57150" y="295275"/>
                </a:lnTo>
                <a:lnTo>
                  <a:pt x="57150" y="304800"/>
                </a:lnTo>
                <a:lnTo>
                  <a:pt x="66675" y="304800"/>
                </a:lnTo>
                <a:lnTo>
                  <a:pt x="66675" y="314325"/>
                </a:lnTo>
                <a:lnTo>
                  <a:pt x="57150" y="314325"/>
                </a:lnTo>
                <a:lnTo>
                  <a:pt x="57150" y="323850"/>
                </a:lnTo>
                <a:lnTo>
                  <a:pt x="47625" y="323850"/>
                </a:lnTo>
                <a:lnTo>
                  <a:pt x="47625" y="314325"/>
                </a:lnTo>
                <a:lnTo>
                  <a:pt x="38100" y="314325"/>
                </a:lnTo>
                <a:close/>
                <a:moveTo>
                  <a:pt x="85725" y="285750"/>
                </a:moveTo>
                <a:lnTo>
                  <a:pt x="123825" y="285750"/>
                </a:lnTo>
                <a:lnTo>
                  <a:pt x="123825" y="295275"/>
                </a:lnTo>
                <a:lnTo>
                  <a:pt x="133350" y="295275"/>
                </a:lnTo>
                <a:lnTo>
                  <a:pt x="133350" y="342900"/>
                </a:lnTo>
                <a:lnTo>
                  <a:pt x="104775" y="342900"/>
                </a:lnTo>
                <a:lnTo>
                  <a:pt x="104775" y="333375"/>
                </a:lnTo>
                <a:lnTo>
                  <a:pt x="95250" y="333375"/>
                </a:lnTo>
                <a:lnTo>
                  <a:pt x="95250" y="314325"/>
                </a:lnTo>
                <a:lnTo>
                  <a:pt x="85725" y="314325"/>
                </a:lnTo>
                <a:close/>
                <a:moveTo>
                  <a:pt x="0" y="314325"/>
                </a:moveTo>
                <a:lnTo>
                  <a:pt x="9525" y="314325"/>
                </a:lnTo>
                <a:lnTo>
                  <a:pt x="9525" y="323850"/>
                </a:lnTo>
                <a:lnTo>
                  <a:pt x="19050" y="323850"/>
                </a:lnTo>
                <a:lnTo>
                  <a:pt x="19050" y="333375"/>
                </a:lnTo>
                <a:lnTo>
                  <a:pt x="38100" y="333375"/>
                </a:lnTo>
                <a:lnTo>
                  <a:pt x="38100" y="342900"/>
                </a:lnTo>
                <a:lnTo>
                  <a:pt x="47625" y="342900"/>
                </a:lnTo>
                <a:lnTo>
                  <a:pt x="47625" y="371475"/>
                </a:lnTo>
                <a:lnTo>
                  <a:pt x="28575" y="371475"/>
                </a:lnTo>
                <a:lnTo>
                  <a:pt x="28575" y="381000"/>
                </a:lnTo>
                <a:lnTo>
                  <a:pt x="19050" y="381000"/>
                </a:lnTo>
                <a:lnTo>
                  <a:pt x="19050" y="390525"/>
                </a:lnTo>
                <a:lnTo>
                  <a:pt x="38100" y="390525"/>
                </a:lnTo>
                <a:lnTo>
                  <a:pt x="38100" y="400050"/>
                </a:lnTo>
                <a:lnTo>
                  <a:pt x="47625" y="400050"/>
                </a:lnTo>
                <a:lnTo>
                  <a:pt x="47625" y="390525"/>
                </a:lnTo>
                <a:lnTo>
                  <a:pt x="57150" y="390525"/>
                </a:lnTo>
                <a:lnTo>
                  <a:pt x="57150" y="400050"/>
                </a:lnTo>
                <a:lnTo>
                  <a:pt x="66675" y="400050"/>
                </a:lnTo>
                <a:lnTo>
                  <a:pt x="66675" y="381000"/>
                </a:lnTo>
                <a:lnTo>
                  <a:pt x="76200" y="381000"/>
                </a:lnTo>
                <a:lnTo>
                  <a:pt x="76200" y="409575"/>
                </a:lnTo>
                <a:lnTo>
                  <a:pt x="66675" y="409575"/>
                </a:lnTo>
                <a:lnTo>
                  <a:pt x="66675" y="419100"/>
                </a:lnTo>
                <a:lnTo>
                  <a:pt x="76200" y="419100"/>
                </a:lnTo>
                <a:lnTo>
                  <a:pt x="76200" y="438150"/>
                </a:lnTo>
                <a:lnTo>
                  <a:pt x="38100" y="438150"/>
                </a:lnTo>
                <a:lnTo>
                  <a:pt x="38100" y="466725"/>
                </a:lnTo>
                <a:lnTo>
                  <a:pt x="28575" y="466725"/>
                </a:lnTo>
                <a:lnTo>
                  <a:pt x="28575" y="476250"/>
                </a:lnTo>
                <a:lnTo>
                  <a:pt x="19050" y="476250"/>
                </a:lnTo>
                <a:lnTo>
                  <a:pt x="19050" y="485775"/>
                </a:lnTo>
                <a:lnTo>
                  <a:pt x="9525" y="485775"/>
                </a:lnTo>
                <a:lnTo>
                  <a:pt x="9525" y="495300"/>
                </a:lnTo>
                <a:lnTo>
                  <a:pt x="28575" y="495300"/>
                </a:lnTo>
                <a:lnTo>
                  <a:pt x="28575" y="504825"/>
                </a:lnTo>
                <a:lnTo>
                  <a:pt x="38100" y="504825"/>
                </a:lnTo>
                <a:lnTo>
                  <a:pt x="38100" y="533400"/>
                </a:lnTo>
                <a:lnTo>
                  <a:pt x="47625" y="533400"/>
                </a:lnTo>
                <a:lnTo>
                  <a:pt x="47625" y="571500"/>
                </a:lnTo>
                <a:lnTo>
                  <a:pt x="0" y="571500"/>
                </a:lnTo>
                <a:lnTo>
                  <a:pt x="0" y="419100"/>
                </a:lnTo>
                <a:lnTo>
                  <a:pt x="19050" y="419100"/>
                </a:lnTo>
                <a:lnTo>
                  <a:pt x="19050" y="400050"/>
                </a:lnTo>
                <a:lnTo>
                  <a:pt x="9525" y="400050"/>
                </a:lnTo>
                <a:lnTo>
                  <a:pt x="9525" y="390525"/>
                </a:lnTo>
                <a:lnTo>
                  <a:pt x="0" y="390525"/>
                </a:lnTo>
                <a:close/>
                <a:moveTo>
                  <a:pt x="95250" y="314325"/>
                </a:moveTo>
                <a:lnTo>
                  <a:pt x="104775" y="314325"/>
                </a:lnTo>
                <a:lnTo>
                  <a:pt x="104775" y="323850"/>
                </a:lnTo>
                <a:lnTo>
                  <a:pt x="114300" y="323850"/>
                </a:lnTo>
                <a:lnTo>
                  <a:pt x="114300" y="304800"/>
                </a:lnTo>
                <a:lnTo>
                  <a:pt x="95250" y="304800"/>
                </a:lnTo>
                <a:close/>
                <a:moveTo>
                  <a:pt x="704850" y="323850"/>
                </a:moveTo>
                <a:lnTo>
                  <a:pt x="714375" y="323850"/>
                </a:lnTo>
                <a:lnTo>
                  <a:pt x="714375" y="314325"/>
                </a:lnTo>
                <a:lnTo>
                  <a:pt x="704850" y="314325"/>
                </a:lnTo>
                <a:close/>
                <a:moveTo>
                  <a:pt x="85725" y="352425"/>
                </a:moveTo>
                <a:lnTo>
                  <a:pt x="95250" y="352425"/>
                </a:lnTo>
                <a:lnTo>
                  <a:pt x="95250" y="381000"/>
                </a:lnTo>
                <a:lnTo>
                  <a:pt x="85725" y="381000"/>
                </a:lnTo>
                <a:close/>
                <a:moveTo>
                  <a:pt x="838200" y="352425"/>
                </a:moveTo>
                <a:lnTo>
                  <a:pt x="857250" y="352425"/>
                </a:lnTo>
                <a:lnTo>
                  <a:pt x="857250" y="371475"/>
                </a:lnTo>
                <a:lnTo>
                  <a:pt x="847725" y="371475"/>
                </a:lnTo>
                <a:lnTo>
                  <a:pt x="847725" y="381000"/>
                </a:lnTo>
                <a:lnTo>
                  <a:pt x="828675" y="381000"/>
                </a:lnTo>
                <a:lnTo>
                  <a:pt x="828675" y="371475"/>
                </a:lnTo>
                <a:lnTo>
                  <a:pt x="838200" y="371475"/>
                </a:lnTo>
                <a:close/>
                <a:moveTo>
                  <a:pt x="95250" y="428625"/>
                </a:moveTo>
                <a:lnTo>
                  <a:pt x="114300" y="428625"/>
                </a:lnTo>
                <a:lnTo>
                  <a:pt x="114300" y="447675"/>
                </a:lnTo>
                <a:lnTo>
                  <a:pt x="123825" y="447675"/>
                </a:lnTo>
                <a:lnTo>
                  <a:pt x="123825" y="466725"/>
                </a:lnTo>
                <a:lnTo>
                  <a:pt x="133350" y="466725"/>
                </a:lnTo>
                <a:lnTo>
                  <a:pt x="133350" y="495300"/>
                </a:lnTo>
                <a:lnTo>
                  <a:pt x="123825" y="495300"/>
                </a:lnTo>
                <a:lnTo>
                  <a:pt x="123825" y="523875"/>
                </a:lnTo>
                <a:lnTo>
                  <a:pt x="114300" y="523875"/>
                </a:lnTo>
                <a:lnTo>
                  <a:pt x="114300" y="504825"/>
                </a:lnTo>
                <a:lnTo>
                  <a:pt x="104775" y="504825"/>
                </a:lnTo>
                <a:lnTo>
                  <a:pt x="104775" y="495300"/>
                </a:lnTo>
                <a:lnTo>
                  <a:pt x="76200" y="495300"/>
                </a:lnTo>
                <a:lnTo>
                  <a:pt x="76200" y="485775"/>
                </a:lnTo>
                <a:lnTo>
                  <a:pt x="66675" y="485775"/>
                </a:lnTo>
                <a:lnTo>
                  <a:pt x="66675" y="476250"/>
                </a:lnTo>
                <a:lnTo>
                  <a:pt x="76200" y="476250"/>
                </a:lnTo>
                <a:lnTo>
                  <a:pt x="76200" y="466725"/>
                </a:lnTo>
                <a:lnTo>
                  <a:pt x="85725" y="466725"/>
                </a:lnTo>
                <a:lnTo>
                  <a:pt x="85725" y="438150"/>
                </a:lnTo>
                <a:lnTo>
                  <a:pt x="95250" y="438150"/>
                </a:lnTo>
                <a:close/>
                <a:moveTo>
                  <a:pt x="838200" y="438150"/>
                </a:moveTo>
                <a:lnTo>
                  <a:pt x="847725" y="438150"/>
                </a:lnTo>
                <a:lnTo>
                  <a:pt x="847725" y="457200"/>
                </a:lnTo>
                <a:lnTo>
                  <a:pt x="857250" y="457200"/>
                </a:lnTo>
                <a:lnTo>
                  <a:pt x="857250" y="466725"/>
                </a:lnTo>
                <a:lnTo>
                  <a:pt x="847725" y="466725"/>
                </a:lnTo>
                <a:lnTo>
                  <a:pt x="847725" y="476250"/>
                </a:lnTo>
                <a:lnTo>
                  <a:pt x="838200" y="476250"/>
                </a:lnTo>
                <a:close/>
                <a:moveTo>
                  <a:pt x="847725" y="495300"/>
                </a:moveTo>
                <a:lnTo>
                  <a:pt x="857250" y="495300"/>
                </a:lnTo>
                <a:lnTo>
                  <a:pt x="857250" y="571500"/>
                </a:lnTo>
                <a:lnTo>
                  <a:pt x="847725" y="571500"/>
                </a:lnTo>
                <a:lnTo>
                  <a:pt x="847725" y="514350"/>
                </a:lnTo>
                <a:lnTo>
                  <a:pt x="838200" y="514350"/>
                </a:lnTo>
                <a:lnTo>
                  <a:pt x="838200" y="504825"/>
                </a:lnTo>
                <a:lnTo>
                  <a:pt x="847725" y="504825"/>
                </a:lnTo>
                <a:close/>
                <a:moveTo>
                  <a:pt x="76200" y="514350"/>
                </a:moveTo>
                <a:lnTo>
                  <a:pt x="104775" y="514350"/>
                </a:lnTo>
                <a:lnTo>
                  <a:pt x="104775" y="533400"/>
                </a:lnTo>
                <a:lnTo>
                  <a:pt x="95250" y="533400"/>
                </a:lnTo>
                <a:lnTo>
                  <a:pt x="95250" y="581025"/>
                </a:lnTo>
                <a:lnTo>
                  <a:pt x="66675" y="581025"/>
                </a:lnTo>
                <a:lnTo>
                  <a:pt x="66675" y="561975"/>
                </a:lnTo>
                <a:lnTo>
                  <a:pt x="76200" y="561975"/>
                </a:lnTo>
                <a:lnTo>
                  <a:pt x="76200" y="533400"/>
                </a:lnTo>
                <a:lnTo>
                  <a:pt x="85725" y="533400"/>
                </a:lnTo>
                <a:lnTo>
                  <a:pt x="85725" y="523875"/>
                </a:lnTo>
                <a:lnTo>
                  <a:pt x="76200" y="523875"/>
                </a:lnTo>
                <a:close/>
                <a:moveTo>
                  <a:pt x="828675" y="571500"/>
                </a:moveTo>
                <a:lnTo>
                  <a:pt x="847725" y="571500"/>
                </a:lnTo>
                <a:lnTo>
                  <a:pt x="847725" y="581025"/>
                </a:lnTo>
                <a:lnTo>
                  <a:pt x="838200" y="581025"/>
                </a:lnTo>
                <a:lnTo>
                  <a:pt x="838200" y="590550"/>
                </a:lnTo>
                <a:lnTo>
                  <a:pt x="828675" y="590550"/>
                </a:lnTo>
                <a:close/>
                <a:moveTo>
                  <a:pt x="9525" y="590550"/>
                </a:moveTo>
                <a:lnTo>
                  <a:pt x="28575" y="590550"/>
                </a:lnTo>
                <a:lnTo>
                  <a:pt x="28575" y="600075"/>
                </a:lnTo>
                <a:lnTo>
                  <a:pt x="38100" y="600075"/>
                </a:lnTo>
                <a:lnTo>
                  <a:pt x="38100" y="619125"/>
                </a:lnTo>
                <a:lnTo>
                  <a:pt x="28575" y="619125"/>
                </a:lnTo>
                <a:lnTo>
                  <a:pt x="28575" y="638175"/>
                </a:lnTo>
                <a:lnTo>
                  <a:pt x="19050" y="638175"/>
                </a:lnTo>
                <a:lnTo>
                  <a:pt x="19050" y="666750"/>
                </a:lnTo>
                <a:lnTo>
                  <a:pt x="38100" y="666750"/>
                </a:lnTo>
                <a:lnTo>
                  <a:pt x="38100" y="657225"/>
                </a:lnTo>
                <a:lnTo>
                  <a:pt x="47625" y="657225"/>
                </a:lnTo>
                <a:lnTo>
                  <a:pt x="47625" y="666750"/>
                </a:lnTo>
                <a:lnTo>
                  <a:pt x="38100" y="666750"/>
                </a:lnTo>
                <a:lnTo>
                  <a:pt x="38100" y="676275"/>
                </a:lnTo>
                <a:lnTo>
                  <a:pt x="28575" y="676275"/>
                </a:lnTo>
                <a:lnTo>
                  <a:pt x="28575" y="704850"/>
                </a:lnTo>
                <a:lnTo>
                  <a:pt x="19050" y="704850"/>
                </a:lnTo>
                <a:lnTo>
                  <a:pt x="19050" y="723900"/>
                </a:lnTo>
                <a:lnTo>
                  <a:pt x="9525" y="723900"/>
                </a:lnTo>
                <a:lnTo>
                  <a:pt x="9525" y="733425"/>
                </a:lnTo>
                <a:lnTo>
                  <a:pt x="0" y="733425"/>
                </a:lnTo>
                <a:lnTo>
                  <a:pt x="0" y="600075"/>
                </a:lnTo>
                <a:lnTo>
                  <a:pt x="9525" y="600075"/>
                </a:lnTo>
                <a:close/>
                <a:moveTo>
                  <a:pt x="819150" y="590550"/>
                </a:moveTo>
                <a:lnTo>
                  <a:pt x="828675" y="590550"/>
                </a:lnTo>
                <a:lnTo>
                  <a:pt x="828675" y="609600"/>
                </a:lnTo>
                <a:lnTo>
                  <a:pt x="838200" y="609600"/>
                </a:lnTo>
                <a:lnTo>
                  <a:pt x="838200" y="619125"/>
                </a:lnTo>
                <a:lnTo>
                  <a:pt x="828675" y="619125"/>
                </a:lnTo>
                <a:lnTo>
                  <a:pt x="828675" y="647700"/>
                </a:lnTo>
                <a:lnTo>
                  <a:pt x="838200" y="647700"/>
                </a:lnTo>
                <a:lnTo>
                  <a:pt x="838200" y="666750"/>
                </a:lnTo>
                <a:lnTo>
                  <a:pt x="857250" y="666750"/>
                </a:lnTo>
                <a:lnTo>
                  <a:pt x="857250" y="838200"/>
                </a:lnTo>
                <a:lnTo>
                  <a:pt x="847725" y="838200"/>
                </a:lnTo>
                <a:lnTo>
                  <a:pt x="847725" y="828675"/>
                </a:lnTo>
                <a:lnTo>
                  <a:pt x="838200" y="828675"/>
                </a:lnTo>
                <a:lnTo>
                  <a:pt x="838200" y="790575"/>
                </a:lnTo>
                <a:lnTo>
                  <a:pt x="828675" y="790575"/>
                </a:lnTo>
                <a:lnTo>
                  <a:pt x="828675" y="781050"/>
                </a:lnTo>
                <a:lnTo>
                  <a:pt x="800100" y="781050"/>
                </a:lnTo>
                <a:lnTo>
                  <a:pt x="800100" y="790575"/>
                </a:lnTo>
                <a:lnTo>
                  <a:pt x="809625" y="790575"/>
                </a:lnTo>
                <a:lnTo>
                  <a:pt x="809625" y="809625"/>
                </a:lnTo>
                <a:lnTo>
                  <a:pt x="819150" y="809625"/>
                </a:lnTo>
                <a:lnTo>
                  <a:pt x="819150" y="828675"/>
                </a:lnTo>
                <a:lnTo>
                  <a:pt x="790575" y="828675"/>
                </a:lnTo>
                <a:lnTo>
                  <a:pt x="790575" y="809625"/>
                </a:lnTo>
                <a:lnTo>
                  <a:pt x="781050" y="809625"/>
                </a:lnTo>
                <a:lnTo>
                  <a:pt x="781050" y="800100"/>
                </a:lnTo>
                <a:lnTo>
                  <a:pt x="771525" y="800100"/>
                </a:lnTo>
                <a:lnTo>
                  <a:pt x="771525" y="781050"/>
                </a:lnTo>
                <a:lnTo>
                  <a:pt x="762000" y="781050"/>
                </a:lnTo>
                <a:lnTo>
                  <a:pt x="762000" y="771525"/>
                </a:lnTo>
                <a:lnTo>
                  <a:pt x="771525" y="771525"/>
                </a:lnTo>
                <a:lnTo>
                  <a:pt x="771525" y="742950"/>
                </a:lnTo>
                <a:lnTo>
                  <a:pt x="781050" y="742950"/>
                </a:lnTo>
                <a:lnTo>
                  <a:pt x="781050" y="723900"/>
                </a:lnTo>
                <a:lnTo>
                  <a:pt x="771525" y="723900"/>
                </a:lnTo>
                <a:lnTo>
                  <a:pt x="771525" y="638175"/>
                </a:lnTo>
                <a:lnTo>
                  <a:pt x="790575" y="638175"/>
                </a:lnTo>
                <a:lnTo>
                  <a:pt x="790575" y="619125"/>
                </a:lnTo>
                <a:lnTo>
                  <a:pt x="800100" y="619125"/>
                </a:lnTo>
                <a:lnTo>
                  <a:pt x="800100" y="600075"/>
                </a:lnTo>
                <a:lnTo>
                  <a:pt x="819150" y="600075"/>
                </a:lnTo>
                <a:close/>
                <a:moveTo>
                  <a:pt x="819150" y="685800"/>
                </a:moveTo>
                <a:lnTo>
                  <a:pt x="828675" y="685800"/>
                </a:lnTo>
                <a:lnTo>
                  <a:pt x="828675" y="676275"/>
                </a:lnTo>
                <a:lnTo>
                  <a:pt x="819150" y="676275"/>
                </a:lnTo>
                <a:close/>
                <a:moveTo>
                  <a:pt x="0" y="809625"/>
                </a:moveTo>
                <a:lnTo>
                  <a:pt x="38100" y="809625"/>
                </a:lnTo>
                <a:lnTo>
                  <a:pt x="38100" y="819150"/>
                </a:lnTo>
                <a:lnTo>
                  <a:pt x="47625" y="819150"/>
                </a:lnTo>
                <a:lnTo>
                  <a:pt x="47625" y="828675"/>
                </a:lnTo>
                <a:lnTo>
                  <a:pt x="57150" y="828675"/>
                </a:lnTo>
                <a:lnTo>
                  <a:pt x="57150" y="838200"/>
                </a:lnTo>
                <a:lnTo>
                  <a:pt x="47625" y="838200"/>
                </a:lnTo>
                <a:lnTo>
                  <a:pt x="47625" y="847725"/>
                </a:lnTo>
                <a:lnTo>
                  <a:pt x="38100" y="847725"/>
                </a:lnTo>
                <a:lnTo>
                  <a:pt x="38100" y="838200"/>
                </a:lnTo>
                <a:lnTo>
                  <a:pt x="19050" y="838200"/>
                </a:lnTo>
                <a:lnTo>
                  <a:pt x="19050" y="847725"/>
                </a:lnTo>
                <a:lnTo>
                  <a:pt x="9525" y="847725"/>
                </a:lnTo>
                <a:lnTo>
                  <a:pt x="9525" y="838200"/>
                </a:lnTo>
                <a:lnTo>
                  <a:pt x="0" y="838200"/>
                </a:lnTo>
                <a:close/>
                <a:moveTo>
                  <a:pt x="742950" y="809625"/>
                </a:moveTo>
                <a:lnTo>
                  <a:pt x="752475" y="809625"/>
                </a:lnTo>
                <a:lnTo>
                  <a:pt x="752475" y="819150"/>
                </a:lnTo>
                <a:lnTo>
                  <a:pt x="762000" y="819150"/>
                </a:lnTo>
                <a:lnTo>
                  <a:pt x="762000" y="828675"/>
                </a:lnTo>
                <a:lnTo>
                  <a:pt x="771525" y="828675"/>
                </a:lnTo>
                <a:lnTo>
                  <a:pt x="771525" y="838200"/>
                </a:lnTo>
                <a:lnTo>
                  <a:pt x="781050" y="838200"/>
                </a:lnTo>
                <a:lnTo>
                  <a:pt x="781050" y="847725"/>
                </a:lnTo>
                <a:lnTo>
                  <a:pt x="704850" y="847725"/>
                </a:lnTo>
                <a:lnTo>
                  <a:pt x="704850" y="838200"/>
                </a:lnTo>
                <a:lnTo>
                  <a:pt x="714375" y="838200"/>
                </a:lnTo>
                <a:lnTo>
                  <a:pt x="714375" y="828675"/>
                </a:lnTo>
                <a:lnTo>
                  <a:pt x="733425" y="828675"/>
                </a:lnTo>
                <a:lnTo>
                  <a:pt x="733425" y="819150"/>
                </a:lnTo>
                <a:lnTo>
                  <a:pt x="742950" y="819150"/>
                </a:lnTo>
                <a:close/>
                <a:moveTo>
                  <a:pt x="571500" y="828675"/>
                </a:moveTo>
                <a:lnTo>
                  <a:pt x="590550" y="828675"/>
                </a:lnTo>
                <a:lnTo>
                  <a:pt x="590550" y="847725"/>
                </a:lnTo>
                <a:lnTo>
                  <a:pt x="571500" y="847725"/>
                </a:lnTo>
                <a:close/>
                <a:moveTo>
                  <a:pt x="209550" y="838200"/>
                </a:moveTo>
                <a:lnTo>
                  <a:pt x="228600" y="838200"/>
                </a:lnTo>
                <a:lnTo>
                  <a:pt x="228600" y="847725"/>
                </a:lnTo>
                <a:lnTo>
                  <a:pt x="209550" y="847725"/>
                </a:lnTo>
                <a:close/>
                <a:moveTo>
                  <a:pt x="257175" y="838200"/>
                </a:moveTo>
                <a:lnTo>
                  <a:pt x="295275" y="838200"/>
                </a:lnTo>
                <a:lnTo>
                  <a:pt x="295275" y="847725"/>
                </a:lnTo>
                <a:lnTo>
                  <a:pt x="257175" y="847725"/>
                </a:lnTo>
                <a:close/>
                <a:moveTo>
                  <a:pt x="304800" y="838200"/>
                </a:moveTo>
                <a:lnTo>
                  <a:pt x="390525" y="838200"/>
                </a:lnTo>
                <a:lnTo>
                  <a:pt x="390525" y="847725"/>
                </a:lnTo>
                <a:lnTo>
                  <a:pt x="304800" y="847725"/>
                </a:lnTo>
                <a:close/>
                <a:moveTo>
                  <a:pt x="400050" y="838200"/>
                </a:moveTo>
                <a:lnTo>
                  <a:pt x="485775" y="838200"/>
                </a:lnTo>
                <a:lnTo>
                  <a:pt x="485775" y="847725"/>
                </a:lnTo>
                <a:lnTo>
                  <a:pt x="400050" y="847725"/>
                </a:lnTo>
                <a:close/>
                <a:moveTo>
                  <a:pt x="657225" y="838200"/>
                </a:moveTo>
                <a:lnTo>
                  <a:pt x="676275" y="838200"/>
                </a:lnTo>
                <a:lnTo>
                  <a:pt x="676275" y="847725"/>
                </a:lnTo>
                <a:lnTo>
                  <a:pt x="657225" y="847725"/>
                </a:lnTo>
                <a:close/>
              </a:path>
            </a:pathLst>
          </a:custGeom>
          <a:solidFill xmlns:a="http://schemas.openxmlformats.org/drawingml/2006/main">
            <a:srgbClr val="F1EDE1"/>
          </a:solidFill>
          <a:ln xmlns:a="http://schemas.openxmlformats.org/drawingml/2006/main" w="0">
            <a:noFill/>
          </a:ln>
        </p:spPr>
      </p:sp>
      <p:sp>
        <p:nvSpPr>
          <p:cNvPr id="23" name="impact vector #f1eddf">
            <a:extLst xmlns:a="http://schemas.openxmlformats.org/drawingml/2006/main">
              <a:ext uri="{FF2B5EF4-FFF2-40B4-BE49-F238E27FC236}">
                <a16:creationId xmlns:a16="http://schemas.microsoft.com/office/drawing/2014/main" id="{36B9A797-FED6-4ABB-94FB-7C0D0584198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000250" y="1524000"/>
            <a:ext cx="857250" cy="847725"/>
          </a:xfrm>
          <a:custGeom xmlns:a="http://schemas.openxmlformats.org/drawingml/2006/main">
            <a:pathLst>
              <a:path w="857250" h="847725">
                <a:moveTo>
                  <a:pt x="742950" y="304800"/>
                </a:moveTo>
                <a:lnTo>
                  <a:pt x="752475" y="304800"/>
                </a:lnTo>
                <a:lnTo>
                  <a:pt x="752475" y="314325"/>
                </a:lnTo>
                <a:lnTo>
                  <a:pt x="742950" y="314325"/>
                </a:lnTo>
                <a:close/>
                <a:moveTo>
                  <a:pt x="762000" y="304800"/>
                </a:moveTo>
                <a:lnTo>
                  <a:pt x="771525" y="304800"/>
                </a:lnTo>
                <a:lnTo>
                  <a:pt x="771525" y="314325"/>
                </a:lnTo>
                <a:lnTo>
                  <a:pt x="762000" y="314325"/>
                </a:lnTo>
                <a:close/>
                <a:moveTo>
                  <a:pt x="733425" y="314325"/>
                </a:moveTo>
                <a:lnTo>
                  <a:pt x="742950" y="314325"/>
                </a:lnTo>
                <a:lnTo>
                  <a:pt x="742950" y="323850"/>
                </a:lnTo>
                <a:lnTo>
                  <a:pt x="733425" y="323850"/>
                </a:lnTo>
                <a:close/>
                <a:moveTo>
                  <a:pt x="771525" y="314325"/>
                </a:moveTo>
                <a:lnTo>
                  <a:pt x="781050" y="314325"/>
                </a:lnTo>
                <a:lnTo>
                  <a:pt x="781050" y="323850"/>
                </a:lnTo>
                <a:lnTo>
                  <a:pt x="771525" y="323850"/>
                </a:lnTo>
                <a:close/>
                <a:moveTo>
                  <a:pt x="800100" y="314325"/>
                </a:moveTo>
                <a:lnTo>
                  <a:pt x="809625" y="314325"/>
                </a:lnTo>
                <a:lnTo>
                  <a:pt x="809625" y="323850"/>
                </a:lnTo>
                <a:lnTo>
                  <a:pt x="800100" y="323850"/>
                </a:lnTo>
                <a:close/>
                <a:moveTo>
                  <a:pt x="723900" y="323850"/>
                </a:moveTo>
                <a:lnTo>
                  <a:pt x="733425" y="323850"/>
                </a:lnTo>
                <a:lnTo>
                  <a:pt x="733425" y="342900"/>
                </a:lnTo>
                <a:lnTo>
                  <a:pt x="723900" y="342900"/>
                </a:lnTo>
                <a:close/>
                <a:moveTo>
                  <a:pt x="742950" y="323850"/>
                </a:moveTo>
                <a:lnTo>
                  <a:pt x="752475" y="323850"/>
                </a:lnTo>
                <a:lnTo>
                  <a:pt x="752475" y="342900"/>
                </a:lnTo>
                <a:lnTo>
                  <a:pt x="742950" y="342900"/>
                </a:lnTo>
                <a:close/>
                <a:moveTo>
                  <a:pt x="762000" y="323850"/>
                </a:moveTo>
                <a:lnTo>
                  <a:pt x="771525" y="323850"/>
                </a:lnTo>
                <a:lnTo>
                  <a:pt x="771525" y="333375"/>
                </a:lnTo>
                <a:lnTo>
                  <a:pt x="762000" y="333375"/>
                </a:lnTo>
                <a:close/>
                <a:moveTo>
                  <a:pt x="123825" y="342900"/>
                </a:moveTo>
                <a:lnTo>
                  <a:pt x="133350" y="342900"/>
                </a:lnTo>
                <a:lnTo>
                  <a:pt x="133350" y="352425"/>
                </a:lnTo>
                <a:lnTo>
                  <a:pt x="123825" y="352425"/>
                </a:lnTo>
                <a:close/>
                <a:moveTo>
                  <a:pt x="666750" y="342900"/>
                </a:moveTo>
                <a:lnTo>
                  <a:pt x="676275" y="342900"/>
                </a:lnTo>
                <a:lnTo>
                  <a:pt x="676275" y="352425"/>
                </a:lnTo>
                <a:lnTo>
                  <a:pt x="685800" y="352425"/>
                </a:lnTo>
                <a:lnTo>
                  <a:pt x="685800" y="361950"/>
                </a:lnTo>
                <a:lnTo>
                  <a:pt x="666750" y="361950"/>
                </a:lnTo>
                <a:lnTo>
                  <a:pt x="666750" y="381000"/>
                </a:lnTo>
                <a:lnTo>
                  <a:pt x="657225" y="381000"/>
                </a:lnTo>
                <a:lnTo>
                  <a:pt x="657225" y="400050"/>
                </a:lnTo>
                <a:lnTo>
                  <a:pt x="638175" y="400050"/>
                </a:lnTo>
                <a:lnTo>
                  <a:pt x="638175" y="409575"/>
                </a:lnTo>
                <a:lnTo>
                  <a:pt x="628650" y="409575"/>
                </a:lnTo>
                <a:lnTo>
                  <a:pt x="628650" y="400050"/>
                </a:lnTo>
                <a:lnTo>
                  <a:pt x="590550" y="400050"/>
                </a:lnTo>
                <a:lnTo>
                  <a:pt x="590550" y="409575"/>
                </a:lnTo>
                <a:lnTo>
                  <a:pt x="581025" y="409575"/>
                </a:lnTo>
                <a:lnTo>
                  <a:pt x="581025" y="381000"/>
                </a:lnTo>
                <a:lnTo>
                  <a:pt x="590550" y="381000"/>
                </a:lnTo>
                <a:lnTo>
                  <a:pt x="590550" y="352425"/>
                </a:lnTo>
                <a:lnTo>
                  <a:pt x="600075" y="352425"/>
                </a:lnTo>
                <a:lnTo>
                  <a:pt x="600075" y="361950"/>
                </a:lnTo>
                <a:lnTo>
                  <a:pt x="647700" y="361950"/>
                </a:lnTo>
                <a:lnTo>
                  <a:pt x="647700" y="352425"/>
                </a:lnTo>
                <a:lnTo>
                  <a:pt x="666750" y="352425"/>
                </a:lnTo>
                <a:close/>
                <a:moveTo>
                  <a:pt x="76200" y="352425"/>
                </a:moveTo>
                <a:lnTo>
                  <a:pt x="85725" y="352425"/>
                </a:lnTo>
                <a:lnTo>
                  <a:pt x="85725" y="371475"/>
                </a:lnTo>
                <a:lnTo>
                  <a:pt x="47625" y="371475"/>
                </a:lnTo>
                <a:lnTo>
                  <a:pt x="47625" y="361950"/>
                </a:lnTo>
                <a:lnTo>
                  <a:pt x="76200" y="361950"/>
                </a:lnTo>
                <a:close/>
                <a:moveTo>
                  <a:pt x="790575" y="352425"/>
                </a:moveTo>
                <a:lnTo>
                  <a:pt x="800100" y="352425"/>
                </a:lnTo>
                <a:lnTo>
                  <a:pt x="800100" y="361950"/>
                </a:lnTo>
                <a:lnTo>
                  <a:pt x="790575" y="361950"/>
                </a:lnTo>
                <a:close/>
                <a:moveTo>
                  <a:pt x="95250" y="361950"/>
                </a:moveTo>
                <a:lnTo>
                  <a:pt x="104775" y="361950"/>
                </a:lnTo>
                <a:lnTo>
                  <a:pt x="104775" y="381000"/>
                </a:lnTo>
                <a:lnTo>
                  <a:pt x="95250" y="381000"/>
                </a:lnTo>
                <a:close/>
                <a:moveTo>
                  <a:pt x="114300" y="361950"/>
                </a:moveTo>
                <a:lnTo>
                  <a:pt x="123825" y="361950"/>
                </a:lnTo>
                <a:lnTo>
                  <a:pt x="123825" y="371475"/>
                </a:lnTo>
                <a:lnTo>
                  <a:pt x="133350" y="371475"/>
                </a:lnTo>
                <a:lnTo>
                  <a:pt x="133350" y="361950"/>
                </a:lnTo>
                <a:lnTo>
                  <a:pt x="142875" y="361950"/>
                </a:lnTo>
                <a:lnTo>
                  <a:pt x="142875" y="390525"/>
                </a:lnTo>
                <a:lnTo>
                  <a:pt x="152400" y="390525"/>
                </a:lnTo>
                <a:lnTo>
                  <a:pt x="152400" y="400050"/>
                </a:lnTo>
                <a:lnTo>
                  <a:pt x="133350" y="400050"/>
                </a:lnTo>
                <a:lnTo>
                  <a:pt x="133350" y="381000"/>
                </a:lnTo>
                <a:lnTo>
                  <a:pt x="114300" y="381000"/>
                </a:lnTo>
                <a:close/>
                <a:moveTo>
                  <a:pt x="800100" y="361950"/>
                </a:moveTo>
                <a:lnTo>
                  <a:pt x="809625" y="361950"/>
                </a:lnTo>
                <a:lnTo>
                  <a:pt x="809625" y="371475"/>
                </a:lnTo>
                <a:lnTo>
                  <a:pt x="800100" y="371475"/>
                </a:lnTo>
                <a:close/>
                <a:moveTo>
                  <a:pt x="809625" y="371475"/>
                </a:moveTo>
                <a:lnTo>
                  <a:pt x="828675" y="371475"/>
                </a:lnTo>
                <a:lnTo>
                  <a:pt x="828675" y="381000"/>
                </a:lnTo>
                <a:lnTo>
                  <a:pt x="809625" y="381000"/>
                </a:lnTo>
                <a:close/>
                <a:moveTo>
                  <a:pt x="85725" y="381000"/>
                </a:moveTo>
                <a:lnTo>
                  <a:pt x="95250" y="381000"/>
                </a:lnTo>
                <a:lnTo>
                  <a:pt x="95250" y="390525"/>
                </a:lnTo>
                <a:lnTo>
                  <a:pt x="85725" y="390525"/>
                </a:lnTo>
                <a:close/>
                <a:moveTo>
                  <a:pt x="828675" y="381000"/>
                </a:moveTo>
                <a:lnTo>
                  <a:pt x="838200" y="381000"/>
                </a:lnTo>
                <a:lnTo>
                  <a:pt x="838200" y="390525"/>
                </a:lnTo>
                <a:lnTo>
                  <a:pt x="828675" y="390525"/>
                </a:lnTo>
                <a:close/>
                <a:moveTo>
                  <a:pt x="0" y="400050"/>
                </a:moveTo>
                <a:lnTo>
                  <a:pt x="19050" y="400050"/>
                </a:lnTo>
                <a:lnTo>
                  <a:pt x="19050" y="419100"/>
                </a:lnTo>
                <a:lnTo>
                  <a:pt x="0" y="419100"/>
                </a:lnTo>
                <a:close/>
                <a:moveTo>
                  <a:pt x="66675" y="409575"/>
                </a:moveTo>
                <a:lnTo>
                  <a:pt x="76200" y="409575"/>
                </a:lnTo>
                <a:lnTo>
                  <a:pt x="76200" y="419100"/>
                </a:lnTo>
                <a:lnTo>
                  <a:pt x="66675" y="419100"/>
                </a:lnTo>
                <a:close/>
                <a:moveTo>
                  <a:pt x="104775" y="409575"/>
                </a:moveTo>
                <a:lnTo>
                  <a:pt x="123825" y="409575"/>
                </a:lnTo>
                <a:lnTo>
                  <a:pt x="123825" y="419100"/>
                </a:lnTo>
                <a:lnTo>
                  <a:pt x="142875" y="419100"/>
                </a:lnTo>
                <a:lnTo>
                  <a:pt x="142875" y="409575"/>
                </a:lnTo>
                <a:lnTo>
                  <a:pt x="161925" y="409575"/>
                </a:lnTo>
                <a:lnTo>
                  <a:pt x="161925" y="419100"/>
                </a:lnTo>
                <a:lnTo>
                  <a:pt x="152400" y="419100"/>
                </a:lnTo>
                <a:lnTo>
                  <a:pt x="152400" y="428625"/>
                </a:lnTo>
                <a:lnTo>
                  <a:pt x="142875" y="428625"/>
                </a:lnTo>
                <a:lnTo>
                  <a:pt x="142875" y="438150"/>
                </a:lnTo>
                <a:lnTo>
                  <a:pt x="133350" y="438150"/>
                </a:lnTo>
                <a:lnTo>
                  <a:pt x="133350" y="428625"/>
                </a:lnTo>
                <a:lnTo>
                  <a:pt x="123825" y="428625"/>
                </a:lnTo>
                <a:lnTo>
                  <a:pt x="123825" y="447675"/>
                </a:lnTo>
                <a:lnTo>
                  <a:pt x="114300" y="447675"/>
                </a:lnTo>
                <a:lnTo>
                  <a:pt x="114300" y="428625"/>
                </a:lnTo>
                <a:lnTo>
                  <a:pt x="95250" y="428625"/>
                </a:lnTo>
                <a:lnTo>
                  <a:pt x="95250" y="438150"/>
                </a:lnTo>
                <a:lnTo>
                  <a:pt x="85725" y="438150"/>
                </a:lnTo>
                <a:lnTo>
                  <a:pt x="85725" y="447675"/>
                </a:lnTo>
                <a:lnTo>
                  <a:pt x="76200" y="447675"/>
                </a:lnTo>
                <a:lnTo>
                  <a:pt x="76200" y="419100"/>
                </a:lnTo>
                <a:lnTo>
                  <a:pt x="104775" y="419100"/>
                </a:lnTo>
                <a:close/>
                <a:moveTo>
                  <a:pt x="171450" y="438150"/>
                </a:moveTo>
                <a:lnTo>
                  <a:pt x="180975" y="438150"/>
                </a:lnTo>
                <a:lnTo>
                  <a:pt x="180975" y="457200"/>
                </a:lnTo>
                <a:lnTo>
                  <a:pt x="190500" y="457200"/>
                </a:lnTo>
                <a:lnTo>
                  <a:pt x="190500" y="466725"/>
                </a:lnTo>
                <a:lnTo>
                  <a:pt x="200025" y="466725"/>
                </a:lnTo>
                <a:lnTo>
                  <a:pt x="200025" y="504825"/>
                </a:lnTo>
                <a:lnTo>
                  <a:pt x="171450" y="504825"/>
                </a:lnTo>
                <a:lnTo>
                  <a:pt x="171450" y="466725"/>
                </a:lnTo>
                <a:lnTo>
                  <a:pt x="142875" y="466725"/>
                </a:lnTo>
                <a:lnTo>
                  <a:pt x="142875" y="495300"/>
                </a:lnTo>
                <a:lnTo>
                  <a:pt x="133350" y="495300"/>
                </a:lnTo>
                <a:lnTo>
                  <a:pt x="133350" y="466725"/>
                </a:lnTo>
                <a:lnTo>
                  <a:pt x="123825" y="466725"/>
                </a:lnTo>
                <a:lnTo>
                  <a:pt x="123825" y="457200"/>
                </a:lnTo>
                <a:lnTo>
                  <a:pt x="133350" y="457200"/>
                </a:lnTo>
                <a:lnTo>
                  <a:pt x="133350" y="447675"/>
                </a:lnTo>
                <a:lnTo>
                  <a:pt x="142875" y="447675"/>
                </a:lnTo>
                <a:lnTo>
                  <a:pt x="142875" y="457200"/>
                </a:lnTo>
                <a:lnTo>
                  <a:pt x="161925" y="457200"/>
                </a:lnTo>
                <a:lnTo>
                  <a:pt x="161925" y="447675"/>
                </a:lnTo>
                <a:lnTo>
                  <a:pt x="171450" y="447675"/>
                </a:lnTo>
                <a:close/>
                <a:moveTo>
                  <a:pt x="142875" y="495300"/>
                </a:moveTo>
                <a:lnTo>
                  <a:pt x="161925" y="495300"/>
                </a:lnTo>
                <a:lnTo>
                  <a:pt x="161925" y="523875"/>
                </a:lnTo>
                <a:lnTo>
                  <a:pt x="152400" y="523875"/>
                </a:lnTo>
                <a:lnTo>
                  <a:pt x="152400" y="533400"/>
                </a:lnTo>
                <a:lnTo>
                  <a:pt x="133350" y="533400"/>
                </a:lnTo>
                <a:lnTo>
                  <a:pt x="133350" y="561975"/>
                </a:lnTo>
                <a:lnTo>
                  <a:pt x="123825" y="561975"/>
                </a:lnTo>
                <a:lnTo>
                  <a:pt x="123825" y="571500"/>
                </a:lnTo>
                <a:lnTo>
                  <a:pt x="95250" y="571500"/>
                </a:lnTo>
                <a:lnTo>
                  <a:pt x="95250" y="533400"/>
                </a:lnTo>
                <a:lnTo>
                  <a:pt x="104775" y="533400"/>
                </a:lnTo>
                <a:lnTo>
                  <a:pt x="104775" y="523875"/>
                </a:lnTo>
                <a:lnTo>
                  <a:pt x="123825" y="523875"/>
                </a:lnTo>
                <a:lnTo>
                  <a:pt x="123825" y="514350"/>
                </a:lnTo>
                <a:lnTo>
                  <a:pt x="133350" y="514350"/>
                </a:lnTo>
                <a:lnTo>
                  <a:pt x="133350" y="523875"/>
                </a:lnTo>
                <a:lnTo>
                  <a:pt x="142875" y="523875"/>
                </a:lnTo>
                <a:close/>
                <a:moveTo>
                  <a:pt x="180975" y="495300"/>
                </a:moveTo>
                <a:lnTo>
                  <a:pt x="190500" y="495300"/>
                </a:lnTo>
                <a:lnTo>
                  <a:pt x="190500" y="476250"/>
                </a:lnTo>
                <a:lnTo>
                  <a:pt x="180975" y="476250"/>
                </a:lnTo>
                <a:close/>
                <a:moveTo>
                  <a:pt x="38100" y="504825"/>
                </a:moveTo>
                <a:lnTo>
                  <a:pt x="47625" y="504825"/>
                </a:lnTo>
                <a:lnTo>
                  <a:pt x="47625" y="514350"/>
                </a:lnTo>
                <a:lnTo>
                  <a:pt x="38100" y="514350"/>
                </a:lnTo>
                <a:close/>
                <a:moveTo>
                  <a:pt x="47625" y="533400"/>
                </a:moveTo>
                <a:lnTo>
                  <a:pt x="66675" y="533400"/>
                </a:lnTo>
                <a:lnTo>
                  <a:pt x="66675" y="542925"/>
                </a:lnTo>
                <a:lnTo>
                  <a:pt x="76200" y="542925"/>
                </a:lnTo>
                <a:lnTo>
                  <a:pt x="76200" y="561975"/>
                </a:lnTo>
                <a:lnTo>
                  <a:pt x="66675" y="561975"/>
                </a:lnTo>
                <a:lnTo>
                  <a:pt x="66675" y="552450"/>
                </a:lnTo>
                <a:lnTo>
                  <a:pt x="47625" y="552450"/>
                </a:lnTo>
                <a:close/>
                <a:moveTo>
                  <a:pt x="114300" y="542925"/>
                </a:moveTo>
                <a:lnTo>
                  <a:pt x="104775" y="542925"/>
                </a:lnTo>
                <a:lnTo>
                  <a:pt x="104775" y="561975"/>
                </a:lnTo>
                <a:lnTo>
                  <a:pt x="114300" y="561975"/>
                </a:lnTo>
                <a:close/>
                <a:moveTo>
                  <a:pt x="114300" y="542925"/>
                </a:moveTo>
                <a:lnTo>
                  <a:pt x="123825" y="542925"/>
                </a:lnTo>
                <a:lnTo>
                  <a:pt x="123825" y="533400"/>
                </a:lnTo>
                <a:lnTo>
                  <a:pt x="114300" y="533400"/>
                </a:lnTo>
                <a:close/>
                <a:moveTo>
                  <a:pt x="838200" y="581025"/>
                </a:moveTo>
                <a:lnTo>
                  <a:pt x="847725" y="581025"/>
                </a:lnTo>
                <a:lnTo>
                  <a:pt x="847725" y="590550"/>
                </a:lnTo>
                <a:lnTo>
                  <a:pt x="838200" y="590550"/>
                </a:lnTo>
                <a:close/>
                <a:moveTo>
                  <a:pt x="19050" y="704850"/>
                </a:moveTo>
                <a:lnTo>
                  <a:pt x="28575" y="704850"/>
                </a:lnTo>
                <a:lnTo>
                  <a:pt x="28575" y="733425"/>
                </a:lnTo>
                <a:lnTo>
                  <a:pt x="19050" y="733425"/>
                </a:lnTo>
                <a:close/>
                <a:moveTo>
                  <a:pt x="762000" y="781050"/>
                </a:moveTo>
                <a:lnTo>
                  <a:pt x="771525" y="781050"/>
                </a:lnTo>
                <a:lnTo>
                  <a:pt x="771525" y="800100"/>
                </a:lnTo>
                <a:lnTo>
                  <a:pt x="762000" y="800100"/>
                </a:lnTo>
                <a:close/>
                <a:moveTo>
                  <a:pt x="0" y="800100"/>
                </a:moveTo>
                <a:lnTo>
                  <a:pt x="28575" y="800100"/>
                </a:lnTo>
                <a:lnTo>
                  <a:pt x="28575" y="809625"/>
                </a:lnTo>
                <a:lnTo>
                  <a:pt x="0" y="809625"/>
                </a:lnTo>
                <a:close/>
                <a:moveTo>
                  <a:pt x="752475" y="809625"/>
                </a:moveTo>
                <a:lnTo>
                  <a:pt x="762000" y="809625"/>
                </a:lnTo>
                <a:lnTo>
                  <a:pt x="762000" y="819150"/>
                </a:lnTo>
                <a:lnTo>
                  <a:pt x="752475" y="819150"/>
                </a:lnTo>
                <a:close/>
                <a:moveTo>
                  <a:pt x="428625" y="828675"/>
                </a:moveTo>
                <a:lnTo>
                  <a:pt x="438150" y="828675"/>
                </a:lnTo>
                <a:lnTo>
                  <a:pt x="438150" y="838200"/>
                </a:lnTo>
                <a:lnTo>
                  <a:pt x="428625" y="838200"/>
                </a:lnTo>
                <a:close/>
                <a:moveTo>
                  <a:pt x="704850" y="828675"/>
                </a:moveTo>
                <a:lnTo>
                  <a:pt x="714375" y="828675"/>
                </a:lnTo>
                <a:lnTo>
                  <a:pt x="714375" y="838200"/>
                </a:lnTo>
                <a:lnTo>
                  <a:pt x="704850" y="838200"/>
                </a:lnTo>
                <a:close/>
                <a:moveTo>
                  <a:pt x="800100" y="828675"/>
                </a:moveTo>
                <a:lnTo>
                  <a:pt x="819150" y="828675"/>
                </a:lnTo>
                <a:lnTo>
                  <a:pt x="819150" y="847725"/>
                </a:lnTo>
                <a:lnTo>
                  <a:pt x="800100" y="847725"/>
                </a:lnTo>
                <a:close/>
                <a:moveTo>
                  <a:pt x="838200" y="828675"/>
                </a:moveTo>
                <a:lnTo>
                  <a:pt x="847725" y="828675"/>
                </a:lnTo>
                <a:lnTo>
                  <a:pt x="847725" y="838200"/>
                </a:lnTo>
                <a:lnTo>
                  <a:pt x="838200" y="838200"/>
                </a:lnTo>
                <a:close/>
                <a:moveTo>
                  <a:pt x="76200" y="838200"/>
                </a:moveTo>
                <a:lnTo>
                  <a:pt x="95250" y="838200"/>
                </a:lnTo>
                <a:lnTo>
                  <a:pt x="95250" y="847725"/>
                </a:lnTo>
                <a:lnTo>
                  <a:pt x="76200" y="847725"/>
                </a:lnTo>
                <a:close/>
                <a:moveTo>
                  <a:pt x="190500" y="838200"/>
                </a:moveTo>
                <a:lnTo>
                  <a:pt x="209550" y="838200"/>
                </a:lnTo>
                <a:lnTo>
                  <a:pt x="209550" y="847725"/>
                </a:lnTo>
                <a:lnTo>
                  <a:pt x="190500" y="847725"/>
                </a:lnTo>
                <a:close/>
                <a:moveTo>
                  <a:pt x="228600" y="838200"/>
                </a:moveTo>
                <a:lnTo>
                  <a:pt x="257175" y="838200"/>
                </a:lnTo>
                <a:lnTo>
                  <a:pt x="257175" y="847725"/>
                </a:lnTo>
                <a:lnTo>
                  <a:pt x="228600" y="847725"/>
                </a:lnTo>
                <a:close/>
                <a:moveTo>
                  <a:pt x="295275" y="838200"/>
                </a:moveTo>
                <a:lnTo>
                  <a:pt x="304800" y="838200"/>
                </a:lnTo>
                <a:lnTo>
                  <a:pt x="304800" y="847725"/>
                </a:lnTo>
                <a:lnTo>
                  <a:pt x="295275" y="847725"/>
                </a:lnTo>
                <a:close/>
                <a:moveTo>
                  <a:pt x="676275" y="838200"/>
                </a:moveTo>
                <a:lnTo>
                  <a:pt x="704850" y="838200"/>
                </a:lnTo>
                <a:lnTo>
                  <a:pt x="704850" y="847725"/>
                </a:lnTo>
                <a:lnTo>
                  <a:pt x="676275" y="847725"/>
                </a:lnTo>
                <a:close/>
              </a:path>
            </a:pathLst>
          </a:custGeom>
          <a:solidFill xmlns:a="http://schemas.openxmlformats.org/drawingml/2006/main">
            <a:srgbClr val="F1EDDF"/>
          </a:solidFill>
          <a:ln xmlns:a="http://schemas.openxmlformats.org/drawingml/2006/main" w="0">
            <a:noFill/>
          </a:ln>
        </p:spPr>
      </p:sp>
      <p:sp>
        <p:nvSpPr>
          <p:cNvPr id="24" name="impact vector #faebd9">
            <a:extLst xmlns:a="http://schemas.openxmlformats.org/drawingml/2006/main">
              <a:ext uri="{FF2B5EF4-FFF2-40B4-BE49-F238E27FC236}">
                <a16:creationId xmlns:a16="http://schemas.microsoft.com/office/drawing/2014/main" id="{2F317F85-5CEC-4F10-83A6-02CD9DB5E1D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000250" y="1524000"/>
            <a:ext cx="857250" cy="847725"/>
          </a:xfrm>
          <a:custGeom xmlns:a="http://schemas.openxmlformats.org/drawingml/2006/main">
            <a:pathLst>
              <a:path w="857250" h="847725">
                <a:moveTo>
                  <a:pt x="266700" y="28575"/>
                </a:moveTo>
                <a:lnTo>
                  <a:pt x="285750" y="28575"/>
                </a:lnTo>
                <a:lnTo>
                  <a:pt x="285750" y="38100"/>
                </a:lnTo>
                <a:lnTo>
                  <a:pt x="266700" y="38100"/>
                </a:lnTo>
                <a:close/>
                <a:moveTo>
                  <a:pt x="190500" y="38100"/>
                </a:moveTo>
                <a:lnTo>
                  <a:pt x="219075" y="38100"/>
                </a:lnTo>
                <a:lnTo>
                  <a:pt x="219075" y="47625"/>
                </a:lnTo>
                <a:lnTo>
                  <a:pt x="190500" y="47625"/>
                </a:lnTo>
                <a:close/>
                <a:moveTo>
                  <a:pt x="495300" y="38100"/>
                </a:moveTo>
                <a:lnTo>
                  <a:pt x="523875" y="38100"/>
                </a:lnTo>
                <a:lnTo>
                  <a:pt x="523875" y="47625"/>
                </a:lnTo>
                <a:lnTo>
                  <a:pt x="533400" y="47625"/>
                </a:lnTo>
                <a:lnTo>
                  <a:pt x="533400" y="57150"/>
                </a:lnTo>
                <a:lnTo>
                  <a:pt x="542925" y="57150"/>
                </a:lnTo>
                <a:lnTo>
                  <a:pt x="542925" y="66675"/>
                </a:lnTo>
                <a:lnTo>
                  <a:pt x="523875" y="66675"/>
                </a:lnTo>
                <a:lnTo>
                  <a:pt x="523875" y="57150"/>
                </a:lnTo>
                <a:lnTo>
                  <a:pt x="514350" y="57150"/>
                </a:lnTo>
                <a:lnTo>
                  <a:pt x="514350" y="47625"/>
                </a:lnTo>
                <a:lnTo>
                  <a:pt x="495300" y="47625"/>
                </a:lnTo>
                <a:close/>
                <a:moveTo>
                  <a:pt x="180975" y="47625"/>
                </a:moveTo>
                <a:lnTo>
                  <a:pt x="190500" y="47625"/>
                </a:lnTo>
                <a:lnTo>
                  <a:pt x="190500" y="57150"/>
                </a:lnTo>
                <a:lnTo>
                  <a:pt x="180975" y="57150"/>
                </a:lnTo>
                <a:close/>
                <a:moveTo>
                  <a:pt x="171450" y="57150"/>
                </a:moveTo>
                <a:lnTo>
                  <a:pt x="180975" y="57150"/>
                </a:lnTo>
                <a:lnTo>
                  <a:pt x="180975" y="76200"/>
                </a:lnTo>
                <a:lnTo>
                  <a:pt x="171450" y="76200"/>
                </a:lnTo>
                <a:lnTo>
                  <a:pt x="171450" y="104775"/>
                </a:lnTo>
                <a:lnTo>
                  <a:pt x="161925" y="104775"/>
                </a:lnTo>
                <a:lnTo>
                  <a:pt x="161925" y="123825"/>
                </a:lnTo>
                <a:lnTo>
                  <a:pt x="152400" y="123825"/>
                </a:lnTo>
                <a:lnTo>
                  <a:pt x="152400" y="152400"/>
                </a:lnTo>
                <a:lnTo>
                  <a:pt x="142875" y="152400"/>
                </a:lnTo>
                <a:lnTo>
                  <a:pt x="142875" y="114300"/>
                </a:lnTo>
                <a:lnTo>
                  <a:pt x="152400" y="114300"/>
                </a:lnTo>
                <a:lnTo>
                  <a:pt x="152400" y="85725"/>
                </a:lnTo>
                <a:lnTo>
                  <a:pt x="161925" y="85725"/>
                </a:lnTo>
                <a:lnTo>
                  <a:pt x="161925" y="66675"/>
                </a:lnTo>
                <a:lnTo>
                  <a:pt x="171450" y="66675"/>
                </a:lnTo>
                <a:close/>
                <a:moveTo>
                  <a:pt x="542925" y="66675"/>
                </a:moveTo>
                <a:lnTo>
                  <a:pt x="552450" y="66675"/>
                </a:lnTo>
                <a:lnTo>
                  <a:pt x="552450" y="95250"/>
                </a:lnTo>
                <a:lnTo>
                  <a:pt x="561975" y="95250"/>
                </a:lnTo>
                <a:lnTo>
                  <a:pt x="561975" y="123825"/>
                </a:lnTo>
                <a:lnTo>
                  <a:pt x="552450" y="123825"/>
                </a:lnTo>
                <a:lnTo>
                  <a:pt x="552450" y="104775"/>
                </a:lnTo>
                <a:lnTo>
                  <a:pt x="542925" y="104775"/>
                </a:lnTo>
                <a:close/>
                <a:moveTo>
                  <a:pt x="561975" y="133350"/>
                </a:moveTo>
                <a:lnTo>
                  <a:pt x="571500" y="133350"/>
                </a:lnTo>
                <a:lnTo>
                  <a:pt x="571500" y="142875"/>
                </a:lnTo>
                <a:lnTo>
                  <a:pt x="561975" y="142875"/>
                </a:lnTo>
                <a:close/>
                <a:moveTo>
                  <a:pt x="571500" y="142875"/>
                </a:moveTo>
                <a:lnTo>
                  <a:pt x="581025" y="142875"/>
                </a:lnTo>
                <a:lnTo>
                  <a:pt x="581025" y="161925"/>
                </a:lnTo>
                <a:lnTo>
                  <a:pt x="590550" y="161925"/>
                </a:lnTo>
                <a:lnTo>
                  <a:pt x="590550" y="190500"/>
                </a:lnTo>
                <a:lnTo>
                  <a:pt x="581025" y="190500"/>
                </a:lnTo>
                <a:lnTo>
                  <a:pt x="581025" y="171450"/>
                </a:lnTo>
                <a:lnTo>
                  <a:pt x="571500" y="171450"/>
                </a:lnTo>
                <a:close/>
                <a:moveTo>
                  <a:pt x="133350" y="152400"/>
                </a:moveTo>
                <a:lnTo>
                  <a:pt x="142875" y="152400"/>
                </a:lnTo>
                <a:lnTo>
                  <a:pt x="142875" y="171450"/>
                </a:lnTo>
                <a:lnTo>
                  <a:pt x="133350" y="171450"/>
                </a:lnTo>
                <a:close/>
                <a:moveTo>
                  <a:pt x="123825" y="171450"/>
                </a:moveTo>
                <a:lnTo>
                  <a:pt x="133350" y="171450"/>
                </a:lnTo>
                <a:lnTo>
                  <a:pt x="133350" y="190500"/>
                </a:lnTo>
                <a:lnTo>
                  <a:pt x="123825" y="190500"/>
                </a:lnTo>
                <a:close/>
                <a:moveTo>
                  <a:pt x="114300" y="200025"/>
                </a:moveTo>
                <a:lnTo>
                  <a:pt x="123825" y="200025"/>
                </a:lnTo>
                <a:lnTo>
                  <a:pt x="123825" y="228600"/>
                </a:lnTo>
                <a:lnTo>
                  <a:pt x="114300" y="228600"/>
                </a:lnTo>
                <a:close/>
                <a:moveTo>
                  <a:pt x="590550" y="200025"/>
                </a:moveTo>
                <a:lnTo>
                  <a:pt x="600075" y="200025"/>
                </a:lnTo>
                <a:lnTo>
                  <a:pt x="600075" y="209550"/>
                </a:lnTo>
                <a:lnTo>
                  <a:pt x="590550" y="209550"/>
                </a:lnTo>
                <a:close/>
                <a:moveTo>
                  <a:pt x="142875" y="266700"/>
                </a:moveTo>
                <a:lnTo>
                  <a:pt x="152400" y="266700"/>
                </a:lnTo>
                <a:lnTo>
                  <a:pt x="152400" y="276225"/>
                </a:lnTo>
                <a:lnTo>
                  <a:pt x="161925" y="276225"/>
                </a:lnTo>
                <a:lnTo>
                  <a:pt x="161925" y="371475"/>
                </a:lnTo>
                <a:lnTo>
                  <a:pt x="152400" y="371475"/>
                </a:lnTo>
                <a:lnTo>
                  <a:pt x="152400" y="295275"/>
                </a:lnTo>
                <a:lnTo>
                  <a:pt x="142875" y="295275"/>
                </a:lnTo>
                <a:close/>
                <a:moveTo>
                  <a:pt x="238125" y="276225"/>
                </a:moveTo>
                <a:lnTo>
                  <a:pt x="266700" y="276225"/>
                </a:lnTo>
                <a:lnTo>
                  <a:pt x="266700" y="285750"/>
                </a:lnTo>
                <a:lnTo>
                  <a:pt x="238125" y="285750"/>
                </a:lnTo>
                <a:close/>
                <a:moveTo>
                  <a:pt x="457200" y="276225"/>
                </a:moveTo>
                <a:lnTo>
                  <a:pt x="485775" y="276225"/>
                </a:lnTo>
                <a:lnTo>
                  <a:pt x="485775" y="285750"/>
                </a:lnTo>
                <a:lnTo>
                  <a:pt x="495300" y="285750"/>
                </a:lnTo>
                <a:lnTo>
                  <a:pt x="495300" y="314325"/>
                </a:lnTo>
                <a:lnTo>
                  <a:pt x="485775" y="314325"/>
                </a:lnTo>
                <a:lnTo>
                  <a:pt x="485775" y="323850"/>
                </a:lnTo>
                <a:lnTo>
                  <a:pt x="476250" y="323850"/>
                </a:lnTo>
                <a:lnTo>
                  <a:pt x="476250" y="295275"/>
                </a:lnTo>
                <a:lnTo>
                  <a:pt x="438150" y="295275"/>
                </a:lnTo>
                <a:lnTo>
                  <a:pt x="438150" y="304800"/>
                </a:lnTo>
                <a:lnTo>
                  <a:pt x="428625" y="304800"/>
                </a:lnTo>
                <a:lnTo>
                  <a:pt x="428625" y="285750"/>
                </a:lnTo>
                <a:lnTo>
                  <a:pt x="457200" y="285750"/>
                </a:lnTo>
                <a:close/>
                <a:moveTo>
                  <a:pt x="561975" y="276225"/>
                </a:moveTo>
                <a:lnTo>
                  <a:pt x="571500" y="276225"/>
                </a:lnTo>
                <a:lnTo>
                  <a:pt x="571500" y="295275"/>
                </a:lnTo>
                <a:lnTo>
                  <a:pt x="561975" y="295275"/>
                </a:lnTo>
                <a:close/>
                <a:moveTo>
                  <a:pt x="228600" y="285750"/>
                </a:moveTo>
                <a:lnTo>
                  <a:pt x="238125" y="285750"/>
                </a:lnTo>
                <a:lnTo>
                  <a:pt x="238125" y="295275"/>
                </a:lnTo>
                <a:lnTo>
                  <a:pt x="228600" y="295275"/>
                </a:lnTo>
                <a:close/>
                <a:moveTo>
                  <a:pt x="266700" y="285750"/>
                </a:moveTo>
                <a:lnTo>
                  <a:pt x="390525" y="285750"/>
                </a:lnTo>
                <a:lnTo>
                  <a:pt x="390525" y="295275"/>
                </a:lnTo>
                <a:lnTo>
                  <a:pt x="333375" y="295275"/>
                </a:lnTo>
                <a:lnTo>
                  <a:pt x="333375" y="304800"/>
                </a:lnTo>
                <a:lnTo>
                  <a:pt x="323850" y="304800"/>
                </a:lnTo>
                <a:lnTo>
                  <a:pt x="323850" y="295275"/>
                </a:lnTo>
                <a:lnTo>
                  <a:pt x="314325" y="295275"/>
                </a:lnTo>
                <a:lnTo>
                  <a:pt x="314325" y="304800"/>
                </a:lnTo>
                <a:lnTo>
                  <a:pt x="285750" y="304800"/>
                </a:lnTo>
                <a:lnTo>
                  <a:pt x="285750" y="295275"/>
                </a:lnTo>
                <a:lnTo>
                  <a:pt x="266700" y="295275"/>
                </a:lnTo>
                <a:close/>
                <a:moveTo>
                  <a:pt x="400050" y="295275"/>
                </a:moveTo>
                <a:lnTo>
                  <a:pt x="419100" y="295275"/>
                </a:lnTo>
                <a:lnTo>
                  <a:pt x="419100" y="304800"/>
                </a:lnTo>
                <a:lnTo>
                  <a:pt x="400050" y="304800"/>
                </a:lnTo>
                <a:close/>
                <a:moveTo>
                  <a:pt x="561975" y="333375"/>
                </a:moveTo>
                <a:lnTo>
                  <a:pt x="571500" y="333375"/>
                </a:lnTo>
                <a:lnTo>
                  <a:pt x="571500" y="352425"/>
                </a:lnTo>
                <a:lnTo>
                  <a:pt x="561975" y="352425"/>
                </a:lnTo>
                <a:lnTo>
                  <a:pt x="561975" y="390525"/>
                </a:lnTo>
                <a:lnTo>
                  <a:pt x="552450" y="390525"/>
                </a:lnTo>
                <a:lnTo>
                  <a:pt x="552450" y="409575"/>
                </a:lnTo>
                <a:lnTo>
                  <a:pt x="533400" y="409575"/>
                </a:lnTo>
                <a:lnTo>
                  <a:pt x="533400" y="400050"/>
                </a:lnTo>
                <a:lnTo>
                  <a:pt x="542925" y="400050"/>
                </a:lnTo>
                <a:lnTo>
                  <a:pt x="542925" y="381000"/>
                </a:lnTo>
                <a:lnTo>
                  <a:pt x="552450" y="381000"/>
                </a:lnTo>
                <a:lnTo>
                  <a:pt x="552450" y="342900"/>
                </a:lnTo>
                <a:lnTo>
                  <a:pt x="561975" y="342900"/>
                </a:lnTo>
                <a:close/>
                <a:moveTo>
                  <a:pt x="228600" y="342900"/>
                </a:moveTo>
                <a:lnTo>
                  <a:pt x="238125" y="342900"/>
                </a:lnTo>
                <a:lnTo>
                  <a:pt x="238125" y="352425"/>
                </a:lnTo>
                <a:lnTo>
                  <a:pt x="228600" y="352425"/>
                </a:lnTo>
                <a:close/>
                <a:moveTo>
                  <a:pt x="466725" y="342900"/>
                </a:moveTo>
                <a:lnTo>
                  <a:pt x="476250" y="342900"/>
                </a:lnTo>
                <a:lnTo>
                  <a:pt x="476250" y="352425"/>
                </a:lnTo>
                <a:lnTo>
                  <a:pt x="466725" y="352425"/>
                </a:lnTo>
                <a:close/>
                <a:moveTo>
                  <a:pt x="295275" y="352425"/>
                </a:moveTo>
                <a:lnTo>
                  <a:pt x="323850" y="352425"/>
                </a:lnTo>
                <a:lnTo>
                  <a:pt x="323850" y="361950"/>
                </a:lnTo>
                <a:lnTo>
                  <a:pt x="295275" y="361950"/>
                </a:lnTo>
                <a:close/>
                <a:moveTo>
                  <a:pt x="400050" y="352425"/>
                </a:moveTo>
                <a:lnTo>
                  <a:pt x="419100" y="352425"/>
                </a:lnTo>
                <a:lnTo>
                  <a:pt x="419100" y="361950"/>
                </a:lnTo>
                <a:lnTo>
                  <a:pt x="400050" y="361950"/>
                </a:lnTo>
                <a:close/>
                <a:moveTo>
                  <a:pt x="333375" y="361950"/>
                </a:moveTo>
                <a:lnTo>
                  <a:pt x="352425" y="361950"/>
                </a:lnTo>
                <a:lnTo>
                  <a:pt x="352425" y="371475"/>
                </a:lnTo>
                <a:lnTo>
                  <a:pt x="333375" y="371475"/>
                </a:lnTo>
                <a:close/>
                <a:moveTo>
                  <a:pt x="371475" y="361950"/>
                </a:moveTo>
                <a:lnTo>
                  <a:pt x="381000" y="361950"/>
                </a:lnTo>
                <a:lnTo>
                  <a:pt x="381000" y="371475"/>
                </a:lnTo>
                <a:lnTo>
                  <a:pt x="371475" y="371475"/>
                </a:lnTo>
                <a:close/>
                <a:moveTo>
                  <a:pt x="447675" y="361950"/>
                </a:moveTo>
                <a:lnTo>
                  <a:pt x="466725" y="361950"/>
                </a:lnTo>
                <a:lnTo>
                  <a:pt x="466725" y="390525"/>
                </a:lnTo>
                <a:lnTo>
                  <a:pt x="447675" y="390525"/>
                </a:lnTo>
                <a:close/>
                <a:moveTo>
                  <a:pt x="723900" y="361950"/>
                </a:moveTo>
                <a:lnTo>
                  <a:pt x="752475" y="361950"/>
                </a:lnTo>
                <a:lnTo>
                  <a:pt x="752475" y="371475"/>
                </a:lnTo>
                <a:lnTo>
                  <a:pt x="781050" y="371475"/>
                </a:lnTo>
                <a:lnTo>
                  <a:pt x="781050" y="381000"/>
                </a:lnTo>
                <a:lnTo>
                  <a:pt x="695325" y="381000"/>
                </a:lnTo>
                <a:lnTo>
                  <a:pt x="695325" y="371475"/>
                </a:lnTo>
                <a:lnTo>
                  <a:pt x="723900" y="371475"/>
                </a:lnTo>
                <a:close/>
                <a:moveTo>
                  <a:pt x="161925" y="371475"/>
                </a:moveTo>
                <a:lnTo>
                  <a:pt x="171450" y="371475"/>
                </a:lnTo>
                <a:lnTo>
                  <a:pt x="171450" y="381000"/>
                </a:lnTo>
                <a:lnTo>
                  <a:pt x="161925" y="381000"/>
                </a:lnTo>
                <a:close/>
                <a:moveTo>
                  <a:pt x="428625" y="371475"/>
                </a:moveTo>
                <a:lnTo>
                  <a:pt x="438150" y="371475"/>
                </a:lnTo>
                <a:lnTo>
                  <a:pt x="438150" y="381000"/>
                </a:lnTo>
                <a:lnTo>
                  <a:pt x="428625" y="381000"/>
                </a:lnTo>
                <a:close/>
                <a:moveTo>
                  <a:pt x="247650" y="381000"/>
                </a:moveTo>
                <a:lnTo>
                  <a:pt x="257175" y="381000"/>
                </a:lnTo>
                <a:lnTo>
                  <a:pt x="257175" y="390525"/>
                </a:lnTo>
                <a:lnTo>
                  <a:pt x="247650" y="390525"/>
                </a:lnTo>
                <a:close/>
                <a:moveTo>
                  <a:pt x="285750" y="381000"/>
                </a:moveTo>
                <a:lnTo>
                  <a:pt x="295275" y="381000"/>
                </a:lnTo>
                <a:lnTo>
                  <a:pt x="295275" y="390525"/>
                </a:lnTo>
                <a:lnTo>
                  <a:pt x="285750" y="390525"/>
                </a:lnTo>
                <a:close/>
                <a:moveTo>
                  <a:pt x="781050" y="381000"/>
                </a:moveTo>
                <a:lnTo>
                  <a:pt x="800100" y="381000"/>
                </a:lnTo>
                <a:lnTo>
                  <a:pt x="800100" y="400050"/>
                </a:lnTo>
                <a:lnTo>
                  <a:pt x="790575" y="400050"/>
                </a:lnTo>
                <a:lnTo>
                  <a:pt x="790575" y="390525"/>
                </a:lnTo>
                <a:lnTo>
                  <a:pt x="781050" y="390525"/>
                </a:lnTo>
                <a:close/>
                <a:moveTo>
                  <a:pt x="419100" y="390525"/>
                </a:moveTo>
                <a:lnTo>
                  <a:pt x="428625" y="390525"/>
                </a:lnTo>
                <a:lnTo>
                  <a:pt x="428625" y="400050"/>
                </a:lnTo>
                <a:lnTo>
                  <a:pt x="419100" y="400050"/>
                </a:lnTo>
                <a:close/>
                <a:moveTo>
                  <a:pt x="676275" y="390525"/>
                </a:moveTo>
                <a:lnTo>
                  <a:pt x="685800" y="390525"/>
                </a:lnTo>
                <a:lnTo>
                  <a:pt x="685800" y="400050"/>
                </a:lnTo>
                <a:lnTo>
                  <a:pt x="676275" y="400050"/>
                </a:lnTo>
                <a:close/>
                <a:moveTo>
                  <a:pt x="171450" y="400050"/>
                </a:moveTo>
                <a:lnTo>
                  <a:pt x="180975" y="400050"/>
                </a:lnTo>
                <a:lnTo>
                  <a:pt x="180975" y="409575"/>
                </a:lnTo>
                <a:lnTo>
                  <a:pt x="171450" y="409575"/>
                </a:lnTo>
                <a:close/>
                <a:moveTo>
                  <a:pt x="409575" y="400050"/>
                </a:moveTo>
                <a:lnTo>
                  <a:pt x="419100" y="400050"/>
                </a:lnTo>
                <a:lnTo>
                  <a:pt x="419100" y="409575"/>
                </a:lnTo>
                <a:lnTo>
                  <a:pt x="409575" y="409575"/>
                </a:lnTo>
                <a:close/>
                <a:moveTo>
                  <a:pt x="447675" y="400050"/>
                </a:moveTo>
                <a:lnTo>
                  <a:pt x="457200" y="400050"/>
                </a:lnTo>
                <a:lnTo>
                  <a:pt x="457200" y="409575"/>
                </a:lnTo>
                <a:lnTo>
                  <a:pt x="447675" y="409575"/>
                </a:lnTo>
                <a:close/>
                <a:moveTo>
                  <a:pt x="666750" y="400050"/>
                </a:moveTo>
                <a:lnTo>
                  <a:pt x="676275" y="400050"/>
                </a:lnTo>
                <a:lnTo>
                  <a:pt x="676275" y="409575"/>
                </a:lnTo>
                <a:lnTo>
                  <a:pt x="666750" y="409575"/>
                </a:lnTo>
                <a:close/>
                <a:moveTo>
                  <a:pt x="800100" y="400050"/>
                </a:moveTo>
                <a:lnTo>
                  <a:pt x="809625" y="400050"/>
                </a:lnTo>
                <a:lnTo>
                  <a:pt x="809625" y="409575"/>
                </a:lnTo>
                <a:lnTo>
                  <a:pt x="800100" y="409575"/>
                </a:lnTo>
                <a:close/>
                <a:moveTo>
                  <a:pt x="180975" y="409575"/>
                </a:moveTo>
                <a:lnTo>
                  <a:pt x="190500" y="409575"/>
                </a:lnTo>
                <a:lnTo>
                  <a:pt x="190500" y="419100"/>
                </a:lnTo>
                <a:lnTo>
                  <a:pt x="200025" y="419100"/>
                </a:lnTo>
                <a:lnTo>
                  <a:pt x="200025" y="438150"/>
                </a:lnTo>
                <a:lnTo>
                  <a:pt x="209550" y="438150"/>
                </a:lnTo>
                <a:lnTo>
                  <a:pt x="209550" y="457200"/>
                </a:lnTo>
                <a:lnTo>
                  <a:pt x="200025" y="457200"/>
                </a:lnTo>
                <a:lnTo>
                  <a:pt x="200025" y="447675"/>
                </a:lnTo>
                <a:lnTo>
                  <a:pt x="190500" y="447675"/>
                </a:lnTo>
                <a:lnTo>
                  <a:pt x="190500" y="428625"/>
                </a:lnTo>
                <a:lnTo>
                  <a:pt x="180975" y="428625"/>
                </a:lnTo>
                <a:close/>
                <a:moveTo>
                  <a:pt x="400050" y="409575"/>
                </a:moveTo>
                <a:lnTo>
                  <a:pt x="409575" y="409575"/>
                </a:lnTo>
                <a:lnTo>
                  <a:pt x="409575" y="419100"/>
                </a:lnTo>
                <a:lnTo>
                  <a:pt x="400050" y="419100"/>
                </a:lnTo>
                <a:close/>
                <a:moveTo>
                  <a:pt x="438150" y="409575"/>
                </a:moveTo>
                <a:lnTo>
                  <a:pt x="447675" y="409575"/>
                </a:lnTo>
                <a:lnTo>
                  <a:pt x="447675" y="419100"/>
                </a:lnTo>
                <a:lnTo>
                  <a:pt x="438150" y="419100"/>
                </a:lnTo>
                <a:close/>
                <a:moveTo>
                  <a:pt x="523875" y="409575"/>
                </a:moveTo>
                <a:lnTo>
                  <a:pt x="533400" y="409575"/>
                </a:lnTo>
                <a:lnTo>
                  <a:pt x="533400" y="419100"/>
                </a:lnTo>
                <a:lnTo>
                  <a:pt x="523875" y="419100"/>
                </a:lnTo>
                <a:close/>
                <a:moveTo>
                  <a:pt x="285750" y="419100"/>
                </a:moveTo>
                <a:lnTo>
                  <a:pt x="295275" y="419100"/>
                </a:lnTo>
                <a:lnTo>
                  <a:pt x="295275" y="428625"/>
                </a:lnTo>
                <a:lnTo>
                  <a:pt x="285750" y="428625"/>
                </a:lnTo>
                <a:close/>
                <a:moveTo>
                  <a:pt x="609600" y="419100"/>
                </a:moveTo>
                <a:lnTo>
                  <a:pt x="619125" y="419100"/>
                </a:lnTo>
                <a:lnTo>
                  <a:pt x="619125" y="428625"/>
                </a:lnTo>
                <a:lnTo>
                  <a:pt x="647700" y="428625"/>
                </a:lnTo>
                <a:lnTo>
                  <a:pt x="647700" y="438150"/>
                </a:lnTo>
                <a:lnTo>
                  <a:pt x="600075" y="438150"/>
                </a:lnTo>
                <a:lnTo>
                  <a:pt x="600075" y="428625"/>
                </a:lnTo>
                <a:lnTo>
                  <a:pt x="609600" y="428625"/>
                </a:lnTo>
                <a:close/>
                <a:moveTo>
                  <a:pt x="657225" y="419100"/>
                </a:moveTo>
                <a:lnTo>
                  <a:pt x="666750" y="419100"/>
                </a:lnTo>
                <a:lnTo>
                  <a:pt x="666750" y="428625"/>
                </a:lnTo>
                <a:lnTo>
                  <a:pt x="657225" y="428625"/>
                </a:lnTo>
                <a:close/>
                <a:moveTo>
                  <a:pt x="809625" y="419100"/>
                </a:moveTo>
                <a:lnTo>
                  <a:pt x="819150" y="419100"/>
                </a:lnTo>
                <a:lnTo>
                  <a:pt x="819150" y="428625"/>
                </a:lnTo>
                <a:lnTo>
                  <a:pt x="828675" y="428625"/>
                </a:lnTo>
                <a:lnTo>
                  <a:pt x="828675" y="476250"/>
                </a:lnTo>
                <a:lnTo>
                  <a:pt x="819150" y="476250"/>
                </a:lnTo>
                <a:lnTo>
                  <a:pt x="819150" y="485775"/>
                </a:lnTo>
                <a:lnTo>
                  <a:pt x="809625" y="485775"/>
                </a:lnTo>
                <a:close/>
                <a:moveTo>
                  <a:pt x="304800" y="428625"/>
                </a:moveTo>
                <a:lnTo>
                  <a:pt x="323850" y="428625"/>
                </a:lnTo>
                <a:lnTo>
                  <a:pt x="323850" y="438150"/>
                </a:lnTo>
                <a:lnTo>
                  <a:pt x="304800" y="438150"/>
                </a:lnTo>
                <a:close/>
                <a:moveTo>
                  <a:pt x="390525" y="428625"/>
                </a:moveTo>
                <a:lnTo>
                  <a:pt x="419100" y="428625"/>
                </a:lnTo>
                <a:lnTo>
                  <a:pt x="419100" y="438150"/>
                </a:lnTo>
                <a:lnTo>
                  <a:pt x="390525" y="438150"/>
                </a:lnTo>
                <a:close/>
                <a:moveTo>
                  <a:pt x="514350" y="428625"/>
                </a:moveTo>
                <a:lnTo>
                  <a:pt x="523875" y="428625"/>
                </a:lnTo>
                <a:lnTo>
                  <a:pt x="523875" y="438150"/>
                </a:lnTo>
                <a:lnTo>
                  <a:pt x="514350" y="438150"/>
                </a:lnTo>
                <a:close/>
                <a:moveTo>
                  <a:pt x="323850" y="438150"/>
                </a:moveTo>
                <a:lnTo>
                  <a:pt x="333375" y="438150"/>
                </a:lnTo>
                <a:lnTo>
                  <a:pt x="333375" y="447675"/>
                </a:lnTo>
                <a:lnTo>
                  <a:pt x="323850" y="447675"/>
                </a:lnTo>
                <a:close/>
                <a:moveTo>
                  <a:pt x="381000" y="438150"/>
                </a:moveTo>
                <a:lnTo>
                  <a:pt x="390525" y="438150"/>
                </a:lnTo>
                <a:lnTo>
                  <a:pt x="390525" y="447675"/>
                </a:lnTo>
                <a:lnTo>
                  <a:pt x="381000" y="447675"/>
                </a:lnTo>
                <a:close/>
                <a:moveTo>
                  <a:pt x="209550" y="457200"/>
                </a:moveTo>
                <a:lnTo>
                  <a:pt x="228600" y="457200"/>
                </a:lnTo>
                <a:lnTo>
                  <a:pt x="228600" y="466725"/>
                </a:lnTo>
                <a:lnTo>
                  <a:pt x="238125" y="466725"/>
                </a:lnTo>
                <a:lnTo>
                  <a:pt x="238125" y="476250"/>
                </a:lnTo>
                <a:lnTo>
                  <a:pt x="219075" y="476250"/>
                </a:lnTo>
                <a:lnTo>
                  <a:pt x="219075" y="466725"/>
                </a:lnTo>
                <a:lnTo>
                  <a:pt x="209550" y="466725"/>
                </a:lnTo>
                <a:close/>
                <a:moveTo>
                  <a:pt x="485775" y="457200"/>
                </a:moveTo>
                <a:lnTo>
                  <a:pt x="495300" y="457200"/>
                </a:lnTo>
                <a:lnTo>
                  <a:pt x="495300" y="466725"/>
                </a:lnTo>
                <a:lnTo>
                  <a:pt x="485775" y="466725"/>
                </a:lnTo>
                <a:close/>
                <a:moveTo>
                  <a:pt x="476250" y="466725"/>
                </a:moveTo>
                <a:lnTo>
                  <a:pt x="485775" y="466725"/>
                </a:lnTo>
                <a:lnTo>
                  <a:pt x="485775" y="476250"/>
                </a:lnTo>
                <a:lnTo>
                  <a:pt x="476250" y="476250"/>
                </a:lnTo>
                <a:close/>
                <a:moveTo>
                  <a:pt x="238125" y="476250"/>
                </a:moveTo>
                <a:lnTo>
                  <a:pt x="257175" y="476250"/>
                </a:lnTo>
                <a:lnTo>
                  <a:pt x="257175" y="485775"/>
                </a:lnTo>
                <a:lnTo>
                  <a:pt x="266700" y="485775"/>
                </a:lnTo>
                <a:lnTo>
                  <a:pt x="266700" y="495300"/>
                </a:lnTo>
                <a:lnTo>
                  <a:pt x="285750" y="495300"/>
                </a:lnTo>
                <a:lnTo>
                  <a:pt x="285750" y="504825"/>
                </a:lnTo>
                <a:lnTo>
                  <a:pt x="295275" y="504825"/>
                </a:lnTo>
                <a:lnTo>
                  <a:pt x="295275" y="523875"/>
                </a:lnTo>
                <a:lnTo>
                  <a:pt x="285750" y="523875"/>
                </a:lnTo>
                <a:lnTo>
                  <a:pt x="285750" y="533400"/>
                </a:lnTo>
                <a:lnTo>
                  <a:pt x="228600" y="533400"/>
                </a:lnTo>
                <a:lnTo>
                  <a:pt x="228600" y="542925"/>
                </a:lnTo>
                <a:lnTo>
                  <a:pt x="190500" y="542925"/>
                </a:lnTo>
                <a:lnTo>
                  <a:pt x="190500" y="533400"/>
                </a:lnTo>
                <a:lnTo>
                  <a:pt x="219075" y="533400"/>
                </a:lnTo>
                <a:lnTo>
                  <a:pt x="219075" y="523875"/>
                </a:lnTo>
                <a:lnTo>
                  <a:pt x="266700" y="523875"/>
                </a:lnTo>
                <a:lnTo>
                  <a:pt x="266700" y="504825"/>
                </a:lnTo>
                <a:lnTo>
                  <a:pt x="257175" y="504825"/>
                </a:lnTo>
                <a:lnTo>
                  <a:pt x="257175" y="495300"/>
                </a:lnTo>
                <a:lnTo>
                  <a:pt x="247650" y="495300"/>
                </a:lnTo>
                <a:lnTo>
                  <a:pt x="247650" y="485775"/>
                </a:lnTo>
                <a:lnTo>
                  <a:pt x="238125" y="485775"/>
                </a:lnTo>
                <a:close/>
                <a:moveTo>
                  <a:pt x="457200" y="476250"/>
                </a:moveTo>
                <a:lnTo>
                  <a:pt x="466725" y="476250"/>
                </a:lnTo>
                <a:lnTo>
                  <a:pt x="466725" y="485775"/>
                </a:lnTo>
                <a:lnTo>
                  <a:pt x="457200" y="485775"/>
                </a:lnTo>
                <a:close/>
                <a:moveTo>
                  <a:pt x="438150" y="485775"/>
                </a:moveTo>
                <a:lnTo>
                  <a:pt x="447675" y="485775"/>
                </a:lnTo>
                <a:lnTo>
                  <a:pt x="447675" y="495300"/>
                </a:lnTo>
                <a:lnTo>
                  <a:pt x="438150" y="495300"/>
                </a:lnTo>
                <a:close/>
                <a:moveTo>
                  <a:pt x="419100" y="495300"/>
                </a:moveTo>
                <a:lnTo>
                  <a:pt x="428625" y="495300"/>
                </a:lnTo>
                <a:lnTo>
                  <a:pt x="428625" y="514350"/>
                </a:lnTo>
                <a:lnTo>
                  <a:pt x="447675" y="514350"/>
                </a:lnTo>
                <a:lnTo>
                  <a:pt x="447675" y="523875"/>
                </a:lnTo>
                <a:lnTo>
                  <a:pt x="485775" y="523875"/>
                </a:lnTo>
                <a:lnTo>
                  <a:pt x="485775" y="533400"/>
                </a:lnTo>
                <a:lnTo>
                  <a:pt x="504825" y="533400"/>
                </a:lnTo>
                <a:lnTo>
                  <a:pt x="504825" y="542925"/>
                </a:lnTo>
                <a:lnTo>
                  <a:pt x="476250" y="542925"/>
                </a:lnTo>
                <a:lnTo>
                  <a:pt x="476250" y="533400"/>
                </a:lnTo>
                <a:lnTo>
                  <a:pt x="428625" y="533400"/>
                </a:lnTo>
                <a:lnTo>
                  <a:pt x="428625" y="523875"/>
                </a:lnTo>
                <a:lnTo>
                  <a:pt x="381000" y="523875"/>
                </a:lnTo>
                <a:lnTo>
                  <a:pt x="381000" y="504825"/>
                </a:lnTo>
                <a:lnTo>
                  <a:pt x="419100" y="504825"/>
                </a:lnTo>
                <a:close/>
                <a:moveTo>
                  <a:pt x="800100" y="495300"/>
                </a:moveTo>
                <a:lnTo>
                  <a:pt x="809625" y="495300"/>
                </a:lnTo>
                <a:lnTo>
                  <a:pt x="809625" y="523875"/>
                </a:lnTo>
                <a:lnTo>
                  <a:pt x="800100" y="523875"/>
                </a:lnTo>
                <a:lnTo>
                  <a:pt x="800100" y="533400"/>
                </a:lnTo>
                <a:lnTo>
                  <a:pt x="790575" y="533400"/>
                </a:lnTo>
                <a:lnTo>
                  <a:pt x="790575" y="514350"/>
                </a:lnTo>
                <a:lnTo>
                  <a:pt x="800100" y="514350"/>
                </a:lnTo>
                <a:close/>
                <a:moveTo>
                  <a:pt x="171450" y="542925"/>
                </a:moveTo>
                <a:lnTo>
                  <a:pt x="180975" y="542925"/>
                </a:lnTo>
                <a:lnTo>
                  <a:pt x="180975" y="552450"/>
                </a:lnTo>
                <a:lnTo>
                  <a:pt x="171450" y="552450"/>
                </a:lnTo>
                <a:close/>
                <a:moveTo>
                  <a:pt x="504825" y="542925"/>
                </a:moveTo>
                <a:lnTo>
                  <a:pt x="514350" y="542925"/>
                </a:lnTo>
                <a:lnTo>
                  <a:pt x="514350" y="552450"/>
                </a:lnTo>
                <a:lnTo>
                  <a:pt x="504825" y="552450"/>
                </a:lnTo>
                <a:close/>
                <a:moveTo>
                  <a:pt x="152400" y="552450"/>
                </a:moveTo>
                <a:lnTo>
                  <a:pt x="161925" y="552450"/>
                </a:lnTo>
                <a:lnTo>
                  <a:pt x="161925" y="561975"/>
                </a:lnTo>
                <a:lnTo>
                  <a:pt x="152400" y="561975"/>
                </a:lnTo>
                <a:close/>
                <a:moveTo>
                  <a:pt x="523875" y="552450"/>
                </a:moveTo>
                <a:lnTo>
                  <a:pt x="542925" y="552450"/>
                </a:lnTo>
                <a:lnTo>
                  <a:pt x="542925" y="561975"/>
                </a:lnTo>
                <a:lnTo>
                  <a:pt x="523875" y="561975"/>
                </a:lnTo>
                <a:close/>
                <a:moveTo>
                  <a:pt x="542925" y="561975"/>
                </a:moveTo>
                <a:lnTo>
                  <a:pt x="552450" y="561975"/>
                </a:lnTo>
                <a:lnTo>
                  <a:pt x="552450" y="571500"/>
                </a:lnTo>
                <a:lnTo>
                  <a:pt x="542925" y="571500"/>
                </a:lnTo>
                <a:close/>
                <a:moveTo>
                  <a:pt x="609600" y="561975"/>
                </a:moveTo>
                <a:lnTo>
                  <a:pt x="619125" y="561975"/>
                </a:lnTo>
                <a:lnTo>
                  <a:pt x="619125" y="590550"/>
                </a:lnTo>
                <a:lnTo>
                  <a:pt x="609600" y="590550"/>
                </a:lnTo>
                <a:close/>
                <a:moveTo>
                  <a:pt x="133350" y="571500"/>
                </a:moveTo>
                <a:lnTo>
                  <a:pt x="142875" y="571500"/>
                </a:lnTo>
                <a:lnTo>
                  <a:pt x="142875" y="581025"/>
                </a:lnTo>
                <a:lnTo>
                  <a:pt x="133350" y="581025"/>
                </a:lnTo>
                <a:close/>
                <a:moveTo>
                  <a:pt x="561975" y="571500"/>
                </a:moveTo>
                <a:lnTo>
                  <a:pt x="571500" y="571500"/>
                </a:lnTo>
                <a:lnTo>
                  <a:pt x="571500" y="581025"/>
                </a:lnTo>
                <a:lnTo>
                  <a:pt x="561975" y="581025"/>
                </a:lnTo>
                <a:close/>
                <a:moveTo>
                  <a:pt x="114300" y="590550"/>
                </a:moveTo>
                <a:lnTo>
                  <a:pt x="123825" y="590550"/>
                </a:lnTo>
                <a:lnTo>
                  <a:pt x="123825" y="600075"/>
                </a:lnTo>
                <a:lnTo>
                  <a:pt x="114300" y="600075"/>
                </a:lnTo>
                <a:close/>
                <a:moveTo>
                  <a:pt x="581025" y="590550"/>
                </a:moveTo>
                <a:lnTo>
                  <a:pt x="590550" y="590550"/>
                </a:lnTo>
                <a:lnTo>
                  <a:pt x="590550" y="600075"/>
                </a:lnTo>
                <a:lnTo>
                  <a:pt x="609600" y="600075"/>
                </a:lnTo>
                <a:lnTo>
                  <a:pt x="609600" y="609600"/>
                </a:lnTo>
                <a:lnTo>
                  <a:pt x="600075" y="609600"/>
                </a:lnTo>
                <a:lnTo>
                  <a:pt x="600075" y="695325"/>
                </a:lnTo>
                <a:lnTo>
                  <a:pt x="581025" y="695325"/>
                </a:lnTo>
                <a:close/>
                <a:moveTo>
                  <a:pt x="104775" y="600075"/>
                </a:moveTo>
                <a:lnTo>
                  <a:pt x="114300" y="600075"/>
                </a:lnTo>
                <a:lnTo>
                  <a:pt x="114300" y="619125"/>
                </a:lnTo>
                <a:lnTo>
                  <a:pt x="104775" y="619125"/>
                </a:lnTo>
                <a:close/>
                <a:moveTo>
                  <a:pt x="723900" y="600075"/>
                </a:moveTo>
                <a:lnTo>
                  <a:pt x="733425" y="600075"/>
                </a:lnTo>
                <a:lnTo>
                  <a:pt x="733425" y="609600"/>
                </a:lnTo>
                <a:lnTo>
                  <a:pt x="723900" y="609600"/>
                </a:lnTo>
                <a:close/>
                <a:moveTo>
                  <a:pt x="95250" y="619125"/>
                </a:moveTo>
                <a:lnTo>
                  <a:pt x="104775" y="619125"/>
                </a:lnTo>
                <a:lnTo>
                  <a:pt x="104775" y="628650"/>
                </a:lnTo>
                <a:lnTo>
                  <a:pt x="95250" y="628650"/>
                </a:lnTo>
                <a:close/>
                <a:moveTo>
                  <a:pt x="76200" y="638175"/>
                </a:moveTo>
                <a:lnTo>
                  <a:pt x="85725" y="638175"/>
                </a:lnTo>
                <a:lnTo>
                  <a:pt x="85725" y="647700"/>
                </a:lnTo>
                <a:lnTo>
                  <a:pt x="76200" y="647700"/>
                </a:lnTo>
                <a:close/>
                <a:moveTo>
                  <a:pt x="66675" y="647700"/>
                </a:moveTo>
                <a:lnTo>
                  <a:pt x="76200" y="647700"/>
                </a:lnTo>
                <a:lnTo>
                  <a:pt x="76200" y="666750"/>
                </a:lnTo>
                <a:lnTo>
                  <a:pt x="66675" y="666750"/>
                </a:lnTo>
                <a:lnTo>
                  <a:pt x="66675" y="685800"/>
                </a:lnTo>
                <a:lnTo>
                  <a:pt x="57150" y="685800"/>
                </a:lnTo>
                <a:lnTo>
                  <a:pt x="57150" y="657225"/>
                </a:lnTo>
                <a:lnTo>
                  <a:pt x="66675" y="657225"/>
                </a:lnTo>
                <a:close/>
                <a:moveTo>
                  <a:pt x="47625" y="685800"/>
                </a:moveTo>
                <a:lnTo>
                  <a:pt x="57150" y="685800"/>
                </a:lnTo>
                <a:lnTo>
                  <a:pt x="57150" y="714375"/>
                </a:lnTo>
                <a:lnTo>
                  <a:pt x="47625" y="714375"/>
                </a:lnTo>
                <a:close/>
                <a:moveTo>
                  <a:pt x="38100" y="714375"/>
                </a:moveTo>
                <a:lnTo>
                  <a:pt x="47625" y="714375"/>
                </a:lnTo>
                <a:lnTo>
                  <a:pt x="47625" y="742950"/>
                </a:lnTo>
                <a:lnTo>
                  <a:pt x="38100" y="742950"/>
                </a:lnTo>
                <a:close/>
                <a:moveTo>
                  <a:pt x="38100" y="771525"/>
                </a:moveTo>
                <a:lnTo>
                  <a:pt x="47625" y="771525"/>
                </a:lnTo>
                <a:lnTo>
                  <a:pt x="47625" y="781050"/>
                </a:lnTo>
                <a:lnTo>
                  <a:pt x="57150" y="781050"/>
                </a:lnTo>
                <a:lnTo>
                  <a:pt x="57150" y="790575"/>
                </a:lnTo>
                <a:lnTo>
                  <a:pt x="66675" y="790575"/>
                </a:lnTo>
                <a:lnTo>
                  <a:pt x="66675" y="800100"/>
                </a:lnTo>
                <a:lnTo>
                  <a:pt x="47625" y="800100"/>
                </a:lnTo>
                <a:lnTo>
                  <a:pt x="47625" y="790575"/>
                </a:lnTo>
                <a:lnTo>
                  <a:pt x="38100" y="790575"/>
                </a:lnTo>
                <a:close/>
                <a:moveTo>
                  <a:pt x="742950" y="771525"/>
                </a:moveTo>
                <a:lnTo>
                  <a:pt x="752475" y="771525"/>
                </a:lnTo>
                <a:lnTo>
                  <a:pt x="752475" y="790575"/>
                </a:lnTo>
                <a:lnTo>
                  <a:pt x="742950" y="790575"/>
                </a:lnTo>
                <a:lnTo>
                  <a:pt x="742950" y="800100"/>
                </a:lnTo>
                <a:lnTo>
                  <a:pt x="723900" y="800100"/>
                </a:lnTo>
                <a:lnTo>
                  <a:pt x="723900" y="790575"/>
                </a:lnTo>
                <a:lnTo>
                  <a:pt x="733425" y="790575"/>
                </a:lnTo>
                <a:lnTo>
                  <a:pt x="733425" y="781050"/>
                </a:lnTo>
                <a:lnTo>
                  <a:pt x="742950" y="781050"/>
                </a:lnTo>
                <a:close/>
                <a:moveTo>
                  <a:pt x="590550" y="790575"/>
                </a:moveTo>
                <a:lnTo>
                  <a:pt x="600075" y="790575"/>
                </a:lnTo>
                <a:lnTo>
                  <a:pt x="600075" y="800100"/>
                </a:lnTo>
                <a:lnTo>
                  <a:pt x="609600" y="800100"/>
                </a:lnTo>
                <a:lnTo>
                  <a:pt x="609600" y="809625"/>
                </a:lnTo>
                <a:lnTo>
                  <a:pt x="571500" y="809625"/>
                </a:lnTo>
                <a:lnTo>
                  <a:pt x="571500" y="800100"/>
                </a:lnTo>
                <a:lnTo>
                  <a:pt x="590550" y="800100"/>
                </a:lnTo>
                <a:close/>
                <a:moveTo>
                  <a:pt x="66675" y="800100"/>
                </a:moveTo>
                <a:lnTo>
                  <a:pt x="76200" y="800100"/>
                </a:lnTo>
                <a:lnTo>
                  <a:pt x="76200" y="809625"/>
                </a:lnTo>
                <a:lnTo>
                  <a:pt x="66675" y="809625"/>
                </a:lnTo>
                <a:close/>
                <a:moveTo>
                  <a:pt x="714375" y="800100"/>
                </a:moveTo>
                <a:lnTo>
                  <a:pt x="723900" y="800100"/>
                </a:lnTo>
                <a:lnTo>
                  <a:pt x="723900" y="809625"/>
                </a:lnTo>
                <a:lnTo>
                  <a:pt x="714375" y="809625"/>
                </a:lnTo>
                <a:close/>
                <a:moveTo>
                  <a:pt x="104775" y="809625"/>
                </a:moveTo>
                <a:lnTo>
                  <a:pt x="200025" y="809625"/>
                </a:lnTo>
                <a:lnTo>
                  <a:pt x="200025" y="819150"/>
                </a:lnTo>
                <a:lnTo>
                  <a:pt x="104775" y="819150"/>
                </a:lnTo>
                <a:close/>
                <a:moveTo>
                  <a:pt x="238125" y="809625"/>
                </a:moveTo>
                <a:lnTo>
                  <a:pt x="285750" y="809625"/>
                </a:lnTo>
                <a:lnTo>
                  <a:pt x="285750" y="819150"/>
                </a:lnTo>
                <a:lnTo>
                  <a:pt x="238125" y="819150"/>
                </a:lnTo>
                <a:close/>
                <a:moveTo>
                  <a:pt x="314325" y="809625"/>
                </a:moveTo>
                <a:lnTo>
                  <a:pt x="447675" y="809625"/>
                </a:lnTo>
                <a:lnTo>
                  <a:pt x="447675" y="819150"/>
                </a:lnTo>
                <a:lnTo>
                  <a:pt x="314325" y="819150"/>
                </a:lnTo>
                <a:close/>
                <a:moveTo>
                  <a:pt x="476250" y="809625"/>
                </a:moveTo>
                <a:lnTo>
                  <a:pt x="552450" y="809625"/>
                </a:lnTo>
                <a:lnTo>
                  <a:pt x="552450" y="819150"/>
                </a:lnTo>
                <a:lnTo>
                  <a:pt x="476250" y="819150"/>
                </a:lnTo>
                <a:close/>
                <a:moveTo>
                  <a:pt x="695325" y="809625"/>
                </a:moveTo>
                <a:lnTo>
                  <a:pt x="704850" y="809625"/>
                </a:lnTo>
                <a:lnTo>
                  <a:pt x="704850" y="819150"/>
                </a:lnTo>
                <a:lnTo>
                  <a:pt x="695325" y="819150"/>
                </a:lnTo>
                <a:close/>
              </a:path>
            </a:pathLst>
          </a:custGeom>
          <a:solidFill xmlns:a="http://schemas.openxmlformats.org/drawingml/2006/main">
            <a:srgbClr val="FAEBD9"/>
          </a:solidFill>
          <a:ln xmlns:a="http://schemas.openxmlformats.org/drawingml/2006/main" w="0">
            <a:noFill/>
          </a:ln>
        </p:spPr>
      </p:sp>
      <p:sp>
        <p:nvSpPr>
          <p:cNvPr id="25" name="impact vector #f3ebdc">
            <a:extLst xmlns:a="http://schemas.openxmlformats.org/drawingml/2006/main">
              <a:ext uri="{FF2B5EF4-FFF2-40B4-BE49-F238E27FC236}">
                <a16:creationId xmlns:a16="http://schemas.microsoft.com/office/drawing/2014/main" id="{42703C02-7983-4E30-B5C8-6D1E9D13AB9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000250" y="1524000"/>
            <a:ext cx="857250" cy="847725"/>
          </a:xfrm>
          <a:custGeom xmlns:a="http://schemas.openxmlformats.org/drawingml/2006/main">
            <a:pathLst>
              <a:path w="857250" h="847725">
                <a:moveTo>
                  <a:pt x="523875" y="38100"/>
                </a:moveTo>
                <a:lnTo>
                  <a:pt x="533400" y="38100"/>
                </a:lnTo>
                <a:lnTo>
                  <a:pt x="533400" y="47625"/>
                </a:lnTo>
                <a:lnTo>
                  <a:pt x="523875" y="47625"/>
                </a:lnTo>
                <a:close/>
                <a:moveTo>
                  <a:pt x="533400" y="47625"/>
                </a:moveTo>
                <a:lnTo>
                  <a:pt x="542925" y="47625"/>
                </a:lnTo>
                <a:lnTo>
                  <a:pt x="542925" y="57150"/>
                </a:lnTo>
                <a:lnTo>
                  <a:pt x="533400" y="57150"/>
                </a:lnTo>
                <a:close/>
                <a:moveTo>
                  <a:pt x="542925" y="57150"/>
                </a:moveTo>
                <a:lnTo>
                  <a:pt x="552450" y="57150"/>
                </a:lnTo>
                <a:lnTo>
                  <a:pt x="552450" y="66675"/>
                </a:lnTo>
                <a:lnTo>
                  <a:pt x="542925" y="66675"/>
                </a:lnTo>
                <a:close/>
                <a:moveTo>
                  <a:pt x="142875" y="104775"/>
                </a:moveTo>
                <a:lnTo>
                  <a:pt x="152400" y="104775"/>
                </a:lnTo>
                <a:lnTo>
                  <a:pt x="152400" y="114300"/>
                </a:lnTo>
                <a:lnTo>
                  <a:pt x="142875" y="114300"/>
                </a:lnTo>
                <a:close/>
                <a:moveTo>
                  <a:pt x="561975" y="114300"/>
                </a:moveTo>
                <a:lnTo>
                  <a:pt x="571500" y="114300"/>
                </a:lnTo>
                <a:lnTo>
                  <a:pt x="571500" y="123825"/>
                </a:lnTo>
                <a:lnTo>
                  <a:pt x="581025" y="123825"/>
                </a:lnTo>
                <a:lnTo>
                  <a:pt x="581025" y="142875"/>
                </a:lnTo>
                <a:lnTo>
                  <a:pt x="571500" y="142875"/>
                </a:lnTo>
                <a:lnTo>
                  <a:pt x="571500" y="133350"/>
                </a:lnTo>
                <a:lnTo>
                  <a:pt x="561975" y="133350"/>
                </a:lnTo>
                <a:close/>
                <a:moveTo>
                  <a:pt x="581025" y="152400"/>
                </a:moveTo>
                <a:lnTo>
                  <a:pt x="590550" y="152400"/>
                </a:lnTo>
                <a:lnTo>
                  <a:pt x="590550" y="161925"/>
                </a:lnTo>
                <a:lnTo>
                  <a:pt x="581025" y="161925"/>
                </a:lnTo>
                <a:close/>
                <a:moveTo>
                  <a:pt x="114300" y="180975"/>
                </a:moveTo>
                <a:lnTo>
                  <a:pt x="123825" y="180975"/>
                </a:lnTo>
                <a:lnTo>
                  <a:pt x="123825" y="200025"/>
                </a:lnTo>
                <a:lnTo>
                  <a:pt x="114300" y="200025"/>
                </a:lnTo>
                <a:close/>
                <a:moveTo>
                  <a:pt x="104775" y="200025"/>
                </a:moveTo>
                <a:lnTo>
                  <a:pt x="114300" y="200025"/>
                </a:lnTo>
                <a:lnTo>
                  <a:pt x="114300" y="209550"/>
                </a:lnTo>
                <a:lnTo>
                  <a:pt x="104775" y="209550"/>
                </a:lnTo>
                <a:close/>
                <a:moveTo>
                  <a:pt x="314325" y="295275"/>
                </a:moveTo>
                <a:lnTo>
                  <a:pt x="323850" y="295275"/>
                </a:lnTo>
                <a:lnTo>
                  <a:pt x="323850" y="304800"/>
                </a:lnTo>
                <a:lnTo>
                  <a:pt x="314325" y="304800"/>
                </a:lnTo>
                <a:close/>
                <a:moveTo>
                  <a:pt x="333375" y="295275"/>
                </a:moveTo>
                <a:lnTo>
                  <a:pt x="400050" y="295275"/>
                </a:lnTo>
                <a:lnTo>
                  <a:pt x="400050" y="304800"/>
                </a:lnTo>
                <a:lnTo>
                  <a:pt x="419100" y="304800"/>
                </a:lnTo>
                <a:lnTo>
                  <a:pt x="419100" y="295275"/>
                </a:lnTo>
                <a:lnTo>
                  <a:pt x="428625" y="295275"/>
                </a:lnTo>
                <a:lnTo>
                  <a:pt x="428625" y="304800"/>
                </a:lnTo>
                <a:lnTo>
                  <a:pt x="438150" y="304800"/>
                </a:lnTo>
                <a:lnTo>
                  <a:pt x="438150" y="295275"/>
                </a:lnTo>
                <a:lnTo>
                  <a:pt x="447675" y="295275"/>
                </a:lnTo>
                <a:lnTo>
                  <a:pt x="447675" y="304800"/>
                </a:lnTo>
                <a:lnTo>
                  <a:pt x="457200" y="304800"/>
                </a:lnTo>
                <a:lnTo>
                  <a:pt x="457200" y="314325"/>
                </a:lnTo>
                <a:lnTo>
                  <a:pt x="466725" y="314325"/>
                </a:lnTo>
                <a:lnTo>
                  <a:pt x="466725" y="295275"/>
                </a:lnTo>
                <a:lnTo>
                  <a:pt x="476250" y="295275"/>
                </a:lnTo>
                <a:lnTo>
                  <a:pt x="476250" y="342900"/>
                </a:lnTo>
                <a:lnTo>
                  <a:pt x="466725" y="342900"/>
                </a:lnTo>
                <a:lnTo>
                  <a:pt x="466725" y="361950"/>
                </a:lnTo>
                <a:lnTo>
                  <a:pt x="447675" y="361950"/>
                </a:lnTo>
                <a:lnTo>
                  <a:pt x="447675" y="323850"/>
                </a:lnTo>
                <a:lnTo>
                  <a:pt x="438150" y="323850"/>
                </a:lnTo>
                <a:lnTo>
                  <a:pt x="438150" y="314325"/>
                </a:lnTo>
                <a:lnTo>
                  <a:pt x="371475" y="314325"/>
                </a:lnTo>
                <a:lnTo>
                  <a:pt x="371475" y="304800"/>
                </a:lnTo>
                <a:lnTo>
                  <a:pt x="333375" y="304800"/>
                </a:lnTo>
                <a:close/>
                <a:moveTo>
                  <a:pt x="571500" y="333375"/>
                </a:moveTo>
                <a:lnTo>
                  <a:pt x="581025" y="333375"/>
                </a:lnTo>
                <a:lnTo>
                  <a:pt x="581025" y="390525"/>
                </a:lnTo>
                <a:lnTo>
                  <a:pt x="571500" y="390525"/>
                </a:lnTo>
                <a:lnTo>
                  <a:pt x="571500" y="400050"/>
                </a:lnTo>
                <a:lnTo>
                  <a:pt x="552450" y="400050"/>
                </a:lnTo>
                <a:lnTo>
                  <a:pt x="552450" y="390525"/>
                </a:lnTo>
                <a:lnTo>
                  <a:pt x="561975" y="390525"/>
                </a:lnTo>
                <a:lnTo>
                  <a:pt x="561975" y="352425"/>
                </a:lnTo>
                <a:lnTo>
                  <a:pt x="571500" y="352425"/>
                </a:lnTo>
                <a:close/>
                <a:moveTo>
                  <a:pt x="142875" y="342900"/>
                </a:moveTo>
                <a:lnTo>
                  <a:pt x="152400" y="342900"/>
                </a:lnTo>
                <a:lnTo>
                  <a:pt x="152400" y="371475"/>
                </a:lnTo>
                <a:lnTo>
                  <a:pt x="161925" y="371475"/>
                </a:lnTo>
                <a:lnTo>
                  <a:pt x="161925" y="390525"/>
                </a:lnTo>
                <a:lnTo>
                  <a:pt x="171450" y="390525"/>
                </a:lnTo>
                <a:lnTo>
                  <a:pt x="171450" y="409575"/>
                </a:lnTo>
                <a:lnTo>
                  <a:pt x="180975" y="409575"/>
                </a:lnTo>
                <a:lnTo>
                  <a:pt x="180975" y="428625"/>
                </a:lnTo>
                <a:lnTo>
                  <a:pt x="171450" y="428625"/>
                </a:lnTo>
                <a:lnTo>
                  <a:pt x="171450" y="419100"/>
                </a:lnTo>
                <a:lnTo>
                  <a:pt x="161925" y="419100"/>
                </a:lnTo>
                <a:lnTo>
                  <a:pt x="161925" y="400050"/>
                </a:lnTo>
                <a:lnTo>
                  <a:pt x="152400" y="400050"/>
                </a:lnTo>
                <a:lnTo>
                  <a:pt x="152400" y="390525"/>
                </a:lnTo>
                <a:lnTo>
                  <a:pt x="142875" y="390525"/>
                </a:lnTo>
                <a:close/>
                <a:moveTo>
                  <a:pt x="723900" y="352425"/>
                </a:moveTo>
                <a:lnTo>
                  <a:pt x="771525" y="352425"/>
                </a:lnTo>
                <a:lnTo>
                  <a:pt x="771525" y="361950"/>
                </a:lnTo>
                <a:lnTo>
                  <a:pt x="790575" y="361950"/>
                </a:lnTo>
                <a:lnTo>
                  <a:pt x="790575" y="371475"/>
                </a:lnTo>
                <a:lnTo>
                  <a:pt x="809625" y="371475"/>
                </a:lnTo>
                <a:lnTo>
                  <a:pt x="809625" y="381000"/>
                </a:lnTo>
                <a:lnTo>
                  <a:pt x="819150" y="381000"/>
                </a:lnTo>
                <a:lnTo>
                  <a:pt x="819150" y="400050"/>
                </a:lnTo>
                <a:lnTo>
                  <a:pt x="828675" y="400050"/>
                </a:lnTo>
                <a:lnTo>
                  <a:pt x="828675" y="428625"/>
                </a:lnTo>
                <a:lnTo>
                  <a:pt x="819150" y="428625"/>
                </a:lnTo>
                <a:lnTo>
                  <a:pt x="819150" y="419100"/>
                </a:lnTo>
                <a:lnTo>
                  <a:pt x="809625" y="419100"/>
                </a:lnTo>
                <a:lnTo>
                  <a:pt x="809625" y="400050"/>
                </a:lnTo>
                <a:lnTo>
                  <a:pt x="800100" y="400050"/>
                </a:lnTo>
                <a:lnTo>
                  <a:pt x="800100" y="381000"/>
                </a:lnTo>
                <a:lnTo>
                  <a:pt x="781050" y="381000"/>
                </a:lnTo>
                <a:lnTo>
                  <a:pt x="781050" y="371475"/>
                </a:lnTo>
                <a:lnTo>
                  <a:pt x="752475" y="371475"/>
                </a:lnTo>
                <a:lnTo>
                  <a:pt x="752475" y="361950"/>
                </a:lnTo>
                <a:lnTo>
                  <a:pt x="723900" y="361950"/>
                </a:lnTo>
                <a:close/>
                <a:moveTo>
                  <a:pt x="666750" y="361950"/>
                </a:moveTo>
                <a:lnTo>
                  <a:pt x="723900" y="361950"/>
                </a:lnTo>
                <a:lnTo>
                  <a:pt x="723900" y="371475"/>
                </a:lnTo>
                <a:lnTo>
                  <a:pt x="695325" y="371475"/>
                </a:lnTo>
                <a:lnTo>
                  <a:pt x="695325" y="381000"/>
                </a:lnTo>
                <a:lnTo>
                  <a:pt x="685800" y="381000"/>
                </a:lnTo>
                <a:lnTo>
                  <a:pt x="685800" y="390525"/>
                </a:lnTo>
                <a:lnTo>
                  <a:pt x="676275" y="390525"/>
                </a:lnTo>
                <a:lnTo>
                  <a:pt x="676275" y="400050"/>
                </a:lnTo>
                <a:lnTo>
                  <a:pt x="666750" y="400050"/>
                </a:lnTo>
                <a:lnTo>
                  <a:pt x="666750" y="419100"/>
                </a:lnTo>
                <a:lnTo>
                  <a:pt x="657225" y="419100"/>
                </a:lnTo>
                <a:lnTo>
                  <a:pt x="657225" y="428625"/>
                </a:lnTo>
                <a:lnTo>
                  <a:pt x="619125" y="428625"/>
                </a:lnTo>
                <a:lnTo>
                  <a:pt x="619125" y="419100"/>
                </a:lnTo>
                <a:lnTo>
                  <a:pt x="609600" y="419100"/>
                </a:lnTo>
                <a:lnTo>
                  <a:pt x="609600" y="428625"/>
                </a:lnTo>
                <a:lnTo>
                  <a:pt x="600075" y="428625"/>
                </a:lnTo>
                <a:lnTo>
                  <a:pt x="600075" y="409575"/>
                </a:lnTo>
                <a:lnTo>
                  <a:pt x="647700" y="409575"/>
                </a:lnTo>
                <a:lnTo>
                  <a:pt x="647700" y="400050"/>
                </a:lnTo>
                <a:lnTo>
                  <a:pt x="657225" y="400050"/>
                </a:lnTo>
                <a:lnTo>
                  <a:pt x="657225" y="390525"/>
                </a:lnTo>
                <a:lnTo>
                  <a:pt x="666750" y="390525"/>
                </a:lnTo>
                <a:close/>
                <a:moveTo>
                  <a:pt x="180975" y="428625"/>
                </a:moveTo>
                <a:lnTo>
                  <a:pt x="190500" y="428625"/>
                </a:lnTo>
                <a:lnTo>
                  <a:pt x="190500" y="447675"/>
                </a:lnTo>
                <a:lnTo>
                  <a:pt x="180975" y="447675"/>
                </a:lnTo>
                <a:close/>
                <a:moveTo>
                  <a:pt x="190500" y="447675"/>
                </a:moveTo>
                <a:lnTo>
                  <a:pt x="200025" y="447675"/>
                </a:lnTo>
                <a:lnTo>
                  <a:pt x="200025" y="457200"/>
                </a:lnTo>
                <a:lnTo>
                  <a:pt x="190500" y="457200"/>
                </a:lnTo>
                <a:close/>
                <a:moveTo>
                  <a:pt x="200025" y="457200"/>
                </a:moveTo>
                <a:lnTo>
                  <a:pt x="209550" y="457200"/>
                </a:lnTo>
                <a:lnTo>
                  <a:pt x="209550" y="466725"/>
                </a:lnTo>
                <a:lnTo>
                  <a:pt x="200025" y="466725"/>
                </a:lnTo>
                <a:close/>
                <a:moveTo>
                  <a:pt x="209550" y="466725"/>
                </a:moveTo>
                <a:lnTo>
                  <a:pt x="219075" y="466725"/>
                </a:lnTo>
                <a:lnTo>
                  <a:pt x="219075" y="476250"/>
                </a:lnTo>
                <a:lnTo>
                  <a:pt x="209550" y="476250"/>
                </a:lnTo>
                <a:close/>
                <a:moveTo>
                  <a:pt x="219075" y="476250"/>
                </a:moveTo>
                <a:lnTo>
                  <a:pt x="228600" y="476250"/>
                </a:lnTo>
                <a:lnTo>
                  <a:pt x="228600" y="485775"/>
                </a:lnTo>
                <a:lnTo>
                  <a:pt x="219075" y="485775"/>
                </a:lnTo>
                <a:close/>
                <a:moveTo>
                  <a:pt x="228600" y="485775"/>
                </a:moveTo>
                <a:lnTo>
                  <a:pt x="238125" y="485775"/>
                </a:lnTo>
                <a:lnTo>
                  <a:pt x="238125" y="495300"/>
                </a:lnTo>
                <a:lnTo>
                  <a:pt x="228600" y="495300"/>
                </a:lnTo>
                <a:close/>
                <a:moveTo>
                  <a:pt x="809625" y="485775"/>
                </a:moveTo>
                <a:lnTo>
                  <a:pt x="819150" y="485775"/>
                </a:lnTo>
                <a:lnTo>
                  <a:pt x="819150" y="514350"/>
                </a:lnTo>
                <a:lnTo>
                  <a:pt x="809625" y="514350"/>
                </a:lnTo>
                <a:close/>
                <a:moveTo>
                  <a:pt x="238125" y="495300"/>
                </a:moveTo>
                <a:lnTo>
                  <a:pt x="257175" y="495300"/>
                </a:lnTo>
                <a:lnTo>
                  <a:pt x="257175" y="504825"/>
                </a:lnTo>
                <a:lnTo>
                  <a:pt x="266700" y="504825"/>
                </a:lnTo>
                <a:lnTo>
                  <a:pt x="266700" y="523875"/>
                </a:lnTo>
                <a:lnTo>
                  <a:pt x="247650" y="523875"/>
                </a:lnTo>
                <a:lnTo>
                  <a:pt x="247650" y="504825"/>
                </a:lnTo>
                <a:lnTo>
                  <a:pt x="238125" y="504825"/>
                </a:lnTo>
                <a:close/>
                <a:moveTo>
                  <a:pt x="209550" y="514350"/>
                </a:moveTo>
                <a:lnTo>
                  <a:pt x="228600" y="514350"/>
                </a:lnTo>
                <a:lnTo>
                  <a:pt x="228600" y="523875"/>
                </a:lnTo>
                <a:lnTo>
                  <a:pt x="219075" y="523875"/>
                </a:lnTo>
                <a:lnTo>
                  <a:pt x="219075" y="533400"/>
                </a:lnTo>
                <a:lnTo>
                  <a:pt x="190500" y="533400"/>
                </a:lnTo>
                <a:lnTo>
                  <a:pt x="190500" y="542925"/>
                </a:lnTo>
                <a:lnTo>
                  <a:pt x="171450" y="542925"/>
                </a:lnTo>
                <a:lnTo>
                  <a:pt x="171450" y="552450"/>
                </a:lnTo>
                <a:lnTo>
                  <a:pt x="152400" y="552450"/>
                </a:lnTo>
                <a:lnTo>
                  <a:pt x="152400" y="561975"/>
                </a:lnTo>
                <a:lnTo>
                  <a:pt x="142875" y="561975"/>
                </a:lnTo>
                <a:lnTo>
                  <a:pt x="142875" y="571500"/>
                </a:lnTo>
                <a:lnTo>
                  <a:pt x="133350" y="571500"/>
                </a:lnTo>
                <a:lnTo>
                  <a:pt x="133350" y="581025"/>
                </a:lnTo>
                <a:lnTo>
                  <a:pt x="123825" y="581025"/>
                </a:lnTo>
                <a:lnTo>
                  <a:pt x="123825" y="561975"/>
                </a:lnTo>
                <a:lnTo>
                  <a:pt x="133350" y="561975"/>
                </a:lnTo>
                <a:lnTo>
                  <a:pt x="133350" y="533400"/>
                </a:lnTo>
                <a:lnTo>
                  <a:pt x="180975" y="533400"/>
                </a:lnTo>
                <a:lnTo>
                  <a:pt x="180975" y="523875"/>
                </a:lnTo>
                <a:lnTo>
                  <a:pt x="209550" y="523875"/>
                </a:lnTo>
                <a:close/>
                <a:moveTo>
                  <a:pt x="485775" y="523875"/>
                </a:moveTo>
                <a:lnTo>
                  <a:pt x="504825" y="523875"/>
                </a:lnTo>
                <a:lnTo>
                  <a:pt x="504825" y="533400"/>
                </a:lnTo>
                <a:lnTo>
                  <a:pt x="485775" y="533400"/>
                </a:lnTo>
                <a:close/>
                <a:moveTo>
                  <a:pt x="552450" y="561975"/>
                </a:moveTo>
                <a:lnTo>
                  <a:pt x="561975" y="561975"/>
                </a:lnTo>
                <a:lnTo>
                  <a:pt x="561975" y="571500"/>
                </a:lnTo>
                <a:lnTo>
                  <a:pt x="552450" y="571500"/>
                </a:lnTo>
                <a:close/>
                <a:moveTo>
                  <a:pt x="104775" y="581025"/>
                </a:moveTo>
                <a:lnTo>
                  <a:pt x="123825" y="581025"/>
                </a:lnTo>
                <a:lnTo>
                  <a:pt x="123825" y="590550"/>
                </a:lnTo>
                <a:lnTo>
                  <a:pt x="114300" y="590550"/>
                </a:lnTo>
                <a:lnTo>
                  <a:pt x="114300" y="600075"/>
                </a:lnTo>
                <a:lnTo>
                  <a:pt x="104775" y="600075"/>
                </a:lnTo>
                <a:close/>
                <a:moveTo>
                  <a:pt x="742950" y="619125"/>
                </a:moveTo>
                <a:lnTo>
                  <a:pt x="752475" y="619125"/>
                </a:lnTo>
                <a:lnTo>
                  <a:pt x="752475" y="666750"/>
                </a:lnTo>
                <a:lnTo>
                  <a:pt x="742950" y="666750"/>
                </a:lnTo>
                <a:close/>
                <a:moveTo>
                  <a:pt x="47625" y="666750"/>
                </a:moveTo>
                <a:lnTo>
                  <a:pt x="57150" y="666750"/>
                </a:lnTo>
                <a:lnTo>
                  <a:pt x="57150" y="685800"/>
                </a:lnTo>
                <a:lnTo>
                  <a:pt x="47625" y="685800"/>
                </a:lnTo>
                <a:close/>
                <a:moveTo>
                  <a:pt x="38100" y="685800"/>
                </a:moveTo>
                <a:lnTo>
                  <a:pt x="47625" y="685800"/>
                </a:lnTo>
                <a:lnTo>
                  <a:pt x="47625" y="714375"/>
                </a:lnTo>
                <a:lnTo>
                  <a:pt x="38100" y="714375"/>
                </a:lnTo>
                <a:close/>
                <a:moveTo>
                  <a:pt x="742950" y="685800"/>
                </a:moveTo>
                <a:lnTo>
                  <a:pt x="752475" y="685800"/>
                </a:lnTo>
                <a:lnTo>
                  <a:pt x="752475" y="723900"/>
                </a:lnTo>
                <a:lnTo>
                  <a:pt x="762000" y="723900"/>
                </a:lnTo>
                <a:lnTo>
                  <a:pt x="762000" y="781050"/>
                </a:lnTo>
                <a:lnTo>
                  <a:pt x="752475" y="781050"/>
                </a:lnTo>
                <a:lnTo>
                  <a:pt x="752475" y="771525"/>
                </a:lnTo>
                <a:lnTo>
                  <a:pt x="742950" y="771525"/>
                </a:lnTo>
                <a:close/>
                <a:moveTo>
                  <a:pt x="28575" y="714375"/>
                </a:moveTo>
                <a:lnTo>
                  <a:pt x="38100" y="714375"/>
                </a:lnTo>
                <a:lnTo>
                  <a:pt x="38100" y="742950"/>
                </a:lnTo>
                <a:lnTo>
                  <a:pt x="47625" y="742950"/>
                </a:lnTo>
                <a:lnTo>
                  <a:pt x="47625" y="771525"/>
                </a:lnTo>
                <a:lnTo>
                  <a:pt x="38100" y="771525"/>
                </a:lnTo>
                <a:lnTo>
                  <a:pt x="38100" y="752475"/>
                </a:lnTo>
                <a:lnTo>
                  <a:pt x="28575" y="752475"/>
                </a:lnTo>
                <a:close/>
                <a:moveTo>
                  <a:pt x="742950" y="790575"/>
                </a:moveTo>
                <a:lnTo>
                  <a:pt x="752475" y="790575"/>
                </a:lnTo>
                <a:lnTo>
                  <a:pt x="752475" y="800100"/>
                </a:lnTo>
                <a:lnTo>
                  <a:pt x="742950" y="800100"/>
                </a:lnTo>
                <a:close/>
                <a:moveTo>
                  <a:pt x="47625" y="800100"/>
                </a:moveTo>
                <a:lnTo>
                  <a:pt x="66675" y="800100"/>
                </a:lnTo>
                <a:lnTo>
                  <a:pt x="66675" y="809625"/>
                </a:lnTo>
                <a:lnTo>
                  <a:pt x="76200" y="809625"/>
                </a:lnTo>
                <a:lnTo>
                  <a:pt x="76200" y="819150"/>
                </a:lnTo>
                <a:lnTo>
                  <a:pt x="57150" y="819150"/>
                </a:lnTo>
                <a:lnTo>
                  <a:pt x="57150" y="809625"/>
                </a:lnTo>
                <a:lnTo>
                  <a:pt x="47625" y="809625"/>
                </a:lnTo>
                <a:close/>
                <a:moveTo>
                  <a:pt x="733425" y="800100"/>
                </a:moveTo>
                <a:lnTo>
                  <a:pt x="742950" y="800100"/>
                </a:lnTo>
                <a:lnTo>
                  <a:pt x="742950" y="809625"/>
                </a:lnTo>
                <a:lnTo>
                  <a:pt x="733425" y="809625"/>
                </a:lnTo>
                <a:close/>
                <a:moveTo>
                  <a:pt x="447675" y="809625"/>
                </a:moveTo>
                <a:lnTo>
                  <a:pt x="476250" y="809625"/>
                </a:lnTo>
                <a:lnTo>
                  <a:pt x="476250" y="819150"/>
                </a:lnTo>
                <a:lnTo>
                  <a:pt x="447675" y="819150"/>
                </a:lnTo>
                <a:close/>
                <a:moveTo>
                  <a:pt x="552450" y="809625"/>
                </a:moveTo>
                <a:lnTo>
                  <a:pt x="561975" y="809625"/>
                </a:lnTo>
                <a:lnTo>
                  <a:pt x="561975" y="819150"/>
                </a:lnTo>
                <a:lnTo>
                  <a:pt x="552450" y="819150"/>
                </a:lnTo>
                <a:close/>
                <a:moveTo>
                  <a:pt x="657225" y="809625"/>
                </a:moveTo>
                <a:lnTo>
                  <a:pt x="695325" y="809625"/>
                </a:lnTo>
                <a:lnTo>
                  <a:pt x="695325" y="819150"/>
                </a:lnTo>
                <a:lnTo>
                  <a:pt x="657225" y="819150"/>
                </a:lnTo>
                <a:close/>
              </a:path>
            </a:pathLst>
          </a:custGeom>
          <a:solidFill xmlns:a="http://schemas.openxmlformats.org/drawingml/2006/main">
            <a:srgbClr val="F3EBDC"/>
          </a:solidFill>
          <a:ln xmlns:a="http://schemas.openxmlformats.org/drawingml/2006/main" w="0">
            <a:noFill/>
          </a:ln>
        </p:spPr>
      </p:sp>
      <p:sp>
        <p:nvSpPr>
          <p:cNvPr id="26" name="impact vector #f0ede0">
            <a:extLst xmlns:a="http://schemas.openxmlformats.org/drawingml/2006/main">
              <a:ext uri="{FF2B5EF4-FFF2-40B4-BE49-F238E27FC236}">
                <a16:creationId xmlns:a16="http://schemas.microsoft.com/office/drawing/2014/main" id="{D38A9FA4-8594-493F-B9AE-DEEC634D7D3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000250" y="1524000"/>
            <a:ext cx="857250" cy="847725"/>
          </a:xfrm>
          <a:custGeom xmlns:a="http://schemas.openxmlformats.org/drawingml/2006/main">
            <a:pathLst>
              <a:path w="857250" h="847725">
                <a:moveTo>
                  <a:pt x="781050" y="0"/>
                </a:moveTo>
                <a:lnTo>
                  <a:pt x="790575" y="0"/>
                </a:lnTo>
                <a:lnTo>
                  <a:pt x="790575" y="9525"/>
                </a:lnTo>
                <a:lnTo>
                  <a:pt x="781050" y="9525"/>
                </a:lnTo>
                <a:close/>
                <a:moveTo>
                  <a:pt x="742950" y="76200"/>
                </a:moveTo>
                <a:lnTo>
                  <a:pt x="752475" y="76200"/>
                </a:lnTo>
                <a:lnTo>
                  <a:pt x="752475" y="85725"/>
                </a:lnTo>
                <a:lnTo>
                  <a:pt x="742950" y="85725"/>
                </a:lnTo>
                <a:close/>
                <a:moveTo>
                  <a:pt x="76200" y="85725"/>
                </a:moveTo>
                <a:lnTo>
                  <a:pt x="95250" y="85725"/>
                </a:lnTo>
                <a:lnTo>
                  <a:pt x="95250" y="95250"/>
                </a:lnTo>
                <a:lnTo>
                  <a:pt x="76200" y="95250"/>
                </a:lnTo>
                <a:close/>
                <a:moveTo>
                  <a:pt x="104775" y="85725"/>
                </a:moveTo>
                <a:lnTo>
                  <a:pt x="114300" y="85725"/>
                </a:lnTo>
                <a:lnTo>
                  <a:pt x="114300" y="123825"/>
                </a:lnTo>
                <a:lnTo>
                  <a:pt x="104775" y="123825"/>
                </a:lnTo>
                <a:close/>
                <a:moveTo>
                  <a:pt x="66675" y="104775"/>
                </a:moveTo>
                <a:lnTo>
                  <a:pt x="76200" y="104775"/>
                </a:lnTo>
                <a:lnTo>
                  <a:pt x="76200" y="123825"/>
                </a:lnTo>
                <a:lnTo>
                  <a:pt x="85725" y="123825"/>
                </a:lnTo>
                <a:lnTo>
                  <a:pt x="85725" y="104775"/>
                </a:lnTo>
                <a:lnTo>
                  <a:pt x="95250" y="104775"/>
                </a:lnTo>
                <a:lnTo>
                  <a:pt x="95250" y="133350"/>
                </a:lnTo>
                <a:lnTo>
                  <a:pt x="104775" y="133350"/>
                </a:lnTo>
                <a:lnTo>
                  <a:pt x="104775" y="142875"/>
                </a:lnTo>
                <a:lnTo>
                  <a:pt x="66675" y="142875"/>
                </a:lnTo>
                <a:lnTo>
                  <a:pt x="66675" y="152400"/>
                </a:lnTo>
                <a:lnTo>
                  <a:pt x="57150" y="152400"/>
                </a:lnTo>
                <a:lnTo>
                  <a:pt x="57150" y="161925"/>
                </a:lnTo>
                <a:lnTo>
                  <a:pt x="38100" y="161925"/>
                </a:lnTo>
                <a:lnTo>
                  <a:pt x="38100" y="142875"/>
                </a:lnTo>
                <a:lnTo>
                  <a:pt x="28575" y="142875"/>
                </a:lnTo>
                <a:lnTo>
                  <a:pt x="28575" y="133350"/>
                </a:lnTo>
                <a:lnTo>
                  <a:pt x="38100" y="133350"/>
                </a:lnTo>
                <a:lnTo>
                  <a:pt x="38100" y="123825"/>
                </a:lnTo>
                <a:lnTo>
                  <a:pt x="66675" y="123825"/>
                </a:lnTo>
                <a:close/>
                <a:moveTo>
                  <a:pt x="781050" y="123825"/>
                </a:moveTo>
                <a:lnTo>
                  <a:pt x="838200" y="123825"/>
                </a:lnTo>
                <a:lnTo>
                  <a:pt x="838200" y="161925"/>
                </a:lnTo>
                <a:lnTo>
                  <a:pt x="800100" y="161925"/>
                </a:lnTo>
                <a:lnTo>
                  <a:pt x="800100" y="152400"/>
                </a:lnTo>
                <a:lnTo>
                  <a:pt x="781050" y="152400"/>
                </a:lnTo>
                <a:close/>
                <a:moveTo>
                  <a:pt x="95250" y="152400"/>
                </a:moveTo>
                <a:lnTo>
                  <a:pt x="104775" y="152400"/>
                </a:lnTo>
                <a:lnTo>
                  <a:pt x="104775" y="161925"/>
                </a:lnTo>
                <a:lnTo>
                  <a:pt x="95250" y="161925"/>
                </a:lnTo>
                <a:close/>
                <a:moveTo>
                  <a:pt x="9525" y="200025"/>
                </a:moveTo>
                <a:lnTo>
                  <a:pt x="19050" y="200025"/>
                </a:lnTo>
                <a:lnTo>
                  <a:pt x="19050" y="209550"/>
                </a:lnTo>
                <a:lnTo>
                  <a:pt x="9525" y="209550"/>
                </a:lnTo>
                <a:close/>
                <a:moveTo>
                  <a:pt x="57150" y="200025"/>
                </a:moveTo>
                <a:lnTo>
                  <a:pt x="76200" y="200025"/>
                </a:lnTo>
                <a:lnTo>
                  <a:pt x="76200" y="219075"/>
                </a:lnTo>
                <a:lnTo>
                  <a:pt x="66675" y="219075"/>
                </a:lnTo>
                <a:lnTo>
                  <a:pt x="66675" y="209550"/>
                </a:lnTo>
                <a:lnTo>
                  <a:pt x="57150" y="209550"/>
                </a:lnTo>
                <a:close/>
                <a:moveTo>
                  <a:pt x="19050" y="276225"/>
                </a:moveTo>
                <a:lnTo>
                  <a:pt x="38100" y="276225"/>
                </a:lnTo>
                <a:lnTo>
                  <a:pt x="38100" y="285750"/>
                </a:lnTo>
                <a:lnTo>
                  <a:pt x="28575" y="285750"/>
                </a:lnTo>
                <a:lnTo>
                  <a:pt x="28575" y="295275"/>
                </a:lnTo>
                <a:lnTo>
                  <a:pt x="38100" y="295275"/>
                </a:lnTo>
                <a:lnTo>
                  <a:pt x="38100" y="314325"/>
                </a:lnTo>
                <a:lnTo>
                  <a:pt x="47625" y="314325"/>
                </a:lnTo>
                <a:lnTo>
                  <a:pt x="47625" y="323850"/>
                </a:lnTo>
                <a:lnTo>
                  <a:pt x="57150" y="323850"/>
                </a:lnTo>
                <a:lnTo>
                  <a:pt x="57150" y="314325"/>
                </a:lnTo>
                <a:lnTo>
                  <a:pt x="66675" y="314325"/>
                </a:lnTo>
                <a:lnTo>
                  <a:pt x="66675" y="304800"/>
                </a:lnTo>
                <a:lnTo>
                  <a:pt x="85725" y="304800"/>
                </a:lnTo>
                <a:lnTo>
                  <a:pt x="85725" y="314325"/>
                </a:lnTo>
                <a:lnTo>
                  <a:pt x="95250" y="314325"/>
                </a:lnTo>
                <a:lnTo>
                  <a:pt x="95250" y="333375"/>
                </a:lnTo>
                <a:lnTo>
                  <a:pt x="104775" y="333375"/>
                </a:lnTo>
                <a:lnTo>
                  <a:pt x="104775" y="342900"/>
                </a:lnTo>
                <a:lnTo>
                  <a:pt x="123825" y="342900"/>
                </a:lnTo>
                <a:lnTo>
                  <a:pt x="123825" y="361950"/>
                </a:lnTo>
                <a:lnTo>
                  <a:pt x="95250" y="361950"/>
                </a:lnTo>
                <a:lnTo>
                  <a:pt x="95250" y="352425"/>
                </a:lnTo>
                <a:lnTo>
                  <a:pt x="76200" y="352425"/>
                </a:lnTo>
                <a:lnTo>
                  <a:pt x="76200" y="361950"/>
                </a:lnTo>
                <a:lnTo>
                  <a:pt x="47625" y="361950"/>
                </a:lnTo>
                <a:lnTo>
                  <a:pt x="47625" y="342900"/>
                </a:lnTo>
                <a:lnTo>
                  <a:pt x="38100" y="342900"/>
                </a:lnTo>
                <a:lnTo>
                  <a:pt x="38100" y="333375"/>
                </a:lnTo>
                <a:lnTo>
                  <a:pt x="19050" y="333375"/>
                </a:lnTo>
                <a:lnTo>
                  <a:pt x="19050" y="323850"/>
                </a:lnTo>
                <a:lnTo>
                  <a:pt x="9525" y="323850"/>
                </a:lnTo>
                <a:lnTo>
                  <a:pt x="9525" y="304800"/>
                </a:lnTo>
                <a:lnTo>
                  <a:pt x="19050" y="304800"/>
                </a:lnTo>
                <a:close/>
                <a:moveTo>
                  <a:pt x="628650" y="276225"/>
                </a:moveTo>
                <a:lnTo>
                  <a:pt x="647700" y="276225"/>
                </a:lnTo>
                <a:lnTo>
                  <a:pt x="647700" y="285750"/>
                </a:lnTo>
                <a:lnTo>
                  <a:pt x="628650" y="285750"/>
                </a:lnTo>
                <a:close/>
                <a:moveTo>
                  <a:pt x="828675" y="304800"/>
                </a:moveTo>
                <a:lnTo>
                  <a:pt x="838200" y="304800"/>
                </a:lnTo>
                <a:lnTo>
                  <a:pt x="838200" y="314325"/>
                </a:lnTo>
                <a:lnTo>
                  <a:pt x="857250" y="314325"/>
                </a:lnTo>
                <a:lnTo>
                  <a:pt x="857250" y="342900"/>
                </a:lnTo>
                <a:lnTo>
                  <a:pt x="847725" y="342900"/>
                </a:lnTo>
                <a:lnTo>
                  <a:pt x="847725" y="352425"/>
                </a:lnTo>
                <a:lnTo>
                  <a:pt x="838200" y="352425"/>
                </a:lnTo>
                <a:lnTo>
                  <a:pt x="838200" y="371475"/>
                </a:lnTo>
                <a:lnTo>
                  <a:pt x="809625" y="371475"/>
                </a:lnTo>
                <a:lnTo>
                  <a:pt x="809625" y="361950"/>
                </a:lnTo>
                <a:lnTo>
                  <a:pt x="800100" y="361950"/>
                </a:lnTo>
                <a:lnTo>
                  <a:pt x="800100" y="323850"/>
                </a:lnTo>
                <a:lnTo>
                  <a:pt x="809625" y="323850"/>
                </a:lnTo>
                <a:lnTo>
                  <a:pt x="809625" y="314325"/>
                </a:lnTo>
                <a:lnTo>
                  <a:pt x="828675" y="314325"/>
                </a:lnTo>
                <a:close/>
                <a:moveTo>
                  <a:pt x="704850" y="314325"/>
                </a:moveTo>
                <a:lnTo>
                  <a:pt x="714375" y="314325"/>
                </a:lnTo>
                <a:lnTo>
                  <a:pt x="714375" y="323850"/>
                </a:lnTo>
                <a:lnTo>
                  <a:pt x="704850" y="323850"/>
                </a:lnTo>
                <a:close/>
                <a:moveTo>
                  <a:pt x="733425" y="323850"/>
                </a:moveTo>
                <a:lnTo>
                  <a:pt x="742950" y="323850"/>
                </a:lnTo>
                <a:lnTo>
                  <a:pt x="742950" y="342900"/>
                </a:lnTo>
                <a:lnTo>
                  <a:pt x="733425" y="342900"/>
                </a:lnTo>
                <a:close/>
                <a:moveTo>
                  <a:pt x="647700" y="333375"/>
                </a:moveTo>
                <a:lnTo>
                  <a:pt x="657225" y="333375"/>
                </a:lnTo>
                <a:lnTo>
                  <a:pt x="657225" y="352425"/>
                </a:lnTo>
                <a:lnTo>
                  <a:pt x="647700" y="352425"/>
                </a:lnTo>
                <a:close/>
                <a:moveTo>
                  <a:pt x="628650" y="352425"/>
                </a:moveTo>
                <a:lnTo>
                  <a:pt x="638175" y="352425"/>
                </a:lnTo>
                <a:lnTo>
                  <a:pt x="638175" y="361950"/>
                </a:lnTo>
                <a:lnTo>
                  <a:pt x="628650" y="361950"/>
                </a:lnTo>
                <a:close/>
                <a:moveTo>
                  <a:pt x="28575" y="371475"/>
                </a:moveTo>
                <a:lnTo>
                  <a:pt x="85725" y="371475"/>
                </a:lnTo>
                <a:lnTo>
                  <a:pt x="85725" y="390525"/>
                </a:lnTo>
                <a:lnTo>
                  <a:pt x="95250" y="390525"/>
                </a:lnTo>
                <a:lnTo>
                  <a:pt x="95250" y="381000"/>
                </a:lnTo>
                <a:lnTo>
                  <a:pt x="133350" y="381000"/>
                </a:lnTo>
                <a:lnTo>
                  <a:pt x="133350" y="400050"/>
                </a:lnTo>
                <a:lnTo>
                  <a:pt x="123825" y="400050"/>
                </a:lnTo>
                <a:lnTo>
                  <a:pt x="123825" y="409575"/>
                </a:lnTo>
                <a:lnTo>
                  <a:pt x="104775" y="409575"/>
                </a:lnTo>
                <a:lnTo>
                  <a:pt x="104775" y="419100"/>
                </a:lnTo>
                <a:lnTo>
                  <a:pt x="76200" y="419100"/>
                </a:lnTo>
                <a:lnTo>
                  <a:pt x="76200" y="381000"/>
                </a:lnTo>
                <a:lnTo>
                  <a:pt x="66675" y="381000"/>
                </a:lnTo>
                <a:lnTo>
                  <a:pt x="66675" y="400050"/>
                </a:lnTo>
                <a:lnTo>
                  <a:pt x="57150" y="400050"/>
                </a:lnTo>
                <a:lnTo>
                  <a:pt x="57150" y="390525"/>
                </a:lnTo>
                <a:lnTo>
                  <a:pt x="47625" y="390525"/>
                </a:lnTo>
                <a:lnTo>
                  <a:pt x="47625" y="400050"/>
                </a:lnTo>
                <a:lnTo>
                  <a:pt x="38100" y="400050"/>
                </a:lnTo>
                <a:lnTo>
                  <a:pt x="38100" y="390525"/>
                </a:lnTo>
                <a:lnTo>
                  <a:pt x="19050" y="390525"/>
                </a:lnTo>
                <a:lnTo>
                  <a:pt x="19050" y="381000"/>
                </a:lnTo>
                <a:lnTo>
                  <a:pt x="28575" y="381000"/>
                </a:lnTo>
                <a:close/>
                <a:moveTo>
                  <a:pt x="847725" y="371475"/>
                </a:moveTo>
                <a:lnTo>
                  <a:pt x="857250" y="371475"/>
                </a:lnTo>
                <a:lnTo>
                  <a:pt x="857250" y="400050"/>
                </a:lnTo>
                <a:lnTo>
                  <a:pt x="847725" y="400050"/>
                </a:lnTo>
                <a:lnTo>
                  <a:pt x="847725" y="390525"/>
                </a:lnTo>
                <a:lnTo>
                  <a:pt x="838200" y="390525"/>
                </a:lnTo>
                <a:lnTo>
                  <a:pt x="838200" y="381000"/>
                </a:lnTo>
                <a:lnTo>
                  <a:pt x="847725" y="381000"/>
                </a:lnTo>
                <a:close/>
                <a:moveTo>
                  <a:pt x="123825" y="428625"/>
                </a:moveTo>
                <a:lnTo>
                  <a:pt x="133350" y="428625"/>
                </a:lnTo>
                <a:lnTo>
                  <a:pt x="133350" y="457200"/>
                </a:lnTo>
                <a:lnTo>
                  <a:pt x="123825" y="457200"/>
                </a:lnTo>
                <a:close/>
                <a:moveTo>
                  <a:pt x="38100" y="438150"/>
                </a:moveTo>
                <a:lnTo>
                  <a:pt x="76200" y="438150"/>
                </a:lnTo>
                <a:lnTo>
                  <a:pt x="76200" y="447675"/>
                </a:lnTo>
                <a:lnTo>
                  <a:pt x="85725" y="447675"/>
                </a:lnTo>
                <a:lnTo>
                  <a:pt x="85725" y="466725"/>
                </a:lnTo>
                <a:lnTo>
                  <a:pt x="76200" y="466725"/>
                </a:lnTo>
                <a:lnTo>
                  <a:pt x="76200" y="476250"/>
                </a:lnTo>
                <a:lnTo>
                  <a:pt x="66675" y="476250"/>
                </a:lnTo>
                <a:lnTo>
                  <a:pt x="66675" y="485775"/>
                </a:lnTo>
                <a:lnTo>
                  <a:pt x="76200" y="485775"/>
                </a:lnTo>
                <a:lnTo>
                  <a:pt x="76200" y="495300"/>
                </a:lnTo>
                <a:lnTo>
                  <a:pt x="104775" y="495300"/>
                </a:lnTo>
                <a:lnTo>
                  <a:pt x="104775" y="504825"/>
                </a:lnTo>
                <a:lnTo>
                  <a:pt x="114300" y="504825"/>
                </a:lnTo>
                <a:lnTo>
                  <a:pt x="114300" y="523875"/>
                </a:lnTo>
                <a:lnTo>
                  <a:pt x="104775" y="523875"/>
                </a:lnTo>
                <a:lnTo>
                  <a:pt x="104775" y="514350"/>
                </a:lnTo>
                <a:lnTo>
                  <a:pt x="47625" y="514350"/>
                </a:lnTo>
                <a:lnTo>
                  <a:pt x="47625" y="504825"/>
                </a:lnTo>
                <a:lnTo>
                  <a:pt x="28575" y="504825"/>
                </a:lnTo>
                <a:lnTo>
                  <a:pt x="28575" y="495300"/>
                </a:lnTo>
                <a:lnTo>
                  <a:pt x="9525" y="495300"/>
                </a:lnTo>
                <a:lnTo>
                  <a:pt x="9525" y="485775"/>
                </a:lnTo>
                <a:lnTo>
                  <a:pt x="19050" y="485775"/>
                </a:lnTo>
                <a:lnTo>
                  <a:pt x="19050" y="476250"/>
                </a:lnTo>
                <a:lnTo>
                  <a:pt x="28575" y="476250"/>
                </a:lnTo>
                <a:lnTo>
                  <a:pt x="28575" y="466725"/>
                </a:lnTo>
                <a:lnTo>
                  <a:pt x="38100" y="466725"/>
                </a:lnTo>
                <a:close/>
                <a:moveTo>
                  <a:pt x="114300" y="533400"/>
                </a:moveTo>
                <a:lnTo>
                  <a:pt x="123825" y="533400"/>
                </a:lnTo>
                <a:lnTo>
                  <a:pt x="123825" y="542925"/>
                </a:lnTo>
                <a:lnTo>
                  <a:pt x="114300" y="542925"/>
                </a:lnTo>
                <a:close/>
                <a:moveTo>
                  <a:pt x="104775" y="542925"/>
                </a:moveTo>
                <a:lnTo>
                  <a:pt x="114300" y="542925"/>
                </a:lnTo>
                <a:lnTo>
                  <a:pt x="114300" y="561975"/>
                </a:lnTo>
                <a:lnTo>
                  <a:pt x="104775" y="561975"/>
                </a:lnTo>
                <a:close/>
                <a:moveTo>
                  <a:pt x="47625" y="552450"/>
                </a:moveTo>
                <a:lnTo>
                  <a:pt x="66675" y="552450"/>
                </a:lnTo>
                <a:lnTo>
                  <a:pt x="66675" y="581025"/>
                </a:lnTo>
                <a:lnTo>
                  <a:pt x="57150" y="581025"/>
                </a:lnTo>
                <a:lnTo>
                  <a:pt x="57150" y="609600"/>
                </a:lnTo>
                <a:lnTo>
                  <a:pt x="38100" y="609600"/>
                </a:lnTo>
                <a:lnTo>
                  <a:pt x="38100" y="600075"/>
                </a:lnTo>
                <a:lnTo>
                  <a:pt x="28575" y="600075"/>
                </a:lnTo>
                <a:lnTo>
                  <a:pt x="28575" y="590550"/>
                </a:lnTo>
                <a:lnTo>
                  <a:pt x="19050" y="590550"/>
                </a:lnTo>
                <a:lnTo>
                  <a:pt x="19050" y="571500"/>
                </a:lnTo>
                <a:lnTo>
                  <a:pt x="47625" y="571500"/>
                </a:lnTo>
                <a:close/>
                <a:moveTo>
                  <a:pt x="838200" y="561975"/>
                </a:moveTo>
                <a:lnTo>
                  <a:pt x="847725" y="561975"/>
                </a:lnTo>
                <a:lnTo>
                  <a:pt x="847725" y="571500"/>
                </a:lnTo>
                <a:lnTo>
                  <a:pt x="838200" y="571500"/>
                </a:lnTo>
                <a:close/>
                <a:moveTo>
                  <a:pt x="847725" y="571500"/>
                </a:moveTo>
                <a:lnTo>
                  <a:pt x="857250" y="571500"/>
                </a:lnTo>
                <a:lnTo>
                  <a:pt x="857250" y="590550"/>
                </a:lnTo>
                <a:lnTo>
                  <a:pt x="847725" y="590550"/>
                </a:lnTo>
                <a:close/>
                <a:moveTo>
                  <a:pt x="847725" y="647700"/>
                </a:moveTo>
                <a:lnTo>
                  <a:pt x="857250" y="647700"/>
                </a:lnTo>
                <a:lnTo>
                  <a:pt x="857250" y="666750"/>
                </a:lnTo>
                <a:lnTo>
                  <a:pt x="838200" y="666750"/>
                </a:lnTo>
                <a:lnTo>
                  <a:pt x="838200" y="657225"/>
                </a:lnTo>
                <a:lnTo>
                  <a:pt x="847725" y="657225"/>
                </a:lnTo>
                <a:close/>
                <a:moveTo>
                  <a:pt x="819150" y="676275"/>
                </a:moveTo>
                <a:lnTo>
                  <a:pt x="828675" y="676275"/>
                </a:lnTo>
                <a:lnTo>
                  <a:pt x="828675" y="685800"/>
                </a:lnTo>
                <a:lnTo>
                  <a:pt x="819150" y="685800"/>
                </a:lnTo>
                <a:close/>
                <a:moveTo>
                  <a:pt x="0" y="838200"/>
                </a:moveTo>
                <a:lnTo>
                  <a:pt x="9525" y="838200"/>
                </a:lnTo>
                <a:lnTo>
                  <a:pt x="9525" y="847725"/>
                </a:lnTo>
                <a:lnTo>
                  <a:pt x="0" y="847725"/>
                </a:lnTo>
                <a:close/>
                <a:moveTo>
                  <a:pt x="838200" y="838200"/>
                </a:moveTo>
                <a:lnTo>
                  <a:pt x="857250" y="838200"/>
                </a:lnTo>
                <a:lnTo>
                  <a:pt x="857250" y="847725"/>
                </a:lnTo>
                <a:lnTo>
                  <a:pt x="838200" y="847725"/>
                </a:lnTo>
                <a:close/>
              </a:path>
            </a:pathLst>
          </a:custGeom>
          <a:solidFill xmlns:a="http://schemas.openxmlformats.org/drawingml/2006/main">
            <a:srgbClr val="F0EDE0"/>
          </a:solidFill>
          <a:ln xmlns:a="http://schemas.openxmlformats.org/drawingml/2006/main" w="0">
            <a:noFill/>
          </a:ln>
        </p:spPr>
      </p:sp>
      <p:sp>
        <p:nvSpPr>
          <p:cNvPr id="27" name="impact vector #fbe7d2">
            <a:extLst xmlns:a="http://schemas.openxmlformats.org/drawingml/2006/main">
              <a:ext uri="{FF2B5EF4-FFF2-40B4-BE49-F238E27FC236}">
                <a16:creationId xmlns:a16="http://schemas.microsoft.com/office/drawing/2014/main" id="{3DAB69D8-3083-42B2-B501-CAC653A70B8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000250" y="1524000"/>
            <a:ext cx="857250" cy="847725"/>
          </a:xfrm>
          <a:custGeom xmlns:a="http://schemas.openxmlformats.org/drawingml/2006/main">
            <a:pathLst>
              <a:path w="857250" h="847725">
                <a:moveTo>
                  <a:pt x="219075" y="38100"/>
                </a:moveTo>
                <a:lnTo>
                  <a:pt x="495300" y="38100"/>
                </a:lnTo>
                <a:lnTo>
                  <a:pt x="495300" y="47625"/>
                </a:lnTo>
                <a:lnTo>
                  <a:pt x="219075" y="47625"/>
                </a:lnTo>
                <a:close/>
                <a:moveTo>
                  <a:pt x="190500" y="47625"/>
                </a:moveTo>
                <a:lnTo>
                  <a:pt x="200025" y="47625"/>
                </a:lnTo>
                <a:lnTo>
                  <a:pt x="200025" y="57150"/>
                </a:lnTo>
                <a:lnTo>
                  <a:pt x="190500" y="57150"/>
                </a:lnTo>
                <a:close/>
                <a:moveTo>
                  <a:pt x="180975" y="57150"/>
                </a:moveTo>
                <a:lnTo>
                  <a:pt x="190500" y="57150"/>
                </a:lnTo>
                <a:lnTo>
                  <a:pt x="190500" y="66675"/>
                </a:lnTo>
                <a:lnTo>
                  <a:pt x="180975" y="66675"/>
                </a:lnTo>
                <a:close/>
                <a:moveTo>
                  <a:pt x="533400" y="66675"/>
                </a:moveTo>
                <a:lnTo>
                  <a:pt x="542925" y="66675"/>
                </a:lnTo>
                <a:lnTo>
                  <a:pt x="542925" y="85725"/>
                </a:lnTo>
                <a:lnTo>
                  <a:pt x="533400" y="85725"/>
                </a:lnTo>
                <a:close/>
                <a:moveTo>
                  <a:pt x="171450" y="76200"/>
                </a:moveTo>
                <a:lnTo>
                  <a:pt x="180975" y="76200"/>
                </a:lnTo>
                <a:lnTo>
                  <a:pt x="180975" y="95250"/>
                </a:lnTo>
                <a:lnTo>
                  <a:pt x="171450" y="95250"/>
                </a:lnTo>
                <a:close/>
                <a:moveTo>
                  <a:pt x="161925" y="104775"/>
                </a:moveTo>
                <a:lnTo>
                  <a:pt x="171450" y="104775"/>
                </a:lnTo>
                <a:lnTo>
                  <a:pt x="171450" y="114300"/>
                </a:lnTo>
                <a:lnTo>
                  <a:pt x="161925" y="114300"/>
                </a:lnTo>
                <a:close/>
                <a:moveTo>
                  <a:pt x="542925" y="104775"/>
                </a:moveTo>
                <a:lnTo>
                  <a:pt x="552450" y="104775"/>
                </a:lnTo>
                <a:lnTo>
                  <a:pt x="552450" y="114300"/>
                </a:lnTo>
                <a:lnTo>
                  <a:pt x="542925" y="114300"/>
                </a:lnTo>
                <a:close/>
                <a:moveTo>
                  <a:pt x="152400" y="123825"/>
                </a:moveTo>
                <a:lnTo>
                  <a:pt x="161925" y="123825"/>
                </a:lnTo>
                <a:lnTo>
                  <a:pt x="161925" y="142875"/>
                </a:lnTo>
                <a:lnTo>
                  <a:pt x="152400" y="142875"/>
                </a:lnTo>
                <a:close/>
                <a:moveTo>
                  <a:pt x="552450" y="123825"/>
                </a:moveTo>
                <a:lnTo>
                  <a:pt x="561975" y="123825"/>
                </a:lnTo>
                <a:lnTo>
                  <a:pt x="561975" y="133350"/>
                </a:lnTo>
                <a:lnTo>
                  <a:pt x="552450" y="133350"/>
                </a:lnTo>
                <a:close/>
                <a:moveTo>
                  <a:pt x="561975" y="142875"/>
                </a:moveTo>
                <a:lnTo>
                  <a:pt x="571500" y="142875"/>
                </a:lnTo>
                <a:lnTo>
                  <a:pt x="571500" y="152400"/>
                </a:lnTo>
                <a:lnTo>
                  <a:pt x="561975" y="152400"/>
                </a:lnTo>
                <a:close/>
                <a:moveTo>
                  <a:pt x="142875" y="152400"/>
                </a:moveTo>
                <a:lnTo>
                  <a:pt x="152400" y="152400"/>
                </a:lnTo>
                <a:lnTo>
                  <a:pt x="152400" y="161925"/>
                </a:lnTo>
                <a:lnTo>
                  <a:pt x="142875" y="161925"/>
                </a:lnTo>
                <a:close/>
                <a:moveTo>
                  <a:pt x="133350" y="171450"/>
                </a:moveTo>
                <a:lnTo>
                  <a:pt x="142875" y="171450"/>
                </a:lnTo>
                <a:lnTo>
                  <a:pt x="142875" y="190500"/>
                </a:lnTo>
                <a:lnTo>
                  <a:pt x="133350" y="190500"/>
                </a:lnTo>
                <a:close/>
                <a:moveTo>
                  <a:pt x="571500" y="171450"/>
                </a:moveTo>
                <a:lnTo>
                  <a:pt x="581025" y="171450"/>
                </a:lnTo>
                <a:lnTo>
                  <a:pt x="581025" y="180975"/>
                </a:lnTo>
                <a:lnTo>
                  <a:pt x="571500" y="180975"/>
                </a:lnTo>
                <a:close/>
                <a:moveTo>
                  <a:pt x="123825" y="190500"/>
                </a:moveTo>
                <a:lnTo>
                  <a:pt x="133350" y="190500"/>
                </a:lnTo>
                <a:lnTo>
                  <a:pt x="133350" y="238125"/>
                </a:lnTo>
                <a:lnTo>
                  <a:pt x="123825" y="238125"/>
                </a:lnTo>
                <a:close/>
                <a:moveTo>
                  <a:pt x="581025" y="190500"/>
                </a:moveTo>
                <a:lnTo>
                  <a:pt x="590550" y="190500"/>
                </a:lnTo>
                <a:lnTo>
                  <a:pt x="590550" y="200025"/>
                </a:lnTo>
                <a:lnTo>
                  <a:pt x="581025" y="200025"/>
                </a:lnTo>
                <a:close/>
                <a:moveTo>
                  <a:pt x="581025" y="238125"/>
                </a:moveTo>
                <a:lnTo>
                  <a:pt x="590550" y="238125"/>
                </a:lnTo>
                <a:lnTo>
                  <a:pt x="590550" y="247650"/>
                </a:lnTo>
                <a:lnTo>
                  <a:pt x="581025" y="247650"/>
                </a:lnTo>
                <a:close/>
                <a:moveTo>
                  <a:pt x="133350" y="247650"/>
                </a:moveTo>
                <a:lnTo>
                  <a:pt x="142875" y="247650"/>
                </a:lnTo>
                <a:lnTo>
                  <a:pt x="142875" y="257175"/>
                </a:lnTo>
                <a:lnTo>
                  <a:pt x="133350" y="257175"/>
                </a:lnTo>
                <a:close/>
                <a:moveTo>
                  <a:pt x="571500" y="257175"/>
                </a:moveTo>
                <a:lnTo>
                  <a:pt x="581025" y="257175"/>
                </a:lnTo>
                <a:lnTo>
                  <a:pt x="581025" y="266700"/>
                </a:lnTo>
                <a:lnTo>
                  <a:pt x="571500" y="266700"/>
                </a:lnTo>
                <a:close/>
                <a:moveTo>
                  <a:pt x="342900" y="266700"/>
                </a:moveTo>
                <a:lnTo>
                  <a:pt x="371475" y="266700"/>
                </a:lnTo>
                <a:lnTo>
                  <a:pt x="371475" y="276225"/>
                </a:lnTo>
                <a:lnTo>
                  <a:pt x="381000" y="276225"/>
                </a:lnTo>
                <a:lnTo>
                  <a:pt x="381000" y="285750"/>
                </a:lnTo>
                <a:lnTo>
                  <a:pt x="333375" y="285750"/>
                </a:lnTo>
                <a:lnTo>
                  <a:pt x="333375" y="276225"/>
                </a:lnTo>
                <a:lnTo>
                  <a:pt x="342900" y="276225"/>
                </a:lnTo>
                <a:close/>
                <a:moveTo>
                  <a:pt x="457200" y="266700"/>
                </a:moveTo>
                <a:lnTo>
                  <a:pt x="476250" y="266700"/>
                </a:lnTo>
                <a:lnTo>
                  <a:pt x="476250" y="276225"/>
                </a:lnTo>
                <a:lnTo>
                  <a:pt x="457200" y="276225"/>
                </a:lnTo>
                <a:close/>
                <a:moveTo>
                  <a:pt x="228600" y="276225"/>
                </a:moveTo>
                <a:lnTo>
                  <a:pt x="238125" y="276225"/>
                </a:lnTo>
                <a:lnTo>
                  <a:pt x="238125" y="285750"/>
                </a:lnTo>
                <a:lnTo>
                  <a:pt x="228600" y="285750"/>
                </a:lnTo>
                <a:close/>
                <a:moveTo>
                  <a:pt x="266700" y="276225"/>
                </a:moveTo>
                <a:lnTo>
                  <a:pt x="276225" y="276225"/>
                </a:lnTo>
                <a:lnTo>
                  <a:pt x="276225" y="285750"/>
                </a:lnTo>
                <a:lnTo>
                  <a:pt x="266700" y="285750"/>
                </a:lnTo>
                <a:close/>
                <a:moveTo>
                  <a:pt x="447675" y="276225"/>
                </a:moveTo>
                <a:lnTo>
                  <a:pt x="457200" y="276225"/>
                </a:lnTo>
                <a:lnTo>
                  <a:pt x="457200" y="285750"/>
                </a:lnTo>
                <a:lnTo>
                  <a:pt x="447675" y="285750"/>
                </a:lnTo>
                <a:close/>
                <a:moveTo>
                  <a:pt x="219075" y="285750"/>
                </a:moveTo>
                <a:lnTo>
                  <a:pt x="228600" y="285750"/>
                </a:lnTo>
                <a:lnTo>
                  <a:pt x="228600" y="323850"/>
                </a:lnTo>
                <a:lnTo>
                  <a:pt x="219075" y="323850"/>
                </a:lnTo>
                <a:close/>
                <a:moveTo>
                  <a:pt x="390525" y="285750"/>
                </a:moveTo>
                <a:lnTo>
                  <a:pt x="428625" y="285750"/>
                </a:lnTo>
                <a:lnTo>
                  <a:pt x="428625" y="295275"/>
                </a:lnTo>
                <a:lnTo>
                  <a:pt x="390525" y="295275"/>
                </a:lnTo>
                <a:close/>
                <a:moveTo>
                  <a:pt x="485775" y="314325"/>
                </a:moveTo>
                <a:lnTo>
                  <a:pt x="495300" y="314325"/>
                </a:lnTo>
                <a:lnTo>
                  <a:pt x="495300" y="342900"/>
                </a:lnTo>
                <a:lnTo>
                  <a:pt x="485775" y="342900"/>
                </a:lnTo>
                <a:lnTo>
                  <a:pt x="485775" y="361950"/>
                </a:lnTo>
                <a:lnTo>
                  <a:pt x="476250" y="361950"/>
                </a:lnTo>
                <a:lnTo>
                  <a:pt x="476250" y="390525"/>
                </a:lnTo>
                <a:lnTo>
                  <a:pt x="466725" y="390525"/>
                </a:lnTo>
                <a:lnTo>
                  <a:pt x="466725" y="352425"/>
                </a:lnTo>
                <a:lnTo>
                  <a:pt x="476250" y="352425"/>
                </a:lnTo>
                <a:lnTo>
                  <a:pt x="476250" y="323850"/>
                </a:lnTo>
                <a:lnTo>
                  <a:pt x="485775" y="323850"/>
                </a:lnTo>
                <a:close/>
                <a:moveTo>
                  <a:pt x="552450" y="314325"/>
                </a:moveTo>
                <a:lnTo>
                  <a:pt x="561975" y="314325"/>
                </a:lnTo>
                <a:lnTo>
                  <a:pt x="561975" y="342900"/>
                </a:lnTo>
                <a:lnTo>
                  <a:pt x="552450" y="342900"/>
                </a:lnTo>
                <a:close/>
                <a:moveTo>
                  <a:pt x="161925" y="333375"/>
                </a:moveTo>
                <a:lnTo>
                  <a:pt x="171450" y="333375"/>
                </a:lnTo>
                <a:lnTo>
                  <a:pt x="171450" y="371475"/>
                </a:lnTo>
                <a:lnTo>
                  <a:pt x="161925" y="371475"/>
                </a:lnTo>
                <a:close/>
                <a:moveTo>
                  <a:pt x="228600" y="352425"/>
                </a:moveTo>
                <a:lnTo>
                  <a:pt x="238125" y="352425"/>
                </a:lnTo>
                <a:lnTo>
                  <a:pt x="238125" y="361950"/>
                </a:lnTo>
                <a:lnTo>
                  <a:pt x="228600" y="361950"/>
                </a:lnTo>
                <a:close/>
                <a:moveTo>
                  <a:pt x="381000" y="361950"/>
                </a:moveTo>
                <a:lnTo>
                  <a:pt x="390525" y="361950"/>
                </a:lnTo>
                <a:lnTo>
                  <a:pt x="390525" y="371475"/>
                </a:lnTo>
                <a:lnTo>
                  <a:pt x="381000" y="371475"/>
                </a:lnTo>
                <a:close/>
                <a:moveTo>
                  <a:pt x="419100" y="361950"/>
                </a:moveTo>
                <a:lnTo>
                  <a:pt x="428625" y="361950"/>
                </a:lnTo>
                <a:lnTo>
                  <a:pt x="428625" y="371475"/>
                </a:lnTo>
                <a:lnTo>
                  <a:pt x="419100" y="371475"/>
                </a:lnTo>
                <a:close/>
                <a:moveTo>
                  <a:pt x="542925" y="361950"/>
                </a:moveTo>
                <a:lnTo>
                  <a:pt x="552450" y="361950"/>
                </a:lnTo>
                <a:lnTo>
                  <a:pt x="552450" y="381000"/>
                </a:lnTo>
                <a:lnTo>
                  <a:pt x="542925" y="381000"/>
                </a:lnTo>
                <a:close/>
                <a:moveTo>
                  <a:pt x="171450" y="371475"/>
                </a:moveTo>
                <a:lnTo>
                  <a:pt x="180975" y="371475"/>
                </a:lnTo>
                <a:lnTo>
                  <a:pt x="180975" y="400050"/>
                </a:lnTo>
                <a:lnTo>
                  <a:pt x="171450" y="400050"/>
                </a:lnTo>
                <a:lnTo>
                  <a:pt x="171450" y="390525"/>
                </a:lnTo>
                <a:lnTo>
                  <a:pt x="161925" y="390525"/>
                </a:lnTo>
                <a:lnTo>
                  <a:pt x="161925" y="381000"/>
                </a:lnTo>
                <a:lnTo>
                  <a:pt x="171450" y="381000"/>
                </a:lnTo>
                <a:close/>
                <a:moveTo>
                  <a:pt x="238125" y="371475"/>
                </a:moveTo>
                <a:lnTo>
                  <a:pt x="247650" y="371475"/>
                </a:lnTo>
                <a:lnTo>
                  <a:pt x="247650" y="381000"/>
                </a:lnTo>
                <a:lnTo>
                  <a:pt x="238125" y="381000"/>
                </a:lnTo>
                <a:close/>
                <a:moveTo>
                  <a:pt x="285750" y="371475"/>
                </a:moveTo>
                <a:lnTo>
                  <a:pt x="295275" y="371475"/>
                </a:lnTo>
                <a:lnTo>
                  <a:pt x="295275" y="381000"/>
                </a:lnTo>
                <a:lnTo>
                  <a:pt x="285750" y="381000"/>
                </a:lnTo>
                <a:close/>
                <a:moveTo>
                  <a:pt x="685800" y="381000"/>
                </a:moveTo>
                <a:lnTo>
                  <a:pt x="714375" y="381000"/>
                </a:lnTo>
                <a:lnTo>
                  <a:pt x="714375" y="390525"/>
                </a:lnTo>
                <a:lnTo>
                  <a:pt x="695325" y="390525"/>
                </a:lnTo>
                <a:lnTo>
                  <a:pt x="695325" y="400050"/>
                </a:lnTo>
                <a:lnTo>
                  <a:pt x="685800" y="400050"/>
                </a:lnTo>
                <a:close/>
                <a:moveTo>
                  <a:pt x="771525" y="381000"/>
                </a:moveTo>
                <a:lnTo>
                  <a:pt x="781050" y="381000"/>
                </a:lnTo>
                <a:lnTo>
                  <a:pt x="781050" y="390525"/>
                </a:lnTo>
                <a:lnTo>
                  <a:pt x="771525" y="390525"/>
                </a:lnTo>
                <a:close/>
                <a:moveTo>
                  <a:pt x="295275" y="390525"/>
                </a:moveTo>
                <a:lnTo>
                  <a:pt x="304800" y="390525"/>
                </a:lnTo>
                <a:lnTo>
                  <a:pt x="304800" y="400050"/>
                </a:lnTo>
                <a:lnTo>
                  <a:pt x="295275" y="400050"/>
                </a:lnTo>
                <a:close/>
                <a:moveTo>
                  <a:pt x="457200" y="390525"/>
                </a:moveTo>
                <a:lnTo>
                  <a:pt x="466725" y="390525"/>
                </a:lnTo>
                <a:lnTo>
                  <a:pt x="466725" y="400050"/>
                </a:lnTo>
                <a:lnTo>
                  <a:pt x="457200" y="400050"/>
                </a:lnTo>
                <a:close/>
                <a:moveTo>
                  <a:pt x="533400" y="390525"/>
                </a:moveTo>
                <a:lnTo>
                  <a:pt x="542925" y="390525"/>
                </a:lnTo>
                <a:lnTo>
                  <a:pt x="542925" y="400050"/>
                </a:lnTo>
                <a:lnTo>
                  <a:pt x="533400" y="400050"/>
                </a:lnTo>
                <a:close/>
                <a:moveTo>
                  <a:pt x="180975" y="400050"/>
                </a:moveTo>
                <a:lnTo>
                  <a:pt x="190500" y="400050"/>
                </a:lnTo>
                <a:lnTo>
                  <a:pt x="190500" y="409575"/>
                </a:lnTo>
                <a:lnTo>
                  <a:pt x="180975" y="409575"/>
                </a:lnTo>
                <a:close/>
                <a:moveTo>
                  <a:pt x="257175" y="400050"/>
                </a:moveTo>
                <a:lnTo>
                  <a:pt x="266700" y="400050"/>
                </a:lnTo>
                <a:lnTo>
                  <a:pt x="266700" y="409575"/>
                </a:lnTo>
                <a:lnTo>
                  <a:pt x="257175" y="409575"/>
                </a:lnTo>
                <a:close/>
                <a:moveTo>
                  <a:pt x="304800" y="400050"/>
                </a:moveTo>
                <a:lnTo>
                  <a:pt x="314325" y="400050"/>
                </a:lnTo>
                <a:lnTo>
                  <a:pt x="314325" y="409575"/>
                </a:lnTo>
                <a:lnTo>
                  <a:pt x="304800" y="409575"/>
                </a:lnTo>
                <a:close/>
                <a:moveTo>
                  <a:pt x="676275" y="400050"/>
                </a:moveTo>
                <a:lnTo>
                  <a:pt x="685800" y="400050"/>
                </a:lnTo>
                <a:lnTo>
                  <a:pt x="685800" y="419100"/>
                </a:lnTo>
                <a:lnTo>
                  <a:pt x="676275" y="419100"/>
                </a:lnTo>
                <a:lnTo>
                  <a:pt x="676275" y="438150"/>
                </a:lnTo>
                <a:lnTo>
                  <a:pt x="666750" y="438150"/>
                </a:lnTo>
                <a:lnTo>
                  <a:pt x="666750" y="447675"/>
                </a:lnTo>
                <a:lnTo>
                  <a:pt x="657225" y="447675"/>
                </a:lnTo>
                <a:lnTo>
                  <a:pt x="657225" y="457200"/>
                </a:lnTo>
                <a:lnTo>
                  <a:pt x="647700" y="457200"/>
                </a:lnTo>
                <a:lnTo>
                  <a:pt x="647700" y="447675"/>
                </a:lnTo>
                <a:lnTo>
                  <a:pt x="638175" y="447675"/>
                </a:lnTo>
                <a:lnTo>
                  <a:pt x="638175" y="438150"/>
                </a:lnTo>
                <a:lnTo>
                  <a:pt x="647700" y="438150"/>
                </a:lnTo>
                <a:lnTo>
                  <a:pt x="647700" y="428625"/>
                </a:lnTo>
                <a:lnTo>
                  <a:pt x="666750" y="428625"/>
                </a:lnTo>
                <a:lnTo>
                  <a:pt x="666750" y="409575"/>
                </a:lnTo>
                <a:lnTo>
                  <a:pt x="676275" y="409575"/>
                </a:lnTo>
                <a:close/>
                <a:moveTo>
                  <a:pt x="190500" y="409575"/>
                </a:moveTo>
                <a:lnTo>
                  <a:pt x="200025" y="409575"/>
                </a:lnTo>
                <a:lnTo>
                  <a:pt x="200025" y="419100"/>
                </a:lnTo>
                <a:lnTo>
                  <a:pt x="190500" y="419100"/>
                </a:lnTo>
                <a:close/>
                <a:moveTo>
                  <a:pt x="266700" y="409575"/>
                </a:moveTo>
                <a:lnTo>
                  <a:pt x="276225" y="409575"/>
                </a:lnTo>
                <a:lnTo>
                  <a:pt x="276225" y="419100"/>
                </a:lnTo>
                <a:lnTo>
                  <a:pt x="266700" y="419100"/>
                </a:lnTo>
                <a:close/>
                <a:moveTo>
                  <a:pt x="323850" y="409575"/>
                </a:moveTo>
                <a:lnTo>
                  <a:pt x="333375" y="409575"/>
                </a:lnTo>
                <a:lnTo>
                  <a:pt x="333375" y="419100"/>
                </a:lnTo>
                <a:lnTo>
                  <a:pt x="323850" y="419100"/>
                </a:lnTo>
                <a:close/>
                <a:moveTo>
                  <a:pt x="390525" y="409575"/>
                </a:moveTo>
                <a:lnTo>
                  <a:pt x="400050" y="409575"/>
                </a:lnTo>
                <a:lnTo>
                  <a:pt x="400050" y="419100"/>
                </a:lnTo>
                <a:lnTo>
                  <a:pt x="390525" y="419100"/>
                </a:lnTo>
                <a:close/>
                <a:moveTo>
                  <a:pt x="800100" y="409575"/>
                </a:moveTo>
                <a:lnTo>
                  <a:pt x="809625" y="409575"/>
                </a:lnTo>
                <a:lnTo>
                  <a:pt x="809625" y="419100"/>
                </a:lnTo>
                <a:lnTo>
                  <a:pt x="800100" y="419100"/>
                </a:lnTo>
                <a:close/>
                <a:moveTo>
                  <a:pt x="276225" y="419100"/>
                </a:moveTo>
                <a:lnTo>
                  <a:pt x="285750" y="419100"/>
                </a:lnTo>
                <a:lnTo>
                  <a:pt x="285750" y="428625"/>
                </a:lnTo>
                <a:lnTo>
                  <a:pt x="276225" y="428625"/>
                </a:lnTo>
                <a:close/>
                <a:moveTo>
                  <a:pt x="428625" y="419100"/>
                </a:moveTo>
                <a:lnTo>
                  <a:pt x="438150" y="419100"/>
                </a:lnTo>
                <a:lnTo>
                  <a:pt x="438150" y="428625"/>
                </a:lnTo>
                <a:lnTo>
                  <a:pt x="428625" y="428625"/>
                </a:lnTo>
                <a:close/>
                <a:moveTo>
                  <a:pt x="514350" y="419100"/>
                </a:moveTo>
                <a:lnTo>
                  <a:pt x="523875" y="419100"/>
                </a:lnTo>
                <a:lnTo>
                  <a:pt x="523875" y="428625"/>
                </a:lnTo>
                <a:lnTo>
                  <a:pt x="514350" y="428625"/>
                </a:lnTo>
                <a:close/>
                <a:moveTo>
                  <a:pt x="200025" y="428625"/>
                </a:moveTo>
                <a:lnTo>
                  <a:pt x="209550" y="428625"/>
                </a:lnTo>
                <a:lnTo>
                  <a:pt x="209550" y="438150"/>
                </a:lnTo>
                <a:lnTo>
                  <a:pt x="200025" y="438150"/>
                </a:lnTo>
                <a:close/>
                <a:moveTo>
                  <a:pt x="295275" y="428625"/>
                </a:moveTo>
                <a:lnTo>
                  <a:pt x="304800" y="428625"/>
                </a:lnTo>
                <a:lnTo>
                  <a:pt x="304800" y="438150"/>
                </a:lnTo>
                <a:lnTo>
                  <a:pt x="295275" y="438150"/>
                </a:lnTo>
                <a:close/>
                <a:moveTo>
                  <a:pt x="419100" y="428625"/>
                </a:moveTo>
                <a:lnTo>
                  <a:pt x="428625" y="428625"/>
                </a:lnTo>
                <a:lnTo>
                  <a:pt x="428625" y="438150"/>
                </a:lnTo>
                <a:lnTo>
                  <a:pt x="419100" y="438150"/>
                </a:lnTo>
                <a:close/>
                <a:moveTo>
                  <a:pt x="209550" y="438150"/>
                </a:moveTo>
                <a:lnTo>
                  <a:pt x="219075" y="438150"/>
                </a:lnTo>
                <a:lnTo>
                  <a:pt x="219075" y="447675"/>
                </a:lnTo>
                <a:lnTo>
                  <a:pt x="228600" y="447675"/>
                </a:lnTo>
                <a:lnTo>
                  <a:pt x="228600" y="457200"/>
                </a:lnTo>
                <a:lnTo>
                  <a:pt x="209550" y="457200"/>
                </a:lnTo>
                <a:close/>
                <a:moveTo>
                  <a:pt x="314325" y="438150"/>
                </a:moveTo>
                <a:lnTo>
                  <a:pt x="323850" y="438150"/>
                </a:lnTo>
                <a:lnTo>
                  <a:pt x="323850" y="447675"/>
                </a:lnTo>
                <a:lnTo>
                  <a:pt x="314325" y="447675"/>
                </a:lnTo>
                <a:close/>
                <a:moveTo>
                  <a:pt x="390525" y="438150"/>
                </a:moveTo>
                <a:lnTo>
                  <a:pt x="409575" y="438150"/>
                </a:lnTo>
                <a:lnTo>
                  <a:pt x="409575" y="447675"/>
                </a:lnTo>
                <a:lnTo>
                  <a:pt x="390525" y="447675"/>
                </a:lnTo>
                <a:close/>
                <a:moveTo>
                  <a:pt x="228600" y="457200"/>
                </a:moveTo>
                <a:lnTo>
                  <a:pt x="238125" y="457200"/>
                </a:lnTo>
                <a:lnTo>
                  <a:pt x="238125" y="466725"/>
                </a:lnTo>
                <a:lnTo>
                  <a:pt x="228600" y="466725"/>
                </a:lnTo>
                <a:close/>
                <a:moveTo>
                  <a:pt x="238125" y="466725"/>
                </a:moveTo>
                <a:lnTo>
                  <a:pt x="247650" y="466725"/>
                </a:lnTo>
                <a:lnTo>
                  <a:pt x="247650" y="476250"/>
                </a:lnTo>
                <a:lnTo>
                  <a:pt x="238125" y="476250"/>
                </a:lnTo>
                <a:close/>
                <a:moveTo>
                  <a:pt x="257175" y="476250"/>
                </a:moveTo>
                <a:lnTo>
                  <a:pt x="266700" y="476250"/>
                </a:lnTo>
                <a:lnTo>
                  <a:pt x="266700" y="485775"/>
                </a:lnTo>
                <a:lnTo>
                  <a:pt x="257175" y="485775"/>
                </a:lnTo>
                <a:close/>
                <a:moveTo>
                  <a:pt x="266700" y="485775"/>
                </a:moveTo>
                <a:lnTo>
                  <a:pt x="285750" y="485775"/>
                </a:lnTo>
                <a:lnTo>
                  <a:pt x="285750" y="495300"/>
                </a:lnTo>
                <a:lnTo>
                  <a:pt x="266700" y="495300"/>
                </a:lnTo>
                <a:close/>
                <a:moveTo>
                  <a:pt x="800100" y="485775"/>
                </a:moveTo>
                <a:lnTo>
                  <a:pt x="809625" y="485775"/>
                </a:lnTo>
                <a:lnTo>
                  <a:pt x="809625" y="495300"/>
                </a:lnTo>
                <a:lnTo>
                  <a:pt x="800100" y="495300"/>
                </a:lnTo>
                <a:close/>
                <a:moveTo>
                  <a:pt x="285750" y="495300"/>
                </a:moveTo>
                <a:lnTo>
                  <a:pt x="314325" y="495300"/>
                </a:lnTo>
                <a:lnTo>
                  <a:pt x="314325" y="504825"/>
                </a:lnTo>
                <a:lnTo>
                  <a:pt x="381000" y="504825"/>
                </a:lnTo>
                <a:lnTo>
                  <a:pt x="381000" y="523875"/>
                </a:lnTo>
                <a:lnTo>
                  <a:pt x="333375" y="523875"/>
                </a:lnTo>
                <a:lnTo>
                  <a:pt x="333375" y="533400"/>
                </a:lnTo>
                <a:lnTo>
                  <a:pt x="285750" y="533400"/>
                </a:lnTo>
                <a:lnTo>
                  <a:pt x="285750" y="523875"/>
                </a:lnTo>
                <a:lnTo>
                  <a:pt x="295275" y="523875"/>
                </a:lnTo>
                <a:lnTo>
                  <a:pt x="295275" y="504825"/>
                </a:lnTo>
                <a:lnTo>
                  <a:pt x="285750" y="504825"/>
                </a:lnTo>
                <a:close/>
                <a:moveTo>
                  <a:pt x="409575" y="495300"/>
                </a:moveTo>
                <a:lnTo>
                  <a:pt x="419100" y="495300"/>
                </a:lnTo>
                <a:lnTo>
                  <a:pt x="419100" y="504825"/>
                </a:lnTo>
                <a:lnTo>
                  <a:pt x="409575" y="504825"/>
                </a:lnTo>
                <a:close/>
                <a:moveTo>
                  <a:pt x="590550" y="504825"/>
                </a:moveTo>
                <a:lnTo>
                  <a:pt x="600075" y="504825"/>
                </a:lnTo>
                <a:lnTo>
                  <a:pt x="600075" y="523875"/>
                </a:lnTo>
                <a:lnTo>
                  <a:pt x="590550" y="523875"/>
                </a:lnTo>
                <a:close/>
                <a:moveTo>
                  <a:pt x="790575" y="504825"/>
                </a:moveTo>
                <a:lnTo>
                  <a:pt x="800100" y="504825"/>
                </a:lnTo>
                <a:lnTo>
                  <a:pt x="800100" y="514350"/>
                </a:lnTo>
                <a:lnTo>
                  <a:pt x="790575" y="514350"/>
                </a:lnTo>
                <a:close/>
                <a:moveTo>
                  <a:pt x="381000" y="523875"/>
                </a:moveTo>
                <a:lnTo>
                  <a:pt x="428625" y="523875"/>
                </a:lnTo>
                <a:lnTo>
                  <a:pt x="428625" y="533400"/>
                </a:lnTo>
                <a:lnTo>
                  <a:pt x="381000" y="533400"/>
                </a:lnTo>
                <a:close/>
                <a:moveTo>
                  <a:pt x="781050" y="523875"/>
                </a:moveTo>
                <a:lnTo>
                  <a:pt x="790575" y="523875"/>
                </a:lnTo>
                <a:lnTo>
                  <a:pt x="790575" y="533400"/>
                </a:lnTo>
                <a:lnTo>
                  <a:pt x="781050" y="533400"/>
                </a:lnTo>
                <a:close/>
                <a:moveTo>
                  <a:pt x="228600" y="533400"/>
                </a:moveTo>
                <a:lnTo>
                  <a:pt x="257175" y="533400"/>
                </a:lnTo>
                <a:lnTo>
                  <a:pt x="257175" y="542925"/>
                </a:lnTo>
                <a:lnTo>
                  <a:pt x="228600" y="542925"/>
                </a:lnTo>
                <a:close/>
                <a:moveTo>
                  <a:pt x="466725" y="533400"/>
                </a:moveTo>
                <a:lnTo>
                  <a:pt x="476250" y="533400"/>
                </a:lnTo>
                <a:lnTo>
                  <a:pt x="476250" y="542925"/>
                </a:lnTo>
                <a:lnTo>
                  <a:pt x="466725" y="542925"/>
                </a:lnTo>
                <a:close/>
                <a:moveTo>
                  <a:pt x="771525" y="533400"/>
                </a:moveTo>
                <a:lnTo>
                  <a:pt x="781050" y="533400"/>
                </a:lnTo>
                <a:lnTo>
                  <a:pt x="781050" y="542925"/>
                </a:lnTo>
                <a:lnTo>
                  <a:pt x="771525" y="542925"/>
                </a:lnTo>
                <a:close/>
                <a:moveTo>
                  <a:pt x="180975" y="542925"/>
                </a:moveTo>
                <a:lnTo>
                  <a:pt x="219075" y="542925"/>
                </a:lnTo>
                <a:lnTo>
                  <a:pt x="219075" y="552450"/>
                </a:lnTo>
                <a:lnTo>
                  <a:pt x="200025" y="552450"/>
                </a:lnTo>
                <a:lnTo>
                  <a:pt x="200025" y="561975"/>
                </a:lnTo>
                <a:lnTo>
                  <a:pt x="171450" y="561975"/>
                </a:lnTo>
                <a:lnTo>
                  <a:pt x="171450" y="571500"/>
                </a:lnTo>
                <a:lnTo>
                  <a:pt x="161925" y="571500"/>
                </a:lnTo>
                <a:lnTo>
                  <a:pt x="161925" y="581025"/>
                </a:lnTo>
                <a:lnTo>
                  <a:pt x="142875" y="581025"/>
                </a:lnTo>
                <a:lnTo>
                  <a:pt x="142875" y="561975"/>
                </a:lnTo>
                <a:lnTo>
                  <a:pt x="161925" y="561975"/>
                </a:lnTo>
                <a:lnTo>
                  <a:pt x="161925" y="552450"/>
                </a:lnTo>
                <a:lnTo>
                  <a:pt x="180975" y="552450"/>
                </a:lnTo>
                <a:close/>
                <a:moveTo>
                  <a:pt x="495300" y="542925"/>
                </a:moveTo>
                <a:lnTo>
                  <a:pt x="504825" y="542925"/>
                </a:lnTo>
                <a:lnTo>
                  <a:pt x="504825" y="552450"/>
                </a:lnTo>
                <a:lnTo>
                  <a:pt x="495300" y="552450"/>
                </a:lnTo>
                <a:close/>
                <a:moveTo>
                  <a:pt x="600075" y="542925"/>
                </a:moveTo>
                <a:lnTo>
                  <a:pt x="609600" y="542925"/>
                </a:lnTo>
                <a:lnTo>
                  <a:pt x="609600" y="552450"/>
                </a:lnTo>
                <a:lnTo>
                  <a:pt x="600075" y="552450"/>
                </a:lnTo>
                <a:close/>
                <a:moveTo>
                  <a:pt x="514350" y="552450"/>
                </a:moveTo>
                <a:lnTo>
                  <a:pt x="523875" y="552450"/>
                </a:lnTo>
                <a:lnTo>
                  <a:pt x="523875" y="561975"/>
                </a:lnTo>
                <a:lnTo>
                  <a:pt x="514350" y="561975"/>
                </a:lnTo>
                <a:close/>
                <a:moveTo>
                  <a:pt x="533400" y="561975"/>
                </a:moveTo>
                <a:lnTo>
                  <a:pt x="542925" y="561975"/>
                </a:lnTo>
                <a:lnTo>
                  <a:pt x="542925" y="571500"/>
                </a:lnTo>
                <a:lnTo>
                  <a:pt x="533400" y="571500"/>
                </a:lnTo>
                <a:close/>
                <a:moveTo>
                  <a:pt x="552450" y="571500"/>
                </a:moveTo>
                <a:lnTo>
                  <a:pt x="561975" y="571500"/>
                </a:lnTo>
                <a:lnTo>
                  <a:pt x="561975" y="581025"/>
                </a:lnTo>
                <a:lnTo>
                  <a:pt x="552450" y="581025"/>
                </a:lnTo>
                <a:close/>
                <a:moveTo>
                  <a:pt x="619125" y="571500"/>
                </a:moveTo>
                <a:lnTo>
                  <a:pt x="628650" y="571500"/>
                </a:lnTo>
                <a:lnTo>
                  <a:pt x="628650" y="581025"/>
                </a:lnTo>
                <a:lnTo>
                  <a:pt x="638175" y="581025"/>
                </a:lnTo>
                <a:lnTo>
                  <a:pt x="638175" y="590550"/>
                </a:lnTo>
                <a:lnTo>
                  <a:pt x="657225" y="590550"/>
                </a:lnTo>
                <a:lnTo>
                  <a:pt x="657225" y="600075"/>
                </a:lnTo>
                <a:lnTo>
                  <a:pt x="704850" y="600075"/>
                </a:lnTo>
                <a:lnTo>
                  <a:pt x="704850" y="590550"/>
                </a:lnTo>
                <a:lnTo>
                  <a:pt x="723900" y="590550"/>
                </a:lnTo>
                <a:lnTo>
                  <a:pt x="723900" y="581025"/>
                </a:lnTo>
                <a:lnTo>
                  <a:pt x="733425" y="581025"/>
                </a:lnTo>
                <a:lnTo>
                  <a:pt x="733425" y="590550"/>
                </a:lnTo>
                <a:lnTo>
                  <a:pt x="723900" y="590550"/>
                </a:lnTo>
                <a:lnTo>
                  <a:pt x="723900" y="619125"/>
                </a:lnTo>
                <a:lnTo>
                  <a:pt x="647700" y="619125"/>
                </a:lnTo>
                <a:lnTo>
                  <a:pt x="647700" y="609600"/>
                </a:lnTo>
                <a:lnTo>
                  <a:pt x="619125" y="609600"/>
                </a:lnTo>
                <a:lnTo>
                  <a:pt x="619125" y="600075"/>
                </a:lnTo>
                <a:lnTo>
                  <a:pt x="609600" y="600075"/>
                </a:lnTo>
                <a:lnTo>
                  <a:pt x="609600" y="590550"/>
                </a:lnTo>
                <a:lnTo>
                  <a:pt x="619125" y="590550"/>
                </a:lnTo>
                <a:close/>
                <a:moveTo>
                  <a:pt x="123825" y="581025"/>
                </a:moveTo>
                <a:lnTo>
                  <a:pt x="142875" y="581025"/>
                </a:lnTo>
                <a:lnTo>
                  <a:pt x="142875" y="590550"/>
                </a:lnTo>
                <a:lnTo>
                  <a:pt x="133350" y="590550"/>
                </a:lnTo>
                <a:lnTo>
                  <a:pt x="133350" y="600075"/>
                </a:lnTo>
                <a:lnTo>
                  <a:pt x="123825" y="600075"/>
                </a:lnTo>
                <a:close/>
                <a:moveTo>
                  <a:pt x="561975" y="581025"/>
                </a:moveTo>
                <a:lnTo>
                  <a:pt x="571500" y="581025"/>
                </a:lnTo>
                <a:lnTo>
                  <a:pt x="571500" y="590550"/>
                </a:lnTo>
                <a:lnTo>
                  <a:pt x="561975" y="590550"/>
                </a:lnTo>
                <a:close/>
                <a:moveTo>
                  <a:pt x="571500" y="590550"/>
                </a:moveTo>
                <a:lnTo>
                  <a:pt x="581025" y="590550"/>
                </a:lnTo>
                <a:lnTo>
                  <a:pt x="581025" y="600075"/>
                </a:lnTo>
                <a:lnTo>
                  <a:pt x="571500" y="600075"/>
                </a:lnTo>
                <a:close/>
                <a:moveTo>
                  <a:pt x="114300" y="600075"/>
                </a:moveTo>
                <a:lnTo>
                  <a:pt x="123825" y="600075"/>
                </a:lnTo>
                <a:lnTo>
                  <a:pt x="123825" y="609600"/>
                </a:lnTo>
                <a:lnTo>
                  <a:pt x="114300" y="609600"/>
                </a:lnTo>
                <a:close/>
                <a:moveTo>
                  <a:pt x="85725" y="638175"/>
                </a:moveTo>
                <a:lnTo>
                  <a:pt x="95250" y="638175"/>
                </a:lnTo>
                <a:lnTo>
                  <a:pt x="95250" y="647700"/>
                </a:lnTo>
                <a:lnTo>
                  <a:pt x="85725" y="647700"/>
                </a:lnTo>
                <a:close/>
                <a:moveTo>
                  <a:pt x="600075" y="638175"/>
                </a:moveTo>
                <a:lnTo>
                  <a:pt x="609600" y="638175"/>
                </a:lnTo>
                <a:lnTo>
                  <a:pt x="609600" y="695325"/>
                </a:lnTo>
                <a:lnTo>
                  <a:pt x="600075" y="695325"/>
                </a:lnTo>
                <a:close/>
                <a:moveTo>
                  <a:pt x="76200" y="647700"/>
                </a:moveTo>
                <a:lnTo>
                  <a:pt x="85725" y="647700"/>
                </a:lnTo>
                <a:lnTo>
                  <a:pt x="85725" y="657225"/>
                </a:lnTo>
                <a:lnTo>
                  <a:pt x="76200" y="657225"/>
                </a:lnTo>
                <a:close/>
                <a:moveTo>
                  <a:pt x="66675" y="666750"/>
                </a:moveTo>
                <a:lnTo>
                  <a:pt x="76200" y="666750"/>
                </a:lnTo>
                <a:lnTo>
                  <a:pt x="76200" y="676275"/>
                </a:lnTo>
                <a:lnTo>
                  <a:pt x="66675" y="676275"/>
                </a:lnTo>
                <a:close/>
                <a:moveTo>
                  <a:pt x="57150" y="685800"/>
                </a:moveTo>
                <a:lnTo>
                  <a:pt x="66675" y="685800"/>
                </a:lnTo>
                <a:lnTo>
                  <a:pt x="66675" y="695325"/>
                </a:lnTo>
                <a:lnTo>
                  <a:pt x="57150" y="695325"/>
                </a:lnTo>
                <a:close/>
                <a:moveTo>
                  <a:pt x="581025" y="695325"/>
                </a:moveTo>
                <a:lnTo>
                  <a:pt x="600075" y="695325"/>
                </a:lnTo>
                <a:lnTo>
                  <a:pt x="600075" y="790575"/>
                </a:lnTo>
                <a:lnTo>
                  <a:pt x="590550" y="790575"/>
                </a:lnTo>
                <a:lnTo>
                  <a:pt x="590550" y="800100"/>
                </a:lnTo>
                <a:lnTo>
                  <a:pt x="581025" y="800100"/>
                </a:lnTo>
                <a:close/>
                <a:moveTo>
                  <a:pt x="47625" y="714375"/>
                </a:moveTo>
                <a:lnTo>
                  <a:pt x="57150" y="714375"/>
                </a:lnTo>
                <a:lnTo>
                  <a:pt x="57150" y="733425"/>
                </a:lnTo>
                <a:lnTo>
                  <a:pt x="47625" y="733425"/>
                </a:lnTo>
                <a:close/>
                <a:moveTo>
                  <a:pt x="47625" y="771525"/>
                </a:moveTo>
                <a:lnTo>
                  <a:pt x="57150" y="771525"/>
                </a:lnTo>
                <a:lnTo>
                  <a:pt x="57150" y="781050"/>
                </a:lnTo>
                <a:lnTo>
                  <a:pt x="47625" y="781050"/>
                </a:lnTo>
                <a:close/>
                <a:moveTo>
                  <a:pt x="600075" y="790575"/>
                </a:moveTo>
                <a:lnTo>
                  <a:pt x="609600" y="790575"/>
                </a:lnTo>
                <a:lnTo>
                  <a:pt x="609600" y="800100"/>
                </a:lnTo>
                <a:lnTo>
                  <a:pt x="600075" y="800100"/>
                </a:lnTo>
                <a:close/>
                <a:moveTo>
                  <a:pt x="76200" y="800100"/>
                </a:moveTo>
                <a:lnTo>
                  <a:pt x="85725" y="800100"/>
                </a:lnTo>
                <a:lnTo>
                  <a:pt x="85725" y="809625"/>
                </a:lnTo>
                <a:lnTo>
                  <a:pt x="76200" y="809625"/>
                </a:lnTo>
                <a:close/>
                <a:moveTo>
                  <a:pt x="609600" y="800100"/>
                </a:moveTo>
                <a:lnTo>
                  <a:pt x="619125" y="800100"/>
                </a:lnTo>
                <a:lnTo>
                  <a:pt x="619125" y="809625"/>
                </a:lnTo>
                <a:lnTo>
                  <a:pt x="609600" y="809625"/>
                </a:lnTo>
                <a:close/>
                <a:moveTo>
                  <a:pt x="704850" y="800100"/>
                </a:moveTo>
                <a:lnTo>
                  <a:pt x="714375" y="800100"/>
                </a:lnTo>
                <a:lnTo>
                  <a:pt x="714375" y="809625"/>
                </a:lnTo>
                <a:lnTo>
                  <a:pt x="704850" y="809625"/>
                </a:lnTo>
                <a:close/>
              </a:path>
            </a:pathLst>
          </a:custGeom>
          <a:solidFill xmlns:a="http://schemas.openxmlformats.org/drawingml/2006/main">
            <a:srgbClr val="FBE7D2"/>
          </a:solidFill>
          <a:ln xmlns:a="http://schemas.openxmlformats.org/drawingml/2006/main" w="0">
            <a:noFill/>
          </a:ln>
        </p:spPr>
      </p:sp>
      <p:sp>
        <p:nvSpPr>
          <p:cNvPr id="28" name="impact vector #f7d5be">
            <a:extLst xmlns:a="http://schemas.openxmlformats.org/drawingml/2006/main">
              <a:ext uri="{FF2B5EF4-FFF2-40B4-BE49-F238E27FC236}">
                <a16:creationId xmlns:a16="http://schemas.microsoft.com/office/drawing/2014/main" id="{6EE24A2E-5831-406F-8DED-919BD839EBC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000250" y="1524000"/>
            <a:ext cx="857250" cy="847725"/>
          </a:xfrm>
          <a:custGeom xmlns:a="http://schemas.openxmlformats.org/drawingml/2006/main">
            <a:pathLst>
              <a:path w="857250" h="847725">
                <a:moveTo>
                  <a:pt x="200025" y="47625"/>
                </a:moveTo>
                <a:lnTo>
                  <a:pt x="209550" y="47625"/>
                </a:lnTo>
                <a:lnTo>
                  <a:pt x="209550" y="57150"/>
                </a:lnTo>
                <a:lnTo>
                  <a:pt x="200025" y="57150"/>
                </a:lnTo>
                <a:close/>
                <a:moveTo>
                  <a:pt x="504825" y="47625"/>
                </a:moveTo>
                <a:lnTo>
                  <a:pt x="514350" y="47625"/>
                </a:lnTo>
                <a:lnTo>
                  <a:pt x="514350" y="57150"/>
                </a:lnTo>
                <a:lnTo>
                  <a:pt x="504825" y="57150"/>
                </a:lnTo>
                <a:close/>
                <a:moveTo>
                  <a:pt x="190500" y="57150"/>
                </a:moveTo>
                <a:lnTo>
                  <a:pt x="200025" y="57150"/>
                </a:lnTo>
                <a:lnTo>
                  <a:pt x="200025" y="66675"/>
                </a:lnTo>
                <a:lnTo>
                  <a:pt x="190500" y="66675"/>
                </a:lnTo>
                <a:close/>
                <a:moveTo>
                  <a:pt x="514350" y="57150"/>
                </a:moveTo>
                <a:lnTo>
                  <a:pt x="523875" y="57150"/>
                </a:lnTo>
                <a:lnTo>
                  <a:pt x="523875" y="66675"/>
                </a:lnTo>
                <a:lnTo>
                  <a:pt x="514350" y="66675"/>
                </a:lnTo>
                <a:close/>
                <a:moveTo>
                  <a:pt x="180975" y="66675"/>
                </a:moveTo>
                <a:lnTo>
                  <a:pt x="190500" y="66675"/>
                </a:lnTo>
                <a:lnTo>
                  <a:pt x="190500" y="76200"/>
                </a:lnTo>
                <a:lnTo>
                  <a:pt x="180975" y="76200"/>
                </a:lnTo>
                <a:close/>
                <a:moveTo>
                  <a:pt x="523875" y="66675"/>
                </a:moveTo>
                <a:lnTo>
                  <a:pt x="533400" y="66675"/>
                </a:lnTo>
                <a:lnTo>
                  <a:pt x="533400" y="76200"/>
                </a:lnTo>
                <a:lnTo>
                  <a:pt x="523875" y="76200"/>
                </a:lnTo>
                <a:close/>
                <a:moveTo>
                  <a:pt x="533400" y="85725"/>
                </a:moveTo>
                <a:lnTo>
                  <a:pt x="542925" y="85725"/>
                </a:lnTo>
                <a:lnTo>
                  <a:pt x="542925" y="95250"/>
                </a:lnTo>
                <a:lnTo>
                  <a:pt x="533400" y="95250"/>
                </a:lnTo>
                <a:close/>
                <a:moveTo>
                  <a:pt x="171450" y="95250"/>
                </a:moveTo>
                <a:lnTo>
                  <a:pt x="180975" y="95250"/>
                </a:lnTo>
                <a:lnTo>
                  <a:pt x="180975" y="104775"/>
                </a:lnTo>
                <a:lnTo>
                  <a:pt x="171450" y="104775"/>
                </a:lnTo>
                <a:close/>
                <a:moveTo>
                  <a:pt x="161925" y="114300"/>
                </a:moveTo>
                <a:lnTo>
                  <a:pt x="171450" y="114300"/>
                </a:lnTo>
                <a:lnTo>
                  <a:pt x="171450" y="123825"/>
                </a:lnTo>
                <a:lnTo>
                  <a:pt x="161925" y="123825"/>
                </a:lnTo>
                <a:close/>
                <a:moveTo>
                  <a:pt x="542925" y="114300"/>
                </a:moveTo>
                <a:lnTo>
                  <a:pt x="552450" y="114300"/>
                </a:lnTo>
                <a:lnTo>
                  <a:pt x="552450" y="123825"/>
                </a:lnTo>
                <a:lnTo>
                  <a:pt x="542925" y="123825"/>
                </a:lnTo>
                <a:close/>
                <a:moveTo>
                  <a:pt x="552450" y="133350"/>
                </a:moveTo>
                <a:lnTo>
                  <a:pt x="561975" y="133350"/>
                </a:lnTo>
                <a:lnTo>
                  <a:pt x="561975" y="142875"/>
                </a:lnTo>
                <a:lnTo>
                  <a:pt x="552450" y="142875"/>
                </a:lnTo>
                <a:close/>
                <a:moveTo>
                  <a:pt x="152400" y="142875"/>
                </a:moveTo>
                <a:lnTo>
                  <a:pt x="161925" y="142875"/>
                </a:lnTo>
                <a:lnTo>
                  <a:pt x="161925" y="152400"/>
                </a:lnTo>
                <a:lnTo>
                  <a:pt x="152400" y="152400"/>
                </a:lnTo>
                <a:close/>
                <a:moveTo>
                  <a:pt x="561975" y="152400"/>
                </a:moveTo>
                <a:lnTo>
                  <a:pt x="571500" y="152400"/>
                </a:lnTo>
                <a:lnTo>
                  <a:pt x="571500" y="161925"/>
                </a:lnTo>
                <a:lnTo>
                  <a:pt x="561975" y="161925"/>
                </a:lnTo>
                <a:close/>
                <a:moveTo>
                  <a:pt x="142875" y="161925"/>
                </a:moveTo>
                <a:lnTo>
                  <a:pt x="152400" y="161925"/>
                </a:lnTo>
                <a:lnTo>
                  <a:pt x="152400" y="171450"/>
                </a:lnTo>
                <a:lnTo>
                  <a:pt x="142875" y="171450"/>
                </a:lnTo>
                <a:close/>
                <a:moveTo>
                  <a:pt x="133350" y="190500"/>
                </a:moveTo>
                <a:lnTo>
                  <a:pt x="142875" y="190500"/>
                </a:lnTo>
                <a:lnTo>
                  <a:pt x="142875" y="200025"/>
                </a:lnTo>
                <a:lnTo>
                  <a:pt x="133350" y="200025"/>
                </a:lnTo>
                <a:close/>
                <a:moveTo>
                  <a:pt x="581025" y="200025"/>
                </a:moveTo>
                <a:lnTo>
                  <a:pt x="590550" y="200025"/>
                </a:lnTo>
                <a:lnTo>
                  <a:pt x="590550" y="209550"/>
                </a:lnTo>
                <a:lnTo>
                  <a:pt x="581025" y="209550"/>
                </a:lnTo>
                <a:close/>
                <a:moveTo>
                  <a:pt x="142875" y="257175"/>
                </a:moveTo>
                <a:lnTo>
                  <a:pt x="152400" y="257175"/>
                </a:lnTo>
                <a:lnTo>
                  <a:pt x="152400" y="266700"/>
                </a:lnTo>
                <a:lnTo>
                  <a:pt x="142875" y="266700"/>
                </a:lnTo>
                <a:close/>
                <a:moveTo>
                  <a:pt x="152400" y="266700"/>
                </a:moveTo>
                <a:lnTo>
                  <a:pt x="161925" y="266700"/>
                </a:lnTo>
                <a:lnTo>
                  <a:pt x="161925" y="276225"/>
                </a:lnTo>
                <a:lnTo>
                  <a:pt x="152400" y="276225"/>
                </a:lnTo>
                <a:close/>
                <a:moveTo>
                  <a:pt x="238125" y="266700"/>
                </a:moveTo>
                <a:lnTo>
                  <a:pt x="266700" y="266700"/>
                </a:lnTo>
                <a:lnTo>
                  <a:pt x="266700" y="276225"/>
                </a:lnTo>
                <a:lnTo>
                  <a:pt x="238125" y="276225"/>
                </a:lnTo>
                <a:close/>
                <a:moveTo>
                  <a:pt x="476250" y="266700"/>
                </a:moveTo>
                <a:lnTo>
                  <a:pt x="485775" y="266700"/>
                </a:lnTo>
                <a:lnTo>
                  <a:pt x="485775" y="276225"/>
                </a:lnTo>
                <a:lnTo>
                  <a:pt x="476250" y="276225"/>
                </a:lnTo>
                <a:close/>
                <a:moveTo>
                  <a:pt x="561975" y="266700"/>
                </a:moveTo>
                <a:lnTo>
                  <a:pt x="571500" y="266700"/>
                </a:lnTo>
                <a:lnTo>
                  <a:pt x="571500" y="276225"/>
                </a:lnTo>
                <a:lnTo>
                  <a:pt x="561975" y="276225"/>
                </a:lnTo>
                <a:close/>
                <a:moveTo>
                  <a:pt x="276225" y="276225"/>
                </a:moveTo>
                <a:lnTo>
                  <a:pt x="285750" y="276225"/>
                </a:lnTo>
                <a:lnTo>
                  <a:pt x="285750" y="285750"/>
                </a:lnTo>
                <a:lnTo>
                  <a:pt x="276225" y="285750"/>
                </a:lnTo>
                <a:close/>
                <a:moveTo>
                  <a:pt x="323850" y="276225"/>
                </a:moveTo>
                <a:lnTo>
                  <a:pt x="333375" y="276225"/>
                </a:lnTo>
                <a:lnTo>
                  <a:pt x="333375" y="285750"/>
                </a:lnTo>
                <a:lnTo>
                  <a:pt x="323850" y="285750"/>
                </a:lnTo>
                <a:close/>
                <a:moveTo>
                  <a:pt x="381000" y="276225"/>
                </a:moveTo>
                <a:lnTo>
                  <a:pt x="390525" y="276225"/>
                </a:lnTo>
                <a:lnTo>
                  <a:pt x="390525" y="285750"/>
                </a:lnTo>
                <a:lnTo>
                  <a:pt x="381000" y="285750"/>
                </a:lnTo>
                <a:close/>
                <a:moveTo>
                  <a:pt x="438150" y="276225"/>
                </a:moveTo>
                <a:lnTo>
                  <a:pt x="447675" y="276225"/>
                </a:lnTo>
                <a:lnTo>
                  <a:pt x="447675" y="285750"/>
                </a:lnTo>
                <a:lnTo>
                  <a:pt x="438150" y="285750"/>
                </a:lnTo>
                <a:close/>
                <a:moveTo>
                  <a:pt x="485775" y="276225"/>
                </a:moveTo>
                <a:lnTo>
                  <a:pt x="495300" y="276225"/>
                </a:lnTo>
                <a:lnTo>
                  <a:pt x="495300" y="285750"/>
                </a:lnTo>
                <a:lnTo>
                  <a:pt x="485775" y="285750"/>
                </a:lnTo>
                <a:close/>
                <a:moveTo>
                  <a:pt x="552450" y="276225"/>
                </a:moveTo>
                <a:lnTo>
                  <a:pt x="561975" y="276225"/>
                </a:lnTo>
                <a:lnTo>
                  <a:pt x="561975" y="314325"/>
                </a:lnTo>
                <a:lnTo>
                  <a:pt x="552450" y="314325"/>
                </a:lnTo>
                <a:close/>
                <a:moveTo>
                  <a:pt x="161925" y="285750"/>
                </a:moveTo>
                <a:lnTo>
                  <a:pt x="171450" y="285750"/>
                </a:lnTo>
                <a:lnTo>
                  <a:pt x="171450" y="333375"/>
                </a:lnTo>
                <a:lnTo>
                  <a:pt x="161925" y="333375"/>
                </a:lnTo>
                <a:close/>
                <a:moveTo>
                  <a:pt x="495300" y="285750"/>
                </a:moveTo>
                <a:lnTo>
                  <a:pt x="504825" y="285750"/>
                </a:lnTo>
                <a:lnTo>
                  <a:pt x="504825" y="323850"/>
                </a:lnTo>
                <a:lnTo>
                  <a:pt x="495300" y="323850"/>
                </a:lnTo>
                <a:close/>
                <a:moveTo>
                  <a:pt x="219075" y="323850"/>
                </a:moveTo>
                <a:lnTo>
                  <a:pt x="228600" y="323850"/>
                </a:lnTo>
                <a:lnTo>
                  <a:pt x="228600" y="342900"/>
                </a:lnTo>
                <a:lnTo>
                  <a:pt x="219075" y="342900"/>
                </a:lnTo>
                <a:close/>
                <a:moveTo>
                  <a:pt x="485775" y="342900"/>
                </a:moveTo>
                <a:lnTo>
                  <a:pt x="495300" y="342900"/>
                </a:lnTo>
                <a:lnTo>
                  <a:pt x="495300" y="352425"/>
                </a:lnTo>
                <a:lnTo>
                  <a:pt x="485775" y="352425"/>
                </a:lnTo>
                <a:close/>
                <a:moveTo>
                  <a:pt x="542925" y="352425"/>
                </a:moveTo>
                <a:lnTo>
                  <a:pt x="552450" y="352425"/>
                </a:lnTo>
                <a:lnTo>
                  <a:pt x="552450" y="361950"/>
                </a:lnTo>
                <a:lnTo>
                  <a:pt x="542925" y="361950"/>
                </a:lnTo>
                <a:close/>
                <a:moveTo>
                  <a:pt x="171450" y="361950"/>
                </a:moveTo>
                <a:lnTo>
                  <a:pt x="180975" y="361950"/>
                </a:lnTo>
                <a:lnTo>
                  <a:pt x="180975" y="371475"/>
                </a:lnTo>
                <a:lnTo>
                  <a:pt x="171450" y="371475"/>
                </a:lnTo>
                <a:close/>
                <a:moveTo>
                  <a:pt x="295275" y="361950"/>
                </a:moveTo>
                <a:lnTo>
                  <a:pt x="304800" y="361950"/>
                </a:lnTo>
                <a:lnTo>
                  <a:pt x="304800" y="371475"/>
                </a:lnTo>
                <a:lnTo>
                  <a:pt x="295275" y="371475"/>
                </a:lnTo>
                <a:close/>
                <a:moveTo>
                  <a:pt x="323850" y="361950"/>
                </a:moveTo>
                <a:lnTo>
                  <a:pt x="333375" y="361950"/>
                </a:lnTo>
                <a:lnTo>
                  <a:pt x="333375" y="371475"/>
                </a:lnTo>
                <a:lnTo>
                  <a:pt x="323850" y="371475"/>
                </a:lnTo>
                <a:close/>
                <a:moveTo>
                  <a:pt x="390525" y="361950"/>
                </a:moveTo>
                <a:lnTo>
                  <a:pt x="400050" y="361950"/>
                </a:lnTo>
                <a:lnTo>
                  <a:pt x="400050" y="371475"/>
                </a:lnTo>
                <a:lnTo>
                  <a:pt x="390525" y="371475"/>
                </a:lnTo>
                <a:close/>
                <a:moveTo>
                  <a:pt x="476250" y="361950"/>
                </a:moveTo>
                <a:lnTo>
                  <a:pt x="485775" y="361950"/>
                </a:lnTo>
                <a:lnTo>
                  <a:pt x="485775" y="381000"/>
                </a:lnTo>
                <a:lnTo>
                  <a:pt x="476250" y="381000"/>
                </a:lnTo>
                <a:close/>
                <a:moveTo>
                  <a:pt x="352425" y="371475"/>
                </a:moveTo>
                <a:lnTo>
                  <a:pt x="371475" y="371475"/>
                </a:lnTo>
                <a:lnTo>
                  <a:pt x="371475" y="381000"/>
                </a:lnTo>
                <a:lnTo>
                  <a:pt x="352425" y="381000"/>
                </a:lnTo>
                <a:close/>
                <a:moveTo>
                  <a:pt x="533400" y="381000"/>
                </a:moveTo>
                <a:lnTo>
                  <a:pt x="542925" y="381000"/>
                </a:lnTo>
                <a:lnTo>
                  <a:pt x="542925" y="390525"/>
                </a:lnTo>
                <a:lnTo>
                  <a:pt x="533400" y="390525"/>
                </a:lnTo>
                <a:close/>
                <a:moveTo>
                  <a:pt x="714375" y="381000"/>
                </a:moveTo>
                <a:lnTo>
                  <a:pt x="723900" y="381000"/>
                </a:lnTo>
                <a:lnTo>
                  <a:pt x="723900" y="390525"/>
                </a:lnTo>
                <a:lnTo>
                  <a:pt x="714375" y="390525"/>
                </a:lnTo>
                <a:close/>
                <a:moveTo>
                  <a:pt x="762000" y="381000"/>
                </a:moveTo>
                <a:lnTo>
                  <a:pt x="771525" y="381000"/>
                </a:lnTo>
                <a:lnTo>
                  <a:pt x="771525" y="390525"/>
                </a:lnTo>
                <a:lnTo>
                  <a:pt x="762000" y="390525"/>
                </a:lnTo>
                <a:close/>
                <a:moveTo>
                  <a:pt x="180975" y="390525"/>
                </a:moveTo>
                <a:lnTo>
                  <a:pt x="190500" y="390525"/>
                </a:lnTo>
                <a:lnTo>
                  <a:pt x="190500" y="400050"/>
                </a:lnTo>
                <a:lnTo>
                  <a:pt x="180975" y="400050"/>
                </a:lnTo>
                <a:close/>
                <a:moveTo>
                  <a:pt x="247650" y="390525"/>
                </a:moveTo>
                <a:lnTo>
                  <a:pt x="257175" y="390525"/>
                </a:lnTo>
                <a:lnTo>
                  <a:pt x="257175" y="400050"/>
                </a:lnTo>
                <a:lnTo>
                  <a:pt x="247650" y="400050"/>
                </a:lnTo>
                <a:close/>
                <a:moveTo>
                  <a:pt x="695325" y="390525"/>
                </a:moveTo>
                <a:lnTo>
                  <a:pt x="704850" y="390525"/>
                </a:lnTo>
                <a:lnTo>
                  <a:pt x="704850" y="400050"/>
                </a:lnTo>
                <a:lnTo>
                  <a:pt x="695325" y="400050"/>
                </a:lnTo>
                <a:close/>
                <a:moveTo>
                  <a:pt x="781050" y="390525"/>
                </a:moveTo>
                <a:lnTo>
                  <a:pt x="790575" y="390525"/>
                </a:lnTo>
                <a:lnTo>
                  <a:pt x="790575" y="400050"/>
                </a:lnTo>
                <a:lnTo>
                  <a:pt x="781050" y="400050"/>
                </a:lnTo>
                <a:close/>
                <a:moveTo>
                  <a:pt x="400050" y="400050"/>
                </a:moveTo>
                <a:lnTo>
                  <a:pt x="409575" y="400050"/>
                </a:lnTo>
                <a:lnTo>
                  <a:pt x="409575" y="409575"/>
                </a:lnTo>
                <a:lnTo>
                  <a:pt x="400050" y="409575"/>
                </a:lnTo>
                <a:close/>
                <a:moveTo>
                  <a:pt x="457200" y="400050"/>
                </a:moveTo>
                <a:lnTo>
                  <a:pt x="466725" y="400050"/>
                </a:lnTo>
                <a:lnTo>
                  <a:pt x="466725" y="409575"/>
                </a:lnTo>
                <a:lnTo>
                  <a:pt x="457200" y="409575"/>
                </a:lnTo>
                <a:close/>
                <a:moveTo>
                  <a:pt x="523875" y="400050"/>
                </a:moveTo>
                <a:lnTo>
                  <a:pt x="533400" y="400050"/>
                </a:lnTo>
                <a:lnTo>
                  <a:pt x="533400" y="409575"/>
                </a:lnTo>
                <a:lnTo>
                  <a:pt x="523875" y="409575"/>
                </a:lnTo>
                <a:close/>
                <a:moveTo>
                  <a:pt x="685800" y="400050"/>
                </a:moveTo>
                <a:lnTo>
                  <a:pt x="695325" y="400050"/>
                </a:lnTo>
                <a:lnTo>
                  <a:pt x="695325" y="409575"/>
                </a:lnTo>
                <a:lnTo>
                  <a:pt x="685800" y="409575"/>
                </a:lnTo>
                <a:close/>
                <a:moveTo>
                  <a:pt x="790575" y="400050"/>
                </a:moveTo>
                <a:lnTo>
                  <a:pt x="800100" y="400050"/>
                </a:lnTo>
                <a:lnTo>
                  <a:pt x="800100" y="409575"/>
                </a:lnTo>
                <a:lnTo>
                  <a:pt x="790575" y="409575"/>
                </a:lnTo>
                <a:close/>
                <a:moveTo>
                  <a:pt x="333375" y="409575"/>
                </a:moveTo>
                <a:lnTo>
                  <a:pt x="342900" y="409575"/>
                </a:lnTo>
                <a:lnTo>
                  <a:pt x="342900" y="419100"/>
                </a:lnTo>
                <a:lnTo>
                  <a:pt x="333375" y="419100"/>
                </a:lnTo>
                <a:close/>
                <a:moveTo>
                  <a:pt x="371475" y="409575"/>
                </a:moveTo>
                <a:lnTo>
                  <a:pt x="390525" y="409575"/>
                </a:lnTo>
                <a:lnTo>
                  <a:pt x="390525" y="419100"/>
                </a:lnTo>
                <a:lnTo>
                  <a:pt x="371475" y="419100"/>
                </a:lnTo>
                <a:close/>
                <a:moveTo>
                  <a:pt x="447675" y="409575"/>
                </a:moveTo>
                <a:lnTo>
                  <a:pt x="457200" y="409575"/>
                </a:lnTo>
                <a:lnTo>
                  <a:pt x="457200" y="419100"/>
                </a:lnTo>
                <a:lnTo>
                  <a:pt x="447675" y="419100"/>
                </a:lnTo>
                <a:close/>
                <a:moveTo>
                  <a:pt x="200025" y="419100"/>
                </a:moveTo>
                <a:lnTo>
                  <a:pt x="209550" y="419100"/>
                </a:lnTo>
                <a:lnTo>
                  <a:pt x="209550" y="428625"/>
                </a:lnTo>
                <a:lnTo>
                  <a:pt x="200025" y="428625"/>
                </a:lnTo>
                <a:close/>
                <a:moveTo>
                  <a:pt x="438150" y="419100"/>
                </a:moveTo>
                <a:lnTo>
                  <a:pt x="447675" y="419100"/>
                </a:lnTo>
                <a:lnTo>
                  <a:pt x="447675" y="428625"/>
                </a:lnTo>
                <a:lnTo>
                  <a:pt x="438150" y="428625"/>
                </a:lnTo>
                <a:close/>
                <a:moveTo>
                  <a:pt x="676275" y="419100"/>
                </a:moveTo>
                <a:lnTo>
                  <a:pt x="685800" y="419100"/>
                </a:lnTo>
                <a:lnTo>
                  <a:pt x="685800" y="428625"/>
                </a:lnTo>
                <a:lnTo>
                  <a:pt x="676275" y="428625"/>
                </a:lnTo>
                <a:close/>
                <a:moveTo>
                  <a:pt x="800100" y="419100"/>
                </a:moveTo>
                <a:lnTo>
                  <a:pt x="809625" y="419100"/>
                </a:lnTo>
                <a:lnTo>
                  <a:pt x="809625" y="428625"/>
                </a:lnTo>
                <a:lnTo>
                  <a:pt x="800100" y="428625"/>
                </a:lnTo>
                <a:close/>
                <a:moveTo>
                  <a:pt x="209550" y="428625"/>
                </a:moveTo>
                <a:lnTo>
                  <a:pt x="219075" y="428625"/>
                </a:lnTo>
                <a:lnTo>
                  <a:pt x="219075" y="438150"/>
                </a:lnTo>
                <a:lnTo>
                  <a:pt x="209550" y="438150"/>
                </a:lnTo>
                <a:close/>
                <a:moveTo>
                  <a:pt x="285750" y="428625"/>
                </a:moveTo>
                <a:lnTo>
                  <a:pt x="295275" y="428625"/>
                </a:lnTo>
                <a:lnTo>
                  <a:pt x="295275" y="438150"/>
                </a:lnTo>
                <a:lnTo>
                  <a:pt x="285750" y="438150"/>
                </a:lnTo>
                <a:close/>
                <a:moveTo>
                  <a:pt x="504825" y="428625"/>
                </a:moveTo>
                <a:lnTo>
                  <a:pt x="514350" y="428625"/>
                </a:lnTo>
                <a:lnTo>
                  <a:pt x="514350" y="438150"/>
                </a:lnTo>
                <a:lnTo>
                  <a:pt x="504825" y="438150"/>
                </a:lnTo>
                <a:close/>
                <a:moveTo>
                  <a:pt x="304800" y="438150"/>
                </a:moveTo>
                <a:lnTo>
                  <a:pt x="314325" y="438150"/>
                </a:lnTo>
                <a:lnTo>
                  <a:pt x="314325" y="447675"/>
                </a:lnTo>
                <a:lnTo>
                  <a:pt x="304800" y="447675"/>
                </a:lnTo>
                <a:close/>
                <a:moveTo>
                  <a:pt x="409575" y="438150"/>
                </a:moveTo>
                <a:lnTo>
                  <a:pt x="419100" y="438150"/>
                </a:lnTo>
                <a:lnTo>
                  <a:pt x="419100" y="447675"/>
                </a:lnTo>
                <a:lnTo>
                  <a:pt x="409575" y="447675"/>
                </a:lnTo>
                <a:close/>
                <a:moveTo>
                  <a:pt x="495300" y="438150"/>
                </a:moveTo>
                <a:lnTo>
                  <a:pt x="504825" y="438150"/>
                </a:lnTo>
                <a:lnTo>
                  <a:pt x="504825" y="447675"/>
                </a:lnTo>
                <a:lnTo>
                  <a:pt x="495300" y="447675"/>
                </a:lnTo>
                <a:close/>
                <a:moveTo>
                  <a:pt x="628650" y="438150"/>
                </a:moveTo>
                <a:lnTo>
                  <a:pt x="638175" y="438150"/>
                </a:lnTo>
                <a:lnTo>
                  <a:pt x="638175" y="447675"/>
                </a:lnTo>
                <a:lnTo>
                  <a:pt x="628650" y="447675"/>
                </a:lnTo>
                <a:close/>
                <a:moveTo>
                  <a:pt x="333375" y="447675"/>
                </a:moveTo>
                <a:lnTo>
                  <a:pt x="381000" y="447675"/>
                </a:lnTo>
                <a:lnTo>
                  <a:pt x="381000" y="457200"/>
                </a:lnTo>
                <a:lnTo>
                  <a:pt x="333375" y="457200"/>
                </a:lnTo>
                <a:close/>
                <a:moveTo>
                  <a:pt x="485775" y="447675"/>
                </a:moveTo>
                <a:lnTo>
                  <a:pt x="495300" y="447675"/>
                </a:lnTo>
                <a:lnTo>
                  <a:pt x="495300" y="457200"/>
                </a:lnTo>
                <a:lnTo>
                  <a:pt x="485775" y="457200"/>
                </a:lnTo>
                <a:close/>
                <a:moveTo>
                  <a:pt x="638175" y="447675"/>
                </a:moveTo>
                <a:lnTo>
                  <a:pt x="647700" y="447675"/>
                </a:lnTo>
                <a:lnTo>
                  <a:pt x="647700" y="457200"/>
                </a:lnTo>
                <a:lnTo>
                  <a:pt x="638175" y="457200"/>
                </a:lnTo>
                <a:close/>
                <a:moveTo>
                  <a:pt x="657225" y="447675"/>
                </a:moveTo>
                <a:lnTo>
                  <a:pt x="666750" y="447675"/>
                </a:lnTo>
                <a:lnTo>
                  <a:pt x="666750" y="457200"/>
                </a:lnTo>
                <a:lnTo>
                  <a:pt x="657225" y="457200"/>
                </a:lnTo>
                <a:close/>
                <a:moveTo>
                  <a:pt x="476250" y="457200"/>
                </a:moveTo>
                <a:lnTo>
                  <a:pt x="485775" y="457200"/>
                </a:lnTo>
                <a:lnTo>
                  <a:pt x="485775" y="466725"/>
                </a:lnTo>
                <a:lnTo>
                  <a:pt x="476250" y="466725"/>
                </a:lnTo>
                <a:close/>
                <a:moveTo>
                  <a:pt x="247650" y="466725"/>
                </a:moveTo>
                <a:lnTo>
                  <a:pt x="257175" y="466725"/>
                </a:lnTo>
                <a:lnTo>
                  <a:pt x="257175" y="476250"/>
                </a:lnTo>
                <a:lnTo>
                  <a:pt x="247650" y="476250"/>
                </a:lnTo>
                <a:close/>
                <a:moveTo>
                  <a:pt x="466725" y="466725"/>
                </a:moveTo>
                <a:lnTo>
                  <a:pt x="476250" y="466725"/>
                </a:lnTo>
                <a:lnTo>
                  <a:pt x="476250" y="476250"/>
                </a:lnTo>
                <a:lnTo>
                  <a:pt x="466725" y="476250"/>
                </a:lnTo>
                <a:close/>
                <a:moveTo>
                  <a:pt x="447675" y="476250"/>
                </a:moveTo>
                <a:lnTo>
                  <a:pt x="457200" y="476250"/>
                </a:lnTo>
                <a:lnTo>
                  <a:pt x="457200" y="485775"/>
                </a:lnTo>
                <a:lnTo>
                  <a:pt x="447675" y="485775"/>
                </a:lnTo>
                <a:close/>
                <a:moveTo>
                  <a:pt x="800100" y="476250"/>
                </a:moveTo>
                <a:lnTo>
                  <a:pt x="809625" y="476250"/>
                </a:lnTo>
                <a:lnTo>
                  <a:pt x="809625" y="485775"/>
                </a:lnTo>
                <a:lnTo>
                  <a:pt x="800100" y="485775"/>
                </a:lnTo>
                <a:close/>
                <a:moveTo>
                  <a:pt x="285750" y="485775"/>
                </a:moveTo>
                <a:lnTo>
                  <a:pt x="295275" y="485775"/>
                </a:lnTo>
                <a:lnTo>
                  <a:pt x="295275" y="495300"/>
                </a:lnTo>
                <a:lnTo>
                  <a:pt x="285750" y="495300"/>
                </a:lnTo>
                <a:close/>
                <a:moveTo>
                  <a:pt x="428625" y="485775"/>
                </a:moveTo>
                <a:lnTo>
                  <a:pt x="438150" y="485775"/>
                </a:lnTo>
                <a:lnTo>
                  <a:pt x="438150" y="495300"/>
                </a:lnTo>
                <a:lnTo>
                  <a:pt x="428625" y="495300"/>
                </a:lnTo>
                <a:close/>
                <a:moveTo>
                  <a:pt x="590550" y="485775"/>
                </a:moveTo>
                <a:lnTo>
                  <a:pt x="600075" y="485775"/>
                </a:lnTo>
                <a:lnTo>
                  <a:pt x="600075" y="504825"/>
                </a:lnTo>
                <a:lnTo>
                  <a:pt x="590550" y="504825"/>
                </a:lnTo>
                <a:close/>
                <a:moveTo>
                  <a:pt x="314325" y="495300"/>
                </a:moveTo>
                <a:lnTo>
                  <a:pt x="323850" y="495300"/>
                </a:lnTo>
                <a:lnTo>
                  <a:pt x="323850" y="504825"/>
                </a:lnTo>
                <a:lnTo>
                  <a:pt x="314325" y="504825"/>
                </a:lnTo>
                <a:close/>
                <a:moveTo>
                  <a:pt x="400050" y="495300"/>
                </a:moveTo>
                <a:lnTo>
                  <a:pt x="409575" y="495300"/>
                </a:lnTo>
                <a:lnTo>
                  <a:pt x="409575" y="504825"/>
                </a:lnTo>
                <a:lnTo>
                  <a:pt x="400050" y="504825"/>
                </a:lnTo>
                <a:close/>
                <a:moveTo>
                  <a:pt x="781050" y="514350"/>
                </a:moveTo>
                <a:lnTo>
                  <a:pt x="790575" y="514350"/>
                </a:lnTo>
                <a:lnTo>
                  <a:pt x="790575" y="523875"/>
                </a:lnTo>
                <a:lnTo>
                  <a:pt x="781050" y="523875"/>
                </a:lnTo>
                <a:close/>
                <a:moveTo>
                  <a:pt x="333375" y="523875"/>
                </a:moveTo>
                <a:lnTo>
                  <a:pt x="381000" y="523875"/>
                </a:lnTo>
                <a:lnTo>
                  <a:pt x="381000" y="533400"/>
                </a:lnTo>
                <a:lnTo>
                  <a:pt x="333375" y="533400"/>
                </a:lnTo>
                <a:close/>
                <a:moveTo>
                  <a:pt x="257175" y="533400"/>
                </a:moveTo>
                <a:lnTo>
                  <a:pt x="276225" y="533400"/>
                </a:lnTo>
                <a:lnTo>
                  <a:pt x="276225" y="542925"/>
                </a:lnTo>
                <a:lnTo>
                  <a:pt x="257175" y="542925"/>
                </a:lnTo>
                <a:close/>
                <a:moveTo>
                  <a:pt x="447675" y="533400"/>
                </a:moveTo>
                <a:lnTo>
                  <a:pt x="466725" y="533400"/>
                </a:lnTo>
                <a:lnTo>
                  <a:pt x="466725" y="542925"/>
                </a:lnTo>
                <a:lnTo>
                  <a:pt x="447675" y="542925"/>
                </a:lnTo>
                <a:close/>
                <a:moveTo>
                  <a:pt x="600075" y="533400"/>
                </a:moveTo>
                <a:lnTo>
                  <a:pt x="609600" y="533400"/>
                </a:lnTo>
                <a:lnTo>
                  <a:pt x="609600" y="542925"/>
                </a:lnTo>
                <a:lnTo>
                  <a:pt x="600075" y="542925"/>
                </a:lnTo>
                <a:close/>
                <a:moveTo>
                  <a:pt x="219075" y="542925"/>
                </a:moveTo>
                <a:lnTo>
                  <a:pt x="228600" y="542925"/>
                </a:lnTo>
                <a:lnTo>
                  <a:pt x="228600" y="552450"/>
                </a:lnTo>
                <a:lnTo>
                  <a:pt x="219075" y="552450"/>
                </a:lnTo>
                <a:close/>
                <a:moveTo>
                  <a:pt x="485775" y="542925"/>
                </a:moveTo>
                <a:lnTo>
                  <a:pt x="495300" y="542925"/>
                </a:lnTo>
                <a:lnTo>
                  <a:pt x="495300" y="552450"/>
                </a:lnTo>
                <a:lnTo>
                  <a:pt x="485775" y="552450"/>
                </a:lnTo>
                <a:close/>
                <a:moveTo>
                  <a:pt x="762000" y="542925"/>
                </a:moveTo>
                <a:lnTo>
                  <a:pt x="771525" y="542925"/>
                </a:lnTo>
                <a:lnTo>
                  <a:pt x="771525" y="552450"/>
                </a:lnTo>
                <a:lnTo>
                  <a:pt x="762000" y="552450"/>
                </a:lnTo>
                <a:close/>
                <a:moveTo>
                  <a:pt x="200025" y="552450"/>
                </a:moveTo>
                <a:lnTo>
                  <a:pt x="209550" y="552450"/>
                </a:lnTo>
                <a:lnTo>
                  <a:pt x="209550" y="561975"/>
                </a:lnTo>
                <a:lnTo>
                  <a:pt x="200025" y="561975"/>
                </a:lnTo>
                <a:close/>
                <a:moveTo>
                  <a:pt x="609600" y="552450"/>
                </a:moveTo>
                <a:lnTo>
                  <a:pt x="619125" y="552450"/>
                </a:lnTo>
                <a:lnTo>
                  <a:pt x="619125" y="561975"/>
                </a:lnTo>
                <a:lnTo>
                  <a:pt x="609600" y="561975"/>
                </a:lnTo>
                <a:close/>
                <a:moveTo>
                  <a:pt x="752475" y="552450"/>
                </a:moveTo>
                <a:lnTo>
                  <a:pt x="762000" y="552450"/>
                </a:lnTo>
                <a:lnTo>
                  <a:pt x="762000" y="561975"/>
                </a:lnTo>
                <a:lnTo>
                  <a:pt x="752475" y="561975"/>
                </a:lnTo>
                <a:close/>
                <a:moveTo>
                  <a:pt x="171450" y="561975"/>
                </a:moveTo>
                <a:lnTo>
                  <a:pt x="180975" y="561975"/>
                </a:lnTo>
                <a:lnTo>
                  <a:pt x="180975" y="571500"/>
                </a:lnTo>
                <a:lnTo>
                  <a:pt x="171450" y="571500"/>
                </a:lnTo>
                <a:close/>
                <a:moveTo>
                  <a:pt x="742950" y="561975"/>
                </a:moveTo>
                <a:lnTo>
                  <a:pt x="752475" y="561975"/>
                </a:lnTo>
                <a:lnTo>
                  <a:pt x="752475" y="571500"/>
                </a:lnTo>
                <a:lnTo>
                  <a:pt x="742950" y="571500"/>
                </a:lnTo>
                <a:close/>
                <a:moveTo>
                  <a:pt x="161925" y="571500"/>
                </a:moveTo>
                <a:lnTo>
                  <a:pt x="171450" y="571500"/>
                </a:lnTo>
                <a:lnTo>
                  <a:pt x="171450" y="581025"/>
                </a:lnTo>
                <a:lnTo>
                  <a:pt x="161925" y="581025"/>
                </a:lnTo>
                <a:close/>
                <a:moveTo>
                  <a:pt x="733425" y="571500"/>
                </a:moveTo>
                <a:lnTo>
                  <a:pt x="742950" y="571500"/>
                </a:lnTo>
                <a:lnTo>
                  <a:pt x="742950" y="581025"/>
                </a:lnTo>
                <a:lnTo>
                  <a:pt x="733425" y="581025"/>
                </a:lnTo>
                <a:close/>
                <a:moveTo>
                  <a:pt x="142875" y="581025"/>
                </a:moveTo>
                <a:lnTo>
                  <a:pt x="152400" y="581025"/>
                </a:lnTo>
                <a:lnTo>
                  <a:pt x="152400" y="590550"/>
                </a:lnTo>
                <a:lnTo>
                  <a:pt x="142875" y="590550"/>
                </a:lnTo>
                <a:close/>
                <a:moveTo>
                  <a:pt x="638175" y="581025"/>
                </a:moveTo>
                <a:lnTo>
                  <a:pt x="647700" y="581025"/>
                </a:lnTo>
                <a:lnTo>
                  <a:pt x="647700" y="590550"/>
                </a:lnTo>
                <a:lnTo>
                  <a:pt x="638175" y="590550"/>
                </a:lnTo>
                <a:close/>
                <a:moveTo>
                  <a:pt x="714375" y="581025"/>
                </a:moveTo>
                <a:lnTo>
                  <a:pt x="723900" y="581025"/>
                </a:lnTo>
                <a:lnTo>
                  <a:pt x="723900" y="590550"/>
                </a:lnTo>
                <a:lnTo>
                  <a:pt x="714375" y="590550"/>
                </a:lnTo>
                <a:close/>
                <a:moveTo>
                  <a:pt x="133350" y="590550"/>
                </a:moveTo>
                <a:lnTo>
                  <a:pt x="142875" y="590550"/>
                </a:lnTo>
                <a:lnTo>
                  <a:pt x="142875" y="600075"/>
                </a:lnTo>
                <a:lnTo>
                  <a:pt x="133350" y="600075"/>
                </a:lnTo>
                <a:close/>
                <a:moveTo>
                  <a:pt x="657225" y="590550"/>
                </a:moveTo>
                <a:lnTo>
                  <a:pt x="704850" y="590550"/>
                </a:lnTo>
                <a:lnTo>
                  <a:pt x="704850" y="600075"/>
                </a:lnTo>
                <a:lnTo>
                  <a:pt x="657225" y="600075"/>
                </a:lnTo>
                <a:close/>
                <a:moveTo>
                  <a:pt x="571500" y="600075"/>
                </a:moveTo>
                <a:lnTo>
                  <a:pt x="581025" y="600075"/>
                </a:lnTo>
                <a:lnTo>
                  <a:pt x="581025" y="800100"/>
                </a:lnTo>
                <a:lnTo>
                  <a:pt x="571500" y="800100"/>
                </a:lnTo>
                <a:close/>
                <a:moveTo>
                  <a:pt x="609600" y="600075"/>
                </a:moveTo>
                <a:lnTo>
                  <a:pt x="619125" y="600075"/>
                </a:lnTo>
                <a:lnTo>
                  <a:pt x="619125" y="609600"/>
                </a:lnTo>
                <a:lnTo>
                  <a:pt x="609600" y="609600"/>
                </a:lnTo>
                <a:close/>
                <a:moveTo>
                  <a:pt x="600075" y="609600"/>
                </a:moveTo>
                <a:lnTo>
                  <a:pt x="609600" y="609600"/>
                </a:lnTo>
                <a:lnTo>
                  <a:pt x="609600" y="638175"/>
                </a:lnTo>
                <a:lnTo>
                  <a:pt x="600075" y="638175"/>
                </a:lnTo>
                <a:close/>
                <a:moveTo>
                  <a:pt x="628650" y="609600"/>
                </a:moveTo>
                <a:lnTo>
                  <a:pt x="647700" y="609600"/>
                </a:lnTo>
                <a:lnTo>
                  <a:pt x="647700" y="619125"/>
                </a:lnTo>
                <a:lnTo>
                  <a:pt x="628650" y="619125"/>
                </a:lnTo>
                <a:close/>
                <a:moveTo>
                  <a:pt x="723900" y="609600"/>
                </a:moveTo>
                <a:lnTo>
                  <a:pt x="733425" y="609600"/>
                </a:lnTo>
                <a:lnTo>
                  <a:pt x="733425" y="619125"/>
                </a:lnTo>
                <a:lnTo>
                  <a:pt x="723900" y="619125"/>
                </a:lnTo>
                <a:close/>
                <a:moveTo>
                  <a:pt x="666750" y="619125"/>
                </a:moveTo>
                <a:lnTo>
                  <a:pt x="695325" y="619125"/>
                </a:lnTo>
                <a:lnTo>
                  <a:pt x="695325" y="628650"/>
                </a:lnTo>
                <a:lnTo>
                  <a:pt x="666750" y="628650"/>
                </a:lnTo>
                <a:close/>
                <a:moveTo>
                  <a:pt x="733425" y="619125"/>
                </a:moveTo>
                <a:lnTo>
                  <a:pt x="742950" y="619125"/>
                </a:lnTo>
                <a:lnTo>
                  <a:pt x="742950" y="628650"/>
                </a:lnTo>
                <a:lnTo>
                  <a:pt x="733425" y="628650"/>
                </a:lnTo>
                <a:close/>
                <a:moveTo>
                  <a:pt x="95250" y="628650"/>
                </a:moveTo>
                <a:lnTo>
                  <a:pt x="104775" y="628650"/>
                </a:lnTo>
                <a:lnTo>
                  <a:pt x="104775" y="638175"/>
                </a:lnTo>
                <a:lnTo>
                  <a:pt x="95250" y="638175"/>
                </a:lnTo>
                <a:close/>
                <a:moveTo>
                  <a:pt x="76200" y="657225"/>
                </a:moveTo>
                <a:lnTo>
                  <a:pt x="85725" y="657225"/>
                </a:lnTo>
                <a:lnTo>
                  <a:pt x="85725" y="666750"/>
                </a:lnTo>
                <a:lnTo>
                  <a:pt x="76200" y="666750"/>
                </a:lnTo>
                <a:close/>
                <a:moveTo>
                  <a:pt x="66675" y="676275"/>
                </a:moveTo>
                <a:lnTo>
                  <a:pt x="76200" y="676275"/>
                </a:lnTo>
                <a:lnTo>
                  <a:pt x="76200" y="685800"/>
                </a:lnTo>
                <a:lnTo>
                  <a:pt x="66675" y="685800"/>
                </a:lnTo>
                <a:close/>
                <a:moveTo>
                  <a:pt x="57150" y="695325"/>
                </a:moveTo>
                <a:lnTo>
                  <a:pt x="66675" y="695325"/>
                </a:lnTo>
                <a:lnTo>
                  <a:pt x="66675" y="704850"/>
                </a:lnTo>
                <a:lnTo>
                  <a:pt x="57150" y="704850"/>
                </a:lnTo>
                <a:close/>
                <a:moveTo>
                  <a:pt x="600075" y="695325"/>
                </a:moveTo>
                <a:lnTo>
                  <a:pt x="609600" y="695325"/>
                </a:lnTo>
                <a:lnTo>
                  <a:pt x="609600" y="790575"/>
                </a:lnTo>
                <a:lnTo>
                  <a:pt x="600075" y="790575"/>
                </a:lnTo>
                <a:close/>
                <a:moveTo>
                  <a:pt x="47625" y="733425"/>
                </a:moveTo>
                <a:lnTo>
                  <a:pt x="57150" y="733425"/>
                </a:lnTo>
                <a:lnTo>
                  <a:pt x="57150" y="771525"/>
                </a:lnTo>
                <a:lnTo>
                  <a:pt x="47625" y="771525"/>
                </a:lnTo>
                <a:close/>
                <a:moveTo>
                  <a:pt x="733425" y="771525"/>
                </a:moveTo>
                <a:lnTo>
                  <a:pt x="742950" y="771525"/>
                </a:lnTo>
                <a:lnTo>
                  <a:pt x="742950" y="781050"/>
                </a:lnTo>
                <a:lnTo>
                  <a:pt x="733425" y="781050"/>
                </a:lnTo>
                <a:close/>
                <a:moveTo>
                  <a:pt x="57150" y="781050"/>
                </a:moveTo>
                <a:lnTo>
                  <a:pt x="66675" y="781050"/>
                </a:lnTo>
                <a:lnTo>
                  <a:pt x="66675" y="790575"/>
                </a:lnTo>
                <a:lnTo>
                  <a:pt x="57150" y="790575"/>
                </a:lnTo>
                <a:close/>
                <a:moveTo>
                  <a:pt x="66675" y="790575"/>
                </a:moveTo>
                <a:lnTo>
                  <a:pt x="76200" y="790575"/>
                </a:lnTo>
                <a:lnTo>
                  <a:pt x="76200" y="800100"/>
                </a:lnTo>
                <a:lnTo>
                  <a:pt x="66675" y="800100"/>
                </a:lnTo>
                <a:close/>
                <a:moveTo>
                  <a:pt x="609600" y="790575"/>
                </a:moveTo>
                <a:lnTo>
                  <a:pt x="619125" y="790575"/>
                </a:lnTo>
                <a:lnTo>
                  <a:pt x="619125" y="800100"/>
                </a:lnTo>
                <a:lnTo>
                  <a:pt x="609600" y="800100"/>
                </a:lnTo>
                <a:close/>
                <a:moveTo>
                  <a:pt x="85725" y="800100"/>
                </a:moveTo>
                <a:lnTo>
                  <a:pt x="571500" y="800100"/>
                </a:lnTo>
                <a:lnTo>
                  <a:pt x="571500" y="809625"/>
                </a:lnTo>
                <a:lnTo>
                  <a:pt x="85725" y="809625"/>
                </a:lnTo>
                <a:close/>
                <a:moveTo>
                  <a:pt x="619125" y="800100"/>
                </a:moveTo>
                <a:lnTo>
                  <a:pt x="704850" y="800100"/>
                </a:lnTo>
                <a:lnTo>
                  <a:pt x="704850" y="809625"/>
                </a:lnTo>
                <a:lnTo>
                  <a:pt x="619125" y="809625"/>
                </a:lnTo>
                <a:close/>
              </a:path>
            </a:pathLst>
          </a:custGeom>
          <a:solidFill xmlns:a="http://schemas.openxmlformats.org/drawingml/2006/main">
            <a:srgbClr val="F7D5BE"/>
          </a:solidFill>
          <a:ln xmlns:a="http://schemas.openxmlformats.org/drawingml/2006/main" w="0">
            <a:noFill/>
          </a:ln>
        </p:spPr>
      </p:sp>
      <p:sp>
        <p:nvSpPr>
          <p:cNvPr id="29" name="impact vector #cda188">
            <a:extLst xmlns:a="http://schemas.openxmlformats.org/drawingml/2006/main">
              <a:ext uri="{FF2B5EF4-FFF2-40B4-BE49-F238E27FC236}">
                <a16:creationId xmlns:a16="http://schemas.microsoft.com/office/drawing/2014/main" id="{7DBAD41D-39B2-47C6-961D-C8F4C049CA4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000250" y="1524000"/>
            <a:ext cx="857250" cy="847725"/>
          </a:xfrm>
          <a:custGeom xmlns:a="http://schemas.openxmlformats.org/drawingml/2006/main">
            <a:pathLst>
              <a:path w="857250" h="847725">
                <a:moveTo>
                  <a:pt x="209550" y="47625"/>
                </a:moveTo>
                <a:lnTo>
                  <a:pt x="219075" y="47625"/>
                </a:lnTo>
                <a:lnTo>
                  <a:pt x="219075" y="57150"/>
                </a:lnTo>
                <a:lnTo>
                  <a:pt x="209550" y="57150"/>
                </a:lnTo>
                <a:close/>
                <a:moveTo>
                  <a:pt x="495300" y="47625"/>
                </a:moveTo>
                <a:lnTo>
                  <a:pt x="504825" y="47625"/>
                </a:lnTo>
                <a:lnTo>
                  <a:pt x="504825" y="57150"/>
                </a:lnTo>
                <a:lnTo>
                  <a:pt x="495300" y="57150"/>
                </a:lnTo>
                <a:close/>
                <a:moveTo>
                  <a:pt x="180975" y="76200"/>
                </a:moveTo>
                <a:lnTo>
                  <a:pt x="190500" y="76200"/>
                </a:lnTo>
                <a:lnTo>
                  <a:pt x="190500" y="85725"/>
                </a:lnTo>
                <a:lnTo>
                  <a:pt x="180975" y="85725"/>
                </a:lnTo>
                <a:close/>
                <a:moveTo>
                  <a:pt x="533400" y="95250"/>
                </a:moveTo>
                <a:lnTo>
                  <a:pt x="542925" y="95250"/>
                </a:lnTo>
                <a:lnTo>
                  <a:pt x="542925" y="104775"/>
                </a:lnTo>
                <a:lnTo>
                  <a:pt x="533400" y="104775"/>
                </a:lnTo>
                <a:close/>
                <a:moveTo>
                  <a:pt x="171450" y="104775"/>
                </a:moveTo>
                <a:lnTo>
                  <a:pt x="180975" y="104775"/>
                </a:lnTo>
                <a:lnTo>
                  <a:pt x="180975" y="114300"/>
                </a:lnTo>
                <a:lnTo>
                  <a:pt x="171450" y="114300"/>
                </a:lnTo>
                <a:close/>
                <a:moveTo>
                  <a:pt x="161925" y="123825"/>
                </a:moveTo>
                <a:lnTo>
                  <a:pt x="171450" y="123825"/>
                </a:lnTo>
                <a:lnTo>
                  <a:pt x="171450" y="133350"/>
                </a:lnTo>
                <a:lnTo>
                  <a:pt x="161925" y="133350"/>
                </a:lnTo>
                <a:close/>
                <a:moveTo>
                  <a:pt x="552450" y="142875"/>
                </a:moveTo>
                <a:lnTo>
                  <a:pt x="561975" y="142875"/>
                </a:lnTo>
                <a:lnTo>
                  <a:pt x="561975" y="152400"/>
                </a:lnTo>
                <a:lnTo>
                  <a:pt x="552450" y="152400"/>
                </a:lnTo>
                <a:close/>
                <a:moveTo>
                  <a:pt x="152400" y="152400"/>
                </a:moveTo>
                <a:lnTo>
                  <a:pt x="161925" y="152400"/>
                </a:lnTo>
                <a:lnTo>
                  <a:pt x="161925" y="161925"/>
                </a:lnTo>
                <a:lnTo>
                  <a:pt x="152400" y="161925"/>
                </a:lnTo>
                <a:close/>
                <a:moveTo>
                  <a:pt x="561975" y="161925"/>
                </a:moveTo>
                <a:lnTo>
                  <a:pt x="571500" y="161925"/>
                </a:lnTo>
                <a:lnTo>
                  <a:pt x="571500" y="171450"/>
                </a:lnTo>
                <a:lnTo>
                  <a:pt x="561975" y="171450"/>
                </a:lnTo>
                <a:close/>
                <a:moveTo>
                  <a:pt x="142875" y="171450"/>
                </a:moveTo>
                <a:lnTo>
                  <a:pt x="152400" y="171450"/>
                </a:lnTo>
                <a:lnTo>
                  <a:pt x="152400" y="180975"/>
                </a:lnTo>
                <a:lnTo>
                  <a:pt x="142875" y="180975"/>
                </a:lnTo>
                <a:close/>
                <a:moveTo>
                  <a:pt x="571500" y="180975"/>
                </a:moveTo>
                <a:lnTo>
                  <a:pt x="581025" y="180975"/>
                </a:lnTo>
                <a:lnTo>
                  <a:pt x="581025" y="190500"/>
                </a:lnTo>
                <a:lnTo>
                  <a:pt x="571500" y="190500"/>
                </a:lnTo>
                <a:close/>
                <a:moveTo>
                  <a:pt x="133350" y="200025"/>
                </a:moveTo>
                <a:lnTo>
                  <a:pt x="142875" y="200025"/>
                </a:lnTo>
                <a:lnTo>
                  <a:pt x="142875" y="209550"/>
                </a:lnTo>
                <a:lnTo>
                  <a:pt x="133350" y="209550"/>
                </a:lnTo>
                <a:close/>
                <a:moveTo>
                  <a:pt x="581025" y="209550"/>
                </a:moveTo>
                <a:lnTo>
                  <a:pt x="590550" y="209550"/>
                </a:lnTo>
                <a:lnTo>
                  <a:pt x="590550" y="238125"/>
                </a:lnTo>
                <a:lnTo>
                  <a:pt x="581025" y="238125"/>
                </a:lnTo>
                <a:close/>
                <a:moveTo>
                  <a:pt x="133350" y="238125"/>
                </a:moveTo>
                <a:lnTo>
                  <a:pt x="142875" y="238125"/>
                </a:lnTo>
                <a:lnTo>
                  <a:pt x="142875" y="247650"/>
                </a:lnTo>
                <a:lnTo>
                  <a:pt x="133350" y="247650"/>
                </a:lnTo>
                <a:close/>
                <a:moveTo>
                  <a:pt x="571500" y="247650"/>
                </a:moveTo>
                <a:lnTo>
                  <a:pt x="581025" y="247650"/>
                </a:lnTo>
                <a:lnTo>
                  <a:pt x="581025" y="257175"/>
                </a:lnTo>
                <a:lnTo>
                  <a:pt x="571500" y="257175"/>
                </a:lnTo>
                <a:close/>
                <a:moveTo>
                  <a:pt x="342900" y="257175"/>
                </a:moveTo>
                <a:lnTo>
                  <a:pt x="371475" y="257175"/>
                </a:lnTo>
                <a:lnTo>
                  <a:pt x="371475" y="266700"/>
                </a:lnTo>
                <a:lnTo>
                  <a:pt x="342900" y="266700"/>
                </a:lnTo>
                <a:close/>
                <a:moveTo>
                  <a:pt x="457200" y="257175"/>
                </a:moveTo>
                <a:lnTo>
                  <a:pt x="476250" y="257175"/>
                </a:lnTo>
                <a:lnTo>
                  <a:pt x="476250" y="266700"/>
                </a:lnTo>
                <a:lnTo>
                  <a:pt x="457200" y="266700"/>
                </a:lnTo>
                <a:close/>
                <a:moveTo>
                  <a:pt x="228600" y="266700"/>
                </a:moveTo>
                <a:lnTo>
                  <a:pt x="238125" y="266700"/>
                </a:lnTo>
                <a:lnTo>
                  <a:pt x="238125" y="276225"/>
                </a:lnTo>
                <a:lnTo>
                  <a:pt x="228600" y="276225"/>
                </a:lnTo>
                <a:close/>
                <a:moveTo>
                  <a:pt x="333375" y="266700"/>
                </a:moveTo>
                <a:lnTo>
                  <a:pt x="342900" y="266700"/>
                </a:lnTo>
                <a:lnTo>
                  <a:pt x="342900" y="276225"/>
                </a:lnTo>
                <a:lnTo>
                  <a:pt x="333375" y="276225"/>
                </a:lnTo>
                <a:close/>
                <a:moveTo>
                  <a:pt x="371475" y="266700"/>
                </a:moveTo>
                <a:lnTo>
                  <a:pt x="381000" y="266700"/>
                </a:lnTo>
                <a:lnTo>
                  <a:pt x="381000" y="276225"/>
                </a:lnTo>
                <a:lnTo>
                  <a:pt x="371475" y="276225"/>
                </a:lnTo>
                <a:close/>
                <a:moveTo>
                  <a:pt x="447675" y="266700"/>
                </a:moveTo>
                <a:lnTo>
                  <a:pt x="457200" y="266700"/>
                </a:lnTo>
                <a:lnTo>
                  <a:pt x="457200" y="276225"/>
                </a:lnTo>
                <a:lnTo>
                  <a:pt x="447675" y="276225"/>
                </a:lnTo>
                <a:close/>
                <a:moveTo>
                  <a:pt x="161925" y="276225"/>
                </a:moveTo>
                <a:lnTo>
                  <a:pt x="171450" y="276225"/>
                </a:lnTo>
                <a:lnTo>
                  <a:pt x="171450" y="285750"/>
                </a:lnTo>
                <a:lnTo>
                  <a:pt x="161925" y="285750"/>
                </a:lnTo>
                <a:close/>
                <a:moveTo>
                  <a:pt x="219075" y="276225"/>
                </a:moveTo>
                <a:lnTo>
                  <a:pt x="228600" y="276225"/>
                </a:lnTo>
                <a:lnTo>
                  <a:pt x="228600" y="285750"/>
                </a:lnTo>
                <a:lnTo>
                  <a:pt x="219075" y="285750"/>
                </a:lnTo>
                <a:close/>
                <a:moveTo>
                  <a:pt x="285750" y="276225"/>
                </a:moveTo>
                <a:lnTo>
                  <a:pt x="323850" y="276225"/>
                </a:lnTo>
                <a:lnTo>
                  <a:pt x="323850" y="285750"/>
                </a:lnTo>
                <a:lnTo>
                  <a:pt x="285750" y="285750"/>
                </a:lnTo>
                <a:close/>
                <a:moveTo>
                  <a:pt x="390525" y="276225"/>
                </a:moveTo>
                <a:lnTo>
                  <a:pt x="438150" y="276225"/>
                </a:lnTo>
                <a:lnTo>
                  <a:pt x="438150" y="285750"/>
                </a:lnTo>
                <a:lnTo>
                  <a:pt x="390525" y="285750"/>
                </a:lnTo>
                <a:close/>
                <a:moveTo>
                  <a:pt x="209550" y="285750"/>
                </a:moveTo>
                <a:lnTo>
                  <a:pt x="219075" y="285750"/>
                </a:lnTo>
                <a:lnTo>
                  <a:pt x="219075" y="304800"/>
                </a:lnTo>
                <a:lnTo>
                  <a:pt x="209550" y="304800"/>
                </a:lnTo>
                <a:close/>
                <a:moveTo>
                  <a:pt x="495300" y="323850"/>
                </a:moveTo>
                <a:lnTo>
                  <a:pt x="504825" y="323850"/>
                </a:lnTo>
                <a:lnTo>
                  <a:pt x="504825" y="342900"/>
                </a:lnTo>
                <a:lnTo>
                  <a:pt x="495300" y="342900"/>
                </a:lnTo>
                <a:close/>
                <a:moveTo>
                  <a:pt x="542925" y="333375"/>
                </a:moveTo>
                <a:lnTo>
                  <a:pt x="552450" y="333375"/>
                </a:lnTo>
                <a:lnTo>
                  <a:pt x="552450" y="352425"/>
                </a:lnTo>
                <a:lnTo>
                  <a:pt x="542925" y="352425"/>
                </a:lnTo>
                <a:close/>
                <a:moveTo>
                  <a:pt x="219075" y="342900"/>
                </a:moveTo>
                <a:lnTo>
                  <a:pt x="228600" y="342900"/>
                </a:lnTo>
                <a:lnTo>
                  <a:pt x="228600" y="352425"/>
                </a:lnTo>
                <a:lnTo>
                  <a:pt x="219075" y="352425"/>
                </a:lnTo>
                <a:close/>
                <a:moveTo>
                  <a:pt x="171450" y="352425"/>
                </a:moveTo>
                <a:lnTo>
                  <a:pt x="180975" y="352425"/>
                </a:lnTo>
                <a:lnTo>
                  <a:pt x="180975" y="361950"/>
                </a:lnTo>
                <a:lnTo>
                  <a:pt x="171450" y="361950"/>
                </a:lnTo>
                <a:close/>
                <a:moveTo>
                  <a:pt x="485775" y="352425"/>
                </a:moveTo>
                <a:lnTo>
                  <a:pt x="495300" y="352425"/>
                </a:lnTo>
                <a:lnTo>
                  <a:pt x="495300" y="361950"/>
                </a:lnTo>
                <a:lnTo>
                  <a:pt x="485775" y="361950"/>
                </a:lnTo>
                <a:close/>
                <a:moveTo>
                  <a:pt x="228600" y="361950"/>
                </a:moveTo>
                <a:lnTo>
                  <a:pt x="238125" y="361950"/>
                </a:lnTo>
                <a:lnTo>
                  <a:pt x="238125" y="371475"/>
                </a:lnTo>
                <a:lnTo>
                  <a:pt x="228600" y="371475"/>
                </a:lnTo>
                <a:close/>
                <a:moveTo>
                  <a:pt x="304800" y="361950"/>
                </a:moveTo>
                <a:lnTo>
                  <a:pt x="323850" y="361950"/>
                </a:lnTo>
                <a:lnTo>
                  <a:pt x="323850" y="371475"/>
                </a:lnTo>
                <a:lnTo>
                  <a:pt x="304800" y="371475"/>
                </a:lnTo>
                <a:close/>
                <a:moveTo>
                  <a:pt x="333375" y="371475"/>
                </a:moveTo>
                <a:lnTo>
                  <a:pt x="352425" y="371475"/>
                </a:lnTo>
                <a:lnTo>
                  <a:pt x="352425" y="381000"/>
                </a:lnTo>
                <a:lnTo>
                  <a:pt x="333375" y="381000"/>
                </a:lnTo>
                <a:close/>
                <a:moveTo>
                  <a:pt x="371475" y="371475"/>
                </a:moveTo>
                <a:lnTo>
                  <a:pt x="381000" y="371475"/>
                </a:lnTo>
                <a:lnTo>
                  <a:pt x="381000" y="381000"/>
                </a:lnTo>
                <a:lnTo>
                  <a:pt x="371475" y="381000"/>
                </a:lnTo>
                <a:close/>
                <a:moveTo>
                  <a:pt x="419100" y="371475"/>
                </a:moveTo>
                <a:lnTo>
                  <a:pt x="428625" y="371475"/>
                </a:lnTo>
                <a:lnTo>
                  <a:pt x="428625" y="390525"/>
                </a:lnTo>
                <a:lnTo>
                  <a:pt x="419100" y="390525"/>
                </a:lnTo>
                <a:close/>
                <a:moveTo>
                  <a:pt x="533400" y="371475"/>
                </a:moveTo>
                <a:lnTo>
                  <a:pt x="542925" y="371475"/>
                </a:lnTo>
                <a:lnTo>
                  <a:pt x="542925" y="381000"/>
                </a:lnTo>
                <a:lnTo>
                  <a:pt x="533400" y="381000"/>
                </a:lnTo>
                <a:close/>
                <a:moveTo>
                  <a:pt x="180975" y="381000"/>
                </a:moveTo>
                <a:lnTo>
                  <a:pt x="190500" y="381000"/>
                </a:lnTo>
                <a:lnTo>
                  <a:pt x="190500" y="390525"/>
                </a:lnTo>
                <a:lnTo>
                  <a:pt x="180975" y="390525"/>
                </a:lnTo>
                <a:close/>
                <a:moveTo>
                  <a:pt x="238125" y="381000"/>
                </a:moveTo>
                <a:lnTo>
                  <a:pt x="247650" y="381000"/>
                </a:lnTo>
                <a:lnTo>
                  <a:pt x="247650" y="390525"/>
                </a:lnTo>
                <a:lnTo>
                  <a:pt x="238125" y="390525"/>
                </a:lnTo>
                <a:close/>
                <a:moveTo>
                  <a:pt x="723900" y="381000"/>
                </a:moveTo>
                <a:lnTo>
                  <a:pt x="762000" y="381000"/>
                </a:lnTo>
                <a:lnTo>
                  <a:pt x="762000" y="390525"/>
                </a:lnTo>
                <a:lnTo>
                  <a:pt x="723900" y="390525"/>
                </a:lnTo>
                <a:close/>
                <a:moveTo>
                  <a:pt x="409575" y="390525"/>
                </a:moveTo>
                <a:lnTo>
                  <a:pt x="419100" y="390525"/>
                </a:lnTo>
                <a:lnTo>
                  <a:pt x="419100" y="400050"/>
                </a:lnTo>
                <a:lnTo>
                  <a:pt x="409575" y="400050"/>
                </a:lnTo>
                <a:close/>
                <a:moveTo>
                  <a:pt x="466725" y="390525"/>
                </a:moveTo>
                <a:lnTo>
                  <a:pt x="476250" y="390525"/>
                </a:lnTo>
                <a:lnTo>
                  <a:pt x="476250" y="400050"/>
                </a:lnTo>
                <a:lnTo>
                  <a:pt x="466725" y="400050"/>
                </a:lnTo>
                <a:close/>
                <a:moveTo>
                  <a:pt x="523875" y="390525"/>
                </a:moveTo>
                <a:lnTo>
                  <a:pt x="533400" y="390525"/>
                </a:lnTo>
                <a:lnTo>
                  <a:pt x="533400" y="400050"/>
                </a:lnTo>
                <a:lnTo>
                  <a:pt x="523875" y="400050"/>
                </a:lnTo>
                <a:close/>
                <a:moveTo>
                  <a:pt x="771525" y="390525"/>
                </a:moveTo>
                <a:lnTo>
                  <a:pt x="781050" y="390525"/>
                </a:lnTo>
                <a:lnTo>
                  <a:pt x="781050" y="400050"/>
                </a:lnTo>
                <a:lnTo>
                  <a:pt x="771525" y="400050"/>
                </a:lnTo>
                <a:close/>
                <a:moveTo>
                  <a:pt x="190500" y="400050"/>
                </a:moveTo>
                <a:lnTo>
                  <a:pt x="200025" y="400050"/>
                </a:lnTo>
                <a:lnTo>
                  <a:pt x="200025" y="409575"/>
                </a:lnTo>
                <a:lnTo>
                  <a:pt x="190500" y="409575"/>
                </a:lnTo>
                <a:close/>
                <a:moveTo>
                  <a:pt x="247650" y="400050"/>
                </a:moveTo>
                <a:lnTo>
                  <a:pt x="257175" y="400050"/>
                </a:lnTo>
                <a:lnTo>
                  <a:pt x="257175" y="409575"/>
                </a:lnTo>
                <a:lnTo>
                  <a:pt x="247650" y="409575"/>
                </a:lnTo>
                <a:close/>
                <a:moveTo>
                  <a:pt x="314325" y="400050"/>
                </a:moveTo>
                <a:lnTo>
                  <a:pt x="323850" y="400050"/>
                </a:lnTo>
                <a:lnTo>
                  <a:pt x="323850" y="409575"/>
                </a:lnTo>
                <a:lnTo>
                  <a:pt x="314325" y="409575"/>
                </a:lnTo>
                <a:close/>
                <a:moveTo>
                  <a:pt x="781050" y="400050"/>
                </a:moveTo>
                <a:lnTo>
                  <a:pt x="790575" y="400050"/>
                </a:lnTo>
                <a:lnTo>
                  <a:pt x="790575" y="409575"/>
                </a:lnTo>
                <a:lnTo>
                  <a:pt x="781050" y="409575"/>
                </a:lnTo>
                <a:close/>
                <a:moveTo>
                  <a:pt x="257175" y="409575"/>
                </a:moveTo>
                <a:lnTo>
                  <a:pt x="266700" y="409575"/>
                </a:lnTo>
                <a:lnTo>
                  <a:pt x="266700" y="419100"/>
                </a:lnTo>
                <a:lnTo>
                  <a:pt x="257175" y="419100"/>
                </a:lnTo>
                <a:close/>
                <a:moveTo>
                  <a:pt x="342900" y="409575"/>
                </a:moveTo>
                <a:lnTo>
                  <a:pt x="371475" y="409575"/>
                </a:lnTo>
                <a:lnTo>
                  <a:pt x="371475" y="419100"/>
                </a:lnTo>
                <a:lnTo>
                  <a:pt x="342900" y="419100"/>
                </a:lnTo>
                <a:close/>
                <a:moveTo>
                  <a:pt x="514350" y="409575"/>
                </a:moveTo>
                <a:lnTo>
                  <a:pt x="523875" y="409575"/>
                </a:lnTo>
                <a:lnTo>
                  <a:pt x="523875" y="419100"/>
                </a:lnTo>
                <a:lnTo>
                  <a:pt x="514350" y="419100"/>
                </a:lnTo>
                <a:close/>
                <a:moveTo>
                  <a:pt x="685800" y="409575"/>
                </a:moveTo>
                <a:lnTo>
                  <a:pt x="695325" y="409575"/>
                </a:lnTo>
                <a:lnTo>
                  <a:pt x="695325" y="419100"/>
                </a:lnTo>
                <a:lnTo>
                  <a:pt x="685800" y="419100"/>
                </a:lnTo>
                <a:close/>
                <a:moveTo>
                  <a:pt x="790575" y="409575"/>
                </a:moveTo>
                <a:lnTo>
                  <a:pt x="800100" y="409575"/>
                </a:lnTo>
                <a:lnTo>
                  <a:pt x="800100" y="419100"/>
                </a:lnTo>
                <a:lnTo>
                  <a:pt x="790575" y="419100"/>
                </a:lnTo>
                <a:close/>
                <a:moveTo>
                  <a:pt x="266700" y="419100"/>
                </a:moveTo>
                <a:lnTo>
                  <a:pt x="276225" y="419100"/>
                </a:lnTo>
                <a:lnTo>
                  <a:pt x="276225" y="428625"/>
                </a:lnTo>
                <a:lnTo>
                  <a:pt x="266700" y="428625"/>
                </a:lnTo>
                <a:close/>
                <a:moveTo>
                  <a:pt x="428625" y="428625"/>
                </a:moveTo>
                <a:lnTo>
                  <a:pt x="438150" y="428625"/>
                </a:lnTo>
                <a:lnTo>
                  <a:pt x="438150" y="438150"/>
                </a:lnTo>
                <a:lnTo>
                  <a:pt x="428625" y="438150"/>
                </a:lnTo>
                <a:close/>
                <a:moveTo>
                  <a:pt x="800100" y="428625"/>
                </a:moveTo>
                <a:lnTo>
                  <a:pt x="809625" y="428625"/>
                </a:lnTo>
                <a:lnTo>
                  <a:pt x="809625" y="476250"/>
                </a:lnTo>
                <a:lnTo>
                  <a:pt x="800100" y="476250"/>
                </a:lnTo>
                <a:close/>
                <a:moveTo>
                  <a:pt x="219075" y="438150"/>
                </a:moveTo>
                <a:lnTo>
                  <a:pt x="228600" y="438150"/>
                </a:lnTo>
                <a:lnTo>
                  <a:pt x="228600" y="447675"/>
                </a:lnTo>
                <a:lnTo>
                  <a:pt x="219075" y="447675"/>
                </a:lnTo>
                <a:close/>
                <a:moveTo>
                  <a:pt x="295275" y="438150"/>
                </a:moveTo>
                <a:lnTo>
                  <a:pt x="304800" y="438150"/>
                </a:lnTo>
                <a:lnTo>
                  <a:pt x="304800" y="447675"/>
                </a:lnTo>
                <a:lnTo>
                  <a:pt x="295275" y="447675"/>
                </a:lnTo>
                <a:close/>
                <a:moveTo>
                  <a:pt x="600075" y="438150"/>
                </a:moveTo>
                <a:lnTo>
                  <a:pt x="628650" y="438150"/>
                </a:lnTo>
                <a:lnTo>
                  <a:pt x="628650" y="447675"/>
                </a:lnTo>
                <a:lnTo>
                  <a:pt x="600075" y="447675"/>
                </a:lnTo>
                <a:close/>
                <a:moveTo>
                  <a:pt x="666750" y="438150"/>
                </a:moveTo>
                <a:lnTo>
                  <a:pt x="676275" y="438150"/>
                </a:lnTo>
                <a:lnTo>
                  <a:pt x="676275" y="447675"/>
                </a:lnTo>
                <a:lnTo>
                  <a:pt x="666750" y="447675"/>
                </a:lnTo>
                <a:close/>
                <a:moveTo>
                  <a:pt x="228600" y="447675"/>
                </a:moveTo>
                <a:lnTo>
                  <a:pt x="238125" y="447675"/>
                </a:lnTo>
                <a:lnTo>
                  <a:pt x="238125" y="457200"/>
                </a:lnTo>
                <a:lnTo>
                  <a:pt x="228600" y="457200"/>
                </a:lnTo>
                <a:close/>
                <a:moveTo>
                  <a:pt x="323850" y="447675"/>
                </a:moveTo>
                <a:lnTo>
                  <a:pt x="333375" y="447675"/>
                </a:lnTo>
                <a:lnTo>
                  <a:pt x="333375" y="457200"/>
                </a:lnTo>
                <a:lnTo>
                  <a:pt x="323850" y="457200"/>
                </a:lnTo>
                <a:close/>
                <a:moveTo>
                  <a:pt x="381000" y="447675"/>
                </a:moveTo>
                <a:lnTo>
                  <a:pt x="400050" y="447675"/>
                </a:lnTo>
                <a:lnTo>
                  <a:pt x="400050" y="457200"/>
                </a:lnTo>
                <a:lnTo>
                  <a:pt x="381000" y="457200"/>
                </a:lnTo>
                <a:close/>
                <a:moveTo>
                  <a:pt x="590550" y="447675"/>
                </a:moveTo>
                <a:lnTo>
                  <a:pt x="600075" y="447675"/>
                </a:lnTo>
                <a:lnTo>
                  <a:pt x="600075" y="485775"/>
                </a:lnTo>
                <a:lnTo>
                  <a:pt x="590550" y="485775"/>
                </a:lnTo>
                <a:close/>
                <a:moveTo>
                  <a:pt x="628650" y="447675"/>
                </a:moveTo>
                <a:lnTo>
                  <a:pt x="638175" y="447675"/>
                </a:lnTo>
                <a:lnTo>
                  <a:pt x="638175" y="457200"/>
                </a:lnTo>
                <a:lnTo>
                  <a:pt x="628650" y="457200"/>
                </a:lnTo>
                <a:close/>
                <a:moveTo>
                  <a:pt x="238125" y="457200"/>
                </a:moveTo>
                <a:lnTo>
                  <a:pt x="247650" y="457200"/>
                </a:lnTo>
                <a:lnTo>
                  <a:pt x="247650" y="466725"/>
                </a:lnTo>
                <a:lnTo>
                  <a:pt x="238125" y="466725"/>
                </a:lnTo>
                <a:close/>
                <a:moveTo>
                  <a:pt x="638175" y="457200"/>
                </a:moveTo>
                <a:lnTo>
                  <a:pt x="666750" y="457200"/>
                </a:lnTo>
                <a:lnTo>
                  <a:pt x="666750" y="466725"/>
                </a:lnTo>
                <a:lnTo>
                  <a:pt x="638175" y="466725"/>
                </a:lnTo>
                <a:close/>
                <a:moveTo>
                  <a:pt x="457200" y="466725"/>
                </a:moveTo>
                <a:lnTo>
                  <a:pt x="466725" y="466725"/>
                </a:lnTo>
                <a:lnTo>
                  <a:pt x="466725" y="476250"/>
                </a:lnTo>
                <a:lnTo>
                  <a:pt x="457200" y="476250"/>
                </a:lnTo>
                <a:close/>
                <a:moveTo>
                  <a:pt x="266700" y="476250"/>
                </a:moveTo>
                <a:lnTo>
                  <a:pt x="276225" y="476250"/>
                </a:lnTo>
                <a:lnTo>
                  <a:pt x="276225" y="485775"/>
                </a:lnTo>
                <a:lnTo>
                  <a:pt x="266700" y="485775"/>
                </a:lnTo>
                <a:close/>
                <a:moveTo>
                  <a:pt x="295275" y="485775"/>
                </a:moveTo>
                <a:lnTo>
                  <a:pt x="304800" y="485775"/>
                </a:lnTo>
                <a:lnTo>
                  <a:pt x="304800" y="495300"/>
                </a:lnTo>
                <a:lnTo>
                  <a:pt x="295275" y="495300"/>
                </a:lnTo>
                <a:close/>
                <a:moveTo>
                  <a:pt x="419100" y="485775"/>
                </a:moveTo>
                <a:lnTo>
                  <a:pt x="428625" y="485775"/>
                </a:lnTo>
                <a:lnTo>
                  <a:pt x="428625" y="495300"/>
                </a:lnTo>
                <a:lnTo>
                  <a:pt x="419100" y="495300"/>
                </a:lnTo>
                <a:close/>
                <a:moveTo>
                  <a:pt x="323850" y="495300"/>
                </a:moveTo>
                <a:lnTo>
                  <a:pt x="400050" y="495300"/>
                </a:lnTo>
                <a:lnTo>
                  <a:pt x="400050" y="504825"/>
                </a:lnTo>
                <a:lnTo>
                  <a:pt x="323850" y="504825"/>
                </a:lnTo>
                <a:close/>
                <a:moveTo>
                  <a:pt x="790575" y="495300"/>
                </a:moveTo>
                <a:lnTo>
                  <a:pt x="800100" y="495300"/>
                </a:lnTo>
                <a:lnTo>
                  <a:pt x="800100" y="504825"/>
                </a:lnTo>
                <a:lnTo>
                  <a:pt x="790575" y="504825"/>
                </a:lnTo>
                <a:close/>
                <a:moveTo>
                  <a:pt x="600075" y="514350"/>
                </a:moveTo>
                <a:lnTo>
                  <a:pt x="609600" y="514350"/>
                </a:lnTo>
                <a:lnTo>
                  <a:pt x="609600" y="533400"/>
                </a:lnTo>
                <a:lnTo>
                  <a:pt x="600075" y="533400"/>
                </a:lnTo>
                <a:close/>
                <a:moveTo>
                  <a:pt x="771525" y="523875"/>
                </a:moveTo>
                <a:lnTo>
                  <a:pt x="781050" y="523875"/>
                </a:lnTo>
                <a:lnTo>
                  <a:pt x="781050" y="533400"/>
                </a:lnTo>
                <a:lnTo>
                  <a:pt x="771525" y="533400"/>
                </a:lnTo>
                <a:close/>
                <a:moveTo>
                  <a:pt x="276225" y="533400"/>
                </a:moveTo>
                <a:lnTo>
                  <a:pt x="304800" y="533400"/>
                </a:lnTo>
                <a:lnTo>
                  <a:pt x="304800" y="542925"/>
                </a:lnTo>
                <a:lnTo>
                  <a:pt x="276225" y="542925"/>
                </a:lnTo>
                <a:close/>
                <a:moveTo>
                  <a:pt x="419100" y="533400"/>
                </a:moveTo>
                <a:lnTo>
                  <a:pt x="447675" y="533400"/>
                </a:lnTo>
                <a:lnTo>
                  <a:pt x="447675" y="542925"/>
                </a:lnTo>
                <a:lnTo>
                  <a:pt x="419100" y="542925"/>
                </a:lnTo>
                <a:close/>
                <a:moveTo>
                  <a:pt x="228600" y="542925"/>
                </a:moveTo>
                <a:lnTo>
                  <a:pt x="247650" y="542925"/>
                </a:lnTo>
                <a:lnTo>
                  <a:pt x="247650" y="552450"/>
                </a:lnTo>
                <a:lnTo>
                  <a:pt x="228600" y="552450"/>
                </a:lnTo>
                <a:close/>
                <a:moveTo>
                  <a:pt x="476250" y="542925"/>
                </a:moveTo>
                <a:lnTo>
                  <a:pt x="485775" y="542925"/>
                </a:lnTo>
                <a:lnTo>
                  <a:pt x="485775" y="552450"/>
                </a:lnTo>
                <a:lnTo>
                  <a:pt x="476250" y="552450"/>
                </a:lnTo>
                <a:close/>
                <a:moveTo>
                  <a:pt x="609600" y="542925"/>
                </a:moveTo>
                <a:lnTo>
                  <a:pt x="619125" y="542925"/>
                </a:lnTo>
                <a:lnTo>
                  <a:pt x="619125" y="552450"/>
                </a:lnTo>
                <a:lnTo>
                  <a:pt x="609600" y="552450"/>
                </a:lnTo>
                <a:close/>
                <a:moveTo>
                  <a:pt x="504825" y="552450"/>
                </a:moveTo>
                <a:lnTo>
                  <a:pt x="514350" y="552450"/>
                </a:lnTo>
                <a:lnTo>
                  <a:pt x="514350" y="561975"/>
                </a:lnTo>
                <a:lnTo>
                  <a:pt x="504825" y="561975"/>
                </a:lnTo>
                <a:close/>
                <a:moveTo>
                  <a:pt x="180975" y="561975"/>
                </a:moveTo>
                <a:lnTo>
                  <a:pt x="190500" y="561975"/>
                </a:lnTo>
                <a:lnTo>
                  <a:pt x="190500" y="571500"/>
                </a:lnTo>
                <a:lnTo>
                  <a:pt x="180975" y="571500"/>
                </a:lnTo>
                <a:close/>
                <a:moveTo>
                  <a:pt x="523875" y="561975"/>
                </a:moveTo>
                <a:lnTo>
                  <a:pt x="533400" y="561975"/>
                </a:lnTo>
                <a:lnTo>
                  <a:pt x="533400" y="571500"/>
                </a:lnTo>
                <a:lnTo>
                  <a:pt x="523875" y="571500"/>
                </a:lnTo>
                <a:close/>
                <a:moveTo>
                  <a:pt x="619125" y="561975"/>
                </a:moveTo>
                <a:lnTo>
                  <a:pt x="628650" y="561975"/>
                </a:lnTo>
                <a:lnTo>
                  <a:pt x="628650" y="571500"/>
                </a:lnTo>
                <a:lnTo>
                  <a:pt x="619125" y="571500"/>
                </a:lnTo>
                <a:close/>
                <a:moveTo>
                  <a:pt x="542925" y="571500"/>
                </a:moveTo>
                <a:lnTo>
                  <a:pt x="552450" y="571500"/>
                </a:lnTo>
                <a:lnTo>
                  <a:pt x="552450" y="581025"/>
                </a:lnTo>
                <a:lnTo>
                  <a:pt x="542925" y="581025"/>
                </a:lnTo>
                <a:close/>
                <a:moveTo>
                  <a:pt x="628650" y="571500"/>
                </a:moveTo>
                <a:lnTo>
                  <a:pt x="638175" y="571500"/>
                </a:lnTo>
                <a:lnTo>
                  <a:pt x="638175" y="581025"/>
                </a:lnTo>
                <a:lnTo>
                  <a:pt x="628650" y="581025"/>
                </a:lnTo>
                <a:close/>
                <a:moveTo>
                  <a:pt x="723900" y="571500"/>
                </a:moveTo>
                <a:lnTo>
                  <a:pt x="733425" y="571500"/>
                </a:lnTo>
                <a:lnTo>
                  <a:pt x="733425" y="581025"/>
                </a:lnTo>
                <a:lnTo>
                  <a:pt x="723900" y="581025"/>
                </a:lnTo>
                <a:close/>
                <a:moveTo>
                  <a:pt x="152400" y="581025"/>
                </a:moveTo>
                <a:lnTo>
                  <a:pt x="161925" y="581025"/>
                </a:lnTo>
                <a:lnTo>
                  <a:pt x="161925" y="590550"/>
                </a:lnTo>
                <a:lnTo>
                  <a:pt x="152400" y="590550"/>
                </a:lnTo>
                <a:close/>
                <a:moveTo>
                  <a:pt x="552450" y="581025"/>
                </a:moveTo>
                <a:lnTo>
                  <a:pt x="561975" y="581025"/>
                </a:lnTo>
                <a:lnTo>
                  <a:pt x="561975" y="590550"/>
                </a:lnTo>
                <a:lnTo>
                  <a:pt x="552450" y="590550"/>
                </a:lnTo>
                <a:close/>
                <a:moveTo>
                  <a:pt x="647700" y="581025"/>
                </a:moveTo>
                <a:lnTo>
                  <a:pt x="657225" y="581025"/>
                </a:lnTo>
                <a:lnTo>
                  <a:pt x="657225" y="590550"/>
                </a:lnTo>
                <a:lnTo>
                  <a:pt x="647700" y="590550"/>
                </a:lnTo>
                <a:close/>
                <a:moveTo>
                  <a:pt x="561975" y="590550"/>
                </a:moveTo>
                <a:lnTo>
                  <a:pt x="571500" y="590550"/>
                </a:lnTo>
                <a:lnTo>
                  <a:pt x="571500" y="600075"/>
                </a:lnTo>
                <a:lnTo>
                  <a:pt x="561975" y="600075"/>
                </a:lnTo>
                <a:close/>
                <a:moveTo>
                  <a:pt x="123825" y="600075"/>
                </a:moveTo>
                <a:lnTo>
                  <a:pt x="133350" y="600075"/>
                </a:lnTo>
                <a:lnTo>
                  <a:pt x="133350" y="609600"/>
                </a:lnTo>
                <a:lnTo>
                  <a:pt x="123825" y="609600"/>
                </a:lnTo>
                <a:close/>
                <a:moveTo>
                  <a:pt x="114300" y="609600"/>
                </a:moveTo>
                <a:lnTo>
                  <a:pt x="123825" y="609600"/>
                </a:lnTo>
                <a:lnTo>
                  <a:pt x="123825" y="619125"/>
                </a:lnTo>
                <a:lnTo>
                  <a:pt x="114300" y="619125"/>
                </a:lnTo>
                <a:close/>
                <a:moveTo>
                  <a:pt x="609600" y="609600"/>
                </a:moveTo>
                <a:lnTo>
                  <a:pt x="619125" y="609600"/>
                </a:lnTo>
                <a:lnTo>
                  <a:pt x="619125" y="619125"/>
                </a:lnTo>
                <a:lnTo>
                  <a:pt x="609600" y="619125"/>
                </a:lnTo>
                <a:close/>
                <a:moveTo>
                  <a:pt x="104775" y="619125"/>
                </a:moveTo>
                <a:lnTo>
                  <a:pt x="114300" y="619125"/>
                </a:lnTo>
                <a:lnTo>
                  <a:pt x="114300" y="628650"/>
                </a:lnTo>
                <a:lnTo>
                  <a:pt x="104775" y="628650"/>
                </a:lnTo>
                <a:close/>
                <a:moveTo>
                  <a:pt x="647700" y="619125"/>
                </a:moveTo>
                <a:lnTo>
                  <a:pt x="666750" y="619125"/>
                </a:lnTo>
                <a:lnTo>
                  <a:pt x="666750" y="628650"/>
                </a:lnTo>
                <a:lnTo>
                  <a:pt x="647700" y="628650"/>
                </a:lnTo>
                <a:close/>
                <a:moveTo>
                  <a:pt x="695325" y="619125"/>
                </a:moveTo>
                <a:lnTo>
                  <a:pt x="714375" y="619125"/>
                </a:lnTo>
                <a:lnTo>
                  <a:pt x="714375" y="628650"/>
                </a:lnTo>
                <a:lnTo>
                  <a:pt x="695325" y="628650"/>
                </a:lnTo>
                <a:close/>
                <a:moveTo>
                  <a:pt x="723900" y="619125"/>
                </a:moveTo>
                <a:lnTo>
                  <a:pt x="733425" y="619125"/>
                </a:lnTo>
                <a:lnTo>
                  <a:pt x="733425" y="628650"/>
                </a:lnTo>
                <a:lnTo>
                  <a:pt x="723900" y="628650"/>
                </a:lnTo>
                <a:close/>
                <a:moveTo>
                  <a:pt x="733425" y="628650"/>
                </a:moveTo>
                <a:lnTo>
                  <a:pt x="742950" y="628650"/>
                </a:lnTo>
                <a:lnTo>
                  <a:pt x="742950" y="771525"/>
                </a:lnTo>
                <a:lnTo>
                  <a:pt x="733425" y="771525"/>
                </a:lnTo>
                <a:close/>
                <a:moveTo>
                  <a:pt x="85725" y="647700"/>
                </a:moveTo>
                <a:lnTo>
                  <a:pt x="95250" y="647700"/>
                </a:lnTo>
                <a:lnTo>
                  <a:pt x="95250" y="657225"/>
                </a:lnTo>
                <a:lnTo>
                  <a:pt x="85725" y="657225"/>
                </a:lnTo>
                <a:close/>
                <a:moveTo>
                  <a:pt x="66675" y="685800"/>
                </a:moveTo>
                <a:lnTo>
                  <a:pt x="76200" y="685800"/>
                </a:lnTo>
                <a:lnTo>
                  <a:pt x="76200" y="695325"/>
                </a:lnTo>
                <a:lnTo>
                  <a:pt x="66675" y="695325"/>
                </a:lnTo>
                <a:close/>
                <a:moveTo>
                  <a:pt x="57150" y="704850"/>
                </a:moveTo>
                <a:lnTo>
                  <a:pt x="66675" y="704850"/>
                </a:lnTo>
                <a:lnTo>
                  <a:pt x="66675" y="723900"/>
                </a:lnTo>
                <a:lnTo>
                  <a:pt x="57150" y="723900"/>
                </a:lnTo>
                <a:close/>
                <a:moveTo>
                  <a:pt x="723900" y="781050"/>
                </a:moveTo>
                <a:lnTo>
                  <a:pt x="733425" y="781050"/>
                </a:lnTo>
                <a:lnTo>
                  <a:pt x="733425" y="790575"/>
                </a:lnTo>
                <a:lnTo>
                  <a:pt x="723900" y="790575"/>
                </a:lnTo>
                <a:close/>
                <a:moveTo>
                  <a:pt x="561975" y="790575"/>
                </a:moveTo>
                <a:lnTo>
                  <a:pt x="571500" y="790575"/>
                </a:lnTo>
                <a:lnTo>
                  <a:pt x="571500" y="800100"/>
                </a:lnTo>
                <a:lnTo>
                  <a:pt x="561975" y="800100"/>
                </a:lnTo>
                <a:close/>
                <a:moveTo>
                  <a:pt x="714375" y="790575"/>
                </a:moveTo>
                <a:lnTo>
                  <a:pt x="723900" y="790575"/>
                </a:lnTo>
                <a:lnTo>
                  <a:pt x="723900" y="800100"/>
                </a:lnTo>
                <a:lnTo>
                  <a:pt x="714375" y="800100"/>
                </a:lnTo>
                <a:close/>
              </a:path>
            </a:pathLst>
          </a:custGeom>
          <a:solidFill xmlns:a="http://schemas.openxmlformats.org/drawingml/2006/main">
            <a:srgbClr val="CDA188"/>
          </a:solidFill>
          <a:ln xmlns:a="http://schemas.openxmlformats.org/drawingml/2006/main" w="0">
            <a:noFill/>
          </a:ln>
        </p:spPr>
      </p:sp>
      <p:sp>
        <p:nvSpPr>
          <p:cNvPr id="30" name="impact vector #b27256">
            <a:extLst xmlns:a="http://schemas.openxmlformats.org/drawingml/2006/main">
              <a:ext uri="{FF2B5EF4-FFF2-40B4-BE49-F238E27FC236}">
                <a16:creationId xmlns:a16="http://schemas.microsoft.com/office/drawing/2014/main" id="{129AEC00-7CBC-4DD9-8D9B-36DA1C007CD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000250" y="1524000"/>
            <a:ext cx="857250" cy="847725"/>
          </a:xfrm>
          <a:custGeom xmlns:a="http://schemas.openxmlformats.org/drawingml/2006/main">
            <a:pathLst>
              <a:path w="857250" h="847725">
                <a:moveTo>
                  <a:pt x="219075" y="47625"/>
                </a:moveTo>
                <a:lnTo>
                  <a:pt x="495300" y="47625"/>
                </a:lnTo>
                <a:lnTo>
                  <a:pt x="495300" y="57150"/>
                </a:lnTo>
                <a:lnTo>
                  <a:pt x="219075" y="57150"/>
                </a:lnTo>
                <a:close/>
                <a:moveTo>
                  <a:pt x="200025" y="57150"/>
                </a:moveTo>
                <a:lnTo>
                  <a:pt x="209550" y="57150"/>
                </a:lnTo>
                <a:lnTo>
                  <a:pt x="209550" y="66675"/>
                </a:lnTo>
                <a:lnTo>
                  <a:pt x="200025" y="66675"/>
                </a:lnTo>
                <a:close/>
                <a:moveTo>
                  <a:pt x="190500" y="66675"/>
                </a:moveTo>
                <a:lnTo>
                  <a:pt x="200025" y="66675"/>
                </a:lnTo>
                <a:lnTo>
                  <a:pt x="200025" y="76200"/>
                </a:lnTo>
                <a:lnTo>
                  <a:pt x="190500" y="76200"/>
                </a:lnTo>
                <a:close/>
                <a:moveTo>
                  <a:pt x="523875" y="76200"/>
                </a:moveTo>
                <a:lnTo>
                  <a:pt x="533400" y="76200"/>
                </a:lnTo>
                <a:lnTo>
                  <a:pt x="533400" y="85725"/>
                </a:lnTo>
                <a:lnTo>
                  <a:pt x="523875" y="85725"/>
                </a:lnTo>
                <a:close/>
                <a:moveTo>
                  <a:pt x="180975" y="85725"/>
                </a:moveTo>
                <a:lnTo>
                  <a:pt x="190500" y="85725"/>
                </a:lnTo>
                <a:lnTo>
                  <a:pt x="190500" y="95250"/>
                </a:lnTo>
                <a:lnTo>
                  <a:pt x="180975" y="95250"/>
                </a:lnTo>
                <a:close/>
                <a:moveTo>
                  <a:pt x="533400" y="104775"/>
                </a:moveTo>
                <a:lnTo>
                  <a:pt x="542925" y="104775"/>
                </a:lnTo>
                <a:lnTo>
                  <a:pt x="542925" y="114300"/>
                </a:lnTo>
                <a:lnTo>
                  <a:pt x="533400" y="114300"/>
                </a:lnTo>
                <a:close/>
                <a:moveTo>
                  <a:pt x="542925" y="123825"/>
                </a:moveTo>
                <a:lnTo>
                  <a:pt x="552450" y="123825"/>
                </a:lnTo>
                <a:lnTo>
                  <a:pt x="552450" y="133350"/>
                </a:lnTo>
                <a:lnTo>
                  <a:pt x="542925" y="133350"/>
                </a:lnTo>
                <a:close/>
                <a:moveTo>
                  <a:pt x="161925" y="133350"/>
                </a:moveTo>
                <a:lnTo>
                  <a:pt x="171450" y="133350"/>
                </a:lnTo>
                <a:lnTo>
                  <a:pt x="171450" y="142875"/>
                </a:lnTo>
                <a:lnTo>
                  <a:pt x="161925" y="142875"/>
                </a:lnTo>
                <a:close/>
                <a:moveTo>
                  <a:pt x="152400" y="161925"/>
                </a:moveTo>
                <a:lnTo>
                  <a:pt x="161925" y="161925"/>
                </a:lnTo>
                <a:lnTo>
                  <a:pt x="161925" y="171450"/>
                </a:lnTo>
                <a:lnTo>
                  <a:pt x="152400" y="171450"/>
                </a:lnTo>
                <a:close/>
                <a:moveTo>
                  <a:pt x="561975" y="171450"/>
                </a:moveTo>
                <a:lnTo>
                  <a:pt x="571500" y="171450"/>
                </a:lnTo>
                <a:lnTo>
                  <a:pt x="571500" y="180975"/>
                </a:lnTo>
                <a:lnTo>
                  <a:pt x="561975" y="180975"/>
                </a:lnTo>
                <a:close/>
                <a:moveTo>
                  <a:pt x="142875" y="180975"/>
                </a:moveTo>
                <a:lnTo>
                  <a:pt x="152400" y="180975"/>
                </a:lnTo>
                <a:lnTo>
                  <a:pt x="152400" y="190500"/>
                </a:lnTo>
                <a:lnTo>
                  <a:pt x="142875" y="190500"/>
                </a:lnTo>
                <a:close/>
                <a:moveTo>
                  <a:pt x="571500" y="190500"/>
                </a:moveTo>
                <a:lnTo>
                  <a:pt x="581025" y="190500"/>
                </a:lnTo>
                <a:lnTo>
                  <a:pt x="581025" y="247650"/>
                </a:lnTo>
                <a:lnTo>
                  <a:pt x="571500" y="247650"/>
                </a:lnTo>
                <a:lnTo>
                  <a:pt x="571500" y="266700"/>
                </a:lnTo>
                <a:lnTo>
                  <a:pt x="561975" y="266700"/>
                </a:lnTo>
                <a:lnTo>
                  <a:pt x="561975" y="276225"/>
                </a:lnTo>
                <a:lnTo>
                  <a:pt x="552450" y="276225"/>
                </a:lnTo>
                <a:lnTo>
                  <a:pt x="552450" y="257175"/>
                </a:lnTo>
                <a:lnTo>
                  <a:pt x="561975" y="257175"/>
                </a:lnTo>
                <a:lnTo>
                  <a:pt x="561975" y="238125"/>
                </a:lnTo>
                <a:lnTo>
                  <a:pt x="571500" y="238125"/>
                </a:lnTo>
                <a:close/>
                <a:moveTo>
                  <a:pt x="133350" y="209550"/>
                </a:moveTo>
                <a:lnTo>
                  <a:pt x="142875" y="209550"/>
                </a:lnTo>
                <a:lnTo>
                  <a:pt x="142875" y="238125"/>
                </a:lnTo>
                <a:lnTo>
                  <a:pt x="133350" y="238125"/>
                </a:lnTo>
                <a:close/>
                <a:moveTo>
                  <a:pt x="142875" y="247650"/>
                </a:moveTo>
                <a:lnTo>
                  <a:pt x="152400" y="247650"/>
                </a:lnTo>
                <a:lnTo>
                  <a:pt x="152400" y="257175"/>
                </a:lnTo>
                <a:lnTo>
                  <a:pt x="142875" y="257175"/>
                </a:lnTo>
                <a:close/>
                <a:moveTo>
                  <a:pt x="152400" y="257175"/>
                </a:moveTo>
                <a:lnTo>
                  <a:pt x="161925" y="257175"/>
                </a:lnTo>
                <a:lnTo>
                  <a:pt x="161925" y="266700"/>
                </a:lnTo>
                <a:lnTo>
                  <a:pt x="152400" y="266700"/>
                </a:lnTo>
                <a:close/>
                <a:moveTo>
                  <a:pt x="238125" y="257175"/>
                </a:moveTo>
                <a:lnTo>
                  <a:pt x="266700" y="257175"/>
                </a:lnTo>
                <a:lnTo>
                  <a:pt x="266700" y="266700"/>
                </a:lnTo>
                <a:lnTo>
                  <a:pt x="238125" y="266700"/>
                </a:lnTo>
                <a:close/>
                <a:moveTo>
                  <a:pt x="161925" y="266700"/>
                </a:moveTo>
                <a:lnTo>
                  <a:pt x="171450" y="266700"/>
                </a:lnTo>
                <a:lnTo>
                  <a:pt x="171450" y="276225"/>
                </a:lnTo>
                <a:lnTo>
                  <a:pt x="161925" y="276225"/>
                </a:lnTo>
                <a:close/>
                <a:moveTo>
                  <a:pt x="266700" y="266700"/>
                </a:moveTo>
                <a:lnTo>
                  <a:pt x="276225" y="266700"/>
                </a:lnTo>
                <a:lnTo>
                  <a:pt x="276225" y="276225"/>
                </a:lnTo>
                <a:lnTo>
                  <a:pt x="266700" y="276225"/>
                </a:lnTo>
                <a:close/>
                <a:moveTo>
                  <a:pt x="323850" y="266700"/>
                </a:moveTo>
                <a:lnTo>
                  <a:pt x="333375" y="266700"/>
                </a:lnTo>
                <a:lnTo>
                  <a:pt x="333375" y="276225"/>
                </a:lnTo>
                <a:lnTo>
                  <a:pt x="323850" y="276225"/>
                </a:lnTo>
                <a:close/>
                <a:moveTo>
                  <a:pt x="381000" y="266700"/>
                </a:moveTo>
                <a:lnTo>
                  <a:pt x="390525" y="266700"/>
                </a:lnTo>
                <a:lnTo>
                  <a:pt x="390525" y="276225"/>
                </a:lnTo>
                <a:lnTo>
                  <a:pt x="381000" y="276225"/>
                </a:lnTo>
                <a:close/>
                <a:moveTo>
                  <a:pt x="485775" y="266700"/>
                </a:moveTo>
                <a:lnTo>
                  <a:pt x="495300" y="266700"/>
                </a:lnTo>
                <a:lnTo>
                  <a:pt x="495300" y="276225"/>
                </a:lnTo>
                <a:lnTo>
                  <a:pt x="485775" y="276225"/>
                </a:lnTo>
                <a:close/>
                <a:moveTo>
                  <a:pt x="495300" y="276225"/>
                </a:moveTo>
                <a:lnTo>
                  <a:pt x="504825" y="276225"/>
                </a:lnTo>
                <a:lnTo>
                  <a:pt x="504825" y="285750"/>
                </a:lnTo>
                <a:lnTo>
                  <a:pt x="495300" y="285750"/>
                </a:lnTo>
                <a:close/>
                <a:moveTo>
                  <a:pt x="504825" y="285750"/>
                </a:moveTo>
                <a:lnTo>
                  <a:pt x="514350" y="285750"/>
                </a:lnTo>
                <a:lnTo>
                  <a:pt x="514350" y="304800"/>
                </a:lnTo>
                <a:lnTo>
                  <a:pt x="504825" y="304800"/>
                </a:lnTo>
                <a:close/>
                <a:moveTo>
                  <a:pt x="200025" y="295275"/>
                </a:moveTo>
                <a:lnTo>
                  <a:pt x="209550" y="295275"/>
                </a:lnTo>
                <a:lnTo>
                  <a:pt x="209550" y="304800"/>
                </a:lnTo>
                <a:lnTo>
                  <a:pt x="200025" y="304800"/>
                </a:lnTo>
                <a:close/>
                <a:moveTo>
                  <a:pt x="209550" y="304800"/>
                </a:moveTo>
                <a:lnTo>
                  <a:pt x="219075" y="304800"/>
                </a:lnTo>
                <a:lnTo>
                  <a:pt x="219075" y="323850"/>
                </a:lnTo>
                <a:lnTo>
                  <a:pt x="209550" y="323850"/>
                </a:lnTo>
                <a:close/>
                <a:moveTo>
                  <a:pt x="542925" y="304800"/>
                </a:moveTo>
                <a:lnTo>
                  <a:pt x="552450" y="304800"/>
                </a:lnTo>
                <a:lnTo>
                  <a:pt x="552450" y="333375"/>
                </a:lnTo>
                <a:lnTo>
                  <a:pt x="542925" y="333375"/>
                </a:lnTo>
                <a:close/>
                <a:moveTo>
                  <a:pt x="171450" y="323850"/>
                </a:moveTo>
                <a:lnTo>
                  <a:pt x="180975" y="323850"/>
                </a:lnTo>
                <a:lnTo>
                  <a:pt x="180975" y="352425"/>
                </a:lnTo>
                <a:lnTo>
                  <a:pt x="171450" y="352425"/>
                </a:lnTo>
                <a:close/>
                <a:moveTo>
                  <a:pt x="495300" y="342900"/>
                </a:moveTo>
                <a:lnTo>
                  <a:pt x="504825" y="342900"/>
                </a:lnTo>
                <a:lnTo>
                  <a:pt x="504825" y="352425"/>
                </a:lnTo>
                <a:lnTo>
                  <a:pt x="495300" y="352425"/>
                </a:lnTo>
                <a:close/>
                <a:moveTo>
                  <a:pt x="219075" y="352425"/>
                </a:moveTo>
                <a:lnTo>
                  <a:pt x="228600" y="352425"/>
                </a:lnTo>
                <a:lnTo>
                  <a:pt x="228600" y="361950"/>
                </a:lnTo>
                <a:lnTo>
                  <a:pt x="219075" y="361950"/>
                </a:lnTo>
                <a:close/>
                <a:moveTo>
                  <a:pt x="400050" y="361950"/>
                </a:moveTo>
                <a:lnTo>
                  <a:pt x="419100" y="361950"/>
                </a:lnTo>
                <a:lnTo>
                  <a:pt x="419100" y="390525"/>
                </a:lnTo>
                <a:lnTo>
                  <a:pt x="409575" y="390525"/>
                </a:lnTo>
                <a:lnTo>
                  <a:pt x="409575" y="400050"/>
                </a:lnTo>
                <a:lnTo>
                  <a:pt x="400050" y="400050"/>
                </a:lnTo>
                <a:lnTo>
                  <a:pt x="400050" y="409575"/>
                </a:lnTo>
                <a:lnTo>
                  <a:pt x="323850" y="409575"/>
                </a:lnTo>
                <a:lnTo>
                  <a:pt x="323850" y="400050"/>
                </a:lnTo>
                <a:lnTo>
                  <a:pt x="304800" y="400050"/>
                </a:lnTo>
                <a:lnTo>
                  <a:pt x="304800" y="390525"/>
                </a:lnTo>
                <a:lnTo>
                  <a:pt x="295275" y="390525"/>
                </a:lnTo>
                <a:lnTo>
                  <a:pt x="295275" y="371475"/>
                </a:lnTo>
                <a:lnTo>
                  <a:pt x="333375" y="371475"/>
                </a:lnTo>
                <a:lnTo>
                  <a:pt x="333375" y="381000"/>
                </a:lnTo>
                <a:lnTo>
                  <a:pt x="381000" y="381000"/>
                </a:lnTo>
                <a:lnTo>
                  <a:pt x="381000" y="371475"/>
                </a:lnTo>
                <a:lnTo>
                  <a:pt x="400050" y="371475"/>
                </a:lnTo>
                <a:close/>
                <a:moveTo>
                  <a:pt x="485775" y="361950"/>
                </a:moveTo>
                <a:lnTo>
                  <a:pt x="495300" y="361950"/>
                </a:lnTo>
                <a:lnTo>
                  <a:pt x="495300" y="371475"/>
                </a:lnTo>
                <a:lnTo>
                  <a:pt x="485775" y="371475"/>
                </a:lnTo>
                <a:close/>
                <a:moveTo>
                  <a:pt x="533400" y="361950"/>
                </a:moveTo>
                <a:lnTo>
                  <a:pt x="542925" y="361950"/>
                </a:lnTo>
                <a:lnTo>
                  <a:pt x="542925" y="371475"/>
                </a:lnTo>
                <a:lnTo>
                  <a:pt x="533400" y="371475"/>
                </a:lnTo>
                <a:close/>
                <a:moveTo>
                  <a:pt x="180975" y="371475"/>
                </a:moveTo>
                <a:lnTo>
                  <a:pt x="190500" y="371475"/>
                </a:lnTo>
                <a:lnTo>
                  <a:pt x="190500" y="381000"/>
                </a:lnTo>
                <a:lnTo>
                  <a:pt x="180975" y="381000"/>
                </a:lnTo>
                <a:close/>
                <a:moveTo>
                  <a:pt x="228600" y="371475"/>
                </a:moveTo>
                <a:lnTo>
                  <a:pt x="238125" y="371475"/>
                </a:lnTo>
                <a:lnTo>
                  <a:pt x="238125" y="381000"/>
                </a:lnTo>
                <a:lnTo>
                  <a:pt x="228600" y="381000"/>
                </a:lnTo>
                <a:close/>
                <a:moveTo>
                  <a:pt x="476250" y="381000"/>
                </a:moveTo>
                <a:lnTo>
                  <a:pt x="485775" y="381000"/>
                </a:lnTo>
                <a:lnTo>
                  <a:pt x="485775" y="390525"/>
                </a:lnTo>
                <a:lnTo>
                  <a:pt x="476250" y="390525"/>
                </a:lnTo>
                <a:close/>
                <a:moveTo>
                  <a:pt x="190500" y="390525"/>
                </a:moveTo>
                <a:lnTo>
                  <a:pt x="200025" y="390525"/>
                </a:lnTo>
                <a:lnTo>
                  <a:pt x="200025" y="400050"/>
                </a:lnTo>
                <a:lnTo>
                  <a:pt x="190500" y="400050"/>
                </a:lnTo>
                <a:close/>
                <a:moveTo>
                  <a:pt x="238125" y="390525"/>
                </a:moveTo>
                <a:lnTo>
                  <a:pt x="247650" y="390525"/>
                </a:lnTo>
                <a:lnTo>
                  <a:pt x="247650" y="400050"/>
                </a:lnTo>
                <a:lnTo>
                  <a:pt x="238125" y="400050"/>
                </a:lnTo>
                <a:close/>
                <a:moveTo>
                  <a:pt x="704850" y="390525"/>
                </a:moveTo>
                <a:lnTo>
                  <a:pt x="714375" y="390525"/>
                </a:lnTo>
                <a:lnTo>
                  <a:pt x="714375" y="400050"/>
                </a:lnTo>
                <a:lnTo>
                  <a:pt x="704850" y="400050"/>
                </a:lnTo>
                <a:close/>
                <a:moveTo>
                  <a:pt x="352425" y="400050"/>
                </a:moveTo>
                <a:lnTo>
                  <a:pt x="371475" y="400050"/>
                </a:lnTo>
                <a:lnTo>
                  <a:pt x="371475" y="390525"/>
                </a:lnTo>
                <a:lnTo>
                  <a:pt x="352425" y="390525"/>
                </a:lnTo>
                <a:close/>
                <a:moveTo>
                  <a:pt x="466725" y="400050"/>
                </a:moveTo>
                <a:lnTo>
                  <a:pt x="476250" y="400050"/>
                </a:lnTo>
                <a:lnTo>
                  <a:pt x="476250" y="419100"/>
                </a:lnTo>
                <a:lnTo>
                  <a:pt x="466725" y="419100"/>
                </a:lnTo>
                <a:lnTo>
                  <a:pt x="466725" y="428625"/>
                </a:lnTo>
                <a:lnTo>
                  <a:pt x="447675" y="428625"/>
                </a:lnTo>
                <a:lnTo>
                  <a:pt x="447675" y="419100"/>
                </a:lnTo>
                <a:lnTo>
                  <a:pt x="457200" y="419100"/>
                </a:lnTo>
                <a:lnTo>
                  <a:pt x="457200" y="409575"/>
                </a:lnTo>
                <a:lnTo>
                  <a:pt x="466725" y="409575"/>
                </a:lnTo>
                <a:close/>
                <a:moveTo>
                  <a:pt x="695325" y="400050"/>
                </a:moveTo>
                <a:lnTo>
                  <a:pt x="704850" y="400050"/>
                </a:lnTo>
                <a:lnTo>
                  <a:pt x="704850" y="409575"/>
                </a:lnTo>
                <a:lnTo>
                  <a:pt x="695325" y="409575"/>
                </a:lnTo>
                <a:close/>
                <a:moveTo>
                  <a:pt x="200025" y="409575"/>
                </a:moveTo>
                <a:lnTo>
                  <a:pt x="209550" y="409575"/>
                </a:lnTo>
                <a:lnTo>
                  <a:pt x="209550" y="419100"/>
                </a:lnTo>
                <a:lnTo>
                  <a:pt x="200025" y="419100"/>
                </a:lnTo>
                <a:close/>
                <a:moveTo>
                  <a:pt x="504825" y="419100"/>
                </a:moveTo>
                <a:lnTo>
                  <a:pt x="514350" y="419100"/>
                </a:lnTo>
                <a:lnTo>
                  <a:pt x="514350" y="428625"/>
                </a:lnTo>
                <a:lnTo>
                  <a:pt x="504825" y="428625"/>
                </a:lnTo>
                <a:close/>
                <a:moveTo>
                  <a:pt x="276225" y="428625"/>
                </a:moveTo>
                <a:lnTo>
                  <a:pt x="285750" y="428625"/>
                </a:lnTo>
                <a:lnTo>
                  <a:pt x="285750" y="438150"/>
                </a:lnTo>
                <a:lnTo>
                  <a:pt x="276225" y="438150"/>
                </a:lnTo>
                <a:close/>
                <a:moveTo>
                  <a:pt x="438150" y="428625"/>
                </a:moveTo>
                <a:lnTo>
                  <a:pt x="447675" y="428625"/>
                </a:lnTo>
                <a:lnTo>
                  <a:pt x="447675" y="438150"/>
                </a:lnTo>
                <a:lnTo>
                  <a:pt x="438150" y="438150"/>
                </a:lnTo>
                <a:close/>
                <a:moveTo>
                  <a:pt x="495300" y="428625"/>
                </a:moveTo>
                <a:lnTo>
                  <a:pt x="504825" y="428625"/>
                </a:lnTo>
                <a:lnTo>
                  <a:pt x="504825" y="438150"/>
                </a:lnTo>
                <a:lnTo>
                  <a:pt x="495300" y="438150"/>
                </a:lnTo>
                <a:close/>
                <a:moveTo>
                  <a:pt x="676275" y="428625"/>
                </a:moveTo>
                <a:lnTo>
                  <a:pt x="685800" y="428625"/>
                </a:lnTo>
                <a:lnTo>
                  <a:pt x="685800" y="438150"/>
                </a:lnTo>
                <a:lnTo>
                  <a:pt x="676275" y="438150"/>
                </a:lnTo>
                <a:close/>
                <a:moveTo>
                  <a:pt x="419100" y="438150"/>
                </a:moveTo>
                <a:lnTo>
                  <a:pt x="428625" y="438150"/>
                </a:lnTo>
                <a:lnTo>
                  <a:pt x="428625" y="457200"/>
                </a:lnTo>
                <a:lnTo>
                  <a:pt x="419100" y="457200"/>
                </a:lnTo>
                <a:lnTo>
                  <a:pt x="419100" y="495300"/>
                </a:lnTo>
                <a:lnTo>
                  <a:pt x="390525" y="495300"/>
                </a:lnTo>
                <a:lnTo>
                  <a:pt x="390525" y="466725"/>
                </a:lnTo>
                <a:lnTo>
                  <a:pt x="381000" y="466725"/>
                </a:lnTo>
                <a:lnTo>
                  <a:pt x="381000" y="457200"/>
                </a:lnTo>
                <a:lnTo>
                  <a:pt x="400050" y="457200"/>
                </a:lnTo>
                <a:lnTo>
                  <a:pt x="400050" y="447675"/>
                </a:lnTo>
                <a:lnTo>
                  <a:pt x="419100" y="447675"/>
                </a:lnTo>
                <a:close/>
                <a:moveTo>
                  <a:pt x="314325" y="447675"/>
                </a:moveTo>
                <a:lnTo>
                  <a:pt x="323850" y="447675"/>
                </a:lnTo>
                <a:lnTo>
                  <a:pt x="323850" y="457200"/>
                </a:lnTo>
                <a:lnTo>
                  <a:pt x="314325" y="457200"/>
                </a:lnTo>
                <a:close/>
                <a:moveTo>
                  <a:pt x="600075" y="447675"/>
                </a:moveTo>
                <a:lnTo>
                  <a:pt x="609600" y="447675"/>
                </a:lnTo>
                <a:lnTo>
                  <a:pt x="609600" y="476250"/>
                </a:lnTo>
                <a:lnTo>
                  <a:pt x="600075" y="476250"/>
                </a:lnTo>
                <a:close/>
                <a:moveTo>
                  <a:pt x="619125" y="447675"/>
                </a:moveTo>
                <a:lnTo>
                  <a:pt x="628650" y="447675"/>
                </a:lnTo>
                <a:lnTo>
                  <a:pt x="628650" y="457200"/>
                </a:lnTo>
                <a:lnTo>
                  <a:pt x="619125" y="457200"/>
                </a:lnTo>
                <a:close/>
                <a:moveTo>
                  <a:pt x="666750" y="447675"/>
                </a:moveTo>
                <a:lnTo>
                  <a:pt x="676275" y="447675"/>
                </a:lnTo>
                <a:lnTo>
                  <a:pt x="676275" y="457200"/>
                </a:lnTo>
                <a:lnTo>
                  <a:pt x="666750" y="457200"/>
                </a:lnTo>
                <a:close/>
                <a:moveTo>
                  <a:pt x="466725" y="457200"/>
                </a:moveTo>
                <a:lnTo>
                  <a:pt x="476250" y="457200"/>
                </a:lnTo>
                <a:lnTo>
                  <a:pt x="476250" y="466725"/>
                </a:lnTo>
                <a:lnTo>
                  <a:pt x="466725" y="466725"/>
                </a:lnTo>
                <a:close/>
                <a:moveTo>
                  <a:pt x="257175" y="466725"/>
                </a:moveTo>
                <a:lnTo>
                  <a:pt x="266700" y="466725"/>
                </a:lnTo>
                <a:lnTo>
                  <a:pt x="266700" y="476250"/>
                </a:lnTo>
                <a:lnTo>
                  <a:pt x="257175" y="476250"/>
                </a:lnTo>
                <a:close/>
                <a:moveTo>
                  <a:pt x="647700" y="466725"/>
                </a:moveTo>
                <a:lnTo>
                  <a:pt x="657225" y="466725"/>
                </a:lnTo>
                <a:lnTo>
                  <a:pt x="657225" y="476250"/>
                </a:lnTo>
                <a:lnTo>
                  <a:pt x="647700" y="476250"/>
                </a:lnTo>
                <a:close/>
                <a:moveTo>
                  <a:pt x="276225" y="476250"/>
                </a:moveTo>
                <a:lnTo>
                  <a:pt x="285750" y="476250"/>
                </a:lnTo>
                <a:lnTo>
                  <a:pt x="285750" y="485775"/>
                </a:lnTo>
                <a:lnTo>
                  <a:pt x="276225" y="485775"/>
                </a:lnTo>
                <a:close/>
                <a:moveTo>
                  <a:pt x="438150" y="476250"/>
                </a:moveTo>
                <a:lnTo>
                  <a:pt x="447675" y="476250"/>
                </a:lnTo>
                <a:lnTo>
                  <a:pt x="447675" y="485775"/>
                </a:lnTo>
                <a:lnTo>
                  <a:pt x="438150" y="485775"/>
                </a:lnTo>
                <a:close/>
                <a:moveTo>
                  <a:pt x="304800" y="485775"/>
                </a:moveTo>
                <a:lnTo>
                  <a:pt x="314325" y="485775"/>
                </a:lnTo>
                <a:lnTo>
                  <a:pt x="314325" y="495300"/>
                </a:lnTo>
                <a:lnTo>
                  <a:pt x="304800" y="495300"/>
                </a:lnTo>
                <a:close/>
                <a:moveTo>
                  <a:pt x="790575" y="485775"/>
                </a:moveTo>
                <a:lnTo>
                  <a:pt x="800100" y="485775"/>
                </a:lnTo>
                <a:lnTo>
                  <a:pt x="800100" y="495300"/>
                </a:lnTo>
                <a:lnTo>
                  <a:pt x="790575" y="495300"/>
                </a:lnTo>
                <a:close/>
                <a:moveTo>
                  <a:pt x="600075" y="495300"/>
                </a:moveTo>
                <a:lnTo>
                  <a:pt x="609600" y="495300"/>
                </a:lnTo>
                <a:lnTo>
                  <a:pt x="609600" y="514350"/>
                </a:lnTo>
                <a:lnTo>
                  <a:pt x="600075" y="514350"/>
                </a:lnTo>
                <a:close/>
                <a:moveTo>
                  <a:pt x="781050" y="504825"/>
                </a:moveTo>
                <a:lnTo>
                  <a:pt x="790575" y="504825"/>
                </a:lnTo>
                <a:lnTo>
                  <a:pt x="790575" y="514350"/>
                </a:lnTo>
                <a:lnTo>
                  <a:pt x="781050" y="514350"/>
                </a:lnTo>
                <a:close/>
                <a:moveTo>
                  <a:pt x="304800" y="533400"/>
                </a:moveTo>
                <a:lnTo>
                  <a:pt x="419100" y="533400"/>
                </a:lnTo>
                <a:lnTo>
                  <a:pt x="419100" y="542925"/>
                </a:lnTo>
                <a:lnTo>
                  <a:pt x="304800" y="542925"/>
                </a:lnTo>
                <a:close/>
                <a:moveTo>
                  <a:pt x="762000" y="533400"/>
                </a:moveTo>
                <a:lnTo>
                  <a:pt x="771525" y="533400"/>
                </a:lnTo>
                <a:lnTo>
                  <a:pt x="771525" y="542925"/>
                </a:lnTo>
                <a:lnTo>
                  <a:pt x="762000" y="542925"/>
                </a:lnTo>
                <a:close/>
                <a:moveTo>
                  <a:pt x="247650" y="542925"/>
                </a:moveTo>
                <a:lnTo>
                  <a:pt x="257175" y="542925"/>
                </a:lnTo>
                <a:lnTo>
                  <a:pt x="257175" y="552450"/>
                </a:lnTo>
                <a:lnTo>
                  <a:pt x="247650" y="552450"/>
                </a:lnTo>
                <a:close/>
                <a:moveTo>
                  <a:pt x="457200" y="542925"/>
                </a:moveTo>
                <a:lnTo>
                  <a:pt x="476250" y="542925"/>
                </a:lnTo>
                <a:lnTo>
                  <a:pt x="476250" y="552450"/>
                </a:lnTo>
                <a:lnTo>
                  <a:pt x="457200" y="552450"/>
                </a:lnTo>
                <a:close/>
                <a:moveTo>
                  <a:pt x="752475" y="542925"/>
                </a:moveTo>
                <a:lnTo>
                  <a:pt x="762000" y="542925"/>
                </a:lnTo>
                <a:lnTo>
                  <a:pt x="762000" y="552450"/>
                </a:lnTo>
                <a:lnTo>
                  <a:pt x="752475" y="552450"/>
                </a:lnTo>
                <a:close/>
                <a:moveTo>
                  <a:pt x="209550" y="552450"/>
                </a:moveTo>
                <a:lnTo>
                  <a:pt x="219075" y="552450"/>
                </a:lnTo>
                <a:lnTo>
                  <a:pt x="219075" y="561975"/>
                </a:lnTo>
                <a:lnTo>
                  <a:pt x="209550" y="561975"/>
                </a:lnTo>
                <a:close/>
                <a:moveTo>
                  <a:pt x="495300" y="552450"/>
                </a:moveTo>
                <a:lnTo>
                  <a:pt x="504825" y="552450"/>
                </a:lnTo>
                <a:lnTo>
                  <a:pt x="504825" y="561975"/>
                </a:lnTo>
                <a:lnTo>
                  <a:pt x="495300" y="561975"/>
                </a:lnTo>
                <a:close/>
                <a:moveTo>
                  <a:pt x="742950" y="552450"/>
                </a:moveTo>
                <a:lnTo>
                  <a:pt x="752475" y="552450"/>
                </a:lnTo>
                <a:lnTo>
                  <a:pt x="752475" y="561975"/>
                </a:lnTo>
                <a:lnTo>
                  <a:pt x="742950" y="561975"/>
                </a:lnTo>
                <a:close/>
                <a:moveTo>
                  <a:pt x="190500" y="561975"/>
                </a:moveTo>
                <a:lnTo>
                  <a:pt x="200025" y="561975"/>
                </a:lnTo>
                <a:lnTo>
                  <a:pt x="200025" y="571500"/>
                </a:lnTo>
                <a:lnTo>
                  <a:pt x="190500" y="571500"/>
                </a:lnTo>
                <a:close/>
                <a:moveTo>
                  <a:pt x="514350" y="561975"/>
                </a:moveTo>
                <a:lnTo>
                  <a:pt x="523875" y="561975"/>
                </a:lnTo>
                <a:lnTo>
                  <a:pt x="523875" y="571500"/>
                </a:lnTo>
                <a:lnTo>
                  <a:pt x="514350" y="571500"/>
                </a:lnTo>
                <a:close/>
                <a:moveTo>
                  <a:pt x="733425" y="561975"/>
                </a:moveTo>
                <a:lnTo>
                  <a:pt x="742950" y="561975"/>
                </a:lnTo>
                <a:lnTo>
                  <a:pt x="742950" y="571500"/>
                </a:lnTo>
                <a:lnTo>
                  <a:pt x="733425" y="571500"/>
                </a:lnTo>
                <a:close/>
                <a:moveTo>
                  <a:pt x="171450" y="571500"/>
                </a:moveTo>
                <a:lnTo>
                  <a:pt x="180975" y="571500"/>
                </a:lnTo>
                <a:lnTo>
                  <a:pt x="180975" y="581025"/>
                </a:lnTo>
                <a:lnTo>
                  <a:pt x="171450" y="581025"/>
                </a:lnTo>
                <a:close/>
                <a:moveTo>
                  <a:pt x="533400" y="571500"/>
                </a:moveTo>
                <a:lnTo>
                  <a:pt x="542925" y="571500"/>
                </a:lnTo>
                <a:lnTo>
                  <a:pt x="542925" y="581025"/>
                </a:lnTo>
                <a:lnTo>
                  <a:pt x="533400" y="581025"/>
                </a:lnTo>
                <a:close/>
                <a:moveTo>
                  <a:pt x="704850" y="581025"/>
                </a:moveTo>
                <a:lnTo>
                  <a:pt x="714375" y="581025"/>
                </a:lnTo>
                <a:lnTo>
                  <a:pt x="714375" y="590550"/>
                </a:lnTo>
                <a:lnTo>
                  <a:pt x="704850" y="590550"/>
                </a:lnTo>
                <a:close/>
                <a:moveTo>
                  <a:pt x="142875" y="590550"/>
                </a:moveTo>
                <a:lnTo>
                  <a:pt x="152400" y="590550"/>
                </a:lnTo>
                <a:lnTo>
                  <a:pt x="152400" y="600075"/>
                </a:lnTo>
                <a:lnTo>
                  <a:pt x="142875" y="600075"/>
                </a:lnTo>
                <a:close/>
                <a:moveTo>
                  <a:pt x="561975" y="600075"/>
                </a:moveTo>
                <a:lnTo>
                  <a:pt x="571500" y="600075"/>
                </a:lnTo>
                <a:lnTo>
                  <a:pt x="571500" y="676275"/>
                </a:lnTo>
                <a:lnTo>
                  <a:pt x="561975" y="676275"/>
                </a:lnTo>
                <a:close/>
                <a:moveTo>
                  <a:pt x="619125" y="609600"/>
                </a:moveTo>
                <a:lnTo>
                  <a:pt x="628650" y="609600"/>
                </a:lnTo>
                <a:lnTo>
                  <a:pt x="628650" y="619125"/>
                </a:lnTo>
                <a:lnTo>
                  <a:pt x="619125" y="619125"/>
                </a:lnTo>
                <a:close/>
                <a:moveTo>
                  <a:pt x="609600" y="619125"/>
                </a:moveTo>
                <a:lnTo>
                  <a:pt x="619125" y="619125"/>
                </a:lnTo>
                <a:lnTo>
                  <a:pt x="619125" y="723900"/>
                </a:lnTo>
                <a:lnTo>
                  <a:pt x="609600" y="723900"/>
                </a:lnTo>
                <a:close/>
                <a:moveTo>
                  <a:pt x="638175" y="619125"/>
                </a:moveTo>
                <a:lnTo>
                  <a:pt x="647700" y="619125"/>
                </a:lnTo>
                <a:lnTo>
                  <a:pt x="647700" y="628650"/>
                </a:lnTo>
                <a:lnTo>
                  <a:pt x="638175" y="628650"/>
                </a:lnTo>
                <a:close/>
                <a:moveTo>
                  <a:pt x="714375" y="619125"/>
                </a:moveTo>
                <a:lnTo>
                  <a:pt x="723900" y="619125"/>
                </a:lnTo>
                <a:lnTo>
                  <a:pt x="723900" y="628650"/>
                </a:lnTo>
                <a:lnTo>
                  <a:pt x="714375" y="628650"/>
                </a:lnTo>
                <a:close/>
                <a:moveTo>
                  <a:pt x="95250" y="638175"/>
                </a:moveTo>
                <a:lnTo>
                  <a:pt x="104775" y="638175"/>
                </a:lnTo>
                <a:lnTo>
                  <a:pt x="104775" y="647700"/>
                </a:lnTo>
                <a:lnTo>
                  <a:pt x="95250" y="647700"/>
                </a:lnTo>
                <a:close/>
                <a:moveTo>
                  <a:pt x="76200" y="666750"/>
                </a:moveTo>
                <a:lnTo>
                  <a:pt x="85725" y="666750"/>
                </a:lnTo>
                <a:lnTo>
                  <a:pt x="85725" y="676275"/>
                </a:lnTo>
                <a:lnTo>
                  <a:pt x="76200" y="676275"/>
                </a:lnTo>
                <a:close/>
                <a:moveTo>
                  <a:pt x="57150" y="723900"/>
                </a:moveTo>
                <a:lnTo>
                  <a:pt x="66675" y="723900"/>
                </a:lnTo>
                <a:lnTo>
                  <a:pt x="66675" y="733425"/>
                </a:lnTo>
                <a:lnTo>
                  <a:pt x="57150" y="733425"/>
                </a:lnTo>
                <a:close/>
                <a:moveTo>
                  <a:pt x="57150" y="771525"/>
                </a:moveTo>
                <a:lnTo>
                  <a:pt x="66675" y="771525"/>
                </a:lnTo>
                <a:lnTo>
                  <a:pt x="66675" y="781050"/>
                </a:lnTo>
                <a:lnTo>
                  <a:pt x="57150" y="781050"/>
                </a:lnTo>
                <a:close/>
                <a:moveTo>
                  <a:pt x="66675" y="781050"/>
                </a:moveTo>
                <a:lnTo>
                  <a:pt x="76200" y="781050"/>
                </a:lnTo>
                <a:lnTo>
                  <a:pt x="76200" y="790575"/>
                </a:lnTo>
                <a:lnTo>
                  <a:pt x="66675" y="790575"/>
                </a:lnTo>
                <a:close/>
                <a:moveTo>
                  <a:pt x="76200" y="790575"/>
                </a:moveTo>
                <a:lnTo>
                  <a:pt x="85725" y="790575"/>
                </a:lnTo>
                <a:lnTo>
                  <a:pt x="85725" y="800100"/>
                </a:lnTo>
                <a:lnTo>
                  <a:pt x="76200" y="800100"/>
                </a:lnTo>
                <a:close/>
                <a:moveTo>
                  <a:pt x="704850" y="790575"/>
                </a:moveTo>
                <a:lnTo>
                  <a:pt x="714375" y="790575"/>
                </a:lnTo>
                <a:lnTo>
                  <a:pt x="714375" y="800100"/>
                </a:lnTo>
                <a:lnTo>
                  <a:pt x="704850" y="800100"/>
                </a:lnTo>
                <a:close/>
              </a:path>
            </a:pathLst>
          </a:custGeom>
          <a:solidFill xmlns:a="http://schemas.openxmlformats.org/drawingml/2006/main">
            <a:srgbClr val="B27256"/>
          </a:solidFill>
          <a:ln xmlns:a="http://schemas.openxmlformats.org/drawingml/2006/main" w="0">
            <a:noFill/>
          </a:ln>
        </p:spPr>
      </p:sp>
      <p:sp>
        <p:nvSpPr>
          <p:cNvPr id="31" name="impact vector #c26742">
            <a:extLst xmlns:a="http://schemas.openxmlformats.org/drawingml/2006/main">
              <a:ext uri="{FF2B5EF4-FFF2-40B4-BE49-F238E27FC236}">
                <a16:creationId xmlns:a16="http://schemas.microsoft.com/office/drawing/2014/main" id="{DE45E8DC-DF9E-4E1A-991C-07A81936940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000250" y="1524000"/>
            <a:ext cx="857250" cy="847725"/>
          </a:xfrm>
          <a:custGeom xmlns:a="http://schemas.openxmlformats.org/drawingml/2006/main">
            <a:pathLst>
              <a:path w="857250" h="847725">
                <a:moveTo>
                  <a:pt x="361950" y="76200"/>
                </a:moveTo>
                <a:lnTo>
                  <a:pt x="476250" y="76200"/>
                </a:lnTo>
                <a:lnTo>
                  <a:pt x="476250" y="85725"/>
                </a:lnTo>
                <a:lnTo>
                  <a:pt x="495300" y="85725"/>
                </a:lnTo>
                <a:lnTo>
                  <a:pt x="495300" y="95250"/>
                </a:lnTo>
                <a:lnTo>
                  <a:pt x="504825" y="95250"/>
                </a:lnTo>
                <a:lnTo>
                  <a:pt x="504825" y="104775"/>
                </a:lnTo>
                <a:lnTo>
                  <a:pt x="514350" y="104775"/>
                </a:lnTo>
                <a:lnTo>
                  <a:pt x="514350" y="123825"/>
                </a:lnTo>
                <a:lnTo>
                  <a:pt x="504825" y="123825"/>
                </a:lnTo>
                <a:lnTo>
                  <a:pt x="504825" y="114300"/>
                </a:lnTo>
                <a:lnTo>
                  <a:pt x="495300" y="114300"/>
                </a:lnTo>
                <a:lnTo>
                  <a:pt x="495300" y="104775"/>
                </a:lnTo>
                <a:lnTo>
                  <a:pt x="485775" y="104775"/>
                </a:lnTo>
                <a:lnTo>
                  <a:pt x="485775" y="95250"/>
                </a:lnTo>
                <a:lnTo>
                  <a:pt x="466725" y="95250"/>
                </a:lnTo>
                <a:lnTo>
                  <a:pt x="466725" y="85725"/>
                </a:lnTo>
                <a:lnTo>
                  <a:pt x="447675" y="85725"/>
                </a:lnTo>
                <a:lnTo>
                  <a:pt x="447675" y="95250"/>
                </a:lnTo>
                <a:lnTo>
                  <a:pt x="381000" y="95250"/>
                </a:lnTo>
                <a:lnTo>
                  <a:pt x="381000" y="85725"/>
                </a:lnTo>
                <a:lnTo>
                  <a:pt x="361950" y="85725"/>
                </a:lnTo>
                <a:close/>
                <a:moveTo>
                  <a:pt x="209550" y="95250"/>
                </a:moveTo>
                <a:lnTo>
                  <a:pt x="219075" y="95250"/>
                </a:lnTo>
                <a:lnTo>
                  <a:pt x="219075" y="114300"/>
                </a:lnTo>
                <a:lnTo>
                  <a:pt x="209550" y="114300"/>
                </a:lnTo>
                <a:close/>
                <a:moveTo>
                  <a:pt x="200025" y="114300"/>
                </a:moveTo>
                <a:lnTo>
                  <a:pt x="209550" y="114300"/>
                </a:lnTo>
                <a:lnTo>
                  <a:pt x="209550" y="123825"/>
                </a:lnTo>
                <a:lnTo>
                  <a:pt x="200025" y="123825"/>
                </a:lnTo>
                <a:close/>
                <a:moveTo>
                  <a:pt x="190500" y="123825"/>
                </a:moveTo>
                <a:lnTo>
                  <a:pt x="200025" y="123825"/>
                </a:lnTo>
                <a:lnTo>
                  <a:pt x="200025" y="133350"/>
                </a:lnTo>
                <a:lnTo>
                  <a:pt x="190500" y="133350"/>
                </a:lnTo>
                <a:close/>
                <a:moveTo>
                  <a:pt x="428625" y="123825"/>
                </a:moveTo>
                <a:lnTo>
                  <a:pt x="438150" y="123825"/>
                </a:lnTo>
                <a:lnTo>
                  <a:pt x="438150" y="161925"/>
                </a:lnTo>
                <a:lnTo>
                  <a:pt x="428625" y="161925"/>
                </a:lnTo>
                <a:lnTo>
                  <a:pt x="428625" y="152400"/>
                </a:lnTo>
                <a:lnTo>
                  <a:pt x="419100" y="152400"/>
                </a:lnTo>
                <a:lnTo>
                  <a:pt x="419100" y="142875"/>
                </a:lnTo>
                <a:lnTo>
                  <a:pt x="428625" y="142875"/>
                </a:lnTo>
                <a:close/>
                <a:moveTo>
                  <a:pt x="514350" y="123825"/>
                </a:moveTo>
                <a:lnTo>
                  <a:pt x="523875" y="123825"/>
                </a:lnTo>
                <a:lnTo>
                  <a:pt x="523875" y="142875"/>
                </a:lnTo>
                <a:lnTo>
                  <a:pt x="514350" y="142875"/>
                </a:lnTo>
                <a:close/>
                <a:moveTo>
                  <a:pt x="533400" y="161925"/>
                </a:moveTo>
                <a:lnTo>
                  <a:pt x="542925" y="161925"/>
                </a:lnTo>
                <a:lnTo>
                  <a:pt x="542925" y="238125"/>
                </a:lnTo>
                <a:lnTo>
                  <a:pt x="533400" y="238125"/>
                </a:lnTo>
                <a:lnTo>
                  <a:pt x="533400" y="247650"/>
                </a:lnTo>
                <a:lnTo>
                  <a:pt x="504825" y="247650"/>
                </a:lnTo>
                <a:lnTo>
                  <a:pt x="504825" y="238125"/>
                </a:lnTo>
                <a:lnTo>
                  <a:pt x="447675" y="238125"/>
                </a:lnTo>
                <a:lnTo>
                  <a:pt x="447675" y="228600"/>
                </a:lnTo>
                <a:lnTo>
                  <a:pt x="466725" y="228600"/>
                </a:lnTo>
                <a:lnTo>
                  <a:pt x="466725" y="219075"/>
                </a:lnTo>
                <a:lnTo>
                  <a:pt x="485775" y="219075"/>
                </a:lnTo>
                <a:lnTo>
                  <a:pt x="485775" y="190500"/>
                </a:lnTo>
                <a:lnTo>
                  <a:pt x="476250" y="190500"/>
                </a:lnTo>
                <a:lnTo>
                  <a:pt x="476250" y="180975"/>
                </a:lnTo>
                <a:lnTo>
                  <a:pt x="485775" y="180975"/>
                </a:lnTo>
                <a:lnTo>
                  <a:pt x="485775" y="190500"/>
                </a:lnTo>
                <a:lnTo>
                  <a:pt x="495300" y="190500"/>
                </a:lnTo>
                <a:lnTo>
                  <a:pt x="495300" y="200025"/>
                </a:lnTo>
                <a:lnTo>
                  <a:pt x="533400" y="200025"/>
                </a:lnTo>
                <a:close/>
                <a:moveTo>
                  <a:pt x="495300" y="219075"/>
                </a:moveTo>
                <a:lnTo>
                  <a:pt x="504825" y="219075"/>
                </a:lnTo>
                <a:lnTo>
                  <a:pt x="504825" y="209550"/>
                </a:lnTo>
                <a:lnTo>
                  <a:pt x="495300" y="209550"/>
                </a:lnTo>
                <a:close/>
                <a:moveTo>
                  <a:pt x="171450" y="228600"/>
                </a:moveTo>
                <a:lnTo>
                  <a:pt x="180975" y="228600"/>
                </a:lnTo>
                <a:lnTo>
                  <a:pt x="180975" y="238125"/>
                </a:lnTo>
                <a:lnTo>
                  <a:pt x="171450" y="238125"/>
                </a:lnTo>
                <a:close/>
                <a:moveTo>
                  <a:pt x="180975" y="238125"/>
                </a:moveTo>
                <a:lnTo>
                  <a:pt x="190500" y="238125"/>
                </a:lnTo>
                <a:lnTo>
                  <a:pt x="190500" y="247650"/>
                </a:lnTo>
                <a:lnTo>
                  <a:pt x="180975" y="247650"/>
                </a:lnTo>
                <a:close/>
                <a:moveTo>
                  <a:pt x="190500" y="247650"/>
                </a:moveTo>
                <a:lnTo>
                  <a:pt x="209550" y="247650"/>
                </a:lnTo>
                <a:lnTo>
                  <a:pt x="209550" y="257175"/>
                </a:lnTo>
                <a:lnTo>
                  <a:pt x="190500" y="257175"/>
                </a:lnTo>
                <a:close/>
                <a:moveTo>
                  <a:pt x="676275" y="476250"/>
                </a:moveTo>
                <a:lnTo>
                  <a:pt x="695325" y="476250"/>
                </a:lnTo>
                <a:lnTo>
                  <a:pt x="695325" y="495300"/>
                </a:lnTo>
                <a:lnTo>
                  <a:pt x="704850" y="495300"/>
                </a:lnTo>
                <a:lnTo>
                  <a:pt x="704850" y="504825"/>
                </a:lnTo>
                <a:lnTo>
                  <a:pt x="733425" y="504825"/>
                </a:lnTo>
                <a:lnTo>
                  <a:pt x="733425" y="514350"/>
                </a:lnTo>
                <a:lnTo>
                  <a:pt x="742950" y="514350"/>
                </a:lnTo>
                <a:lnTo>
                  <a:pt x="742950" y="504825"/>
                </a:lnTo>
                <a:lnTo>
                  <a:pt x="752475" y="504825"/>
                </a:lnTo>
                <a:lnTo>
                  <a:pt x="752475" y="495300"/>
                </a:lnTo>
                <a:lnTo>
                  <a:pt x="762000" y="495300"/>
                </a:lnTo>
                <a:lnTo>
                  <a:pt x="762000" y="504825"/>
                </a:lnTo>
                <a:lnTo>
                  <a:pt x="752475" y="504825"/>
                </a:lnTo>
                <a:lnTo>
                  <a:pt x="752475" y="514350"/>
                </a:lnTo>
                <a:lnTo>
                  <a:pt x="742950" y="514350"/>
                </a:lnTo>
                <a:lnTo>
                  <a:pt x="742950" y="523875"/>
                </a:lnTo>
                <a:lnTo>
                  <a:pt x="733425" y="523875"/>
                </a:lnTo>
                <a:lnTo>
                  <a:pt x="733425" y="533400"/>
                </a:lnTo>
                <a:lnTo>
                  <a:pt x="723900" y="533400"/>
                </a:lnTo>
                <a:lnTo>
                  <a:pt x="723900" y="542925"/>
                </a:lnTo>
                <a:lnTo>
                  <a:pt x="704850" y="542925"/>
                </a:lnTo>
                <a:lnTo>
                  <a:pt x="704850" y="552450"/>
                </a:lnTo>
                <a:lnTo>
                  <a:pt x="685800" y="552450"/>
                </a:lnTo>
                <a:lnTo>
                  <a:pt x="685800" y="561975"/>
                </a:lnTo>
                <a:lnTo>
                  <a:pt x="666750" y="561975"/>
                </a:lnTo>
                <a:lnTo>
                  <a:pt x="666750" y="552450"/>
                </a:lnTo>
                <a:lnTo>
                  <a:pt x="647700" y="552450"/>
                </a:lnTo>
                <a:lnTo>
                  <a:pt x="647700" y="542925"/>
                </a:lnTo>
                <a:lnTo>
                  <a:pt x="638175" y="542925"/>
                </a:lnTo>
                <a:lnTo>
                  <a:pt x="638175" y="514350"/>
                </a:lnTo>
                <a:lnTo>
                  <a:pt x="647700" y="514350"/>
                </a:lnTo>
                <a:lnTo>
                  <a:pt x="647700" y="495300"/>
                </a:lnTo>
                <a:lnTo>
                  <a:pt x="666750" y="495300"/>
                </a:lnTo>
                <a:lnTo>
                  <a:pt x="666750" y="485775"/>
                </a:lnTo>
                <a:lnTo>
                  <a:pt x="676275" y="485775"/>
                </a:lnTo>
                <a:close/>
                <a:moveTo>
                  <a:pt x="685800" y="533400"/>
                </a:moveTo>
                <a:lnTo>
                  <a:pt x="695325" y="533400"/>
                </a:lnTo>
                <a:lnTo>
                  <a:pt x="695325" y="514350"/>
                </a:lnTo>
                <a:lnTo>
                  <a:pt x="676275" y="514350"/>
                </a:lnTo>
                <a:lnTo>
                  <a:pt x="676275" y="523875"/>
                </a:lnTo>
                <a:lnTo>
                  <a:pt x="666750" y="523875"/>
                </a:lnTo>
                <a:lnTo>
                  <a:pt x="666750" y="542925"/>
                </a:lnTo>
                <a:lnTo>
                  <a:pt x="685800" y="542925"/>
                </a:lnTo>
                <a:close/>
                <a:moveTo>
                  <a:pt x="514350" y="628650"/>
                </a:moveTo>
                <a:lnTo>
                  <a:pt x="533400" y="628650"/>
                </a:lnTo>
                <a:lnTo>
                  <a:pt x="533400" y="685800"/>
                </a:lnTo>
                <a:lnTo>
                  <a:pt x="542925" y="685800"/>
                </a:lnTo>
                <a:lnTo>
                  <a:pt x="542925" y="704850"/>
                </a:lnTo>
                <a:lnTo>
                  <a:pt x="533400" y="704850"/>
                </a:lnTo>
                <a:lnTo>
                  <a:pt x="533400" y="714375"/>
                </a:lnTo>
                <a:lnTo>
                  <a:pt x="514350" y="714375"/>
                </a:lnTo>
                <a:lnTo>
                  <a:pt x="514350" y="723900"/>
                </a:lnTo>
                <a:lnTo>
                  <a:pt x="504825" y="723900"/>
                </a:lnTo>
                <a:lnTo>
                  <a:pt x="504825" y="714375"/>
                </a:lnTo>
                <a:lnTo>
                  <a:pt x="485775" y="714375"/>
                </a:lnTo>
                <a:lnTo>
                  <a:pt x="485775" y="704850"/>
                </a:lnTo>
                <a:lnTo>
                  <a:pt x="466725" y="704850"/>
                </a:lnTo>
                <a:lnTo>
                  <a:pt x="466725" y="695325"/>
                </a:lnTo>
                <a:lnTo>
                  <a:pt x="457200" y="695325"/>
                </a:lnTo>
                <a:lnTo>
                  <a:pt x="457200" y="676275"/>
                </a:lnTo>
                <a:lnTo>
                  <a:pt x="485775" y="676275"/>
                </a:lnTo>
                <a:lnTo>
                  <a:pt x="485775" y="647700"/>
                </a:lnTo>
                <a:lnTo>
                  <a:pt x="495300" y="647700"/>
                </a:lnTo>
                <a:lnTo>
                  <a:pt x="495300" y="638175"/>
                </a:lnTo>
                <a:lnTo>
                  <a:pt x="514350" y="638175"/>
                </a:lnTo>
                <a:close/>
                <a:moveTo>
                  <a:pt x="133350" y="647700"/>
                </a:moveTo>
                <a:lnTo>
                  <a:pt x="161925" y="647700"/>
                </a:lnTo>
                <a:lnTo>
                  <a:pt x="161925" y="657225"/>
                </a:lnTo>
                <a:lnTo>
                  <a:pt x="142875" y="657225"/>
                </a:lnTo>
                <a:lnTo>
                  <a:pt x="142875" y="666750"/>
                </a:lnTo>
                <a:lnTo>
                  <a:pt x="123825" y="666750"/>
                </a:lnTo>
                <a:lnTo>
                  <a:pt x="123825" y="657225"/>
                </a:lnTo>
                <a:lnTo>
                  <a:pt x="133350" y="657225"/>
                </a:lnTo>
                <a:close/>
                <a:moveTo>
                  <a:pt x="381000" y="714375"/>
                </a:moveTo>
                <a:lnTo>
                  <a:pt x="390525" y="714375"/>
                </a:lnTo>
                <a:lnTo>
                  <a:pt x="390525" y="723900"/>
                </a:lnTo>
                <a:lnTo>
                  <a:pt x="381000" y="723900"/>
                </a:lnTo>
                <a:close/>
                <a:moveTo>
                  <a:pt x="352425" y="752475"/>
                </a:moveTo>
                <a:lnTo>
                  <a:pt x="447675" y="752475"/>
                </a:lnTo>
                <a:lnTo>
                  <a:pt x="447675" y="762000"/>
                </a:lnTo>
                <a:lnTo>
                  <a:pt x="466725" y="762000"/>
                </a:lnTo>
                <a:lnTo>
                  <a:pt x="466725" y="752475"/>
                </a:lnTo>
                <a:lnTo>
                  <a:pt x="476250" y="752475"/>
                </a:lnTo>
                <a:lnTo>
                  <a:pt x="476250" y="771525"/>
                </a:lnTo>
                <a:lnTo>
                  <a:pt x="342900" y="771525"/>
                </a:lnTo>
                <a:lnTo>
                  <a:pt x="342900" y="762000"/>
                </a:lnTo>
                <a:lnTo>
                  <a:pt x="352425" y="762000"/>
                </a:lnTo>
                <a:close/>
                <a:moveTo>
                  <a:pt x="285750" y="762000"/>
                </a:moveTo>
                <a:lnTo>
                  <a:pt x="295275" y="762000"/>
                </a:lnTo>
                <a:lnTo>
                  <a:pt x="295275" y="771525"/>
                </a:lnTo>
                <a:lnTo>
                  <a:pt x="285750" y="771525"/>
                </a:lnTo>
                <a:close/>
              </a:path>
            </a:pathLst>
          </a:custGeom>
          <a:solidFill xmlns:a="http://schemas.openxmlformats.org/drawingml/2006/main">
            <a:srgbClr val="C26742"/>
          </a:solidFill>
          <a:ln xmlns:a="http://schemas.openxmlformats.org/drawingml/2006/main" w="0">
            <a:noFill/>
          </a:ln>
        </p:spPr>
      </p:sp>
      <p:sp>
        <p:nvSpPr>
          <p:cNvPr id="32" name="impact vector #bd6846">
            <a:extLst xmlns:a="http://schemas.openxmlformats.org/drawingml/2006/main">
              <a:ext uri="{FF2B5EF4-FFF2-40B4-BE49-F238E27FC236}">
                <a16:creationId xmlns:a16="http://schemas.microsoft.com/office/drawing/2014/main" id="{7DC29285-A644-4132-8948-975E6324E50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000250" y="1524000"/>
            <a:ext cx="857250" cy="847725"/>
          </a:xfrm>
          <a:custGeom xmlns:a="http://schemas.openxmlformats.org/drawingml/2006/main">
            <a:pathLst>
              <a:path w="857250" h="847725">
                <a:moveTo>
                  <a:pt x="295275" y="66675"/>
                </a:moveTo>
                <a:lnTo>
                  <a:pt x="304800" y="66675"/>
                </a:lnTo>
                <a:lnTo>
                  <a:pt x="304800" y="76200"/>
                </a:lnTo>
                <a:lnTo>
                  <a:pt x="295275" y="76200"/>
                </a:lnTo>
                <a:close/>
                <a:moveTo>
                  <a:pt x="333375" y="66675"/>
                </a:moveTo>
                <a:lnTo>
                  <a:pt x="495300" y="66675"/>
                </a:lnTo>
                <a:lnTo>
                  <a:pt x="495300" y="76200"/>
                </a:lnTo>
                <a:lnTo>
                  <a:pt x="504825" y="76200"/>
                </a:lnTo>
                <a:lnTo>
                  <a:pt x="504825" y="85725"/>
                </a:lnTo>
                <a:lnTo>
                  <a:pt x="514350" y="85725"/>
                </a:lnTo>
                <a:lnTo>
                  <a:pt x="514350" y="95250"/>
                </a:lnTo>
                <a:lnTo>
                  <a:pt x="523875" y="95250"/>
                </a:lnTo>
                <a:lnTo>
                  <a:pt x="523875" y="123825"/>
                </a:lnTo>
                <a:lnTo>
                  <a:pt x="514350" y="123825"/>
                </a:lnTo>
                <a:lnTo>
                  <a:pt x="514350" y="104775"/>
                </a:lnTo>
                <a:lnTo>
                  <a:pt x="504825" y="104775"/>
                </a:lnTo>
                <a:lnTo>
                  <a:pt x="504825" y="95250"/>
                </a:lnTo>
                <a:lnTo>
                  <a:pt x="495300" y="95250"/>
                </a:lnTo>
                <a:lnTo>
                  <a:pt x="495300" y="85725"/>
                </a:lnTo>
                <a:lnTo>
                  <a:pt x="476250" y="85725"/>
                </a:lnTo>
                <a:lnTo>
                  <a:pt x="476250" y="76200"/>
                </a:lnTo>
                <a:lnTo>
                  <a:pt x="333375" y="76200"/>
                </a:lnTo>
                <a:close/>
                <a:moveTo>
                  <a:pt x="200025" y="95250"/>
                </a:moveTo>
                <a:lnTo>
                  <a:pt x="209550" y="95250"/>
                </a:lnTo>
                <a:lnTo>
                  <a:pt x="209550" y="114300"/>
                </a:lnTo>
                <a:lnTo>
                  <a:pt x="200025" y="114300"/>
                </a:lnTo>
                <a:lnTo>
                  <a:pt x="200025" y="123825"/>
                </a:lnTo>
                <a:lnTo>
                  <a:pt x="190500" y="123825"/>
                </a:lnTo>
                <a:lnTo>
                  <a:pt x="190500" y="142875"/>
                </a:lnTo>
                <a:lnTo>
                  <a:pt x="180975" y="142875"/>
                </a:lnTo>
                <a:lnTo>
                  <a:pt x="180975" y="114300"/>
                </a:lnTo>
                <a:lnTo>
                  <a:pt x="190500" y="114300"/>
                </a:lnTo>
                <a:lnTo>
                  <a:pt x="190500" y="104775"/>
                </a:lnTo>
                <a:lnTo>
                  <a:pt x="200025" y="104775"/>
                </a:lnTo>
                <a:close/>
                <a:moveTo>
                  <a:pt x="523875" y="123825"/>
                </a:moveTo>
                <a:lnTo>
                  <a:pt x="533400" y="123825"/>
                </a:lnTo>
                <a:lnTo>
                  <a:pt x="533400" y="133350"/>
                </a:lnTo>
                <a:lnTo>
                  <a:pt x="552450" y="133350"/>
                </a:lnTo>
                <a:lnTo>
                  <a:pt x="552450" y="142875"/>
                </a:lnTo>
                <a:lnTo>
                  <a:pt x="523875" y="142875"/>
                </a:lnTo>
                <a:close/>
                <a:moveTo>
                  <a:pt x="542925" y="171450"/>
                </a:moveTo>
                <a:lnTo>
                  <a:pt x="552450" y="171450"/>
                </a:lnTo>
                <a:lnTo>
                  <a:pt x="552450" y="190500"/>
                </a:lnTo>
                <a:lnTo>
                  <a:pt x="561975" y="190500"/>
                </a:lnTo>
                <a:lnTo>
                  <a:pt x="561975" y="247650"/>
                </a:lnTo>
                <a:lnTo>
                  <a:pt x="552450" y="247650"/>
                </a:lnTo>
                <a:lnTo>
                  <a:pt x="552450" y="266700"/>
                </a:lnTo>
                <a:lnTo>
                  <a:pt x="542925" y="266700"/>
                </a:lnTo>
                <a:lnTo>
                  <a:pt x="542925" y="276225"/>
                </a:lnTo>
                <a:lnTo>
                  <a:pt x="533400" y="276225"/>
                </a:lnTo>
                <a:lnTo>
                  <a:pt x="533400" y="285750"/>
                </a:lnTo>
                <a:lnTo>
                  <a:pt x="514350" y="285750"/>
                </a:lnTo>
                <a:lnTo>
                  <a:pt x="514350" y="276225"/>
                </a:lnTo>
                <a:lnTo>
                  <a:pt x="504825" y="276225"/>
                </a:lnTo>
                <a:lnTo>
                  <a:pt x="504825" y="257175"/>
                </a:lnTo>
                <a:lnTo>
                  <a:pt x="438150" y="257175"/>
                </a:lnTo>
                <a:lnTo>
                  <a:pt x="438150" y="247650"/>
                </a:lnTo>
                <a:lnTo>
                  <a:pt x="447675" y="247650"/>
                </a:lnTo>
                <a:lnTo>
                  <a:pt x="447675" y="238125"/>
                </a:lnTo>
                <a:lnTo>
                  <a:pt x="504825" y="238125"/>
                </a:lnTo>
                <a:lnTo>
                  <a:pt x="504825" y="247650"/>
                </a:lnTo>
                <a:lnTo>
                  <a:pt x="533400" y="247650"/>
                </a:lnTo>
                <a:lnTo>
                  <a:pt x="533400" y="238125"/>
                </a:lnTo>
                <a:lnTo>
                  <a:pt x="542925" y="238125"/>
                </a:lnTo>
                <a:close/>
                <a:moveTo>
                  <a:pt x="152400" y="209550"/>
                </a:moveTo>
                <a:lnTo>
                  <a:pt x="161925" y="209550"/>
                </a:lnTo>
                <a:lnTo>
                  <a:pt x="161925" y="219075"/>
                </a:lnTo>
                <a:lnTo>
                  <a:pt x="171450" y="219075"/>
                </a:lnTo>
                <a:lnTo>
                  <a:pt x="171450" y="238125"/>
                </a:lnTo>
                <a:lnTo>
                  <a:pt x="180975" y="238125"/>
                </a:lnTo>
                <a:lnTo>
                  <a:pt x="180975" y="247650"/>
                </a:lnTo>
                <a:lnTo>
                  <a:pt x="190500" y="247650"/>
                </a:lnTo>
                <a:lnTo>
                  <a:pt x="190500" y="257175"/>
                </a:lnTo>
                <a:lnTo>
                  <a:pt x="209550" y="257175"/>
                </a:lnTo>
                <a:lnTo>
                  <a:pt x="209550" y="247650"/>
                </a:lnTo>
                <a:lnTo>
                  <a:pt x="238125" y="247650"/>
                </a:lnTo>
                <a:lnTo>
                  <a:pt x="238125" y="257175"/>
                </a:lnTo>
                <a:lnTo>
                  <a:pt x="219075" y="257175"/>
                </a:lnTo>
                <a:lnTo>
                  <a:pt x="219075" y="266700"/>
                </a:lnTo>
                <a:lnTo>
                  <a:pt x="209550" y="266700"/>
                </a:lnTo>
                <a:lnTo>
                  <a:pt x="209550" y="285750"/>
                </a:lnTo>
                <a:lnTo>
                  <a:pt x="180975" y="285750"/>
                </a:lnTo>
                <a:lnTo>
                  <a:pt x="180975" y="276225"/>
                </a:lnTo>
                <a:lnTo>
                  <a:pt x="171450" y="276225"/>
                </a:lnTo>
                <a:lnTo>
                  <a:pt x="171450" y="247650"/>
                </a:lnTo>
                <a:lnTo>
                  <a:pt x="161925" y="247650"/>
                </a:lnTo>
                <a:lnTo>
                  <a:pt x="161925" y="238125"/>
                </a:lnTo>
                <a:lnTo>
                  <a:pt x="152400" y="238125"/>
                </a:lnTo>
                <a:close/>
                <a:moveTo>
                  <a:pt x="390525" y="247650"/>
                </a:moveTo>
                <a:lnTo>
                  <a:pt x="409575" y="247650"/>
                </a:lnTo>
                <a:lnTo>
                  <a:pt x="409575" y="257175"/>
                </a:lnTo>
                <a:lnTo>
                  <a:pt x="390525" y="257175"/>
                </a:lnTo>
                <a:close/>
                <a:moveTo>
                  <a:pt x="638175" y="466725"/>
                </a:moveTo>
                <a:lnTo>
                  <a:pt x="647700" y="466725"/>
                </a:lnTo>
                <a:lnTo>
                  <a:pt x="647700" y="476250"/>
                </a:lnTo>
                <a:lnTo>
                  <a:pt x="676275" y="476250"/>
                </a:lnTo>
                <a:lnTo>
                  <a:pt x="676275" y="485775"/>
                </a:lnTo>
                <a:lnTo>
                  <a:pt x="666750" y="485775"/>
                </a:lnTo>
                <a:lnTo>
                  <a:pt x="666750" y="495300"/>
                </a:lnTo>
                <a:lnTo>
                  <a:pt x="647700" y="495300"/>
                </a:lnTo>
                <a:lnTo>
                  <a:pt x="647700" y="514350"/>
                </a:lnTo>
                <a:lnTo>
                  <a:pt x="638175" y="514350"/>
                </a:lnTo>
                <a:lnTo>
                  <a:pt x="638175" y="542925"/>
                </a:lnTo>
                <a:lnTo>
                  <a:pt x="628650" y="542925"/>
                </a:lnTo>
                <a:lnTo>
                  <a:pt x="628650" y="514350"/>
                </a:lnTo>
                <a:lnTo>
                  <a:pt x="619125" y="514350"/>
                </a:lnTo>
                <a:lnTo>
                  <a:pt x="619125" y="485775"/>
                </a:lnTo>
                <a:lnTo>
                  <a:pt x="628650" y="485775"/>
                </a:lnTo>
                <a:lnTo>
                  <a:pt x="628650" y="476250"/>
                </a:lnTo>
                <a:lnTo>
                  <a:pt x="638175" y="476250"/>
                </a:lnTo>
                <a:close/>
                <a:moveTo>
                  <a:pt x="762000" y="495300"/>
                </a:moveTo>
                <a:lnTo>
                  <a:pt x="771525" y="495300"/>
                </a:lnTo>
                <a:lnTo>
                  <a:pt x="771525" y="504825"/>
                </a:lnTo>
                <a:lnTo>
                  <a:pt x="762000" y="504825"/>
                </a:lnTo>
                <a:close/>
                <a:moveTo>
                  <a:pt x="752475" y="504825"/>
                </a:moveTo>
                <a:lnTo>
                  <a:pt x="762000" y="504825"/>
                </a:lnTo>
                <a:lnTo>
                  <a:pt x="762000" y="523875"/>
                </a:lnTo>
                <a:lnTo>
                  <a:pt x="752475" y="523875"/>
                </a:lnTo>
                <a:lnTo>
                  <a:pt x="752475" y="533400"/>
                </a:lnTo>
                <a:lnTo>
                  <a:pt x="742950" y="533400"/>
                </a:lnTo>
                <a:lnTo>
                  <a:pt x="742950" y="542925"/>
                </a:lnTo>
                <a:lnTo>
                  <a:pt x="733425" y="542925"/>
                </a:lnTo>
                <a:lnTo>
                  <a:pt x="733425" y="552450"/>
                </a:lnTo>
                <a:lnTo>
                  <a:pt x="723900" y="552450"/>
                </a:lnTo>
                <a:lnTo>
                  <a:pt x="723900" y="561975"/>
                </a:lnTo>
                <a:lnTo>
                  <a:pt x="704850" y="561975"/>
                </a:lnTo>
                <a:lnTo>
                  <a:pt x="704850" y="571500"/>
                </a:lnTo>
                <a:lnTo>
                  <a:pt x="657225" y="571500"/>
                </a:lnTo>
                <a:lnTo>
                  <a:pt x="657225" y="561975"/>
                </a:lnTo>
                <a:lnTo>
                  <a:pt x="647700" y="561975"/>
                </a:lnTo>
                <a:lnTo>
                  <a:pt x="647700" y="552450"/>
                </a:lnTo>
                <a:lnTo>
                  <a:pt x="638175" y="552450"/>
                </a:lnTo>
                <a:lnTo>
                  <a:pt x="638175" y="542925"/>
                </a:lnTo>
                <a:lnTo>
                  <a:pt x="647700" y="542925"/>
                </a:lnTo>
                <a:lnTo>
                  <a:pt x="647700" y="552450"/>
                </a:lnTo>
                <a:lnTo>
                  <a:pt x="666750" y="552450"/>
                </a:lnTo>
                <a:lnTo>
                  <a:pt x="666750" y="561975"/>
                </a:lnTo>
                <a:lnTo>
                  <a:pt x="685800" y="561975"/>
                </a:lnTo>
                <a:lnTo>
                  <a:pt x="685800" y="552450"/>
                </a:lnTo>
                <a:lnTo>
                  <a:pt x="704850" y="552450"/>
                </a:lnTo>
                <a:lnTo>
                  <a:pt x="704850" y="542925"/>
                </a:lnTo>
                <a:lnTo>
                  <a:pt x="723900" y="542925"/>
                </a:lnTo>
                <a:lnTo>
                  <a:pt x="723900" y="533400"/>
                </a:lnTo>
                <a:lnTo>
                  <a:pt x="733425" y="533400"/>
                </a:lnTo>
                <a:lnTo>
                  <a:pt x="733425" y="523875"/>
                </a:lnTo>
                <a:lnTo>
                  <a:pt x="742950" y="523875"/>
                </a:lnTo>
                <a:lnTo>
                  <a:pt x="742950" y="514350"/>
                </a:lnTo>
                <a:lnTo>
                  <a:pt x="752475" y="514350"/>
                </a:lnTo>
                <a:close/>
                <a:moveTo>
                  <a:pt x="276225" y="542925"/>
                </a:moveTo>
                <a:lnTo>
                  <a:pt x="295275" y="542925"/>
                </a:lnTo>
                <a:lnTo>
                  <a:pt x="295275" y="552450"/>
                </a:lnTo>
                <a:lnTo>
                  <a:pt x="276225" y="552450"/>
                </a:lnTo>
                <a:close/>
                <a:moveTo>
                  <a:pt x="142875" y="619125"/>
                </a:moveTo>
                <a:lnTo>
                  <a:pt x="152400" y="619125"/>
                </a:lnTo>
                <a:lnTo>
                  <a:pt x="152400" y="638175"/>
                </a:lnTo>
                <a:lnTo>
                  <a:pt x="142875" y="638175"/>
                </a:lnTo>
                <a:lnTo>
                  <a:pt x="142875" y="647700"/>
                </a:lnTo>
                <a:lnTo>
                  <a:pt x="133350" y="647700"/>
                </a:lnTo>
                <a:lnTo>
                  <a:pt x="133350" y="657225"/>
                </a:lnTo>
                <a:lnTo>
                  <a:pt x="123825" y="657225"/>
                </a:lnTo>
                <a:lnTo>
                  <a:pt x="123825" y="666750"/>
                </a:lnTo>
                <a:lnTo>
                  <a:pt x="114300" y="666750"/>
                </a:lnTo>
                <a:lnTo>
                  <a:pt x="114300" y="676275"/>
                </a:lnTo>
                <a:lnTo>
                  <a:pt x="104775" y="676275"/>
                </a:lnTo>
                <a:lnTo>
                  <a:pt x="104775" y="657225"/>
                </a:lnTo>
                <a:lnTo>
                  <a:pt x="114300" y="657225"/>
                </a:lnTo>
                <a:lnTo>
                  <a:pt x="114300" y="638175"/>
                </a:lnTo>
                <a:lnTo>
                  <a:pt x="123825" y="638175"/>
                </a:lnTo>
                <a:lnTo>
                  <a:pt x="123825" y="628650"/>
                </a:lnTo>
                <a:lnTo>
                  <a:pt x="142875" y="628650"/>
                </a:lnTo>
                <a:close/>
                <a:moveTo>
                  <a:pt x="542925" y="619125"/>
                </a:moveTo>
                <a:lnTo>
                  <a:pt x="552450" y="619125"/>
                </a:lnTo>
                <a:lnTo>
                  <a:pt x="552450" y="704850"/>
                </a:lnTo>
                <a:lnTo>
                  <a:pt x="542925" y="704850"/>
                </a:lnTo>
                <a:lnTo>
                  <a:pt x="542925" y="685800"/>
                </a:lnTo>
                <a:lnTo>
                  <a:pt x="533400" y="685800"/>
                </a:lnTo>
                <a:lnTo>
                  <a:pt x="533400" y="628650"/>
                </a:lnTo>
                <a:lnTo>
                  <a:pt x="542925" y="628650"/>
                </a:lnTo>
                <a:close/>
                <a:moveTo>
                  <a:pt x="638175" y="647700"/>
                </a:moveTo>
                <a:lnTo>
                  <a:pt x="647700" y="647700"/>
                </a:lnTo>
                <a:lnTo>
                  <a:pt x="647700" y="657225"/>
                </a:lnTo>
                <a:lnTo>
                  <a:pt x="638175" y="657225"/>
                </a:lnTo>
                <a:close/>
                <a:moveTo>
                  <a:pt x="628650" y="657225"/>
                </a:moveTo>
                <a:lnTo>
                  <a:pt x="638175" y="657225"/>
                </a:lnTo>
                <a:lnTo>
                  <a:pt x="638175" y="666750"/>
                </a:lnTo>
                <a:lnTo>
                  <a:pt x="628650" y="666750"/>
                </a:lnTo>
                <a:close/>
                <a:moveTo>
                  <a:pt x="257175" y="771525"/>
                </a:moveTo>
                <a:lnTo>
                  <a:pt x="295275" y="771525"/>
                </a:lnTo>
                <a:lnTo>
                  <a:pt x="295275" y="781050"/>
                </a:lnTo>
                <a:lnTo>
                  <a:pt x="257175" y="781050"/>
                </a:lnTo>
                <a:close/>
                <a:moveTo>
                  <a:pt x="314325" y="771525"/>
                </a:moveTo>
                <a:lnTo>
                  <a:pt x="485775" y="771525"/>
                </a:lnTo>
                <a:lnTo>
                  <a:pt x="485775" y="781050"/>
                </a:lnTo>
                <a:lnTo>
                  <a:pt x="314325" y="781050"/>
                </a:lnTo>
                <a:close/>
              </a:path>
            </a:pathLst>
          </a:custGeom>
          <a:solidFill xmlns:a="http://schemas.openxmlformats.org/drawingml/2006/main">
            <a:srgbClr val="BD6846"/>
          </a:solidFill>
          <a:ln xmlns:a="http://schemas.openxmlformats.org/drawingml/2006/main" w="0">
            <a:noFill/>
          </a:ln>
        </p:spPr>
      </p:sp>
      <p:sp>
        <p:nvSpPr>
          <p:cNvPr id="33" name="impact vector #b46949">
            <a:extLst xmlns:a="http://schemas.openxmlformats.org/drawingml/2006/main">
              <a:ext uri="{FF2B5EF4-FFF2-40B4-BE49-F238E27FC236}">
                <a16:creationId xmlns:a16="http://schemas.microsoft.com/office/drawing/2014/main" id="{55EF25D3-293C-4816-8916-02E79DA1279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000250" y="1524000"/>
            <a:ext cx="857250" cy="847725"/>
          </a:xfrm>
          <a:custGeom xmlns:a="http://schemas.openxmlformats.org/drawingml/2006/main">
            <a:pathLst>
              <a:path w="857250" h="847725">
                <a:moveTo>
                  <a:pt x="504825" y="57150"/>
                </a:moveTo>
                <a:lnTo>
                  <a:pt x="514350" y="57150"/>
                </a:lnTo>
                <a:lnTo>
                  <a:pt x="514350" y="66675"/>
                </a:lnTo>
                <a:lnTo>
                  <a:pt x="504825" y="66675"/>
                </a:lnTo>
                <a:close/>
                <a:moveTo>
                  <a:pt x="209550" y="66675"/>
                </a:moveTo>
                <a:lnTo>
                  <a:pt x="219075" y="66675"/>
                </a:lnTo>
                <a:lnTo>
                  <a:pt x="219075" y="76200"/>
                </a:lnTo>
                <a:lnTo>
                  <a:pt x="209550" y="76200"/>
                </a:lnTo>
                <a:close/>
                <a:moveTo>
                  <a:pt x="495300" y="66675"/>
                </a:moveTo>
                <a:lnTo>
                  <a:pt x="504825" y="66675"/>
                </a:lnTo>
                <a:lnTo>
                  <a:pt x="504825" y="76200"/>
                </a:lnTo>
                <a:lnTo>
                  <a:pt x="495300" y="76200"/>
                </a:lnTo>
                <a:close/>
                <a:moveTo>
                  <a:pt x="514350" y="66675"/>
                </a:moveTo>
                <a:lnTo>
                  <a:pt x="523875" y="66675"/>
                </a:lnTo>
                <a:lnTo>
                  <a:pt x="523875" y="85725"/>
                </a:lnTo>
                <a:lnTo>
                  <a:pt x="533400" y="85725"/>
                </a:lnTo>
                <a:lnTo>
                  <a:pt x="533400" y="114300"/>
                </a:lnTo>
                <a:lnTo>
                  <a:pt x="542925" y="114300"/>
                </a:lnTo>
                <a:lnTo>
                  <a:pt x="542925" y="133350"/>
                </a:lnTo>
                <a:lnTo>
                  <a:pt x="533400" y="133350"/>
                </a:lnTo>
                <a:lnTo>
                  <a:pt x="533400" y="123825"/>
                </a:lnTo>
                <a:lnTo>
                  <a:pt x="523875" y="123825"/>
                </a:lnTo>
                <a:lnTo>
                  <a:pt x="523875" y="95250"/>
                </a:lnTo>
                <a:lnTo>
                  <a:pt x="514350" y="95250"/>
                </a:lnTo>
                <a:lnTo>
                  <a:pt x="514350" y="85725"/>
                </a:lnTo>
                <a:lnTo>
                  <a:pt x="504825" y="85725"/>
                </a:lnTo>
                <a:lnTo>
                  <a:pt x="504825" y="76200"/>
                </a:lnTo>
                <a:lnTo>
                  <a:pt x="514350" y="76200"/>
                </a:lnTo>
                <a:close/>
                <a:moveTo>
                  <a:pt x="200025" y="76200"/>
                </a:moveTo>
                <a:lnTo>
                  <a:pt x="209550" y="76200"/>
                </a:lnTo>
                <a:lnTo>
                  <a:pt x="209550" y="85725"/>
                </a:lnTo>
                <a:lnTo>
                  <a:pt x="200025" y="85725"/>
                </a:lnTo>
                <a:close/>
                <a:moveTo>
                  <a:pt x="190500" y="85725"/>
                </a:moveTo>
                <a:lnTo>
                  <a:pt x="200025" y="85725"/>
                </a:lnTo>
                <a:lnTo>
                  <a:pt x="200025" y="104775"/>
                </a:lnTo>
                <a:lnTo>
                  <a:pt x="190500" y="104775"/>
                </a:lnTo>
                <a:lnTo>
                  <a:pt x="190500" y="114300"/>
                </a:lnTo>
                <a:lnTo>
                  <a:pt x="180975" y="114300"/>
                </a:lnTo>
                <a:lnTo>
                  <a:pt x="180975" y="95250"/>
                </a:lnTo>
                <a:lnTo>
                  <a:pt x="190500" y="95250"/>
                </a:lnTo>
                <a:close/>
                <a:moveTo>
                  <a:pt x="171450" y="114300"/>
                </a:moveTo>
                <a:lnTo>
                  <a:pt x="180975" y="114300"/>
                </a:lnTo>
                <a:lnTo>
                  <a:pt x="180975" y="133350"/>
                </a:lnTo>
                <a:lnTo>
                  <a:pt x="171450" y="133350"/>
                </a:lnTo>
                <a:close/>
                <a:moveTo>
                  <a:pt x="542925" y="142875"/>
                </a:moveTo>
                <a:lnTo>
                  <a:pt x="552450" y="142875"/>
                </a:lnTo>
                <a:lnTo>
                  <a:pt x="552450" y="152400"/>
                </a:lnTo>
                <a:lnTo>
                  <a:pt x="542925" y="152400"/>
                </a:lnTo>
                <a:close/>
                <a:moveTo>
                  <a:pt x="552450" y="152400"/>
                </a:moveTo>
                <a:lnTo>
                  <a:pt x="561975" y="152400"/>
                </a:lnTo>
                <a:lnTo>
                  <a:pt x="561975" y="161925"/>
                </a:lnTo>
                <a:lnTo>
                  <a:pt x="552450" y="161925"/>
                </a:lnTo>
                <a:close/>
                <a:moveTo>
                  <a:pt x="552450" y="171450"/>
                </a:moveTo>
                <a:lnTo>
                  <a:pt x="561975" y="171450"/>
                </a:lnTo>
                <a:lnTo>
                  <a:pt x="561975" y="180975"/>
                </a:lnTo>
                <a:lnTo>
                  <a:pt x="571500" y="180975"/>
                </a:lnTo>
                <a:lnTo>
                  <a:pt x="571500" y="238125"/>
                </a:lnTo>
                <a:lnTo>
                  <a:pt x="561975" y="238125"/>
                </a:lnTo>
                <a:lnTo>
                  <a:pt x="561975" y="190500"/>
                </a:lnTo>
                <a:lnTo>
                  <a:pt x="552450" y="190500"/>
                </a:lnTo>
                <a:close/>
                <a:moveTo>
                  <a:pt x="142875" y="190500"/>
                </a:moveTo>
                <a:lnTo>
                  <a:pt x="152400" y="190500"/>
                </a:lnTo>
                <a:lnTo>
                  <a:pt x="152400" y="238125"/>
                </a:lnTo>
                <a:lnTo>
                  <a:pt x="161925" y="238125"/>
                </a:lnTo>
                <a:lnTo>
                  <a:pt x="161925" y="247650"/>
                </a:lnTo>
                <a:lnTo>
                  <a:pt x="171450" y="247650"/>
                </a:lnTo>
                <a:lnTo>
                  <a:pt x="171450" y="266700"/>
                </a:lnTo>
                <a:lnTo>
                  <a:pt x="161925" y="266700"/>
                </a:lnTo>
                <a:lnTo>
                  <a:pt x="161925" y="257175"/>
                </a:lnTo>
                <a:lnTo>
                  <a:pt x="152400" y="257175"/>
                </a:lnTo>
                <a:lnTo>
                  <a:pt x="152400" y="247650"/>
                </a:lnTo>
                <a:lnTo>
                  <a:pt x="142875" y="247650"/>
                </a:lnTo>
                <a:close/>
                <a:moveTo>
                  <a:pt x="352425" y="247650"/>
                </a:moveTo>
                <a:lnTo>
                  <a:pt x="361950" y="247650"/>
                </a:lnTo>
                <a:lnTo>
                  <a:pt x="361950" y="257175"/>
                </a:lnTo>
                <a:lnTo>
                  <a:pt x="352425" y="257175"/>
                </a:lnTo>
                <a:close/>
                <a:moveTo>
                  <a:pt x="552450" y="247650"/>
                </a:moveTo>
                <a:lnTo>
                  <a:pt x="561975" y="247650"/>
                </a:lnTo>
                <a:lnTo>
                  <a:pt x="561975" y="257175"/>
                </a:lnTo>
                <a:lnTo>
                  <a:pt x="552450" y="257175"/>
                </a:lnTo>
                <a:close/>
                <a:moveTo>
                  <a:pt x="219075" y="257175"/>
                </a:moveTo>
                <a:lnTo>
                  <a:pt x="238125" y="257175"/>
                </a:lnTo>
                <a:lnTo>
                  <a:pt x="238125" y="266700"/>
                </a:lnTo>
                <a:lnTo>
                  <a:pt x="228600" y="266700"/>
                </a:lnTo>
                <a:lnTo>
                  <a:pt x="228600" y="276225"/>
                </a:lnTo>
                <a:lnTo>
                  <a:pt x="219075" y="276225"/>
                </a:lnTo>
                <a:lnTo>
                  <a:pt x="219075" y="285750"/>
                </a:lnTo>
                <a:lnTo>
                  <a:pt x="209550" y="285750"/>
                </a:lnTo>
                <a:lnTo>
                  <a:pt x="209550" y="266700"/>
                </a:lnTo>
                <a:lnTo>
                  <a:pt x="219075" y="266700"/>
                </a:lnTo>
                <a:close/>
                <a:moveTo>
                  <a:pt x="428625" y="257175"/>
                </a:moveTo>
                <a:lnTo>
                  <a:pt x="457200" y="257175"/>
                </a:lnTo>
                <a:lnTo>
                  <a:pt x="457200" y="266700"/>
                </a:lnTo>
                <a:lnTo>
                  <a:pt x="447675" y="266700"/>
                </a:lnTo>
                <a:lnTo>
                  <a:pt x="447675" y="276225"/>
                </a:lnTo>
                <a:lnTo>
                  <a:pt x="390525" y="276225"/>
                </a:lnTo>
                <a:lnTo>
                  <a:pt x="390525" y="266700"/>
                </a:lnTo>
                <a:lnTo>
                  <a:pt x="428625" y="266700"/>
                </a:lnTo>
                <a:close/>
                <a:moveTo>
                  <a:pt x="476250" y="257175"/>
                </a:moveTo>
                <a:lnTo>
                  <a:pt x="504825" y="257175"/>
                </a:lnTo>
                <a:lnTo>
                  <a:pt x="504825" y="276225"/>
                </a:lnTo>
                <a:lnTo>
                  <a:pt x="495300" y="276225"/>
                </a:lnTo>
                <a:lnTo>
                  <a:pt x="495300" y="266700"/>
                </a:lnTo>
                <a:lnTo>
                  <a:pt x="476250" y="266700"/>
                </a:lnTo>
                <a:close/>
                <a:moveTo>
                  <a:pt x="542925" y="266700"/>
                </a:moveTo>
                <a:lnTo>
                  <a:pt x="552450" y="266700"/>
                </a:lnTo>
                <a:lnTo>
                  <a:pt x="552450" y="304800"/>
                </a:lnTo>
                <a:lnTo>
                  <a:pt x="542925" y="304800"/>
                </a:lnTo>
                <a:lnTo>
                  <a:pt x="542925" y="342900"/>
                </a:lnTo>
                <a:lnTo>
                  <a:pt x="514350" y="342900"/>
                </a:lnTo>
                <a:lnTo>
                  <a:pt x="514350" y="352425"/>
                </a:lnTo>
                <a:lnTo>
                  <a:pt x="523875" y="352425"/>
                </a:lnTo>
                <a:lnTo>
                  <a:pt x="523875" y="361950"/>
                </a:lnTo>
                <a:lnTo>
                  <a:pt x="514350" y="361950"/>
                </a:lnTo>
                <a:lnTo>
                  <a:pt x="514350" y="371475"/>
                </a:lnTo>
                <a:lnTo>
                  <a:pt x="495300" y="371475"/>
                </a:lnTo>
                <a:lnTo>
                  <a:pt x="495300" y="352425"/>
                </a:lnTo>
                <a:lnTo>
                  <a:pt x="504825" y="352425"/>
                </a:lnTo>
                <a:lnTo>
                  <a:pt x="504825" y="304800"/>
                </a:lnTo>
                <a:lnTo>
                  <a:pt x="514350" y="304800"/>
                </a:lnTo>
                <a:lnTo>
                  <a:pt x="514350" y="285750"/>
                </a:lnTo>
                <a:lnTo>
                  <a:pt x="504825" y="285750"/>
                </a:lnTo>
                <a:lnTo>
                  <a:pt x="504825" y="276225"/>
                </a:lnTo>
                <a:lnTo>
                  <a:pt x="514350" y="276225"/>
                </a:lnTo>
                <a:lnTo>
                  <a:pt x="514350" y="285750"/>
                </a:lnTo>
                <a:lnTo>
                  <a:pt x="533400" y="285750"/>
                </a:lnTo>
                <a:lnTo>
                  <a:pt x="533400" y="276225"/>
                </a:lnTo>
                <a:lnTo>
                  <a:pt x="542925" y="276225"/>
                </a:lnTo>
                <a:close/>
                <a:moveTo>
                  <a:pt x="171450" y="276225"/>
                </a:moveTo>
                <a:lnTo>
                  <a:pt x="180975" y="276225"/>
                </a:lnTo>
                <a:lnTo>
                  <a:pt x="180975" y="285750"/>
                </a:lnTo>
                <a:lnTo>
                  <a:pt x="209550" y="285750"/>
                </a:lnTo>
                <a:lnTo>
                  <a:pt x="209550" y="295275"/>
                </a:lnTo>
                <a:lnTo>
                  <a:pt x="200025" y="295275"/>
                </a:lnTo>
                <a:lnTo>
                  <a:pt x="200025" y="304800"/>
                </a:lnTo>
                <a:lnTo>
                  <a:pt x="209550" y="304800"/>
                </a:lnTo>
                <a:lnTo>
                  <a:pt x="209550" y="314325"/>
                </a:lnTo>
                <a:lnTo>
                  <a:pt x="200025" y="314325"/>
                </a:lnTo>
                <a:lnTo>
                  <a:pt x="200025" y="333375"/>
                </a:lnTo>
                <a:lnTo>
                  <a:pt x="219075" y="333375"/>
                </a:lnTo>
                <a:lnTo>
                  <a:pt x="219075" y="352425"/>
                </a:lnTo>
                <a:lnTo>
                  <a:pt x="180975" y="352425"/>
                </a:lnTo>
                <a:lnTo>
                  <a:pt x="180975" y="323850"/>
                </a:lnTo>
                <a:lnTo>
                  <a:pt x="171450" y="323850"/>
                </a:lnTo>
                <a:close/>
                <a:moveTo>
                  <a:pt x="485775" y="371475"/>
                </a:moveTo>
                <a:lnTo>
                  <a:pt x="495300" y="371475"/>
                </a:lnTo>
                <a:lnTo>
                  <a:pt x="495300" y="381000"/>
                </a:lnTo>
                <a:lnTo>
                  <a:pt x="514350" y="381000"/>
                </a:lnTo>
                <a:lnTo>
                  <a:pt x="514350" y="371475"/>
                </a:lnTo>
                <a:lnTo>
                  <a:pt x="523875" y="371475"/>
                </a:lnTo>
                <a:lnTo>
                  <a:pt x="523875" y="381000"/>
                </a:lnTo>
                <a:lnTo>
                  <a:pt x="533400" y="381000"/>
                </a:lnTo>
                <a:lnTo>
                  <a:pt x="533400" y="390525"/>
                </a:lnTo>
                <a:lnTo>
                  <a:pt x="514350" y="390525"/>
                </a:lnTo>
                <a:lnTo>
                  <a:pt x="514350" y="400050"/>
                </a:lnTo>
                <a:lnTo>
                  <a:pt x="523875" y="400050"/>
                </a:lnTo>
                <a:lnTo>
                  <a:pt x="523875" y="409575"/>
                </a:lnTo>
                <a:lnTo>
                  <a:pt x="514350" y="409575"/>
                </a:lnTo>
                <a:lnTo>
                  <a:pt x="514350" y="419100"/>
                </a:lnTo>
                <a:lnTo>
                  <a:pt x="504825" y="419100"/>
                </a:lnTo>
                <a:lnTo>
                  <a:pt x="504825" y="428625"/>
                </a:lnTo>
                <a:lnTo>
                  <a:pt x="485775" y="428625"/>
                </a:lnTo>
                <a:lnTo>
                  <a:pt x="485775" y="438150"/>
                </a:lnTo>
                <a:lnTo>
                  <a:pt x="476250" y="438150"/>
                </a:lnTo>
                <a:lnTo>
                  <a:pt x="476250" y="447675"/>
                </a:lnTo>
                <a:lnTo>
                  <a:pt x="466725" y="447675"/>
                </a:lnTo>
                <a:lnTo>
                  <a:pt x="466725" y="457200"/>
                </a:lnTo>
                <a:lnTo>
                  <a:pt x="457200" y="457200"/>
                </a:lnTo>
                <a:lnTo>
                  <a:pt x="457200" y="476250"/>
                </a:lnTo>
                <a:lnTo>
                  <a:pt x="447675" y="476250"/>
                </a:lnTo>
                <a:lnTo>
                  <a:pt x="447675" y="466725"/>
                </a:lnTo>
                <a:lnTo>
                  <a:pt x="438150" y="466725"/>
                </a:lnTo>
                <a:lnTo>
                  <a:pt x="438150" y="485775"/>
                </a:lnTo>
                <a:lnTo>
                  <a:pt x="428625" y="485775"/>
                </a:lnTo>
                <a:lnTo>
                  <a:pt x="428625" y="476250"/>
                </a:lnTo>
                <a:lnTo>
                  <a:pt x="419100" y="476250"/>
                </a:lnTo>
                <a:lnTo>
                  <a:pt x="419100" y="457200"/>
                </a:lnTo>
                <a:lnTo>
                  <a:pt x="428625" y="457200"/>
                </a:lnTo>
                <a:lnTo>
                  <a:pt x="428625" y="438150"/>
                </a:lnTo>
                <a:lnTo>
                  <a:pt x="457200" y="438150"/>
                </a:lnTo>
                <a:lnTo>
                  <a:pt x="457200" y="428625"/>
                </a:lnTo>
                <a:lnTo>
                  <a:pt x="466725" y="428625"/>
                </a:lnTo>
                <a:lnTo>
                  <a:pt x="466725" y="419100"/>
                </a:lnTo>
                <a:lnTo>
                  <a:pt x="476250" y="419100"/>
                </a:lnTo>
                <a:lnTo>
                  <a:pt x="476250" y="390525"/>
                </a:lnTo>
                <a:lnTo>
                  <a:pt x="485775" y="390525"/>
                </a:lnTo>
                <a:close/>
                <a:moveTo>
                  <a:pt x="714375" y="390525"/>
                </a:moveTo>
                <a:lnTo>
                  <a:pt x="723900" y="390525"/>
                </a:lnTo>
                <a:lnTo>
                  <a:pt x="723900" y="400050"/>
                </a:lnTo>
                <a:lnTo>
                  <a:pt x="714375" y="400050"/>
                </a:lnTo>
                <a:close/>
                <a:moveTo>
                  <a:pt x="742950" y="390525"/>
                </a:moveTo>
                <a:lnTo>
                  <a:pt x="771525" y="390525"/>
                </a:lnTo>
                <a:lnTo>
                  <a:pt x="771525" y="400050"/>
                </a:lnTo>
                <a:lnTo>
                  <a:pt x="742950" y="400050"/>
                </a:lnTo>
                <a:close/>
                <a:moveTo>
                  <a:pt x="228600" y="409575"/>
                </a:moveTo>
                <a:lnTo>
                  <a:pt x="247650" y="409575"/>
                </a:lnTo>
                <a:lnTo>
                  <a:pt x="247650" y="438150"/>
                </a:lnTo>
                <a:lnTo>
                  <a:pt x="238125" y="438150"/>
                </a:lnTo>
                <a:lnTo>
                  <a:pt x="238125" y="419100"/>
                </a:lnTo>
                <a:lnTo>
                  <a:pt x="228600" y="419100"/>
                </a:lnTo>
                <a:close/>
                <a:moveTo>
                  <a:pt x="209550" y="419100"/>
                </a:moveTo>
                <a:lnTo>
                  <a:pt x="219075" y="419100"/>
                </a:lnTo>
                <a:lnTo>
                  <a:pt x="219075" y="428625"/>
                </a:lnTo>
                <a:lnTo>
                  <a:pt x="209550" y="428625"/>
                </a:lnTo>
                <a:close/>
                <a:moveTo>
                  <a:pt x="685800" y="419100"/>
                </a:moveTo>
                <a:lnTo>
                  <a:pt x="695325" y="419100"/>
                </a:lnTo>
                <a:lnTo>
                  <a:pt x="695325" y="428625"/>
                </a:lnTo>
                <a:lnTo>
                  <a:pt x="685800" y="428625"/>
                </a:lnTo>
                <a:close/>
                <a:moveTo>
                  <a:pt x="790575" y="419100"/>
                </a:moveTo>
                <a:lnTo>
                  <a:pt x="800100" y="419100"/>
                </a:lnTo>
                <a:lnTo>
                  <a:pt x="800100" y="438150"/>
                </a:lnTo>
                <a:lnTo>
                  <a:pt x="790575" y="438150"/>
                </a:lnTo>
                <a:close/>
                <a:moveTo>
                  <a:pt x="323850" y="457200"/>
                </a:moveTo>
                <a:lnTo>
                  <a:pt x="381000" y="457200"/>
                </a:lnTo>
                <a:lnTo>
                  <a:pt x="381000" y="466725"/>
                </a:lnTo>
                <a:lnTo>
                  <a:pt x="390525" y="466725"/>
                </a:lnTo>
                <a:lnTo>
                  <a:pt x="390525" y="495300"/>
                </a:lnTo>
                <a:lnTo>
                  <a:pt x="361950" y="495300"/>
                </a:lnTo>
                <a:lnTo>
                  <a:pt x="361950" y="476250"/>
                </a:lnTo>
                <a:lnTo>
                  <a:pt x="352425" y="476250"/>
                </a:lnTo>
                <a:lnTo>
                  <a:pt x="352425" y="466725"/>
                </a:lnTo>
                <a:lnTo>
                  <a:pt x="323850" y="466725"/>
                </a:lnTo>
                <a:close/>
                <a:moveTo>
                  <a:pt x="628650" y="457200"/>
                </a:moveTo>
                <a:lnTo>
                  <a:pt x="638175" y="457200"/>
                </a:lnTo>
                <a:lnTo>
                  <a:pt x="638175" y="476250"/>
                </a:lnTo>
                <a:lnTo>
                  <a:pt x="628650" y="476250"/>
                </a:lnTo>
                <a:lnTo>
                  <a:pt x="628650" y="485775"/>
                </a:lnTo>
                <a:lnTo>
                  <a:pt x="619125" y="485775"/>
                </a:lnTo>
                <a:lnTo>
                  <a:pt x="619125" y="514350"/>
                </a:lnTo>
                <a:lnTo>
                  <a:pt x="628650" y="514350"/>
                </a:lnTo>
                <a:lnTo>
                  <a:pt x="628650" y="542925"/>
                </a:lnTo>
                <a:lnTo>
                  <a:pt x="638175" y="542925"/>
                </a:lnTo>
                <a:lnTo>
                  <a:pt x="638175" y="552450"/>
                </a:lnTo>
                <a:lnTo>
                  <a:pt x="628650" y="552450"/>
                </a:lnTo>
                <a:lnTo>
                  <a:pt x="628650" y="561975"/>
                </a:lnTo>
                <a:lnTo>
                  <a:pt x="619125" y="561975"/>
                </a:lnTo>
                <a:lnTo>
                  <a:pt x="619125" y="542925"/>
                </a:lnTo>
                <a:lnTo>
                  <a:pt x="609600" y="542925"/>
                </a:lnTo>
                <a:lnTo>
                  <a:pt x="609600" y="495300"/>
                </a:lnTo>
                <a:lnTo>
                  <a:pt x="600075" y="495300"/>
                </a:lnTo>
                <a:lnTo>
                  <a:pt x="600075" y="476250"/>
                </a:lnTo>
                <a:lnTo>
                  <a:pt x="609600" y="476250"/>
                </a:lnTo>
                <a:lnTo>
                  <a:pt x="609600" y="466725"/>
                </a:lnTo>
                <a:lnTo>
                  <a:pt x="628650" y="466725"/>
                </a:lnTo>
                <a:close/>
                <a:moveTo>
                  <a:pt x="666750" y="457200"/>
                </a:moveTo>
                <a:lnTo>
                  <a:pt x="676275" y="457200"/>
                </a:lnTo>
                <a:lnTo>
                  <a:pt x="676275" y="476250"/>
                </a:lnTo>
                <a:lnTo>
                  <a:pt x="657225" y="476250"/>
                </a:lnTo>
                <a:lnTo>
                  <a:pt x="657225" y="466725"/>
                </a:lnTo>
                <a:lnTo>
                  <a:pt x="666750" y="466725"/>
                </a:lnTo>
                <a:close/>
                <a:moveTo>
                  <a:pt x="790575" y="476250"/>
                </a:moveTo>
                <a:lnTo>
                  <a:pt x="800100" y="476250"/>
                </a:lnTo>
                <a:lnTo>
                  <a:pt x="800100" y="485775"/>
                </a:lnTo>
                <a:lnTo>
                  <a:pt x="790575" y="485775"/>
                </a:lnTo>
                <a:close/>
                <a:moveTo>
                  <a:pt x="771525" y="495300"/>
                </a:moveTo>
                <a:lnTo>
                  <a:pt x="790575" y="495300"/>
                </a:lnTo>
                <a:lnTo>
                  <a:pt x="790575" y="504825"/>
                </a:lnTo>
                <a:lnTo>
                  <a:pt x="781050" y="504825"/>
                </a:lnTo>
                <a:lnTo>
                  <a:pt x="781050" y="523875"/>
                </a:lnTo>
                <a:lnTo>
                  <a:pt x="771525" y="523875"/>
                </a:lnTo>
                <a:lnTo>
                  <a:pt x="771525" y="533400"/>
                </a:lnTo>
                <a:lnTo>
                  <a:pt x="752475" y="533400"/>
                </a:lnTo>
                <a:lnTo>
                  <a:pt x="752475" y="523875"/>
                </a:lnTo>
                <a:lnTo>
                  <a:pt x="762000" y="523875"/>
                </a:lnTo>
                <a:lnTo>
                  <a:pt x="762000" y="504825"/>
                </a:lnTo>
                <a:lnTo>
                  <a:pt x="771525" y="504825"/>
                </a:lnTo>
                <a:close/>
                <a:moveTo>
                  <a:pt x="742950" y="533400"/>
                </a:moveTo>
                <a:lnTo>
                  <a:pt x="752475" y="533400"/>
                </a:lnTo>
                <a:lnTo>
                  <a:pt x="752475" y="542925"/>
                </a:lnTo>
                <a:lnTo>
                  <a:pt x="742950" y="542925"/>
                </a:lnTo>
                <a:close/>
                <a:moveTo>
                  <a:pt x="257175" y="542925"/>
                </a:moveTo>
                <a:lnTo>
                  <a:pt x="266700" y="542925"/>
                </a:lnTo>
                <a:lnTo>
                  <a:pt x="266700" y="552450"/>
                </a:lnTo>
                <a:lnTo>
                  <a:pt x="257175" y="552450"/>
                </a:lnTo>
                <a:close/>
                <a:moveTo>
                  <a:pt x="438150" y="542925"/>
                </a:moveTo>
                <a:lnTo>
                  <a:pt x="457200" y="542925"/>
                </a:lnTo>
                <a:lnTo>
                  <a:pt x="457200" y="552450"/>
                </a:lnTo>
                <a:lnTo>
                  <a:pt x="438150" y="552450"/>
                </a:lnTo>
                <a:close/>
                <a:moveTo>
                  <a:pt x="733425" y="542925"/>
                </a:moveTo>
                <a:lnTo>
                  <a:pt x="742950" y="542925"/>
                </a:lnTo>
                <a:lnTo>
                  <a:pt x="742950" y="552450"/>
                </a:lnTo>
                <a:lnTo>
                  <a:pt x="733425" y="552450"/>
                </a:lnTo>
                <a:close/>
                <a:moveTo>
                  <a:pt x="219075" y="552450"/>
                </a:moveTo>
                <a:lnTo>
                  <a:pt x="228600" y="552450"/>
                </a:lnTo>
                <a:lnTo>
                  <a:pt x="228600" y="561975"/>
                </a:lnTo>
                <a:lnTo>
                  <a:pt x="219075" y="561975"/>
                </a:lnTo>
                <a:close/>
                <a:moveTo>
                  <a:pt x="466725" y="552450"/>
                </a:moveTo>
                <a:lnTo>
                  <a:pt x="495300" y="552450"/>
                </a:lnTo>
                <a:lnTo>
                  <a:pt x="495300" y="571500"/>
                </a:lnTo>
                <a:lnTo>
                  <a:pt x="485775" y="571500"/>
                </a:lnTo>
                <a:lnTo>
                  <a:pt x="485775" y="561975"/>
                </a:lnTo>
                <a:lnTo>
                  <a:pt x="466725" y="561975"/>
                </a:lnTo>
                <a:close/>
                <a:moveTo>
                  <a:pt x="723900" y="552450"/>
                </a:moveTo>
                <a:lnTo>
                  <a:pt x="733425" y="552450"/>
                </a:lnTo>
                <a:lnTo>
                  <a:pt x="733425" y="571500"/>
                </a:lnTo>
                <a:lnTo>
                  <a:pt x="723900" y="571500"/>
                </a:lnTo>
                <a:lnTo>
                  <a:pt x="723900" y="581025"/>
                </a:lnTo>
                <a:lnTo>
                  <a:pt x="704850" y="581025"/>
                </a:lnTo>
                <a:lnTo>
                  <a:pt x="704850" y="590550"/>
                </a:lnTo>
                <a:lnTo>
                  <a:pt x="657225" y="590550"/>
                </a:lnTo>
                <a:lnTo>
                  <a:pt x="657225" y="581025"/>
                </a:lnTo>
                <a:lnTo>
                  <a:pt x="666750" y="581025"/>
                </a:lnTo>
                <a:lnTo>
                  <a:pt x="666750" y="571500"/>
                </a:lnTo>
                <a:lnTo>
                  <a:pt x="704850" y="571500"/>
                </a:lnTo>
                <a:lnTo>
                  <a:pt x="704850" y="561975"/>
                </a:lnTo>
                <a:lnTo>
                  <a:pt x="723900" y="561975"/>
                </a:lnTo>
                <a:close/>
                <a:moveTo>
                  <a:pt x="638175" y="571500"/>
                </a:moveTo>
                <a:lnTo>
                  <a:pt x="647700" y="571500"/>
                </a:lnTo>
                <a:lnTo>
                  <a:pt x="647700" y="581025"/>
                </a:lnTo>
                <a:lnTo>
                  <a:pt x="638175" y="581025"/>
                </a:lnTo>
                <a:close/>
                <a:moveTo>
                  <a:pt x="142875" y="609600"/>
                </a:moveTo>
                <a:lnTo>
                  <a:pt x="152400" y="609600"/>
                </a:lnTo>
                <a:lnTo>
                  <a:pt x="152400" y="619125"/>
                </a:lnTo>
                <a:lnTo>
                  <a:pt x="142875" y="619125"/>
                </a:lnTo>
                <a:close/>
                <a:moveTo>
                  <a:pt x="114300" y="619125"/>
                </a:moveTo>
                <a:lnTo>
                  <a:pt x="142875" y="619125"/>
                </a:lnTo>
                <a:lnTo>
                  <a:pt x="142875" y="628650"/>
                </a:lnTo>
                <a:lnTo>
                  <a:pt x="123825" y="628650"/>
                </a:lnTo>
                <a:lnTo>
                  <a:pt x="123825" y="638175"/>
                </a:lnTo>
                <a:lnTo>
                  <a:pt x="114300" y="638175"/>
                </a:lnTo>
                <a:close/>
                <a:moveTo>
                  <a:pt x="552450" y="619125"/>
                </a:moveTo>
                <a:lnTo>
                  <a:pt x="561975" y="619125"/>
                </a:lnTo>
                <a:lnTo>
                  <a:pt x="561975" y="676275"/>
                </a:lnTo>
                <a:lnTo>
                  <a:pt x="571500" y="676275"/>
                </a:lnTo>
                <a:lnTo>
                  <a:pt x="571500" y="752475"/>
                </a:lnTo>
                <a:lnTo>
                  <a:pt x="561975" y="752475"/>
                </a:lnTo>
                <a:lnTo>
                  <a:pt x="561975" y="723900"/>
                </a:lnTo>
                <a:lnTo>
                  <a:pt x="552450" y="723900"/>
                </a:lnTo>
                <a:close/>
                <a:moveTo>
                  <a:pt x="638175" y="628650"/>
                </a:moveTo>
                <a:lnTo>
                  <a:pt x="647700" y="628650"/>
                </a:lnTo>
                <a:lnTo>
                  <a:pt x="647700" y="638175"/>
                </a:lnTo>
                <a:lnTo>
                  <a:pt x="638175" y="638175"/>
                </a:lnTo>
                <a:close/>
                <a:moveTo>
                  <a:pt x="628650" y="638175"/>
                </a:moveTo>
                <a:lnTo>
                  <a:pt x="638175" y="638175"/>
                </a:lnTo>
                <a:lnTo>
                  <a:pt x="638175" y="657225"/>
                </a:lnTo>
                <a:lnTo>
                  <a:pt x="628650" y="657225"/>
                </a:lnTo>
                <a:lnTo>
                  <a:pt x="628650" y="676275"/>
                </a:lnTo>
                <a:lnTo>
                  <a:pt x="619125" y="676275"/>
                </a:lnTo>
                <a:lnTo>
                  <a:pt x="619125" y="647700"/>
                </a:lnTo>
                <a:lnTo>
                  <a:pt x="628650" y="647700"/>
                </a:lnTo>
                <a:close/>
                <a:moveTo>
                  <a:pt x="104775" y="647700"/>
                </a:moveTo>
                <a:lnTo>
                  <a:pt x="114300" y="647700"/>
                </a:lnTo>
                <a:lnTo>
                  <a:pt x="114300" y="657225"/>
                </a:lnTo>
                <a:lnTo>
                  <a:pt x="104775" y="657225"/>
                </a:lnTo>
                <a:close/>
                <a:moveTo>
                  <a:pt x="85725" y="657225"/>
                </a:moveTo>
                <a:lnTo>
                  <a:pt x="104775" y="657225"/>
                </a:lnTo>
                <a:lnTo>
                  <a:pt x="104775" y="676275"/>
                </a:lnTo>
                <a:lnTo>
                  <a:pt x="95250" y="676275"/>
                </a:lnTo>
                <a:lnTo>
                  <a:pt x="95250" y="685800"/>
                </a:lnTo>
                <a:lnTo>
                  <a:pt x="85725" y="685800"/>
                </a:lnTo>
                <a:lnTo>
                  <a:pt x="85725" y="695325"/>
                </a:lnTo>
                <a:lnTo>
                  <a:pt x="76200" y="695325"/>
                </a:lnTo>
                <a:lnTo>
                  <a:pt x="76200" y="676275"/>
                </a:lnTo>
                <a:lnTo>
                  <a:pt x="85725" y="676275"/>
                </a:lnTo>
                <a:close/>
                <a:moveTo>
                  <a:pt x="723900" y="657225"/>
                </a:moveTo>
                <a:lnTo>
                  <a:pt x="733425" y="657225"/>
                </a:lnTo>
                <a:lnTo>
                  <a:pt x="733425" y="714375"/>
                </a:lnTo>
                <a:lnTo>
                  <a:pt x="723900" y="714375"/>
                </a:lnTo>
                <a:close/>
                <a:moveTo>
                  <a:pt x="66675" y="695325"/>
                </a:moveTo>
                <a:lnTo>
                  <a:pt x="76200" y="695325"/>
                </a:lnTo>
                <a:lnTo>
                  <a:pt x="76200" y="704850"/>
                </a:lnTo>
                <a:lnTo>
                  <a:pt x="66675" y="704850"/>
                </a:lnTo>
                <a:close/>
                <a:moveTo>
                  <a:pt x="257175" y="781050"/>
                </a:moveTo>
                <a:lnTo>
                  <a:pt x="276225" y="781050"/>
                </a:lnTo>
                <a:lnTo>
                  <a:pt x="276225" y="790575"/>
                </a:lnTo>
                <a:lnTo>
                  <a:pt x="285750" y="790575"/>
                </a:lnTo>
                <a:lnTo>
                  <a:pt x="285750" y="781050"/>
                </a:lnTo>
                <a:lnTo>
                  <a:pt x="466725" y="781050"/>
                </a:lnTo>
                <a:lnTo>
                  <a:pt x="466725" y="790575"/>
                </a:lnTo>
                <a:lnTo>
                  <a:pt x="476250" y="790575"/>
                </a:lnTo>
                <a:lnTo>
                  <a:pt x="476250" y="800100"/>
                </a:lnTo>
                <a:lnTo>
                  <a:pt x="257175" y="800100"/>
                </a:lnTo>
                <a:close/>
                <a:moveTo>
                  <a:pt x="85725" y="790575"/>
                </a:moveTo>
                <a:lnTo>
                  <a:pt x="95250" y="790575"/>
                </a:lnTo>
                <a:lnTo>
                  <a:pt x="95250" y="800100"/>
                </a:lnTo>
                <a:lnTo>
                  <a:pt x="85725" y="800100"/>
                </a:lnTo>
                <a:close/>
                <a:moveTo>
                  <a:pt x="200025" y="790575"/>
                </a:moveTo>
                <a:lnTo>
                  <a:pt x="228600" y="790575"/>
                </a:lnTo>
                <a:lnTo>
                  <a:pt x="228600" y="800100"/>
                </a:lnTo>
                <a:lnTo>
                  <a:pt x="200025" y="800100"/>
                </a:lnTo>
                <a:close/>
                <a:moveTo>
                  <a:pt x="657225" y="790575"/>
                </a:moveTo>
                <a:lnTo>
                  <a:pt x="676275" y="790575"/>
                </a:lnTo>
                <a:lnTo>
                  <a:pt x="676275" y="800100"/>
                </a:lnTo>
                <a:lnTo>
                  <a:pt x="657225" y="800100"/>
                </a:lnTo>
                <a:close/>
              </a:path>
            </a:pathLst>
          </a:custGeom>
          <a:solidFill xmlns:a="http://schemas.openxmlformats.org/drawingml/2006/main">
            <a:srgbClr val="B46949"/>
          </a:solidFill>
          <a:ln xmlns:a="http://schemas.openxmlformats.org/drawingml/2006/main" w="0">
            <a:noFill/>
          </a:ln>
        </p:spPr>
      </p:sp>
      <p:sp>
        <p:nvSpPr>
          <p:cNvPr id="34" name="impact vector #ae6849">
            <a:extLst xmlns:a="http://schemas.openxmlformats.org/drawingml/2006/main">
              <a:ext uri="{FF2B5EF4-FFF2-40B4-BE49-F238E27FC236}">
                <a16:creationId xmlns:a16="http://schemas.microsoft.com/office/drawing/2014/main" id="{6CF93A6D-820F-4070-AD3E-414303FC11F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000250" y="1524000"/>
            <a:ext cx="857250" cy="847725"/>
          </a:xfrm>
          <a:custGeom xmlns:a="http://schemas.openxmlformats.org/drawingml/2006/main">
            <a:pathLst>
              <a:path w="857250" h="847725">
                <a:moveTo>
                  <a:pt x="209550" y="57150"/>
                </a:moveTo>
                <a:lnTo>
                  <a:pt x="238125" y="57150"/>
                </a:lnTo>
                <a:lnTo>
                  <a:pt x="238125" y="66675"/>
                </a:lnTo>
                <a:lnTo>
                  <a:pt x="209550" y="66675"/>
                </a:lnTo>
                <a:close/>
                <a:moveTo>
                  <a:pt x="266700" y="57150"/>
                </a:moveTo>
                <a:lnTo>
                  <a:pt x="304800" y="57150"/>
                </a:lnTo>
                <a:lnTo>
                  <a:pt x="304800" y="66675"/>
                </a:lnTo>
                <a:lnTo>
                  <a:pt x="266700" y="66675"/>
                </a:lnTo>
                <a:close/>
                <a:moveTo>
                  <a:pt x="323850" y="57150"/>
                </a:moveTo>
                <a:lnTo>
                  <a:pt x="504825" y="57150"/>
                </a:lnTo>
                <a:lnTo>
                  <a:pt x="504825" y="66675"/>
                </a:lnTo>
                <a:lnTo>
                  <a:pt x="323850" y="66675"/>
                </a:lnTo>
                <a:close/>
                <a:moveTo>
                  <a:pt x="200025" y="66675"/>
                </a:moveTo>
                <a:lnTo>
                  <a:pt x="209550" y="66675"/>
                </a:lnTo>
                <a:lnTo>
                  <a:pt x="209550" y="76200"/>
                </a:lnTo>
                <a:lnTo>
                  <a:pt x="200025" y="76200"/>
                </a:lnTo>
                <a:close/>
                <a:moveTo>
                  <a:pt x="504825" y="66675"/>
                </a:moveTo>
                <a:lnTo>
                  <a:pt x="514350" y="66675"/>
                </a:lnTo>
                <a:lnTo>
                  <a:pt x="514350" y="76200"/>
                </a:lnTo>
                <a:lnTo>
                  <a:pt x="504825" y="76200"/>
                </a:lnTo>
                <a:close/>
                <a:moveTo>
                  <a:pt x="190500" y="76200"/>
                </a:moveTo>
                <a:lnTo>
                  <a:pt x="200025" y="76200"/>
                </a:lnTo>
                <a:lnTo>
                  <a:pt x="200025" y="85725"/>
                </a:lnTo>
                <a:lnTo>
                  <a:pt x="190500" y="85725"/>
                </a:lnTo>
                <a:close/>
                <a:moveTo>
                  <a:pt x="552450" y="161925"/>
                </a:moveTo>
                <a:lnTo>
                  <a:pt x="561975" y="161925"/>
                </a:lnTo>
                <a:lnTo>
                  <a:pt x="561975" y="171450"/>
                </a:lnTo>
                <a:lnTo>
                  <a:pt x="552450" y="171450"/>
                </a:lnTo>
                <a:close/>
                <a:moveTo>
                  <a:pt x="333375" y="257175"/>
                </a:moveTo>
                <a:lnTo>
                  <a:pt x="342900" y="257175"/>
                </a:lnTo>
                <a:lnTo>
                  <a:pt x="342900" y="266700"/>
                </a:lnTo>
                <a:lnTo>
                  <a:pt x="333375" y="266700"/>
                </a:lnTo>
                <a:close/>
                <a:moveTo>
                  <a:pt x="371475" y="257175"/>
                </a:moveTo>
                <a:lnTo>
                  <a:pt x="381000" y="257175"/>
                </a:lnTo>
                <a:lnTo>
                  <a:pt x="381000" y="266700"/>
                </a:lnTo>
                <a:lnTo>
                  <a:pt x="371475" y="266700"/>
                </a:lnTo>
                <a:close/>
                <a:moveTo>
                  <a:pt x="200025" y="314325"/>
                </a:moveTo>
                <a:lnTo>
                  <a:pt x="209550" y="314325"/>
                </a:lnTo>
                <a:lnTo>
                  <a:pt x="209550" y="323850"/>
                </a:lnTo>
                <a:lnTo>
                  <a:pt x="219075" y="323850"/>
                </a:lnTo>
                <a:lnTo>
                  <a:pt x="219075" y="333375"/>
                </a:lnTo>
                <a:lnTo>
                  <a:pt x="200025" y="333375"/>
                </a:lnTo>
                <a:close/>
                <a:moveTo>
                  <a:pt x="209550" y="352425"/>
                </a:moveTo>
                <a:lnTo>
                  <a:pt x="219075" y="352425"/>
                </a:lnTo>
                <a:lnTo>
                  <a:pt x="219075" y="361950"/>
                </a:lnTo>
                <a:lnTo>
                  <a:pt x="209550" y="361950"/>
                </a:lnTo>
                <a:close/>
                <a:moveTo>
                  <a:pt x="219075" y="361950"/>
                </a:moveTo>
                <a:lnTo>
                  <a:pt x="228600" y="361950"/>
                </a:lnTo>
                <a:lnTo>
                  <a:pt x="228600" y="381000"/>
                </a:lnTo>
                <a:lnTo>
                  <a:pt x="238125" y="381000"/>
                </a:lnTo>
                <a:lnTo>
                  <a:pt x="238125" y="400050"/>
                </a:lnTo>
                <a:lnTo>
                  <a:pt x="247650" y="400050"/>
                </a:lnTo>
                <a:lnTo>
                  <a:pt x="247650" y="409575"/>
                </a:lnTo>
                <a:lnTo>
                  <a:pt x="228600" y="409575"/>
                </a:lnTo>
                <a:lnTo>
                  <a:pt x="228600" y="400050"/>
                </a:lnTo>
                <a:lnTo>
                  <a:pt x="219075" y="400050"/>
                </a:lnTo>
                <a:close/>
                <a:moveTo>
                  <a:pt x="352425" y="390525"/>
                </a:moveTo>
                <a:lnTo>
                  <a:pt x="371475" y="390525"/>
                </a:lnTo>
                <a:lnTo>
                  <a:pt x="371475" y="400050"/>
                </a:lnTo>
                <a:lnTo>
                  <a:pt x="352425" y="400050"/>
                </a:lnTo>
                <a:close/>
                <a:moveTo>
                  <a:pt x="514350" y="390525"/>
                </a:moveTo>
                <a:lnTo>
                  <a:pt x="523875" y="390525"/>
                </a:lnTo>
                <a:lnTo>
                  <a:pt x="523875" y="400050"/>
                </a:lnTo>
                <a:lnTo>
                  <a:pt x="514350" y="400050"/>
                </a:lnTo>
                <a:close/>
                <a:moveTo>
                  <a:pt x="771525" y="400050"/>
                </a:moveTo>
                <a:lnTo>
                  <a:pt x="781050" y="400050"/>
                </a:lnTo>
                <a:lnTo>
                  <a:pt x="781050" y="409575"/>
                </a:lnTo>
                <a:lnTo>
                  <a:pt x="771525" y="409575"/>
                </a:lnTo>
                <a:close/>
                <a:moveTo>
                  <a:pt x="209550" y="409575"/>
                </a:moveTo>
                <a:lnTo>
                  <a:pt x="219075" y="409575"/>
                </a:lnTo>
                <a:lnTo>
                  <a:pt x="219075" y="419100"/>
                </a:lnTo>
                <a:lnTo>
                  <a:pt x="209550" y="419100"/>
                </a:lnTo>
                <a:close/>
                <a:moveTo>
                  <a:pt x="247650" y="409575"/>
                </a:moveTo>
                <a:lnTo>
                  <a:pt x="257175" y="409575"/>
                </a:lnTo>
                <a:lnTo>
                  <a:pt x="257175" y="419100"/>
                </a:lnTo>
                <a:lnTo>
                  <a:pt x="266700" y="419100"/>
                </a:lnTo>
                <a:lnTo>
                  <a:pt x="266700" y="428625"/>
                </a:lnTo>
                <a:lnTo>
                  <a:pt x="276225" y="428625"/>
                </a:lnTo>
                <a:lnTo>
                  <a:pt x="276225" y="438150"/>
                </a:lnTo>
                <a:lnTo>
                  <a:pt x="247650" y="438150"/>
                </a:lnTo>
                <a:close/>
                <a:moveTo>
                  <a:pt x="781050" y="409575"/>
                </a:moveTo>
                <a:lnTo>
                  <a:pt x="790575" y="409575"/>
                </a:lnTo>
                <a:lnTo>
                  <a:pt x="790575" y="419100"/>
                </a:lnTo>
                <a:lnTo>
                  <a:pt x="781050" y="419100"/>
                </a:lnTo>
                <a:close/>
                <a:moveTo>
                  <a:pt x="219075" y="419100"/>
                </a:moveTo>
                <a:lnTo>
                  <a:pt x="228600" y="419100"/>
                </a:lnTo>
                <a:lnTo>
                  <a:pt x="228600" y="438150"/>
                </a:lnTo>
                <a:lnTo>
                  <a:pt x="219075" y="438150"/>
                </a:lnTo>
                <a:close/>
                <a:moveTo>
                  <a:pt x="447675" y="428625"/>
                </a:moveTo>
                <a:lnTo>
                  <a:pt x="457200" y="428625"/>
                </a:lnTo>
                <a:lnTo>
                  <a:pt x="457200" y="438150"/>
                </a:lnTo>
                <a:lnTo>
                  <a:pt x="447675" y="438150"/>
                </a:lnTo>
                <a:close/>
                <a:moveTo>
                  <a:pt x="485775" y="428625"/>
                </a:moveTo>
                <a:lnTo>
                  <a:pt x="495300" y="428625"/>
                </a:lnTo>
                <a:lnTo>
                  <a:pt x="495300" y="447675"/>
                </a:lnTo>
                <a:lnTo>
                  <a:pt x="485775" y="447675"/>
                </a:lnTo>
                <a:lnTo>
                  <a:pt x="485775" y="457200"/>
                </a:lnTo>
                <a:lnTo>
                  <a:pt x="466725" y="457200"/>
                </a:lnTo>
                <a:lnTo>
                  <a:pt x="466725" y="447675"/>
                </a:lnTo>
                <a:lnTo>
                  <a:pt x="476250" y="447675"/>
                </a:lnTo>
                <a:lnTo>
                  <a:pt x="476250" y="438150"/>
                </a:lnTo>
                <a:lnTo>
                  <a:pt x="485775" y="438150"/>
                </a:lnTo>
                <a:close/>
                <a:moveTo>
                  <a:pt x="276225" y="438150"/>
                </a:moveTo>
                <a:lnTo>
                  <a:pt x="295275" y="438150"/>
                </a:lnTo>
                <a:lnTo>
                  <a:pt x="295275" y="447675"/>
                </a:lnTo>
                <a:lnTo>
                  <a:pt x="314325" y="447675"/>
                </a:lnTo>
                <a:lnTo>
                  <a:pt x="314325" y="457200"/>
                </a:lnTo>
                <a:lnTo>
                  <a:pt x="323850" y="457200"/>
                </a:lnTo>
                <a:lnTo>
                  <a:pt x="323850" y="466725"/>
                </a:lnTo>
                <a:lnTo>
                  <a:pt x="352425" y="466725"/>
                </a:lnTo>
                <a:lnTo>
                  <a:pt x="352425" y="476250"/>
                </a:lnTo>
                <a:lnTo>
                  <a:pt x="361950" y="476250"/>
                </a:lnTo>
                <a:lnTo>
                  <a:pt x="361950" y="495300"/>
                </a:lnTo>
                <a:lnTo>
                  <a:pt x="333375" y="495300"/>
                </a:lnTo>
                <a:lnTo>
                  <a:pt x="333375" y="476250"/>
                </a:lnTo>
                <a:lnTo>
                  <a:pt x="323850" y="476250"/>
                </a:lnTo>
                <a:lnTo>
                  <a:pt x="323850" y="495300"/>
                </a:lnTo>
                <a:lnTo>
                  <a:pt x="314325" y="495300"/>
                </a:lnTo>
                <a:lnTo>
                  <a:pt x="314325" y="485775"/>
                </a:lnTo>
                <a:lnTo>
                  <a:pt x="285750" y="485775"/>
                </a:lnTo>
                <a:lnTo>
                  <a:pt x="285750" y="476250"/>
                </a:lnTo>
                <a:lnTo>
                  <a:pt x="295275" y="476250"/>
                </a:lnTo>
                <a:lnTo>
                  <a:pt x="295275" y="457200"/>
                </a:lnTo>
                <a:lnTo>
                  <a:pt x="285750" y="457200"/>
                </a:lnTo>
                <a:lnTo>
                  <a:pt x="285750" y="447675"/>
                </a:lnTo>
                <a:lnTo>
                  <a:pt x="276225" y="447675"/>
                </a:lnTo>
                <a:close/>
                <a:moveTo>
                  <a:pt x="238125" y="447675"/>
                </a:moveTo>
                <a:lnTo>
                  <a:pt x="247650" y="447675"/>
                </a:lnTo>
                <a:lnTo>
                  <a:pt x="247650" y="457200"/>
                </a:lnTo>
                <a:lnTo>
                  <a:pt x="238125" y="457200"/>
                </a:lnTo>
                <a:close/>
                <a:moveTo>
                  <a:pt x="609600" y="447675"/>
                </a:moveTo>
                <a:lnTo>
                  <a:pt x="619125" y="447675"/>
                </a:lnTo>
                <a:lnTo>
                  <a:pt x="619125" y="457200"/>
                </a:lnTo>
                <a:lnTo>
                  <a:pt x="628650" y="457200"/>
                </a:lnTo>
                <a:lnTo>
                  <a:pt x="628650" y="466725"/>
                </a:lnTo>
                <a:lnTo>
                  <a:pt x="609600" y="466725"/>
                </a:lnTo>
                <a:close/>
                <a:moveTo>
                  <a:pt x="247650" y="457200"/>
                </a:moveTo>
                <a:lnTo>
                  <a:pt x="266700" y="457200"/>
                </a:lnTo>
                <a:lnTo>
                  <a:pt x="266700" y="466725"/>
                </a:lnTo>
                <a:lnTo>
                  <a:pt x="247650" y="466725"/>
                </a:lnTo>
                <a:close/>
                <a:moveTo>
                  <a:pt x="457200" y="457200"/>
                </a:moveTo>
                <a:lnTo>
                  <a:pt x="466725" y="457200"/>
                </a:lnTo>
                <a:lnTo>
                  <a:pt x="466725" y="466725"/>
                </a:lnTo>
                <a:lnTo>
                  <a:pt x="457200" y="466725"/>
                </a:lnTo>
                <a:close/>
                <a:moveTo>
                  <a:pt x="438150" y="466725"/>
                </a:moveTo>
                <a:lnTo>
                  <a:pt x="447675" y="466725"/>
                </a:lnTo>
                <a:lnTo>
                  <a:pt x="447675" y="476250"/>
                </a:lnTo>
                <a:lnTo>
                  <a:pt x="438150" y="476250"/>
                </a:lnTo>
                <a:close/>
                <a:moveTo>
                  <a:pt x="419100" y="476250"/>
                </a:moveTo>
                <a:lnTo>
                  <a:pt x="428625" y="476250"/>
                </a:lnTo>
                <a:lnTo>
                  <a:pt x="428625" y="485775"/>
                </a:lnTo>
                <a:lnTo>
                  <a:pt x="419100" y="485775"/>
                </a:lnTo>
                <a:close/>
                <a:moveTo>
                  <a:pt x="752475" y="533400"/>
                </a:moveTo>
                <a:lnTo>
                  <a:pt x="762000" y="533400"/>
                </a:lnTo>
                <a:lnTo>
                  <a:pt x="762000" y="542925"/>
                </a:lnTo>
                <a:lnTo>
                  <a:pt x="752475" y="542925"/>
                </a:lnTo>
                <a:close/>
                <a:moveTo>
                  <a:pt x="742950" y="542925"/>
                </a:moveTo>
                <a:lnTo>
                  <a:pt x="752475" y="542925"/>
                </a:lnTo>
                <a:lnTo>
                  <a:pt x="752475" y="552450"/>
                </a:lnTo>
                <a:lnTo>
                  <a:pt x="742950" y="552450"/>
                </a:lnTo>
                <a:close/>
                <a:moveTo>
                  <a:pt x="628650" y="552450"/>
                </a:moveTo>
                <a:lnTo>
                  <a:pt x="638175" y="552450"/>
                </a:lnTo>
                <a:lnTo>
                  <a:pt x="638175" y="571500"/>
                </a:lnTo>
                <a:lnTo>
                  <a:pt x="628650" y="571500"/>
                </a:lnTo>
                <a:close/>
                <a:moveTo>
                  <a:pt x="733425" y="552450"/>
                </a:moveTo>
                <a:lnTo>
                  <a:pt x="742950" y="552450"/>
                </a:lnTo>
                <a:lnTo>
                  <a:pt x="742950" y="561975"/>
                </a:lnTo>
                <a:lnTo>
                  <a:pt x="733425" y="561975"/>
                </a:lnTo>
                <a:close/>
                <a:moveTo>
                  <a:pt x="523875" y="571500"/>
                </a:moveTo>
                <a:lnTo>
                  <a:pt x="533400" y="571500"/>
                </a:lnTo>
                <a:lnTo>
                  <a:pt x="533400" y="581025"/>
                </a:lnTo>
                <a:lnTo>
                  <a:pt x="523875" y="581025"/>
                </a:lnTo>
                <a:close/>
                <a:moveTo>
                  <a:pt x="647700" y="571500"/>
                </a:moveTo>
                <a:lnTo>
                  <a:pt x="657225" y="571500"/>
                </a:lnTo>
                <a:lnTo>
                  <a:pt x="657225" y="581025"/>
                </a:lnTo>
                <a:lnTo>
                  <a:pt x="647700" y="581025"/>
                </a:lnTo>
                <a:close/>
                <a:moveTo>
                  <a:pt x="552450" y="590550"/>
                </a:moveTo>
                <a:lnTo>
                  <a:pt x="561975" y="590550"/>
                </a:lnTo>
                <a:lnTo>
                  <a:pt x="561975" y="619125"/>
                </a:lnTo>
                <a:lnTo>
                  <a:pt x="552450" y="619125"/>
                </a:lnTo>
                <a:close/>
                <a:moveTo>
                  <a:pt x="133350" y="600075"/>
                </a:moveTo>
                <a:lnTo>
                  <a:pt x="152400" y="600075"/>
                </a:lnTo>
                <a:lnTo>
                  <a:pt x="152400" y="609600"/>
                </a:lnTo>
                <a:lnTo>
                  <a:pt x="142875" y="609600"/>
                </a:lnTo>
                <a:lnTo>
                  <a:pt x="142875" y="619125"/>
                </a:lnTo>
                <a:lnTo>
                  <a:pt x="123825" y="619125"/>
                </a:lnTo>
                <a:lnTo>
                  <a:pt x="123825" y="609600"/>
                </a:lnTo>
                <a:lnTo>
                  <a:pt x="133350" y="609600"/>
                </a:lnTo>
                <a:close/>
                <a:moveTo>
                  <a:pt x="619125" y="619125"/>
                </a:moveTo>
                <a:lnTo>
                  <a:pt x="638175" y="619125"/>
                </a:lnTo>
                <a:lnTo>
                  <a:pt x="638175" y="638175"/>
                </a:lnTo>
                <a:lnTo>
                  <a:pt x="628650" y="638175"/>
                </a:lnTo>
                <a:lnTo>
                  <a:pt x="628650" y="647700"/>
                </a:lnTo>
                <a:lnTo>
                  <a:pt x="619125" y="647700"/>
                </a:lnTo>
                <a:close/>
                <a:moveTo>
                  <a:pt x="104775" y="628650"/>
                </a:moveTo>
                <a:lnTo>
                  <a:pt x="114300" y="628650"/>
                </a:lnTo>
                <a:lnTo>
                  <a:pt x="114300" y="647700"/>
                </a:lnTo>
                <a:lnTo>
                  <a:pt x="104775" y="647700"/>
                </a:lnTo>
                <a:close/>
                <a:moveTo>
                  <a:pt x="704850" y="628650"/>
                </a:moveTo>
                <a:lnTo>
                  <a:pt x="733425" y="628650"/>
                </a:lnTo>
                <a:lnTo>
                  <a:pt x="733425" y="657225"/>
                </a:lnTo>
                <a:lnTo>
                  <a:pt x="723900" y="657225"/>
                </a:lnTo>
                <a:lnTo>
                  <a:pt x="723900" y="638175"/>
                </a:lnTo>
                <a:lnTo>
                  <a:pt x="704850" y="638175"/>
                </a:lnTo>
                <a:close/>
                <a:moveTo>
                  <a:pt x="95250" y="647700"/>
                </a:moveTo>
                <a:lnTo>
                  <a:pt x="104775" y="647700"/>
                </a:lnTo>
                <a:lnTo>
                  <a:pt x="104775" y="657225"/>
                </a:lnTo>
                <a:lnTo>
                  <a:pt x="95250" y="657225"/>
                </a:lnTo>
                <a:close/>
                <a:moveTo>
                  <a:pt x="619125" y="676275"/>
                </a:moveTo>
                <a:lnTo>
                  <a:pt x="628650" y="676275"/>
                </a:lnTo>
                <a:lnTo>
                  <a:pt x="628650" y="695325"/>
                </a:lnTo>
                <a:lnTo>
                  <a:pt x="619125" y="695325"/>
                </a:lnTo>
                <a:close/>
                <a:moveTo>
                  <a:pt x="609600" y="723900"/>
                </a:moveTo>
                <a:lnTo>
                  <a:pt x="619125" y="723900"/>
                </a:lnTo>
                <a:lnTo>
                  <a:pt x="619125" y="781050"/>
                </a:lnTo>
                <a:lnTo>
                  <a:pt x="628650" y="781050"/>
                </a:lnTo>
                <a:lnTo>
                  <a:pt x="628650" y="790575"/>
                </a:lnTo>
                <a:lnTo>
                  <a:pt x="657225" y="790575"/>
                </a:lnTo>
                <a:lnTo>
                  <a:pt x="657225" y="800100"/>
                </a:lnTo>
                <a:lnTo>
                  <a:pt x="619125" y="800100"/>
                </a:lnTo>
                <a:lnTo>
                  <a:pt x="619125" y="790575"/>
                </a:lnTo>
                <a:lnTo>
                  <a:pt x="609600" y="790575"/>
                </a:lnTo>
                <a:close/>
                <a:moveTo>
                  <a:pt x="57150" y="733425"/>
                </a:moveTo>
                <a:lnTo>
                  <a:pt x="66675" y="733425"/>
                </a:lnTo>
                <a:lnTo>
                  <a:pt x="66675" y="742950"/>
                </a:lnTo>
                <a:lnTo>
                  <a:pt x="57150" y="742950"/>
                </a:lnTo>
                <a:close/>
                <a:moveTo>
                  <a:pt x="723900" y="762000"/>
                </a:moveTo>
                <a:lnTo>
                  <a:pt x="733425" y="762000"/>
                </a:lnTo>
                <a:lnTo>
                  <a:pt x="733425" y="781050"/>
                </a:lnTo>
                <a:lnTo>
                  <a:pt x="723900" y="781050"/>
                </a:lnTo>
                <a:lnTo>
                  <a:pt x="723900" y="790575"/>
                </a:lnTo>
                <a:lnTo>
                  <a:pt x="704850" y="790575"/>
                </a:lnTo>
                <a:lnTo>
                  <a:pt x="704850" y="800100"/>
                </a:lnTo>
                <a:lnTo>
                  <a:pt x="676275" y="800100"/>
                </a:lnTo>
                <a:lnTo>
                  <a:pt x="676275" y="790575"/>
                </a:lnTo>
                <a:lnTo>
                  <a:pt x="695325" y="790575"/>
                </a:lnTo>
                <a:lnTo>
                  <a:pt x="695325" y="781050"/>
                </a:lnTo>
                <a:lnTo>
                  <a:pt x="714375" y="781050"/>
                </a:lnTo>
                <a:lnTo>
                  <a:pt x="714375" y="771525"/>
                </a:lnTo>
                <a:lnTo>
                  <a:pt x="723900" y="771525"/>
                </a:lnTo>
                <a:close/>
                <a:moveTo>
                  <a:pt x="76200" y="781050"/>
                </a:moveTo>
                <a:lnTo>
                  <a:pt x="104775" y="781050"/>
                </a:lnTo>
                <a:lnTo>
                  <a:pt x="104775" y="790575"/>
                </a:lnTo>
                <a:lnTo>
                  <a:pt x="200025" y="790575"/>
                </a:lnTo>
                <a:lnTo>
                  <a:pt x="200025" y="800100"/>
                </a:lnTo>
                <a:lnTo>
                  <a:pt x="95250" y="800100"/>
                </a:lnTo>
                <a:lnTo>
                  <a:pt x="95250" y="790575"/>
                </a:lnTo>
                <a:lnTo>
                  <a:pt x="76200" y="790575"/>
                </a:lnTo>
                <a:close/>
                <a:moveTo>
                  <a:pt x="552450" y="781050"/>
                </a:moveTo>
                <a:lnTo>
                  <a:pt x="571500" y="781050"/>
                </a:lnTo>
                <a:lnTo>
                  <a:pt x="571500" y="790575"/>
                </a:lnTo>
                <a:lnTo>
                  <a:pt x="561975" y="790575"/>
                </a:lnTo>
                <a:lnTo>
                  <a:pt x="561975" y="800100"/>
                </a:lnTo>
                <a:lnTo>
                  <a:pt x="476250" y="800100"/>
                </a:lnTo>
                <a:lnTo>
                  <a:pt x="476250" y="790575"/>
                </a:lnTo>
                <a:lnTo>
                  <a:pt x="552450" y="790575"/>
                </a:lnTo>
                <a:close/>
                <a:moveTo>
                  <a:pt x="228600" y="790575"/>
                </a:moveTo>
                <a:lnTo>
                  <a:pt x="257175" y="790575"/>
                </a:lnTo>
                <a:lnTo>
                  <a:pt x="257175" y="800100"/>
                </a:lnTo>
                <a:lnTo>
                  <a:pt x="228600" y="800100"/>
                </a:lnTo>
                <a:close/>
              </a:path>
            </a:pathLst>
          </a:custGeom>
          <a:solidFill xmlns:a="http://schemas.openxmlformats.org/drawingml/2006/main">
            <a:srgbClr val="AE6849"/>
          </a:solidFill>
          <a:ln xmlns:a="http://schemas.openxmlformats.org/drawingml/2006/main" w="0">
            <a:noFill/>
          </a:ln>
        </p:spPr>
      </p:sp>
      <p:sp>
        <p:nvSpPr>
          <p:cNvPr id="35" name="impact vector #c36540">
            <a:extLst xmlns:a="http://schemas.openxmlformats.org/drawingml/2006/main">
              <a:ext uri="{FF2B5EF4-FFF2-40B4-BE49-F238E27FC236}">
                <a16:creationId xmlns:a16="http://schemas.microsoft.com/office/drawing/2014/main" id="{FEFA5CF9-346C-46A0-992F-2A0D61B4D91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000250" y="1524000"/>
            <a:ext cx="857250" cy="847725"/>
          </a:xfrm>
          <a:custGeom xmlns:a="http://schemas.openxmlformats.org/drawingml/2006/main">
            <a:pathLst>
              <a:path w="857250" h="847725">
                <a:moveTo>
                  <a:pt x="447675" y="85725"/>
                </a:moveTo>
                <a:lnTo>
                  <a:pt x="466725" y="85725"/>
                </a:lnTo>
                <a:lnTo>
                  <a:pt x="466725" y="95250"/>
                </a:lnTo>
                <a:lnTo>
                  <a:pt x="485775" y="95250"/>
                </a:lnTo>
                <a:lnTo>
                  <a:pt x="485775" y="104775"/>
                </a:lnTo>
                <a:lnTo>
                  <a:pt x="495300" y="104775"/>
                </a:lnTo>
                <a:lnTo>
                  <a:pt x="495300" y="114300"/>
                </a:lnTo>
                <a:lnTo>
                  <a:pt x="504825" y="114300"/>
                </a:lnTo>
                <a:lnTo>
                  <a:pt x="504825" y="123825"/>
                </a:lnTo>
                <a:lnTo>
                  <a:pt x="514350" y="123825"/>
                </a:lnTo>
                <a:lnTo>
                  <a:pt x="514350" y="133350"/>
                </a:lnTo>
                <a:lnTo>
                  <a:pt x="504825" y="133350"/>
                </a:lnTo>
                <a:lnTo>
                  <a:pt x="504825" y="142875"/>
                </a:lnTo>
                <a:lnTo>
                  <a:pt x="495300" y="142875"/>
                </a:lnTo>
                <a:lnTo>
                  <a:pt x="495300" y="133350"/>
                </a:lnTo>
                <a:lnTo>
                  <a:pt x="466725" y="133350"/>
                </a:lnTo>
                <a:lnTo>
                  <a:pt x="466725" y="142875"/>
                </a:lnTo>
                <a:lnTo>
                  <a:pt x="457200" y="142875"/>
                </a:lnTo>
                <a:lnTo>
                  <a:pt x="457200" y="161925"/>
                </a:lnTo>
                <a:lnTo>
                  <a:pt x="447675" y="161925"/>
                </a:lnTo>
                <a:lnTo>
                  <a:pt x="447675" y="180975"/>
                </a:lnTo>
                <a:lnTo>
                  <a:pt x="476250" y="180975"/>
                </a:lnTo>
                <a:lnTo>
                  <a:pt x="476250" y="190500"/>
                </a:lnTo>
                <a:lnTo>
                  <a:pt x="485775" y="190500"/>
                </a:lnTo>
                <a:lnTo>
                  <a:pt x="485775" y="209550"/>
                </a:lnTo>
                <a:lnTo>
                  <a:pt x="457200" y="209550"/>
                </a:lnTo>
                <a:lnTo>
                  <a:pt x="457200" y="228600"/>
                </a:lnTo>
                <a:lnTo>
                  <a:pt x="428625" y="228600"/>
                </a:lnTo>
                <a:lnTo>
                  <a:pt x="428625" y="200025"/>
                </a:lnTo>
                <a:lnTo>
                  <a:pt x="419100" y="200025"/>
                </a:lnTo>
                <a:lnTo>
                  <a:pt x="419100" y="180975"/>
                </a:lnTo>
                <a:lnTo>
                  <a:pt x="409575" y="180975"/>
                </a:lnTo>
                <a:lnTo>
                  <a:pt x="409575" y="161925"/>
                </a:lnTo>
                <a:lnTo>
                  <a:pt x="419100" y="161925"/>
                </a:lnTo>
                <a:lnTo>
                  <a:pt x="419100" y="152400"/>
                </a:lnTo>
                <a:lnTo>
                  <a:pt x="428625" y="152400"/>
                </a:lnTo>
                <a:lnTo>
                  <a:pt x="428625" y="161925"/>
                </a:lnTo>
                <a:lnTo>
                  <a:pt x="438150" y="161925"/>
                </a:lnTo>
                <a:lnTo>
                  <a:pt x="438150" y="123825"/>
                </a:lnTo>
                <a:lnTo>
                  <a:pt x="419100" y="123825"/>
                </a:lnTo>
                <a:lnTo>
                  <a:pt x="419100" y="95250"/>
                </a:lnTo>
                <a:lnTo>
                  <a:pt x="447675" y="95250"/>
                </a:lnTo>
                <a:close/>
                <a:moveTo>
                  <a:pt x="304800" y="152400"/>
                </a:moveTo>
                <a:lnTo>
                  <a:pt x="361950" y="152400"/>
                </a:lnTo>
                <a:lnTo>
                  <a:pt x="361950" y="161925"/>
                </a:lnTo>
                <a:lnTo>
                  <a:pt x="371475" y="161925"/>
                </a:lnTo>
                <a:lnTo>
                  <a:pt x="371475" y="171450"/>
                </a:lnTo>
                <a:lnTo>
                  <a:pt x="381000" y="171450"/>
                </a:lnTo>
                <a:lnTo>
                  <a:pt x="381000" y="180975"/>
                </a:lnTo>
                <a:lnTo>
                  <a:pt x="352425" y="180975"/>
                </a:lnTo>
                <a:lnTo>
                  <a:pt x="352425" y="171450"/>
                </a:lnTo>
                <a:lnTo>
                  <a:pt x="342900" y="171450"/>
                </a:lnTo>
                <a:lnTo>
                  <a:pt x="342900" y="190500"/>
                </a:lnTo>
                <a:lnTo>
                  <a:pt x="304800" y="190500"/>
                </a:lnTo>
                <a:lnTo>
                  <a:pt x="304800" y="180975"/>
                </a:lnTo>
                <a:lnTo>
                  <a:pt x="295275" y="180975"/>
                </a:lnTo>
                <a:lnTo>
                  <a:pt x="295275" y="171450"/>
                </a:lnTo>
                <a:lnTo>
                  <a:pt x="304800" y="171450"/>
                </a:lnTo>
                <a:close/>
                <a:moveTo>
                  <a:pt x="495300" y="209550"/>
                </a:moveTo>
                <a:lnTo>
                  <a:pt x="504825" y="209550"/>
                </a:lnTo>
                <a:lnTo>
                  <a:pt x="504825" y="219075"/>
                </a:lnTo>
                <a:lnTo>
                  <a:pt x="495300" y="219075"/>
                </a:lnTo>
                <a:close/>
                <a:moveTo>
                  <a:pt x="400050" y="219075"/>
                </a:moveTo>
                <a:lnTo>
                  <a:pt x="409575" y="219075"/>
                </a:lnTo>
                <a:lnTo>
                  <a:pt x="409575" y="228600"/>
                </a:lnTo>
                <a:lnTo>
                  <a:pt x="400050" y="228600"/>
                </a:lnTo>
                <a:close/>
                <a:moveTo>
                  <a:pt x="714375" y="476250"/>
                </a:moveTo>
                <a:lnTo>
                  <a:pt x="723900" y="476250"/>
                </a:lnTo>
                <a:lnTo>
                  <a:pt x="723900" y="485775"/>
                </a:lnTo>
                <a:lnTo>
                  <a:pt x="733425" y="485775"/>
                </a:lnTo>
                <a:lnTo>
                  <a:pt x="733425" y="495300"/>
                </a:lnTo>
                <a:lnTo>
                  <a:pt x="742950" y="495300"/>
                </a:lnTo>
                <a:lnTo>
                  <a:pt x="742950" y="514350"/>
                </a:lnTo>
                <a:lnTo>
                  <a:pt x="733425" y="514350"/>
                </a:lnTo>
                <a:lnTo>
                  <a:pt x="733425" y="504825"/>
                </a:lnTo>
                <a:lnTo>
                  <a:pt x="704850" y="504825"/>
                </a:lnTo>
                <a:lnTo>
                  <a:pt x="704850" y="495300"/>
                </a:lnTo>
                <a:lnTo>
                  <a:pt x="695325" y="495300"/>
                </a:lnTo>
                <a:lnTo>
                  <a:pt x="695325" y="485775"/>
                </a:lnTo>
                <a:lnTo>
                  <a:pt x="714375" y="485775"/>
                </a:lnTo>
                <a:close/>
                <a:moveTo>
                  <a:pt x="676275" y="514350"/>
                </a:moveTo>
                <a:lnTo>
                  <a:pt x="695325" y="514350"/>
                </a:lnTo>
                <a:lnTo>
                  <a:pt x="695325" y="533400"/>
                </a:lnTo>
                <a:lnTo>
                  <a:pt x="685800" y="533400"/>
                </a:lnTo>
                <a:lnTo>
                  <a:pt x="685800" y="542925"/>
                </a:lnTo>
                <a:lnTo>
                  <a:pt x="666750" y="542925"/>
                </a:lnTo>
                <a:lnTo>
                  <a:pt x="666750" y="523875"/>
                </a:lnTo>
                <a:lnTo>
                  <a:pt x="676275" y="523875"/>
                </a:lnTo>
                <a:close/>
                <a:moveTo>
                  <a:pt x="476250" y="657225"/>
                </a:moveTo>
                <a:lnTo>
                  <a:pt x="485775" y="657225"/>
                </a:lnTo>
                <a:lnTo>
                  <a:pt x="485775" y="676275"/>
                </a:lnTo>
                <a:lnTo>
                  <a:pt x="466725" y="676275"/>
                </a:lnTo>
                <a:lnTo>
                  <a:pt x="466725" y="666750"/>
                </a:lnTo>
                <a:lnTo>
                  <a:pt x="476250" y="666750"/>
                </a:lnTo>
                <a:close/>
                <a:moveTo>
                  <a:pt x="447675" y="676275"/>
                </a:moveTo>
                <a:lnTo>
                  <a:pt x="457200" y="676275"/>
                </a:lnTo>
                <a:lnTo>
                  <a:pt x="457200" y="695325"/>
                </a:lnTo>
                <a:lnTo>
                  <a:pt x="466725" y="695325"/>
                </a:lnTo>
                <a:lnTo>
                  <a:pt x="466725" y="704850"/>
                </a:lnTo>
                <a:lnTo>
                  <a:pt x="485775" y="704850"/>
                </a:lnTo>
                <a:lnTo>
                  <a:pt x="485775" y="714375"/>
                </a:lnTo>
                <a:lnTo>
                  <a:pt x="504825" y="714375"/>
                </a:lnTo>
                <a:lnTo>
                  <a:pt x="504825" y="723900"/>
                </a:lnTo>
                <a:lnTo>
                  <a:pt x="485775" y="723900"/>
                </a:lnTo>
                <a:lnTo>
                  <a:pt x="485775" y="752475"/>
                </a:lnTo>
                <a:lnTo>
                  <a:pt x="466725" y="752475"/>
                </a:lnTo>
                <a:lnTo>
                  <a:pt x="466725" y="762000"/>
                </a:lnTo>
                <a:lnTo>
                  <a:pt x="447675" y="762000"/>
                </a:lnTo>
                <a:lnTo>
                  <a:pt x="447675" y="752475"/>
                </a:lnTo>
                <a:lnTo>
                  <a:pt x="371475" y="752475"/>
                </a:lnTo>
                <a:lnTo>
                  <a:pt x="371475" y="742950"/>
                </a:lnTo>
                <a:lnTo>
                  <a:pt x="381000" y="742950"/>
                </a:lnTo>
                <a:lnTo>
                  <a:pt x="381000" y="733425"/>
                </a:lnTo>
                <a:lnTo>
                  <a:pt x="371475" y="733425"/>
                </a:lnTo>
                <a:lnTo>
                  <a:pt x="371475" y="723900"/>
                </a:lnTo>
                <a:lnTo>
                  <a:pt x="390525" y="723900"/>
                </a:lnTo>
                <a:lnTo>
                  <a:pt x="390525" y="704850"/>
                </a:lnTo>
                <a:lnTo>
                  <a:pt x="409575" y="704850"/>
                </a:lnTo>
                <a:lnTo>
                  <a:pt x="409575" y="685800"/>
                </a:lnTo>
                <a:lnTo>
                  <a:pt x="428625" y="685800"/>
                </a:lnTo>
                <a:lnTo>
                  <a:pt x="428625" y="695325"/>
                </a:lnTo>
                <a:lnTo>
                  <a:pt x="438150" y="695325"/>
                </a:lnTo>
                <a:lnTo>
                  <a:pt x="438150" y="685800"/>
                </a:lnTo>
                <a:lnTo>
                  <a:pt x="447675" y="685800"/>
                </a:lnTo>
                <a:close/>
                <a:moveTo>
                  <a:pt x="352425" y="742950"/>
                </a:moveTo>
                <a:lnTo>
                  <a:pt x="361950" y="742950"/>
                </a:lnTo>
                <a:lnTo>
                  <a:pt x="361950" y="752475"/>
                </a:lnTo>
                <a:lnTo>
                  <a:pt x="352425" y="752475"/>
                </a:lnTo>
                <a:close/>
              </a:path>
            </a:pathLst>
          </a:custGeom>
          <a:solidFill xmlns:a="http://schemas.openxmlformats.org/drawingml/2006/main">
            <a:srgbClr val="C36540"/>
          </a:solidFill>
          <a:ln xmlns:a="http://schemas.openxmlformats.org/drawingml/2006/main" w="0">
            <a:noFill/>
          </a:ln>
        </p:spPr>
      </p:sp>
      <p:sp>
        <p:nvSpPr>
          <p:cNvPr id="36" name="impact vector #c26440">
            <a:extLst xmlns:a="http://schemas.openxmlformats.org/drawingml/2006/main">
              <a:ext uri="{FF2B5EF4-FFF2-40B4-BE49-F238E27FC236}">
                <a16:creationId xmlns:a16="http://schemas.microsoft.com/office/drawing/2014/main" id="{EAA361B3-C229-48BA-BA77-1BF85B0A134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000250" y="1524000"/>
            <a:ext cx="857250" cy="847725"/>
          </a:xfrm>
          <a:custGeom xmlns:a="http://schemas.openxmlformats.org/drawingml/2006/main">
            <a:pathLst>
              <a:path w="857250" h="847725">
                <a:moveTo>
                  <a:pt x="314325" y="85725"/>
                </a:moveTo>
                <a:lnTo>
                  <a:pt x="381000" y="85725"/>
                </a:lnTo>
                <a:lnTo>
                  <a:pt x="381000" y="95250"/>
                </a:lnTo>
                <a:lnTo>
                  <a:pt x="419100" y="95250"/>
                </a:lnTo>
                <a:lnTo>
                  <a:pt x="419100" y="123825"/>
                </a:lnTo>
                <a:lnTo>
                  <a:pt x="428625" y="123825"/>
                </a:lnTo>
                <a:lnTo>
                  <a:pt x="428625" y="142875"/>
                </a:lnTo>
                <a:lnTo>
                  <a:pt x="419100" y="142875"/>
                </a:lnTo>
                <a:lnTo>
                  <a:pt x="419100" y="161925"/>
                </a:lnTo>
                <a:lnTo>
                  <a:pt x="409575" y="161925"/>
                </a:lnTo>
                <a:lnTo>
                  <a:pt x="409575" y="180975"/>
                </a:lnTo>
                <a:lnTo>
                  <a:pt x="419100" y="180975"/>
                </a:lnTo>
                <a:lnTo>
                  <a:pt x="419100" y="200025"/>
                </a:lnTo>
                <a:lnTo>
                  <a:pt x="428625" y="200025"/>
                </a:lnTo>
                <a:lnTo>
                  <a:pt x="428625" y="228600"/>
                </a:lnTo>
                <a:lnTo>
                  <a:pt x="438150" y="228600"/>
                </a:lnTo>
                <a:lnTo>
                  <a:pt x="438150" y="238125"/>
                </a:lnTo>
                <a:lnTo>
                  <a:pt x="400050" y="238125"/>
                </a:lnTo>
                <a:lnTo>
                  <a:pt x="400050" y="228600"/>
                </a:lnTo>
                <a:lnTo>
                  <a:pt x="390525" y="228600"/>
                </a:lnTo>
                <a:lnTo>
                  <a:pt x="390525" y="219075"/>
                </a:lnTo>
                <a:lnTo>
                  <a:pt x="381000" y="219075"/>
                </a:lnTo>
                <a:lnTo>
                  <a:pt x="381000" y="209550"/>
                </a:lnTo>
                <a:lnTo>
                  <a:pt x="361950" y="209550"/>
                </a:lnTo>
                <a:lnTo>
                  <a:pt x="361950" y="219075"/>
                </a:lnTo>
                <a:lnTo>
                  <a:pt x="352425" y="219075"/>
                </a:lnTo>
                <a:lnTo>
                  <a:pt x="352425" y="228600"/>
                </a:lnTo>
                <a:lnTo>
                  <a:pt x="342900" y="228600"/>
                </a:lnTo>
                <a:lnTo>
                  <a:pt x="342900" y="219075"/>
                </a:lnTo>
                <a:lnTo>
                  <a:pt x="323850" y="219075"/>
                </a:lnTo>
                <a:lnTo>
                  <a:pt x="323850" y="209550"/>
                </a:lnTo>
                <a:lnTo>
                  <a:pt x="304800" y="209550"/>
                </a:lnTo>
                <a:lnTo>
                  <a:pt x="304800" y="200025"/>
                </a:lnTo>
                <a:lnTo>
                  <a:pt x="266700" y="200025"/>
                </a:lnTo>
                <a:lnTo>
                  <a:pt x="266700" y="190500"/>
                </a:lnTo>
                <a:lnTo>
                  <a:pt x="257175" y="190500"/>
                </a:lnTo>
                <a:lnTo>
                  <a:pt x="257175" y="209550"/>
                </a:lnTo>
                <a:lnTo>
                  <a:pt x="238125" y="209550"/>
                </a:lnTo>
                <a:lnTo>
                  <a:pt x="238125" y="190500"/>
                </a:lnTo>
                <a:lnTo>
                  <a:pt x="247650" y="190500"/>
                </a:lnTo>
                <a:lnTo>
                  <a:pt x="247650" y="180975"/>
                </a:lnTo>
                <a:lnTo>
                  <a:pt x="238125" y="180975"/>
                </a:lnTo>
                <a:lnTo>
                  <a:pt x="238125" y="171450"/>
                </a:lnTo>
                <a:lnTo>
                  <a:pt x="228600" y="171450"/>
                </a:lnTo>
                <a:lnTo>
                  <a:pt x="228600" y="161925"/>
                </a:lnTo>
                <a:lnTo>
                  <a:pt x="247650" y="161925"/>
                </a:lnTo>
                <a:lnTo>
                  <a:pt x="247650" y="142875"/>
                </a:lnTo>
                <a:lnTo>
                  <a:pt x="257175" y="142875"/>
                </a:lnTo>
                <a:lnTo>
                  <a:pt x="257175" y="123825"/>
                </a:lnTo>
                <a:lnTo>
                  <a:pt x="266700" y="123825"/>
                </a:lnTo>
                <a:lnTo>
                  <a:pt x="266700" y="104775"/>
                </a:lnTo>
                <a:lnTo>
                  <a:pt x="276225" y="104775"/>
                </a:lnTo>
                <a:lnTo>
                  <a:pt x="276225" y="114300"/>
                </a:lnTo>
                <a:lnTo>
                  <a:pt x="295275" y="114300"/>
                </a:lnTo>
                <a:lnTo>
                  <a:pt x="295275" y="104775"/>
                </a:lnTo>
                <a:lnTo>
                  <a:pt x="304800" y="104775"/>
                </a:lnTo>
                <a:lnTo>
                  <a:pt x="304800" y="95250"/>
                </a:lnTo>
                <a:lnTo>
                  <a:pt x="314325" y="95250"/>
                </a:lnTo>
                <a:close/>
                <a:moveTo>
                  <a:pt x="352425" y="123825"/>
                </a:moveTo>
                <a:lnTo>
                  <a:pt x="371475" y="123825"/>
                </a:lnTo>
                <a:lnTo>
                  <a:pt x="371475" y="104775"/>
                </a:lnTo>
                <a:lnTo>
                  <a:pt x="352425" y="104775"/>
                </a:lnTo>
                <a:close/>
                <a:moveTo>
                  <a:pt x="466725" y="133350"/>
                </a:moveTo>
                <a:lnTo>
                  <a:pt x="495300" y="133350"/>
                </a:lnTo>
                <a:lnTo>
                  <a:pt x="495300" y="142875"/>
                </a:lnTo>
                <a:lnTo>
                  <a:pt x="476250" y="142875"/>
                </a:lnTo>
                <a:lnTo>
                  <a:pt x="476250" y="161925"/>
                </a:lnTo>
                <a:lnTo>
                  <a:pt x="485775" y="161925"/>
                </a:lnTo>
                <a:lnTo>
                  <a:pt x="485775" y="180975"/>
                </a:lnTo>
                <a:lnTo>
                  <a:pt x="447675" y="180975"/>
                </a:lnTo>
                <a:lnTo>
                  <a:pt x="447675" y="161925"/>
                </a:lnTo>
                <a:lnTo>
                  <a:pt x="457200" y="161925"/>
                </a:lnTo>
                <a:lnTo>
                  <a:pt x="457200" y="142875"/>
                </a:lnTo>
                <a:lnTo>
                  <a:pt x="466725" y="142875"/>
                </a:lnTo>
                <a:close/>
                <a:moveTo>
                  <a:pt x="504825" y="133350"/>
                </a:moveTo>
                <a:lnTo>
                  <a:pt x="514350" y="133350"/>
                </a:lnTo>
                <a:lnTo>
                  <a:pt x="514350" y="171450"/>
                </a:lnTo>
                <a:lnTo>
                  <a:pt x="504825" y="171450"/>
                </a:lnTo>
                <a:lnTo>
                  <a:pt x="504825" y="152400"/>
                </a:lnTo>
                <a:lnTo>
                  <a:pt x="495300" y="152400"/>
                </a:lnTo>
                <a:lnTo>
                  <a:pt x="495300" y="142875"/>
                </a:lnTo>
                <a:lnTo>
                  <a:pt x="504825" y="142875"/>
                </a:lnTo>
                <a:close/>
                <a:moveTo>
                  <a:pt x="285750" y="152400"/>
                </a:moveTo>
                <a:lnTo>
                  <a:pt x="295275" y="152400"/>
                </a:lnTo>
                <a:lnTo>
                  <a:pt x="295275" y="142875"/>
                </a:lnTo>
                <a:lnTo>
                  <a:pt x="276225" y="142875"/>
                </a:lnTo>
                <a:lnTo>
                  <a:pt x="276225" y="161925"/>
                </a:lnTo>
                <a:lnTo>
                  <a:pt x="285750" y="161925"/>
                </a:lnTo>
                <a:close/>
                <a:moveTo>
                  <a:pt x="342900" y="171450"/>
                </a:moveTo>
                <a:lnTo>
                  <a:pt x="352425" y="171450"/>
                </a:lnTo>
                <a:lnTo>
                  <a:pt x="352425" y="180975"/>
                </a:lnTo>
                <a:lnTo>
                  <a:pt x="381000" y="180975"/>
                </a:lnTo>
                <a:lnTo>
                  <a:pt x="381000" y="171450"/>
                </a:lnTo>
                <a:lnTo>
                  <a:pt x="371475" y="171450"/>
                </a:lnTo>
                <a:lnTo>
                  <a:pt x="371475" y="161925"/>
                </a:lnTo>
                <a:lnTo>
                  <a:pt x="361950" y="161925"/>
                </a:lnTo>
                <a:lnTo>
                  <a:pt x="361950" y="152400"/>
                </a:lnTo>
                <a:lnTo>
                  <a:pt x="304800" y="152400"/>
                </a:lnTo>
                <a:lnTo>
                  <a:pt x="304800" y="171450"/>
                </a:lnTo>
                <a:lnTo>
                  <a:pt x="295275" y="171450"/>
                </a:lnTo>
                <a:lnTo>
                  <a:pt x="295275" y="180975"/>
                </a:lnTo>
                <a:lnTo>
                  <a:pt x="304800" y="180975"/>
                </a:lnTo>
                <a:lnTo>
                  <a:pt x="304800" y="190500"/>
                </a:lnTo>
                <a:lnTo>
                  <a:pt x="342900" y="190500"/>
                </a:lnTo>
                <a:close/>
                <a:moveTo>
                  <a:pt x="485775" y="180975"/>
                </a:moveTo>
                <a:lnTo>
                  <a:pt x="495300" y="180975"/>
                </a:lnTo>
                <a:lnTo>
                  <a:pt x="495300" y="190500"/>
                </a:lnTo>
                <a:lnTo>
                  <a:pt x="485775" y="190500"/>
                </a:lnTo>
                <a:close/>
                <a:moveTo>
                  <a:pt x="495300" y="190500"/>
                </a:moveTo>
                <a:lnTo>
                  <a:pt x="514350" y="190500"/>
                </a:lnTo>
                <a:lnTo>
                  <a:pt x="514350" y="200025"/>
                </a:lnTo>
                <a:lnTo>
                  <a:pt x="495300" y="200025"/>
                </a:lnTo>
                <a:close/>
                <a:moveTo>
                  <a:pt x="457200" y="209550"/>
                </a:moveTo>
                <a:lnTo>
                  <a:pt x="485775" y="209550"/>
                </a:lnTo>
                <a:lnTo>
                  <a:pt x="485775" y="219075"/>
                </a:lnTo>
                <a:lnTo>
                  <a:pt x="457200" y="219075"/>
                </a:lnTo>
                <a:close/>
                <a:moveTo>
                  <a:pt x="400050" y="228600"/>
                </a:moveTo>
                <a:lnTo>
                  <a:pt x="409575" y="228600"/>
                </a:lnTo>
                <a:lnTo>
                  <a:pt x="409575" y="219075"/>
                </a:lnTo>
                <a:lnTo>
                  <a:pt x="400050" y="219075"/>
                </a:lnTo>
                <a:close/>
                <a:moveTo>
                  <a:pt x="695325" y="476250"/>
                </a:moveTo>
                <a:lnTo>
                  <a:pt x="714375" y="476250"/>
                </a:lnTo>
                <a:lnTo>
                  <a:pt x="714375" y="485775"/>
                </a:lnTo>
                <a:lnTo>
                  <a:pt x="695325" y="485775"/>
                </a:lnTo>
                <a:close/>
                <a:moveTo>
                  <a:pt x="723900" y="476250"/>
                </a:moveTo>
                <a:lnTo>
                  <a:pt x="742950" y="476250"/>
                </a:lnTo>
                <a:lnTo>
                  <a:pt x="742950" y="495300"/>
                </a:lnTo>
                <a:lnTo>
                  <a:pt x="733425" y="495300"/>
                </a:lnTo>
                <a:lnTo>
                  <a:pt x="733425" y="485775"/>
                </a:lnTo>
                <a:lnTo>
                  <a:pt x="723900" y="485775"/>
                </a:lnTo>
                <a:close/>
                <a:moveTo>
                  <a:pt x="742950" y="495300"/>
                </a:moveTo>
                <a:lnTo>
                  <a:pt x="752475" y="495300"/>
                </a:lnTo>
                <a:lnTo>
                  <a:pt x="752475" y="504825"/>
                </a:lnTo>
                <a:lnTo>
                  <a:pt x="742950" y="504825"/>
                </a:lnTo>
                <a:close/>
                <a:moveTo>
                  <a:pt x="476250" y="647700"/>
                </a:moveTo>
                <a:lnTo>
                  <a:pt x="485775" y="647700"/>
                </a:lnTo>
                <a:lnTo>
                  <a:pt x="485775" y="657225"/>
                </a:lnTo>
                <a:lnTo>
                  <a:pt x="476250" y="657225"/>
                </a:lnTo>
                <a:close/>
                <a:moveTo>
                  <a:pt x="200025" y="657225"/>
                </a:moveTo>
                <a:lnTo>
                  <a:pt x="209550" y="657225"/>
                </a:lnTo>
                <a:lnTo>
                  <a:pt x="209550" y="685800"/>
                </a:lnTo>
                <a:lnTo>
                  <a:pt x="200025" y="685800"/>
                </a:lnTo>
                <a:lnTo>
                  <a:pt x="200025" y="695325"/>
                </a:lnTo>
                <a:lnTo>
                  <a:pt x="190500" y="695325"/>
                </a:lnTo>
                <a:lnTo>
                  <a:pt x="190500" y="685800"/>
                </a:lnTo>
                <a:lnTo>
                  <a:pt x="180975" y="685800"/>
                </a:lnTo>
                <a:lnTo>
                  <a:pt x="180975" y="676275"/>
                </a:lnTo>
                <a:lnTo>
                  <a:pt x="190500" y="676275"/>
                </a:lnTo>
                <a:lnTo>
                  <a:pt x="190500" y="666750"/>
                </a:lnTo>
                <a:lnTo>
                  <a:pt x="200025" y="666750"/>
                </a:lnTo>
                <a:close/>
                <a:moveTo>
                  <a:pt x="466725" y="657225"/>
                </a:moveTo>
                <a:lnTo>
                  <a:pt x="476250" y="657225"/>
                </a:lnTo>
                <a:lnTo>
                  <a:pt x="476250" y="666750"/>
                </a:lnTo>
                <a:lnTo>
                  <a:pt x="466725" y="666750"/>
                </a:lnTo>
                <a:close/>
                <a:moveTo>
                  <a:pt x="457200" y="666750"/>
                </a:moveTo>
                <a:lnTo>
                  <a:pt x="466725" y="666750"/>
                </a:lnTo>
                <a:lnTo>
                  <a:pt x="466725" y="676275"/>
                </a:lnTo>
                <a:lnTo>
                  <a:pt x="457200" y="676275"/>
                </a:lnTo>
                <a:close/>
                <a:moveTo>
                  <a:pt x="390525" y="685800"/>
                </a:moveTo>
                <a:lnTo>
                  <a:pt x="409575" y="685800"/>
                </a:lnTo>
                <a:lnTo>
                  <a:pt x="409575" y="704850"/>
                </a:lnTo>
                <a:lnTo>
                  <a:pt x="390525" y="704850"/>
                </a:lnTo>
                <a:lnTo>
                  <a:pt x="390525" y="714375"/>
                </a:lnTo>
                <a:lnTo>
                  <a:pt x="381000" y="714375"/>
                </a:lnTo>
                <a:lnTo>
                  <a:pt x="381000" y="695325"/>
                </a:lnTo>
                <a:lnTo>
                  <a:pt x="390525" y="695325"/>
                </a:lnTo>
                <a:close/>
                <a:moveTo>
                  <a:pt x="428625" y="685800"/>
                </a:moveTo>
                <a:lnTo>
                  <a:pt x="438150" y="685800"/>
                </a:lnTo>
                <a:lnTo>
                  <a:pt x="438150" y="695325"/>
                </a:lnTo>
                <a:lnTo>
                  <a:pt x="428625" y="695325"/>
                </a:lnTo>
                <a:close/>
                <a:moveTo>
                  <a:pt x="266700" y="714375"/>
                </a:moveTo>
                <a:lnTo>
                  <a:pt x="323850" y="714375"/>
                </a:lnTo>
                <a:lnTo>
                  <a:pt x="323850" y="723900"/>
                </a:lnTo>
                <a:lnTo>
                  <a:pt x="371475" y="723900"/>
                </a:lnTo>
                <a:lnTo>
                  <a:pt x="371475" y="714375"/>
                </a:lnTo>
                <a:lnTo>
                  <a:pt x="381000" y="714375"/>
                </a:lnTo>
                <a:lnTo>
                  <a:pt x="381000" y="723900"/>
                </a:lnTo>
                <a:lnTo>
                  <a:pt x="371475" y="723900"/>
                </a:lnTo>
                <a:lnTo>
                  <a:pt x="371475" y="733425"/>
                </a:lnTo>
                <a:lnTo>
                  <a:pt x="381000" y="733425"/>
                </a:lnTo>
                <a:lnTo>
                  <a:pt x="381000" y="742950"/>
                </a:lnTo>
                <a:lnTo>
                  <a:pt x="371475" y="742950"/>
                </a:lnTo>
                <a:lnTo>
                  <a:pt x="371475" y="752475"/>
                </a:lnTo>
                <a:lnTo>
                  <a:pt x="361950" y="752475"/>
                </a:lnTo>
                <a:lnTo>
                  <a:pt x="361950" y="742950"/>
                </a:lnTo>
                <a:lnTo>
                  <a:pt x="352425" y="742950"/>
                </a:lnTo>
                <a:lnTo>
                  <a:pt x="352425" y="762000"/>
                </a:lnTo>
                <a:lnTo>
                  <a:pt x="304800" y="762000"/>
                </a:lnTo>
                <a:lnTo>
                  <a:pt x="304800" y="752475"/>
                </a:lnTo>
                <a:lnTo>
                  <a:pt x="285750" y="752475"/>
                </a:lnTo>
                <a:lnTo>
                  <a:pt x="285750" y="742950"/>
                </a:lnTo>
                <a:lnTo>
                  <a:pt x="304800" y="742950"/>
                </a:lnTo>
                <a:lnTo>
                  <a:pt x="304800" y="733425"/>
                </a:lnTo>
                <a:lnTo>
                  <a:pt x="266700" y="733425"/>
                </a:lnTo>
                <a:close/>
                <a:moveTo>
                  <a:pt x="514350" y="714375"/>
                </a:moveTo>
                <a:lnTo>
                  <a:pt x="523875" y="714375"/>
                </a:lnTo>
                <a:lnTo>
                  <a:pt x="523875" y="742950"/>
                </a:lnTo>
                <a:lnTo>
                  <a:pt x="514350" y="742950"/>
                </a:lnTo>
                <a:lnTo>
                  <a:pt x="514350" y="752475"/>
                </a:lnTo>
                <a:lnTo>
                  <a:pt x="485775" y="752475"/>
                </a:lnTo>
                <a:lnTo>
                  <a:pt x="485775" y="723900"/>
                </a:lnTo>
                <a:lnTo>
                  <a:pt x="514350" y="723900"/>
                </a:lnTo>
                <a:close/>
              </a:path>
            </a:pathLst>
          </a:custGeom>
          <a:solidFill xmlns:a="http://schemas.openxmlformats.org/drawingml/2006/main">
            <a:srgbClr val="C26440"/>
          </a:solidFill>
          <a:ln xmlns:a="http://schemas.openxmlformats.org/drawingml/2006/main" w="0">
            <a:noFill/>
          </a:ln>
        </p:spPr>
      </p:sp>
      <p:sp>
        <p:nvSpPr>
          <p:cNvPr id="37" name="impact vector #c16440">
            <a:extLst xmlns:a="http://schemas.openxmlformats.org/drawingml/2006/main">
              <a:ext uri="{FF2B5EF4-FFF2-40B4-BE49-F238E27FC236}">
                <a16:creationId xmlns:a16="http://schemas.microsoft.com/office/drawing/2014/main" id="{E567BF97-5395-4476-98CC-88F109E1851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000250" y="1524000"/>
            <a:ext cx="857250" cy="847725"/>
          </a:xfrm>
          <a:custGeom xmlns:a="http://schemas.openxmlformats.org/drawingml/2006/main">
            <a:pathLst>
              <a:path w="857250" h="847725">
                <a:moveTo>
                  <a:pt x="295275" y="76200"/>
                </a:moveTo>
                <a:lnTo>
                  <a:pt x="342900" y="76200"/>
                </a:lnTo>
                <a:lnTo>
                  <a:pt x="342900" y="85725"/>
                </a:lnTo>
                <a:lnTo>
                  <a:pt x="314325" y="85725"/>
                </a:lnTo>
                <a:lnTo>
                  <a:pt x="314325" y="95250"/>
                </a:lnTo>
                <a:lnTo>
                  <a:pt x="304800" y="95250"/>
                </a:lnTo>
                <a:lnTo>
                  <a:pt x="304800" y="104775"/>
                </a:lnTo>
                <a:lnTo>
                  <a:pt x="295275" y="104775"/>
                </a:lnTo>
                <a:lnTo>
                  <a:pt x="295275" y="114300"/>
                </a:lnTo>
                <a:lnTo>
                  <a:pt x="276225" y="114300"/>
                </a:lnTo>
                <a:lnTo>
                  <a:pt x="276225" y="95250"/>
                </a:lnTo>
                <a:lnTo>
                  <a:pt x="266700" y="95250"/>
                </a:lnTo>
                <a:lnTo>
                  <a:pt x="266700" y="85725"/>
                </a:lnTo>
                <a:lnTo>
                  <a:pt x="295275" y="85725"/>
                </a:lnTo>
                <a:close/>
                <a:moveTo>
                  <a:pt x="352425" y="76200"/>
                </a:moveTo>
                <a:lnTo>
                  <a:pt x="361950" y="76200"/>
                </a:lnTo>
                <a:lnTo>
                  <a:pt x="361950" y="85725"/>
                </a:lnTo>
                <a:lnTo>
                  <a:pt x="352425" y="85725"/>
                </a:lnTo>
                <a:close/>
                <a:moveTo>
                  <a:pt x="219075" y="85725"/>
                </a:moveTo>
                <a:lnTo>
                  <a:pt x="228600" y="85725"/>
                </a:lnTo>
                <a:lnTo>
                  <a:pt x="228600" y="142875"/>
                </a:lnTo>
                <a:lnTo>
                  <a:pt x="209550" y="142875"/>
                </a:lnTo>
                <a:lnTo>
                  <a:pt x="209550" y="133350"/>
                </a:lnTo>
                <a:lnTo>
                  <a:pt x="200025" y="133350"/>
                </a:lnTo>
                <a:lnTo>
                  <a:pt x="200025" y="123825"/>
                </a:lnTo>
                <a:lnTo>
                  <a:pt x="209550" y="123825"/>
                </a:lnTo>
                <a:lnTo>
                  <a:pt x="209550" y="114300"/>
                </a:lnTo>
                <a:lnTo>
                  <a:pt x="219075" y="114300"/>
                </a:lnTo>
                <a:close/>
                <a:moveTo>
                  <a:pt x="276225" y="142875"/>
                </a:moveTo>
                <a:lnTo>
                  <a:pt x="295275" y="142875"/>
                </a:lnTo>
                <a:lnTo>
                  <a:pt x="295275" y="152400"/>
                </a:lnTo>
                <a:lnTo>
                  <a:pt x="285750" y="152400"/>
                </a:lnTo>
                <a:lnTo>
                  <a:pt x="285750" y="161925"/>
                </a:lnTo>
                <a:lnTo>
                  <a:pt x="276225" y="161925"/>
                </a:lnTo>
                <a:close/>
                <a:moveTo>
                  <a:pt x="476250" y="142875"/>
                </a:moveTo>
                <a:lnTo>
                  <a:pt x="495300" y="142875"/>
                </a:lnTo>
                <a:lnTo>
                  <a:pt x="495300" y="152400"/>
                </a:lnTo>
                <a:lnTo>
                  <a:pt x="504825" y="152400"/>
                </a:lnTo>
                <a:lnTo>
                  <a:pt x="504825" y="180975"/>
                </a:lnTo>
                <a:lnTo>
                  <a:pt x="523875" y="180975"/>
                </a:lnTo>
                <a:lnTo>
                  <a:pt x="523875" y="171450"/>
                </a:lnTo>
                <a:lnTo>
                  <a:pt x="514350" y="171450"/>
                </a:lnTo>
                <a:lnTo>
                  <a:pt x="514350" y="142875"/>
                </a:lnTo>
                <a:lnTo>
                  <a:pt x="523875" y="142875"/>
                </a:lnTo>
                <a:lnTo>
                  <a:pt x="523875" y="152400"/>
                </a:lnTo>
                <a:lnTo>
                  <a:pt x="533400" y="152400"/>
                </a:lnTo>
                <a:lnTo>
                  <a:pt x="533400" y="200025"/>
                </a:lnTo>
                <a:lnTo>
                  <a:pt x="514350" y="200025"/>
                </a:lnTo>
                <a:lnTo>
                  <a:pt x="514350" y="190500"/>
                </a:lnTo>
                <a:lnTo>
                  <a:pt x="495300" y="190500"/>
                </a:lnTo>
                <a:lnTo>
                  <a:pt x="495300" y="180975"/>
                </a:lnTo>
                <a:lnTo>
                  <a:pt x="485775" y="180975"/>
                </a:lnTo>
                <a:lnTo>
                  <a:pt x="485775" y="161925"/>
                </a:lnTo>
                <a:lnTo>
                  <a:pt x="476250" y="161925"/>
                </a:lnTo>
                <a:close/>
                <a:moveTo>
                  <a:pt x="180975" y="209550"/>
                </a:moveTo>
                <a:lnTo>
                  <a:pt x="209550" y="209550"/>
                </a:lnTo>
                <a:lnTo>
                  <a:pt x="209550" y="228600"/>
                </a:lnTo>
                <a:lnTo>
                  <a:pt x="219075" y="228600"/>
                </a:lnTo>
                <a:lnTo>
                  <a:pt x="219075" y="219075"/>
                </a:lnTo>
                <a:lnTo>
                  <a:pt x="228600" y="219075"/>
                </a:lnTo>
                <a:lnTo>
                  <a:pt x="228600" y="238125"/>
                </a:lnTo>
                <a:lnTo>
                  <a:pt x="219075" y="238125"/>
                </a:lnTo>
                <a:lnTo>
                  <a:pt x="219075" y="247650"/>
                </a:lnTo>
                <a:lnTo>
                  <a:pt x="190500" y="247650"/>
                </a:lnTo>
                <a:lnTo>
                  <a:pt x="190500" y="238125"/>
                </a:lnTo>
                <a:lnTo>
                  <a:pt x="180975" y="238125"/>
                </a:lnTo>
                <a:close/>
                <a:moveTo>
                  <a:pt x="361950" y="209550"/>
                </a:moveTo>
                <a:lnTo>
                  <a:pt x="381000" y="209550"/>
                </a:lnTo>
                <a:lnTo>
                  <a:pt x="381000" y="219075"/>
                </a:lnTo>
                <a:lnTo>
                  <a:pt x="390525" y="219075"/>
                </a:lnTo>
                <a:lnTo>
                  <a:pt x="390525" y="228600"/>
                </a:lnTo>
                <a:lnTo>
                  <a:pt x="400050" y="228600"/>
                </a:lnTo>
                <a:lnTo>
                  <a:pt x="400050" y="238125"/>
                </a:lnTo>
                <a:lnTo>
                  <a:pt x="438150" y="238125"/>
                </a:lnTo>
                <a:lnTo>
                  <a:pt x="438150" y="228600"/>
                </a:lnTo>
                <a:lnTo>
                  <a:pt x="447675" y="228600"/>
                </a:lnTo>
                <a:lnTo>
                  <a:pt x="447675" y="238125"/>
                </a:lnTo>
                <a:lnTo>
                  <a:pt x="438150" y="238125"/>
                </a:lnTo>
                <a:lnTo>
                  <a:pt x="438150" y="247650"/>
                </a:lnTo>
                <a:lnTo>
                  <a:pt x="390525" y="247650"/>
                </a:lnTo>
                <a:lnTo>
                  <a:pt x="390525" y="238125"/>
                </a:lnTo>
                <a:lnTo>
                  <a:pt x="361950" y="238125"/>
                </a:lnTo>
                <a:lnTo>
                  <a:pt x="361950" y="228600"/>
                </a:lnTo>
                <a:lnTo>
                  <a:pt x="352425" y="228600"/>
                </a:lnTo>
                <a:lnTo>
                  <a:pt x="352425" y="219075"/>
                </a:lnTo>
                <a:lnTo>
                  <a:pt x="361950" y="219075"/>
                </a:lnTo>
                <a:close/>
                <a:moveTo>
                  <a:pt x="457200" y="219075"/>
                </a:moveTo>
                <a:lnTo>
                  <a:pt x="466725" y="219075"/>
                </a:lnTo>
                <a:lnTo>
                  <a:pt x="466725" y="228600"/>
                </a:lnTo>
                <a:lnTo>
                  <a:pt x="457200" y="228600"/>
                </a:lnTo>
                <a:close/>
                <a:moveTo>
                  <a:pt x="685800" y="466725"/>
                </a:moveTo>
                <a:lnTo>
                  <a:pt x="695325" y="466725"/>
                </a:lnTo>
                <a:lnTo>
                  <a:pt x="695325" y="476250"/>
                </a:lnTo>
                <a:lnTo>
                  <a:pt x="685800" y="476250"/>
                </a:lnTo>
                <a:close/>
                <a:moveTo>
                  <a:pt x="295275" y="561975"/>
                </a:moveTo>
                <a:lnTo>
                  <a:pt x="333375" y="561975"/>
                </a:lnTo>
                <a:lnTo>
                  <a:pt x="333375" y="571500"/>
                </a:lnTo>
                <a:lnTo>
                  <a:pt x="295275" y="571500"/>
                </a:lnTo>
                <a:close/>
                <a:moveTo>
                  <a:pt x="438150" y="600075"/>
                </a:moveTo>
                <a:lnTo>
                  <a:pt x="447675" y="600075"/>
                </a:lnTo>
                <a:lnTo>
                  <a:pt x="447675" y="609600"/>
                </a:lnTo>
                <a:lnTo>
                  <a:pt x="485775" y="609600"/>
                </a:lnTo>
                <a:lnTo>
                  <a:pt x="485775" y="619125"/>
                </a:lnTo>
                <a:lnTo>
                  <a:pt x="514350" y="619125"/>
                </a:lnTo>
                <a:lnTo>
                  <a:pt x="514350" y="609600"/>
                </a:lnTo>
                <a:lnTo>
                  <a:pt x="523875" y="609600"/>
                </a:lnTo>
                <a:lnTo>
                  <a:pt x="523875" y="619125"/>
                </a:lnTo>
                <a:lnTo>
                  <a:pt x="533400" y="619125"/>
                </a:lnTo>
                <a:lnTo>
                  <a:pt x="533400" y="628650"/>
                </a:lnTo>
                <a:lnTo>
                  <a:pt x="514350" y="628650"/>
                </a:lnTo>
                <a:lnTo>
                  <a:pt x="514350" y="638175"/>
                </a:lnTo>
                <a:lnTo>
                  <a:pt x="495300" y="638175"/>
                </a:lnTo>
                <a:lnTo>
                  <a:pt x="495300" y="647700"/>
                </a:lnTo>
                <a:lnTo>
                  <a:pt x="476250" y="647700"/>
                </a:lnTo>
                <a:lnTo>
                  <a:pt x="476250" y="657225"/>
                </a:lnTo>
                <a:lnTo>
                  <a:pt x="466725" y="657225"/>
                </a:lnTo>
                <a:lnTo>
                  <a:pt x="466725" y="666750"/>
                </a:lnTo>
                <a:lnTo>
                  <a:pt x="457200" y="666750"/>
                </a:lnTo>
                <a:lnTo>
                  <a:pt x="457200" y="676275"/>
                </a:lnTo>
                <a:lnTo>
                  <a:pt x="447675" y="676275"/>
                </a:lnTo>
                <a:lnTo>
                  <a:pt x="447675" y="685800"/>
                </a:lnTo>
                <a:lnTo>
                  <a:pt x="390525" y="685800"/>
                </a:lnTo>
                <a:lnTo>
                  <a:pt x="390525" y="666750"/>
                </a:lnTo>
                <a:lnTo>
                  <a:pt x="400050" y="666750"/>
                </a:lnTo>
                <a:lnTo>
                  <a:pt x="400050" y="657225"/>
                </a:lnTo>
                <a:lnTo>
                  <a:pt x="390525" y="657225"/>
                </a:lnTo>
                <a:lnTo>
                  <a:pt x="390525" y="638175"/>
                </a:lnTo>
                <a:lnTo>
                  <a:pt x="409575" y="638175"/>
                </a:lnTo>
                <a:lnTo>
                  <a:pt x="409575" y="628650"/>
                </a:lnTo>
                <a:lnTo>
                  <a:pt x="419100" y="628650"/>
                </a:lnTo>
                <a:lnTo>
                  <a:pt x="419100" y="619125"/>
                </a:lnTo>
                <a:lnTo>
                  <a:pt x="428625" y="619125"/>
                </a:lnTo>
                <a:lnTo>
                  <a:pt x="428625" y="609600"/>
                </a:lnTo>
                <a:lnTo>
                  <a:pt x="438150" y="609600"/>
                </a:lnTo>
                <a:close/>
                <a:moveTo>
                  <a:pt x="171450" y="619125"/>
                </a:moveTo>
                <a:lnTo>
                  <a:pt x="190500" y="619125"/>
                </a:lnTo>
                <a:lnTo>
                  <a:pt x="190500" y="647700"/>
                </a:lnTo>
                <a:lnTo>
                  <a:pt x="200025" y="647700"/>
                </a:lnTo>
                <a:lnTo>
                  <a:pt x="200025" y="666750"/>
                </a:lnTo>
                <a:lnTo>
                  <a:pt x="190500" y="666750"/>
                </a:lnTo>
                <a:lnTo>
                  <a:pt x="190500" y="676275"/>
                </a:lnTo>
                <a:lnTo>
                  <a:pt x="171450" y="676275"/>
                </a:lnTo>
                <a:lnTo>
                  <a:pt x="171450" y="685800"/>
                </a:lnTo>
                <a:lnTo>
                  <a:pt x="133350" y="685800"/>
                </a:lnTo>
                <a:lnTo>
                  <a:pt x="133350" y="676275"/>
                </a:lnTo>
                <a:lnTo>
                  <a:pt x="123825" y="676275"/>
                </a:lnTo>
                <a:lnTo>
                  <a:pt x="123825" y="666750"/>
                </a:lnTo>
                <a:lnTo>
                  <a:pt x="142875" y="666750"/>
                </a:lnTo>
                <a:lnTo>
                  <a:pt x="142875" y="657225"/>
                </a:lnTo>
                <a:lnTo>
                  <a:pt x="161925" y="657225"/>
                </a:lnTo>
                <a:lnTo>
                  <a:pt x="161925" y="647700"/>
                </a:lnTo>
                <a:lnTo>
                  <a:pt x="152400" y="647700"/>
                </a:lnTo>
                <a:lnTo>
                  <a:pt x="152400" y="638175"/>
                </a:lnTo>
                <a:lnTo>
                  <a:pt x="161925" y="638175"/>
                </a:lnTo>
                <a:lnTo>
                  <a:pt x="161925" y="628650"/>
                </a:lnTo>
                <a:lnTo>
                  <a:pt x="171450" y="628650"/>
                </a:lnTo>
                <a:close/>
                <a:moveTo>
                  <a:pt x="209550" y="657225"/>
                </a:moveTo>
                <a:lnTo>
                  <a:pt x="228600" y="657225"/>
                </a:lnTo>
                <a:lnTo>
                  <a:pt x="228600" y="666750"/>
                </a:lnTo>
                <a:lnTo>
                  <a:pt x="219075" y="666750"/>
                </a:lnTo>
                <a:lnTo>
                  <a:pt x="219075" y="685800"/>
                </a:lnTo>
                <a:lnTo>
                  <a:pt x="209550" y="685800"/>
                </a:lnTo>
                <a:close/>
                <a:moveTo>
                  <a:pt x="657225" y="657225"/>
                </a:moveTo>
                <a:lnTo>
                  <a:pt x="666750" y="657225"/>
                </a:lnTo>
                <a:lnTo>
                  <a:pt x="666750" y="666750"/>
                </a:lnTo>
                <a:lnTo>
                  <a:pt x="657225" y="666750"/>
                </a:lnTo>
                <a:close/>
                <a:moveTo>
                  <a:pt x="180975" y="685800"/>
                </a:moveTo>
                <a:lnTo>
                  <a:pt x="190500" y="685800"/>
                </a:lnTo>
                <a:lnTo>
                  <a:pt x="190500" y="695325"/>
                </a:lnTo>
                <a:lnTo>
                  <a:pt x="180975" y="695325"/>
                </a:lnTo>
                <a:close/>
                <a:moveTo>
                  <a:pt x="200025" y="685800"/>
                </a:moveTo>
                <a:lnTo>
                  <a:pt x="209550" y="685800"/>
                </a:lnTo>
                <a:lnTo>
                  <a:pt x="209550" y="695325"/>
                </a:lnTo>
                <a:lnTo>
                  <a:pt x="200025" y="695325"/>
                </a:lnTo>
                <a:close/>
                <a:moveTo>
                  <a:pt x="247650" y="685800"/>
                </a:moveTo>
                <a:lnTo>
                  <a:pt x="257175" y="685800"/>
                </a:lnTo>
                <a:lnTo>
                  <a:pt x="257175" y="695325"/>
                </a:lnTo>
                <a:lnTo>
                  <a:pt x="266700" y="695325"/>
                </a:lnTo>
                <a:lnTo>
                  <a:pt x="266700" y="704850"/>
                </a:lnTo>
                <a:lnTo>
                  <a:pt x="276225" y="704850"/>
                </a:lnTo>
                <a:lnTo>
                  <a:pt x="276225" y="714375"/>
                </a:lnTo>
                <a:lnTo>
                  <a:pt x="228600" y="714375"/>
                </a:lnTo>
                <a:lnTo>
                  <a:pt x="228600" y="704850"/>
                </a:lnTo>
                <a:lnTo>
                  <a:pt x="238125" y="704850"/>
                </a:lnTo>
                <a:lnTo>
                  <a:pt x="238125" y="695325"/>
                </a:lnTo>
                <a:lnTo>
                  <a:pt x="247650" y="695325"/>
                </a:lnTo>
                <a:close/>
                <a:moveTo>
                  <a:pt x="381000" y="685800"/>
                </a:moveTo>
                <a:lnTo>
                  <a:pt x="390525" y="685800"/>
                </a:lnTo>
                <a:lnTo>
                  <a:pt x="390525" y="695325"/>
                </a:lnTo>
                <a:lnTo>
                  <a:pt x="381000" y="695325"/>
                </a:lnTo>
                <a:close/>
                <a:moveTo>
                  <a:pt x="371475" y="704850"/>
                </a:moveTo>
                <a:lnTo>
                  <a:pt x="381000" y="704850"/>
                </a:lnTo>
                <a:lnTo>
                  <a:pt x="381000" y="714375"/>
                </a:lnTo>
                <a:lnTo>
                  <a:pt x="371475" y="714375"/>
                </a:lnTo>
                <a:close/>
                <a:moveTo>
                  <a:pt x="361950" y="714375"/>
                </a:moveTo>
                <a:lnTo>
                  <a:pt x="371475" y="714375"/>
                </a:lnTo>
                <a:lnTo>
                  <a:pt x="371475" y="723900"/>
                </a:lnTo>
                <a:lnTo>
                  <a:pt x="361950" y="723900"/>
                </a:lnTo>
                <a:close/>
                <a:moveTo>
                  <a:pt x="523875" y="714375"/>
                </a:moveTo>
                <a:lnTo>
                  <a:pt x="542925" y="714375"/>
                </a:lnTo>
                <a:lnTo>
                  <a:pt x="542925" y="723900"/>
                </a:lnTo>
                <a:lnTo>
                  <a:pt x="533400" y="723900"/>
                </a:lnTo>
                <a:lnTo>
                  <a:pt x="533400" y="733425"/>
                </a:lnTo>
                <a:lnTo>
                  <a:pt x="523875" y="733425"/>
                </a:lnTo>
                <a:close/>
                <a:moveTo>
                  <a:pt x="238125" y="742950"/>
                </a:moveTo>
                <a:lnTo>
                  <a:pt x="266700" y="742950"/>
                </a:lnTo>
                <a:lnTo>
                  <a:pt x="266700" y="752475"/>
                </a:lnTo>
                <a:lnTo>
                  <a:pt x="304800" y="752475"/>
                </a:lnTo>
                <a:lnTo>
                  <a:pt x="304800" y="762000"/>
                </a:lnTo>
                <a:lnTo>
                  <a:pt x="342900" y="762000"/>
                </a:lnTo>
                <a:lnTo>
                  <a:pt x="342900" y="771525"/>
                </a:lnTo>
                <a:lnTo>
                  <a:pt x="295275" y="771525"/>
                </a:lnTo>
                <a:lnTo>
                  <a:pt x="295275" y="762000"/>
                </a:lnTo>
                <a:lnTo>
                  <a:pt x="247650" y="762000"/>
                </a:lnTo>
                <a:lnTo>
                  <a:pt x="247650" y="752475"/>
                </a:lnTo>
                <a:lnTo>
                  <a:pt x="238125" y="752475"/>
                </a:lnTo>
                <a:close/>
                <a:moveTo>
                  <a:pt x="476250" y="752475"/>
                </a:moveTo>
                <a:lnTo>
                  <a:pt x="504825" y="752475"/>
                </a:lnTo>
                <a:lnTo>
                  <a:pt x="504825" y="762000"/>
                </a:lnTo>
                <a:lnTo>
                  <a:pt x="495300" y="762000"/>
                </a:lnTo>
                <a:lnTo>
                  <a:pt x="495300" y="771525"/>
                </a:lnTo>
                <a:lnTo>
                  <a:pt x="476250" y="771525"/>
                </a:lnTo>
                <a:close/>
                <a:moveTo>
                  <a:pt x="238125" y="762000"/>
                </a:moveTo>
                <a:lnTo>
                  <a:pt x="247650" y="762000"/>
                </a:lnTo>
                <a:lnTo>
                  <a:pt x="247650" y="771525"/>
                </a:lnTo>
                <a:lnTo>
                  <a:pt x="238125" y="771525"/>
                </a:lnTo>
                <a:close/>
              </a:path>
            </a:pathLst>
          </a:custGeom>
          <a:solidFill xmlns:a="http://schemas.openxmlformats.org/drawingml/2006/main">
            <a:srgbClr val="C16440"/>
          </a:solidFill>
          <a:ln xmlns:a="http://schemas.openxmlformats.org/drawingml/2006/main" w="0">
            <a:noFill/>
          </a:ln>
        </p:spPr>
      </p:sp>
      <p:sp>
        <p:nvSpPr>
          <p:cNvPr id="38" name="impact vector #c16340">
            <a:extLst xmlns:a="http://schemas.openxmlformats.org/drawingml/2006/main">
              <a:ext uri="{FF2B5EF4-FFF2-40B4-BE49-F238E27FC236}">
                <a16:creationId xmlns:a16="http://schemas.microsoft.com/office/drawing/2014/main" id="{05F4B2D8-96D9-4AEE-A85E-D07687FCC31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000250" y="1524000"/>
            <a:ext cx="857250" cy="847725"/>
          </a:xfrm>
          <a:custGeom xmlns:a="http://schemas.openxmlformats.org/drawingml/2006/main">
            <a:pathLst>
              <a:path w="857250" h="847725">
                <a:moveTo>
                  <a:pt x="228600" y="95250"/>
                </a:moveTo>
                <a:lnTo>
                  <a:pt x="276225" y="95250"/>
                </a:lnTo>
                <a:lnTo>
                  <a:pt x="276225" y="104775"/>
                </a:lnTo>
                <a:lnTo>
                  <a:pt x="266700" y="104775"/>
                </a:lnTo>
                <a:lnTo>
                  <a:pt x="266700" y="123825"/>
                </a:lnTo>
                <a:lnTo>
                  <a:pt x="257175" y="123825"/>
                </a:lnTo>
                <a:lnTo>
                  <a:pt x="257175" y="142875"/>
                </a:lnTo>
                <a:lnTo>
                  <a:pt x="247650" y="142875"/>
                </a:lnTo>
                <a:lnTo>
                  <a:pt x="247650" y="161925"/>
                </a:lnTo>
                <a:lnTo>
                  <a:pt x="228600" y="161925"/>
                </a:lnTo>
                <a:lnTo>
                  <a:pt x="228600" y="171450"/>
                </a:lnTo>
                <a:lnTo>
                  <a:pt x="238125" y="171450"/>
                </a:lnTo>
                <a:lnTo>
                  <a:pt x="238125" y="180975"/>
                </a:lnTo>
                <a:lnTo>
                  <a:pt x="247650" y="180975"/>
                </a:lnTo>
                <a:lnTo>
                  <a:pt x="247650" y="190500"/>
                </a:lnTo>
                <a:lnTo>
                  <a:pt x="238125" y="190500"/>
                </a:lnTo>
                <a:lnTo>
                  <a:pt x="238125" y="209550"/>
                </a:lnTo>
                <a:lnTo>
                  <a:pt x="257175" y="209550"/>
                </a:lnTo>
                <a:lnTo>
                  <a:pt x="257175" y="190500"/>
                </a:lnTo>
                <a:lnTo>
                  <a:pt x="266700" y="190500"/>
                </a:lnTo>
                <a:lnTo>
                  <a:pt x="266700" y="200025"/>
                </a:lnTo>
                <a:lnTo>
                  <a:pt x="304800" y="200025"/>
                </a:lnTo>
                <a:lnTo>
                  <a:pt x="304800" y="209550"/>
                </a:lnTo>
                <a:lnTo>
                  <a:pt x="285750" y="209550"/>
                </a:lnTo>
                <a:lnTo>
                  <a:pt x="285750" y="219075"/>
                </a:lnTo>
                <a:lnTo>
                  <a:pt x="238125" y="219075"/>
                </a:lnTo>
                <a:lnTo>
                  <a:pt x="238125" y="228600"/>
                </a:lnTo>
                <a:lnTo>
                  <a:pt x="228600" y="228600"/>
                </a:lnTo>
                <a:lnTo>
                  <a:pt x="228600" y="219075"/>
                </a:lnTo>
                <a:lnTo>
                  <a:pt x="219075" y="219075"/>
                </a:lnTo>
                <a:lnTo>
                  <a:pt x="219075" y="228600"/>
                </a:lnTo>
                <a:lnTo>
                  <a:pt x="209550" y="228600"/>
                </a:lnTo>
                <a:lnTo>
                  <a:pt x="209550" y="209550"/>
                </a:lnTo>
                <a:lnTo>
                  <a:pt x="200025" y="209550"/>
                </a:lnTo>
                <a:lnTo>
                  <a:pt x="200025" y="200025"/>
                </a:lnTo>
                <a:lnTo>
                  <a:pt x="209550" y="200025"/>
                </a:lnTo>
                <a:lnTo>
                  <a:pt x="209550" y="180975"/>
                </a:lnTo>
                <a:lnTo>
                  <a:pt x="219075" y="180975"/>
                </a:lnTo>
                <a:lnTo>
                  <a:pt x="219075" y="171450"/>
                </a:lnTo>
                <a:lnTo>
                  <a:pt x="209550" y="171450"/>
                </a:lnTo>
                <a:lnTo>
                  <a:pt x="209550" y="142875"/>
                </a:lnTo>
                <a:lnTo>
                  <a:pt x="228600" y="142875"/>
                </a:lnTo>
                <a:close/>
                <a:moveTo>
                  <a:pt x="352425" y="104775"/>
                </a:moveTo>
                <a:lnTo>
                  <a:pt x="371475" y="104775"/>
                </a:lnTo>
                <a:lnTo>
                  <a:pt x="371475" y="123825"/>
                </a:lnTo>
                <a:lnTo>
                  <a:pt x="352425" y="123825"/>
                </a:lnTo>
                <a:close/>
                <a:moveTo>
                  <a:pt x="504825" y="171450"/>
                </a:moveTo>
                <a:lnTo>
                  <a:pt x="523875" y="171450"/>
                </a:lnTo>
                <a:lnTo>
                  <a:pt x="523875" y="180975"/>
                </a:lnTo>
                <a:lnTo>
                  <a:pt x="504825" y="180975"/>
                </a:lnTo>
                <a:close/>
                <a:moveTo>
                  <a:pt x="304800" y="209550"/>
                </a:moveTo>
                <a:lnTo>
                  <a:pt x="323850" y="209550"/>
                </a:lnTo>
                <a:lnTo>
                  <a:pt x="323850" y="219075"/>
                </a:lnTo>
                <a:lnTo>
                  <a:pt x="304800" y="219075"/>
                </a:lnTo>
                <a:close/>
                <a:moveTo>
                  <a:pt x="323850" y="219075"/>
                </a:moveTo>
                <a:lnTo>
                  <a:pt x="342900" y="219075"/>
                </a:lnTo>
                <a:lnTo>
                  <a:pt x="342900" y="228600"/>
                </a:lnTo>
                <a:lnTo>
                  <a:pt x="323850" y="228600"/>
                </a:lnTo>
                <a:close/>
                <a:moveTo>
                  <a:pt x="742950" y="438150"/>
                </a:moveTo>
                <a:lnTo>
                  <a:pt x="752475" y="438150"/>
                </a:lnTo>
                <a:lnTo>
                  <a:pt x="752475" y="466725"/>
                </a:lnTo>
                <a:lnTo>
                  <a:pt x="762000" y="466725"/>
                </a:lnTo>
                <a:lnTo>
                  <a:pt x="762000" y="495300"/>
                </a:lnTo>
                <a:lnTo>
                  <a:pt x="742950" y="495300"/>
                </a:lnTo>
                <a:lnTo>
                  <a:pt x="742950" y="476250"/>
                </a:lnTo>
                <a:lnTo>
                  <a:pt x="695325" y="476250"/>
                </a:lnTo>
                <a:lnTo>
                  <a:pt x="695325" y="466725"/>
                </a:lnTo>
                <a:lnTo>
                  <a:pt x="723900" y="466725"/>
                </a:lnTo>
                <a:lnTo>
                  <a:pt x="723900" y="457200"/>
                </a:lnTo>
                <a:lnTo>
                  <a:pt x="742950" y="457200"/>
                </a:lnTo>
                <a:close/>
                <a:moveTo>
                  <a:pt x="285750" y="571500"/>
                </a:moveTo>
                <a:lnTo>
                  <a:pt x="323850" y="571500"/>
                </a:lnTo>
                <a:lnTo>
                  <a:pt x="323850" y="581025"/>
                </a:lnTo>
                <a:lnTo>
                  <a:pt x="314325" y="581025"/>
                </a:lnTo>
                <a:lnTo>
                  <a:pt x="314325" y="590550"/>
                </a:lnTo>
                <a:lnTo>
                  <a:pt x="295275" y="590550"/>
                </a:lnTo>
                <a:lnTo>
                  <a:pt x="295275" y="581025"/>
                </a:lnTo>
                <a:lnTo>
                  <a:pt x="285750" y="581025"/>
                </a:lnTo>
                <a:close/>
                <a:moveTo>
                  <a:pt x="371475" y="571500"/>
                </a:moveTo>
                <a:lnTo>
                  <a:pt x="400050" y="571500"/>
                </a:lnTo>
                <a:lnTo>
                  <a:pt x="400050" y="581025"/>
                </a:lnTo>
                <a:lnTo>
                  <a:pt x="390525" y="581025"/>
                </a:lnTo>
                <a:lnTo>
                  <a:pt x="390525" y="590550"/>
                </a:lnTo>
                <a:lnTo>
                  <a:pt x="381000" y="590550"/>
                </a:lnTo>
                <a:lnTo>
                  <a:pt x="381000" y="581025"/>
                </a:lnTo>
                <a:lnTo>
                  <a:pt x="371475" y="581025"/>
                </a:lnTo>
                <a:close/>
                <a:moveTo>
                  <a:pt x="342900" y="609600"/>
                </a:moveTo>
                <a:lnTo>
                  <a:pt x="352425" y="609600"/>
                </a:lnTo>
                <a:lnTo>
                  <a:pt x="352425" y="619125"/>
                </a:lnTo>
                <a:lnTo>
                  <a:pt x="342900" y="619125"/>
                </a:lnTo>
                <a:close/>
                <a:moveTo>
                  <a:pt x="190500" y="628650"/>
                </a:moveTo>
                <a:lnTo>
                  <a:pt x="200025" y="628650"/>
                </a:lnTo>
                <a:lnTo>
                  <a:pt x="200025" y="647700"/>
                </a:lnTo>
                <a:lnTo>
                  <a:pt x="190500" y="647700"/>
                </a:lnTo>
                <a:close/>
                <a:moveTo>
                  <a:pt x="200025" y="647700"/>
                </a:moveTo>
                <a:lnTo>
                  <a:pt x="209550" y="647700"/>
                </a:lnTo>
                <a:lnTo>
                  <a:pt x="209550" y="657225"/>
                </a:lnTo>
                <a:lnTo>
                  <a:pt x="200025" y="657225"/>
                </a:lnTo>
                <a:close/>
                <a:moveTo>
                  <a:pt x="219075" y="666750"/>
                </a:moveTo>
                <a:lnTo>
                  <a:pt x="228600" y="666750"/>
                </a:lnTo>
                <a:lnTo>
                  <a:pt x="228600" y="685800"/>
                </a:lnTo>
                <a:lnTo>
                  <a:pt x="219075" y="685800"/>
                </a:lnTo>
                <a:close/>
                <a:moveTo>
                  <a:pt x="171450" y="676275"/>
                </a:moveTo>
                <a:lnTo>
                  <a:pt x="180975" y="676275"/>
                </a:lnTo>
                <a:lnTo>
                  <a:pt x="180975" y="695325"/>
                </a:lnTo>
                <a:lnTo>
                  <a:pt x="209550" y="695325"/>
                </a:lnTo>
                <a:lnTo>
                  <a:pt x="209550" y="685800"/>
                </a:lnTo>
                <a:lnTo>
                  <a:pt x="219075" y="685800"/>
                </a:lnTo>
                <a:lnTo>
                  <a:pt x="219075" y="695325"/>
                </a:lnTo>
                <a:lnTo>
                  <a:pt x="238125" y="695325"/>
                </a:lnTo>
                <a:lnTo>
                  <a:pt x="238125" y="704850"/>
                </a:lnTo>
                <a:lnTo>
                  <a:pt x="228600" y="704850"/>
                </a:lnTo>
                <a:lnTo>
                  <a:pt x="228600" y="714375"/>
                </a:lnTo>
                <a:lnTo>
                  <a:pt x="266700" y="714375"/>
                </a:lnTo>
                <a:lnTo>
                  <a:pt x="266700" y="733425"/>
                </a:lnTo>
                <a:lnTo>
                  <a:pt x="304800" y="733425"/>
                </a:lnTo>
                <a:lnTo>
                  <a:pt x="304800" y="742950"/>
                </a:lnTo>
                <a:lnTo>
                  <a:pt x="285750" y="742950"/>
                </a:lnTo>
                <a:lnTo>
                  <a:pt x="285750" y="752475"/>
                </a:lnTo>
                <a:lnTo>
                  <a:pt x="266700" y="752475"/>
                </a:lnTo>
                <a:lnTo>
                  <a:pt x="266700" y="742950"/>
                </a:lnTo>
                <a:lnTo>
                  <a:pt x="257175" y="742950"/>
                </a:lnTo>
                <a:lnTo>
                  <a:pt x="257175" y="733425"/>
                </a:lnTo>
                <a:lnTo>
                  <a:pt x="247650" y="733425"/>
                </a:lnTo>
                <a:lnTo>
                  <a:pt x="247650" y="723900"/>
                </a:lnTo>
                <a:lnTo>
                  <a:pt x="219075" y="723900"/>
                </a:lnTo>
                <a:lnTo>
                  <a:pt x="219075" y="733425"/>
                </a:lnTo>
                <a:lnTo>
                  <a:pt x="209550" y="733425"/>
                </a:lnTo>
                <a:lnTo>
                  <a:pt x="209550" y="723900"/>
                </a:lnTo>
                <a:lnTo>
                  <a:pt x="200025" y="723900"/>
                </a:lnTo>
                <a:lnTo>
                  <a:pt x="200025" y="714375"/>
                </a:lnTo>
                <a:lnTo>
                  <a:pt x="190500" y="714375"/>
                </a:lnTo>
                <a:lnTo>
                  <a:pt x="190500" y="704850"/>
                </a:lnTo>
                <a:lnTo>
                  <a:pt x="161925" y="704850"/>
                </a:lnTo>
                <a:lnTo>
                  <a:pt x="161925" y="695325"/>
                </a:lnTo>
                <a:lnTo>
                  <a:pt x="142875" y="695325"/>
                </a:lnTo>
                <a:lnTo>
                  <a:pt x="142875" y="685800"/>
                </a:lnTo>
                <a:lnTo>
                  <a:pt x="171450" y="685800"/>
                </a:lnTo>
                <a:close/>
                <a:moveTo>
                  <a:pt x="276225" y="676275"/>
                </a:moveTo>
                <a:lnTo>
                  <a:pt x="285750" y="676275"/>
                </a:lnTo>
                <a:lnTo>
                  <a:pt x="285750" y="695325"/>
                </a:lnTo>
                <a:lnTo>
                  <a:pt x="361950" y="695325"/>
                </a:lnTo>
                <a:lnTo>
                  <a:pt x="361950" y="685800"/>
                </a:lnTo>
                <a:lnTo>
                  <a:pt x="381000" y="685800"/>
                </a:lnTo>
                <a:lnTo>
                  <a:pt x="381000" y="704850"/>
                </a:lnTo>
                <a:lnTo>
                  <a:pt x="371475" y="704850"/>
                </a:lnTo>
                <a:lnTo>
                  <a:pt x="371475" y="714375"/>
                </a:lnTo>
                <a:lnTo>
                  <a:pt x="361950" y="714375"/>
                </a:lnTo>
                <a:lnTo>
                  <a:pt x="361950" y="723900"/>
                </a:lnTo>
                <a:lnTo>
                  <a:pt x="323850" y="723900"/>
                </a:lnTo>
                <a:lnTo>
                  <a:pt x="323850" y="714375"/>
                </a:lnTo>
                <a:lnTo>
                  <a:pt x="276225" y="714375"/>
                </a:lnTo>
                <a:close/>
                <a:moveTo>
                  <a:pt x="257175" y="685800"/>
                </a:moveTo>
                <a:lnTo>
                  <a:pt x="266700" y="685800"/>
                </a:lnTo>
                <a:lnTo>
                  <a:pt x="266700" y="695325"/>
                </a:lnTo>
                <a:lnTo>
                  <a:pt x="257175" y="695325"/>
                </a:lnTo>
                <a:close/>
                <a:moveTo>
                  <a:pt x="523875" y="733425"/>
                </a:moveTo>
                <a:lnTo>
                  <a:pt x="533400" y="733425"/>
                </a:lnTo>
                <a:lnTo>
                  <a:pt x="533400" y="742950"/>
                </a:lnTo>
                <a:lnTo>
                  <a:pt x="523875" y="742950"/>
                </a:lnTo>
                <a:close/>
                <a:moveTo>
                  <a:pt x="514350" y="742950"/>
                </a:moveTo>
                <a:lnTo>
                  <a:pt x="523875" y="742950"/>
                </a:lnTo>
                <a:lnTo>
                  <a:pt x="523875" y="752475"/>
                </a:lnTo>
                <a:lnTo>
                  <a:pt x="514350" y="752475"/>
                </a:lnTo>
                <a:close/>
                <a:moveTo>
                  <a:pt x="504825" y="752475"/>
                </a:moveTo>
                <a:lnTo>
                  <a:pt x="514350" y="752475"/>
                </a:lnTo>
                <a:lnTo>
                  <a:pt x="514350" y="762000"/>
                </a:lnTo>
                <a:lnTo>
                  <a:pt x="504825" y="762000"/>
                </a:lnTo>
                <a:close/>
              </a:path>
            </a:pathLst>
          </a:custGeom>
          <a:solidFill xmlns:a="http://schemas.openxmlformats.org/drawingml/2006/main">
            <a:srgbClr val="C16340"/>
          </a:solidFill>
          <a:ln xmlns:a="http://schemas.openxmlformats.org/drawingml/2006/main" w="0">
            <a:noFill/>
          </a:ln>
        </p:spPr>
      </p:sp>
      <p:sp>
        <p:nvSpPr>
          <p:cNvPr id="39" name="impact vector #c06240">
            <a:extLst xmlns:a="http://schemas.openxmlformats.org/drawingml/2006/main">
              <a:ext uri="{FF2B5EF4-FFF2-40B4-BE49-F238E27FC236}">
                <a16:creationId xmlns:a16="http://schemas.microsoft.com/office/drawing/2014/main" id="{D011882F-2522-4B85-ABB4-28D6346A40A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000250" y="1524000"/>
            <a:ext cx="857250" cy="847725"/>
          </a:xfrm>
          <a:custGeom xmlns:a="http://schemas.openxmlformats.org/drawingml/2006/main">
            <a:pathLst>
              <a:path w="857250" h="847725">
                <a:moveTo>
                  <a:pt x="228600" y="85725"/>
                </a:moveTo>
                <a:lnTo>
                  <a:pt x="266700" y="85725"/>
                </a:lnTo>
                <a:lnTo>
                  <a:pt x="266700" y="95250"/>
                </a:lnTo>
                <a:lnTo>
                  <a:pt x="228600" y="95250"/>
                </a:lnTo>
                <a:close/>
                <a:moveTo>
                  <a:pt x="190500" y="133350"/>
                </a:moveTo>
                <a:lnTo>
                  <a:pt x="209550" y="133350"/>
                </a:lnTo>
                <a:lnTo>
                  <a:pt x="209550" y="152400"/>
                </a:lnTo>
                <a:lnTo>
                  <a:pt x="190500" y="152400"/>
                </a:lnTo>
                <a:close/>
                <a:moveTo>
                  <a:pt x="209550" y="171450"/>
                </a:moveTo>
                <a:lnTo>
                  <a:pt x="219075" y="171450"/>
                </a:lnTo>
                <a:lnTo>
                  <a:pt x="219075" y="180975"/>
                </a:lnTo>
                <a:lnTo>
                  <a:pt x="209550" y="180975"/>
                </a:lnTo>
                <a:close/>
                <a:moveTo>
                  <a:pt x="190500" y="200025"/>
                </a:moveTo>
                <a:lnTo>
                  <a:pt x="200025" y="200025"/>
                </a:lnTo>
                <a:lnTo>
                  <a:pt x="200025" y="209550"/>
                </a:lnTo>
                <a:lnTo>
                  <a:pt x="190500" y="209550"/>
                </a:lnTo>
                <a:close/>
                <a:moveTo>
                  <a:pt x="238125" y="219075"/>
                </a:moveTo>
                <a:lnTo>
                  <a:pt x="323850" y="219075"/>
                </a:lnTo>
                <a:lnTo>
                  <a:pt x="323850" y="228600"/>
                </a:lnTo>
                <a:lnTo>
                  <a:pt x="304800" y="228600"/>
                </a:lnTo>
                <a:lnTo>
                  <a:pt x="304800" y="238125"/>
                </a:lnTo>
                <a:lnTo>
                  <a:pt x="285750" y="238125"/>
                </a:lnTo>
                <a:lnTo>
                  <a:pt x="285750" y="228600"/>
                </a:lnTo>
                <a:lnTo>
                  <a:pt x="238125" y="228600"/>
                </a:lnTo>
                <a:close/>
                <a:moveTo>
                  <a:pt x="228600" y="228600"/>
                </a:moveTo>
                <a:lnTo>
                  <a:pt x="238125" y="228600"/>
                </a:lnTo>
                <a:lnTo>
                  <a:pt x="238125" y="238125"/>
                </a:lnTo>
                <a:lnTo>
                  <a:pt x="228600" y="238125"/>
                </a:lnTo>
                <a:close/>
                <a:moveTo>
                  <a:pt x="323850" y="228600"/>
                </a:moveTo>
                <a:lnTo>
                  <a:pt x="333375" y="228600"/>
                </a:lnTo>
                <a:lnTo>
                  <a:pt x="333375" y="238125"/>
                </a:lnTo>
                <a:lnTo>
                  <a:pt x="323850" y="238125"/>
                </a:lnTo>
                <a:close/>
                <a:moveTo>
                  <a:pt x="695325" y="457200"/>
                </a:moveTo>
                <a:lnTo>
                  <a:pt x="714375" y="457200"/>
                </a:lnTo>
                <a:lnTo>
                  <a:pt x="714375" y="466725"/>
                </a:lnTo>
                <a:lnTo>
                  <a:pt x="695325" y="466725"/>
                </a:lnTo>
                <a:close/>
                <a:moveTo>
                  <a:pt x="276225" y="561975"/>
                </a:moveTo>
                <a:lnTo>
                  <a:pt x="295275" y="561975"/>
                </a:lnTo>
                <a:lnTo>
                  <a:pt x="295275" y="571500"/>
                </a:lnTo>
                <a:lnTo>
                  <a:pt x="285750" y="571500"/>
                </a:lnTo>
                <a:lnTo>
                  <a:pt x="285750" y="581025"/>
                </a:lnTo>
                <a:lnTo>
                  <a:pt x="276225" y="581025"/>
                </a:lnTo>
                <a:close/>
                <a:moveTo>
                  <a:pt x="333375" y="561975"/>
                </a:moveTo>
                <a:lnTo>
                  <a:pt x="409575" y="561975"/>
                </a:lnTo>
                <a:lnTo>
                  <a:pt x="409575" y="571500"/>
                </a:lnTo>
                <a:lnTo>
                  <a:pt x="333375" y="571500"/>
                </a:lnTo>
                <a:close/>
                <a:moveTo>
                  <a:pt x="257175" y="571500"/>
                </a:moveTo>
                <a:lnTo>
                  <a:pt x="266700" y="571500"/>
                </a:lnTo>
                <a:lnTo>
                  <a:pt x="266700" y="581025"/>
                </a:lnTo>
                <a:lnTo>
                  <a:pt x="257175" y="581025"/>
                </a:lnTo>
                <a:close/>
                <a:moveTo>
                  <a:pt x="447675" y="581025"/>
                </a:moveTo>
                <a:lnTo>
                  <a:pt x="466725" y="581025"/>
                </a:lnTo>
                <a:lnTo>
                  <a:pt x="466725" y="590550"/>
                </a:lnTo>
                <a:lnTo>
                  <a:pt x="457200" y="590550"/>
                </a:lnTo>
                <a:lnTo>
                  <a:pt x="457200" y="600075"/>
                </a:lnTo>
                <a:lnTo>
                  <a:pt x="485775" y="600075"/>
                </a:lnTo>
                <a:lnTo>
                  <a:pt x="485775" y="590550"/>
                </a:lnTo>
                <a:lnTo>
                  <a:pt x="504825" y="590550"/>
                </a:lnTo>
                <a:lnTo>
                  <a:pt x="504825" y="600075"/>
                </a:lnTo>
                <a:lnTo>
                  <a:pt x="514350" y="600075"/>
                </a:lnTo>
                <a:lnTo>
                  <a:pt x="514350" y="619125"/>
                </a:lnTo>
                <a:lnTo>
                  <a:pt x="485775" y="619125"/>
                </a:lnTo>
                <a:lnTo>
                  <a:pt x="485775" y="609600"/>
                </a:lnTo>
                <a:lnTo>
                  <a:pt x="447675" y="609600"/>
                </a:lnTo>
                <a:lnTo>
                  <a:pt x="447675" y="600075"/>
                </a:lnTo>
                <a:lnTo>
                  <a:pt x="438150" y="600075"/>
                </a:lnTo>
                <a:lnTo>
                  <a:pt x="438150" y="609600"/>
                </a:lnTo>
                <a:lnTo>
                  <a:pt x="428625" y="609600"/>
                </a:lnTo>
                <a:lnTo>
                  <a:pt x="428625" y="619125"/>
                </a:lnTo>
                <a:lnTo>
                  <a:pt x="419100" y="619125"/>
                </a:lnTo>
                <a:lnTo>
                  <a:pt x="419100" y="628650"/>
                </a:lnTo>
                <a:lnTo>
                  <a:pt x="409575" y="628650"/>
                </a:lnTo>
                <a:lnTo>
                  <a:pt x="409575" y="638175"/>
                </a:lnTo>
                <a:lnTo>
                  <a:pt x="390525" y="638175"/>
                </a:lnTo>
                <a:lnTo>
                  <a:pt x="390525" y="657225"/>
                </a:lnTo>
                <a:lnTo>
                  <a:pt x="400050" y="657225"/>
                </a:lnTo>
                <a:lnTo>
                  <a:pt x="400050" y="666750"/>
                </a:lnTo>
                <a:lnTo>
                  <a:pt x="390525" y="666750"/>
                </a:lnTo>
                <a:lnTo>
                  <a:pt x="390525" y="685800"/>
                </a:lnTo>
                <a:lnTo>
                  <a:pt x="361950" y="685800"/>
                </a:lnTo>
                <a:lnTo>
                  <a:pt x="361950" y="695325"/>
                </a:lnTo>
                <a:lnTo>
                  <a:pt x="285750" y="695325"/>
                </a:lnTo>
                <a:lnTo>
                  <a:pt x="285750" y="676275"/>
                </a:lnTo>
                <a:lnTo>
                  <a:pt x="276225" y="676275"/>
                </a:lnTo>
                <a:lnTo>
                  <a:pt x="276225" y="704850"/>
                </a:lnTo>
                <a:lnTo>
                  <a:pt x="266700" y="704850"/>
                </a:lnTo>
                <a:lnTo>
                  <a:pt x="266700" y="685800"/>
                </a:lnTo>
                <a:lnTo>
                  <a:pt x="247650" y="685800"/>
                </a:lnTo>
                <a:lnTo>
                  <a:pt x="247650" y="695325"/>
                </a:lnTo>
                <a:lnTo>
                  <a:pt x="219075" y="695325"/>
                </a:lnTo>
                <a:lnTo>
                  <a:pt x="219075" y="685800"/>
                </a:lnTo>
                <a:lnTo>
                  <a:pt x="228600" y="685800"/>
                </a:lnTo>
                <a:lnTo>
                  <a:pt x="228600" y="657225"/>
                </a:lnTo>
                <a:lnTo>
                  <a:pt x="209550" y="657225"/>
                </a:lnTo>
                <a:lnTo>
                  <a:pt x="209550" y="647700"/>
                </a:lnTo>
                <a:lnTo>
                  <a:pt x="200025" y="647700"/>
                </a:lnTo>
                <a:lnTo>
                  <a:pt x="200025" y="628650"/>
                </a:lnTo>
                <a:lnTo>
                  <a:pt x="190500" y="628650"/>
                </a:lnTo>
                <a:lnTo>
                  <a:pt x="190500" y="619125"/>
                </a:lnTo>
                <a:lnTo>
                  <a:pt x="180975" y="619125"/>
                </a:lnTo>
                <a:lnTo>
                  <a:pt x="180975" y="609600"/>
                </a:lnTo>
                <a:lnTo>
                  <a:pt x="228600" y="609600"/>
                </a:lnTo>
                <a:lnTo>
                  <a:pt x="228600" y="628650"/>
                </a:lnTo>
                <a:lnTo>
                  <a:pt x="238125" y="628650"/>
                </a:lnTo>
                <a:lnTo>
                  <a:pt x="238125" y="638175"/>
                </a:lnTo>
                <a:lnTo>
                  <a:pt x="247650" y="638175"/>
                </a:lnTo>
                <a:lnTo>
                  <a:pt x="247650" y="647700"/>
                </a:lnTo>
                <a:lnTo>
                  <a:pt x="257175" y="647700"/>
                </a:lnTo>
                <a:lnTo>
                  <a:pt x="257175" y="657225"/>
                </a:lnTo>
                <a:lnTo>
                  <a:pt x="276225" y="657225"/>
                </a:lnTo>
                <a:lnTo>
                  <a:pt x="276225" y="638175"/>
                </a:lnTo>
                <a:lnTo>
                  <a:pt x="333375" y="638175"/>
                </a:lnTo>
                <a:lnTo>
                  <a:pt x="333375" y="628650"/>
                </a:lnTo>
                <a:lnTo>
                  <a:pt x="352425" y="628650"/>
                </a:lnTo>
                <a:lnTo>
                  <a:pt x="352425" y="609600"/>
                </a:lnTo>
                <a:lnTo>
                  <a:pt x="342900" y="609600"/>
                </a:lnTo>
                <a:lnTo>
                  <a:pt x="342900" y="600075"/>
                </a:lnTo>
                <a:lnTo>
                  <a:pt x="361950" y="600075"/>
                </a:lnTo>
                <a:lnTo>
                  <a:pt x="361950" y="609600"/>
                </a:lnTo>
                <a:lnTo>
                  <a:pt x="371475" y="609600"/>
                </a:lnTo>
                <a:lnTo>
                  <a:pt x="371475" y="600075"/>
                </a:lnTo>
                <a:lnTo>
                  <a:pt x="381000" y="600075"/>
                </a:lnTo>
                <a:lnTo>
                  <a:pt x="381000" y="609600"/>
                </a:lnTo>
                <a:lnTo>
                  <a:pt x="400050" y="609600"/>
                </a:lnTo>
                <a:lnTo>
                  <a:pt x="400050" y="590550"/>
                </a:lnTo>
                <a:lnTo>
                  <a:pt x="447675" y="590550"/>
                </a:lnTo>
                <a:close/>
                <a:moveTo>
                  <a:pt x="657225" y="666750"/>
                </a:moveTo>
                <a:lnTo>
                  <a:pt x="695325" y="666750"/>
                </a:lnTo>
                <a:lnTo>
                  <a:pt x="695325" y="695325"/>
                </a:lnTo>
                <a:lnTo>
                  <a:pt x="685800" y="695325"/>
                </a:lnTo>
                <a:lnTo>
                  <a:pt x="685800" y="685800"/>
                </a:lnTo>
                <a:lnTo>
                  <a:pt x="676275" y="685800"/>
                </a:lnTo>
                <a:lnTo>
                  <a:pt x="676275" y="676275"/>
                </a:lnTo>
                <a:lnTo>
                  <a:pt x="666750" y="676275"/>
                </a:lnTo>
                <a:lnTo>
                  <a:pt x="666750" y="685800"/>
                </a:lnTo>
                <a:lnTo>
                  <a:pt x="647700" y="685800"/>
                </a:lnTo>
                <a:lnTo>
                  <a:pt x="647700" y="676275"/>
                </a:lnTo>
                <a:lnTo>
                  <a:pt x="657225" y="676275"/>
                </a:lnTo>
                <a:close/>
                <a:moveTo>
                  <a:pt x="114300" y="676275"/>
                </a:moveTo>
                <a:lnTo>
                  <a:pt x="133350" y="676275"/>
                </a:lnTo>
                <a:lnTo>
                  <a:pt x="133350" y="685800"/>
                </a:lnTo>
                <a:lnTo>
                  <a:pt x="142875" y="685800"/>
                </a:lnTo>
                <a:lnTo>
                  <a:pt x="142875" y="695325"/>
                </a:lnTo>
                <a:lnTo>
                  <a:pt x="161925" y="695325"/>
                </a:lnTo>
                <a:lnTo>
                  <a:pt x="161925" y="704850"/>
                </a:lnTo>
                <a:lnTo>
                  <a:pt x="190500" y="704850"/>
                </a:lnTo>
                <a:lnTo>
                  <a:pt x="190500" y="714375"/>
                </a:lnTo>
                <a:lnTo>
                  <a:pt x="200025" y="714375"/>
                </a:lnTo>
                <a:lnTo>
                  <a:pt x="200025" y="723900"/>
                </a:lnTo>
                <a:lnTo>
                  <a:pt x="209550" y="723900"/>
                </a:lnTo>
                <a:lnTo>
                  <a:pt x="209550" y="733425"/>
                </a:lnTo>
                <a:lnTo>
                  <a:pt x="219075" y="733425"/>
                </a:lnTo>
                <a:lnTo>
                  <a:pt x="219075" y="723900"/>
                </a:lnTo>
                <a:lnTo>
                  <a:pt x="247650" y="723900"/>
                </a:lnTo>
                <a:lnTo>
                  <a:pt x="247650" y="733425"/>
                </a:lnTo>
                <a:lnTo>
                  <a:pt x="257175" y="733425"/>
                </a:lnTo>
                <a:lnTo>
                  <a:pt x="257175" y="742950"/>
                </a:lnTo>
                <a:lnTo>
                  <a:pt x="238125" y="742950"/>
                </a:lnTo>
                <a:lnTo>
                  <a:pt x="238125" y="752475"/>
                </a:lnTo>
                <a:lnTo>
                  <a:pt x="247650" y="752475"/>
                </a:lnTo>
                <a:lnTo>
                  <a:pt x="247650" y="762000"/>
                </a:lnTo>
                <a:lnTo>
                  <a:pt x="219075" y="762000"/>
                </a:lnTo>
                <a:lnTo>
                  <a:pt x="219075" y="752475"/>
                </a:lnTo>
                <a:lnTo>
                  <a:pt x="209550" y="752475"/>
                </a:lnTo>
                <a:lnTo>
                  <a:pt x="209550" y="742950"/>
                </a:lnTo>
                <a:lnTo>
                  <a:pt x="200025" y="742950"/>
                </a:lnTo>
                <a:lnTo>
                  <a:pt x="200025" y="733425"/>
                </a:lnTo>
                <a:lnTo>
                  <a:pt x="171450" y="733425"/>
                </a:lnTo>
                <a:lnTo>
                  <a:pt x="171450" y="714375"/>
                </a:lnTo>
                <a:lnTo>
                  <a:pt x="152400" y="714375"/>
                </a:lnTo>
                <a:lnTo>
                  <a:pt x="152400" y="723900"/>
                </a:lnTo>
                <a:lnTo>
                  <a:pt x="142875" y="723900"/>
                </a:lnTo>
                <a:lnTo>
                  <a:pt x="142875" y="714375"/>
                </a:lnTo>
                <a:lnTo>
                  <a:pt x="133350" y="714375"/>
                </a:lnTo>
                <a:lnTo>
                  <a:pt x="133350" y="704850"/>
                </a:lnTo>
                <a:lnTo>
                  <a:pt x="114300" y="704850"/>
                </a:lnTo>
                <a:close/>
                <a:moveTo>
                  <a:pt x="304800" y="676275"/>
                </a:moveTo>
                <a:lnTo>
                  <a:pt x="342900" y="676275"/>
                </a:lnTo>
                <a:lnTo>
                  <a:pt x="342900" y="657225"/>
                </a:lnTo>
                <a:lnTo>
                  <a:pt x="333375" y="657225"/>
                </a:lnTo>
                <a:lnTo>
                  <a:pt x="333375" y="647700"/>
                </a:lnTo>
                <a:lnTo>
                  <a:pt x="323850" y="647700"/>
                </a:lnTo>
                <a:lnTo>
                  <a:pt x="323850" y="657225"/>
                </a:lnTo>
                <a:lnTo>
                  <a:pt x="314325" y="657225"/>
                </a:lnTo>
                <a:lnTo>
                  <a:pt x="314325" y="666750"/>
                </a:lnTo>
                <a:lnTo>
                  <a:pt x="304800" y="666750"/>
                </a:lnTo>
                <a:close/>
                <a:moveTo>
                  <a:pt x="533400" y="733425"/>
                </a:moveTo>
                <a:lnTo>
                  <a:pt x="542925" y="733425"/>
                </a:lnTo>
                <a:lnTo>
                  <a:pt x="542925" y="762000"/>
                </a:lnTo>
                <a:lnTo>
                  <a:pt x="533400" y="762000"/>
                </a:lnTo>
                <a:lnTo>
                  <a:pt x="533400" y="771525"/>
                </a:lnTo>
                <a:lnTo>
                  <a:pt x="495300" y="771525"/>
                </a:lnTo>
                <a:lnTo>
                  <a:pt x="495300" y="762000"/>
                </a:lnTo>
                <a:lnTo>
                  <a:pt x="514350" y="762000"/>
                </a:lnTo>
                <a:lnTo>
                  <a:pt x="514350" y="752475"/>
                </a:lnTo>
                <a:lnTo>
                  <a:pt x="523875" y="752475"/>
                </a:lnTo>
                <a:lnTo>
                  <a:pt x="523875" y="742950"/>
                </a:lnTo>
                <a:lnTo>
                  <a:pt x="533400" y="742950"/>
                </a:lnTo>
                <a:close/>
                <a:moveTo>
                  <a:pt x="171450" y="742950"/>
                </a:moveTo>
                <a:lnTo>
                  <a:pt x="190500" y="742950"/>
                </a:lnTo>
                <a:lnTo>
                  <a:pt x="190500" y="752475"/>
                </a:lnTo>
                <a:lnTo>
                  <a:pt x="171450" y="752475"/>
                </a:lnTo>
                <a:close/>
              </a:path>
            </a:pathLst>
          </a:custGeom>
          <a:solidFill xmlns:a="http://schemas.openxmlformats.org/drawingml/2006/main">
            <a:srgbClr val="C06240"/>
          </a:solidFill>
          <a:ln xmlns:a="http://schemas.openxmlformats.org/drawingml/2006/main" w="0">
            <a:noFill/>
          </a:ln>
        </p:spPr>
      </p:sp>
      <p:sp>
        <p:nvSpPr>
          <p:cNvPr id="40" name="impact vector #c0613f">
            <a:extLst xmlns:a="http://schemas.openxmlformats.org/drawingml/2006/main">
              <a:ext uri="{FF2B5EF4-FFF2-40B4-BE49-F238E27FC236}">
                <a16:creationId xmlns:a16="http://schemas.microsoft.com/office/drawing/2014/main" id="{5A628E68-FEB9-4852-858A-C0F802FACEB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000250" y="1524000"/>
            <a:ext cx="857250" cy="847725"/>
          </a:xfrm>
          <a:custGeom xmlns:a="http://schemas.openxmlformats.org/drawingml/2006/main">
            <a:pathLst>
              <a:path w="857250" h="847725">
                <a:moveTo>
                  <a:pt x="200025" y="152400"/>
                </a:moveTo>
                <a:lnTo>
                  <a:pt x="209550" y="152400"/>
                </a:lnTo>
                <a:lnTo>
                  <a:pt x="209550" y="171450"/>
                </a:lnTo>
                <a:lnTo>
                  <a:pt x="200025" y="171450"/>
                </a:lnTo>
                <a:close/>
                <a:moveTo>
                  <a:pt x="200025" y="190500"/>
                </a:moveTo>
                <a:lnTo>
                  <a:pt x="209550" y="190500"/>
                </a:lnTo>
                <a:lnTo>
                  <a:pt x="209550" y="200025"/>
                </a:lnTo>
                <a:lnTo>
                  <a:pt x="200025" y="200025"/>
                </a:lnTo>
                <a:close/>
                <a:moveTo>
                  <a:pt x="285750" y="209550"/>
                </a:moveTo>
                <a:lnTo>
                  <a:pt x="304800" y="209550"/>
                </a:lnTo>
                <a:lnTo>
                  <a:pt x="304800" y="219075"/>
                </a:lnTo>
                <a:lnTo>
                  <a:pt x="285750" y="219075"/>
                </a:lnTo>
                <a:close/>
                <a:moveTo>
                  <a:pt x="304800" y="228600"/>
                </a:moveTo>
                <a:lnTo>
                  <a:pt x="314325" y="228600"/>
                </a:lnTo>
                <a:lnTo>
                  <a:pt x="314325" y="238125"/>
                </a:lnTo>
                <a:lnTo>
                  <a:pt x="304800" y="238125"/>
                </a:lnTo>
                <a:close/>
                <a:moveTo>
                  <a:pt x="733425" y="428625"/>
                </a:moveTo>
                <a:lnTo>
                  <a:pt x="762000" y="428625"/>
                </a:lnTo>
                <a:lnTo>
                  <a:pt x="762000" y="466725"/>
                </a:lnTo>
                <a:lnTo>
                  <a:pt x="752475" y="466725"/>
                </a:lnTo>
                <a:lnTo>
                  <a:pt x="752475" y="438150"/>
                </a:lnTo>
                <a:lnTo>
                  <a:pt x="742950" y="438150"/>
                </a:lnTo>
                <a:lnTo>
                  <a:pt x="742950" y="457200"/>
                </a:lnTo>
                <a:lnTo>
                  <a:pt x="723900" y="457200"/>
                </a:lnTo>
                <a:lnTo>
                  <a:pt x="723900" y="438150"/>
                </a:lnTo>
                <a:lnTo>
                  <a:pt x="733425" y="438150"/>
                </a:lnTo>
                <a:close/>
                <a:moveTo>
                  <a:pt x="714375" y="457200"/>
                </a:moveTo>
                <a:lnTo>
                  <a:pt x="723900" y="457200"/>
                </a:lnTo>
                <a:lnTo>
                  <a:pt x="723900" y="466725"/>
                </a:lnTo>
                <a:lnTo>
                  <a:pt x="714375" y="466725"/>
                </a:lnTo>
                <a:close/>
                <a:moveTo>
                  <a:pt x="323850" y="571500"/>
                </a:moveTo>
                <a:lnTo>
                  <a:pt x="342900" y="571500"/>
                </a:lnTo>
                <a:lnTo>
                  <a:pt x="342900" y="581025"/>
                </a:lnTo>
                <a:lnTo>
                  <a:pt x="352425" y="581025"/>
                </a:lnTo>
                <a:lnTo>
                  <a:pt x="352425" y="571500"/>
                </a:lnTo>
                <a:lnTo>
                  <a:pt x="371475" y="571500"/>
                </a:lnTo>
                <a:lnTo>
                  <a:pt x="371475" y="581025"/>
                </a:lnTo>
                <a:lnTo>
                  <a:pt x="381000" y="581025"/>
                </a:lnTo>
                <a:lnTo>
                  <a:pt x="381000" y="590550"/>
                </a:lnTo>
                <a:lnTo>
                  <a:pt x="390525" y="590550"/>
                </a:lnTo>
                <a:lnTo>
                  <a:pt x="390525" y="581025"/>
                </a:lnTo>
                <a:lnTo>
                  <a:pt x="400050" y="581025"/>
                </a:lnTo>
                <a:lnTo>
                  <a:pt x="400050" y="571500"/>
                </a:lnTo>
                <a:lnTo>
                  <a:pt x="409575" y="571500"/>
                </a:lnTo>
                <a:lnTo>
                  <a:pt x="409575" y="590550"/>
                </a:lnTo>
                <a:lnTo>
                  <a:pt x="400050" y="590550"/>
                </a:lnTo>
                <a:lnTo>
                  <a:pt x="400050" y="609600"/>
                </a:lnTo>
                <a:lnTo>
                  <a:pt x="381000" y="609600"/>
                </a:lnTo>
                <a:lnTo>
                  <a:pt x="381000" y="600075"/>
                </a:lnTo>
                <a:lnTo>
                  <a:pt x="371475" y="600075"/>
                </a:lnTo>
                <a:lnTo>
                  <a:pt x="371475" y="609600"/>
                </a:lnTo>
                <a:lnTo>
                  <a:pt x="361950" y="609600"/>
                </a:lnTo>
                <a:lnTo>
                  <a:pt x="361950" y="600075"/>
                </a:lnTo>
                <a:lnTo>
                  <a:pt x="342900" y="600075"/>
                </a:lnTo>
                <a:lnTo>
                  <a:pt x="342900" y="619125"/>
                </a:lnTo>
                <a:lnTo>
                  <a:pt x="352425" y="619125"/>
                </a:lnTo>
                <a:lnTo>
                  <a:pt x="352425" y="628650"/>
                </a:lnTo>
                <a:lnTo>
                  <a:pt x="333375" y="628650"/>
                </a:lnTo>
                <a:lnTo>
                  <a:pt x="333375" y="638175"/>
                </a:lnTo>
                <a:lnTo>
                  <a:pt x="276225" y="638175"/>
                </a:lnTo>
                <a:lnTo>
                  <a:pt x="276225" y="657225"/>
                </a:lnTo>
                <a:lnTo>
                  <a:pt x="257175" y="657225"/>
                </a:lnTo>
                <a:lnTo>
                  <a:pt x="257175" y="647700"/>
                </a:lnTo>
                <a:lnTo>
                  <a:pt x="247650" y="647700"/>
                </a:lnTo>
                <a:lnTo>
                  <a:pt x="247650" y="638175"/>
                </a:lnTo>
                <a:lnTo>
                  <a:pt x="238125" y="638175"/>
                </a:lnTo>
                <a:lnTo>
                  <a:pt x="238125" y="628650"/>
                </a:lnTo>
                <a:lnTo>
                  <a:pt x="228600" y="628650"/>
                </a:lnTo>
                <a:lnTo>
                  <a:pt x="228600" y="600075"/>
                </a:lnTo>
                <a:lnTo>
                  <a:pt x="238125" y="600075"/>
                </a:lnTo>
                <a:lnTo>
                  <a:pt x="238125" y="609600"/>
                </a:lnTo>
                <a:lnTo>
                  <a:pt x="247650" y="609600"/>
                </a:lnTo>
                <a:lnTo>
                  <a:pt x="247650" y="638175"/>
                </a:lnTo>
                <a:lnTo>
                  <a:pt x="266700" y="638175"/>
                </a:lnTo>
                <a:lnTo>
                  <a:pt x="266700" y="619125"/>
                </a:lnTo>
                <a:lnTo>
                  <a:pt x="295275" y="619125"/>
                </a:lnTo>
                <a:lnTo>
                  <a:pt x="295275" y="600075"/>
                </a:lnTo>
                <a:lnTo>
                  <a:pt x="285750" y="600075"/>
                </a:lnTo>
                <a:lnTo>
                  <a:pt x="285750" y="590550"/>
                </a:lnTo>
                <a:lnTo>
                  <a:pt x="266700" y="590550"/>
                </a:lnTo>
                <a:lnTo>
                  <a:pt x="266700" y="581025"/>
                </a:lnTo>
                <a:lnTo>
                  <a:pt x="295275" y="581025"/>
                </a:lnTo>
                <a:lnTo>
                  <a:pt x="295275" y="590550"/>
                </a:lnTo>
                <a:lnTo>
                  <a:pt x="314325" y="590550"/>
                </a:lnTo>
                <a:lnTo>
                  <a:pt x="314325" y="581025"/>
                </a:lnTo>
                <a:lnTo>
                  <a:pt x="323850" y="581025"/>
                </a:lnTo>
                <a:close/>
                <a:moveTo>
                  <a:pt x="438150" y="581025"/>
                </a:moveTo>
                <a:lnTo>
                  <a:pt x="447675" y="581025"/>
                </a:lnTo>
                <a:lnTo>
                  <a:pt x="447675" y="590550"/>
                </a:lnTo>
                <a:lnTo>
                  <a:pt x="438150" y="590550"/>
                </a:lnTo>
                <a:close/>
                <a:moveTo>
                  <a:pt x="457200" y="590550"/>
                </a:moveTo>
                <a:lnTo>
                  <a:pt x="476250" y="590550"/>
                </a:lnTo>
                <a:lnTo>
                  <a:pt x="476250" y="600075"/>
                </a:lnTo>
                <a:lnTo>
                  <a:pt x="457200" y="600075"/>
                </a:lnTo>
                <a:close/>
                <a:moveTo>
                  <a:pt x="323850" y="647700"/>
                </a:moveTo>
                <a:lnTo>
                  <a:pt x="333375" y="647700"/>
                </a:lnTo>
                <a:lnTo>
                  <a:pt x="333375" y="657225"/>
                </a:lnTo>
                <a:lnTo>
                  <a:pt x="342900" y="657225"/>
                </a:lnTo>
                <a:lnTo>
                  <a:pt x="342900" y="676275"/>
                </a:lnTo>
                <a:lnTo>
                  <a:pt x="304800" y="676275"/>
                </a:lnTo>
                <a:lnTo>
                  <a:pt x="304800" y="666750"/>
                </a:lnTo>
                <a:lnTo>
                  <a:pt x="314325" y="666750"/>
                </a:lnTo>
                <a:lnTo>
                  <a:pt x="314325" y="657225"/>
                </a:lnTo>
                <a:lnTo>
                  <a:pt x="323850" y="657225"/>
                </a:lnTo>
                <a:close/>
                <a:moveTo>
                  <a:pt x="114300" y="704850"/>
                </a:moveTo>
                <a:lnTo>
                  <a:pt x="133350" y="704850"/>
                </a:lnTo>
                <a:lnTo>
                  <a:pt x="133350" y="714375"/>
                </a:lnTo>
                <a:lnTo>
                  <a:pt x="114300" y="714375"/>
                </a:lnTo>
                <a:close/>
                <a:moveTo>
                  <a:pt x="133350" y="714375"/>
                </a:moveTo>
                <a:lnTo>
                  <a:pt x="142875" y="714375"/>
                </a:lnTo>
                <a:lnTo>
                  <a:pt x="142875" y="723900"/>
                </a:lnTo>
                <a:lnTo>
                  <a:pt x="133350" y="723900"/>
                </a:lnTo>
                <a:close/>
                <a:moveTo>
                  <a:pt x="152400" y="714375"/>
                </a:moveTo>
                <a:lnTo>
                  <a:pt x="171450" y="714375"/>
                </a:lnTo>
                <a:lnTo>
                  <a:pt x="171450" y="733425"/>
                </a:lnTo>
                <a:lnTo>
                  <a:pt x="200025" y="733425"/>
                </a:lnTo>
                <a:lnTo>
                  <a:pt x="200025" y="742950"/>
                </a:lnTo>
                <a:lnTo>
                  <a:pt x="209550" y="742950"/>
                </a:lnTo>
                <a:lnTo>
                  <a:pt x="209550" y="752475"/>
                </a:lnTo>
                <a:lnTo>
                  <a:pt x="219075" y="752475"/>
                </a:lnTo>
                <a:lnTo>
                  <a:pt x="219075" y="762000"/>
                </a:lnTo>
                <a:lnTo>
                  <a:pt x="133350" y="762000"/>
                </a:lnTo>
                <a:lnTo>
                  <a:pt x="133350" y="742950"/>
                </a:lnTo>
                <a:lnTo>
                  <a:pt x="142875" y="742950"/>
                </a:lnTo>
                <a:lnTo>
                  <a:pt x="142875" y="723900"/>
                </a:lnTo>
                <a:lnTo>
                  <a:pt x="152400" y="723900"/>
                </a:lnTo>
                <a:close/>
                <a:moveTo>
                  <a:pt x="152400" y="733425"/>
                </a:moveTo>
                <a:lnTo>
                  <a:pt x="161925" y="733425"/>
                </a:lnTo>
                <a:lnTo>
                  <a:pt x="161925" y="723900"/>
                </a:lnTo>
                <a:lnTo>
                  <a:pt x="152400" y="723900"/>
                </a:lnTo>
                <a:close/>
                <a:moveTo>
                  <a:pt x="171450" y="752475"/>
                </a:moveTo>
                <a:lnTo>
                  <a:pt x="190500" y="752475"/>
                </a:lnTo>
                <a:lnTo>
                  <a:pt x="190500" y="742950"/>
                </a:lnTo>
                <a:lnTo>
                  <a:pt x="171450" y="742950"/>
                </a:lnTo>
                <a:close/>
              </a:path>
            </a:pathLst>
          </a:custGeom>
          <a:solidFill xmlns:a="http://schemas.openxmlformats.org/drawingml/2006/main">
            <a:srgbClr val="C0613F"/>
          </a:solidFill>
          <a:ln xmlns:a="http://schemas.openxmlformats.org/drawingml/2006/main" w="0">
            <a:noFill/>
          </a:ln>
        </p:spPr>
      </p:sp>
      <p:sp>
        <p:nvSpPr>
          <p:cNvPr id="41" name="impact vector #bd6341">
            <a:extLst xmlns:a="http://schemas.openxmlformats.org/drawingml/2006/main">
              <a:ext uri="{FF2B5EF4-FFF2-40B4-BE49-F238E27FC236}">
                <a16:creationId xmlns:a16="http://schemas.microsoft.com/office/drawing/2014/main" id="{146BF0E4-5A5D-41E4-977F-D29AFF9A6D4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000250" y="1524000"/>
            <a:ext cx="857250" cy="847725"/>
          </a:xfrm>
          <a:custGeom xmlns:a="http://schemas.openxmlformats.org/drawingml/2006/main">
            <a:pathLst>
              <a:path w="857250" h="847725">
                <a:moveTo>
                  <a:pt x="304800" y="66675"/>
                </a:moveTo>
                <a:lnTo>
                  <a:pt x="333375" y="66675"/>
                </a:lnTo>
                <a:lnTo>
                  <a:pt x="333375" y="76200"/>
                </a:lnTo>
                <a:lnTo>
                  <a:pt x="304800" y="76200"/>
                </a:lnTo>
                <a:close/>
                <a:moveTo>
                  <a:pt x="219075" y="76200"/>
                </a:moveTo>
                <a:lnTo>
                  <a:pt x="295275" y="76200"/>
                </a:lnTo>
                <a:lnTo>
                  <a:pt x="295275" y="85725"/>
                </a:lnTo>
                <a:lnTo>
                  <a:pt x="219075" y="85725"/>
                </a:lnTo>
                <a:close/>
                <a:moveTo>
                  <a:pt x="342900" y="76200"/>
                </a:moveTo>
                <a:lnTo>
                  <a:pt x="352425" y="76200"/>
                </a:lnTo>
                <a:lnTo>
                  <a:pt x="352425" y="85725"/>
                </a:lnTo>
                <a:lnTo>
                  <a:pt x="342900" y="85725"/>
                </a:lnTo>
                <a:close/>
                <a:moveTo>
                  <a:pt x="209550" y="85725"/>
                </a:moveTo>
                <a:lnTo>
                  <a:pt x="219075" y="85725"/>
                </a:lnTo>
                <a:lnTo>
                  <a:pt x="219075" y="95250"/>
                </a:lnTo>
                <a:lnTo>
                  <a:pt x="209550" y="95250"/>
                </a:lnTo>
                <a:close/>
                <a:moveTo>
                  <a:pt x="180975" y="142875"/>
                </a:moveTo>
                <a:lnTo>
                  <a:pt x="190500" y="142875"/>
                </a:lnTo>
                <a:lnTo>
                  <a:pt x="190500" y="161925"/>
                </a:lnTo>
                <a:lnTo>
                  <a:pt x="180975" y="161925"/>
                </a:lnTo>
                <a:close/>
                <a:moveTo>
                  <a:pt x="523875" y="142875"/>
                </a:moveTo>
                <a:lnTo>
                  <a:pt x="533400" y="142875"/>
                </a:lnTo>
                <a:lnTo>
                  <a:pt x="533400" y="152400"/>
                </a:lnTo>
                <a:lnTo>
                  <a:pt x="523875" y="152400"/>
                </a:lnTo>
                <a:close/>
                <a:moveTo>
                  <a:pt x="533400" y="152400"/>
                </a:moveTo>
                <a:lnTo>
                  <a:pt x="542925" y="152400"/>
                </a:lnTo>
                <a:lnTo>
                  <a:pt x="542925" y="161925"/>
                </a:lnTo>
                <a:lnTo>
                  <a:pt x="533400" y="161925"/>
                </a:lnTo>
                <a:close/>
                <a:moveTo>
                  <a:pt x="171450" y="171450"/>
                </a:moveTo>
                <a:lnTo>
                  <a:pt x="180975" y="171450"/>
                </a:lnTo>
                <a:lnTo>
                  <a:pt x="180975" y="228600"/>
                </a:lnTo>
                <a:lnTo>
                  <a:pt x="171450" y="228600"/>
                </a:lnTo>
                <a:lnTo>
                  <a:pt x="171450" y="219075"/>
                </a:lnTo>
                <a:lnTo>
                  <a:pt x="161925" y="219075"/>
                </a:lnTo>
                <a:lnTo>
                  <a:pt x="161925" y="190500"/>
                </a:lnTo>
                <a:lnTo>
                  <a:pt x="171450" y="190500"/>
                </a:lnTo>
                <a:close/>
                <a:moveTo>
                  <a:pt x="238125" y="228600"/>
                </a:moveTo>
                <a:lnTo>
                  <a:pt x="285750" y="228600"/>
                </a:lnTo>
                <a:lnTo>
                  <a:pt x="285750" y="238125"/>
                </a:lnTo>
                <a:lnTo>
                  <a:pt x="295275" y="238125"/>
                </a:lnTo>
                <a:lnTo>
                  <a:pt x="295275" y="247650"/>
                </a:lnTo>
                <a:lnTo>
                  <a:pt x="276225" y="247650"/>
                </a:lnTo>
                <a:lnTo>
                  <a:pt x="276225" y="238125"/>
                </a:lnTo>
                <a:lnTo>
                  <a:pt x="238125" y="238125"/>
                </a:lnTo>
                <a:close/>
                <a:moveTo>
                  <a:pt x="333375" y="228600"/>
                </a:moveTo>
                <a:lnTo>
                  <a:pt x="361950" y="228600"/>
                </a:lnTo>
                <a:lnTo>
                  <a:pt x="361950" y="238125"/>
                </a:lnTo>
                <a:lnTo>
                  <a:pt x="333375" y="238125"/>
                </a:lnTo>
                <a:close/>
                <a:moveTo>
                  <a:pt x="219075" y="238125"/>
                </a:moveTo>
                <a:lnTo>
                  <a:pt x="238125" y="238125"/>
                </a:lnTo>
                <a:lnTo>
                  <a:pt x="238125" y="247650"/>
                </a:lnTo>
                <a:lnTo>
                  <a:pt x="219075" y="247650"/>
                </a:lnTo>
                <a:close/>
                <a:moveTo>
                  <a:pt x="314325" y="238125"/>
                </a:moveTo>
                <a:lnTo>
                  <a:pt x="323850" y="238125"/>
                </a:lnTo>
                <a:lnTo>
                  <a:pt x="323850" y="247650"/>
                </a:lnTo>
                <a:lnTo>
                  <a:pt x="314325" y="247650"/>
                </a:lnTo>
                <a:close/>
                <a:moveTo>
                  <a:pt x="381000" y="238125"/>
                </a:moveTo>
                <a:lnTo>
                  <a:pt x="390525" y="238125"/>
                </a:lnTo>
                <a:lnTo>
                  <a:pt x="390525" y="247650"/>
                </a:lnTo>
                <a:lnTo>
                  <a:pt x="381000" y="247650"/>
                </a:lnTo>
                <a:close/>
                <a:moveTo>
                  <a:pt x="438150" y="238125"/>
                </a:moveTo>
                <a:lnTo>
                  <a:pt x="447675" y="238125"/>
                </a:lnTo>
                <a:lnTo>
                  <a:pt x="447675" y="247650"/>
                </a:lnTo>
                <a:lnTo>
                  <a:pt x="438150" y="247650"/>
                </a:lnTo>
                <a:close/>
                <a:moveTo>
                  <a:pt x="409575" y="247650"/>
                </a:moveTo>
                <a:lnTo>
                  <a:pt x="438150" y="247650"/>
                </a:lnTo>
                <a:lnTo>
                  <a:pt x="438150" y="257175"/>
                </a:lnTo>
                <a:lnTo>
                  <a:pt x="409575" y="257175"/>
                </a:lnTo>
                <a:close/>
                <a:moveTo>
                  <a:pt x="723900" y="409575"/>
                </a:moveTo>
                <a:lnTo>
                  <a:pt x="762000" y="409575"/>
                </a:lnTo>
                <a:lnTo>
                  <a:pt x="762000" y="419100"/>
                </a:lnTo>
                <a:lnTo>
                  <a:pt x="723900" y="419100"/>
                </a:lnTo>
                <a:close/>
                <a:moveTo>
                  <a:pt x="714375" y="419100"/>
                </a:moveTo>
                <a:lnTo>
                  <a:pt x="723900" y="419100"/>
                </a:lnTo>
                <a:lnTo>
                  <a:pt x="723900" y="428625"/>
                </a:lnTo>
                <a:lnTo>
                  <a:pt x="714375" y="428625"/>
                </a:lnTo>
                <a:close/>
                <a:moveTo>
                  <a:pt x="762000" y="419100"/>
                </a:moveTo>
                <a:lnTo>
                  <a:pt x="771525" y="419100"/>
                </a:lnTo>
                <a:lnTo>
                  <a:pt x="771525" y="428625"/>
                </a:lnTo>
                <a:lnTo>
                  <a:pt x="762000" y="428625"/>
                </a:lnTo>
                <a:close/>
                <a:moveTo>
                  <a:pt x="704850" y="428625"/>
                </a:moveTo>
                <a:lnTo>
                  <a:pt x="714375" y="428625"/>
                </a:lnTo>
                <a:lnTo>
                  <a:pt x="714375" y="438150"/>
                </a:lnTo>
                <a:lnTo>
                  <a:pt x="704850" y="438150"/>
                </a:lnTo>
                <a:close/>
                <a:moveTo>
                  <a:pt x="771525" y="428625"/>
                </a:moveTo>
                <a:lnTo>
                  <a:pt x="781050" y="428625"/>
                </a:lnTo>
                <a:lnTo>
                  <a:pt x="781050" y="438150"/>
                </a:lnTo>
                <a:lnTo>
                  <a:pt x="771525" y="438150"/>
                </a:lnTo>
                <a:close/>
                <a:moveTo>
                  <a:pt x="695325" y="438150"/>
                </a:moveTo>
                <a:lnTo>
                  <a:pt x="704850" y="438150"/>
                </a:lnTo>
                <a:lnTo>
                  <a:pt x="704850" y="457200"/>
                </a:lnTo>
                <a:lnTo>
                  <a:pt x="695325" y="457200"/>
                </a:lnTo>
                <a:close/>
                <a:moveTo>
                  <a:pt x="685800" y="457200"/>
                </a:moveTo>
                <a:lnTo>
                  <a:pt x="695325" y="457200"/>
                </a:lnTo>
                <a:lnTo>
                  <a:pt x="695325" y="466725"/>
                </a:lnTo>
                <a:lnTo>
                  <a:pt x="685800" y="466725"/>
                </a:lnTo>
                <a:close/>
                <a:moveTo>
                  <a:pt x="771525" y="457200"/>
                </a:moveTo>
                <a:lnTo>
                  <a:pt x="781050" y="457200"/>
                </a:lnTo>
                <a:lnTo>
                  <a:pt x="781050" y="485775"/>
                </a:lnTo>
                <a:lnTo>
                  <a:pt x="771525" y="485775"/>
                </a:lnTo>
                <a:lnTo>
                  <a:pt x="771525" y="495300"/>
                </a:lnTo>
                <a:lnTo>
                  <a:pt x="762000" y="495300"/>
                </a:lnTo>
                <a:lnTo>
                  <a:pt x="762000" y="476250"/>
                </a:lnTo>
                <a:lnTo>
                  <a:pt x="771525" y="476250"/>
                </a:lnTo>
                <a:close/>
                <a:moveTo>
                  <a:pt x="676275" y="466725"/>
                </a:moveTo>
                <a:lnTo>
                  <a:pt x="685800" y="466725"/>
                </a:lnTo>
                <a:lnTo>
                  <a:pt x="685800" y="476250"/>
                </a:lnTo>
                <a:lnTo>
                  <a:pt x="676275" y="476250"/>
                </a:lnTo>
                <a:close/>
                <a:moveTo>
                  <a:pt x="314325" y="552450"/>
                </a:moveTo>
                <a:lnTo>
                  <a:pt x="419100" y="552450"/>
                </a:lnTo>
                <a:lnTo>
                  <a:pt x="419100" y="561975"/>
                </a:lnTo>
                <a:lnTo>
                  <a:pt x="447675" y="561975"/>
                </a:lnTo>
                <a:lnTo>
                  <a:pt x="447675" y="571500"/>
                </a:lnTo>
                <a:lnTo>
                  <a:pt x="409575" y="571500"/>
                </a:lnTo>
                <a:lnTo>
                  <a:pt x="409575" y="561975"/>
                </a:lnTo>
                <a:lnTo>
                  <a:pt x="314325" y="561975"/>
                </a:lnTo>
                <a:close/>
                <a:moveTo>
                  <a:pt x="247650" y="561975"/>
                </a:moveTo>
                <a:lnTo>
                  <a:pt x="276225" y="561975"/>
                </a:lnTo>
                <a:lnTo>
                  <a:pt x="276225" y="571500"/>
                </a:lnTo>
                <a:lnTo>
                  <a:pt x="257175" y="571500"/>
                </a:lnTo>
                <a:lnTo>
                  <a:pt x="257175" y="581025"/>
                </a:lnTo>
                <a:lnTo>
                  <a:pt x="228600" y="581025"/>
                </a:lnTo>
                <a:lnTo>
                  <a:pt x="228600" y="571500"/>
                </a:lnTo>
                <a:lnTo>
                  <a:pt x="247650" y="571500"/>
                </a:lnTo>
                <a:close/>
                <a:moveTo>
                  <a:pt x="447675" y="571500"/>
                </a:moveTo>
                <a:lnTo>
                  <a:pt x="476250" y="571500"/>
                </a:lnTo>
                <a:lnTo>
                  <a:pt x="476250" y="581025"/>
                </a:lnTo>
                <a:lnTo>
                  <a:pt x="447675" y="581025"/>
                </a:lnTo>
                <a:close/>
                <a:moveTo>
                  <a:pt x="485775" y="581025"/>
                </a:moveTo>
                <a:lnTo>
                  <a:pt x="514350" y="581025"/>
                </a:lnTo>
                <a:lnTo>
                  <a:pt x="514350" y="590550"/>
                </a:lnTo>
                <a:lnTo>
                  <a:pt x="523875" y="590550"/>
                </a:lnTo>
                <a:lnTo>
                  <a:pt x="523875" y="600075"/>
                </a:lnTo>
                <a:lnTo>
                  <a:pt x="533400" y="600075"/>
                </a:lnTo>
                <a:lnTo>
                  <a:pt x="533400" y="609600"/>
                </a:lnTo>
                <a:lnTo>
                  <a:pt x="542925" y="609600"/>
                </a:lnTo>
                <a:lnTo>
                  <a:pt x="542925" y="628650"/>
                </a:lnTo>
                <a:lnTo>
                  <a:pt x="533400" y="628650"/>
                </a:lnTo>
                <a:lnTo>
                  <a:pt x="533400" y="619125"/>
                </a:lnTo>
                <a:lnTo>
                  <a:pt x="523875" y="619125"/>
                </a:lnTo>
                <a:lnTo>
                  <a:pt x="523875" y="609600"/>
                </a:lnTo>
                <a:lnTo>
                  <a:pt x="514350" y="609600"/>
                </a:lnTo>
                <a:lnTo>
                  <a:pt x="514350" y="600075"/>
                </a:lnTo>
                <a:lnTo>
                  <a:pt x="504825" y="600075"/>
                </a:lnTo>
                <a:lnTo>
                  <a:pt x="504825" y="590550"/>
                </a:lnTo>
                <a:lnTo>
                  <a:pt x="485775" y="590550"/>
                </a:lnTo>
                <a:close/>
                <a:moveTo>
                  <a:pt x="190500" y="590550"/>
                </a:moveTo>
                <a:lnTo>
                  <a:pt x="200025" y="590550"/>
                </a:lnTo>
                <a:lnTo>
                  <a:pt x="200025" y="609600"/>
                </a:lnTo>
                <a:lnTo>
                  <a:pt x="180975" y="609600"/>
                </a:lnTo>
                <a:lnTo>
                  <a:pt x="180975" y="619125"/>
                </a:lnTo>
                <a:lnTo>
                  <a:pt x="171450" y="619125"/>
                </a:lnTo>
                <a:lnTo>
                  <a:pt x="171450" y="628650"/>
                </a:lnTo>
                <a:lnTo>
                  <a:pt x="161925" y="628650"/>
                </a:lnTo>
                <a:lnTo>
                  <a:pt x="161925" y="638175"/>
                </a:lnTo>
                <a:lnTo>
                  <a:pt x="152400" y="638175"/>
                </a:lnTo>
                <a:lnTo>
                  <a:pt x="152400" y="609600"/>
                </a:lnTo>
                <a:lnTo>
                  <a:pt x="171450" y="609600"/>
                </a:lnTo>
                <a:lnTo>
                  <a:pt x="171450" y="600075"/>
                </a:lnTo>
                <a:lnTo>
                  <a:pt x="190500" y="600075"/>
                </a:lnTo>
                <a:close/>
                <a:moveTo>
                  <a:pt x="142875" y="638175"/>
                </a:moveTo>
                <a:lnTo>
                  <a:pt x="152400" y="638175"/>
                </a:lnTo>
                <a:lnTo>
                  <a:pt x="152400" y="647700"/>
                </a:lnTo>
                <a:lnTo>
                  <a:pt x="142875" y="647700"/>
                </a:lnTo>
                <a:close/>
                <a:moveTo>
                  <a:pt x="647700" y="647700"/>
                </a:moveTo>
                <a:lnTo>
                  <a:pt x="695325" y="647700"/>
                </a:lnTo>
                <a:lnTo>
                  <a:pt x="695325" y="657225"/>
                </a:lnTo>
                <a:lnTo>
                  <a:pt x="704850" y="657225"/>
                </a:lnTo>
                <a:lnTo>
                  <a:pt x="704850" y="666750"/>
                </a:lnTo>
                <a:lnTo>
                  <a:pt x="714375" y="666750"/>
                </a:lnTo>
                <a:lnTo>
                  <a:pt x="714375" y="752475"/>
                </a:lnTo>
                <a:lnTo>
                  <a:pt x="704850" y="752475"/>
                </a:lnTo>
                <a:lnTo>
                  <a:pt x="704850" y="723900"/>
                </a:lnTo>
                <a:lnTo>
                  <a:pt x="695325" y="723900"/>
                </a:lnTo>
                <a:lnTo>
                  <a:pt x="695325" y="666750"/>
                </a:lnTo>
                <a:lnTo>
                  <a:pt x="666750" y="666750"/>
                </a:lnTo>
                <a:lnTo>
                  <a:pt x="666750" y="657225"/>
                </a:lnTo>
                <a:lnTo>
                  <a:pt x="657225" y="657225"/>
                </a:lnTo>
                <a:lnTo>
                  <a:pt x="657225" y="676275"/>
                </a:lnTo>
                <a:lnTo>
                  <a:pt x="647700" y="676275"/>
                </a:lnTo>
                <a:lnTo>
                  <a:pt x="647700" y="685800"/>
                </a:lnTo>
                <a:lnTo>
                  <a:pt x="657225" y="685800"/>
                </a:lnTo>
                <a:lnTo>
                  <a:pt x="657225" y="695325"/>
                </a:lnTo>
                <a:lnTo>
                  <a:pt x="647700" y="695325"/>
                </a:lnTo>
                <a:lnTo>
                  <a:pt x="647700" y="714375"/>
                </a:lnTo>
                <a:lnTo>
                  <a:pt x="638175" y="714375"/>
                </a:lnTo>
                <a:lnTo>
                  <a:pt x="638175" y="657225"/>
                </a:lnTo>
                <a:lnTo>
                  <a:pt x="647700" y="657225"/>
                </a:lnTo>
                <a:close/>
                <a:moveTo>
                  <a:pt x="114300" y="666750"/>
                </a:moveTo>
                <a:lnTo>
                  <a:pt x="123825" y="666750"/>
                </a:lnTo>
                <a:lnTo>
                  <a:pt x="123825" y="676275"/>
                </a:lnTo>
                <a:lnTo>
                  <a:pt x="114300" y="676275"/>
                </a:lnTo>
                <a:close/>
                <a:moveTo>
                  <a:pt x="104775" y="676275"/>
                </a:moveTo>
                <a:lnTo>
                  <a:pt x="114300" y="676275"/>
                </a:lnTo>
                <a:lnTo>
                  <a:pt x="114300" y="695325"/>
                </a:lnTo>
                <a:lnTo>
                  <a:pt x="95250" y="695325"/>
                </a:lnTo>
                <a:lnTo>
                  <a:pt x="95250" y="685800"/>
                </a:lnTo>
                <a:lnTo>
                  <a:pt x="104775" y="685800"/>
                </a:lnTo>
                <a:close/>
                <a:moveTo>
                  <a:pt x="533400" y="704850"/>
                </a:moveTo>
                <a:lnTo>
                  <a:pt x="552450" y="704850"/>
                </a:lnTo>
                <a:lnTo>
                  <a:pt x="552450" y="762000"/>
                </a:lnTo>
                <a:lnTo>
                  <a:pt x="542925" y="762000"/>
                </a:lnTo>
                <a:lnTo>
                  <a:pt x="542925" y="733425"/>
                </a:lnTo>
                <a:lnTo>
                  <a:pt x="533400" y="733425"/>
                </a:lnTo>
                <a:lnTo>
                  <a:pt x="533400" y="723900"/>
                </a:lnTo>
                <a:lnTo>
                  <a:pt x="542925" y="723900"/>
                </a:lnTo>
                <a:lnTo>
                  <a:pt x="542925" y="714375"/>
                </a:lnTo>
                <a:lnTo>
                  <a:pt x="533400" y="714375"/>
                </a:lnTo>
                <a:close/>
                <a:moveTo>
                  <a:pt x="628650" y="733425"/>
                </a:moveTo>
                <a:lnTo>
                  <a:pt x="638175" y="733425"/>
                </a:lnTo>
                <a:lnTo>
                  <a:pt x="638175" y="752475"/>
                </a:lnTo>
                <a:lnTo>
                  <a:pt x="628650" y="752475"/>
                </a:lnTo>
                <a:close/>
                <a:moveTo>
                  <a:pt x="190500" y="762000"/>
                </a:moveTo>
                <a:lnTo>
                  <a:pt x="219075" y="762000"/>
                </a:lnTo>
                <a:lnTo>
                  <a:pt x="219075" y="771525"/>
                </a:lnTo>
                <a:lnTo>
                  <a:pt x="228600" y="771525"/>
                </a:lnTo>
                <a:lnTo>
                  <a:pt x="228600" y="762000"/>
                </a:lnTo>
                <a:lnTo>
                  <a:pt x="238125" y="762000"/>
                </a:lnTo>
                <a:lnTo>
                  <a:pt x="238125" y="771525"/>
                </a:lnTo>
                <a:lnTo>
                  <a:pt x="228600" y="771525"/>
                </a:lnTo>
                <a:lnTo>
                  <a:pt x="228600" y="781050"/>
                </a:lnTo>
                <a:lnTo>
                  <a:pt x="190500" y="781050"/>
                </a:lnTo>
                <a:close/>
                <a:moveTo>
                  <a:pt x="247650" y="762000"/>
                </a:moveTo>
                <a:lnTo>
                  <a:pt x="285750" y="762000"/>
                </a:lnTo>
                <a:lnTo>
                  <a:pt x="285750" y="771525"/>
                </a:lnTo>
                <a:lnTo>
                  <a:pt x="257175" y="771525"/>
                </a:lnTo>
                <a:lnTo>
                  <a:pt x="257175" y="781050"/>
                </a:lnTo>
                <a:lnTo>
                  <a:pt x="238125" y="781050"/>
                </a:lnTo>
                <a:lnTo>
                  <a:pt x="238125" y="771525"/>
                </a:lnTo>
                <a:lnTo>
                  <a:pt x="247650" y="771525"/>
                </a:lnTo>
                <a:close/>
                <a:moveTo>
                  <a:pt x="533400" y="762000"/>
                </a:moveTo>
                <a:lnTo>
                  <a:pt x="542925" y="762000"/>
                </a:lnTo>
                <a:lnTo>
                  <a:pt x="542925" y="771525"/>
                </a:lnTo>
                <a:lnTo>
                  <a:pt x="533400" y="771525"/>
                </a:lnTo>
                <a:close/>
                <a:moveTo>
                  <a:pt x="152400" y="771525"/>
                </a:moveTo>
                <a:lnTo>
                  <a:pt x="171450" y="771525"/>
                </a:lnTo>
                <a:lnTo>
                  <a:pt x="171450" y="781050"/>
                </a:lnTo>
                <a:lnTo>
                  <a:pt x="152400" y="781050"/>
                </a:lnTo>
                <a:close/>
                <a:moveTo>
                  <a:pt x="295275" y="771525"/>
                </a:moveTo>
                <a:lnTo>
                  <a:pt x="314325" y="771525"/>
                </a:lnTo>
                <a:lnTo>
                  <a:pt x="314325" y="781050"/>
                </a:lnTo>
                <a:lnTo>
                  <a:pt x="295275" y="781050"/>
                </a:lnTo>
                <a:close/>
                <a:moveTo>
                  <a:pt x="485775" y="771525"/>
                </a:moveTo>
                <a:lnTo>
                  <a:pt x="533400" y="771525"/>
                </a:lnTo>
                <a:lnTo>
                  <a:pt x="533400" y="781050"/>
                </a:lnTo>
                <a:lnTo>
                  <a:pt x="485775" y="781050"/>
                </a:lnTo>
                <a:close/>
              </a:path>
            </a:pathLst>
          </a:custGeom>
          <a:solidFill xmlns:a="http://schemas.openxmlformats.org/drawingml/2006/main">
            <a:srgbClr val="BD6341"/>
          </a:solidFill>
          <a:ln xmlns:a="http://schemas.openxmlformats.org/drawingml/2006/main" w="0">
            <a:noFill/>
          </a:ln>
        </p:spPr>
      </p:sp>
      <p:sp>
        <p:nvSpPr>
          <p:cNvPr id="42" name="impact vector #be613e">
            <a:extLst xmlns:a="http://schemas.openxmlformats.org/drawingml/2006/main">
              <a:ext uri="{FF2B5EF4-FFF2-40B4-BE49-F238E27FC236}">
                <a16:creationId xmlns:a16="http://schemas.microsoft.com/office/drawing/2014/main" id="{6F3D61FD-F983-4DEA-B41E-8B0BFEAC062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000250" y="1524000"/>
            <a:ext cx="857250" cy="847725"/>
          </a:xfrm>
          <a:custGeom xmlns:a="http://schemas.openxmlformats.org/drawingml/2006/main">
            <a:pathLst>
              <a:path w="857250" h="847725">
                <a:moveTo>
                  <a:pt x="190500" y="152400"/>
                </a:moveTo>
                <a:lnTo>
                  <a:pt x="200025" y="152400"/>
                </a:lnTo>
                <a:lnTo>
                  <a:pt x="200025" y="171450"/>
                </a:lnTo>
                <a:lnTo>
                  <a:pt x="209550" y="171450"/>
                </a:lnTo>
                <a:lnTo>
                  <a:pt x="209550" y="190500"/>
                </a:lnTo>
                <a:lnTo>
                  <a:pt x="200025" y="190500"/>
                </a:lnTo>
                <a:lnTo>
                  <a:pt x="200025" y="200025"/>
                </a:lnTo>
                <a:lnTo>
                  <a:pt x="190500" y="200025"/>
                </a:lnTo>
                <a:lnTo>
                  <a:pt x="190500" y="209550"/>
                </a:lnTo>
                <a:lnTo>
                  <a:pt x="180975" y="209550"/>
                </a:lnTo>
                <a:lnTo>
                  <a:pt x="180975" y="161925"/>
                </a:lnTo>
                <a:lnTo>
                  <a:pt x="190500" y="161925"/>
                </a:lnTo>
                <a:close/>
                <a:moveTo>
                  <a:pt x="314325" y="228600"/>
                </a:moveTo>
                <a:lnTo>
                  <a:pt x="323850" y="228600"/>
                </a:lnTo>
                <a:lnTo>
                  <a:pt x="323850" y="238125"/>
                </a:lnTo>
                <a:lnTo>
                  <a:pt x="314325" y="238125"/>
                </a:lnTo>
                <a:close/>
                <a:moveTo>
                  <a:pt x="295275" y="238125"/>
                </a:moveTo>
                <a:lnTo>
                  <a:pt x="314325" y="238125"/>
                </a:lnTo>
                <a:lnTo>
                  <a:pt x="314325" y="247650"/>
                </a:lnTo>
                <a:lnTo>
                  <a:pt x="295275" y="247650"/>
                </a:lnTo>
                <a:close/>
                <a:moveTo>
                  <a:pt x="723900" y="419100"/>
                </a:moveTo>
                <a:lnTo>
                  <a:pt x="762000" y="419100"/>
                </a:lnTo>
                <a:lnTo>
                  <a:pt x="762000" y="428625"/>
                </a:lnTo>
                <a:lnTo>
                  <a:pt x="733425" y="428625"/>
                </a:lnTo>
                <a:lnTo>
                  <a:pt x="733425" y="438150"/>
                </a:lnTo>
                <a:lnTo>
                  <a:pt x="723900" y="438150"/>
                </a:lnTo>
                <a:lnTo>
                  <a:pt x="723900" y="457200"/>
                </a:lnTo>
                <a:lnTo>
                  <a:pt x="704850" y="457200"/>
                </a:lnTo>
                <a:lnTo>
                  <a:pt x="704850" y="438150"/>
                </a:lnTo>
                <a:lnTo>
                  <a:pt x="714375" y="438150"/>
                </a:lnTo>
                <a:lnTo>
                  <a:pt x="714375" y="428625"/>
                </a:lnTo>
                <a:lnTo>
                  <a:pt x="723900" y="428625"/>
                </a:lnTo>
                <a:close/>
                <a:moveTo>
                  <a:pt x="762000" y="428625"/>
                </a:moveTo>
                <a:lnTo>
                  <a:pt x="771525" y="428625"/>
                </a:lnTo>
                <a:lnTo>
                  <a:pt x="771525" y="438150"/>
                </a:lnTo>
                <a:lnTo>
                  <a:pt x="781050" y="438150"/>
                </a:lnTo>
                <a:lnTo>
                  <a:pt x="781050" y="457200"/>
                </a:lnTo>
                <a:lnTo>
                  <a:pt x="771525" y="457200"/>
                </a:lnTo>
                <a:lnTo>
                  <a:pt x="771525" y="476250"/>
                </a:lnTo>
                <a:lnTo>
                  <a:pt x="762000" y="476250"/>
                </a:lnTo>
                <a:close/>
                <a:moveTo>
                  <a:pt x="266700" y="571500"/>
                </a:moveTo>
                <a:lnTo>
                  <a:pt x="276225" y="571500"/>
                </a:lnTo>
                <a:lnTo>
                  <a:pt x="276225" y="581025"/>
                </a:lnTo>
                <a:lnTo>
                  <a:pt x="266700" y="581025"/>
                </a:lnTo>
                <a:close/>
                <a:moveTo>
                  <a:pt x="342900" y="571500"/>
                </a:moveTo>
                <a:lnTo>
                  <a:pt x="352425" y="571500"/>
                </a:lnTo>
                <a:lnTo>
                  <a:pt x="352425" y="581025"/>
                </a:lnTo>
                <a:lnTo>
                  <a:pt x="342900" y="581025"/>
                </a:lnTo>
                <a:close/>
                <a:moveTo>
                  <a:pt x="409575" y="571500"/>
                </a:moveTo>
                <a:lnTo>
                  <a:pt x="447675" y="571500"/>
                </a:lnTo>
                <a:lnTo>
                  <a:pt x="447675" y="581025"/>
                </a:lnTo>
                <a:lnTo>
                  <a:pt x="438150" y="581025"/>
                </a:lnTo>
                <a:lnTo>
                  <a:pt x="438150" y="590550"/>
                </a:lnTo>
                <a:lnTo>
                  <a:pt x="409575" y="590550"/>
                </a:lnTo>
                <a:close/>
                <a:moveTo>
                  <a:pt x="209550" y="581025"/>
                </a:moveTo>
                <a:lnTo>
                  <a:pt x="266700" y="581025"/>
                </a:lnTo>
                <a:lnTo>
                  <a:pt x="266700" y="590550"/>
                </a:lnTo>
                <a:lnTo>
                  <a:pt x="285750" y="590550"/>
                </a:lnTo>
                <a:lnTo>
                  <a:pt x="285750" y="600075"/>
                </a:lnTo>
                <a:lnTo>
                  <a:pt x="295275" y="600075"/>
                </a:lnTo>
                <a:lnTo>
                  <a:pt x="295275" y="619125"/>
                </a:lnTo>
                <a:lnTo>
                  <a:pt x="266700" y="619125"/>
                </a:lnTo>
                <a:lnTo>
                  <a:pt x="266700" y="638175"/>
                </a:lnTo>
                <a:lnTo>
                  <a:pt x="247650" y="638175"/>
                </a:lnTo>
                <a:lnTo>
                  <a:pt x="247650" y="609600"/>
                </a:lnTo>
                <a:lnTo>
                  <a:pt x="238125" y="609600"/>
                </a:lnTo>
                <a:lnTo>
                  <a:pt x="238125" y="600075"/>
                </a:lnTo>
                <a:lnTo>
                  <a:pt x="228600" y="600075"/>
                </a:lnTo>
                <a:lnTo>
                  <a:pt x="228600" y="609600"/>
                </a:lnTo>
                <a:lnTo>
                  <a:pt x="200025" y="609600"/>
                </a:lnTo>
                <a:lnTo>
                  <a:pt x="200025" y="590550"/>
                </a:lnTo>
                <a:lnTo>
                  <a:pt x="209550" y="590550"/>
                </a:lnTo>
                <a:close/>
                <a:moveTo>
                  <a:pt x="466725" y="581025"/>
                </a:moveTo>
                <a:lnTo>
                  <a:pt x="485775" y="581025"/>
                </a:lnTo>
                <a:lnTo>
                  <a:pt x="485775" y="600075"/>
                </a:lnTo>
                <a:lnTo>
                  <a:pt x="476250" y="600075"/>
                </a:lnTo>
                <a:lnTo>
                  <a:pt x="476250" y="590550"/>
                </a:lnTo>
                <a:lnTo>
                  <a:pt x="466725" y="590550"/>
                </a:lnTo>
                <a:close/>
                <a:moveTo>
                  <a:pt x="666750" y="676275"/>
                </a:moveTo>
                <a:lnTo>
                  <a:pt x="676275" y="676275"/>
                </a:lnTo>
                <a:lnTo>
                  <a:pt x="676275" y="685800"/>
                </a:lnTo>
                <a:lnTo>
                  <a:pt x="685800" y="685800"/>
                </a:lnTo>
                <a:lnTo>
                  <a:pt x="685800" y="695325"/>
                </a:lnTo>
                <a:lnTo>
                  <a:pt x="695325" y="695325"/>
                </a:lnTo>
                <a:lnTo>
                  <a:pt x="695325" y="723900"/>
                </a:lnTo>
                <a:lnTo>
                  <a:pt x="704850" y="723900"/>
                </a:lnTo>
                <a:lnTo>
                  <a:pt x="704850" y="762000"/>
                </a:lnTo>
                <a:lnTo>
                  <a:pt x="695325" y="762000"/>
                </a:lnTo>
                <a:lnTo>
                  <a:pt x="695325" y="771525"/>
                </a:lnTo>
                <a:lnTo>
                  <a:pt x="685800" y="771525"/>
                </a:lnTo>
                <a:lnTo>
                  <a:pt x="685800" y="781050"/>
                </a:lnTo>
                <a:lnTo>
                  <a:pt x="676275" y="781050"/>
                </a:lnTo>
                <a:lnTo>
                  <a:pt x="676275" y="771525"/>
                </a:lnTo>
                <a:lnTo>
                  <a:pt x="666750" y="771525"/>
                </a:lnTo>
                <a:lnTo>
                  <a:pt x="666750" y="781050"/>
                </a:lnTo>
                <a:lnTo>
                  <a:pt x="657225" y="781050"/>
                </a:lnTo>
                <a:lnTo>
                  <a:pt x="657225" y="771525"/>
                </a:lnTo>
                <a:lnTo>
                  <a:pt x="638175" y="771525"/>
                </a:lnTo>
                <a:lnTo>
                  <a:pt x="638175" y="762000"/>
                </a:lnTo>
                <a:lnTo>
                  <a:pt x="628650" y="762000"/>
                </a:lnTo>
                <a:lnTo>
                  <a:pt x="628650" y="752475"/>
                </a:lnTo>
                <a:lnTo>
                  <a:pt x="638175" y="752475"/>
                </a:lnTo>
                <a:lnTo>
                  <a:pt x="638175" y="714375"/>
                </a:lnTo>
                <a:lnTo>
                  <a:pt x="647700" y="714375"/>
                </a:lnTo>
                <a:lnTo>
                  <a:pt x="647700" y="695325"/>
                </a:lnTo>
                <a:lnTo>
                  <a:pt x="657225" y="695325"/>
                </a:lnTo>
                <a:lnTo>
                  <a:pt x="657225" y="685800"/>
                </a:lnTo>
                <a:lnTo>
                  <a:pt x="666750" y="685800"/>
                </a:lnTo>
                <a:close/>
                <a:moveTo>
                  <a:pt x="95250" y="695325"/>
                </a:moveTo>
                <a:lnTo>
                  <a:pt x="114300" y="695325"/>
                </a:lnTo>
                <a:lnTo>
                  <a:pt x="114300" y="714375"/>
                </a:lnTo>
                <a:lnTo>
                  <a:pt x="133350" y="714375"/>
                </a:lnTo>
                <a:lnTo>
                  <a:pt x="133350" y="723900"/>
                </a:lnTo>
                <a:lnTo>
                  <a:pt x="142875" y="723900"/>
                </a:lnTo>
                <a:lnTo>
                  <a:pt x="142875" y="742950"/>
                </a:lnTo>
                <a:lnTo>
                  <a:pt x="133350" y="742950"/>
                </a:lnTo>
                <a:lnTo>
                  <a:pt x="133350" y="762000"/>
                </a:lnTo>
                <a:lnTo>
                  <a:pt x="190500" y="762000"/>
                </a:lnTo>
                <a:lnTo>
                  <a:pt x="190500" y="771525"/>
                </a:lnTo>
                <a:lnTo>
                  <a:pt x="95250" y="771525"/>
                </a:lnTo>
                <a:lnTo>
                  <a:pt x="95250" y="762000"/>
                </a:lnTo>
                <a:lnTo>
                  <a:pt x="85725" y="762000"/>
                </a:lnTo>
                <a:lnTo>
                  <a:pt x="85725" y="714375"/>
                </a:lnTo>
                <a:lnTo>
                  <a:pt x="95250" y="714375"/>
                </a:lnTo>
                <a:close/>
                <a:moveTo>
                  <a:pt x="152400" y="723900"/>
                </a:moveTo>
                <a:lnTo>
                  <a:pt x="161925" y="723900"/>
                </a:lnTo>
                <a:lnTo>
                  <a:pt x="161925" y="733425"/>
                </a:lnTo>
                <a:lnTo>
                  <a:pt x="152400" y="733425"/>
                </a:lnTo>
                <a:close/>
                <a:moveTo>
                  <a:pt x="219075" y="762000"/>
                </a:moveTo>
                <a:lnTo>
                  <a:pt x="228600" y="762000"/>
                </a:lnTo>
                <a:lnTo>
                  <a:pt x="228600" y="771525"/>
                </a:lnTo>
                <a:lnTo>
                  <a:pt x="219075" y="771525"/>
                </a:lnTo>
                <a:close/>
              </a:path>
            </a:pathLst>
          </a:custGeom>
          <a:solidFill xmlns:a="http://schemas.openxmlformats.org/drawingml/2006/main">
            <a:srgbClr val="BE613E"/>
          </a:solidFill>
          <a:ln xmlns:a="http://schemas.openxmlformats.org/drawingml/2006/main" w="0">
            <a:noFill/>
          </a:ln>
        </p:spPr>
      </p:sp>
      <p:sp>
        <p:nvSpPr>
          <p:cNvPr id="43" name="impact vector #b76342">
            <a:extLst xmlns:a="http://schemas.openxmlformats.org/drawingml/2006/main">
              <a:ext uri="{FF2B5EF4-FFF2-40B4-BE49-F238E27FC236}">
                <a16:creationId xmlns:a16="http://schemas.microsoft.com/office/drawing/2014/main" id="{0F4F79EC-C184-4774-9E5F-F5CF80F0373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000250" y="1524000"/>
            <a:ext cx="857250" cy="847725"/>
          </a:xfrm>
          <a:custGeom xmlns:a="http://schemas.openxmlformats.org/drawingml/2006/main">
            <a:pathLst>
              <a:path w="857250" h="847725">
                <a:moveTo>
                  <a:pt x="219075" y="66675"/>
                </a:moveTo>
                <a:lnTo>
                  <a:pt x="295275" y="66675"/>
                </a:lnTo>
                <a:lnTo>
                  <a:pt x="295275" y="76200"/>
                </a:lnTo>
                <a:lnTo>
                  <a:pt x="219075" y="76200"/>
                </a:lnTo>
                <a:close/>
                <a:moveTo>
                  <a:pt x="209550" y="76200"/>
                </a:moveTo>
                <a:lnTo>
                  <a:pt x="219075" y="76200"/>
                </a:lnTo>
                <a:lnTo>
                  <a:pt x="219075" y="85725"/>
                </a:lnTo>
                <a:lnTo>
                  <a:pt x="209550" y="85725"/>
                </a:lnTo>
                <a:close/>
                <a:moveTo>
                  <a:pt x="200025" y="85725"/>
                </a:moveTo>
                <a:lnTo>
                  <a:pt x="209550" y="85725"/>
                </a:lnTo>
                <a:lnTo>
                  <a:pt x="209550" y="95250"/>
                </a:lnTo>
                <a:lnTo>
                  <a:pt x="200025" y="95250"/>
                </a:lnTo>
                <a:close/>
                <a:moveTo>
                  <a:pt x="533400" y="142875"/>
                </a:moveTo>
                <a:lnTo>
                  <a:pt x="542925" y="142875"/>
                </a:lnTo>
                <a:lnTo>
                  <a:pt x="542925" y="152400"/>
                </a:lnTo>
                <a:lnTo>
                  <a:pt x="533400" y="152400"/>
                </a:lnTo>
                <a:close/>
                <a:moveTo>
                  <a:pt x="171450" y="152400"/>
                </a:moveTo>
                <a:lnTo>
                  <a:pt x="180975" y="152400"/>
                </a:lnTo>
                <a:lnTo>
                  <a:pt x="180975" y="171450"/>
                </a:lnTo>
                <a:lnTo>
                  <a:pt x="171450" y="171450"/>
                </a:lnTo>
                <a:lnTo>
                  <a:pt x="171450" y="190500"/>
                </a:lnTo>
                <a:lnTo>
                  <a:pt x="161925" y="190500"/>
                </a:lnTo>
                <a:lnTo>
                  <a:pt x="161925" y="161925"/>
                </a:lnTo>
                <a:lnTo>
                  <a:pt x="171450" y="161925"/>
                </a:lnTo>
                <a:close/>
                <a:moveTo>
                  <a:pt x="542925" y="152400"/>
                </a:moveTo>
                <a:lnTo>
                  <a:pt x="552450" y="152400"/>
                </a:lnTo>
                <a:lnTo>
                  <a:pt x="552450" y="171450"/>
                </a:lnTo>
                <a:lnTo>
                  <a:pt x="542925" y="171450"/>
                </a:lnTo>
                <a:close/>
                <a:moveTo>
                  <a:pt x="152400" y="200025"/>
                </a:moveTo>
                <a:lnTo>
                  <a:pt x="161925" y="200025"/>
                </a:lnTo>
                <a:lnTo>
                  <a:pt x="161925" y="209550"/>
                </a:lnTo>
                <a:lnTo>
                  <a:pt x="152400" y="209550"/>
                </a:lnTo>
                <a:close/>
                <a:moveTo>
                  <a:pt x="238125" y="238125"/>
                </a:moveTo>
                <a:lnTo>
                  <a:pt x="276225" y="238125"/>
                </a:lnTo>
                <a:lnTo>
                  <a:pt x="276225" y="247650"/>
                </a:lnTo>
                <a:lnTo>
                  <a:pt x="323850" y="247650"/>
                </a:lnTo>
                <a:lnTo>
                  <a:pt x="323850" y="238125"/>
                </a:lnTo>
                <a:lnTo>
                  <a:pt x="381000" y="238125"/>
                </a:lnTo>
                <a:lnTo>
                  <a:pt x="381000" y="247650"/>
                </a:lnTo>
                <a:lnTo>
                  <a:pt x="390525" y="247650"/>
                </a:lnTo>
                <a:lnTo>
                  <a:pt x="390525" y="257175"/>
                </a:lnTo>
                <a:lnTo>
                  <a:pt x="361950" y="257175"/>
                </a:lnTo>
                <a:lnTo>
                  <a:pt x="361950" y="247650"/>
                </a:lnTo>
                <a:lnTo>
                  <a:pt x="352425" y="247650"/>
                </a:lnTo>
                <a:lnTo>
                  <a:pt x="352425" y="257175"/>
                </a:lnTo>
                <a:lnTo>
                  <a:pt x="238125" y="257175"/>
                </a:lnTo>
                <a:close/>
                <a:moveTo>
                  <a:pt x="400050" y="257175"/>
                </a:moveTo>
                <a:lnTo>
                  <a:pt x="428625" y="257175"/>
                </a:lnTo>
                <a:lnTo>
                  <a:pt x="428625" y="266700"/>
                </a:lnTo>
                <a:lnTo>
                  <a:pt x="400050" y="266700"/>
                </a:lnTo>
                <a:close/>
                <a:moveTo>
                  <a:pt x="514350" y="361950"/>
                </a:moveTo>
                <a:lnTo>
                  <a:pt x="523875" y="361950"/>
                </a:lnTo>
                <a:lnTo>
                  <a:pt x="523875" y="371475"/>
                </a:lnTo>
                <a:lnTo>
                  <a:pt x="514350" y="371475"/>
                </a:lnTo>
                <a:close/>
                <a:moveTo>
                  <a:pt x="495300" y="371475"/>
                </a:moveTo>
                <a:lnTo>
                  <a:pt x="514350" y="371475"/>
                </a:lnTo>
                <a:lnTo>
                  <a:pt x="514350" y="381000"/>
                </a:lnTo>
                <a:lnTo>
                  <a:pt x="495300" y="381000"/>
                </a:lnTo>
                <a:close/>
                <a:moveTo>
                  <a:pt x="723900" y="390525"/>
                </a:moveTo>
                <a:lnTo>
                  <a:pt x="742950" y="390525"/>
                </a:lnTo>
                <a:lnTo>
                  <a:pt x="742950" y="400050"/>
                </a:lnTo>
                <a:lnTo>
                  <a:pt x="762000" y="400050"/>
                </a:lnTo>
                <a:lnTo>
                  <a:pt x="762000" y="409575"/>
                </a:lnTo>
                <a:lnTo>
                  <a:pt x="723900" y="409575"/>
                </a:lnTo>
                <a:close/>
                <a:moveTo>
                  <a:pt x="714375" y="409575"/>
                </a:moveTo>
                <a:lnTo>
                  <a:pt x="723900" y="409575"/>
                </a:lnTo>
                <a:lnTo>
                  <a:pt x="723900" y="419100"/>
                </a:lnTo>
                <a:lnTo>
                  <a:pt x="714375" y="419100"/>
                </a:lnTo>
                <a:close/>
                <a:moveTo>
                  <a:pt x="762000" y="409575"/>
                </a:moveTo>
                <a:lnTo>
                  <a:pt x="771525" y="409575"/>
                </a:lnTo>
                <a:lnTo>
                  <a:pt x="771525" y="419100"/>
                </a:lnTo>
                <a:lnTo>
                  <a:pt x="762000" y="419100"/>
                </a:lnTo>
                <a:close/>
                <a:moveTo>
                  <a:pt x="704850" y="419100"/>
                </a:moveTo>
                <a:lnTo>
                  <a:pt x="714375" y="419100"/>
                </a:lnTo>
                <a:lnTo>
                  <a:pt x="714375" y="428625"/>
                </a:lnTo>
                <a:lnTo>
                  <a:pt x="704850" y="428625"/>
                </a:lnTo>
                <a:close/>
                <a:moveTo>
                  <a:pt x="771525" y="419100"/>
                </a:moveTo>
                <a:lnTo>
                  <a:pt x="781050" y="419100"/>
                </a:lnTo>
                <a:lnTo>
                  <a:pt x="781050" y="428625"/>
                </a:lnTo>
                <a:lnTo>
                  <a:pt x="771525" y="428625"/>
                </a:lnTo>
                <a:close/>
                <a:moveTo>
                  <a:pt x="695325" y="428625"/>
                </a:moveTo>
                <a:lnTo>
                  <a:pt x="704850" y="428625"/>
                </a:lnTo>
                <a:lnTo>
                  <a:pt x="704850" y="438150"/>
                </a:lnTo>
                <a:lnTo>
                  <a:pt x="695325" y="438150"/>
                </a:lnTo>
                <a:close/>
                <a:moveTo>
                  <a:pt x="781050" y="428625"/>
                </a:moveTo>
                <a:lnTo>
                  <a:pt x="790575" y="428625"/>
                </a:lnTo>
                <a:lnTo>
                  <a:pt x="790575" y="438150"/>
                </a:lnTo>
                <a:lnTo>
                  <a:pt x="800100" y="438150"/>
                </a:lnTo>
                <a:lnTo>
                  <a:pt x="800100" y="476250"/>
                </a:lnTo>
                <a:lnTo>
                  <a:pt x="790575" y="476250"/>
                </a:lnTo>
                <a:lnTo>
                  <a:pt x="790575" y="485775"/>
                </a:lnTo>
                <a:lnTo>
                  <a:pt x="781050" y="485775"/>
                </a:lnTo>
                <a:close/>
                <a:moveTo>
                  <a:pt x="685800" y="438150"/>
                </a:moveTo>
                <a:lnTo>
                  <a:pt x="695325" y="438150"/>
                </a:lnTo>
                <a:lnTo>
                  <a:pt x="695325" y="457200"/>
                </a:lnTo>
                <a:lnTo>
                  <a:pt x="685800" y="457200"/>
                </a:lnTo>
                <a:close/>
                <a:moveTo>
                  <a:pt x="676275" y="457200"/>
                </a:moveTo>
                <a:lnTo>
                  <a:pt x="685800" y="457200"/>
                </a:lnTo>
                <a:lnTo>
                  <a:pt x="685800" y="466725"/>
                </a:lnTo>
                <a:lnTo>
                  <a:pt x="676275" y="466725"/>
                </a:lnTo>
                <a:close/>
                <a:moveTo>
                  <a:pt x="771525" y="485775"/>
                </a:moveTo>
                <a:lnTo>
                  <a:pt x="781050" y="485775"/>
                </a:lnTo>
                <a:lnTo>
                  <a:pt x="781050" y="495300"/>
                </a:lnTo>
                <a:lnTo>
                  <a:pt x="771525" y="495300"/>
                </a:lnTo>
                <a:close/>
                <a:moveTo>
                  <a:pt x="266700" y="542925"/>
                </a:moveTo>
                <a:lnTo>
                  <a:pt x="276225" y="542925"/>
                </a:lnTo>
                <a:lnTo>
                  <a:pt x="276225" y="552450"/>
                </a:lnTo>
                <a:lnTo>
                  <a:pt x="295275" y="552450"/>
                </a:lnTo>
                <a:lnTo>
                  <a:pt x="295275" y="542925"/>
                </a:lnTo>
                <a:lnTo>
                  <a:pt x="314325" y="542925"/>
                </a:lnTo>
                <a:lnTo>
                  <a:pt x="314325" y="561975"/>
                </a:lnTo>
                <a:lnTo>
                  <a:pt x="266700" y="561975"/>
                </a:lnTo>
                <a:close/>
                <a:moveTo>
                  <a:pt x="400050" y="542925"/>
                </a:moveTo>
                <a:lnTo>
                  <a:pt x="438150" y="542925"/>
                </a:lnTo>
                <a:lnTo>
                  <a:pt x="438150" y="552450"/>
                </a:lnTo>
                <a:lnTo>
                  <a:pt x="447675" y="552450"/>
                </a:lnTo>
                <a:lnTo>
                  <a:pt x="447675" y="561975"/>
                </a:lnTo>
                <a:lnTo>
                  <a:pt x="419100" y="561975"/>
                </a:lnTo>
                <a:lnTo>
                  <a:pt x="419100" y="552450"/>
                </a:lnTo>
                <a:lnTo>
                  <a:pt x="400050" y="552450"/>
                </a:lnTo>
                <a:close/>
                <a:moveTo>
                  <a:pt x="228600" y="552450"/>
                </a:moveTo>
                <a:lnTo>
                  <a:pt x="247650" y="552450"/>
                </a:lnTo>
                <a:lnTo>
                  <a:pt x="247650" y="571500"/>
                </a:lnTo>
                <a:lnTo>
                  <a:pt x="228600" y="571500"/>
                </a:lnTo>
                <a:lnTo>
                  <a:pt x="228600" y="581025"/>
                </a:lnTo>
                <a:lnTo>
                  <a:pt x="209550" y="581025"/>
                </a:lnTo>
                <a:lnTo>
                  <a:pt x="209550" y="571500"/>
                </a:lnTo>
                <a:lnTo>
                  <a:pt x="219075" y="571500"/>
                </a:lnTo>
                <a:lnTo>
                  <a:pt x="219075" y="561975"/>
                </a:lnTo>
                <a:lnTo>
                  <a:pt x="228600" y="561975"/>
                </a:lnTo>
                <a:close/>
                <a:moveTo>
                  <a:pt x="638175" y="552450"/>
                </a:moveTo>
                <a:lnTo>
                  <a:pt x="647700" y="552450"/>
                </a:lnTo>
                <a:lnTo>
                  <a:pt x="647700" y="561975"/>
                </a:lnTo>
                <a:lnTo>
                  <a:pt x="638175" y="561975"/>
                </a:lnTo>
                <a:close/>
                <a:moveTo>
                  <a:pt x="447675" y="561975"/>
                </a:moveTo>
                <a:lnTo>
                  <a:pt x="485775" y="561975"/>
                </a:lnTo>
                <a:lnTo>
                  <a:pt x="485775" y="571500"/>
                </a:lnTo>
                <a:lnTo>
                  <a:pt x="504825" y="571500"/>
                </a:lnTo>
                <a:lnTo>
                  <a:pt x="504825" y="581025"/>
                </a:lnTo>
                <a:lnTo>
                  <a:pt x="476250" y="581025"/>
                </a:lnTo>
                <a:lnTo>
                  <a:pt x="476250" y="571500"/>
                </a:lnTo>
                <a:lnTo>
                  <a:pt x="447675" y="571500"/>
                </a:lnTo>
                <a:close/>
                <a:moveTo>
                  <a:pt x="190500" y="581025"/>
                </a:moveTo>
                <a:lnTo>
                  <a:pt x="209550" y="581025"/>
                </a:lnTo>
                <a:lnTo>
                  <a:pt x="209550" y="590550"/>
                </a:lnTo>
                <a:lnTo>
                  <a:pt x="190500" y="590550"/>
                </a:lnTo>
                <a:close/>
                <a:moveTo>
                  <a:pt x="514350" y="581025"/>
                </a:moveTo>
                <a:lnTo>
                  <a:pt x="523875" y="581025"/>
                </a:lnTo>
                <a:lnTo>
                  <a:pt x="523875" y="590550"/>
                </a:lnTo>
                <a:lnTo>
                  <a:pt x="514350" y="590550"/>
                </a:lnTo>
                <a:close/>
                <a:moveTo>
                  <a:pt x="161925" y="590550"/>
                </a:moveTo>
                <a:lnTo>
                  <a:pt x="190500" y="590550"/>
                </a:lnTo>
                <a:lnTo>
                  <a:pt x="190500" y="600075"/>
                </a:lnTo>
                <a:lnTo>
                  <a:pt x="171450" y="600075"/>
                </a:lnTo>
                <a:lnTo>
                  <a:pt x="171450" y="609600"/>
                </a:lnTo>
                <a:lnTo>
                  <a:pt x="152400" y="609600"/>
                </a:lnTo>
                <a:lnTo>
                  <a:pt x="152400" y="600075"/>
                </a:lnTo>
                <a:lnTo>
                  <a:pt x="161925" y="600075"/>
                </a:lnTo>
                <a:close/>
                <a:moveTo>
                  <a:pt x="523875" y="590550"/>
                </a:moveTo>
                <a:lnTo>
                  <a:pt x="542925" y="590550"/>
                </a:lnTo>
                <a:lnTo>
                  <a:pt x="542925" y="600075"/>
                </a:lnTo>
                <a:lnTo>
                  <a:pt x="552450" y="600075"/>
                </a:lnTo>
                <a:lnTo>
                  <a:pt x="552450" y="619125"/>
                </a:lnTo>
                <a:lnTo>
                  <a:pt x="542925" y="619125"/>
                </a:lnTo>
                <a:lnTo>
                  <a:pt x="542925" y="609600"/>
                </a:lnTo>
                <a:lnTo>
                  <a:pt x="533400" y="609600"/>
                </a:lnTo>
                <a:lnTo>
                  <a:pt x="533400" y="600075"/>
                </a:lnTo>
                <a:lnTo>
                  <a:pt x="523875" y="600075"/>
                </a:lnTo>
                <a:close/>
                <a:moveTo>
                  <a:pt x="647700" y="628650"/>
                </a:moveTo>
                <a:lnTo>
                  <a:pt x="676275" y="628650"/>
                </a:lnTo>
                <a:lnTo>
                  <a:pt x="676275" y="647700"/>
                </a:lnTo>
                <a:lnTo>
                  <a:pt x="638175" y="647700"/>
                </a:lnTo>
                <a:lnTo>
                  <a:pt x="638175" y="638175"/>
                </a:lnTo>
                <a:lnTo>
                  <a:pt x="647700" y="638175"/>
                </a:lnTo>
                <a:close/>
                <a:moveTo>
                  <a:pt x="695325" y="647700"/>
                </a:moveTo>
                <a:lnTo>
                  <a:pt x="714375" y="647700"/>
                </a:lnTo>
                <a:lnTo>
                  <a:pt x="714375" y="657225"/>
                </a:lnTo>
                <a:lnTo>
                  <a:pt x="723900" y="657225"/>
                </a:lnTo>
                <a:lnTo>
                  <a:pt x="723900" y="714375"/>
                </a:lnTo>
                <a:lnTo>
                  <a:pt x="733425" y="714375"/>
                </a:lnTo>
                <a:lnTo>
                  <a:pt x="733425" y="733425"/>
                </a:lnTo>
                <a:lnTo>
                  <a:pt x="723900" y="733425"/>
                </a:lnTo>
                <a:lnTo>
                  <a:pt x="723900" y="752475"/>
                </a:lnTo>
                <a:lnTo>
                  <a:pt x="714375" y="752475"/>
                </a:lnTo>
                <a:lnTo>
                  <a:pt x="714375" y="666750"/>
                </a:lnTo>
                <a:lnTo>
                  <a:pt x="704850" y="666750"/>
                </a:lnTo>
                <a:lnTo>
                  <a:pt x="704850" y="657225"/>
                </a:lnTo>
                <a:lnTo>
                  <a:pt x="695325" y="657225"/>
                </a:lnTo>
                <a:close/>
                <a:moveTo>
                  <a:pt x="628650" y="666750"/>
                </a:moveTo>
                <a:lnTo>
                  <a:pt x="638175" y="666750"/>
                </a:lnTo>
                <a:lnTo>
                  <a:pt x="638175" y="733425"/>
                </a:lnTo>
                <a:lnTo>
                  <a:pt x="628650" y="733425"/>
                </a:lnTo>
                <a:close/>
                <a:moveTo>
                  <a:pt x="95250" y="676275"/>
                </a:moveTo>
                <a:lnTo>
                  <a:pt x="104775" y="676275"/>
                </a:lnTo>
                <a:lnTo>
                  <a:pt x="104775" y="685800"/>
                </a:lnTo>
                <a:lnTo>
                  <a:pt x="95250" y="685800"/>
                </a:lnTo>
                <a:close/>
                <a:moveTo>
                  <a:pt x="85725" y="685800"/>
                </a:moveTo>
                <a:lnTo>
                  <a:pt x="95250" y="685800"/>
                </a:lnTo>
                <a:lnTo>
                  <a:pt x="95250" y="714375"/>
                </a:lnTo>
                <a:lnTo>
                  <a:pt x="85725" y="714375"/>
                </a:lnTo>
                <a:close/>
                <a:moveTo>
                  <a:pt x="76200" y="714375"/>
                </a:moveTo>
                <a:lnTo>
                  <a:pt x="85725" y="714375"/>
                </a:lnTo>
                <a:lnTo>
                  <a:pt x="85725" y="762000"/>
                </a:lnTo>
                <a:lnTo>
                  <a:pt x="95250" y="762000"/>
                </a:lnTo>
                <a:lnTo>
                  <a:pt x="95250" y="771525"/>
                </a:lnTo>
                <a:lnTo>
                  <a:pt x="152400" y="771525"/>
                </a:lnTo>
                <a:lnTo>
                  <a:pt x="152400" y="781050"/>
                </a:lnTo>
                <a:lnTo>
                  <a:pt x="85725" y="781050"/>
                </a:lnTo>
                <a:lnTo>
                  <a:pt x="85725" y="771525"/>
                </a:lnTo>
                <a:lnTo>
                  <a:pt x="76200" y="771525"/>
                </a:lnTo>
                <a:lnTo>
                  <a:pt x="76200" y="762000"/>
                </a:lnTo>
                <a:lnTo>
                  <a:pt x="66675" y="762000"/>
                </a:lnTo>
                <a:lnTo>
                  <a:pt x="66675" y="742950"/>
                </a:lnTo>
                <a:lnTo>
                  <a:pt x="76200" y="742950"/>
                </a:lnTo>
                <a:close/>
                <a:moveTo>
                  <a:pt x="552450" y="742950"/>
                </a:moveTo>
                <a:lnTo>
                  <a:pt x="561975" y="742950"/>
                </a:lnTo>
                <a:lnTo>
                  <a:pt x="561975" y="752475"/>
                </a:lnTo>
                <a:lnTo>
                  <a:pt x="571500" y="752475"/>
                </a:lnTo>
                <a:lnTo>
                  <a:pt x="571500" y="771525"/>
                </a:lnTo>
                <a:lnTo>
                  <a:pt x="552450" y="771525"/>
                </a:lnTo>
                <a:lnTo>
                  <a:pt x="552450" y="781050"/>
                </a:lnTo>
                <a:lnTo>
                  <a:pt x="533400" y="781050"/>
                </a:lnTo>
                <a:lnTo>
                  <a:pt x="533400" y="771525"/>
                </a:lnTo>
                <a:lnTo>
                  <a:pt x="542925" y="771525"/>
                </a:lnTo>
                <a:lnTo>
                  <a:pt x="542925" y="762000"/>
                </a:lnTo>
                <a:lnTo>
                  <a:pt x="552450" y="762000"/>
                </a:lnTo>
                <a:close/>
                <a:moveTo>
                  <a:pt x="704850" y="752475"/>
                </a:moveTo>
                <a:lnTo>
                  <a:pt x="714375" y="752475"/>
                </a:lnTo>
                <a:lnTo>
                  <a:pt x="714375" y="771525"/>
                </a:lnTo>
                <a:lnTo>
                  <a:pt x="704850" y="771525"/>
                </a:lnTo>
                <a:lnTo>
                  <a:pt x="704850" y="781050"/>
                </a:lnTo>
                <a:lnTo>
                  <a:pt x="685800" y="781050"/>
                </a:lnTo>
                <a:lnTo>
                  <a:pt x="685800" y="771525"/>
                </a:lnTo>
                <a:lnTo>
                  <a:pt x="695325" y="771525"/>
                </a:lnTo>
                <a:lnTo>
                  <a:pt x="695325" y="762000"/>
                </a:lnTo>
                <a:lnTo>
                  <a:pt x="704850" y="762000"/>
                </a:lnTo>
                <a:close/>
                <a:moveTo>
                  <a:pt x="628650" y="762000"/>
                </a:moveTo>
                <a:lnTo>
                  <a:pt x="638175" y="762000"/>
                </a:lnTo>
                <a:lnTo>
                  <a:pt x="638175" y="771525"/>
                </a:lnTo>
                <a:lnTo>
                  <a:pt x="628650" y="771525"/>
                </a:lnTo>
                <a:close/>
                <a:moveTo>
                  <a:pt x="171450" y="771525"/>
                </a:moveTo>
                <a:lnTo>
                  <a:pt x="190500" y="771525"/>
                </a:lnTo>
                <a:lnTo>
                  <a:pt x="190500" y="781050"/>
                </a:lnTo>
                <a:lnTo>
                  <a:pt x="171450" y="781050"/>
                </a:lnTo>
                <a:close/>
                <a:moveTo>
                  <a:pt x="228600" y="771525"/>
                </a:moveTo>
                <a:lnTo>
                  <a:pt x="238125" y="771525"/>
                </a:lnTo>
                <a:lnTo>
                  <a:pt x="238125" y="781050"/>
                </a:lnTo>
                <a:lnTo>
                  <a:pt x="228600" y="781050"/>
                </a:lnTo>
                <a:close/>
                <a:moveTo>
                  <a:pt x="638175" y="771525"/>
                </a:moveTo>
                <a:lnTo>
                  <a:pt x="657225" y="771525"/>
                </a:lnTo>
                <a:lnTo>
                  <a:pt x="657225" y="781050"/>
                </a:lnTo>
                <a:lnTo>
                  <a:pt x="638175" y="781050"/>
                </a:lnTo>
                <a:close/>
                <a:moveTo>
                  <a:pt x="666750" y="771525"/>
                </a:moveTo>
                <a:lnTo>
                  <a:pt x="676275" y="771525"/>
                </a:lnTo>
                <a:lnTo>
                  <a:pt x="676275" y="781050"/>
                </a:lnTo>
                <a:lnTo>
                  <a:pt x="666750" y="781050"/>
                </a:lnTo>
                <a:close/>
              </a:path>
            </a:pathLst>
          </a:custGeom>
          <a:solidFill xmlns:a="http://schemas.openxmlformats.org/drawingml/2006/main">
            <a:srgbClr val="B76342"/>
          </a:solidFill>
          <a:ln xmlns:a="http://schemas.openxmlformats.org/drawingml/2006/main" w="0">
            <a:noFill/>
          </a:ln>
        </p:spPr>
      </p:sp>
      <p:sp>
        <p:nvSpPr>
          <p:cNvPr id="44" name="impact vector #af6444">
            <a:extLst xmlns:a="http://schemas.openxmlformats.org/drawingml/2006/main">
              <a:ext uri="{FF2B5EF4-FFF2-40B4-BE49-F238E27FC236}">
                <a16:creationId xmlns:a16="http://schemas.microsoft.com/office/drawing/2014/main" id="{191FF329-3D0F-4F4F-A88B-82708AB3729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000250" y="1524000"/>
            <a:ext cx="857250" cy="847725"/>
          </a:xfrm>
          <a:custGeom xmlns:a="http://schemas.openxmlformats.org/drawingml/2006/main">
            <a:pathLst>
              <a:path w="857250" h="847725">
                <a:moveTo>
                  <a:pt x="238125" y="57150"/>
                </a:moveTo>
                <a:lnTo>
                  <a:pt x="266700" y="57150"/>
                </a:lnTo>
                <a:lnTo>
                  <a:pt x="266700" y="66675"/>
                </a:lnTo>
                <a:lnTo>
                  <a:pt x="238125" y="66675"/>
                </a:lnTo>
                <a:close/>
                <a:moveTo>
                  <a:pt x="304800" y="57150"/>
                </a:moveTo>
                <a:lnTo>
                  <a:pt x="323850" y="57150"/>
                </a:lnTo>
                <a:lnTo>
                  <a:pt x="323850" y="66675"/>
                </a:lnTo>
                <a:lnTo>
                  <a:pt x="304800" y="66675"/>
                </a:lnTo>
                <a:close/>
                <a:moveTo>
                  <a:pt x="171450" y="133350"/>
                </a:moveTo>
                <a:lnTo>
                  <a:pt x="180975" y="133350"/>
                </a:lnTo>
                <a:lnTo>
                  <a:pt x="180975" y="152400"/>
                </a:lnTo>
                <a:lnTo>
                  <a:pt x="171450" y="152400"/>
                </a:lnTo>
                <a:lnTo>
                  <a:pt x="171450" y="161925"/>
                </a:lnTo>
                <a:lnTo>
                  <a:pt x="161925" y="161925"/>
                </a:lnTo>
                <a:lnTo>
                  <a:pt x="161925" y="142875"/>
                </a:lnTo>
                <a:lnTo>
                  <a:pt x="171450" y="142875"/>
                </a:lnTo>
                <a:close/>
                <a:moveTo>
                  <a:pt x="152400" y="171450"/>
                </a:moveTo>
                <a:lnTo>
                  <a:pt x="161925" y="171450"/>
                </a:lnTo>
                <a:lnTo>
                  <a:pt x="161925" y="200025"/>
                </a:lnTo>
                <a:lnTo>
                  <a:pt x="152400" y="200025"/>
                </a:lnTo>
                <a:close/>
                <a:moveTo>
                  <a:pt x="266700" y="257175"/>
                </a:moveTo>
                <a:lnTo>
                  <a:pt x="333375" y="257175"/>
                </a:lnTo>
                <a:lnTo>
                  <a:pt x="333375" y="266700"/>
                </a:lnTo>
                <a:lnTo>
                  <a:pt x="323850" y="266700"/>
                </a:lnTo>
                <a:lnTo>
                  <a:pt x="323850" y="276225"/>
                </a:lnTo>
                <a:lnTo>
                  <a:pt x="276225" y="276225"/>
                </a:lnTo>
                <a:lnTo>
                  <a:pt x="276225" y="266700"/>
                </a:lnTo>
                <a:lnTo>
                  <a:pt x="266700" y="266700"/>
                </a:lnTo>
                <a:close/>
                <a:moveTo>
                  <a:pt x="381000" y="257175"/>
                </a:moveTo>
                <a:lnTo>
                  <a:pt x="400050" y="257175"/>
                </a:lnTo>
                <a:lnTo>
                  <a:pt x="400050" y="266700"/>
                </a:lnTo>
                <a:lnTo>
                  <a:pt x="381000" y="266700"/>
                </a:lnTo>
                <a:close/>
                <a:moveTo>
                  <a:pt x="514350" y="342900"/>
                </a:moveTo>
                <a:lnTo>
                  <a:pt x="542925" y="342900"/>
                </a:lnTo>
                <a:lnTo>
                  <a:pt x="542925" y="361950"/>
                </a:lnTo>
                <a:lnTo>
                  <a:pt x="533400" y="361950"/>
                </a:lnTo>
                <a:lnTo>
                  <a:pt x="533400" y="381000"/>
                </a:lnTo>
                <a:lnTo>
                  <a:pt x="523875" y="381000"/>
                </a:lnTo>
                <a:lnTo>
                  <a:pt x="523875" y="352425"/>
                </a:lnTo>
                <a:lnTo>
                  <a:pt x="514350" y="352425"/>
                </a:lnTo>
                <a:close/>
                <a:moveTo>
                  <a:pt x="180975" y="352425"/>
                </a:moveTo>
                <a:lnTo>
                  <a:pt x="209550" y="352425"/>
                </a:lnTo>
                <a:lnTo>
                  <a:pt x="209550" y="361950"/>
                </a:lnTo>
                <a:lnTo>
                  <a:pt x="219075" y="361950"/>
                </a:lnTo>
                <a:lnTo>
                  <a:pt x="219075" y="400050"/>
                </a:lnTo>
                <a:lnTo>
                  <a:pt x="228600" y="400050"/>
                </a:lnTo>
                <a:lnTo>
                  <a:pt x="228600" y="419100"/>
                </a:lnTo>
                <a:lnTo>
                  <a:pt x="219075" y="419100"/>
                </a:lnTo>
                <a:lnTo>
                  <a:pt x="219075" y="409575"/>
                </a:lnTo>
                <a:lnTo>
                  <a:pt x="200025" y="409575"/>
                </a:lnTo>
                <a:lnTo>
                  <a:pt x="200025" y="390525"/>
                </a:lnTo>
                <a:lnTo>
                  <a:pt x="190500" y="390525"/>
                </a:lnTo>
                <a:lnTo>
                  <a:pt x="190500" y="371475"/>
                </a:lnTo>
                <a:lnTo>
                  <a:pt x="180975" y="371475"/>
                </a:lnTo>
                <a:close/>
                <a:moveTo>
                  <a:pt x="704850" y="400050"/>
                </a:moveTo>
                <a:lnTo>
                  <a:pt x="723900" y="400050"/>
                </a:lnTo>
                <a:lnTo>
                  <a:pt x="723900" y="409575"/>
                </a:lnTo>
                <a:lnTo>
                  <a:pt x="714375" y="409575"/>
                </a:lnTo>
                <a:lnTo>
                  <a:pt x="714375" y="419100"/>
                </a:lnTo>
                <a:lnTo>
                  <a:pt x="704850" y="419100"/>
                </a:lnTo>
                <a:lnTo>
                  <a:pt x="704850" y="428625"/>
                </a:lnTo>
                <a:lnTo>
                  <a:pt x="695325" y="428625"/>
                </a:lnTo>
                <a:lnTo>
                  <a:pt x="695325" y="409575"/>
                </a:lnTo>
                <a:lnTo>
                  <a:pt x="704850" y="409575"/>
                </a:lnTo>
                <a:close/>
                <a:moveTo>
                  <a:pt x="762000" y="400050"/>
                </a:moveTo>
                <a:lnTo>
                  <a:pt x="771525" y="400050"/>
                </a:lnTo>
                <a:lnTo>
                  <a:pt x="771525" y="409575"/>
                </a:lnTo>
                <a:lnTo>
                  <a:pt x="762000" y="409575"/>
                </a:lnTo>
                <a:close/>
                <a:moveTo>
                  <a:pt x="771525" y="409575"/>
                </a:moveTo>
                <a:lnTo>
                  <a:pt x="781050" y="409575"/>
                </a:lnTo>
                <a:lnTo>
                  <a:pt x="781050" y="419100"/>
                </a:lnTo>
                <a:lnTo>
                  <a:pt x="771525" y="419100"/>
                </a:lnTo>
                <a:close/>
                <a:moveTo>
                  <a:pt x="228600" y="419100"/>
                </a:moveTo>
                <a:lnTo>
                  <a:pt x="238125" y="419100"/>
                </a:lnTo>
                <a:lnTo>
                  <a:pt x="238125" y="438150"/>
                </a:lnTo>
                <a:lnTo>
                  <a:pt x="276225" y="438150"/>
                </a:lnTo>
                <a:lnTo>
                  <a:pt x="276225" y="447675"/>
                </a:lnTo>
                <a:lnTo>
                  <a:pt x="285750" y="447675"/>
                </a:lnTo>
                <a:lnTo>
                  <a:pt x="285750" y="457200"/>
                </a:lnTo>
                <a:lnTo>
                  <a:pt x="295275" y="457200"/>
                </a:lnTo>
                <a:lnTo>
                  <a:pt x="295275" y="476250"/>
                </a:lnTo>
                <a:lnTo>
                  <a:pt x="266700" y="476250"/>
                </a:lnTo>
                <a:lnTo>
                  <a:pt x="266700" y="457200"/>
                </a:lnTo>
                <a:lnTo>
                  <a:pt x="247650" y="457200"/>
                </a:lnTo>
                <a:lnTo>
                  <a:pt x="247650" y="447675"/>
                </a:lnTo>
                <a:lnTo>
                  <a:pt x="228600" y="447675"/>
                </a:lnTo>
                <a:close/>
                <a:moveTo>
                  <a:pt x="781050" y="419100"/>
                </a:moveTo>
                <a:lnTo>
                  <a:pt x="790575" y="419100"/>
                </a:lnTo>
                <a:lnTo>
                  <a:pt x="790575" y="428625"/>
                </a:lnTo>
                <a:lnTo>
                  <a:pt x="781050" y="428625"/>
                </a:lnTo>
                <a:close/>
                <a:moveTo>
                  <a:pt x="685800" y="428625"/>
                </a:moveTo>
                <a:lnTo>
                  <a:pt x="695325" y="428625"/>
                </a:lnTo>
                <a:lnTo>
                  <a:pt x="695325" y="438150"/>
                </a:lnTo>
                <a:lnTo>
                  <a:pt x="685800" y="438150"/>
                </a:lnTo>
                <a:close/>
                <a:moveTo>
                  <a:pt x="676275" y="438150"/>
                </a:moveTo>
                <a:lnTo>
                  <a:pt x="685800" y="438150"/>
                </a:lnTo>
                <a:lnTo>
                  <a:pt x="685800" y="457200"/>
                </a:lnTo>
                <a:lnTo>
                  <a:pt x="676275" y="457200"/>
                </a:lnTo>
                <a:close/>
                <a:moveTo>
                  <a:pt x="323850" y="476250"/>
                </a:moveTo>
                <a:lnTo>
                  <a:pt x="333375" y="476250"/>
                </a:lnTo>
                <a:lnTo>
                  <a:pt x="333375" y="495300"/>
                </a:lnTo>
                <a:lnTo>
                  <a:pt x="323850" y="495300"/>
                </a:lnTo>
                <a:close/>
                <a:moveTo>
                  <a:pt x="781050" y="485775"/>
                </a:moveTo>
                <a:lnTo>
                  <a:pt x="790575" y="485775"/>
                </a:lnTo>
                <a:lnTo>
                  <a:pt x="790575" y="495300"/>
                </a:lnTo>
                <a:lnTo>
                  <a:pt x="781050" y="495300"/>
                </a:lnTo>
                <a:close/>
                <a:moveTo>
                  <a:pt x="314325" y="542925"/>
                </a:moveTo>
                <a:lnTo>
                  <a:pt x="400050" y="542925"/>
                </a:lnTo>
                <a:lnTo>
                  <a:pt x="400050" y="552450"/>
                </a:lnTo>
                <a:lnTo>
                  <a:pt x="314325" y="552450"/>
                </a:lnTo>
                <a:close/>
                <a:moveTo>
                  <a:pt x="247650" y="552450"/>
                </a:moveTo>
                <a:lnTo>
                  <a:pt x="266700" y="552450"/>
                </a:lnTo>
                <a:lnTo>
                  <a:pt x="266700" y="561975"/>
                </a:lnTo>
                <a:lnTo>
                  <a:pt x="247650" y="561975"/>
                </a:lnTo>
                <a:close/>
                <a:moveTo>
                  <a:pt x="447675" y="552450"/>
                </a:moveTo>
                <a:lnTo>
                  <a:pt x="466725" y="552450"/>
                </a:lnTo>
                <a:lnTo>
                  <a:pt x="466725" y="561975"/>
                </a:lnTo>
                <a:lnTo>
                  <a:pt x="447675" y="561975"/>
                </a:lnTo>
                <a:close/>
                <a:moveTo>
                  <a:pt x="200025" y="561975"/>
                </a:moveTo>
                <a:lnTo>
                  <a:pt x="219075" y="561975"/>
                </a:lnTo>
                <a:lnTo>
                  <a:pt x="219075" y="571500"/>
                </a:lnTo>
                <a:lnTo>
                  <a:pt x="209550" y="571500"/>
                </a:lnTo>
                <a:lnTo>
                  <a:pt x="209550" y="581025"/>
                </a:lnTo>
                <a:lnTo>
                  <a:pt x="190500" y="581025"/>
                </a:lnTo>
                <a:lnTo>
                  <a:pt x="190500" y="590550"/>
                </a:lnTo>
                <a:lnTo>
                  <a:pt x="161925" y="590550"/>
                </a:lnTo>
                <a:lnTo>
                  <a:pt x="161925" y="581025"/>
                </a:lnTo>
                <a:lnTo>
                  <a:pt x="180975" y="581025"/>
                </a:lnTo>
                <a:lnTo>
                  <a:pt x="180975" y="571500"/>
                </a:lnTo>
                <a:lnTo>
                  <a:pt x="200025" y="571500"/>
                </a:lnTo>
                <a:close/>
                <a:moveTo>
                  <a:pt x="495300" y="561975"/>
                </a:moveTo>
                <a:lnTo>
                  <a:pt x="514350" y="561975"/>
                </a:lnTo>
                <a:lnTo>
                  <a:pt x="514350" y="571500"/>
                </a:lnTo>
                <a:lnTo>
                  <a:pt x="523875" y="571500"/>
                </a:lnTo>
                <a:lnTo>
                  <a:pt x="523875" y="581025"/>
                </a:lnTo>
                <a:lnTo>
                  <a:pt x="504825" y="581025"/>
                </a:lnTo>
                <a:lnTo>
                  <a:pt x="504825" y="571500"/>
                </a:lnTo>
                <a:lnTo>
                  <a:pt x="495300" y="571500"/>
                </a:lnTo>
                <a:close/>
                <a:moveTo>
                  <a:pt x="638175" y="561975"/>
                </a:moveTo>
                <a:lnTo>
                  <a:pt x="657225" y="561975"/>
                </a:lnTo>
                <a:lnTo>
                  <a:pt x="657225" y="571500"/>
                </a:lnTo>
                <a:lnTo>
                  <a:pt x="638175" y="571500"/>
                </a:lnTo>
                <a:close/>
                <a:moveTo>
                  <a:pt x="657225" y="571500"/>
                </a:moveTo>
                <a:lnTo>
                  <a:pt x="666750" y="571500"/>
                </a:lnTo>
                <a:lnTo>
                  <a:pt x="666750" y="581025"/>
                </a:lnTo>
                <a:lnTo>
                  <a:pt x="657225" y="581025"/>
                </a:lnTo>
                <a:close/>
                <a:moveTo>
                  <a:pt x="523875" y="581025"/>
                </a:moveTo>
                <a:lnTo>
                  <a:pt x="552450" y="581025"/>
                </a:lnTo>
                <a:lnTo>
                  <a:pt x="552450" y="600075"/>
                </a:lnTo>
                <a:lnTo>
                  <a:pt x="542925" y="600075"/>
                </a:lnTo>
                <a:lnTo>
                  <a:pt x="542925" y="590550"/>
                </a:lnTo>
                <a:lnTo>
                  <a:pt x="523875" y="590550"/>
                </a:lnTo>
                <a:close/>
                <a:moveTo>
                  <a:pt x="152400" y="590550"/>
                </a:moveTo>
                <a:lnTo>
                  <a:pt x="161925" y="590550"/>
                </a:lnTo>
                <a:lnTo>
                  <a:pt x="161925" y="600075"/>
                </a:lnTo>
                <a:lnTo>
                  <a:pt x="152400" y="600075"/>
                </a:lnTo>
                <a:close/>
                <a:moveTo>
                  <a:pt x="676275" y="628650"/>
                </a:moveTo>
                <a:lnTo>
                  <a:pt x="704850" y="628650"/>
                </a:lnTo>
                <a:lnTo>
                  <a:pt x="704850" y="638175"/>
                </a:lnTo>
                <a:lnTo>
                  <a:pt x="723900" y="638175"/>
                </a:lnTo>
                <a:lnTo>
                  <a:pt x="723900" y="657225"/>
                </a:lnTo>
                <a:lnTo>
                  <a:pt x="714375" y="657225"/>
                </a:lnTo>
                <a:lnTo>
                  <a:pt x="714375" y="647700"/>
                </a:lnTo>
                <a:lnTo>
                  <a:pt x="676275" y="647700"/>
                </a:lnTo>
                <a:close/>
                <a:moveTo>
                  <a:pt x="76200" y="695325"/>
                </a:moveTo>
                <a:lnTo>
                  <a:pt x="85725" y="695325"/>
                </a:lnTo>
                <a:lnTo>
                  <a:pt x="85725" y="714375"/>
                </a:lnTo>
                <a:lnTo>
                  <a:pt x="76200" y="714375"/>
                </a:lnTo>
                <a:lnTo>
                  <a:pt x="76200" y="742950"/>
                </a:lnTo>
                <a:lnTo>
                  <a:pt x="66675" y="742950"/>
                </a:lnTo>
                <a:lnTo>
                  <a:pt x="66675" y="704850"/>
                </a:lnTo>
                <a:lnTo>
                  <a:pt x="76200" y="704850"/>
                </a:lnTo>
                <a:close/>
                <a:moveTo>
                  <a:pt x="619125" y="695325"/>
                </a:moveTo>
                <a:lnTo>
                  <a:pt x="628650" y="695325"/>
                </a:lnTo>
                <a:lnTo>
                  <a:pt x="628650" y="771525"/>
                </a:lnTo>
                <a:lnTo>
                  <a:pt x="638175" y="771525"/>
                </a:lnTo>
                <a:lnTo>
                  <a:pt x="638175" y="781050"/>
                </a:lnTo>
                <a:lnTo>
                  <a:pt x="695325" y="781050"/>
                </a:lnTo>
                <a:lnTo>
                  <a:pt x="695325" y="790575"/>
                </a:lnTo>
                <a:lnTo>
                  <a:pt x="628650" y="790575"/>
                </a:lnTo>
                <a:lnTo>
                  <a:pt x="628650" y="781050"/>
                </a:lnTo>
                <a:lnTo>
                  <a:pt x="619125" y="781050"/>
                </a:lnTo>
                <a:close/>
                <a:moveTo>
                  <a:pt x="552450" y="723900"/>
                </a:moveTo>
                <a:lnTo>
                  <a:pt x="561975" y="723900"/>
                </a:lnTo>
                <a:lnTo>
                  <a:pt x="561975" y="742950"/>
                </a:lnTo>
                <a:lnTo>
                  <a:pt x="552450" y="742950"/>
                </a:lnTo>
                <a:close/>
                <a:moveTo>
                  <a:pt x="723900" y="733425"/>
                </a:moveTo>
                <a:lnTo>
                  <a:pt x="733425" y="733425"/>
                </a:lnTo>
                <a:lnTo>
                  <a:pt x="733425" y="762000"/>
                </a:lnTo>
                <a:lnTo>
                  <a:pt x="723900" y="762000"/>
                </a:lnTo>
                <a:lnTo>
                  <a:pt x="723900" y="771525"/>
                </a:lnTo>
                <a:lnTo>
                  <a:pt x="714375" y="771525"/>
                </a:lnTo>
                <a:lnTo>
                  <a:pt x="714375" y="752475"/>
                </a:lnTo>
                <a:lnTo>
                  <a:pt x="723900" y="752475"/>
                </a:lnTo>
                <a:close/>
                <a:moveTo>
                  <a:pt x="57150" y="742950"/>
                </a:moveTo>
                <a:lnTo>
                  <a:pt x="66675" y="742950"/>
                </a:lnTo>
                <a:lnTo>
                  <a:pt x="66675" y="762000"/>
                </a:lnTo>
                <a:lnTo>
                  <a:pt x="76200" y="762000"/>
                </a:lnTo>
                <a:lnTo>
                  <a:pt x="76200" y="771525"/>
                </a:lnTo>
                <a:lnTo>
                  <a:pt x="85725" y="771525"/>
                </a:lnTo>
                <a:lnTo>
                  <a:pt x="85725" y="781050"/>
                </a:lnTo>
                <a:lnTo>
                  <a:pt x="66675" y="781050"/>
                </a:lnTo>
                <a:lnTo>
                  <a:pt x="66675" y="771525"/>
                </a:lnTo>
                <a:lnTo>
                  <a:pt x="57150" y="771525"/>
                </a:lnTo>
                <a:close/>
                <a:moveTo>
                  <a:pt x="552450" y="771525"/>
                </a:moveTo>
                <a:lnTo>
                  <a:pt x="571500" y="771525"/>
                </a:lnTo>
                <a:lnTo>
                  <a:pt x="571500" y="781050"/>
                </a:lnTo>
                <a:lnTo>
                  <a:pt x="552450" y="781050"/>
                </a:lnTo>
                <a:close/>
                <a:moveTo>
                  <a:pt x="704850" y="771525"/>
                </a:moveTo>
                <a:lnTo>
                  <a:pt x="714375" y="771525"/>
                </a:lnTo>
                <a:lnTo>
                  <a:pt x="714375" y="781050"/>
                </a:lnTo>
                <a:lnTo>
                  <a:pt x="704850" y="781050"/>
                </a:lnTo>
                <a:close/>
                <a:moveTo>
                  <a:pt x="104775" y="781050"/>
                </a:moveTo>
                <a:lnTo>
                  <a:pt x="257175" y="781050"/>
                </a:lnTo>
                <a:lnTo>
                  <a:pt x="257175" y="790575"/>
                </a:lnTo>
                <a:lnTo>
                  <a:pt x="104775" y="790575"/>
                </a:lnTo>
                <a:close/>
                <a:moveTo>
                  <a:pt x="276225" y="781050"/>
                </a:moveTo>
                <a:lnTo>
                  <a:pt x="285750" y="781050"/>
                </a:lnTo>
                <a:lnTo>
                  <a:pt x="285750" y="790575"/>
                </a:lnTo>
                <a:lnTo>
                  <a:pt x="276225" y="790575"/>
                </a:lnTo>
                <a:close/>
                <a:moveTo>
                  <a:pt x="466725" y="781050"/>
                </a:moveTo>
                <a:lnTo>
                  <a:pt x="552450" y="781050"/>
                </a:lnTo>
                <a:lnTo>
                  <a:pt x="552450" y="790575"/>
                </a:lnTo>
                <a:lnTo>
                  <a:pt x="466725" y="790575"/>
                </a:lnTo>
                <a:close/>
              </a:path>
            </a:pathLst>
          </a:custGeom>
          <a:solidFill xmlns:a="http://schemas.openxmlformats.org/drawingml/2006/main">
            <a:srgbClr val="AF6444"/>
          </a:solidFill>
          <a:ln xmlns:a="http://schemas.openxmlformats.org/drawingml/2006/main" w="0">
            <a:noFill/>
          </a:ln>
        </p:spPr>
      </p:sp>
      <p:sp>
        <p:nvSpPr>
          <p:cNvPr id="45" name="limits vector #f1f1e9">
            <a:extLst xmlns:a="http://schemas.openxmlformats.org/drawingml/2006/main">
              <a:ext uri="{FF2B5EF4-FFF2-40B4-BE49-F238E27FC236}">
                <a16:creationId xmlns:a16="http://schemas.microsoft.com/office/drawing/2014/main" id="{2B6759A5-BF50-4921-ACE2-F1CD9C26D21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076950" y="1504950"/>
            <a:ext cx="923925" cy="876300"/>
          </a:xfrm>
          <a:custGeom xmlns:a="http://schemas.openxmlformats.org/drawingml/2006/main">
            <a:pathLst>
              <a:path w="923925" h="876300">
                <a:moveTo>
                  <a:pt x="381000" y="47625"/>
                </a:moveTo>
                <a:lnTo>
                  <a:pt x="419100" y="47625"/>
                </a:lnTo>
                <a:lnTo>
                  <a:pt x="419100" y="66675"/>
                </a:lnTo>
                <a:lnTo>
                  <a:pt x="381000" y="66675"/>
                </a:lnTo>
                <a:close/>
                <a:moveTo>
                  <a:pt x="657225" y="161925"/>
                </a:moveTo>
                <a:lnTo>
                  <a:pt x="666750" y="161925"/>
                </a:lnTo>
                <a:lnTo>
                  <a:pt x="666750" y="171450"/>
                </a:lnTo>
                <a:lnTo>
                  <a:pt x="657225" y="171450"/>
                </a:lnTo>
                <a:close/>
                <a:moveTo>
                  <a:pt x="666750" y="171450"/>
                </a:moveTo>
                <a:lnTo>
                  <a:pt x="685800" y="171450"/>
                </a:lnTo>
                <a:lnTo>
                  <a:pt x="685800" y="200025"/>
                </a:lnTo>
                <a:lnTo>
                  <a:pt x="676275" y="200025"/>
                </a:lnTo>
                <a:lnTo>
                  <a:pt x="676275" y="190500"/>
                </a:lnTo>
                <a:lnTo>
                  <a:pt x="666750" y="190500"/>
                </a:lnTo>
                <a:close/>
                <a:moveTo>
                  <a:pt x="104775" y="209550"/>
                </a:moveTo>
                <a:lnTo>
                  <a:pt x="114300" y="209550"/>
                </a:lnTo>
                <a:lnTo>
                  <a:pt x="114300" y="228600"/>
                </a:lnTo>
                <a:lnTo>
                  <a:pt x="104775" y="228600"/>
                </a:lnTo>
                <a:close/>
                <a:moveTo>
                  <a:pt x="695325" y="209550"/>
                </a:moveTo>
                <a:lnTo>
                  <a:pt x="704850" y="209550"/>
                </a:lnTo>
                <a:lnTo>
                  <a:pt x="704850" y="219075"/>
                </a:lnTo>
                <a:lnTo>
                  <a:pt x="695325" y="219075"/>
                </a:lnTo>
                <a:close/>
                <a:moveTo>
                  <a:pt x="95250" y="228600"/>
                </a:moveTo>
                <a:lnTo>
                  <a:pt x="104775" y="228600"/>
                </a:lnTo>
                <a:lnTo>
                  <a:pt x="104775" y="238125"/>
                </a:lnTo>
                <a:lnTo>
                  <a:pt x="95250" y="238125"/>
                </a:lnTo>
                <a:close/>
                <a:moveTo>
                  <a:pt x="314325" y="285750"/>
                </a:moveTo>
                <a:lnTo>
                  <a:pt x="333375" y="285750"/>
                </a:lnTo>
                <a:lnTo>
                  <a:pt x="333375" y="304800"/>
                </a:lnTo>
                <a:lnTo>
                  <a:pt x="323850" y="304800"/>
                </a:lnTo>
                <a:lnTo>
                  <a:pt x="323850" y="314325"/>
                </a:lnTo>
                <a:lnTo>
                  <a:pt x="314325" y="314325"/>
                </a:lnTo>
                <a:lnTo>
                  <a:pt x="314325" y="333375"/>
                </a:lnTo>
                <a:lnTo>
                  <a:pt x="323850" y="333375"/>
                </a:lnTo>
                <a:lnTo>
                  <a:pt x="323850" y="342900"/>
                </a:lnTo>
                <a:lnTo>
                  <a:pt x="333375" y="342900"/>
                </a:lnTo>
                <a:lnTo>
                  <a:pt x="333375" y="333375"/>
                </a:lnTo>
                <a:lnTo>
                  <a:pt x="342900" y="333375"/>
                </a:lnTo>
                <a:lnTo>
                  <a:pt x="342900" y="295275"/>
                </a:lnTo>
                <a:lnTo>
                  <a:pt x="352425" y="295275"/>
                </a:lnTo>
                <a:lnTo>
                  <a:pt x="352425" y="314325"/>
                </a:lnTo>
                <a:lnTo>
                  <a:pt x="361950" y="314325"/>
                </a:lnTo>
                <a:lnTo>
                  <a:pt x="361950" y="438150"/>
                </a:lnTo>
                <a:lnTo>
                  <a:pt x="352425" y="438150"/>
                </a:lnTo>
                <a:lnTo>
                  <a:pt x="352425" y="457200"/>
                </a:lnTo>
                <a:lnTo>
                  <a:pt x="342900" y="457200"/>
                </a:lnTo>
                <a:lnTo>
                  <a:pt x="342900" y="419100"/>
                </a:lnTo>
                <a:lnTo>
                  <a:pt x="323850" y="419100"/>
                </a:lnTo>
                <a:lnTo>
                  <a:pt x="323850" y="438150"/>
                </a:lnTo>
                <a:lnTo>
                  <a:pt x="314325" y="438150"/>
                </a:lnTo>
                <a:lnTo>
                  <a:pt x="314325" y="466725"/>
                </a:lnTo>
                <a:lnTo>
                  <a:pt x="295275" y="466725"/>
                </a:lnTo>
                <a:lnTo>
                  <a:pt x="295275" y="304800"/>
                </a:lnTo>
                <a:lnTo>
                  <a:pt x="304800" y="304800"/>
                </a:lnTo>
                <a:lnTo>
                  <a:pt x="304800" y="295275"/>
                </a:lnTo>
                <a:lnTo>
                  <a:pt x="314325" y="295275"/>
                </a:lnTo>
                <a:close/>
                <a:moveTo>
                  <a:pt x="466725" y="285750"/>
                </a:moveTo>
                <a:lnTo>
                  <a:pt x="476250" y="285750"/>
                </a:lnTo>
                <a:lnTo>
                  <a:pt x="476250" y="304800"/>
                </a:lnTo>
                <a:lnTo>
                  <a:pt x="466725" y="304800"/>
                </a:lnTo>
                <a:lnTo>
                  <a:pt x="466725" y="314325"/>
                </a:lnTo>
                <a:lnTo>
                  <a:pt x="447675" y="314325"/>
                </a:lnTo>
                <a:lnTo>
                  <a:pt x="447675" y="304800"/>
                </a:lnTo>
                <a:lnTo>
                  <a:pt x="457200" y="304800"/>
                </a:lnTo>
                <a:lnTo>
                  <a:pt x="457200" y="295275"/>
                </a:lnTo>
                <a:lnTo>
                  <a:pt x="466725" y="295275"/>
                </a:lnTo>
                <a:close/>
                <a:moveTo>
                  <a:pt x="485775" y="295275"/>
                </a:moveTo>
                <a:lnTo>
                  <a:pt x="514350" y="295275"/>
                </a:lnTo>
                <a:lnTo>
                  <a:pt x="514350" y="304800"/>
                </a:lnTo>
                <a:lnTo>
                  <a:pt x="485775" y="304800"/>
                </a:lnTo>
                <a:close/>
                <a:moveTo>
                  <a:pt x="447675" y="352425"/>
                </a:moveTo>
                <a:lnTo>
                  <a:pt x="466725" y="352425"/>
                </a:lnTo>
                <a:lnTo>
                  <a:pt x="466725" y="371475"/>
                </a:lnTo>
                <a:lnTo>
                  <a:pt x="476250" y="371475"/>
                </a:lnTo>
                <a:lnTo>
                  <a:pt x="476250" y="381000"/>
                </a:lnTo>
                <a:lnTo>
                  <a:pt x="485775" y="381000"/>
                </a:lnTo>
                <a:lnTo>
                  <a:pt x="485775" y="409575"/>
                </a:lnTo>
                <a:lnTo>
                  <a:pt x="476250" y="409575"/>
                </a:lnTo>
                <a:lnTo>
                  <a:pt x="476250" y="428625"/>
                </a:lnTo>
                <a:lnTo>
                  <a:pt x="447675" y="428625"/>
                </a:lnTo>
                <a:close/>
                <a:moveTo>
                  <a:pt x="314325" y="381000"/>
                </a:moveTo>
                <a:lnTo>
                  <a:pt x="323850" y="381000"/>
                </a:lnTo>
                <a:lnTo>
                  <a:pt x="323850" y="390525"/>
                </a:lnTo>
                <a:lnTo>
                  <a:pt x="333375" y="390525"/>
                </a:lnTo>
                <a:lnTo>
                  <a:pt x="333375" y="361950"/>
                </a:lnTo>
                <a:lnTo>
                  <a:pt x="314325" y="361950"/>
                </a:lnTo>
                <a:close/>
                <a:moveTo>
                  <a:pt x="752475" y="381000"/>
                </a:moveTo>
                <a:lnTo>
                  <a:pt x="771525" y="381000"/>
                </a:lnTo>
                <a:lnTo>
                  <a:pt x="771525" y="409575"/>
                </a:lnTo>
                <a:lnTo>
                  <a:pt x="752475" y="409575"/>
                </a:lnTo>
                <a:close/>
                <a:moveTo>
                  <a:pt x="495300" y="390525"/>
                </a:moveTo>
                <a:lnTo>
                  <a:pt x="514350" y="390525"/>
                </a:lnTo>
                <a:lnTo>
                  <a:pt x="514350" y="409575"/>
                </a:lnTo>
                <a:lnTo>
                  <a:pt x="495300" y="409575"/>
                </a:lnTo>
                <a:close/>
                <a:moveTo>
                  <a:pt x="685800" y="495300"/>
                </a:moveTo>
                <a:lnTo>
                  <a:pt x="695325" y="495300"/>
                </a:lnTo>
                <a:lnTo>
                  <a:pt x="695325" y="504825"/>
                </a:lnTo>
                <a:lnTo>
                  <a:pt x="685800" y="504825"/>
                </a:lnTo>
                <a:close/>
                <a:moveTo>
                  <a:pt x="342900" y="523875"/>
                </a:moveTo>
                <a:lnTo>
                  <a:pt x="352425" y="523875"/>
                </a:lnTo>
                <a:lnTo>
                  <a:pt x="352425" y="533400"/>
                </a:lnTo>
                <a:lnTo>
                  <a:pt x="342900" y="533400"/>
                </a:lnTo>
                <a:close/>
                <a:moveTo>
                  <a:pt x="457200" y="523875"/>
                </a:moveTo>
                <a:lnTo>
                  <a:pt x="476250" y="523875"/>
                </a:lnTo>
                <a:lnTo>
                  <a:pt x="476250" y="533400"/>
                </a:lnTo>
                <a:lnTo>
                  <a:pt x="457200" y="533400"/>
                </a:lnTo>
                <a:close/>
                <a:moveTo>
                  <a:pt x="495300" y="523875"/>
                </a:moveTo>
                <a:lnTo>
                  <a:pt x="504825" y="523875"/>
                </a:lnTo>
                <a:lnTo>
                  <a:pt x="504825" y="533400"/>
                </a:lnTo>
                <a:lnTo>
                  <a:pt x="495300" y="533400"/>
                </a:lnTo>
                <a:close/>
                <a:moveTo>
                  <a:pt x="619125" y="552450"/>
                </a:moveTo>
                <a:lnTo>
                  <a:pt x="628650" y="552450"/>
                </a:lnTo>
                <a:lnTo>
                  <a:pt x="628650" y="571500"/>
                </a:lnTo>
                <a:lnTo>
                  <a:pt x="619125" y="571500"/>
                </a:lnTo>
                <a:close/>
                <a:moveTo>
                  <a:pt x="85725" y="571500"/>
                </a:moveTo>
                <a:lnTo>
                  <a:pt x="95250" y="571500"/>
                </a:lnTo>
                <a:lnTo>
                  <a:pt x="95250" y="581025"/>
                </a:lnTo>
                <a:lnTo>
                  <a:pt x="104775" y="581025"/>
                </a:lnTo>
                <a:lnTo>
                  <a:pt x="104775" y="600075"/>
                </a:lnTo>
                <a:lnTo>
                  <a:pt x="85725" y="600075"/>
                </a:lnTo>
                <a:close/>
                <a:moveTo>
                  <a:pt x="609600" y="571500"/>
                </a:moveTo>
                <a:lnTo>
                  <a:pt x="619125" y="571500"/>
                </a:lnTo>
                <a:lnTo>
                  <a:pt x="619125" y="600075"/>
                </a:lnTo>
                <a:lnTo>
                  <a:pt x="609600" y="600075"/>
                </a:lnTo>
                <a:lnTo>
                  <a:pt x="609600" y="619125"/>
                </a:lnTo>
                <a:lnTo>
                  <a:pt x="600075" y="619125"/>
                </a:lnTo>
                <a:lnTo>
                  <a:pt x="600075" y="638175"/>
                </a:lnTo>
                <a:lnTo>
                  <a:pt x="590550" y="638175"/>
                </a:lnTo>
                <a:lnTo>
                  <a:pt x="590550" y="657225"/>
                </a:lnTo>
                <a:lnTo>
                  <a:pt x="581025" y="657225"/>
                </a:lnTo>
                <a:lnTo>
                  <a:pt x="581025" y="666750"/>
                </a:lnTo>
                <a:lnTo>
                  <a:pt x="571500" y="666750"/>
                </a:lnTo>
                <a:lnTo>
                  <a:pt x="571500" y="676275"/>
                </a:lnTo>
                <a:lnTo>
                  <a:pt x="552450" y="676275"/>
                </a:lnTo>
                <a:lnTo>
                  <a:pt x="552450" y="647700"/>
                </a:lnTo>
                <a:lnTo>
                  <a:pt x="561975" y="647700"/>
                </a:lnTo>
                <a:lnTo>
                  <a:pt x="561975" y="628650"/>
                </a:lnTo>
                <a:lnTo>
                  <a:pt x="571500" y="628650"/>
                </a:lnTo>
                <a:lnTo>
                  <a:pt x="571500" y="619125"/>
                </a:lnTo>
                <a:lnTo>
                  <a:pt x="581025" y="619125"/>
                </a:lnTo>
                <a:lnTo>
                  <a:pt x="581025" y="600075"/>
                </a:lnTo>
                <a:lnTo>
                  <a:pt x="590550" y="600075"/>
                </a:lnTo>
                <a:lnTo>
                  <a:pt x="590550" y="590550"/>
                </a:lnTo>
                <a:lnTo>
                  <a:pt x="600075" y="590550"/>
                </a:lnTo>
                <a:lnTo>
                  <a:pt x="600075" y="581025"/>
                </a:lnTo>
                <a:lnTo>
                  <a:pt x="609600" y="581025"/>
                </a:lnTo>
                <a:close/>
                <a:moveTo>
                  <a:pt x="752475" y="581025"/>
                </a:moveTo>
                <a:lnTo>
                  <a:pt x="762000" y="581025"/>
                </a:lnTo>
                <a:lnTo>
                  <a:pt x="762000" y="590550"/>
                </a:lnTo>
                <a:lnTo>
                  <a:pt x="752475" y="590550"/>
                </a:lnTo>
                <a:close/>
                <a:moveTo>
                  <a:pt x="762000" y="590550"/>
                </a:moveTo>
                <a:lnTo>
                  <a:pt x="771525" y="590550"/>
                </a:lnTo>
                <a:lnTo>
                  <a:pt x="771525" y="609600"/>
                </a:lnTo>
                <a:lnTo>
                  <a:pt x="762000" y="609600"/>
                </a:lnTo>
                <a:close/>
                <a:moveTo>
                  <a:pt x="771525" y="609600"/>
                </a:moveTo>
                <a:lnTo>
                  <a:pt x="781050" y="609600"/>
                </a:lnTo>
                <a:lnTo>
                  <a:pt x="781050" y="619125"/>
                </a:lnTo>
                <a:lnTo>
                  <a:pt x="771525" y="619125"/>
                </a:lnTo>
                <a:close/>
                <a:moveTo>
                  <a:pt x="685800" y="619125"/>
                </a:moveTo>
                <a:lnTo>
                  <a:pt x="695325" y="619125"/>
                </a:lnTo>
                <a:lnTo>
                  <a:pt x="695325" y="628650"/>
                </a:lnTo>
                <a:lnTo>
                  <a:pt x="704850" y="628650"/>
                </a:lnTo>
                <a:lnTo>
                  <a:pt x="704850" y="704850"/>
                </a:lnTo>
                <a:lnTo>
                  <a:pt x="676275" y="704850"/>
                </a:lnTo>
                <a:lnTo>
                  <a:pt x="676275" y="628650"/>
                </a:lnTo>
                <a:lnTo>
                  <a:pt x="685800" y="628650"/>
                </a:lnTo>
                <a:close/>
                <a:moveTo>
                  <a:pt x="781050" y="628650"/>
                </a:moveTo>
                <a:lnTo>
                  <a:pt x="790575" y="628650"/>
                </a:lnTo>
                <a:lnTo>
                  <a:pt x="790575" y="638175"/>
                </a:lnTo>
                <a:lnTo>
                  <a:pt x="781050" y="638175"/>
                </a:lnTo>
                <a:close/>
                <a:moveTo>
                  <a:pt x="200025" y="704850"/>
                </a:moveTo>
                <a:lnTo>
                  <a:pt x="209550" y="704850"/>
                </a:lnTo>
                <a:lnTo>
                  <a:pt x="209550" y="714375"/>
                </a:lnTo>
                <a:lnTo>
                  <a:pt x="200025" y="714375"/>
                </a:lnTo>
                <a:close/>
                <a:moveTo>
                  <a:pt x="219075" y="714375"/>
                </a:moveTo>
                <a:lnTo>
                  <a:pt x="228600" y="714375"/>
                </a:lnTo>
                <a:lnTo>
                  <a:pt x="228600" y="723900"/>
                </a:lnTo>
                <a:lnTo>
                  <a:pt x="219075" y="723900"/>
                </a:lnTo>
                <a:close/>
                <a:moveTo>
                  <a:pt x="838200" y="723900"/>
                </a:moveTo>
                <a:lnTo>
                  <a:pt x="847725" y="723900"/>
                </a:lnTo>
                <a:lnTo>
                  <a:pt x="847725" y="733425"/>
                </a:lnTo>
                <a:lnTo>
                  <a:pt x="838200" y="733425"/>
                </a:lnTo>
                <a:close/>
                <a:moveTo>
                  <a:pt x="257175" y="733425"/>
                </a:moveTo>
                <a:lnTo>
                  <a:pt x="266700" y="733425"/>
                </a:lnTo>
                <a:lnTo>
                  <a:pt x="266700" y="742950"/>
                </a:lnTo>
                <a:lnTo>
                  <a:pt x="276225" y="742950"/>
                </a:lnTo>
                <a:lnTo>
                  <a:pt x="276225" y="752475"/>
                </a:lnTo>
                <a:lnTo>
                  <a:pt x="257175" y="752475"/>
                </a:lnTo>
                <a:close/>
                <a:moveTo>
                  <a:pt x="676275" y="742950"/>
                </a:moveTo>
                <a:lnTo>
                  <a:pt x="704850" y="742950"/>
                </a:lnTo>
                <a:lnTo>
                  <a:pt x="704850" y="762000"/>
                </a:lnTo>
                <a:lnTo>
                  <a:pt x="676275" y="762000"/>
                </a:lnTo>
                <a:close/>
                <a:moveTo>
                  <a:pt x="390525" y="762000"/>
                </a:moveTo>
                <a:lnTo>
                  <a:pt x="400050" y="762000"/>
                </a:lnTo>
                <a:lnTo>
                  <a:pt x="400050" y="781050"/>
                </a:lnTo>
                <a:lnTo>
                  <a:pt x="390525" y="781050"/>
                </a:lnTo>
                <a:close/>
                <a:moveTo>
                  <a:pt x="409575" y="762000"/>
                </a:moveTo>
                <a:lnTo>
                  <a:pt x="419100" y="762000"/>
                </a:lnTo>
                <a:lnTo>
                  <a:pt x="419100" y="781050"/>
                </a:lnTo>
                <a:lnTo>
                  <a:pt x="409575" y="781050"/>
                </a:lnTo>
                <a:close/>
              </a:path>
            </a:pathLst>
          </a:custGeom>
          <a:solidFill xmlns:a="http://schemas.openxmlformats.org/drawingml/2006/main">
            <a:srgbClr val="F1F1E9"/>
          </a:solidFill>
          <a:ln xmlns:a="http://schemas.openxmlformats.org/drawingml/2006/main" w="0">
            <a:noFill/>
          </a:ln>
        </p:spPr>
      </p:sp>
      <p:sp>
        <p:nvSpPr>
          <p:cNvPr id="46" name="limits vector #f1efe5">
            <a:extLst xmlns:a="http://schemas.openxmlformats.org/drawingml/2006/main">
              <a:ext uri="{FF2B5EF4-FFF2-40B4-BE49-F238E27FC236}">
                <a16:creationId xmlns:a16="http://schemas.microsoft.com/office/drawing/2014/main" id="{85D42456-6CC3-4783-A53E-86A02D2840A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076950" y="1504950"/>
            <a:ext cx="923925" cy="876300"/>
          </a:xfrm>
          <a:custGeom xmlns:a="http://schemas.openxmlformats.org/drawingml/2006/main">
            <a:pathLst>
              <a:path w="923925" h="876300">
                <a:moveTo>
                  <a:pt x="361950" y="47625"/>
                </a:moveTo>
                <a:lnTo>
                  <a:pt x="381000" y="47625"/>
                </a:lnTo>
                <a:lnTo>
                  <a:pt x="381000" y="66675"/>
                </a:lnTo>
                <a:lnTo>
                  <a:pt x="361950" y="66675"/>
                </a:lnTo>
                <a:close/>
                <a:moveTo>
                  <a:pt x="419100" y="47625"/>
                </a:moveTo>
                <a:lnTo>
                  <a:pt x="447675" y="47625"/>
                </a:lnTo>
                <a:lnTo>
                  <a:pt x="447675" y="66675"/>
                </a:lnTo>
                <a:lnTo>
                  <a:pt x="419100" y="66675"/>
                </a:lnTo>
                <a:close/>
                <a:moveTo>
                  <a:pt x="666750" y="161925"/>
                </a:moveTo>
                <a:lnTo>
                  <a:pt x="695325" y="161925"/>
                </a:lnTo>
                <a:lnTo>
                  <a:pt x="695325" y="180975"/>
                </a:lnTo>
                <a:lnTo>
                  <a:pt x="704850" y="180975"/>
                </a:lnTo>
                <a:lnTo>
                  <a:pt x="704850" y="200025"/>
                </a:lnTo>
                <a:lnTo>
                  <a:pt x="695325" y="200025"/>
                </a:lnTo>
                <a:lnTo>
                  <a:pt x="695325" y="190500"/>
                </a:lnTo>
                <a:lnTo>
                  <a:pt x="685800" y="190500"/>
                </a:lnTo>
                <a:lnTo>
                  <a:pt x="685800" y="171450"/>
                </a:lnTo>
                <a:lnTo>
                  <a:pt x="666750" y="171450"/>
                </a:lnTo>
                <a:close/>
                <a:moveTo>
                  <a:pt x="85725" y="228600"/>
                </a:moveTo>
                <a:lnTo>
                  <a:pt x="95250" y="228600"/>
                </a:lnTo>
                <a:lnTo>
                  <a:pt x="95250" y="247650"/>
                </a:lnTo>
                <a:lnTo>
                  <a:pt x="85725" y="247650"/>
                </a:lnTo>
                <a:close/>
                <a:moveTo>
                  <a:pt x="742950" y="285750"/>
                </a:moveTo>
                <a:lnTo>
                  <a:pt x="752475" y="285750"/>
                </a:lnTo>
                <a:lnTo>
                  <a:pt x="752475" y="304800"/>
                </a:lnTo>
                <a:lnTo>
                  <a:pt x="742950" y="304800"/>
                </a:lnTo>
                <a:close/>
                <a:moveTo>
                  <a:pt x="314325" y="314325"/>
                </a:moveTo>
                <a:lnTo>
                  <a:pt x="342900" y="314325"/>
                </a:lnTo>
                <a:lnTo>
                  <a:pt x="342900" y="333375"/>
                </a:lnTo>
                <a:lnTo>
                  <a:pt x="333375" y="333375"/>
                </a:lnTo>
                <a:lnTo>
                  <a:pt x="333375" y="342900"/>
                </a:lnTo>
                <a:lnTo>
                  <a:pt x="323850" y="342900"/>
                </a:lnTo>
                <a:lnTo>
                  <a:pt x="323850" y="333375"/>
                </a:lnTo>
                <a:lnTo>
                  <a:pt x="314325" y="333375"/>
                </a:lnTo>
                <a:close/>
                <a:moveTo>
                  <a:pt x="752475" y="314325"/>
                </a:moveTo>
                <a:lnTo>
                  <a:pt x="762000" y="314325"/>
                </a:lnTo>
                <a:lnTo>
                  <a:pt x="762000" y="323850"/>
                </a:lnTo>
                <a:lnTo>
                  <a:pt x="752475" y="323850"/>
                </a:lnTo>
                <a:close/>
                <a:moveTo>
                  <a:pt x="47625" y="333375"/>
                </a:moveTo>
                <a:lnTo>
                  <a:pt x="57150" y="333375"/>
                </a:lnTo>
                <a:lnTo>
                  <a:pt x="57150" y="342900"/>
                </a:lnTo>
                <a:lnTo>
                  <a:pt x="47625" y="342900"/>
                </a:lnTo>
                <a:close/>
                <a:moveTo>
                  <a:pt x="314325" y="361950"/>
                </a:moveTo>
                <a:lnTo>
                  <a:pt x="333375" y="361950"/>
                </a:lnTo>
                <a:lnTo>
                  <a:pt x="333375" y="390525"/>
                </a:lnTo>
                <a:lnTo>
                  <a:pt x="323850" y="390525"/>
                </a:lnTo>
                <a:lnTo>
                  <a:pt x="323850" y="381000"/>
                </a:lnTo>
                <a:lnTo>
                  <a:pt x="314325" y="381000"/>
                </a:lnTo>
                <a:close/>
                <a:moveTo>
                  <a:pt x="476250" y="371475"/>
                </a:moveTo>
                <a:lnTo>
                  <a:pt x="485775" y="371475"/>
                </a:lnTo>
                <a:lnTo>
                  <a:pt x="485775" y="381000"/>
                </a:lnTo>
                <a:lnTo>
                  <a:pt x="476250" y="381000"/>
                </a:lnTo>
                <a:close/>
                <a:moveTo>
                  <a:pt x="495300" y="371475"/>
                </a:moveTo>
                <a:lnTo>
                  <a:pt x="504825" y="371475"/>
                </a:lnTo>
                <a:lnTo>
                  <a:pt x="504825" y="390525"/>
                </a:lnTo>
                <a:lnTo>
                  <a:pt x="495300" y="390525"/>
                </a:lnTo>
                <a:lnTo>
                  <a:pt x="495300" y="409575"/>
                </a:lnTo>
                <a:lnTo>
                  <a:pt x="504825" y="409575"/>
                </a:lnTo>
                <a:lnTo>
                  <a:pt x="504825" y="428625"/>
                </a:lnTo>
                <a:lnTo>
                  <a:pt x="476250" y="428625"/>
                </a:lnTo>
                <a:lnTo>
                  <a:pt x="476250" y="409575"/>
                </a:lnTo>
                <a:lnTo>
                  <a:pt x="485775" y="409575"/>
                </a:lnTo>
                <a:lnTo>
                  <a:pt x="485775" y="381000"/>
                </a:lnTo>
                <a:lnTo>
                  <a:pt x="495300" y="381000"/>
                </a:lnTo>
                <a:close/>
                <a:moveTo>
                  <a:pt x="323850" y="419100"/>
                </a:moveTo>
                <a:lnTo>
                  <a:pt x="342900" y="419100"/>
                </a:lnTo>
                <a:lnTo>
                  <a:pt x="342900" y="457200"/>
                </a:lnTo>
                <a:lnTo>
                  <a:pt x="323850" y="457200"/>
                </a:lnTo>
                <a:lnTo>
                  <a:pt x="323850" y="466725"/>
                </a:lnTo>
                <a:lnTo>
                  <a:pt x="314325" y="466725"/>
                </a:lnTo>
                <a:lnTo>
                  <a:pt x="314325" y="438150"/>
                </a:lnTo>
                <a:lnTo>
                  <a:pt x="323850" y="438150"/>
                </a:lnTo>
                <a:close/>
                <a:moveTo>
                  <a:pt x="342900" y="457200"/>
                </a:moveTo>
                <a:lnTo>
                  <a:pt x="352425" y="457200"/>
                </a:lnTo>
                <a:lnTo>
                  <a:pt x="352425" y="466725"/>
                </a:lnTo>
                <a:lnTo>
                  <a:pt x="342900" y="466725"/>
                </a:lnTo>
                <a:close/>
                <a:moveTo>
                  <a:pt x="733425" y="504825"/>
                </a:moveTo>
                <a:lnTo>
                  <a:pt x="742950" y="504825"/>
                </a:lnTo>
                <a:lnTo>
                  <a:pt x="742950" y="523875"/>
                </a:lnTo>
                <a:lnTo>
                  <a:pt x="733425" y="523875"/>
                </a:lnTo>
                <a:close/>
                <a:moveTo>
                  <a:pt x="66675" y="552450"/>
                </a:moveTo>
                <a:lnTo>
                  <a:pt x="85725" y="552450"/>
                </a:lnTo>
                <a:lnTo>
                  <a:pt x="85725" y="561975"/>
                </a:lnTo>
                <a:lnTo>
                  <a:pt x="95250" y="561975"/>
                </a:lnTo>
                <a:lnTo>
                  <a:pt x="95250" y="571500"/>
                </a:lnTo>
                <a:lnTo>
                  <a:pt x="85725" y="571500"/>
                </a:lnTo>
                <a:lnTo>
                  <a:pt x="85725" y="600075"/>
                </a:lnTo>
                <a:lnTo>
                  <a:pt x="76200" y="600075"/>
                </a:lnTo>
                <a:lnTo>
                  <a:pt x="76200" y="571500"/>
                </a:lnTo>
                <a:lnTo>
                  <a:pt x="66675" y="571500"/>
                </a:lnTo>
                <a:close/>
                <a:moveTo>
                  <a:pt x="762000" y="581025"/>
                </a:moveTo>
                <a:lnTo>
                  <a:pt x="781050" y="581025"/>
                </a:lnTo>
                <a:lnTo>
                  <a:pt x="781050" y="590550"/>
                </a:lnTo>
                <a:lnTo>
                  <a:pt x="800100" y="590550"/>
                </a:lnTo>
                <a:lnTo>
                  <a:pt x="800100" y="619125"/>
                </a:lnTo>
                <a:lnTo>
                  <a:pt x="790575" y="619125"/>
                </a:lnTo>
                <a:lnTo>
                  <a:pt x="790575" y="628650"/>
                </a:lnTo>
                <a:lnTo>
                  <a:pt x="771525" y="628650"/>
                </a:lnTo>
                <a:lnTo>
                  <a:pt x="771525" y="619125"/>
                </a:lnTo>
                <a:lnTo>
                  <a:pt x="781050" y="619125"/>
                </a:lnTo>
                <a:lnTo>
                  <a:pt x="781050" y="609600"/>
                </a:lnTo>
                <a:lnTo>
                  <a:pt x="771525" y="609600"/>
                </a:lnTo>
                <a:lnTo>
                  <a:pt x="771525" y="590550"/>
                </a:lnTo>
                <a:lnTo>
                  <a:pt x="762000" y="590550"/>
                </a:lnTo>
                <a:close/>
                <a:moveTo>
                  <a:pt x="85725" y="600075"/>
                </a:moveTo>
                <a:lnTo>
                  <a:pt x="95250" y="600075"/>
                </a:lnTo>
                <a:lnTo>
                  <a:pt x="95250" y="609600"/>
                </a:lnTo>
                <a:lnTo>
                  <a:pt x="85725" y="609600"/>
                </a:lnTo>
                <a:close/>
                <a:moveTo>
                  <a:pt x="104775" y="600075"/>
                </a:moveTo>
                <a:lnTo>
                  <a:pt x="114300" y="600075"/>
                </a:lnTo>
                <a:lnTo>
                  <a:pt x="114300" y="619125"/>
                </a:lnTo>
                <a:lnTo>
                  <a:pt x="104775" y="619125"/>
                </a:lnTo>
                <a:close/>
                <a:moveTo>
                  <a:pt x="790575" y="628650"/>
                </a:moveTo>
                <a:lnTo>
                  <a:pt x="800100" y="628650"/>
                </a:lnTo>
                <a:lnTo>
                  <a:pt x="800100" y="647700"/>
                </a:lnTo>
                <a:lnTo>
                  <a:pt x="790575" y="647700"/>
                </a:lnTo>
                <a:close/>
                <a:moveTo>
                  <a:pt x="209550" y="714375"/>
                </a:moveTo>
                <a:lnTo>
                  <a:pt x="219075" y="714375"/>
                </a:lnTo>
                <a:lnTo>
                  <a:pt x="219075" y="723900"/>
                </a:lnTo>
                <a:lnTo>
                  <a:pt x="209550" y="723900"/>
                </a:lnTo>
                <a:close/>
                <a:moveTo>
                  <a:pt x="838200" y="714375"/>
                </a:moveTo>
                <a:lnTo>
                  <a:pt x="847725" y="714375"/>
                </a:lnTo>
                <a:lnTo>
                  <a:pt x="847725" y="723900"/>
                </a:lnTo>
                <a:lnTo>
                  <a:pt x="838200" y="723900"/>
                </a:lnTo>
                <a:close/>
                <a:moveTo>
                  <a:pt x="219075" y="723900"/>
                </a:moveTo>
                <a:lnTo>
                  <a:pt x="228600" y="723900"/>
                </a:lnTo>
                <a:lnTo>
                  <a:pt x="228600" y="733425"/>
                </a:lnTo>
                <a:lnTo>
                  <a:pt x="219075" y="733425"/>
                </a:lnTo>
                <a:close/>
                <a:moveTo>
                  <a:pt x="238125" y="733425"/>
                </a:moveTo>
                <a:lnTo>
                  <a:pt x="257175" y="733425"/>
                </a:lnTo>
                <a:lnTo>
                  <a:pt x="257175" y="742950"/>
                </a:lnTo>
                <a:lnTo>
                  <a:pt x="238125" y="742950"/>
                </a:lnTo>
                <a:close/>
                <a:moveTo>
                  <a:pt x="276225" y="742950"/>
                </a:moveTo>
                <a:lnTo>
                  <a:pt x="285750" y="742950"/>
                </a:lnTo>
                <a:lnTo>
                  <a:pt x="285750" y="752475"/>
                </a:lnTo>
                <a:lnTo>
                  <a:pt x="276225" y="752475"/>
                </a:lnTo>
                <a:close/>
                <a:moveTo>
                  <a:pt x="295275" y="752475"/>
                </a:moveTo>
                <a:lnTo>
                  <a:pt x="304800" y="752475"/>
                </a:lnTo>
                <a:lnTo>
                  <a:pt x="304800" y="762000"/>
                </a:lnTo>
                <a:lnTo>
                  <a:pt x="295275" y="762000"/>
                </a:lnTo>
                <a:close/>
                <a:moveTo>
                  <a:pt x="314325" y="752475"/>
                </a:moveTo>
                <a:lnTo>
                  <a:pt x="323850" y="752475"/>
                </a:lnTo>
                <a:lnTo>
                  <a:pt x="323850" y="771525"/>
                </a:lnTo>
                <a:lnTo>
                  <a:pt x="314325" y="771525"/>
                </a:lnTo>
                <a:close/>
                <a:moveTo>
                  <a:pt x="857250" y="752475"/>
                </a:moveTo>
                <a:lnTo>
                  <a:pt x="866775" y="752475"/>
                </a:lnTo>
                <a:lnTo>
                  <a:pt x="866775" y="762000"/>
                </a:lnTo>
                <a:lnTo>
                  <a:pt x="857250" y="762000"/>
                </a:lnTo>
                <a:close/>
                <a:moveTo>
                  <a:pt x="371475" y="762000"/>
                </a:moveTo>
                <a:lnTo>
                  <a:pt x="390525" y="762000"/>
                </a:lnTo>
                <a:lnTo>
                  <a:pt x="390525" y="781050"/>
                </a:lnTo>
                <a:lnTo>
                  <a:pt x="371475" y="781050"/>
                </a:lnTo>
                <a:close/>
                <a:moveTo>
                  <a:pt x="400050" y="762000"/>
                </a:moveTo>
                <a:lnTo>
                  <a:pt x="409575" y="762000"/>
                </a:lnTo>
                <a:lnTo>
                  <a:pt x="409575" y="781050"/>
                </a:lnTo>
                <a:lnTo>
                  <a:pt x="400050" y="781050"/>
                </a:lnTo>
                <a:close/>
                <a:moveTo>
                  <a:pt x="419100" y="762000"/>
                </a:moveTo>
                <a:lnTo>
                  <a:pt x="428625" y="762000"/>
                </a:lnTo>
                <a:lnTo>
                  <a:pt x="428625" y="771525"/>
                </a:lnTo>
                <a:lnTo>
                  <a:pt x="447675" y="771525"/>
                </a:lnTo>
                <a:lnTo>
                  <a:pt x="447675" y="781050"/>
                </a:lnTo>
                <a:lnTo>
                  <a:pt x="419100" y="781050"/>
                </a:lnTo>
                <a:close/>
                <a:moveTo>
                  <a:pt x="857250" y="809625"/>
                </a:moveTo>
                <a:lnTo>
                  <a:pt x="866775" y="809625"/>
                </a:lnTo>
                <a:lnTo>
                  <a:pt x="866775" y="819150"/>
                </a:lnTo>
                <a:lnTo>
                  <a:pt x="857250" y="819150"/>
                </a:lnTo>
                <a:close/>
                <a:moveTo>
                  <a:pt x="847725" y="819150"/>
                </a:moveTo>
                <a:lnTo>
                  <a:pt x="857250" y="819150"/>
                </a:lnTo>
                <a:lnTo>
                  <a:pt x="857250" y="828675"/>
                </a:lnTo>
                <a:lnTo>
                  <a:pt x="847725" y="828675"/>
                </a:lnTo>
                <a:close/>
              </a:path>
            </a:pathLst>
          </a:custGeom>
          <a:solidFill xmlns:a="http://schemas.openxmlformats.org/drawingml/2006/main">
            <a:srgbClr val="F1EFE5"/>
          </a:solidFill>
          <a:ln xmlns:a="http://schemas.openxmlformats.org/drawingml/2006/main" w="0">
            <a:noFill/>
          </a:ln>
        </p:spPr>
      </p:sp>
      <p:sp>
        <p:nvSpPr>
          <p:cNvPr id="47" name="limits vector #f2efe2">
            <a:extLst xmlns:a="http://schemas.openxmlformats.org/drawingml/2006/main">
              <a:ext uri="{FF2B5EF4-FFF2-40B4-BE49-F238E27FC236}">
                <a16:creationId xmlns:a16="http://schemas.microsoft.com/office/drawing/2014/main" id="{189F14B1-6FC2-4663-9FCF-D64E4895863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076950" y="1504950"/>
            <a:ext cx="923925" cy="876300"/>
          </a:xfrm>
          <a:custGeom xmlns:a="http://schemas.openxmlformats.org/drawingml/2006/main">
            <a:pathLst>
              <a:path w="923925" h="876300">
                <a:moveTo>
                  <a:pt x="495300" y="9525"/>
                </a:moveTo>
                <a:lnTo>
                  <a:pt x="514350" y="9525"/>
                </a:lnTo>
                <a:lnTo>
                  <a:pt x="514350" y="19050"/>
                </a:lnTo>
                <a:lnTo>
                  <a:pt x="495300" y="19050"/>
                </a:lnTo>
                <a:close/>
                <a:moveTo>
                  <a:pt x="504825" y="28575"/>
                </a:moveTo>
                <a:lnTo>
                  <a:pt x="523875" y="28575"/>
                </a:lnTo>
                <a:lnTo>
                  <a:pt x="523875" y="38100"/>
                </a:lnTo>
                <a:lnTo>
                  <a:pt x="504825" y="38100"/>
                </a:lnTo>
                <a:close/>
                <a:moveTo>
                  <a:pt x="590550" y="28575"/>
                </a:moveTo>
                <a:lnTo>
                  <a:pt x="600075" y="28575"/>
                </a:lnTo>
                <a:lnTo>
                  <a:pt x="600075" y="38100"/>
                </a:lnTo>
                <a:lnTo>
                  <a:pt x="590550" y="38100"/>
                </a:lnTo>
                <a:close/>
                <a:moveTo>
                  <a:pt x="523875" y="38100"/>
                </a:moveTo>
                <a:lnTo>
                  <a:pt x="542925" y="38100"/>
                </a:lnTo>
                <a:lnTo>
                  <a:pt x="542925" y="47625"/>
                </a:lnTo>
                <a:lnTo>
                  <a:pt x="523875" y="47625"/>
                </a:lnTo>
                <a:close/>
                <a:moveTo>
                  <a:pt x="581025" y="66675"/>
                </a:moveTo>
                <a:lnTo>
                  <a:pt x="590550" y="66675"/>
                </a:lnTo>
                <a:lnTo>
                  <a:pt x="590550" y="76200"/>
                </a:lnTo>
                <a:lnTo>
                  <a:pt x="581025" y="76200"/>
                </a:lnTo>
                <a:close/>
                <a:moveTo>
                  <a:pt x="628650" y="66675"/>
                </a:moveTo>
                <a:lnTo>
                  <a:pt x="657225" y="66675"/>
                </a:lnTo>
                <a:lnTo>
                  <a:pt x="657225" y="76200"/>
                </a:lnTo>
                <a:lnTo>
                  <a:pt x="638175" y="76200"/>
                </a:lnTo>
                <a:lnTo>
                  <a:pt x="638175" y="85725"/>
                </a:lnTo>
                <a:lnTo>
                  <a:pt x="628650" y="85725"/>
                </a:lnTo>
                <a:close/>
                <a:moveTo>
                  <a:pt x="676275" y="142875"/>
                </a:moveTo>
                <a:lnTo>
                  <a:pt x="695325" y="142875"/>
                </a:lnTo>
                <a:lnTo>
                  <a:pt x="695325" y="152400"/>
                </a:lnTo>
                <a:lnTo>
                  <a:pt x="676275" y="152400"/>
                </a:lnTo>
                <a:close/>
                <a:moveTo>
                  <a:pt x="695325" y="152400"/>
                </a:moveTo>
                <a:lnTo>
                  <a:pt x="704850" y="152400"/>
                </a:lnTo>
                <a:lnTo>
                  <a:pt x="704850" y="161925"/>
                </a:lnTo>
                <a:lnTo>
                  <a:pt x="714375" y="161925"/>
                </a:lnTo>
                <a:lnTo>
                  <a:pt x="714375" y="180975"/>
                </a:lnTo>
                <a:lnTo>
                  <a:pt x="704850" y="180975"/>
                </a:lnTo>
                <a:lnTo>
                  <a:pt x="704850" y="171450"/>
                </a:lnTo>
                <a:lnTo>
                  <a:pt x="695325" y="171450"/>
                </a:lnTo>
                <a:close/>
                <a:moveTo>
                  <a:pt x="790575" y="619125"/>
                </a:moveTo>
                <a:lnTo>
                  <a:pt x="800100" y="619125"/>
                </a:lnTo>
                <a:lnTo>
                  <a:pt x="800100" y="628650"/>
                </a:lnTo>
                <a:lnTo>
                  <a:pt x="790575" y="628650"/>
                </a:lnTo>
                <a:close/>
                <a:moveTo>
                  <a:pt x="247650" y="771525"/>
                </a:moveTo>
                <a:lnTo>
                  <a:pt x="266700" y="771525"/>
                </a:lnTo>
                <a:lnTo>
                  <a:pt x="266700" y="790575"/>
                </a:lnTo>
                <a:lnTo>
                  <a:pt x="257175" y="790575"/>
                </a:lnTo>
                <a:lnTo>
                  <a:pt x="257175" y="781050"/>
                </a:lnTo>
                <a:lnTo>
                  <a:pt x="247650" y="781050"/>
                </a:lnTo>
                <a:close/>
                <a:moveTo>
                  <a:pt x="304800" y="790575"/>
                </a:moveTo>
                <a:lnTo>
                  <a:pt x="323850" y="790575"/>
                </a:lnTo>
                <a:lnTo>
                  <a:pt x="323850" y="800100"/>
                </a:lnTo>
                <a:lnTo>
                  <a:pt x="304800" y="800100"/>
                </a:lnTo>
                <a:close/>
                <a:moveTo>
                  <a:pt x="323850" y="800100"/>
                </a:moveTo>
                <a:lnTo>
                  <a:pt x="333375" y="800100"/>
                </a:lnTo>
                <a:lnTo>
                  <a:pt x="333375" y="809625"/>
                </a:lnTo>
                <a:lnTo>
                  <a:pt x="323850" y="809625"/>
                </a:lnTo>
                <a:close/>
                <a:moveTo>
                  <a:pt x="866775" y="800100"/>
                </a:moveTo>
                <a:lnTo>
                  <a:pt x="885825" y="800100"/>
                </a:lnTo>
                <a:lnTo>
                  <a:pt x="885825" y="809625"/>
                </a:lnTo>
                <a:lnTo>
                  <a:pt x="866775" y="809625"/>
                </a:lnTo>
                <a:close/>
                <a:moveTo>
                  <a:pt x="790575" y="838200"/>
                </a:moveTo>
                <a:lnTo>
                  <a:pt x="800100" y="838200"/>
                </a:lnTo>
                <a:lnTo>
                  <a:pt x="800100" y="847725"/>
                </a:lnTo>
                <a:lnTo>
                  <a:pt x="790575" y="847725"/>
                </a:lnTo>
                <a:close/>
              </a:path>
            </a:pathLst>
          </a:custGeom>
          <a:solidFill xmlns:a="http://schemas.openxmlformats.org/drawingml/2006/main">
            <a:srgbClr val="F2EFE2"/>
          </a:solidFill>
          <a:ln xmlns:a="http://schemas.openxmlformats.org/drawingml/2006/main" w="0">
            <a:noFill/>
          </a:ln>
        </p:spPr>
      </p:sp>
      <p:sp>
        <p:nvSpPr>
          <p:cNvPr id="48" name="limits vector #f1efe2">
            <a:extLst xmlns:a="http://schemas.openxmlformats.org/drawingml/2006/main">
              <a:ext uri="{FF2B5EF4-FFF2-40B4-BE49-F238E27FC236}">
                <a16:creationId xmlns:a16="http://schemas.microsoft.com/office/drawing/2014/main" id="{8D4AFF06-20D3-4763-97D1-E1A54D28A11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076950" y="1504950"/>
            <a:ext cx="923925" cy="876300"/>
          </a:xfrm>
          <a:custGeom xmlns:a="http://schemas.openxmlformats.org/drawingml/2006/main">
            <a:pathLst>
              <a:path w="923925" h="876300">
                <a:moveTo>
                  <a:pt x="0" y="0"/>
                </a:moveTo>
                <a:lnTo>
                  <a:pt x="66675" y="0"/>
                </a:lnTo>
                <a:lnTo>
                  <a:pt x="66675" y="9525"/>
                </a:lnTo>
                <a:lnTo>
                  <a:pt x="57150" y="9525"/>
                </a:lnTo>
                <a:lnTo>
                  <a:pt x="57150" y="19050"/>
                </a:lnTo>
                <a:lnTo>
                  <a:pt x="0" y="19050"/>
                </a:lnTo>
                <a:close/>
                <a:moveTo>
                  <a:pt x="95250" y="0"/>
                </a:moveTo>
                <a:lnTo>
                  <a:pt x="495300" y="0"/>
                </a:lnTo>
                <a:lnTo>
                  <a:pt x="495300" y="19050"/>
                </a:lnTo>
                <a:lnTo>
                  <a:pt x="514350" y="19050"/>
                </a:lnTo>
                <a:lnTo>
                  <a:pt x="514350" y="0"/>
                </a:lnTo>
                <a:lnTo>
                  <a:pt x="590550" y="0"/>
                </a:lnTo>
                <a:lnTo>
                  <a:pt x="590550" y="9525"/>
                </a:lnTo>
                <a:lnTo>
                  <a:pt x="609600" y="9525"/>
                </a:lnTo>
                <a:lnTo>
                  <a:pt x="609600" y="0"/>
                </a:lnTo>
                <a:lnTo>
                  <a:pt x="685800" y="0"/>
                </a:lnTo>
                <a:lnTo>
                  <a:pt x="685800" y="28575"/>
                </a:lnTo>
                <a:lnTo>
                  <a:pt x="676275" y="28575"/>
                </a:lnTo>
                <a:lnTo>
                  <a:pt x="676275" y="38100"/>
                </a:lnTo>
                <a:lnTo>
                  <a:pt x="666750" y="38100"/>
                </a:lnTo>
                <a:lnTo>
                  <a:pt x="666750" y="47625"/>
                </a:lnTo>
                <a:lnTo>
                  <a:pt x="657225" y="47625"/>
                </a:lnTo>
                <a:lnTo>
                  <a:pt x="657225" y="66675"/>
                </a:lnTo>
                <a:lnTo>
                  <a:pt x="628650" y="66675"/>
                </a:lnTo>
                <a:lnTo>
                  <a:pt x="628650" y="85725"/>
                </a:lnTo>
                <a:lnTo>
                  <a:pt x="581025" y="85725"/>
                </a:lnTo>
                <a:lnTo>
                  <a:pt x="581025" y="76200"/>
                </a:lnTo>
                <a:lnTo>
                  <a:pt x="571500" y="76200"/>
                </a:lnTo>
                <a:lnTo>
                  <a:pt x="571500" y="66675"/>
                </a:lnTo>
                <a:lnTo>
                  <a:pt x="552450" y="66675"/>
                </a:lnTo>
                <a:lnTo>
                  <a:pt x="552450" y="57150"/>
                </a:lnTo>
                <a:lnTo>
                  <a:pt x="542925" y="57150"/>
                </a:lnTo>
                <a:lnTo>
                  <a:pt x="542925" y="38100"/>
                </a:lnTo>
                <a:lnTo>
                  <a:pt x="523875" y="38100"/>
                </a:lnTo>
                <a:lnTo>
                  <a:pt x="523875" y="28575"/>
                </a:lnTo>
                <a:lnTo>
                  <a:pt x="504825" y="28575"/>
                </a:lnTo>
                <a:lnTo>
                  <a:pt x="504825" y="38100"/>
                </a:lnTo>
                <a:lnTo>
                  <a:pt x="495300" y="38100"/>
                </a:lnTo>
                <a:lnTo>
                  <a:pt x="495300" y="28575"/>
                </a:lnTo>
                <a:lnTo>
                  <a:pt x="485775" y="28575"/>
                </a:lnTo>
                <a:lnTo>
                  <a:pt x="485775" y="19050"/>
                </a:lnTo>
                <a:lnTo>
                  <a:pt x="476250" y="19050"/>
                </a:lnTo>
                <a:lnTo>
                  <a:pt x="476250" y="28575"/>
                </a:lnTo>
                <a:lnTo>
                  <a:pt x="447675" y="28575"/>
                </a:lnTo>
                <a:lnTo>
                  <a:pt x="447675" y="47625"/>
                </a:lnTo>
                <a:lnTo>
                  <a:pt x="371475" y="47625"/>
                </a:lnTo>
                <a:lnTo>
                  <a:pt x="371475" y="28575"/>
                </a:lnTo>
                <a:lnTo>
                  <a:pt x="333375" y="28575"/>
                </a:lnTo>
                <a:lnTo>
                  <a:pt x="333375" y="38100"/>
                </a:lnTo>
                <a:lnTo>
                  <a:pt x="276225" y="38100"/>
                </a:lnTo>
                <a:lnTo>
                  <a:pt x="276225" y="28575"/>
                </a:lnTo>
                <a:lnTo>
                  <a:pt x="257175" y="28575"/>
                </a:lnTo>
                <a:lnTo>
                  <a:pt x="257175" y="19050"/>
                </a:lnTo>
                <a:lnTo>
                  <a:pt x="247650" y="19050"/>
                </a:lnTo>
                <a:lnTo>
                  <a:pt x="247650" y="28575"/>
                </a:lnTo>
                <a:lnTo>
                  <a:pt x="238125" y="28575"/>
                </a:lnTo>
                <a:lnTo>
                  <a:pt x="238125" y="38100"/>
                </a:lnTo>
                <a:lnTo>
                  <a:pt x="200025" y="38100"/>
                </a:lnTo>
                <a:lnTo>
                  <a:pt x="200025" y="47625"/>
                </a:lnTo>
                <a:lnTo>
                  <a:pt x="190500" y="47625"/>
                </a:lnTo>
                <a:lnTo>
                  <a:pt x="190500" y="28575"/>
                </a:lnTo>
                <a:lnTo>
                  <a:pt x="180975" y="28575"/>
                </a:lnTo>
                <a:lnTo>
                  <a:pt x="180975" y="38100"/>
                </a:lnTo>
                <a:lnTo>
                  <a:pt x="171450" y="38100"/>
                </a:lnTo>
                <a:lnTo>
                  <a:pt x="171450" y="28575"/>
                </a:lnTo>
                <a:lnTo>
                  <a:pt x="161925" y="28575"/>
                </a:lnTo>
                <a:lnTo>
                  <a:pt x="161925" y="38100"/>
                </a:lnTo>
                <a:lnTo>
                  <a:pt x="152400" y="38100"/>
                </a:lnTo>
                <a:lnTo>
                  <a:pt x="152400" y="28575"/>
                </a:lnTo>
                <a:lnTo>
                  <a:pt x="123825" y="28575"/>
                </a:lnTo>
                <a:lnTo>
                  <a:pt x="123825" y="19050"/>
                </a:lnTo>
                <a:lnTo>
                  <a:pt x="95250" y="19050"/>
                </a:lnTo>
                <a:close/>
                <a:moveTo>
                  <a:pt x="590550" y="38100"/>
                </a:moveTo>
                <a:lnTo>
                  <a:pt x="600075" y="38100"/>
                </a:lnTo>
                <a:lnTo>
                  <a:pt x="600075" y="28575"/>
                </a:lnTo>
                <a:lnTo>
                  <a:pt x="590550" y="28575"/>
                </a:lnTo>
                <a:close/>
                <a:moveTo>
                  <a:pt x="638175" y="38100"/>
                </a:moveTo>
                <a:lnTo>
                  <a:pt x="647700" y="38100"/>
                </a:lnTo>
                <a:lnTo>
                  <a:pt x="647700" y="28575"/>
                </a:lnTo>
                <a:lnTo>
                  <a:pt x="628650" y="28575"/>
                </a:lnTo>
                <a:lnTo>
                  <a:pt x="628650" y="47625"/>
                </a:lnTo>
                <a:lnTo>
                  <a:pt x="638175" y="47625"/>
                </a:lnTo>
                <a:close/>
                <a:moveTo>
                  <a:pt x="342900" y="47625"/>
                </a:moveTo>
                <a:lnTo>
                  <a:pt x="361950" y="47625"/>
                </a:lnTo>
                <a:lnTo>
                  <a:pt x="361950" y="57150"/>
                </a:lnTo>
                <a:lnTo>
                  <a:pt x="342900" y="57150"/>
                </a:lnTo>
                <a:close/>
                <a:moveTo>
                  <a:pt x="457200" y="47625"/>
                </a:moveTo>
                <a:lnTo>
                  <a:pt x="485775" y="47625"/>
                </a:lnTo>
                <a:lnTo>
                  <a:pt x="485775" y="57150"/>
                </a:lnTo>
                <a:lnTo>
                  <a:pt x="457200" y="57150"/>
                </a:lnTo>
                <a:close/>
                <a:moveTo>
                  <a:pt x="495300" y="57150"/>
                </a:moveTo>
                <a:lnTo>
                  <a:pt x="504825" y="57150"/>
                </a:lnTo>
                <a:lnTo>
                  <a:pt x="504825" y="66675"/>
                </a:lnTo>
                <a:lnTo>
                  <a:pt x="495300" y="66675"/>
                </a:lnTo>
                <a:close/>
                <a:moveTo>
                  <a:pt x="285750" y="66675"/>
                </a:moveTo>
                <a:lnTo>
                  <a:pt x="295275" y="66675"/>
                </a:lnTo>
                <a:lnTo>
                  <a:pt x="295275" y="76200"/>
                </a:lnTo>
                <a:lnTo>
                  <a:pt x="285750" y="76200"/>
                </a:lnTo>
                <a:close/>
                <a:moveTo>
                  <a:pt x="552450" y="76200"/>
                </a:moveTo>
                <a:lnTo>
                  <a:pt x="561975" y="76200"/>
                </a:lnTo>
                <a:lnTo>
                  <a:pt x="561975" y="85725"/>
                </a:lnTo>
                <a:lnTo>
                  <a:pt x="552450" y="85725"/>
                </a:lnTo>
                <a:close/>
                <a:moveTo>
                  <a:pt x="581025" y="76200"/>
                </a:moveTo>
                <a:lnTo>
                  <a:pt x="590550" y="76200"/>
                </a:lnTo>
                <a:lnTo>
                  <a:pt x="590550" y="66675"/>
                </a:lnTo>
                <a:lnTo>
                  <a:pt x="581025" y="66675"/>
                </a:lnTo>
                <a:close/>
                <a:moveTo>
                  <a:pt x="685800" y="76200"/>
                </a:moveTo>
                <a:lnTo>
                  <a:pt x="704850" y="76200"/>
                </a:lnTo>
                <a:lnTo>
                  <a:pt x="704850" y="85725"/>
                </a:lnTo>
                <a:lnTo>
                  <a:pt x="685800" y="85725"/>
                </a:lnTo>
                <a:close/>
                <a:moveTo>
                  <a:pt x="685800" y="95250"/>
                </a:moveTo>
                <a:lnTo>
                  <a:pt x="695325" y="95250"/>
                </a:lnTo>
                <a:lnTo>
                  <a:pt x="695325" y="104775"/>
                </a:lnTo>
                <a:lnTo>
                  <a:pt x="685800" y="104775"/>
                </a:lnTo>
                <a:close/>
                <a:moveTo>
                  <a:pt x="685800" y="114300"/>
                </a:moveTo>
                <a:lnTo>
                  <a:pt x="695325" y="114300"/>
                </a:lnTo>
                <a:lnTo>
                  <a:pt x="695325" y="123825"/>
                </a:lnTo>
                <a:lnTo>
                  <a:pt x="685800" y="123825"/>
                </a:lnTo>
                <a:close/>
                <a:moveTo>
                  <a:pt x="114300" y="142875"/>
                </a:moveTo>
                <a:lnTo>
                  <a:pt x="142875" y="142875"/>
                </a:lnTo>
                <a:lnTo>
                  <a:pt x="142875" y="152400"/>
                </a:lnTo>
                <a:lnTo>
                  <a:pt x="123825" y="152400"/>
                </a:lnTo>
                <a:lnTo>
                  <a:pt x="123825" y="161925"/>
                </a:lnTo>
                <a:lnTo>
                  <a:pt x="114300" y="161925"/>
                </a:lnTo>
                <a:close/>
                <a:moveTo>
                  <a:pt x="647700" y="142875"/>
                </a:moveTo>
                <a:lnTo>
                  <a:pt x="676275" y="142875"/>
                </a:lnTo>
                <a:lnTo>
                  <a:pt x="676275" y="152400"/>
                </a:lnTo>
                <a:lnTo>
                  <a:pt x="695325" y="152400"/>
                </a:lnTo>
                <a:lnTo>
                  <a:pt x="695325" y="161925"/>
                </a:lnTo>
                <a:lnTo>
                  <a:pt x="666750" y="161925"/>
                </a:lnTo>
                <a:lnTo>
                  <a:pt x="666750" y="152400"/>
                </a:lnTo>
                <a:lnTo>
                  <a:pt x="647700" y="152400"/>
                </a:lnTo>
                <a:close/>
                <a:moveTo>
                  <a:pt x="695325" y="171450"/>
                </a:moveTo>
                <a:lnTo>
                  <a:pt x="704850" y="171450"/>
                </a:lnTo>
                <a:lnTo>
                  <a:pt x="704850" y="180975"/>
                </a:lnTo>
                <a:lnTo>
                  <a:pt x="695325" y="180975"/>
                </a:lnTo>
                <a:close/>
                <a:moveTo>
                  <a:pt x="704850" y="180975"/>
                </a:moveTo>
                <a:lnTo>
                  <a:pt x="723900" y="180975"/>
                </a:lnTo>
                <a:lnTo>
                  <a:pt x="723900" y="209550"/>
                </a:lnTo>
                <a:lnTo>
                  <a:pt x="733425" y="209550"/>
                </a:lnTo>
                <a:lnTo>
                  <a:pt x="733425" y="238125"/>
                </a:lnTo>
                <a:lnTo>
                  <a:pt x="723900" y="238125"/>
                </a:lnTo>
                <a:lnTo>
                  <a:pt x="723900" y="219075"/>
                </a:lnTo>
                <a:lnTo>
                  <a:pt x="714375" y="219075"/>
                </a:lnTo>
                <a:lnTo>
                  <a:pt x="714375" y="190500"/>
                </a:lnTo>
                <a:lnTo>
                  <a:pt x="704850" y="190500"/>
                </a:lnTo>
                <a:close/>
                <a:moveTo>
                  <a:pt x="104775" y="190500"/>
                </a:moveTo>
                <a:lnTo>
                  <a:pt x="114300" y="190500"/>
                </a:lnTo>
                <a:lnTo>
                  <a:pt x="114300" y="200025"/>
                </a:lnTo>
                <a:lnTo>
                  <a:pt x="104775" y="200025"/>
                </a:lnTo>
                <a:close/>
                <a:moveTo>
                  <a:pt x="95250" y="200025"/>
                </a:moveTo>
                <a:lnTo>
                  <a:pt x="104775" y="200025"/>
                </a:lnTo>
                <a:lnTo>
                  <a:pt x="104775" y="219075"/>
                </a:lnTo>
                <a:lnTo>
                  <a:pt x="95250" y="219075"/>
                </a:lnTo>
                <a:close/>
                <a:moveTo>
                  <a:pt x="762000" y="333375"/>
                </a:moveTo>
                <a:lnTo>
                  <a:pt x="771525" y="333375"/>
                </a:lnTo>
                <a:lnTo>
                  <a:pt x="771525" y="352425"/>
                </a:lnTo>
                <a:lnTo>
                  <a:pt x="762000" y="352425"/>
                </a:lnTo>
                <a:close/>
                <a:moveTo>
                  <a:pt x="771525" y="400050"/>
                </a:moveTo>
                <a:lnTo>
                  <a:pt x="781050" y="400050"/>
                </a:lnTo>
                <a:lnTo>
                  <a:pt x="781050" y="419100"/>
                </a:lnTo>
                <a:lnTo>
                  <a:pt x="771525" y="419100"/>
                </a:lnTo>
                <a:close/>
                <a:moveTo>
                  <a:pt x="57150" y="523875"/>
                </a:moveTo>
                <a:lnTo>
                  <a:pt x="66675" y="523875"/>
                </a:lnTo>
                <a:lnTo>
                  <a:pt x="66675" y="542925"/>
                </a:lnTo>
                <a:lnTo>
                  <a:pt x="57150" y="542925"/>
                </a:lnTo>
                <a:close/>
                <a:moveTo>
                  <a:pt x="57150" y="571500"/>
                </a:moveTo>
                <a:lnTo>
                  <a:pt x="76200" y="571500"/>
                </a:lnTo>
                <a:lnTo>
                  <a:pt x="76200" y="600075"/>
                </a:lnTo>
                <a:lnTo>
                  <a:pt x="66675" y="600075"/>
                </a:lnTo>
                <a:lnTo>
                  <a:pt x="66675" y="581025"/>
                </a:lnTo>
                <a:lnTo>
                  <a:pt x="57150" y="581025"/>
                </a:lnTo>
                <a:close/>
                <a:moveTo>
                  <a:pt x="790575" y="581025"/>
                </a:moveTo>
                <a:lnTo>
                  <a:pt x="819150" y="581025"/>
                </a:lnTo>
                <a:lnTo>
                  <a:pt x="819150" y="600075"/>
                </a:lnTo>
                <a:lnTo>
                  <a:pt x="809625" y="600075"/>
                </a:lnTo>
                <a:lnTo>
                  <a:pt x="809625" y="609600"/>
                </a:lnTo>
                <a:lnTo>
                  <a:pt x="800100" y="609600"/>
                </a:lnTo>
                <a:lnTo>
                  <a:pt x="800100" y="590550"/>
                </a:lnTo>
                <a:lnTo>
                  <a:pt x="790575" y="590550"/>
                </a:lnTo>
                <a:close/>
                <a:moveTo>
                  <a:pt x="95250" y="609600"/>
                </a:moveTo>
                <a:lnTo>
                  <a:pt x="104775" y="609600"/>
                </a:lnTo>
                <a:lnTo>
                  <a:pt x="104775" y="619125"/>
                </a:lnTo>
                <a:lnTo>
                  <a:pt x="95250" y="619125"/>
                </a:lnTo>
                <a:close/>
                <a:moveTo>
                  <a:pt x="104775" y="619125"/>
                </a:moveTo>
                <a:lnTo>
                  <a:pt x="114300" y="619125"/>
                </a:lnTo>
                <a:lnTo>
                  <a:pt x="114300" y="628650"/>
                </a:lnTo>
                <a:lnTo>
                  <a:pt x="104775" y="628650"/>
                </a:lnTo>
                <a:close/>
                <a:moveTo>
                  <a:pt x="800100" y="638175"/>
                </a:moveTo>
                <a:lnTo>
                  <a:pt x="809625" y="638175"/>
                </a:lnTo>
                <a:lnTo>
                  <a:pt x="809625" y="647700"/>
                </a:lnTo>
                <a:lnTo>
                  <a:pt x="800100" y="647700"/>
                </a:lnTo>
                <a:close/>
                <a:moveTo>
                  <a:pt x="142875" y="676275"/>
                </a:moveTo>
                <a:lnTo>
                  <a:pt x="152400" y="676275"/>
                </a:lnTo>
                <a:lnTo>
                  <a:pt x="152400" y="685800"/>
                </a:lnTo>
                <a:lnTo>
                  <a:pt x="142875" y="685800"/>
                </a:lnTo>
                <a:close/>
                <a:moveTo>
                  <a:pt x="828675" y="676275"/>
                </a:moveTo>
                <a:lnTo>
                  <a:pt x="847725" y="676275"/>
                </a:lnTo>
                <a:lnTo>
                  <a:pt x="847725" y="685800"/>
                </a:lnTo>
                <a:lnTo>
                  <a:pt x="838200" y="685800"/>
                </a:lnTo>
                <a:lnTo>
                  <a:pt x="838200" y="695325"/>
                </a:lnTo>
                <a:lnTo>
                  <a:pt x="828675" y="695325"/>
                </a:lnTo>
                <a:close/>
                <a:moveTo>
                  <a:pt x="847725" y="714375"/>
                </a:moveTo>
                <a:lnTo>
                  <a:pt x="876300" y="714375"/>
                </a:lnTo>
                <a:lnTo>
                  <a:pt x="876300" y="733425"/>
                </a:lnTo>
                <a:lnTo>
                  <a:pt x="866775" y="733425"/>
                </a:lnTo>
                <a:lnTo>
                  <a:pt x="866775" y="723900"/>
                </a:lnTo>
                <a:lnTo>
                  <a:pt x="847725" y="723900"/>
                </a:lnTo>
                <a:close/>
                <a:moveTo>
                  <a:pt x="209550" y="723900"/>
                </a:moveTo>
                <a:lnTo>
                  <a:pt x="219075" y="723900"/>
                </a:lnTo>
                <a:lnTo>
                  <a:pt x="219075" y="733425"/>
                </a:lnTo>
                <a:lnTo>
                  <a:pt x="209550" y="733425"/>
                </a:lnTo>
                <a:close/>
                <a:moveTo>
                  <a:pt x="219075" y="733425"/>
                </a:moveTo>
                <a:lnTo>
                  <a:pt x="238125" y="733425"/>
                </a:lnTo>
                <a:lnTo>
                  <a:pt x="238125" y="742950"/>
                </a:lnTo>
                <a:lnTo>
                  <a:pt x="219075" y="742950"/>
                </a:lnTo>
                <a:close/>
                <a:moveTo>
                  <a:pt x="238125" y="742950"/>
                </a:moveTo>
                <a:lnTo>
                  <a:pt x="257175" y="742950"/>
                </a:lnTo>
                <a:lnTo>
                  <a:pt x="257175" y="752475"/>
                </a:lnTo>
                <a:lnTo>
                  <a:pt x="285750" y="752475"/>
                </a:lnTo>
                <a:lnTo>
                  <a:pt x="285750" y="762000"/>
                </a:lnTo>
                <a:lnTo>
                  <a:pt x="304800" y="762000"/>
                </a:lnTo>
                <a:lnTo>
                  <a:pt x="304800" y="771525"/>
                </a:lnTo>
                <a:lnTo>
                  <a:pt x="314325" y="771525"/>
                </a:lnTo>
                <a:lnTo>
                  <a:pt x="314325" y="781050"/>
                </a:lnTo>
                <a:lnTo>
                  <a:pt x="323850" y="781050"/>
                </a:lnTo>
                <a:lnTo>
                  <a:pt x="323850" y="771525"/>
                </a:lnTo>
                <a:lnTo>
                  <a:pt x="342900" y="771525"/>
                </a:lnTo>
                <a:lnTo>
                  <a:pt x="342900" y="781050"/>
                </a:lnTo>
                <a:lnTo>
                  <a:pt x="333375" y="781050"/>
                </a:lnTo>
                <a:lnTo>
                  <a:pt x="333375" y="790575"/>
                </a:lnTo>
                <a:lnTo>
                  <a:pt x="361950" y="790575"/>
                </a:lnTo>
                <a:lnTo>
                  <a:pt x="361950" y="771525"/>
                </a:lnTo>
                <a:lnTo>
                  <a:pt x="371475" y="771525"/>
                </a:lnTo>
                <a:lnTo>
                  <a:pt x="371475" y="781050"/>
                </a:lnTo>
                <a:lnTo>
                  <a:pt x="419100" y="781050"/>
                </a:lnTo>
                <a:lnTo>
                  <a:pt x="419100" y="790575"/>
                </a:lnTo>
                <a:lnTo>
                  <a:pt x="400050" y="790575"/>
                </a:lnTo>
                <a:lnTo>
                  <a:pt x="400050" y="800100"/>
                </a:lnTo>
                <a:lnTo>
                  <a:pt x="381000" y="800100"/>
                </a:lnTo>
                <a:lnTo>
                  <a:pt x="381000" y="809625"/>
                </a:lnTo>
                <a:lnTo>
                  <a:pt x="371475" y="809625"/>
                </a:lnTo>
                <a:lnTo>
                  <a:pt x="371475" y="819150"/>
                </a:lnTo>
                <a:lnTo>
                  <a:pt x="352425" y="819150"/>
                </a:lnTo>
                <a:lnTo>
                  <a:pt x="352425" y="838200"/>
                </a:lnTo>
                <a:lnTo>
                  <a:pt x="371475" y="838200"/>
                </a:lnTo>
                <a:lnTo>
                  <a:pt x="371475" y="857250"/>
                </a:lnTo>
                <a:lnTo>
                  <a:pt x="361950" y="857250"/>
                </a:lnTo>
                <a:lnTo>
                  <a:pt x="361950" y="876300"/>
                </a:lnTo>
                <a:lnTo>
                  <a:pt x="228600" y="876300"/>
                </a:lnTo>
                <a:lnTo>
                  <a:pt x="228600" y="866775"/>
                </a:lnTo>
                <a:lnTo>
                  <a:pt x="238125" y="866775"/>
                </a:lnTo>
                <a:lnTo>
                  <a:pt x="238125" y="857250"/>
                </a:lnTo>
                <a:lnTo>
                  <a:pt x="247650" y="857250"/>
                </a:lnTo>
                <a:lnTo>
                  <a:pt x="247650" y="838200"/>
                </a:lnTo>
                <a:lnTo>
                  <a:pt x="238125" y="838200"/>
                </a:lnTo>
                <a:lnTo>
                  <a:pt x="238125" y="819150"/>
                </a:lnTo>
                <a:lnTo>
                  <a:pt x="247650" y="819150"/>
                </a:lnTo>
                <a:lnTo>
                  <a:pt x="247650" y="800100"/>
                </a:lnTo>
                <a:lnTo>
                  <a:pt x="238125" y="800100"/>
                </a:lnTo>
                <a:lnTo>
                  <a:pt x="238125" y="781050"/>
                </a:lnTo>
                <a:lnTo>
                  <a:pt x="228600" y="781050"/>
                </a:lnTo>
                <a:lnTo>
                  <a:pt x="228600" y="771525"/>
                </a:lnTo>
                <a:lnTo>
                  <a:pt x="247650" y="771525"/>
                </a:lnTo>
                <a:lnTo>
                  <a:pt x="247650" y="781050"/>
                </a:lnTo>
                <a:lnTo>
                  <a:pt x="257175" y="781050"/>
                </a:lnTo>
                <a:lnTo>
                  <a:pt x="257175" y="790575"/>
                </a:lnTo>
                <a:lnTo>
                  <a:pt x="266700" y="790575"/>
                </a:lnTo>
                <a:lnTo>
                  <a:pt x="266700" y="771525"/>
                </a:lnTo>
                <a:lnTo>
                  <a:pt x="257175" y="771525"/>
                </a:lnTo>
                <a:lnTo>
                  <a:pt x="257175" y="762000"/>
                </a:lnTo>
                <a:lnTo>
                  <a:pt x="238125" y="762000"/>
                </a:lnTo>
                <a:close/>
                <a:moveTo>
                  <a:pt x="866775" y="752475"/>
                </a:moveTo>
                <a:lnTo>
                  <a:pt x="885825" y="752475"/>
                </a:lnTo>
                <a:lnTo>
                  <a:pt x="885825" y="800100"/>
                </a:lnTo>
                <a:lnTo>
                  <a:pt x="866775" y="800100"/>
                </a:lnTo>
                <a:close/>
                <a:moveTo>
                  <a:pt x="447675" y="771525"/>
                </a:moveTo>
                <a:lnTo>
                  <a:pt x="466725" y="771525"/>
                </a:lnTo>
                <a:lnTo>
                  <a:pt x="466725" y="781050"/>
                </a:lnTo>
                <a:lnTo>
                  <a:pt x="447675" y="781050"/>
                </a:lnTo>
                <a:close/>
                <a:moveTo>
                  <a:pt x="304800" y="800100"/>
                </a:moveTo>
                <a:lnTo>
                  <a:pt x="323850" y="800100"/>
                </a:lnTo>
                <a:lnTo>
                  <a:pt x="323850" y="790575"/>
                </a:lnTo>
                <a:lnTo>
                  <a:pt x="304800" y="790575"/>
                </a:lnTo>
                <a:close/>
                <a:moveTo>
                  <a:pt x="885825" y="800100"/>
                </a:moveTo>
                <a:lnTo>
                  <a:pt x="895350" y="800100"/>
                </a:lnTo>
                <a:lnTo>
                  <a:pt x="895350" y="809625"/>
                </a:lnTo>
                <a:lnTo>
                  <a:pt x="885825" y="809625"/>
                </a:lnTo>
                <a:close/>
                <a:moveTo>
                  <a:pt x="323850" y="809625"/>
                </a:moveTo>
                <a:lnTo>
                  <a:pt x="333375" y="809625"/>
                </a:lnTo>
                <a:lnTo>
                  <a:pt x="333375" y="800100"/>
                </a:lnTo>
                <a:lnTo>
                  <a:pt x="323850" y="800100"/>
                </a:lnTo>
                <a:close/>
                <a:moveTo>
                  <a:pt x="866775" y="809625"/>
                </a:moveTo>
                <a:lnTo>
                  <a:pt x="876300" y="809625"/>
                </a:lnTo>
                <a:lnTo>
                  <a:pt x="876300" y="819150"/>
                </a:lnTo>
                <a:lnTo>
                  <a:pt x="866775" y="819150"/>
                </a:lnTo>
                <a:close/>
                <a:moveTo>
                  <a:pt x="857250" y="819150"/>
                </a:moveTo>
                <a:lnTo>
                  <a:pt x="866775" y="819150"/>
                </a:lnTo>
                <a:lnTo>
                  <a:pt x="866775" y="828675"/>
                </a:lnTo>
                <a:lnTo>
                  <a:pt x="857250" y="828675"/>
                </a:lnTo>
                <a:close/>
                <a:moveTo>
                  <a:pt x="838200" y="828675"/>
                </a:moveTo>
                <a:lnTo>
                  <a:pt x="857250" y="828675"/>
                </a:lnTo>
                <a:lnTo>
                  <a:pt x="857250" y="838200"/>
                </a:lnTo>
                <a:lnTo>
                  <a:pt x="838200" y="838200"/>
                </a:lnTo>
                <a:close/>
                <a:moveTo>
                  <a:pt x="781050" y="838200"/>
                </a:moveTo>
                <a:lnTo>
                  <a:pt x="790575" y="838200"/>
                </a:lnTo>
                <a:lnTo>
                  <a:pt x="790575" y="847725"/>
                </a:lnTo>
                <a:lnTo>
                  <a:pt x="781050" y="847725"/>
                </a:lnTo>
                <a:close/>
                <a:moveTo>
                  <a:pt x="304800" y="847725"/>
                </a:moveTo>
                <a:lnTo>
                  <a:pt x="314325" y="847725"/>
                </a:lnTo>
                <a:lnTo>
                  <a:pt x="314325" y="838200"/>
                </a:lnTo>
                <a:lnTo>
                  <a:pt x="304800" y="838200"/>
                </a:lnTo>
                <a:close/>
              </a:path>
            </a:pathLst>
          </a:custGeom>
          <a:solidFill xmlns:a="http://schemas.openxmlformats.org/drawingml/2006/main">
            <a:srgbClr val="F1EFE2"/>
          </a:solidFill>
          <a:ln xmlns:a="http://schemas.openxmlformats.org/drawingml/2006/main" w="0">
            <a:noFill/>
          </a:ln>
        </p:spPr>
      </p:sp>
      <p:sp>
        <p:nvSpPr>
          <p:cNvPr id="49" name="limits vector #f1efe1">
            <a:extLst xmlns:a="http://schemas.openxmlformats.org/drawingml/2006/main">
              <a:ext uri="{FF2B5EF4-FFF2-40B4-BE49-F238E27FC236}">
                <a16:creationId xmlns:a16="http://schemas.microsoft.com/office/drawing/2014/main" id="{FE1EC803-AE40-4A52-99E1-FAB63EC4D64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076950" y="1504950"/>
            <a:ext cx="923925" cy="876300"/>
          </a:xfrm>
          <a:custGeom xmlns:a="http://schemas.openxmlformats.org/drawingml/2006/main">
            <a:pathLst>
              <a:path w="923925" h="876300">
                <a:moveTo>
                  <a:pt x="476250" y="19050"/>
                </a:moveTo>
                <a:lnTo>
                  <a:pt x="485775" y="19050"/>
                </a:lnTo>
                <a:lnTo>
                  <a:pt x="485775" y="28575"/>
                </a:lnTo>
                <a:lnTo>
                  <a:pt x="495300" y="28575"/>
                </a:lnTo>
                <a:lnTo>
                  <a:pt x="495300" y="38100"/>
                </a:lnTo>
                <a:lnTo>
                  <a:pt x="523875" y="38100"/>
                </a:lnTo>
                <a:lnTo>
                  <a:pt x="523875" y="47625"/>
                </a:lnTo>
                <a:lnTo>
                  <a:pt x="504825" y="47625"/>
                </a:lnTo>
                <a:lnTo>
                  <a:pt x="504825" y="57150"/>
                </a:lnTo>
                <a:lnTo>
                  <a:pt x="495300" y="57150"/>
                </a:lnTo>
                <a:lnTo>
                  <a:pt x="495300" y="47625"/>
                </a:lnTo>
                <a:lnTo>
                  <a:pt x="485775" y="47625"/>
                </a:lnTo>
                <a:lnTo>
                  <a:pt x="485775" y="38100"/>
                </a:lnTo>
                <a:lnTo>
                  <a:pt x="476250" y="38100"/>
                </a:lnTo>
                <a:close/>
                <a:moveTo>
                  <a:pt x="133350" y="28575"/>
                </a:moveTo>
                <a:lnTo>
                  <a:pt x="152400" y="28575"/>
                </a:lnTo>
                <a:lnTo>
                  <a:pt x="152400" y="38100"/>
                </a:lnTo>
                <a:lnTo>
                  <a:pt x="133350" y="38100"/>
                </a:lnTo>
                <a:close/>
                <a:moveTo>
                  <a:pt x="161925" y="28575"/>
                </a:moveTo>
                <a:lnTo>
                  <a:pt x="171450" y="28575"/>
                </a:lnTo>
                <a:lnTo>
                  <a:pt x="171450" y="38100"/>
                </a:lnTo>
                <a:lnTo>
                  <a:pt x="161925" y="38100"/>
                </a:lnTo>
                <a:close/>
                <a:moveTo>
                  <a:pt x="180975" y="28575"/>
                </a:moveTo>
                <a:lnTo>
                  <a:pt x="190500" y="28575"/>
                </a:lnTo>
                <a:lnTo>
                  <a:pt x="190500" y="47625"/>
                </a:lnTo>
                <a:lnTo>
                  <a:pt x="171450" y="47625"/>
                </a:lnTo>
                <a:lnTo>
                  <a:pt x="171450" y="38100"/>
                </a:lnTo>
                <a:lnTo>
                  <a:pt x="180975" y="38100"/>
                </a:lnTo>
                <a:close/>
                <a:moveTo>
                  <a:pt x="628650" y="28575"/>
                </a:moveTo>
                <a:lnTo>
                  <a:pt x="647700" y="28575"/>
                </a:lnTo>
                <a:lnTo>
                  <a:pt x="647700" y="38100"/>
                </a:lnTo>
                <a:lnTo>
                  <a:pt x="638175" y="38100"/>
                </a:lnTo>
                <a:lnTo>
                  <a:pt x="638175" y="47625"/>
                </a:lnTo>
                <a:lnTo>
                  <a:pt x="628650" y="47625"/>
                </a:lnTo>
                <a:close/>
                <a:moveTo>
                  <a:pt x="600075" y="85725"/>
                </a:moveTo>
                <a:lnTo>
                  <a:pt x="609600" y="85725"/>
                </a:lnTo>
                <a:lnTo>
                  <a:pt x="609600" y="95250"/>
                </a:lnTo>
                <a:lnTo>
                  <a:pt x="600075" y="95250"/>
                </a:lnTo>
                <a:close/>
                <a:moveTo>
                  <a:pt x="638175" y="104775"/>
                </a:moveTo>
                <a:lnTo>
                  <a:pt x="657225" y="104775"/>
                </a:lnTo>
                <a:lnTo>
                  <a:pt x="657225" y="114300"/>
                </a:lnTo>
                <a:lnTo>
                  <a:pt x="676275" y="114300"/>
                </a:lnTo>
                <a:lnTo>
                  <a:pt x="676275" y="104775"/>
                </a:lnTo>
                <a:lnTo>
                  <a:pt x="695325" y="104775"/>
                </a:lnTo>
                <a:lnTo>
                  <a:pt x="695325" y="114300"/>
                </a:lnTo>
                <a:lnTo>
                  <a:pt x="685800" y="114300"/>
                </a:lnTo>
                <a:lnTo>
                  <a:pt x="685800" y="123825"/>
                </a:lnTo>
                <a:lnTo>
                  <a:pt x="695325" y="123825"/>
                </a:lnTo>
                <a:lnTo>
                  <a:pt x="695325" y="133350"/>
                </a:lnTo>
                <a:lnTo>
                  <a:pt x="685800" y="133350"/>
                </a:lnTo>
                <a:lnTo>
                  <a:pt x="685800" y="142875"/>
                </a:lnTo>
                <a:lnTo>
                  <a:pt x="657225" y="142875"/>
                </a:lnTo>
                <a:lnTo>
                  <a:pt x="657225" y="133350"/>
                </a:lnTo>
                <a:lnTo>
                  <a:pt x="647700" y="133350"/>
                </a:lnTo>
                <a:lnTo>
                  <a:pt x="647700" y="123825"/>
                </a:lnTo>
                <a:lnTo>
                  <a:pt x="638175" y="123825"/>
                </a:lnTo>
                <a:close/>
                <a:moveTo>
                  <a:pt x="619125" y="114300"/>
                </a:moveTo>
                <a:lnTo>
                  <a:pt x="628650" y="114300"/>
                </a:lnTo>
                <a:lnTo>
                  <a:pt x="628650" y="123825"/>
                </a:lnTo>
                <a:lnTo>
                  <a:pt x="619125" y="123825"/>
                </a:lnTo>
                <a:close/>
                <a:moveTo>
                  <a:pt x="152400" y="123825"/>
                </a:moveTo>
                <a:lnTo>
                  <a:pt x="161925" y="123825"/>
                </a:lnTo>
                <a:lnTo>
                  <a:pt x="161925" y="133350"/>
                </a:lnTo>
                <a:lnTo>
                  <a:pt x="152400" y="133350"/>
                </a:lnTo>
                <a:close/>
                <a:moveTo>
                  <a:pt x="133350" y="133350"/>
                </a:moveTo>
                <a:lnTo>
                  <a:pt x="142875" y="133350"/>
                </a:lnTo>
                <a:lnTo>
                  <a:pt x="142875" y="142875"/>
                </a:lnTo>
                <a:lnTo>
                  <a:pt x="133350" y="142875"/>
                </a:lnTo>
                <a:close/>
                <a:moveTo>
                  <a:pt x="95250" y="190500"/>
                </a:moveTo>
                <a:lnTo>
                  <a:pt x="104775" y="190500"/>
                </a:lnTo>
                <a:lnTo>
                  <a:pt x="104775" y="200025"/>
                </a:lnTo>
                <a:lnTo>
                  <a:pt x="95250" y="200025"/>
                </a:lnTo>
                <a:close/>
                <a:moveTo>
                  <a:pt x="104775" y="657225"/>
                </a:moveTo>
                <a:lnTo>
                  <a:pt x="114300" y="657225"/>
                </a:lnTo>
                <a:lnTo>
                  <a:pt x="114300" y="666750"/>
                </a:lnTo>
                <a:lnTo>
                  <a:pt x="104775" y="666750"/>
                </a:lnTo>
                <a:close/>
                <a:moveTo>
                  <a:pt x="133350" y="666750"/>
                </a:moveTo>
                <a:lnTo>
                  <a:pt x="142875" y="666750"/>
                </a:lnTo>
                <a:lnTo>
                  <a:pt x="142875" y="685800"/>
                </a:lnTo>
                <a:lnTo>
                  <a:pt x="152400" y="685800"/>
                </a:lnTo>
                <a:lnTo>
                  <a:pt x="152400" y="695325"/>
                </a:lnTo>
                <a:lnTo>
                  <a:pt x="133350" y="695325"/>
                </a:lnTo>
                <a:lnTo>
                  <a:pt x="133350" y="685800"/>
                </a:lnTo>
                <a:lnTo>
                  <a:pt x="123825" y="685800"/>
                </a:lnTo>
                <a:lnTo>
                  <a:pt x="123825" y="676275"/>
                </a:lnTo>
                <a:lnTo>
                  <a:pt x="133350" y="676275"/>
                </a:lnTo>
                <a:close/>
                <a:moveTo>
                  <a:pt x="180975" y="704850"/>
                </a:moveTo>
                <a:lnTo>
                  <a:pt x="200025" y="704850"/>
                </a:lnTo>
                <a:lnTo>
                  <a:pt x="200025" y="723900"/>
                </a:lnTo>
                <a:lnTo>
                  <a:pt x="190500" y="723900"/>
                </a:lnTo>
                <a:lnTo>
                  <a:pt x="190500" y="733425"/>
                </a:lnTo>
                <a:lnTo>
                  <a:pt x="180975" y="733425"/>
                </a:lnTo>
                <a:lnTo>
                  <a:pt x="180975" y="723900"/>
                </a:lnTo>
                <a:lnTo>
                  <a:pt x="171450" y="723900"/>
                </a:lnTo>
                <a:lnTo>
                  <a:pt x="171450" y="714375"/>
                </a:lnTo>
                <a:lnTo>
                  <a:pt x="180975" y="714375"/>
                </a:lnTo>
                <a:close/>
                <a:moveTo>
                  <a:pt x="200025" y="723900"/>
                </a:moveTo>
                <a:lnTo>
                  <a:pt x="209550" y="723900"/>
                </a:lnTo>
                <a:lnTo>
                  <a:pt x="209550" y="733425"/>
                </a:lnTo>
                <a:lnTo>
                  <a:pt x="200025" y="733425"/>
                </a:lnTo>
                <a:close/>
                <a:moveTo>
                  <a:pt x="238125" y="762000"/>
                </a:moveTo>
                <a:lnTo>
                  <a:pt x="257175" y="762000"/>
                </a:lnTo>
                <a:lnTo>
                  <a:pt x="257175" y="771525"/>
                </a:lnTo>
                <a:lnTo>
                  <a:pt x="238125" y="771525"/>
                </a:lnTo>
                <a:close/>
              </a:path>
            </a:pathLst>
          </a:custGeom>
          <a:solidFill xmlns:a="http://schemas.openxmlformats.org/drawingml/2006/main">
            <a:srgbClr val="F1EFE1"/>
          </a:solidFill>
          <a:ln xmlns:a="http://schemas.openxmlformats.org/drawingml/2006/main" w="0">
            <a:noFill/>
          </a:ln>
        </p:spPr>
      </p:sp>
      <p:sp>
        <p:nvSpPr>
          <p:cNvPr id="50" name="limits vector #efefe5">
            <a:extLst xmlns:a="http://schemas.openxmlformats.org/drawingml/2006/main">
              <a:ext uri="{FF2B5EF4-FFF2-40B4-BE49-F238E27FC236}">
                <a16:creationId xmlns:a16="http://schemas.microsoft.com/office/drawing/2014/main" id="{37907469-6AFF-4509-A272-DF0EB9D6352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076950" y="1504950"/>
            <a:ext cx="923925" cy="876300"/>
          </a:xfrm>
          <a:custGeom xmlns:a="http://schemas.openxmlformats.org/drawingml/2006/main">
            <a:pathLst>
              <a:path w="923925" h="876300">
                <a:moveTo>
                  <a:pt x="323850" y="57150"/>
                </a:moveTo>
                <a:lnTo>
                  <a:pt x="333375" y="57150"/>
                </a:lnTo>
                <a:lnTo>
                  <a:pt x="333375" y="66675"/>
                </a:lnTo>
                <a:lnTo>
                  <a:pt x="323850" y="66675"/>
                </a:lnTo>
                <a:close/>
                <a:moveTo>
                  <a:pt x="476250" y="57150"/>
                </a:moveTo>
                <a:lnTo>
                  <a:pt x="495300" y="57150"/>
                </a:lnTo>
                <a:lnTo>
                  <a:pt x="495300" y="76200"/>
                </a:lnTo>
                <a:lnTo>
                  <a:pt x="485775" y="76200"/>
                </a:lnTo>
                <a:lnTo>
                  <a:pt x="485775" y="66675"/>
                </a:lnTo>
                <a:lnTo>
                  <a:pt x="476250" y="66675"/>
                </a:lnTo>
                <a:close/>
                <a:moveTo>
                  <a:pt x="514350" y="66675"/>
                </a:moveTo>
                <a:lnTo>
                  <a:pt x="523875" y="66675"/>
                </a:lnTo>
                <a:lnTo>
                  <a:pt x="523875" y="76200"/>
                </a:lnTo>
                <a:lnTo>
                  <a:pt x="514350" y="76200"/>
                </a:lnTo>
                <a:close/>
                <a:moveTo>
                  <a:pt x="238125" y="85725"/>
                </a:moveTo>
                <a:lnTo>
                  <a:pt x="257175" y="85725"/>
                </a:lnTo>
                <a:lnTo>
                  <a:pt x="257175" y="95250"/>
                </a:lnTo>
                <a:lnTo>
                  <a:pt x="247650" y="95250"/>
                </a:lnTo>
                <a:lnTo>
                  <a:pt x="247650" y="104775"/>
                </a:lnTo>
                <a:lnTo>
                  <a:pt x="228600" y="104775"/>
                </a:lnTo>
                <a:lnTo>
                  <a:pt x="228600" y="95250"/>
                </a:lnTo>
                <a:lnTo>
                  <a:pt x="238125" y="95250"/>
                </a:lnTo>
                <a:close/>
                <a:moveTo>
                  <a:pt x="619125" y="123825"/>
                </a:moveTo>
                <a:lnTo>
                  <a:pt x="628650" y="123825"/>
                </a:lnTo>
                <a:lnTo>
                  <a:pt x="628650" y="133350"/>
                </a:lnTo>
                <a:lnTo>
                  <a:pt x="647700" y="133350"/>
                </a:lnTo>
                <a:lnTo>
                  <a:pt x="647700" y="152400"/>
                </a:lnTo>
                <a:lnTo>
                  <a:pt x="638175" y="152400"/>
                </a:lnTo>
                <a:lnTo>
                  <a:pt x="638175" y="142875"/>
                </a:lnTo>
                <a:lnTo>
                  <a:pt x="619125" y="142875"/>
                </a:lnTo>
                <a:close/>
                <a:moveTo>
                  <a:pt x="152400" y="152400"/>
                </a:moveTo>
                <a:lnTo>
                  <a:pt x="171450" y="152400"/>
                </a:lnTo>
                <a:lnTo>
                  <a:pt x="171450" y="161925"/>
                </a:lnTo>
                <a:lnTo>
                  <a:pt x="152400" y="161925"/>
                </a:lnTo>
                <a:close/>
                <a:moveTo>
                  <a:pt x="647700" y="152400"/>
                </a:moveTo>
                <a:lnTo>
                  <a:pt x="657225" y="152400"/>
                </a:lnTo>
                <a:lnTo>
                  <a:pt x="657225" y="161925"/>
                </a:lnTo>
                <a:lnTo>
                  <a:pt x="647700" y="161925"/>
                </a:lnTo>
                <a:close/>
                <a:moveTo>
                  <a:pt x="142875" y="161925"/>
                </a:moveTo>
                <a:lnTo>
                  <a:pt x="152400" y="161925"/>
                </a:lnTo>
                <a:lnTo>
                  <a:pt x="152400" y="180975"/>
                </a:lnTo>
                <a:lnTo>
                  <a:pt x="142875" y="180975"/>
                </a:lnTo>
                <a:lnTo>
                  <a:pt x="142875" y="190500"/>
                </a:lnTo>
                <a:lnTo>
                  <a:pt x="133350" y="190500"/>
                </a:lnTo>
                <a:lnTo>
                  <a:pt x="133350" y="200025"/>
                </a:lnTo>
                <a:lnTo>
                  <a:pt x="123825" y="200025"/>
                </a:lnTo>
                <a:lnTo>
                  <a:pt x="123825" y="219075"/>
                </a:lnTo>
                <a:lnTo>
                  <a:pt x="114300" y="219075"/>
                </a:lnTo>
                <a:lnTo>
                  <a:pt x="114300" y="209550"/>
                </a:lnTo>
                <a:lnTo>
                  <a:pt x="104775" y="209550"/>
                </a:lnTo>
                <a:lnTo>
                  <a:pt x="104775" y="200025"/>
                </a:lnTo>
                <a:lnTo>
                  <a:pt x="114300" y="200025"/>
                </a:lnTo>
                <a:lnTo>
                  <a:pt x="114300" y="190500"/>
                </a:lnTo>
                <a:lnTo>
                  <a:pt x="123825" y="190500"/>
                </a:lnTo>
                <a:lnTo>
                  <a:pt x="123825" y="180975"/>
                </a:lnTo>
                <a:lnTo>
                  <a:pt x="133350" y="180975"/>
                </a:lnTo>
                <a:lnTo>
                  <a:pt x="133350" y="171450"/>
                </a:lnTo>
                <a:lnTo>
                  <a:pt x="142875" y="171450"/>
                </a:lnTo>
                <a:close/>
                <a:moveTo>
                  <a:pt x="657225" y="171450"/>
                </a:moveTo>
                <a:lnTo>
                  <a:pt x="666750" y="171450"/>
                </a:lnTo>
                <a:lnTo>
                  <a:pt x="666750" y="180975"/>
                </a:lnTo>
                <a:lnTo>
                  <a:pt x="657225" y="180975"/>
                </a:lnTo>
                <a:close/>
                <a:moveTo>
                  <a:pt x="685800" y="190500"/>
                </a:moveTo>
                <a:lnTo>
                  <a:pt x="695325" y="190500"/>
                </a:lnTo>
                <a:lnTo>
                  <a:pt x="695325" y="200025"/>
                </a:lnTo>
                <a:lnTo>
                  <a:pt x="714375" y="200025"/>
                </a:lnTo>
                <a:lnTo>
                  <a:pt x="714375" y="238125"/>
                </a:lnTo>
                <a:lnTo>
                  <a:pt x="704850" y="238125"/>
                </a:lnTo>
                <a:lnTo>
                  <a:pt x="704850" y="228600"/>
                </a:lnTo>
                <a:lnTo>
                  <a:pt x="695325" y="228600"/>
                </a:lnTo>
                <a:lnTo>
                  <a:pt x="695325" y="219075"/>
                </a:lnTo>
                <a:lnTo>
                  <a:pt x="704850" y="219075"/>
                </a:lnTo>
                <a:lnTo>
                  <a:pt x="704850" y="209550"/>
                </a:lnTo>
                <a:lnTo>
                  <a:pt x="685800" y="209550"/>
                </a:lnTo>
                <a:close/>
                <a:moveTo>
                  <a:pt x="95250" y="219075"/>
                </a:moveTo>
                <a:lnTo>
                  <a:pt x="104775" y="219075"/>
                </a:lnTo>
                <a:lnTo>
                  <a:pt x="104775" y="228600"/>
                </a:lnTo>
                <a:lnTo>
                  <a:pt x="95250" y="228600"/>
                </a:lnTo>
                <a:close/>
                <a:moveTo>
                  <a:pt x="95250" y="238125"/>
                </a:moveTo>
                <a:lnTo>
                  <a:pt x="104775" y="238125"/>
                </a:lnTo>
                <a:lnTo>
                  <a:pt x="104775" y="247650"/>
                </a:lnTo>
                <a:lnTo>
                  <a:pt x="95250" y="247650"/>
                </a:lnTo>
                <a:close/>
                <a:moveTo>
                  <a:pt x="714375" y="238125"/>
                </a:moveTo>
                <a:lnTo>
                  <a:pt x="723900" y="238125"/>
                </a:lnTo>
                <a:lnTo>
                  <a:pt x="723900" y="247650"/>
                </a:lnTo>
                <a:lnTo>
                  <a:pt x="714375" y="247650"/>
                </a:lnTo>
                <a:close/>
                <a:moveTo>
                  <a:pt x="85725" y="247650"/>
                </a:moveTo>
                <a:lnTo>
                  <a:pt x="95250" y="247650"/>
                </a:lnTo>
                <a:lnTo>
                  <a:pt x="95250" y="257175"/>
                </a:lnTo>
                <a:lnTo>
                  <a:pt x="85725" y="257175"/>
                </a:lnTo>
                <a:close/>
                <a:moveTo>
                  <a:pt x="723900" y="257175"/>
                </a:moveTo>
                <a:lnTo>
                  <a:pt x="733425" y="257175"/>
                </a:lnTo>
                <a:lnTo>
                  <a:pt x="733425" y="266700"/>
                </a:lnTo>
                <a:lnTo>
                  <a:pt x="723900" y="266700"/>
                </a:lnTo>
                <a:close/>
                <a:moveTo>
                  <a:pt x="76200" y="266700"/>
                </a:moveTo>
                <a:lnTo>
                  <a:pt x="85725" y="266700"/>
                </a:lnTo>
                <a:lnTo>
                  <a:pt x="85725" y="276225"/>
                </a:lnTo>
                <a:lnTo>
                  <a:pt x="76200" y="276225"/>
                </a:lnTo>
                <a:close/>
                <a:moveTo>
                  <a:pt x="304800" y="285750"/>
                </a:moveTo>
                <a:lnTo>
                  <a:pt x="314325" y="285750"/>
                </a:lnTo>
                <a:lnTo>
                  <a:pt x="314325" y="295275"/>
                </a:lnTo>
                <a:lnTo>
                  <a:pt x="304800" y="295275"/>
                </a:lnTo>
                <a:close/>
                <a:moveTo>
                  <a:pt x="333375" y="285750"/>
                </a:moveTo>
                <a:lnTo>
                  <a:pt x="352425" y="285750"/>
                </a:lnTo>
                <a:lnTo>
                  <a:pt x="352425" y="295275"/>
                </a:lnTo>
                <a:lnTo>
                  <a:pt x="342900" y="295275"/>
                </a:lnTo>
                <a:lnTo>
                  <a:pt x="342900" y="314325"/>
                </a:lnTo>
                <a:lnTo>
                  <a:pt x="323850" y="314325"/>
                </a:lnTo>
                <a:lnTo>
                  <a:pt x="323850" y="304800"/>
                </a:lnTo>
                <a:lnTo>
                  <a:pt x="333375" y="304800"/>
                </a:lnTo>
                <a:close/>
                <a:moveTo>
                  <a:pt x="457200" y="285750"/>
                </a:moveTo>
                <a:lnTo>
                  <a:pt x="466725" y="285750"/>
                </a:lnTo>
                <a:lnTo>
                  <a:pt x="466725" y="295275"/>
                </a:lnTo>
                <a:lnTo>
                  <a:pt x="457200" y="295275"/>
                </a:lnTo>
                <a:close/>
                <a:moveTo>
                  <a:pt x="476250" y="285750"/>
                </a:moveTo>
                <a:lnTo>
                  <a:pt x="504825" y="285750"/>
                </a:lnTo>
                <a:lnTo>
                  <a:pt x="504825" y="295275"/>
                </a:lnTo>
                <a:lnTo>
                  <a:pt x="485775" y="295275"/>
                </a:lnTo>
                <a:lnTo>
                  <a:pt x="485775" y="304800"/>
                </a:lnTo>
                <a:lnTo>
                  <a:pt x="514350" y="304800"/>
                </a:lnTo>
                <a:lnTo>
                  <a:pt x="514350" y="314325"/>
                </a:lnTo>
                <a:lnTo>
                  <a:pt x="476250" y="314325"/>
                </a:lnTo>
                <a:lnTo>
                  <a:pt x="476250" y="323850"/>
                </a:lnTo>
                <a:lnTo>
                  <a:pt x="466725" y="323850"/>
                </a:lnTo>
                <a:lnTo>
                  <a:pt x="466725" y="352425"/>
                </a:lnTo>
                <a:lnTo>
                  <a:pt x="447675" y="352425"/>
                </a:lnTo>
                <a:lnTo>
                  <a:pt x="447675" y="314325"/>
                </a:lnTo>
                <a:lnTo>
                  <a:pt x="466725" y="314325"/>
                </a:lnTo>
                <a:lnTo>
                  <a:pt x="466725" y="304800"/>
                </a:lnTo>
                <a:lnTo>
                  <a:pt x="476250" y="304800"/>
                </a:lnTo>
                <a:close/>
                <a:moveTo>
                  <a:pt x="295275" y="295275"/>
                </a:moveTo>
                <a:lnTo>
                  <a:pt x="304800" y="295275"/>
                </a:lnTo>
                <a:lnTo>
                  <a:pt x="304800" y="304800"/>
                </a:lnTo>
                <a:lnTo>
                  <a:pt x="295275" y="304800"/>
                </a:lnTo>
                <a:close/>
                <a:moveTo>
                  <a:pt x="352425" y="295275"/>
                </a:moveTo>
                <a:lnTo>
                  <a:pt x="361950" y="295275"/>
                </a:lnTo>
                <a:lnTo>
                  <a:pt x="361950" y="314325"/>
                </a:lnTo>
                <a:lnTo>
                  <a:pt x="352425" y="314325"/>
                </a:lnTo>
                <a:close/>
                <a:moveTo>
                  <a:pt x="447675" y="295275"/>
                </a:moveTo>
                <a:lnTo>
                  <a:pt x="457200" y="295275"/>
                </a:lnTo>
                <a:lnTo>
                  <a:pt x="457200" y="304800"/>
                </a:lnTo>
                <a:lnTo>
                  <a:pt x="447675" y="304800"/>
                </a:lnTo>
                <a:close/>
                <a:moveTo>
                  <a:pt x="57150" y="304800"/>
                </a:moveTo>
                <a:lnTo>
                  <a:pt x="76200" y="304800"/>
                </a:lnTo>
                <a:lnTo>
                  <a:pt x="76200" y="314325"/>
                </a:lnTo>
                <a:lnTo>
                  <a:pt x="66675" y="314325"/>
                </a:lnTo>
                <a:lnTo>
                  <a:pt x="66675" y="361950"/>
                </a:lnTo>
                <a:lnTo>
                  <a:pt x="47625" y="361950"/>
                </a:lnTo>
                <a:lnTo>
                  <a:pt x="47625" y="342900"/>
                </a:lnTo>
                <a:lnTo>
                  <a:pt x="57150" y="342900"/>
                </a:lnTo>
                <a:close/>
                <a:moveTo>
                  <a:pt x="742950" y="323850"/>
                </a:moveTo>
                <a:lnTo>
                  <a:pt x="762000" y="323850"/>
                </a:lnTo>
                <a:lnTo>
                  <a:pt x="762000" y="342900"/>
                </a:lnTo>
                <a:lnTo>
                  <a:pt x="742950" y="342900"/>
                </a:lnTo>
                <a:close/>
                <a:moveTo>
                  <a:pt x="466725" y="361950"/>
                </a:moveTo>
                <a:lnTo>
                  <a:pt x="476250" y="361950"/>
                </a:lnTo>
                <a:lnTo>
                  <a:pt x="476250" y="371475"/>
                </a:lnTo>
                <a:lnTo>
                  <a:pt x="466725" y="371475"/>
                </a:lnTo>
                <a:close/>
                <a:moveTo>
                  <a:pt x="495300" y="361950"/>
                </a:moveTo>
                <a:lnTo>
                  <a:pt x="504825" y="361950"/>
                </a:lnTo>
                <a:lnTo>
                  <a:pt x="504825" y="371475"/>
                </a:lnTo>
                <a:lnTo>
                  <a:pt x="495300" y="371475"/>
                </a:lnTo>
                <a:close/>
                <a:moveTo>
                  <a:pt x="752475" y="361950"/>
                </a:moveTo>
                <a:lnTo>
                  <a:pt x="771525" y="361950"/>
                </a:lnTo>
                <a:lnTo>
                  <a:pt x="771525" y="381000"/>
                </a:lnTo>
                <a:lnTo>
                  <a:pt x="752475" y="381000"/>
                </a:lnTo>
                <a:close/>
                <a:moveTo>
                  <a:pt x="485775" y="371475"/>
                </a:moveTo>
                <a:lnTo>
                  <a:pt x="495300" y="371475"/>
                </a:lnTo>
                <a:lnTo>
                  <a:pt x="495300" y="381000"/>
                </a:lnTo>
                <a:lnTo>
                  <a:pt x="485775" y="381000"/>
                </a:lnTo>
                <a:close/>
                <a:moveTo>
                  <a:pt x="504825" y="371475"/>
                </a:moveTo>
                <a:lnTo>
                  <a:pt x="514350" y="371475"/>
                </a:lnTo>
                <a:lnTo>
                  <a:pt x="514350" y="390525"/>
                </a:lnTo>
                <a:lnTo>
                  <a:pt x="504825" y="390525"/>
                </a:lnTo>
                <a:close/>
                <a:moveTo>
                  <a:pt x="504825" y="409575"/>
                </a:moveTo>
                <a:lnTo>
                  <a:pt x="514350" y="409575"/>
                </a:lnTo>
                <a:lnTo>
                  <a:pt x="514350" y="447675"/>
                </a:lnTo>
                <a:lnTo>
                  <a:pt x="495300" y="447675"/>
                </a:lnTo>
                <a:lnTo>
                  <a:pt x="495300" y="438150"/>
                </a:lnTo>
                <a:lnTo>
                  <a:pt x="485775" y="438150"/>
                </a:lnTo>
                <a:lnTo>
                  <a:pt x="485775" y="428625"/>
                </a:lnTo>
                <a:lnTo>
                  <a:pt x="504825" y="428625"/>
                </a:lnTo>
                <a:close/>
                <a:moveTo>
                  <a:pt x="752475" y="409575"/>
                </a:moveTo>
                <a:lnTo>
                  <a:pt x="771525" y="409575"/>
                </a:lnTo>
                <a:lnTo>
                  <a:pt x="771525" y="438150"/>
                </a:lnTo>
                <a:lnTo>
                  <a:pt x="752475" y="438150"/>
                </a:lnTo>
                <a:close/>
                <a:moveTo>
                  <a:pt x="447675" y="428625"/>
                </a:moveTo>
                <a:lnTo>
                  <a:pt x="476250" y="428625"/>
                </a:lnTo>
                <a:lnTo>
                  <a:pt x="476250" y="438150"/>
                </a:lnTo>
                <a:lnTo>
                  <a:pt x="466725" y="438150"/>
                </a:lnTo>
                <a:lnTo>
                  <a:pt x="466725" y="457200"/>
                </a:lnTo>
                <a:lnTo>
                  <a:pt x="447675" y="457200"/>
                </a:lnTo>
                <a:close/>
                <a:moveTo>
                  <a:pt x="352425" y="438150"/>
                </a:moveTo>
                <a:lnTo>
                  <a:pt x="361950" y="438150"/>
                </a:lnTo>
                <a:lnTo>
                  <a:pt x="361950" y="457200"/>
                </a:lnTo>
                <a:lnTo>
                  <a:pt x="352425" y="457200"/>
                </a:lnTo>
                <a:close/>
                <a:moveTo>
                  <a:pt x="47625" y="466725"/>
                </a:moveTo>
                <a:lnTo>
                  <a:pt x="66675" y="466725"/>
                </a:lnTo>
                <a:lnTo>
                  <a:pt x="66675" y="485775"/>
                </a:lnTo>
                <a:lnTo>
                  <a:pt x="47625" y="485775"/>
                </a:lnTo>
                <a:close/>
                <a:moveTo>
                  <a:pt x="295275" y="466725"/>
                </a:moveTo>
                <a:lnTo>
                  <a:pt x="314325" y="466725"/>
                </a:lnTo>
                <a:lnTo>
                  <a:pt x="314325" y="476250"/>
                </a:lnTo>
                <a:lnTo>
                  <a:pt x="295275" y="476250"/>
                </a:lnTo>
                <a:close/>
                <a:moveTo>
                  <a:pt x="447675" y="485775"/>
                </a:moveTo>
                <a:lnTo>
                  <a:pt x="466725" y="485775"/>
                </a:lnTo>
                <a:lnTo>
                  <a:pt x="466725" y="514350"/>
                </a:lnTo>
                <a:lnTo>
                  <a:pt x="476250" y="514350"/>
                </a:lnTo>
                <a:lnTo>
                  <a:pt x="476250" y="523875"/>
                </a:lnTo>
                <a:lnTo>
                  <a:pt x="457200" y="523875"/>
                </a:lnTo>
                <a:lnTo>
                  <a:pt x="457200" y="533400"/>
                </a:lnTo>
                <a:lnTo>
                  <a:pt x="447675" y="533400"/>
                </a:lnTo>
                <a:close/>
                <a:moveTo>
                  <a:pt x="676275" y="495300"/>
                </a:moveTo>
                <a:lnTo>
                  <a:pt x="685800" y="495300"/>
                </a:lnTo>
                <a:lnTo>
                  <a:pt x="685800" y="504825"/>
                </a:lnTo>
                <a:lnTo>
                  <a:pt x="676275" y="504825"/>
                </a:lnTo>
                <a:close/>
                <a:moveTo>
                  <a:pt x="695325" y="495300"/>
                </a:moveTo>
                <a:lnTo>
                  <a:pt x="704850" y="495300"/>
                </a:lnTo>
                <a:lnTo>
                  <a:pt x="704850" y="504825"/>
                </a:lnTo>
                <a:lnTo>
                  <a:pt x="695325" y="504825"/>
                </a:lnTo>
                <a:close/>
                <a:moveTo>
                  <a:pt x="57150" y="504825"/>
                </a:moveTo>
                <a:lnTo>
                  <a:pt x="66675" y="504825"/>
                </a:lnTo>
                <a:lnTo>
                  <a:pt x="66675" y="514350"/>
                </a:lnTo>
                <a:lnTo>
                  <a:pt x="76200" y="514350"/>
                </a:lnTo>
                <a:lnTo>
                  <a:pt x="76200" y="542925"/>
                </a:lnTo>
                <a:lnTo>
                  <a:pt x="85725" y="542925"/>
                </a:lnTo>
                <a:lnTo>
                  <a:pt x="85725" y="552450"/>
                </a:lnTo>
                <a:lnTo>
                  <a:pt x="66675" y="552450"/>
                </a:lnTo>
                <a:lnTo>
                  <a:pt x="66675" y="523875"/>
                </a:lnTo>
                <a:lnTo>
                  <a:pt x="57150" y="523875"/>
                </a:lnTo>
                <a:close/>
                <a:moveTo>
                  <a:pt x="723900" y="504825"/>
                </a:moveTo>
                <a:lnTo>
                  <a:pt x="733425" y="504825"/>
                </a:lnTo>
                <a:lnTo>
                  <a:pt x="733425" y="533400"/>
                </a:lnTo>
                <a:lnTo>
                  <a:pt x="714375" y="533400"/>
                </a:lnTo>
                <a:lnTo>
                  <a:pt x="714375" y="514350"/>
                </a:lnTo>
                <a:lnTo>
                  <a:pt x="723900" y="514350"/>
                </a:lnTo>
                <a:close/>
                <a:moveTo>
                  <a:pt x="495300" y="514350"/>
                </a:moveTo>
                <a:lnTo>
                  <a:pt x="504825" y="514350"/>
                </a:lnTo>
                <a:lnTo>
                  <a:pt x="504825" y="523875"/>
                </a:lnTo>
                <a:lnTo>
                  <a:pt x="495300" y="523875"/>
                </a:lnTo>
                <a:close/>
                <a:moveTo>
                  <a:pt x="304800" y="523875"/>
                </a:moveTo>
                <a:lnTo>
                  <a:pt x="314325" y="523875"/>
                </a:lnTo>
                <a:lnTo>
                  <a:pt x="314325" y="533400"/>
                </a:lnTo>
                <a:lnTo>
                  <a:pt x="304800" y="533400"/>
                </a:lnTo>
                <a:close/>
                <a:moveTo>
                  <a:pt x="352425" y="523875"/>
                </a:moveTo>
                <a:lnTo>
                  <a:pt x="361950" y="523875"/>
                </a:lnTo>
                <a:lnTo>
                  <a:pt x="361950" y="533400"/>
                </a:lnTo>
                <a:lnTo>
                  <a:pt x="352425" y="533400"/>
                </a:lnTo>
                <a:close/>
                <a:moveTo>
                  <a:pt x="476250" y="523875"/>
                </a:moveTo>
                <a:lnTo>
                  <a:pt x="495300" y="523875"/>
                </a:lnTo>
                <a:lnTo>
                  <a:pt x="495300" y="533400"/>
                </a:lnTo>
                <a:lnTo>
                  <a:pt x="504825" y="533400"/>
                </a:lnTo>
                <a:lnTo>
                  <a:pt x="504825" y="523875"/>
                </a:lnTo>
                <a:lnTo>
                  <a:pt x="514350" y="523875"/>
                </a:lnTo>
                <a:lnTo>
                  <a:pt x="514350" y="533400"/>
                </a:lnTo>
                <a:lnTo>
                  <a:pt x="504825" y="533400"/>
                </a:lnTo>
                <a:lnTo>
                  <a:pt x="504825" y="542925"/>
                </a:lnTo>
                <a:lnTo>
                  <a:pt x="466725" y="542925"/>
                </a:lnTo>
                <a:lnTo>
                  <a:pt x="466725" y="533400"/>
                </a:lnTo>
                <a:lnTo>
                  <a:pt x="476250" y="533400"/>
                </a:lnTo>
                <a:close/>
                <a:moveTo>
                  <a:pt x="342900" y="533400"/>
                </a:moveTo>
                <a:lnTo>
                  <a:pt x="352425" y="533400"/>
                </a:lnTo>
                <a:lnTo>
                  <a:pt x="352425" y="542925"/>
                </a:lnTo>
                <a:lnTo>
                  <a:pt x="342900" y="542925"/>
                </a:lnTo>
                <a:close/>
                <a:moveTo>
                  <a:pt x="619125" y="533400"/>
                </a:moveTo>
                <a:lnTo>
                  <a:pt x="647700" y="533400"/>
                </a:lnTo>
                <a:lnTo>
                  <a:pt x="647700" y="542925"/>
                </a:lnTo>
                <a:lnTo>
                  <a:pt x="638175" y="542925"/>
                </a:lnTo>
                <a:lnTo>
                  <a:pt x="638175" y="571500"/>
                </a:lnTo>
                <a:lnTo>
                  <a:pt x="628650" y="571500"/>
                </a:lnTo>
                <a:lnTo>
                  <a:pt x="628650" y="552450"/>
                </a:lnTo>
                <a:lnTo>
                  <a:pt x="619125" y="552450"/>
                </a:lnTo>
                <a:close/>
                <a:moveTo>
                  <a:pt x="609600" y="552450"/>
                </a:moveTo>
                <a:lnTo>
                  <a:pt x="619125" y="552450"/>
                </a:lnTo>
                <a:lnTo>
                  <a:pt x="619125" y="571500"/>
                </a:lnTo>
                <a:lnTo>
                  <a:pt x="609600" y="571500"/>
                </a:lnTo>
                <a:close/>
                <a:moveTo>
                  <a:pt x="600075" y="571500"/>
                </a:moveTo>
                <a:lnTo>
                  <a:pt x="609600" y="571500"/>
                </a:lnTo>
                <a:lnTo>
                  <a:pt x="609600" y="581025"/>
                </a:lnTo>
                <a:lnTo>
                  <a:pt x="600075" y="581025"/>
                </a:lnTo>
                <a:close/>
                <a:moveTo>
                  <a:pt x="619125" y="571500"/>
                </a:moveTo>
                <a:lnTo>
                  <a:pt x="628650" y="571500"/>
                </a:lnTo>
                <a:lnTo>
                  <a:pt x="628650" y="581025"/>
                </a:lnTo>
                <a:lnTo>
                  <a:pt x="619125" y="581025"/>
                </a:lnTo>
                <a:close/>
                <a:moveTo>
                  <a:pt x="752475" y="571500"/>
                </a:moveTo>
                <a:lnTo>
                  <a:pt x="762000" y="571500"/>
                </a:lnTo>
                <a:lnTo>
                  <a:pt x="762000" y="581025"/>
                </a:lnTo>
                <a:lnTo>
                  <a:pt x="752475" y="581025"/>
                </a:lnTo>
                <a:close/>
                <a:moveTo>
                  <a:pt x="590550" y="581025"/>
                </a:moveTo>
                <a:lnTo>
                  <a:pt x="600075" y="581025"/>
                </a:lnTo>
                <a:lnTo>
                  <a:pt x="600075" y="590550"/>
                </a:lnTo>
                <a:lnTo>
                  <a:pt x="590550" y="590550"/>
                </a:lnTo>
                <a:close/>
                <a:moveTo>
                  <a:pt x="752475" y="590550"/>
                </a:moveTo>
                <a:lnTo>
                  <a:pt x="762000" y="590550"/>
                </a:lnTo>
                <a:lnTo>
                  <a:pt x="762000" y="600075"/>
                </a:lnTo>
                <a:lnTo>
                  <a:pt x="752475" y="600075"/>
                </a:lnTo>
                <a:close/>
                <a:moveTo>
                  <a:pt x="95250" y="600075"/>
                </a:moveTo>
                <a:lnTo>
                  <a:pt x="104775" y="600075"/>
                </a:lnTo>
                <a:lnTo>
                  <a:pt x="104775" y="609600"/>
                </a:lnTo>
                <a:lnTo>
                  <a:pt x="95250" y="609600"/>
                </a:lnTo>
                <a:close/>
                <a:moveTo>
                  <a:pt x="609600" y="600075"/>
                </a:moveTo>
                <a:lnTo>
                  <a:pt x="619125" y="600075"/>
                </a:lnTo>
                <a:lnTo>
                  <a:pt x="619125" y="609600"/>
                </a:lnTo>
                <a:lnTo>
                  <a:pt x="609600" y="609600"/>
                </a:lnTo>
                <a:close/>
                <a:moveTo>
                  <a:pt x="114300" y="619125"/>
                </a:moveTo>
                <a:lnTo>
                  <a:pt x="123825" y="619125"/>
                </a:lnTo>
                <a:lnTo>
                  <a:pt x="123825" y="628650"/>
                </a:lnTo>
                <a:lnTo>
                  <a:pt x="114300" y="628650"/>
                </a:lnTo>
                <a:close/>
                <a:moveTo>
                  <a:pt x="123825" y="628650"/>
                </a:moveTo>
                <a:lnTo>
                  <a:pt x="133350" y="628650"/>
                </a:lnTo>
                <a:lnTo>
                  <a:pt x="133350" y="638175"/>
                </a:lnTo>
                <a:lnTo>
                  <a:pt x="123825" y="638175"/>
                </a:lnTo>
                <a:close/>
                <a:moveTo>
                  <a:pt x="790575" y="647700"/>
                </a:moveTo>
                <a:lnTo>
                  <a:pt x="809625" y="647700"/>
                </a:lnTo>
                <a:lnTo>
                  <a:pt x="809625" y="666750"/>
                </a:lnTo>
                <a:lnTo>
                  <a:pt x="800100" y="666750"/>
                </a:lnTo>
                <a:lnTo>
                  <a:pt x="800100" y="657225"/>
                </a:lnTo>
                <a:lnTo>
                  <a:pt x="790575" y="657225"/>
                </a:lnTo>
                <a:close/>
                <a:moveTo>
                  <a:pt x="142875" y="657225"/>
                </a:moveTo>
                <a:lnTo>
                  <a:pt x="161925" y="657225"/>
                </a:lnTo>
                <a:lnTo>
                  <a:pt x="161925" y="666750"/>
                </a:lnTo>
                <a:lnTo>
                  <a:pt x="171450" y="666750"/>
                </a:lnTo>
                <a:lnTo>
                  <a:pt x="171450" y="676275"/>
                </a:lnTo>
                <a:lnTo>
                  <a:pt x="180975" y="676275"/>
                </a:lnTo>
                <a:lnTo>
                  <a:pt x="180975" y="685800"/>
                </a:lnTo>
                <a:lnTo>
                  <a:pt x="161925" y="685800"/>
                </a:lnTo>
                <a:lnTo>
                  <a:pt x="161925" y="676275"/>
                </a:lnTo>
                <a:lnTo>
                  <a:pt x="152400" y="676275"/>
                </a:lnTo>
                <a:lnTo>
                  <a:pt x="152400" y="666750"/>
                </a:lnTo>
                <a:lnTo>
                  <a:pt x="142875" y="666750"/>
                </a:lnTo>
                <a:close/>
                <a:moveTo>
                  <a:pt x="542925" y="666750"/>
                </a:moveTo>
                <a:lnTo>
                  <a:pt x="552450" y="666750"/>
                </a:lnTo>
                <a:lnTo>
                  <a:pt x="552450" y="676275"/>
                </a:lnTo>
                <a:lnTo>
                  <a:pt x="571500" y="676275"/>
                </a:lnTo>
                <a:lnTo>
                  <a:pt x="571500" y="685800"/>
                </a:lnTo>
                <a:lnTo>
                  <a:pt x="561975" y="685800"/>
                </a:lnTo>
                <a:lnTo>
                  <a:pt x="561975" y="695325"/>
                </a:lnTo>
                <a:lnTo>
                  <a:pt x="552450" y="695325"/>
                </a:lnTo>
                <a:lnTo>
                  <a:pt x="552450" y="714375"/>
                </a:lnTo>
                <a:lnTo>
                  <a:pt x="533400" y="714375"/>
                </a:lnTo>
                <a:lnTo>
                  <a:pt x="533400" y="685800"/>
                </a:lnTo>
                <a:lnTo>
                  <a:pt x="542925" y="685800"/>
                </a:lnTo>
                <a:close/>
                <a:moveTo>
                  <a:pt x="809625" y="666750"/>
                </a:moveTo>
                <a:lnTo>
                  <a:pt x="819150" y="666750"/>
                </a:lnTo>
                <a:lnTo>
                  <a:pt x="819150" y="676275"/>
                </a:lnTo>
                <a:lnTo>
                  <a:pt x="828675" y="676275"/>
                </a:lnTo>
                <a:lnTo>
                  <a:pt x="828675" y="695325"/>
                </a:lnTo>
                <a:lnTo>
                  <a:pt x="819150" y="695325"/>
                </a:lnTo>
                <a:lnTo>
                  <a:pt x="819150" y="685800"/>
                </a:lnTo>
                <a:lnTo>
                  <a:pt x="809625" y="685800"/>
                </a:lnTo>
                <a:close/>
                <a:moveTo>
                  <a:pt x="209550" y="704850"/>
                </a:moveTo>
                <a:lnTo>
                  <a:pt x="219075" y="704850"/>
                </a:lnTo>
                <a:lnTo>
                  <a:pt x="219075" y="714375"/>
                </a:lnTo>
                <a:lnTo>
                  <a:pt x="209550" y="714375"/>
                </a:lnTo>
                <a:close/>
                <a:moveTo>
                  <a:pt x="228600" y="714375"/>
                </a:moveTo>
                <a:lnTo>
                  <a:pt x="238125" y="714375"/>
                </a:lnTo>
                <a:lnTo>
                  <a:pt x="238125" y="723900"/>
                </a:lnTo>
                <a:lnTo>
                  <a:pt x="247650" y="723900"/>
                </a:lnTo>
                <a:lnTo>
                  <a:pt x="247650" y="733425"/>
                </a:lnTo>
                <a:lnTo>
                  <a:pt x="228600" y="733425"/>
                </a:lnTo>
                <a:close/>
                <a:moveTo>
                  <a:pt x="266700" y="733425"/>
                </a:moveTo>
                <a:lnTo>
                  <a:pt x="276225" y="733425"/>
                </a:lnTo>
                <a:lnTo>
                  <a:pt x="276225" y="742950"/>
                </a:lnTo>
                <a:lnTo>
                  <a:pt x="266700" y="742950"/>
                </a:lnTo>
                <a:close/>
                <a:moveTo>
                  <a:pt x="504825" y="733425"/>
                </a:moveTo>
                <a:lnTo>
                  <a:pt x="533400" y="733425"/>
                </a:lnTo>
                <a:lnTo>
                  <a:pt x="533400" y="742950"/>
                </a:lnTo>
                <a:lnTo>
                  <a:pt x="523875" y="742950"/>
                </a:lnTo>
                <a:lnTo>
                  <a:pt x="523875" y="762000"/>
                </a:lnTo>
                <a:lnTo>
                  <a:pt x="514350" y="762000"/>
                </a:lnTo>
                <a:lnTo>
                  <a:pt x="514350" y="771525"/>
                </a:lnTo>
                <a:lnTo>
                  <a:pt x="495300" y="771525"/>
                </a:lnTo>
                <a:lnTo>
                  <a:pt x="495300" y="762000"/>
                </a:lnTo>
                <a:lnTo>
                  <a:pt x="485775" y="762000"/>
                </a:lnTo>
                <a:lnTo>
                  <a:pt x="485775" y="752475"/>
                </a:lnTo>
                <a:lnTo>
                  <a:pt x="495300" y="752475"/>
                </a:lnTo>
                <a:lnTo>
                  <a:pt x="495300" y="742950"/>
                </a:lnTo>
                <a:lnTo>
                  <a:pt x="504825" y="742950"/>
                </a:lnTo>
                <a:close/>
                <a:moveTo>
                  <a:pt x="847725" y="733425"/>
                </a:moveTo>
                <a:lnTo>
                  <a:pt x="857250" y="733425"/>
                </a:lnTo>
                <a:lnTo>
                  <a:pt x="857250" y="742950"/>
                </a:lnTo>
                <a:lnTo>
                  <a:pt x="866775" y="742950"/>
                </a:lnTo>
                <a:lnTo>
                  <a:pt x="866775" y="752475"/>
                </a:lnTo>
                <a:lnTo>
                  <a:pt x="847725" y="752475"/>
                </a:lnTo>
                <a:close/>
                <a:moveTo>
                  <a:pt x="304800" y="752475"/>
                </a:moveTo>
                <a:lnTo>
                  <a:pt x="314325" y="752475"/>
                </a:lnTo>
                <a:lnTo>
                  <a:pt x="314325" y="771525"/>
                </a:lnTo>
                <a:lnTo>
                  <a:pt x="304800" y="771525"/>
                </a:lnTo>
                <a:close/>
                <a:moveTo>
                  <a:pt x="323850" y="752475"/>
                </a:moveTo>
                <a:lnTo>
                  <a:pt x="333375" y="752475"/>
                </a:lnTo>
                <a:lnTo>
                  <a:pt x="333375" y="771525"/>
                </a:lnTo>
                <a:lnTo>
                  <a:pt x="323850" y="771525"/>
                </a:lnTo>
                <a:close/>
                <a:moveTo>
                  <a:pt x="857250" y="762000"/>
                </a:moveTo>
                <a:lnTo>
                  <a:pt x="866775" y="762000"/>
                </a:lnTo>
                <a:lnTo>
                  <a:pt x="866775" y="771525"/>
                </a:lnTo>
                <a:lnTo>
                  <a:pt x="857250" y="771525"/>
                </a:lnTo>
                <a:close/>
              </a:path>
            </a:pathLst>
          </a:custGeom>
          <a:solidFill xmlns:a="http://schemas.openxmlformats.org/drawingml/2006/main">
            <a:srgbClr val="EFEFE5"/>
          </a:solidFill>
          <a:ln xmlns:a="http://schemas.openxmlformats.org/drawingml/2006/main" w="0">
            <a:noFill/>
          </a:ln>
        </p:spPr>
      </p:sp>
      <p:sp>
        <p:nvSpPr>
          <p:cNvPr id="51" name="limits vector #f1eee2">
            <a:extLst xmlns:a="http://schemas.openxmlformats.org/drawingml/2006/main">
              <a:ext uri="{FF2B5EF4-FFF2-40B4-BE49-F238E27FC236}">
                <a16:creationId xmlns:a16="http://schemas.microsoft.com/office/drawing/2014/main" id="{1B574693-8BEC-4488-B671-037D2C145BD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076950" y="1504950"/>
            <a:ext cx="923925" cy="876300"/>
          </a:xfrm>
          <a:custGeom xmlns:a="http://schemas.openxmlformats.org/drawingml/2006/main">
            <a:pathLst>
              <a:path w="923925" h="876300">
                <a:moveTo>
                  <a:pt x="85725" y="0"/>
                </a:moveTo>
                <a:lnTo>
                  <a:pt x="95250" y="0"/>
                </a:lnTo>
                <a:lnTo>
                  <a:pt x="95250" y="9525"/>
                </a:lnTo>
                <a:lnTo>
                  <a:pt x="85725" y="9525"/>
                </a:lnTo>
                <a:close/>
                <a:moveTo>
                  <a:pt x="495300" y="0"/>
                </a:moveTo>
                <a:lnTo>
                  <a:pt x="514350" y="0"/>
                </a:lnTo>
                <a:lnTo>
                  <a:pt x="514350" y="9525"/>
                </a:lnTo>
                <a:lnTo>
                  <a:pt x="495300" y="9525"/>
                </a:lnTo>
                <a:close/>
                <a:moveTo>
                  <a:pt x="57150" y="9525"/>
                </a:moveTo>
                <a:lnTo>
                  <a:pt x="66675" y="9525"/>
                </a:lnTo>
                <a:lnTo>
                  <a:pt x="66675" y="19050"/>
                </a:lnTo>
                <a:lnTo>
                  <a:pt x="57150" y="19050"/>
                </a:lnTo>
                <a:close/>
                <a:moveTo>
                  <a:pt x="95250" y="19050"/>
                </a:moveTo>
                <a:lnTo>
                  <a:pt x="123825" y="19050"/>
                </a:lnTo>
                <a:lnTo>
                  <a:pt x="123825" y="28575"/>
                </a:lnTo>
                <a:lnTo>
                  <a:pt x="133350" y="28575"/>
                </a:lnTo>
                <a:lnTo>
                  <a:pt x="133350" y="38100"/>
                </a:lnTo>
                <a:lnTo>
                  <a:pt x="104775" y="38100"/>
                </a:lnTo>
                <a:lnTo>
                  <a:pt x="104775" y="28575"/>
                </a:lnTo>
                <a:lnTo>
                  <a:pt x="95250" y="28575"/>
                </a:lnTo>
                <a:close/>
                <a:moveTo>
                  <a:pt x="247650" y="19050"/>
                </a:moveTo>
                <a:lnTo>
                  <a:pt x="257175" y="19050"/>
                </a:lnTo>
                <a:lnTo>
                  <a:pt x="257175" y="28575"/>
                </a:lnTo>
                <a:lnTo>
                  <a:pt x="276225" y="28575"/>
                </a:lnTo>
                <a:lnTo>
                  <a:pt x="276225" y="38100"/>
                </a:lnTo>
                <a:lnTo>
                  <a:pt x="333375" y="38100"/>
                </a:lnTo>
                <a:lnTo>
                  <a:pt x="333375" y="28575"/>
                </a:lnTo>
                <a:lnTo>
                  <a:pt x="371475" y="28575"/>
                </a:lnTo>
                <a:lnTo>
                  <a:pt x="371475" y="47625"/>
                </a:lnTo>
                <a:lnTo>
                  <a:pt x="342900" y="47625"/>
                </a:lnTo>
                <a:lnTo>
                  <a:pt x="342900" y="57150"/>
                </a:lnTo>
                <a:lnTo>
                  <a:pt x="304800" y="57150"/>
                </a:lnTo>
                <a:lnTo>
                  <a:pt x="304800" y="47625"/>
                </a:lnTo>
                <a:lnTo>
                  <a:pt x="295275" y="47625"/>
                </a:lnTo>
                <a:lnTo>
                  <a:pt x="295275" y="57150"/>
                </a:lnTo>
                <a:lnTo>
                  <a:pt x="304800" y="57150"/>
                </a:lnTo>
                <a:lnTo>
                  <a:pt x="304800" y="66675"/>
                </a:lnTo>
                <a:lnTo>
                  <a:pt x="276225" y="66675"/>
                </a:lnTo>
                <a:lnTo>
                  <a:pt x="276225" y="76200"/>
                </a:lnTo>
                <a:lnTo>
                  <a:pt x="266700" y="76200"/>
                </a:lnTo>
                <a:lnTo>
                  <a:pt x="266700" y="47625"/>
                </a:lnTo>
                <a:lnTo>
                  <a:pt x="228600" y="47625"/>
                </a:lnTo>
                <a:lnTo>
                  <a:pt x="228600" y="38100"/>
                </a:lnTo>
                <a:lnTo>
                  <a:pt x="238125" y="38100"/>
                </a:lnTo>
                <a:lnTo>
                  <a:pt x="238125" y="28575"/>
                </a:lnTo>
                <a:lnTo>
                  <a:pt x="247650" y="28575"/>
                </a:lnTo>
                <a:close/>
                <a:moveTo>
                  <a:pt x="447675" y="28575"/>
                </a:moveTo>
                <a:lnTo>
                  <a:pt x="476250" y="28575"/>
                </a:lnTo>
                <a:lnTo>
                  <a:pt x="476250" y="38100"/>
                </a:lnTo>
                <a:lnTo>
                  <a:pt x="485775" y="38100"/>
                </a:lnTo>
                <a:lnTo>
                  <a:pt x="485775" y="47625"/>
                </a:lnTo>
                <a:lnTo>
                  <a:pt x="447675" y="47625"/>
                </a:lnTo>
                <a:close/>
                <a:moveTo>
                  <a:pt x="676275" y="28575"/>
                </a:moveTo>
                <a:lnTo>
                  <a:pt x="685800" y="28575"/>
                </a:lnTo>
                <a:lnTo>
                  <a:pt x="685800" y="38100"/>
                </a:lnTo>
                <a:lnTo>
                  <a:pt x="676275" y="38100"/>
                </a:lnTo>
                <a:close/>
                <a:moveTo>
                  <a:pt x="142875" y="38100"/>
                </a:moveTo>
                <a:lnTo>
                  <a:pt x="171450" y="38100"/>
                </a:lnTo>
                <a:lnTo>
                  <a:pt x="171450" y="47625"/>
                </a:lnTo>
                <a:lnTo>
                  <a:pt x="142875" y="47625"/>
                </a:lnTo>
                <a:close/>
                <a:moveTo>
                  <a:pt x="200025" y="38100"/>
                </a:moveTo>
                <a:lnTo>
                  <a:pt x="219075" y="38100"/>
                </a:lnTo>
                <a:lnTo>
                  <a:pt x="219075" y="47625"/>
                </a:lnTo>
                <a:lnTo>
                  <a:pt x="200025" y="47625"/>
                </a:lnTo>
                <a:close/>
                <a:moveTo>
                  <a:pt x="666750" y="38100"/>
                </a:moveTo>
                <a:lnTo>
                  <a:pt x="676275" y="38100"/>
                </a:lnTo>
                <a:lnTo>
                  <a:pt x="676275" y="47625"/>
                </a:lnTo>
                <a:lnTo>
                  <a:pt x="666750" y="47625"/>
                </a:lnTo>
                <a:close/>
                <a:moveTo>
                  <a:pt x="485775" y="47625"/>
                </a:moveTo>
                <a:lnTo>
                  <a:pt x="495300" y="47625"/>
                </a:lnTo>
                <a:lnTo>
                  <a:pt x="495300" y="57150"/>
                </a:lnTo>
                <a:lnTo>
                  <a:pt x="485775" y="57150"/>
                </a:lnTo>
                <a:close/>
                <a:moveTo>
                  <a:pt x="504825" y="47625"/>
                </a:moveTo>
                <a:lnTo>
                  <a:pt x="542925" y="47625"/>
                </a:lnTo>
                <a:lnTo>
                  <a:pt x="542925" y="57150"/>
                </a:lnTo>
                <a:lnTo>
                  <a:pt x="552450" y="57150"/>
                </a:lnTo>
                <a:lnTo>
                  <a:pt x="552450" y="66675"/>
                </a:lnTo>
                <a:lnTo>
                  <a:pt x="571500" y="66675"/>
                </a:lnTo>
                <a:lnTo>
                  <a:pt x="571500" y="76200"/>
                </a:lnTo>
                <a:lnTo>
                  <a:pt x="581025" y="76200"/>
                </a:lnTo>
                <a:lnTo>
                  <a:pt x="581025" y="85725"/>
                </a:lnTo>
                <a:lnTo>
                  <a:pt x="561975" y="85725"/>
                </a:lnTo>
                <a:lnTo>
                  <a:pt x="561975" y="76200"/>
                </a:lnTo>
                <a:lnTo>
                  <a:pt x="533400" y="76200"/>
                </a:lnTo>
                <a:lnTo>
                  <a:pt x="533400" y="66675"/>
                </a:lnTo>
                <a:lnTo>
                  <a:pt x="504825" y="66675"/>
                </a:lnTo>
                <a:close/>
                <a:moveTo>
                  <a:pt x="695325" y="47625"/>
                </a:moveTo>
                <a:lnTo>
                  <a:pt x="704850" y="47625"/>
                </a:lnTo>
                <a:lnTo>
                  <a:pt x="704850" y="76200"/>
                </a:lnTo>
                <a:lnTo>
                  <a:pt x="685800" y="76200"/>
                </a:lnTo>
                <a:lnTo>
                  <a:pt x="685800" y="66675"/>
                </a:lnTo>
                <a:lnTo>
                  <a:pt x="695325" y="66675"/>
                </a:lnTo>
                <a:close/>
                <a:moveTo>
                  <a:pt x="657225" y="57150"/>
                </a:moveTo>
                <a:lnTo>
                  <a:pt x="666750" y="57150"/>
                </a:lnTo>
                <a:lnTo>
                  <a:pt x="666750" y="66675"/>
                </a:lnTo>
                <a:lnTo>
                  <a:pt x="657225" y="66675"/>
                </a:lnTo>
                <a:close/>
                <a:moveTo>
                  <a:pt x="247650" y="66675"/>
                </a:moveTo>
                <a:lnTo>
                  <a:pt x="257175" y="66675"/>
                </a:lnTo>
                <a:lnTo>
                  <a:pt x="257175" y="76200"/>
                </a:lnTo>
                <a:lnTo>
                  <a:pt x="247650" y="76200"/>
                </a:lnTo>
                <a:close/>
                <a:moveTo>
                  <a:pt x="638175" y="76200"/>
                </a:moveTo>
                <a:lnTo>
                  <a:pt x="666750" y="76200"/>
                </a:lnTo>
                <a:lnTo>
                  <a:pt x="666750" y="95250"/>
                </a:lnTo>
                <a:lnTo>
                  <a:pt x="676275" y="95250"/>
                </a:lnTo>
                <a:lnTo>
                  <a:pt x="676275" y="76200"/>
                </a:lnTo>
                <a:lnTo>
                  <a:pt x="685800" y="76200"/>
                </a:lnTo>
                <a:lnTo>
                  <a:pt x="685800" y="85725"/>
                </a:lnTo>
                <a:lnTo>
                  <a:pt x="704850" y="85725"/>
                </a:lnTo>
                <a:lnTo>
                  <a:pt x="704850" y="152400"/>
                </a:lnTo>
                <a:lnTo>
                  <a:pt x="695325" y="152400"/>
                </a:lnTo>
                <a:lnTo>
                  <a:pt x="695325" y="142875"/>
                </a:lnTo>
                <a:lnTo>
                  <a:pt x="685800" y="142875"/>
                </a:lnTo>
                <a:lnTo>
                  <a:pt x="685800" y="133350"/>
                </a:lnTo>
                <a:lnTo>
                  <a:pt x="695325" y="133350"/>
                </a:lnTo>
                <a:lnTo>
                  <a:pt x="695325" y="95250"/>
                </a:lnTo>
                <a:lnTo>
                  <a:pt x="685800" y="95250"/>
                </a:lnTo>
                <a:lnTo>
                  <a:pt x="685800" y="104775"/>
                </a:lnTo>
                <a:lnTo>
                  <a:pt x="676275" y="104775"/>
                </a:lnTo>
                <a:lnTo>
                  <a:pt x="676275" y="114300"/>
                </a:lnTo>
                <a:lnTo>
                  <a:pt x="657225" y="114300"/>
                </a:lnTo>
                <a:lnTo>
                  <a:pt x="657225" y="104775"/>
                </a:lnTo>
                <a:lnTo>
                  <a:pt x="638175" y="104775"/>
                </a:lnTo>
                <a:lnTo>
                  <a:pt x="638175" y="114300"/>
                </a:lnTo>
                <a:lnTo>
                  <a:pt x="628650" y="114300"/>
                </a:lnTo>
                <a:lnTo>
                  <a:pt x="628650" y="104775"/>
                </a:lnTo>
                <a:lnTo>
                  <a:pt x="609600" y="104775"/>
                </a:lnTo>
                <a:lnTo>
                  <a:pt x="609600" y="85725"/>
                </a:lnTo>
                <a:lnTo>
                  <a:pt x="638175" y="85725"/>
                </a:lnTo>
                <a:close/>
                <a:moveTo>
                  <a:pt x="752475" y="76200"/>
                </a:moveTo>
                <a:lnTo>
                  <a:pt x="771525" y="76200"/>
                </a:lnTo>
                <a:lnTo>
                  <a:pt x="771525" y="85725"/>
                </a:lnTo>
                <a:lnTo>
                  <a:pt x="762000" y="85725"/>
                </a:lnTo>
                <a:lnTo>
                  <a:pt x="762000" y="95250"/>
                </a:lnTo>
                <a:lnTo>
                  <a:pt x="752475" y="95250"/>
                </a:lnTo>
                <a:close/>
                <a:moveTo>
                  <a:pt x="200025" y="95250"/>
                </a:moveTo>
                <a:lnTo>
                  <a:pt x="219075" y="95250"/>
                </a:lnTo>
                <a:lnTo>
                  <a:pt x="219075" y="104775"/>
                </a:lnTo>
                <a:lnTo>
                  <a:pt x="200025" y="104775"/>
                </a:lnTo>
                <a:close/>
                <a:moveTo>
                  <a:pt x="171450" y="114300"/>
                </a:moveTo>
                <a:lnTo>
                  <a:pt x="180975" y="114300"/>
                </a:lnTo>
                <a:lnTo>
                  <a:pt x="180975" y="123825"/>
                </a:lnTo>
                <a:lnTo>
                  <a:pt x="171450" y="123825"/>
                </a:lnTo>
                <a:close/>
                <a:moveTo>
                  <a:pt x="133350" y="123825"/>
                </a:moveTo>
                <a:lnTo>
                  <a:pt x="142875" y="123825"/>
                </a:lnTo>
                <a:lnTo>
                  <a:pt x="142875" y="133350"/>
                </a:lnTo>
                <a:lnTo>
                  <a:pt x="133350" y="133350"/>
                </a:lnTo>
                <a:close/>
                <a:moveTo>
                  <a:pt x="142875" y="133350"/>
                </a:moveTo>
                <a:lnTo>
                  <a:pt x="152400" y="133350"/>
                </a:lnTo>
                <a:lnTo>
                  <a:pt x="152400" y="142875"/>
                </a:lnTo>
                <a:lnTo>
                  <a:pt x="142875" y="142875"/>
                </a:lnTo>
                <a:close/>
                <a:moveTo>
                  <a:pt x="123825" y="152400"/>
                </a:moveTo>
                <a:lnTo>
                  <a:pt x="133350" y="152400"/>
                </a:lnTo>
                <a:lnTo>
                  <a:pt x="133350" y="161925"/>
                </a:lnTo>
                <a:lnTo>
                  <a:pt x="123825" y="161925"/>
                </a:lnTo>
                <a:close/>
                <a:moveTo>
                  <a:pt x="704850" y="152400"/>
                </a:moveTo>
                <a:lnTo>
                  <a:pt x="714375" y="152400"/>
                </a:lnTo>
                <a:lnTo>
                  <a:pt x="714375" y="161925"/>
                </a:lnTo>
                <a:lnTo>
                  <a:pt x="704850" y="161925"/>
                </a:lnTo>
                <a:close/>
                <a:moveTo>
                  <a:pt x="104775" y="161925"/>
                </a:moveTo>
                <a:lnTo>
                  <a:pt x="123825" y="161925"/>
                </a:lnTo>
                <a:lnTo>
                  <a:pt x="123825" y="180975"/>
                </a:lnTo>
                <a:lnTo>
                  <a:pt x="114300" y="180975"/>
                </a:lnTo>
                <a:lnTo>
                  <a:pt x="114300" y="190500"/>
                </a:lnTo>
                <a:lnTo>
                  <a:pt x="95250" y="190500"/>
                </a:lnTo>
                <a:lnTo>
                  <a:pt x="95250" y="228600"/>
                </a:lnTo>
                <a:lnTo>
                  <a:pt x="85725" y="228600"/>
                </a:lnTo>
                <a:lnTo>
                  <a:pt x="85725" y="238125"/>
                </a:lnTo>
                <a:lnTo>
                  <a:pt x="76200" y="238125"/>
                </a:lnTo>
                <a:lnTo>
                  <a:pt x="76200" y="247650"/>
                </a:lnTo>
                <a:lnTo>
                  <a:pt x="66675" y="247650"/>
                </a:lnTo>
                <a:lnTo>
                  <a:pt x="66675" y="209550"/>
                </a:lnTo>
                <a:lnTo>
                  <a:pt x="85725" y="209550"/>
                </a:lnTo>
                <a:lnTo>
                  <a:pt x="85725" y="180975"/>
                </a:lnTo>
                <a:lnTo>
                  <a:pt x="95250" y="180975"/>
                </a:lnTo>
                <a:lnTo>
                  <a:pt x="95250" y="171450"/>
                </a:lnTo>
                <a:lnTo>
                  <a:pt x="104775" y="171450"/>
                </a:lnTo>
                <a:close/>
                <a:moveTo>
                  <a:pt x="714375" y="161925"/>
                </a:moveTo>
                <a:lnTo>
                  <a:pt x="723900" y="161925"/>
                </a:lnTo>
                <a:lnTo>
                  <a:pt x="723900" y="171450"/>
                </a:lnTo>
                <a:lnTo>
                  <a:pt x="733425" y="171450"/>
                </a:lnTo>
                <a:lnTo>
                  <a:pt x="733425" y="180975"/>
                </a:lnTo>
                <a:lnTo>
                  <a:pt x="752475" y="180975"/>
                </a:lnTo>
                <a:lnTo>
                  <a:pt x="752475" y="190500"/>
                </a:lnTo>
                <a:lnTo>
                  <a:pt x="762000" y="190500"/>
                </a:lnTo>
                <a:lnTo>
                  <a:pt x="762000" y="247650"/>
                </a:lnTo>
                <a:lnTo>
                  <a:pt x="752475" y="247650"/>
                </a:lnTo>
                <a:lnTo>
                  <a:pt x="752475" y="257175"/>
                </a:lnTo>
                <a:lnTo>
                  <a:pt x="742950" y="257175"/>
                </a:lnTo>
                <a:lnTo>
                  <a:pt x="742950" y="247650"/>
                </a:lnTo>
                <a:lnTo>
                  <a:pt x="733425" y="247650"/>
                </a:lnTo>
                <a:lnTo>
                  <a:pt x="733425" y="209550"/>
                </a:lnTo>
                <a:lnTo>
                  <a:pt x="723900" y="209550"/>
                </a:lnTo>
                <a:lnTo>
                  <a:pt x="723900" y="180975"/>
                </a:lnTo>
                <a:lnTo>
                  <a:pt x="714375" y="180975"/>
                </a:lnTo>
                <a:close/>
                <a:moveTo>
                  <a:pt x="66675" y="190500"/>
                </a:moveTo>
                <a:lnTo>
                  <a:pt x="76200" y="190500"/>
                </a:lnTo>
                <a:lnTo>
                  <a:pt x="76200" y="200025"/>
                </a:lnTo>
                <a:lnTo>
                  <a:pt x="66675" y="200025"/>
                </a:lnTo>
                <a:close/>
                <a:moveTo>
                  <a:pt x="742950" y="266700"/>
                </a:moveTo>
                <a:lnTo>
                  <a:pt x="752475" y="266700"/>
                </a:lnTo>
                <a:lnTo>
                  <a:pt x="752475" y="285750"/>
                </a:lnTo>
                <a:lnTo>
                  <a:pt x="742950" y="285750"/>
                </a:lnTo>
                <a:close/>
                <a:moveTo>
                  <a:pt x="28575" y="276225"/>
                </a:moveTo>
                <a:lnTo>
                  <a:pt x="47625" y="276225"/>
                </a:lnTo>
                <a:lnTo>
                  <a:pt x="47625" y="285750"/>
                </a:lnTo>
                <a:lnTo>
                  <a:pt x="38100" y="285750"/>
                </a:lnTo>
                <a:lnTo>
                  <a:pt x="38100" y="304800"/>
                </a:lnTo>
                <a:lnTo>
                  <a:pt x="28575" y="304800"/>
                </a:lnTo>
                <a:lnTo>
                  <a:pt x="28575" y="295275"/>
                </a:lnTo>
                <a:lnTo>
                  <a:pt x="19050" y="295275"/>
                </a:lnTo>
                <a:lnTo>
                  <a:pt x="19050" y="285750"/>
                </a:lnTo>
                <a:lnTo>
                  <a:pt x="28575" y="285750"/>
                </a:lnTo>
                <a:close/>
                <a:moveTo>
                  <a:pt x="752475" y="285750"/>
                </a:moveTo>
                <a:lnTo>
                  <a:pt x="762000" y="285750"/>
                </a:lnTo>
                <a:lnTo>
                  <a:pt x="762000" y="295275"/>
                </a:lnTo>
                <a:lnTo>
                  <a:pt x="771525" y="295275"/>
                </a:lnTo>
                <a:lnTo>
                  <a:pt x="771525" y="333375"/>
                </a:lnTo>
                <a:lnTo>
                  <a:pt x="762000" y="333375"/>
                </a:lnTo>
                <a:lnTo>
                  <a:pt x="762000" y="314325"/>
                </a:lnTo>
                <a:lnTo>
                  <a:pt x="752475" y="314325"/>
                </a:lnTo>
                <a:lnTo>
                  <a:pt x="752475" y="323850"/>
                </a:lnTo>
                <a:lnTo>
                  <a:pt x="742950" y="323850"/>
                </a:lnTo>
                <a:lnTo>
                  <a:pt x="742950" y="304800"/>
                </a:lnTo>
                <a:lnTo>
                  <a:pt x="752475" y="304800"/>
                </a:lnTo>
                <a:close/>
                <a:moveTo>
                  <a:pt x="47625" y="323850"/>
                </a:moveTo>
                <a:lnTo>
                  <a:pt x="57150" y="323850"/>
                </a:lnTo>
                <a:lnTo>
                  <a:pt x="57150" y="333375"/>
                </a:lnTo>
                <a:lnTo>
                  <a:pt x="47625" y="333375"/>
                </a:lnTo>
                <a:close/>
                <a:moveTo>
                  <a:pt x="38100" y="333375"/>
                </a:moveTo>
                <a:lnTo>
                  <a:pt x="47625" y="333375"/>
                </a:lnTo>
                <a:lnTo>
                  <a:pt x="47625" y="342900"/>
                </a:lnTo>
                <a:lnTo>
                  <a:pt x="38100" y="342900"/>
                </a:lnTo>
                <a:close/>
                <a:moveTo>
                  <a:pt x="38100" y="352425"/>
                </a:moveTo>
                <a:lnTo>
                  <a:pt x="47625" y="352425"/>
                </a:lnTo>
                <a:lnTo>
                  <a:pt x="47625" y="361950"/>
                </a:lnTo>
                <a:lnTo>
                  <a:pt x="38100" y="361950"/>
                </a:lnTo>
                <a:close/>
                <a:moveTo>
                  <a:pt x="771525" y="352425"/>
                </a:moveTo>
                <a:lnTo>
                  <a:pt x="781050" y="352425"/>
                </a:lnTo>
                <a:lnTo>
                  <a:pt x="781050" y="361950"/>
                </a:lnTo>
                <a:lnTo>
                  <a:pt x="771525" y="361950"/>
                </a:lnTo>
                <a:close/>
                <a:moveTo>
                  <a:pt x="781050" y="361950"/>
                </a:moveTo>
                <a:lnTo>
                  <a:pt x="790575" y="361950"/>
                </a:lnTo>
                <a:lnTo>
                  <a:pt x="790575" y="371475"/>
                </a:lnTo>
                <a:lnTo>
                  <a:pt x="800100" y="371475"/>
                </a:lnTo>
                <a:lnTo>
                  <a:pt x="800100" y="438150"/>
                </a:lnTo>
                <a:lnTo>
                  <a:pt x="790575" y="438150"/>
                </a:lnTo>
                <a:lnTo>
                  <a:pt x="790575" y="428625"/>
                </a:lnTo>
                <a:lnTo>
                  <a:pt x="781050" y="428625"/>
                </a:lnTo>
                <a:lnTo>
                  <a:pt x="781050" y="438150"/>
                </a:lnTo>
                <a:lnTo>
                  <a:pt x="771525" y="438150"/>
                </a:lnTo>
                <a:lnTo>
                  <a:pt x="771525" y="419100"/>
                </a:lnTo>
                <a:lnTo>
                  <a:pt x="781050" y="419100"/>
                </a:lnTo>
                <a:lnTo>
                  <a:pt x="781050" y="400050"/>
                </a:lnTo>
                <a:lnTo>
                  <a:pt x="771525" y="400050"/>
                </a:lnTo>
                <a:lnTo>
                  <a:pt x="771525" y="381000"/>
                </a:lnTo>
                <a:lnTo>
                  <a:pt x="781050" y="381000"/>
                </a:lnTo>
                <a:close/>
                <a:moveTo>
                  <a:pt x="38100" y="419100"/>
                </a:moveTo>
                <a:lnTo>
                  <a:pt x="47625" y="419100"/>
                </a:lnTo>
                <a:lnTo>
                  <a:pt x="47625" y="447675"/>
                </a:lnTo>
                <a:lnTo>
                  <a:pt x="38100" y="447675"/>
                </a:lnTo>
                <a:close/>
                <a:moveTo>
                  <a:pt x="19050" y="428625"/>
                </a:moveTo>
                <a:lnTo>
                  <a:pt x="28575" y="428625"/>
                </a:lnTo>
                <a:lnTo>
                  <a:pt x="28575" y="438150"/>
                </a:lnTo>
                <a:lnTo>
                  <a:pt x="19050" y="438150"/>
                </a:lnTo>
                <a:close/>
                <a:moveTo>
                  <a:pt x="19050" y="514350"/>
                </a:moveTo>
                <a:lnTo>
                  <a:pt x="28575" y="514350"/>
                </a:lnTo>
                <a:lnTo>
                  <a:pt x="28575" y="523875"/>
                </a:lnTo>
                <a:lnTo>
                  <a:pt x="19050" y="523875"/>
                </a:lnTo>
                <a:close/>
                <a:moveTo>
                  <a:pt x="752475" y="523875"/>
                </a:moveTo>
                <a:lnTo>
                  <a:pt x="762000" y="523875"/>
                </a:lnTo>
                <a:lnTo>
                  <a:pt x="762000" y="533400"/>
                </a:lnTo>
                <a:lnTo>
                  <a:pt x="752475" y="533400"/>
                </a:lnTo>
                <a:close/>
                <a:moveTo>
                  <a:pt x="38100" y="533400"/>
                </a:moveTo>
                <a:lnTo>
                  <a:pt x="47625" y="533400"/>
                </a:lnTo>
                <a:lnTo>
                  <a:pt x="47625" y="542925"/>
                </a:lnTo>
                <a:lnTo>
                  <a:pt x="38100" y="542925"/>
                </a:lnTo>
                <a:close/>
                <a:moveTo>
                  <a:pt x="57150" y="542925"/>
                </a:moveTo>
                <a:lnTo>
                  <a:pt x="66675" y="542925"/>
                </a:lnTo>
                <a:lnTo>
                  <a:pt x="66675" y="571500"/>
                </a:lnTo>
                <a:lnTo>
                  <a:pt x="57150" y="571500"/>
                </a:lnTo>
                <a:close/>
                <a:moveTo>
                  <a:pt x="762000" y="552450"/>
                </a:moveTo>
                <a:lnTo>
                  <a:pt x="790575" y="552450"/>
                </a:lnTo>
                <a:lnTo>
                  <a:pt x="790575" y="561975"/>
                </a:lnTo>
                <a:lnTo>
                  <a:pt x="800100" y="561975"/>
                </a:lnTo>
                <a:lnTo>
                  <a:pt x="800100" y="571500"/>
                </a:lnTo>
                <a:lnTo>
                  <a:pt x="847725" y="571500"/>
                </a:lnTo>
                <a:lnTo>
                  <a:pt x="847725" y="581025"/>
                </a:lnTo>
                <a:lnTo>
                  <a:pt x="857250" y="581025"/>
                </a:lnTo>
                <a:lnTo>
                  <a:pt x="857250" y="590550"/>
                </a:lnTo>
                <a:lnTo>
                  <a:pt x="847725" y="590550"/>
                </a:lnTo>
                <a:lnTo>
                  <a:pt x="847725" y="600075"/>
                </a:lnTo>
                <a:lnTo>
                  <a:pt x="838200" y="600075"/>
                </a:lnTo>
                <a:lnTo>
                  <a:pt x="838200" y="609600"/>
                </a:lnTo>
                <a:lnTo>
                  <a:pt x="819150" y="609600"/>
                </a:lnTo>
                <a:lnTo>
                  <a:pt x="819150" y="619125"/>
                </a:lnTo>
                <a:lnTo>
                  <a:pt x="809625" y="619125"/>
                </a:lnTo>
                <a:lnTo>
                  <a:pt x="809625" y="628650"/>
                </a:lnTo>
                <a:lnTo>
                  <a:pt x="819150" y="628650"/>
                </a:lnTo>
                <a:lnTo>
                  <a:pt x="819150" y="657225"/>
                </a:lnTo>
                <a:lnTo>
                  <a:pt x="809625" y="657225"/>
                </a:lnTo>
                <a:lnTo>
                  <a:pt x="809625" y="638175"/>
                </a:lnTo>
                <a:lnTo>
                  <a:pt x="800100" y="638175"/>
                </a:lnTo>
                <a:lnTo>
                  <a:pt x="800100" y="609600"/>
                </a:lnTo>
                <a:lnTo>
                  <a:pt x="809625" y="609600"/>
                </a:lnTo>
                <a:lnTo>
                  <a:pt x="809625" y="600075"/>
                </a:lnTo>
                <a:lnTo>
                  <a:pt x="819150" y="600075"/>
                </a:lnTo>
                <a:lnTo>
                  <a:pt x="819150" y="581025"/>
                </a:lnTo>
                <a:lnTo>
                  <a:pt x="790575" y="581025"/>
                </a:lnTo>
                <a:lnTo>
                  <a:pt x="790575" y="590550"/>
                </a:lnTo>
                <a:lnTo>
                  <a:pt x="781050" y="590550"/>
                </a:lnTo>
                <a:lnTo>
                  <a:pt x="781050" y="581025"/>
                </a:lnTo>
                <a:lnTo>
                  <a:pt x="762000" y="581025"/>
                </a:lnTo>
                <a:close/>
                <a:moveTo>
                  <a:pt x="38100" y="571500"/>
                </a:moveTo>
                <a:lnTo>
                  <a:pt x="57150" y="571500"/>
                </a:lnTo>
                <a:lnTo>
                  <a:pt x="57150" y="581025"/>
                </a:lnTo>
                <a:lnTo>
                  <a:pt x="38100" y="581025"/>
                </a:lnTo>
                <a:close/>
                <a:moveTo>
                  <a:pt x="57150" y="581025"/>
                </a:moveTo>
                <a:lnTo>
                  <a:pt x="66675" y="581025"/>
                </a:lnTo>
                <a:lnTo>
                  <a:pt x="66675" y="590550"/>
                </a:lnTo>
                <a:lnTo>
                  <a:pt x="57150" y="590550"/>
                </a:lnTo>
                <a:close/>
                <a:moveTo>
                  <a:pt x="66675" y="600075"/>
                </a:moveTo>
                <a:lnTo>
                  <a:pt x="85725" y="600075"/>
                </a:lnTo>
                <a:lnTo>
                  <a:pt x="85725" y="609600"/>
                </a:lnTo>
                <a:lnTo>
                  <a:pt x="95250" y="609600"/>
                </a:lnTo>
                <a:lnTo>
                  <a:pt x="95250" y="619125"/>
                </a:lnTo>
                <a:lnTo>
                  <a:pt x="104775" y="619125"/>
                </a:lnTo>
                <a:lnTo>
                  <a:pt x="104775" y="628650"/>
                </a:lnTo>
                <a:lnTo>
                  <a:pt x="95250" y="628650"/>
                </a:lnTo>
                <a:lnTo>
                  <a:pt x="95250" y="638175"/>
                </a:lnTo>
                <a:lnTo>
                  <a:pt x="85725" y="638175"/>
                </a:lnTo>
                <a:lnTo>
                  <a:pt x="85725" y="628650"/>
                </a:lnTo>
                <a:lnTo>
                  <a:pt x="76200" y="628650"/>
                </a:lnTo>
                <a:lnTo>
                  <a:pt x="76200" y="619125"/>
                </a:lnTo>
                <a:lnTo>
                  <a:pt x="66675" y="619125"/>
                </a:lnTo>
                <a:close/>
                <a:moveTo>
                  <a:pt x="104775" y="628650"/>
                </a:moveTo>
                <a:lnTo>
                  <a:pt x="114300" y="628650"/>
                </a:lnTo>
                <a:lnTo>
                  <a:pt x="114300" y="647700"/>
                </a:lnTo>
                <a:lnTo>
                  <a:pt x="123825" y="647700"/>
                </a:lnTo>
                <a:lnTo>
                  <a:pt x="123825" y="657225"/>
                </a:lnTo>
                <a:lnTo>
                  <a:pt x="104775" y="657225"/>
                </a:lnTo>
                <a:close/>
                <a:moveTo>
                  <a:pt x="95250" y="657225"/>
                </a:moveTo>
                <a:lnTo>
                  <a:pt x="104775" y="657225"/>
                </a:lnTo>
                <a:lnTo>
                  <a:pt x="104775" y="666750"/>
                </a:lnTo>
                <a:lnTo>
                  <a:pt x="95250" y="666750"/>
                </a:lnTo>
                <a:close/>
                <a:moveTo>
                  <a:pt x="819150" y="657225"/>
                </a:moveTo>
                <a:lnTo>
                  <a:pt x="828675" y="657225"/>
                </a:lnTo>
                <a:lnTo>
                  <a:pt x="828675" y="666750"/>
                </a:lnTo>
                <a:lnTo>
                  <a:pt x="819150" y="666750"/>
                </a:lnTo>
                <a:close/>
                <a:moveTo>
                  <a:pt x="828675" y="666750"/>
                </a:moveTo>
                <a:lnTo>
                  <a:pt x="866775" y="666750"/>
                </a:lnTo>
                <a:lnTo>
                  <a:pt x="866775" y="676275"/>
                </a:lnTo>
                <a:lnTo>
                  <a:pt x="876300" y="676275"/>
                </a:lnTo>
                <a:lnTo>
                  <a:pt x="876300" y="685800"/>
                </a:lnTo>
                <a:lnTo>
                  <a:pt x="885825" y="685800"/>
                </a:lnTo>
                <a:lnTo>
                  <a:pt x="885825" y="704850"/>
                </a:lnTo>
                <a:lnTo>
                  <a:pt x="895350" y="704850"/>
                </a:lnTo>
                <a:lnTo>
                  <a:pt x="895350" y="714375"/>
                </a:lnTo>
                <a:lnTo>
                  <a:pt x="914400" y="714375"/>
                </a:lnTo>
                <a:lnTo>
                  <a:pt x="914400" y="733425"/>
                </a:lnTo>
                <a:lnTo>
                  <a:pt x="923925" y="733425"/>
                </a:lnTo>
                <a:lnTo>
                  <a:pt x="923925" y="742950"/>
                </a:lnTo>
                <a:lnTo>
                  <a:pt x="914400" y="742950"/>
                </a:lnTo>
                <a:lnTo>
                  <a:pt x="914400" y="752475"/>
                </a:lnTo>
                <a:lnTo>
                  <a:pt x="904875" y="752475"/>
                </a:lnTo>
                <a:lnTo>
                  <a:pt x="904875" y="762000"/>
                </a:lnTo>
                <a:lnTo>
                  <a:pt x="895350" y="762000"/>
                </a:lnTo>
                <a:lnTo>
                  <a:pt x="895350" y="800100"/>
                </a:lnTo>
                <a:lnTo>
                  <a:pt x="885825" y="800100"/>
                </a:lnTo>
                <a:lnTo>
                  <a:pt x="885825" y="752475"/>
                </a:lnTo>
                <a:lnTo>
                  <a:pt x="866775" y="752475"/>
                </a:lnTo>
                <a:lnTo>
                  <a:pt x="866775" y="733425"/>
                </a:lnTo>
                <a:lnTo>
                  <a:pt x="876300" y="733425"/>
                </a:lnTo>
                <a:lnTo>
                  <a:pt x="876300" y="714375"/>
                </a:lnTo>
                <a:lnTo>
                  <a:pt x="838200" y="714375"/>
                </a:lnTo>
                <a:lnTo>
                  <a:pt x="838200" y="685800"/>
                </a:lnTo>
                <a:lnTo>
                  <a:pt x="847725" y="685800"/>
                </a:lnTo>
                <a:lnTo>
                  <a:pt x="847725" y="676275"/>
                </a:lnTo>
                <a:lnTo>
                  <a:pt x="828675" y="676275"/>
                </a:lnTo>
                <a:close/>
                <a:moveTo>
                  <a:pt x="114300" y="685800"/>
                </a:moveTo>
                <a:lnTo>
                  <a:pt x="133350" y="685800"/>
                </a:lnTo>
                <a:lnTo>
                  <a:pt x="133350" y="695325"/>
                </a:lnTo>
                <a:lnTo>
                  <a:pt x="114300" y="695325"/>
                </a:lnTo>
                <a:close/>
                <a:moveTo>
                  <a:pt x="152400" y="685800"/>
                </a:moveTo>
                <a:lnTo>
                  <a:pt x="171450" y="685800"/>
                </a:lnTo>
                <a:lnTo>
                  <a:pt x="171450" y="695325"/>
                </a:lnTo>
                <a:lnTo>
                  <a:pt x="180975" y="695325"/>
                </a:lnTo>
                <a:lnTo>
                  <a:pt x="180975" y="714375"/>
                </a:lnTo>
                <a:lnTo>
                  <a:pt x="171450" y="714375"/>
                </a:lnTo>
                <a:lnTo>
                  <a:pt x="171450" y="723900"/>
                </a:lnTo>
                <a:lnTo>
                  <a:pt x="161925" y="723900"/>
                </a:lnTo>
                <a:lnTo>
                  <a:pt x="161925" y="714375"/>
                </a:lnTo>
                <a:lnTo>
                  <a:pt x="142875" y="714375"/>
                </a:lnTo>
                <a:lnTo>
                  <a:pt x="142875" y="704850"/>
                </a:lnTo>
                <a:lnTo>
                  <a:pt x="133350" y="704850"/>
                </a:lnTo>
                <a:lnTo>
                  <a:pt x="133350" y="695325"/>
                </a:lnTo>
                <a:lnTo>
                  <a:pt x="152400" y="695325"/>
                </a:lnTo>
                <a:close/>
                <a:moveTo>
                  <a:pt x="95250" y="704850"/>
                </a:moveTo>
                <a:lnTo>
                  <a:pt x="114300" y="704850"/>
                </a:lnTo>
                <a:lnTo>
                  <a:pt x="114300" y="714375"/>
                </a:lnTo>
                <a:lnTo>
                  <a:pt x="95250" y="714375"/>
                </a:lnTo>
                <a:close/>
                <a:moveTo>
                  <a:pt x="161925" y="733425"/>
                </a:moveTo>
                <a:lnTo>
                  <a:pt x="180975" y="733425"/>
                </a:lnTo>
                <a:lnTo>
                  <a:pt x="180975" y="742950"/>
                </a:lnTo>
                <a:lnTo>
                  <a:pt x="190500" y="742950"/>
                </a:lnTo>
                <a:lnTo>
                  <a:pt x="190500" y="752475"/>
                </a:lnTo>
                <a:lnTo>
                  <a:pt x="200025" y="752475"/>
                </a:lnTo>
                <a:lnTo>
                  <a:pt x="200025" y="733425"/>
                </a:lnTo>
                <a:lnTo>
                  <a:pt x="219075" y="733425"/>
                </a:lnTo>
                <a:lnTo>
                  <a:pt x="219075" y="742950"/>
                </a:lnTo>
                <a:lnTo>
                  <a:pt x="238125" y="742950"/>
                </a:lnTo>
                <a:lnTo>
                  <a:pt x="238125" y="771525"/>
                </a:lnTo>
                <a:lnTo>
                  <a:pt x="228600" y="771525"/>
                </a:lnTo>
                <a:lnTo>
                  <a:pt x="228600" y="781050"/>
                </a:lnTo>
                <a:lnTo>
                  <a:pt x="209550" y="781050"/>
                </a:lnTo>
                <a:lnTo>
                  <a:pt x="209550" y="790575"/>
                </a:lnTo>
                <a:lnTo>
                  <a:pt x="190500" y="790575"/>
                </a:lnTo>
                <a:lnTo>
                  <a:pt x="190500" y="781050"/>
                </a:lnTo>
                <a:lnTo>
                  <a:pt x="180975" y="781050"/>
                </a:lnTo>
                <a:lnTo>
                  <a:pt x="180975" y="771525"/>
                </a:lnTo>
                <a:lnTo>
                  <a:pt x="171450" y="771525"/>
                </a:lnTo>
                <a:lnTo>
                  <a:pt x="171450" y="762000"/>
                </a:lnTo>
                <a:lnTo>
                  <a:pt x="161925" y="762000"/>
                </a:lnTo>
                <a:close/>
                <a:moveTo>
                  <a:pt x="228600" y="781050"/>
                </a:moveTo>
                <a:lnTo>
                  <a:pt x="238125" y="781050"/>
                </a:lnTo>
                <a:lnTo>
                  <a:pt x="238125" y="800100"/>
                </a:lnTo>
                <a:lnTo>
                  <a:pt x="228600" y="800100"/>
                </a:lnTo>
                <a:close/>
                <a:moveTo>
                  <a:pt x="419100" y="781050"/>
                </a:moveTo>
                <a:lnTo>
                  <a:pt x="447675" y="781050"/>
                </a:lnTo>
                <a:lnTo>
                  <a:pt x="447675" y="790575"/>
                </a:lnTo>
                <a:lnTo>
                  <a:pt x="428625" y="790575"/>
                </a:lnTo>
                <a:lnTo>
                  <a:pt x="428625" y="800100"/>
                </a:lnTo>
                <a:lnTo>
                  <a:pt x="400050" y="800100"/>
                </a:lnTo>
                <a:lnTo>
                  <a:pt x="400050" y="790575"/>
                </a:lnTo>
                <a:lnTo>
                  <a:pt x="419100" y="790575"/>
                </a:lnTo>
                <a:close/>
                <a:moveTo>
                  <a:pt x="457200" y="781050"/>
                </a:moveTo>
                <a:lnTo>
                  <a:pt x="466725" y="781050"/>
                </a:lnTo>
                <a:lnTo>
                  <a:pt x="466725" y="790575"/>
                </a:lnTo>
                <a:lnTo>
                  <a:pt x="476250" y="790575"/>
                </a:lnTo>
                <a:lnTo>
                  <a:pt x="476250" y="800100"/>
                </a:lnTo>
                <a:lnTo>
                  <a:pt x="485775" y="800100"/>
                </a:lnTo>
                <a:lnTo>
                  <a:pt x="485775" y="809625"/>
                </a:lnTo>
                <a:lnTo>
                  <a:pt x="504825" y="809625"/>
                </a:lnTo>
                <a:lnTo>
                  <a:pt x="504825" y="828675"/>
                </a:lnTo>
                <a:lnTo>
                  <a:pt x="523875" y="828675"/>
                </a:lnTo>
                <a:lnTo>
                  <a:pt x="523875" y="838200"/>
                </a:lnTo>
                <a:lnTo>
                  <a:pt x="542925" y="838200"/>
                </a:lnTo>
                <a:lnTo>
                  <a:pt x="542925" y="828675"/>
                </a:lnTo>
                <a:lnTo>
                  <a:pt x="552450" y="828675"/>
                </a:lnTo>
                <a:lnTo>
                  <a:pt x="552450" y="838200"/>
                </a:lnTo>
                <a:lnTo>
                  <a:pt x="571500" y="838200"/>
                </a:lnTo>
                <a:lnTo>
                  <a:pt x="571500" y="847725"/>
                </a:lnTo>
                <a:lnTo>
                  <a:pt x="581025" y="847725"/>
                </a:lnTo>
                <a:lnTo>
                  <a:pt x="581025" y="857250"/>
                </a:lnTo>
                <a:lnTo>
                  <a:pt x="590550" y="857250"/>
                </a:lnTo>
                <a:lnTo>
                  <a:pt x="590550" y="876300"/>
                </a:lnTo>
                <a:lnTo>
                  <a:pt x="571500" y="876300"/>
                </a:lnTo>
                <a:lnTo>
                  <a:pt x="571500" y="866775"/>
                </a:lnTo>
                <a:lnTo>
                  <a:pt x="561975" y="866775"/>
                </a:lnTo>
                <a:lnTo>
                  <a:pt x="561975" y="857250"/>
                </a:lnTo>
                <a:lnTo>
                  <a:pt x="504825" y="857250"/>
                </a:lnTo>
                <a:lnTo>
                  <a:pt x="504825" y="838200"/>
                </a:lnTo>
                <a:lnTo>
                  <a:pt x="476250" y="838200"/>
                </a:lnTo>
                <a:lnTo>
                  <a:pt x="476250" y="809625"/>
                </a:lnTo>
                <a:lnTo>
                  <a:pt x="466725" y="809625"/>
                </a:lnTo>
                <a:lnTo>
                  <a:pt x="466725" y="800100"/>
                </a:lnTo>
                <a:lnTo>
                  <a:pt x="457200" y="800100"/>
                </a:lnTo>
                <a:close/>
                <a:moveTo>
                  <a:pt x="238125" y="800100"/>
                </a:moveTo>
                <a:lnTo>
                  <a:pt x="247650" y="800100"/>
                </a:lnTo>
                <a:lnTo>
                  <a:pt x="247650" y="819150"/>
                </a:lnTo>
                <a:lnTo>
                  <a:pt x="238125" y="819150"/>
                </a:lnTo>
                <a:close/>
                <a:moveTo>
                  <a:pt x="381000" y="800100"/>
                </a:moveTo>
                <a:lnTo>
                  <a:pt x="400050" y="800100"/>
                </a:lnTo>
                <a:lnTo>
                  <a:pt x="400050" y="809625"/>
                </a:lnTo>
                <a:lnTo>
                  <a:pt x="390525" y="809625"/>
                </a:lnTo>
                <a:lnTo>
                  <a:pt x="390525" y="847725"/>
                </a:lnTo>
                <a:lnTo>
                  <a:pt x="381000" y="847725"/>
                </a:lnTo>
                <a:lnTo>
                  <a:pt x="381000" y="876300"/>
                </a:lnTo>
                <a:lnTo>
                  <a:pt x="361950" y="876300"/>
                </a:lnTo>
                <a:lnTo>
                  <a:pt x="361950" y="857250"/>
                </a:lnTo>
                <a:lnTo>
                  <a:pt x="371475" y="857250"/>
                </a:lnTo>
                <a:lnTo>
                  <a:pt x="371475" y="809625"/>
                </a:lnTo>
                <a:lnTo>
                  <a:pt x="381000" y="809625"/>
                </a:lnTo>
                <a:close/>
                <a:moveTo>
                  <a:pt x="895350" y="800100"/>
                </a:moveTo>
                <a:lnTo>
                  <a:pt x="914400" y="800100"/>
                </a:lnTo>
                <a:lnTo>
                  <a:pt x="914400" y="809625"/>
                </a:lnTo>
                <a:lnTo>
                  <a:pt x="923925" y="809625"/>
                </a:lnTo>
                <a:lnTo>
                  <a:pt x="923925" y="819150"/>
                </a:lnTo>
                <a:lnTo>
                  <a:pt x="914400" y="819150"/>
                </a:lnTo>
                <a:lnTo>
                  <a:pt x="914400" y="828675"/>
                </a:lnTo>
                <a:lnTo>
                  <a:pt x="904875" y="828675"/>
                </a:lnTo>
                <a:lnTo>
                  <a:pt x="904875" y="838200"/>
                </a:lnTo>
                <a:lnTo>
                  <a:pt x="876300" y="838200"/>
                </a:lnTo>
                <a:lnTo>
                  <a:pt x="876300" y="847725"/>
                </a:lnTo>
                <a:lnTo>
                  <a:pt x="819150" y="847725"/>
                </a:lnTo>
                <a:lnTo>
                  <a:pt x="819150" y="828675"/>
                </a:lnTo>
                <a:lnTo>
                  <a:pt x="838200" y="828675"/>
                </a:lnTo>
                <a:lnTo>
                  <a:pt x="838200" y="838200"/>
                </a:lnTo>
                <a:lnTo>
                  <a:pt x="857250" y="838200"/>
                </a:lnTo>
                <a:lnTo>
                  <a:pt x="857250" y="828675"/>
                </a:lnTo>
                <a:lnTo>
                  <a:pt x="866775" y="828675"/>
                </a:lnTo>
                <a:lnTo>
                  <a:pt x="866775" y="819150"/>
                </a:lnTo>
                <a:lnTo>
                  <a:pt x="876300" y="819150"/>
                </a:lnTo>
                <a:lnTo>
                  <a:pt x="876300" y="809625"/>
                </a:lnTo>
                <a:lnTo>
                  <a:pt x="895350" y="809625"/>
                </a:lnTo>
                <a:close/>
                <a:moveTo>
                  <a:pt x="180975" y="819150"/>
                </a:moveTo>
                <a:lnTo>
                  <a:pt x="190500" y="819150"/>
                </a:lnTo>
                <a:lnTo>
                  <a:pt x="190500" y="828675"/>
                </a:lnTo>
                <a:lnTo>
                  <a:pt x="200025" y="828675"/>
                </a:lnTo>
                <a:lnTo>
                  <a:pt x="200025" y="838200"/>
                </a:lnTo>
                <a:lnTo>
                  <a:pt x="247650" y="838200"/>
                </a:lnTo>
                <a:lnTo>
                  <a:pt x="247650" y="857250"/>
                </a:lnTo>
                <a:lnTo>
                  <a:pt x="238125" y="857250"/>
                </a:lnTo>
                <a:lnTo>
                  <a:pt x="238125" y="847725"/>
                </a:lnTo>
                <a:lnTo>
                  <a:pt x="228600" y="847725"/>
                </a:lnTo>
                <a:lnTo>
                  <a:pt x="228600" y="857250"/>
                </a:lnTo>
                <a:lnTo>
                  <a:pt x="238125" y="857250"/>
                </a:lnTo>
                <a:lnTo>
                  <a:pt x="238125" y="866775"/>
                </a:lnTo>
                <a:lnTo>
                  <a:pt x="219075" y="866775"/>
                </a:lnTo>
                <a:lnTo>
                  <a:pt x="219075" y="857250"/>
                </a:lnTo>
                <a:lnTo>
                  <a:pt x="200025" y="857250"/>
                </a:lnTo>
                <a:lnTo>
                  <a:pt x="200025" y="866775"/>
                </a:lnTo>
                <a:lnTo>
                  <a:pt x="190500" y="866775"/>
                </a:lnTo>
                <a:lnTo>
                  <a:pt x="190500" y="876300"/>
                </a:lnTo>
                <a:lnTo>
                  <a:pt x="161925" y="876300"/>
                </a:lnTo>
                <a:lnTo>
                  <a:pt x="161925" y="866775"/>
                </a:lnTo>
                <a:lnTo>
                  <a:pt x="171450" y="866775"/>
                </a:lnTo>
                <a:lnTo>
                  <a:pt x="171450" y="857250"/>
                </a:lnTo>
                <a:lnTo>
                  <a:pt x="180975" y="857250"/>
                </a:lnTo>
                <a:lnTo>
                  <a:pt x="180975" y="838200"/>
                </a:lnTo>
                <a:lnTo>
                  <a:pt x="171450" y="838200"/>
                </a:lnTo>
                <a:lnTo>
                  <a:pt x="171450" y="828675"/>
                </a:lnTo>
                <a:lnTo>
                  <a:pt x="180975" y="828675"/>
                </a:lnTo>
                <a:close/>
                <a:moveTo>
                  <a:pt x="228600" y="819150"/>
                </a:moveTo>
                <a:lnTo>
                  <a:pt x="238125" y="819150"/>
                </a:lnTo>
                <a:lnTo>
                  <a:pt x="238125" y="828675"/>
                </a:lnTo>
                <a:lnTo>
                  <a:pt x="228600" y="828675"/>
                </a:lnTo>
                <a:close/>
                <a:moveTo>
                  <a:pt x="419100" y="819150"/>
                </a:moveTo>
                <a:lnTo>
                  <a:pt x="447675" y="819150"/>
                </a:lnTo>
                <a:lnTo>
                  <a:pt x="447675" y="828675"/>
                </a:lnTo>
                <a:lnTo>
                  <a:pt x="457200" y="828675"/>
                </a:lnTo>
                <a:lnTo>
                  <a:pt x="457200" y="866775"/>
                </a:lnTo>
                <a:lnTo>
                  <a:pt x="466725" y="866775"/>
                </a:lnTo>
                <a:lnTo>
                  <a:pt x="466725" y="876300"/>
                </a:lnTo>
                <a:lnTo>
                  <a:pt x="428625" y="876300"/>
                </a:lnTo>
                <a:lnTo>
                  <a:pt x="428625" y="857250"/>
                </a:lnTo>
                <a:lnTo>
                  <a:pt x="438150" y="857250"/>
                </a:lnTo>
                <a:lnTo>
                  <a:pt x="438150" y="847725"/>
                </a:lnTo>
                <a:lnTo>
                  <a:pt x="419100" y="847725"/>
                </a:lnTo>
                <a:close/>
                <a:moveTo>
                  <a:pt x="628650" y="828675"/>
                </a:moveTo>
                <a:lnTo>
                  <a:pt x="647700" y="828675"/>
                </a:lnTo>
                <a:lnTo>
                  <a:pt x="647700" y="838200"/>
                </a:lnTo>
                <a:lnTo>
                  <a:pt x="666750" y="838200"/>
                </a:lnTo>
                <a:lnTo>
                  <a:pt x="666750" y="828675"/>
                </a:lnTo>
                <a:lnTo>
                  <a:pt x="676275" y="828675"/>
                </a:lnTo>
                <a:lnTo>
                  <a:pt x="676275" y="847725"/>
                </a:lnTo>
                <a:lnTo>
                  <a:pt x="628650" y="847725"/>
                </a:lnTo>
                <a:close/>
                <a:moveTo>
                  <a:pt x="704850" y="828675"/>
                </a:moveTo>
                <a:lnTo>
                  <a:pt x="723900" y="828675"/>
                </a:lnTo>
                <a:lnTo>
                  <a:pt x="723900" y="847725"/>
                </a:lnTo>
                <a:lnTo>
                  <a:pt x="704850" y="847725"/>
                </a:lnTo>
                <a:close/>
                <a:moveTo>
                  <a:pt x="790575" y="828675"/>
                </a:moveTo>
                <a:lnTo>
                  <a:pt x="800100" y="828675"/>
                </a:lnTo>
                <a:lnTo>
                  <a:pt x="800100" y="838200"/>
                </a:lnTo>
                <a:lnTo>
                  <a:pt x="790575" y="838200"/>
                </a:lnTo>
                <a:close/>
                <a:moveTo>
                  <a:pt x="304800" y="838200"/>
                </a:moveTo>
                <a:lnTo>
                  <a:pt x="314325" y="838200"/>
                </a:lnTo>
                <a:lnTo>
                  <a:pt x="314325" y="847725"/>
                </a:lnTo>
                <a:lnTo>
                  <a:pt x="304800" y="847725"/>
                </a:lnTo>
                <a:close/>
                <a:moveTo>
                  <a:pt x="590550" y="838200"/>
                </a:moveTo>
                <a:lnTo>
                  <a:pt x="609600" y="838200"/>
                </a:lnTo>
                <a:lnTo>
                  <a:pt x="609600" y="847725"/>
                </a:lnTo>
                <a:lnTo>
                  <a:pt x="590550" y="847725"/>
                </a:lnTo>
                <a:close/>
                <a:moveTo>
                  <a:pt x="733425" y="838200"/>
                </a:moveTo>
                <a:lnTo>
                  <a:pt x="762000" y="838200"/>
                </a:lnTo>
                <a:lnTo>
                  <a:pt x="762000" y="847725"/>
                </a:lnTo>
                <a:lnTo>
                  <a:pt x="771525" y="847725"/>
                </a:lnTo>
                <a:lnTo>
                  <a:pt x="771525" y="838200"/>
                </a:lnTo>
                <a:lnTo>
                  <a:pt x="781050" y="838200"/>
                </a:lnTo>
                <a:lnTo>
                  <a:pt x="781050" y="847725"/>
                </a:lnTo>
                <a:lnTo>
                  <a:pt x="771525" y="847725"/>
                </a:lnTo>
                <a:lnTo>
                  <a:pt x="771525" y="857250"/>
                </a:lnTo>
                <a:lnTo>
                  <a:pt x="752475" y="857250"/>
                </a:lnTo>
                <a:lnTo>
                  <a:pt x="752475" y="847725"/>
                </a:lnTo>
                <a:lnTo>
                  <a:pt x="733425" y="847725"/>
                </a:lnTo>
                <a:close/>
                <a:moveTo>
                  <a:pt x="800100" y="838200"/>
                </a:moveTo>
                <a:lnTo>
                  <a:pt x="809625" y="838200"/>
                </a:lnTo>
                <a:lnTo>
                  <a:pt x="809625" y="847725"/>
                </a:lnTo>
                <a:lnTo>
                  <a:pt x="800100" y="847725"/>
                </a:lnTo>
                <a:close/>
                <a:moveTo>
                  <a:pt x="409575" y="857250"/>
                </a:moveTo>
                <a:lnTo>
                  <a:pt x="419100" y="857250"/>
                </a:lnTo>
                <a:lnTo>
                  <a:pt x="419100" y="866775"/>
                </a:lnTo>
                <a:lnTo>
                  <a:pt x="409575" y="866775"/>
                </a:lnTo>
                <a:close/>
                <a:moveTo>
                  <a:pt x="485775" y="857250"/>
                </a:moveTo>
                <a:lnTo>
                  <a:pt x="504825" y="857250"/>
                </a:lnTo>
                <a:lnTo>
                  <a:pt x="504825" y="876300"/>
                </a:lnTo>
                <a:lnTo>
                  <a:pt x="485775" y="876300"/>
                </a:lnTo>
                <a:close/>
              </a:path>
            </a:pathLst>
          </a:custGeom>
          <a:solidFill xmlns:a="http://schemas.openxmlformats.org/drawingml/2006/main">
            <a:srgbClr val="F1EEE2"/>
          </a:solidFill>
          <a:ln xmlns:a="http://schemas.openxmlformats.org/drawingml/2006/main" w="0">
            <a:noFill/>
          </a:ln>
        </p:spPr>
      </p:sp>
      <p:sp>
        <p:nvSpPr>
          <p:cNvPr id="52" name="limits vector #f1eee0">
            <a:extLst xmlns:a="http://schemas.openxmlformats.org/drawingml/2006/main">
              <a:ext uri="{FF2B5EF4-FFF2-40B4-BE49-F238E27FC236}">
                <a16:creationId xmlns:a16="http://schemas.microsoft.com/office/drawing/2014/main" id="{281E323D-34A4-4F9C-9419-BAA1A71679D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076950" y="1504950"/>
            <a:ext cx="923925" cy="876300"/>
          </a:xfrm>
          <a:custGeom xmlns:a="http://schemas.openxmlformats.org/drawingml/2006/main">
            <a:pathLst>
              <a:path w="923925" h="876300">
                <a:moveTo>
                  <a:pt x="114300" y="38100"/>
                </a:moveTo>
                <a:lnTo>
                  <a:pt x="142875" y="38100"/>
                </a:lnTo>
                <a:lnTo>
                  <a:pt x="142875" y="47625"/>
                </a:lnTo>
                <a:lnTo>
                  <a:pt x="190500" y="47625"/>
                </a:lnTo>
                <a:lnTo>
                  <a:pt x="190500" y="57150"/>
                </a:lnTo>
                <a:lnTo>
                  <a:pt x="200025" y="57150"/>
                </a:lnTo>
                <a:lnTo>
                  <a:pt x="200025" y="76200"/>
                </a:lnTo>
                <a:lnTo>
                  <a:pt x="219075" y="76200"/>
                </a:lnTo>
                <a:lnTo>
                  <a:pt x="219075" y="95250"/>
                </a:lnTo>
                <a:lnTo>
                  <a:pt x="200025" y="95250"/>
                </a:lnTo>
                <a:lnTo>
                  <a:pt x="200025" y="104775"/>
                </a:lnTo>
                <a:lnTo>
                  <a:pt x="180975" y="104775"/>
                </a:lnTo>
                <a:lnTo>
                  <a:pt x="180975" y="76200"/>
                </a:lnTo>
                <a:lnTo>
                  <a:pt x="190500" y="76200"/>
                </a:lnTo>
                <a:lnTo>
                  <a:pt x="190500" y="66675"/>
                </a:lnTo>
                <a:lnTo>
                  <a:pt x="152400" y="66675"/>
                </a:lnTo>
                <a:lnTo>
                  <a:pt x="152400" y="57150"/>
                </a:lnTo>
                <a:lnTo>
                  <a:pt x="123825" y="57150"/>
                </a:lnTo>
                <a:lnTo>
                  <a:pt x="123825" y="47625"/>
                </a:lnTo>
                <a:lnTo>
                  <a:pt x="114300" y="47625"/>
                </a:lnTo>
                <a:close/>
                <a:moveTo>
                  <a:pt x="247650" y="47625"/>
                </a:moveTo>
                <a:lnTo>
                  <a:pt x="266700" y="47625"/>
                </a:lnTo>
                <a:lnTo>
                  <a:pt x="266700" y="66675"/>
                </a:lnTo>
                <a:lnTo>
                  <a:pt x="247650" y="66675"/>
                </a:lnTo>
                <a:close/>
                <a:moveTo>
                  <a:pt x="295275" y="47625"/>
                </a:moveTo>
                <a:lnTo>
                  <a:pt x="304800" y="47625"/>
                </a:lnTo>
                <a:lnTo>
                  <a:pt x="304800" y="57150"/>
                </a:lnTo>
                <a:lnTo>
                  <a:pt x="295275" y="57150"/>
                </a:lnTo>
                <a:close/>
                <a:moveTo>
                  <a:pt x="762000" y="85725"/>
                </a:moveTo>
                <a:lnTo>
                  <a:pt x="771525" y="85725"/>
                </a:lnTo>
                <a:lnTo>
                  <a:pt x="771525" y="95250"/>
                </a:lnTo>
                <a:lnTo>
                  <a:pt x="762000" y="95250"/>
                </a:lnTo>
                <a:close/>
                <a:moveTo>
                  <a:pt x="133350" y="104775"/>
                </a:moveTo>
                <a:lnTo>
                  <a:pt x="152400" y="104775"/>
                </a:lnTo>
                <a:lnTo>
                  <a:pt x="152400" y="114300"/>
                </a:lnTo>
                <a:lnTo>
                  <a:pt x="171450" y="114300"/>
                </a:lnTo>
                <a:lnTo>
                  <a:pt x="171450" y="123825"/>
                </a:lnTo>
                <a:lnTo>
                  <a:pt x="152400" y="123825"/>
                </a:lnTo>
                <a:lnTo>
                  <a:pt x="152400" y="133350"/>
                </a:lnTo>
                <a:lnTo>
                  <a:pt x="142875" y="133350"/>
                </a:lnTo>
                <a:lnTo>
                  <a:pt x="142875" y="123825"/>
                </a:lnTo>
                <a:lnTo>
                  <a:pt x="133350" y="123825"/>
                </a:lnTo>
                <a:close/>
                <a:moveTo>
                  <a:pt x="76200" y="190500"/>
                </a:moveTo>
                <a:lnTo>
                  <a:pt x="85725" y="190500"/>
                </a:lnTo>
                <a:lnTo>
                  <a:pt x="85725" y="209550"/>
                </a:lnTo>
                <a:lnTo>
                  <a:pt x="66675" y="209550"/>
                </a:lnTo>
                <a:lnTo>
                  <a:pt x="66675" y="200025"/>
                </a:lnTo>
                <a:lnTo>
                  <a:pt x="76200" y="200025"/>
                </a:lnTo>
                <a:close/>
                <a:moveTo>
                  <a:pt x="895350" y="238125"/>
                </a:moveTo>
                <a:lnTo>
                  <a:pt x="914400" y="238125"/>
                </a:lnTo>
                <a:lnTo>
                  <a:pt x="914400" y="247650"/>
                </a:lnTo>
                <a:lnTo>
                  <a:pt x="895350" y="247650"/>
                </a:lnTo>
                <a:close/>
                <a:moveTo>
                  <a:pt x="28575" y="266700"/>
                </a:moveTo>
                <a:lnTo>
                  <a:pt x="38100" y="266700"/>
                </a:lnTo>
                <a:lnTo>
                  <a:pt x="38100" y="276225"/>
                </a:lnTo>
                <a:lnTo>
                  <a:pt x="28575" y="276225"/>
                </a:lnTo>
                <a:close/>
                <a:moveTo>
                  <a:pt x="19050" y="276225"/>
                </a:moveTo>
                <a:lnTo>
                  <a:pt x="28575" y="276225"/>
                </a:lnTo>
                <a:lnTo>
                  <a:pt x="28575" y="285750"/>
                </a:lnTo>
                <a:lnTo>
                  <a:pt x="19050" y="285750"/>
                </a:lnTo>
                <a:close/>
                <a:moveTo>
                  <a:pt x="771525" y="304800"/>
                </a:moveTo>
                <a:lnTo>
                  <a:pt x="781050" y="304800"/>
                </a:lnTo>
                <a:lnTo>
                  <a:pt x="781050" y="314325"/>
                </a:lnTo>
                <a:lnTo>
                  <a:pt x="790575" y="314325"/>
                </a:lnTo>
                <a:lnTo>
                  <a:pt x="790575" y="323850"/>
                </a:lnTo>
                <a:lnTo>
                  <a:pt x="771525" y="323850"/>
                </a:lnTo>
                <a:close/>
                <a:moveTo>
                  <a:pt x="28575" y="419100"/>
                </a:moveTo>
                <a:lnTo>
                  <a:pt x="38100" y="419100"/>
                </a:lnTo>
                <a:lnTo>
                  <a:pt x="38100" y="447675"/>
                </a:lnTo>
                <a:lnTo>
                  <a:pt x="28575" y="447675"/>
                </a:lnTo>
                <a:close/>
                <a:moveTo>
                  <a:pt x="800100" y="419100"/>
                </a:moveTo>
                <a:lnTo>
                  <a:pt x="809625" y="419100"/>
                </a:lnTo>
                <a:lnTo>
                  <a:pt x="809625" y="438150"/>
                </a:lnTo>
                <a:lnTo>
                  <a:pt x="800100" y="438150"/>
                </a:lnTo>
                <a:close/>
                <a:moveTo>
                  <a:pt x="28575" y="514350"/>
                </a:moveTo>
                <a:lnTo>
                  <a:pt x="38100" y="514350"/>
                </a:lnTo>
                <a:lnTo>
                  <a:pt x="38100" y="561975"/>
                </a:lnTo>
                <a:lnTo>
                  <a:pt x="19050" y="561975"/>
                </a:lnTo>
                <a:lnTo>
                  <a:pt x="19050" y="523875"/>
                </a:lnTo>
                <a:lnTo>
                  <a:pt x="28575" y="523875"/>
                </a:lnTo>
                <a:close/>
                <a:moveTo>
                  <a:pt x="19050" y="571500"/>
                </a:moveTo>
                <a:lnTo>
                  <a:pt x="38100" y="571500"/>
                </a:lnTo>
                <a:lnTo>
                  <a:pt x="38100" y="638175"/>
                </a:lnTo>
                <a:lnTo>
                  <a:pt x="19050" y="638175"/>
                </a:lnTo>
                <a:close/>
                <a:moveTo>
                  <a:pt x="114300" y="657225"/>
                </a:moveTo>
                <a:lnTo>
                  <a:pt x="123825" y="657225"/>
                </a:lnTo>
                <a:lnTo>
                  <a:pt x="123825" y="666750"/>
                </a:lnTo>
                <a:lnTo>
                  <a:pt x="133350" y="666750"/>
                </a:lnTo>
                <a:lnTo>
                  <a:pt x="133350" y="676275"/>
                </a:lnTo>
                <a:lnTo>
                  <a:pt x="123825" y="676275"/>
                </a:lnTo>
                <a:lnTo>
                  <a:pt x="123825" y="685800"/>
                </a:lnTo>
                <a:lnTo>
                  <a:pt x="104775" y="685800"/>
                </a:lnTo>
                <a:lnTo>
                  <a:pt x="104775" y="676275"/>
                </a:lnTo>
                <a:lnTo>
                  <a:pt x="95250" y="676275"/>
                </a:lnTo>
                <a:lnTo>
                  <a:pt x="95250" y="666750"/>
                </a:lnTo>
                <a:lnTo>
                  <a:pt x="114300" y="666750"/>
                </a:lnTo>
                <a:close/>
                <a:moveTo>
                  <a:pt x="171450" y="723900"/>
                </a:moveTo>
                <a:lnTo>
                  <a:pt x="180975" y="723900"/>
                </a:lnTo>
                <a:lnTo>
                  <a:pt x="180975" y="733425"/>
                </a:lnTo>
                <a:lnTo>
                  <a:pt x="171450" y="733425"/>
                </a:lnTo>
                <a:close/>
                <a:moveTo>
                  <a:pt x="190500" y="723900"/>
                </a:moveTo>
                <a:lnTo>
                  <a:pt x="200025" y="723900"/>
                </a:lnTo>
                <a:lnTo>
                  <a:pt x="200025" y="742950"/>
                </a:lnTo>
                <a:lnTo>
                  <a:pt x="180975" y="742950"/>
                </a:lnTo>
                <a:lnTo>
                  <a:pt x="180975" y="733425"/>
                </a:lnTo>
                <a:lnTo>
                  <a:pt x="190500" y="733425"/>
                </a:lnTo>
                <a:close/>
                <a:moveTo>
                  <a:pt x="466725" y="771525"/>
                </a:moveTo>
                <a:lnTo>
                  <a:pt x="495300" y="771525"/>
                </a:lnTo>
                <a:lnTo>
                  <a:pt x="495300" y="790575"/>
                </a:lnTo>
                <a:lnTo>
                  <a:pt x="485775" y="790575"/>
                </a:lnTo>
                <a:lnTo>
                  <a:pt x="485775" y="781050"/>
                </a:lnTo>
                <a:lnTo>
                  <a:pt x="476250" y="781050"/>
                </a:lnTo>
                <a:lnTo>
                  <a:pt x="476250" y="790575"/>
                </a:lnTo>
                <a:lnTo>
                  <a:pt x="466725" y="790575"/>
                </a:lnTo>
                <a:close/>
                <a:moveTo>
                  <a:pt x="476250" y="790575"/>
                </a:moveTo>
                <a:lnTo>
                  <a:pt x="485775" y="790575"/>
                </a:lnTo>
                <a:lnTo>
                  <a:pt x="485775" y="800100"/>
                </a:lnTo>
                <a:lnTo>
                  <a:pt x="476250" y="800100"/>
                </a:lnTo>
                <a:close/>
                <a:moveTo>
                  <a:pt x="914400" y="819150"/>
                </a:moveTo>
                <a:lnTo>
                  <a:pt x="923925" y="819150"/>
                </a:lnTo>
                <a:lnTo>
                  <a:pt x="923925" y="828675"/>
                </a:lnTo>
                <a:lnTo>
                  <a:pt x="914400" y="828675"/>
                </a:lnTo>
                <a:close/>
                <a:moveTo>
                  <a:pt x="704850" y="866775"/>
                </a:moveTo>
                <a:lnTo>
                  <a:pt x="723900" y="866775"/>
                </a:lnTo>
                <a:lnTo>
                  <a:pt x="723900" y="876300"/>
                </a:lnTo>
                <a:lnTo>
                  <a:pt x="704850" y="876300"/>
                </a:lnTo>
                <a:close/>
                <a:moveTo>
                  <a:pt x="857250" y="866775"/>
                </a:moveTo>
                <a:lnTo>
                  <a:pt x="876300" y="866775"/>
                </a:lnTo>
                <a:lnTo>
                  <a:pt x="876300" y="876300"/>
                </a:lnTo>
                <a:lnTo>
                  <a:pt x="857250" y="876300"/>
                </a:lnTo>
                <a:close/>
              </a:path>
            </a:pathLst>
          </a:custGeom>
          <a:solidFill xmlns:a="http://schemas.openxmlformats.org/drawingml/2006/main">
            <a:srgbClr val="F1EEE0"/>
          </a:solidFill>
          <a:ln xmlns:a="http://schemas.openxmlformats.org/drawingml/2006/main" w="0">
            <a:noFill/>
          </a:ln>
        </p:spPr>
      </p:sp>
      <p:sp>
        <p:nvSpPr>
          <p:cNvPr id="53" name="limits vector #efeee3">
            <a:extLst xmlns:a="http://schemas.openxmlformats.org/drawingml/2006/main">
              <a:ext uri="{FF2B5EF4-FFF2-40B4-BE49-F238E27FC236}">
                <a16:creationId xmlns:a16="http://schemas.microsoft.com/office/drawing/2014/main" id="{44DAFBEF-3596-4E12-8DA8-3797CE4F751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076950" y="1504950"/>
            <a:ext cx="923925" cy="876300"/>
          </a:xfrm>
          <a:custGeom xmlns:a="http://schemas.openxmlformats.org/drawingml/2006/main">
            <a:pathLst>
              <a:path w="923925" h="876300">
                <a:moveTo>
                  <a:pt x="590550" y="0"/>
                </a:moveTo>
                <a:lnTo>
                  <a:pt x="609600" y="0"/>
                </a:lnTo>
                <a:lnTo>
                  <a:pt x="609600" y="9525"/>
                </a:lnTo>
                <a:lnTo>
                  <a:pt x="590550" y="9525"/>
                </a:lnTo>
                <a:close/>
                <a:moveTo>
                  <a:pt x="447675" y="47625"/>
                </a:moveTo>
                <a:lnTo>
                  <a:pt x="457200" y="47625"/>
                </a:lnTo>
                <a:lnTo>
                  <a:pt x="457200" y="66675"/>
                </a:lnTo>
                <a:lnTo>
                  <a:pt x="447675" y="66675"/>
                </a:lnTo>
                <a:close/>
                <a:moveTo>
                  <a:pt x="304800" y="57150"/>
                </a:moveTo>
                <a:lnTo>
                  <a:pt x="323850" y="57150"/>
                </a:lnTo>
                <a:lnTo>
                  <a:pt x="323850" y="76200"/>
                </a:lnTo>
                <a:lnTo>
                  <a:pt x="295275" y="76200"/>
                </a:lnTo>
                <a:lnTo>
                  <a:pt x="295275" y="66675"/>
                </a:lnTo>
                <a:lnTo>
                  <a:pt x="304800" y="66675"/>
                </a:lnTo>
                <a:close/>
                <a:moveTo>
                  <a:pt x="333375" y="57150"/>
                </a:moveTo>
                <a:lnTo>
                  <a:pt x="361950" y="57150"/>
                </a:lnTo>
                <a:lnTo>
                  <a:pt x="361950" y="66675"/>
                </a:lnTo>
                <a:lnTo>
                  <a:pt x="333375" y="66675"/>
                </a:lnTo>
                <a:close/>
                <a:moveTo>
                  <a:pt x="466725" y="57150"/>
                </a:moveTo>
                <a:lnTo>
                  <a:pt x="476250" y="57150"/>
                </a:lnTo>
                <a:lnTo>
                  <a:pt x="476250" y="66675"/>
                </a:lnTo>
                <a:lnTo>
                  <a:pt x="466725" y="66675"/>
                </a:lnTo>
                <a:close/>
                <a:moveTo>
                  <a:pt x="276225" y="66675"/>
                </a:moveTo>
                <a:lnTo>
                  <a:pt x="285750" y="66675"/>
                </a:lnTo>
                <a:lnTo>
                  <a:pt x="285750" y="76200"/>
                </a:lnTo>
                <a:lnTo>
                  <a:pt x="295275" y="76200"/>
                </a:lnTo>
                <a:lnTo>
                  <a:pt x="295275" y="85725"/>
                </a:lnTo>
                <a:lnTo>
                  <a:pt x="276225" y="85725"/>
                </a:lnTo>
                <a:close/>
                <a:moveTo>
                  <a:pt x="495300" y="66675"/>
                </a:moveTo>
                <a:lnTo>
                  <a:pt x="514350" y="66675"/>
                </a:lnTo>
                <a:lnTo>
                  <a:pt x="514350" y="76200"/>
                </a:lnTo>
                <a:lnTo>
                  <a:pt x="495300" y="76200"/>
                </a:lnTo>
                <a:close/>
                <a:moveTo>
                  <a:pt x="523875" y="66675"/>
                </a:moveTo>
                <a:lnTo>
                  <a:pt x="533400" y="66675"/>
                </a:lnTo>
                <a:lnTo>
                  <a:pt x="533400" y="76200"/>
                </a:lnTo>
                <a:lnTo>
                  <a:pt x="552450" y="76200"/>
                </a:lnTo>
                <a:lnTo>
                  <a:pt x="552450" y="95250"/>
                </a:lnTo>
                <a:lnTo>
                  <a:pt x="542925" y="95250"/>
                </a:lnTo>
                <a:lnTo>
                  <a:pt x="542925" y="85725"/>
                </a:lnTo>
                <a:lnTo>
                  <a:pt x="523875" y="85725"/>
                </a:lnTo>
                <a:close/>
                <a:moveTo>
                  <a:pt x="590550" y="85725"/>
                </a:moveTo>
                <a:lnTo>
                  <a:pt x="600075" y="85725"/>
                </a:lnTo>
                <a:lnTo>
                  <a:pt x="600075" y="95250"/>
                </a:lnTo>
                <a:lnTo>
                  <a:pt x="590550" y="95250"/>
                </a:lnTo>
                <a:close/>
                <a:moveTo>
                  <a:pt x="219075" y="104775"/>
                </a:moveTo>
                <a:lnTo>
                  <a:pt x="228600" y="104775"/>
                </a:lnTo>
                <a:lnTo>
                  <a:pt x="228600" y="114300"/>
                </a:lnTo>
                <a:lnTo>
                  <a:pt x="219075" y="114300"/>
                </a:lnTo>
                <a:close/>
                <a:moveTo>
                  <a:pt x="200025" y="114300"/>
                </a:moveTo>
                <a:lnTo>
                  <a:pt x="219075" y="114300"/>
                </a:lnTo>
                <a:lnTo>
                  <a:pt x="219075" y="123825"/>
                </a:lnTo>
                <a:lnTo>
                  <a:pt x="200025" y="123825"/>
                </a:lnTo>
                <a:close/>
                <a:moveTo>
                  <a:pt x="628650" y="123825"/>
                </a:moveTo>
                <a:lnTo>
                  <a:pt x="647700" y="123825"/>
                </a:lnTo>
                <a:lnTo>
                  <a:pt x="647700" y="133350"/>
                </a:lnTo>
                <a:lnTo>
                  <a:pt x="628650" y="133350"/>
                </a:lnTo>
                <a:close/>
                <a:moveTo>
                  <a:pt x="171450" y="133350"/>
                </a:moveTo>
                <a:lnTo>
                  <a:pt x="180975" y="133350"/>
                </a:lnTo>
                <a:lnTo>
                  <a:pt x="180975" y="152400"/>
                </a:lnTo>
                <a:lnTo>
                  <a:pt x="171450" y="152400"/>
                </a:lnTo>
                <a:close/>
                <a:moveTo>
                  <a:pt x="647700" y="133350"/>
                </a:moveTo>
                <a:lnTo>
                  <a:pt x="657225" y="133350"/>
                </a:lnTo>
                <a:lnTo>
                  <a:pt x="657225" y="142875"/>
                </a:lnTo>
                <a:lnTo>
                  <a:pt x="647700" y="142875"/>
                </a:lnTo>
                <a:close/>
                <a:moveTo>
                  <a:pt x="152400" y="142875"/>
                </a:moveTo>
                <a:lnTo>
                  <a:pt x="161925" y="142875"/>
                </a:lnTo>
                <a:lnTo>
                  <a:pt x="161925" y="152400"/>
                </a:lnTo>
                <a:lnTo>
                  <a:pt x="152400" y="152400"/>
                </a:lnTo>
                <a:close/>
                <a:moveTo>
                  <a:pt x="133350" y="152400"/>
                </a:moveTo>
                <a:lnTo>
                  <a:pt x="142875" y="152400"/>
                </a:lnTo>
                <a:lnTo>
                  <a:pt x="142875" y="171450"/>
                </a:lnTo>
                <a:lnTo>
                  <a:pt x="133350" y="171450"/>
                </a:lnTo>
                <a:lnTo>
                  <a:pt x="133350" y="180975"/>
                </a:lnTo>
                <a:lnTo>
                  <a:pt x="123825" y="180975"/>
                </a:lnTo>
                <a:lnTo>
                  <a:pt x="123825" y="161925"/>
                </a:lnTo>
                <a:lnTo>
                  <a:pt x="133350" y="161925"/>
                </a:lnTo>
                <a:close/>
                <a:moveTo>
                  <a:pt x="657225" y="152400"/>
                </a:moveTo>
                <a:lnTo>
                  <a:pt x="666750" y="152400"/>
                </a:lnTo>
                <a:lnTo>
                  <a:pt x="666750" y="161925"/>
                </a:lnTo>
                <a:lnTo>
                  <a:pt x="657225" y="161925"/>
                </a:lnTo>
                <a:close/>
                <a:moveTo>
                  <a:pt x="114300" y="180975"/>
                </a:moveTo>
                <a:lnTo>
                  <a:pt x="123825" y="180975"/>
                </a:lnTo>
                <a:lnTo>
                  <a:pt x="123825" y="190500"/>
                </a:lnTo>
                <a:lnTo>
                  <a:pt x="114300" y="190500"/>
                </a:lnTo>
                <a:close/>
                <a:moveTo>
                  <a:pt x="704850" y="190500"/>
                </a:moveTo>
                <a:lnTo>
                  <a:pt x="714375" y="190500"/>
                </a:lnTo>
                <a:lnTo>
                  <a:pt x="714375" y="200025"/>
                </a:lnTo>
                <a:lnTo>
                  <a:pt x="704850" y="200025"/>
                </a:lnTo>
                <a:close/>
                <a:moveTo>
                  <a:pt x="714375" y="219075"/>
                </a:moveTo>
                <a:lnTo>
                  <a:pt x="723900" y="219075"/>
                </a:lnTo>
                <a:lnTo>
                  <a:pt x="723900" y="238125"/>
                </a:lnTo>
                <a:lnTo>
                  <a:pt x="714375" y="238125"/>
                </a:lnTo>
                <a:close/>
                <a:moveTo>
                  <a:pt x="76200" y="238125"/>
                </a:moveTo>
                <a:lnTo>
                  <a:pt x="85725" y="238125"/>
                </a:lnTo>
                <a:lnTo>
                  <a:pt x="85725" y="257175"/>
                </a:lnTo>
                <a:lnTo>
                  <a:pt x="76200" y="257175"/>
                </a:lnTo>
                <a:close/>
                <a:moveTo>
                  <a:pt x="723900" y="238125"/>
                </a:moveTo>
                <a:lnTo>
                  <a:pt x="733425" y="238125"/>
                </a:lnTo>
                <a:lnTo>
                  <a:pt x="733425" y="247650"/>
                </a:lnTo>
                <a:lnTo>
                  <a:pt x="742950" y="247650"/>
                </a:lnTo>
                <a:lnTo>
                  <a:pt x="742950" y="257175"/>
                </a:lnTo>
                <a:lnTo>
                  <a:pt x="752475" y="257175"/>
                </a:lnTo>
                <a:lnTo>
                  <a:pt x="752475" y="266700"/>
                </a:lnTo>
                <a:lnTo>
                  <a:pt x="742950" y="266700"/>
                </a:lnTo>
                <a:lnTo>
                  <a:pt x="742950" y="304800"/>
                </a:lnTo>
                <a:lnTo>
                  <a:pt x="733425" y="304800"/>
                </a:lnTo>
                <a:lnTo>
                  <a:pt x="733425" y="276225"/>
                </a:lnTo>
                <a:lnTo>
                  <a:pt x="723900" y="276225"/>
                </a:lnTo>
                <a:lnTo>
                  <a:pt x="723900" y="266700"/>
                </a:lnTo>
                <a:lnTo>
                  <a:pt x="733425" y="266700"/>
                </a:lnTo>
                <a:lnTo>
                  <a:pt x="733425" y="257175"/>
                </a:lnTo>
                <a:lnTo>
                  <a:pt x="723900" y="257175"/>
                </a:lnTo>
                <a:close/>
                <a:moveTo>
                  <a:pt x="66675" y="257175"/>
                </a:moveTo>
                <a:lnTo>
                  <a:pt x="76200" y="257175"/>
                </a:lnTo>
                <a:lnTo>
                  <a:pt x="76200" y="304800"/>
                </a:lnTo>
                <a:lnTo>
                  <a:pt x="57150" y="304800"/>
                </a:lnTo>
                <a:lnTo>
                  <a:pt x="57150" y="285750"/>
                </a:lnTo>
                <a:lnTo>
                  <a:pt x="66675" y="285750"/>
                </a:lnTo>
                <a:close/>
                <a:moveTo>
                  <a:pt x="47625" y="314325"/>
                </a:moveTo>
                <a:lnTo>
                  <a:pt x="57150" y="314325"/>
                </a:lnTo>
                <a:lnTo>
                  <a:pt x="57150" y="323850"/>
                </a:lnTo>
                <a:lnTo>
                  <a:pt x="47625" y="323850"/>
                </a:lnTo>
                <a:close/>
                <a:moveTo>
                  <a:pt x="752475" y="342900"/>
                </a:moveTo>
                <a:lnTo>
                  <a:pt x="762000" y="342900"/>
                </a:lnTo>
                <a:lnTo>
                  <a:pt x="762000" y="352425"/>
                </a:lnTo>
                <a:lnTo>
                  <a:pt x="771525" y="352425"/>
                </a:lnTo>
                <a:lnTo>
                  <a:pt x="771525" y="361950"/>
                </a:lnTo>
                <a:lnTo>
                  <a:pt x="752475" y="361950"/>
                </a:lnTo>
                <a:close/>
                <a:moveTo>
                  <a:pt x="466725" y="352425"/>
                </a:moveTo>
                <a:lnTo>
                  <a:pt x="476250" y="352425"/>
                </a:lnTo>
                <a:lnTo>
                  <a:pt x="476250" y="361950"/>
                </a:lnTo>
                <a:lnTo>
                  <a:pt x="466725" y="361950"/>
                </a:lnTo>
                <a:close/>
                <a:moveTo>
                  <a:pt x="476250" y="361950"/>
                </a:moveTo>
                <a:lnTo>
                  <a:pt x="485775" y="361950"/>
                </a:lnTo>
                <a:lnTo>
                  <a:pt x="485775" y="371475"/>
                </a:lnTo>
                <a:lnTo>
                  <a:pt x="476250" y="371475"/>
                </a:lnTo>
                <a:close/>
                <a:moveTo>
                  <a:pt x="771525" y="371475"/>
                </a:moveTo>
                <a:lnTo>
                  <a:pt x="781050" y="371475"/>
                </a:lnTo>
                <a:lnTo>
                  <a:pt x="781050" y="381000"/>
                </a:lnTo>
                <a:lnTo>
                  <a:pt x="771525" y="381000"/>
                </a:lnTo>
                <a:close/>
                <a:moveTo>
                  <a:pt x="476250" y="428625"/>
                </a:moveTo>
                <a:lnTo>
                  <a:pt x="485775" y="428625"/>
                </a:lnTo>
                <a:lnTo>
                  <a:pt x="485775" y="438150"/>
                </a:lnTo>
                <a:lnTo>
                  <a:pt x="476250" y="438150"/>
                </a:lnTo>
                <a:close/>
                <a:moveTo>
                  <a:pt x="466725" y="438150"/>
                </a:moveTo>
                <a:lnTo>
                  <a:pt x="476250" y="438150"/>
                </a:lnTo>
                <a:lnTo>
                  <a:pt x="476250" y="447675"/>
                </a:lnTo>
                <a:lnTo>
                  <a:pt x="466725" y="447675"/>
                </a:lnTo>
                <a:close/>
                <a:moveTo>
                  <a:pt x="752475" y="438150"/>
                </a:moveTo>
                <a:lnTo>
                  <a:pt x="771525" y="438150"/>
                </a:lnTo>
                <a:lnTo>
                  <a:pt x="771525" y="476250"/>
                </a:lnTo>
                <a:lnTo>
                  <a:pt x="762000" y="476250"/>
                </a:lnTo>
                <a:lnTo>
                  <a:pt x="762000" y="447675"/>
                </a:lnTo>
                <a:lnTo>
                  <a:pt x="752475" y="447675"/>
                </a:lnTo>
                <a:close/>
                <a:moveTo>
                  <a:pt x="352425" y="457200"/>
                </a:moveTo>
                <a:lnTo>
                  <a:pt x="361950" y="457200"/>
                </a:lnTo>
                <a:lnTo>
                  <a:pt x="361950" y="466725"/>
                </a:lnTo>
                <a:lnTo>
                  <a:pt x="352425" y="466725"/>
                </a:lnTo>
                <a:close/>
                <a:moveTo>
                  <a:pt x="295275" y="476250"/>
                </a:moveTo>
                <a:lnTo>
                  <a:pt x="314325" y="476250"/>
                </a:lnTo>
                <a:lnTo>
                  <a:pt x="314325" y="485775"/>
                </a:lnTo>
                <a:lnTo>
                  <a:pt x="295275" y="485775"/>
                </a:lnTo>
                <a:close/>
                <a:moveTo>
                  <a:pt x="742950" y="495300"/>
                </a:moveTo>
                <a:lnTo>
                  <a:pt x="752475" y="495300"/>
                </a:lnTo>
                <a:lnTo>
                  <a:pt x="752475" y="514350"/>
                </a:lnTo>
                <a:lnTo>
                  <a:pt x="742950" y="514350"/>
                </a:lnTo>
                <a:close/>
                <a:moveTo>
                  <a:pt x="733425" y="523875"/>
                </a:moveTo>
                <a:lnTo>
                  <a:pt x="742950" y="523875"/>
                </a:lnTo>
                <a:lnTo>
                  <a:pt x="742950" y="542925"/>
                </a:lnTo>
                <a:lnTo>
                  <a:pt x="752475" y="542925"/>
                </a:lnTo>
                <a:lnTo>
                  <a:pt x="752475" y="561975"/>
                </a:lnTo>
                <a:lnTo>
                  <a:pt x="762000" y="561975"/>
                </a:lnTo>
                <a:lnTo>
                  <a:pt x="762000" y="571500"/>
                </a:lnTo>
                <a:lnTo>
                  <a:pt x="742950" y="571500"/>
                </a:lnTo>
                <a:lnTo>
                  <a:pt x="742950" y="552450"/>
                </a:lnTo>
                <a:lnTo>
                  <a:pt x="733425" y="552450"/>
                </a:lnTo>
                <a:close/>
                <a:moveTo>
                  <a:pt x="114300" y="628650"/>
                </a:moveTo>
                <a:lnTo>
                  <a:pt x="123825" y="628650"/>
                </a:lnTo>
                <a:lnTo>
                  <a:pt x="123825" y="638175"/>
                </a:lnTo>
                <a:lnTo>
                  <a:pt x="114300" y="638175"/>
                </a:lnTo>
                <a:close/>
                <a:moveTo>
                  <a:pt x="123825" y="638175"/>
                </a:moveTo>
                <a:lnTo>
                  <a:pt x="133350" y="638175"/>
                </a:lnTo>
                <a:lnTo>
                  <a:pt x="133350" y="647700"/>
                </a:lnTo>
                <a:lnTo>
                  <a:pt x="152400" y="647700"/>
                </a:lnTo>
                <a:lnTo>
                  <a:pt x="152400" y="657225"/>
                </a:lnTo>
                <a:lnTo>
                  <a:pt x="123825" y="657225"/>
                </a:lnTo>
                <a:close/>
                <a:moveTo>
                  <a:pt x="809625" y="657225"/>
                </a:moveTo>
                <a:lnTo>
                  <a:pt x="819150" y="657225"/>
                </a:lnTo>
                <a:lnTo>
                  <a:pt x="819150" y="666750"/>
                </a:lnTo>
                <a:lnTo>
                  <a:pt x="809625" y="666750"/>
                </a:lnTo>
                <a:close/>
                <a:moveTo>
                  <a:pt x="142875" y="666750"/>
                </a:moveTo>
                <a:lnTo>
                  <a:pt x="152400" y="666750"/>
                </a:lnTo>
                <a:lnTo>
                  <a:pt x="152400" y="676275"/>
                </a:lnTo>
                <a:lnTo>
                  <a:pt x="142875" y="676275"/>
                </a:lnTo>
                <a:close/>
                <a:moveTo>
                  <a:pt x="819150" y="666750"/>
                </a:moveTo>
                <a:lnTo>
                  <a:pt x="828675" y="666750"/>
                </a:lnTo>
                <a:lnTo>
                  <a:pt x="828675" y="676275"/>
                </a:lnTo>
                <a:lnTo>
                  <a:pt x="819150" y="676275"/>
                </a:lnTo>
                <a:close/>
                <a:moveTo>
                  <a:pt x="152400" y="676275"/>
                </a:moveTo>
                <a:lnTo>
                  <a:pt x="161925" y="676275"/>
                </a:lnTo>
                <a:lnTo>
                  <a:pt x="161925" y="685800"/>
                </a:lnTo>
                <a:lnTo>
                  <a:pt x="152400" y="685800"/>
                </a:lnTo>
                <a:close/>
                <a:moveTo>
                  <a:pt x="180975" y="695325"/>
                </a:moveTo>
                <a:lnTo>
                  <a:pt x="209550" y="695325"/>
                </a:lnTo>
                <a:lnTo>
                  <a:pt x="209550" y="704850"/>
                </a:lnTo>
                <a:lnTo>
                  <a:pt x="180975" y="704850"/>
                </a:lnTo>
                <a:close/>
                <a:moveTo>
                  <a:pt x="828675" y="695325"/>
                </a:moveTo>
                <a:lnTo>
                  <a:pt x="838200" y="695325"/>
                </a:lnTo>
                <a:lnTo>
                  <a:pt x="838200" y="723900"/>
                </a:lnTo>
                <a:lnTo>
                  <a:pt x="828675" y="723900"/>
                </a:lnTo>
                <a:close/>
                <a:moveTo>
                  <a:pt x="200025" y="714375"/>
                </a:moveTo>
                <a:lnTo>
                  <a:pt x="209550" y="714375"/>
                </a:lnTo>
                <a:lnTo>
                  <a:pt x="209550" y="723900"/>
                </a:lnTo>
                <a:lnTo>
                  <a:pt x="200025" y="723900"/>
                </a:lnTo>
                <a:close/>
                <a:moveTo>
                  <a:pt x="847725" y="723900"/>
                </a:moveTo>
                <a:lnTo>
                  <a:pt x="866775" y="723900"/>
                </a:lnTo>
                <a:lnTo>
                  <a:pt x="866775" y="742950"/>
                </a:lnTo>
                <a:lnTo>
                  <a:pt x="857250" y="742950"/>
                </a:lnTo>
                <a:lnTo>
                  <a:pt x="857250" y="733425"/>
                </a:lnTo>
                <a:lnTo>
                  <a:pt x="847725" y="733425"/>
                </a:lnTo>
                <a:close/>
                <a:moveTo>
                  <a:pt x="285750" y="752475"/>
                </a:moveTo>
                <a:lnTo>
                  <a:pt x="295275" y="752475"/>
                </a:lnTo>
                <a:lnTo>
                  <a:pt x="295275" y="762000"/>
                </a:lnTo>
                <a:lnTo>
                  <a:pt x="285750" y="762000"/>
                </a:lnTo>
                <a:close/>
                <a:moveTo>
                  <a:pt x="333375" y="762000"/>
                </a:moveTo>
                <a:lnTo>
                  <a:pt x="371475" y="762000"/>
                </a:lnTo>
                <a:lnTo>
                  <a:pt x="371475" y="771525"/>
                </a:lnTo>
                <a:lnTo>
                  <a:pt x="361950" y="771525"/>
                </a:lnTo>
                <a:lnTo>
                  <a:pt x="361950" y="790575"/>
                </a:lnTo>
                <a:lnTo>
                  <a:pt x="333375" y="790575"/>
                </a:lnTo>
                <a:lnTo>
                  <a:pt x="333375" y="781050"/>
                </a:lnTo>
                <a:lnTo>
                  <a:pt x="342900" y="781050"/>
                </a:lnTo>
                <a:lnTo>
                  <a:pt x="342900" y="771525"/>
                </a:lnTo>
                <a:lnTo>
                  <a:pt x="333375" y="771525"/>
                </a:lnTo>
                <a:close/>
                <a:moveTo>
                  <a:pt x="428625" y="762000"/>
                </a:moveTo>
                <a:lnTo>
                  <a:pt x="447675" y="762000"/>
                </a:lnTo>
                <a:lnTo>
                  <a:pt x="447675" y="771525"/>
                </a:lnTo>
                <a:lnTo>
                  <a:pt x="428625" y="771525"/>
                </a:lnTo>
                <a:close/>
                <a:moveTo>
                  <a:pt x="485775" y="762000"/>
                </a:moveTo>
                <a:lnTo>
                  <a:pt x="495300" y="762000"/>
                </a:lnTo>
                <a:lnTo>
                  <a:pt x="495300" y="771525"/>
                </a:lnTo>
                <a:lnTo>
                  <a:pt x="485775" y="771525"/>
                </a:lnTo>
                <a:close/>
                <a:moveTo>
                  <a:pt x="314325" y="771525"/>
                </a:moveTo>
                <a:lnTo>
                  <a:pt x="323850" y="771525"/>
                </a:lnTo>
                <a:lnTo>
                  <a:pt x="323850" y="781050"/>
                </a:lnTo>
                <a:lnTo>
                  <a:pt x="314325" y="781050"/>
                </a:lnTo>
                <a:close/>
                <a:moveTo>
                  <a:pt x="495300" y="771525"/>
                </a:moveTo>
                <a:lnTo>
                  <a:pt x="504825" y="771525"/>
                </a:lnTo>
                <a:lnTo>
                  <a:pt x="504825" y="790575"/>
                </a:lnTo>
                <a:lnTo>
                  <a:pt x="495300" y="790575"/>
                </a:lnTo>
                <a:close/>
                <a:moveTo>
                  <a:pt x="504825" y="809625"/>
                </a:moveTo>
                <a:lnTo>
                  <a:pt x="523875" y="809625"/>
                </a:lnTo>
                <a:lnTo>
                  <a:pt x="523875" y="819150"/>
                </a:lnTo>
                <a:lnTo>
                  <a:pt x="533400" y="819150"/>
                </a:lnTo>
                <a:lnTo>
                  <a:pt x="533400" y="828675"/>
                </a:lnTo>
                <a:lnTo>
                  <a:pt x="542925" y="828675"/>
                </a:lnTo>
                <a:lnTo>
                  <a:pt x="542925" y="838200"/>
                </a:lnTo>
                <a:lnTo>
                  <a:pt x="523875" y="838200"/>
                </a:lnTo>
                <a:lnTo>
                  <a:pt x="523875" y="828675"/>
                </a:lnTo>
                <a:lnTo>
                  <a:pt x="504825" y="828675"/>
                </a:lnTo>
                <a:close/>
                <a:moveTo>
                  <a:pt x="352425" y="819150"/>
                </a:moveTo>
                <a:lnTo>
                  <a:pt x="371475" y="819150"/>
                </a:lnTo>
                <a:lnTo>
                  <a:pt x="371475" y="838200"/>
                </a:lnTo>
                <a:lnTo>
                  <a:pt x="352425" y="838200"/>
                </a:lnTo>
                <a:close/>
                <a:moveTo>
                  <a:pt x="571500" y="828675"/>
                </a:moveTo>
                <a:lnTo>
                  <a:pt x="590550" y="828675"/>
                </a:lnTo>
                <a:lnTo>
                  <a:pt x="590550" y="838200"/>
                </a:lnTo>
                <a:lnTo>
                  <a:pt x="581025" y="838200"/>
                </a:lnTo>
                <a:lnTo>
                  <a:pt x="581025" y="847725"/>
                </a:lnTo>
                <a:lnTo>
                  <a:pt x="571500" y="847725"/>
                </a:lnTo>
                <a:close/>
                <a:moveTo>
                  <a:pt x="609600" y="828675"/>
                </a:moveTo>
                <a:lnTo>
                  <a:pt x="628650" y="828675"/>
                </a:lnTo>
                <a:lnTo>
                  <a:pt x="628650" y="847725"/>
                </a:lnTo>
                <a:lnTo>
                  <a:pt x="609600" y="847725"/>
                </a:lnTo>
                <a:close/>
                <a:moveTo>
                  <a:pt x="676275" y="828675"/>
                </a:moveTo>
                <a:lnTo>
                  <a:pt x="704850" y="828675"/>
                </a:lnTo>
                <a:lnTo>
                  <a:pt x="704850" y="838200"/>
                </a:lnTo>
                <a:lnTo>
                  <a:pt x="695325" y="838200"/>
                </a:lnTo>
                <a:lnTo>
                  <a:pt x="695325" y="847725"/>
                </a:lnTo>
                <a:lnTo>
                  <a:pt x="676275" y="847725"/>
                </a:lnTo>
                <a:close/>
                <a:moveTo>
                  <a:pt x="742950" y="828675"/>
                </a:moveTo>
                <a:lnTo>
                  <a:pt x="752475" y="828675"/>
                </a:lnTo>
                <a:lnTo>
                  <a:pt x="752475" y="838200"/>
                </a:lnTo>
                <a:lnTo>
                  <a:pt x="742950" y="838200"/>
                </a:lnTo>
                <a:close/>
                <a:moveTo>
                  <a:pt x="762000" y="828675"/>
                </a:moveTo>
                <a:lnTo>
                  <a:pt x="790575" y="828675"/>
                </a:lnTo>
                <a:lnTo>
                  <a:pt x="790575" y="838200"/>
                </a:lnTo>
                <a:lnTo>
                  <a:pt x="771525" y="838200"/>
                </a:lnTo>
                <a:lnTo>
                  <a:pt x="771525" y="847725"/>
                </a:lnTo>
                <a:lnTo>
                  <a:pt x="762000" y="847725"/>
                </a:lnTo>
                <a:close/>
              </a:path>
            </a:pathLst>
          </a:custGeom>
          <a:solidFill xmlns:a="http://schemas.openxmlformats.org/drawingml/2006/main">
            <a:srgbClr val="EFEEE3"/>
          </a:solidFill>
          <a:ln xmlns:a="http://schemas.openxmlformats.org/drawingml/2006/main" w="0">
            <a:noFill/>
          </a:ln>
        </p:spPr>
      </p:sp>
      <p:sp>
        <p:nvSpPr>
          <p:cNvPr id="54" name="limits vector #f3ede1">
            <a:extLst xmlns:a="http://schemas.openxmlformats.org/drawingml/2006/main">
              <a:ext uri="{FF2B5EF4-FFF2-40B4-BE49-F238E27FC236}">
                <a16:creationId xmlns:a16="http://schemas.microsoft.com/office/drawing/2014/main" id="{3DE7BAEF-35B7-491F-BBFA-0AB3D4D74F7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076950" y="1504950"/>
            <a:ext cx="923925" cy="876300"/>
          </a:xfrm>
          <a:custGeom xmlns:a="http://schemas.openxmlformats.org/drawingml/2006/main">
            <a:pathLst>
              <a:path w="923925" h="876300">
                <a:moveTo>
                  <a:pt x="95250" y="66675"/>
                </a:moveTo>
                <a:lnTo>
                  <a:pt x="123825" y="66675"/>
                </a:lnTo>
                <a:lnTo>
                  <a:pt x="123825" y="85725"/>
                </a:lnTo>
                <a:lnTo>
                  <a:pt x="114300" y="85725"/>
                </a:lnTo>
                <a:lnTo>
                  <a:pt x="114300" y="95250"/>
                </a:lnTo>
                <a:lnTo>
                  <a:pt x="95250" y="95250"/>
                </a:lnTo>
                <a:close/>
                <a:moveTo>
                  <a:pt x="133350" y="66675"/>
                </a:moveTo>
                <a:lnTo>
                  <a:pt x="142875" y="66675"/>
                </a:lnTo>
                <a:lnTo>
                  <a:pt x="142875" y="76200"/>
                </a:lnTo>
                <a:lnTo>
                  <a:pt x="133350" y="76200"/>
                </a:lnTo>
                <a:close/>
                <a:moveTo>
                  <a:pt x="838200" y="390525"/>
                </a:moveTo>
                <a:lnTo>
                  <a:pt x="857250" y="390525"/>
                </a:lnTo>
                <a:lnTo>
                  <a:pt x="857250" y="409575"/>
                </a:lnTo>
                <a:lnTo>
                  <a:pt x="838200" y="409575"/>
                </a:lnTo>
                <a:close/>
                <a:moveTo>
                  <a:pt x="914400" y="695325"/>
                </a:moveTo>
                <a:lnTo>
                  <a:pt x="923925" y="695325"/>
                </a:lnTo>
                <a:lnTo>
                  <a:pt x="923925" y="723900"/>
                </a:lnTo>
                <a:lnTo>
                  <a:pt x="914400" y="723900"/>
                </a:lnTo>
                <a:close/>
                <a:moveTo>
                  <a:pt x="657225" y="866775"/>
                </a:moveTo>
                <a:lnTo>
                  <a:pt x="666750" y="866775"/>
                </a:lnTo>
                <a:lnTo>
                  <a:pt x="666750" y="876300"/>
                </a:lnTo>
                <a:lnTo>
                  <a:pt x="657225" y="876300"/>
                </a:lnTo>
                <a:close/>
              </a:path>
            </a:pathLst>
          </a:custGeom>
          <a:solidFill xmlns:a="http://schemas.openxmlformats.org/drawingml/2006/main">
            <a:srgbClr val="F3EDE1"/>
          </a:solidFill>
          <a:ln xmlns:a="http://schemas.openxmlformats.org/drawingml/2006/main" w="0">
            <a:noFill/>
          </a:ln>
        </p:spPr>
      </p:sp>
      <p:sp>
        <p:nvSpPr>
          <p:cNvPr id="55" name="limits vector #f1ede2">
            <a:extLst xmlns:a="http://schemas.openxmlformats.org/drawingml/2006/main">
              <a:ext uri="{FF2B5EF4-FFF2-40B4-BE49-F238E27FC236}">
                <a16:creationId xmlns:a16="http://schemas.microsoft.com/office/drawing/2014/main" id="{4D7CF108-F3C5-4A2E-A54A-00AC5D5D65E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076950" y="1504950"/>
            <a:ext cx="923925" cy="876300"/>
          </a:xfrm>
          <a:custGeom xmlns:a="http://schemas.openxmlformats.org/drawingml/2006/main">
            <a:pathLst>
              <a:path w="923925" h="876300">
                <a:moveTo>
                  <a:pt x="762000" y="28575"/>
                </a:moveTo>
                <a:lnTo>
                  <a:pt x="771525" y="28575"/>
                </a:lnTo>
                <a:lnTo>
                  <a:pt x="771525" y="38100"/>
                </a:lnTo>
                <a:lnTo>
                  <a:pt x="762000" y="38100"/>
                </a:lnTo>
                <a:close/>
                <a:moveTo>
                  <a:pt x="219075" y="38100"/>
                </a:moveTo>
                <a:lnTo>
                  <a:pt x="228600" y="38100"/>
                </a:lnTo>
                <a:lnTo>
                  <a:pt x="228600" y="47625"/>
                </a:lnTo>
                <a:lnTo>
                  <a:pt x="219075" y="47625"/>
                </a:lnTo>
                <a:close/>
                <a:moveTo>
                  <a:pt x="752475" y="38100"/>
                </a:moveTo>
                <a:lnTo>
                  <a:pt x="762000" y="38100"/>
                </a:lnTo>
                <a:lnTo>
                  <a:pt x="762000" y="47625"/>
                </a:lnTo>
                <a:lnTo>
                  <a:pt x="752475" y="47625"/>
                </a:lnTo>
                <a:close/>
                <a:moveTo>
                  <a:pt x="209550" y="47625"/>
                </a:moveTo>
                <a:lnTo>
                  <a:pt x="219075" y="47625"/>
                </a:lnTo>
                <a:lnTo>
                  <a:pt x="219075" y="57150"/>
                </a:lnTo>
                <a:lnTo>
                  <a:pt x="209550" y="57150"/>
                </a:lnTo>
                <a:close/>
                <a:moveTo>
                  <a:pt x="76200" y="66675"/>
                </a:moveTo>
                <a:lnTo>
                  <a:pt x="85725" y="66675"/>
                </a:lnTo>
                <a:lnTo>
                  <a:pt x="85725" y="76200"/>
                </a:lnTo>
                <a:lnTo>
                  <a:pt x="76200" y="76200"/>
                </a:lnTo>
                <a:close/>
                <a:moveTo>
                  <a:pt x="66675" y="76200"/>
                </a:moveTo>
                <a:lnTo>
                  <a:pt x="76200" y="76200"/>
                </a:lnTo>
                <a:lnTo>
                  <a:pt x="76200" y="85725"/>
                </a:lnTo>
                <a:lnTo>
                  <a:pt x="85725" y="85725"/>
                </a:lnTo>
                <a:lnTo>
                  <a:pt x="85725" y="104775"/>
                </a:lnTo>
                <a:lnTo>
                  <a:pt x="76200" y="104775"/>
                </a:lnTo>
                <a:lnTo>
                  <a:pt x="76200" y="114300"/>
                </a:lnTo>
                <a:lnTo>
                  <a:pt x="66675" y="114300"/>
                </a:lnTo>
                <a:lnTo>
                  <a:pt x="66675" y="104775"/>
                </a:lnTo>
                <a:lnTo>
                  <a:pt x="57150" y="104775"/>
                </a:lnTo>
                <a:lnTo>
                  <a:pt x="57150" y="85725"/>
                </a:lnTo>
                <a:lnTo>
                  <a:pt x="66675" y="85725"/>
                </a:lnTo>
                <a:close/>
                <a:moveTo>
                  <a:pt x="704850" y="133350"/>
                </a:moveTo>
                <a:lnTo>
                  <a:pt x="714375" y="133350"/>
                </a:lnTo>
                <a:lnTo>
                  <a:pt x="714375" y="142875"/>
                </a:lnTo>
                <a:lnTo>
                  <a:pt x="723900" y="142875"/>
                </a:lnTo>
                <a:lnTo>
                  <a:pt x="723900" y="161925"/>
                </a:lnTo>
                <a:lnTo>
                  <a:pt x="714375" y="161925"/>
                </a:lnTo>
                <a:lnTo>
                  <a:pt x="714375" y="152400"/>
                </a:lnTo>
                <a:lnTo>
                  <a:pt x="704850" y="152400"/>
                </a:lnTo>
                <a:close/>
                <a:moveTo>
                  <a:pt x="752475" y="152400"/>
                </a:moveTo>
                <a:lnTo>
                  <a:pt x="762000" y="152400"/>
                </a:lnTo>
                <a:lnTo>
                  <a:pt x="762000" y="161925"/>
                </a:lnTo>
                <a:lnTo>
                  <a:pt x="752475" y="161925"/>
                </a:lnTo>
                <a:close/>
                <a:moveTo>
                  <a:pt x="742950" y="161925"/>
                </a:moveTo>
                <a:lnTo>
                  <a:pt x="752475" y="161925"/>
                </a:lnTo>
                <a:lnTo>
                  <a:pt x="752475" y="180975"/>
                </a:lnTo>
                <a:lnTo>
                  <a:pt x="733425" y="180975"/>
                </a:lnTo>
                <a:lnTo>
                  <a:pt x="733425" y="171450"/>
                </a:lnTo>
                <a:lnTo>
                  <a:pt x="742950" y="171450"/>
                </a:lnTo>
                <a:close/>
                <a:moveTo>
                  <a:pt x="866775" y="180975"/>
                </a:moveTo>
                <a:lnTo>
                  <a:pt x="876300" y="180975"/>
                </a:lnTo>
                <a:lnTo>
                  <a:pt x="876300" y="190500"/>
                </a:lnTo>
                <a:lnTo>
                  <a:pt x="866775" y="190500"/>
                </a:lnTo>
                <a:close/>
                <a:moveTo>
                  <a:pt x="914400" y="190500"/>
                </a:moveTo>
                <a:lnTo>
                  <a:pt x="923925" y="190500"/>
                </a:lnTo>
                <a:lnTo>
                  <a:pt x="923925" y="200025"/>
                </a:lnTo>
                <a:lnTo>
                  <a:pt x="914400" y="200025"/>
                </a:lnTo>
                <a:close/>
                <a:moveTo>
                  <a:pt x="762000" y="200025"/>
                </a:moveTo>
                <a:lnTo>
                  <a:pt x="771525" y="200025"/>
                </a:lnTo>
                <a:lnTo>
                  <a:pt x="771525" y="209550"/>
                </a:lnTo>
                <a:lnTo>
                  <a:pt x="790575" y="209550"/>
                </a:lnTo>
                <a:lnTo>
                  <a:pt x="790575" y="228600"/>
                </a:lnTo>
                <a:lnTo>
                  <a:pt x="771525" y="228600"/>
                </a:lnTo>
                <a:lnTo>
                  <a:pt x="771525" y="238125"/>
                </a:lnTo>
                <a:lnTo>
                  <a:pt x="762000" y="238125"/>
                </a:lnTo>
                <a:close/>
                <a:moveTo>
                  <a:pt x="876300" y="200025"/>
                </a:moveTo>
                <a:lnTo>
                  <a:pt x="885825" y="200025"/>
                </a:lnTo>
                <a:lnTo>
                  <a:pt x="885825" y="209550"/>
                </a:lnTo>
                <a:lnTo>
                  <a:pt x="876300" y="209550"/>
                </a:lnTo>
                <a:close/>
                <a:moveTo>
                  <a:pt x="0" y="209550"/>
                </a:moveTo>
                <a:lnTo>
                  <a:pt x="9525" y="209550"/>
                </a:lnTo>
                <a:lnTo>
                  <a:pt x="9525" y="219075"/>
                </a:lnTo>
                <a:lnTo>
                  <a:pt x="19050" y="219075"/>
                </a:lnTo>
                <a:lnTo>
                  <a:pt x="19050" y="228600"/>
                </a:lnTo>
                <a:lnTo>
                  <a:pt x="0" y="228600"/>
                </a:lnTo>
                <a:close/>
                <a:moveTo>
                  <a:pt x="819150" y="219075"/>
                </a:moveTo>
                <a:lnTo>
                  <a:pt x="838200" y="219075"/>
                </a:lnTo>
                <a:lnTo>
                  <a:pt x="838200" y="228600"/>
                </a:lnTo>
                <a:lnTo>
                  <a:pt x="819150" y="228600"/>
                </a:lnTo>
                <a:close/>
                <a:moveTo>
                  <a:pt x="752475" y="247650"/>
                </a:moveTo>
                <a:lnTo>
                  <a:pt x="762000" y="247650"/>
                </a:lnTo>
                <a:lnTo>
                  <a:pt x="762000" y="257175"/>
                </a:lnTo>
                <a:lnTo>
                  <a:pt x="752475" y="257175"/>
                </a:lnTo>
                <a:close/>
                <a:moveTo>
                  <a:pt x="781050" y="247650"/>
                </a:moveTo>
                <a:lnTo>
                  <a:pt x="790575" y="247650"/>
                </a:lnTo>
                <a:lnTo>
                  <a:pt x="790575" y="257175"/>
                </a:lnTo>
                <a:lnTo>
                  <a:pt x="781050" y="257175"/>
                </a:lnTo>
                <a:close/>
                <a:moveTo>
                  <a:pt x="752475" y="276225"/>
                </a:moveTo>
                <a:lnTo>
                  <a:pt x="762000" y="276225"/>
                </a:lnTo>
                <a:lnTo>
                  <a:pt x="762000" y="285750"/>
                </a:lnTo>
                <a:lnTo>
                  <a:pt x="752475" y="285750"/>
                </a:lnTo>
                <a:close/>
                <a:moveTo>
                  <a:pt x="904875" y="295275"/>
                </a:moveTo>
                <a:lnTo>
                  <a:pt x="923925" y="295275"/>
                </a:lnTo>
                <a:lnTo>
                  <a:pt x="923925" y="323850"/>
                </a:lnTo>
                <a:lnTo>
                  <a:pt x="914400" y="323850"/>
                </a:lnTo>
                <a:lnTo>
                  <a:pt x="914400" y="314325"/>
                </a:lnTo>
                <a:lnTo>
                  <a:pt x="904875" y="314325"/>
                </a:lnTo>
                <a:close/>
                <a:moveTo>
                  <a:pt x="38100" y="323850"/>
                </a:moveTo>
                <a:lnTo>
                  <a:pt x="47625" y="323850"/>
                </a:lnTo>
                <a:lnTo>
                  <a:pt x="47625" y="333375"/>
                </a:lnTo>
                <a:lnTo>
                  <a:pt x="38100" y="333375"/>
                </a:lnTo>
                <a:close/>
                <a:moveTo>
                  <a:pt x="800100" y="381000"/>
                </a:moveTo>
                <a:lnTo>
                  <a:pt x="809625" y="381000"/>
                </a:lnTo>
                <a:lnTo>
                  <a:pt x="809625" y="400050"/>
                </a:lnTo>
                <a:lnTo>
                  <a:pt x="800100" y="400050"/>
                </a:lnTo>
                <a:close/>
                <a:moveTo>
                  <a:pt x="838200" y="381000"/>
                </a:moveTo>
                <a:lnTo>
                  <a:pt x="847725" y="381000"/>
                </a:lnTo>
                <a:lnTo>
                  <a:pt x="847725" y="390525"/>
                </a:lnTo>
                <a:lnTo>
                  <a:pt x="838200" y="390525"/>
                </a:lnTo>
                <a:close/>
                <a:moveTo>
                  <a:pt x="771525" y="438150"/>
                </a:moveTo>
                <a:lnTo>
                  <a:pt x="781050" y="438150"/>
                </a:lnTo>
                <a:lnTo>
                  <a:pt x="781050" y="447675"/>
                </a:lnTo>
                <a:lnTo>
                  <a:pt x="771525" y="447675"/>
                </a:lnTo>
                <a:close/>
                <a:moveTo>
                  <a:pt x="323850" y="457200"/>
                </a:moveTo>
                <a:lnTo>
                  <a:pt x="342900" y="457200"/>
                </a:lnTo>
                <a:lnTo>
                  <a:pt x="342900" y="466725"/>
                </a:lnTo>
                <a:lnTo>
                  <a:pt x="323850" y="466725"/>
                </a:lnTo>
                <a:close/>
                <a:moveTo>
                  <a:pt x="885825" y="457200"/>
                </a:moveTo>
                <a:lnTo>
                  <a:pt x="895350" y="457200"/>
                </a:lnTo>
                <a:lnTo>
                  <a:pt x="895350" y="476250"/>
                </a:lnTo>
                <a:lnTo>
                  <a:pt x="885825" y="476250"/>
                </a:lnTo>
                <a:close/>
                <a:moveTo>
                  <a:pt x="762000" y="476250"/>
                </a:moveTo>
                <a:lnTo>
                  <a:pt x="771525" y="476250"/>
                </a:lnTo>
                <a:lnTo>
                  <a:pt x="771525" y="495300"/>
                </a:lnTo>
                <a:lnTo>
                  <a:pt x="762000" y="495300"/>
                </a:lnTo>
                <a:close/>
                <a:moveTo>
                  <a:pt x="819150" y="485775"/>
                </a:moveTo>
                <a:lnTo>
                  <a:pt x="838200" y="485775"/>
                </a:lnTo>
                <a:lnTo>
                  <a:pt x="838200" y="504825"/>
                </a:lnTo>
                <a:lnTo>
                  <a:pt x="819150" y="504825"/>
                </a:lnTo>
                <a:close/>
                <a:moveTo>
                  <a:pt x="742950" y="523875"/>
                </a:moveTo>
                <a:lnTo>
                  <a:pt x="752475" y="523875"/>
                </a:lnTo>
                <a:lnTo>
                  <a:pt x="752475" y="533400"/>
                </a:lnTo>
                <a:lnTo>
                  <a:pt x="762000" y="533400"/>
                </a:lnTo>
                <a:lnTo>
                  <a:pt x="762000" y="561975"/>
                </a:lnTo>
                <a:lnTo>
                  <a:pt x="752475" y="561975"/>
                </a:lnTo>
                <a:lnTo>
                  <a:pt x="752475" y="542925"/>
                </a:lnTo>
                <a:lnTo>
                  <a:pt x="742950" y="542925"/>
                </a:lnTo>
                <a:close/>
                <a:moveTo>
                  <a:pt x="876300" y="581025"/>
                </a:moveTo>
                <a:lnTo>
                  <a:pt x="895350" y="581025"/>
                </a:lnTo>
                <a:lnTo>
                  <a:pt x="895350" y="619125"/>
                </a:lnTo>
                <a:lnTo>
                  <a:pt x="876300" y="619125"/>
                </a:lnTo>
                <a:close/>
                <a:moveTo>
                  <a:pt x="95250" y="628650"/>
                </a:moveTo>
                <a:lnTo>
                  <a:pt x="104775" y="628650"/>
                </a:lnTo>
                <a:lnTo>
                  <a:pt x="104775" y="638175"/>
                </a:lnTo>
                <a:lnTo>
                  <a:pt x="95250" y="638175"/>
                </a:lnTo>
                <a:close/>
                <a:moveTo>
                  <a:pt x="114300" y="638175"/>
                </a:moveTo>
                <a:lnTo>
                  <a:pt x="123825" y="638175"/>
                </a:lnTo>
                <a:lnTo>
                  <a:pt x="123825" y="647700"/>
                </a:lnTo>
                <a:lnTo>
                  <a:pt x="114300" y="647700"/>
                </a:lnTo>
                <a:close/>
                <a:moveTo>
                  <a:pt x="0" y="666750"/>
                </a:moveTo>
                <a:lnTo>
                  <a:pt x="9525" y="666750"/>
                </a:lnTo>
                <a:lnTo>
                  <a:pt x="9525" y="685800"/>
                </a:lnTo>
                <a:lnTo>
                  <a:pt x="0" y="685800"/>
                </a:lnTo>
                <a:close/>
                <a:moveTo>
                  <a:pt x="0" y="704850"/>
                </a:moveTo>
                <a:lnTo>
                  <a:pt x="9525" y="704850"/>
                </a:lnTo>
                <a:lnTo>
                  <a:pt x="9525" y="723900"/>
                </a:lnTo>
                <a:lnTo>
                  <a:pt x="0" y="723900"/>
                </a:lnTo>
                <a:close/>
                <a:moveTo>
                  <a:pt x="76200" y="742950"/>
                </a:moveTo>
                <a:lnTo>
                  <a:pt x="85725" y="742950"/>
                </a:lnTo>
                <a:lnTo>
                  <a:pt x="85725" y="752475"/>
                </a:lnTo>
                <a:lnTo>
                  <a:pt x="76200" y="752475"/>
                </a:lnTo>
                <a:close/>
                <a:moveTo>
                  <a:pt x="142875" y="742950"/>
                </a:moveTo>
                <a:lnTo>
                  <a:pt x="152400" y="742950"/>
                </a:lnTo>
                <a:lnTo>
                  <a:pt x="152400" y="752475"/>
                </a:lnTo>
                <a:lnTo>
                  <a:pt x="161925" y="752475"/>
                </a:lnTo>
                <a:lnTo>
                  <a:pt x="161925" y="762000"/>
                </a:lnTo>
                <a:lnTo>
                  <a:pt x="152400" y="762000"/>
                </a:lnTo>
                <a:lnTo>
                  <a:pt x="152400" y="771525"/>
                </a:lnTo>
                <a:lnTo>
                  <a:pt x="133350" y="771525"/>
                </a:lnTo>
                <a:lnTo>
                  <a:pt x="133350" y="752475"/>
                </a:lnTo>
                <a:lnTo>
                  <a:pt x="142875" y="752475"/>
                </a:lnTo>
                <a:close/>
                <a:moveTo>
                  <a:pt x="895350" y="771525"/>
                </a:moveTo>
                <a:lnTo>
                  <a:pt x="904875" y="771525"/>
                </a:lnTo>
                <a:lnTo>
                  <a:pt x="904875" y="781050"/>
                </a:lnTo>
                <a:lnTo>
                  <a:pt x="895350" y="781050"/>
                </a:lnTo>
                <a:close/>
                <a:moveTo>
                  <a:pt x="914400" y="771525"/>
                </a:moveTo>
                <a:lnTo>
                  <a:pt x="923925" y="771525"/>
                </a:lnTo>
                <a:lnTo>
                  <a:pt x="923925" y="790575"/>
                </a:lnTo>
                <a:lnTo>
                  <a:pt x="914400" y="790575"/>
                </a:lnTo>
                <a:close/>
                <a:moveTo>
                  <a:pt x="0" y="790575"/>
                </a:moveTo>
                <a:lnTo>
                  <a:pt x="9525" y="790575"/>
                </a:lnTo>
                <a:lnTo>
                  <a:pt x="9525" y="819150"/>
                </a:lnTo>
                <a:lnTo>
                  <a:pt x="0" y="819150"/>
                </a:lnTo>
                <a:close/>
                <a:moveTo>
                  <a:pt x="895350" y="790575"/>
                </a:moveTo>
                <a:lnTo>
                  <a:pt x="904875" y="790575"/>
                </a:lnTo>
                <a:lnTo>
                  <a:pt x="904875" y="800100"/>
                </a:lnTo>
                <a:lnTo>
                  <a:pt x="895350" y="800100"/>
                </a:lnTo>
                <a:close/>
                <a:moveTo>
                  <a:pt x="466725" y="828675"/>
                </a:moveTo>
                <a:lnTo>
                  <a:pt x="476250" y="828675"/>
                </a:lnTo>
                <a:lnTo>
                  <a:pt x="476250" y="838200"/>
                </a:lnTo>
                <a:lnTo>
                  <a:pt x="495300" y="838200"/>
                </a:lnTo>
                <a:lnTo>
                  <a:pt x="495300" y="847725"/>
                </a:lnTo>
                <a:lnTo>
                  <a:pt x="504825" y="847725"/>
                </a:lnTo>
                <a:lnTo>
                  <a:pt x="504825" y="857250"/>
                </a:lnTo>
                <a:lnTo>
                  <a:pt x="485775" y="857250"/>
                </a:lnTo>
                <a:lnTo>
                  <a:pt x="485775" y="866775"/>
                </a:lnTo>
                <a:lnTo>
                  <a:pt x="466725" y="866775"/>
                </a:lnTo>
                <a:lnTo>
                  <a:pt x="466725" y="857250"/>
                </a:lnTo>
                <a:lnTo>
                  <a:pt x="457200" y="857250"/>
                </a:lnTo>
                <a:lnTo>
                  <a:pt x="457200" y="838200"/>
                </a:lnTo>
                <a:lnTo>
                  <a:pt x="466725" y="838200"/>
                </a:lnTo>
                <a:close/>
                <a:moveTo>
                  <a:pt x="590550" y="828675"/>
                </a:moveTo>
                <a:lnTo>
                  <a:pt x="609600" y="828675"/>
                </a:lnTo>
                <a:lnTo>
                  <a:pt x="609600" y="838200"/>
                </a:lnTo>
                <a:lnTo>
                  <a:pt x="590550" y="838200"/>
                </a:lnTo>
                <a:close/>
                <a:moveTo>
                  <a:pt x="800100" y="828675"/>
                </a:moveTo>
                <a:lnTo>
                  <a:pt x="819150" y="828675"/>
                </a:lnTo>
                <a:lnTo>
                  <a:pt x="819150" y="847725"/>
                </a:lnTo>
                <a:lnTo>
                  <a:pt x="809625" y="847725"/>
                </a:lnTo>
                <a:lnTo>
                  <a:pt x="809625" y="838200"/>
                </a:lnTo>
                <a:lnTo>
                  <a:pt x="800100" y="838200"/>
                </a:lnTo>
                <a:close/>
                <a:moveTo>
                  <a:pt x="581025" y="838200"/>
                </a:moveTo>
                <a:lnTo>
                  <a:pt x="590550" y="838200"/>
                </a:lnTo>
                <a:lnTo>
                  <a:pt x="590550" y="847725"/>
                </a:lnTo>
                <a:lnTo>
                  <a:pt x="581025" y="847725"/>
                </a:lnTo>
                <a:close/>
                <a:moveTo>
                  <a:pt x="695325" y="838200"/>
                </a:moveTo>
                <a:lnTo>
                  <a:pt x="704850" y="838200"/>
                </a:lnTo>
                <a:lnTo>
                  <a:pt x="704850" y="847725"/>
                </a:lnTo>
                <a:lnTo>
                  <a:pt x="695325" y="847725"/>
                </a:lnTo>
                <a:close/>
                <a:moveTo>
                  <a:pt x="723900" y="838200"/>
                </a:moveTo>
                <a:lnTo>
                  <a:pt x="733425" y="838200"/>
                </a:lnTo>
                <a:lnTo>
                  <a:pt x="733425" y="847725"/>
                </a:lnTo>
                <a:lnTo>
                  <a:pt x="723900" y="847725"/>
                </a:lnTo>
                <a:close/>
                <a:moveTo>
                  <a:pt x="428625" y="847725"/>
                </a:moveTo>
                <a:lnTo>
                  <a:pt x="438150" y="847725"/>
                </a:lnTo>
                <a:lnTo>
                  <a:pt x="438150" y="857250"/>
                </a:lnTo>
                <a:lnTo>
                  <a:pt x="428625" y="857250"/>
                </a:lnTo>
                <a:close/>
                <a:moveTo>
                  <a:pt x="628650" y="847725"/>
                </a:moveTo>
                <a:lnTo>
                  <a:pt x="638175" y="847725"/>
                </a:lnTo>
                <a:lnTo>
                  <a:pt x="638175" y="857250"/>
                </a:lnTo>
                <a:lnTo>
                  <a:pt x="628650" y="857250"/>
                </a:lnTo>
                <a:close/>
                <a:moveTo>
                  <a:pt x="781050" y="847725"/>
                </a:moveTo>
                <a:lnTo>
                  <a:pt x="790575" y="847725"/>
                </a:lnTo>
                <a:lnTo>
                  <a:pt x="790575" y="857250"/>
                </a:lnTo>
                <a:lnTo>
                  <a:pt x="781050" y="857250"/>
                </a:lnTo>
                <a:close/>
                <a:moveTo>
                  <a:pt x="419100" y="857250"/>
                </a:moveTo>
                <a:lnTo>
                  <a:pt x="428625" y="857250"/>
                </a:lnTo>
                <a:lnTo>
                  <a:pt x="428625" y="876300"/>
                </a:lnTo>
                <a:lnTo>
                  <a:pt x="419100" y="876300"/>
                </a:lnTo>
                <a:close/>
                <a:moveTo>
                  <a:pt x="504825" y="857250"/>
                </a:moveTo>
                <a:lnTo>
                  <a:pt x="514350" y="857250"/>
                </a:lnTo>
                <a:lnTo>
                  <a:pt x="514350" y="876300"/>
                </a:lnTo>
                <a:lnTo>
                  <a:pt x="504825" y="876300"/>
                </a:lnTo>
                <a:close/>
                <a:moveTo>
                  <a:pt x="600075" y="866775"/>
                </a:moveTo>
                <a:lnTo>
                  <a:pt x="647700" y="866775"/>
                </a:lnTo>
                <a:lnTo>
                  <a:pt x="647700" y="876300"/>
                </a:lnTo>
                <a:lnTo>
                  <a:pt x="600075" y="876300"/>
                </a:lnTo>
                <a:close/>
              </a:path>
            </a:pathLst>
          </a:custGeom>
          <a:solidFill xmlns:a="http://schemas.openxmlformats.org/drawingml/2006/main">
            <a:srgbClr val="F1EDE2"/>
          </a:solidFill>
          <a:ln xmlns:a="http://schemas.openxmlformats.org/drawingml/2006/main" w="0">
            <a:noFill/>
          </a:ln>
        </p:spPr>
      </p:sp>
      <p:sp>
        <p:nvSpPr>
          <p:cNvPr id="56" name="limits vector #f1ede1">
            <a:extLst xmlns:a="http://schemas.openxmlformats.org/drawingml/2006/main">
              <a:ext uri="{FF2B5EF4-FFF2-40B4-BE49-F238E27FC236}">
                <a16:creationId xmlns:a16="http://schemas.microsoft.com/office/drawing/2014/main" id="{980F8A72-55DA-45DA-9EAB-B3939AA0E55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076950" y="1504950"/>
            <a:ext cx="923925" cy="876300"/>
          </a:xfrm>
          <a:custGeom xmlns:a="http://schemas.openxmlformats.org/drawingml/2006/main">
            <a:pathLst>
              <a:path w="923925" h="876300">
                <a:moveTo>
                  <a:pt x="66675" y="0"/>
                </a:moveTo>
                <a:lnTo>
                  <a:pt x="85725" y="0"/>
                </a:lnTo>
                <a:lnTo>
                  <a:pt x="85725" y="9525"/>
                </a:lnTo>
                <a:lnTo>
                  <a:pt x="95250" y="9525"/>
                </a:lnTo>
                <a:lnTo>
                  <a:pt x="95250" y="28575"/>
                </a:lnTo>
                <a:lnTo>
                  <a:pt x="104775" y="28575"/>
                </a:lnTo>
                <a:lnTo>
                  <a:pt x="104775" y="38100"/>
                </a:lnTo>
                <a:lnTo>
                  <a:pt x="114300" y="38100"/>
                </a:lnTo>
                <a:lnTo>
                  <a:pt x="114300" y="47625"/>
                </a:lnTo>
                <a:lnTo>
                  <a:pt x="123825" y="47625"/>
                </a:lnTo>
                <a:lnTo>
                  <a:pt x="123825" y="57150"/>
                </a:lnTo>
                <a:lnTo>
                  <a:pt x="152400" y="57150"/>
                </a:lnTo>
                <a:lnTo>
                  <a:pt x="152400" y="76200"/>
                </a:lnTo>
                <a:lnTo>
                  <a:pt x="142875" y="76200"/>
                </a:lnTo>
                <a:lnTo>
                  <a:pt x="142875" y="66675"/>
                </a:lnTo>
                <a:lnTo>
                  <a:pt x="133350" y="66675"/>
                </a:lnTo>
                <a:lnTo>
                  <a:pt x="133350" y="76200"/>
                </a:lnTo>
                <a:lnTo>
                  <a:pt x="142875" y="76200"/>
                </a:lnTo>
                <a:lnTo>
                  <a:pt x="142875" y="85725"/>
                </a:lnTo>
                <a:lnTo>
                  <a:pt x="133350" y="85725"/>
                </a:lnTo>
                <a:lnTo>
                  <a:pt x="133350" y="95250"/>
                </a:lnTo>
                <a:lnTo>
                  <a:pt x="123825" y="95250"/>
                </a:lnTo>
                <a:lnTo>
                  <a:pt x="123825" y="123825"/>
                </a:lnTo>
                <a:lnTo>
                  <a:pt x="133350" y="123825"/>
                </a:lnTo>
                <a:lnTo>
                  <a:pt x="133350" y="142875"/>
                </a:lnTo>
                <a:lnTo>
                  <a:pt x="114300" y="142875"/>
                </a:lnTo>
                <a:lnTo>
                  <a:pt x="114300" y="161925"/>
                </a:lnTo>
                <a:lnTo>
                  <a:pt x="104775" y="161925"/>
                </a:lnTo>
                <a:lnTo>
                  <a:pt x="104775" y="171450"/>
                </a:lnTo>
                <a:lnTo>
                  <a:pt x="95250" y="171450"/>
                </a:lnTo>
                <a:lnTo>
                  <a:pt x="95250" y="180975"/>
                </a:lnTo>
                <a:lnTo>
                  <a:pt x="85725" y="180975"/>
                </a:lnTo>
                <a:lnTo>
                  <a:pt x="85725" y="190500"/>
                </a:lnTo>
                <a:lnTo>
                  <a:pt x="66675" y="190500"/>
                </a:lnTo>
                <a:lnTo>
                  <a:pt x="66675" y="266700"/>
                </a:lnTo>
                <a:lnTo>
                  <a:pt x="57150" y="266700"/>
                </a:lnTo>
                <a:lnTo>
                  <a:pt x="57150" y="285750"/>
                </a:lnTo>
                <a:lnTo>
                  <a:pt x="47625" y="285750"/>
                </a:lnTo>
                <a:lnTo>
                  <a:pt x="47625" y="266700"/>
                </a:lnTo>
                <a:lnTo>
                  <a:pt x="38100" y="266700"/>
                </a:lnTo>
                <a:lnTo>
                  <a:pt x="38100" y="257175"/>
                </a:lnTo>
                <a:lnTo>
                  <a:pt x="19050" y="257175"/>
                </a:lnTo>
                <a:lnTo>
                  <a:pt x="19050" y="295275"/>
                </a:lnTo>
                <a:lnTo>
                  <a:pt x="28575" y="295275"/>
                </a:lnTo>
                <a:lnTo>
                  <a:pt x="28575" y="304800"/>
                </a:lnTo>
                <a:lnTo>
                  <a:pt x="38100" y="304800"/>
                </a:lnTo>
                <a:lnTo>
                  <a:pt x="38100" y="285750"/>
                </a:lnTo>
                <a:lnTo>
                  <a:pt x="47625" y="285750"/>
                </a:lnTo>
                <a:lnTo>
                  <a:pt x="47625" y="304800"/>
                </a:lnTo>
                <a:lnTo>
                  <a:pt x="57150" y="304800"/>
                </a:lnTo>
                <a:lnTo>
                  <a:pt x="57150" y="314325"/>
                </a:lnTo>
                <a:lnTo>
                  <a:pt x="47625" y="314325"/>
                </a:lnTo>
                <a:lnTo>
                  <a:pt x="47625" y="323850"/>
                </a:lnTo>
                <a:lnTo>
                  <a:pt x="38100" y="323850"/>
                </a:lnTo>
                <a:lnTo>
                  <a:pt x="38100" y="342900"/>
                </a:lnTo>
                <a:lnTo>
                  <a:pt x="47625" y="342900"/>
                </a:lnTo>
                <a:lnTo>
                  <a:pt x="47625" y="352425"/>
                </a:lnTo>
                <a:lnTo>
                  <a:pt x="38100" y="352425"/>
                </a:lnTo>
                <a:lnTo>
                  <a:pt x="38100" y="361950"/>
                </a:lnTo>
                <a:lnTo>
                  <a:pt x="47625" y="361950"/>
                </a:lnTo>
                <a:lnTo>
                  <a:pt x="47625" y="419100"/>
                </a:lnTo>
                <a:lnTo>
                  <a:pt x="38100" y="419100"/>
                </a:lnTo>
                <a:lnTo>
                  <a:pt x="38100" y="390525"/>
                </a:lnTo>
                <a:lnTo>
                  <a:pt x="28575" y="390525"/>
                </a:lnTo>
                <a:lnTo>
                  <a:pt x="28575" y="400050"/>
                </a:lnTo>
                <a:lnTo>
                  <a:pt x="19050" y="400050"/>
                </a:lnTo>
                <a:lnTo>
                  <a:pt x="19050" y="409575"/>
                </a:lnTo>
                <a:lnTo>
                  <a:pt x="28575" y="409575"/>
                </a:lnTo>
                <a:lnTo>
                  <a:pt x="28575" y="428625"/>
                </a:lnTo>
                <a:lnTo>
                  <a:pt x="19050" y="428625"/>
                </a:lnTo>
                <a:lnTo>
                  <a:pt x="19050" y="438150"/>
                </a:lnTo>
                <a:lnTo>
                  <a:pt x="28575" y="438150"/>
                </a:lnTo>
                <a:lnTo>
                  <a:pt x="28575" y="457200"/>
                </a:lnTo>
                <a:lnTo>
                  <a:pt x="38100" y="457200"/>
                </a:lnTo>
                <a:lnTo>
                  <a:pt x="38100" y="447675"/>
                </a:lnTo>
                <a:lnTo>
                  <a:pt x="47625" y="447675"/>
                </a:lnTo>
                <a:lnTo>
                  <a:pt x="47625" y="476250"/>
                </a:lnTo>
                <a:lnTo>
                  <a:pt x="38100" y="476250"/>
                </a:lnTo>
                <a:lnTo>
                  <a:pt x="38100" y="495300"/>
                </a:lnTo>
                <a:lnTo>
                  <a:pt x="57150" y="495300"/>
                </a:lnTo>
                <a:lnTo>
                  <a:pt x="57150" y="571500"/>
                </a:lnTo>
                <a:lnTo>
                  <a:pt x="38100" y="571500"/>
                </a:lnTo>
                <a:lnTo>
                  <a:pt x="38100" y="542925"/>
                </a:lnTo>
                <a:lnTo>
                  <a:pt x="47625" y="542925"/>
                </a:lnTo>
                <a:lnTo>
                  <a:pt x="47625" y="533400"/>
                </a:lnTo>
                <a:lnTo>
                  <a:pt x="38100" y="533400"/>
                </a:lnTo>
                <a:lnTo>
                  <a:pt x="38100" y="523875"/>
                </a:lnTo>
                <a:lnTo>
                  <a:pt x="47625" y="523875"/>
                </a:lnTo>
                <a:lnTo>
                  <a:pt x="47625" y="514350"/>
                </a:lnTo>
                <a:lnTo>
                  <a:pt x="19050" y="514350"/>
                </a:lnTo>
                <a:lnTo>
                  <a:pt x="19050" y="647700"/>
                </a:lnTo>
                <a:lnTo>
                  <a:pt x="38100" y="647700"/>
                </a:lnTo>
                <a:lnTo>
                  <a:pt x="38100" y="581025"/>
                </a:lnTo>
                <a:lnTo>
                  <a:pt x="57150" y="581025"/>
                </a:lnTo>
                <a:lnTo>
                  <a:pt x="57150" y="590550"/>
                </a:lnTo>
                <a:lnTo>
                  <a:pt x="66675" y="590550"/>
                </a:lnTo>
                <a:lnTo>
                  <a:pt x="66675" y="619125"/>
                </a:lnTo>
                <a:lnTo>
                  <a:pt x="76200" y="619125"/>
                </a:lnTo>
                <a:lnTo>
                  <a:pt x="76200" y="628650"/>
                </a:lnTo>
                <a:lnTo>
                  <a:pt x="85725" y="628650"/>
                </a:lnTo>
                <a:lnTo>
                  <a:pt x="85725" y="638175"/>
                </a:lnTo>
                <a:lnTo>
                  <a:pt x="104775" y="638175"/>
                </a:lnTo>
                <a:lnTo>
                  <a:pt x="104775" y="657225"/>
                </a:lnTo>
                <a:lnTo>
                  <a:pt x="95250" y="657225"/>
                </a:lnTo>
                <a:lnTo>
                  <a:pt x="95250" y="676275"/>
                </a:lnTo>
                <a:lnTo>
                  <a:pt x="104775" y="676275"/>
                </a:lnTo>
                <a:lnTo>
                  <a:pt x="104775" y="685800"/>
                </a:lnTo>
                <a:lnTo>
                  <a:pt x="114300" y="685800"/>
                </a:lnTo>
                <a:lnTo>
                  <a:pt x="114300" y="695325"/>
                </a:lnTo>
                <a:lnTo>
                  <a:pt x="133350" y="695325"/>
                </a:lnTo>
                <a:lnTo>
                  <a:pt x="133350" y="704850"/>
                </a:lnTo>
                <a:lnTo>
                  <a:pt x="142875" y="704850"/>
                </a:lnTo>
                <a:lnTo>
                  <a:pt x="142875" y="714375"/>
                </a:lnTo>
                <a:lnTo>
                  <a:pt x="161925" y="714375"/>
                </a:lnTo>
                <a:lnTo>
                  <a:pt x="161925" y="723900"/>
                </a:lnTo>
                <a:lnTo>
                  <a:pt x="171450" y="723900"/>
                </a:lnTo>
                <a:lnTo>
                  <a:pt x="171450" y="733425"/>
                </a:lnTo>
                <a:lnTo>
                  <a:pt x="161925" y="733425"/>
                </a:lnTo>
                <a:lnTo>
                  <a:pt x="161925" y="752475"/>
                </a:lnTo>
                <a:lnTo>
                  <a:pt x="152400" y="752475"/>
                </a:lnTo>
                <a:lnTo>
                  <a:pt x="152400" y="742950"/>
                </a:lnTo>
                <a:lnTo>
                  <a:pt x="142875" y="742950"/>
                </a:lnTo>
                <a:lnTo>
                  <a:pt x="142875" y="752475"/>
                </a:lnTo>
                <a:lnTo>
                  <a:pt x="133350" y="752475"/>
                </a:lnTo>
                <a:lnTo>
                  <a:pt x="133350" y="771525"/>
                </a:lnTo>
                <a:lnTo>
                  <a:pt x="152400" y="771525"/>
                </a:lnTo>
                <a:lnTo>
                  <a:pt x="152400" y="762000"/>
                </a:lnTo>
                <a:lnTo>
                  <a:pt x="171450" y="762000"/>
                </a:lnTo>
                <a:lnTo>
                  <a:pt x="171450" y="771525"/>
                </a:lnTo>
                <a:lnTo>
                  <a:pt x="180975" y="771525"/>
                </a:lnTo>
                <a:lnTo>
                  <a:pt x="180975" y="781050"/>
                </a:lnTo>
                <a:lnTo>
                  <a:pt x="190500" y="781050"/>
                </a:lnTo>
                <a:lnTo>
                  <a:pt x="190500" y="790575"/>
                </a:lnTo>
                <a:lnTo>
                  <a:pt x="209550" y="790575"/>
                </a:lnTo>
                <a:lnTo>
                  <a:pt x="209550" y="781050"/>
                </a:lnTo>
                <a:lnTo>
                  <a:pt x="228600" y="781050"/>
                </a:lnTo>
                <a:lnTo>
                  <a:pt x="228600" y="800100"/>
                </a:lnTo>
                <a:lnTo>
                  <a:pt x="238125" y="800100"/>
                </a:lnTo>
                <a:lnTo>
                  <a:pt x="238125" y="819150"/>
                </a:lnTo>
                <a:lnTo>
                  <a:pt x="228600" y="819150"/>
                </a:lnTo>
                <a:lnTo>
                  <a:pt x="228600" y="828675"/>
                </a:lnTo>
                <a:lnTo>
                  <a:pt x="238125" y="828675"/>
                </a:lnTo>
                <a:lnTo>
                  <a:pt x="238125" y="838200"/>
                </a:lnTo>
                <a:lnTo>
                  <a:pt x="200025" y="838200"/>
                </a:lnTo>
                <a:lnTo>
                  <a:pt x="200025" y="828675"/>
                </a:lnTo>
                <a:lnTo>
                  <a:pt x="190500" y="828675"/>
                </a:lnTo>
                <a:lnTo>
                  <a:pt x="190500" y="819150"/>
                </a:lnTo>
                <a:lnTo>
                  <a:pt x="180975" y="819150"/>
                </a:lnTo>
                <a:lnTo>
                  <a:pt x="180975" y="828675"/>
                </a:lnTo>
                <a:lnTo>
                  <a:pt x="171450" y="828675"/>
                </a:lnTo>
                <a:lnTo>
                  <a:pt x="171450" y="838200"/>
                </a:lnTo>
                <a:lnTo>
                  <a:pt x="180975" y="838200"/>
                </a:lnTo>
                <a:lnTo>
                  <a:pt x="180975" y="857250"/>
                </a:lnTo>
                <a:lnTo>
                  <a:pt x="171450" y="857250"/>
                </a:lnTo>
                <a:lnTo>
                  <a:pt x="171450" y="866775"/>
                </a:lnTo>
                <a:lnTo>
                  <a:pt x="161925" y="866775"/>
                </a:lnTo>
                <a:lnTo>
                  <a:pt x="161925" y="876300"/>
                </a:lnTo>
                <a:lnTo>
                  <a:pt x="0" y="876300"/>
                </a:lnTo>
                <a:lnTo>
                  <a:pt x="0" y="819150"/>
                </a:lnTo>
                <a:lnTo>
                  <a:pt x="9525" y="819150"/>
                </a:lnTo>
                <a:lnTo>
                  <a:pt x="9525" y="790575"/>
                </a:lnTo>
                <a:lnTo>
                  <a:pt x="0" y="790575"/>
                </a:lnTo>
                <a:lnTo>
                  <a:pt x="0" y="762000"/>
                </a:lnTo>
                <a:lnTo>
                  <a:pt x="9525" y="762000"/>
                </a:lnTo>
                <a:lnTo>
                  <a:pt x="9525" y="733425"/>
                </a:lnTo>
                <a:lnTo>
                  <a:pt x="0" y="733425"/>
                </a:lnTo>
                <a:lnTo>
                  <a:pt x="0" y="723900"/>
                </a:lnTo>
                <a:lnTo>
                  <a:pt x="9525" y="723900"/>
                </a:lnTo>
                <a:lnTo>
                  <a:pt x="9525" y="704850"/>
                </a:lnTo>
                <a:lnTo>
                  <a:pt x="0" y="704850"/>
                </a:lnTo>
                <a:lnTo>
                  <a:pt x="0" y="685800"/>
                </a:lnTo>
                <a:lnTo>
                  <a:pt x="9525" y="685800"/>
                </a:lnTo>
                <a:lnTo>
                  <a:pt x="9525" y="666750"/>
                </a:lnTo>
                <a:lnTo>
                  <a:pt x="0" y="666750"/>
                </a:lnTo>
                <a:lnTo>
                  <a:pt x="0" y="228600"/>
                </a:lnTo>
                <a:lnTo>
                  <a:pt x="19050" y="228600"/>
                </a:lnTo>
                <a:lnTo>
                  <a:pt x="19050" y="219075"/>
                </a:lnTo>
                <a:lnTo>
                  <a:pt x="9525" y="219075"/>
                </a:lnTo>
                <a:lnTo>
                  <a:pt x="9525" y="190500"/>
                </a:lnTo>
                <a:lnTo>
                  <a:pt x="0" y="190500"/>
                </a:lnTo>
                <a:lnTo>
                  <a:pt x="0" y="19050"/>
                </a:lnTo>
                <a:lnTo>
                  <a:pt x="66675" y="19050"/>
                </a:lnTo>
                <a:close/>
                <a:moveTo>
                  <a:pt x="685800" y="0"/>
                </a:moveTo>
                <a:lnTo>
                  <a:pt x="923925" y="0"/>
                </a:lnTo>
                <a:lnTo>
                  <a:pt x="923925" y="190500"/>
                </a:lnTo>
                <a:lnTo>
                  <a:pt x="914400" y="190500"/>
                </a:lnTo>
                <a:lnTo>
                  <a:pt x="914400" y="200025"/>
                </a:lnTo>
                <a:lnTo>
                  <a:pt x="923925" y="200025"/>
                </a:lnTo>
                <a:lnTo>
                  <a:pt x="923925" y="238125"/>
                </a:lnTo>
                <a:lnTo>
                  <a:pt x="895350" y="238125"/>
                </a:lnTo>
                <a:lnTo>
                  <a:pt x="895350" y="257175"/>
                </a:lnTo>
                <a:lnTo>
                  <a:pt x="914400" y="257175"/>
                </a:lnTo>
                <a:lnTo>
                  <a:pt x="914400" y="247650"/>
                </a:lnTo>
                <a:lnTo>
                  <a:pt x="923925" y="247650"/>
                </a:lnTo>
                <a:lnTo>
                  <a:pt x="923925" y="295275"/>
                </a:lnTo>
                <a:lnTo>
                  <a:pt x="904875" y="295275"/>
                </a:lnTo>
                <a:lnTo>
                  <a:pt x="904875" y="314325"/>
                </a:lnTo>
                <a:lnTo>
                  <a:pt x="885825" y="314325"/>
                </a:lnTo>
                <a:lnTo>
                  <a:pt x="885825" y="323850"/>
                </a:lnTo>
                <a:lnTo>
                  <a:pt x="876300" y="323850"/>
                </a:lnTo>
                <a:lnTo>
                  <a:pt x="876300" y="333375"/>
                </a:lnTo>
                <a:lnTo>
                  <a:pt x="857250" y="333375"/>
                </a:lnTo>
                <a:lnTo>
                  <a:pt x="857250" y="323850"/>
                </a:lnTo>
                <a:lnTo>
                  <a:pt x="847725" y="323850"/>
                </a:lnTo>
                <a:lnTo>
                  <a:pt x="847725" y="314325"/>
                </a:lnTo>
                <a:lnTo>
                  <a:pt x="828675" y="314325"/>
                </a:lnTo>
                <a:lnTo>
                  <a:pt x="828675" y="304800"/>
                </a:lnTo>
                <a:lnTo>
                  <a:pt x="819150" y="304800"/>
                </a:lnTo>
                <a:lnTo>
                  <a:pt x="819150" y="276225"/>
                </a:lnTo>
                <a:lnTo>
                  <a:pt x="828675" y="276225"/>
                </a:lnTo>
                <a:lnTo>
                  <a:pt x="828675" y="285750"/>
                </a:lnTo>
                <a:lnTo>
                  <a:pt x="838200" y="285750"/>
                </a:lnTo>
                <a:lnTo>
                  <a:pt x="838200" y="276225"/>
                </a:lnTo>
                <a:lnTo>
                  <a:pt x="847725" y="276225"/>
                </a:lnTo>
                <a:lnTo>
                  <a:pt x="847725" y="285750"/>
                </a:lnTo>
                <a:lnTo>
                  <a:pt x="876300" y="285750"/>
                </a:lnTo>
                <a:lnTo>
                  <a:pt x="876300" y="295275"/>
                </a:lnTo>
                <a:lnTo>
                  <a:pt x="885825" y="295275"/>
                </a:lnTo>
                <a:lnTo>
                  <a:pt x="885825" y="257175"/>
                </a:lnTo>
                <a:lnTo>
                  <a:pt x="866775" y="257175"/>
                </a:lnTo>
                <a:lnTo>
                  <a:pt x="866775" y="266700"/>
                </a:lnTo>
                <a:lnTo>
                  <a:pt x="819150" y="266700"/>
                </a:lnTo>
                <a:lnTo>
                  <a:pt x="819150" y="257175"/>
                </a:lnTo>
                <a:lnTo>
                  <a:pt x="828675" y="257175"/>
                </a:lnTo>
                <a:lnTo>
                  <a:pt x="828675" y="247650"/>
                </a:lnTo>
                <a:lnTo>
                  <a:pt x="819150" y="247650"/>
                </a:lnTo>
                <a:lnTo>
                  <a:pt x="819150" y="238125"/>
                </a:lnTo>
                <a:lnTo>
                  <a:pt x="790575" y="238125"/>
                </a:lnTo>
                <a:lnTo>
                  <a:pt x="790575" y="247650"/>
                </a:lnTo>
                <a:lnTo>
                  <a:pt x="781050" y="247650"/>
                </a:lnTo>
                <a:lnTo>
                  <a:pt x="781050" y="266700"/>
                </a:lnTo>
                <a:lnTo>
                  <a:pt x="771525" y="266700"/>
                </a:lnTo>
                <a:lnTo>
                  <a:pt x="771525" y="295275"/>
                </a:lnTo>
                <a:lnTo>
                  <a:pt x="762000" y="295275"/>
                </a:lnTo>
                <a:lnTo>
                  <a:pt x="762000" y="276225"/>
                </a:lnTo>
                <a:lnTo>
                  <a:pt x="752475" y="276225"/>
                </a:lnTo>
                <a:lnTo>
                  <a:pt x="752475" y="257175"/>
                </a:lnTo>
                <a:lnTo>
                  <a:pt x="762000" y="257175"/>
                </a:lnTo>
                <a:lnTo>
                  <a:pt x="762000" y="238125"/>
                </a:lnTo>
                <a:lnTo>
                  <a:pt x="771525" y="238125"/>
                </a:lnTo>
                <a:lnTo>
                  <a:pt x="771525" y="228600"/>
                </a:lnTo>
                <a:lnTo>
                  <a:pt x="790575" y="228600"/>
                </a:lnTo>
                <a:lnTo>
                  <a:pt x="790575" y="209550"/>
                </a:lnTo>
                <a:lnTo>
                  <a:pt x="771525" y="209550"/>
                </a:lnTo>
                <a:lnTo>
                  <a:pt x="771525" y="200025"/>
                </a:lnTo>
                <a:lnTo>
                  <a:pt x="762000" y="200025"/>
                </a:lnTo>
                <a:lnTo>
                  <a:pt x="762000" y="190500"/>
                </a:lnTo>
                <a:lnTo>
                  <a:pt x="752475" y="190500"/>
                </a:lnTo>
                <a:lnTo>
                  <a:pt x="752475" y="161925"/>
                </a:lnTo>
                <a:lnTo>
                  <a:pt x="742950" y="161925"/>
                </a:lnTo>
                <a:lnTo>
                  <a:pt x="742950" y="171450"/>
                </a:lnTo>
                <a:lnTo>
                  <a:pt x="723900" y="171450"/>
                </a:lnTo>
                <a:lnTo>
                  <a:pt x="723900" y="142875"/>
                </a:lnTo>
                <a:lnTo>
                  <a:pt x="714375" y="142875"/>
                </a:lnTo>
                <a:lnTo>
                  <a:pt x="714375" y="133350"/>
                </a:lnTo>
                <a:lnTo>
                  <a:pt x="704850" y="133350"/>
                </a:lnTo>
                <a:lnTo>
                  <a:pt x="704850" y="47625"/>
                </a:lnTo>
                <a:lnTo>
                  <a:pt x="695325" y="47625"/>
                </a:lnTo>
                <a:lnTo>
                  <a:pt x="695325" y="66675"/>
                </a:lnTo>
                <a:lnTo>
                  <a:pt x="685800" y="66675"/>
                </a:lnTo>
                <a:lnTo>
                  <a:pt x="685800" y="76200"/>
                </a:lnTo>
                <a:lnTo>
                  <a:pt x="676275" y="76200"/>
                </a:lnTo>
                <a:lnTo>
                  <a:pt x="676275" y="95250"/>
                </a:lnTo>
                <a:lnTo>
                  <a:pt x="666750" y="95250"/>
                </a:lnTo>
                <a:lnTo>
                  <a:pt x="666750" y="76200"/>
                </a:lnTo>
                <a:lnTo>
                  <a:pt x="657225" y="76200"/>
                </a:lnTo>
                <a:lnTo>
                  <a:pt x="657225" y="66675"/>
                </a:lnTo>
                <a:lnTo>
                  <a:pt x="666750" y="66675"/>
                </a:lnTo>
                <a:lnTo>
                  <a:pt x="666750" y="57150"/>
                </a:lnTo>
                <a:lnTo>
                  <a:pt x="657225" y="57150"/>
                </a:lnTo>
                <a:lnTo>
                  <a:pt x="657225" y="47625"/>
                </a:lnTo>
                <a:lnTo>
                  <a:pt x="676275" y="47625"/>
                </a:lnTo>
                <a:lnTo>
                  <a:pt x="676275" y="38100"/>
                </a:lnTo>
                <a:lnTo>
                  <a:pt x="685800" y="38100"/>
                </a:lnTo>
                <a:close/>
                <a:moveTo>
                  <a:pt x="762000" y="38100"/>
                </a:moveTo>
                <a:lnTo>
                  <a:pt x="752475" y="38100"/>
                </a:lnTo>
                <a:lnTo>
                  <a:pt x="752475" y="47625"/>
                </a:lnTo>
                <a:lnTo>
                  <a:pt x="762000" y="47625"/>
                </a:lnTo>
                <a:close/>
                <a:moveTo>
                  <a:pt x="762000" y="38100"/>
                </a:moveTo>
                <a:lnTo>
                  <a:pt x="771525" y="38100"/>
                </a:lnTo>
                <a:lnTo>
                  <a:pt x="771525" y="28575"/>
                </a:lnTo>
                <a:lnTo>
                  <a:pt x="762000" y="28575"/>
                </a:lnTo>
                <a:close/>
                <a:moveTo>
                  <a:pt x="200025" y="47625"/>
                </a:moveTo>
                <a:lnTo>
                  <a:pt x="209550" y="47625"/>
                </a:lnTo>
                <a:lnTo>
                  <a:pt x="209550" y="57150"/>
                </a:lnTo>
                <a:lnTo>
                  <a:pt x="200025" y="57150"/>
                </a:lnTo>
                <a:close/>
                <a:moveTo>
                  <a:pt x="219075" y="47625"/>
                </a:moveTo>
                <a:lnTo>
                  <a:pt x="247650" y="47625"/>
                </a:lnTo>
                <a:lnTo>
                  <a:pt x="247650" y="76200"/>
                </a:lnTo>
                <a:lnTo>
                  <a:pt x="238125" y="76200"/>
                </a:lnTo>
                <a:lnTo>
                  <a:pt x="238125" y="85725"/>
                </a:lnTo>
                <a:lnTo>
                  <a:pt x="228600" y="85725"/>
                </a:lnTo>
                <a:lnTo>
                  <a:pt x="228600" y="76200"/>
                </a:lnTo>
                <a:lnTo>
                  <a:pt x="219075" y="76200"/>
                </a:lnTo>
                <a:lnTo>
                  <a:pt x="219075" y="66675"/>
                </a:lnTo>
                <a:lnTo>
                  <a:pt x="209550" y="66675"/>
                </a:lnTo>
                <a:lnTo>
                  <a:pt x="209550" y="57150"/>
                </a:lnTo>
                <a:lnTo>
                  <a:pt x="219075" y="57150"/>
                </a:lnTo>
                <a:close/>
                <a:moveTo>
                  <a:pt x="76200" y="76200"/>
                </a:moveTo>
                <a:lnTo>
                  <a:pt x="66675" y="76200"/>
                </a:lnTo>
                <a:lnTo>
                  <a:pt x="66675" y="85725"/>
                </a:lnTo>
                <a:lnTo>
                  <a:pt x="57150" y="85725"/>
                </a:lnTo>
                <a:lnTo>
                  <a:pt x="57150" y="104775"/>
                </a:lnTo>
                <a:lnTo>
                  <a:pt x="66675" y="104775"/>
                </a:lnTo>
                <a:lnTo>
                  <a:pt x="66675" y="114300"/>
                </a:lnTo>
                <a:lnTo>
                  <a:pt x="76200" y="114300"/>
                </a:lnTo>
                <a:lnTo>
                  <a:pt x="76200" y="104775"/>
                </a:lnTo>
                <a:lnTo>
                  <a:pt x="85725" y="104775"/>
                </a:lnTo>
                <a:lnTo>
                  <a:pt x="85725" y="85725"/>
                </a:lnTo>
                <a:lnTo>
                  <a:pt x="76200" y="85725"/>
                </a:lnTo>
                <a:close/>
                <a:moveTo>
                  <a:pt x="76200" y="76200"/>
                </a:moveTo>
                <a:lnTo>
                  <a:pt x="85725" y="76200"/>
                </a:lnTo>
                <a:lnTo>
                  <a:pt x="85725" y="66675"/>
                </a:lnTo>
                <a:lnTo>
                  <a:pt x="76200" y="66675"/>
                </a:lnTo>
                <a:close/>
                <a:moveTo>
                  <a:pt x="114300" y="85725"/>
                </a:moveTo>
                <a:lnTo>
                  <a:pt x="123825" y="85725"/>
                </a:lnTo>
                <a:lnTo>
                  <a:pt x="123825" y="66675"/>
                </a:lnTo>
                <a:lnTo>
                  <a:pt x="95250" y="66675"/>
                </a:lnTo>
                <a:lnTo>
                  <a:pt x="95250" y="95250"/>
                </a:lnTo>
                <a:lnTo>
                  <a:pt x="114300" y="95250"/>
                </a:lnTo>
                <a:close/>
                <a:moveTo>
                  <a:pt x="752475" y="95250"/>
                </a:moveTo>
                <a:lnTo>
                  <a:pt x="781050" y="95250"/>
                </a:lnTo>
                <a:lnTo>
                  <a:pt x="781050" y="85725"/>
                </a:lnTo>
                <a:lnTo>
                  <a:pt x="771525" y="85725"/>
                </a:lnTo>
                <a:lnTo>
                  <a:pt x="771525" y="76200"/>
                </a:lnTo>
                <a:lnTo>
                  <a:pt x="752475" y="76200"/>
                </a:lnTo>
                <a:close/>
                <a:moveTo>
                  <a:pt x="609600" y="104775"/>
                </a:moveTo>
                <a:lnTo>
                  <a:pt x="628650" y="104775"/>
                </a:lnTo>
                <a:lnTo>
                  <a:pt x="628650" y="114300"/>
                </a:lnTo>
                <a:lnTo>
                  <a:pt x="609600" y="114300"/>
                </a:lnTo>
                <a:close/>
                <a:moveTo>
                  <a:pt x="752475" y="161925"/>
                </a:moveTo>
                <a:lnTo>
                  <a:pt x="762000" y="161925"/>
                </a:lnTo>
                <a:lnTo>
                  <a:pt x="762000" y="152400"/>
                </a:lnTo>
                <a:lnTo>
                  <a:pt x="752475" y="152400"/>
                </a:lnTo>
                <a:close/>
                <a:moveTo>
                  <a:pt x="866775" y="190500"/>
                </a:moveTo>
                <a:lnTo>
                  <a:pt x="876300" y="190500"/>
                </a:lnTo>
                <a:lnTo>
                  <a:pt x="876300" y="180975"/>
                </a:lnTo>
                <a:lnTo>
                  <a:pt x="866775" y="180975"/>
                </a:lnTo>
                <a:close/>
                <a:moveTo>
                  <a:pt x="876300" y="209550"/>
                </a:moveTo>
                <a:lnTo>
                  <a:pt x="885825" y="209550"/>
                </a:lnTo>
                <a:lnTo>
                  <a:pt x="885825" y="200025"/>
                </a:lnTo>
                <a:lnTo>
                  <a:pt x="866775" y="200025"/>
                </a:lnTo>
                <a:lnTo>
                  <a:pt x="866775" y="219075"/>
                </a:lnTo>
                <a:lnTo>
                  <a:pt x="876300" y="219075"/>
                </a:lnTo>
                <a:close/>
                <a:moveTo>
                  <a:pt x="819150" y="228600"/>
                </a:moveTo>
                <a:lnTo>
                  <a:pt x="838200" y="228600"/>
                </a:lnTo>
                <a:lnTo>
                  <a:pt x="838200" y="219075"/>
                </a:lnTo>
                <a:lnTo>
                  <a:pt x="819150" y="219075"/>
                </a:lnTo>
                <a:close/>
                <a:moveTo>
                  <a:pt x="771525" y="295275"/>
                </a:moveTo>
                <a:lnTo>
                  <a:pt x="790575" y="295275"/>
                </a:lnTo>
                <a:lnTo>
                  <a:pt x="790575" y="304800"/>
                </a:lnTo>
                <a:lnTo>
                  <a:pt x="771525" y="304800"/>
                </a:lnTo>
                <a:close/>
                <a:moveTo>
                  <a:pt x="790575" y="304800"/>
                </a:moveTo>
                <a:lnTo>
                  <a:pt x="819150" y="304800"/>
                </a:lnTo>
                <a:lnTo>
                  <a:pt x="819150" y="314325"/>
                </a:lnTo>
                <a:lnTo>
                  <a:pt x="809625" y="314325"/>
                </a:lnTo>
                <a:lnTo>
                  <a:pt x="809625" y="323850"/>
                </a:lnTo>
                <a:lnTo>
                  <a:pt x="790575" y="323850"/>
                </a:lnTo>
                <a:close/>
                <a:moveTo>
                  <a:pt x="904875" y="314325"/>
                </a:moveTo>
                <a:lnTo>
                  <a:pt x="914400" y="314325"/>
                </a:lnTo>
                <a:lnTo>
                  <a:pt x="914400" y="323850"/>
                </a:lnTo>
                <a:lnTo>
                  <a:pt x="904875" y="323850"/>
                </a:lnTo>
                <a:close/>
                <a:moveTo>
                  <a:pt x="771525" y="323850"/>
                </a:moveTo>
                <a:lnTo>
                  <a:pt x="790575" y="323850"/>
                </a:lnTo>
                <a:lnTo>
                  <a:pt x="790575" y="342900"/>
                </a:lnTo>
                <a:lnTo>
                  <a:pt x="847725" y="342900"/>
                </a:lnTo>
                <a:lnTo>
                  <a:pt x="847725" y="352425"/>
                </a:lnTo>
                <a:lnTo>
                  <a:pt x="866775" y="352425"/>
                </a:lnTo>
                <a:lnTo>
                  <a:pt x="866775" y="361950"/>
                </a:lnTo>
                <a:lnTo>
                  <a:pt x="895350" y="361950"/>
                </a:lnTo>
                <a:lnTo>
                  <a:pt x="895350" y="342900"/>
                </a:lnTo>
                <a:lnTo>
                  <a:pt x="904875" y="342900"/>
                </a:lnTo>
                <a:lnTo>
                  <a:pt x="904875" y="333375"/>
                </a:lnTo>
                <a:lnTo>
                  <a:pt x="914400" y="333375"/>
                </a:lnTo>
                <a:lnTo>
                  <a:pt x="914400" y="323850"/>
                </a:lnTo>
                <a:lnTo>
                  <a:pt x="923925" y="323850"/>
                </a:lnTo>
                <a:lnTo>
                  <a:pt x="923925" y="695325"/>
                </a:lnTo>
                <a:lnTo>
                  <a:pt x="914400" y="695325"/>
                </a:lnTo>
                <a:lnTo>
                  <a:pt x="914400" y="714375"/>
                </a:lnTo>
                <a:lnTo>
                  <a:pt x="895350" y="714375"/>
                </a:lnTo>
                <a:lnTo>
                  <a:pt x="895350" y="704850"/>
                </a:lnTo>
                <a:lnTo>
                  <a:pt x="885825" y="704850"/>
                </a:lnTo>
                <a:lnTo>
                  <a:pt x="885825" y="685800"/>
                </a:lnTo>
                <a:lnTo>
                  <a:pt x="876300" y="685800"/>
                </a:lnTo>
                <a:lnTo>
                  <a:pt x="876300" y="676275"/>
                </a:lnTo>
                <a:lnTo>
                  <a:pt x="866775" y="676275"/>
                </a:lnTo>
                <a:lnTo>
                  <a:pt x="866775" y="666750"/>
                </a:lnTo>
                <a:lnTo>
                  <a:pt x="828675" y="666750"/>
                </a:lnTo>
                <a:lnTo>
                  <a:pt x="828675" y="657225"/>
                </a:lnTo>
                <a:lnTo>
                  <a:pt x="819150" y="657225"/>
                </a:lnTo>
                <a:lnTo>
                  <a:pt x="819150" y="628650"/>
                </a:lnTo>
                <a:lnTo>
                  <a:pt x="809625" y="628650"/>
                </a:lnTo>
                <a:lnTo>
                  <a:pt x="809625" y="619125"/>
                </a:lnTo>
                <a:lnTo>
                  <a:pt x="819150" y="619125"/>
                </a:lnTo>
                <a:lnTo>
                  <a:pt x="819150" y="609600"/>
                </a:lnTo>
                <a:lnTo>
                  <a:pt x="838200" y="609600"/>
                </a:lnTo>
                <a:lnTo>
                  <a:pt x="838200" y="600075"/>
                </a:lnTo>
                <a:lnTo>
                  <a:pt x="847725" y="600075"/>
                </a:lnTo>
                <a:lnTo>
                  <a:pt x="847725" y="590550"/>
                </a:lnTo>
                <a:lnTo>
                  <a:pt x="857250" y="590550"/>
                </a:lnTo>
                <a:lnTo>
                  <a:pt x="857250" y="581025"/>
                </a:lnTo>
                <a:lnTo>
                  <a:pt x="847725" y="581025"/>
                </a:lnTo>
                <a:lnTo>
                  <a:pt x="847725" y="571500"/>
                </a:lnTo>
                <a:lnTo>
                  <a:pt x="800100" y="571500"/>
                </a:lnTo>
                <a:lnTo>
                  <a:pt x="800100" y="561975"/>
                </a:lnTo>
                <a:lnTo>
                  <a:pt x="790575" y="561975"/>
                </a:lnTo>
                <a:lnTo>
                  <a:pt x="790575" y="552450"/>
                </a:lnTo>
                <a:lnTo>
                  <a:pt x="762000" y="552450"/>
                </a:lnTo>
                <a:lnTo>
                  <a:pt x="762000" y="523875"/>
                </a:lnTo>
                <a:lnTo>
                  <a:pt x="752475" y="523875"/>
                </a:lnTo>
                <a:lnTo>
                  <a:pt x="752475" y="514350"/>
                </a:lnTo>
                <a:lnTo>
                  <a:pt x="762000" y="514350"/>
                </a:lnTo>
                <a:lnTo>
                  <a:pt x="762000" y="495300"/>
                </a:lnTo>
                <a:lnTo>
                  <a:pt x="771525" y="495300"/>
                </a:lnTo>
                <a:lnTo>
                  <a:pt x="771525" y="485775"/>
                </a:lnTo>
                <a:lnTo>
                  <a:pt x="781050" y="485775"/>
                </a:lnTo>
                <a:lnTo>
                  <a:pt x="781050" y="495300"/>
                </a:lnTo>
                <a:lnTo>
                  <a:pt x="809625" y="495300"/>
                </a:lnTo>
                <a:lnTo>
                  <a:pt x="809625" y="476250"/>
                </a:lnTo>
                <a:lnTo>
                  <a:pt x="800100" y="476250"/>
                </a:lnTo>
                <a:lnTo>
                  <a:pt x="800100" y="457200"/>
                </a:lnTo>
                <a:lnTo>
                  <a:pt x="790575" y="457200"/>
                </a:lnTo>
                <a:lnTo>
                  <a:pt x="790575" y="447675"/>
                </a:lnTo>
                <a:lnTo>
                  <a:pt x="781050" y="447675"/>
                </a:lnTo>
                <a:lnTo>
                  <a:pt x="781050" y="428625"/>
                </a:lnTo>
                <a:lnTo>
                  <a:pt x="790575" y="428625"/>
                </a:lnTo>
                <a:lnTo>
                  <a:pt x="790575" y="447675"/>
                </a:lnTo>
                <a:lnTo>
                  <a:pt x="809625" y="447675"/>
                </a:lnTo>
                <a:lnTo>
                  <a:pt x="809625" y="457200"/>
                </a:lnTo>
                <a:lnTo>
                  <a:pt x="819150" y="457200"/>
                </a:lnTo>
                <a:lnTo>
                  <a:pt x="819150" y="419100"/>
                </a:lnTo>
                <a:lnTo>
                  <a:pt x="809625" y="419100"/>
                </a:lnTo>
                <a:lnTo>
                  <a:pt x="809625" y="409575"/>
                </a:lnTo>
                <a:lnTo>
                  <a:pt x="800100" y="409575"/>
                </a:lnTo>
                <a:lnTo>
                  <a:pt x="800100" y="400050"/>
                </a:lnTo>
                <a:lnTo>
                  <a:pt x="809625" y="400050"/>
                </a:lnTo>
                <a:lnTo>
                  <a:pt x="809625" y="381000"/>
                </a:lnTo>
                <a:lnTo>
                  <a:pt x="800100" y="381000"/>
                </a:lnTo>
                <a:lnTo>
                  <a:pt x="800100" y="371475"/>
                </a:lnTo>
                <a:lnTo>
                  <a:pt x="790575" y="371475"/>
                </a:lnTo>
                <a:lnTo>
                  <a:pt x="790575" y="361950"/>
                </a:lnTo>
                <a:lnTo>
                  <a:pt x="781050" y="361950"/>
                </a:lnTo>
                <a:lnTo>
                  <a:pt x="781050" y="352425"/>
                </a:lnTo>
                <a:lnTo>
                  <a:pt x="771525" y="352425"/>
                </a:lnTo>
                <a:close/>
                <a:moveTo>
                  <a:pt x="838200" y="409575"/>
                </a:moveTo>
                <a:lnTo>
                  <a:pt x="857250" y="409575"/>
                </a:lnTo>
                <a:lnTo>
                  <a:pt x="857250" y="390525"/>
                </a:lnTo>
                <a:lnTo>
                  <a:pt x="847725" y="390525"/>
                </a:lnTo>
                <a:lnTo>
                  <a:pt x="847725" y="381000"/>
                </a:lnTo>
                <a:lnTo>
                  <a:pt x="838200" y="381000"/>
                </a:lnTo>
                <a:close/>
                <a:moveTo>
                  <a:pt x="885825" y="476250"/>
                </a:moveTo>
                <a:lnTo>
                  <a:pt x="895350" y="476250"/>
                </a:lnTo>
                <a:lnTo>
                  <a:pt x="895350" y="457200"/>
                </a:lnTo>
                <a:lnTo>
                  <a:pt x="885825" y="457200"/>
                </a:lnTo>
                <a:close/>
                <a:moveTo>
                  <a:pt x="819150" y="504825"/>
                </a:moveTo>
                <a:lnTo>
                  <a:pt x="838200" y="504825"/>
                </a:lnTo>
                <a:lnTo>
                  <a:pt x="838200" y="485775"/>
                </a:lnTo>
                <a:lnTo>
                  <a:pt x="819150" y="485775"/>
                </a:lnTo>
                <a:close/>
                <a:moveTo>
                  <a:pt x="876300" y="619125"/>
                </a:moveTo>
                <a:lnTo>
                  <a:pt x="895350" y="619125"/>
                </a:lnTo>
                <a:lnTo>
                  <a:pt x="895350" y="581025"/>
                </a:lnTo>
                <a:lnTo>
                  <a:pt x="876300" y="581025"/>
                </a:lnTo>
                <a:close/>
                <a:moveTo>
                  <a:pt x="95250" y="714375"/>
                </a:moveTo>
                <a:lnTo>
                  <a:pt x="114300" y="714375"/>
                </a:lnTo>
                <a:lnTo>
                  <a:pt x="114300" y="704850"/>
                </a:lnTo>
                <a:lnTo>
                  <a:pt x="95250" y="704850"/>
                </a:lnTo>
                <a:close/>
                <a:moveTo>
                  <a:pt x="914400" y="723900"/>
                </a:moveTo>
                <a:lnTo>
                  <a:pt x="923925" y="723900"/>
                </a:lnTo>
                <a:lnTo>
                  <a:pt x="923925" y="733425"/>
                </a:lnTo>
                <a:lnTo>
                  <a:pt x="914400" y="733425"/>
                </a:lnTo>
                <a:close/>
                <a:moveTo>
                  <a:pt x="190500" y="742950"/>
                </a:moveTo>
                <a:lnTo>
                  <a:pt x="200025" y="742950"/>
                </a:lnTo>
                <a:lnTo>
                  <a:pt x="200025" y="752475"/>
                </a:lnTo>
                <a:lnTo>
                  <a:pt x="190500" y="752475"/>
                </a:lnTo>
                <a:close/>
                <a:moveTo>
                  <a:pt x="914400" y="742950"/>
                </a:moveTo>
                <a:lnTo>
                  <a:pt x="923925" y="742950"/>
                </a:lnTo>
                <a:lnTo>
                  <a:pt x="923925" y="771525"/>
                </a:lnTo>
                <a:lnTo>
                  <a:pt x="914400" y="771525"/>
                </a:lnTo>
                <a:lnTo>
                  <a:pt x="914400" y="790575"/>
                </a:lnTo>
                <a:lnTo>
                  <a:pt x="923925" y="790575"/>
                </a:lnTo>
                <a:lnTo>
                  <a:pt x="923925" y="809625"/>
                </a:lnTo>
                <a:lnTo>
                  <a:pt x="914400" y="809625"/>
                </a:lnTo>
                <a:lnTo>
                  <a:pt x="914400" y="800100"/>
                </a:lnTo>
                <a:lnTo>
                  <a:pt x="904875" y="800100"/>
                </a:lnTo>
                <a:lnTo>
                  <a:pt x="904875" y="790575"/>
                </a:lnTo>
                <a:lnTo>
                  <a:pt x="895350" y="790575"/>
                </a:lnTo>
                <a:lnTo>
                  <a:pt x="895350" y="781050"/>
                </a:lnTo>
                <a:lnTo>
                  <a:pt x="904875" y="781050"/>
                </a:lnTo>
                <a:lnTo>
                  <a:pt x="904875" y="771525"/>
                </a:lnTo>
                <a:lnTo>
                  <a:pt x="895350" y="771525"/>
                </a:lnTo>
                <a:lnTo>
                  <a:pt x="895350" y="762000"/>
                </a:lnTo>
                <a:lnTo>
                  <a:pt x="904875" y="762000"/>
                </a:lnTo>
                <a:lnTo>
                  <a:pt x="904875" y="752475"/>
                </a:lnTo>
                <a:lnTo>
                  <a:pt x="914400" y="752475"/>
                </a:lnTo>
                <a:close/>
                <a:moveTo>
                  <a:pt x="76200" y="752475"/>
                </a:moveTo>
                <a:lnTo>
                  <a:pt x="85725" y="752475"/>
                </a:lnTo>
                <a:lnTo>
                  <a:pt x="85725" y="742950"/>
                </a:lnTo>
                <a:lnTo>
                  <a:pt x="76200" y="742950"/>
                </a:lnTo>
                <a:close/>
                <a:moveTo>
                  <a:pt x="428625" y="790575"/>
                </a:moveTo>
                <a:lnTo>
                  <a:pt x="457200" y="790575"/>
                </a:lnTo>
                <a:lnTo>
                  <a:pt x="457200" y="800100"/>
                </a:lnTo>
                <a:lnTo>
                  <a:pt x="466725" y="800100"/>
                </a:lnTo>
                <a:lnTo>
                  <a:pt x="466725" y="809625"/>
                </a:lnTo>
                <a:lnTo>
                  <a:pt x="476250" y="809625"/>
                </a:lnTo>
                <a:lnTo>
                  <a:pt x="476250" y="828675"/>
                </a:lnTo>
                <a:lnTo>
                  <a:pt x="466725" y="828675"/>
                </a:lnTo>
                <a:lnTo>
                  <a:pt x="466725" y="838200"/>
                </a:lnTo>
                <a:lnTo>
                  <a:pt x="457200" y="838200"/>
                </a:lnTo>
                <a:lnTo>
                  <a:pt x="457200" y="828675"/>
                </a:lnTo>
                <a:lnTo>
                  <a:pt x="447675" y="828675"/>
                </a:lnTo>
                <a:lnTo>
                  <a:pt x="447675" y="819150"/>
                </a:lnTo>
                <a:lnTo>
                  <a:pt x="419100" y="819150"/>
                </a:lnTo>
                <a:lnTo>
                  <a:pt x="419100" y="847725"/>
                </a:lnTo>
                <a:lnTo>
                  <a:pt x="428625" y="847725"/>
                </a:lnTo>
                <a:lnTo>
                  <a:pt x="428625" y="857250"/>
                </a:lnTo>
                <a:lnTo>
                  <a:pt x="409575" y="857250"/>
                </a:lnTo>
                <a:lnTo>
                  <a:pt x="409575" y="866775"/>
                </a:lnTo>
                <a:lnTo>
                  <a:pt x="419100" y="866775"/>
                </a:lnTo>
                <a:lnTo>
                  <a:pt x="419100" y="876300"/>
                </a:lnTo>
                <a:lnTo>
                  <a:pt x="381000" y="876300"/>
                </a:lnTo>
                <a:lnTo>
                  <a:pt x="381000" y="847725"/>
                </a:lnTo>
                <a:lnTo>
                  <a:pt x="390525" y="847725"/>
                </a:lnTo>
                <a:lnTo>
                  <a:pt x="390525" y="809625"/>
                </a:lnTo>
                <a:lnTo>
                  <a:pt x="400050" y="809625"/>
                </a:lnTo>
                <a:lnTo>
                  <a:pt x="400050" y="800100"/>
                </a:lnTo>
                <a:lnTo>
                  <a:pt x="428625" y="800100"/>
                </a:lnTo>
                <a:close/>
                <a:moveTo>
                  <a:pt x="904875" y="828675"/>
                </a:moveTo>
                <a:lnTo>
                  <a:pt x="923925" y="828675"/>
                </a:lnTo>
                <a:lnTo>
                  <a:pt x="923925" y="838200"/>
                </a:lnTo>
                <a:lnTo>
                  <a:pt x="904875" y="838200"/>
                </a:lnTo>
                <a:close/>
                <a:moveTo>
                  <a:pt x="495300" y="838200"/>
                </a:moveTo>
                <a:lnTo>
                  <a:pt x="504825" y="838200"/>
                </a:lnTo>
                <a:lnTo>
                  <a:pt x="504825" y="847725"/>
                </a:lnTo>
                <a:lnTo>
                  <a:pt x="495300" y="847725"/>
                </a:lnTo>
                <a:close/>
                <a:moveTo>
                  <a:pt x="876300" y="838200"/>
                </a:moveTo>
                <a:lnTo>
                  <a:pt x="904875" y="838200"/>
                </a:lnTo>
                <a:lnTo>
                  <a:pt x="904875" y="847725"/>
                </a:lnTo>
                <a:lnTo>
                  <a:pt x="895350" y="847725"/>
                </a:lnTo>
                <a:lnTo>
                  <a:pt x="895350" y="857250"/>
                </a:lnTo>
                <a:lnTo>
                  <a:pt x="904875" y="857250"/>
                </a:lnTo>
                <a:lnTo>
                  <a:pt x="904875" y="866775"/>
                </a:lnTo>
                <a:lnTo>
                  <a:pt x="923925" y="866775"/>
                </a:lnTo>
                <a:lnTo>
                  <a:pt x="923925" y="876300"/>
                </a:lnTo>
                <a:lnTo>
                  <a:pt x="876300" y="876300"/>
                </a:lnTo>
                <a:lnTo>
                  <a:pt x="876300" y="857250"/>
                </a:lnTo>
                <a:lnTo>
                  <a:pt x="857250" y="857250"/>
                </a:lnTo>
                <a:lnTo>
                  <a:pt x="857250" y="847725"/>
                </a:lnTo>
                <a:lnTo>
                  <a:pt x="876300" y="847725"/>
                </a:lnTo>
                <a:close/>
                <a:moveTo>
                  <a:pt x="228600" y="847725"/>
                </a:moveTo>
                <a:lnTo>
                  <a:pt x="238125" y="847725"/>
                </a:lnTo>
                <a:lnTo>
                  <a:pt x="238125" y="857250"/>
                </a:lnTo>
                <a:lnTo>
                  <a:pt x="228600" y="857250"/>
                </a:lnTo>
                <a:close/>
                <a:moveTo>
                  <a:pt x="581025" y="847725"/>
                </a:moveTo>
                <a:lnTo>
                  <a:pt x="609600" y="847725"/>
                </a:lnTo>
                <a:lnTo>
                  <a:pt x="609600" y="866775"/>
                </a:lnTo>
                <a:lnTo>
                  <a:pt x="600075" y="866775"/>
                </a:lnTo>
                <a:lnTo>
                  <a:pt x="600075" y="876300"/>
                </a:lnTo>
                <a:lnTo>
                  <a:pt x="590550" y="876300"/>
                </a:lnTo>
                <a:lnTo>
                  <a:pt x="590550" y="857250"/>
                </a:lnTo>
                <a:lnTo>
                  <a:pt x="581025" y="857250"/>
                </a:lnTo>
                <a:close/>
                <a:moveTo>
                  <a:pt x="619125" y="847725"/>
                </a:moveTo>
                <a:lnTo>
                  <a:pt x="628650" y="847725"/>
                </a:lnTo>
                <a:lnTo>
                  <a:pt x="628650" y="857250"/>
                </a:lnTo>
                <a:lnTo>
                  <a:pt x="638175" y="857250"/>
                </a:lnTo>
                <a:lnTo>
                  <a:pt x="638175" y="847725"/>
                </a:lnTo>
                <a:lnTo>
                  <a:pt x="676275" y="847725"/>
                </a:lnTo>
                <a:lnTo>
                  <a:pt x="676275" y="866775"/>
                </a:lnTo>
                <a:lnTo>
                  <a:pt x="685800" y="866775"/>
                </a:lnTo>
                <a:lnTo>
                  <a:pt x="685800" y="876300"/>
                </a:lnTo>
                <a:lnTo>
                  <a:pt x="666750" y="876300"/>
                </a:lnTo>
                <a:lnTo>
                  <a:pt x="666750" y="866775"/>
                </a:lnTo>
                <a:lnTo>
                  <a:pt x="657225" y="866775"/>
                </a:lnTo>
                <a:lnTo>
                  <a:pt x="657225" y="876300"/>
                </a:lnTo>
                <a:lnTo>
                  <a:pt x="647700" y="876300"/>
                </a:lnTo>
                <a:lnTo>
                  <a:pt x="647700" y="866775"/>
                </a:lnTo>
                <a:lnTo>
                  <a:pt x="619125" y="866775"/>
                </a:lnTo>
                <a:close/>
                <a:moveTo>
                  <a:pt x="695325" y="847725"/>
                </a:moveTo>
                <a:lnTo>
                  <a:pt x="714375" y="847725"/>
                </a:lnTo>
                <a:lnTo>
                  <a:pt x="714375" y="857250"/>
                </a:lnTo>
                <a:lnTo>
                  <a:pt x="695325" y="857250"/>
                </a:lnTo>
                <a:close/>
                <a:moveTo>
                  <a:pt x="723900" y="847725"/>
                </a:moveTo>
                <a:lnTo>
                  <a:pt x="752475" y="847725"/>
                </a:lnTo>
                <a:lnTo>
                  <a:pt x="752475" y="857250"/>
                </a:lnTo>
                <a:lnTo>
                  <a:pt x="771525" y="857250"/>
                </a:lnTo>
                <a:lnTo>
                  <a:pt x="771525" y="847725"/>
                </a:lnTo>
                <a:lnTo>
                  <a:pt x="781050" y="847725"/>
                </a:lnTo>
                <a:lnTo>
                  <a:pt x="781050" y="857250"/>
                </a:lnTo>
                <a:lnTo>
                  <a:pt x="790575" y="857250"/>
                </a:lnTo>
                <a:lnTo>
                  <a:pt x="790575" y="847725"/>
                </a:lnTo>
                <a:lnTo>
                  <a:pt x="800100" y="847725"/>
                </a:lnTo>
                <a:lnTo>
                  <a:pt x="800100" y="857250"/>
                </a:lnTo>
                <a:lnTo>
                  <a:pt x="790575" y="857250"/>
                </a:lnTo>
                <a:lnTo>
                  <a:pt x="790575" y="866775"/>
                </a:lnTo>
                <a:lnTo>
                  <a:pt x="781050" y="866775"/>
                </a:lnTo>
                <a:lnTo>
                  <a:pt x="781050" y="876300"/>
                </a:lnTo>
                <a:lnTo>
                  <a:pt x="723900" y="876300"/>
                </a:lnTo>
                <a:lnTo>
                  <a:pt x="723900" y="866775"/>
                </a:lnTo>
                <a:lnTo>
                  <a:pt x="733425" y="866775"/>
                </a:lnTo>
                <a:lnTo>
                  <a:pt x="733425" y="857250"/>
                </a:lnTo>
                <a:lnTo>
                  <a:pt x="723900" y="857250"/>
                </a:lnTo>
                <a:close/>
                <a:moveTo>
                  <a:pt x="819150" y="847725"/>
                </a:moveTo>
                <a:lnTo>
                  <a:pt x="838200" y="847725"/>
                </a:lnTo>
                <a:lnTo>
                  <a:pt x="838200" y="857250"/>
                </a:lnTo>
                <a:lnTo>
                  <a:pt x="828675" y="857250"/>
                </a:lnTo>
                <a:lnTo>
                  <a:pt x="828675" y="876300"/>
                </a:lnTo>
                <a:lnTo>
                  <a:pt x="800100" y="876300"/>
                </a:lnTo>
                <a:lnTo>
                  <a:pt x="800100" y="866775"/>
                </a:lnTo>
                <a:lnTo>
                  <a:pt x="819150" y="866775"/>
                </a:lnTo>
                <a:close/>
                <a:moveTo>
                  <a:pt x="200025" y="857250"/>
                </a:moveTo>
                <a:lnTo>
                  <a:pt x="219075" y="857250"/>
                </a:lnTo>
                <a:lnTo>
                  <a:pt x="219075" y="866775"/>
                </a:lnTo>
                <a:lnTo>
                  <a:pt x="228600" y="866775"/>
                </a:lnTo>
                <a:lnTo>
                  <a:pt x="228600" y="876300"/>
                </a:lnTo>
                <a:lnTo>
                  <a:pt x="190500" y="876300"/>
                </a:lnTo>
                <a:lnTo>
                  <a:pt x="190500" y="866775"/>
                </a:lnTo>
                <a:lnTo>
                  <a:pt x="200025" y="866775"/>
                </a:lnTo>
                <a:close/>
                <a:moveTo>
                  <a:pt x="457200" y="857250"/>
                </a:moveTo>
                <a:lnTo>
                  <a:pt x="466725" y="857250"/>
                </a:lnTo>
                <a:lnTo>
                  <a:pt x="466725" y="866775"/>
                </a:lnTo>
                <a:lnTo>
                  <a:pt x="457200" y="866775"/>
                </a:lnTo>
                <a:close/>
                <a:moveTo>
                  <a:pt x="514350" y="857250"/>
                </a:moveTo>
                <a:lnTo>
                  <a:pt x="561975" y="857250"/>
                </a:lnTo>
                <a:lnTo>
                  <a:pt x="561975" y="866775"/>
                </a:lnTo>
                <a:lnTo>
                  <a:pt x="571500" y="866775"/>
                </a:lnTo>
                <a:lnTo>
                  <a:pt x="571500" y="876300"/>
                </a:lnTo>
                <a:lnTo>
                  <a:pt x="533400" y="876300"/>
                </a:lnTo>
                <a:lnTo>
                  <a:pt x="533400" y="866775"/>
                </a:lnTo>
                <a:lnTo>
                  <a:pt x="514350" y="866775"/>
                </a:lnTo>
                <a:close/>
                <a:moveTo>
                  <a:pt x="466725" y="866775"/>
                </a:moveTo>
                <a:lnTo>
                  <a:pt x="485775" y="866775"/>
                </a:lnTo>
                <a:lnTo>
                  <a:pt x="485775" y="876300"/>
                </a:lnTo>
                <a:lnTo>
                  <a:pt x="466725" y="876300"/>
                </a:lnTo>
                <a:close/>
              </a:path>
            </a:pathLst>
          </a:custGeom>
          <a:solidFill xmlns:a="http://schemas.openxmlformats.org/drawingml/2006/main">
            <a:srgbClr val="F1EDE1"/>
          </a:solidFill>
          <a:ln xmlns:a="http://schemas.openxmlformats.org/drawingml/2006/main" w="0">
            <a:noFill/>
          </a:ln>
        </p:spPr>
      </p:sp>
      <p:sp>
        <p:nvSpPr>
          <p:cNvPr id="57" name="limits vector #f1ede0">
            <a:extLst xmlns:a="http://schemas.openxmlformats.org/drawingml/2006/main">
              <a:ext uri="{FF2B5EF4-FFF2-40B4-BE49-F238E27FC236}">
                <a16:creationId xmlns:a16="http://schemas.microsoft.com/office/drawing/2014/main" id="{D95D5DA4-2EFF-4B9C-B34D-9A5DDF990B7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076950" y="1504950"/>
            <a:ext cx="923925" cy="876300"/>
          </a:xfrm>
          <a:custGeom xmlns:a="http://schemas.openxmlformats.org/drawingml/2006/main">
            <a:pathLst>
              <a:path w="923925" h="876300">
                <a:moveTo>
                  <a:pt x="190500" y="47625"/>
                </a:moveTo>
                <a:lnTo>
                  <a:pt x="200025" y="47625"/>
                </a:lnTo>
                <a:lnTo>
                  <a:pt x="200025" y="57150"/>
                </a:lnTo>
                <a:lnTo>
                  <a:pt x="190500" y="57150"/>
                </a:lnTo>
                <a:close/>
                <a:moveTo>
                  <a:pt x="200025" y="57150"/>
                </a:moveTo>
                <a:lnTo>
                  <a:pt x="209550" y="57150"/>
                </a:lnTo>
                <a:lnTo>
                  <a:pt x="209550" y="66675"/>
                </a:lnTo>
                <a:lnTo>
                  <a:pt x="219075" y="66675"/>
                </a:lnTo>
                <a:lnTo>
                  <a:pt x="219075" y="76200"/>
                </a:lnTo>
                <a:lnTo>
                  <a:pt x="200025" y="76200"/>
                </a:lnTo>
                <a:close/>
                <a:moveTo>
                  <a:pt x="152400" y="66675"/>
                </a:moveTo>
                <a:lnTo>
                  <a:pt x="190500" y="66675"/>
                </a:lnTo>
                <a:lnTo>
                  <a:pt x="190500" y="76200"/>
                </a:lnTo>
                <a:lnTo>
                  <a:pt x="180975" y="76200"/>
                </a:lnTo>
                <a:lnTo>
                  <a:pt x="180975" y="104775"/>
                </a:lnTo>
                <a:lnTo>
                  <a:pt x="190500" y="104775"/>
                </a:lnTo>
                <a:lnTo>
                  <a:pt x="190500" y="114300"/>
                </a:lnTo>
                <a:lnTo>
                  <a:pt x="152400" y="114300"/>
                </a:lnTo>
                <a:lnTo>
                  <a:pt x="152400" y="104775"/>
                </a:lnTo>
                <a:lnTo>
                  <a:pt x="133350" y="104775"/>
                </a:lnTo>
                <a:lnTo>
                  <a:pt x="133350" y="123825"/>
                </a:lnTo>
                <a:lnTo>
                  <a:pt x="123825" y="123825"/>
                </a:lnTo>
                <a:lnTo>
                  <a:pt x="123825" y="95250"/>
                </a:lnTo>
                <a:lnTo>
                  <a:pt x="133350" y="95250"/>
                </a:lnTo>
                <a:lnTo>
                  <a:pt x="133350" y="85725"/>
                </a:lnTo>
                <a:lnTo>
                  <a:pt x="142875" y="85725"/>
                </a:lnTo>
                <a:lnTo>
                  <a:pt x="142875" y="76200"/>
                </a:lnTo>
                <a:lnTo>
                  <a:pt x="152400" y="76200"/>
                </a:lnTo>
                <a:close/>
                <a:moveTo>
                  <a:pt x="257175" y="66675"/>
                </a:moveTo>
                <a:lnTo>
                  <a:pt x="266700" y="66675"/>
                </a:lnTo>
                <a:lnTo>
                  <a:pt x="266700" y="76200"/>
                </a:lnTo>
                <a:lnTo>
                  <a:pt x="257175" y="76200"/>
                </a:lnTo>
                <a:close/>
                <a:moveTo>
                  <a:pt x="219075" y="76200"/>
                </a:moveTo>
                <a:lnTo>
                  <a:pt x="228600" y="76200"/>
                </a:lnTo>
                <a:lnTo>
                  <a:pt x="228600" y="85725"/>
                </a:lnTo>
                <a:lnTo>
                  <a:pt x="219075" y="85725"/>
                </a:lnTo>
                <a:close/>
                <a:moveTo>
                  <a:pt x="771525" y="85725"/>
                </a:moveTo>
                <a:lnTo>
                  <a:pt x="781050" y="85725"/>
                </a:lnTo>
                <a:lnTo>
                  <a:pt x="781050" y="95250"/>
                </a:lnTo>
                <a:lnTo>
                  <a:pt x="771525" y="95250"/>
                </a:lnTo>
                <a:close/>
                <a:moveTo>
                  <a:pt x="809625" y="238125"/>
                </a:moveTo>
                <a:lnTo>
                  <a:pt x="819150" y="238125"/>
                </a:lnTo>
                <a:lnTo>
                  <a:pt x="819150" y="247650"/>
                </a:lnTo>
                <a:lnTo>
                  <a:pt x="809625" y="247650"/>
                </a:lnTo>
                <a:close/>
                <a:moveTo>
                  <a:pt x="914400" y="238125"/>
                </a:moveTo>
                <a:lnTo>
                  <a:pt x="923925" y="238125"/>
                </a:lnTo>
                <a:lnTo>
                  <a:pt x="923925" y="247650"/>
                </a:lnTo>
                <a:lnTo>
                  <a:pt x="914400" y="247650"/>
                </a:lnTo>
                <a:close/>
                <a:moveTo>
                  <a:pt x="895350" y="247650"/>
                </a:moveTo>
                <a:lnTo>
                  <a:pt x="914400" y="247650"/>
                </a:lnTo>
                <a:lnTo>
                  <a:pt x="914400" y="257175"/>
                </a:lnTo>
                <a:lnTo>
                  <a:pt x="895350" y="257175"/>
                </a:lnTo>
                <a:close/>
                <a:moveTo>
                  <a:pt x="19050" y="257175"/>
                </a:moveTo>
                <a:lnTo>
                  <a:pt x="38100" y="257175"/>
                </a:lnTo>
                <a:lnTo>
                  <a:pt x="38100" y="266700"/>
                </a:lnTo>
                <a:lnTo>
                  <a:pt x="28575" y="266700"/>
                </a:lnTo>
                <a:lnTo>
                  <a:pt x="28575" y="276225"/>
                </a:lnTo>
                <a:lnTo>
                  <a:pt x="19050" y="276225"/>
                </a:lnTo>
                <a:close/>
                <a:moveTo>
                  <a:pt x="38100" y="266700"/>
                </a:moveTo>
                <a:lnTo>
                  <a:pt x="47625" y="266700"/>
                </a:lnTo>
                <a:lnTo>
                  <a:pt x="47625" y="276225"/>
                </a:lnTo>
                <a:lnTo>
                  <a:pt x="38100" y="276225"/>
                </a:lnTo>
                <a:close/>
                <a:moveTo>
                  <a:pt x="876300" y="276225"/>
                </a:moveTo>
                <a:lnTo>
                  <a:pt x="885825" y="276225"/>
                </a:lnTo>
                <a:lnTo>
                  <a:pt x="885825" y="295275"/>
                </a:lnTo>
                <a:lnTo>
                  <a:pt x="876300" y="295275"/>
                </a:lnTo>
                <a:close/>
                <a:moveTo>
                  <a:pt x="781050" y="304800"/>
                </a:moveTo>
                <a:lnTo>
                  <a:pt x="790575" y="304800"/>
                </a:lnTo>
                <a:lnTo>
                  <a:pt x="790575" y="314325"/>
                </a:lnTo>
                <a:lnTo>
                  <a:pt x="781050" y="314325"/>
                </a:lnTo>
                <a:close/>
                <a:moveTo>
                  <a:pt x="895350" y="323850"/>
                </a:moveTo>
                <a:lnTo>
                  <a:pt x="904875" y="323850"/>
                </a:lnTo>
                <a:lnTo>
                  <a:pt x="904875" y="342900"/>
                </a:lnTo>
                <a:lnTo>
                  <a:pt x="895350" y="342900"/>
                </a:lnTo>
                <a:lnTo>
                  <a:pt x="895350" y="361950"/>
                </a:lnTo>
                <a:lnTo>
                  <a:pt x="866775" y="361950"/>
                </a:lnTo>
                <a:lnTo>
                  <a:pt x="866775" y="333375"/>
                </a:lnTo>
                <a:lnTo>
                  <a:pt x="895350" y="333375"/>
                </a:lnTo>
                <a:close/>
                <a:moveTo>
                  <a:pt x="28575" y="390525"/>
                </a:moveTo>
                <a:lnTo>
                  <a:pt x="38100" y="390525"/>
                </a:lnTo>
                <a:lnTo>
                  <a:pt x="38100" y="419100"/>
                </a:lnTo>
                <a:lnTo>
                  <a:pt x="28575" y="419100"/>
                </a:lnTo>
                <a:lnTo>
                  <a:pt x="28575" y="409575"/>
                </a:lnTo>
                <a:lnTo>
                  <a:pt x="19050" y="409575"/>
                </a:lnTo>
                <a:lnTo>
                  <a:pt x="19050" y="400050"/>
                </a:lnTo>
                <a:lnTo>
                  <a:pt x="28575" y="400050"/>
                </a:lnTo>
                <a:close/>
                <a:moveTo>
                  <a:pt x="800100" y="409575"/>
                </a:moveTo>
                <a:lnTo>
                  <a:pt x="809625" y="409575"/>
                </a:lnTo>
                <a:lnTo>
                  <a:pt x="809625" y="419100"/>
                </a:lnTo>
                <a:lnTo>
                  <a:pt x="800100" y="419100"/>
                </a:lnTo>
                <a:close/>
                <a:moveTo>
                  <a:pt x="809625" y="419100"/>
                </a:moveTo>
                <a:lnTo>
                  <a:pt x="819150" y="419100"/>
                </a:lnTo>
                <a:lnTo>
                  <a:pt x="819150" y="457200"/>
                </a:lnTo>
                <a:lnTo>
                  <a:pt x="809625" y="457200"/>
                </a:lnTo>
                <a:lnTo>
                  <a:pt x="809625" y="447675"/>
                </a:lnTo>
                <a:lnTo>
                  <a:pt x="790575" y="447675"/>
                </a:lnTo>
                <a:lnTo>
                  <a:pt x="790575" y="438150"/>
                </a:lnTo>
                <a:lnTo>
                  <a:pt x="809625" y="438150"/>
                </a:lnTo>
                <a:close/>
                <a:moveTo>
                  <a:pt x="28575" y="447675"/>
                </a:moveTo>
                <a:lnTo>
                  <a:pt x="38100" y="447675"/>
                </a:lnTo>
                <a:lnTo>
                  <a:pt x="38100" y="457200"/>
                </a:lnTo>
                <a:lnTo>
                  <a:pt x="28575" y="457200"/>
                </a:lnTo>
                <a:close/>
                <a:moveTo>
                  <a:pt x="781050" y="447675"/>
                </a:moveTo>
                <a:lnTo>
                  <a:pt x="790575" y="447675"/>
                </a:lnTo>
                <a:lnTo>
                  <a:pt x="790575" y="457200"/>
                </a:lnTo>
                <a:lnTo>
                  <a:pt x="800100" y="457200"/>
                </a:lnTo>
                <a:lnTo>
                  <a:pt x="800100" y="476250"/>
                </a:lnTo>
                <a:lnTo>
                  <a:pt x="809625" y="476250"/>
                </a:lnTo>
                <a:lnTo>
                  <a:pt x="809625" y="495300"/>
                </a:lnTo>
                <a:lnTo>
                  <a:pt x="781050" y="495300"/>
                </a:lnTo>
                <a:close/>
                <a:moveTo>
                  <a:pt x="38100" y="514350"/>
                </a:moveTo>
                <a:lnTo>
                  <a:pt x="47625" y="514350"/>
                </a:lnTo>
                <a:lnTo>
                  <a:pt x="47625" y="523875"/>
                </a:lnTo>
                <a:lnTo>
                  <a:pt x="38100" y="523875"/>
                </a:lnTo>
                <a:close/>
                <a:moveTo>
                  <a:pt x="19050" y="561975"/>
                </a:moveTo>
                <a:lnTo>
                  <a:pt x="38100" y="561975"/>
                </a:lnTo>
                <a:lnTo>
                  <a:pt x="38100" y="571500"/>
                </a:lnTo>
                <a:lnTo>
                  <a:pt x="19050" y="571500"/>
                </a:lnTo>
                <a:close/>
                <a:moveTo>
                  <a:pt x="19050" y="638175"/>
                </a:moveTo>
                <a:lnTo>
                  <a:pt x="38100" y="638175"/>
                </a:lnTo>
                <a:lnTo>
                  <a:pt x="38100" y="647700"/>
                </a:lnTo>
                <a:lnTo>
                  <a:pt x="19050" y="647700"/>
                </a:lnTo>
                <a:close/>
                <a:moveTo>
                  <a:pt x="123825" y="657225"/>
                </a:moveTo>
                <a:lnTo>
                  <a:pt x="133350" y="657225"/>
                </a:lnTo>
                <a:lnTo>
                  <a:pt x="133350" y="666750"/>
                </a:lnTo>
                <a:lnTo>
                  <a:pt x="123825" y="666750"/>
                </a:lnTo>
                <a:close/>
                <a:moveTo>
                  <a:pt x="466725" y="762000"/>
                </a:moveTo>
                <a:lnTo>
                  <a:pt x="485775" y="762000"/>
                </a:lnTo>
                <a:lnTo>
                  <a:pt x="485775" y="771525"/>
                </a:lnTo>
                <a:lnTo>
                  <a:pt x="466725" y="771525"/>
                </a:lnTo>
                <a:close/>
                <a:moveTo>
                  <a:pt x="476250" y="781050"/>
                </a:moveTo>
                <a:lnTo>
                  <a:pt x="485775" y="781050"/>
                </a:lnTo>
                <a:lnTo>
                  <a:pt x="485775" y="790575"/>
                </a:lnTo>
                <a:lnTo>
                  <a:pt x="476250" y="790575"/>
                </a:lnTo>
                <a:close/>
                <a:moveTo>
                  <a:pt x="904875" y="838200"/>
                </a:moveTo>
                <a:lnTo>
                  <a:pt x="923925" y="838200"/>
                </a:lnTo>
                <a:lnTo>
                  <a:pt x="923925" y="866775"/>
                </a:lnTo>
                <a:lnTo>
                  <a:pt x="904875" y="866775"/>
                </a:lnTo>
                <a:lnTo>
                  <a:pt x="904875" y="857250"/>
                </a:lnTo>
                <a:lnTo>
                  <a:pt x="895350" y="857250"/>
                </a:lnTo>
                <a:lnTo>
                  <a:pt x="895350" y="847725"/>
                </a:lnTo>
                <a:lnTo>
                  <a:pt x="904875" y="847725"/>
                </a:lnTo>
                <a:close/>
                <a:moveTo>
                  <a:pt x="685800" y="847725"/>
                </a:moveTo>
                <a:lnTo>
                  <a:pt x="695325" y="847725"/>
                </a:lnTo>
                <a:lnTo>
                  <a:pt x="695325" y="857250"/>
                </a:lnTo>
                <a:lnTo>
                  <a:pt x="714375" y="857250"/>
                </a:lnTo>
                <a:lnTo>
                  <a:pt x="714375" y="847725"/>
                </a:lnTo>
                <a:lnTo>
                  <a:pt x="723900" y="847725"/>
                </a:lnTo>
                <a:lnTo>
                  <a:pt x="723900" y="857250"/>
                </a:lnTo>
                <a:lnTo>
                  <a:pt x="733425" y="857250"/>
                </a:lnTo>
                <a:lnTo>
                  <a:pt x="733425" y="866775"/>
                </a:lnTo>
                <a:lnTo>
                  <a:pt x="704850" y="866775"/>
                </a:lnTo>
                <a:lnTo>
                  <a:pt x="704850" y="876300"/>
                </a:lnTo>
                <a:lnTo>
                  <a:pt x="685800" y="876300"/>
                </a:lnTo>
                <a:lnTo>
                  <a:pt x="685800" y="866775"/>
                </a:lnTo>
                <a:lnTo>
                  <a:pt x="676275" y="866775"/>
                </a:lnTo>
                <a:lnTo>
                  <a:pt x="676275" y="857250"/>
                </a:lnTo>
                <a:lnTo>
                  <a:pt x="685800" y="857250"/>
                </a:lnTo>
                <a:close/>
                <a:moveTo>
                  <a:pt x="800100" y="847725"/>
                </a:moveTo>
                <a:lnTo>
                  <a:pt x="819150" y="847725"/>
                </a:lnTo>
                <a:lnTo>
                  <a:pt x="819150" y="866775"/>
                </a:lnTo>
                <a:lnTo>
                  <a:pt x="800100" y="866775"/>
                </a:lnTo>
                <a:lnTo>
                  <a:pt x="800100" y="876300"/>
                </a:lnTo>
                <a:lnTo>
                  <a:pt x="781050" y="876300"/>
                </a:lnTo>
                <a:lnTo>
                  <a:pt x="781050" y="866775"/>
                </a:lnTo>
                <a:lnTo>
                  <a:pt x="790575" y="866775"/>
                </a:lnTo>
                <a:lnTo>
                  <a:pt x="790575" y="857250"/>
                </a:lnTo>
                <a:lnTo>
                  <a:pt x="800100" y="857250"/>
                </a:lnTo>
                <a:close/>
                <a:moveTo>
                  <a:pt x="838200" y="847725"/>
                </a:moveTo>
                <a:lnTo>
                  <a:pt x="857250" y="847725"/>
                </a:lnTo>
                <a:lnTo>
                  <a:pt x="857250" y="857250"/>
                </a:lnTo>
                <a:lnTo>
                  <a:pt x="876300" y="857250"/>
                </a:lnTo>
                <a:lnTo>
                  <a:pt x="876300" y="866775"/>
                </a:lnTo>
                <a:lnTo>
                  <a:pt x="857250" y="866775"/>
                </a:lnTo>
                <a:lnTo>
                  <a:pt x="857250" y="876300"/>
                </a:lnTo>
                <a:lnTo>
                  <a:pt x="828675" y="876300"/>
                </a:lnTo>
                <a:lnTo>
                  <a:pt x="828675" y="857250"/>
                </a:lnTo>
                <a:lnTo>
                  <a:pt x="838200" y="857250"/>
                </a:lnTo>
                <a:close/>
                <a:moveTo>
                  <a:pt x="514350" y="866775"/>
                </a:moveTo>
                <a:lnTo>
                  <a:pt x="533400" y="866775"/>
                </a:lnTo>
                <a:lnTo>
                  <a:pt x="533400" y="876300"/>
                </a:lnTo>
                <a:lnTo>
                  <a:pt x="514350" y="876300"/>
                </a:lnTo>
                <a:close/>
              </a:path>
            </a:pathLst>
          </a:custGeom>
          <a:solidFill xmlns:a="http://schemas.openxmlformats.org/drawingml/2006/main">
            <a:srgbClr val="F1EDE0"/>
          </a:solidFill>
          <a:ln xmlns:a="http://schemas.openxmlformats.org/drawingml/2006/main" w="0">
            <a:noFill/>
          </a:ln>
        </p:spPr>
      </p:sp>
      <p:sp>
        <p:nvSpPr>
          <p:cNvPr id="58" name="limits vector #eeede2">
            <a:extLst xmlns:a="http://schemas.openxmlformats.org/drawingml/2006/main">
              <a:ext uri="{FF2B5EF4-FFF2-40B4-BE49-F238E27FC236}">
                <a16:creationId xmlns:a16="http://schemas.microsoft.com/office/drawing/2014/main" id="{618AD61A-5C36-4B90-B958-3A533F159E6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076950" y="1504950"/>
            <a:ext cx="923925" cy="876300"/>
          </a:xfrm>
          <a:custGeom xmlns:a="http://schemas.openxmlformats.org/drawingml/2006/main">
            <a:pathLst>
              <a:path w="923925" h="876300">
                <a:moveTo>
                  <a:pt x="457200" y="57150"/>
                </a:moveTo>
                <a:lnTo>
                  <a:pt x="466725" y="57150"/>
                </a:lnTo>
                <a:lnTo>
                  <a:pt x="466725" y="66675"/>
                </a:lnTo>
                <a:lnTo>
                  <a:pt x="457200" y="66675"/>
                </a:lnTo>
                <a:close/>
                <a:moveTo>
                  <a:pt x="323850" y="66675"/>
                </a:moveTo>
                <a:lnTo>
                  <a:pt x="333375" y="66675"/>
                </a:lnTo>
                <a:lnTo>
                  <a:pt x="333375" y="76200"/>
                </a:lnTo>
                <a:lnTo>
                  <a:pt x="323850" y="76200"/>
                </a:lnTo>
                <a:close/>
                <a:moveTo>
                  <a:pt x="476250" y="66675"/>
                </a:moveTo>
                <a:lnTo>
                  <a:pt x="485775" y="66675"/>
                </a:lnTo>
                <a:lnTo>
                  <a:pt x="485775" y="76200"/>
                </a:lnTo>
                <a:lnTo>
                  <a:pt x="476250" y="76200"/>
                </a:lnTo>
                <a:close/>
                <a:moveTo>
                  <a:pt x="238125" y="76200"/>
                </a:moveTo>
                <a:lnTo>
                  <a:pt x="276225" y="76200"/>
                </a:lnTo>
                <a:lnTo>
                  <a:pt x="276225" y="95250"/>
                </a:lnTo>
                <a:lnTo>
                  <a:pt x="257175" y="95250"/>
                </a:lnTo>
                <a:lnTo>
                  <a:pt x="257175" y="85725"/>
                </a:lnTo>
                <a:lnTo>
                  <a:pt x="238125" y="85725"/>
                </a:lnTo>
                <a:close/>
                <a:moveTo>
                  <a:pt x="295275" y="76200"/>
                </a:moveTo>
                <a:lnTo>
                  <a:pt x="304800" y="76200"/>
                </a:lnTo>
                <a:lnTo>
                  <a:pt x="304800" y="85725"/>
                </a:lnTo>
                <a:lnTo>
                  <a:pt x="295275" y="85725"/>
                </a:lnTo>
                <a:close/>
                <a:moveTo>
                  <a:pt x="514350" y="76200"/>
                </a:moveTo>
                <a:lnTo>
                  <a:pt x="523875" y="76200"/>
                </a:lnTo>
                <a:lnTo>
                  <a:pt x="523875" y="85725"/>
                </a:lnTo>
                <a:lnTo>
                  <a:pt x="514350" y="85725"/>
                </a:lnTo>
                <a:close/>
                <a:moveTo>
                  <a:pt x="219075" y="85725"/>
                </a:moveTo>
                <a:lnTo>
                  <a:pt x="238125" y="85725"/>
                </a:lnTo>
                <a:lnTo>
                  <a:pt x="238125" y="95250"/>
                </a:lnTo>
                <a:lnTo>
                  <a:pt x="228600" y="95250"/>
                </a:lnTo>
                <a:lnTo>
                  <a:pt x="228600" y="104775"/>
                </a:lnTo>
                <a:lnTo>
                  <a:pt x="219075" y="104775"/>
                </a:lnTo>
                <a:close/>
                <a:moveTo>
                  <a:pt x="552450" y="85725"/>
                </a:moveTo>
                <a:lnTo>
                  <a:pt x="590550" y="85725"/>
                </a:lnTo>
                <a:lnTo>
                  <a:pt x="590550" y="95250"/>
                </a:lnTo>
                <a:lnTo>
                  <a:pt x="609600" y="95250"/>
                </a:lnTo>
                <a:lnTo>
                  <a:pt x="609600" y="114300"/>
                </a:lnTo>
                <a:lnTo>
                  <a:pt x="619125" y="114300"/>
                </a:lnTo>
                <a:lnTo>
                  <a:pt x="619125" y="133350"/>
                </a:lnTo>
                <a:lnTo>
                  <a:pt x="609600" y="133350"/>
                </a:lnTo>
                <a:lnTo>
                  <a:pt x="609600" y="123825"/>
                </a:lnTo>
                <a:lnTo>
                  <a:pt x="590550" y="123825"/>
                </a:lnTo>
                <a:lnTo>
                  <a:pt x="590550" y="114300"/>
                </a:lnTo>
                <a:lnTo>
                  <a:pt x="581025" y="114300"/>
                </a:lnTo>
                <a:lnTo>
                  <a:pt x="581025" y="104775"/>
                </a:lnTo>
                <a:lnTo>
                  <a:pt x="561975" y="104775"/>
                </a:lnTo>
                <a:lnTo>
                  <a:pt x="561975" y="95250"/>
                </a:lnTo>
                <a:lnTo>
                  <a:pt x="552450" y="95250"/>
                </a:lnTo>
                <a:close/>
                <a:moveTo>
                  <a:pt x="247650" y="95250"/>
                </a:moveTo>
                <a:lnTo>
                  <a:pt x="257175" y="95250"/>
                </a:lnTo>
                <a:lnTo>
                  <a:pt x="257175" y="104775"/>
                </a:lnTo>
                <a:lnTo>
                  <a:pt x="247650" y="104775"/>
                </a:lnTo>
                <a:close/>
                <a:moveTo>
                  <a:pt x="190500" y="104775"/>
                </a:moveTo>
                <a:lnTo>
                  <a:pt x="219075" y="104775"/>
                </a:lnTo>
                <a:lnTo>
                  <a:pt x="219075" y="114300"/>
                </a:lnTo>
                <a:lnTo>
                  <a:pt x="200025" y="114300"/>
                </a:lnTo>
                <a:lnTo>
                  <a:pt x="200025" y="123825"/>
                </a:lnTo>
                <a:lnTo>
                  <a:pt x="209550" y="123825"/>
                </a:lnTo>
                <a:lnTo>
                  <a:pt x="209550" y="133350"/>
                </a:lnTo>
                <a:lnTo>
                  <a:pt x="190500" y="133350"/>
                </a:lnTo>
                <a:lnTo>
                  <a:pt x="190500" y="142875"/>
                </a:lnTo>
                <a:lnTo>
                  <a:pt x="180975" y="142875"/>
                </a:lnTo>
                <a:lnTo>
                  <a:pt x="180975" y="133350"/>
                </a:lnTo>
                <a:lnTo>
                  <a:pt x="171450" y="133350"/>
                </a:lnTo>
                <a:lnTo>
                  <a:pt x="171450" y="142875"/>
                </a:lnTo>
                <a:lnTo>
                  <a:pt x="152400" y="142875"/>
                </a:lnTo>
                <a:lnTo>
                  <a:pt x="152400" y="133350"/>
                </a:lnTo>
                <a:lnTo>
                  <a:pt x="161925" y="133350"/>
                </a:lnTo>
                <a:lnTo>
                  <a:pt x="161925" y="123825"/>
                </a:lnTo>
                <a:lnTo>
                  <a:pt x="180975" y="123825"/>
                </a:lnTo>
                <a:lnTo>
                  <a:pt x="180975" y="114300"/>
                </a:lnTo>
                <a:lnTo>
                  <a:pt x="190500" y="114300"/>
                </a:lnTo>
                <a:close/>
                <a:moveTo>
                  <a:pt x="228600" y="104775"/>
                </a:moveTo>
                <a:lnTo>
                  <a:pt x="238125" y="104775"/>
                </a:lnTo>
                <a:lnTo>
                  <a:pt x="238125" y="114300"/>
                </a:lnTo>
                <a:lnTo>
                  <a:pt x="228600" y="114300"/>
                </a:lnTo>
                <a:close/>
                <a:moveTo>
                  <a:pt x="628650" y="114300"/>
                </a:moveTo>
                <a:lnTo>
                  <a:pt x="638175" y="114300"/>
                </a:lnTo>
                <a:lnTo>
                  <a:pt x="638175" y="123825"/>
                </a:lnTo>
                <a:lnTo>
                  <a:pt x="628650" y="123825"/>
                </a:lnTo>
                <a:close/>
                <a:moveTo>
                  <a:pt x="628650" y="142875"/>
                </a:moveTo>
                <a:lnTo>
                  <a:pt x="638175" y="142875"/>
                </a:lnTo>
                <a:lnTo>
                  <a:pt x="638175" y="152400"/>
                </a:lnTo>
                <a:lnTo>
                  <a:pt x="628650" y="152400"/>
                </a:lnTo>
                <a:close/>
                <a:moveTo>
                  <a:pt x="142875" y="152400"/>
                </a:moveTo>
                <a:lnTo>
                  <a:pt x="152400" y="152400"/>
                </a:lnTo>
                <a:lnTo>
                  <a:pt x="152400" y="161925"/>
                </a:lnTo>
                <a:lnTo>
                  <a:pt x="142875" y="161925"/>
                </a:lnTo>
                <a:close/>
                <a:moveTo>
                  <a:pt x="152400" y="161925"/>
                </a:moveTo>
                <a:lnTo>
                  <a:pt x="161925" y="161925"/>
                </a:lnTo>
                <a:lnTo>
                  <a:pt x="161925" y="171450"/>
                </a:lnTo>
                <a:lnTo>
                  <a:pt x="152400" y="171450"/>
                </a:lnTo>
                <a:close/>
                <a:moveTo>
                  <a:pt x="66675" y="247650"/>
                </a:moveTo>
                <a:lnTo>
                  <a:pt x="76200" y="247650"/>
                </a:lnTo>
                <a:lnTo>
                  <a:pt x="76200" y="257175"/>
                </a:lnTo>
                <a:lnTo>
                  <a:pt x="66675" y="257175"/>
                </a:lnTo>
                <a:close/>
                <a:moveTo>
                  <a:pt x="714375" y="247650"/>
                </a:moveTo>
                <a:lnTo>
                  <a:pt x="723900" y="247650"/>
                </a:lnTo>
                <a:lnTo>
                  <a:pt x="723900" y="257175"/>
                </a:lnTo>
                <a:lnTo>
                  <a:pt x="714375" y="257175"/>
                </a:lnTo>
                <a:close/>
                <a:moveTo>
                  <a:pt x="76200" y="257175"/>
                </a:moveTo>
                <a:lnTo>
                  <a:pt x="95250" y="257175"/>
                </a:lnTo>
                <a:lnTo>
                  <a:pt x="95250" y="266700"/>
                </a:lnTo>
                <a:lnTo>
                  <a:pt x="76200" y="266700"/>
                </a:lnTo>
                <a:close/>
                <a:moveTo>
                  <a:pt x="57150" y="266700"/>
                </a:moveTo>
                <a:lnTo>
                  <a:pt x="66675" y="266700"/>
                </a:lnTo>
                <a:lnTo>
                  <a:pt x="66675" y="285750"/>
                </a:lnTo>
                <a:lnTo>
                  <a:pt x="57150" y="285750"/>
                </a:lnTo>
                <a:close/>
                <a:moveTo>
                  <a:pt x="76200" y="276225"/>
                </a:moveTo>
                <a:lnTo>
                  <a:pt x="85725" y="276225"/>
                </a:lnTo>
                <a:lnTo>
                  <a:pt x="85725" y="285750"/>
                </a:lnTo>
                <a:lnTo>
                  <a:pt x="76200" y="285750"/>
                </a:lnTo>
                <a:close/>
                <a:moveTo>
                  <a:pt x="47625" y="285750"/>
                </a:moveTo>
                <a:lnTo>
                  <a:pt x="57150" y="285750"/>
                </a:lnTo>
                <a:lnTo>
                  <a:pt x="57150" y="304800"/>
                </a:lnTo>
                <a:lnTo>
                  <a:pt x="47625" y="304800"/>
                </a:lnTo>
                <a:close/>
                <a:moveTo>
                  <a:pt x="66675" y="314325"/>
                </a:moveTo>
                <a:lnTo>
                  <a:pt x="76200" y="314325"/>
                </a:lnTo>
                <a:lnTo>
                  <a:pt x="76200" y="323850"/>
                </a:lnTo>
                <a:lnTo>
                  <a:pt x="66675" y="323850"/>
                </a:lnTo>
                <a:close/>
                <a:moveTo>
                  <a:pt x="495300" y="314325"/>
                </a:moveTo>
                <a:lnTo>
                  <a:pt x="514350" y="314325"/>
                </a:lnTo>
                <a:lnTo>
                  <a:pt x="514350" y="371475"/>
                </a:lnTo>
                <a:lnTo>
                  <a:pt x="504825" y="371475"/>
                </a:lnTo>
                <a:lnTo>
                  <a:pt x="504825" y="352425"/>
                </a:lnTo>
                <a:lnTo>
                  <a:pt x="485775" y="352425"/>
                </a:lnTo>
                <a:lnTo>
                  <a:pt x="485775" y="342900"/>
                </a:lnTo>
                <a:lnTo>
                  <a:pt x="476250" y="342900"/>
                </a:lnTo>
                <a:lnTo>
                  <a:pt x="476250" y="333375"/>
                </a:lnTo>
                <a:lnTo>
                  <a:pt x="466725" y="333375"/>
                </a:lnTo>
                <a:lnTo>
                  <a:pt x="466725" y="323850"/>
                </a:lnTo>
                <a:lnTo>
                  <a:pt x="495300" y="323850"/>
                </a:lnTo>
                <a:close/>
                <a:moveTo>
                  <a:pt x="495300" y="333375"/>
                </a:moveTo>
                <a:lnTo>
                  <a:pt x="504825" y="333375"/>
                </a:lnTo>
                <a:lnTo>
                  <a:pt x="504825" y="323850"/>
                </a:lnTo>
                <a:lnTo>
                  <a:pt x="495300" y="323850"/>
                </a:lnTo>
                <a:close/>
                <a:moveTo>
                  <a:pt x="466725" y="342900"/>
                </a:moveTo>
                <a:lnTo>
                  <a:pt x="476250" y="342900"/>
                </a:lnTo>
                <a:lnTo>
                  <a:pt x="476250" y="352425"/>
                </a:lnTo>
                <a:lnTo>
                  <a:pt x="466725" y="352425"/>
                </a:lnTo>
                <a:close/>
                <a:moveTo>
                  <a:pt x="476250" y="352425"/>
                </a:moveTo>
                <a:lnTo>
                  <a:pt x="485775" y="352425"/>
                </a:lnTo>
                <a:lnTo>
                  <a:pt x="485775" y="361950"/>
                </a:lnTo>
                <a:lnTo>
                  <a:pt x="476250" y="361950"/>
                </a:lnTo>
                <a:close/>
                <a:moveTo>
                  <a:pt x="47625" y="361950"/>
                </a:moveTo>
                <a:lnTo>
                  <a:pt x="57150" y="361950"/>
                </a:lnTo>
                <a:lnTo>
                  <a:pt x="57150" y="447675"/>
                </a:lnTo>
                <a:lnTo>
                  <a:pt x="47625" y="447675"/>
                </a:lnTo>
                <a:close/>
                <a:moveTo>
                  <a:pt x="485775" y="361950"/>
                </a:moveTo>
                <a:lnTo>
                  <a:pt x="495300" y="361950"/>
                </a:lnTo>
                <a:lnTo>
                  <a:pt x="495300" y="371475"/>
                </a:lnTo>
                <a:lnTo>
                  <a:pt x="485775" y="371475"/>
                </a:lnTo>
                <a:close/>
                <a:moveTo>
                  <a:pt x="771525" y="361950"/>
                </a:moveTo>
                <a:lnTo>
                  <a:pt x="781050" y="361950"/>
                </a:lnTo>
                <a:lnTo>
                  <a:pt x="781050" y="371475"/>
                </a:lnTo>
                <a:lnTo>
                  <a:pt x="771525" y="371475"/>
                </a:lnTo>
                <a:close/>
                <a:moveTo>
                  <a:pt x="476250" y="438150"/>
                </a:moveTo>
                <a:lnTo>
                  <a:pt x="495300" y="438150"/>
                </a:lnTo>
                <a:lnTo>
                  <a:pt x="495300" y="447675"/>
                </a:lnTo>
                <a:lnTo>
                  <a:pt x="514350" y="447675"/>
                </a:lnTo>
                <a:lnTo>
                  <a:pt x="514350" y="523875"/>
                </a:lnTo>
                <a:lnTo>
                  <a:pt x="504825" y="523875"/>
                </a:lnTo>
                <a:lnTo>
                  <a:pt x="504825" y="514350"/>
                </a:lnTo>
                <a:lnTo>
                  <a:pt x="495300" y="514350"/>
                </a:lnTo>
                <a:lnTo>
                  <a:pt x="495300" y="523875"/>
                </a:lnTo>
                <a:lnTo>
                  <a:pt x="476250" y="523875"/>
                </a:lnTo>
                <a:lnTo>
                  <a:pt x="476250" y="514350"/>
                </a:lnTo>
                <a:lnTo>
                  <a:pt x="466725" y="514350"/>
                </a:lnTo>
                <a:lnTo>
                  <a:pt x="466725" y="485775"/>
                </a:lnTo>
                <a:lnTo>
                  <a:pt x="447675" y="485775"/>
                </a:lnTo>
                <a:lnTo>
                  <a:pt x="447675" y="457200"/>
                </a:lnTo>
                <a:lnTo>
                  <a:pt x="466725" y="457200"/>
                </a:lnTo>
                <a:lnTo>
                  <a:pt x="466725" y="447675"/>
                </a:lnTo>
                <a:lnTo>
                  <a:pt x="476250" y="447675"/>
                </a:lnTo>
                <a:close/>
                <a:moveTo>
                  <a:pt x="752475" y="447675"/>
                </a:moveTo>
                <a:lnTo>
                  <a:pt x="762000" y="447675"/>
                </a:lnTo>
                <a:lnTo>
                  <a:pt x="762000" y="466725"/>
                </a:lnTo>
                <a:lnTo>
                  <a:pt x="752475" y="466725"/>
                </a:lnTo>
                <a:close/>
                <a:moveTo>
                  <a:pt x="771525" y="447675"/>
                </a:moveTo>
                <a:lnTo>
                  <a:pt x="781050" y="447675"/>
                </a:lnTo>
                <a:lnTo>
                  <a:pt x="781050" y="457200"/>
                </a:lnTo>
                <a:lnTo>
                  <a:pt x="771525" y="457200"/>
                </a:lnTo>
                <a:close/>
                <a:moveTo>
                  <a:pt x="47625" y="457200"/>
                </a:moveTo>
                <a:lnTo>
                  <a:pt x="57150" y="457200"/>
                </a:lnTo>
                <a:lnTo>
                  <a:pt x="57150" y="466725"/>
                </a:lnTo>
                <a:lnTo>
                  <a:pt x="47625" y="466725"/>
                </a:lnTo>
                <a:close/>
                <a:moveTo>
                  <a:pt x="38100" y="476250"/>
                </a:moveTo>
                <a:lnTo>
                  <a:pt x="47625" y="476250"/>
                </a:lnTo>
                <a:lnTo>
                  <a:pt x="47625" y="485775"/>
                </a:lnTo>
                <a:lnTo>
                  <a:pt x="66675" y="485775"/>
                </a:lnTo>
                <a:lnTo>
                  <a:pt x="66675" y="495300"/>
                </a:lnTo>
                <a:lnTo>
                  <a:pt x="38100" y="495300"/>
                </a:lnTo>
                <a:close/>
                <a:moveTo>
                  <a:pt x="295275" y="485775"/>
                </a:moveTo>
                <a:lnTo>
                  <a:pt x="304800" y="485775"/>
                </a:lnTo>
                <a:lnTo>
                  <a:pt x="304800" y="495300"/>
                </a:lnTo>
                <a:lnTo>
                  <a:pt x="342900" y="495300"/>
                </a:lnTo>
                <a:lnTo>
                  <a:pt x="342900" y="504825"/>
                </a:lnTo>
                <a:lnTo>
                  <a:pt x="352425" y="504825"/>
                </a:lnTo>
                <a:lnTo>
                  <a:pt x="352425" y="495300"/>
                </a:lnTo>
                <a:lnTo>
                  <a:pt x="361950" y="495300"/>
                </a:lnTo>
                <a:lnTo>
                  <a:pt x="361950" y="523875"/>
                </a:lnTo>
                <a:lnTo>
                  <a:pt x="342900" y="523875"/>
                </a:lnTo>
                <a:lnTo>
                  <a:pt x="342900" y="542925"/>
                </a:lnTo>
                <a:lnTo>
                  <a:pt x="304800" y="542925"/>
                </a:lnTo>
                <a:lnTo>
                  <a:pt x="304800" y="533400"/>
                </a:lnTo>
                <a:lnTo>
                  <a:pt x="295275" y="533400"/>
                </a:lnTo>
                <a:close/>
                <a:moveTo>
                  <a:pt x="742950" y="485775"/>
                </a:moveTo>
                <a:lnTo>
                  <a:pt x="762000" y="485775"/>
                </a:lnTo>
                <a:lnTo>
                  <a:pt x="762000" y="514350"/>
                </a:lnTo>
                <a:lnTo>
                  <a:pt x="752475" y="514350"/>
                </a:lnTo>
                <a:lnTo>
                  <a:pt x="752475" y="495300"/>
                </a:lnTo>
                <a:lnTo>
                  <a:pt x="742950" y="495300"/>
                </a:lnTo>
                <a:close/>
                <a:moveTo>
                  <a:pt x="647700" y="495300"/>
                </a:moveTo>
                <a:lnTo>
                  <a:pt x="676275" y="495300"/>
                </a:lnTo>
                <a:lnTo>
                  <a:pt x="676275" y="514350"/>
                </a:lnTo>
                <a:lnTo>
                  <a:pt x="666750" y="514350"/>
                </a:lnTo>
                <a:lnTo>
                  <a:pt x="666750" y="523875"/>
                </a:lnTo>
                <a:lnTo>
                  <a:pt x="657225" y="523875"/>
                </a:lnTo>
                <a:lnTo>
                  <a:pt x="657225" y="533400"/>
                </a:lnTo>
                <a:lnTo>
                  <a:pt x="628650" y="533400"/>
                </a:lnTo>
                <a:lnTo>
                  <a:pt x="628650" y="514350"/>
                </a:lnTo>
                <a:lnTo>
                  <a:pt x="638175" y="514350"/>
                </a:lnTo>
                <a:lnTo>
                  <a:pt x="638175" y="504825"/>
                </a:lnTo>
                <a:lnTo>
                  <a:pt x="647700" y="504825"/>
                </a:lnTo>
                <a:close/>
                <a:moveTo>
                  <a:pt x="704850" y="495300"/>
                </a:moveTo>
                <a:lnTo>
                  <a:pt x="723900" y="495300"/>
                </a:lnTo>
                <a:lnTo>
                  <a:pt x="723900" y="514350"/>
                </a:lnTo>
                <a:lnTo>
                  <a:pt x="714375" y="514350"/>
                </a:lnTo>
                <a:lnTo>
                  <a:pt x="714375" y="523875"/>
                </a:lnTo>
                <a:lnTo>
                  <a:pt x="704850" y="523875"/>
                </a:lnTo>
                <a:lnTo>
                  <a:pt x="704850" y="514350"/>
                </a:lnTo>
                <a:lnTo>
                  <a:pt x="695325" y="514350"/>
                </a:lnTo>
                <a:lnTo>
                  <a:pt x="695325" y="504825"/>
                </a:lnTo>
                <a:lnTo>
                  <a:pt x="704850" y="504825"/>
                </a:lnTo>
                <a:close/>
                <a:moveTo>
                  <a:pt x="733425" y="495300"/>
                </a:moveTo>
                <a:lnTo>
                  <a:pt x="742950" y="495300"/>
                </a:lnTo>
                <a:lnTo>
                  <a:pt x="742950" y="504825"/>
                </a:lnTo>
                <a:lnTo>
                  <a:pt x="733425" y="504825"/>
                </a:lnTo>
                <a:close/>
                <a:moveTo>
                  <a:pt x="66675" y="504825"/>
                </a:moveTo>
                <a:lnTo>
                  <a:pt x="76200" y="504825"/>
                </a:lnTo>
                <a:lnTo>
                  <a:pt x="76200" y="514350"/>
                </a:lnTo>
                <a:lnTo>
                  <a:pt x="66675" y="514350"/>
                </a:lnTo>
                <a:close/>
                <a:moveTo>
                  <a:pt x="742950" y="514350"/>
                </a:moveTo>
                <a:lnTo>
                  <a:pt x="752475" y="514350"/>
                </a:lnTo>
                <a:lnTo>
                  <a:pt x="752475" y="523875"/>
                </a:lnTo>
                <a:lnTo>
                  <a:pt x="742950" y="523875"/>
                </a:lnTo>
                <a:close/>
                <a:moveTo>
                  <a:pt x="76200" y="533400"/>
                </a:moveTo>
                <a:lnTo>
                  <a:pt x="85725" y="533400"/>
                </a:lnTo>
                <a:lnTo>
                  <a:pt x="85725" y="542925"/>
                </a:lnTo>
                <a:lnTo>
                  <a:pt x="76200" y="542925"/>
                </a:lnTo>
                <a:close/>
                <a:moveTo>
                  <a:pt x="304800" y="533400"/>
                </a:moveTo>
                <a:lnTo>
                  <a:pt x="314325" y="533400"/>
                </a:lnTo>
                <a:lnTo>
                  <a:pt x="314325" y="523875"/>
                </a:lnTo>
                <a:lnTo>
                  <a:pt x="304800" y="523875"/>
                </a:lnTo>
                <a:close/>
                <a:moveTo>
                  <a:pt x="457200" y="533400"/>
                </a:moveTo>
                <a:lnTo>
                  <a:pt x="466725" y="533400"/>
                </a:lnTo>
                <a:lnTo>
                  <a:pt x="466725" y="542925"/>
                </a:lnTo>
                <a:lnTo>
                  <a:pt x="457200" y="542925"/>
                </a:lnTo>
                <a:close/>
                <a:moveTo>
                  <a:pt x="723900" y="533400"/>
                </a:moveTo>
                <a:lnTo>
                  <a:pt x="733425" y="533400"/>
                </a:lnTo>
                <a:lnTo>
                  <a:pt x="733425" y="542925"/>
                </a:lnTo>
                <a:lnTo>
                  <a:pt x="723900" y="542925"/>
                </a:lnTo>
                <a:close/>
                <a:moveTo>
                  <a:pt x="638175" y="542925"/>
                </a:moveTo>
                <a:lnTo>
                  <a:pt x="647700" y="542925"/>
                </a:lnTo>
                <a:lnTo>
                  <a:pt x="647700" y="552450"/>
                </a:lnTo>
                <a:lnTo>
                  <a:pt x="638175" y="552450"/>
                </a:lnTo>
                <a:close/>
                <a:moveTo>
                  <a:pt x="733425" y="552450"/>
                </a:moveTo>
                <a:lnTo>
                  <a:pt x="742950" y="552450"/>
                </a:lnTo>
                <a:lnTo>
                  <a:pt x="742950" y="561975"/>
                </a:lnTo>
                <a:lnTo>
                  <a:pt x="733425" y="561975"/>
                </a:lnTo>
                <a:close/>
                <a:moveTo>
                  <a:pt x="742950" y="571500"/>
                </a:moveTo>
                <a:lnTo>
                  <a:pt x="752475" y="571500"/>
                </a:lnTo>
                <a:lnTo>
                  <a:pt x="752475" y="581025"/>
                </a:lnTo>
                <a:lnTo>
                  <a:pt x="742950" y="581025"/>
                </a:lnTo>
                <a:close/>
                <a:moveTo>
                  <a:pt x="619125" y="581025"/>
                </a:moveTo>
                <a:lnTo>
                  <a:pt x="628650" y="581025"/>
                </a:lnTo>
                <a:lnTo>
                  <a:pt x="628650" y="590550"/>
                </a:lnTo>
                <a:lnTo>
                  <a:pt x="619125" y="590550"/>
                </a:lnTo>
                <a:close/>
                <a:moveTo>
                  <a:pt x="114300" y="609600"/>
                </a:moveTo>
                <a:lnTo>
                  <a:pt x="123825" y="609600"/>
                </a:lnTo>
                <a:lnTo>
                  <a:pt x="123825" y="619125"/>
                </a:lnTo>
                <a:lnTo>
                  <a:pt x="114300" y="619125"/>
                </a:lnTo>
                <a:close/>
                <a:moveTo>
                  <a:pt x="133350" y="638175"/>
                </a:moveTo>
                <a:lnTo>
                  <a:pt x="142875" y="638175"/>
                </a:lnTo>
                <a:lnTo>
                  <a:pt x="142875" y="647700"/>
                </a:lnTo>
                <a:lnTo>
                  <a:pt x="133350" y="647700"/>
                </a:lnTo>
                <a:close/>
                <a:moveTo>
                  <a:pt x="781050" y="638175"/>
                </a:moveTo>
                <a:lnTo>
                  <a:pt x="790575" y="638175"/>
                </a:lnTo>
                <a:lnTo>
                  <a:pt x="790575" y="647700"/>
                </a:lnTo>
                <a:lnTo>
                  <a:pt x="781050" y="647700"/>
                </a:lnTo>
                <a:close/>
                <a:moveTo>
                  <a:pt x="133350" y="657225"/>
                </a:moveTo>
                <a:lnTo>
                  <a:pt x="142875" y="657225"/>
                </a:lnTo>
                <a:lnTo>
                  <a:pt x="142875" y="666750"/>
                </a:lnTo>
                <a:lnTo>
                  <a:pt x="133350" y="666750"/>
                </a:lnTo>
                <a:close/>
                <a:moveTo>
                  <a:pt x="800100" y="666750"/>
                </a:moveTo>
                <a:lnTo>
                  <a:pt x="809625" y="666750"/>
                </a:lnTo>
                <a:lnTo>
                  <a:pt x="809625" y="676275"/>
                </a:lnTo>
                <a:lnTo>
                  <a:pt x="800100" y="676275"/>
                </a:lnTo>
                <a:close/>
                <a:moveTo>
                  <a:pt x="171450" y="685800"/>
                </a:moveTo>
                <a:lnTo>
                  <a:pt x="190500" y="685800"/>
                </a:lnTo>
                <a:lnTo>
                  <a:pt x="190500" y="695325"/>
                </a:lnTo>
                <a:lnTo>
                  <a:pt x="171450" y="695325"/>
                </a:lnTo>
                <a:close/>
                <a:moveTo>
                  <a:pt x="809625" y="685800"/>
                </a:moveTo>
                <a:lnTo>
                  <a:pt x="819150" y="685800"/>
                </a:lnTo>
                <a:lnTo>
                  <a:pt x="819150" y="695325"/>
                </a:lnTo>
                <a:lnTo>
                  <a:pt x="809625" y="695325"/>
                </a:lnTo>
                <a:close/>
                <a:moveTo>
                  <a:pt x="552450" y="695325"/>
                </a:moveTo>
                <a:lnTo>
                  <a:pt x="561975" y="695325"/>
                </a:lnTo>
                <a:lnTo>
                  <a:pt x="561975" y="704850"/>
                </a:lnTo>
                <a:lnTo>
                  <a:pt x="552450" y="704850"/>
                </a:lnTo>
                <a:close/>
                <a:moveTo>
                  <a:pt x="819150" y="695325"/>
                </a:moveTo>
                <a:lnTo>
                  <a:pt x="828675" y="695325"/>
                </a:lnTo>
                <a:lnTo>
                  <a:pt x="828675" y="704850"/>
                </a:lnTo>
                <a:lnTo>
                  <a:pt x="819150" y="704850"/>
                </a:lnTo>
                <a:close/>
                <a:moveTo>
                  <a:pt x="523875" y="704850"/>
                </a:moveTo>
                <a:lnTo>
                  <a:pt x="533400" y="704850"/>
                </a:lnTo>
                <a:lnTo>
                  <a:pt x="533400" y="714375"/>
                </a:lnTo>
                <a:lnTo>
                  <a:pt x="542925" y="714375"/>
                </a:lnTo>
                <a:lnTo>
                  <a:pt x="542925" y="723900"/>
                </a:lnTo>
                <a:lnTo>
                  <a:pt x="533400" y="723900"/>
                </a:lnTo>
                <a:lnTo>
                  <a:pt x="533400" y="733425"/>
                </a:lnTo>
                <a:lnTo>
                  <a:pt x="514350" y="733425"/>
                </a:lnTo>
                <a:lnTo>
                  <a:pt x="514350" y="723900"/>
                </a:lnTo>
                <a:lnTo>
                  <a:pt x="523875" y="723900"/>
                </a:lnTo>
                <a:close/>
                <a:moveTo>
                  <a:pt x="838200" y="733425"/>
                </a:moveTo>
                <a:lnTo>
                  <a:pt x="847725" y="733425"/>
                </a:lnTo>
                <a:lnTo>
                  <a:pt x="847725" y="742950"/>
                </a:lnTo>
                <a:lnTo>
                  <a:pt x="838200" y="742950"/>
                </a:lnTo>
                <a:close/>
                <a:moveTo>
                  <a:pt x="285750" y="742950"/>
                </a:moveTo>
                <a:lnTo>
                  <a:pt x="295275" y="742950"/>
                </a:lnTo>
                <a:lnTo>
                  <a:pt x="295275" y="752475"/>
                </a:lnTo>
                <a:lnTo>
                  <a:pt x="285750" y="752475"/>
                </a:lnTo>
                <a:close/>
                <a:moveTo>
                  <a:pt x="523875" y="742950"/>
                </a:moveTo>
                <a:lnTo>
                  <a:pt x="533400" y="742950"/>
                </a:lnTo>
                <a:lnTo>
                  <a:pt x="533400" y="752475"/>
                </a:lnTo>
                <a:lnTo>
                  <a:pt x="523875" y="752475"/>
                </a:lnTo>
                <a:close/>
                <a:moveTo>
                  <a:pt x="847725" y="752475"/>
                </a:moveTo>
                <a:lnTo>
                  <a:pt x="857250" y="752475"/>
                </a:lnTo>
                <a:lnTo>
                  <a:pt x="857250" y="762000"/>
                </a:lnTo>
                <a:lnTo>
                  <a:pt x="847725" y="762000"/>
                </a:lnTo>
                <a:close/>
                <a:moveTo>
                  <a:pt x="447675" y="762000"/>
                </a:moveTo>
                <a:lnTo>
                  <a:pt x="466725" y="762000"/>
                </a:lnTo>
                <a:lnTo>
                  <a:pt x="466725" y="771525"/>
                </a:lnTo>
                <a:lnTo>
                  <a:pt x="447675" y="771525"/>
                </a:lnTo>
                <a:close/>
                <a:moveTo>
                  <a:pt x="514350" y="762000"/>
                </a:moveTo>
                <a:lnTo>
                  <a:pt x="523875" y="762000"/>
                </a:lnTo>
                <a:lnTo>
                  <a:pt x="523875" y="771525"/>
                </a:lnTo>
                <a:lnTo>
                  <a:pt x="514350" y="771525"/>
                </a:lnTo>
                <a:close/>
                <a:moveTo>
                  <a:pt x="504825" y="771525"/>
                </a:moveTo>
                <a:lnTo>
                  <a:pt x="514350" y="771525"/>
                </a:lnTo>
                <a:lnTo>
                  <a:pt x="514350" y="809625"/>
                </a:lnTo>
                <a:lnTo>
                  <a:pt x="485775" y="809625"/>
                </a:lnTo>
                <a:lnTo>
                  <a:pt x="485775" y="790575"/>
                </a:lnTo>
                <a:lnTo>
                  <a:pt x="504825" y="790575"/>
                </a:lnTo>
                <a:close/>
                <a:moveTo>
                  <a:pt x="447675" y="781050"/>
                </a:moveTo>
                <a:lnTo>
                  <a:pt x="457200" y="781050"/>
                </a:lnTo>
                <a:lnTo>
                  <a:pt x="457200" y="790575"/>
                </a:lnTo>
                <a:lnTo>
                  <a:pt x="447675" y="790575"/>
                </a:lnTo>
                <a:close/>
                <a:moveTo>
                  <a:pt x="533400" y="819150"/>
                </a:moveTo>
                <a:lnTo>
                  <a:pt x="542925" y="819150"/>
                </a:lnTo>
                <a:lnTo>
                  <a:pt x="542925" y="828675"/>
                </a:lnTo>
                <a:lnTo>
                  <a:pt x="533400" y="828675"/>
                </a:lnTo>
                <a:close/>
                <a:moveTo>
                  <a:pt x="838200" y="819150"/>
                </a:moveTo>
                <a:lnTo>
                  <a:pt x="847725" y="819150"/>
                </a:lnTo>
                <a:lnTo>
                  <a:pt x="847725" y="828675"/>
                </a:lnTo>
                <a:lnTo>
                  <a:pt x="838200" y="828675"/>
                </a:lnTo>
                <a:close/>
                <a:moveTo>
                  <a:pt x="552450" y="828675"/>
                </a:moveTo>
                <a:lnTo>
                  <a:pt x="571500" y="828675"/>
                </a:lnTo>
                <a:lnTo>
                  <a:pt x="571500" y="838200"/>
                </a:lnTo>
                <a:lnTo>
                  <a:pt x="552450" y="838200"/>
                </a:lnTo>
                <a:close/>
                <a:moveTo>
                  <a:pt x="647700" y="828675"/>
                </a:moveTo>
                <a:lnTo>
                  <a:pt x="666750" y="828675"/>
                </a:lnTo>
                <a:lnTo>
                  <a:pt x="666750" y="838200"/>
                </a:lnTo>
                <a:lnTo>
                  <a:pt x="647700" y="838200"/>
                </a:lnTo>
                <a:close/>
                <a:moveTo>
                  <a:pt x="723900" y="828675"/>
                </a:moveTo>
                <a:lnTo>
                  <a:pt x="742950" y="828675"/>
                </a:lnTo>
                <a:lnTo>
                  <a:pt x="742950" y="838200"/>
                </a:lnTo>
                <a:lnTo>
                  <a:pt x="723900" y="838200"/>
                </a:lnTo>
                <a:close/>
                <a:moveTo>
                  <a:pt x="752475" y="828675"/>
                </a:moveTo>
                <a:lnTo>
                  <a:pt x="762000" y="828675"/>
                </a:lnTo>
                <a:lnTo>
                  <a:pt x="762000" y="838200"/>
                </a:lnTo>
                <a:lnTo>
                  <a:pt x="752475" y="838200"/>
                </a:lnTo>
                <a:close/>
              </a:path>
            </a:pathLst>
          </a:custGeom>
          <a:solidFill xmlns:a="http://schemas.openxmlformats.org/drawingml/2006/main">
            <a:srgbClr val="EEEDE2"/>
          </a:solidFill>
          <a:ln xmlns:a="http://schemas.openxmlformats.org/drawingml/2006/main" w="0">
            <a:noFill/>
          </a:ln>
        </p:spPr>
      </p:sp>
      <p:sp>
        <p:nvSpPr>
          <p:cNvPr id="59" name="limits vector #efece2">
            <a:extLst xmlns:a="http://schemas.openxmlformats.org/drawingml/2006/main">
              <a:ext uri="{FF2B5EF4-FFF2-40B4-BE49-F238E27FC236}">
                <a16:creationId xmlns:a16="http://schemas.microsoft.com/office/drawing/2014/main" id="{F882189E-E401-4D14-9FBE-2E4427A0247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076950" y="1504950"/>
            <a:ext cx="923925" cy="876300"/>
          </a:xfrm>
          <a:custGeom xmlns:a="http://schemas.openxmlformats.org/drawingml/2006/main">
            <a:pathLst>
              <a:path w="923925" h="876300">
                <a:moveTo>
                  <a:pt x="142875" y="142875"/>
                </a:moveTo>
                <a:lnTo>
                  <a:pt x="152400" y="142875"/>
                </a:lnTo>
                <a:lnTo>
                  <a:pt x="152400" y="152400"/>
                </a:lnTo>
                <a:lnTo>
                  <a:pt x="142875" y="152400"/>
                </a:lnTo>
                <a:close/>
                <a:moveTo>
                  <a:pt x="161925" y="142875"/>
                </a:moveTo>
                <a:lnTo>
                  <a:pt x="171450" y="142875"/>
                </a:lnTo>
                <a:lnTo>
                  <a:pt x="171450" y="152400"/>
                </a:lnTo>
                <a:lnTo>
                  <a:pt x="161925" y="152400"/>
                </a:lnTo>
                <a:close/>
                <a:moveTo>
                  <a:pt x="0" y="190500"/>
                </a:moveTo>
                <a:lnTo>
                  <a:pt x="9525" y="190500"/>
                </a:lnTo>
                <a:lnTo>
                  <a:pt x="9525" y="209550"/>
                </a:lnTo>
                <a:lnTo>
                  <a:pt x="0" y="209550"/>
                </a:lnTo>
                <a:close/>
                <a:moveTo>
                  <a:pt x="866775" y="200025"/>
                </a:moveTo>
                <a:lnTo>
                  <a:pt x="876300" y="200025"/>
                </a:lnTo>
                <a:lnTo>
                  <a:pt x="876300" y="219075"/>
                </a:lnTo>
                <a:lnTo>
                  <a:pt x="866775" y="219075"/>
                </a:lnTo>
                <a:close/>
                <a:moveTo>
                  <a:pt x="790575" y="238125"/>
                </a:moveTo>
                <a:lnTo>
                  <a:pt x="809625" y="238125"/>
                </a:lnTo>
                <a:lnTo>
                  <a:pt x="809625" y="247650"/>
                </a:lnTo>
                <a:lnTo>
                  <a:pt x="828675" y="247650"/>
                </a:lnTo>
                <a:lnTo>
                  <a:pt x="828675" y="257175"/>
                </a:lnTo>
                <a:lnTo>
                  <a:pt x="819150" y="257175"/>
                </a:lnTo>
                <a:lnTo>
                  <a:pt x="819150" y="266700"/>
                </a:lnTo>
                <a:lnTo>
                  <a:pt x="866775" y="266700"/>
                </a:lnTo>
                <a:lnTo>
                  <a:pt x="866775" y="257175"/>
                </a:lnTo>
                <a:lnTo>
                  <a:pt x="885825" y="257175"/>
                </a:lnTo>
                <a:lnTo>
                  <a:pt x="885825" y="276225"/>
                </a:lnTo>
                <a:lnTo>
                  <a:pt x="876300" y="276225"/>
                </a:lnTo>
                <a:lnTo>
                  <a:pt x="876300" y="285750"/>
                </a:lnTo>
                <a:lnTo>
                  <a:pt x="847725" y="285750"/>
                </a:lnTo>
                <a:lnTo>
                  <a:pt x="847725" y="276225"/>
                </a:lnTo>
                <a:lnTo>
                  <a:pt x="838200" y="276225"/>
                </a:lnTo>
                <a:lnTo>
                  <a:pt x="838200" y="285750"/>
                </a:lnTo>
                <a:lnTo>
                  <a:pt x="828675" y="285750"/>
                </a:lnTo>
                <a:lnTo>
                  <a:pt x="828675" y="276225"/>
                </a:lnTo>
                <a:lnTo>
                  <a:pt x="819150" y="276225"/>
                </a:lnTo>
                <a:lnTo>
                  <a:pt x="819150" y="304800"/>
                </a:lnTo>
                <a:lnTo>
                  <a:pt x="790575" y="304800"/>
                </a:lnTo>
                <a:lnTo>
                  <a:pt x="790575" y="295275"/>
                </a:lnTo>
                <a:lnTo>
                  <a:pt x="771525" y="295275"/>
                </a:lnTo>
                <a:lnTo>
                  <a:pt x="771525" y="266700"/>
                </a:lnTo>
                <a:lnTo>
                  <a:pt x="781050" y="266700"/>
                </a:lnTo>
                <a:lnTo>
                  <a:pt x="781050" y="257175"/>
                </a:lnTo>
                <a:lnTo>
                  <a:pt x="790575" y="257175"/>
                </a:lnTo>
                <a:close/>
                <a:moveTo>
                  <a:pt x="819150" y="304800"/>
                </a:moveTo>
                <a:lnTo>
                  <a:pt x="828675" y="304800"/>
                </a:lnTo>
                <a:lnTo>
                  <a:pt x="828675" y="314325"/>
                </a:lnTo>
                <a:lnTo>
                  <a:pt x="847725" y="314325"/>
                </a:lnTo>
                <a:lnTo>
                  <a:pt x="847725" y="323850"/>
                </a:lnTo>
                <a:lnTo>
                  <a:pt x="857250" y="323850"/>
                </a:lnTo>
                <a:lnTo>
                  <a:pt x="857250" y="333375"/>
                </a:lnTo>
                <a:lnTo>
                  <a:pt x="866775" y="333375"/>
                </a:lnTo>
                <a:lnTo>
                  <a:pt x="866775" y="352425"/>
                </a:lnTo>
                <a:lnTo>
                  <a:pt x="847725" y="352425"/>
                </a:lnTo>
                <a:lnTo>
                  <a:pt x="847725" y="342900"/>
                </a:lnTo>
                <a:lnTo>
                  <a:pt x="790575" y="342900"/>
                </a:lnTo>
                <a:lnTo>
                  <a:pt x="790575" y="323850"/>
                </a:lnTo>
                <a:lnTo>
                  <a:pt x="809625" y="323850"/>
                </a:lnTo>
                <a:lnTo>
                  <a:pt x="809625" y="314325"/>
                </a:lnTo>
                <a:lnTo>
                  <a:pt x="819150" y="314325"/>
                </a:lnTo>
                <a:close/>
                <a:moveTo>
                  <a:pt x="476250" y="314325"/>
                </a:moveTo>
                <a:lnTo>
                  <a:pt x="495300" y="314325"/>
                </a:lnTo>
                <a:lnTo>
                  <a:pt x="495300" y="323850"/>
                </a:lnTo>
                <a:lnTo>
                  <a:pt x="476250" y="323850"/>
                </a:lnTo>
                <a:close/>
                <a:moveTo>
                  <a:pt x="885825" y="314325"/>
                </a:moveTo>
                <a:lnTo>
                  <a:pt x="904875" y="314325"/>
                </a:lnTo>
                <a:lnTo>
                  <a:pt x="904875" y="323850"/>
                </a:lnTo>
                <a:lnTo>
                  <a:pt x="895350" y="323850"/>
                </a:lnTo>
                <a:lnTo>
                  <a:pt x="895350" y="333375"/>
                </a:lnTo>
                <a:lnTo>
                  <a:pt x="876300" y="333375"/>
                </a:lnTo>
                <a:lnTo>
                  <a:pt x="876300" y="323850"/>
                </a:lnTo>
                <a:lnTo>
                  <a:pt x="885825" y="323850"/>
                </a:lnTo>
                <a:close/>
                <a:moveTo>
                  <a:pt x="495300" y="323850"/>
                </a:moveTo>
                <a:lnTo>
                  <a:pt x="504825" y="323850"/>
                </a:lnTo>
                <a:lnTo>
                  <a:pt x="504825" y="333375"/>
                </a:lnTo>
                <a:lnTo>
                  <a:pt x="495300" y="333375"/>
                </a:lnTo>
                <a:close/>
                <a:moveTo>
                  <a:pt x="904875" y="323850"/>
                </a:moveTo>
                <a:lnTo>
                  <a:pt x="914400" y="323850"/>
                </a:lnTo>
                <a:lnTo>
                  <a:pt x="914400" y="333375"/>
                </a:lnTo>
                <a:lnTo>
                  <a:pt x="904875" y="333375"/>
                </a:lnTo>
                <a:close/>
                <a:moveTo>
                  <a:pt x="466725" y="333375"/>
                </a:moveTo>
                <a:lnTo>
                  <a:pt x="476250" y="333375"/>
                </a:lnTo>
                <a:lnTo>
                  <a:pt x="476250" y="342900"/>
                </a:lnTo>
                <a:lnTo>
                  <a:pt x="466725" y="342900"/>
                </a:lnTo>
                <a:close/>
                <a:moveTo>
                  <a:pt x="476250" y="342900"/>
                </a:moveTo>
                <a:lnTo>
                  <a:pt x="485775" y="342900"/>
                </a:lnTo>
                <a:lnTo>
                  <a:pt x="485775" y="352425"/>
                </a:lnTo>
                <a:lnTo>
                  <a:pt x="476250" y="352425"/>
                </a:lnTo>
                <a:close/>
                <a:moveTo>
                  <a:pt x="485775" y="352425"/>
                </a:moveTo>
                <a:lnTo>
                  <a:pt x="504825" y="352425"/>
                </a:lnTo>
                <a:lnTo>
                  <a:pt x="504825" y="361950"/>
                </a:lnTo>
                <a:lnTo>
                  <a:pt x="485775" y="361950"/>
                </a:lnTo>
                <a:close/>
                <a:moveTo>
                  <a:pt x="47625" y="447675"/>
                </a:moveTo>
                <a:lnTo>
                  <a:pt x="57150" y="447675"/>
                </a:lnTo>
                <a:lnTo>
                  <a:pt x="57150" y="457200"/>
                </a:lnTo>
                <a:lnTo>
                  <a:pt x="47625" y="457200"/>
                </a:lnTo>
                <a:close/>
                <a:moveTo>
                  <a:pt x="771525" y="457200"/>
                </a:moveTo>
                <a:lnTo>
                  <a:pt x="781050" y="457200"/>
                </a:lnTo>
                <a:lnTo>
                  <a:pt x="781050" y="485775"/>
                </a:lnTo>
                <a:lnTo>
                  <a:pt x="771525" y="485775"/>
                </a:lnTo>
                <a:close/>
                <a:moveTo>
                  <a:pt x="314325" y="466725"/>
                </a:moveTo>
                <a:lnTo>
                  <a:pt x="361950" y="466725"/>
                </a:lnTo>
                <a:lnTo>
                  <a:pt x="361950" y="495300"/>
                </a:lnTo>
                <a:lnTo>
                  <a:pt x="352425" y="495300"/>
                </a:lnTo>
                <a:lnTo>
                  <a:pt x="352425" y="504825"/>
                </a:lnTo>
                <a:lnTo>
                  <a:pt x="342900" y="504825"/>
                </a:lnTo>
                <a:lnTo>
                  <a:pt x="342900" y="495300"/>
                </a:lnTo>
                <a:lnTo>
                  <a:pt x="304800" y="495300"/>
                </a:lnTo>
                <a:lnTo>
                  <a:pt x="304800" y="485775"/>
                </a:lnTo>
                <a:lnTo>
                  <a:pt x="314325" y="485775"/>
                </a:lnTo>
                <a:close/>
                <a:moveTo>
                  <a:pt x="752475" y="466725"/>
                </a:moveTo>
                <a:lnTo>
                  <a:pt x="762000" y="466725"/>
                </a:lnTo>
                <a:lnTo>
                  <a:pt x="762000" y="485775"/>
                </a:lnTo>
                <a:lnTo>
                  <a:pt x="752475" y="485775"/>
                </a:lnTo>
                <a:close/>
                <a:moveTo>
                  <a:pt x="57150" y="495300"/>
                </a:moveTo>
                <a:lnTo>
                  <a:pt x="66675" y="495300"/>
                </a:lnTo>
                <a:lnTo>
                  <a:pt x="66675" y="504825"/>
                </a:lnTo>
                <a:lnTo>
                  <a:pt x="57150" y="504825"/>
                </a:lnTo>
                <a:close/>
                <a:moveTo>
                  <a:pt x="0" y="733425"/>
                </a:moveTo>
                <a:lnTo>
                  <a:pt x="9525" y="733425"/>
                </a:lnTo>
                <a:lnTo>
                  <a:pt x="9525" y="762000"/>
                </a:lnTo>
                <a:lnTo>
                  <a:pt x="0" y="762000"/>
                </a:lnTo>
                <a:close/>
                <a:moveTo>
                  <a:pt x="609600" y="847725"/>
                </a:moveTo>
                <a:lnTo>
                  <a:pt x="619125" y="847725"/>
                </a:lnTo>
                <a:lnTo>
                  <a:pt x="619125" y="866775"/>
                </a:lnTo>
                <a:lnTo>
                  <a:pt x="609600" y="866775"/>
                </a:lnTo>
                <a:close/>
                <a:moveTo>
                  <a:pt x="676275" y="847725"/>
                </a:moveTo>
                <a:lnTo>
                  <a:pt x="685800" y="847725"/>
                </a:lnTo>
                <a:lnTo>
                  <a:pt x="685800" y="857250"/>
                </a:lnTo>
                <a:lnTo>
                  <a:pt x="676275" y="857250"/>
                </a:lnTo>
                <a:close/>
              </a:path>
            </a:pathLst>
          </a:custGeom>
          <a:solidFill xmlns:a="http://schemas.openxmlformats.org/drawingml/2006/main">
            <a:srgbClr val="EFECE2"/>
          </a:solidFill>
          <a:ln xmlns:a="http://schemas.openxmlformats.org/drawingml/2006/main" w="0">
            <a:noFill/>
          </a:ln>
        </p:spPr>
      </p:sp>
      <p:sp>
        <p:nvSpPr>
          <p:cNvPr id="60" name="limits vector #e1e4df">
            <a:extLst xmlns:a="http://schemas.openxmlformats.org/drawingml/2006/main">
              <a:ext uri="{FF2B5EF4-FFF2-40B4-BE49-F238E27FC236}">
                <a16:creationId xmlns:a16="http://schemas.microsoft.com/office/drawing/2014/main" id="{1211782C-5E6C-4648-95B4-6FC701343E3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076950" y="1504950"/>
            <a:ext cx="923925" cy="876300"/>
          </a:xfrm>
          <a:custGeom xmlns:a="http://schemas.openxmlformats.org/drawingml/2006/main">
            <a:pathLst>
              <a:path w="923925" h="876300">
                <a:moveTo>
                  <a:pt x="333375" y="66675"/>
                </a:moveTo>
                <a:lnTo>
                  <a:pt x="342900" y="66675"/>
                </a:lnTo>
                <a:lnTo>
                  <a:pt x="342900" y="76200"/>
                </a:lnTo>
                <a:lnTo>
                  <a:pt x="333375" y="76200"/>
                </a:lnTo>
                <a:close/>
                <a:moveTo>
                  <a:pt x="466725" y="66675"/>
                </a:moveTo>
                <a:lnTo>
                  <a:pt x="476250" y="66675"/>
                </a:lnTo>
                <a:lnTo>
                  <a:pt x="476250" y="76200"/>
                </a:lnTo>
                <a:lnTo>
                  <a:pt x="466725" y="76200"/>
                </a:lnTo>
                <a:close/>
                <a:moveTo>
                  <a:pt x="504825" y="76200"/>
                </a:moveTo>
                <a:lnTo>
                  <a:pt x="514350" y="76200"/>
                </a:lnTo>
                <a:lnTo>
                  <a:pt x="514350" y="85725"/>
                </a:lnTo>
                <a:lnTo>
                  <a:pt x="504825" y="85725"/>
                </a:lnTo>
                <a:close/>
                <a:moveTo>
                  <a:pt x="276225" y="85725"/>
                </a:moveTo>
                <a:lnTo>
                  <a:pt x="285750" y="85725"/>
                </a:lnTo>
                <a:lnTo>
                  <a:pt x="285750" y="95250"/>
                </a:lnTo>
                <a:lnTo>
                  <a:pt x="276225" y="95250"/>
                </a:lnTo>
                <a:close/>
                <a:moveTo>
                  <a:pt x="533400" y="85725"/>
                </a:moveTo>
                <a:lnTo>
                  <a:pt x="542925" y="85725"/>
                </a:lnTo>
                <a:lnTo>
                  <a:pt x="542925" y="95250"/>
                </a:lnTo>
                <a:lnTo>
                  <a:pt x="533400" y="95250"/>
                </a:lnTo>
                <a:close/>
                <a:moveTo>
                  <a:pt x="552450" y="95250"/>
                </a:moveTo>
                <a:lnTo>
                  <a:pt x="561975" y="95250"/>
                </a:lnTo>
                <a:lnTo>
                  <a:pt x="561975" y="104775"/>
                </a:lnTo>
                <a:lnTo>
                  <a:pt x="552450" y="104775"/>
                </a:lnTo>
                <a:close/>
                <a:moveTo>
                  <a:pt x="571500" y="104775"/>
                </a:moveTo>
                <a:lnTo>
                  <a:pt x="581025" y="104775"/>
                </a:lnTo>
                <a:lnTo>
                  <a:pt x="581025" y="114300"/>
                </a:lnTo>
                <a:lnTo>
                  <a:pt x="571500" y="114300"/>
                </a:lnTo>
                <a:close/>
                <a:moveTo>
                  <a:pt x="219075" y="114300"/>
                </a:moveTo>
                <a:lnTo>
                  <a:pt x="228600" y="114300"/>
                </a:lnTo>
                <a:lnTo>
                  <a:pt x="228600" y="123825"/>
                </a:lnTo>
                <a:lnTo>
                  <a:pt x="219075" y="123825"/>
                </a:lnTo>
                <a:close/>
                <a:moveTo>
                  <a:pt x="600075" y="123825"/>
                </a:moveTo>
                <a:lnTo>
                  <a:pt x="609600" y="123825"/>
                </a:lnTo>
                <a:lnTo>
                  <a:pt x="609600" y="133350"/>
                </a:lnTo>
                <a:lnTo>
                  <a:pt x="600075" y="133350"/>
                </a:lnTo>
                <a:close/>
                <a:moveTo>
                  <a:pt x="190500" y="133350"/>
                </a:moveTo>
                <a:lnTo>
                  <a:pt x="200025" y="133350"/>
                </a:lnTo>
                <a:lnTo>
                  <a:pt x="200025" y="142875"/>
                </a:lnTo>
                <a:lnTo>
                  <a:pt x="190500" y="142875"/>
                </a:lnTo>
                <a:close/>
                <a:moveTo>
                  <a:pt x="638175" y="152400"/>
                </a:moveTo>
                <a:lnTo>
                  <a:pt x="647700" y="152400"/>
                </a:lnTo>
                <a:lnTo>
                  <a:pt x="647700" y="161925"/>
                </a:lnTo>
                <a:lnTo>
                  <a:pt x="638175" y="161925"/>
                </a:lnTo>
                <a:close/>
                <a:moveTo>
                  <a:pt x="647700" y="161925"/>
                </a:moveTo>
                <a:lnTo>
                  <a:pt x="657225" y="161925"/>
                </a:lnTo>
                <a:lnTo>
                  <a:pt x="657225" y="171450"/>
                </a:lnTo>
                <a:lnTo>
                  <a:pt x="647700" y="171450"/>
                </a:lnTo>
                <a:close/>
                <a:moveTo>
                  <a:pt x="133350" y="190500"/>
                </a:moveTo>
                <a:lnTo>
                  <a:pt x="142875" y="190500"/>
                </a:lnTo>
                <a:lnTo>
                  <a:pt x="142875" y="200025"/>
                </a:lnTo>
                <a:lnTo>
                  <a:pt x="133350" y="200025"/>
                </a:lnTo>
                <a:close/>
                <a:moveTo>
                  <a:pt x="123825" y="200025"/>
                </a:moveTo>
                <a:lnTo>
                  <a:pt x="133350" y="200025"/>
                </a:lnTo>
                <a:lnTo>
                  <a:pt x="133350" y="209550"/>
                </a:lnTo>
                <a:lnTo>
                  <a:pt x="123825" y="209550"/>
                </a:lnTo>
                <a:close/>
                <a:moveTo>
                  <a:pt x="685800" y="209550"/>
                </a:moveTo>
                <a:lnTo>
                  <a:pt x="695325" y="209550"/>
                </a:lnTo>
                <a:lnTo>
                  <a:pt x="695325" y="219075"/>
                </a:lnTo>
                <a:lnTo>
                  <a:pt x="685800" y="219075"/>
                </a:lnTo>
                <a:close/>
                <a:moveTo>
                  <a:pt x="104775" y="228600"/>
                </a:moveTo>
                <a:lnTo>
                  <a:pt x="114300" y="228600"/>
                </a:lnTo>
                <a:lnTo>
                  <a:pt x="114300" y="238125"/>
                </a:lnTo>
                <a:lnTo>
                  <a:pt x="104775" y="238125"/>
                </a:lnTo>
                <a:close/>
                <a:moveTo>
                  <a:pt x="704850" y="238125"/>
                </a:moveTo>
                <a:lnTo>
                  <a:pt x="714375" y="238125"/>
                </a:lnTo>
                <a:lnTo>
                  <a:pt x="714375" y="247650"/>
                </a:lnTo>
                <a:lnTo>
                  <a:pt x="704850" y="247650"/>
                </a:lnTo>
                <a:close/>
                <a:moveTo>
                  <a:pt x="95250" y="247650"/>
                </a:moveTo>
                <a:lnTo>
                  <a:pt x="104775" y="247650"/>
                </a:lnTo>
                <a:lnTo>
                  <a:pt x="104775" y="257175"/>
                </a:lnTo>
                <a:lnTo>
                  <a:pt x="95250" y="257175"/>
                </a:lnTo>
                <a:close/>
                <a:moveTo>
                  <a:pt x="714375" y="257175"/>
                </a:moveTo>
                <a:lnTo>
                  <a:pt x="723900" y="257175"/>
                </a:lnTo>
                <a:lnTo>
                  <a:pt x="723900" y="266700"/>
                </a:lnTo>
                <a:lnTo>
                  <a:pt x="714375" y="266700"/>
                </a:lnTo>
                <a:close/>
                <a:moveTo>
                  <a:pt x="85725" y="266700"/>
                </a:moveTo>
                <a:lnTo>
                  <a:pt x="95250" y="266700"/>
                </a:lnTo>
                <a:lnTo>
                  <a:pt x="95250" y="276225"/>
                </a:lnTo>
                <a:lnTo>
                  <a:pt x="85725" y="276225"/>
                </a:lnTo>
                <a:close/>
                <a:moveTo>
                  <a:pt x="723900" y="276225"/>
                </a:moveTo>
                <a:lnTo>
                  <a:pt x="733425" y="276225"/>
                </a:lnTo>
                <a:lnTo>
                  <a:pt x="733425" y="285750"/>
                </a:lnTo>
                <a:lnTo>
                  <a:pt x="723900" y="285750"/>
                </a:lnTo>
                <a:close/>
                <a:moveTo>
                  <a:pt x="76200" y="285750"/>
                </a:moveTo>
                <a:lnTo>
                  <a:pt x="85725" y="285750"/>
                </a:lnTo>
                <a:lnTo>
                  <a:pt x="85725" y="295275"/>
                </a:lnTo>
                <a:lnTo>
                  <a:pt x="76200" y="295275"/>
                </a:lnTo>
                <a:close/>
                <a:moveTo>
                  <a:pt x="504825" y="285750"/>
                </a:moveTo>
                <a:lnTo>
                  <a:pt x="514350" y="285750"/>
                </a:lnTo>
                <a:lnTo>
                  <a:pt x="514350" y="295275"/>
                </a:lnTo>
                <a:lnTo>
                  <a:pt x="504825" y="295275"/>
                </a:lnTo>
                <a:close/>
                <a:moveTo>
                  <a:pt x="514350" y="295275"/>
                </a:moveTo>
                <a:lnTo>
                  <a:pt x="523875" y="295275"/>
                </a:lnTo>
                <a:lnTo>
                  <a:pt x="523875" y="323850"/>
                </a:lnTo>
                <a:lnTo>
                  <a:pt x="514350" y="323850"/>
                </a:lnTo>
                <a:close/>
                <a:moveTo>
                  <a:pt x="733425" y="304800"/>
                </a:moveTo>
                <a:lnTo>
                  <a:pt x="742950" y="304800"/>
                </a:lnTo>
                <a:lnTo>
                  <a:pt x="742950" y="314325"/>
                </a:lnTo>
                <a:lnTo>
                  <a:pt x="733425" y="314325"/>
                </a:lnTo>
                <a:close/>
                <a:moveTo>
                  <a:pt x="742950" y="342900"/>
                </a:moveTo>
                <a:lnTo>
                  <a:pt x="752475" y="342900"/>
                </a:lnTo>
                <a:lnTo>
                  <a:pt x="752475" y="352425"/>
                </a:lnTo>
                <a:lnTo>
                  <a:pt x="742950" y="352425"/>
                </a:lnTo>
                <a:close/>
                <a:moveTo>
                  <a:pt x="57150" y="361950"/>
                </a:moveTo>
                <a:lnTo>
                  <a:pt x="66675" y="361950"/>
                </a:lnTo>
                <a:lnTo>
                  <a:pt x="66675" y="381000"/>
                </a:lnTo>
                <a:lnTo>
                  <a:pt x="57150" y="381000"/>
                </a:lnTo>
                <a:close/>
                <a:moveTo>
                  <a:pt x="514350" y="390525"/>
                </a:moveTo>
                <a:lnTo>
                  <a:pt x="523875" y="390525"/>
                </a:lnTo>
                <a:lnTo>
                  <a:pt x="523875" y="447675"/>
                </a:lnTo>
                <a:lnTo>
                  <a:pt x="514350" y="447675"/>
                </a:lnTo>
                <a:close/>
                <a:moveTo>
                  <a:pt x="57150" y="447675"/>
                </a:moveTo>
                <a:lnTo>
                  <a:pt x="66675" y="447675"/>
                </a:lnTo>
                <a:lnTo>
                  <a:pt x="66675" y="466725"/>
                </a:lnTo>
                <a:lnTo>
                  <a:pt x="57150" y="466725"/>
                </a:lnTo>
                <a:close/>
                <a:moveTo>
                  <a:pt x="742950" y="476250"/>
                </a:moveTo>
                <a:lnTo>
                  <a:pt x="752475" y="476250"/>
                </a:lnTo>
                <a:lnTo>
                  <a:pt x="752475" y="485775"/>
                </a:lnTo>
                <a:lnTo>
                  <a:pt x="742950" y="485775"/>
                </a:lnTo>
                <a:close/>
                <a:moveTo>
                  <a:pt x="657225" y="485775"/>
                </a:moveTo>
                <a:lnTo>
                  <a:pt x="714375" y="485775"/>
                </a:lnTo>
                <a:lnTo>
                  <a:pt x="714375" y="495300"/>
                </a:lnTo>
                <a:lnTo>
                  <a:pt x="657225" y="495300"/>
                </a:lnTo>
                <a:close/>
                <a:moveTo>
                  <a:pt x="514350" y="495300"/>
                </a:moveTo>
                <a:lnTo>
                  <a:pt x="523875" y="495300"/>
                </a:lnTo>
                <a:lnTo>
                  <a:pt x="523875" y="533400"/>
                </a:lnTo>
                <a:lnTo>
                  <a:pt x="514350" y="533400"/>
                </a:lnTo>
                <a:close/>
                <a:moveTo>
                  <a:pt x="723900" y="495300"/>
                </a:moveTo>
                <a:lnTo>
                  <a:pt x="733425" y="495300"/>
                </a:lnTo>
                <a:lnTo>
                  <a:pt x="733425" y="504825"/>
                </a:lnTo>
                <a:lnTo>
                  <a:pt x="723900" y="504825"/>
                </a:lnTo>
                <a:close/>
                <a:moveTo>
                  <a:pt x="676275" y="504825"/>
                </a:moveTo>
                <a:lnTo>
                  <a:pt x="695325" y="504825"/>
                </a:lnTo>
                <a:lnTo>
                  <a:pt x="695325" y="514350"/>
                </a:lnTo>
                <a:lnTo>
                  <a:pt x="676275" y="514350"/>
                </a:lnTo>
                <a:close/>
                <a:moveTo>
                  <a:pt x="666750" y="514350"/>
                </a:moveTo>
                <a:lnTo>
                  <a:pt x="676275" y="514350"/>
                </a:lnTo>
                <a:lnTo>
                  <a:pt x="676275" y="523875"/>
                </a:lnTo>
                <a:lnTo>
                  <a:pt x="666750" y="523875"/>
                </a:lnTo>
                <a:close/>
                <a:moveTo>
                  <a:pt x="657225" y="523875"/>
                </a:moveTo>
                <a:lnTo>
                  <a:pt x="666750" y="523875"/>
                </a:lnTo>
                <a:lnTo>
                  <a:pt x="666750" y="533400"/>
                </a:lnTo>
                <a:lnTo>
                  <a:pt x="657225" y="533400"/>
                </a:lnTo>
                <a:close/>
                <a:moveTo>
                  <a:pt x="504825" y="533400"/>
                </a:moveTo>
                <a:lnTo>
                  <a:pt x="514350" y="533400"/>
                </a:lnTo>
                <a:lnTo>
                  <a:pt x="514350" y="542925"/>
                </a:lnTo>
                <a:lnTo>
                  <a:pt x="504825" y="542925"/>
                </a:lnTo>
                <a:close/>
                <a:moveTo>
                  <a:pt x="647700" y="533400"/>
                </a:moveTo>
                <a:lnTo>
                  <a:pt x="657225" y="533400"/>
                </a:lnTo>
                <a:lnTo>
                  <a:pt x="657225" y="542925"/>
                </a:lnTo>
                <a:lnTo>
                  <a:pt x="647700" y="542925"/>
                </a:lnTo>
                <a:close/>
                <a:moveTo>
                  <a:pt x="466725" y="542925"/>
                </a:moveTo>
                <a:lnTo>
                  <a:pt x="504825" y="542925"/>
                </a:lnTo>
                <a:lnTo>
                  <a:pt x="504825" y="552450"/>
                </a:lnTo>
                <a:lnTo>
                  <a:pt x="466725" y="552450"/>
                </a:lnTo>
                <a:close/>
                <a:moveTo>
                  <a:pt x="609600" y="542925"/>
                </a:moveTo>
                <a:lnTo>
                  <a:pt x="619125" y="542925"/>
                </a:lnTo>
                <a:lnTo>
                  <a:pt x="619125" y="552450"/>
                </a:lnTo>
                <a:lnTo>
                  <a:pt x="609600" y="552450"/>
                </a:lnTo>
                <a:close/>
                <a:moveTo>
                  <a:pt x="723900" y="542925"/>
                </a:moveTo>
                <a:lnTo>
                  <a:pt x="733425" y="542925"/>
                </a:lnTo>
                <a:lnTo>
                  <a:pt x="733425" y="552450"/>
                </a:lnTo>
                <a:lnTo>
                  <a:pt x="723900" y="552450"/>
                </a:lnTo>
                <a:close/>
                <a:moveTo>
                  <a:pt x="85725" y="552450"/>
                </a:moveTo>
                <a:lnTo>
                  <a:pt x="95250" y="552450"/>
                </a:lnTo>
                <a:lnTo>
                  <a:pt x="95250" y="561975"/>
                </a:lnTo>
                <a:lnTo>
                  <a:pt x="85725" y="561975"/>
                </a:lnTo>
                <a:close/>
                <a:moveTo>
                  <a:pt x="638175" y="552450"/>
                </a:moveTo>
                <a:lnTo>
                  <a:pt x="647700" y="552450"/>
                </a:lnTo>
                <a:lnTo>
                  <a:pt x="647700" y="561975"/>
                </a:lnTo>
                <a:lnTo>
                  <a:pt x="638175" y="561975"/>
                </a:lnTo>
                <a:close/>
                <a:moveTo>
                  <a:pt x="600075" y="561975"/>
                </a:moveTo>
                <a:lnTo>
                  <a:pt x="609600" y="561975"/>
                </a:lnTo>
                <a:lnTo>
                  <a:pt x="609600" y="571500"/>
                </a:lnTo>
                <a:lnTo>
                  <a:pt x="600075" y="571500"/>
                </a:lnTo>
                <a:close/>
                <a:moveTo>
                  <a:pt x="95250" y="571500"/>
                </a:moveTo>
                <a:lnTo>
                  <a:pt x="104775" y="571500"/>
                </a:lnTo>
                <a:lnTo>
                  <a:pt x="104775" y="581025"/>
                </a:lnTo>
                <a:lnTo>
                  <a:pt x="95250" y="581025"/>
                </a:lnTo>
                <a:close/>
                <a:moveTo>
                  <a:pt x="628650" y="571500"/>
                </a:moveTo>
                <a:lnTo>
                  <a:pt x="638175" y="571500"/>
                </a:lnTo>
                <a:lnTo>
                  <a:pt x="638175" y="581025"/>
                </a:lnTo>
                <a:lnTo>
                  <a:pt x="628650" y="581025"/>
                </a:lnTo>
                <a:close/>
                <a:moveTo>
                  <a:pt x="104775" y="590550"/>
                </a:moveTo>
                <a:lnTo>
                  <a:pt x="114300" y="590550"/>
                </a:lnTo>
                <a:lnTo>
                  <a:pt x="114300" y="600075"/>
                </a:lnTo>
                <a:lnTo>
                  <a:pt x="104775" y="600075"/>
                </a:lnTo>
                <a:close/>
                <a:moveTo>
                  <a:pt x="581025" y="590550"/>
                </a:moveTo>
                <a:lnTo>
                  <a:pt x="590550" y="590550"/>
                </a:lnTo>
                <a:lnTo>
                  <a:pt x="590550" y="600075"/>
                </a:lnTo>
                <a:lnTo>
                  <a:pt x="581025" y="600075"/>
                </a:lnTo>
                <a:close/>
                <a:moveTo>
                  <a:pt x="571500" y="609600"/>
                </a:moveTo>
                <a:lnTo>
                  <a:pt x="581025" y="609600"/>
                </a:lnTo>
                <a:lnTo>
                  <a:pt x="581025" y="619125"/>
                </a:lnTo>
                <a:lnTo>
                  <a:pt x="571500" y="619125"/>
                </a:lnTo>
                <a:close/>
                <a:moveTo>
                  <a:pt x="685800" y="609600"/>
                </a:moveTo>
                <a:lnTo>
                  <a:pt x="695325" y="609600"/>
                </a:lnTo>
                <a:lnTo>
                  <a:pt x="695325" y="619125"/>
                </a:lnTo>
                <a:lnTo>
                  <a:pt x="685800" y="619125"/>
                </a:lnTo>
                <a:close/>
                <a:moveTo>
                  <a:pt x="762000" y="609600"/>
                </a:moveTo>
                <a:lnTo>
                  <a:pt x="771525" y="609600"/>
                </a:lnTo>
                <a:lnTo>
                  <a:pt x="771525" y="619125"/>
                </a:lnTo>
                <a:lnTo>
                  <a:pt x="762000" y="619125"/>
                </a:lnTo>
                <a:close/>
                <a:moveTo>
                  <a:pt x="123825" y="619125"/>
                </a:moveTo>
                <a:lnTo>
                  <a:pt x="133350" y="619125"/>
                </a:lnTo>
                <a:lnTo>
                  <a:pt x="133350" y="628650"/>
                </a:lnTo>
                <a:lnTo>
                  <a:pt x="123825" y="628650"/>
                </a:lnTo>
                <a:close/>
                <a:moveTo>
                  <a:pt x="600075" y="619125"/>
                </a:moveTo>
                <a:lnTo>
                  <a:pt x="609600" y="619125"/>
                </a:lnTo>
                <a:lnTo>
                  <a:pt x="609600" y="628650"/>
                </a:lnTo>
                <a:lnTo>
                  <a:pt x="600075" y="628650"/>
                </a:lnTo>
                <a:close/>
                <a:moveTo>
                  <a:pt x="676275" y="619125"/>
                </a:moveTo>
                <a:lnTo>
                  <a:pt x="685800" y="619125"/>
                </a:lnTo>
                <a:lnTo>
                  <a:pt x="685800" y="628650"/>
                </a:lnTo>
                <a:lnTo>
                  <a:pt x="676275" y="628650"/>
                </a:lnTo>
                <a:close/>
                <a:moveTo>
                  <a:pt x="695325" y="619125"/>
                </a:moveTo>
                <a:lnTo>
                  <a:pt x="704850" y="619125"/>
                </a:lnTo>
                <a:lnTo>
                  <a:pt x="704850" y="628650"/>
                </a:lnTo>
                <a:lnTo>
                  <a:pt x="695325" y="628650"/>
                </a:lnTo>
                <a:close/>
                <a:moveTo>
                  <a:pt x="590550" y="638175"/>
                </a:moveTo>
                <a:lnTo>
                  <a:pt x="600075" y="638175"/>
                </a:lnTo>
                <a:lnTo>
                  <a:pt x="600075" y="647700"/>
                </a:lnTo>
                <a:lnTo>
                  <a:pt x="590550" y="647700"/>
                </a:lnTo>
                <a:close/>
                <a:moveTo>
                  <a:pt x="542925" y="657225"/>
                </a:moveTo>
                <a:lnTo>
                  <a:pt x="552450" y="657225"/>
                </a:lnTo>
                <a:lnTo>
                  <a:pt x="552450" y="666750"/>
                </a:lnTo>
                <a:lnTo>
                  <a:pt x="542925" y="666750"/>
                </a:lnTo>
                <a:close/>
                <a:moveTo>
                  <a:pt x="790575" y="657225"/>
                </a:moveTo>
                <a:lnTo>
                  <a:pt x="800100" y="657225"/>
                </a:lnTo>
                <a:lnTo>
                  <a:pt x="800100" y="666750"/>
                </a:lnTo>
                <a:lnTo>
                  <a:pt x="790575" y="666750"/>
                </a:lnTo>
                <a:close/>
                <a:moveTo>
                  <a:pt x="571500" y="666750"/>
                </a:moveTo>
                <a:lnTo>
                  <a:pt x="581025" y="666750"/>
                </a:lnTo>
                <a:lnTo>
                  <a:pt x="581025" y="676275"/>
                </a:lnTo>
                <a:lnTo>
                  <a:pt x="571500" y="676275"/>
                </a:lnTo>
                <a:close/>
                <a:moveTo>
                  <a:pt x="533400" y="676275"/>
                </a:moveTo>
                <a:lnTo>
                  <a:pt x="542925" y="676275"/>
                </a:lnTo>
                <a:lnTo>
                  <a:pt x="542925" y="685800"/>
                </a:lnTo>
                <a:lnTo>
                  <a:pt x="533400" y="685800"/>
                </a:lnTo>
                <a:close/>
                <a:moveTo>
                  <a:pt x="190500" y="685800"/>
                </a:moveTo>
                <a:lnTo>
                  <a:pt x="200025" y="685800"/>
                </a:lnTo>
                <a:lnTo>
                  <a:pt x="200025" y="695325"/>
                </a:lnTo>
                <a:lnTo>
                  <a:pt x="190500" y="695325"/>
                </a:lnTo>
                <a:close/>
                <a:moveTo>
                  <a:pt x="561975" y="685800"/>
                </a:moveTo>
                <a:lnTo>
                  <a:pt x="571500" y="685800"/>
                </a:lnTo>
                <a:lnTo>
                  <a:pt x="571500" y="695325"/>
                </a:lnTo>
                <a:lnTo>
                  <a:pt x="561975" y="695325"/>
                </a:lnTo>
                <a:close/>
                <a:moveTo>
                  <a:pt x="523875" y="695325"/>
                </a:moveTo>
                <a:lnTo>
                  <a:pt x="533400" y="695325"/>
                </a:lnTo>
                <a:lnTo>
                  <a:pt x="533400" y="704850"/>
                </a:lnTo>
                <a:lnTo>
                  <a:pt x="523875" y="704850"/>
                </a:lnTo>
                <a:close/>
                <a:moveTo>
                  <a:pt x="685800" y="704850"/>
                </a:moveTo>
                <a:lnTo>
                  <a:pt x="695325" y="704850"/>
                </a:lnTo>
                <a:lnTo>
                  <a:pt x="695325" y="714375"/>
                </a:lnTo>
                <a:lnTo>
                  <a:pt x="685800" y="714375"/>
                </a:lnTo>
                <a:close/>
                <a:moveTo>
                  <a:pt x="819150" y="704850"/>
                </a:moveTo>
                <a:lnTo>
                  <a:pt x="828675" y="704850"/>
                </a:lnTo>
                <a:lnTo>
                  <a:pt x="828675" y="714375"/>
                </a:lnTo>
                <a:lnTo>
                  <a:pt x="819150" y="714375"/>
                </a:lnTo>
                <a:close/>
                <a:moveTo>
                  <a:pt x="514350" y="714375"/>
                </a:moveTo>
                <a:lnTo>
                  <a:pt x="523875" y="714375"/>
                </a:lnTo>
                <a:lnTo>
                  <a:pt x="523875" y="723900"/>
                </a:lnTo>
                <a:lnTo>
                  <a:pt x="514350" y="723900"/>
                </a:lnTo>
                <a:close/>
                <a:moveTo>
                  <a:pt x="542925" y="714375"/>
                </a:moveTo>
                <a:lnTo>
                  <a:pt x="552450" y="714375"/>
                </a:lnTo>
                <a:lnTo>
                  <a:pt x="552450" y="723900"/>
                </a:lnTo>
                <a:lnTo>
                  <a:pt x="542925" y="723900"/>
                </a:lnTo>
                <a:close/>
                <a:moveTo>
                  <a:pt x="247650" y="723900"/>
                </a:moveTo>
                <a:lnTo>
                  <a:pt x="257175" y="723900"/>
                </a:lnTo>
                <a:lnTo>
                  <a:pt x="257175" y="733425"/>
                </a:lnTo>
                <a:lnTo>
                  <a:pt x="247650" y="733425"/>
                </a:lnTo>
                <a:close/>
                <a:moveTo>
                  <a:pt x="504825" y="723900"/>
                </a:moveTo>
                <a:lnTo>
                  <a:pt x="514350" y="723900"/>
                </a:lnTo>
                <a:lnTo>
                  <a:pt x="514350" y="733425"/>
                </a:lnTo>
                <a:lnTo>
                  <a:pt x="504825" y="733425"/>
                </a:lnTo>
                <a:close/>
                <a:moveTo>
                  <a:pt x="533400" y="723900"/>
                </a:moveTo>
                <a:lnTo>
                  <a:pt x="542925" y="723900"/>
                </a:lnTo>
                <a:lnTo>
                  <a:pt x="542925" y="742950"/>
                </a:lnTo>
                <a:lnTo>
                  <a:pt x="533400" y="742950"/>
                </a:lnTo>
                <a:close/>
                <a:moveTo>
                  <a:pt x="685800" y="733425"/>
                </a:moveTo>
                <a:lnTo>
                  <a:pt x="695325" y="733425"/>
                </a:lnTo>
                <a:lnTo>
                  <a:pt x="695325" y="742950"/>
                </a:lnTo>
                <a:lnTo>
                  <a:pt x="685800" y="742950"/>
                </a:lnTo>
                <a:close/>
                <a:moveTo>
                  <a:pt x="295275" y="742950"/>
                </a:moveTo>
                <a:lnTo>
                  <a:pt x="304800" y="742950"/>
                </a:lnTo>
                <a:lnTo>
                  <a:pt x="304800" y="752475"/>
                </a:lnTo>
                <a:lnTo>
                  <a:pt x="295275" y="752475"/>
                </a:lnTo>
                <a:close/>
                <a:moveTo>
                  <a:pt x="333375" y="752475"/>
                </a:moveTo>
                <a:lnTo>
                  <a:pt x="352425" y="752475"/>
                </a:lnTo>
                <a:lnTo>
                  <a:pt x="352425" y="762000"/>
                </a:lnTo>
                <a:lnTo>
                  <a:pt x="333375" y="762000"/>
                </a:lnTo>
                <a:close/>
                <a:moveTo>
                  <a:pt x="466725" y="752475"/>
                </a:moveTo>
                <a:lnTo>
                  <a:pt x="485775" y="752475"/>
                </a:lnTo>
                <a:lnTo>
                  <a:pt x="485775" y="762000"/>
                </a:lnTo>
                <a:lnTo>
                  <a:pt x="466725" y="762000"/>
                </a:lnTo>
                <a:close/>
                <a:moveTo>
                  <a:pt x="523875" y="752475"/>
                </a:moveTo>
                <a:lnTo>
                  <a:pt x="533400" y="752475"/>
                </a:lnTo>
                <a:lnTo>
                  <a:pt x="533400" y="762000"/>
                </a:lnTo>
                <a:lnTo>
                  <a:pt x="523875" y="762000"/>
                </a:lnTo>
                <a:close/>
                <a:moveTo>
                  <a:pt x="685800" y="762000"/>
                </a:moveTo>
                <a:lnTo>
                  <a:pt x="695325" y="762000"/>
                </a:lnTo>
                <a:lnTo>
                  <a:pt x="695325" y="771525"/>
                </a:lnTo>
                <a:lnTo>
                  <a:pt x="685800" y="771525"/>
                </a:lnTo>
                <a:close/>
                <a:moveTo>
                  <a:pt x="514350" y="771525"/>
                </a:moveTo>
                <a:lnTo>
                  <a:pt x="523875" y="771525"/>
                </a:lnTo>
                <a:lnTo>
                  <a:pt x="523875" y="781050"/>
                </a:lnTo>
                <a:lnTo>
                  <a:pt x="514350" y="781050"/>
                </a:lnTo>
                <a:close/>
                <a:moveTo>
                  <a:pt x="857250" y="771525"/>
                </a:moveTo>
                <a:lnTo>
                  <a:pt x="866775" y="771525"/>
                </a:lnTo>
                <a:lnTo>
                  <a:pt x="866775" y="781050"/>
                </a:lnTo>
                <a:lnTo>
                  <a:pt x="857250" y="781050"/>
                </a:lnTo>
                <a:close/>
                <a:moveTo>
                  <a:pt x="514350" y="800100"/>
                </a:moveTo>
                <a:lnTo>
                  <a:pt x="523875" y="800100"/>
                </a:lnTo>
                <a:lnTo>
                  <a:pt x="523875" y="809625"/>
                </a:lnTo>
                <a:lnTo>
                  <a:pt x="514350" y="809625"/>
                </a:lnTo>
                <a:close/>
                <a:moveTo>
                  <a:pt x="857250" y="800100"/>
                </a:moveTo>
                <a:lnTo>
                  <a:pt x="866775" y="800100"/>
                </a:lnTo>
                <a:lnTo>
                  <a:pt x="866775" y="809625"/>
                </a:lnTo>
                <a:lnTo>
                  <a:pt x="857250" y="809625"/>
                </a:lnTo>
                <a:close/>
                <a:moveTo>
                  <a:pt x="523875" y="809625"/>
                </a:moveTo>
                <a:lnTo>
                  <a:pt x="533400" y="809625"/>
                </a:lnTo>
                <a:lnTo>
                  <a:pt x="533400" y="819150"/>
                </a:lnTo>
                <a:lnTo>
                  <a:pt x="523875" y="819150"/>
                </a:lnTo>
                <a:close/>
                <a:moveTo>
                  <a:pt x="847725" y="809625"/>
                </a:moveTo>
                <a:lnTo>
                  <a:pt x="857250" y="809625"/>
                </a:lnTo>
                <a:lnTo>
                  <a:pt x="857250" y="819150"/>
                </a:lnTo>
                <a:lnTo>
                  <a:pt x="847725" y="819150"/>
                </a:lnTo>
                <a:close/>
                <a:moveTo>
                  <a:pt x="542925" y="819150"/>
                </a:moveTo>
                <a:lnTo>
                  <a:pt x="838200" y="819150"/>
                </a:lnTo>
                <a:lnTo>
                  <a:pt x="838200" y="828675"/>
                </a:lnTo>
                <a:lnTo>
                  <a:pt x="542925" y="828675"/>
                </a:lnTo>
                <a:close/>
              </a:path>
            </a:pathLst>
          </a:custGeom>
          <a:solidFill xmlns:a="http://schemas.openxmlformats.org/drawingml/2006/main">
            <a:srgbClr val="E1E4DF"/>
          </a:solidFill>
          <a:ln xmlns:a="http://schemas.openxmlformats.org/drawingml/2006/main" w="0">
            <a:noFill/>
          </a:ln>
        </p:spPr>
      </p:sp>
      <p:sp>
        <p:nvSpPr>
          <p:cNvPr id="61" name="limits vector #bbc2c2">
            <a:extLst xmlns:a="http://schemas.openxmlformats.org/drawingml/2006/main">
              <a:ext uri="{FF2B5EF4-FFF2-40B4-BE49-F238E27FC236}">
                <a16:creationId xmlns:a16="http://schemas.microsoft.com/office/drawing/2014/main" id="{86C093A9-7145-494B-94BB-4991EDE661C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076950" y="1504950"/>
            <a:ext cx="923925" cy="876300"/>
          </a:xfrm>
          <a:custGeom xmlns:a="http://schemas.openxmlformats.org/drawingml/2006/main">
            <a:pathLst>
              <a:path w="923925" h="876300">
                <a:moveTo>
                  <a:pt x="342900" y="66675"/>
                </a:moveTo>
                <a:lnTo>
                  <a:pt x="371475" y="66675"/>
                </a:lnTo>
                <a:lnTo>
                  <a:pt x="371475" y="76200"/>
                </a:lnTo>
                <a:lnTo>
                  <a:pt x="342900" y="76200"/>
                </a:lnTo>
                <a:close/>
                <a:moveTo>
                  <a:pt x="447675" y="66675"/>
                </a:moveTo>
                <a:lnTo>
                  <a:pt x="466725" y="66675"/>
                </a:lnTo>
                <a:lnTo>
                  <a:pt x="466725" y="76200"/>
                </a:lnTo>
                <a:lnTo>
                  <a:pt x="447675" y="76200"/>
                </a:lnTo>
                <a:close/>
                <a:moveTo>
                  <a:pt x="304800" y="76200"/>
                </a:moveTo>
                <a:lnTo>
                  <a:pt x="323850" y="76200"/>
                </a:lnTo>
                <a:lnTo>
                  <a:pt x="323850" y="85725"/>
                </a:lnTo>
                <a:lnTo>
                  <a:pt x="304800" y="85725"/>
                </a:lnTo>
                <a:close/>
                <a:moveTo>
                  <a:pt x="495300" y="76200"/>
                </a:moveTo>
                <a:lnTo>
                  <a:pt x="504825" y="76200"/>
                </a:lnTo>
                <a:lnTo>
                  <a:pt x="504825" y="85725"/>
                </a:lnTo>
                <a:lnTo>
                  <a:pt x="495300" y="85725"/>
                </a:lnTo>
                <a:close/>
                <a:moveTo>
                  <a:pt x="523875" y="85725"/>
                </a:moveTo>
                <a:lnTo>
                  <a:pt x="533400" y="85725"/>
                </a:lnTo>
                <a:lnTo>
                  <a:pt x="533400" y="95250"/>
                </a:lnTo>
                <a:lnTo>
                  <a:pt x="523875" y="95250"/>
                </a:lnTo>
                <a:close/>
                <a:moveTo>
                  <a:pt x="257175" y="95250"/>
                </a:moveTo>
                <a:lnTo>
                  <a:pt x="266700" y="95250"/>
                </a:lnTo>
                <a:lnTo>
                  <a:pt x="266700" y="104775"/>
                </a:lnTo>
                <a:lnTo>
                  <a:pt x="257175" y="104775"/>
                </a:lnTo>
                <a:close/>
                <a:moveTo>
                  <a:pt x="238125" y="104775"/>
                </a:moveTo>
                <a:lnTo>
                  <a:pt x="247650" y="104775"/>
                </a:lnTo>
                <a:lnTo>
                  <a:pt x="247650" y="114300"/>
                </a:lnTo>
                <a:lnTo>
                  <a:pt x="238125" y="114300"/>
                </a:lnTo>
                <a:close/>
                <a:moveTo>
                  <a:pt x="581025" y="114300"/>
                </a:moveTo>
                <a:lnTo>
                  <a:pt x="590550" y="114300"/>
                </a:lnTo>
                <a:lnTo>
                  <a:pt x="590550" y="123825"/>
                </a:lnTo>
                <a:lnTo>
                  <a:pt x="581025" y="123825"/>
                </a:lnTo>
                <a:close/>
                <a:moveTo>
                  <a:pt x="209550" y="123825"/>
                </a:moveTo>
                <a:lnTo>
                  <a:pt x="219075" y="123825"/>
                </a:lnTo>
                <a:lnTo>
                  <a:pt x="219075" y="133350"/>
                </a:lnTo>
                <a:lnTo>
                  <a:pt x="209550" y="133350"/>
                </a:lnTo>
                <a:close/>
                <a:moveTo>
                  <a:pt x="609600" y="133350"/>
                </a:moveTo>
                <a:lnTo>
                  <a:pt x="619125" y="133350"/>
                </a:lnTo>
                <a:lnTo>
                  <a:pt x="619125" y="142875"/>
                </a:lnTo>
                <a:lnTo>
                  <a:pt x="609600" y="142875"/>
                </a:lnTo>
                <a:close/>
                <a:moveTo>
                  <a:pt x="180975" y="142875"/>
                </a:moveTo>
                <a:lnTo>
                  <a:pt x="190500" y="142875"/>
                </a:lnTo>
                <a:lnTo>
                  <a:pt x="190500" y="152400"/>
                </a:lnTo>
                <a:lnTo>
                  <a:pt x="180975" y="152400"/>
                </a:lnTo>
                <a:close/>
                <a:moveTo>
                  <a:pt x="171450" y="152400"/>
                </a:moveTo>
                <a:lnTo>
                  <a:pt x="180975" y="152400"/>
                </a:lnTo>
                <a:lnTo>
                  <a:pt x="180975" y="161925"/>
                </a:lnTo>
                <a:lnTo>
                  <a:pt x="171450" y="161925"/>
                </a:lnTo>
                <a:close/>
                <a:moveTo>
                  <a:pt x="161925" y="161925"/>
                </a:moveTo>
                <a:lnTo>
                  <a:pt x="171450" y="161925"/>
                </a:lnTo>
                <a:lnTo>
                  <a:pt x="171450" y="171450"/>
                </a:lnTo>
                <a:lnTo>
                  <a:pt x="161925" y="171450"/>
                </a:lnTo>
                <a:close/>
                <a:moveTo>
                  <a:pt x="152400" y="171450"/>
                </a:moveTo>
                <a:lnTo>
                  <a:pt x="161925" y="171450"/>
                </a:lnTo>
                <a:lnTo>
                  <a:pt x="161925" y="180975"/>
                </a:lnTo>
                <a:lnTo>
                  <a:pt x="152400" y="180975"/>
                </a:lnTo>
                <a:close/>
                <a:moveTo>
                  <a:pt x="142875" y="180975"/>
                </a:moveTo>
                <a:lnTo>
                  <a:pt x="152400" y="180975"/>
                </a:lnTo>
                <a:lnTo>
                  <a:pt x="152400" y="190500"/>
                </a:lnTo>
                <a:lnTo>
                  <a:pt x="142875" y="190500"/>
                </a:lnTo>
                <a:close/>
                <a:moveTo>
                  <a:pt x="666750" y="190500"/>
                </a:moveTo>
                <a:lnTo>
                  <a:pt x="676275" y="190500"/>
                </a:lnTo>
                <a:lnTo>
                  <a:pt x="676275" y="200025"/>
                </a:lnTo>
                <a:lnTo>
                  <a:pt x="666750" y="200025"/>
                </a:lnTo>
                <a:close/>
                <a:moveTo>
                  <a:pt x="676275" y="200025"/>
                </a:moveTo>
                <a:lnTo>
                  <a:pt x="685800" y="200025"/>
                </a:lnTo>
                <a:lnTo>
                  <a:pt x="685800" y="209550"/>
                </a:lnTo>
                <a:lnTo>
                  <a:pt x="676275" y="209550"/>
                </a:lnTo>
                <a:close/>
                <a:moveTo>
                  <a:pt x="114300" y="219075"/>
                </a:moveTo>
                <a:lnTo>
                  <a:pt x="123825" y="219075"/>
                </a:lnTo>
                <a:lnTo>
                  <a:pt x="123825" y="228600"/>
                </a:lnTo>
                <a:lnTo>
                  <a:pt x="114300" y="228600"/>
                </a:lnTo>
                <a:close/>
                <a:moveTo>
                  <a:pt x="695325" y="228600"/>
                </a:moveTo>
                <a:lnTo>
                  <a:pt x="704850" y="228600"/>
                </a:lnTo>
                <a:lnTo>
                  <a:pt x="704850" y="238125"/>
                </a:lnTo>
                <a:lnTo>
                  <a:pt x="695325" y="238125"/>
                </a:lnTo>
                <a:close/>
                <a:moveTo>
                  <a:pt x="304800" y="276225"/>
                </a:moveTo>
                <a:lnTo>
                  <a:pt x="352425" y="276225"/>
                </a:lnTo>
                <a:lnTo>
                  <a:pt x="352425" y="285750"/>
                </a:lnTo>
                <a:lnTo>
                  <a:pt x="304800" y="285750"/>
                </a:lnTo>
                <a:close/>
                <a:moveTo>
                  <a:pt x="457200" y="276225"/>
                </a:moveTo>
                <a:lnTo>
                  <a:pt x="504825" y="276225"/>
                </a:lnTo>
                <a:lnTo>
                  <a:pt x="504825" y="285750"/>
                </a:lnTo>
                <a:lnTo>
                  <a:pt x="457200" y="285750"/>
                </a:lnTo>
                <a:close/>
                <a:moveTo>
                  <a:pt x="295275" y="285750"/>
                </a:moveTo>
                <a:lnTo>
                  <a:pt x="304800" y="285750"/>
                </a:lnTo>
                <a:lnTo>
                  <a:pt x="304800" y="295275"/>
                </a:lnTo>
                <a:lnTo>
                  <a:pt x="295275" y="295275"/>
                </a:lnTo>
                <a:close/>
                <a:moveTo>
                  <a:pt x="352425" y="285750"/>
                </a:moveTo>
                <a:lnTo>
                  <a:pt x="361950" y="285750"/>
                </a:lnTo>
                <a:lnTo>
                  <a:pt x="361950" y="295275"/>
                </a:lnTo>
                <a:lnTo>
                  <a:pt x="352425" y="295275"/>
                </a:lnTo>
                <a:close/>
                <a:moveTo>
                  <a:pt x="447675" y="285750"/>
                </a:moveTo>
                <a:lnTo>
                  <a:pt x="457200" y="285750"/>
                </a:lnTo>
                <a:lnTo>
                  <a:pt x="457200" y="295275"/>
                </a:lnTo>
                <a:lnTo>
                  <a:pt x="447675" y="295275"/>
                </a:lnTo>
                <a:close/>
                <a:moveTo>
                  <a:pt x="723900" y="285750"/>
                </a:moveTo>
                <a:lnTo>
                  <a:pt x="733425" y="285750"/>
                </a:lnTo>
                <a:lnTo>
                  <a:pt x="733425" y="295275"/>
                </a:lnTo>
                <a:lnTo>
                  <a:pt x="723900" y="295275"/>
                </a:lnTo>
                <a:close/>
                <a:moveTo>
                  <a:pt x="76200" y="295275"/>
                </a:moveTo>
                <a:lnTo>
                  <a:pt x="85725" y="295275"/>
                </a:lnTo>
                <a:lnTo>
                  <a:pt x="85725" y="304800"/>
                </a:lnTo>
                <a:lnTo>
                  <a:pt x="76200" y="304800"/>
                </a:lnTo>
                <a:close/>
                <a:moveTo>
                  <a:pt x="361950" y="295275"/>
                </a:moveTo>
                <a:lnTo>
                  <a:pt x="371475" y="295275"/>
                </a:lnTo>
                <a:lnTo>
                  <a:pt x="371475" y="533400"/>
                </a:lnTo>
                <a:lnTo>
                  <a:pt x="361950" y="533400"/>
                </a:lnTo>
                <a:close/>
                <a:moveTo>
                  <a:pt x="733425" y="314325"/>
                </a:moveTo>
                <a:lnTo>
                  <a:pt x="742950" y="314325"/>
                </a:lnTo>
                <a:lnTo>
                  <a:pt x="742950" y="323850"/>
                </a:lnTo>
                <a:lnTo>
                  <a:pt x="733425" y="323850"/>
                </a:lnTo>
                <a:close/>
                <a:moveTo>
                  <a:pt x="66675" y="323850"/>
                </a:moveTo>
                <a:lnTo>
                  <a:pt x="76200" y="323850"/>
                </a:lnTo>
                <a:lnTo>
                  <a:pt x="76200" y="342900"/>
                </a:lnTo>
                <a:lnTo>
                  <a:pt x="66675" y="342900"/>
                </a:lnTo>
                <a:close/>
                <a:moveTo>
                  <a:pt x="514350" y="323850"/>
                </a:moveTo>
                <a:lnTo>
                  <a:pt x="523875" y="323850"/>
                </a:lnTo>
                <a:lnTo>
                  <a:pt x="523875" y="390525"/>
                </a:lnTo>
                <a:lnTo>
                  <a:pt x="514350" y="390525"/>
                </a:lnTo>
                <a:close/>
                <a:moveTo>
                  <a:pt x="742950" y="352425"/>
                </a:moveTo>
                <a:lnTo>
                  <a:pt x="752475" y="352425"/>
                </a:lnTo>
                <a:lnTo>
                  <a:pt x="752475" y="371475"/>
                </a:lnTo>
                <a:lnTo>
                  <a:pt x="742950" y="371475"/>
                </a:lnTo>
                <a:close/>
                <a:moveTo>
                  <a:pt x="57150" y="381000"/>
                </a:moveTo>
                <a:lnTo>
                  <a:pt x="66675" y="381000"/>
                </a:lnTo>
                <a:lnTo>
                  <a:pt x="66675" y="447675"/>
                </a:lnTo>
                <a:lnTo>
                  <a:pt x="57150" y="447675"/>
                </a:lnTo>
                <a:close/>
                <a:moveTo>
                  <a:pt x="514350" y="447675"/>
                </a:moveTo>
                <a:lnTo>
                  <a:pt x="523875" y="447675"/>
                </a:lnTo>
                <a:lnTo>
                  <a:pt x="523875" y="495300"/>
                </a:lnTo>
                <a:lnTo>
                  <a:pt x="514350" y="495300"/>
                </a:lnTo>
                <a:close/>
                <a:moveTo>
                  <a:pt x="742950" y="457200"/>
                </a:moveTo>
                <a:lnTo>
                  <a:pt x="752475" y="457200"/>
                </a:lnTo>
                <a:lnTo>
                  <a:pt x="752475" y="476250"/>
                </a:lnTo>
                <a:lnTo>
                  <a:pt x="742950" y="476250"/>
                </a:lnTo>
                <a:close/>
                <a:moveTo>
                  <a:pt x="676275" y="476250"/>
                </a:moveTo>
                <a:lnTo>
                  <a:pt x="695325" y="476250"/>
                </a:lnTo>
                <a:lnTo>
                  <a:pt x="695325" y="485775"/>
                </a:lnTo>
                <a:lnTo>
                  <a:pt x="676275" y="485775"/>
                </a:lnTo>
                <a:close/>
                <a:moveTo>
                  <a:pt x="66675" y="485775"/>
                </a:moveTo>
                <a:lnTo>
                  <a:pt x="76200" y="485775"/>
                </a:lnTo>
                <a:lnTo>
                  <a:pt x="76200" y="504825"/>
                </a:lnTo>
                <a:lnTo>
                  <a:pt x="66675" y="504825"/>
                </a:lnTo>
                <a:close/>
                <a:moveTo>
                  <a:pt x="647700" y="485775"/>
                </a:moveTo>
                <a:lnTo>
                  <a:pt x="657225" y="485775"/>
                </a:lnTo>
                <a:lnTo>
                  <a:pt x="657225" y="495300"/>
                </a:lnTo>
                <a:lnTo>
                  <a:pt x="647700" y="495300"/>
                </a:lnTo>
                <a:close/>
                <a:moveTo>
                  <a:pt x="714375" y="485775"/>
                </a:moveTo>
                <a:lnTo>
                  <a:pt x="723900" y="485775"/>
                </a:lnTo>
                <a:lnTo>
                  <a:pt x="723900" y="495300"/>
                </a:lnTo>
                <a:lnTo>
                  <a:pt x="714375" y="495300"/>
                </a:lnTo>
                <a:close/>
                <a:moveTo>
                  <a:pt x="733425" y="485775"/>
                </a:moveTo>
                <a:lnTo>
                  <a:pt x="742950" y="485775"/>
                </a:lnTo>
                <a:lnTo>
                  <a:pt x="742950" y="495300"/>
                </a:lnTo>
                <a:lnTo>
                  <a:pt x="733425" y="495300"/>
                </a:lnTo>
                <a:close/>
                <a:moveTo>
                  <a:pt x="638175" y="495300"/>
                </a:moveTo>
                <a:lnTo>
                  <a:pt x="647700" y="495300"/>
                </a:lnTo>
                <a:lnTo>
                  <a:pt x="647700" y="504825"/>
                </a:lnTo>
                <a:lnTo>
                  <a:pt x="638175" y="504825"/>
                </a:lnTo>
                <a:close/>
                <a:moveTo>
                  <a:pt x="628650" y="504825"/>
                </a:moveTo>
                <a:lnTo>
                  <a:pt x="638175" y="504825"/>
                </a:lnTo>
                <a:lnTo>
                  <a:pt x="638175" y="514350"/>
                </a:lnTo>
                <a:lnTo>
                  <a:pt x="628650" y="514350"/>
                </a:lnTo>
                <a:close/>
                <a:moveTo>
                  <a:pt x="676275" y="514350"/>
                </a:moveTo>
                <a:lnTo>
                  <a:pt x="704850" y="514350"/>
                </a:lnTo>
                <a:lnTo>
                  <a:pt x="704850" y="523875"/>
                </a:lnTo>
                <a:lnTo>
                  <a:pt x="676275" y="523875"/>
                </a:lnTo>
                <a:close/>
                <a:moveTo>
                  <a:pt x="76200" y="523875"/>
                </a:moveTo>
                <a:lnTo>
                  <a:pt x="85725" y="523875"/>
                </a:lnTo>
                <a:lnTo>
                  <a:pt x="85725" y="533400"/>
                </a:lnTo>
                <a:lnTo>
                  <a:pt x="76200" y="533400"/>
                </a:lnTo>
                <a:close/>
                <a:moveTo>
                  <a:pt x="619125" y="523875"/>
                </a:moveTo>
                <a:lnTo>
                  <a:pt x="628650" y="523875"/>
                </a:lnTo>
                <a:lnTo>
                  <a:pt x="628650" y="533400"/>
                </a:lnTo>
                <a:lnTo>
                  <a:pt x="619125" y="533400"/>
                </a:lnTo>
                <a:close/>
                <a:moveTo>
                  <a:pt x="704850" y="523875"/>
                </a:moveTo>
                <a:lnTo>
                  <a:pt x="714375" y="523875"/>
                </a:lnTo>
                <a:lnTo>
                  <a:pt x="714375" y="533400"/>
                </a:lnTo>
                <a:lnTo>
                  <a:pt x="704850" y="533400"/>
                </a:lnTo>
                <a:close/>
                <a:moveTo>
                  <a:pt x="295275" y="533400"/>
                </a:moveTo>
                <a:lnTo>
                  <a:pt x="304800" y="533400"/>
                </a:lnTo>
                <a:lnTo>
                  <a:pt x="304800" y="542925"/>
                </a:lnTo>
                <a:lnTo>
                  <a:pt x="295275" y="542925"/>
                </a:lnTo>
                <a:close/>
                <a:moveTo>
                  <a:pt x="352425" y="533400"/>
                </a:moveTo>
                <a:lnTo>
                  <a:pt x="361950" y="533400"/>
                </a:lnTo>
                <a:lnTo>
                  <a:pt x="361950" y="542925"/>
                </a:lnTo>
                <a:lnTo>
                  <a:pt x="352425" y="542925"/>
                </a:lnTo>
                <a:close/>
                <a:moveTo>
                  <a:pt x="447675" y="533400"/>
                </a:moveTo>
                <a:lnTo>
                  <a:pt x="457200" y="533400"/>
                </a:lnTo>
                <a:lnTo>
                  <a:pt x="457200" y="542925"/>
                </a:lnTo>
                <a:lnTo>
                  <a:pt x="447675" y="542925"/>
                </a:lnTo>
                <a:close/>
                <a:moveTo>
                  <a:pt x="514350" y="533400"/>
                </a:moveTo>
                <a:lnTo>
                  <a:pt x="523875" y="533400"/>
                </a:lnTo>
                <a:lnTo>
                  <a:pt x="523875" y="542925"/>
                </a:lnTo>
                <a:lnTo>
                  <a:pt x="514350" y="542925"/>
                </a:lnTo>
                <a:close/>
                <a:moveTo>
                  <a:pt x="714375" y="533400"/>
                </a:moveTo>
                <a:lnTo>
                  <a:pt x="723900" y="533400"/>
                </a:lnTo>
                <a:lnTo>
                  <a:pt x="723900" y="542925"/>
                </a:lnTo>
                <a:lnTo>
                  <a:pt x="714375" y="542925"/>
                </a:lnTo>
                <a:close/>
                <a:moveTo>
                  <a:pt x="85725" y="542925"/>
                </a:moveTo>
                <a:lnTo>
                  <a:pt x="95250" y="542925"/>
                </a:lnTo>
                <a:lnTo>
                  <a:pt x="95250" y="552450"/>
                </a:lnTo>
                <a:lnTo>
                  <a:pt x="85725" y="552450"/>
                </a:lnTo>
                <a:close/>
                <a:moveTo>
                  <a:pt x="304800" y="542925"/>
                </a:moveTo>
                <a:lnTo>
                  <a:pt x="352425" y="542925"/>
                </a:lnTo>
                <a:lnTo>
                  <a:pt x="352425" y="552450"/>
                </a:lnTo>
                <a:lnTo>
                  <a:pt x="304800" y="552450"/>
                </a:lnTo>
                <a:close/>
                <a:moveTo>
                  <a:pt x="457200" y="542925"/>
                </a:moveTo>
                <a:lnTo>
                  <a:pt x="466725" y="542925"/>
                </a:lnTo>
                <a:lnTo>
                  <a:pt x="466725" y="552450"/>
                </a:lnTo>
                <a:lnTo>
                  <a:pt x="457200" y="552450"/>
                </a:lnTo>
                <a:close/>
                <a:moveTo>
                  <a:pt x="504825" y="542925"/>
                </a:moveTo>
                <a:lnTo>
                  <a:pt x="514350" y="542925"/>
                </a:lnTo>
                <a:lnTo>
                  <a:pt x="514350" y="552450"/>
                </a:lnTo>
                <a:lnTo>
                  <a:pt x="504825" y="552450"/>
                </a:lnTo>
                <a:close/>
                <a:moveTo>
                  <a:pt x="600075" y="552450"/>
                </a:moveTo>
                <a:lnTo>
                  <a:pt x="609600" y="552450"/>
                </a:lnTo>
                <a:lnTo>
                  <a:pt x="609600" y="561975"/>
                </a:lnTo>
                <a:lnTo>
                  <a:pt x="600075" y="561975"/>
                </a:lnTo>
                <a:close/>
                <a:moveTo>
                  <a:pt x="733425" y="561975"/>
                </a:moveTo>
                <a:lnTo>
                  <a:pt x="742950" y="561975"/>
                </a:lnTo>
                <a:lnTo>
                  <a:pt x="742950" y="571500"/>
                </a:lnTo>
                <a:lnTo>
                  <a:pt x="733425" y="571500"/>
                </a:lnTo>
                <a:close/>
                <a:moveTo>
                  <a:pt x="590550" y="571500"/>
                </a:moveTo>
                <a:lnTo>
                  <a:pt x="600075" y="571500"/>
                </a:lnTo>
                <a:lnTo>
                  <a:pt x="600075" y="581025"/>
                </a:lnTo>
                <a:lnTo>
                  <a:pt x="590550" y="581025"/>
                </a:lnTo>
                <a:close/>
                <a:moveTo>
                  <a:pt x="742950" y="581025"/>
                </a:moveTo>
                <a:lnTo>
                  <a:pt x="752475" y="581025"/>
                </a:lnTo>
                <a:lnTo>
                  <a:pt x="752475" y="590550"/>
                </a:lnTo>
                <a:lnTo>
                  <a:pt x="742950" y="590550"/>
                </a:lnTo>
                <a:close/>
                <a:moveTo>
                  <a:pt x="619125" y="590550"/>
                </a:moveTo>
                <a:lnTo>
                  <a:pt x="628650" y="590550"/>
                </a:lnTo>
                <a:lnTo>
                  <a:pt x="628650" y="600075"/>
                </a:lnTo>
                <a:lnTo>
                  <a:pt x="619125" y="600075"/>
                </a:lnTo>
                <a:close/>
                <a:moveTo>
                  <a:pt x="114300" y="600075"/>
                </a:moveTo>
                <a:lnTo>
                  <a:pt x="123825" y="600075"/>
                </a:lnTo>
                <a:lnTo>
                  <a:pt x="123825" y="609600"/>
                </a:lnTo>
                <a:lnTo>
                  <a:pt x="114300" y="609600"/>
                </a:lnTo>
                <a:close/>
                <a:moveTo>
                  <a:pt x="752475" y="600075"/>
                </a:moveTo>
                <a:lnTo>
                  <a:pt x="762000" y="600075"/>
                </a:lnTo>
                <a:lnTo>
                  <a:pt x="762000" y="609600"/>
                </a:lnTo>
                <a:lnTo>
                  <a:pt x="752475" y="609600"/>
                </a:lnTo>
                <a:close/>
                <a:moveTo>
                  <a:pt x="609600" y="609600"/>
                </a:moveTo>
                <a:lnTo>
                  <a:pt x="619125" y="609600"/>
                </a:lnTo>
                <a:lnTo>
                  <a:pt x="619125" y="619125"/>
                </a:lnTo>
                <a:lnTo>
                  <a:pt x="609600" y="619125"/>
                </a:lnTo>
                <a:close/>
                <a:moveTo>
                  <a:pt x="676275" y="609600"/>
                </a:moveTo>
                <a:lnTo>
                  <a:pt x="685800" y="609600"/>
                </a:lnTo>
                <a:lnTo>
                  <a:pt x="685800" y="619125"/>
                </a:lnTo>
                <a:lnTo>
                  <a:pt x="676275" y="619125"/>
                </a:lnTo>
                <a:close/>
                <a:moveTo>
                  <a:pt x="561975" y="619125"/>
                </a:moveTo>
                <a:lnTo>
                  <a:pt x="571500" y="619125"/>
                </a:lnTo>
                <a:lnTo>
                  <a:pt x="571500" y="628650"/>
                </a:lnTo>
                <a:lnTo>
                  <a:pt x="561975" y="628650"/>
                </a:lnTo>
                <a:close/>
                <a:moveTo>
                  <a:pt x="666750" y="619125"/>
                </a:moveTo>
                <a:lnTo>
                  <a:pt x="676275" y="619125"/>
                </a:lnTo>
                <a:lnTo>
                  <a:pt x="676275" y="704850"/>
                </a:lnTo>
                <a:lnTo>
                  <a:pt x="666750" y="704850"/>
                </a:lnTo>
                <a:close/>
                <a:moveTo>
                  <a:pt x="133350" y="628650"/>
                </a:moveTo>
                <a:lnTo>
                  <a:pt x="142875" y="628650"/>
                </a:lnTo>
                <a:lnTo>
                  <a:pt x="142875" y="638175"/>
                </a:lnTo>
                <a:lnTo>
                  <a:pt x="133350" y="638175"/>
                </a:lnTo>
                <a:close/>
                <a:moveTo>
                  <a:pt x="771525" y="628650"/>
                </a:moveTo>
                <a:lnTo>
                  <a:pt x="781050" y="628650"/>
                </a:lnTo>
                <a:lnTo>
                  <a:pt x="781050" y="638175"/>
                </a:lnTo>
                <a:lnTo>
                  <a:pt x="771525" y="638175"/>
                </a:lnTo>
                <a:close/>
                <a:moveTo>
                  <a:pt x="142875" y="638175"/>
                </a:moveTo>
                <a:lnTo>
                  <a:pt x="152400" y="638175"/>
                </a:lnTo>
                <a:lnTo>
                  <a:pt x="152400" y="647700"/>
                </a:lnTo>
                <a:lnTo>
                  <a:pt x="142875" y="647700"/>
                </a:lnTo>
                <a:close/>
                <a:moveTo>
                  <a:pt x="552450" y="638175"/>
                </a:moveTo>
                <a:lnTo>
                  <a:pt x="561975" y="638175"/>
                </a:lnTo>
                <a:lnTo>
                  <a:pt x="561975" y="647700"/>
                </a:lnTo>
                <a:lnTo>
                  <a:pt x="552450" y="647700"/>
                </a:lnTo>
                <a:close/>
                <a:moveTo>
                  <a:pt x="152400" y="647700"/>
                </a:moveTo>
                <a:lnTo>
                  <a:pt x="161925" y="647700"/>
                </a:lnTo>
                <a:lnTo>
                  <a:pt x="161925" y="657225"/>
                </a:lnTo>
                <a:lnTo>
                  <a:pt x="152400" y="657225"/>
                </a:lnTo>
                <a:close/>
                <a:moveTo>
                  <a:pt x="781050" y="647700"/>
                </a:moveTo>
                <a:lnTo>
                  <a:pt x="790575" y="647700"/>
                </a:lnTo>
                <a:lnTo>
                  <a:pt x="790575" y="657225"/>
                </a:lnTo>
                <a:lnTo>
                  <a:pt x="781050" y="657225"/>
                </a:lnTo>
                <a:close/>
                <a:moveTo>
                  <a:pt x="161925" y="657225"/>
                </a:moveTo>
                <a:lnTo>
                  <a:pt x="171450" y="657225"/>
                </a:lnTo>
                <a:lnTo>
                  <a:pt x="171450" y="666750"/>
                </a:lnTo>
                <a:lnTo>
                  <a:pt x="161925" y="666750"/>
                </a:lnTo>
                <a:close/>
                <a:moveTo>
                  <a:pt x="581025" y="657225"/>
                </a:moveTo>
                <a:lnTo>
                  <a:pt x="590550" y="657225"/>
                </a:lnTo>
                <a:lnTo>
                  <a:pt x="590550" y="666750"/>
                </a:lnTo>
                <a:lnTo>
                  <a:pt x="581025" y="666750"/>
                </a:lnTo>
                <a:close/>
                <a:moveTo>
                  <a:pt x="171450" y="666750"/>
                </a:moveTo>
                <a:lnTo>
                  <a:pt x="180975" y="666750"/>
                </a:lnTo>
                <a:lnTo>
                  <a:pt x="180975" y="676275"/>
                </a:lnTo>
                <a:lnTo>
                  <a:pt x="171450" y="676275"/>
                </a:lnTo>
                <a:close/>
                <a:moveTo>
                  <a:pt x="180975" y="676275"/>
                </a:moveTo>
                <a:lnTo>
                  <a:pt x="190500" y="676275"/>
                </a:lnTo>
                <a:lnTo>
                  <a:pt x="190500" y="685800"/>
                </a:lnTo>
                <a:lnTo>
                  <a:pt x="180975" y="685800"/>
                </a:lnTo>
                <a:close/>
                <a:moveTo>
                  <a:pt x="800100" y="676275"/>
                </a:moveTo>
                <a:lnTo>
                  <a:pt x="809625" y="676275"/>
                </a:lnTo>
                <a:lnTo>
                  <a:pt x="809625" y="685800"/>
                </a:lnTo>
                <a:lnTo>
                  <a:pt x="800100" y="685800"/>
                </a:lnTo>
                <a:close/>
                <a:moveTo>
                  <a:pt x="523875" y="685800"/>
                </a:moveTo>
                <a:lnTo>
                  <a:pt x="533400" y="685800"/>
                </a:lnTo>
                <a:lnTo>
                  <a:pt x="533400" y="695325"/>
                </a:lnTo>
                <a:lnTo>
                  <a:pt x="523875" y="695325"/>
                </a:lnTo>
                <a:close/>
                <a:moveTo>
                  <a:pt x="809625" y="695325"/>
                </a:moveTo>
                <a:lnTo>
                  <a:pt x="819150" y="695325"/>
                </a:lnTo>
                <a:lnTo>
                  <a:pt x="819150" y="704850"/>
                </a:lnTo>
                <a:lnTo>
                  <a:pt x="809625" y="704850"/>
                </a:lnTo>
                <a:close/>
                <a:moveTo>
                  <a:pt x="219075" y="704850"/>
                </a:moveTo>
                <a:lnTo>
                  <a:pt x="228600" y="704850"/>
                </a:lnTo>
                <a:lnTo>
                  <a:pt x="228600" y="714375"/>
                </a:lnTo>
                <a:lnTo>
                  <a:pt x="219075" y="714375"/>
                </a:lnTo>
                <a:close/>
                <a:moveTo>
                  <a:pt x="514350" y="704850"/>
                </a:moveTo>
                <a:lnTo>
                  <a:pt x="523875" y="704850"/>
                </a:lnTo>
                <a:lnTo>
                  <a:pt x="523875" y="714375"/>
                </a:lnTo>
                <a:lnTo>
                  <a:pt x="514350" y="714375"/>
                </a:lnTo>
                <a:close/>
                <a:moveTo>
                  <a:pt x="552450" y="704850"/>
                </a:moveTo>
                <a:lnTo>
                  <a:pt x="561975" y="704850"/>
                </a:lnTo>
                <a:lnTo>
                  <a:pt x="561975" y="714375"/>
                </a:lnTo>
                <a:lnTo>
                  <a:pt x="552450" y="714375"/>
                </a:lnTo>
                <a:close/>
                <a:moveTo>
                  <a:pt x="676275" y="704850"/>
                </a:moveTo>
                <a:lnTo>
                  <a:pt x="685800" y="704850"/>
                </a:lnTo>
                <a:lnTo>
                  <a:pt x="685800" y="714375"/>
                </a:lnTo>
                <a:lnTo>
                  <a:pt x="676275" y="714375"/>
                </a:lnTo>
                <a:close/>
                <a:moveTo>
                  <a:pt x="238125" y="714375"/>
                </a:moveTo>
                <a:lnTo>
                  <a:pt x="247650" y="714375"/>
                </a:lnTo>
                <a:lnTo>
                  <a:pt x="247650" y="723900"/>
                </a:lnTo>
                <a:lnTo>
                  <a:pt x="238125" y="723900"/>
                </a:lnTo>
                <a:close/>
                <a:moveTo>
                  <a:pt x="257175" y="723900"/>
                </a:moveTo>
                <a:lnTo>
                  <a:pt x="266700" y="723900"/>
                </a:lnTo>
                <a:lnTo>
                  <a:pt x="266700" y="733425"/>
                </a:lnTo>
                <a:lnTo>
                  <a:pt x="257175" y="733425"/>
                </a:lnTo>
                <a:close/>
                <a:moveTo>
                  <a:pt x="542925" y="723900"/>
                </a:moveTo>
                <a:lnTo>
                  <a:pt x="552450" y="723900"/>
                </a:lnTo>
                <a:lnTo>
                  <a:pt x="552450" y="733425"/>
                </a:lnTo>
                <a:lnTo>
                  <a:pt x="542925" y="733425"/>
                </a:lnTo>
                <a:close/>
                <a:moveTo>
                  <a:pt x="828675" y="723900"/>
                </a:moveTo>
                <a:lnTo>
                  <a:pt x="838200" y="723900"/>
                </a:lnTo>
                <a:lnTo>
                  <a:pt x="838200" y="733425"/>
                </a:lnTo>
                <a:lnTo>
                  <a:pt x="828675" y="733425"/>
                </a:lnTo>
                <a:close/>
                <a:moveTo>
                  <a:pt x="276225" y="733425"/>
                </a:moveTo>
                <a:lnTo>
                  <a:pt x="285750" y="733425"/>
                </a:lnTo>
                <a:lnTo>
                  <a:pt x="285750" y="742950"/>
                </a:lnTo>
                <a:lnTo>
                  <a:pt x="276225" y="742950"/>
                </a:lnTo>
                <a:close/>
                <a:moveTo>
                  <a:pt x="495300" y="733425"/>
                </a:moveTo>
                <a:lnTo>
                  <a:pt x="504825" y="733425"/>
                </a:lnTo>
                <a:lnTo>
                  <a:pt x="504825" y="742950"/>
                </a:lnTo>
                <a:lnTo>
                  <a:pt x="495300" y="742950"/>
                </a:lnTo>
                <a:close/>
                <a:moveTo>
                  <a:pt x="676275" y="733425"/>
                </a:moveTo>
                <a:lnTo>
                  <a:pt x="685800" y="733425"/>
                </a:lnTo>
                <a:lnTo>
                  <a:pt x="685800" y="742950"/>
                </a:lnTo>
                <a:lnTo>
                  <a:pt x="676275" y="742950"/>
                </a:lnTo>
                <a:close/>
                <a:moveTo>
                  <a:pt x="695325" y="733425"/>
                </a:moveTo>
                <a:lnTo>
                  <a:pt x="704850" y="733425"/>
                </a:lnTo>
                <a:lnTo>
                  <a:pt x="704850" y="742950"/>
                </a:lnTo>
                <a:lnTo>
                  <a:pt x="695325" y="742950"/>
                </a:lnTo>
                <a:close/>
                <a:moveTo>
                  <a:pt x="304800" y="742950"/>
                </a:moveTo>
                <a:lnTo>
                  <a:pt x="314325" y="742950"/>
                </a:lnTo>
                <a:lnTo>
                  <a:pt x="314325" y="752475"/>
                </a:lnTo>
                <a:lnTo>
                  <a:pt x="304800" y="752475"/>
                </a:lnTo>
                <a:close/>
                <a:moveTo>
                  <a:pt x="485775" y="742950"/>
                </a:moveTo>
                <a:lnTo>
                  <a:pt x="495300" y="742950"/>
                </a:lnTo>
                <a:lnTo>
                  <a:pt x="495300" y="752475"/>
                </a:lnTo>
                <a:lnTo>
                  <a:pt x="485775" y="752475"/>
                </a:lnTo>
                <a:close/>
                <a:moveTo>
                  <a:pt x="666750" y="742950"/>
                </a:moveTo>
                <a:lnTo>
                  <a:pt x="676275" y="742950"/>
                </a:lnTo>
                <a:lnTo>
                  <a:pt x="676275" y="762000"/>
                </a:lnTo>
                <a:lnTo>
                  <a:pt x="666750" y="762000"/>
                </a:lnTo>
                <a:close/>
                <a:moveTo>
                  <a:pt x="704850" y="742950"/>
                </a:moveTo>
                <a:lnTo>
                  <a:pt x="714375" y="742950"/>
                </a:lnTo>
                <a:lnTo>
                  <a:pt x="714375" y="762000"/>
                </a:lnTo>
                <a:lnTo>
                  <a:pt x="704850" y="762000"/>
                </a:lnTo>
                <a:close/>
                <a:moveTo>
                  <a:pt x="838200" y="742950"/>
                </a:moveTo>
                <a:lnTo>
                  <a:pt x="847725" y="742950"/>
                </a:lnTo>
                <a:lnTo>
                  <a:pt x="847725" y="752475"/>
                </a:lnTo>
                <a:lnTo>
                  <a:pt x="838200" y="752475"/>
                </a:lnTo>
                <a:close/>
                <a:moveTo>
                  <a:pt x="352425" y="752475"/>
                </a:moveTo>
                <a:lnTo>
                  <a:pt x="371475" y="752475"/>
                </a:lnTo>
                <a:lnTo>
                  <a:pt x="371475" y="762000"/>
                </a:lnTo>
                <a:lnTo>
                  <a:pt x="352425" y="762000"/>
                </a:lnTo>
                <a:close/>
                <a:moveTo>
                  <a:pt x="447675" y="752475"/>
                </a:moveTo>
                <a:lnTo>
                  <a:pt x="466725" y="752475"/>
                </a:lnTo>
                <a:lnTo>
                  <a:pt x="466725" y="762000"/>
                </a:lnTo>
                <a:lnTo>
                  <a:pt x="447675" y="762000"/>
                </a:lnTo>
                <a:close/>
                <a:moveTo>
                  <a:pt x="676275" y="762000"/>
                </a:moveTo>
                <a:lnTo>
                  <a:pt x="685800" y="762000"/>
                </a:lnTo>
                <a:lnTo>
                  <a:pt x="685800" y="771525"/>
                </a:lnTo>
                <a:lnTo>
                  <a:pt x="676275" y="771525"/>
                </a:lnTo>
                <a:close/>
                <a:moveTo>
                  <a:pt x="695325" y="762000"/>
                </a:moveTo>
                <a:lnTo>
                  <a:pt x="704850" y="762000"/>
                </a:lnTo>
                <a:lnTo>
                  <a:pt x="704850" y="771525"/>
                </a:lnTo>
                <a:lnTo>
                  <a:pt x="695325" y="771525"/>
                </a:lnTo>
                <a:close/>
                <a:moveTo>
                  <a:pt x="847725" y="762000"/>
                </a:moveTo>
                <a:lnTo>
                  <a:pt x="857250" y="762000"/>
                </a:lnTo>
                <a:lnTo>
                  <a:pt x="857250" y="771525"/>
                </a:lnTo>
                <a:lnTo>
                  <a:pt x="847725" y="771525"/>
                </a:lnTo>
                <a:close/>
                <a:moveTo>
                  <a:pt x="514350" y="781050"/>
                </a:moveTo>
                <a:lnTo>
                  <a:pt x="523875" y="781050"/>
                </a:lnTo>
                <a:lnTo>
                  <a:pt x="523875" y="800100"/>
                </a:lnTo>
                <a:lnTo>
                  <a:pt x="514350" y="800100"/>
                </a:lnTo>
                <a:close/>
                <a:moveTo>
                  <a:pt x="857250" y="781050"/>
                </a:moveTo>
                <a:lnTo>
                  <a:pt x="866775" y="781050"/>
                </a:lnTo>
                <a:lnTo>
                  <a:pt x="866775" y="800100"/>
                </a:lnTo>
                <a:lnTo>
                  <a:pt x="857250" y="800100"/>
                </a:lnTo>
                <a:close/>
              </a:path>
            </a:pathLst>
          </a:custGeom>
          <a:solidFill xmlns:a="http://schemas.openxmlformats.org/drawingml/2006/main">
            <a:srgbClr val="BBC2C2"/>
          </a:solidFill>
          <a:ln xmlns:a="http://schemas.openxmlformats.org/drawingml/2006/main" w="0">
            <a:noFill/>
          </a:ln>
        </p:spPr>
      </p:sp>
      <p:sp>
        <p:nvSpPr>
          <p:cNvPr id="62" name="limits vector #8e979b">
            <a:extLst xmlns:a="http://schemas.openxmlformats.org/drawingml/2006/main">
              <a:ext uri="{FF2B5EF4-FFF2-40B4-BE49-F238E27FC236}">
                <a16:creationId xmlns:a16="http://schemas.microsoft.com/office/drawing/2014/main" id="{02FCB596-DBAC-4B44-BAB6-B5C7BD25F07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076950" y="1504950"/>
            <a:ext cx="923925" cy="876300"/>
          </a:xfrm>
          <a:custGeom xmlns:a="http://schemas.openxmlformats.org/drawingml/2006/main">
            <a:pathLst>
              <a:path w="923925" h="876300">
                <a:moveTo>
                  <a:pt x="371475" y="66675"/>
                </a:moveTo>
                <a:lnTo>
                  <a:pt x="447675" y="66675"/>
                </a:lnTo>
                <a:lnTo>
                  <a:pt x="447675" y="76200"/>
                </a:lnTo>
                <a:lnTo>
                  <a:pt x="371475" y="76200"/>
                </a:lnTo>
                <a:close/>
                <a:moveTo>
                  <a:pt x="323850" y="76200"/>
                </a:moveTo>
                <a:lnTo>
                  <a:pt x="333375" y="76200"/>
                </a:lnTo>
                <a:lnTo>
                  <a:pt x="333375" y="85725"/>
                </a:lnTo>
                <a:lnTo>
                  <a:pt x="323850" y="85725"/>
                </a:lnTo>
                <a:close/>
                <a:moveTo>
                  <a:pt x="485775" y="76200"/>
                </a:moveTo>
                <a:lnTo>
                  <a:pt x="495300" y="76200"/>
                </a:lnTo>
                <a:lnTo>
                  <a:pt x="495300" y="85725"/>
                </a:lnTo>
                <a:lnTo>
                  <a:pt x="485775" y="85725"/>
                </a:lnTo>
                <a:close/>
                <a:moveTo>
                  <a:pt x="285750" y="85725"/>
                </a:moveTo>
                <a:lnTo>
                  <a:pt x="295275" y="85725"/>
                </a:lnTo>
                <a:lnTo>
                  <a:pt x="295275" y="95250"/>
                </a:lnTo>
                <a:lnTo>
                  <a:pt x="285750" y="95250"/>
                </a:lnTo>
                <a:close/>
                <a:moveTo>
                  <a:pt x="514350" y="85725"/>
                </a:moveTo>
                <a:lnTo>
                  <a:pt x="523875" y="85725"/>
                </a:lnTo>
                <a:lnTo>
                  <a:pt x="523875" y="95250"/>
                </a:lnTo>
                <a:lnTo>
                  <a:pt x="514350" y="95250"/>
                </a:lnTo>
                <a:close/>
                <a:moveTo>
                  <a:pt x="266700" y="95250"/>
                </a:moveTo>
                <a:lnTo>
                  <a:pt x="276225" y="95250"/>
                </a:lnTo>
                <a:lnTo>
                  <a:pt x="276225" y="104775"/>
                </a:lnTo>
                <a:lnTo>
                  <a:pt x="266700" y="104775"/>
                </a:lnTo>
                <a:close/>
                <a:moveTo>
                  <a:pt x="542925" y="95250"/>
                </a:moveTo>
                <a:lnTo>
                  <a:pt x="552450" y="95250"/>
                </a:lnTo>
                <a:lnTo>
                  <a:pt x="552450" y="104775"/>
                </a:lnTo>
                <a:lnTo>
                  <a:pt x="542925" y="104775"/>
                </a:lnTo>
                <a:close/>
                <a:moveTo>
                  <a:pt x="247650" y="104775"/>
                </a:moveTo>
                <a:lnTo>
                  <a:pt x="257175" y="104775"/>
                </a:lnTo>
                <a:lnTo>
                  <a:pt x="257175" y="114300"/>
                </a:lnTo>
                <a:lnTo>
                  <a:pt x="247650" y="114300"/>
                </a:lnTo>
                <a:close/>
                <a:moveTo>
                  <a:pt x="561975" y="104775"/>
                </a:moveTo>
                <a:lnTo>
                  <a:pt x="571500" y="104775"/>
                </a:lnTo>
                <a:lnTo>
                  <a:pt x="571500" y="114300"/>
                </a:lnTo>
                <a:lnTo>
                  <a:pt x="561975" y="114300"/>
                </a:lnTo>
                <a:close/>
                <a:moveTo>
                  <a:pt x="228600" y="114300"/>
                </a:moveTo>
                <a:lnTo>
                  <a:pt x="238125" y="114300"/>
                </a:lnTo>
                <a:lnTo>
                  <a:pt x="238125" y="123825"/>
                </a:lnTo>
                <a:lnTo>
                  <a:pt x="228600" y="123825"/>
                </a:lnTo>
                <a:close/>
                <a:moveTo>
                  <a:pt x="590550" y="123825"/>
                </a:moveTo>
                <a:lnTo>
                  <a:pt x="600075" y="123825"/>
                </a:lnTo>
                <a:lnTo>
                  <a:pt x="600075" y="133350"/>
                </a:lnTo>
                <a:lnTo>
                  <a:pt x="590550" y="133350"/>
                </a:lnTo>
                <a:close/>
                <a:moveTo>
                  <a:pt x="200025" y="133350"/>
                </a:moveTo>
                <a:lnTo>
                  <a:pt x="209550" y="133350"/>
                </a:lnTo>
                <a:lnTo>
                  <a:pt x="209550" y="142875"/>
                </a:lnTo>
                <a:lnTo>
                  <a:pt x="200025" y="142875"/>
                </a:lnTo>
                <a:close/>
                <a:moveTo>
                  <a:pt x="619125" y="142875"/>
                </a:moveTo>
                <a:lnTo>
                  <a:pt x="628650" y="142875"/>
                </a:lnTo>
                <a:lnTo>
                  <a:pt x="628650" y="152400"/>
                </a:lnTo>
                <a:lnTo>
                  <a:pt x="619125" y="152400"/>
                </a:lnTo>
                <a:close/>
                <a:moveTo>
                  <a:pt x="628650" y="152400"/>
                </a:moveTo>
                <a:lnTo>
                  <a:pt x="638175" y="152400"/>
                </a:lnTo>
                <a:lnTo>
                  <a:pt x="638175" y="161925"/>
                </a:lnTo>
                <a:lnTo>
                  <a:pt x="628650" y="161925"/>
                </a:lnTo>
                <a:close/>
                <a:moveTo>
                  <a:pt x="638175" y="161925"/>
                </a:moveTo>
                <a:lnTo>
                  <a:pt x="647700" y="161925"/>
                </a:lnTo>
                <a:lnTo>
                  <a:pt x="647700" y="171450"/>
                </a:lnTo>
                <a:lnTo>
                  <a:pt x="638175" y="171450"/>
                </a:lnTo>
                <a:close/>
                <a:moveTo>
                  <a:pt x="647700" y="171450"/>
                </a:moveTo>
                <a:lnTo>
                  <a:pt x="657225" y="171450"/>
                </a:lnTo>
                <a:lnTo>
                  <a:pt x="657225" y="180975"/>
                </a:lnTo>
                <a:lnTo>
                  <a:pt x="647700" y="180975"/>
                </a:lnTo>
                <a:close/>
                <a:moveTo>
                  <a:pt x="657225" y="180975"/>
                </a:moveTo>
                <a:lnTo>
                  <a:pt x="666750" y="180975"/>
                </a:lnTo>
                <a:lnTo>
                  <a:pt x="666750" y="190500"/>
                </a:lnTo>
                <a:lnTo>
                  <a:pt x="657225" y="190500"/>
                </a:lnTo>
                <a:close/>
                <a:moveTo>
                  <a:pt x="123825" y="209550"/>
                </a:moveTo>
                <a:lnTo>
                  <a:pt x="133350" y="209550"/>
                </a:lnTo>
                <a:lnTo>
                  <a:pt x="133350" y="219075"/>
                </a:lnTo>
                <a:lnTo>
                  <a:pt x="123825" y="219075"/>
                </a:lnTo>
                <a:close/>
                <a:moveTo>
                  <a:pt x="685800" y="219075"/>
                </a:moveTo>
                <a:lnTo>
                  <a:pt x="695325" y="219075"/>
                </a:lnTo>
                <a:lnTo>
                  <a:pt x="695325" y="228600"/>
                </a:lnTo>
                <a:lnTo>
                  <a:pt x="685800" y="228600"/>
                </a:lnTo>
                <a:close/>
                <a:moveTo>
                  <a:pt x="104775" y="238125"/>
                </a:moveTo>
                <a:lnTo>
                  <a:pt x="114300" y="238125"/>
                </a:lnTo>
                <a:lnTo>
                  <a:pt x="114300" y="247650"/>
                </a:lnTo>
                <a:lnTo>
                  <a:pt x="104775" y="247650"/>
                </a:lnTo>
                <a:close/>
                <a:moveTo>
                  <a:pt x="704850" y="247650"/>
                </a:moveTo>
                <a:lnTo>
                  <a:pt x="714375" y="247650"/>
                </a:lnTo>
                <a:lnTo>
                  <a:pt x="714375" y="257175"/>
                </a:lnTo>
                <a:lnTo>
                  <a:pt x="704850" y="257175"/>
                </a:lnTo>
                <a:close/>
                <a:moveTo>
                  <a:pt x="95250" y="257175"/>
                </a:moveTo>
                <a:lnTo>
                  <a:pt x="104775" y="257175"/>
                </a:lnTo>
                <a:lnTo>
                  <a:pt x="104775" y="266700"/>
                </a:lnTo>
                <a:lnTo>
                  <a:pt x="95250" y="266700"/>
                </a:lnTo>
                <a:close/>
                <a:moveTo>
                  <a:pt x="714375" y="266700"/>
                </a:moveTo>
                <a:lnTo>
                  <a:pt x="723900" y="266700"/>
                </a:lnTo>
                <a:lnTo>
                  <a:pt x="723900" y="276225"/>
                </a:lnTo>
                <a:lnTo>
                  <a:pt x="714375" y="276225"/>
                </a:lnTo>
                <a:close/>
                <a:moveTo>
                  <a:pt x="85725" y="276225"/>
                </a:moveTo>
                <a:lnTo>
                  <a:pt x="95250" y="276225"/>
                </a:lnTo>
                <a:lnTo>
                  <a:pt x="95250" y="285750"/>
                </a:lnTo>
                <a:lnTo>
                  <a:pt x="85725" y="285750"/>
                </a:lnTo>
                <a:close/>
                <a:moveTo>
                  <a:pt x="352425" y="276225"/>
                </a:moveTo>
                <a:lnTo>
                  <a:pt x="361950" y="276225"/>
                </a:lnTo>
                <a:lnTo>
                  <a:pt x="361950" y="285750"/>
                </a:lnTo>
                <a:lnTo>
                  <a:pt x="352425" y="285750"/>
                </a:lnTo>
                <a:close/>
                <a:moveTo>
                  <a:pt x="504825" y="276225"/>
                </a:moveTo>
                <a:lnTo>
                  <a:pt x="514350" y="276225"/>
                </a:lnTo>
                <a:lnTo>
                  <a:pt x="514350" y="285750"/>
                </a:lnTo>
                <a:lnTo>
                  <a:pt x="504825" y="285750"/>
                </a:lnTo>
                <a:close/>
                <a:moveTo>
                  <a:pt x="361950" y="285750"/>
                </a:moveTo>
                <a:lnTo>
                  <a:pt x="371475" y="285750"/>
                </a:lnTo>
                <a:lnTo>
                  <a:pt x="371475" y="295275"/>
                </a:lnTo>
                <a:lnTo>
                  <a:pt x="361950" y="295275"/>
                </a:lnTo>
                <a:close/>
                <a:moveTo>
                  <a:pt x="514350" y="285750"/>
                </a:moveTo>
                <a:lnTo>
                  <a:pt x="523875" y="285750"/>
                </a:lnTo>
                <a:lnTo>
                  <a:pt x="523875" y="295275"/>
                </a:lnTo>
                <a:lnTo>
                  <a:pt x="514350" y="295275"/>
                </a:lnTo>
                <a:close/>
                <a:moveTo>
                  <a:pt x="285750" y="295275"/>
                </a:moveTo>
                <a:lnTo>
                  <a:pt x="295275" y="295275"/>
                </a:lnTo>
                <a:lnTo>
                  <a:pt x="295275" y="533400"/>
                </a:lnTo>
                <a:lnTo>
                  <a:pt x="285750" y="533400"/>
                </a:lnTo>
                <a:close/>
                <a:moveTo>
                  <a:pt x="723900" y="295275"/>
                </a:moveTo>
                <a:lnTo>
                  <a:pt x="733425" y="295275"/>
                </a:lnTo>
                <a:lnTo>
                  <a:pt x="733425" y="304800"/>
                </a:lnTo>
                <a:lnTo>
                  <a:pt x="723900" y="304800"/>
                </a:lnTo>
                <a:close/>
                <a:moveTo>
                  <a:pt x="76200" y="304800"/>
                </a:moveTo>
                <a:lnTo>
                  <a:pt x="85725" y="304800"/>
                </a:lnTo>
                <a:lnTo>
                  <a:pt x="85725" y="314325"/>
                </a:lnTo>
                <a:lnTo>
                  <a:pt x="76200" y="314325"/>
                </a:lnTo>
                <a:close/>
                <a:moveTo>
                  <a:pt x="438150" y="314325"/>
                </a:moveTo>
                <a:lnTo>
                  <a:pt x="447675" y="314325"/>
                </a:lnTo>
                <a:lnTo>
                  <a:pt x="447675" y="447675"/>
                </a:lnTo>
                <a:lnTo>
                  <a:pt x="438150" y="447675"/>
                </a:lnTo>
                <a:close/>
                <a:moveTo>
                  <a:pt x="733425" y="323850"/>
                </a:moveTo>
                <a:lnTo>
                  <a:pt x="742950" y="323850"/>
                </a:lnTo>
                <a:lnTo>
                  <a:pt x="742950" y="333375"/>
                </a:lnTo>
                <a:lnTo>
                  <a:pt x="733425" y="333375"/>
                </a:lnTo>
                <a:close/>
                <a:moveTo>
                  <a:pt x="66675" y="342900"/>
                </a:moveTo>
                <a:lnTo>
                  <a:pt x="76200" y="342900"/>
                </a:lnTo>
                <a:lnTo>
                  <a:pt x="76200" y="352425"/>
                </a:lnTo>
                <a:lnTo>
                  <a:pt x="66675" y="352425"/>
                </a:lnTo>
                <a:close/>
                <a:moveTo>
                  <a:pt x="742950" y="371475"/>
                </a:moveTo>
                <a:lnTo>
                  <a:pt x="752475" y="371475"/>
                </a:lnTo>
                <a:lnTo>
                  <a:pt x="752475" y="457200"/>
                </a:lnTo>
                <a:lnTo>
                  <a:pt x="742950" y="457200"/>
                </a:lnTo>
                <a:close/>
                <a:moveTo>
                  <a:pt x="438150" y="466725"/>
                </a:moveTo>
                <a:lnTo>
                  <a:pt x="447675" y="466725"/>
                </a:lnTo>
                <a:lnTo>
                  <a:pt x="447675" y="514350"/>
                </a:lnTo>
                <a:lnTo>
                  <a:pt x="438150" y="514350"/>
                </a:lnTo>
                <a:close/>
                <a:moveTo>
                  <a:pt x="66675" y="476250"/>
                </a:moveTo>
                <a:lnTo>
                  <a:pt x="76200" y="476250"/>
                </a:lnTo>
                <a:lnTo>
                  <a:pt x="76200" y="485775"/>
                </a:lnTo>
                <a:lnTo>
                  <a:pt x="66675" y="485775"/>
                </a:lnTo>
                <a:close/>
                <a:moveTo>
                  <a:pt x="666750" y="476250"/>
                </a:moveTo>
                <a:lnTo>
                  <a:pt x="676275" y="476250"/>
                </a:lnTo>
                <a:lnTo>
                  <a:pt x="676275" y="485775"/>
                </a:lnTo>
                <a:lnTo>
                  <a:pt x="666750" y="485775"/>
                </a:lnTo>
                <a:close/>
                <a:moveTo>
                  <a:pt x="695325" y="476250"/>
                </a:moveTo>
                <a:lnTo>
                  <a:pt x="704850" y="476250"/>
                </a:lnTo>
                <a:lnTo>
                  <a:pt x="704850" y="485775"/>
                </a:lnTo>
                <a:lnTo>
                  <a:pt x="695325" y="485775"/>
                </a:lnTo>
                <a:close/>
                <a:moveTo>
                  <a:pt x="76200" y="514350"/>
                </a:moveTo>
                <a:lnTo>
                  <a:pt x="85725" y="514350"/>
                </a:lnTo>
                <a:lnTo>
                  <a:pt x="85725" y="523875"/>
                </a:lnTo>
                <a:lnTo>
                  <a:pt x="76200" y="523875"/>
                </a:lnTo>
                <a:close/>
                <a:moveTo>
                  <a:pt x="619125" y="514350"/>
                </a:moveTo>
                <a:lnTo>
                  <a:pt x="628650" y="514350"/>
                </a:lnTo>
                <a:lnTo>
                  <a:pt x="628650" y="523875"/>
                </a:lnTo>
                <a:lnTo>
                  <a:pt x="619125" y="523875"/>
                </a:lnTo>
                <a:close/>
                <a:moveTo>
                  <a:pt x="361950" y="533400"/>
                </a:moveTo>
                <a:lnTo>
                  <a:pt x="371475" y="533400"/>
                </a:lnTo>
                <a:lnTo>
                  <a:pt x="371475" y="542925"/>
                </a:lnTo>
                <a:lnTo>
                  <a:pt x="361950" y="542925"/>
                </a:lnTo>
                <a:close/>
                <a:moveTo>
                  <a:pt x="609600" y="533400"/>
                </a:moveTo>
                <a:lnTo>
                  <a:pt x="619125" y="533400"/>
                </a:lnTo>
                <a:lnTo>
                  <a:pt x="619125" y="542925"/>
                </a:lnTo>
                <a:lnTo>
                  <a:pt x="609600" y="542925"/>
                </a:lnTo>
                <a:close/>
                <a:moveTo>
                  <a:pt x="352425" y="542925"/>
                </a:moveTo>
                <a:lnTo>
                  <a:pt x="361950" y="542925"/>
                </a:lnTo>
                <a:lnTo>
                  <a:pt x="361950" y="552450"/>
                </a:lnTo>
                <a:lnTo>
                  <a:pt x="352425" y="552450"/>
                </a:lnTo>
                <a:close/>
                <a:moveTo>
                  <a:pt x="647700" y="542925"/>
                </a:moveTo>
                <a:lnTo>
                  <a:pt x="657225" y="542925"/>
                </a:lnTo>
                <a:lnTo>
                  <a:pt x="657225" y="552450"/>
                </a:lnTo>
                <a:lnTo>
                  <a:pt x="647700" y="552450"/>
                </a:lnTo>
                <a:close/>
                <a:moveTo>
                  <a:pt x="723900" y="552450"/>
                </a:moveTo>
                <a:lnTo>
                  <a:pt x="733425" y="552450"/>
                </a:lnTo>
                <a:lnTo>
                  <a:pt x="733425" y="561975"/>
                </a:lnTo>
                <a:lnTo>
                  <a:pt x="723900" y="561975"/>
                </a:lnTo>
                <a:close/>
                <a:moveTo>
                  <a:pt x="95250" y="561975"/>
                </a:moveTo>
                <a:lnTo>
                  <a:pt x="104775" y="561975"/>
                </a:lnTo>
                <a:lnTo>
                  <a:pt x="104775" y="571500"/>
                </a:lnTo>
                <a:lnTo>
                  <a:pt x="95250" y="571500"/>
                </a:lnTo>
                <a:close/>
                <a:moveTo>
                  <a:pt x="638175" y="561975"/>
                </a:moveTo>
                <a:lnTo>
                  <a:pt x="647700" y="561975"/>
                </a:lnTo>
                <a:lnTo>
                  <a:pt x="647700" y="571500"/>
                </a:lnTo>
                <a:lnTo>
                  <a:pt x="638175" y="571500"/>
                </a:lnTo>
                <a:close/>
                <a:moveTo>
                  <a:pt x="733425" y="571500"/>
                </a:moveTo>
                <a:lnTo>
                  <a:pt x="742950" y="571500"/>
                </a:lnTo>
                <a:lnTo>
                  <a:pt x="742950" y="581025"/>
                </a:lnTo>
                <a:lnTo>
                  <a:pt x="733425" y="581025"/>
                </a:lnTo>
                <a:close/>
                <a:moveTo>
                  <a:pt x="104775" y="581025"/>
                </a:moveTo>
                <a:lnTo>
                  <a:pt x="114300" y="581025"/>
                </a:lnTo>
                <a:lnTo>
                  <a:pt x="114300" y="590550"/>
                </a:lnTo>
                <a:lnTo>
                  <a:pt x="104775" y="590550"/>
                </a:lnTo>
                <a:close/>
                <a:moveTo>
                  <a:pt x="581025" y="581025"/>
                </a:moveTo>
                <a:lnTo>
                  <a:pt x="590550" y="581025"/>
                </a:lnTo>
                <a:lnTo>
                  <a:pt x="590550" y="590550"/>
                </a:lnTo>
                <a:lnTo>
                  <a:pt x="581025" y="590550"/>
                </a:lnTo>
                <a:close/>
                <a:moveTo>
                  <a:pt x="628650" y="581025"/>
                </a:moveTo>
                <a:lnTo>
                  <a:pt x="638175" y="581025"/>
                </a:lnTo>
                <a:lnTo>
                  <a:pt x="638175" y="590550"/>
                </a:lnTo>
                <a:lnTo>
                  <a:pt x="628650" y="590550"/>
                </a:lnTo>
                <a:close/>
                <a:moveTo>
                  <a:pt x="742950" y="590550"/>
                </a:moveTo>
                <a:lnTo>
                  <a:pt x="752475" y="590550"/>
                </a:lnTo>
                <a:lnTo>
                  <a:pt x="752475" y="600075"/>
                </a:lnTo>
                <a:lnTo>
                  <a:pt x="742950" y="600075"/>
                </a:lnTo>
                <a:close/>
                <a:moveTo>
                  <a:pt x="571500" y="600075"/>
                </a:moveTo>
                <a:lnTo>
                  <a:pt x="581025" y="600075"/>
                </a:lnTo>
                <a:lnTo>
                  <a:pt x="581025" y="609600"/>
                </a:lnTo>
                <a:lnTo>
                  <a:pt x="571500" y="609600"/>
                </a:lnTo>
                <a:close/>
                <a:moveTo>
                  <a:pt x="123825" y="609600"/>
                </a:moveTo>
                <a:lnTo>
                  <a:pt x="133350" y="609600"/>
                </a:lnTo>
                <a:lnTo>
                  <a:pt x="133350" y="619125"/>
                </a:lnTo>
                <a:lnTo>
                  <a:pt x="123825" y="619125"/>
                </a:lnTo>
                <a:close/>
                <a:moveTo>
                  <a:pt x="695325" y="609600"/>
                </a:moveTo>
                <a:lnTo>
                  <a:pt x="704850" y="609600"/>
                </a:lnTo>
                <a:lnTo>
                  <a:pt x="704850" y="619125"/>
                </a:lnTo>
                <a:lnTo>
                  <a:pt x="695325" y="619125"/>
                </a:lnTo>
                <a:close/>
                <a:moveTo>
                  <a:pt x="704850" y="619125"/>
                </a:moveTo>
                <a:lnTo>
                  <a:pt x="714375" y="619125"/>
                </a:lnTo>
                <a:lnTo>
                  <a:pt x="714375" y="704850"/>
                </a:lnTo>
                <a:lnTo>
                  <a:pt x="704850" y="704850"/>
                </a:lnTo>
                <a:close/>
                <a:moveTo>
                  <a:pt x="762000" y="619125"/>
                </a:moveTo>
                <a:lnTo>
                  <a:pt x="771525" y="619125"/>
                </a:lnTo>
                <a:lnTo>
                  <a:pt x="771525" y="628650"/>
                </a:lnTo>
                <a:lnTo>
                  <a:pt x="762000" y="628650"/>
                </a:lnTo>
                <a:close/>
                <a:moveTo>
                  <a:pt x="600075" y="628650"/>
                </a:moveTo>
                <a:lnTo>
                  <a:pt x="609600" y="628650"/>
                </a:lnTo>
                <a:lnTo>
                  <a:pt x="609600" y="638175"/>
                </a:lnTo>
                <a:lnTo>
                  <a:pt x="600075" y="638175"/>
                </a:lnTo>
                <a:close/>
                <a:moveTo>
                  <a:pt x="771525" y="638175"/>
                </a:moveTo>
                <a:lnTo>
                  <a:pt x="781050" y="638175"/>
                </a:lnTo>
                <a:lnTo>
                  <a:pt x="781050" y="647700"/>
                </a:lnTo>
                <a:lnTo>
                  <a:pt x="771525" y="647700"/>
                </a:lnTo>
                <a:close/>
                <a:moveTo>
                  <a:pt x="542925" y="647700"/>
                </a:moveTo>
                <a:lnTo>
                  <a:pt x="552450" y="647700"/>
                </a:lnTo>
                <a:lnTo>
                  <a:pt x="552450" y="657225"/>
                </a:lnTo>
                <a:lnTo>
                  <a:pt x="542925" y="657225"/>
                </a:lnTo>
                <a:close/>
                <a:moveTo>
                  <a:pt x="590550" y="647700"/>
                </a:moveTo>
                <a:lnTo>
                  <a:pt x="600075" y="647700"/>
                </a:lnTo>
                <a:lnTo>
                  <a:pt x="600075" y="657225"/>
                </a:lnTo>
                <a:lnTo>
                  <a:pt x="590550" y="657225"/>
                </a:lnTo>
                <a:close/>
                <a:moveTo>
                  <a:pt x="533400" y="666750"/>
                </a:moveTo>
                <a:lnTo>
                  <a:pt x="542925" y="666750"/>
                </a:lnTo>
                <a:lnTo>
                  <a:pt x="542925" y="676275"/>
                </a:lnTo>
                <a:lnTo>
                  <a:pt x="533400" y="676275"/>
                </a:lnTo>
                <a:close/>
                <a:moveTo>
                  <a:pt x="790575" y="666750"/>
                </a:moveTo>
                <a:lnTo>
                  <a:pt x="800100" y="666750"/>
                </a:lnTo>
                <a:lnTo>
                  <a:pt x="800100" y="676275"/>
                </a:lnTo>
                <a:lnTo>
                  <a:pt x="790575" y="676275"/>
                </a:lnTo>
                <a:close/>
                <a:moveTo>
                  <a:pt x="571500" y="676275"/>
                </a:moveTo>
                <a:lnTo>
                  <a:pt x="581025" y="676275"/>
                </a:lnTo>
                <a:lnTo>
                  <a:pt x="581025" y="685800"/>
                </a:lnTo>
                <a:lnTo>
                  <a:pt x="571500" y="685800"/>
                </a:lnTo>
                <a:close/>
                <a:moveTo>
                  <a:pt x="200025" y="685800"/>
                </a:moveTo>
                <a:lnTo>
                  <a:pt x="209550" y="685800"/>
                </a:lnTo>
                <a:lnTo>
                  <a:pt x="209550" y="695325"/>
                </a:lnTo>
                <a:lnTo>
                  <a:pt x="200025" y="695325"/>
                </a:lnTo>
                <a:close/>
                <a:moveTo>
                  <a:pt x="209550" y="695325"/>
                </a:moveTo>
                <a:lnTo>
                  <a:pt x="219075" y="695325"/>
                </a:lnTo>
                <a:lnTo>
                  <a:pt x="219075" y="704850"/>
                </a:lnTo>
                <a:lnTo>
                  <a:pt x="209550" y="704850"/>
                </a:lnTo>
                <a:close/>
                <a:moveTo>
                  <a:pt x="561975" y="695325"/>
                </a:moveTo>
                <a:lnTo>
                  <a:pt x="571500" y="695325"/>
                </a:lnTo>
                <a:lnTo>
                  <a:pt x="571500" y="704850"/>
                </a:lnTo>
                <a:lnTo>
                  <a:pt x="561975" y="704850"/>
                </a:lnTo>
                <a:close/>
                <a:moveTo>
                  <a:pt x="695325" y="704850"/>
                </a:moveTo>
                <a:lnTo>
                  <a:pt x="704850" y="704850"/>
                </a:lnTo>
                <a:lnTo>
                  <a:pt x="704850" y="714375"/>
                </a:lnTo>
                <a:lnTo>
                  <a:pt x="695325" y="714375"/>
                </a:lnTo>
                <a:close/>
                <a:moveTo>
                  <a:pt x="504825" y="714375"/>
                </a:moveTo>
                <a:lnTo>
                  <a:pt x="514350" y="714375"/>
                </a:lnTo>
                <a:lnTo>
                  <a:pt x="514350" y="723900"/>
                </a:lnTo>
                <a:lnTo>
                  <a:pt x="504825" y="723900"/>
                </a:lnTo>
                <a:close/>
                <a:moveTo>
                  <a:pt x="819150" y="714375"/>
                </a:moveTo>
                <a:lnTo>
                  <a:pt x="828675" y="714375"/>
                </a:lnTo>
                <a:lnTo>
                  <a:pt x="828675" y="723900"/>
                </a:lnTo>
                <a:lnTo>
                  <a:pt x="819150" y="723900"/>
                </a:lnTo>
                <a:close/>
                <a:moveTo>
                  <a:pt x="266700" y="723900"/>
                </a:moveTo>
                <a:lnTo>
                  <a:pt x="276225" y="723900"/>
                </a:lnTo>
                <a:lnTo>
                  <a:pt x="276225" y="733425"/>
                </a:lnTo>
                <a:lnTo>
                  <a:pt x="266700" y="733425"/>
                </a:lnTo>
                <a:close/>
                <a:moveTo>
                  <a:pt x="285750" y="733425"/>
                </a:moveTo>
                <a:lnTo>
                  <a:pt x="295275" y="733425"/>
                </a:lnTo>
                <a:lnTo>
                  <a:pt x="295275" y="742950"/>
                </a:lnTo>
                <a:lnTo>
                  <a:pt x="285750" y="742950"/>
                </a:lnTo>
                <a:close/>
                <a:moveTo>
                  <a:pt x="828675" y="733425"/>
                </a:moveTo>
                <a:lnTo>
                  <a:pt x="838200" y="733425"/>
                </a:lnTo>
                <a:lnTo>
                  <a:pt x="838200" y="742950"/>
                </a:lnTo>
                <a:lnTo>
                  <a:pt x="828675" y="742950"/>
                </a:lnTo>
                <a:close/>
                <a:moveTo>
                  <a:pt x="314325" y="742950"/>
                </a:moveTo>
                <a:lnTo>
                  <a:pt x="333375" y="742950"/>
                </a:lnTo>
                <a:lnTo>
                  <a:pt x="333375" y="752475"/>
                </a:lnTo>
                <a:lnTo>
                  <a:pt x="314325" y="752475"/>
                </a:lnTo>
                <a:close/>
                <a:moveTo>
                  <a:pt x="533400" y="742950"/>
                </a:moveTo>
                <a:lnTo>
                  <a:pt x="542925" y="742950"/>
                </a:lnTo>
                <a:lnTo>
                  <a:pt x="542925" y="752475"/>
                </a:lnTo>
                <a:lnTo>
                  <a:pt x="533400" y="752475"/>
                </a:lnTo>
                <a:close/>
                <a:moveTo>
                  <a:pt x="371475" y="752475"/>
                </a:moveTo>
                <a:lnTo>
                  <a:pt x="447675" y="752475"/>
                </a:lnTo>
                <a:lnTo>
                  <a:pt x="447675" y="762000"/>
                </a:lnTo>
                <a:lnTo>
                  <a:pt x="371475" y="762000"/>
                </a:lnTo>
                <a:close/>
                <a:moveTo>
                  <a:pt x="523875" y="762000"/>
                </a:moveTo>
                <a:lnTo>
                  <a:pt x="533400" y="762000"/>
                </a:lnTo>
                <a:lnTo>
                  <a:pt x="533400" y="771525"/>
                </a:lnTo>
                <a:lnTo>
                  <a:pt x="523875" y="771525"/>
                </a:lnTo>
                <a:close/>
                <a:moveTo>
                  <a:pt x="847725" y="800100"/>
                </a:moveTo>
                <a:lnTo>
                  <a:pt x="857250" y="800100"/>
                </a:lnTo>
                <a:lnTo>
                  <a:pt x="857250" y="809625"/>
                </a:lnTo>
                <a:lnTo>
                  <a:pt x="847725" y="809625"/>
                </a:lnTo>
                <a:close/>
                <a:moveTo>
                  <a:pt x="838200" y="809625"/>
                </a:moveTo>
                <a:lnTo>
                  <a:pt x="847725" y="809625"/>
                </a:lnTo>
                <a:lnTo>
                  <a:pt x="847725" y="819150"/>
                </a:lnTo>
                <a:lnTo>
                  <a:pt x="838200" y="819150"/>
                </a:lnTo>
                <a:close/>
              </a:path>
            </a:pathLst>
          </a:custGeom>
          <a:solidFill xmlns:a="http://schemas.openxmlformats.org/drawingml/2006/main">
            <a:srgbClr val="8E979B"/>
          </a:solidFill>
          <a:ln xmlns:a="http://schemas.openxmlformats.org/drawingml/2006/main" w="0">
            <a:noFill/>
          </a:ln>
        </p:spPr>
      </p:sp>
      <p:sp>
        <p:nvSpPr>
          <p:cNvPr id="63" name="limits vector #7b8a94">
            <a:extLst xmlns:a="http://schemas.openxmlformats.org/drawingml/2006/main">
              <a:ext uri="{FF2B5EF4-FFF2-40B4-BE49-F238E27FC236}">
                <a16:creationId xmlns:a16="http://schemas.microsoft.com/office/drawing/2014/main" id="{CA17AE6D-AB38-476D-BF0F-857A2073247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076950" y="1504950"/>
            <a:ext cx="923925" cy="876300"/>
          </a:xfrm>
          <a:custGeom xmlns:a="http://schemas.openxmlformats.org/drawingml/2006/main">
            <a:pathLst>
              <a:path w="923925" h="876300">
                <a:moveTo>
                  <a:pt x="295275" y="85725"/>
                </a:moveTo>
                <a:lnTo>
                  <a:pt x="304800" y="85725"/>
                </a:lnTo>
                <a:lnTo>
                  <a:pt x="304800" y="95250"/>
                </a:lnTo>
                <a:lnTo>
                  <a:pt x="295275" y="95250"/>
                </a:lnTo>
                <a:close/>
                <a:moveTo>
                  <a:pt x="619125" y="171450"/>
                </a:moveTo>
                <a:lnTo>
                  <a:pt x="647700" y="171450"/>
                </a:lnTo>
                <a:lnTo>
                  <a:pt x="647700" y="180975"/>
                </a:lnTo>
                <a:lnTo>
                  <a:pt x="657225" y="180975"/>
                </a:lnTo>
                <a:lnTo>
                  <a:pt x="657225" y="190500"/>
                </a:lnTo>
                <a:lnTo>
                  <a:pt x="666750" y="190500"/>
                </a:lnTo>
                <a:lnTo>
                  <a:pt x="666750" y="200025"/>
                </a:lnTo>
                <a:lnTo>
                  <a:pt x="647700" y="200025"/>
                </a:lnTo>
                <a:lnTo>
                  <a:pt x="647700" y="209550"/>
                </a:lnTo>
                <a:lnTo>
                  <a:pt x="638175" y="209550"/>
                </a:lnTo>
                <a:lnTo>
                  <a:pt x="638175" y="200025"/>
                </a:lnTo>
                <a:lnTo>
                  <a:pt x="619125" y="200025"/>
                </a:lnTo>
                <a:lnTo>
                  <a:pt x="619125" y="190500"/>
                </a:lnTo>
                <a:lnTo>
                  <a:pt x="609600" y="190500"/>
                </a:lnTo>
                <a:lnTo>
                  <a:pt x="609600" y="180975"/>
                </a:lnTo>
                <a:lnTo>
                  <a:pt x="619125" y="180975"/>
                </a:lnTo>
                <a:close/>
                <a:moveTo>
                  <a:pt x="133350" y="200025"/>
                </a:moveTo>
                <a:lnTo>
                  <a:pt x="142875" y="200025"/>
                </a:lnTo>
                <a:lnTo>
                  <a:pt x="142875" y="209550"/>
                </a:lnTo>
                <a:lnTo>
                  <a:pt x="133350" y="209550"/>
                </a:lnTo>
                <a:close/>
                <a:moveTo>
                  <a:pt x="695325" y="238125"/>
                </a:moveTo>
                <a:lnTo>
                  <a:pt x="704850" y="238125"/>
                </a:lnTo>
                <a:lnTo>
                  <a:pt x="704850" y="247650"/>
                </a:lnTo>
                <a:lnTo>
                  <a:pt x="695325" y="247650"/>
                </a:lnTo>
                <a:close/>
                <a:moveTo>
                  <a:pt x="276225" y="276225"/>
                </a:moveTo>
                <a:lnTo>
                  <a:pt x="304800" y="276225"/>
                </a:lnTo>
                <a:lnTo>
                  <a:pt x="304800" y="285750"/>
                </a:lnTo>
                <a:lnTo>
                  <a:pt x="295275" y="285750"/>
                </a:lnTo>
                <a:lnTo>
                  <a:pt x="295275" y="295275"/>
                </a:lnTo>
                <a:lnTo>
                  <a:pt x="266700" y="295275"/>
                </a:lnTo>
                <a:lnTo>
                  <a:pt x="266700" y="285750"/>
                </a:lnTo>
                <a:lnTo>
                  <a:pt x="276225" y="285750"/>
                </a:lnTo>
                <a:close/>
                <a:moveTo>
                  <a:pt x="714375" y="276225"/>
                </a:moveTo>
                <a:lnTo>
                  <a:pt x="723900" y="276225"/>
                </a:lnTo>
                <a:lnTo>
                  <a:pt x="723900" y="285750"/>
                </a:lnTo>
                <a:lnTo>
                  <a:pt x="714375" y="285750"/>
                </a:lnTo>
                <a:close/>
                <a:moveTo>
                  <a:pt x="438150" y="295275"/>
                </a:moveTo>
                <a:lnTo>
                  <a:pt x="447675" y="295275"/>
                </a:lnTo>
                <a:lnTo>
                  <a:pt x="447675" y="314325"/>
                </a:lnTo>
                <a:lnTo>
                  <a:pt x="438150" y="314325"/>
                </a:lnTo>
                <a:close/>
                <a:moveTo>
                  <a:pt x="733425" y="333375"/>
                </a:moveTo>
                <a:lnTo>
                  <a:pt x="742950" y="333375"/>
                </a:lnTo>
                <a:lnTo>
                  <a:pt x="742950" y="342900"/>
                </a:lnTo>
                <a:lnTo>
                  <a:pt x="733425" y="342900"/>
                </a:lnTo>
                <a:close/>
                <a:moveTo>
                  <a:pt x="66675" y="352425"/>
                </a:moveTo>
                <a:lnTo>
                  <a:pt x="76200" y="352425"/>
                </a:lnTo>
                <a:lnTo>
                  <a:pt x="76200" y="361950"/>
                </a:lnTo>
                <a:lnTo>
                  <a:pt x="66675" y="361950"/>
                </a:lnTo>
                <a:close/>
                <a:moveTo>
                  <a:pt x="428625" y="371475"/>
                </a:moveTo>
                <a:lnTo>
                  <a:pt x="438150" y="371475"/>
                </a:lnTo>
                <a:lnTo>
                  <a:pt x="438150" y="409575"/>
                </a:lnTo>
                <a:lnTo>
                  <a:pt x="428625" y="409575"/>
                </a:lnTo>
                <a:close/>
                <a:moveTo>
                  <a:pt x="523875" y="400050"/>
                </a:moveTo>
                <a:lnTo>
                  <a:pt x="533400" y="400050"/>
                </a:lnTo>
                <a:lnTo>
                  <a:pt x="533400" y="409575"/>
                </a:lnTo>
                <a:lnTo>
                  <a:pt x="542925" y="409575"/>
                </a:lnTo>
                <a:lnTo>
                  <a:pt x="542925" y="400050"/>
                </a:lnTo>
                <a:lnTo>
                  <a:pt x="561975" y="400050"/>
                </a:lnTo>
                <a:lnTo>
                  <a:pt x="561975" y="419100"/>
                </a:lnTo>
                <a:lnTo>
                  <a:pt x="552450" y="419100"/>
                </a:lnTo>
                <a:lnTo>
                  <a:pt x="552450" y="428625"/>
                </a:lnTo>
                <a:lnTo>
                  <a:pt x="542925" y="428625"/>
                </a:lnTo>
                <a:lnTo>
                  <a:pt x="542925" y="419100"/>
                </a:lnTo>
                <a:lnTo>
                  <a:pt x="533400" y="419100"/>
                </a:lnTo>
                <a:lnTo>
                  <a:pt x="533400" y="428625"/>
                </a:lnTo>
                <a:lnTo>
                  <a:pt x="523875" y="428625"/>
                </a:lnTo>
                <a:close/>
                <a:moveTo>
                  <a:pt x="276225" y="447675"/>
                </a:moveTo>
                <a:lnTo>
                  <a:pt x="285750" y="447675"/>
                </a:lnTo>
                <a:lnTo>
                  <a:pt x="285750" y="476250"/>
                </a:lnTo>
                <a:lnTo>
                  <a:pt x="276225" y="476250"/>
                </a:lnTo>
                <a:close/>
                <a:moveTo>
                  <a:pt x="438150" y="447675"/>
                </a:moveTo>
                <a:lnTo>
                  <a:pt x="447675" y="447675"/>
                </a:lnTo>
                <a:lnTo>
                  <a:pt x="447675" y="466725"/>
                </a:lnTo>
                <a:lnTo>
                  <a:pt x="438150" y="466725"/>
                </a:lnTo>
                <a:close/>
                <a:moveTo>
                  <a:pt x="66675" y="466725"/>
                </a:moveTo>
                <a:lnTo>
                  <a:pt x="76200" y="466725"/>
                </a:lnTo>
                <a:lnTo>
                  <a:pt x="76200" y="476250"/>
                </a:lnTo>
                <a:lnTo>
                  <a:pt x="66675" y="476250"/>
                </a:lnTo>
                <a:close/>
                <a:moveTo>
                  <a:pt x="76200" y="495300"/>
                </a:moveTo>
                <a:lnTo>
                  <a:pt x="85725" y="495300"/>
                </a:lnTo>
                <a:lnTo>
                  <a:pt x="85725" y="514350"/>
                </a:lnTo>
                <a:lnTo>
                  <a:pt x="76200" y="514350"/>
                </a:lnTo>
                <a:close/>
                <a:moveTo>
                  <a:pt x="438150" y="514350"/>
                </a:moveTo>
                <a:lnTo>
                  <a:pt x="447675" y="514350"/>
                </a:lnTo>
                <a:lnTo>
                  <a:pt x="447675" y="533400"/>
                </a:lnTo>
                <a:lnTo>
                  <a:pt x="438150" y="533400"/>
                </a:lnTo>
                <a:close/>
                <a:moveTo>
                  <a:pt x="85725" y="533400"/>
                </a:moveTo>
                <a:lnTo>
                  <a:pt x="95250" y="533400"/>
                </a:lnTo>
                <a:lnTo>
                  <a:pt x="95250" y="542925"/>
                </a:lnTo>
                <a:lnTo>
                  <a:pt x="85725" y="542925"/>
                </a:lnTo>
                <a:close/>
                <a:moveTo>
                  <a:pt x="285750" y="533400"/>
                </a:moveTo>
                <a:lnTo>
                  <a:pt x="295275" y="533400"/>
                </a:lnTo>
                <a:lnTo>
                  <a:pt x="295275" y="542925"/>
                </a:lnTo>
                <a:lnTo>
                  <a:pt x="285750" y="542925"/>
                </a:lnTo>
                <a:close/>
                <a:moveTo>
                  <a:pt x="95250" y="542925"/>
                </a:moveTo>
                <a:lnTo>
                  <a:pt x="104775" y="542925"/>
                </a:lnTo>
                <a:lnTo>
                  <a:pt x="104775" y="561975"/>
                </a:lnTo>
                <a:lnTo>
                  <a:pt x="95250" y="561975"/>
                </a:lnTo>
                <a:close/>
                <a:moveTo>
                  <a:pt x="295275" y="542925"/>
                </a:moveTo>
                <a:lnTo>
                  <a:pt x="304800" y="542925"/>
                </a:lnTo>
                <a:lnTo>
                  <a:pt x="304800" y="552450"/>
                </a:lnTo>
                <a:lnTo>
                  <a:pt x="295275" y="552450"/>
                </a:lnTo>
                <a:close/>
                <a:moveTo>
                  <a:pt x="514350" y="542925"/>
                </a:moveTo>
                <a:lnTo>
                  <a:pt x="542925" y="542925"/>
                </a:lnTo>
                <a:lnTo>
                  <a:pt x="542925" y="561975"/>
                </a:lnTo>
                <a:lnTo>
                  <a:pt x="533400" y="561975"/>
                </a:lnTo>
                <a:lnTo>
                  <a:pt x="533400" y="552450"/>
                </a:lnTo>
                <a:lnTo>
                  <a:pt x="523875" y="552450"/>
                </a:lnTo>
                <a:lnTo>
                  <a:pt x="523875" y="561975"/>
                </a:lnTo>
                <a:lnTo>
                  <a:pt x="514350" y="561975"/>
                </a:lnTo>
                <a:close/>
                <a:moveTo>
                  <a:pt x="590550" y="561975"/>
                </a:moveTo>
                <a:lnTo>
                  <a:pt x="600075" y="561975"/>
                </a:lnTo>
                <a:lnTo>
                  <a:pt x="600075" y="571500"/>
                </a:lnTo>
                <a:lnTo>
                  <a:pt x="590550" y="571500"/>
                </a:lnTo>
                <a:close/>
                <a:moveTo>
                  <a:pt x="123825" y="571500"/>
                </a:moveTo>
                <a:lnTo>
                  <a:pt x="142875" y="571500"/>
                </a:lnTo>
                <a:lnTo>
                  <a:pt x="142875" y="590550"/>
                </a:lnTo>
                <a:lnTo>
                  <a:pt x="123825" y="590550"/>
                </a:lnTo>
                <a:close/>
                <a:moveTo>
                  <a:pt x="114300" y="590550"/>
                </a:moveTo>
                <a:lnTo>
                  <a:pt x="123825" y="590550"/>
                </a:lnTo>
                <a:lnTo>
                  <a:pt x="123825" y="600075"/>
                </a:lnTo>
                <a:lnTo>
                  <a:pt x="114300" y="600075"/>
                </a:lnTo>
                <a:close/>
                <a:moveTo>
                  <a:pt x="628650" y="590550"/>
                </a:moveTo>
                <a:lnTo>
                  <a:pt x="638175" y="590550"/>
                </a:lnTo>
                <a:lnTo>
                  <a:pt x="638175" y="600075"/>
                </a:lnTo>
                <a:lnTo>
                  <a:pt x="628650" y="600075"/>
                </a:lnTo>
                <a:close/>
                <a:moveTo>
                  <a:pt x="619125" y="600075"/>
                </a:moveTo>
                <a:lnTo>
                  <a:pt x="628650" y="600075"/>
                </a:lnTo>
                <a:lnTo>
                  <a:pt x="628650" y="609600"/>
                </a:lnTo>
                <a:lnTo>
                  <a:pt x="619125" y="609600"/>
                </a:lnTo>
                <a:close/>
                <a:moveTo>
                  <a:pt x="723900" y="600075"/>
                </a:moveTo>
                <a:lnTo>
                  <a:pt x="733425" y="600075"/>
                </a:lnTo>
                <a:lnTo>
                  <a:pt x="733425" y="609600"/>
                </a:lnTo>
                <a:lnTo>
                  <a:pt x="742950" y="609600"/>
                </a:lnTo>
                <a:lnTo>
                  <a:pt x="742950" y="600075"/>
                </a:lnTo>
                <a:lnTo>
                  <a:pt x="752475" y="600075"/>
                </a:lnTo>
                <a:lnTo>
                  <a:pt x="752475" y="609600"/>
                </a:lnTo>
                <a:lnTo>
                  <a:pt x="762000" y="609600"/>
                </a:lnTo>
                <a:lnTo>
                  <a:pt x="762000" y="619125"/>
                </a:lnTo>
                <a:lnTo>
                  <a:pt x="752475" y="619125"/>
                </a:lnTo>
                <a:lnTo>
                  <a:pt x="752475" y="628650"/>
                </a:lnTo>
                <a:lnTo>
                  <a:pt x="771525" y="628650"/>
                </a:lnTo>
                <a:lnTo>
                  <a:pt x="771525" y="647700"/>
                </a:lnTo>
                <a:lnTo>
                  <a:pt x="781050" y="647700"/>
                </a:lnTo>
                <a:lnTo>
                  <a:pt x="781050" y="657225"/>
                </a:lnTo>
                <a:lnTo>
                  <a:pt x="742950" y="657225"/>
                </a:lnTo>
                <a:lnTo>
                  <a:pt x="742950" y="666750"/>
                </a:lnTo>
                <a:lnTo>
                  <a:pt x="733425" y="666750"/>
                </a:lnTo>
                <a:lnTo>
                  <a:pt x="733425" y="657225"/>
                </a:lnTo>
                <a:lnTo>
                  <a:pt x="723900" y="657225"/>
                </a:lnTo>
                <a:lnTo>
                  <a:pt x="723900" y="666750"/>
                </a:lnTo>
                <a:lnTo>
                  <a:pt x="714375" y="666750"/>
                </a:lnTo>
                <a:lnTo>
                  <a:pt x="714375" y="619125"/>
                </a:lnTo>
                <a:lnTo>
                  <a:pt x="704850" y="619125"/>
                </a:lnTo>
                <a:lnTo>
                  <a:pt x="704850" y="609600"/>
                </a:lnTo>
                <a:lnTo>
                  <a:pt x="723900" y="609600"/>
                </a:lnTo>
                <a:close/>
                <a:moveTo>
                  <a:pt x="561975" y="609600"/>
                </a:moveTo>
                <a:lnTo>
                  <a:pt x="571500" y="609600"/>
                </a:lnTo>
                <a:lnTo>
                  <a:pt x="571500" y="619125"/>
                </a:lnTo>
                <a:lnTo>
                  <a:pt x="561975" y="619125"/>
                </a:lnTo>
                <a:close/>
                <a:moveTo>
                  <a:pt x="628650" y="609600"/>
                </a:moveTo>
                <a:lnTo>
                  <a:pt x="647700" y="609600"/>
                </a:lnTo>
                <a:lnTo>
                  <a:pt x="647700" y="619125"/>
                </a:lnTo>
                <a:lnTo>
                  <a:pt x="666750" y="619125"/>
                </a:lnTo>
                <a:lnTo>
                  <a:pt x="666750" y="657225"/>
                </a:lnTo>
                <a:lnTo>
                  <a:pt x="657225" y="657225"/>
                </a:lnTo>
                <a:lnTo>
                  <a:pt x="657225" y="638175"/>
                </a:lnTo>
                <a:lnTo>
                  <a:pt x="647700" y="638175"/>
                </a:lnTo>
                <a:lnTo>
                  <a:pt x="647700" y="647700"/>
                </a:lnTo>
                <a:lnTo>
                  <a:pt x="628650" y="647700"/>
                </a:lnTo>
                <a:lnTo>
                  <a:pt x="628650" y="638175"/>
                </a:lnTo>
                <a:lnTo>
                  <a:pt x="619125" y="638175"/>
                </a:lnTo>
                <a:lnTo>
                  <a:pt x="619125" y="628650"/>
                </a:lnTo>
                <a:lnTo>
                  <a:pt x="609600" y="628650"/>
                </a:lnTo>
                <a:lnTo>
                  <a:pt x="609600" y="619125"/>
                </a:lnTo>
                <a:lnTo>
                  <a:pt x="619125" y="619125"/>
                </a:lnTo>
                <a:lnTo>
                  <a:pt x="619125" y="628650"/>
                </a:lnTo>
                <a:lnTo>
                  <a:pt x="628650" y="628650"/>
                </a:lnTo>
                <a:close/>
                <a:moveTo>
                  <a:pt x="133350" y="619125"/>
                </a:moveTo>
                <a:lnTo>
                  <a:pt x="142875" y="619125"/>
                </a:lnTo>
                <a:lnTo>
                  <a:pt x="142875" y="628650"/>
                </a:lnTo>
                <a:lnTo>
                  <a:pt x="133350" y="628650"/>
                </a:lnTo>
                <a:close/>
                <a:moveTo>
                  <a:pt x="552450" y="619125"/>
                </a:moveTo>
                <a:lnTo>
                  <a:pt x="561975" y="619125"/>
                </a:lnTo>
                <a:lnTo>
                  <a:pt x="561975" y="638175"/>
                </a:lnTo>
                <a:lnTo>
                  <a:pt x="552450" y="638175"/>
                </a:lnTo>
                <a:close/>
                <a:moveTo>
                  <a:pt x="495300" y="628650"/>
                </a:moveTo>
                <a:lnTo>
                  <a:pt x="533400" y="628650"/>
                </a:lnTo>
                <a:lnTo>
                  <a:pt x="533400" y="638175"/>
                </a:lnTo>
                <a:lnTo>
                  <a:pt x="552450" y="638175"/>
                </a:lnTo>
                <a:lnTo>
                  <a:pt x="552450" y="647700"/>
                </a:lnTo>
                <a:lnTo>
                  <a:pt x="533400" y="647700"/>
                </a:lnTo>
                <a:lnTo>
                  <a:pt x="533400" y="657225"/>
                </a:lnTo>
                <a:lnTo>
                  <a:pt x="542925" y="657225"/>
                </a:lnTo>
                <a:lnTo>
                  <a:pt x="542925" y="666750"/>
                </a:lnTo>
                <a:lnTo>
                  <a:pt x="523875" y="666750"/>
                </a:lnTo>
                <a:lnTo>
                  <a:pt x="523875" y="676275"/>
                </a:lnTo>
                <a:lnTo>
                  <a:pt x="504825" y="676275"/>
                </a:lnTo>
                <a:lnTo>
                  <a:pt x="504825" y="666750"/>
                </a:lnTo>
                <a:lnTo>
                  <a:pt x="476250" y="666750"/>
                </a:lnTo>
                <a:lnTo>
                  <a:pt x="476250" y="676275"/>
                </a:lnTo>
                <a:lnTo>
                  <a:pt x="466725" y="676275"/>
                </a:lnTo>
                <a:lnTo>
                  <a:pt x="466725" y="685800"/>
                </a:lnTo>
                <a:lnTo>
                  <a:pt x="457200" y="685800"/>
                </a:lnTo>
                <a:lnTo>
                  <a:pt x="457200" y="695325"/>
                </a:lnTo>
                <a:lnTo>
                  <a:pt x="438150" y="695325"/>
                </a:lnTo>
                <a:lnTo>
                  <a:pt x="438150" y="685800"/>
                </a:lnTo>
                <a:lnTo>
                  <a:pt x="447675" y="685800"/>
                </a:lnTo>
                <a:lnTo>
                  <a:pt x="447675" y="676275"/>
                </a:lnTo>
                <a:lnTo>
                  <a:pt x="457200" y="676275"/>
                </a:lnTo>
                <a:lnTo>
                  <a:pt x="457200" y="666750"/>
                </a:lnTo>
                <a:lnTo>
                  <a:pt x="466725" y="666750"/>
                </a:lnTo>
                <a:lnTo>
                  <a:pt x="466725" y="647700"/>
                </a:lnTo>
                <a:lnTo>
                  <a:pt x="485775" y="647700"/>
                </a:lnTo>
                <a:lnTo>
                  <a:pt x="485775" y="638175"/>
                </a:lnTo>
                <a:lnTo>
                  <a:pt x="495300" y="638175"/>
                </a:lnTo>
                <a:close/>
                <a:moveTo>
                  <a:pt x="495300" y="647700"/>
                </a:moveTo>
                <a:lnTo>
                  <a:pt x="504825" y="647700"/>
                </a:lnTo>
                <a:lnTo>
                  <a:pt x="504825" y="638175"/>
                </a:lnTo>
                <a:lnTo>
                  <a:pt x="495300" y="638175"/>
                </a:lnTo>
                <a:close/>
                <a:moveTo>
                  <a:pt x="523875" y="676275"/>
                </a:moveTo>
                <a:lnTo>
                  <a:pt x="533400" y="676275"/>
                </a:lnTo>
                <a:lnTo>
                  <a:pt x="533400" y="685800"/>
                </a:lnTo>
                <a:lnTo>
                  <a:pt x="523875" y="685800"/>
                </a:lnTo>
                <a:close/>
                <a:moveTo>
                  <a:pt x="800100" y="685800"/>
                </a:moveTo>
                <a:lnTo>
                  <a:pt x="809625" y="685800"/>
                </a:lnTo>
                <a:lnTo>
                  <a:pt x="809625" y="695325"/>
                </a:lnTo>
                <a:lnTo>
                  <a:pt x="800100" y="695325"/>
                </a:lnTo>
                <a:close/>
                <a:moveTo>
                  <a:pt x="514350" y="695325"/>
                </a:moveTo>
                <a:lnTo>
                  <a:pt x="523875" y="695325"/>
                </a:lnTo>
                <a:lnTo>
                  <a:pt x="523875" y="704850"/>
                </a:lnTo>
                <a:lnTo>
                  <a:pt x="514350" y="704850"/>
                </a:lnTo>
                <a:close/>
                <a:moveTo>
                  <a:pt x="228600" y="704850"/>
                </a:moveTo>
                <a:lnTo>
                  <a:pt x="238125" y="704850"/>
                </a:lnTo>
                <a:lnTo>
                  <a:pt x="238125" y="714375"/>
                </a:lnTo>
                <a:lnTo>
                  <a:pt x="228600" y="714375"/>
                </a:lnTo>
                <a:close/>
                <a:moveTo>
                  <a:pt x="666750" y="704850"/>
                </a:moveTo>
                <a:lnTo>
                  <a:pt x="676275" y="704850"/>
                </a:lnTo>
                <a:lnTo>
                  <a:pt x="676275" y="714375"/>
                </a:lnTo>
                <a:lnTo>
                  <a:pt x="666750" y="714375"/>
                </a:lnTo>
                <a:close/>
                <a:moveTo>
                  <a:pt x="304800" y="714375"/>
                </a:moveTo>
                <a:lnTo>
                  <a:pt x="361950" y="714375"/>
                </a:lnTo>
                <a:lnTo>
                  <a:pt x="361950" y="723900"/>
                </a:lnTo>
                <a:lnTo>
                  <a:pt x="381000" y="723900"/>
                </a:lnTo>
                <a:lnTo>
                  <a:pt x="381000" y="714375"/>
                </a:lnTo>
                <a:lnTo>
                  <a:pt x="390525" y="714375"/>
                </a:lnTo>
                <a:lnTo>
                  <a:pt x="390525" y="723900"/>
                </a:lnTo>
                <a:lnTo>
                  <a:pt x="400050" y="723900"/>
                </a:lnTo>
                <a:lnTo>
                  <a:pt x="400050" y="733425"/>
                </a:lnTo>
                <a:lnTo>
                  <a:pt x="390525" y="733425"/>
                </a:lnTo>
                <a:lnTo>
                  <a:pt x="390525" y="752475"/>
                </a:lnTo>
                <a:lnTo>
                  <a:pt x="333375" y="752475"/>
                </a:lnTo>
                <a:lnTo>
                  <a:pt x="333375" y="742950"/>
                </a:lnTo>
                <a:lnTo>
                  <a:pt x="295275" y="742950"/>
                </a:lnTo>
                <a:lnTo>
                  <a:pt x="295275" y="733425"/>
                </a:lnTo>
                <a:lnTo>
                  <a:pt x="276225" y="733425"/>
                </a:lnTo>
                <a:lnTo>
                  <a:pt x="276225" y="723900"/>
                </a:lnTo>
                <a:lnTo>
                  <a:pt x="304800" y="723900"/>
                </a:lnTo>
                <a:close/>
                <a:moveTo>
                  <a:pt x="552450" y="714375"/>
                </a:moveTo>
                <a:lnTo>
                  <a:pt x="561975" y="714375"/>
                </a:lnTo>
                <a:lnTo>
                  <a:pt x="561975" y="723900"/>
                </a:lnTo>
                <a:lnTo>
                  <a:pt x="552450" y="723900"/>
                </a:lnTo>
                <a:close/>
                <a:moveTo>
                  <a:pt x="676275" y="714375"/>
                </a:moveTo>
                <a:lnTo>
                  <a:pt x="685800" y="714375"/>
                </a:lnTo>
                <a:lnTo>
                  <a:pt x="685800" y="733425"/>
                </a:lnTo>
                <a:lnTo>
                  <a:pt x="676275" y="733425"/>
                </a:lnTo>
                <a:close/>
                <a:moveTo>
                  <a:pt x="838200" y="752475"/>
                </a:moveTo>
                <a:lnTo>
                  <a:pt x="847725" y="752475"/>
                </a:lnTo>
                <a:lnTo>
                  <a:pt x="847725" y="762000"/>
                </a:lnTo>
                <a:lnTo>
                  <a:pt x="838200" y="762000"/>
                </a:lnTo>
                <a:close/>
                <a:moveTo>
                  <a:pt x="666750" y="762000"/>
                </a:moveTo>
                <a:lnTo>
                  <a:pt x="676275" y="762000"/>
                </a:lnTo>
                <a:lnTo>
                  <a:pt x="676275" y="771525"/>
                </a:lnTo>
                <a:lnTo>
                  <a:pt x="666750" y="771525"/>
                </a:lnTo>
                <a:close/>
                <a:moveTo>
                  <a:pt x="676275" y="771525"/>
                </a:moveTo>
                <a:lnTo>
                  <a:pt x="695325" y="771525"/>
                </a:lnTo>
                <a:lnTo>
                  <a:pt x="695325" y="781050"/>
                </a:lnTo>
                <a:lnTo>
                  <a:pt x="676275" y="781050"/>
                </a:lnTo>
                <a:close/>
                <a:moveTo>
                  <a:pt x="847725" y="771525"/>
                </a:moveTo>
                <a:lnTo>
                  <a:pt x="857250" y="771525"/>
                </a:lnTo>
                <a:lnTo>
                  <a:pt x="857250" y="781050"/>
                </a:lnTo>
                <a:lnTo>
                  <a:pt x="847725" y="781050"/>
                </a:lnTo>
                <a:close/>
                <a:moveTo>
                  <a:pt x="819150" y="781050"/>
                </a:moveTo>
                <a:lnTo>
                  <a:pt x="838200" y="781050"/>
                </a:lnTo>
                <a:lnTo>
                  <a:pt x="838200" y="790575"/>
                </a:lnTo>
                <a:lnTo>
                  <a:pt x="819150" y="790575"/>
                </a:lnTo>
                <a:close/>
                <a:moveTo>
                  <a:pt x="847725" y="790575"/>
                </a:moveTo>
                <a:lnTo>
                  <a:pt x="857250" y="790575"/>
                </a:lnTo>
                <a:lnTo>
                  <a:pt x="857250" y="800100"/>
                </a:lnTo>
                <a:lnTo>
                  <a:pt x="847725" y="800100"/>
                </a:lnTo>
                <a:close/>
                <a:moveTo>
                  <a:pt x="781050" y="809625"/>
                </a:moveTo>
                <a:lnTo>
                  <a:pt x="800100" y="809625"/>
                </a:lnTo>
                <a:lnTo>
                  <a:pt x="800100" y="819150"/>
                </a:lnTo>
                <a:lnTo>
                  <a:pt x="781050" y="819150"/>
                </a:lnTo>
                <a:close/>
              </a:path>
            </a:pathLst>
          </a:custGeom>
          <a:solidFill xmlns:a="http://schemas.openxmlformats.org/drawingml/2006/main">
            <a:srgbClr val="7B8A94"/>
          </a:solidFill>
          <a:ln xmlns:a="http://schemas.openxmlformats.org/drawingml/2006/main" w="0">
            <a:noFill/>
          </a:ln>
        </p:spPr>
      </p:sp>
      <p:sp>
        <p:nvSpPr>
          <p:cNvPr id="64" name="limits vector #7b8994">
            <a:extLst xmlns:a="http://schemas.openxmlformats.org/drawingml/2006/main">
              <a:ext uri="{FF2B5EF4-FFF2-40B4-BE49-F238E27FC236}">
                <a16:creationId xmlns:a16="http://schemas.microsoft.com/office/drawing/2014/main" id="{24A90F11-1950-4F0A-8B34-D0158787B1B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076950" y="1504950"/>
            <a:ext cx="923925" cy="876300"/>
          </a:xfrm>
          <a:custGeom xmlns:a="http://schemas.openxmlformats.org/drawingml/2006/main">
            <a:pathLst>
              <a:path w="923925" h="876300">
                <a:moveTo>
                  <a:pt x="333375" y="76200"/>
                </a:moveTo>
                <a:lnTo>
                  <a:pt x="342900" y="76200"/>
                </a:lnTo>
                <a:lnTo>
                  <a:pt x="342900" y="85725"/>
                </a:lnTo>
                <a:lnTo>
                  <a:pt x="333375" y="85725"/>
                </a:lnTo>
                <a:close/>
                <a:moveTo>
                  <a:pt x="371475" y="76200"/>
                </a:moveTo>
                <a:lnTo>
                  <a:pt x="457200" y="76200"/>
                </a:lnTo>
                <a:lnTo>
                  <a:pt x="457200" y="85725"/>
                </a:lnTo>
                <a:lnTo>
                  <a:pt x="371475" y="85725"/>
                </a:lnTo>
                <a:close/>
                <a:moveTo>
                  <a:pt x="485775" y="85725"/>
                </a:moveTo>
                <a:lnTo>
                  <a:pt x="495300" y="85725"/>
                </a:lnTo>
                <a:lnTo>
                  <a:pt x="495300" y="95250"/>
                </a:lnTo>
                <a:lnTo>
                  <a:pt x="485775" y="95250"/>
                </a:lnTo>
                <a:close/>
                <a:moveTo>
                  <a:pt x="333375" y="95250"/>
                </a:moveTo>
                <a:lnTo>
                  <a:pt x="342900" y="95250"/>
                </a:lnTo>
                <a:lnTo>
                  <a:pt x="342900" y="104775"/>
                </a:lnTo>
                <a:lnTo>
                  <a:pt x="333375" y="104775"/>
                </a:lnTo>
                <a:close/>
                <a:moveTo>
                  <a:pt x="409575" y="95250"/>
                </a:moveTo>
                <a:lnTo>
                  <a:pt x="428625" y="95250"/>
                </a:lnTo>
                <a:lnTo>
                  <a:pt x="428625" y="104775"/>
                </a:lnTo>
                <a:lnTo>
                  <a:pt x="438150" y="104775"/>
                </a:lnTo>
                <a:lnTo>
                  <a:pt x="438150" y="123825"/>
                </a:lnTo>
                <a:lnTo>
                  <a:pt x="419100" y="123825"/>
                </a:lnTo>
                <a:lnTo>
                  <a:pt x="419100" y="104775"/>
                </a:lnTo>
                <a:lnTo>
                  <a:pt x="409575" y="104775"/>
                </a:lnTo>
                <a:close/>
                <a:moveTo>
                  <a:pt x="447675" y="95250"/>
                </a:moveTo>
                <a:lnTo>
                  <a:pt x="466725" y="95250"/>
                </a:lnTo>
                <a:lnTo>
                  <a:pt x="466725" y="104775"/>
                </a:lnTo>
                <a:lnTo>
                  <a:pt x="447675" y="104775"/>
                </a:lnTo>
                <a:close/>
                <a:moveTo>
                  <a:pt x="533400" y="95250"/>
                </a:moveTo>
                <a:lnTo>
                  <a:pt x="542925" y="95250"/>
                </a:lnTo>
                <a:lnTo>
                  <a:pt x="542925" y="104775"/>
                </a:lnTo>
                <a:lnTo>
                  <a:pt x="533400" y="104775"/>
                </a:lnTo>
                <a:close/>
                <a:moveTo>
                  <a:pt x="314325" y="104775"/>
                </a:moveTo>
                <a:lnTo>
                  <a:pt x="333375" y="104775"/>
                </a:lnTo>
                <a:lnTo>
                  <a:pt x="333375" y="114300"/>
                </a:lnTo>
                <a:lnTo>
                  <a:pt x="314325" y="114300"/>
                </a:lnTo>
                <a:close/>
                <a:moveTo>
                  <a:pt x="619125" y="152400"/>
                </a:moveTo>
                <a:lnTo>
                  <a:pt x="628650" y="152400"/>
                </a:lnTo>
                <a:lnTo>
                  <a:pt x="628650" y="161925"/>
                </a:lnTo>
                <a:lnTo>
                  <a:pt x="638175" y="161925"/>
                </a:lnTo>
                <a:lnTo>
                  <a:pt x="638175" y="171450"/>
                </a:lnTo>
                <a:lnTo>
                  <a:pt x="619125" y="171450"/>
                </a:lnTo>
                <a:lnTo>
                  <a:pt x="619125" y="180975"/>
                </a:lnTo>
                <a:lnTo>
                  <a:pt x="600075" y="180975"/>
                </a:lnTo>
                <a:lnTo>
                  <a:pt x="600075" y="161925"/>
                </a:lnTo>
                <a:lnTo>
                  <a:pt x="619125" y="161925"/>
                </a:lnTo>
                <a:close/>
                <a:moveTo>
                  <a:pt x="647700" y="200025"/>
                </a:moveTo>
                <a:lnTo>
                  <a:pt x="666750" y="200025"/>
                </a:lnTo>
                <a:lnTo>
                  <a:pt x="666750" y="228600"/>
                </a:lnTo>
                <a:lnTo>
                  <a:pt x="657225" y="228600"/>
                </a:lnTo>
                <a:lnTo>
                  <a:pt x="657225" y="219075"/>
                </a:lnTo>
                <a:lnTo>
                  <a:pt x="647700" y="219075"/>
                </a:lnTo>
                <a:close/>
                <a:moveTo>
                  <a:pt x="133350" y="209550"/>
                </a:moveTo>
                <a:lnTo>
                  <a:pt x="142875" y="209550"/>
                </a:lnTo>
                <a:lnTo>
                  <a:pt x="142875" y="219075"/>
                </a:lnTo>
                <a:lnTo>
                  <a:pt x="133350" y="219075"/>
                </a:lnTo>
                <a:close/>
                <a:moveTo>
                  <a:pt x="152400" y="209550"/>
                </a:moveTo>
                <a:lnTo>
                  <a:pt x="161925" y="209550"/>
                </a:lnTo>
                <a:lnTo>
                  <a:pt x="161925" y="219075"/>
                </a:lnTo>
                <a:lnTo>
                  <a:pt x="152400" y="219075"/>
                </a:lnTo>
                <a:close/>
                <a:moveTo>
                  <a:pt x="447675" y="209550"/>
                </a:moveTo>
                <a:lnTo>
                  <a:pt x="466725" y="209550"/>
                </a:lnTo>
                <a:lnTo>
                  <a:pt x="466725" y="228600"/>
                </a:lnTo>
                <a:lnTo>
                  <a:pt x="447675" y="228600"/>
                </a:lnTo>
                <a:close/>
                <a:moveTo>
                  <a:pt x="676275" y="209550"/>
                </a:moveTo>
                <a:lnTo>
                  <a:pt x="685800" y="209550"/>
                </a:lnTo>
                <a:lnTo>
                  <a:pt x="685800" y="219075"/>
                </a:lnTo>
                <a:lnTo>
                  <a:pt x="676275" y="219075"/>
                </a:lnTo>
                <a:close/>
                <a:moveTo>
                  <a:pt x="123825" y="219075"/>
                </a:moveTo>
                <a:lnTo>
                  <a:pt x="133350" y="219075"/>
                </a:lnTo>
                <a:lnTo>
                  <a:pt x="133350" y="228600"/>
                </a:lnTo>
                <a:lnTo>
                  <a:pt x="123825" y="228600"/>
                </a:lnTo>
                <a:close/>
                <a:moveTo>
                  <a:pt x="114300" y="228600"/>
                </a:moveTo>
                <a:lnTo>
                  <a:pt x="123825" y="228600"/>
                </a:lnTo>
                <a:lnTo>
                  <a:pt x="123825" y="238125"/>
                </a:lnTo>
                <a:lnTo>
                  <a:pt x="114300" y="238125"/>
                </a:lnTo>
                <a:close/>
                <a:moveTo>
                  <a:pt x="514350" y="238125"/>
                </a:moveTo>
                <a:lnTo>
                  <a:pt x="542925" y="238125"/>
                </a:lnTo>
                <a:lnTo>
                  <a:pt x="542925" y="266700"/>
                </a:lnTo>
                <a:lnTo>
                  <a:pt x="552450" y="266700"/>
                </a:lnTo>
                <a:lnTo>
                  <a:pt x="552450" y="295275"/>
                </a:lnTo>
                <a:lnTo>
                  <a:pt x="533400" y="295275"/>
                </a:lnTo>
                <a:lnTo>
                  <a:pt x="533400" y="304800"/>
                </a:lnTo>
                <a:lnTo>
                  <a:pt x="523875" y="304800"/>
                </a:lnTo>
                <a:lnTo>
                  <a:pt x="523875" y="276225"/>
                </a:lnTo>
                <a:lnTo>
                  <a:pt x="495300" y="276225"/>
                </a:lnTo>
                <a:lnTo>
                  <a:pt x="495300" y="266700"/>
                </a:lnTo>
                <a:lnTo>
                  <a:pt x="504825" y="266700"/>
                </a:lnTo>
                <a:lnTo>
                  <a:pt x="504825" y="247650"/>
                </a:lnTo>
                <a:lnTo>
                  <a:pt x="514350" y="247650"/>
                </a:lnTo>
                <a:close/>
                <a:moveTo>
                  <a:pt x="676275" y="247650"/>
                </a:moveTo>
                <a:lnTo>
                  <a:pt x="695325" y="247650"/>
                </a:lnTo>
                <a:lnTo>
                  <a:pt x="695325" y="257175"/>
                </a:lnTo>
                <a:lnTo>
                  <a:pt x="676275" y="257175"/>
                </a:lnTo>
                <a:close/>
                <a:moveTo>
                  <a:pt x="704850" y="257175"/>
                </a:moveTo>
                <a:lnTo>
                  <a:pt x="714375" y="257175"/>
                </a:lnTo>
                <a:lnTo>
                  <a:pt x="714375" y="266700"/>
                </a:lnTo>
                <a:lnTo>
                  <a:pt x="704850" y="266700"/>
                </a:lnTo>
                <a:close/>
                <a:moveTo>
                  <a:pt x="285750" y="266700"/>
                </a:moveTo>
                <a:lnTo>
                  <a:pt x="295275" y="266700"/>
                </a:lnTo>
                <a:lnTo>
                  <a:pt x="295275" y="276225"/>
                </a:lnTo>
                <a:lnTo>
                  <a:pt x="285750" y="276225"/>
                </a:lnTo>
                <a:close/>
                <a:moveTo>
                  <a:pt x="457200" y="266700"/>
                </a:moveTo>
                <a:lnTo>
                  <a:pt x="476250" y="266700"/>
                </a:lnTo>
                <a:lnTo>
                  <a:pt x="476250" y="276225"/>
                </a:lnTo>
                <a:lnTo>
                  <a:pt x="457200" y="276225"/>
                </a:lnTo>
                <a:close/>
                <a:moveTo>
                  <a:pt x="447675" y="276225"/>
                </a:moveTo>
                <a:lnTo>
                  <a:pt x="457200" y="276225"/>
                </a:lnTo>
                <a:lnTo>
                  <a:pt x="457200" y="285750"/>
                </a:lnTo>
                <a:lnTo>
                  <a:pt x="447675" y="285750"/>
                </a:lnTo>
                <a:close/>
                <a:moveTo>
                  <a:pt x="685800" y="276225"/>
                </a:moveTo>
                <a:lnTo>
                  <a:pt x="695325" y="276225"/>
                </a:lnTo>
                <a:lnTo>
                  <a:pt x="695325" y="285750"/>
                </a:lnTo>
                <a:lnTo>
                  <a:pt x="685800" y="285750"/>
                </a:lnTo>
                <a:close/>
                <a:moveTo>
                  <a:pt x="695325" y="285750"/>
                </a:moveTo>
                <a:lnTo>
                  <a:pt x="704850" y="285750"/>
                </a:lnTo>
                <a:lnTo>
                  <a:pt x="704850" y="295275"/>
                </a:lnTo>
                <a:lnTo>
                  <a:pt x="695325" y="295275"/>
                </a:lnTo>
                <a:close/>
                <a:moveTo>
                  <a:pt x="714375" y="285750"/>
                </a:moveTo>
                <a:lnTo>
                  <a:pt x="723900" y="285750"/>
                </a:lnTo>
                <a:lnTo>
                  <a:pt x="723900" y="304800"/>
                </a:lnTo>
                <a:lnTo>
                  <a:pt x="714375" y="304800"/>
                </a:lnTo>
                <a:close/>
                <a:moveTo>
                  <a:pt x="276225" y="295275"/>
                </a:moveTo>
                <a:lnTo>
                  <a:pt x="285750" y="295275"/>
                </a:lnTo>
                <a:lnTo>
                  <a:pt x="285750" y="304800"/>
                </a:lnTo>
                <a:lnTo>
                  <a:pt x="276225" y="304800"/>
                </a:lnTo>
                <a:close/>
                <a:moveTo>
                  <a:pt x="704850" y="304800"/>
                </a:moveTo>
                <a:lnTo>
                  <a:pt x="714375" y="304800"/>
                </a:lnTo>
                <a:lnTo>
                  <a:pt x="714375" y="314325"/>
                </a:lnTo>
                <a:lnTo>
                  <a:pt x="704850" y="314325"/>
                </a:lnTo>
                <a:close/>
                <a:moveTo>
                  <a:pt x="723900" y="304800"/>
                </a:moveTo>
                <a:lnTo>
                  <a:pt x="733425" y="304800"/>
                </a:lnTo>
                <a:lnTo>
                  <a:pt x="733425" y="333375"/>
                </a:lnTo>
                <a:lnTo>
                  <a:pt x="723900" y="333375"/>
                </a:lnTo>
                <a:close/>
                <a:moveTo>
                  <a:pt x="276225" y="323850"/>
                </a:moveTo>
                <a:lnTo>
                  <a:pt x="285750" y="323850"/>
                </a:lnTo>
                <a:lnTo>
                  <a:pt x="285750" y="342900"/>
                </a:lnTo>
                <a:lnTo>
                  <a:pt x="276225" y="342900"/>
                </a:lnTo>
                <a:close/>
                <a:moveTo>
                  <a:pt x="704850" y="323850"/>
                </a:moveTo>
                <a:lnTo>
                  <a:pt x="714375" y="323850"/>
                </a:lnTo>
                <a:lnTo>
                  <a:pt x="714375" y="352425"/>
                </a:lnTo>
                <a:lnTo>
                  <a:pt x="695325" y="352425"/>
                </a:lnTo>
                <a:lnTo>
                  <a:pt x="695325" y="333375"/>
                </a:lnTo>
                <a:lnTo>
                  <a:pt x="704850" y="333375"/>
                </a:lnTo>
                <a:close/>
                <a:moveTo>
                  <a:pt x="371475" y="333375"/>
                </a:moveTo>
                <a:lnTo>
                  <a:pt x="381000" y="333375"/>
                </a:lnTo>
                <a:lnTo>
                  <a:pt x="381000" y="390525"/>
                </a:lnTo>
                <a:lnTo>
                  <a:pt x="371475" y="390525"/>
                </a:lnTo>
                <a:close/>
                <a:moveTo>
                  <a:pt x="733425" y="342900"/>
                </a:moveTo>
                <a:lnTo>
                  <a:pt x="742950" y="342900"/>
                </a:lnTo>
                <a:lnTo>
                  <a:pt x="742950" y="352425"/>
                </a:lnTo>
                <a:lnTo>
                  <a:pt x="733425" y="352425"/>
                </a:lnTo>
                <a:close/>
                <a:moveTo>
                  <a:pt x="390525" y="352425"/>
                </a:moveTo>
                <a:lnTo>
                  <a:pt x="400050" y="352425"/>
                </a:lnTo>
                <a:lnTo>
                  <a:pt x="400050" y="361950"/>
                </a:lnTo>
                <a:lnTo>
                  <a:pt x="390525" y="361950"/>
                </a:lnTo>
                <a:close/>
                <a:moveTo>
                  <a:pt x="400050" y="361950"/>
                </a:moveTo>
                <a:lnTo>
                  <a:pt x="409575" y="361950"/>
                </a:lnTo>
                <a:lnTo>
                  <a:pt x="409575" y="371475"/>
                </a:lnTo>
                <a:lnTo>
                  <a:pt x="428625" y="371475"/>
                </a:lnTo>
                <a:lnTo>
                  <a:pt x="428625" y="400050"/>
                </a:lnTo>
                <a:lnTo>
                  <a:pt x="400050" y="400050"/>
                </a:lnTo>
                <a:close/>
                <a:moveTo>
                  <a:pt x="714375" y="371475"/>
                </a:moveTo>
                <a:lnTo>
                  <a:pt x="723900" y="371475"/>
                </a:lnTo>
                <a:lnTo>
                  <a:pt x="723900" y="381000"/>
                </a:lnTo>
                <a:lnTo>
                  <a:pt x="714375" y="381000"/>
                </a:lnTo>
                <a:close/>
                <a:moveTo>
                  <a:pt x="733425" y="371475"/>
                </a:moveTo>
                <a:lnTo>
                  <a:pt x="742950" y="371475"/>
                </a:lnTo>
                <a:lnTo>
                  <a:pt x="742950" y="390525"/>
                </a:lnTo>
                <a:lnTo>
                  <a:pt x="733425" y="390525"/>
                </a:lnTo>
                <a:close/>
                <a:moveTo>
                  <a:pt x="276225" y="381000"/>
                </a:moveTo>
                <a:lnTo>
                  <a:pt x="285750" y="381000"/>
                </a:lnTo>
                <a:lnTo>
                  <a:pt x="285750" y="447675"/>
                </a:lnTo>
                <a:lnTo>
                  <a:pt x="276225" y="447675"/>
                </a:lnTo>
                <a:close/>
                <a:moveTo>
                  <a:pt x="542925" y="381000"/>
                </a:moveTo>
                <a:lnTo>
                  <a:pt x="552450" y="381000"/>
                </a:lnTo>
                <a:lnTo>
                  <a:pt x="552450" y="400050"/>
                </a:lnTo>
                <a:lnTo>
                  <a:pt x="542925" y="400050"/>
                </a:lnTo>
                <a:lnTo>
                  <a:pt x="542925" y="409575"/>
                </a:lnTo>
                <a:lnTo>
                  <a:pt x="533400" y="409575"/>
                </a:lnTo>
                <a:lnTo>
                  <a:pt x="533400" y="400050"/>
                </a:lnTo>
                <a:lnTo>
                  <a:pt x="523875" y="400050"/>
                </a:lnTo>
                <a:lnTo>
                  <a:pt x="523875" y="390525"/>
                </a:lnTo>
                <a:lnTo>
                  <a:pt x="542925" y="390525"/>
                </a:lnTo>
                <a:close/>
                <a:moveTo>
                  <a:pt x="533400" y="419100"/>
                </a:moveTo>
                <a:lnTo>
                  <a:pt x="542925" y="419100"/>
                </a:lnTo>
                <a:lnTo>
                  <a:pt x="542925" y="428625"/>
                </a:lnTo>
                <a:lnTo>
                  <a:pt x="533400" y="428625"/>
                </a:lnTo>
                <a:close/>
                <a:moveTo>
                  <a:pt x="552450" y="419100"/>
                </a:moveTo>
                <a:lnTo>
                  <a:pt x="561975" y="419100"/>
                </a:lnTo>
                <a:lnTo>
                  <a:pt x="561975" y="428625"/>
                </a:lnTo>
                <a:lnTo>
                  <a:pt x="552450" y="428625"/>
                </a:lnTo>
                <a:close/>
                <a:moveTo>
                  <a:pt x="523875" y="428625"/>
                </a:moveTo>
                <a:lnTo>
                  <a:pt x="533400" y="428625"/>
                </a:lnTo>
                <a:lnTo>
                  <a:pt x="533400" y="438150"/>
                </a:lnTo>
                <a:lnTo>
                  <a:pt x="523875" y="438150"/>
                </a:lnTo>
                <a:close/>
                <a:moveTo>
                  <a:pt x="542925" y="428625"/>
                </a:moveTo>
                <a:lnTo>
                  <a:pt x="552450" y="428625"/>
                </a:lnTo>
                <a:lnTo>
                  <a:pt x="552450" y="438150"/>
                </a:lnTo>
                <a:lnTo>
                  <a:pt x="542925" y="438150"/>
                </a:lnTo>
                <a:close/>
                <a:moveTo>
                  <a:pt x="276225" y="476250"/>
                </a:moveTo>
                <a:lnTo>
                  <a:pt x="285750" y="476250"/>
                </a:lnTo>
                <a:lnTo>
                  <a:pt x="285750" y="514350"/>
                </a:lnTo>
                <a:lnTo>
                  <a:pt x="276225" y="514350"/>
                </a:lnTo>
                <a:close/>
                <a:moveTo>
                  <a:pt x="95250" y="485775"/>
                </a:moveTo>
                <a:lnTo>
                  <a:pt x="104775" y="485775"/>
                </a:lnTo>
                <a:lnTo>
                  <a:pt x="104775" y="514350"/>
                </a:lnTo>
                <a:lnTo>
                  <a:pt x="85725" y="514350"/>
                </a:lnTo>
                <a:lnTo>
                  <a:pt x="85725" y="504825"/>
                </a:lnTo>
                <a:lnTo>
                  <a:pt x="95250" y="504825"/>
                </a:lnTo>
                <a:close/>
                <a:moveTo>
                  <a:pt x="104775" y="514350"/>
                </a:moveTo>
                <a:lnTo>
                  <a:pt x="114300" y="514350"/>
                </a:lnTo>
                <a:lnTo>
                  <a:pt x="114300" y="523875"/>
                </a:lnTo>
                <a:lnTo>
                  <a:pt x="104775" y="523875"/>
                </a:lnTo>
                <a:close/>
                <a:moveTo>
                  <a:pt x="85725" y="523875"/>
                </a:moveTo>
                <a:lnTo>
                  <a:pt x="95250" y="523875"/>
                </a:lnTo>
                <a:lnTo>
                  <a:pt x="95250" y="533400"/>
                </a:lnTo>
                <a:lnTo>
                  <a:pt x="85725" y="533400"/>
                </a:lnTo>
                <a:close/>
                <a:moveTo>
                  <a:pt x="104775" y="533400"/>
                </a:moveTo>
                <a:lnTo>
                  <a:pt x="114300" y="533400"/>
                </a:lnTo>
                <a:lnTo>
                  <a:pt x="114300" y="542925"/>
                </a:lnTo>
                <a:lnTo>
                  <a:pt x="123825" y="542925"/>
                </a:lnTo>
                <a:lnTo>
                  <a:pt x="123825" y="552450"/>
                </a:lnTo>
                <a:lnTo>
                  <a:pt x="133350" y="552450"/>
                </a:lnTo>
                <a:lnTo>
                  <a:pt x="133350" y="561975"/>
                </a:lnTo>
                <a:lnTo>
                  <a:pt x="142875" y="561975"/>
                </a:lnTo>
                <a:lnTo>
                  <a:pt x="142875" y="571500"/>
                </a:lnTo>
                <a:lnTo>
                  <a:pt x="123825" y="571500"/>
                </a:lnTo>
                <a:lnTo>
                  <a:pt x="123825" y="590550"/>
                </a:lnTo>
                <a:lnTo>
                  <a:pt x="114300" y="590550"/>
                </a:lnTo>
                <a:lnTo>
                  <a:pt x="114300" y="581025"/>
                </a:lnTo>
                <a:lnTo>
                  <a:pt x="104775" y="581025"/>
                </a:lnTo>
                <a:lnTo>
                  <a:pt x="104775" y="571500"/>
                </a:lnTo>
                <a:lnTo>
                  <a:pt x="114300" y="571500"/>
                </a:lnTo>
                <a:lnTo>
                  <a:pt x="114300" y="561975"/>
                </a:lnTo>
                <a:lnTo>
                  <a:pt x="104775" y="561975"/>
                </a:lnTo>
                <a:close/>
                <a:moveTo>
                  <a:pt x="438150" y="533400"/>
                </a:moveTo>
                <a:lnTo>
                  <a:pt x="447675" y="533400"/>
                </a:lnTo>
                <a:lnTo>
                  <a:pt x="447675" y="542925"/>
                </a:lnTo>
                <a:lnTo>
                  <a:pt x="438150" y="542925"/>
                </a:lnTo>
                <a:close/>
                <a:moveTo>
                  <a:pt x="447675" y="542925"/>
                </a:moveTo>
                <a:lnTo>
                  <a:pt x="457200" y="542925"/>
                </a:lnTo>
                <a:lnTo>
                  <a:pt x="457200" y="552450"/>
                </a:lnTo>
                <a:lnTo>
                  <a:pt x="447675" y="552450"/>
                </a:lnTo>
                <a:close/>
                <a:moveTo>
                  <a:pt x="495300" y="552450"/>
                </a:moveTo>
                <a:lnTo>
                  <a:pt x="514350" y="552450"/>
                </a:lnTo>
                <a:lnTo>
                  <a:pt x="514350" y="561975"/>
                </a:lnTo>
                <a:lnTo>
                  <a:pt x="495300" y="561975"/>
                </a:lnTo>
                <a:close/>
                <a:moveTo>
                  <a:pt x="523875" y="552450"/>
                </a:moveTo>
                <a:lnTo>
                  <a:pt x="533400" y="552450"/>
                </a:lnTo>
                <a:lnTo>
                  <a:pt x="533400" y="571500"/>
                </a:lnTo>
                <a:lnTo>
                  <a:pt x="514350" y="571500"/>
                </a:lnTo>
                <a:lnTo>
                  <a:pt x="514350" y="561975"/>
                </a:lnTo>
                <a:lnTo>
                  <a:pt x="523875" y="561975"/>
                </a:lnTo>
                <a:close/>
                <a:moveTo>
                  <a:pt x="447675" y="571500"/>
                </a:moveTo>
                <a:lnTo>
                  <a:pt x="457200" y="571500"/>
                </a:lnTo>
                <a:lnTo>
                  <a:pt x="457200" y="581025"/>
                </a:lnTo>
                <a:lnTo>
                  <a:pt x="447675" y="581025"/>
                </a:lnTo>
                <a:close/>
                <a:moveTo>
                  <a:pt x="466725" y="571500"/>
                </a:moveTo>
                <a:lnTo>
                  <a:pt x="476250" y="571500"/>
                </a:lnTo>
                <a:lnTo>
                  <a:pt x="476250" y="581025"/>
                </a:lnTo>
                <a:lnTo>
                  <a:pt x="466725" y="581025"/>
                </a:lnTo>
                <a:close/>
                <a:moveTo>
                  <a:pt x="485775" y="571500"/>
                </a:moveTo>
                <a:lnTo>
                  <a:pt x="495300" y="571500"/>
                </a:lnTo>
                <a:lnTo>
                  <a:pt x="495300" y="581025"/>
                </a:lnTo>
                <a:lnTo>
                  <a:pt x="485775" y="581025"/>
                </a:lnTo>
                <a:close/>
                <a:moveTo>
                  <a:pt x="504825" y="571500"/>
                </a:moveTo>
                <a:lnTo>
                  <a:pt x="514350" y="571500"/>
                </a:lnTo>
                <a:lnTo>
                  <a:pt x="514350" y="581025"/>
                </a:lnTo>
                <a:lnTo>
                  <a:pt x="504825" y="581025"/>
                </a:lnTo>
                <a:close/>
                <a:moveTo>
                  <a:pt x="685800" y="581025"/>
                </a:moveTo>
                <a:lnTo>
                  <a:pt x="695325" y="581025"/>
                </a:lnTo>
                <a:lnTo>
                  <a:pt x="695325" y="590550"/>
                </a:lnTo>
                <a:lnTo>
                  <a:pt x="704850" y="590550"/>
                </a:lnTo>
                <a:lnTo>
                  <a:pt x="704850" y="581025"/>
                </a:lnTo>
                <a:lnTo>
                  <a:pt x="714375" y="581025"/>
                </a:lnTo>
                <a:lnTo>
                  <a:pt x="714375" y="590550"/>
                </a:lnTo>
                <a:lnTo>
                  <a:pt x="733425" y="590550"/>
                </a:lnTo>
                <a:lnTo>
                  <a:pt x="733425" y="600075"/>
                </a:lnTo>
                <a:lnTo>
                  <a:pt x="723900" y="600075"/>
                </a:lnTo>
                <a:lnTo>
                  <a:pt x="723900" y="609600"/>
                </a:lnTo>
                <a:lnTo>
                  <a:pt x="676275" y="609600"/>
                </a:lnTo>
                <a:lnTo>
                  <a:pt x="676275" y="600075"/>
                </a:lnTo>
                <a:lnTo>
                  <a:pt x="685800" y="600075"/>
                </a:lnTo>
                <a:close/>
                <a:moveTo>
                  <a:pt x="133350" y="590550"/>
                </a:moveTo>
                <a:lnTo>
                  <a:pt x="152400" y="590550"/>
                </a:lnTo>
                <a:lnTo>
                  <a:pt x="152400" y="600075"/>
                </a:lnTo>
                <a:lnTo>
                  <a:pt x="133350" y="600075"/>
                </a:lnTo>
                <a:close/>
                <a:moveTo>
                  <a:pt x="542925" y="600075"/>
                </a:moveTo>
                <a:lnTo>
                  <a:pt x="552450" y="600075"/>
                </a:lnTo>
                <a:lnTo>
                  <a:pt x="552450" y="609600"/>
                </a:lnTo>
                <a:lnTo>
                  <a:pt x="542925" y="609600"/>
                </a:lnTo>
                <a:close/>
                <a:moveTo>
                  <a:pt x="533400" y="609600"/>
                </a:moveTo>
                <a:lnTo>
                  <a:pt x="542925" y="609600"/>
                </a:lnTo>
                <a:lnTo>
                  <a:pt x="542925" y="638175"/>
                </a:lnTo>
                <a:lnTo>
                  <a:pt x="533400" y="638175"/>
                </a:lnTo>
                <a:lnTo>
                  <a:pt x="533400" y="628650"/>
                </a:lnTo>
                <a:lnTo>
                  <a:pt x="504825" y="628650"/>
                </a:lnTo>
                <a:lnTo>
                  <a:pt x="504825" y="619125"/>
                </a:lnTo>
                <a:lnTo>
                  <a:pt x="533400" y="619125"/>
                </a:lnTo>
                <a:close/>
                <a:moveTo>
                  <a:pt x="600075" y="638175"/>
                </a:moveTo>
                <a:lnTo>
                  <a:pt x="609600" y="638175"/>
                </a:lnTo>
                <a:lnTo>
                  <a:pt x="609600" y="647700"/>
                </a:lnTo>
                <a:lnTo>
                  <a:pt x="600075" y="647700"/>
                </a:lnTo>
                <a:close/>
                <a:moveTo>
                  <a:pt x="533400" y="647700"/>
                </a:moveTo>
                <a:lnTo>
                  <a:pt x="542925" y="647700"/>
                </a:lnTo>
                <a:lnTo>
                  <a:pt x="542925" y="657225"/>
                </a:lnTo>
                <a:lnTo>
                  <a:pt x="533400" y="657225"/>
                </a:lnTo>
                <a:close/>
                <a:moveTo>
                  <a:pt x="742950" y="657225"/>
                </a:moveTo>
                <a:lnTo>
                  <a:pt x="762000" y="657225"/>
                </a:lnTo>
                <a:lnTo>
                  <a:pt x="762000" y="666750"/>
                </a:lnTo>
                <a:lnTo>
                  <a:pt x="742950" y="666750"/>
                </a:lnTo>
                <a:close/>
                <a:moveTo>
                  <a:pt x="476250" y="666750"/>
                </a:moveTo>
                <a:lnTo>
                  <a:pt x="504825" y="666750"/>
                </a:lnTo>
                <a:lnTo>
                  <a:pt x="504825" y="676275"/>
                </a:lnTo>
                <a:lnTo>
                  <a:pt x="514350" y="676275"/>
                </a:lnTo>
                <a:lnTo>
                  <a:pt x="514350" y="685800"/>
                </a:lnTo>
                <a:lnTo>
                  <a:pt x="495300" y="685800"/>
                </a:lnTo>
                <a:lnTo>
                  <a:pt x="495300" y="676275"/>
                </a:lnTo>
                <a:lnTo>
                  <a:pt x="476250" y="676275"/>
                </a:lnTo>
                <a:close/>
                <a:moveTo>
                  <a:pt x="466725" y="676275"/>
                </a:moveTo>
                <a:lnTo>
                  <a:pt x="476250" y="676275"/>
                </a:lnTo>
                <a:lnTo>
                  <a:pt x="476250" y="695325"/>
                </a:lnTo>
                <a:lnTo>
                  <a:pt x="466725" y="695325"/>
                </a:lnTo>
                <a:lnTo>
                  <a:pt x="466725" y="704850"/>
                </a:lnTo>
                <a:lnTo>
                  <a:pt x="438150" y="704850"/>
                </a:lnTo>
                <a:lnTo>
                  <a:pt x="438150" y="714375"/>
                </a:lnTo>
                <a:lnTo>
                  <a:pt x="447675" y="714375"/>
                </a:lnTo>
                <a:lnTo>
                  <a:pt x="447675" y="723900"/>
                </a:lnTo>
                <a:lnTo>
                  <a:pt x="428625" y="723900"/>
                </a:lnTo>
                <a:lnTo>
                  <a:pt x="428625" y="733425"/>
                </a:lnTo>
                <a:lnTo>
                  <a:pt x="409575" y="733425"/>
                </a:lnTo>
                <a:lnTo>
                  <a:pt x="409575" y="742950"/>
                </a:lnTo>
                <a:lnTo>
                  <a:pt x="428625" y="742950"/>
                </a:lnTo>
                <a:lnTo>
                  <a:pt x="428625" y="752475"/>
                </a:lnTo>
                <a:lnTo>
                  <a:pt x="390525" y="752475"/>
                </a:lnTo>
                <a:lnTo>
                  <a:pt x="390525" y="733425"/>
                </a:lnTo>
                <a:lnTo>
                  <a:pt x="400050" y="733425"/>
                </a:lnTo>
                <a:lnTo>
                  <a:pt x="400050" y="723900"/>
                </a:lnTo>
                <a:lnTo>
                  <a:pt x="390525" y="723900"/>
                </a:lnTo>
                <a:lnTo>
                  <a:pt x="390525" y="714375"/>
                </a:lnTo>
                <a:lnTo>
                  <a:pt x="381000" y="714375"/>
                </a:lnTo>
                <a:lnTo>
                  <a:pt x="381000" y="695325"/>
                </a:lnTo>
                <a:lnTo>
                  <a:pt x="390525" y="695325"/>
                </a:lnTo>
                <a:lnTo>
                  <a:pt x="390525" y="685800"/>
                </a:lnTo>
                <a:lnTo>
                  <a:pt x="438150" y="685800"/>
                </a:lnTo>
                <a:lnTo>
                  <a:pt x="438150" y="695325"/>
                </a:lnTo>
                <a:lnTo>
                  <a:pt x="457200" y="695325"/>
                </a:lnTo>
                <a:lnTo>
                  <a:pt x="457200" y="685800"/>
                </a:lnTo>
                <a:lnTo>
                  <a:pt x="466725" y="685800"/>
                </a:lnTo>
                <a:close/>
                <a:moveTo>
                  <a:pt x="247650" y="714375"/>
                </a:moveTo>
                <a:lnTo>
                  <a:pt x="257175" y="714375"/>
                </a:lnTo>
                <a:lnTo>
                  <a:pt x="257175" y="723900"/>
                </a:lnTo>
                <a:lnTo>
                  <a:pt x="247650" y="723900"/>
                </a:lnTo>
                <a:close/>
                <a:moveTo>
                  <a:pt x="295275" y="714375"/>
                </a:moveTo>
                <a:lnTo>
                  <a:pt x="304800" y="714375"/>
                </a:lnTo>
                <a:lnTo>
                  <a:pt x="304800" y="723900"/>
                </a:lnTo>
                <a:lnTo>
                  <a:pt x="295275" y="723900"/>
                </a:lnTo>
                <a:close/>
                <a:moveTo>
                  <a:pt x="809625" y="771525"/>
                </a:moveTo>
                <a:lnTo>
                  <a:pt x="828675" y="771525"/>
                </a:lnTo>
                <a:lnTo>
                  <a:pt x="828675" y="781050"/>
                </a:lnTo>
                <a:lnTo>
                  <a:pt x="819150" y="781050"/>
                </a:lnTo>
                <a:lnTo>
                  <a:pt x="819150" y="790575"/>
                </a:lnTo>
                <a:lnTo>
                  <a:pt x="847725" y="790575"/>
                </a:lnTo>
                <a:lnTo>
                  <a:pt x="847725" y="781050"/>
                </a:lnTo>
                <a:lnTo>
                  <a:pt x="857250" y="781050"/>
                </a:lnTo>
                <a:lnTo>
                  <a:pt x="857250" y="790575"/>
                </a:lnTo>
                <a:lnTo>
                  <a:pt x="847725" y="790575"/>
                </a:lnTo>
                <a:lnTo>
                  <a:pt x="847725" y="809625"/>
                </a:lnTo>
                <a:lnTo>
                  <a:pt x="838200" y="809625"/>
                </a:lnTo>
                <a:lnTo>
                  <a:pt x="838200" y="800100"/>
                </a:lnTo>
                <a:lnTo>
                  <a:pt x="828675" y="800100"/>
                </a:lnTo>
                <a:lnTo>
                  <a:pt x="828675" y="809625"/>
                </a:lnTo>
                <a:lnTo>
                  <a:pt x="838200" y="809625"/>
                </a:lnTo>
                <a:lnTo>
                  <a:pt x="838200" y="819150"/>
                </a:lnTo>
                <a:lnTo>
                  <a:pt x="800100" y="819150"/>
                </a:lnTo>
                <a:lnTo>
                  <a:pt x="800100" y="809625"/>
                </a:lnTo>
                <a:lnTo>
                  <a:pt x="781050" y="809625"/>
                </a:lnTo>
                <a:lnTo>
                  <a:pt x="781050" y="819150"/>
                </a:lnTo>
                <a:lnTo>
                  <a:pt x="752475" y="819150"/>
                </a:lnTo>
                <a:lnTo>
                  <a:pt x="752475" y="809625"/>
                </a:lnTo>
                <a:lnTo>
                  <a:pt x="762000" y="809625"/>
                </a:lnTo>
                <a:lnTo>
                  <a:pt x="762000" y="800100"/>
                </a:lnTo>
                <a:lnTo>
                  <a:pt x="781050" y="800100"/>
                </a:lnTo>
                <a:lnTo>
                  <a:pt x="781050" y="790575"/>
                </a:lnTo>
                <a:lnTo>
                  <a:pt x="800100" y="790575"/>
                </a:lnTo>
                <a:lnTo>
                  <a:pt x="800100" y="781050"/>
                </a:lnTo>
                <a:lnTo>
                  <a:pt x="809625" y="781050"/>
                </a:lnTo>
                <a:close/>
              </a:path>
            </a:pathLst>
          </a:custGeom>
          <a:solidFill xmlns:a="http://schemas.openxmlformats.org/drawingml/2006/main">
            <a:srgbClr val="7B8994"/>
          </a:solidFill>
          <a:ln xmlns:a="http://schemas.openxmlformats.org/drawingml/2006/main" w="0">
            <a:noFill/>
          </a:ln>
        </p:spPr>
      </p:sp>
      <p:sp>
        <p:nvSpPr>
          <p:cNvPr id="65" name="limits vector #788995">
            <a:extLst xmlns:a="http://schemas.openxmlformats.org/drawingml/2006/main">
              <a:ext uri="{FF2B5EF4-FFF2-40B4-BE49-F238E27FC236}">
                <a16:creationId xmlns:a16="http://schemas.microsoft.com/office/drawing/2014/main" id="{738D274B-C0EE-4308-9767-2DF88B851C3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076950" y="1504950"/>
            <a:ext cx="923925" cy="876300"/>
          </a:xfrm>
          <a:custGeom xmlns:a="http://schemas.openxmlformats.org/drawingml/2006/main">
            <a:pathLst>
              <a:path w="923925" h="876300">
                <a:moveTo>
                  <a:pt x="333375" y="104775"/>
                </a:moveTo>
                <a:lnTo>
                  <a:pt x="342900" y="104775"/>
                </a:lnTo>
                <a:lnTo>
                  <a:pt x="342900" y="114300"/>
                </a:lnTo>
                <a:lnTo>
                  <a:pt x="333375" y="114300"/>
                </a:lnTo>
                <a:close/>
                <a:moveTo>
                  <a:pt x="352425" y="123825"/>
                </a:moveTo>
                <a:lnTo>
                  <a:pt x="361950" y="123825"/>
                </a:lnTo>
                <a:lnTo>
                  <a:pt x="361950" y="133350"/>
                </a:lnTo>
                <a:lnTo>
                  <a:pt x="371475" y="133350"/>
                </a:lnTo>
                <a:lnTo>
                  <a:pt x="371475" y="142875"/>
                </a:lnTo>
                <a:lnTo>
                  <a:pt x="381000" y="142875"/>
                </a:lnTo>
                <a:lnTo>
                  <a:pt x="381000" y="152400"/>
                </a:lnTo>
                <a:lnTo>
                  <a:pt x="390525" y="152400"/>
                </a:lnTo>
                <a:lnTo>
                  <a:pt x="390525" y="171450"/>
                </a:lnTo>
                <a:lnTo>
                  <a:pt x="381000" y="171450"/>
                </a:lnTo>
                <a:lnTo>
                  <a:pt x="381000" y="180975"/>
                </a:lnTo>
                <a:lnTo>
                  <a:pt x="371475" y="180975"/>
                </a:lnTo>
                <a:lnTo>
                  <a:pt x="371475" y="171450"/>
                </a:lnTo>
                <a:lnTo>
                  <a:pt x="342900" y="171450"/>
                </a:lnTo>
                <a:lnTo>
                  <a:pt x="342900" y="180975"/>
                </a:lnTo>
                <a:lnTo>
                  <a:pt x="333375" y="180975"/>
                </a:lnTo>
                <a:lnTo>
                  <a:pt x="333375" y="171450"/>
                </a:lnTo>
                <a:lnTo>
                  <a:pt x="323850" y="171450"/>
                </a:lnTo>
                <a:lnTo>
                  <a:pt x="323850" y="161925"/>
                </a:lnTo>
                <a:lnTo>
                  <a:pt x="333375" y="161925"/>
                </a:lnTo>
                <a:lnTo>
                  <a:pt x="333375" y="142875"/>
                </a:lnTo>
                <a:lnTo>
                  <a:pt x="342900" y="142875"/>
                </a:lnTo>
                <a:lnTo>
                  <a:pt x="342900" y="133350"/>
                </a:lnTo>
                <a:lnTo>
                  <a:pt x="352425" y="133350"/>
                </a:lnTo>
                <a:close/>
                <a:moveTo>
                  <a:pt x="571500" y="171450"/>
                </a:moveTo>
                <a:lnTo>
                  <a:pt x="600075" y="171450"/>
                </a:lnTo>
                <a:lnTo>
                  <a:pt x="600075" y="180975"/>
                </a:lnTo>
                <a:lnTo>
                  <a:pt x="609600" y="180975"/>
                </a:lnTo>
                <a:lnTo>
                  <a:pt x="609600" y="190500"/>
                </a:lnTo>
                <a:lnTo>
                  <a:pt x="619125" y="190500"/>
                </a:lnTo>
                <a:lnTo>
                  <a:pt x="619125" y="200025"/>
                </a:lnTo>
                <a:lnTo>
                  <a:pt x="609600" y="200025"/>
                </a:lnTo>
                <a:lnTo>
                  <a:pt x="609600" y="209550"/>
                </a:lnTo>
                <a:lnTo>
                  <a:pt x="600075" y="209550"/>
                </a:lnTo>
                <a:lnTo>
                  <a:pt x="600075" y="228600"/>
                </a:lnTo>
                <a:lnTo>
                  <a:pt x="590550" y="228600"/>
                </a:lnTo>
                <a:lnTo>
                  <a:pt x="590550" y="219075"/>
                </a:lnTo>
                <a:lnTo>
                  <a:pt x="581025" y="219075"/>
                </a:lnTo>
                <a:lnTo>
                  <a:pt x="581025" y="228600"/>
                </a:lnTo>
                <a:lnTo>
                  <a:pt x="561975" y="228600"/>
                </a:lnTo>
                <a:lnTo>
                  <a:pt x="561975" y="219075"/>
                </a:lnTo>
                <a:lnTo>
                  <a:pt x="552450" y="219075"/>
                </a:lnTo>
                <a:lnTo>
                  <a:pt x="552450" y="209550"/>
                </a:lnTo>
                <a:lnTo>
                  <a:pt x="561975" y="209550"/>
                </a:lnTo>
                <a:lnTo>
                  <a:pt x="561975" y="200025"/>
                </a:lnTo>
                <a:lnTo>
                  <a:pt x="571500" y="200025"/>
                </a:lnTo>
                <a:close/>
                <a:moveTo>
                  <a:pt x="400050" y="200025"/>
                </a:moveTo>
                <a:lnTo>
                  <a:pt x="409575" y="200025"/>
                </a:lnTo>
                <a:lnTo>
                  <a:pt x="409575" y="209550"/>
                </a:lnTo>
                <a:lnTo>
                  <a:pt x="400050" y="209550"/>
                </a:lnTo>
                <a:close/>
                <a:moveTo>
                  <a:pt x="533400" y="200025"/>
                </a:moveTo>
                <a:lnTo>
                  <a:pt x="542925" y="200025"/>
                </a:lnTo>
                <a:lnTo>
                  <a:pt x="542925" y="209550"/>
                </a:lnTo>
                <a:lnTo>
                  <a:pt x="533400" y="209550"/>
                </a:lnTo>
                <a:close/>
                <a:moveTo>
                  <a:pt x="628650" y="200025"/>
                </a:moveTo>
                <a:lnTo>
                  <a:pt x="638175" y="200025"/>
                </a:lnTo>
                <a:lnTo>
                  <a:pt x="638175" y="209550"/>
                </a:lnTo>
                <a:lnTo>
                  <a:pt x="628650" y="209550"/>
                </a:lnTo>
                <a:close/>
                <a:moveTo>
                  <a:pt x="409575" y="209550"/>
                </a:moveTo>
                <a:lnTo>
                  <a:pt x="419100" y="209550"/>
                </a:lnTo>
                <a:lnTo>
                  <a:pt x="419100" y="228600"/>
                </a:lnTo>
                <a:lnTo>
                  <a:pt x="409575" y="228600"/>
                </a:lnTo>
                <a:close/>
                <a:moveTo>
                  <a:pt x="247650" y="266700"/>
                </a:moveTo>
                <a:lnTo>
                  <a:pt x="257175" y="266700"/>
                </a:lnTo>
                <a:lnTo>
                  <a:pt x="257175" y="276225"/>
                </a:lnTo>
                <a:lnTo>
                  <a:pt x="247650" y="276225"/>
                </a:lnTo>
                <a:close/>
                <a:moveTo>
                  <a:pt x="552450" y="266700"/>
                </a:moveTo>
                <a:lnTo>
                  <a:pt x="561975" y="266700"/>
                </a:lnTo>
                <a:lnTo>
                  <a:pt x="561975" y="276225"/>
                </a:lnTo>
                <a:lnTo>
                  <a:pt x="571500" y="276225"/>
                </a:lnTo>
                <a:lnTo>
                  <a:pt x="571500" y="304800"/>
                </a:lnTo>
                <a:lnTo>
                  <a:pt x="542925" y="304800"/>
                </a:lnTo>
                <a:lnTo>
                  <a:pt x="542925" y="295275"/>
                </a:lnTo>
                <a:lnTo>
                  <a:pt x="552450" y="295275"/>
                </a:lnTo>
                <a:close/>
                <a:moveTo>
                  <a:pt x="209550" y="276225"/>
                </a:moveTo>
                <a:lnTo>
                  <a:pt x="238125" y="276225"/>
                </a:lnTo>
                <a:lnTo>
                  <a:pt x="238125" y="295275"/>
                </a:lnTo>
                <a:lnTo>
                  <a:pt x="228600" y="295275"/>
                </a:lnTo>
                <a:lnTo>
                  <a:pt x="228600" y="285750"/>
                </a:lnTo>
                <a:lnTo>
                  <a:pt x="209550" y="285750"/>
                </a:lnTo>
                <a:close/>
                <a:moveTo>
                  <a:pt x="266700" y="276225"/>
                </a:moveTo>
                <a:lnTo>
                  <a:pt x="276225" y="276225"/>
                </a:lnTo>
                <a:lnTo>
                  <a:pt x="276225" y="285750"/>
                </a:lnTo>
                <a:lnTo>
                  <a:pt x="266700" y="285750"/>
                </a:lnTo>
                <a:close/>
                <a:moveTo>
                  <a:pt x="628650" y="276225"/>
                </a:moveTo>
                <a:lnTo>
                  <a:pt x="638175" y="276225"/>
                </a:lnTo>
                <a:lnTo>
                  <a:pt x="638175" y="285750"/>
                </a:lnTo>
                <a:lnTo>
                  <a:pt x="647700" y="285750"/>
                </a:lnTo>
                <a:lnTo>
                  <a:pt x="647700" y="295275"/>
                </a:lnTo>
                <a:lnTo>
                  <a:pt x="638175" y="295275"/>
                </a:lnTo>
                <a:lnTo>
                  <a:pt x="638175" y="304800"/>
                </a:lnTo>
                <a:lnTo>
                  <a:pt x="609600" y="304800"/>
                </a:lnTo>
                <a:lnTo>
                  <a:pt x="609600" y="285750"/>
                </a:lnTo>
                <a:lnTo>
                  <a:pt x="628650" y="285750"/>
                </a:lnTo>
                <a:close/>
                <a:moveTo>
                  <a:pt x="209550" y="295275"/>
                </a:moveTo>
                <a:lnTo>
                  <a:pt x="219075" y="295275"/>
                </a:lnTo>
                <a:lnTo>
                  <a:pt x="219075" y="304800"/>
                </a:lnTo>
                <a:lnTo>
                  <a:pt x="209550" y="304800"/>
                </a:lnTo>
                <a:close/>
                <a:moveTo>
                  <a:pt x="257175" y="295275"/>
                </a:moveTo>
                <a:lnTo>
                  <a:pt x="266700" y="295275"/>
                </a:lnTo>
                <a:lnTo>
                  <a:pt x="266700" y="304800"/>
                </a:lnTo>
                <a:lnTo>
                  <a:pt x="257175" y="304800"/>
                </a:lnTo>
                <a:close/>
                <a:moveTo>
                  <a:pt x="219075" y="304800"/>
                </a:moveTo>
                <a:lnTo>
                  <a:pt x="228600" y="304800"/>
                </a:lnTo>
                <a:lnTo>
                  <a:pt x="228600" y="323850"/>
                </a:lnTo>
                <a:lnTo>
                  <a:pt x="219075" y="323850"/>
                </a:lnTo>
                <a:close/>
                <a:moveTo>
                  <a:pt x="647700" y="304800"/>
                </a:moveTo>
                <a:lnTo>
                  <a:pt x="676275" y="304800"/>
                </a:lnTo>
                <a:lnTo>
                  <a:pt x="676275" y="314325"/>
                </a:lnTo>
                <a:lnTo>
                  <a:pt x="685800" y="314325"/>
                </a:lnTo>
                <a:lnTo>
                  <a:pt x="685800" y="304800"/>
                </a:lnTo>
                <a:lnTo>
                  <a:pt x="704850" y="304800"/>
                </a:lnTo>
                <a:lnTo>
                  <a:pt x="704850" y="323850"/>
                </a:lnTo>
                <a:lnTo>
                  <a:pt x="695325" y="323850"/>
                </a:lnTo>
                <a:lnTo>
                  <a:pt x="695325" y="333375"/>
                </a:lnTo>
                <a:lnTo>
                  <a:pt x="685800" y="333375"/>
                </a:lnTo>
                <a:lnTo>
                  <a:pt x="685800" y="342900"/>
                </a:lnTo>
                <a:lnTo>
                  <a:pt x="666750" y="342900"/>
                </a:lnTo>
                <a:lnTo>
                  <a:pt x="666750" y="333375"/>
                </a:lnTo>
                <a:lnTo>
                  <a:pt x="657225" y="333375"/>
                </a:lnTo>
                <a:lnTo>
                  <a:pt x="657225" y="323850"/>
                </a:lnTo>
                <a:lnTo>
                  <a:pt x="647700" y="323850"/>
                </a:lnTo>
                <a:close/>
                <a:moveTo>
                  <a:pt x="257175" y="381000"/>
                </a:moveTo>
                <a:lnTo>
                  <a:pt x="266700" y="381000"/>
                </a:lnTo>
                <a:lnTo>
                  <a:pt x="266700" y="390525"/>
                </a:lnTo>
                <a:lnTo>
                  <a:pt x="276225" y="390525"/>
                </a:lnTo>
                <a:lnTo>
                  <a:pt x="276225" y="400050"/>
                </a:lnTo>
                <a:lnTo>
                  <a:pt x="266700" y="400050"/>
                </a:lnTo>
                <a:lnTo>
                  <a:pt x="266700" y="409575"/>
                </a:lnTo>
                <a:lnTo>
                  <a:pt x="257175" y="409575"/>
                </a:lnTo>
                <a:close/>
                <a:moveTo>
                  <a:pt x="561975" y="409575"/>
                </a:moveTo>
                <a:lnTo>
                  <a:pt x="571500" y="409575"/>
                </a:lnTo>
                <a:lnTo>
                  <a:pt x="571500" y="419100"/>
                </a:lnTo>
                <a:lnTo>
                  <a:pt x="590550" y="419100"/>
                </a:lnTo>
                <a:lnTo>
                  <a:pt x="590550" y="438150"/>
                </a:lnTo>
                <a:lnTo>
                  <a:pt x="552450" y="438150"/>
                </a:lnTo>
                <a:lnTo>
                  <a:pt x="552450" y="428625"/>
                </a:lnTo>
                <a:lnTo>
                  <a:pt x="561975" y="428625"/>
                </a:lnTo>
                <a:close/>
                <a:moveTo>
                  <a:pt x="190500" y="419100"/>
                </a:moveTo>
                <a:lnTo>
                  <a:pt x="228600" y="419100"/>
                </a:lnTo>
                <a:lnTo>
                  <a:pt x="228600" y="466725"/>
                </a:lnTo>
                <a:lnTo>
                  <a:pt x="219075" y="466725"/>
                </a:lnTo>
                <a:lnTo>
                  <a:pt x="219075" y="476250"/>
                </a:lnTo>
                <a:lnTo>
                  <a:pt x="200025" y="476250"/>
                </a:lnTo>
                <a:lnTo>
                  <a:pt x="200025" y="447675"/>
                </a:lnTo>
                <a:lnTo>
                  <a:pt x="190500" y="447675"/>
                </a:lnTo>
                <a:close/>
                <a:moveTo>
                  <a:pt x="257175" y="438150"/>
                </a:moveTo>
                <a:lnTo>
                  <a:pt x="266700" y="438150"/>
                </a:lnTo>
                <a:lnTo>
                  <a:pt x="266700" y="447675"/>
                </a:lnTo>
                <a:lnTo>
                  <a:pt x="276225" y="447675"/>
                </a:lnTo>
                <a:lnTo>
                  <a:pt x="276225" y="466725"/>
                </a:lnTo>
                <a:lnTo>
                  <a:pt x="266700" y="466725"/>
                </a:lnTo>
                <a:lnTo>
                  <a:pt x="266700" y="476250"/>
                </a:lnTo>
                <a:lnTo>
                  <a:pt x="257175" y="476250"/>
                </a:lnTo>
                <a:lnTo>
                  <a:pt x="257175" y="466725"/>
                </a:lnTo>
                <a:lnTo>
                  <a:pt x="247650" y="466725"/>
                </a:lnTo>
                <a:lnTo>
                  <a:pt x="247650" y="447675"/>
                </a:lnTo>
                <a:lnTo>
                  <a:pt x="257175" y="447675"/>
                </a:lnTo>
                <a:close/>
                <a:moveTo>
                  <a:pt x="171450" y="485775"/>
                </a:moveTo>
                <a:lnTo>
                  <a:pt x="200025" y="485775"/>
                </a:lnTo>
                <a:lnTo>
                  <a:pt x="200025" y="495300"/>
                </a:lnTo>
                <a:lnTo>
                  <a:pt x="190500" y="495300"/>
                </a:lnTo>
                <a:lnTo>
                  <a:pt x="190500" y="504825"/>
                </a:lnTo>
                <a:lnTo>
                  <a:pt x="180975" y="504825"/>
                </a:lnTo>
                <a:lnTo>
                  <a:pt x="180975" y="495300"/>
                </a:lnTo>
                <a:lnTo>
                  <a:pt x="171450" y="495300"/>
                </a:lnTo>
                <a:close/>
                <a:moveTo>
                  <a:pt x="542925" y="542925"/>
                </a:moveTo>
                <a:lnTo>
                  <a:pt x="552450" y="542925"/>
                </a:lnTo>
                <a:lnTo>
                  <a:pt x="552450" y="552450"/>
                </a:lnTo>
                <a:lnTo>
                  <a:pt x="561975" y="552450"/>
                </a:lnTo>
                <a:lnTo>
                  <a:pt x="561975" y="571500"/>
                </a:lnTo>
                <a:lnTo>
                  <a:pt x="533400" y="571500"/>
                </a:lnTo>
                <a:lnTo>
                  <a:pt x="533400" y="561975"/>
                </a:lnTo>
                <a:lnTo>
                  <a:pt x="542925" y="561975"/>
                </a:lnTo>
                <a:close/>
                <a:moveTo>
                  <a:pt x="161925" y="552450"/>
                </a:moveTo>
                <a:lnTo>
                  <a:pt x="180975" y="552450"/>
                </a:lnTo>
                <a:lnTo>
                  <a:pt x="180975" y="571500"/>
                </a:lnTo>
                <a:lnTo>
                  <a:pt x="190500" y="571500"/>
                </a:lnTo>
                <a:lnTo>
                  <a:pt x="190500" y="581025"/>
                </a:lnTo>
                <a:lnTo>
                  <a:pt x="180975" y="581025"/>
                </a:lnTo>
                <a:lnTo>
                  <a:pt x="180975" y="590550"/>
                </a:lnTo>
                <a:lnTo>
                  <a:pt x="171450" y="590550"/>
                </a:lnTo>
                <a:lnTo>
                  <a:pt x="171450" y="581025"/>
                </a:lnTo>
                <a:lnTo>
                  <a:pt x="161925" y="581025"/>
                </a:lnTo>
                <a:lnTo>
                  <a:pt x="161925" y="571500"/>
                </a:lnTo>
                <a:lnTo>
                  <a:pt x="152400" y="571500"/>
                </a:lnTo>
                <a:lnTo>
                  <a:pt x="152400" y="590550"/>
                </a:lnTo>
                <a:lnTo>
                  <a:pt x="142875" y="590550"/>
                </a:lnTo>
                <a:lnTo>
                  <a:pt x="142875" y="561975"/>
                </a:lnTo>
                <a:lnTo>
                  <a:pt x="161925" y="561975"/>
                </a:lnTo>
                <a:close/>
                <a:moveTo>
                  <a:pt x="514350" y="571500"/>
                </a:moveTo>
                <a:lnTo>
                  <a:pt x="523875" y="571500"/>
                </a:lnTo>
                <a:lnTo>
                  <a:pt x="523875" y="581025"/>
                </a:lnTo>
                <a:lnTo>
                  <a:pt x="514350" y="581025"/>
                </a:lnTo>
                <a:close/>
                <a:moveTo>
                  <a:pt x="485775" y="581025"/>
                </a:moveTo>
                <a:lnTo>
                  <a:pt x="514350" y="581025"/>
                </a:lnTo>
                <a:lnTo>
                  <a:pt x="514350" y="590550"/>
                </a:lnTo>
                <a:lnTo>
                  <a:pt x="504825" y="590550"/>
                </a:lnTo>
                <a:lnTo>
                  <a:pt x="504825" y="628650"/>
                </a:lnTo>
                <a:lnTo>
                  <a:pt x="495300" y="628650"/>
                </a:lnTo>
                <a:lnTo>
                  <a:pt x="495300" y="638175"/>
                </a:lnTo>
                <a:lnTo>
                  <a:pt x="485775" y="638175"/>
                </a:lnTo>
                <a:lnTo>
                  <a:pt x="485775" y="647700"/>
                </a:lnTo>
                <a:lnTo>
                  <a:pt x="466725" y="647700"/>
                </a:lnTo>
                <a:lnTo>
                  <a:pt x="466725" y="666750"/>
                </a:lnTo>
                <a:lnTo>
                  <a:pt x="457200" y="666750"/>
                </a:lnTo>
                <a:lnTo>
                  <a:pt x="457200" y="676275"/>
                </a:lnTo>
                <a:lnTo>
                  <a:pt x="447675" y="676275"/>
                </a:lnTo>
                <a:lnTo>
                  <a:pt x="447675" y="685800"/>
                </a:lnTo>
                <a:lnTo>
                  <a:pt x="390525" y="685800"/>
                </a:lnTo>
                <a:lnTo>
                  <a:pt x="390525" y="695325"/>
                </a:lnTo>
                <a:lnTo>
                  <a:pt x="381000" y="695325"/>
                </a:lnTo>
                <a:lnTo>
                  <a:pt x="381000" y="704850"/>
                </a:lnTo>
                <a:lnTo>
                  <a:pt x="371475" y="704850"/>
                </a:lnTo>
                <a:lnTo>
                  <a:pt x="371475" y="714375"/>
                </a:lnTo>
                <a:lnTo>
                  <a:pt x="381000" y="714375"/>
                </a:lnTo>
                <a:lnTo>
                  <a:pt x="381000" y="723900"/>
                </a:lnTo>
                <a:lnTo>
                  <a:pt x="361950" y="723900"/>
                </a:lnTo>
                <a:lnTo>
                  <a:pt x="361950" y="714375"/>
                </a:lnTo>
                <a:lnTo>
                  <a:pt x="314325" y="714375"/>
                </a:lnTo>
                <a:lnTo>
                  <a:pt x="314325" y="704850"/>
                </a:lnTo>
                <a:lnTo>
                  <a:pt x="323850" y="704850"/>
                </a:lnTo>
                <a:lnTo>
                  <a:pt x="323850" y="695325"/>
                </a:lnTo>
                <a:lnTo>
                  <a:pt x="333375" y="695325"/>
                </a:lnTo>
                <a:lnTo>
                  <a:pt x="333375" y="704850"/>
                </a:lnTo>
                <a:lnTo>
                  <a:pt x="352425" y="704850"/>
                </a:lnTo>
                <a:lnTo>
                  <a:pt x="352425" y="695325"/>
                </a:lnTo>
                <a:lnTo>
                  <a:pt x="342900" y="695325"/>
                </a:lnTo>
                <a:lnTo>
                  <a:pt x="342900" y="676275"/>
                </a:lnTo>
                <a:lnTo>
                  <a:pt x="361950" y="676275"/>
                </a:lnTo>
                <a:lnTo>
                  <a:pt x="361950" y="666750"/>
                </a:lnTo>
                <a:lnTo>
                  <a:pt x="342900" y="666750"/>
                </a:lnTo>
                <a:lnTo>
                  <a:pt x="342900" y="657225"/>
                </a:lnTo>
                <a:lnTo>
                  <a:pt x="361950" y="657225"/>
                </a:lnTo>
                <a:lnTo>
                  <a:pt x="361950" y="638175"/>
                </a:lnTo>
                <a:lnTo>
                  <a:pt x="371475" y="638175"/>
                </a:lnTo>
                <a:lnTo>
                  <a:pt x="371475" y="628650"/>
                </a:lnTo>
                <a:lnTo>
                  <a:pt x="381000" y="628650"/>
                </a:lnTo>
                <a:lnTo>
                  <a:pt x="381000" y="638175"/>
                </a:lnTo>
                <a:lnTo>
                  <a:pt x="400050" y="638175"/>
                </a:lnTo>
                <a:lnTo>
                  <a:pt x="400050" y="647700"/>
                </a:lnTo>
                <a:lnTo>
                  <a:pt x="428625" y="647700"/>
                </a:lnTo>
                <a:lnTo>
                  <a:pt x="428625" y="638175"/>
                </a:lnTo>
                <a:lnTo>
                  <a:pt x="438150" y="638175"/>
                </a:lnTo>
                <a:lnTo>
                  <a:pt x="438150" y="590550"/>
                </a:lnTo>
                <a:lnTo>
                  <a:pt x="457200" y="590550"/>
                </a:lnTo>
                <a:lnTo>
                  <a:pt x="457200" y="600075"/>
                </a:lnTo>
                <a:lnTo>
                  <a:pt x="476250" y="600075"/>
                </a:lnTo>
                <a:lnTo>
                  <a:pt x="476250" y="590550"/>
                </a:lnTo>
                <a:lnTo>
                  <a:pt x="485775" y="590550"/>
                </a:lnTo>
                <a:close/>
                <a:moveTo>
                  <a:pt x="152400" y="590550"/>
                </a:moveTo>
                <a:lnTo>
                  <a:pt x="161925" y="590550"/>
                </a:lnTo>
                <a:lnTo>
                  <a:pt x="161925" y="600075"/>
                </a:lnTo>
                <a:lnTo>
                  <a:pt x="152400" y="600075"/>
                </a:lnTo>
                <a:close/>
                <a:moveTo>
                  <a:pt x="495300" y="638175"/>
                </a:moveTo>
                <a:lnTo>
                  <a:pt x="504825" y="638175"/>
                </a:lnTo>
                <a:lnTo>
                  <a:pt x="504825" y="647700"/>
                </a:lnTo>
                <a:lnTo>
                  <a:pt x="495300" y="647700"/>
                </a:lnTo>
                <a:close/>
                <a:moveTo>
                  <a:pt x="742950" y="666750"/>
                </a:moveTo>
                <a:lnTo>
                  <a:pt x="752475" y="666750"/>
                </a:lnTo>
                <a:lnTo>
                  <a:pt x="752475" y="676275"/>
                </a:lnTo>
                <a:lnTo>
                  <a:pt x="742950" y="676275"/>
                </a:lnTo>
                <a:close/>
                <a:moveTo>
                  <a:pt x="476250" y="676275"/>
                </a:moveTo>
                <a:lnTo>
                  <a:pt x="495300" y="676275"/>
                </a:lnTo>
                <a:lnTo>
                  <a:pt x="495300" y="685800"/>
                </a:lnTo>
                <a:lnTo>
                  <a:pt x="476250" y="685800"/>
                </a:lnTo>
                <a:close/>
                <a:moveTo>
                  <a:pt x="800100" y="771525"/>
                </a:moveTo>
                <a:lnTo>
                  <a:pt x="809625" y="771525"/>
                </a:lnTo>
                <a:lnTo>
                  <a:pt x="809625" y="781050"/>
                </a:lnTo>
                <a:lnTo>
                  <a:pt x="800100" y="781050"/>
                </a:lnTo>
                <a:close/>
                <a:moveTo>
                  <a:pt x="790575" y="781050"/>
                </a:moveTo>
                <a:lnTo>
                  <a:pt x="800100" y="781050"/>
                </a:lnTo>
                <a:lnTo>
                  <a:pt x="800100" y="790575"/>
                </a:lnTo>
                <a:lnTo>
                  <a:pt x="790575" y="790575"/>
                </a:lnTo>
                <a:close/>
              </a:path>
            </a:pathLst>
          </a:custGeom>
          <a:solidFill xmlns:a="http://schemas.openxmlformats.org/drawingml/2006/main">
            <a:srgbClr val="788995"/>
          </a:solidFill>
          <a:ln xmlns:a="http://schemas.openxmlformats.org/drawingml/2006/main" w="0">
            <a:noFill/>
          </a:ln>
        </p:spPr>
      </p:sp>
      <p:sp>
        <p:nvSpPr>
          <p:cNvPr id="66" name="limits vector #7a8893">
            <a:extLst xmlns:a="http://schemas.openxmlformats.org/drawingml/2006/main">
              <a:ext uri="{FF2B5EF4-FFF2-40B4-BE49-F238E27FC236}">
                <a16:creationId xmlns:a16="http://schemas.microsoft.com/office/drawing/2014/main" id="{3BF7F1AD-B0F3-4C91-A244-E7317F26198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076950" y="1504950"/>
            <a:ext cx="923925" cy="876300"/>
          </a:xfrm>
          <a:custGeom xmlns:a="http://schemas.openxmlformats.org/drawingml/2006/main">
            <a:pathLst>
              <a:path w="923925" h="876300">
                <a:moveTo>
                  <a:pt x="352425" y="76200"/>
                </a:moveTo>
                <a:lnTo>
                  <a:pt x="371475" y="76200"/>
                </a:lnTo>
                <a:lnTo>
                  <a:pt x="371475" y="85725"/>
                </a:lnTo>
                <a:lnTo>
                  <a:pt x="381000" y="85725"/>
                </a:lnTo>
                <a:lnTo>
                  <a:pt x="381000" y="104775"/>
                </a:lnTo>
                <a:lnTo>
                  <a:pt x="342900" y="104775"/>
                </a:lnTo>
                <a:lnTo>
                  <a:pt x="342900" y="95250"/>
                </a:lnTo>
                <a:lnTo>
                  <a:pt x="361950" y="95250"/>
                </a:lnTo>
                <a:lnTo>
                  <a:pt x="361950" y="85725"/>
                </a:lnTo>
                <a:lnTo>
                  <a:pt x="352425" y="85725"/>
                </a:lnTo>
                <a:close/>
                <a:moveTo>
                  <a:pt x="457200" y="76200"/>
                </a:moveTo>
                <a:lnTo>
                  <a:pt x="466725" y="76200"/>
                </a:lnTo>
                <a:lnTo>
                  <a:pt x="466725" y="95250"/>
                </a:lnTo>
                <a:lnTo>
                  <a:pt x="447675" y="95250"/>
                </a:lnTo>
                <a:lnTo>
                  <a:pt x="447675" y="114300"/>
                </a:lnTo>
                <a:lnTo>
                  <a:pt x="438150" y="114300"/>
                </a:lnTo>
                <a:lnTo>
                  <a:pt x="438150" y="104775"/>
                </a:lnTo>
                <a:lnTo>
                  <a:pt x="428625" y="104775"/>
                </a:lnTo>
                <a:lnTo>
                  <a:pt x="428625" y="95250"/>
                </a:lnTo>
                <a:lnTo>
                  <a:pt x="419100" y="95250"/>
                </a:lnTo>
                <a:lnTo>
                  <a:pt x="419100" y="85725"/>
                </a:lnTo>
                <a:lnTo>
                  <a:pt x="457200" y="85725"/>
                </a:lnTo>
                <a:close/>
                <a:moveTo>
                  <a:pt x="476250" y="76200"/>
                </a:moveTo>
                <a:lnTo>
                  <a:pt x="485775" y="76200"/>
                </a:lnTo>
                <a:lnTo>
                  <a:pt x="485775" y="85725"/>
                </a:lnTo>
                <a:lnTo>
                  <a:pt x="476250" y="85725"/>
                </a:lnTo>
                <a:close/>
                <a:moveTo>
                  <a:pt x="304800" y="85725"/>
                </a:moveTo>
                <a:lnTo>
                  <a:pt x="333375" y="85725"/>
                </a:lnTo>
                <a:lnTo>
                  <a:pt x="333375" y="104775"/>
                </a:lnTo>
                <a:lnTo>
                  <a:pt x="314325" y="104775"/>
                </a:lnTo>
                <a:lnTo>
                  <a:pt x="314325" y="114300"/>
                </a:lnTo>
                <a:lnTo>
                  <a:pt x="295275" y="114300"/>
                </a:lnTo>
                <a:lnTo>
                  <a:pt x="295275" y="104775"/>
                </a:lnTo>
                <a:lnTo>
                  <a:pt x="304800" y="104775"/>
                </a:lnTo>
                <a:close/>
                <a:moveTo>
                  <a:pt x="495300" y="85725"/>
                </a:moveTo>
                <a:lnTo>
                  <a:pt x="514350" y="85725"/>
                </a:lnTo>
                <a:lnTo>
                  <a:pt x="514350" y="95250"/>
                </a:lnTo>
                <a:lnTo>
                  <a:pt x="533400" y="95250"/>
                </a:lnTo>
                <a:lnTo>
                  <a:pt x="533400" y="104775"/>
                </a:lnTo>
                <a:lnTo>
                  <a:pt x="504825" y="104775"/>
                </a:lnTo>
                <a:lnTo>
                  <a:pt x="504825" y="95250"/>
                </a:lnTo>
                <a:lnTo>
                  <a:pt x="495300" y="95250"/>
                </a:lnTo>
                <a:close/>
                <a:moveTo>
                  <a:pt x="276225" y="95250"/>
                </a:moveTo>
                <a:lnTo>
                  <a:pt x="285750" y="95250"/>
                </a:lnTo>
                <a:lnTo>
                  <a:pt x="285750" y="104775"/>
                </a:lnTo>
                <a:lnTo>
                  <a:pt x="276225" y="104775"/>
                </a:lnTo>
                <a:close/>
                <a:moveTo>
                  <a:pt x="276225" y="114300"/>
                </a:moveTo>
                <a:lnTo>
                  <a:pt x="295275" y="114300"/>
                </a:lnTo>
                <a:lnTo>
                  <a:pt x="295275" y="123825"/>
                </a:lnTo>
                <a:lnTo>
                  <a:pt x="276225" y="123825"/>
                </a:lnTo>
                <a:close/>
                <a:moveTo>
                  <a:pt x="523875" y="114300"/>
                </a:moveTo>
                <a:lnTo>
                  <a:pt x="533400" y="114300"/>
                </a:lnTo>
                <a:lnTo>
                  <a:pt x="533400" y="123825"/>
                </a:lnTo>
                <a:lnTo>
                  <a:pt x="523875" y="123825"/>
                </a:lnTo>
                <a:close/>
                <a:moveTo>
                  <a:pt x="190500" y="142875"/>
                </a:moveTo>
                <a:lnTo>
                  <a:pt x="200025" y="142875"/>
                </a:lnTo>
                <a:lnTo>
                  <a:pt x="200025" y="152400"/>
                </a:lnTo>
                <a:lnTo>
                  <a:pt x="190500" y="152400"/>
                </a:lnTo>
                <a:close/>
                <a:moveTo>
                  <a:pt x="609600" y="142875"/>
                </a:moveTo>
                <a:lnTo>
                  <a:pt x="619125" y="142875"/>
                </a:lnTo>
                <a:lnTo>
                  <a:pt x="619125" y="161925"/>
                </a:lnTo>
                <a:lnTo>
                  <a:pt x="609600" y="161925"/>
                </a:lnTo>
                <a:close/>
                <a:moveTo>
                  <a:pt x="171450" y="180975"/>
                </a:moveTo>
                <a:lnTo>
                  <a:pt x="180975" y="180975"/>
                </a:lnTo>
                <a:lnTo>
                  <a:pt x="180975" y="200025"/>
                </a:lnTo>
                <a:lnTo>
                  <a:pt x="171450" y="200025"/>
                </a:lnTo>
                <a:lnTo>
                  <a:pt x="171450" y="209550"/>
                </a:lnTo>
                <a:lnTo>
                  <a:pt x="152400" y="209550"/>
                </a:lnTo>
                <a:lnTo>
                  <a:pt x="152400" y="238125"/>
                </a:lnTo>
                <a:lnTo>
                  <a:pt x="123825" y="238125"/>
                </a:lnTo>
                <a:lnTo>
                  <a:pt x="123825" y="228600"/>
                </a:lnTo>
                <a:lnTo>
                  <a:pt x="133350" y="228600"/>
                </a:lnTo>
                <a:lnTo>
                  <a:pt x="133350" y="219075"/>
                </a:lnTo>
                <a:lnTo>
                  <a:pt x="142875" y="219075"/>
                </a:lnTo>
                <a:lnTo>
                  <a:pt x="142875" y="190500"/>
                </a:lnTo>
                <a:lnTo>
                  <a:pt x="152400" y="190500"/>
                </a:lnTo>
                <a:lnTo>
                  <a:pt x="152400" y="200025"/>
                </a:lnTo>
                <a:lnTo>
                  <a:pt x="161925" y="200025"/>
                </a:lnTo>
                <a:lnTo>
                  <a:pt x="161925" y="190500"/>
                </a:lnTo>
                <a:lnTo>
                  <a:pt x="171450" y="190500"/>
                </a:lnTo>
                <a:close/>
                <a:moveTo>
                  <a:pt x="666750" y="200025"/>
                </a:moveTo>
                <a:lnTo>
                  <a:pt x="676275" y="200025"/>
                </a:lnTo>
                <a:lnTo>
                  <a:pt x="676275" y="219075"/>
                </a:lnTo>
                <a:lnTo>
                  <a:pt x="685800" y="219075"/>
                </a:lnTo>
                <a:lnTo>
                  <a:pt x="685800" y="228600"/>
                </a:lnTo>
                <a:lnTo>
                  <a:pt x="695325" y="228600"/>
                </a:lnTo>
                <a:lnTo>
                  <a:pt x="695325" y="247650"/>
                </a:lnTo>
                <a:lnTo>
                  <a:pt x="666750" y="247650"/>
                </a:lnTo>
                <a:close/>
                <a:moveTo>
                  <a:pt x="104775" y="247650"/>
                </a:moveTo>
                <a:lnTo>
                  <a:pt x="114300" y="247650"/>
                </a:lnTo>
                <a:lnTo>
                  <a:pt x="114300" y="257175"/>
                </a:lnTo>
                <a:lnTo>
                  <a:pt x="104775" y="257175"/>
                </a:lnTo>
                <a:close/>
                <a:moveTo>
                  <a:pt x="123825" y="247650"/>
                </a:moveTo>
                <a:lnTo>
                  <a:pt x="133350" y="247650"/>
                </a:lnTo>
                <a:lnTo>
                  <a:pt x="133350" y="257175"/>
                </a:lnTo>
                <a:lnTo>
                  <a:pt x="123825" y="257175"/>
                </a:lnTo>
                <a:close/>
                <a:moveTo>
                  <a:pt x="323850" y="247650"/>
                </a:moveTo>
                <a:lnTo>
                  <a:pt x="342900" y="247650"/>
                </a:lnTo>
                <a:lnTo>
                  <a:pt x="342900" y="257175"/>
                </a:lnTo>
                <a:lnTo>
                  <a:pt x="323850" y="257175"/>
                </a:lnTo>
                <a:close/>
                <a:moveTo>
                  <a:pt x="695325" y="247650"/>
                </a:moveTo>
                <a:lnTo>
                  <a:pt x="704850" y="247650"/>
                </a:lnTo>
                <a:lnTo>
                  <a:pt x="704850" y="257175"/>
                </a:lnTo>
                <a:lnTo>
                  <a:pt x="695325" y="257175"/>
                </a:lnTo>
                <a:close/>
                <a:moveTo>
                  <a:pt x="685800" y="257175"/>
                </a:moveTo>
                <a:lnTo>
                  <a:pt x="695325" y="257175"/>
                </a:lnTo>
                <a:lnTo>
                  <a:pt x="695325" y="276225"/>
                </a:lnTo>
                <a:lnTo>
                  <a:pt x="685800" y="276225"/>
                </a:lnTo>
                <a:close/>
                <a:moveTo>
                  <a:pt x="295275" y="266700"/>
                </a:moveTo>
                <a:lnTo>
                  <a:pt x="323850" y="266700"/>
                </a:lnTo>
                <a:lnTo>
                  <a:pt x="323850" y="276225"/>
                </a:lnTo>
                <a:lnTo>
                  <a:pt x="295275" y="276225"/>
                </a:lnTo>
                <a:close/>
                <a:moveTo>
                  <a:pt x="476250" y="266700"/>
                </a:moveTo>
                <a:lnTo>
                  <a:pt x="495300" y="266700"/>
                </a:lnTo>
                <a:lnTo>
                  <a:pt x="495300" y="276225"/>
                </a:lnTo>
                <a:lnTo>
                  <a:pt x="476250" y="276225"/>
                </a:lnTo>
                <a:close/>
                <a:moveTo>
                  <a:pt x="514350" y="276225"/>
                </a:moveTo>
                <a:lnTo>
                  <a:pt x="523875" y="276225"/>
                </a:lnTo>
                <a:lnTo>
                  <a:pt x="523875" y="285750"/>
                </a:lnTo>
                <a:lnTo>
                  <a:pt x="514350" y="285750"/>
                </a:lnTo>
                <a:close/>
                <a:moveTo>
                  <a:pt x="695325" y="276225"/>
                </a:moveTo>
                <a:lnTo>
                  <a:pt x="704850" y="276225"/>
                </a:lnTo>
                <a:lnTo>
                  <a:pt x="704850" y="285750"/>
                </a:lnTo>
                <a:lnTo>
                  <a:pt x="695325" y="285750"/>
                </a:lnTo>
                <a:close/>
                <a:moveTo>
                  <a:pt x="704850" y="285750"/>
                </a:moveTo>
                <a:lnTo>
                  <a:pt x="714375" y="285750"/>
                </a:lnTo>
                <a:lnTo>
                  <a:pt x="714375" y="304800"/>
                </a:lnTo>
                <a:lnTo>
                  <a:pt x="704850" y="304800"/>
                </a:lnTo>
                <a:close/>
                <a:moveTo>
                  <a:pt x="276225" y="304800"/>
                </a:moveTo>
                <a:lnTo>
                  <a:pt x="285750" y="304800"/>
                </a:lnTo>
                <a:lnTo>
                  <a:pt x="285750" y="323850"/>
                </a:lnTo>
                <a:lnTo>
                  <a:pt x="276225" y="323850"/>
                </a:lnTo>
                <a:close/>
                <a:moveTo>
                  <a:pt x="714375" y="304800"/>
                </a:moveTo>
                <a:lnTo>
                  <a:pt x="723900" y="304800"/>
                </a:lnTo>
                <a:lnTo>
                  <a:pt x="723900" y="333375"/>
                </a:lnTo>
                <a:lnTo>
                  <a:pt x="733425" y="333375"/>
                </a:lnTo>
                <a:lnTo>
                  <a:pt x="733425" y="352425"/>
                </a:lnTo>
                <a:lnTo>
                  <a:pt x="714375" y="352425"/>
                </a:lnTo>
                <a:lnTo>
                  <a:pt x="714375" y="323850"/>
                </a:lnTo>
                <a:lnTo>
                  <a:pt x="704850" y="323850"/>
                </a:lnTo>
                <a:lnTo>
                  <a:pt x="704850" y="314325"/>
                </a:lnTo>
                <a:lnTo>
                  <a:pt x="714375" y="314325"/>
                </a:lnTo>
                <a:close/>
                <a:moveTo>
                  <a:pt x="76200" y="314325"/>
                </a:moveTo>
                <a:lnTo>
                  <a:pt x="85725" y="314325"/>
                </a:lnTo>
                <a:lnTo>
                  <a:pt x="85725" y="323850"/>
                </a:lnTo>
                <a:lnTo>
                  <a:pt x="76200" y="323850"/>
                </a:lnTo>
                <a:close/>
                <a:moveTo>
                  <a:pt x="276225" y="342900"/>
                </a:moveTo>
                <a:lnTo>
                  <a:pt x="285750" y="342900"/>
                </a:lnTo>
                <a:lnTo>
                  <a:pt x="285750" y="381000"/>
                </a:lnTo>
                <a:lnTo>
                  <a:pt x="276225" y="381000"/>
                </a:lnTo>
                <a:close/>
                <a:moveTo>
                  <a:pt x="381000" y="342900"/>
                </a:moveTo>
                <a:lnTo>
                  <a:pt x="400050" y="342900"/>
                </a:lnTo>
                <a:lnTo>
                  <a:pt x="400050" y="352425"/>
                </a:lnTo>
                <a:lnTo>
                  <a:pt x="390525" y="352425"/>
                </a:lnTo>
                <a:lnTo>
                  <a:pt x="390525" y="361950"/>
                </a:lnTo>
                <a:lnTo>
                  <a:pt x="400050" y="361950"/>
                </a:lnTo>
                <a:lnTo>
                  <a:pt x="400050" y="352425"/>
                </a:lnTo>
                <a:lnTo>
                  <a:pt x="419100" y="352425"/>
                </a:lnTo>
                <a:lnTo>
                  <a:pt x="419100" y="361950"/>
                </a:lnTo>
                <a:lnTo>
                  <a:pt x="428625" y="361950"/>
                </a:lnTo>
                <a:lnTo>
                  <a:pt x="428625" y="352425"/>
                </a:lnTo>
                <a:lnTo>
                  <a:pt x="438150" y="352425"/>
                </a:lnTo>
                <a:lnTo>
                  <a:pt x="438150" y="371475"/>
                </a:lnTo>
                <a:lnTo>
                  <a:pt x="409575" y="371475"/>
                </a:lnTo>
                <a:lnTo>
                  <a:pt x="409575" y="361950"/>
                </a:lnTo>
                <a:lnTo>
                  <a:pt x="400050" y="361950"/>
                </a:lnTo>
                <a:lnTo>
                  <a:pt x="400050" y="400050"/>
                </a:lnTo>
                <a:lnTo>
                  <a:pt x="428625" y="400050"/>
                </a:lnTo>
                <a:lnTo>
                  <a:pt x="428625" y="409575"/>
                </a:lnTo>
                <a:lnTo>
                  <a:pt x="390525" y="409575"/>
                </a:lnTo>
                <a:lnTo>
                  <a:pt x="390525" y="400050"/>
                </a:lnTo>
                <a:lnTo>
                  <a:pt x="381000" y="400050"/>
                </a:lnTo>
                <a:lnTo>
                  <a:pt x="381000" y="428625"/>
                </a:lnTo>
                <a:lnTo>
                  <a:pt x="371475" y="428625"/>
                </a:lnTo>
                <a:lnTo>
                  <a:pt x="371475" y="390525"/>
                </a:lnTo>
                <a:lnTo>
                  <a:pt x="381000" y="390525"/>
                </a:lnTo>
                <a:close/>
                <a:moveTo>
                  <a:pt x="704850" y="352425"/>
                </a:moveTo>
                <a:lnTo>
                  <a:pt x="714375" y="352425"/>
                </a:lnTo>
                <a:lnTo>
                  <a:pt x="714375" y="361950"/>
                </a:lnTo>
                <a:lnTo>
                  <a:pt x="704850" y="361950"/>
                </a:lnTo>
                <a:close/>
                <a:moveTo>
                  <a:pt x="733425" y="352425"/>
                </a:moveTo>
                <a:lnTo>
                  <a:pt x="742950" y="352425"/>
                </a:lnTo>
                <a:lnTo>
                  <a:pt x="742950" y="371475"/>
                </a:lnTo>
                <a:lnTo>
                  <a:pt x="733425" y="371475"/>
                </a:lnTo>
                <a:close/>
                <a:moveTo>
                  <a:pt x="523875" y="361950"/>
                </a:moveTo>
                <a:lnTo>
                  <a:pt x="533400" y="361950"/>
                </a:lnTo>
                <a:lnTo>
                  <a:pt x="533400" y="371475"/>
                </a:lnTo>
                <a:lnTo>
                  <a:pt x="552450" y="371475"/>
                </a:lnTo>
                <a:lnTo>
                  <a:pt x="552450" y="381000"/>
                </a:lnTo>
                <a:lnTo>
                  <a:pt x="542925" y="381000"/>
                </a:lnTo>
                <a:lnTo>
                  <a:pt x="542925" y="390525"/>
                </a:lnTo>
                <a:lnTo>
                  <a:pt x="523875" y="390525"/>
                </a:lnTo>
                <a:close/>
                <a:moveTo>
                  <a:pt x="714375" y="361950"/>
                </a:moveTo>
                <a:lnTo>
                  <a:pt x="723900" y="361950"/>
                </a:lnTo>
                <a:lnTo>
                  <a:pt x="723900" y="371475"/>
                </a:lnTo>
                <a:lnTo>
                  <a:pt x="714375" y="371475"/>
                </a:lnTo>
                <a:close/>
                <a:moveTo>
                  <a:pt x="723900" y="371475"/>
                </a:moveTo>
                <a:lnTo>
                  <a:pt x="733425" y="371475"/>
                </a:lnTo>
                <a:lnTo>
                  <a:pt x="733425" y="381000"/>
                </a:lnTo>
                <a:lnTo>
                  <a:pt x="723900" y="381000"/>
                </a:lnTo>
                <a:close/>
                <a:moveTo>
                  <a:pt x="714375" y="381000"/>
                </a:moveTo>
                <a:lnTo>
                  <a:pt x="723900" y="381000"/>
                </a:lnTo>
                <a:lnTo>
                  <a:pt x="723900" y="390525"/>
                </a:lnTo>
                <a:lnTo>
                  <a:pt x="714375" y="390525"/>
                </a:lnTo>
                <a:close/>
                <a:moveTo>
                  <a:pt x="733425" y="409575"/>
                </a:moveTo>
                <a:lnTo>
                  <a:pt x="742950" y="409575"/>
                </a:lnTo>
                <a:lnTo>
                  <a:pt x="742950" y="428625"/>
                </a:lnTo>
                <a:lnTo>
                  <a:pt x="733425" y="428625"/>
                </a:lnTo>
                <a:close/>
                <a:moveTo>
                  <a:pt x="533400" y="428625"/>
                </a:moveTo>
                <a:lnTo>
                  <a:pt x="542925" y="428625"/>
                </a:lnTo>
                <a:lnTo>
                  <a:pt x="542925" y="438150"/>
                </a:lnTo>
                <a:lnTo>
                  <a:pt x="533400" y="438150"/>
                </a:lnTo>
                <a:close/>
                <a:moveTo>
                  <a:pt x="523875" y="438150"/>
                </a:moveTo>
                <a:lnTo>
                  <a:pt x="533400" y="438150"/>
                </a:lnTo>
                <a:lnTo>
                  <a:pt x="533400" y="447675"/>
                </a:lnTo>
                <a:lnTo>
                  <a:pt x="523875" y="447675"/>
                </a:lnTo>
                <a:close/>
                <a:moveTo>
                  <a:pt x="542925" y="438150"/>
                </a:moveTo>
                <a:lnTo>
                  <a:pt x="552450" y="438150"/>
                </a:lnTo>
                <a:lnTo>
                  <a:pt x="552450" y="447675"/>
                </a:lnTo>
                <a:lnTo>
                  <a:pt x="542925" y="447675"/>
                </a:lnTo>
                <a:close/>
                <a:moveTo>
                  <a:pt x="76200" y="485775"/>
                </a:moveTo>
                <a:lnTo>
                  <a:pt x="95250" y="485775"/>
                </a:lnTo>
                <a:lnTo>
                  <a:pt x="95250" y="504825"/>
                </a:lnTo>
                <a:lnTo>
                  <a:pt x="85725" y="504825"/>
                </a:lnTo>
                <a:lnTo>
                  <a:pt x="85725" y="495300"/>
                </a:lnTo>
                <a:lnTo>
                  <a:pt x="76200" y="495300"/>
                </a:lnTo>
                <a:close/>
                <a:moveTo>
                  <a:pt x="85725" y="514350"/>
                </a:moveTo>
                <a:lnTo>
                  <a:pt x="104775" y="514350"/>
                </a:lnTo>
                <a:lnTo>
                  <a:pt x="104775" y="523875"/>
                </a:lnTo>
                <a:lnTo>
                  <a:pt x="114300" y="523875"/>
                </a:lnTo>
                <a:lnTo>
                  <a:pt x="114300" y="533400"/>
                </a:lnTo>
                <a:lnTo>
                  <a:pt x="104775" y="533400"/>
                </a:lnTo>
                <a:lnTo>
                  <a:pt x="104775" y="542925"/>
                </a:lnTo>
                <a:lnTo>
                  <a:pt x="95250" y="542925"/>
                </a:lnTo>
                <a:lnTo>
                  <a:pt x="95250" y="523875"/>
                </a:lnTo>
                <a:lnTo>
                  <a:pt x="85725" y="523875"/>
                </a:lnTo>
                <a:close/>
                <a:moveTo>
                  <a:pt x="523875" y="533400"/>
                </a:moveTo>
                <a:lnTo>
                  <a:pt x="533400" y="533400"/>
                </a:lnTo>
                <a:lnTo>
                  <a:pt x="533400" y="542925"/>
                </a:lnTo>
                <a:lnTo>
                  <a:pt x="523875" y="542925"/>
                </a:lnTo>
                <a:close/>
                <a:moveTo>
                  <a:pt x="657225" y="533400"/>
                </a:moveTo>
                <a:lnTo>
                  <a:pt x="666750" y="533400"/>
                </a:lnTo>
                <a:lnTo>
                  <a:pt x="666750" y="542925"/>
                </a:lnTo>
                <a:lnTo>
                  <a:pt x="657225" y="542925"/>
                </a:lnTo>
                <a:close/>
                <a:moveTo>
                  <a:pt x="438150" y="542925"/>
                </a:moveTo>
                <a:lnTo>
                  <a:pt x="447675" y="542925"/>
                </a:lnTo>
                <a:lnTo>
                  <a:pt x="447675" y="552450"/>
                </a:lnTo>
                <a:lnTo>
                  <a:pt x="495300" y="552450"/>
                </a:lnTo>
                <a:lnTo>
                  <a:pt x="495300" y="561975"/>
                </a:lnTo>
                <a:lnTo>
                  <a:pt x="514350" y="561975"/>
                </a:lnTo>
                <a:lnTo>
                  <a:pt x="514350" y="571500"/>
                </a:lnTo>
                <a:lnTo>
                  <a:pt x="485775" y="571500"/>
                </a:lnTo>
                <a:lnTo>
                  <a:pt x="485775" y="581025"/>
                </a:lnTo>
                <a:lnTo>
                  <a:pt x="476250" y="581025"/>
                </a:lnTo>
                <a:lnTo>
                  <a:pt x="476250" y="571500"/>
                </a:lnTo>
                <a:lnTo>
                  <a:pt x="466725" y="571500"/>
                </a:lnTo>
                <a:lnTo>
                  <a:pt x="466725" y="581025"/>
                </a:lnTo>
                <a:lnTo>
                  <a:pt x="457200" y="581025"/>
                </a:lnTo>
                <a:lnTo>
                  <a:pt x="457200" y="571500"/>
                </a:lnTo>
                <a:lnTo>
                  <a:pt x="447675" y="571500"/>
                </a:lnTo>
                <a:lnTo>
                  <a:pt x="447675" y="561975"/>
                </a:lnTo>
                <a:lnTo>
                  <a:pt x="438150" y="561975"/>
                </a:lnTo>
                <a:close/>
                <a:moveTo>
                  <a:pt x="104775" y="561975"/>
                </a:moveTo>
                <a:lnTo>
                  <a:pt x="114300" y="561975"/>
                </a:lnTo>
                <a:lnTo>
                  <a:pt x="114300" y="571500"/>
                </a:lnTo>
                <a:lnTo>
                  <a:pt x="104775" y="571500"/>
                </a:lnTo>
                <a:close/>
                <a:moveTo>
                  <a:pt x="561975" y="561975"/>
                </a:moveTo>
                <a:lnTo>
                  <a:pt x="571500" y="561975"/>
                </a:lnTo>
                <a:lnTo>
                  <a:pt x="571500" y="571500"/>
                </a:lnTo>
                <a:lnTo>
                  <a:pt x="561975" y="571500"/>
                </a:lnTo>
                <a:close/>
                <a:moveTo>
                  <a:pt x="685800" y="571500"/>
                </a:moveTo>
                <a:lnTo>
                  <a:pt x="714375" y="571500"/>
                </a:lnTo>
                <a:lnTo>
                  <a:pt x="714375" y="581025"/>
                </a:lnTo>
                <a:lnTo>
                  <a:pt x="704850" y="581025"/>
                </a:lnTo>
                <a:lnTo>
                  <a:pt x="704850" y="590550"/>
                </a:lnTo>
                <a:lnTo>
                  <a:pt x="695325" y="590550"/>
                </a:lnTo>
                <a:lnTo>
                  <a:pt x="695325" y="581025"/>
                </a:lnTo>
                <a:lnTo>
                  <a:pt x="685800" y="581025"/>
                </a:lnTo>
                <a:close/>
                <a:moveTo>
                  <a:pt x="666750" y="581025"/>
                </a:moveTo>
                <a:lnTo>
                  <a:pt x="685800" y="581025"/>
                </a:lnTo>
                <a:lnTo>
                  <a:pt x="685800" y="600075"/>
                </a:lnTo>
                <a:lnTo>
                  <a:pt x="676275" y="600075"/>
                </a:lnTo>
                <a:lnTo>
                  <a:pt x="676275" y="619125"/>
                </a:lnTo>
                <a:lnTo>
                  <a:pt x="647700" y="619125"/>
                </a:lnTo>
                <a:lnTo>
                  <a:pt x="647700" y="609600"/>
                </a:lnTo>
                <a:lnTo>
                  <a:pt x="628650" y="609600"/>
                </a:lnTo>
                <a:lnTo>
                  <a:pt x="628650" y="600075"/>
                </a:lnTo>
                <a:lnTo>
                  <a:pt x="647700" y="600075"/>
                </a:lnTo>
                <a:lnTo>
                  <a:pt x="647700" y="590550"/>
                </a:lnTo>
                <a:lnTo>
                  <a:pt x="666750" y="590550"/>
                </a:lnTo>
                <a:close/>
                <a:moveTo>
                  <a:pt x="714375" y="581025"/>
                </a:moveTo>
                <a:lnTo>
                  <a:pt x="723900" y="581025"/>
                </a:lnTo>
                <a:lnTo>
                  <a:pt x="723900" y="590550"/>
                </a:lnTo>
                <a:lnTo>
                  <a:pt x="714375" y="590550"/>
                </a:lnTo>
                <a:close/>
                <a:moveTo>
                  <a:pt x="733425" y="581025"/>
                </a:moveTo>
                <a:lnTo>
                  <a:pt x="742950" y="581025"/>
                </a:lnTo>
                <a:lnTo>
                  <a:pt x="742950" y="609600"/>
                </a:lnTo>
                <a:lnTo>
                  <a:pt x="733425" y="609600"/>
                </a:lnTo>
                <a:close/>
                <a:moveTo>
                  <a:pt x="123825" y="590550"/>
                </a:moveTo>
                <a:lnTo>
                  <a:pt x="133350" y="590550"/>
                </a:lnTo>
                <a:lnTo>
                  <a:pt x="133350" y="600075"/>
                </a:lnTo>
                <a:lnTo>
                  <a:pt x="152400" y="600075"/>
                </a:lnTo>
                <a:lnTo>
                  <a:pt x="152400" y="609600"/>
                </a:lnTo>
                <a:lnTo>
                  <a:pt x="123825" y="609600"/>
                </a:lnTo>
                <a:close/>
                <a:moveTo>
                  <a:pt x="504825" y="590550"/>
                </a:moveTo>
                <a:lnTo>
                  <a:pt x="514350" y="590550"/>
                </a:lnTo>
                <a:lnTo>
                  <a:pt x="514350" y="609600"/>
                </a:lnTo>
                <a:lnTo>
                  <a:pt x="504825" y="609600"/>
                </a:lnTo>
                <a:close/>
                <a:moveTo>
                  <a:pt x="552450" y="590550"/>
                </a:moveTo>
                <a:lnTo>
                  <a:pt x="561975" y="590550"/>
                </a:lnTo>
                <a:lnTo>
                  <a:pt x="561975" y="600075"/>
                </a:lnTo>
                <a:lnTo>
                  <a:pt x="571500" y="600075"/>
                </a:lnTo>
                <a:lnTo>
                  <a:pt x="571500" y="590550"/>
                </a:lnTo>
                <a:lnTo>
                  <a:pt x="581025" y="590550"/>
                </a:lnTo>
                <a:lnTo>
                  <a:pt x="581025" y="600075"/>
                </a:lnTo>
                <a:lnTo>
                  <a:pt x="571500" y="600075"/>
                </a:lnTo>
                <a:lnTo>
                  <a:pt x="571500" y="609600"/>
                </a:lnTo>
                <a:lnTo>
                  <a:pt x="561975" y="609600"/>
                </a:lnTo>
                <a:lnTo>
                  <a:pt x="561975" y="619125"/>
                </a:lnTo>
                <a:lnTo>
                  <a:pt x="552450" y="619125"/>
                </a:lnTo>
                <a:lnTo>
                  <a:pt x="552450" y="638175"/>
                </a:lnTo>
                <a:lnTo>
                  <a:pt x="542925" y="638175"/>
                </a:lnTo>
                <a:lnTo>
                  <a:pt x="542925" y="609600"/>
                </a:lnTo>
                <a:lnTo>
                  <a:pt x="552450" y="609600"/>
                </a:lnTo>
                <a:close/>
                <a:moveTo>
                  <a:pt x="152400" y="609600"/>
                </a:moveTo>
                <a:lnTo>
                  <a:pt x="161925" y="609600"/>
                </a:lnTo>
                <a:lnTo>
                  <a:pt x="161925" y="619125"/>
                </a:lnTo>
                <a:lnTo>
                  <a:pt x="152400" y="619125"/>
                </a:lnTo>
                <a:close/>
                <a:moveTo>
                  <a:pt x="619125" y="609600"/>
                </a:moveTo>
                <a:lnTo>
                  <a:pt x="628650" y="609600"/>
                </a:lnTo>
                <a:lnTo>
                  <a:pt x="628650" y="628650"/>
                </a:lnTo>
                <a:lnTo>
                  <a:pt x="619125" y="628650"/>
                </a:lnTo>
                <a:close/>
                <a:moveTo>
                  <a:pt x="657225" y="609600"/>
                </a:moveTo>
                <a:lnTo>
                  <a:pt x="666750" y="609600"/>
                </a:lnTo>
                <a:lnTo>
                  <a:pt x="666750" y="600075"/>
                </a:lnTo>
                <a:lnTo>
                  <a:pt x="657225" y="600075"/>
                </a:lnTo>
                <a:close/>
                <a:moveTo>
                  <a:pt x="752475" y="619125"/>
                </a:moveTo>
                <a:lnTo>
                  <a:pt x="762000" y="619125"/>
                </a:lnTo>
                <a:lnTo>
                  <a:pt x="762000" y="628650"/>
                </a:lnTo>
                <a:lnTo>
                  <a:pt x="752475" y="628650"/>
                </a:lnTo>
                <a:close/>
                <a:moveTo>
                  <a:pt x="609600" y="628650"/>
                </a:moveTo>
                <a:lnTo>
                  <a:pt x="619125" y="628650"/>
                </a:lnTo>
                <a:lnTo>
                  <a:pt x="619125" y="638175"/>
                </a:lnTo>
                <a:lnTo>
                  <a:pt x="628650" y="638175"/>
                </a:lnTo>
                <a:lnTo>
                  <a:pt x="628650" y="647700"/>
                </a:lnTo>
                <a:lnTo>
                  <a:pt x="609600" y="647700"/>
                </a:lnTo>
                <a:close/>
                <a:moveTo>
                  <a:pt x="647700" y="638175"/>
                </a:moveTo>
                <a:lnTo>
                  <a:pt x="657225" y="638175"/>
                </a:lnTo>
                <a:lnTo>
                  <a:pt x="657225" y="647700"/>
                </a:lnTo>
                <a:lnTo>
                  <a:pt x="647700" y="647700"/>
                </a:lnTo>
                <a:close/>
                <a:moveTo>
                  <a:pt x="638175" y="647700"/>
                </a:moveTo>
                <a:lnTo>
                  <a:pt x="647700" y="647700"/>
                </a:lnTo>
                <a:lnTo>
                  <a:pt x="647700" y="657225"/>
                </a:lnTo>
                <a:lnTo>
                  <a:pt x="638175" y="657225"/>
                </a:lnTo>
                <a:close/>
                <a:moveTo>
                  <a:pt x="657225" y="657225"/>
                </a:moveTo>
                <a:lnTo>
                  <a:pt x="666750" y="657225"/>
                </a:lnTo>
                <a:lnTo>
                  <a:pt x="666750" y="695325"/>
                </a:lnTo>
                <a:lnTo>
                  <a:pt x="657225" y="695325"/>
                </a:lnTo>
                <a:close/>
                <a:moveTo>
                  <a:pt x="723900" y="657225"/>
                </a:moveTo>
                <a:lnTo>
                  <a:pt x="733425" y="657225"/>
                </a:lnTo>
                <a:lnTo>
                  <a:pt x="733425" y="666750"/>
                </a:lnTo>
                <a:lnTo>
                  <a:pt x="723900" y="666750"/>
                </a:lnTo>
                <a:close/>
                <a:moveTo>
                  <a:pt x="762000" y="657225"/>
                </a:moveTo>
                <a:lnTo>
                  <a:pt x="771525" y="657225"/>
                </a:lnTo>
                <a:lnTo>
                  <a:pt x="771525" y="666750"/>
                </a:lnTo>
                <a:lnTo>
                  <a:pt x="762000" y="666750"/>
                </a:lnTo>
                <a:close/>
                <a:moveTo>
                  <a:pt x="523875" y="666750"/>
                </a:moveTo>
                <a:lnTo>
                  <a:pt x="533400" y="666750"/>
                </a:lnTo>
                <a:lnTo>
                  <a:pt x="533400" y="676275"/>
                </a:lnTo>
                <a:lnTo>
                  <a:pt x="523875" y="676275"/>
                </a:lnTo>
                <a:close/>
                <a:moveTo>
                  <a:pt x="714375" y="666750"/>
                </a:moveTo>
                <a:lnTo>
                  <a:pt x="723900" y="666750"/>
                </a:lnTo>
                <a:lnTo>
                  <a:pt x="723900" y="685800"/>
                </a:lnTo>
                <a:lnTo>
                  <a:pt x="714375" y="685800"/>
                </a:lnTo>
                <a:close/>
                <a:moveTo>
                  <a:pt x="733425" y="666750"/>
                </a:moveTo>
                <a:lnTo>
                  <a:pt x="742950" y="666750"/>
                </a:lnTo>
                <a:lnTo>
                  <a:pt x="742950" y="676275"/>
                </a:lnTo>
                <a:lnTo>
                  <a:pt x="733425" y="676275"/>
                </a:lnTo>
                <a:close/>
                <a:moveTo>
                  <a:pt x="752475" y="666750"/>
                </a:moveTo>
                <a:lnTo>
                  <a:pt x="762000" y="666750"/>
                </a:lnTo>
                <a:lnTo>
                  <a:pt x="762000" y="676275"/>
                </a:lnTo>
                <a:lnTo>
                  <a:pt x="752475" y="676275"/>
                </a:lnTo>
                <a:close/>
                <a:moveTo>
                  <a:pt x="514350" y="676275"/>
                </a:moveTo>
                <a:lnTo>
                  <a:pt x="523875" y="676275"/>
                </a:lnTo>
                <a:lnTo>
                  <a:pt x="523875" y="695325"/>
                </a:lnTo>
                <a:lnTo>
                  <a:pt x="504825" y="695325"/>
                </a:lnTo>
                <a:lnTo>
                  <a:pt x="504825" y="685800"/>
                </a:lnTo>
                <a:lnTo>
                  <a:pt x="514350" y="685800"/>
                </a:lnTo>
                <a:close/>
                <a:moveTo>
                  <a:pt x="476250" y="695325"/>
                </a:moveTo>
                <a:lnTo>
                  <a:pt x="485775" y="695325"/>
                </a:lnTo>
                <a:lnTo>
                  <a:pt x="485775" y="704850"/>
                </a:lnTo>
                <a:lnTo>
                  <a:pt x="476250" y="704850"/>
                </a:lnTo>
                <a:close/>
                <a:moveTo>
                  <a:pt x="438150" y="704850"/>
                </a:moveTo>
                <a:lnTo>
                  <a:pt x="447675" y="704850"/>
                </a:lnTo>
                <a:lnTo>
                  <a:pt x="447675" y="714375"/>
                </a:lnTo>
                <a:lnTo>
                  <a:pt x="438150" y="714375"/>
                </a:lnTo>
                <a:close/>
                <a:moveTo>
                  <a:pt x="657225" y="704850"/>
                </a:moveTo>
                <a:lnTo>
                  <a:pt x="666750" y="704850"/>
                </a:lnTo>
                <a:lnTo>
                  <a:pt x="666750" y="714375"/>
                </a:lnTo>
                <a:lnTo>
                  <a:pt x="657225" y="714375"/>
                </a:lnTo>
                <a:close/>
                <a:moveTo>
                  <a:pt x="266700" y="714375"/>
                </a:moveTo>
                <a:lnTo>
                  <a:pt x="295275" y="714375"/>
                </a:lnTo>
                <a:lnTo>
                  <a:pt x="295275" y="723900"/>
                </a:lnTo>
                <a:lnTo>
                  <a:pt x="266700" y="723900"/>
                </a:lnTo>
                <a:close/>
                <a:moveTo>
                  <a:pt x="666750" y="714375"/>
                </a:moveTo>
                <a:lnTo>
                  <a:pt x="676275" y="714375"/>
                </a:lnTo>
                <a:lnTo>
                  <a:pt x="676275" y="742950"/>
                </a:lnTo>
                <a:lnTo>
                  <a:pt x="666750" y="742950"/>
                </a:lnTo>
                <a:close/>
                <a:moveTo>
                  <a:pt x="428625" y="723900"/>
                </a:moveTo>
                <a:lnTo>
                  <a:pt x="447675" y="723900"/>
                </a:lnTo>
                <a:lnTo>
                  <a:pt x="447675" y="733425"/>
                </a:lnTo>
                <a:lnTo>
                  <a:pt x="428625" y="733425"/>
                </a:lnTo>
                <a:close/>
                <a:moveTo>
                  <a:pt x="409575" y="733425"/>
                </a:moveTo>
                <a:lnTo>
                  <a:pt x="428625" y="733425"/>
                </a:lnTo>
                <a:lnTo>
                  <a:pt x="428625" y="742950"/>
                </a:lnTo>
                <a:lnTo>
                  <a:pt x="409575" y="742950"/>
                </a:lnTo>
                <a:close/>
                <a:moveTo>
                  <a:pt x="428625" y="742950"/>
                </a:moveTo>
                <a:lnTo>
                  <a:pt x="438150" y="742950"/>
                </a:lnTo>
                <a:lnTo>
                  <a:pt x="438150" y="752475"/>
                </a:lnTo>
                <a:lnTo>
                  <a:pt x="428625" y="752475"/>
                </a:lnTo>
                <a:close/>
                <a:moveTo>
                  <a:pt x="809625" y="762000"/>
                </a:moveTo>
                <a:lnTo>
                  <a:pt x="819150" y="762000"/>
                </a:lnTo>
                <a:lnTo>
                  <a:pt x="819150" y="771525"/>
                </a:lnTo>
                <a:lnTo>
                  <a:pt x="809625" y="771525"/>
                </a:lnTo>
                <a:close/>
                <a:moveTo>
                  <a:pt x="828675" y="771525"/>
                </a:moveTo>
                <a:lnTo>
                  <a:pt x="838200" y="771525"/>
                </a:lnTo>
                <a:lnTo>
                  <a:pt x="838200" y="781050"/>
                </a:lnTo>
                <a:lnTo>
                  <a:pt x="828675" y="781050"/>
                </a:lnTo>
                <a:close/>
                <a:moveTo>
                  <a:pt x="838200" y="781050"/>
                </a:moveTo>
                <a:lnTo>
                  <a:pt x="847725" y="781050"/>
                </a:lnTo>
                <a:lnTo>
                  <a:pt x="847725" y="790575"/>
                </a:lnTo>
                <a:lnTo>
                  <a:pt x="838200" y="790575"/>
                </a:lnTo>
                <a:close/>
                <a:moveTo>
                  <a:pt x="742950" y="790575"/>
                </a:moveTo>
                <a:lnTo>
                  <a:pt x="781050" y="790575"/>
                </a:lnTo>
                <a:lnTo>
                  <a:pt x="781050" y="800100"/>
                </a:lnTo>
                <a:lnTo>
                  <a:pt x="762000" y="800100"/>
                </a:lnTo>
                <a:lnTo>
                  <a:pt x="762000" y="809625"/>
                </a:lnTo>
                <a:lnTo>
                  <a:pt x="752475" y="809625"/>
                </a:lnTo>
                <a:lnTo>
                  <a:pt x="752475" y="819150"/>
                </a:lnTo>
                <a:lnTo>
                  <a:pt x="733425" y="819150"/>
                </a:lnTo>
                <a:lnTo>
                  <a:pt x="733425" y="809625"/>
                </a:lnTo>
                <a:lnTo>
                  <a:pt x="742950" y="809625"/>
                </a:lnTo>
                <a:close/>
                <a:moveTo>
                  <a:pt x="828675" y="800100"/>
                </a:moveTo>
                <a:lnTo>
                  <a:pt x="838200" y="800100"/>
                </a:lnTo>
                <a:lnTo>
                  <a:pt x="838200" y="809625"/>
                </a:lnTo>
                <a:lnTo>
                  <a:pt x="828675" y="809625"/>
                </a:lnTo>
                <a:close/>
              </a:path>
            </a:pathLst>
          </a:custGeom>
          <a:solidFill xmlns:a="http://schemas.openxmlformats.org/drawingml/2006/main">
            <a:srgbClr val="7A8893"/>
          </a:solidFill>
          <a:ln xmlns:a="http://schemas.openxmlformats.org/drawingml/2006/main" w="0">
            <a:noFill/>
          </a:ln>
        </p:spPr>
      </p:sp>
      <p:sp>
        <p:nvSpPr>
          <p:cNvPr id="67" name="limits vector #788896">
            <a:extLst xmlns:a="http://schemas.openxmlformats.org/drawingml/2006/main">
              <a:ext uri="{FF2B5EF4-FFF2-40B4-BE49-F238E27FC236}">
                <a16:creationId xmlns:a16="http://schemas.microsoft.com/office/drawing/2014/main" id="{255C4D12-4972-4B6D-A8D6-2B93BE9147D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076950" y="1504950"/>
            <a:ext cx="923925" cy="876300"/>
          </a:xfrm>
          <a:custGeom xmlns:a="http://schemas.openxmlformats.org/drawingml/2006/main">
            <a:pathLst>
              <a:path w="923925" h="876300">
                <a:moveTo>
                  <a:pt x="485775" y="104775"/>
                </a:moveTo>
                <a:lnTo>
                  <a:pt x="495300" y="104775"/>
                </a:lnTo>
                <a:lnTo>
                  <a:pt x="495300" y="114300"/>
                </a:lnTo>
                <a:lnTo>
                  <a:pt x="485775" y="114300"/>
                </a:lnTo>
                <a:close/>
                <a:moveTo>
                  <a:pt x="361950" y="114300"/>
                </a:moveTo>
                <a:lnTo>
                  <a:pt x="381000" y="114300"/>
                </a:lnTo>
                <a:lnTo>
                  <a:pt x="381000" y="123825"/>
                </a:lnTo>
                <a:lnTo>
                  <a:pt x="390525" y="123825"/>
                </a:lnTo>
                <a:lnTo>
                  <a:pt x="390525" y="142875"/>
                </a:lnTo>
                <a:lnTo>
                  <a:pt x="400050" y="142875"/>
                </a:lnTo>
                <a:lnTo>
                  <a:pt x="400050" y="161925"/>
                </a:lnTo>
                <a:lnTo>
                  <a:pt x="390525" y="161925"/>
                </a:lnTo>
                <a:lnTo>
                  <a:pt x="390525" y="152400"/>
                </a:lnTo>
                <a:lnTo>
                  <a:pt x="381000" y="152400"/>
                </a:lnTo>
                <a:lnTo>
                  <a:pt x="381000" y="142875"/>
                </a:lnTo>
                <a:lnTo>
                  <a:pt x="371475" y="142875"/>
                </a:lnTo>
                <a:lnTo>
                  <a:pt x="371475" y="133350"/>
                </a:lnTo>
                <a:lnTo>
                  <a:pt x="361950" y="133350"/>
                </a:lnTo>
                <a:close/>
                <a:moveTo>
                  <a:pt x="314325" y="123825"/>
                </a:moveTo>
                <a:lnTo>
                  <a:pt x="323850" y="123825"/>
                </a:lnTo>
                <a:lnTo>
                  <a:pt x="323850" y="133350"/>
                </a:lnTo>
                <a:lnTo>
                  <a:pt x="342900" y="133350"/>
                </a:lnTo>
                <a:lnTo>
                  <a:pt x="342900" y="142875"/>
                </a:lnTo>
                <a:lnTo>
                  <a:pt x="333375" y="142875"/>
                </a:lnTo>
                <a:lnTo>
                  <a:pt x="333375" y="161925"/>
                </a:lnTo>
                <a:lnTo>
                  <a:pt x="314325" y="161925"/>
                </a:lnTo>
                <a:lnTo>
                  <a:pt x="314325" y="171450"/>
                </a:lnTo>
                <a:lnTo>
                  <a:pt x="304800" y="171450"/>
                </a:lnTo>
                <a:lnTo>
                  <a:pt x="304800" y="152400"/>
                </a:lnTo>
                <a:lnTo>
                  <a:pt x="314325" y="152400"/>
                </a:lnTo>
                <a:close/>
                <a:moveTo>
                  <a:pt x="219075" y="171450"/>
                </a:moveTo>
                <a:lnTo>
                  <a:pt x="247650" y="171450"/>
                </a:lnTo>
                <a:lnTo>
                  <a:pt x="247650" y="200025"/>
                </a:lnTo>
                <a:lnTo>
                  <a:pt x="238125" y="200025"/>
                </a:lnTo>
                <a:lnTo>
                  <a:pt x="238125" y="190500"/>
                </a:lnTo>
                <a:lnTo>
                  <a:pt x="219075" y="190500"/>
                </a:lnTo>
                <a:close/>
                <a:moveTo>
                  <a:pt x="400050" y="171450"/>
                </a:moveTo>
                <a:lnTo>
                  <a:pt x="409575" y="171450"/>
                </a:lnTo>
                <a:lnTo>
                  <a:pt x="409575" y="180975"/>
                </a:lnTo>
                <a:lnTo>
                  <a:pt x="400050" y="180975"/>
                </a:lnTo>
                <a:close/>
                <a:moveTo>
                  <a:pt x="200025" y="190500"/>
                </a:moveTo>
                <a:lnTo>
                  <a:pt x="219075" y="190500"/>
                </a:lnTo>
                <a:lnTo>
                  <a:pt x="219075" y="200025"/>
                </a:lnTo>
                <a:lnTo>
                  <a:pt x="200025" y="200025"/>
                </a:lnTo>
                <a:close/>
                <a:moveTo>
                  <a:pt x="533400" y="190500"/>
                </a:moveTo>
                <a:lnTo>
                  <a:pt x="552450" y="190500"/>
                </a:lnTo>
                <a:lnTo>
                  <a:pt x="552450" y="200025"/>
                </a:lnTo>
                <a:lnTo>
                  <a:pt x="533400" y="200025"/>
                </a:lnTo>
                <a:close/>
                <a:moveTo>
                  <a:pt x="266700" y="200025"/>
                </a:moveTo>
                <a:lnTo>
                  <a:pt x="285750" y="200025"/>
                </a:lnTo>
                <a:lnTo>
                  <a:pt x="285750" y="209550"/>
                </a:lnTo>
                <a:lnTo>
                  <a:pt x="295275" y="209550"/>
                </a:lnTo>
                <a:lnTo>
                  <a:pt x="295275" y="219075"/>
                </a:lnTo>
                <a:lnTo>
                  <a:pt x="285750" y="219075"/>
                </a:lnTo>
                <a:lnTo>
                  <a:pt x="285750" y="228600"/>
                </a:lnTo>
                <a:lnTo>
                  <a:pt x="266700" y="228600"/>
                </a:lnTo>
                <a:close/>
                <a:moveTo>
                  <a:pt x="609600" y="200025"/>
                </a:moveTo>
                <a:lnTo>
                  <a:pt x="628650" y="200025"/>
                </a:lnTo>
                <a:lnTo>
                  <a:pt x="628650" y="209550"/>
                </a:lnTo>
                <a:lnTo>
                  <a:pt x="638175" y="209550"/>
                </a:lnTo>
                <a:lnTo>
                  <a:pt x="638175" y="238125"/>
                </a:lnTo>
                <a:lnTo>
                  <a:pt x="628650" y="238125"/>
                </a:lnTo>
                <a:lnTo>
                  <a:pt x="628650" y="228600"/>
                </a:lnTo>
                <a:lnTo>
                  <a:pt x="609600" y="228600"/>
                </a:lnTo>
                <a:close/>
                <a:moveTo>
                  <a:pt x="180975" y="219075"/>
                </a:moveTo>
                <a:lnTo>
                  <a:pt x="190500" y="219075"/>
                </a:lnTo>
                <a:lnTo>
                  <a:pt x="190500" y="228600"/>
                </a:lnTo>
                <a:lnTo>
                  <a:pt x="200025" y="228600"/>
                </a:lnTo>
                <a:lnTo>
                  <a:pt x="200025" y="247650"/>
                </a:lnTo>
                <a:lnTo>
                  <a:pt x="171450" y="247650"/>
                </a:lnTo>
                <a:lnTo>
                  <a:pt x="171450" y="238125"/>
                </a:lnTo>
                <a:lnTo>
                  <a:pt x="180975" y="238125"/>
                </a:lnTo>
                <a:close/>
                <a:moveTo>
                  <a:pt x="209550" y="247650"/>
                </a:moveTo>
                <a:lnTo>
                  <a:pt x="228600" y="247650"/>
                </a:lnTo>
                <a:lnTo>
                  <a:pt x="228600" y="257175"/>
                </a:lnTo>
                <a:lnTo>
                  <a:pt x="238125" y="257175"/>
                </a:lnTo>
                <a:lnTo>
                  <a:pt x="238125" y="266700"/>
                </a:lnTo>
                <a:lnTo>
                  <a:pt x="209550" y="266700"/>
                </a:lnTo>
                <a:lnTo>
                  <a:pt x="209550" y="285750"/>
                </a:lnTo>
                <a:lnTo>
                  <a:pt x="190500" y="285750"/>
                </a:lnTo>
                <a:lnTo>
                  <a:pt x="190500" y="266700"/>
                </a:lnTo>
                <a:lnTo>
                  <a:pt x="200025" y="266700"/>
                </a:lnTo>
                <a:lnTo>
                  <a:pt x="200025" y="257175"/>
                </a:lnTo>
                <a:lnTo>
                  <a:pt x="209550" y="257175"/>
                </a:lnTo>
                <a:close/>
                <a:moveTo>
                  <a:pt x="457200" y="247650"/>
                </a:moveTo>
                <a:lnTo>
                  <a:pt x="466725" y="247650"/>
                </a:lnTo>
                <a:lnTo>
                  <a:pt x="466725" y="266700"/>
                </a:lnTo>
                <a:lnTo>
                  <a:pt x="457200" y="266700"/>
                </a:lnTo>
                <a:close/>
                <a:moveTo>
                  <a:pt x="581025" y="247650"/>
                </a:moveTo>
                <a:lnTo>
                  <a:pt x="619125" y="247650"/>
                </a:lnTo>
                <a:lnTo>
                  <a:pt x="619125" y="266700"/>
                </a:lnTo>
                <a:lnTo>
                  <a:pt x="609600" y="266700"/>
                </a:lnTo>
                <a:lnTo>
                  <a:pt x="609600" y="276225"/>
                </a:lnTo>
                <a:lnTo>
                  <a:pt x="600075" y="276225"/>
                </a:lnTo>
                <a:lnTo>
                  <a:pt x="600075" y="295275"/>
                </a:lnTo>
                <a:lnTo>
                  <a:pt x="609600" y="295275"/>
                </a:lnTo>
                <a:lnTo>
                  <a:pt x="609600" y="304800"/>
                </a:lnTo>
                <a:lnTo>
                  <a:pt x="590550" y="304800"/>
                </a:lnTo>
                <a:lnTo>
                  <a:pt x="590550" y="314325"/>
                </a:lnTo>
                <a:lnTo>
                  <a:pt x="552450" y="314325"/>
                </a:lnTo>
                <a:lnTo>
                  <a:pt x="552450" y="304800"/>
                </a:lnTo>
                <a:lnTo>
                  <a:pt x="571500" y="304800"/>
                </a:lnTo>
                <a:lnTo>
                  <a:pt x="571500" y="276225"/>
                </a:lnTo>
                <a:lnTo>
                  <a:pt x="561975" y="276225"/>
                </a:lnTo>
                <a:lnTo>
                  <a:pt x="561975" y="266700"/>
                </a:lnTo>
                <a:lnTo>
                  <a:pt x="571500" y="266700"/>
                </a:lnTo>
                <a:lnTo>
                  <a:pt x="571500" y="257175"/>
                </a:lnTo>
                <a:lnTo>
                  <a:pt x="581025" y="257175"/>
                </a:lnTo>
                <a:close/>
                <a:moveTo>
                  <a:pt x="266700" y="257175"/>
                </a:moveTo>
                <a:lnTo>
                  <a:pt x="285750" y="257175"/>
                </a:lnTo>
                <a:lnTo>
                  <a:pt x="285750" y="276225"/>
                </a:lnTo>
                <a:lnTo>
                  <a:pt x="266700" y="276225"/>
                </a:lnTo>
                <a:lnTo>
                  <a:pt x="266700" y="295275"/>
                </a:lnTo>
                <a:lnTo>
                  <a:pt x="257175" y="295275"/>
                </a:lnTo>
                <a:lnTo>
                  <a:pt x="257175" y="304800"/>
                </a:lnTo>
                <a:lnTo>
                  <a:pt x="238125" y="304800"/>
                </a:lnTo>
                <a:lnTo>
                  <a:pt x="238125" y="276225"/>
                </a:lnTo>
                <a:lnTo>
                  <a:pt x="257175" y="276225"/>
                </a:lnTo>
                <a:lnTo>
                  <a:pt x="257175" y="266700"/>
                </a:lnTo>
                <a:lnTo>
                  <a:pt x="266700" y="266700"/>
                </a:lnTo>
                <a:close/>
                <a:moveTo>
                  <a:pt x="657225" y="285750"/>
                </a:moveTo>
                <a:lnTo>
                  <a:pt x="676275" y="285750"/>
                </a:lnTo>
                <a:lnTo>
                  <a:pt x="676275" y="295275"/>
                </a:lnTo>
                <a:lnTo>
                  <a:pt x="695325" y="295275"/>
                </a:lnTo>
                <a:lnTo>
                  <a:pt x="695325" y="304800"/>
                </a:lnTo>
                <a:lnTo>
                  <a:pt x="685800" y="304800"/>
                </a:lnTo>
                <a:lnTo>
                  <a:pt x="685800" y="314325"/>
                </a:lnTo>
                <a:lnTo>
                  <a:pt x="676275" y="314325"/>
                </a:lnTo>
                <a:lnTo>
                  <a:pt x="676275" y="304800"/>
                </a:lnTo>
                <a:lnTo>
                  <a:pt x="647700" y="304800"/>
                </a:lnTo>
                <a:lnTo>
                  <a:pt x="647700" y="295275"/>
                </a:lnTo>
                <a:lnTo>
                  <a:pt x="657225" y="295275"/>
                </a:lnTo>
                <a:close/>
                <a:moveTo>
                  <a:pt x="609600" y="304800"/>
                </a:moveTo>
                <a:lnTo>
                  <a:pt x="628650" y="304800"/>
                </a:lnTo>
                <a:lnTo>
                  <a:pt x="628650" y="314325"/>
                </a:lnTo>
                <a:lnTo>
                  <a:pt x="609600" y="314325"/>
                </a:lnTo>
                <a:close/>
                <a:moveTo>
                  <a:pt x="628650" y="323850"/>
                </a:moveTo>
                <a:lnTo>
                  <a:pt x="657225" y="323850"/>
                </a:lnTo>
                <a:lnTo>
                  <a:pt x="657225" y="333375"/>
                </a:lnTo>
                <a:lnTo>
                  <a:pt x="666750" y="333375"/>
                </a:lnTo>
                <a:lnTo>
                  <a:pt x="666750" y="342900"/>
                </a:lnTo>
                <a:lnTo>
                  <a:pt x="685800" y="342900"/>
                </a:lnTo>
                <a:lnTo>
                  <a:pt x="685800" y="333375"/>
                </a:lnTo>
                <a:lnTo>
                  <a:pt x="695325" y="333375"/>
                </a:lnTo>
                <a:lnTo>
                  <a:pt x="695325" y="361950"/>
                </a:lnTo>
                <a:lnTo>
                  <a:pt x="685800" y="361950"/>
                </a:lnTo>
                <a:lnTo>
                  <a:pt x="685800" y="352425"/>
                </a:lnTo>
                <a:lnTo>
                  <a:pt x="657225" y="352425"/>
                </a:lnTo>
                <a:lnTo>
                  <a:pt x="657225" y="381000"/>
                </a:lnTo>
                <a:lnTo>
                  <a:pt x="695325" y="381000"/>
                </a:lnTo>
                <a:lnTo>
                  <a:pt x="695325" y="390525"/>
                </a:lnTo>
                <a:lnTo>
                  <a:pt x="647700" y="390525"/>
                </a:lnTo>
                <a:lnTo>
                  <a:pt x="647700" y="400050"/>
                </a:lnTo>
                <a:lnTo>
                  <a:pt x="628650" y="400050"/>
                </a:lnTo>
                <a:lnTo>
                  <a:pt x="628650" y="390525"/>
                </a:lnTo>
                <a:lnTo>
                  <a:pt x="609600" y="390525"/>
                </a:lnTo>
                <a:lnTo>
                  <a:pt x="609600" y="371475"/>
                </a:lnTo>
                <a:lnTo>
                  <a:pt x="619125" y="371475"/>
                </a:lnTo>
                <a:lnTo>
                  <a:pt x="619125" y="361950"/>
                </a:lnTo>
                <a:lnTo>
                  <a:pt x="628650" y="361950"/>
                </a:lnTo>
                <a:lnTo>
                  <a:pt x="628650" y="342900"/>
                </a:lnTo>
                <a:lnTo>
                  <a:pt x="638175" y="342900"/>
                </a:lnTo>
                <a:lnTo>
                  <a:pt x="638175" y="333375"/>
                </a:lnTo>
                <a:lnTo>
                  <a:pt x="628650" y="333375"/>
                </a:lnTo>
                <a:close/>
                <a:moveTo>
                  <a:pt x="552450" y="352425"/>
                </a:moveTo>
                <a:lnTo>
                  <a:pt x="561975" y="352425"/>
                </a:lnTo>
                <a:lnTo>
                  <a:pt x="561975" y="371475"/>
                </a:lnTo>
                <a:lnTo>
                  <a:pt x="571500" y="371475"/>
                </a:lnTo>
                <a:lnTo>
                  <a:pt x="571500" y="381000"/>
                </a:lnTo>
                <a:lnTo>
                  <a:pt x="590550" y="381000"/>
                </a:lnTo>
                <a:lnTo>
                  <a:pt x="590550" y="419100"/>
                </a:lnTo>
                <a:lnTo>
                  <a:pt x="571500" y="419100"/>
                </a:lnTo>
                <a:lnTo>
                  <a:pt x="571500" y="409575"/>
                </a:lnTo>
                <a:lnTo>
                  <a:pt x="561975" y="409575"/>
                </a:lnTo>
                <a:lnTo>
                  <a:pt x="561975" y="400050"/>
                </a:lnTo>
                <a:lnTo>
                  <a:pt x="552450" y="400050"/>
                </a:lnTo>
                <a:close/>
                <a:moveTo>
                  <a:pt x="190500" y="371475"/>
                </a:moveTo>
                <a:lnTo>
                  <a:pt x="200025" y="371475"/>
                </a:lnTo>
                <a:lnTo>
                  <a:pt x="200025" y="390525"/>
                </a:lnTo>
                <a:lnTo>
                  <a:pt x="209550" y="390525"/>
                </a:lnTo>
                <a:lnTo>
                  <a:pt x="209550" y="400050"/>
                </a:lnTo>
                <a:lnTo>
                  <a:pt x="228600" y="400050"/>
                </a:lnTo>
                <a:lnTo>
                  <a:pt x="228600" y="390525"/>
                </a:lnTo>
                <a:lnTo>
                  <a:pt x="238125" y="390525"/>
                </a:lnTo>
                <a:lnTo>
                  <a:pt x="238125" y="381000"/>
                </a:lnTo>
                <a:lnTo>
                  <a:pt x="257175" y="381000"/>
                </a:lnTo>
                <a:lnTo>
                  <a:pt x="257175" y="409575"/>
                </a:lnTo>
                <a:lnTo>
                  <a:pt x="247650" y="409575"/>
                </a:lnTo>
                <a:lnTo>
                  <a:pt x="247650" y="438150"/>
                </a:lnTo>
                <a:lnTo>
                  <a:pt x="257175" y="438150"/>
                </a:lnTo>
                <a:lnTo>
                  <a:pt x="257175" y="447675"/>
                </a:lnTo>
                <a:lnTo>
                  <a:pt x="247650" y="447675"/>
                </a:lnTo>
                <a:lnTo>
                  <a:pt x="247650" y="466725"/>
                </a:lnTo>
                <a:lnTo>
                  <a:pt x="257175" y="466725"/>
                </a:lnTo>
                <a:lnTo>
                  <a:pt x="257175" y="476250"/>
                </a:lnTo>
                <a:lnTo>
                  <a:pt x="266700" y="476250"/>
                </a:lnTo>
                <a:lnTo>
                  <a:pt x="266700" y="485775"/>
                </a:lnTo>
                <a:lnTo>
                  <a:pt x="276225" y="485775"/>
                </a:lnTo>
                <a:lnTo>
                  <a:pt x="276225" y="495300"/>
                </a:lnTo>
                <a:lnTo>
                  <a:pt x="266700" y="495300"/>
                </a:lnTo>
                <a:lnTo>
                  <a:pt x="266700" y="504825"/>
                </a:lnTo>
                <a:lnTo>
                  <a:pt x="238125" y="504825"/>
                </a:lnTo>
                <a:lnTo>
                  <a:pt x="238125" y="495300"/>
                </a:lnTo>
                <a:lnTo>
                  <a:pt x="228600" y="495300"/>
                </a:lnTo>
                <a:lnTo>
                  <a:pt x="228600" y="514350"/>
                </a:lnTo>
                <a:lnTo>
                  <a:pt x="209550" y="514350"/>
                </a:lnTo>
                <a:lnTo>
                  <a:pt x="209550" y="523875"/>
                </a:lnTo>
                <a:lnTo>
                  <a:pt x="190500" y="523875"/>
                </a:lnTo>
                <a:lnTo>
                  <a:pt x="190500" y="514350"/>
                </a:lnTo>
                <a:lnTo>
                  <a:pt x="200025" y="514350"/>
                </a:lnTo>
                <a:lnTo>
                  <a:pt x="200025" y="504825"/>
                </a:lnTo>
                <a:lnTo>
                  <a:pt x="219075" y="504825"/>
                </a:lnTo>
                <a:lnTo>
                  <a:pt x="219075" y="466725"/>
                </a:lnTo>
                <a:lnTo>
                  <a:pt x="228600" y="466725"/>
                </a:lnTo>
                <a:lnTo>
                  <a:pt x="228600" y="419100"/>
                </a:lnTo>
                <a:lnTo>
                  <a:pt x="219075" y="419100"/>
                </a:lnTo>
                <a:lnTo>
                  <a:pt x="219075" y="409575"/>
                </a:lnTo>
                <a:lnTo>
                  <a:pt x="209550" y="409575"/>
                </a:lnTo>
                <a:lnTo>
                  <a:pt x="209550" y="419100"/>
                </a:lnTo>
                <a:lnTo>
                  <a:pt x="180975" y="419100"/>
                </a:lnTo>
                <a:lnTo>
                  <a:pt x="180975" y="390525"/>
                </a:lnTo>
                <a:lnTo>
                  <a:pt x="190500" y="390525"/>
                </a:lnTo>
                <a:close/>
                <a:moveTo>
                  <a:pt x="142875" y="381000"/>
                </a:moveTo>
                <a:lnTo>
                  <a:pt x="152400" y="381000"/>
                </a:lnTo>
                <a:lnTo>
                  <a:pt x="152400" y="390525"/>
                </a:lnTo>
                <a:lnTo>
                  <a:pt x="142875" y="390525"/>
                </a:lnTo>
                <a:close/>
                <a:moveTo>
                  <a:pt x="619125" y="400050"/>
                </a:moveTo>
                <a:lnTo>
                  <a:pt x="628650" y="400050"/>
                </a:lnTo>
                <a:lnTo>
                  <a:pt x="628650" y="409575"/>
                </a:lnTo>
                <a:lnTo>
                  <a:pt x="619125" y="409575"/>
                </a:lnTo>
                <a:close/>
                <a:moveTo>
                  <a:pt x="561975" y="438150"/>
                </a:moveTo>
                <a:lnTo>
                  <a:pt x="581025" y="438150"/>
                </a:lnTo>
                <a:lnTo>
                  <a:pt x="581025" y="447675"/>
                </a:lnTo>
                <a:lnTo>
                  <a:pt x="561975" y="447675"/>
                </a:lnTo>
                <a:close/>
                <a:moveTo>
                  <a:pt x="171450" y="447675"/>
                </a:moveTo>
                <a:lnTo>
                  <a:pt x="200025" y="447675"/>
                </a:lnTo>
                <a:lnTo>
                  <a:pt x="200025" y="476250"/>
                </a:lnTo>
                <a:lnTo>
                  <a:pt x="209550" y="476250"/>
                </a:lnTo>
                <a:lnTo>
                  <a:pt x="209550" y="485775"/>
                </a:lnTo>
                <a:lnTo>
                  <a:pt x="171450" y="485775"/>
                </a:lnTo>
                <a:lnTo>
                  <a:pt x="171450" y="495300"/>
                </a:lnTo>
                <a:lnTo>
                  <a:pt x="180975" y="495300"/>
                </a:lnTo>
                <a:lnTo>
                  <a:pt x="180975" y="514350"/>
                </a:lnTo>
                <a:lnTo>
                  <a:pt x="171450" y="514350"/>
                </a:lnTo>
                <a:lnTo>
                  <a:pt x="171450" y="504825"/>
                </a:lnTo>
                <a:lnTo>
                  <a:pt x="161925" y="504825"/>
                </a:lnTo>
                <a:lnTo>
                  <a:pt x="161925" y="495300"/>
                </a:lnTo>
                <a:lnTo>
                  <a:pt x="152400" y="495300"/>
                </a:lnTo>
                <a:lnTo>
                  <a:pt x="152400" y="476250"/>
                </a:lnTo>
                <a:lnTo>
                  <a:pt x="180975" y="476250"/>
                </a:lnTo>
                <a:lnTo>
                  <a:pt x="180975" y="457200"/>
                </a:lnTo>
                <a:lnTo>
                  <a:pt x="171450" y="457200"/>
                </a:lnTo>
                <a:close/>
                <a:moveTo>
                  <a:pt x="104775" y="485775"/>
                </a:moveTo>
                <a:lnTo>
                  <a:pt x="114300" y="485775"/>
                </a:lnTo>
                <a:lnTo>
                  <a:pt x="114300" y="495300"/>
                </a:lnTo>
                <a:lnTo>
                  <a:pt x="123825" y="495300"/>
                </a:lnTo>
                <a:lnTo>
                  <a:pt x="123825" y="514350"/>
                </a:lnTo>
                <a:lnTo>
                  <a:pt x="142875" y="514350"/>
                </a:lnTo>
                <a:lnTo>
                  <a:pt x="142875" y="542925"/>
                </a:lnTo>
                <a:lnTo>
                  <a:pt x="133350" y="542925"/>
                </a:lnTo>
                <a:lnTo>
                  <a:pt x="133350" y="552450"/>
                </a:lnTo>
                <a:lnTo>
                  <a:pt x="123825" y="552450"/>
                </a:lnTo>
                <a:lnTo>
                  <a:pt x="123825" y="542925"/>
                </a:lnTo>
                <a:lnTo>
                  <a:pt x="114300" y="542925"/>
                </a:lnTo>
                <a:lnTo>
                  <a:pt x="114300" y="514350"/>
                </a:lnTo>
                <a:lnTo>
                  <a:pt x="104775" y="514350"/>
                </a:lnTo>
                <a:close/>
                <a:moveTo>
                  <a:pt x="228600" y="514350"/>
                </a:moveTo>
                <a:lnTo>
                  <a:pt x="247650" y="514350"/>
                </a:lnTo>
                <a:lnTo>
                  <a:pt x="247650" y="571500"/>
                </a:lnTo>
                <a:lnTo>
                  <a:pt x="238125" y="571500"/>
                </a:lnTo>
                <a:lnTo>
                  <a:pt x="238125" y="561975"/>
                </a:lnTo>
                <a:lnTo>
                  <a:pt x="228600" y="561975"/>
                </a:lnTo>
                <a:close/>
                <a:moveTo>
                  <a:pt x="133350" y="552450"/>
                </a:moveTo>
                <a:lnTo>
                  <a:pt x="142875" y="552450"/>
                </a:lnTo>
                <a:lnTo>
                  <a:pt x="142875" y="561975"/>
                </a:lnTo>
                <a:lnTo>
                  <a:pt x="133350" y="561975"/>
                </a:lnTo>
                <a:close/>
                <a:moveTo>
                  <a:pt x="152400" y="571500"/>
                </a:moveTo>
                <a:lnTo>
                  <a:pt x="161925" y="571500"/>
                </a:lnTo>
                <a:lnTo>
                  <a:pt x="161925" y="581025"/>
                </a:lnTo>
                <a:lnTo>
                  <a:pt x="171450" y="581025"/>
                </a:lnTo>
                <a:lnTo>
                  <a:pt x="171450" y="590550"/>
                </a:lnTo>
                <a:lnTo>
                  <a:pt x="180975" y="590550"/>
                </a:lnTo>
                <a:lnTo>
                  <a:pt x="180975" y="600075"/>
                </a:lnTo>
                <a:lnTo>
                  <a:pt x="161925" y="600075"/>
                </a:lnTo>
                <a:lnTo>
                  <a:pt x="161925" y="590550"/>
                </a:lnTo>
                <a:lnTo>
                  <a:pt x="152400" y="590550"/>
                </a:lnTo>
                <a:close/>
                <a:moveTo>
                  <a:pt x="419100" y="571500"/>
                </a:moveTo>
                <a:lnTo>
                  <a:pt x="438150" y="571500"/>
                </a:lnTo>
                <a:lnTo>
                  <a:pt x="438150" y="600075"/>
                </a:lnTo>
                <a:lnTo>
                  <a:pt x="419100" y="600075"/>
                </a:lnTo>
                <a:close/>
                <a:moveTo>
                  <a:pt x="152400" y="600075"/>
                </a:moveTo>
                <a:lnTo>
                  <a:pt x="161925" y="600075"/>
                </a:lnTo>
                <a:lnTo>
                  <a:pt x="161925" y="609600"/>
                </a:lnTo>
                <a:lnTo>
                  <a:pt x="152400" y="609600"/>
                </a:lnTo>
                <a:close/>
                <a:moveTo>
                  <a:pt x="304800" y="657225"/>
                </a:moveTo>
                <a:lnTo>
                  <a:pt x="323850" y="657225"/>
                </a:lnTo>
                <a:lnTo>
                  <a:pt x="323850" y="695325"/>
                </a:lnTo>
                <a:lnTo>
                  <a:pt x="314325" y="695325"/>
                </a:lnTo>
                <a:lnTo>
                  <a:pt x="314325" y="676275"/>
                </a:lnTo>
                <a:lnTo>
                  <a:pt x="304800" y="676275"/>
                </a:lnTo>
                <a:close/>
                <a:moveTo>
                  <a:pt x="371475" y="704850"/>
                </a:moveTo>
                <a:lnTo>
                  <a:pt x="381000" y="704850"/>
                </a:lnTo>
                <a:lnTo>
                  <a:pt x="381000" y="714375"/>
                </a:lnTo>
                <a:lnTo>
                  <a:pt x="371475" y="714375"/>
                </a:lnTo>
                <a:close/>
              </a:path>
            </a:pathLst>
          </a:custGeom>
          <a:solidFill xmlns:a="http://schemas.openxmlformats.org/drawingml/2006/main">
            <a:srgbClr val="788896"/>
          </a:solidFill>
          <a:ln xmlns:a="http://schemas.openxmlformats.org/drawingml/2006/main" w="0">
            <a:noFill/>
          </a:ln>
        </p:spPr>
      </p:sp>
      <p:sp>
        <p:nvSpPr>
          <p:cNvPr id="68" name="limits vector #788895">
            <a:extLst xmlns:a="http://schemas.openxmlformats.org/drawingml/2006/main">
              <a:ext uri="{FF2B5EF4-FFF2-40B4-BE49-F238E27FC236}">
                <a16:creationId xmlns:a16="http://schemas.microsoft.com/office/drawing/2014/main" id="{9954EC07-EB74-4D20-BFDA-35A3DC7007B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076950" y="1504950"/>
            <a:ext cx="923925" cy="876300"/>
          </a:xfrm>
          <a:custGeom xmlns:a="http://schemas.openxmlformats.org/drawingml/2006/main">
            <a:pathLst>
              <a:path w="923925" h="876300">
                <a:moveTo>
                  <a:pt x="381000" y="95250"/>
                </a:moveTo>
                <a:lnTo>
                  <a:pt x="409575" y="95250"/>
                </a:lnTo>
                <a:lnTo>
                  <a:pt x="409575" y="104775"/>
                </a:lnTo>
                <a:lnTo>
                  <a:pt x="419100" y="104775"/>
                </a:lnTo>
                <a:lnTo>
                  <a:pt x="419100" y="123825"/>
                </a:lnTo>
                <a:lnTo>
                  <a:pt x="438150" y="123825"/>
                </a:lnTo>
                <a:lnTo>
                  <a:pt x="438150" y="114300"/>
                </a:lnTo>
                <a:lnTo>
                  <a:pt x="447675" y="114300"/>
                </a:lnTo>
                <a:lnTo>
                  <a:pt x="447675" y="133350"/>
                </a:lnTo>
                <a:lnTo>
                  <a:pt x="438150" y="133350"/>
                </a:lnTo>
                <a:lnTo>
                  <a:pt x="438150" y="142875"/>
                </a:lnTo>
                <a:lnTo>
                  <a:pt x="428625" y="142875"/>
                </a:lnTo>
                <a:lnTo>
                  <a:pt x="428625" y="161925"/>
                </a:lnTo>
                <a:lnTo>
                  <a:pt x="419100" y="161925"/>
                </a:lnTo>
                <a:lnTo>
                  <a:pt x="419100" y="171450"/>
                </a:lnTo>
                <a:lnTo>
                  <a:pt x="428625" y="171450"/>
                </a:lnTo>
                <a:lnTo>
                  <a:pt x="428625" y="180975"/>
                </a:lnTo>
                <a:lnTo>
                  <a:pt x="409575" y="180975"/>
                </a:lnTo>
                <a:lnTo>
                  <a:pt x="409575" y="171450"/>
                </a:lnTo>
                <a:lnTo>
                  <a:pt x="400050" y="171450"/>
                </a:lnTo>
                <a:lnTo>
                  <a:pt x="400050" y="200025"/>
                </a:lnTo>
                <a:lnTo>
                  <a:pt x="390525" y="200025"/>
                </a:lnTo>
                <a:lnTo>
                  <a:pt x="390525" y="180975"/>
                </a:lnTo>
                <a:lnTo>
                  <a:pt x="381000" y="180975"/>
                </a:lnTo>
                <a:lnTo>
                  <a:pt x="381000" y="171450"/>
                </a:lnTo>
                <a:lnTo>
                  <a:pt x="390525" y="171450"/>
                </a:lnTo>
                <a:lnTo>
                  <a:pt x="390525" y="161925"/>
                </a:lnTo>
                <a:lnTo>
                  <a:pt x="400050" y="161925"/>
                </a:lnTo>
                <a:lnTo>
                  <a:pt x="400050" y="142875"/>
                </a:lnTo>
                <a:lnTo>
                  <a:pt x="390525" y="142875"/>
                </a:lnTo>
                <a:lnTo>
                  <a:pt x="390525" y="123825"/>
                </a:lnTo>
                <a:lnTo>
                  <a:pt x="381000" y="123825"/>
                </a:lnTo>
                <a:lnTo>
                  <a:pt x="381000" y="114300"/>
                </a:lnTo>
                <a:lnTo>
                  <a:pt x="371475" y="114300"/>
                </a:lnTo>
                <a:lnTo>
                  <a:pt x="371475" y="104775"/>
                </a:lnTo>
                <a:lnTo>
                  <a:pt x="381000" y="104775"/>
                </a:lnTo>
                <a:close/>
                <a:moveTo>
                  <a:pt x="295275" y="114300"/>
                </a:moveTo>
                <a:lnTo>
                  <a:pt x="342900" y="114300"/>
                </a:lnTo>
                <a:lnTo>
                  <a:pt x="342900" y="123825"/>
                </a:lnTo>
                <a:lnTo>
                  <a:pt x="295275" y="123825"/>
                </a:lnTo>
                <a:close/>
                <a:moveTo>
                  <a:pt x="457200" y="114300"/>
                </a:moveTo>
                <a:lnTo>
                  <a:pt x="476250" y="114300"/>
                </a:lnTo>
                <a:lnTo>
                  <a:pt x="476250" y="133350"/>
                </a:lnTo>
                <a:lnTo>
                  <a:pt x="466725" y="133350"/>
                </a:lnTo>
                <a:lnTo>
                  <a:pt x="466725" y="161925"/>
                </a:lnTo>
                <a:lnTo>
                  <a:pt x="438150" y="161925"/>
                </a:lnTo>
                <a:lnTo>
                  <a:pt x="438150" y="152400"/>
                </a:lnTo>
                <a:lnTo>
                  <a:pt x="457200" y="152400"/>
                </a:lnTo>
                <a:close/>
                <a:moveTo>
                  <a:pt x="504825" y="114300"/>
                </a:moveTo>
                <a:lnTo>
                  <a:pt x="514350" y="114300"/>
                </a:lnTo>
                <a:lnTo>
                  <a:pt x="514350" y="142875"/>
                </a:lnTo>
                <a:lnTo>
                  <a:pt x="504825" y="142875"/>
                </a:lnTo>
                <a:close/>
                <a:moveTo>
                  <a:pt x="295275" y="161925"/>
                </a:moveTo>
                <a:lnTo>
                  <a:pt x="304800" y="161925"/>
                </a:lnTo>
                <a:lnTo>
                  <a:pt x="304800" y="171450"/>
                </a:lnTo>
                <a:lnTo>
                  <a:pt x="295275" y="171450"/>
                </a:lnTo>
                <a:close/>
                <a:moveTo>
                  <a:pt x="314325" y="161925"/>
                </a:moveTo>
                <a:lnTo>
                  <a:pt x="323850" y="161925"/>
                </a:lnTo>
                <a:lnTo>
                  <a:pt x="323850" y="171450"/>
                </a:lnTo>
                <a:lnTo>
                  <a:pt x="333375" y="171450"/>
                </a:lnTo>
                <a:lnTo>
                  <a:pt x="333375" y="180975"/>
                </a:lnTo>
                <a:lnTo>
                  <a:pt x="342900" y="180975"/>
                </a:lnTo>
                <a:lnTo>
                  <a:pt x="342900" y="171450"/>
                </a:lnTo>
                <a:lnTo>
                  <a:pt x="361950" y="171450"/>
                </a:lnTo>
                <a:lnTo>
                  <a:pt x="361950" y="209550"/>
                </a:lnTo>
                <a:lnTo>
                  <a:pt x="381000" y="209550"/>
                </a:lnTo>
                <a:lnTo>
                  <a:pt x="381000" y="238125"/>
                </a:lnTo>
                <a:lnTo>
                  <a:pt x="390525" y="238125"/>
                </a:lnTo>
                <a:lnTo>
                  <a:pt x="390525" y="228600"/>
                </a:lnTo>
                <a:lnTo>
                  <a:pt x="400050" y="228600"/>
                </a:lnTo>
                <a:lnTo>
                  <a:pt x="400050" y="247650"/>
                </a:lnTo>
                <a:lnTo>
                  <a:pt x="390525" y="247650"/>
                </a:lnTo>
                <a:lnTo>
                  <a:pt x="390525" y="266700"/>
                </a:lnTo>
                <a:lnTo>
                  <a:pt x="361950" y="266700"/>
                </a:lnTo>
                <a:lnTo>
                  <a:pt x="361950" y="257175"/>
                </a:lnTo>
                <a:lnTo>
                  <a:pt x="352425" y="257175"/>
                </a:lnTo>
                <a:lnTo>
                  <a:pt x="352425" y="247650"/>
                </a:lnTo>
                <a:lnTo>
                  <a:pt x="342900" y="247650"/>
                </a:lnTo>
                <a:lnTo>
                  <a:pt x="342900" y="238125"/>
                </a:lnTo>
                <a:lnTo>
                  <a:pt x="333375" y="238125"/>
                </a:lnTo>
                <a:lnTo>
                  <a:pt x="333375" y="228600"/>
                </a:lnTo>
                <a:lnTo>
                  <a:pt x="323850" y="228600"/>
                </a:lnTo>
                <a:lnTo>
                  <a:pt x="323850" y="219075"/>
                </a:lnTo>
                <a:lnTo>
                  <a:pt x="304800" y="219075"/>
                </a:lnTo>
                <a:lnTo>
                  <a:pt x="304800" y="228600"/>
                </a:lnTo>
                <a:lnTo>
                  <a:pt x="314325" y="228600"/>
                </a:lnTo>
                <a:lnTo>
                  <a:pt x="314325" y="238125"/>
                </a:lnTo>
                <a:lnTo>
                  <a:pt x="304800" y="238125"/>
                </a:lnTo>
                <a:lnTo>
                  <a:pt x="304800" y="247650"/>
                </a:lnTo>
                <a:lnTo>
                  <a:pt x="295275" y="247650"/>
                </a:lnTo>
                <a:lnTo>
                  <a:pt x="295275" y="266700"/>
                </a:lnTo>
                <a:lnTo>
                  <a:pt x="285750" y="266700"/>
                </a:lnTo>
                <a:lnTo>
                  <a:pt x="285750" y="219075"/>
                </a:lnTo>
                <a:lnTo>
                  <a:pt x="295275" y="219075"/>
                </a:lnTo>
                <a:lnTo>
                  <a:pt x="295275" y="209550"/>
                </a:lnTo>
                <a:lnTo>
                  <a:pt x="285750" y="209550"/>
                </a:lnTo>
                <a:lnTo>
                  <a:pt x="285750" y="200025"/>
                </a:lnTo>
                <a:lnTo>
                  <a:pt x="266700" y="200025"/>
                </a:lnTo>
                <a:lnTo>
                  <a:pt x="266700" y="209550"/>
                </a:lnTo>
                <a:lnTo>
                  <a:pt x="257175" y="209550"/>
                </a:lnTo>
                <a:lnTo>
                  <a:pt x="257175" y="200025"/>
                </a:lnTo>
                <a:lnTo>
                  <a:pt x="247650" y="200025"/>
                </a:lnTo>
                <a:lnTo>
                  <a:pt x="247650" y="171450"/>
                </a:lnTo>
                <a:lnTo>
                  <a:pt x="257175" y="171450"/>
                </a:lnTo>
                <a:lnTo>
                  <a:pt x="257175" y="180975"/>
                </a:lnTo>
                <a:lnTo>
                  <a:pt x="285750" y="180975"/>
                </a:lnTo>
                <a:lnTo>
                  <a:pt x="285750" y="190500"/>
                </a:lnTo>
                <a:lnTo>
                  <a:pt x="304800" y="190500"/>
                </a:lnTo>
                <a:lnTo>
                  <a:pt x="304800" y="171450"/>
                </a:lnTo>
                <a:lnTo>
                  <a:pt x="314325" y="171450"/>
                </a:lnTo>
                <a:close/>
                <a:moveTo>
                  <a:pt x="180975" y="180975"/>
                </a:moveTo>
                <a:lnTo>
                  <a:pt x="200025" y="180975"/>
                </a:lnTo>
                <a:lnTo>
                  <a:pt x="200025" y="209550"/>
                </a:lnTo>
                <a:lnTo>
                  <a:pt x="180975" y="209550"/>
                </a:lnTo>
                <a:lnTo>
                  <a:pt x="180975" y="238125"/>
                </a:lnTo>
                <a:lnTo>
                  <a:pt x="161925" y="238125"/>
                </a:lnTo>
                <a:lnTo>
                  <a:pt x="161925" y="219075"/>
                </a:lnTo>
                <a:lnTo>
                  <a:pt x="171450" y="219075"/>
                </a:lnTo>
                <a:lnTo>
                  <a:pt x="171450" y="200025"/>
                </a:lnTo>
                <a:lnTo>
                  <a:pt x="180975" y="200025"/>
                </a:lnTo>
                <a:close/>
                <a:moveTo>
                  <a:pt x="514350" y="180975"/>
                </a:moveTo>
                <a:lnTo>
                  <a:pt x="523875" y="180975"/>
                </a:lnTo>
                <a:lnTo>
                  <a:pt x="523875" y="190500"/>
                </a:lnTo>
                <a:lnTo>
                  <a:pt x="533400" y="190500"/>
                </a:lnTo>
                <a:lnTo>
                  <a:pt x="533400" y="219075"/>
                </a:lnTo>
                <a:lnTo>
                  <a:pt x="542925" y="219075"/>
                </a:lnTo>
                <a:lnTo>
                  <a:pt x="542925" y="228600"/>
                </a:lnTo>
                <a:lnTo>
                  <a:pt x="600075" y="228600"/>
                </a:lnTo>
                <a:lnTo>
                  <a:pt x="600075" y="209550"/>
                </a:lnTo>
                <a:lnTo>
                  <a:pt x="609600" y="209550"/>
                </a:lnTo>
                <a:lnTo>
                  <a:pt x="609600" y="228600"/>
                </a:lnTo>
                <a:lnTo>
                  <a:pt x="628650" y="228600"/>
                </a:lnTo>
                <a:lnTo>
                  <a:pt x="628650" y="238125"/>
                </a:lnTo>
                <a:lnTo>
                  <a:pt x="638175" y="238125"/>
                </a:lnTo>
                <a:lnTo>
                  <a:pt x="638175" y="209550"/>
                </a:lnTo>
                <a:lnTo>
                  <a:pt x="647700" y="209550"/>
                </a:lnTo>
                <a:lnTo>
                  <a:pt x="647700" y="219075"/>
                </a:lnTo>
                <a:lnTo>
                  <a:pt x="657225" y="219075"/>
                </a:lnTo>
                <a:lnTo>
                  <a:pt x="657225" y="228600"/>
                </a:lnTo>
                <a:lnTo>
                  <a:pt x="666750" y="228600"/>
                </a:lnTo>
                <a:lnTo>
                  <a:pt x="666750" y="257175"/>
                </a:lnTo>
                <a:lnTo>
                  <a:pt x="676275" y="257175"/>
                </a:lnTo>
                <a:lnTo>
                  <a:pt x="676275" y="266700"/>
                </a:lnTo>
                <a:lnTo>
                  <a:pt x="685800" y="266700"/>
                </a:lnTo>
                <a:lnTo>
                  <a:pt x="685800" y="285750"/>
                </a:lnTo>
                <a:lnTo>
                  <a:pt x="695325" y="285750"/>
                </a:lnTo>
                <a:lnTo>
                  <a:pt x="695325" y="295275"/>
                </a:lnTo>
                <a:lnTo>
                  <a:pt x="676275" y="295275"/>
                </a:lnTo>
                <a:lnTo>
                  <a:pt x="676275" y="285750"/>
                </a:lnTo>
                <a:lnTo>
                  <a:pt x="657225" y="285750"/>
                </a:lnTo>
                <a:lnTo>
                  <a:pt x="657225" y="295275"/>
                </a:lnTo>
                <a:lnTo>
                  <a:pt x="647700" y="295275"/>
                </a:lnTo>
                <a:lnTo>
                  <a:pt x="647700" y="285750"/>
                </a:lnTo>
                <a:lnTo>
                  <a:pt x="638175" y="285750"/>
                </a:lnTo>
                <a:lnTo>
                  <a:pt x="638175" y="276225"/>
                </a:lnTo>
                <a:lnTo>
                  <a:pt x="628650" y="276225"/>
                </a:lnTo>
                <a:lnTo>
                  <a:pt x="628650" y="285750"/>
                </a:lnTo>
                <a:lnTo>
                  <a:pt x="609600" y="285750"/>
                </a:lnTo>
                <a:lnTo>
                  <a:pt x="609600" y="295275"/>
                </a:lnTo>
                <a:lnTo>
                  <a:pt x="600075" y="295275"/>
                </a:lnTo>
                <a:lnTo>
                  <a:pt x="600075" y="276225"/>
                </a:lnTo>
                <a:lnTo>
                  <a:pt x="609600" y="276225"/>
                </a:lnTo>
                <a:lnTo>
                  <a:pt x="609600" y="266700"/>
                </a:lnTo>
                <a:lnTo>
                  <a:pt x="619125" y="266700"/>
                </a:lnTo>
                <a:lnTo>
                  <a:pt x="619125" y="247650"/>
                </a:lnTo>
                <a:lnTo>
                  <a:pt x="581025" y="247650"/>
                </a:lnTo>
                <a:lnTo>
                  <a:pt x="581025" y="257175"/>
                </a:lnTo>
                <a:lnTo>
                  <a:pt x="571500" y="257175"/>
                </a:lnTo>
                <a:lnTo>
                  <a:pt x="571500" y="266700"/>
                </a:lnTo>
                <a:lnTo>
                  <a:pt x="542925" y="266700"/>
                </a:lnTo>
                <a:lnTo>
                  <a:pt x="542925" y="238125"/>
                </a:lnTo>
                <a:lnTo>
                  <a:pt x="514350" y="238125"/>
                </a:lnTo>
                <a:lnTo>
                  <a:pt x="514350" y="247650"/>
                </a:lnTo>
                <a:lnTo>
                  <a:pt x="504825" y="247650"/>
                </a:lnTo>
                <a:lnTo>
                  <a:pt x="504825" y="266700"/>
                </a:lnTo>
                <a:lnTo>
                  <a:pt x="495300" y="266700"/>
                </a:lnTo>
                <a:lnTo>
                  <a:pt x="495300" y="257175"/>
                </a:lnTo>
                <a:lnTo>
                  <a:pt x="466725" y="257175"/>
                </a:lnTo>
                <a:lnTo>
                  <a:pt x="466725" y="247650"/>
                </a:lnTo>
                <a:lnTo>
                  <a:pt x="457200" y="247650"/>
                </a:lnTo>
                <a:lnTo>
                  <a:pt x="457200" y="276225"/>
                </a:lnTo>
                <a:lnTo>
                  <a:pt x="438150" y="276225"/>
                </a:lnTo>
                <a:lnTo>
                  <a:pt x="438150" y="257175"/>
                </a:lnTo>
                <a:lnTo>
                  <a:pt x="419100" y="257175"/>
                </a:lnTo>
                <a:lnTo>
                  <a:pt x="419100" y="209550"/>
                </a:lnTo>
                <a:lnTo>
                  <a:pt x="428625" y="209550"/>
                </a:lnTo>
                <a:lnTo>
                  <a:pt x="428625" y="200025"/>
                </a:lnTo>
                <a:lnTo>
                  <a:pt x="438150" y="200025"/>
                </a:lnTo>
                <a:lnTo>
                  <a:pt x="438150" y="190500"/>
                </a:lnTo>
                <a:lnTo>
                  <a:pt x="466725" y="190500"/>
                </a:lnTo>
                <a:lnTo>
                  <a:pt x="466725" y="200025"/>
                </a:lnTo>
                <a:lnTo>
                  <a:pt x="476250" y="200025"/>
                </a:lnTo>
                <a:lnTo>
                  <a:pt x="476250" y="209550"/>
                </a:lnTo>
                <a:lnTo>
                  <a:pt x="495300" y="209550"/>
                </a:lnTo>
                <a:lnTo>
                  <a:pt x="495300" y="200025"/>
                </a:lnTo>
                <a:lnTo>
                  <a:pt x="504825" y="200025"/>
                </a:lnTo>
                <a:lnTo>
                  <a:pt x="504825" y="190500"/>
                </a:lnTo>
                <a:lnTo>
                  <a:pt x="514350" y="190500"/>
                </a:lnTo>
                <a:close/>
                <a:moveTo>
                  <a:pt x="561975" y="180975"/>
                </a:moveTo>
                <a:lnTo>
                  <a:pt x="571500" y="180975"/>
                </a:lnTo>
                <a:lnTo>
                  <a:pt x="571500" y="200025"/>
                </a:lnTo>
                <a:lnTo>
                  <a:pt x="561975" y="200025"/>
                </a:lnTo>
                <a:close/>
                <a:moveTo>
                  <a:pt x="447675" y="228600"/>
                </a:moveTo>
                <a:lnTo>
                  <a:pt x="466725" y="228600"/>
                </a:lnTo>
                <a:lnTo>
                  <a:pt x="466725" y="209550"/>
                </a:lnTo>
                <a:lnTo>
                  <a:pt x="447675" y="209550"/>
                </a:lnTo>
                <a:close/>
                <a:moveTo>
                  <a:pt x="400050" y="247650"/>
                </a:moveTo>
                <a:lnTo>
                  <a:pt x="409575" y="247650"/>
                </a:lnTo>
                <a:lnTo>
                  <a:pt x="409575" y="257175"/>
                </a:lnTo>
                <a:lnTo>
                  <a:pt x="400050" y="257175"/>
                </a:lnTo>
                <a:close/>
                <a:moveTo>
                  <a:pt x="209550" y="266700"/>
                </a:moveTo>
                <a:lnTo>
                  <a:pt x="238125" y="266700"/>
                </a:lnTo>
                <a:lnTo>
                  <a:pt x="238125" y="276225"/>
                </a:lnTo>
                <a:lnTo>
                  <a:pt x="209550" y="276225"/>
                </a:lnTo>
                <a:close/>
                <a:moveTo>
                  <a:pt x="180975" y="276225"/>
                </a:moveTo>
                <a:lnTo>
                  <a:pt x="190500" y="276225"/>
                </a:lnTo>
                <a:lnTo>
                  <a:pt x="190500" y="285750"/>
                </a:lnTo>
                <a:lnTo>
                  <a:pt x="228600" y="285750"/>
                </a:lnTo>
                <a:lnTo>
                  <a:pt x="228600" y="295275"/>
                </a:lnTo>
                <a:lnTo>
                  <a:pt x="238125" y="295275"/>
                </a:lnTo>
                <a:lnTo>
                  <a:pt x="238125" y="304800"/>
                </a:lnTo>
                <a:lnTo>
                  <a:pt x="266700" y="304800"/>
                </a:lnTo>
                <a:lnTo>
                  <a:pt x="266700" y="295275"/>
                </a:lnTo>
                <a:lnTo>
                  <a:pt x="276225" y="295275"/>
                </a:lnTo>
                <a:lnTo>
                  <a:pt x="276225" y="304800"/>
                </a:lnTo>
                <a:lnTo>
                  <a:pt x="266700" y="304800"/>
                </a:lnTo>
                <a:lnTo>
                  <a:pt x="266700" y="314325"/>
                </a:lnTo>
                <a:lnTo>
                  <a:pt x="257175" y="314325"/>
                </a:lnTo>
                <a:lnTo>
                  <a:pt x="257175" y="342900"/>
                </a:lnTo>
                <a:lnTo>
                  <a:pt x="228600" y="342900"/>
                </a:lnTo>
                <a:lnTo>
                  <a:pt x="228600" y="304800"/>
                </a:lnTo>
                <a:lnTo>
                  <a:pt x="219075" y="304800"/>
                </a:lnTo>
                <a:lnTo>
                  <a:pt x="219075" y="295275"/>
                </a:lnTo>
                <a:lnTo>
                  <a:pt x="209550" y="295275"/>
                </a:lnTo>
                <a:lnTo>
                  <a:pt x="209550" y="304800"/>
                </a:lnTo>
                <a:lnTo>
                  <a:pt x="190500" y="304800"/>
                </a:lnTo>
                <a:lnTo>
                  <a:pt x="190500" y="314325"/>
                </a:lnTo>
                <a:lnTo>
                  <a:pt x="180975" y="314325"/>
                </a:lnTo>
                <a:lnTo>
                  <a:pt x="180975" y="304800"/>
                </a:lnTo>
                <a:lnTo>
                  <a:pt x="171450" y="304800"/>
                </a:lnTo>
                <a:lnTo>
                  <a:pt x="171450" y="285750"/>
                </a:lnTo>
                <a:lnTo>
                  <a:pt x="180975" y="285750"/>
                </a:lnTo>
                <a:close/>
                <a:moveTo>
                  <a:pt x="638175" y="295275"/>
                </a:moveTo>
                <a:lnTo>
                  <a:pt x="647700" y="295275"/>
                </a:lnTo>
                <a:lnTo>
                  <a:pt x="647700" y="323850"/>
                </a:lnTo>
                <a:lnTo>
                  <a:pt x="619125" y="323850"/>
                </a:lnTo>
                <a:lnTo>
                  <a:pt x="619125" y="314325"/>
                </a:lnTo>
                <a:lnTo>
                  <a:pt x="628650" y="314325"/>
                </a:lnTo>
                <a:lnTo>
                  <a:pt x="628650" y="304800"/>
                </a:lnTo>
                <a:lnTo>
                  <a:pt x="638175" y="304800"/>
                </a:lnTo>
                <a:close/>
                <a:moveTo>
                  <a:pt x="695325" y="295275"/>
                </a:moveTo>
                <a:lnTo>
                  <a:pt x="704850" y="295275"/>
                </a:lnTo>
                <a:lnTo>
                  <a:pt x="704850" y="304800"/>
                </a:lnTo>
                <a:lnTo>
                  <a:pt x="695325" y="304800"/>
                </a:lnTo>
                <a:close/>
                <a:moveTo>
                  <a:pt x="542925" y="304800"/>
                </a:moveTo>
                <a:lnTo>
                  <a:pt x="552450" y="304800"/>
                </a:lnTo>
                <a:lnTo>
                  <a:pt x="552450" y="314325"/>
                </a:lnTo>
                <a:lnTo>
                  <a:pt x="542925" y="314325"/>
                </a:lnTo>
                <a:close/>
                <a:moveTo>
                  <a:pt x="695325" y="323850"/>
                </a:moveTo>
                <a:lnTo>
                  <a:pt x="704850" y="323850"/>
                </a:lnTo>
                <a:lnTo>
                  <a:pt x="704850" y="333375"/>
                </a:lnTo>
                <a:lnTo>
                  <a:pt x="695325" y="333375"/>
                </a:lnTo>
                <a:close/>
                <a:moveTo>
                  <a:pt x="542925" y="342900"/>
                </a:moveTo>
                <a:lnTo>
                  <a:pt x="552450" y="342900"/>
                </a:lnTo>
                <a:lnTo>
                  <a:pt x="552450" y="371475"/>
                </a:lnTo>
                <a:lnTo>
                  <a:pt x="542925" y="371475"/>
                </a:lnTo>
                <a:close/>
                <a:moveTo>
                  <a:pt x="657225" y="352425"/>
                </a:moveTo>
                <a:lnTo>
                  <a:pt x="685800" y="352425"/>
                </a:lnTo>
                <a:lnTo>
                  <a:pt x="685800" y="361950"/>
                </a:lnTo>
                <a:lnTo>
                  <a:pt x="695325" y="361950"/>
                </a:lnTo>
                <a:lnTo>
                  <a:pt x="695325" y="352425"/>
                </a:lnTo>
                <a:lnTo>
                  <a:pt x="704850" y="352425"/>
                </a:lnTo>
                <a:lnTo>
                  <a:pt x="704850" y="371475"/>
                </a:lnTo>
                <a:lnTo>
                  <a:pt x="714375" y="371475"/>
                </a:lnTo>
                <a:lnTo>
                  <a:pt x="714375" y="390525"/>
                </a:lnTo>
                <a:lnTo>
                  <a:pt x="704850" y="390525"/>
                </a:lnTo>
                <a:lnTo>
                  <a:pt x="704850" y="381000"/>
                </a:lnTo>
                <a:lnTo>
                  <a:pt x="657225" y="381000"/>
                </a:lnTo>
                <a:close/>
                <a:moveTo>
                  <a:pt x="247650" y="371475"/>
                </a:moveTo>
                <a:lnTo>
                  <a:pt x="266700" y="371475"/>
                </a:lnTo>
                <a:lnTo>
                  <a:pt x="266700" y="381000"/>
                </a:lnTo>
                <a:lnTo>
                  <a:pt x="247650" y="381000"/>
                </a:lnTo>
                <a:close/>
                <a:moveTo>
                  <a:pt x="600075" y="371475"/>
                </a:moveTo>
                <a:lnTo>
                  <a:pt x="609600" y="371475"/>
                </a:lnTo>
                <a:lnTo>
                  <a:pt x="609600" y="400050"/>
                </a:lnTo>
                <a:lnTo>
                  <a:pt x="600075" y="400050"/>
                </a:lnTo>
                <a:lnTo>
                  <a:pt x="600075" y="409575"/>
                </a:lnTo>
                <a:lnTo>
                  <a:pt x="590550" y="409575"/>
                </a:lnTo>
                <a:lnTo>
                  <a:pt x="590550" y="381000"/>
                </a:lnTo>
                <a:lnTo>
                  <a:pt x="600075" y="381000"/>
                </a:lnTo>
                <a:close/>
                <a:moveTo>
                  <a:pt x="209550" y="390525"/>
                </a:moveTo>
                <a:lnTo>
                  <a:pt x="228600" y="390525"/>
                </a:lnTo>
                <a:lnTo>
                  <a:pt x="228600" y="400050"/>
                </a:lnTo>
                <a:lnTo>
                  <a:pt x="209550" y="400050"/>
                </a:lnTo>
                <a:close/>
                <a:moveTo>
                  <a:pt x="266700" y="400050"/>
                </a:moveTo>
                <a:lnTo>
                  <a:pt x="276225" y="400050"/>
                </a:lnTo>
                <a:lnTo>
                  <a:pt x="276225" y="447675"/>
                </a:lnTo>
                <a:lnTo>
                  <a:pt x="266700" y="447675"/>
                </a:lnTo>
                <a:lnTo>
                  <a:pt x="266700" y="438150"/>
                </a:lnTo>
                <a:lnTo>
                  <a:pt x="247650" y="438150"/>
                </a:lnTo>
                <a:lnTo>
                  <a:pt x="247650" y="409575"/>
                </a:lnTo>
                <a:lnTo>
                  <a:pt x="266700" y="409575"/>
                </a:lnTo>
                <a:close/>
                <a:moveTo>
                  <a:pt x="638175" y="400050"/>
                </a:moveTo>
                <a:lnTo>
                  <a:pt x="647700" y="400050"/>
                </a:lnTo>
                <a:lnTo>
                  <a:pt x="647700" y="409575"/>
                </a:lnTo>
                <a:lnTo>
                  <a:pt x="657225" y="409575"/>
                </a:lnTo>
                <a:lnTo>
                  <a:pt x="657225" y="419100"/>
                </a:lnTo>
                <a:lnTo>
                  <a:pt x="647700" y="419100"/>
                </a:lnTo>
                <a:lnTo>
                  <a:pt x="647700" y="428625"/>
                </a:lnTo>
                <a:lnTo>
                  <a:pt x="638175" y="428625"/>
                </a:lnTo>
                <a:close/>
                <a:moveTo>
                  <a:pt x="209550" y="409575"/>
                </a:moveTo>
                <a:lnTo>
                  <a:pt x="219075" y="409575"/>
                </a:lnTo>
                <a:lnTo>
                  <a:pt x="219075" y="419100"/>
                </a:lnTo>
                <a:lnTo>
                  <a:pt x="209550" y="419100"/>
                </a:lnTo>
                <a:close/>
                <a:moveTo>
                  <a:pt x="619125" y="409575"/>
                </a:moveTo>
                <a:lnTo>
                  <a:pt x="628650" y="409575"/>
                </a:lnTo>
                <a:lnTo>
                  <a:pt x="628650" y="419100"/>
                </a:lnTo>
                <a:lnTo>
                  <a:pt x="619125" y="419100"/>
                </a:lnTo>
                <a:close/>
                <a:moveTo>
                  <a:pt x="552450" y="438150"/>
                </a:moveTo>
                <a:lnTo>
                  <a:pt x="561975" y="438150"/>
                </a:lnTo>
                <a:lnTo>
                  <a:pt x="561975" y="447675"/>
                </a:lnTo>
                <a:lnTo>
                  <a:pt x="552450" y="447675"/>
                </a:lnTo>
                <a:close/>
                <a:moveTo>
                  <a:pt x="95250" y="466725"/>
                </a:moveTo>
                <a:lnTo>
                  <a:pt x="104775" y="466725"/>
                </a:lnTo>
                <a:lnTo>
                  <a:pt x="104775" y="476250"/>
                </a:lnTo>
                <a:lnTo>
                  <a:pt x="95250" y="476250"/>
                </a:lnTo>
                <a:close/>
                <a:moveTo>
                  <a:pt x="266700" y="466725"/>
                </a:moveTo>
                <a:lnTo>
                  <a:pt x="276225" y="466725"/>
                </a:lnTo>
                <a:lnTo>
                  <a:pt x="276225" y="485775"/>
                </a:lnTo>
                <a:lnTo>
                  <a:pt x="266700" y="485775"/>
                </a:lnTo>
                <a:close/>
                <a:moveTo>
                  <a:pt x="209550" y="476250"/>
                </a:moveTo>
                <a:lnTo>
                  <a:pt x="219075" y="476250"/>
                </a:lnTo>
                <a:lnTo>
                  <a:pt x="219075" y="504825"/>
                </a:lnTo>
                <a:lnTo>
                  <a:pt x="200025" y="504825"/>
                </a:lnTo>
                <a:lnTo>
                  <a:pt x="200025" y="514350"/>
                </a:lnTo>
                <a:lnTo>
                  <a:pt x="190500" y="514350"/>
                </a:lnTo>
                <a:lnTo>
                  <a:pt x="190500" y="523875"/>
                </a:lnTo>
                <a:lnTo>
                  <a:pt x="180975" y="523875"/>
                </a:lnTo>
                <a:lnTo>
                  <a:pt x="180975" y="504825"/>
                </a:lnTo>
                <a:lnTo>
                  <a:pt x="190500" y="504825"/>
                </a:lnTo>
                <a:lnTo>
                  <a:pt x="190500" y="495300"/>
                </a:lnTo>
                <a:lnTo>
                  <a:pt x="200025" y="495300"/>
                </a:lnTo>
                <a:lnTo>
                  <a:pt x="200025" y="485775"/>
                </a:lnTo>
                <a:lnTo>
                  <a:pt x="209550" y="485775"/>
                </a:lnTo>
                <a:close/>
                <a:moveTo>
                  <a:pt x="228600" y="495300"/>
                </a:moveTo>
                <a:lnTo>
                  <a:pt x="238125" y="495300"/>
                </a:lnTo>
                <a:lnTo>
                  <a:pt x="238125" y="504825"/>
                </a:lnTo>
                <a:lnTo>
                  <a:pt x="266700" y="504825"/>
                </a:lnTo>
                <a:lnTo>
                  <a:pt x="266700" y="514350"/>
                </a:lnTo>
                <a:lnTo>
                  <a:pt x="257175" y="514350"/>
                </a:lnTo>
                <a:lnTo>
                  <a:pt x="257175" y="533400"/>
                </a:lnTo>
                <a:lnTo>
                  <a:pt x="247650" y="533400"/>
                </a:lnTo>
                <a:lnTo>
                  <a:pt x="247650" y="514350"/>
                </a:lnTo>
                <a:lnTo>
                  <a:pt x="228600" y="514350"/>
                </a:lnTo>
                <a:close/>
                <a:moveTo>
                  <a:pt x="209550" y="514350"/>
                </a:moveTo>
                <a:lnTo>
                  <a:pt x="228600" y="514350"/>
                </a:lnTo>
                <a:lnTo>
                  <a:pt x="228600" y="561975"/>
                </a:lnTo>
                <a:lnTo>
                  <a:pt x="238125" y="561975"/>
                </a:lnTo>
                <a:lnTo>
                  <a:pt x="238125" y="571500"/>
                </a:lnTo>
                <a:lnTo>
                  <a:pt x="257175" y="571500"/>
                </a:lnTo>
                <a:lnTo>
                  <a:pt x="257175" y="581025"/>
                </a:lnTo>
                <a:lnTo>
                  <a:pt x="219075" y="581025"/>
                </a:lnTo>
                <a:lnTo>
                  <a:pt x="219075" y="590550"/>
                </a:lnTo>
                <a:lnTo>
                  <a:pt x="200025" y="590550"/>
                </a:lnTo>
                <a:lnTo>
                  <a:pt x="200025" y="600075"/>
                </a:lnTo>
                <a:lnTo>
                  <a:pt x="190500" y="600075"/>
                </a:lnTo>
                <a:lnTo>
                  <a:pt x="190500" y="609600"/>
                </a:lnTo>
                <a:lnTo>
                  <a:pt x="161925" y="609600"/>
                </a:lnTo>
                <a:lnTo>
                  <a:pt x="161925" y="600075"/>
                </a:lnTo>
                <a:lnTo>
                  <a:pt x="180975" y="600075"/>
                </a:lnTo>
                <a:lnTo>
                  <a:pt x="180975" y="581025"/>
                </a:lnTo>
                <a:lnTo>
                  <a:pt x="190500" y="581025"/>
                </a:lnTo>
                <a:lnTo>
                  <a:pt x="190500" y="571500"/>
                </a:lnTo>
                <a:lnTo>
                  <a:pt x="180975" y="571500"/>
                </a:lnTo>
                <a:lnTo>
                  <a:pt x="180975" y="552450"/>
                </a:lnTo>
                <a:lnTo>
                  <a:pt x="171450" y="552450"/>
                </a:lnTo>
                <a:lnTo>
                  <a:pt x="171450" y="542925"/>
                </a:lnTo>
                <a:lnTo>
                  <a:pt x="180975" y="542925"/>
                </a:lnTo>
                <a:lnTo>
                  <a:pt x="180975" y="533400"/>
                </a:lnTo>
                <a:lnTo>
                  <a:pt x="190500" y="533400"/>
                </a:lnTo>
                <a:lnTo>
                  <a:pt x="190500" y="523875"/>
                </a:lnTo>
                <a:lnTo>
                  <a:pt x="209550" y="523875"/>
                </a:lnTo>
                <a:close/>
                <a:moveTo>
                  <a:pt x="438150" y="571500"/>
                </a:moveTo>
                <a:lnTo>
                  <a:pt x="447675" y="571500"/>
                </a:lnTo>
                <a:lnTo>
                  <a:pt x="447675" y="581025"/>
                </a:lnTo>
                <a:lnTo>
                  <a:pt x="438150" y="581025"/>
                </a:lnTo>
                <a:close/>
                <a:moveTo>
                  <a:pt x="523875" y="571500"/>
                </a:moveTo>
                <a:lnTo>
                  <a:pt x="552450" y="571500"/>
                </a:lnTo>
                <a:lnTo>
                  <a:pt x="552450" y="590550"/>
                </a:lnTo>
                <a:lnTo>
                  <a:pt x="542925" y="590550"/>
                </a:lnTo>
                <a:lnTo>
                  <a:pt x="542925" y="600075"/>
                </a:lnTo>
                <a:lnTo>
                  <a:pt x="533400" y="600075"/>
                </a:lnTo>
                <a:lnTo>
                  <a:pt x="533400" y="619125"/>
                </a:lnTo>
                <a:lnTo>
                  <a:pt x="504825" y="619125"/>
                </a:lnTo>
                <a:lnTo>
                  <a:pt x="504825" y="609600"/>
                </a:lnTo>
                <a:lnTo>
                  <a:pt x="514350" y="609600"/>
                </a:lnTo>
                <a:lnTo>
                  <a:pt x="514350" y="590550"/>
                </a:lnTo>
                <a:lnTo>
                  <a:pt x="523875" y="590550"/>
                </a:lnTo>
                <a:close/>
                <a:moveTo>
                  <a:pt x="447675" y="581025"/>
                </a:moveTo>
                <a:lnTo>
                  <a:pt x="485775" y="581025"/>
                </a:lnTo>
                <a:lnTo>
                  <a:pt x="485775" y="590550"/>
                </a:lnTo>
                <a:lnTo>
                  <a:pt x="476250" y="590550"/>
                </a:lnTo>
                <a:lnTo>
                  <a:pt x="476250" y="600075"/>
                </a:lnTo>
                <a:lnTo>
                  <a:pt x="457200" y="600075"/>
                </a:lnTo>
                <a:lnTo>
                  <a:pt x="457200" y="590550"/>
                </a:lnTo>
                <a:lnTo>
                  <a:pt x="447675" y="590550"/>
                </a:lnTo>
                <a:close/>
                <a:moveTo>
                  <a:pt x="371475" y="590550"/>
                </a:moveTo>
                <a:lnTo>
                  <a:pt x="381000" y="590550"/>
                </a:lnTo>
                <a:lnTo>
                  <a:pt x="381000" y="600075"/>
                </a:lnTo>
                <a:lnTo>
                  <a:pt x="390525" y="600075"/>
                </a:lnTo>
                <a:lnTo>
                  <a:pt x="390525" y="609600"/>
                </a:lnTo>
                <a:lnTo>
                  <a:pt x="438150" y="609600"/>
                </a:lnTo>
                <a:lnTo>
                  <a:pt x="438150" y="638175"/>
                </a:lnTo>
                <a:lnTo>
                  <a:pt x="428625" y="638175"/>
                </a:lnTo>
                <a:lnTo>
                  <a:pt x="428625" y="647700"/>
                </a:lnTo>
                <a:lnTo>
                  <a:pt x="400050" y="647700"/>
                </a:lnTo>
                <a:lnTo>
                  <a:pt x="400050" y="638175"/>
                </a:lnTo>
                <a:lnTo>
                  <a:pt x="381000" y="638175"/>
                </a:lnTo>
                <a:lnTo>
                  <a:pt x="381000" y="628650"/>
                </a:lnTo>
                <a:lnTo>
                  <a:pt x="371475" y="628650"/>
                </a:lnTo>
                <a:lnTo>
                  <a:pt x="371475" y="638175"/>
                </a:lnTo>
                <a:lnTo>
                  <a:pt x="361950" y="638175"/>
                </a:lnTo>
                <a:lnTo>
                  <a:pt x="361950" y="657225"/>
                </a:lnTo>
                <a:lnTo>
                  <a:pt x="342900" y="657225"/>
                </a:lnTo>
                <a:lnTo>
                  <a:pt x="342900" y="666750"/>
                </a:lnTo>
                <a:lnTo>
                  <a:pt x="361950" y="666750"/>
                </a:lnTo>
                <a:lnTo>
                  <a:pt x="361950" y="676275"/>
                </a:lnTo>
                <a:lnTo>
                  <a:pt x="342900" y="676275"/>
                </a:lnTo>
                <a:lnTo>
                  <a:pt x="342900" y="685800"/>
                </a:lnTo>
                <a:lnTo>
                  <a:pt x="323850" y="685800"/>
                </a:lnTo>
                <a:lnTo>
                  <a:pt x="323850" y="657225"/>
                </a:lnTo>
                <a:lnTo>
                  <a:pt x="304800" y="657225"/>
                </a:lnTo>
                <a:lnTo>
                  <a:pt x="304800" y="647700"/>
                </a:lnTo>
                <a:lnTo>
                  <a:pt x="314325" y="647700"/>
                </a:lnTo>
                <a:lnTo>
                  <a:pt x="314325" y="638175"/>
                </a:lnTo>
                <a:lnTo>
                  <a:pt x="323850" y="638175"/>
                </a:lnTo>
                <a:lnTo>
                  <a:pt x="323850" y="619125"/>
                </a:lnTo>
                <a:lnTo>
                  <a:pt x="352425" y="619125"/>
                </a:lnTo>
                <a:lnTo>
                  <a:pt x="352425" y="609600"/>
                </a:lnTo>
                <a:lnTo>
                  <a:pt x="361950" y="609600"/>
                </a:lnTo>
                <a:lnTo>
                  <a:pt x="361950" y="600075"/>
                </a:lnTo>
                <a:lnTo>
                  <a:pt x="371475" y="600075"/>
                </a:lnTo>
                <a:close/>
                <a:moveTo>
                  <a:pt x="323850" y="647700"/>
                </a:moveTo>
                <a:lnTo>
                  <a:pt x="342900" y="647700"/>
                </a:lnTo>
                <a:lnTo>
                  <a:pt x="342900" y="638175"/>
                </a:lnTo>
                <a:lnTo>
                  <a:pt x="323850" y="638175"/>
                </a:lnTo>
                <a:close/>
                <a:moveTo>
                  <a:pt x="476250" y="685800"/>
                </a:moveTo>
                <a:lnTo>
                  <a:pt x="495300" y="685800"/>
                </a:lnTo>
                <a:lnTo>
                  <a:pt x="495300" y="695325"/>
                </a:lnTo>
                <a:lnTo>
                  <a:pt x="476250" y="695325"/>
                </a:lnTo>
                <a:close/>
                <a:moveTo>
                  <a:pt x="314325" y="695325"/>
                </a:moveTo>
                <a:lnTo>
                  <a:pt x="323850" y="695325"/>
                </a:lnTo>
                <a:lnTo>
                  <a:pt x="323850" y="704850"/>
                </a:lnTo>
                <a:lnTo>
                  <a:pt x="314325" y="704850"/>
                </a:lnTo>
                <a:close/>
                <a:moveTo>
                  <a:pt x="466725" y="695325"/>
                </a:moveTo>
                <a:lnTo>
                  <a:pt x="476250" y="695325"/>
                </a:lnTo>
                <a:lnTo>
                  <a:pt x="476250" y="704850"/>
                </a:lnTo>
                <a:lnTo>
                  <a:pt x="466725" y="704850"/>
                </a:lnTo>
                <a:close/>
                <a:moveTo>
                  <a:pt x="304800" y="704850"/>
                </a:moveTo>
                <a:lnTo>
                  <a:pt x="314325" y="704850"/>
                </a:lnTo>
                <a:lnTo>
                  <a:pt x="314325" y="714375"/>
                </a:lnTo>
                <a:lnTo>
                  <a:pt x="304800" y="714375"/>
                </a:lnTo>
                <a:close/>
                <a:moveTo>
                  <a:pt x="781050" y="781050"/>
                </a:moveTo>
                <a:lnTo>
                  <a:pt x="790575" y="781050"/>
                </a:lnTo>
                <a:lnTo>
                  <a:pt x="790575" y="790575"/>
                </a:lnTo>
                <a:lnTo>
                  <a:pt x="781050" y="790575"/>
                </a:lnTo>
                <a:close/>
              </a:path>
            </a:pathLst>
          </a:custGeom>
          <a:solidFill xmlns:a="http://schemas.openxmlformats.org/drawingml/2006/main">
            <a:srgbClr val="788895"/>
          </a:solidFill>
          <a:ln xmlns:a="http://schemas.openxmlformats.org/drawingml/2006/main" w="0">
            <a:noFill/>
          </a:ln>
        </p:spPr>
      </p:sp>
      <p:sp>
        <p:nvSpPr>
          <p:cNvPr id="69" name="limits vector #788894">
            <a:extLst xmlns:a="http://schemas.openxmlformats.org/drawingml/2006/main">
              <a:ext uri="{FF2B5EF4-FFF2-40B4-BE49-F238E27FC236}">
                <a16:creationId xmlns:a16="http://schemas.microsoft.com/office/drawing/2014/main" id="{85F9C73B-CE23-4F54-B3C8-F4A419C2610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076950" y="1504950"/>
            <a:ext cx="923925" cy="876300"/>
          </a:xfrm>
          <a:custGeom xmlns:a="http://schemas.openxmlformats.org/drawingml/2006/main">
            <a:pathLst>
              <a:path w="923925" h="876300">
                <a:moveTo>
                  <a:pt x="381000" y="85725"/>
                </a:moveTo>
                <a:lnTo>
                  <a:pt x="419100" y="85725"/>
                </a:lnTo>
                <a:lnTo>
                  <a:pt x="419100" y="95250"/>
                </a:lnTo>
                <a:lnTo>
                  <a:pt x="381000" y="95250"/>
                </a:lnTo>
                <a:close/>
                <a:moveTo>
                  <a:pt x="466725" y="95250"/>
                </a:moveTo>
                <a:lnTo>
                  <a:pt x="495300" y="95250"/>
                </a:lnTo>
                <a:lnTo>
                  <a:pt x="495300" y="104775"/>
                </a:lnTo>
                <a:lnTo>
                  <a:pt x="485775" y="104775"/>
                </a:lnTo>
                <a:lnTo>
                  <a:pt x="485775" y="114300"/>
                </a:lnTo>
                <a:lnTo>
                  <a:pt x="447675" y="114300"/>
                </a:lnTo>
                <a:lnTo>
                  <a:pt x="447675" y="104775"/>
                </a:lnTo>
                <a:lnTo>
                  <a:pt x="466725" y="104775"/>
                </a:lnTo>
                <a:close/>
                <a:moveTo>
                  <a:pt x="342900" y="104775"/>
                </a:moveTo>
                <a:lnTo>
                  <a:pt x="371475" y="104775"/>
                </a:lnTo>
                <a:lnTo>
                  <a:pt x="371475" y="114300"/>
                </a:lnTo>
                <a:lnTo>
                  <a:pt x="342900" y="114300"/>
                </a:lnTo>
                <a:close/>
                <a:moveTo>
                  <a:pt x="495300" y="104775"/>
                </a:moveTo>
                <a:lnTo>
                  <a:pt x="514350" y="104775"/>
                </a:lnTo>
                <a:lnTo>
                  <a:pt x="514350" y="114300"/>
                </a:lnTo>
                <a:lnTo>
                  <a:pt x="495300" y="114300"/>
                </a:lnTo>
                <a:close/>
                <a:moveTo>
                  <a:pt x="514350" y="114300"/>
                </a:moveTo>
                <a:lnTo>
                  <a:pt x="523875" y="114300"/>
                </a:lnTo>
                <a:lnTo>
                  <a:pt x="523875" y="123825"/>
                </a:lnTo>
                <a:lnTo>
                  <a:pt x="533400" y="123825"/>
                </a:lnTo>
                <a:lnTo>
                  <a:pt x="533400" y="133350"/>
                </a:lnTo>
                <a:lnTo>
                  <a:pt x="514350" y="133350"/>
                </a:lnTo>
                <a:close/>
                <a:moveTo>
                  <a:pt x="247650" y="161925"/>
                </a:moveTo>
                <a:lnTo>
                  <a:pt x="257175" y="161925"/>
                </a:lnTo>
                <a:lnTo>
                  <a:pt x="257175" y="171450"/>
                </a:lnTo>
                <a:lnTo>
                  <a:pt x="247650" y="171450"/>
                </a:lnTo>
                <a:close/>
                <a:moveTo>
                  <a:pt x="438150" y="161925"/>
                </a:moveTo>
                <a:lnTo>
                  <a:pt x="447675" y="161925"/>
                </a:lnTo>
                <a:lnTo>
                  <a:pt x="447675" y="171450"/>
                </a:lnTo>
                <a:lnTo>
                  <a:pt x="438150" y="171450"/>
                </a:lnTo>
                <a:close/>
                <a:moveTo>
                  <a:pt x="581025" y="161925"/>
                </a:moveTo>
                <a:lnTo>
                  <a:pt x="600075" y="161925"/>
                </a:lnTo>
                <a:lnTo>
                  <a:pt x="600075" y="171450"/>
                </a:lnTo>
                <a:lnTo>
                  <a:pt x="581025" y="171450"/>
                </a:lnTo>
                <a:close/>
                <a:moveTo>
                  <a:pt x="180975" y="171450"/>
                </a:moveTo>
                <a:lnTo>
                  <a:pt x="200025" y="171450"/>
                </a:lnTo>
                <a:lnTo>
                  <a:pt x="200025" y="180975"/>
                </a:lnTo>
                <a:lnTo>
                  <a:pt x="180975" y="180975"/>
                </a:lnTo>
                <a:close/>
                <a:moveTo>
                  <a:pt x="257175" y="171450"/>
                </a:moveTo>
                <a:lnTo>
                  <a:pt x="266700" y="171450"/>
                </a:lnTo>
                <a:lnTo>
                  <a:pt x="266700" y="180975"/>
                </a:lnTo>
                <a:lnTo>
                  <a:pt x="257175" y="180975"/>
                </a:lnTo>
                <a:close/>
                <a:moveTo>
                  <a:pt x="295275" y="171450"/>
                </a:moveTo>
                <a:lnTo>
                  <a:pt x="304800" y="171450"/>
                </a:lnTo>
                <a:lnTo>
                  <a:pt x="304800" y="190500"/>
                </a:lnTo>
                <a:lnTo>
                  <a:pt x="285750" y="190500"/>
                </a:lnTo>
                <a:lnTo>
                  <a:pt x="285750" y="180975"/>
                </a:lnTo>
                <a:lnTo>
                  <a:pt x="295275" y="180975"/>
                </a:lnTo>
                <a:close/>
                <a:moveTo>
                  <a:pt x="361950" y="180975"/>
                </a:moveTo>
                <a:lnTo>
                  <a:pt x="390525" y="180975"/>
                </a:lnTo>
                <a:lnTo>
                  <a:pt x="390525" y="200025"/>
                </a:lnTo>
                <a:lnTo>
                  <a:pt x="400050" y="200025"/>
                </a:lnTo>
                <a:lnTo>
                  <a:pt x="400050" y="209550"/>
                </a:lnTo>
                <a:lnTo>
                  <a:pt x="409575" y="209550"/>
                </a:lnTo>
                <a:lnTo>
                  <a:pt x="409575" y="228600"/>
                </a:lnTo>
                <a:lnTo>
                  <a:pt x="419100" y="228600"/>
                </a:lnTo>
                <a:lnTo>
                  <a:pt x="419100" y="238125"/>
                </a:lnTo>
                <a:lnTo>
                  <a:pt x="400050" y="238125"/>
                </a:lnTo>
                <a:lnTo>
                  <a:pt x="400050" y="228600"/>
                </a:lnTo>
                <a:lnTo>
                  <a:pt x="381000" y="228600"/>
                </a:lnTo>
                <a:lnTo>
                  <a:pt x="381000" y="209550"/>
                </a:lnTo>
                <a:lnTo>
                  <a:pt x="361950" y="209550"/>
                </a:lnTo>
                <a:close/>
                <a:moveTo>
                  <a:pt x="495300" y="190500"/>
                </a:moveTo>
                <a:lnTo>
                  <a:pt x="504825" y="190500"/>
                </a:lnTo>
                <a:lnTo>
                  <a:pt x="504825" y="200025"/>
                </a:lnTo>
                <a:lnTo>
                  <a:pt x="495300" y="200025"/>
                </a:lnTo>
                <a:close/>
                <a:moveTo>
                  <a:pt x="476250" y="200025"/>
                </a:moveTo>
                <a:lnTo>
                  <a:pt x="495300" y="200025"/>
                </a:lnTo>
                <a:lnTo>
                  <a:pt x="495300" y="209550"/>
                </a:lnTo>
                <a:lnTo>
                  <a:pt x="476250" y="209550"/>
                </a:lnTo>
                <a:close/>
                <a:moveTo>
                  <a:pt x="161925" y="209550"/>
                </a:moveTo>
                <a:lnTo>
                  <a:pt x="171450" y="209550"/>
                </a:lnTo>
                <a:lnTo>
                  <a:pt x="171450" y="219075"/>
                </a:lnTo>
                <a:lnTo>
                  <a:pt x="161925" y="219075"/>
                </a:lnTo>
                <a:close/>
                <a:moveTo>
                  <a:pt x="152400" y="219075"/>
                </a:moveTo>
                <a:lnTo>
                  <a:pt x="161925" y="219075"/>
                </a:lnTo>
                <a:lnTo>
                  <a:pt x="161925" y="238125"/>
                </a:lnTo>
                <a:lnTo>
                  <a:pt x="152400" y="238125"/>
                </a:lnTo>
                <a:close/>
                <a:moveTo>
                  <a:pt x="304800" y="219075"/>
                </a:moveTo>
                <a:lnTo>
                  <a:pt x="314325" y="219075"/>
                </a:lnTo>
                <a:lnTo>
                  <a:pt x="314325" y="228600"/>
                </a:lnTo>
                <a:lnTo>
                  <a:pt x="304800" y="228600"/>
                </a:lnTo>
                <a:close/>
                <a:moveTo>
                  <a:pt x="581025" y="219075"/>
                </a:moveTo>
                <a:lnTo>
                  <a:pt x="590550" y="219075"/>
                </a:lnTo>
                <a:lnTo>
                  <a:pt x="590550" y="228600"/>
                </a:lnTo>
                <a:lnTo>
                  <a:pt x="581025" y="228600"/>
                </a:lnTo>
                <a:close/>
                <a:moveTo>
                  <a:pt x="304800" y="238125"/>
                </a:moveTo>
                <a:lnTo>
                  <a:pt x="314325" y="238125"/>
                </a:lnTo>
                <a:lnTo>
                  <a:pt x="314325" y="247650"/>
                </a:lnTo>
                <a:lnTo>
                  <a:pt x="323850" y="247650"/>
                </a:lnTo>
                <a:lnTo>
                  <a:pt x="323850" y="238125"/>
                </a:lnTo>
                <a:lnTo>
                  <a:pt x="342900" y="238125"/>
                </a:lnTo>
                <a:lnTo>
                  <a:pt x="342900" y="247650"/>
                </a:lnTo>
                <a:lnTo>
                  <a:pt x="323850" y="247650"/>
                </a:lnTo>
                <a:lnTo>
                  <a:pt x="323850" y="257175"/>
                </a:lnTo>
                <a:lnTo>
                  <a:pt x="314325" y="257175"/>
                </a:lnTo>
                <a:lnTo>
                  <a:pt x="314325" y="266700"/>
                </a:lnTo>
                <a:lnTo>
                  <a:pt x="295275" y="266700"/>
                </a:lnTo>
                <a:lnTo>
                  <a:pt x="295275" y="247650"/>
                </a:lnTo>
                <a:lnTo>
                  <a:pt x="304800" y="247650"/>
                </a:lnTo>
                <a:close/>
                <a:moveTo>
                  <a:pt x="342900" y="247650"/>
                </a:moveTo>
                <a:lnTo>
                  <a:pt x="352425" y="247650"/>
                </a:lnTo>
                <a:lnTo>
                  <a:pt x="352425" y="257175"/>
                </a:lnTo>
                <a:lnTo>
                  <a:pt x="342900" y="257175"/>
                </a:lnTo>
                <a:close/>
                <a:moveTo>
                  <a:pt x="666750" y="247650"/>
                </a:moveTo>
                <a:lnTo>
                  <a:pt x="676275" y="247650"/>
                </a:lnTo>
                <a:lnTo>
                  <a:pt x="676275" y="257175"/>
                </a:lnTo>
                <a:lnTo>
                  <a:pt x="666750" y="257175"/>
                </a:lnTo>
                <a:close/>
                <a:moveTo>
                  <a:pt x="352425" y="257175"/>
                </a:moveTo>
                <a:lnTo>
                  <a:pt x="361950" y="257175"/>
                </a:lnTo>
                <a:lnTo>
                  <a:pt x="361950" y="266700"/>
                </a:lnTo>
                <a:lnTo>
                  <a:pt x="352425" y="266700"/>
                </a:lnTo>
                <a:close/>
                <a:moveTo>
                  <a:pt x="466725" y="257175"/>
                </a:moveTo>
                <a:lnTo>
                  <a:pt x="476250" y="257175"/>
                </a:lnTo>
                <a:lnTo>
                  <a:pt x="476250" y="266700"/>
                </a:lnTo>
                <a:lnTo>
                  <a:pt x="466725" y="266700"/>
                </a:lnTo>
                <a:close/>
                <a:moveTo>
                  <a:pt x="676275" y="257175"/>
                </a:moveTo>
                <a:lnTo>
                  <a:pt x="685800" y="257175"/>
                </a:lnTo>
                <a:lnTo>
                  <a:pt x="685800" y="266700"/>
                </a:lnTo>
                <a:lnTo>
                  <a:pt x="676275" y="266700"/>
                </a:lnTo>
                <a:close/>
                <a:moveTo>
                  <a:pt x="361950" y="266700"/>
                </a:moveTo>
                <a:lnTo>
                  <a:pt x="371475" y="266700"/>
                </a:lnTo>
                <a:lnTo>
                  <a:pt x="371475" y="276225"/>
                </a:lnTo>
                <a:lnTo>
                  <a:pt x="361950" y="276225"/>
                </a:lnTo>
                <a:close/>
                <a:moveTo>
                  <a:pt x="533400" y="295275"/>
                </a:moveTo>
                <a:lnTo>
                  <a:pt x="542925" y="295275"/>
                </a:lnTo>
                <a:lnTo>
                  <a:pt x="542925" y="304800"/>
                </a:lnTo>
                <a:lnTo>
                  <a:pt x="533400" y="304800"/>
                </a:lnTo>
                <a:close/>
                <a:moveTo>
                  <a:pt x="190500" y="304800"/>
                </a:moveTo>
                <a:lnTo>
                  <a:pt x="219075" y="304800"/>
                </a:lnTo>
                <a:lnTo>
                  <a:pt x="219075" y="323850"/>
                </a:lnTo>
                <a:lnTo>
                  <a:pt x="200025" y="323850"/>
                </a:lnTo>
                <a:lnTo>
                  <a:pt x="200025" y="314325"/>
                </a:lnTo>
                <a:lnTo>
                  <a:pt x="190500" y="314325"/>
                </a:lnTo>
                <a:close/>
                <a:moveTo>
                  <a:pt x="257175" y="314325"/>
                </a:moveTo>
                <a:lnTo>
                  <a:pt x="266700" y="314325"/>
                </a:lnTo>
                <a:lnTo>
                  <a:pt x="266700" y="323850"/>
                </a:lnTo>
                <a:lnTo>
                  <a:pt x="276225" y="323850"/>
                </a:lnTo>
                <a:lnTo>
                  <a:pt x="276225" y="342900"/>
                </a:lnTo>
                <a:lnTo>
                  <a:pt x="266700" y="342900"/>
                </a:lnTo>
                <a:lnTo>
                  <a:pt x="266700" y="352425"/>
                </a:lnTo>
                <a:lnTo>
                  <a:pt x="257175" y="352425"/>
                </a:lnTo>
                <a:close/>
                <a:moveTo>
                  <a:pt x="219075" y="323850"/>
                </a:moveTo>
                <a:lnTo>
                  <a:pt x="228600" y="323850"/>
                </a:lnTo>
                <a:lnTo>
                  <a:pt x="228600" y="333375"/>
                </a:lnTo>
                <a:lnTo>
                  <a:pt x="219075" y="333375"/>
                </a:lnTo>
                <a:close/>
                <a:moveTo>
                  <a:pt x="400050" y="342900"/>
                </a:moveTo>
                <a:lnTo>
                  <a:pt x="409575" y="342900"/>
                </a:lnTo>
                <a:lnTo>
                  <a:pt x="409575" y="352425"/>
                </a:lnTo>
                <a:lnTo>
                  <a:pt x="400050" y="352425"/>
                </a:lnTo>
                <a:close/>
                <a:moveTo>
                  <a:pt x="704850" y="361950"/>
                </a:moveTo>
                <a:lnTo>
                  <a:pt x="714375" y="361950"/>
                </a:lnTo>
                <a:lnTo>
                  <a:pt x="714375" y="371475"/>
                </a:lnTo>
                <a:lnTo>
                  <a:pt x="704850" y="371475"/>
                </a:lnTo>
                <a:close/>
                <a:moveTo>
                  <a:pt x="266700" y="381000"/>
                </a:moveTo>
                <a:lnTo>
                  <a:pt x="276225" y="381000"/>
                </a:lnTo>
                <a:lnTo>
                  <a:pt x="276225" y="390525"/>
                </a:lnTo>
                <a:lnTo>
                  <a:pt x="266700" y="390525"/>
                </a:lnTo>
                <a:close/>
                <a:moveTo>
                  <a:pt x="400050" y="409575"/>
                </a:moveTo>
                <a:lnTo>
                  <a:pt x="419100" y="409575"/>
                </a:lnTo>
                <a:lnTo>
                  <a:pt x="419100" y="419100"/>
                </a:lnTo>
                <a:lnTo>
                  <a:pt x="400050" y="419100"/>
                </a:lnTo>
                <a:close/>
                <a:moveTo>
                  <a:pt x="657225" y="409575"/>
                </a:moveTo>
                <a:lnTo>
                  <a:pt x="666750" y="409575"/>
                </a:lnTo>
                <a:lnTo>
                  <a:pt x="666750" y="428625"/>
                </a:lnTo>
                <a:lnTo>
                  <a:pt x="647700" y="428625"/>
                </a:lnTo>
                <a:lnTo>
                  <a:pt x="647700" y="419100"/>
                </a:lnTo>
                <a:lnTo>
                  <a:pt x="657225" y="419100"/>
                </a:lnTo>
                <a:close/>
                <a:moveTo>
                  <a:pt x="95250" y="476250"/>
                </a:moveTo>
                <a:lnTo>
                  <a:pt x="104775" y="476250"/>
                </a:lnTo>
                <a:lnTo>
                  <a:pt x="104775" y="485775"/>
                </a:lnTo>
                <a:lnTo>
                  <a:pt x="95250" y="485775"/>
                </a:lnTo>
                <a:close/>
                <a:moveTo>
                  <a:pt x="266700" y="495300"/>
                </a:moveTo>
                <a:lnTo>
                  <a:pt x="276225" y="495300"/>
                </a:lnTo>
                <a:lnTo>
                  <a:pt x="276225" y="504825"/>
                </a:lnTo>
                <a:lnTo>
                  <a:pt x="266700" y="504825"/>
                </a:lnTo>
                <a:close/>
                <a:moveTo>
                  <a:pt x="257175" y="514350"/>
                </a:moveTo>
                <a:lnTo>
                  <a:pt x="266700" y="514350"/>
                </a:lnTo>
                <a:lnTo>
                  <a:pt x="266700" y="533400"/>
                </a:lnTo>
                <a:lnTo>
                  <a:pt x="257175" y="533400"/>
                </a:lnTo>
                <a:close/>
                <a:moveTo>
                  <a:pt x="276225" y="514350"/>
                </a:moveTo>
                <a:lnTo>
                  <a:pt x="285750" y="514350"/>
                </a:lnTo>
                <a:lnTo>
                  <a:pt x="285750" y="533400"/>
                </a:lnTo>
                <a:lnTo>
                  <a:pt x="276225" y="533400"/>
                </a:lnTo>
                <a:close/>
                <a:moveTo>
                  <a:pt x="561975" y="552450"/>
                </a:moveTo>
                <a:lnTo>
                  <a:pt x="571500" y="552450"/>
                </a:lnTo>
                <a:lnTo>
                  <a:pt x="571500" y="561975"/>
                </a:lnTo>
                <a:lnTo>
                  <a:pt x="561975" y="561975"/>
                </a:lnTo>
                <a:close/>
                <a:moveTo>
                  <a:pt x="438150" y="561975"/>
                </a:moveTo>
                <a:lnTo>
                  <a:pt x="447675" y="561975"/>
                </a:lnTo>
                <a:lnTo>
                  <a:pt x="447675" y="571500"/>
                </a:lnTo>
                <a:lnTo>
                  <a:pt x="438150" y="571500"/>
                </a:lnTo>
                <a:close/>
                <a:moveTo>
                  <a:pt x="495300" y="571500"/>
                </a:moveTo>
                <a:lnTo>
                  <a:pt x="504825" y="571500"/>
                </a:lnTo>
                <a:lnTo>
                  <a:pt x="504825" y="581025"/>
                </a:lnTo>
                <a:lnTo>
                  <a:pt x="495300" y="581025"/>
                </a:lnTo>
                <a:close/>
                <a:moveTo>
                  <a:pt x="552450" y="571500"/>
                </a:moveTo>
                <a:lnTo>
                  <a:pt x="561975" y="571500"/>
                </a:lnTo>
                <a:lnTo>
                  <a:pt x="561975" y="590550"/>
                </a:lnTo>
                <a:lnTo>
                  <a:pt x="552450" y="590550"/>
                </a:lnTo>
                <a:close/>
                <a:moveTo>
                  <a:pt x="514350" y="581025"/>
                </a:moveTo>
                <a:lnTo>
                  <a:pt x="523875" y="581025"/>
                </a:lnTo>
                <a:lnTo>
                  <a:pt x="523875" y="590550"/>
                </a:lnTo>
                <a:lnTo>
                  <a:pt x="514350" y="590550"/>
                </a:lnTo>
                <a:close/>
                <a:moveTo>
                  <a:pt x="542925" y="590550"/>
                </a:moveTo>
                <a:lnTo>
                  <a:pt x="552450" y="590550"/>
                </a:lnTo>
                <a:lnTo>
                  <a:pt x="552450" y="600075"/>
                </a:lnTo>
                <a:lnTo>
                  <a:pt x="542925" y="600075"/>
                </a:lnTo>
                <a:close/>
                <a:moveTo>
                  <a:pt x="409575" y="600075"/>
                </a:moveTo>
                <a:lnTo>
                  <a:pt x="419100" y="600075"/>
                </a:lnTo>
                <a:lnTo>
                  <a:pt x="419100" y="609600"/>
                </a:lnTo>
                <a:lnTo>
                  <a:pt x="409575" y="609600"/>
                </a:lnTo>
                <a:close/>
                <a:moveTo>
                  <a:pt x="533400" y="600075"/>
                </a:moveTo>
                <a:lnTo>
                  <a:pt x="542925" y="600075"/>
                </a:lnTo>
                <a:lnTo>
                  <a:pt x="542925" y="609600"/>
                </a:lnTo>
                <a:lnTo>
                  <a:pt x="533400" y="609600"/>
                </a:lnTo>
                <a:close/>
                <a:moveTo>
                  <a:pt x="628650" y="647700"/>
                </a:moveTo>
                <a:lnTo>
                  <a:pt x="638175" y="647700"/>
                </a:lnTo>
                <a:lnTo>
                  <a:pt x="638175" y="666750"/>
                </a:lnTo>
                <a:lnTo>
                  <a:pt x="628650" y="666750"/>
                </a:lnTo>
                <a:close/>
                <a:moveTo>
                  <a:pt x="323850" y="685800"/>
                </a:moveTo>
                <a:lnTo>
                  <a:pt x="342900" y="685800"/>
                </a:lnTo>
                <a:lnTo>
                  <a:pt x="342900" y="695325"/>
                </a:lnTo>
                <a:lnTo>
                  <a:pt x="352425" y="695325"/>
                </a:lnTo>
                <a:lnTo>
                  <a:pt x="352425" y="704850"/>
                </a:lnTo>
                <a:lnTo>
                  <a:pt x="333375" y="704850"/>
                </a:lnTo>
                <a:lnTo>
                  <a:pt x="333375" y="695325"/>
                </a:lnTo>
                <a:lnTo>
                  <a:pt x="323850" y="695325"/>
                </a:lnTo>
                <a:close/>
                <a:moveTo>
                  <a:pt x="285750" y="704850"/>
                </a:moveTo>
                <a:lnTo>
                  <a:pt x="304800" y="704850"/>
                </a:lnTo>
                <a:lnTo>
                  <a:pt x="304800" y="714375"/>
                </a:lnTo>
                <a:lnTo>
                  <a:pt x="285750" y="714375"/>
                </a:lnTo>
                <a:close/>
                <a:moveTo>
                  <a:pt x="447675" y="704850"/>
                </a:moveTo>
                <a:lnTo>
                  <a:pt x="466725" y="704850"/>
                </a:lnTo>
                <a:lnTo>
                  <a:pt x="466725" y="714375"/>
                </a:lnTo>
                <a:lnTo>
                  <a:pt x="457200" y="714375"/>
                </a:lnTo>
                <a:lnTo>
                  <a:pt x="457200" y="723900"/>
                </a:lnTo>
                <a:lnTo>
                  <a:pt x="447675" y="723900"/>
                </a:lnTo>
                <a:close/>
                <a:moveTo>
                  <a:pt x="800100" y="762000"/>
                </a:moveTo>
                <a:lnTo>
                  <a:pt x="809625" y="762000"/>
                </a:lnTo>
                <a:lnTo>
                  <a:pt x="809625" y="771525"/>
                </a:lnTo>
                <a:lnTo>
                  <a:pt x="800100" y="771525"/>
                </a:lnTo>
                <a:close/>
                <a:moveTo>
                  <a:pt x="781050" y="771525"/>
                </a:moveTo>
                <a:lnTo>
                  <a:pt x="800100" y="771525"/>
                </a:lnTo>
                <a:lnTo>
                  <a:pt x="800100" y="781050"/>
                </a:lnTo>
                <a:lnTo>
                  <a:pt x="781050" y="781050"/>
                </a:lnTo>
                <a:close/>
                <a:moveTo>
                  <a:pt x="742950" y="781050"/>
                </a:moveTo>
                <a:lnTo>
                  <a:pt x="781050" y="781050"/>
                </a:lnTo>
                <a:lnTo>
                  <a:pt x="781050" y="790575"/>
                </a:lnTo>
                <a:lnTo>
                  <a:pt x="742950" y="790575"/>
                </a:lnTo>
                <a:close/>
              </a:path>
            </a:pathLst>
          </a:custGeom>
          <a:solidFill xmlns:a="http://schemas.openxmlformats.org/drawingml/2006/main">
            <a:srgbClr val="788894"/>
          </a:solidFill>
          <a:ln xmlns:a="http://schemas.openxmlformats.org/drawingml/2006/main" w="0">
            <a:noFill/>
          </a:ln>
        </p:spPr>
      </p:sp>
      <p:sp>
        <p:nvSpPr>
          <p:cNvPr id="70" name="limits vector #778895">
            <a:extLst xmlns:a="http://schemas.openxmlformats.org/drawingml/2006/main">
              <a:ext uri="{FF2B5EF4-FFF2-40B4-BE49-F238E27FC236}">
                <a16:creationId xmlns:a16="http://schemas.microsoft.com/office/drawing/2014/main" id="{933796B3-CFCA-4EB4-B808-35F72427A09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076950" y="1504950"/>
            <a:ext cx="923925" cy="876300"/>
          </a:xfrm>
          <a:custGeom xmlns:a="http://schemas.openxmlformats.org/drawingml/2006/main">
            <a:pathLst>
              <a:path w="923925" h="876300">
                <a:moveTo>
                  <a:pt x="342900" y="114300"/>
                </a:moveTo>
                <a:lnTo>
                  <a:pt x="361950" y="114300"/>
                </a:lnTo>
                <a:lnTo>
                  <a:pt x="361950" y="123825"/>
                </a:lnTo>
                <a:lnTo>
                  <a:pt x="352425" y="123825"/>
                </a:lnTo>
                <a:lnTo>
                  <a:pt x="352425" y="133350"/>
                </a:lnTo>
                <a:lnTo>
                  <a:pt x="333375" y="133350"/>
                </a:lnTo>
                <a:lnTo>
                  <a:pt x="333375" y="123825"/>
                </a:lnTo>
                <a:lnTo>
                  <a:pt x="342900" y="123825"/>
                </a:lnTo>
                <a:close/>
                <a:moveTo>
                  <a:pt x="476250" y="114300"/>
                </a:moveTo>
                <a:lnTo>
                  <a:pt x="495300" y="114300"/>
                </a:lnTo>
                <a:lnTo>
                  <a:pt x="495300" y="123825"/>
                </a:lnTo>
                <a:lnTo>
                  <a:pt x="485775" y="123825"/>
                </a:lnTo>
                <a:lnTo>
                  <a:pt x="485775" y="142875"/>
                </a:lnTo>
                <a:lnTo>
                  <a:pt x="466725" y="142875"/>
                </a:lnTo>
                <a:lnTo>
                  <a:pt x="466725" y="133350"/>
                </a:lnTo>
                <a:lnTo>
                  <a:pt x="476250" y="133350"/>
                </a:lnTo>
                <a:close/>
                <a:moveTo>
                  <a:pt x="514350" y="133350"/>
                </a:moveTo>
                <a:lnTo>
                  <a:pt x="533400" y="133350"/>
                </a:lnTo>
                <a:lnTo>
                  <a:pt x="533400" y="142875"/>
                </a:lnTo>
                <a:lnTo>
                  <a:pt x="542925" y="142875"/>
                </a:lnTo>
                <a:lnTo>
                  <a:pt x="542925" y="152400"/>
                </a:lnTo>
                <a:lnTo>
                  <a:pt x="552450" y="152400"/>
                </a:lnTo>
                <a:lnTo>
                  <a:pt x="552450" y="161925"/>
                </a:lnTo>
                <a:lnTo>
                  <a:pt x="561975" y="161925"/>
                </a:lnTo>
                <a:lnTo>
                  <a:pt x="561975" y="152400"/>
                </a:lnTo>
                <a:lnTo>
                  <a:pt x="571500" y="152400"/>
                </a:lnTo>
                <a:lnTo>
                  <a:pt x="571500" y="161925"/>
                </a:lnTo>
                <a:lnTo>
                  <a:pt x="581025" y="161925"/>
                </a:lnTo>
                <a:lnTo>
                  <a:pt x="581025" y="171450"/>
                </a:lnTo>
                <a:lnTo>
                  <a:pt x="571500" y="171450"/>
                </a:lnTo>
                <a:lnTo>
                  <a:pt x="571500" y="180975"/>
                </a:lnTo>
                <a:lnTo>
                  <a:pt x="561975" y="180975"/>
                </a:lnTo>
                <a:lnTo>
                  <a:pt x="561975" y="209550"/>
                </a:lnTo>
                <a:lnTo>
                  <a:pt x="552450" y="209550"/>
                </a:lnTo>
                <a:lnTo>
                  <a:pt x="552450" y="219075"/>
                </a:lnTo>
                <a:lnTo>
                  <a:pt x="561975" y="219075"/>
                </a:lnTo>
                <a:lnTo>
                  <a:pt x="561975" y="228600"/>
                </a:lnTo>
                <a:lnTo>
                  <a:pt x="542925" y="228600"/>
                </a:lnTo>
                <a:lnTo>
                  <a:pt x="542925" y="219075"/>
                </a:lnTo>
                <a:lnTo>
                  <a:pt x="533400" y="219075"/>
                </a:lnTo>
                <a:lnTo>
                  <a:pt x="533400" y="209550"/>
                </a:lnTo>
                <a:lnTo>
                  <a:pt x="542925" y="209550"/>
                </a:lnTo>
                <a:lnTo>
                  <a:pt x="542925" y="200025"/>
                </a:lnTo>
                <a:lnTo>
                  <a:pt x="552450" y="200025"/>
                </a:lnTo>
                <a:lnTo>
                  <a:pt x="552450" y="190500"/>
                </a:lnTo>
                <a:lnTo>
                  <a:pt x="523875" y="190500"/>
                </a:lnTo>
                <a:lnTo>
                  <a:pt x="523875" y="180975"/>
                </a:lnTo>
                <a:lnTo>
                  <a:pt x="514350" y="180975"/>
                </a:lnTo>
                <a:lnTo>
                  <a:pt x="514350" y="171450"/>
                </a:lnTo>
                <a:lnTo>
                  <a:pt x="504825" y="171450"/>
                </a:lnTo>
                <a:lnTo>
                  <a:pt x="504825" y="142875"/>
                </a:lnTo>
                <a:lnTo>
                  <a:pt x="514350" y="142875"/>
                </a:lnTo>
                <a:close/>
                <a:moveTo>
                  <a:pt x="238125" y="161925"/>
                </a:moveTo>
                <a:lnTo>
                  <a:pt x="247650" y="161925"/>
                </a:lnTo>
                <a:lnTo>
                  <a:pt x="247650" y="171450"/>
                </a:lnTo>
                <a:lnTo>
                  <a:pt x="238125" y="171450"/>
                </a:lnTo>
                <a:close/>
                <a:moveTo>
                  <a:pt x="361950" y="171450"/>
                </a:moveTo>
                <a:lnTo>
                  <a:pt x="371475" y="171450"/>
                </a:lnTo>
                <a:lnTo>
                  <a:pt x="371475" y="180975"/>
                </a:lnTo>
                <a:lnTo>
                  <a:pt x="361950" y="180975"/>
                </a:lnTo>
                <a:close/>
                <a:moveTo>
                  <a:pt x="400050" y="180975"/>
                </a:moveTo>
                <a:lnTo>
                  <a:pt x="419100" y="180975"/>
                </a:lnTo>
                <a:lnTo>
                  <a:pt x="419100" y="190500"/>
                </a:lnTo>
                <a:lnTo>
                  <a:pt x="428625" y="190500"/>
                </a:lnTo>
                <a:lnTo>
                  <a:pt x="428625" y="209550"/>
                </a:lnTo>
                <a:lnTo>
                  <a:pt x="409575" y="209550"/>
                </a:lnTo>
                <a:lnTo>
                  <a:pt x="409575" y="200025"/>
                </a:lnTo>
                <a:lnTo>
                  <a:pt x="400050" y="200025"/>
                </a:lnTo>
                <a:close/>
                <a:moveTo>
                  <a:pt x="466725" y="190500"/>
                </a:moveTo>
                <a:lnTo>
                  <a:pt x="495300" y="190500"/>
                </a:lnTo>
                <a:lnTo>
                  <a:pt x="495300" y="200025"/>
                </a:lnTo>
                <a:lnTo>
                  <a:pt x="466725" y="200025"/>
                </a:lnTo>
                <a:close/>
                <a:moveTo>
                  <a:pt x="247650" y="200025"/>
                </a:moveTo>
                <a:lnTo>
                  <a:pt x="257175" y="200025"/>
                </a:lnTo>
                <a:lnTo>
                  <a:pt x="257175" y="209550"/>
                </a:lnTo>
                <a:lnTo>
                  <a:pt x="247650" y="209550"/>
                </a:lnTo>
                <a:close/>
                <a:moveTo>
                  <a:pt x="257175" y="209550"/>
                </a:moveTo>
                <a:lnTo>
                  <a:pt x="266700" y="209550"/>
                </a:lnTo>
                <a:lnTo>
                  <a:pt x="266700" y="219075"/>
                </a:lnTo>
                <a:lnTo>
                  <a:pt x="257175" y="219075"/>
                </a:lnTo>
                <a:close/>
                <a:moveTo>
                  <a:pt x="228600" y="219075"/>
                </a:moveTo>
                <a:lnTo>
                  <a:pt x="238125" y="219075"/>
                </a:lnTo>
                <a:lnTo>
                  <a:pt x="238125" y="228600"/>
                </a:lnTo>
                <a:lnTo>
                  <a:pt x="228600" y="228600"/>
                </a:lnTo>
                <a:close/>
                <a:moveTo>
                  <a:pt x="314325" y="219075"/>
                </a:moveTo>
                <a:lnTo>
                  <a:pt x="323850" y="219075"/>
                </a:lnTo>
                <a:lnTo>
                  <a:pt x="323850" y="228600"/>
                </a:lnTo>
                <a:lnTo>
                  <a:pt x="314325" y="228600"/>
                </a:lnTo>
                <a:close/>
                <a:moveTo>
                  <a:pt x="200025" y="228600"/>
                </a:moveTo>
                <a:lnTo>
                  <a:pt x="209550" y="228600"/>
                </a:lnTo>
                <a:lnTo>
                  <a:pt x="209550" y="238125"/>
                </a:lnTo>
                <a:lnTo>
                  <a:pt x="228600" y="238125"/>
                </a:lnTo>
                <a:lnTo>
                  <a:pt x="228600" y="247650"/>
                </a:lnTo>
                <a:lnTo>
                  <a:pt x="200025" y="247650"/>
                </a:lnTo>
                <a:close/>
                <a:moveTo>
                  <a:pt x="257175" y="228600"/>
                </a:moveTo>
                <a:lnTo>
                  <a:pt x="285750" y="228600"/>
                </a:lnTo>
                <a:lnTo>
                  <a:pt x="285750" y="257175"/>
                </a:lnTo>
                <a:lnTo>
                  <a:pt x="266700" y="257175"/>
                </a:lnTo>
                <a:lnTo>
                  <a:pt x="266700" y="266700"/>
                </a:lnTo>
                <a:lnTo>
                  <a:pt x="257175" y="266700"/>
                </a:lnTo>
                <a:close/>
                <a:moveTo>
                  <a:pt x="323850" y="228600"/>
                </a:moveTo>
                <a:lnTo>
                  <a:pt x="333375" y="228600"/>
                </a:lnTo>
                <a:lnTo>
                  <a:pt x="333375" y="238125"/>
                </a:lnTo>
                <a:lnTo>
                  <a:pt x="323850" y="238125"/>
                </a:lnTo>
                <a:close/>
                <a:moveTo>
                  <a:pt x="381000" y="228600"/>
                </a:moveTo>
                <a:lnTo>
                  <a:pt x="390525" y="228600"/>
                </a:lnTo>
                <a:lnTo>
                  <a:pt x="390525" y="238125"/>
                </a:lnTo>
                <a:lnTo>
                  <a:pt x="381000" y="238125"/>
                </a:lnTo>
                <a:close/>
                <a:moveTo>
                  <a:pt x="228600" y="247650"/>
                </a:moveTo>
                <a:lnTo>
                  <a:pt x="238125" y="247650"/>
                </a:lnTo>
                <a:lnTo>
                  <a:pt x="238125" y="257175"/>
                </a:lnTo>
                <a:lnTo>
                  <a:pt x="228600" y="257175"/>
                </a:lnTo>
                <a:close/>
                <a:moveTo>
                  <a:pt x="400050" y="257175"/>
                </a:moveTo>
                <a:lnTo>
                  <a:pt x="409575" y="257175"/>
                </a:lnTo>
                <a:lnTo>
                  <a:pt x="409575" y="266700"/>
                </a:lnTo>
                <a:lnTo>
                  <a:pt x="400050" y="266700"/>
                </a:lnTo>
                <a:close/>
                <a:moveTo>
                  <a:pt x="238125" y="266700"/>
                </a:moveTo>
                <a:lnTo>
                  <a:pt x="247650" y="266700"/>
                </a:lnTo>
                <a:lnTo>
                  <a:pt x="247650" y="276225"/>
                </a:lnTo>
                <a:lnTo>
                  <a:pt x="238125" y="276225"/>
                </a:lnTo>
                <a:close/>
                <a:moveTo>
                  <a:pt x="590550" y="304800"/>
                </a:moveTo>
                <a:lnTo>
                  <a:pt x="609600" y="304800"/>
                </a:lnTo>
                <a:lnTo>
                  <a:pt x="609600" y="314325"/>
                </a:lnTo>
                <a:lnTo>
                  <a:pt x="619125" y="314325"/>
                </a:lnTo>
                <a:lnTo>
                  <a:pt x="619125" y="323850"/>
                </a:lnTo>
                <a:lnTo>
                  <a:pt x="590550" y="323850"/>
                </a:lnTo>
                <a:close/>
                <a:moveTo>
                  <a:pt x="180975" y="314325"/>
                </a:moveTo>
                <a:lnTo>
                  <a:pt x="200025" y="314325"/>
                </a:lnTo>
                <a:lnTo>
                  <a:pt x="200025" y="323850"/>
                </a:lnTo>
                <a:lnTo>
                  <a:pt x="219075" y="323850"/>
                </a:lnTo>
                <a:lnTo>
                  <a:pt x="219075" y="333375"/>
                </a:lnTo>
                <a:lnTo>
                  <a:pt x="228600" y="333375"/>
                </a:lnTo>
                <a:lnTo>
                  <a:pt x="228600" y="342900"/>
                </a:lnTo>
                <a:lnTo>
                  <a:pt x="238125" y="342900"/>
                </a:lnTo>
                <a:lnTo>
                  <a:pt x="238125" y="361950"/>
                </a:lnTo>
                <a:lnTo>
                  <a:pt x="228600" y="361950"/>
                </a:lnTo>
                <a:lnTo>
                  <a:pt x="228600" y="371475"/>
                </a:lnTo>
                <a:lnTo>
                  <a:pt x="219075" y="371475"/>
                </a:lnTo>
                <a:lnTo>
                  <a:pt x="219075" y="390525"/>
                </a:lnTo>
                <a:lnTo>
                  <a:pt x="200025" y="390525"/>
                </a:lnTo>
                <a:lnTo>
                  <a:pt x="200025" y="371475"/>
                </a:lnTo>
                <a:lnTo>
                  <a:pt x="180975" y="371475"/>
                </a:lnTo>
                <a:lnTo>
                  <a:pt x="180975" y="352425"/>
                </a:lnTo>
                <a:lnTo>
                  <a:pt x="171450" y="352425"/>
                </a:lnTo>
                <a:lnTo>
                  <a:pt x="171450" y="323850"/>
                </a:lnTo>
                <a:lnTo>
                  <a:pt x="180975" y="323850"/>
                </a:lnTo>
                <a:close/>
                <a:moveTo>
                  <a:pt x="228600" y="381000"/>
                </a:moveTo>
                <a:lnTo>
                  <a:pt x="238125" y="381000"/>
                </a:lnTo>
                <a:lnTo>
                  <a:pt x="238125" y="390525"/>
                </a:lnTo>
                <a:lnTo>
                  <a:pt x="228600" y="390525"/>
                </a:lnTo>
                <a:close/>
                <a:moveTo>
                  <a:pt x="647700" y="390525"/>
                </a:moveTo>
                <a:lnTo>
                  <a:pt x="657225" y="390525"/>
                </a:lnTo>
                <a:lnTo>
                  <a:pt x="657225" y="409575"/>
                </a:lnTo>
                <a:lnTo>
                  <a:pt x="647700" y="409575"/>
                </a:lnTo>
                <a:close/>
                <a:moveTo>
                  <a:pt x="590550" y="409575"/>
                </a:moveTo>
                <a:lnTo>
                  <a:pt x="600075" y="409575"/>
                </a:lnTo>
                <a:lnTo>
                  <a:pt x="600075" y="447675"/>
                </a:lnTo>
                <a:lnTo>
                  <a:pt x="581025" y="447675"/>
                </a:lnTo>
                <a:lnTo>
                  <a:pt x="581025" y="438150"/>
                </a:lnTo>
                <a:lnTo>
                  <a:pt x="590550" y="438150"/>
                </a:lnTo>
                <a:close/>
                <a:moveTo>
                  <a:pt x="180975" y="428625"/>
                </a:moveTo>
                <a:lnTo>
                  <a:pt x="190500" y="428625"/>
                </a:lnTo>
                <a:lnTo>
                  <a:pt x="190500" y="447675"/>
                </a:lnTo>
                <a:lnTo>
                  <a:pt x="180975" y="447675"/>
                </a:lnTo>
                <a:close/>
                <a:moveTo>
                  <a:pt x="104775" y="466725"/>
                </a:moveTo>
                <a:lnTo>
                  <a:pt x="123825" y="466725"/>
                </a:lnTo>
                <a:lnTo>
                  <a:pt x="123825" y="495300"/>
                </a:lnTo>
                <a:lnTo>
                  <a:pt x="114300" y="495300"/>
                </a:lnTo>
                <a:lnTo>
                  <a:pt x="114300" y="476250"/>
                </a:lnTo>
                <a:lnTo>
                  <a:pt x="104775" y="476250"/>
                </a:lnTo>
                <a:close/>
                <a:moveTo>
                  <a:pt x="542925" y="533400"/>
                </a:moveTo>
                <a:lnTo>
                  <a:pt x="561975" y="533400"/>
                </a:lnTo>
                <a:lnTo>
                  <a:pt x="561975" y="542925"/>
                </a:lnTo>
                <a:lnTo>
                  <a:pt x="571500" y="542925"/>
                </a:lnTo>
                <a:lnTo>
                  <a:pt x="571500" y="552450"/>
                </a:lnTo>
                <a:lnTo>
                  <a:pt x="552450" y="552450"/>
                </a:lnTo>
                <a:lnTo>
                  <a:pt x="552450" y="542925"/>
                </a:lnTo>
                <a:lnTo>
                  <a:pt x="542925" y="542925"/>
                </a:lnTo>
                <a:close/>
                <a:moveTo>
                  <a:pt x="152400" y="552450"/>
                </a:moveTo>
                <a:lnTo>
                  <a:pt x="161925" y="552450"/>
                </a:lnTo>
                <a:lnTo>
                  <a:pt x="161925" y="561975"/>
                </a:lnTo>
                <a:lnTo>
                  <a:pt x="152400" y="561975"/>
                </a:lnTo>
                <a:close/>
                <a:moveTo>
                  <a:pt x="438150" y="581025"/>
                </a:moveTo>
                <a:lnTo>
                  <a:pt x="447675" y="581025"/>
                </a:lnTo>
                <a:lnTo>
                  <a:pt x="447675" y="590550"/>
                </a:lnTo>
                <a:lnTo>
                  <a:pt x="438150" y="590550"/>
                </a:lnTo>
                <a:close/>
                <a:moveTo>
                  <a:pt x="352425" y="600075"/>
                </a:moveTo>
                <a:lnTo>
                  <a:pt x="361950" y="600075"/>
                </a:lnTo>
                <a:lnTo>
                  <a:pt x="361950" y="609600"/>
                </a:lnTo>
                <a:lnTo>
                  <a:pt x="352425" y="609600"/>
                </a:lnTo>
                <a:close/>
                <a:moveTo>
                  <a:pt x="428625" y="600075"/>
                </a:moveTo>
                <a:lnTo>
                  <a:pt x="438150" y="600075"/>
                </a:lnTo>
                <a:lnTo>
                  <a:pt x="438150" y="609600"/>
                </a:lnTo>
                <a:lnTo>
                  <a:pt x="428625" y="609600"/>
                </a:lnTo>
                <a:close/>
                <a:moveTo>
                  <a:pt x="238125" y="609600"/>
                </a:moveTo>
                <a:lnTo>
                  <a:pt x="247650" y="609600"/>
                </a:lnTo>
                <a:lnTo>
                  <a:pt x="247650" y="619125"/>
                </a:lnTo>
                <a:lnTo>
                  <a:pt x="257175" y="619125"/>
                </a:lnTo>
                <a:lnTo>
                  <a:pt x="257175" y="628650"/>
                </a:lnTo>
                <a:lnTo>
                  <a:pt x="266700" y="628650"/>
                </a:lnTo>
                <a:lnTo>
                  <a:pt x="266700" y="657225"/>
                </a:lnTo>
                <a:lnTo>
                  <a:pt x="238125" y="657225"/>
                </a:lnTo>
                <a:lnTo>
                  <a:pt x="238125" y="638175"/>
                </a:lnTo>
                <a:lnTo>
                  <a:pt x="228600" y="638175"/>
                </a:lnTo>
                <a:lnTo>
                  <a:pt x="228600" y="619125"/>
                </a:lnTo>
                <a:lnTo>
                  <a:pt x="238125" y="619125"/>
                </a:lnTo>
                <a:close/>
                <a:moveTo>
                  <a:pt x="304800" y="609600"/>
                </a:moveTo>
                <a:lnTo>
                  <a:pt x="314325" y="609600"/>
                </a:lnTo>
                <a:lnTo>
                  <a:pt x="314325" y="619125"/>
                </a:lnTo>
                <a:lnTo>
                  <a:pt x="323850" y="619125"/>
                </a:lnTo>
                <a:lnTo>
                  <a:pt x="323850" y="638175"/>
                </a:lnTo>
                <a:lnTo>
                  <a:pt x="304800" y="638175"/>
                </a:lnTo>
                <a:close/>
                <a:moveTo>
                  <a:pt x="333375" y="609600"/>
                </a:moveTo>
                <a:lnTo>
                  <a:pt x="352425" y="609600"/>
                </a:lnTo>
                <a:lnTo>
                  <a:pt x="352425" y="619125"/>
                </a:lnTo>
                <a:lnTo>
                  <a:pt x="333375" y="619125"/>
                </a:lnTo>
                <a:close/>
                <a:moveTo>
                  <a:pt x="323850" y="638175"/>
                </a:moveTo>
                <a:lnTo>
                  <a:pt x="342900" y="638175"/>
                </a:lnTo>
                <a:lnTo>
                  <a:pt x="342900" y="647700"/>
                </a:lnTo>
                <a:lnTo>
                  <a:pt x="323850" y="647700"/>
                </a:lnTo>
                <a:close/>
              </a:path>
            </a:pathLst>
          </a:custGeom>
          <a:solidFill xmlns:a="http://schemas.openxmlformats.org/drawingml/2006/main">
            <a:srgbClr val="778895"/>
          </a:solidFill>
          <a:ln xmlns:a="http://schemas.openxmlformats.org/drawingml/2006/main" w="0">
            <a:noFill/>
          </a:ln>
        </p:spPr>
      </p:sp>
      <p:sp>
        <p:nvSpPr>
          <p:cNvPr id="71" name="limits vector #798792">
            <a:extLst xmlns:a="http://schemas.openxmlformats.org/drawingml/2006/main">
              <a:ext uri="{FF2B5EF4-FFF2-40B4-BE49-F238E27FC236}">
                <a16:creationId xmlns:a16="http://schemas.microsoft.com/office/drawing/2014/main" id="{94B0EF57-CD2C-421F-AD35-FDEB67813CE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076950" y="1504950"/>
            <a:ext cx="923925" cy="876300"/>
          </a:xfrm>
          <a:custGeom xmlns:a="http://schemas.openxmlformats.org/drawingml/2006/main">
            <a:pathLst>
              <a:path w="923925" h="876300">
                <a:moveTo>
                  <a:pt x="342900" y="76200"/>
                </a:moveTo>
                <a:lnTo>
                  <a:pt x="352425" y="76200"/>
                </a:lnTo>
                <a:lnTo>
                  <a:pt x="352425" y="85725"/>
                </a:lnTo>
                <a:lnTo>
                  <a:pt x="361950" y="85725"/>
                </a:lnTo>
                <a:lnTo>
                  <a:pt x="361950" y="95250"/>
                </a:lnTo>
                <a:lnTo>
                  <a:pt x="333375" y="95250"/>
                </a:lnTo>
                <a:lnTo>
                  <a:pt x="333375" y="85725"/>
                </a:lnTo>
                <a:lnTo>
                  <a:pt x="342900" y="85725"/>
                </a:lnTo>
                <a:close/>
                <a:moveTo>
                  <a:pt x="466725" y="76200"/>
                </a:moveTo>
                <a:lnTo>
                  <a:pt x="476250" y="76200"/>
                </a:lnTo>
                <a:lnTo>
                  <a:pt x="476250" y="85725"/>
                </a:lnTo>
                <a:lnTo>
                  <a:pt x="485775" y="85725"/>
                </a:lnTo>
                <a:lnTo>
                  <a:pt x="485775" y="95250"/>
                </a:lnTo>
                <a:lnTo>
                  <a:pt x="466725" y="95250"/>
                </a:lnTo>
                <a:close/>
                <a:moveTo>
                  <a:pt x="295275" y="95250"/>
                </a:moveTo>
                <a:lnTo>
                  <a:pt x="304800" y="95250"/>
                </a:lnTo>
                <a:lnTo>
                  <a:pt x="304800" y="104775"/>
                </a:lnTo>
                <a:lnTo>
                  <a:pt x="295275" y="104775"/>
                </a:lnTo>
                <a:close/>
                <a:moveTo>
                  <a:pt x="495300" y="95250"/>
                </a:moveTo>
                <a:lnTo>
                  <a:pt x="504825" y="95250"/>
                </a:lnTo>
                <a:lnTo>
                  <a:pt x="504825" y="104775"/>
                </a:lnTo>
                <a:lnTo>
                  <a:pt x="495300" y="104775"/>
                </a:lnTo>
                <a:close/>
                <a:moveTo>
                  <a:pt x="257175" y="104775"/>
                </a:moveTo>
                <a:lnTo>
                  <a:pt x="266700" y="104775"/>
                </a:lnTo>
                <a:lnTo>
                  <a:pt x="266700" y="123825"/>
                </a:lnTo>
                <a:lnTo>
                  <a:pt x="257175" y="123825"/>
                </a:lnTo>
                <a:close/>
                <a:moveTo>
                  <a:pt x="276225" y="104775"/>
                </a:moveTo>
                <a:lnTo>
                  <a:pt x="295275" y="104775"/>
                </a:lnTo>
                <a:lnTo>
                  <a:pt x="295275" y="114300"/>
                </a:lnTo>
                <a:lnTo>
                  <a:pt x="276225" y="114300"/>
                </a:lnTo>
                <a:close/>
                <a:moveTo>
                  <a:pt x="514350" y="104775"/>
                </a:moveTo>
                <a:lnTo>
                  <a:pt x="533400" y="104775"/>
                </a:lnTo>
                <a:lnTo>
                  <a:pt x="533400" y="114300"/>
                </a:lnTo>
                <a:lnTo>
                  <a:pt x="514350" y="114300"/>
                </a:lnTo>
                <a:close/>
                <a:moveTo>
                  <a:pt x="238125" y="114300"/>
                </a:moveTo>
                <a:lnTo>
                  <a:pt x="247650" y="114300"/>
                </a:lnTo>
                <a:lnTo>
                  <a:pt x="247650" y="123825"/>
                </a:lnTo>
                <a:lnTo>
                  <a:pt x="238125" y="123825"/>
                </a:lnTo>
                <a:close/>
                <a:moveTo>
                  <a:pt x="533400" y="114300"/>
                </a:moveTo>
                <a:lnTo>
                  <a:pt x="542925" y="114300"/>
                </a:lnTo>
                <a:lnTo>
                  <a:pt x="542925" y="123825"/>
                </a:lnTo>
                <a:lnTo>
                  <a:pt x="533400" y="123825"/>
                </a:lnTo>
                <a:close/>
                <a:moveTo>
                  <a:pt x="266700" y="123825"/>
                </a:moveTo>
                <a:lnTo>
                  <a:pt x="285750" y="123825"/>
                </a:lnTo>
                <a:lnTo>
                  <a:pt x="285750" y="133350"/>
                </a:lnTo>
                <a:lnTo>
                  <a:pt x="266700" y="133350"/>
                </a:lnTo>
                <a:close/>
                <a:moveTo>
                  <a:pt x="247650" y="133350"/>
                </a:moveTo>
                <a:lnTo>
                  <a:pt x="257175" y="133350"/>
                </a:lnTo>
                <a:lnTo>
                  <a:pt x="257175" y="142875"/>
                </a:lnTo>
                <a:lnTo>
                  <a:pt x="247650" y="142875"/>
                </a:lnTo>
                <a:close/>
                <a:moveTo>
                  <a:pt x="581025" y="142875"/>
                </a:moveTo>
                <a:lnTo>
                  <a:pt x="590550" y="142875"/>
                </a:lnTo>
                <a:lnTo>
                  <a:pt x="590550" y="152400"/>
                </a:lnTo>
                <a:lnTo>
                  <a:pt x="581025" y="152400"/>
                </a:lnTo>
                <a:close/>
                <a:moveTo>
                  <a:pt x="209550" y="152400"/>
                </a:moveTo>
                <a:lnTo>
                  <a:pt x="228600" y="152400"/>
                </a:lnTo>
                <a:lnTo>
                  <a:pt x="228600" y="161925"/>
                </a:lnTo>
                <a:lnTo>
                  <a:pt x="209550" y="161925"/>
                </a:lnTo>
                <a:close/>
                <a:moveTo>
                  <a:pt x="590550" y="152400"/>
                </a:moveTo>
                <a:lnTo>
                  <a:pt x="609600" y="152400"/>
                </a:lnTo>
                <a:lnTo>
                  <a:pt x="609600" y="161925"/>
                </a:lnTo>
                <a:lnTo>
                  <a:pt x="590550" y="161925"/>
                </a:lnTo>
                <a:close/>
                <a:moveTo>
                  <a:pt x="190500" y="161925"/>
                </a:moveTo>
                <a:lnTo>
                  <a:pt x="209550" y="161925"/>
                </a:lnTo>
                <a:lnTo>
                  <a:pt x="209550" y="171450"/>
                </a:lnTo>
                <a:lnTo>
                  <a:pt x="190500" y="171450"/>
                </a:lnTo>
                <a:close/>
                <a:moveTo>
                  <a:pt x="123825" y="238125"/>
                </a:moveTo>
                <a:lnTo>
                  <a:pt x="152400" y="238125"/>
                </a:lnTo>
                <a:lnTo>
                  <a:pt x="152400" y="247650"/>
                </a:lnTo>
                <a:lnTo>
                  <a:pt x="142875" y="247650"/>
                </a:lnTo>
                <a:lnTo>
                  <a:pt x="142875" y="257175"/>
                </a:lnTo>
                <a:lnTo>
                  <a:pt x="133350" y="257175"/>
                </a:lnTo>
                <a:lnTo>
                  <a:pt x="133350" y="247650"/>
                </a:lnTo>
                <a:lnTo>
                  <a:pt x="123825" y="247650"/>
                </a:lnTo>
                <a:close/>
                <a:moveTo>
                  <a:pt x="114300" y="247650"/>
                </a:moveTo>
                <a:lnTo>
                  <a:pt x="123825" y="247650"/>
                </a:lnTo>
                <a:lnTo>
                  <a:pt x="123825" y="257175"/>
                </a:lnTo>
                <a:lnTo>
                  <a:pt x="133350" y="257175"/>
                </a:lnTo>
                <a:lnTo>
                  <a:pt x="133350" y="266700"/>
                </a:lnTo>
                <a:lnTo>
                  <a:pt x="123825" y="266700"/>
                </a:lnTo>
                <a:lnTo>
                  <a:pt x="123825" y="285750"/>
                </a:lnTo>
                <a:lnTo>
                  <a:pt x="114300" y="285750"/>
                </a:lnTo>
                <a:close/>
                <a:moveTo>
                  <a:pt x="314325" y="257175"/>
                </a:moveTo>
                <a:lnTo>
                  <a:pt x="352425" y="257175"/>
                </a:lnTo>
                <a:lnTo>
                  <a:pt x="352425" y="266700"/>
                </a:lnTo>
                <a:lnTo>
                  <a:pt x="361950" y="266700"/>
                </a:lnTo>
                <a:lnTo>
                  <a:pt x="361950" y="276225"/>
                </a:lnTo>
                <a:lnTo>
                  <a:pt x="323850" y="276225"/>
                </a:lnTo>
                <a:lnTo>
                  <a:pt x="323850" y="266700"/>
                </a:lnTo>
                <a:lnTo>
                  <a:pt x="314325" y="266700"/>
                </a:lnTo>
                <a:close/>
                <a:moveTo>
                  <a:pt x="476250" y="257175"/>
                </a:moveTo>
                <a:lnTo>
                  <a:pt x="495300" y="257175"/>
                </a:lnTo>
                <a:lnTo>
                  <a:pt x="495300" y="266700"/>
                </a:lnTo>
                <a:lnTo>
                  <a:pt x="476250" y="266700"/>
                </a:lnTo>
                <a:close/>
                <a:moveTo>
                  <a:pt x="695325" y="257175"/>
                </a:moveTo>
                <a:lnTo>
                  <a:pt x="704850" y="257175"/>
                </a:lnTo>
                <a:lnTo>
                  <a:pt x="704850" y="266700"/>
                </a:lnTo>
                <a:lnTo>
                  <a:pt x="714375" y="266700"/>
                </a:lnTo>
                <a:lnTo>
                  <a:pt x="714375" y="285750"/>
                </a:lnTo>
                <a:lnTo>
                  <a:pt x="704850" y="285750"/>
                </a:lnTo>
                <a:lnTo>
                  <a:pt x="704850" y="276225"/>
                </a:lnTo>
                <a:lnTo>
                  <a:pt x="695325" y="276225"/>
                </a:lnTo>
                <a:close/>
                <a:moveTo>
                  <a:pt x="361950" y="276225"/>
                </a:moveTo>
                <a:lnTo>
                  <a:pt x="371475" y="276225"/>
                </a:lnTo>
                <a:lnTo>
                  <a:pt x="371475" y="285750"/>
                </a:lnTo>
                <a:lnTo>
                  <a:pt x="361950" y="285750"/>
                </a:lnTo>
                <a:close/>
                <a:moveTo>
                  <a:pt x="438150" y="285750"/>
                </a:moveTo>
                <a:lnTo>
                  <a:pt x="447675" y="285750"/>
                </a:lnTo>
                <a:lnTo>
                  <a:pt x="447675" y="295275"/>
                </a:lnTo>
                <a:lnTo>
                  <a:pt x="438150" y="295275"/>
                </a:lnTo>
                <a:close/>
                <a:moveTo>
                  <a:pt x="104775" y="295275"/>
                </a:moveTo>
                <a:lnTo>
                  <a:pt x="114300" y="295275"/>
                </a:lnTo>
                <a:lnTo>
                  <a:pt x="114300" y="304800"/>
                </a:lnTo>
                <a:lnTo>
                  <a:pt x="104775" y="304800"/>
                </a:lnTo>
                <a:close/>
                <a:moveTo>
                  <a:pt x="266700" y="304800"/>
                </a:moveTo>
                <a:lnTo>
                  <a:pt x="276225" y="304800"/>
                </a:lnTo>
                <a:lnTo>
                  <a:pt x="276225" y="323850"/>
                </a:lnTo>
                <a:lnTo>
                  <a:pt x="266700" y="323850"/>
                </a:lnTo>
                <a:close/>
                <a:moveTo>
                  <a:pt x="523875" y="304800"/>
                </a:moveTo>
                <a:lnTo>
                  <a:pt x="542925" y="304800"/>
                </a:lnTo>
                <a:lnTo>
                  <a:pt x="542925" y="314325"/>
                </a:lnTo>
                <a:lnTo>
                  <a:pt x="533400" y="314325"/>
                </a:lnTo>
                <a:lnTo>
                  <a:pt x="533400" y="323850"/>
                </a:lnTo>
                <a:lnTo>
                  <a:pt x="523875" y="323850"/>
                </a:lnTo>
                <a:close/>
                <a:moveTo>
                  <a:pt x="542925" y="314325"/>
                </a:moveTo>
                <a:lnTo>
                  <a:pt x="552450" y="314325"/>
                </a:lnTo>
                <a:lnTo>
                  <a:pt x="552450" y="323850"/>
                </a:lnTo>
                <a:lnTo>
                  <a:pt x="542925" y="323850"/>
                </a:lnTo>
                <a:close/>
                <a:moveTo>
                  <a:pt x="371475" y="323850"/>
                </a:moveTo>
                <a:lnTo>
                  <a:pt x="381000" y="323850"/>
                </a:lnTo>
                <a:lnTo>
                  <a:pt x="381000" y="333375"/>
                </a:lnTo>
                <a:lnTo>
                  <a:pt x="371475" y="333375"/>
                </a:lnTo>
                <a:close/>
                <a:moveTo>
                  <a:pt x="390525" y="323850"/>
                </a:moveTo>
                <a:lnTo>
                  <a:pt x="400050" y="323850"/>
                </a:lnTo>
                <a:lnTo>
                  <a:pt x="400050" y="342900"/>
                </a:lnTo>
                <a:lnTo>
                  <a:pt x="381000" y="342900"/>
                </a:lnTo>
                <a:lnTo>
                  <a:pt x="381000" y="333375"/>
                </a:lnTo>
                <a:lnTo>
                  <a:pt x="390525" y="333375"/>
                </a:lnTo>
                <a:close/>
                <a:moveTo>
                  <a:pt x="428625" y="323850"/>
                </a:moveTo>
                <a:lnTo>
                  <a:pt x="438150" y="323850"/>
                </a:lnTo>
                <a:lnTo>
                  <a:pt x="438150" y="352425"/>
                </a:lnTo>
                <a:lnTo>
                  <a:pt x="428625" y="352425"/>
                </a:lnTo>
                <a:lnTo>
                  <a:pt x="428625" y="361950"/>
                </a:lnTo>
                <a:lnTo>
                  <a:pt x="419100" y="361950"/>
                </a:lnTo>
                <a:lnTo>
                  <a:pt x="419100" y="352425"/>
                </a:lnTo>
                <a:lnTo>
                  <a:pt x="409575" y="352425"/>
                </a:lnTo>
                <a:lnTo>
                  <a:pt x="409575" y="333375"/>
                </a:lnTo>
                <a:lnTo>
                  <a:pt x="419100" y="333375"/>
                </a:lnTo>
                <a:lnTo>
                  <a:pt x="419100" y="342900"/>
                </a:lnTo>
                <a:lnTo>
                  <a:pt x="428625" y="342900"/>
                </a:lnTo>
                <a:close/>
                <a:moveTo>
                  <a:pt x="95250" y="333375"/>
                </a:moveTo>
                <a:lnTo>
                  <a:pt x="104775" y="333375"/>
                </a:lnTo>
                <a:lnTo>
                  <a:pt x="104775" y="342900"/>
                </a:lnTo>
                <a:lnTo>
                  <a:pt x="95250" y="342900"/>
                </a:lnTo>
                <a:close/>
                <a:moveTo>
                  <a:pt x="542925" y="333375"/>
                </a:moveTo>
                <a:lnTo>
                  <a:pt x="552450" y="333375"/>
                </a:lnTo>
                <a:lnTo>
                  <a:pt x="552450" y="342900"/>
                </a:lnTo>
                <a:lnTo>
                  <a:pt x="542925" y="342900"/>
                </a:lnTo>
                <a:close/>
                <a:moveTo>
                  <a:pt x="523875" y="342900"/>
                </a:moveTo>
                <a:lnTo>
                  <a:pt x="542925" y="342900"/>
                </a:lnTo>
                <a:lnTo>
                  <a:pt x="542925" y="371475"/>
                </a:lnTo>
                <a:lnTo>
                  <a:pt x="533400" y="371475"/>
                </a:lnTo>
                <a:lnTo>
                  <a:pt x="533400" y="361950"/>
                </a:lnTo>
                <a:lnTo>
                  <a:pt x="523875" y="361950"/>
                </a:lnTo>
                <a:close/>
                <a:moveTo>
                  <a:pt x="714375" y="352425"/>
                </a:moveTo>
                <a:lnTo>
                  <a:pt x="733425" y="352425"/>
                </a:lnTo>
                <a:lnTo>
                  <a:pt x="733425" y="371475"/>
                </a:lnTo>
                <a:lnTo>
                  <a:pt x="723900" y="371475"/>
                </a:lnTo>
                <a:lnTo>
                  <a:pt x="723900" y="361950"/>
                </a:lnTo>
                <a:lnTo>
                  <a:pt x="714375" y="361950"/>
                </a:lnTo>
                <a:close/>
                <a:moveTo>
                  <a:pt x="723900" y="381000"/>
                </a:moveTo>
                <a:lnTo>
                  <a:pt x="733425" y="381000"/>
                </a:lnTo>
                <a:lnTo>
                  <a:pt x="733425" y="390525"/>
                </a:lnTo>
                <a:lnTo>
                  <a:pt x="742950" y="390525"/>
                </a:lnTo>
                <a:lnTo>
                  <a:pt x="742950" y="409575"/>
                </a:lnTo>
                <a:lnTo>
                  <a:pt x="733425" y="409575"/>
                </a:lnTo>
                <a:lnTo>
                  <a:pt x="733425" y="419100"/>
                </a:lnTo>
                <a:lnTo>
                  <a:pt x="723900" y="419100"/>
                </a:lnTo>
                <a:lnTo>
                  <a:pt x="723900" y="409575"/>
                </a:lnTo>
                <a:lnTo>
                  <a:pt x="714375" y="409575"/>
                </a:lnTo>
                <a:lnTo>
                  <a:pt x="714375" y="390525"/>
                </a:lnTo>
                <a:lnTo>
                  <a:pt x="723900" y="390525"/>
                </a:lnTo>
                <a:close/>
                <a:moveTo>
                  <a:pt x="66675" y="390525"/>
                </a:moveTo>
                <a:lnTo>
                  <a:pt x="76200" y="390525"/>
                </a:lnTo>
                <a:lnTo>
                  <a:pt x="76200" y="428625"/>
                </a:lnTo>
                <a:lnTo>
                  <a:pt x="66675" y="428625"/>
                </a:lnTo>
                <a:close/>
                <a:moveTo>
                  <a:pt x="381000" y="400050"/>
                </a:moveTo>
                <a:lnTo>
                  <a:pt x="390525" y="400050"/>
                </a:lnTo>
                <a:lnTo>
                  <a:pt x="390525" y="409575"/>
                </a:lnTo>
                <a:lnTo>
                  <a:pt x="400050" y="409575"/>
                </a:lnTo>
                <a:lnTo>
                  <a:pt x="400050" y="428625"/>
                </a:lnTo>
                <a:lnTo>
                  <a:pt x="381000" y="428625"/>
                </a:lnTo>
                <a:close/>
                <a:moveTo>
                  <a:pt x="419100" y="409575"/>
                </a:moveTo>
                <a:lnTo>
                  <a:pt x="438150" y="409575"/>
                </a:lnTo>
                <a:lnTo>
                  <a:pt x="438150" y="419100"/>
                </a:lnTo>
                <a:lnTo>
                  <a:pt x="419100" y="419100"/>
                </a:lnTo>
                <a:close/>
                <a:moveTo>
                  <a:pt x="533400" y="438150"/>
                </a:moveTo>
                <a:lnTo>
                  <a:pt x="542925" y="438150"/>
                </a:lnTo>
                <a:lnTo>
                  <a:pt x="542925" y="447675"/>
                </a:lnTo>
                <a:lnTo>
                  <a:pt x="533400" y="447675"/>
                </a:lnTo>
                <a:close/>
                <a:moveTo>
                  <a:pt x="733425" y="447675"/>
                </a:moveTo>
                <a:lnTo>
                  <a:pt x="742950" y="447675"/>
                </a:lnTo>
                <a:lnTo>
                  <a:pt x="742950" y="457200"/>
                </a:lnTo>
                <a:lnTo>
                  <a:pt x="733425" y="457200"/>
                </a:lnTo>
                <a:close/>
                <a:moveTo>
                  <a:pt x="85725" y="457200"/>
                </a:moveTo>
                <a:lnTo>
                  <a:pt x="95250" y="457200"/>
                </a:lnTo>
                <a:lnTo>
                  <a:pt x="95250" y="485775"/>
                </a:lnTo>
                <a:lnTo>
                  <a:pt x="76200" y="485775"/>
                </a:lnTo>
                <a:lnTo>
                  <a:pt x="76200" y="476250"/>
                </a:lnTo>
                <a:lnTo>
                  <a:pt x="85725" y="476250"/>
                </a:lnTo>
                <a:close/>
                <a:moveTo>
                  <a:pt x="619125" y="485775"/>
                </a:moveTo>
                <a:lnTo>
                  <a:pt x="628650" y="485775"/>
                </a:lnTo>
                <a:lnTo>
                  <a:pt x="628650" y="495300"/>
                </a:lnTo>
                <a:lnTo>
                  <a:pt x="619125" y="495300"/>
                </a:lnTo>
                <a:close/>
                <a:moveTo>
                  <a:pt x="609600" y="504825"/>
                </a:moveTo>
                <a:lnTo>
                  <a:pt x="619125" y="504825"/>
                </a:lnTo>
                <a:lnTo>
                  <a:pt x="619125" y="514350"/>
                </a:lnTo>
                <a:lnTo>
                  <a:pt x="609600" y="514350"/>
                </a:lnTo>
                <a:close/>
                <a:moveTo>
                  <a:pt x="590550" y="523875"/>
                </a:moveTo>
                <a:lnTo>
                  <a:pt x="600075" y="523875"/>
                </a:lnTo>
                <a:lnTo>
                  <a:pt x="600075" y="533400"/>
                </a:lnTo>
                <a:lnTo>
                  <a:pt x="590550" y="533400"/>
                </a:lnTo>
                <a:close/>
                <a:moveTo>
                  <a:pt x="609600" y="523875"/>
                </a:moveTo>
                <a:lnTo>
                  <a:pt x="619125" y="523875"/>
                </a:lnTo>
                <a:lnTo>
                  <a:pt x="619125" y="533400"/>
                </a:lnTo>
                <a:lnTo>
                  <a:pt x="609600" y="533400"/>
                </a:lnTo>
                <a:close/>
                <a:moveTo>
                  <a:pt x="276225" y="533400"/>
                </a:moveTo>
                <a:lnTo>
                  <a:pt x="285750" y="533400"/>
                </a:lnTo>
                <a:lnTo>
                  <a:pt x="285750" y="542925"/>
                </a:lnTo>
                <a:lnTo>
                  <a:pt x="276225" y="542925"/>
                </a:lnTo>
                <a:close/>
                <a:moveTo>
                  <a:pt x="533400" y="533400"/>
                </a:moveTo>
                <a:lnTo>
                  <a:pt x="542925" y="533400"/>
                </a:lnTo>
                <a:lnTo>
                  <a:pt x="542925" y="542925"/>
                </a:lnTo>
                <a:lnTo>
                  <a:pt x="533400" y="542925"/>
                </a:lnTo>
                <a:close/>
                <a:moveTo>
                  <a:pt x="581025" y="533400"/>
                </a:moveTo>
                <a:lnTo>
                  <a:pt x="590550" y="533400"/>
                </a:lnTo>
                <a:lnTo>
                  <a:pt x="590550" y="581025"/>
                </a:lnTo>
                <a:lnTo>
                  <a:pt x="581025" y="581025"/>
                </a:lnTo>
                <a:lnTo>
                  <a:pt x="581025" y="590550"/>
                </a:lnTo>
                <a:lnTo>
                  <a:pt x="571500" y="590550"/>
                </a:lnTo>
                <a:lnTo>
                  <a:pt x="571500" y="600075"/>
                </a:lnTo>
                <a:lnTo>
                  <a:pt x="561975" y="600075"/>
                </a:lnTo>
                <a:lnTo>
                  <a:pt x="561975" y="571500"/>
                </a:lnTo>
                <a:lnTo>
                  <a:pt x="571500" y="571500"/>
                </a:lnTo>
                <a:lnTo>
                  <a:pt x="571500" y="542925"/>
                </a:lnTo>
                <a:lnTo>
                  <a:pt x="581025" y="542925"/>
                </a:lnTo>
                <a:close/>
                <a:moveTo>
                  <a:pt x="647700" y="552450"/>
                </a:moveTo>
                <a:lnTo>
                  <a:pt x="657225" y="552450"/>
                </a:lnTo>
                <a:lnTo>
                  <a:pt x="657225" y="561975"/>
                </a:lnTo>
                <a:lnTo>
                  <a:pt x="647700" y="561975"/>
                </a:lnTo>
                <a:close/>
                <a:moveTo>
                  <a:pt x="685800" y="552450"/>
                </a:moveTo>
                <a:lnTo>
                  <a:pt x="704850" y="552450"/>
                </a:lnTo>
                <a:lnTo>
                  <a:pt x="704850" y="571500"/>
                </a:lnTo>
                <a:lnTo>
                  <a:pt x="685800" y="571500"/>
                </a:lnTo>
                <a:lnTo>
                  <a:pt x="685800" y="581025"/>
                </a:lnTo>
                <a:lnTo>
                  <a:pt x="666750" y="581025"/>
                </a:lnTo>
                <a:lnTo>
                  <a:pt x="666750" y="590550"/>
                </a:lnTo>
                <a:lnTo>
                  <a:pt x="647700" y="590550"/>
                </a:lnTo>
                <a:lnTo>
                  <a:pt x="647700" y="581025"/>
                </a:lnTo>
                <a:lnTo>
                  <a:pt x="638175" y="581025"/>
                </a:lnTo>
                <a:lnTo>
                  <a:pt x="638175" y="571500"/>
                </a:lnTo>
                <a:lnTo>
                  <a:pt x="666750" y="571500"/>
                </a:lnTo>
                <a:lnTo>
                  <a:pt x="666750" y="561975"/>
                </a:lnTo>
                <a:lnTo>
                  <a:pt x="685800" y="561975"/>
                </a:lnTo>
                <a:close/>
                <a:moveTo>
                  <a:pt x="295275" y="571500"/>
                </a:moveTo>
                <a:lnTo>
                  <a:pt x="314325" y="571500"/>
                </a:lnTo>
                <a:lnTo>
                  <a:pt x="314325" y="581025"/>
                </a:lnTo>
                <a:lnTo>
                  <a:pt x="295275" y="581025"/>
                </a:lnTo>
                <a:close/>
                <a:moveTo>
                  <a:pt x="333375" y="571500"/>
                </a:moveTo>
                <a:lnTo>
                  <a:pt x="342900" y="571500"/>
                </a:lnTo>
                <a:lnTo>
                  <a:pt x="342900" y="581025"/>
                </a:lnTo>
                <a:lnTo>
                  <a:pt x="333375" y="581025"/>
                </a:lnTo>
                <a:close/>
                <a:moveTo>
                  <a:pt x="723900" y="581025"/>
                </a:moveTo>
                <a:lnTo>
                  <a:pt x="733425" y="581025"/>
                </a:lnTo>
                <a:lnTo>
                  <a:pt x="733425" y="590550"/>
                </a:lnTo>
                <a:lnTo>
                  <a:pt x="723900" y="590550"/>
                </a:lnTo>
                <a:close/>
                <a:moveTo>
                  <a:pt x="638175" y="590550"/>
                </a:moveTo>
                <a:lnTo>
                  <a:pt x="647700" y="590550"/>
                </a:lnTo>
                <a:lnTo>
                  <a:pt x="647700" y="600075"/>
                </a:lnTo>
                <a:lnTo>
                  <a:pt x="638175" y="600075"/>
                </a:lnTo>
                <a:close/>
                <a:moveTo>
                  <a:pt x="657225" y="600075"/>
                </a:moveTo>
                <a:lnTo>
                  <a:pt x="666750" y="600075"/>
                </a:lnTo>
                <a:lnTo>
                  <a:pt x="666750" y="609600"/>
                </a:lnTo>
                <a:lnTo>
                  <a:pt x="657225" y="609600"/>
                </a:lnTo>
                <a:close/>
                <a:moveTo>
                  <a:pt x="133350" y="609600"/>
                </a:moveTo>
                <a:lnTo>
                  <a:pt x="152400" y="609600"/>
                </a:lnTo>
                <a:lnTo>
                  <a:pt x="152400" y="619125"/>
                </a:lnTo>
                <a:lnTo>
                  <a:pt x="133350" y="619125"/>
                </a:lnTo>
                <a:close/>
                <a:moveTo>
                  <a:pt x="152400" y="619125"/>
                </a:moveTo>
                <a:lnTo>
                  <a:pt x="171450" y="619125"/>
                </a:lnTo>
                <a:lnTo>
                  <a:pt x="171450" y="638175"/>
                </a:lnTo>
                <a:lnTo>
                  <a:pt x="161925" y="638175"/>
                </a:lnTo>
                <a:lnTo>
                  <a:pt x="161925" y="628650"/>
                </a:lnTo>
                <a:lnTo>
                  <a:pt x="152400" y="628650"/>
                </a:lnTo>
                <a:close/>
                <a:moveTo>
                  <a:pt x="600075" y="647700"/>
                </a:moveTo>
                <a:lnTo>
                  <a:pt x="628650" y="647700"/>
                </a:lnTo>
                <a:lnTo>
                  <a:pt x="628650" y="657225"/>
                </a:lnTo>
                <a:lnTo>
                  <a:pt x="619125" y="657225"/>
                </a:lnTo>
                <a:lnTo>
                  <a:pt x="619125" y="666750"/>
                </a:lnTo>
                <a:lnTo>
                  <a:pt x="609600" y="666750"/>
                </a:lnTo>
                <a:lnTo>
                  <a:pt x="609600" y="657225"/>
                </a:lnTo>
                <a:lnTo>
                  <a:pt x="600075" y="657225"/>
                </a:lnTo>
                <a:close/>
                <a:moveTo>
                  <a:pt x="647700" y="647700"/>
                </a:moveTo>
                <a:lnTo>
                  <a:pt x="657225" y="647700"/>
                </a:lnTo>
                <a:lnTo>
                  <a:pt x="657225" y="695325"/>
                </a:lnTo>
                <a:lnTo>
                  <a:pt x="647700" y="695325"/>
                </a:lnTo>
                <a:lnTo>
                  <a:pt x="647700" y="704850"/>
                </a:lnTo>
                <a:lnTo>
                  <a:pt x="638175" y="704850"/>
                </a:lnTo>
                <a:lnTo>
                  <a:pt x="638175" y="657225"/>
                </a:lnTo>
                <a:lnTo>
                  <a:pt x="647700" y="657225"/>
                </a:lnTo>
                <a:close/>
                <a:moveTo>
                  <a:pt x="723900" y="666750"/>
                </a:moveTo>
                <a:lnTo>
                  <a:pt x="733425" y="666750"/>
                </a:lnTo>
                <a:lnTo>
                  <a:pt x="733425" y="676275"/>
                </a:lnTo>
                <a:lnTo>
                  <a:pt x="762000" y="676275"/>
                </a:lnTo>
                <a:lnTo>
                  <a:pt x="762000" y="666750"/>
                </a:lnTo>
                <a:lnTo>
                  <a:pt x="771525" y="666750"/>
                </a:lnTo>
                <a:lnTo>
                  <a:pt x="771525" y="685800"/>
                </a:lnTo>
                <a:lnTo>
                  <a:pt x="742950" y="685800"/>
                </a:lnTo>
                <a:lnTo>
                  <a:pt x="742950" y="695325"/>
                </a:lnTo>
                <a:lnTo>
                  <a:pt x="714375" y="695325"/>
                </a:lnTo>
                <a:lnTo>
                  <a:pt x="714375" y="685800"/>
                </a:lnTo>
                <a:lnTo>
                  <a:pt x="723900" y="685800"/>
                </a:lnTo>
                <a:close/>
                <a:moveTo>
                  <a:pt x="495300" y="685800"/>
                </a:moveTo>
                <a:lnTo>
                  <a:pt x="504825" y="685800"/>
                </a:lnTo>
                <a:lnTo>
                  <a:pt x="504825" y="704850"/>
                </a:lnTo>
                <a:lnTo>
                  <a:pt x="495300" y="704850"/>
                </a:lnTo>
                <a:lnTo>
                  <a:pt x="495300" y="714375"/>
                </a:lnTo>
                <a:lnTo>
                  <a:pt x="485775" y="714375"/>
                </a:lnTo>
                <a:lnTo>
                  <a:pt x="485775" y="723900"/>
                </a:lnTo>
                <a:lnTo>
                  <a:pt x="476250" y="723900"/>
                </a:lnTo>
                <a:lnTo>
                  <a:pt x="476250" y="733425"/>
                </a:lnTo>
                <a:lnTo>
                  <a:pt x="447675" y="733425"/>
                </a:lnTo>
                <a:lnTo>
                  <a:pt x="447675" y="723900"/>
                </a:lnTo>
                <a:lnTo>
                  <a:pt x="457200" y="723900"/>
                </a:lnTo>
                <a:lnTo>
                  <a:pt x="457200" y="714375"/>
                </a:lnTo>
                <a:lnTo>
                  <a:pt x="476250" y="714375"/>
                </a:lnTo>
                <a:lnTo>
                  <a:pt x="476250" y="704850"/>
                </a:lnTo>
                <a:lnTo>
                  <a:pt x="485775" y="704850"/>
                </a:lnTo>
                <a:lnTo>
                  <a:pt x="485775" y="695325"/>
                </a:lnTo>
                <a:lnTo>
                  <a:pt x="495300" y="695325"/>
                </a:lnTo>
                <a:close/>
                <a:moveTo>
                  <a:pt x="247650" y="695325"/>
                </a:moveTo>
                <a:lnTo>
                  <a:pt x="276225" y="695325"/>
                </a:lnTo>
                <a:lnTo>
                  <a:pt x="276225" y="704850"/>
                </a:lnTo>
                <a:lnTo>
                  <a:pt x="285750" y="704850"/>
                </a:lnTo>
                <a:lnTo>
                  <a:pt x="285750" y="714375"/>
                </a:lnTo>
                <a:lnTo>
                  <a:pt x="266700" y="714375"/>
                </a:lnTo>
                <a:lnTo>
                  <a:pt x="266700" y="723900"/>
                </a:lnTo>
                <a:lnTo>
                  <a:pt x="257175" y="723900"/>
                </a:lnTo>
                <a:lnTo>
                  <a:pt x="257175" y="714375"/>
                </a:lnTo>
                <a:lnTo>
                  <a:pt x="247650" y="714375"/>
                </a:lnTo>
                <a:close/>
                <a:moveTo>
                  <a:pt x="657225" y="695325"/>
                </a:moveTo>
                <a:lnTo>
                  <a:pt x="666750" y="695325"/>
                </a:lnTo>
                <a:lnTo>
                  <a:pt x="666750" y="704850"/>
                </a:lnTo>
                <a:lnTo>
                  <a:pt x="657225" y="704850"/>
                </a:lnTo>
                <a:close/>
                <a:moveTo>
                  <a:pt x="647700" y="704850"/>
                </a:moveTo>
                <a:lnTo>
                  <a:pt x="657225" y="704850"/>
                </a:lnTo>
                <a:lnTo>
                  <a:pt x="657225" y="714375"/>
                </a:lnTo>
                <a:lnTo>
                  <a:pt x="666750" y="714375"/>
                </a:lnTo>
                <a:lnTo>
                  <a:pt x="666750" y="733425"/>
                </a:lnTo>
                <a:lnTo>
                  <a:pt x="657225" y="733425"/>
                </a:lnTo>
                <a:lnTo>
                  <a:pt x="657225" y="723900"/>
                </a:lnTo>
                <a:lnTo>
                  <a:pt x="647700" y="723900"/>
                </a:lnTo>
                <a:close/>
                <a:moveTo>
                  <a:pt x="428625" y="733425"/>
                </a:moveTo>
                <a:lnTo>
                  <a:pt x="438150" y="733425"/>
                </a:lnTo>
                <a:lnTo>
                  <a:pt x="438150" y="742950"/>
                </a:lnTo>
                <a:lnTo>
                  <a:pt x="428625" y="742950"/>
                </a:lnTo>
                <a:close/>
                <a:moveTo>
                  <a:pt x="809625" y="752475"/>
                </a:moveTo>
                <a:lnTo>
                  <a:pt x="819150" y="752475"/>
                </a:lnTo>
                <a:lnTo>
                  <a:pt x="819150" y="762000"/>
                </a:lnTo>
                <a:lnTo>
                  <a:pt x="809625" y="762000"/>
                </a:lnTo>
                <a:close/>
                <a:moveTo>
                  <a:pt x="704850" y="762000"/>
                </a:moveTo>
                <a:lnTo>
                  <a:pt x="714375" y="762000"/>
                </a:lnTo>
                <a:lnTo>
                  <a:pt x="714375" y="771525"/>
                </a:lnTo>
                <a:lnTo>
                  <a:pt x="704850" y="771525"/>
                </a:lnTo>
                <a:close/>
                <a:moveTo>
                  <a:pt x="819150" y="762000"/>
                </a:moveTo>
                <a:lnTo>
                  <a:pt x="828675" y="762000"/>
                </a:lnTo>
                <a:lnTo>
                  <a:pt x="828675" y="771525"/>
                </a:lnTo>
                <a:lnTo>
                  <a:pt x="819150" y="771525"/>
                </a:lnTo>
                <a:close/>
                <a:moveTo>
                  <a:pt x="695325" y="771525"/>
                </a:moveTo>
                <a:lnTo>
                  <a:pt x="704850" y="771525"/>
                </a:lnTo>
                <a:lnTo>
                  <a:pt x="704850" y="790575"/>
                </a:lnTo>
                <a:lnTo>
                  <a:pt x="695325" y="790575"/>
                </a:lnTo>
                <a:close/>
                <a:moveTo>
                  <a:pt x="723900" y="781050"/>
                </a:moveTo>
                <a:lnTo>
                  <a:pt x="742950" y="781050"/>
                </a:lnTo>
                <a:lnTo>
                  <a:pt x="742950" y="809625"/>
                </a:lnTo>
                <a:lnTo>
                  <a:pt x="733425" y="809625"/>
                </a:lnTo>
                <a:lnTo>
                  <a:pt x="733425" y="800100"/>
                </a:lnTo>
                <a:lnTo>
                  <a:pt x="723900" y="800100"/>
                </a:lnTo>
                <a:close/>
                <a:moveTo>
                  <a:pt x="723900" y="809625"/>
                </a:moveTo>
                <a:lnTo>
                  <a:pt x="733425" y="809625"/>
                </a:lnTo>
                <a:lnTo>
                  <a:pt x="733425" y="819150"/>
                </a:lnTo>
                <a:lnTo>
                  <a:pt x="723900" y="819150"/>
                </a:lnTo>
                <a:close/>
              </a:path>
            </a:pathLst>
          </a:custGeom>
          <a:solidFill xmlns:a="http://schemas.openxmlformats.org/drawingml/2006/main">
            <a:srgbClr val="798792"/>
          </a:solidFill>
          <a:ln xmlns:a="http://schemas.openxmlformats.org/drawingml/2006/main" w="0">
            <a:noFill/>
          </a:ln>
        </p:spPr>
      </p:sp>
      <p:sp>
        <p:nvSpPr>
          <p:cNvPr id="72" name="limits vector #778796">
            <a:extLst xmlns:a="http://schemas.openxmlformats.org/drawingml/2006/main">
              <a:ext uri="{FF2B5EF4-FFF2-40B4-BE49-F238E27FC236}">
                <a16:creationId xmlns:a16="http://schemas.microsoft.com/office/drawing/2014/main" id="{224C8874-4AFF-49BE-B1FC-BD0307A5F9B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076950" y="1504950"/>
            <a:ext cx="923925" cy="876300"/>
          </a:xfrm>
          <a:custGeom xmlns:a="http://schemas.openxmlformats.org/drawingml/2006/main">
            <a:pathLst>
              <a:path w="923925" h="876300">
                <a:moveTo>
                  <a:pt x="495300" y="114300"/>
                </a:moveTo>
                <a:lnTo>
                  <a:pt x="504825" y="114300"/>
                </a:lnTo>
                <a:lnTo>
                  <a:pt x="504825" y="142875"/>
                </a:lnTo>
                <a:lnTo>
                  <a:pt x="495300" y="142875"/>
                </a:lnTo>
                <a:lnTo>
                  <a:pt x="495300" y="133350"/>
                </a:lnTo>
                <a:lnTo>
                  <a:pt x="485775" y="133350"/>
                </a:lnTo>
                <a:lnTo>
                  <a:pt x="485775" y="123825"/>
                </a:lnTo>
                <a:lnTo>
                  <a:pt x="495300" y="123825"/>
                </a:lnTo>
                <a:close/>
                <a:moveTo>
                  <a:pt x="295275" y="123825"/>
                </a:moveTo>
                <a:lnTo>
                  <a:pt x="314325" y="123825"/>
                </a:lnTo>
                <a:lnTo>
                  <a:pt x="314325" y="152400"/>
                </a:lnTo>
                <a:lnTo>
                  <a:pt x="304800" y="152400"/>
                </a:lnTo>
                <a:lnTo>
                  <a:pt x="304800" y="161925"/>
                </a:lnTo>
                <a:lnTo>
                  <a:pt x="285750" y="161925"/>
                </a:lnTo>
                <a:lnTo>
                  <a:pt x="285750" y="142875"/>
                </a:lnTo>
                <a:lnTo>
                  <a:pt x="295275" y="142875"/>
                </a:lnTo>
                <a:close/>
                <a:moveTo>
                  <a:pt x="323850" y="123825"/>
                </a:moveTo>
                <a:lnTo>
                  <a:pt x="333375" y="123825"/>
                </a:lnTo>
                <a:lnTo>
                  <a:pt x="333375" y="133350"/>
                </a:lnTo>
                <a:lnTo>
                  <a:pt x="323850" y="133350"/>
                </a:lnTo>
                <a:close/>
                <a:moveTo>
                  <a:pt x="447675" y="123825"/>
                </a:moveTo>
                <a:lnTo>
                  <a:pt x="457200" y="123825"/>
                </a:lnTo>
                <a:lnTo>
                  <a:pt x="457200" y="152400"/>
                </a:lnTo>
                <a:lnTo>
                  <a:pt x="447675" y="152400"/>
                </a:lnTo>
                <a:close/>
                <a:moveTo>
                  <a:pt x="466725" y="142875"/>
                </a:moveTo>
                <a:lnTo>
                  <a:pt x="476250" y="142875"/>
                </a:lnTo>
                <a:lnTo>
                  <a:pt x="476250" y="152400"/>
                </a:lnTo>
                <a:lnTo>
                  <a:pt x="466725" y="152400"/>
                </a:lnTo>
                <a:close/>
                <a:moveTo>
                  <a:pt x="228600" y="161925"/>
                </a:moveTo>
                <a:lnTo>
                  <a:pt x="238125" y="161925"/>
                </a:lnTo>
                <a:lnTo>
                  <a:pt x="238125" y="171450"/>
                </a:lnTo>
                <a:lnTo>
                  <a:pt x="228600" y="171450"/>
                </a:lnTo>
                <a:close/>
                <a:moveTo>
                  <a:pt x="419100" y="161925"/>
                </a:moveTo>
                <a:lnTo>
                  <a:pt x="428625" y="161925"/>
                </a:lnTo>
                <a:lnTo>
                  <a:pt x="428625" y="171450"/>
                </a:lnTo>
                <a:lnTo>
                  <a:pt x="419100" y="171450"/>
                </a:lnTo>
                <a:close/>
                <a:moveTo>
                  <a:pt x="209550" y="171450"/>
                </a:moveTo>
                <a:lnTo>
                  <a:pt x="219075" y="171450"/>
                </a:lnTo>
                <a:lnTo>
                  <a:pt x="219075" y="190500"/>
                </a:lnTo>
                <a:lnTo>
                  <a:pt x="200025" y="190500"/>
                </a:lnTo>
                <a:lnTo>
                  <a:pt x="200025" y="180975"/>
                </a:lnTo>
                <a:lnTo>
                  <a:pt x="209550" y="180975"/>
                </a:lnTo>
                <a:close/>
                <a:moveTo>
                  <a:pt x="219075" y="190500"/>
                </a:moveTo>
                <a:lnTo>
                  <a:pt x="238125" y="190500"/>
                </a:lnTo>
                <a:lnTo>
                  <a:pt x="238125" y="200025"/>
                </a:lnTo>
                <a:lnTo>
                  <a:pt x="247650" y="200025"/>
                </a:lnTo>
                <a:lnTo>
                  <a:pt x="247650" y="209550"/>
                </a:lnTo>
                <a:lnTo>
                  <a:pt x="257175" y="209550"/>
                </a:lnTo>
                <a:lnTo>
                  <a:pt x="257175" y="219075"/>
                </a:lnTo>
                <a:lnTo>
                  <a:pt x="247650" y="219075"/>
                </a:lnTo>
                <a:lnTo>
                  <a:pt x="247650" y="228600"/>
                </a:lnTo>
                <a:lnTo>
                  <a:pt x="257175" y="228600"/>
                </a:lnTo>
                <a:lnTo>
                  <a:pt x="257175" y="266700"/>
                </a:lnTo>
                <a:lnTo>
                  <a:pt x="238125" y="266700"/>
                </a:lnTo>
                <a:lnTo>
                  <a:pt x="238125" y="247650"/>
                </a:lnTo>
                <a:lnTo>
                  <a:pt x="228600" y="247650"/>
                </a:lnTo>
                <a:lnTo>
                  <a:pt x="228600" y="238125"/>
                </a:lnTo>
                <a:lnTo>
                  <a:pt x="209550" y="238125"/>
                </a:lnTo>
                <a:lnTo>
                  <a:pt x="209550" y="228600"/>
                </a:lnTo>
                <a:lnTo>
                  <a:pt x="190500" y="228600"/>
                </a:lnTo>
                <a:lnTo>
                  <a:pt x="190500" y="219075"/>
                </a:lnTo>
                <a:lnTo>
                  <a:pt x="180975" y="219075"/>
                </a:lnTo>
                <a:lnTo>
                  <a:pt x="180975" y="209550"/>
                </a:lnTo>
                <a:lnTo>
                  <a:pt x="200025" y="209550"/>
                </a:lnTo>
                <a:lnTo>
                  <a:pt x="200025" y="200025"/>
                </a:lnTo>
                <a:lnTo>
                  <a:pt x="219075" y="200025"/>
                </a:lnTo>
                <a:close/>
                <a:moveTo>
                  <a:pt x="228600" y="228600"/>
                </a:moveTo>
                <a:lnTo>
                  <a:pt x="238125" y="228600"/>
                </a:lnTo>
                <a:lnTo>
                  <a:pt x="238125" y="219075"/>
                </a:lnTo>
                <a:lnTo>
                  <a:pt x="228600" y="219075"/>
                </a:lnTo>
                <a:close/>
                <a:moveTo>
                  <a:pt x="161925" y="238125"/>
                </a:moveTo>
                <a:lnTo>
                  <a:pt x="171450" y="238125"/>
                </a:lnTo>
                <a:lnTo>
                  <a:pt x="171450" y="247650"/>
                </a:lnTo>
                <a:lnTo>
                  <a:pt x="209550" y="247650"/>
                </a:lnTo>
                <a:lnTo>
                  <a:pt x="209550" y="257175"/>
                </a:lnTo>
                <a:lnTo>
                  <a:pt x="200025" y="257175"/>
                </a:lnTo>
                <a:lnTo>
                  <a:pt x="200025" y="266700"/>
                </a:lnTo>
                <a:lnTo>
                  <a:pt x="190500" y="266700"/>
                </a:lnTo>
                <a:lnTo>
                  <a:pt x="190500" y="276225"/>
                </a:lnTo>
                <a:lnTo>
                  <a:pt x="180975" y="276225"/>
                </a:lnTo>
                <a:lnTo>
                  <a:pt x="180975" y="285750"/>
                </a:lnTo>
                <a:lnTo>
                  <a:pt x="161925" y="285750"/>
                </a:lnTo>
                <a:lnTo>
                  <a:pt x="161925" y="276225"/>
                </a:lnTo>
                <a:lnTo>
                  <a:pt x="152400" y="276225"/>
                </a:lnTo>
                <a:lnTo>
                  <a:pt x="152400" y="257175"/>
                </a:lnTo>
                <a:lnTo>
                  <a:pt x="161925" y="257175"/>
                </a:lnTo>
                <a:close/>
                <a:moveTo>
                  <a:pt x="400050" y="238125"/>
                </a:moveTo>
                <a:lnTo>
                  <a:pt x="409575" y="238125"/>
                </a:lnTo>
                <a:lnTo>
                  <a:pt x="409575" y="247650"/>
                </a:lnTo>
                <a:lnTo>
                  <a:pt x="400050" y="247650"/>
                </a:lnTo>
                <a:close/>
                <a:moveTo>
                  <a:pt x="390525" y="247650"/>
                </a:moveTo>
                <a:lnTo>
                  <a:pt x="400050" y="247650"/>
                </a:lnTo>
                <a:lnTo>
                  <a:pt x="400050" y="266700"/>
                </a:lnTo>
                <a:lnTo>
                  <a:pt x="390525" y="266700"/>
                </a:lnTo>
                <a:close/>
                <a:moveTo>
                  <a:pt x="409575" y="257175"/>
                </a:moveTo>
                <a:lnTo>
                  <a:pt x="428625" y="257175"/>
                </a:lnTo>
                <a:lnTo>
                  <a:pt x="428625" y="266700"/>
                </a:lnTo>
                <a:lnTo>
                  <a:pt x="438150" y="266700"/>
                </a:lnTo>
                <a:lnTo>
                  <a:pt x="438150" y="276225"/>
                </a:lnTo>
                <a:lnTo>
                  <a:pt x="419100" y="276225"/>
                </a:lnTo>
                <a:lnTo>
                  <a:pt x="419100" y="266700"/>
                </a:lnTo>
                <a:lnTo>
                  <a:pt x="409575" y="266700"/>
                </a:lnTo>
                <a:close/>
                <a:moveTo>
                  <a:pt x="161925" y="295275"/>
                </a:moveTo>
                <a:lnTo>
                  <a:pt x="171450" y="295275"/>
                </a:lnTo>
                <a:lnTo>
                  <a:pt x="171450" y="304800"/>
                </a:lnTo>
                <a:lnTo>
                  <a:pt x="180975" y="304800"/>
                </a:lnTo>
                <a:lnTo>
                  <a:pt x="180975" y="323850"/>
                </a:lnTo>
                <a:lnTo>
                  <a:pt x="171450" y="323850"/>
                </a:lnTo>
                <a:lnTo>
                  <a:pt x="171450" y="333375"/>
                </a:lnTo>
                <a:lnTo>
                  <a:pt x="161925" y="333375"/>
                </a:lnTo>
                <a:lnTo>
                  <a:pt x="161925" y="342900"/>
                </a:lnTo>
                <a:lnTo>
                  <a:pt x="171450" y="342900"/>
                </a:lnTo>
                <a:lnTo>
                  <a:pt x="171450" y="352425"/>
                </a:lnTo>
                <a:lnTo>
                  <a:pt x="180975" y="352425"/>
                </a:lnTo>
                <a:lnTo>
                  <a:pt x="180975" y="371475"/>
                </a:lnTo>
                <a:lnTo>
                  <a:pt x="190500" y="371475"/>
                </a:lnTo>
                <a:lnTo>
                  <a:pt x="190500" y="390525"/>
                </a:lnTo>
                <a:lnTo>
                  <a:pt x="180975" y="390525"/>
                </a:lnTo>
                <a:lnTo>
                  <a:pt x="180975" y="419100"/>
                </a:lnTo>
                <a:lnTo>
                  <a:pt x="190500" y="419100"/>
                </a:lnTo>
                <a:lnTo>
                  <a:pt x="190500" y="428625"/>
                </a:lnTo>
                <a:lnTo>
                  <a:pt x="180975" y="428625"/>
                </a:lnTo>
                <a:lnTo>
                  <a:pt x="180975" y="447675"/>
                </a:lnTo>
                <a:lnTo>
                  <a:pt x="171450" y="447675"/>
                </a:lnTo>
                <a:lnTo>
                  <a:pt x="171450" y="457200"/>
                </a:lnTo>
                <a:lnTo>
                  <a:pt x="180975" y="457200"/>
                </a:lnTo>
                <a:lnTo>
                  <a:pt x="180975" y="476250"/>
                </a:lnTo>
                <a:lnTo>
                  <a:pt x="152400" y="476250"/>
                </a:lnTo>
                <a:lnTo>
                  <a:pt x="152400" y="495300"/>
                </a:lnTo>
                <a:lnTo>
                  <a:pt x="161925" y="495300"/>
                </a:lnTo>
                <a:lnTo>
                  <a:pt x="161925" y="504825"/>
                </a:lnTo>
                <a:lnTo>
                  <a:pt x="171450" y="504825"/>
                </a:lnTo>
                <a:lnTo>
                  <a:pt x="171450" y="514350"/>
                </a:lnTo>
                <a:lnTo>
                  <a:pt x="180975" y="514350"/>
                </a:lnTo>
                <a:lnTo>
                  <a:pt x="180975" y="523875"/>
                </a:lnTo>
                <a:lnTo>
                  <a:pt x="171450" y="523875"/>
                </a:lnTo>
                <a:lnTo>
                  <a:pt x="171450" y="533400"/>
                </a:lnTo>
                <a:lnTo>
                  <a:pt x="180975" y="533400"/>
                </a:lnTo>
                <a:lnTo>
                  <a:pt x="180975" y="542925"/>
                </a:lnTo>
                <a:lnTo>
                  <a:pt x="171450" y="542925"/>
                </a:lnTo>
                <a:lnTo>
                  <a:pt x="171450" y="552450"/>
                </a:lnTo>
                <a:lnTo>
                  <a:pt x="152400" y="552450"/>
                </a:lnTo>
                <a:lnTo>
                  <a:pt x="152400" y="561975"/>
                </a:lnTo>
                <a:lnTo>
                  <a:pt x="142875" y="561975"/>
                </a:lnTo>
                <a:lnTo>
                  <a:pt x="142875" y="552450"/>
                </a:lnTo>
                <a:lnTo>
                  <a:pt x="133350" y="552450"/>
                </a:lnTo>
                <a:lnTo>
                  <a:pt x="133350" y="542925"/>
                </a:lnTo>
                <a:lnTo>
                  <a:pt x="142875" y="542925"/>
                </a:lnTo>
                <a:lnTo>
                  <a:pt x="142875" y="514350"/>
                </a:lnTo>
                <a:lnTo>
                  <a:pt x="123825" y="514350"/>
                </a:lnTo>
                <a:lnTo>
                  <a:pt x="123825" y="466725"/>
                </a:lnTo>
                <a:lnTo>
                  <a:pt x="95250" y="466725"/>
                </a:lnTo>
                <a:lnTo>
                  <a:pt x="95250" y="428625"/>
                </a:lnTo>
                <a:lnTo>
                  <a:pt x="104775" y="428625"/>
                </a:lnTo>
                <a:lnTo>
                  <a:pt x="104775" y="419100"/>
                </a:lnTo>
                <a:lnTo>
                  <a:pt x="114300" y="419100"/>
                </a:lnTo>
                <a:lnTo>
                  <a:pt x="114300" y="381000"/>
                </a:lnTo>
                <a:lnTo>
                  <a:pt x="123825" y="381000"/>
                </a:lnTo>
                <a:lnTo>
                  <a:pt x="123825" y="361950"/>
                </a:lnTo>
                <a:lnTo>
                  <a:pt x="114300" y="361950"/>
                </a:lnTo>
                <a:lnTo>
                  <a:pt x="114300" y="333375"/>
                </a:lnTo>
                <a:lnTo>
                  <a:pt x="133350" y="333375"/>
                </a:lnTo>
                <a:lnTo>
                  <a:pt x="133350" y="352425"/>
                </a:lnTo>
                <a:lnTo>
                  <a:pt x="152400" y="352425"/>
                </a:lnTo>
                <a:lnTo>
                  <a:pt x="152400" y="314325"/>
                </a:lnTo>
                <a:lnTo>
                  <a:pt x="161925" y="314325"/>
                </a:lnTo>
                <a:close/>
                <a:moveTo>
                  <a:pt x="561975" y="314325"/>
                </a:moveTo>
                <a:lnTo>
                  <a:pt x="590550" y="314325"/>
                </a:lnTo>
                <a:lnTo>
                  <a:pt x="590550" y="323850"/>
                </a:lnTo>
                <a:lnTo>
                  <a:pt x="628650" y="323850"/>
                </a:lnTo>
                <a:lnTo>
                  <a:pt x="628650" y="333375"/>
                </a:lnTo>
                <a:lnTo>
                  <a:pt x="638175" y="333375"/>
                </a:lnTo>
                <a:lnTo>
                  <a:pt x="638175" y="342900"/>
                </a:lnTo>
                <a:lnTo>
                  <a:pt x="628650" y="342900"/>
                </a:lnTo>
                <a:lnTo>
                  <a:pt x="628650" y="361950"/>
                </a:lnTo>
                <a:lnTo>
                  <a:pt x="619125" y="361950"/>
                </a:lnTo>
                <a:lnTo>
                  <a:pt x="619125" y="371475"/>
                </a:lnTo>
                <a:lnTo>
                  <a:pt x="600075" y="371475"/>
                </a:lnTo>
                <a:lnTo>
                  <a:pt x="600075" y="381000"/>
                </a:lnTo>
                <a:lnTo>
                  <a:pt x="571500" y="381000"/>
                </a:lnTo>
                <a:lnTo>
                  <a:pt x="571500" y="371475"/>
                </a:lnTo>
                <a:lnTo>
                  <a:pt x="561975" y="371475"/>
                </a:lnTo>
                <a:lnTo>
                  <a:pt x="561975" y="352425"/>
                </a:lnTo>
                <a:lnTo>
                  <a:pt x="552450" y="352425"/>
                </a:lnTo>
                <a:lnTo>
                  <a:pt x="552450" y="342900"/>
                </a:lnTo>
                <a:lnTo>
                  <a:pt x="571500" y="342900"/>
                </a:lnTo>
                <a:lnTo>
                  <a:pt x="571500" y="323850"/>
                </a:lnTo>
                <a:lnTo>
                  <a:pt x="561975" y="323850"/>
                </a:lnTo>
                <a:close/>
                <a:moveTo>
                  <a:pt x="238125" y="342900"/>
                </a:moveTo>
                <a:lnTo>
                  <a:pt x="247650" y="342900"/>
                </a:lnTo>
                <a:lnTo>
                  <a:pt x="247650" y="361950"/>
                </a:lnTo>
                <a:lnTo>
                  <a:pt x="238125" y="361950"/>
                </a:lnTo>
                <a:close/>
                <a:moveTo>
                  <a:pt x="600075" y="342900"/>
                </a:moveTo>
                <a:lnTo>
                  <a:pt x="609600" y="342900"/>
                </a:lnTo>
                <a:lnTo>
                  <a:pt x="609600" y="333375"/>
                </a:lnTo>
                <a:lnTo>
                  <a:pt x="600075" y="333375"/>
                </a:lnTo>
                <a:close/>
                <a:moveTo>
                  <a:pt x="581025" y="352425"/>
                </a:moveTo>
                <a:lnTo>
                  <a:pt x="590550" y="352425"/>
                </a:lnTo>
                <a:lnTo>
                  <a:pt x="590550" y="333375"/>
                </a:lnTo>
                <a:lnTo>
                  <a:pt x="581025" y="333375"/>
                </a:lnTo>
                <a:close/>
                <a:moveTo>
                  <a:pt x="219075" y="371475"/>
                </a:moveTo>
                <a:lnTo>
                  <a:pt x="247650" y="371475"/>
                </a:lnTo>
                <a:lnTo>
                  <a:pt x="247650" y="381000"/>
                </a:lnTo>
                <a:lnTo>
                  <a:pt x="228600" y="381000"/>
                </a:lnTo>
                <a:lnTo>
                  <a:pt x="228600" y="390525"/>
                </a:lnTo>
                <a:lnTo>
                  <a:pt x="219075" y="390525"/>
                </a:lnTo>
                <a:close/>
                <a:moveTo>
                  <a:pt x="695325" y="381000"/>
                </a:moveTo>
                <a:lnTo>
                  <a:pt x="704850" y="381000"/>
                </a:lnTo>
                <a:lnTo>
                  <a:pt x="704850" y="390525"/>
                </a:lnTo>
                <a:lnTo>
                  <a:pt x="714375" y="390525"/>
                </a:lnTo>
                <a:lnTo>
                  <a:pt x="714375" y="400050"/>
                </a:lnTo>
                <a:lnTo>
                  <a:pt x="685800" y="400050"/>
                </a:lnTo>
                <a:lnTo>
                  <a:pt x="685800" y="409575"/>
                </a:lnTo>
                <a:lnTo>
                  <a:pt x="657225" y="409575"/>
                </a:lnTo>
                <a:lnTo>
                  <a:pt x="657225" y="390525"/>
                </a:lnTo>
                <a:lnTo>
                  <a:pt x="695325" y="390525"/>
                </a:lnTo>
                <a:close/>
                <a:moveTo>
                  <a:pt x="142875" y="390525"/>
                </a:moveTo>
                <a:lnTo>
                  <a:pt x="152400" y="390525"/>
                </a:lnTo>
                <a:lnTo>
                  <a:pt x="152400" y="381000"/>
                </a:lnTo>
                <a:lnTo>
                  <a:pt x="142875" y="381000"/>
                </a:lnTo>
                <a:close/>
                <a:moveTo>
                  <a:pt x="609600" y="390525"/>
                </a:moveTo>
                <a:lnTo>
                  <a:pt x="628650" y="390525"/>
                </a:lnTo>
                <a:lnTo>
                  <a:pt x="628650" y="400050"/>
                </a:lnTo>
                <a:lnTo>
                  <a:pt x="619125" y="400050"/>
                </a:lnTo>
                <a:lnTo>
                  <a:pt x="619125" y="409575"/>
                </a:lnTo>
                <a:lnTo>
                  <a:pt x="600075" y="409575"/>
                </a:lnTo>
                <a:lnTo>
                  <a:pt x="600075" y="400050"/>
                </a:lnTo>
                <a:lnTo>
                  <a:pt x="609600" y="400050"/>
                </a:lnTo>
                <a:close/>
                <a:moveTo>
                  <a:pt x="628650" y="400050"/>
                </a:moveTo>
                <a:lnTo>
                  <a:pt x="638175" y="400050"/>
                </a:lnTo>
                <a:lnTo>
                  <a:pt x="638175" y="419100"/>
                </a:lnTo>
                <a:lnTo>
                  <a:pt x="628650" y="419100"/>
                </a:lnTo>
                <a:close/>
                <a:moveTo>
                  <a:pt x="571500" y="447675"/>
                </a:moveTo>
                <a:lnTo>
                  <a:pt x="590550" y="447675"/>
                </a:lnTo>
                <a:lnTo>
                  <a:pt x="590550" y="457200"/>
                </a:lnTo>
                <a:lnTo>
                  <a:pt x="571500" y="457200"/>
                </a:lnTo>
                <a:close/>
                <a:moveTo>
                  <a:pt x="104775" y="476250"/>
                </a:moveTo>
                <a:lnTo>
                  <a:pt x="114300" y="476250"/>
                </a:lnTo>
                <a:lnTo>
                  <a:pt x="114300" y="485775"/>
                </a:lnTo>
                <a:lnTo>
                  <a:pt x="104775" y="485775"/>
                </a:lnTo>
                <a:close/>
                <a:moveTo>
                  <a:pt x="247650" y="533400"/>
                </a:moveTo>
                <a:lnTo>
                  <a:pt x="257175" y="533400"/>
                </a:lnTo>
                <a:lnTo>
                  <a:pt x="257175" y="542925"/>
                </a:lnTo>
                <a:lnTo>
                  <a:pt x="266700" y="542925"/>
                </a:lnTo>
                <a:lnTo>
                  <a:pt x="266700" y="581025"/>
                </a:lnTo>
                <a:lnTo>
                  <a:pt x="257175" y="581025"/>
                </a:lnTo>
                <a:lnTo>
                  <a:pt x="257175" y="571500"/>
                </a:lnTo>
                <a:lnTo>
                  <a:pt x="247650" y="571500"/>
                </a:lnTo>
                <a:close/>
                <a:moveTo>
                  <a:pt x="409575" y="561975"/>
                </a:moveTo>
                <a:lnTo>
                  <a:pt x="438150" y="561975"/>
                </a:lnTo>
                <a:lnTo>
                  <a:pt x="438150" y="571500"/>
                </a:lnTo>
                <a:lnTo>
                  <a:pt x="419100" y="571500"/>
                </a:lnTo>
                <a:lnTo>
                  <a:pt x="419100" y="600075"/>
                </a:lnTo>
                <a:lnTo>
                  <a:pt x="400050" y="600075"/>
                </a:lnTo>
                <a:lnTo>
                  <a:pt x="400050" y="590550"/>
                </a:lnTo>
                <a:lnTo>
                  <a:pt x="409575" y="590550"/>
                </a:lnTo>
                <a:close/>
                <a:moveTo>
                  <a:pt x="352425" y="590550"/>
                </a:moveTo>
                <a:lnTo>
                  <a:pt x="371475" y="590550"/>
                </a:lnTo>
                <a:lnTo>
                  <a:pt x="371475" y="600075"/>
                </a:lnTo>
                <a:lnTo>
                  <a:pt x="352425" y="600075"/>
                </a:lnTo>
                <a:close/>
                <a:moveTo>
                  <a:pt x="381000" y="590550"/>
                </a:moveTo>
                <a:lnTo>
                  <a:pt x="390525" y="590550"/>
                </a:lnTo>
                <a:lnTo>
                  <a:pt x="390525" y="600075"/>
                </a:lnTo>
                <a:lnTo>
                  <a:pt x="381000" y="600075"/>
                </a:lnTo>
                <a:close/>
                <a:moveTo>
                  <a:pt x="342900" y="600075"/>
                </a:moveTo>
                <a:lnTo>
                  <a:pt x="352425" y="600075"/>
                </a:lnTo>
                <a:lnTo>
                  <a:pt x="352425" y="609600"/>
                </a:lnTo>
                <a:lnTo>
                  <a:pt x="342900" y="609600"/>
                </a:lnTo>
                <a:close/>
                <a:moveTo>
                  <a:pt x="390525" y="600075"/>
                </a:moveTo>
                <a:lnTo>
                  <a:pt x="400050" y="600075"/>
                </a:lnTo>
                <a:lnTo>
                  <a:pt x="400050" y="609600"/>
                </a:lnTo>
                <a:lnTo>
                  <a:pt x="390525" y="609600"/>
                </a:lnTo>
                <a:close/>
                <a:moveTo>
                  <a:pt x="419100" y="600075"/>
                </a:moveTo>
                <a:lnTo>
                  <a:pt x="428625" y="600075"/>
                </a:lnTo>
                <a:lnTo>
                  <a:pt x="428625" y="609600"/>
                </a:lnTo>
                <a:lnTo>
                  <a:pt x="419100" y="609600"/>
                </a:lnTo>
                <a:close/>
                <a:moveTo>
                  <a:pt x="257175" y="619125"/>
                </a:moveTo>
                <a:lnTo>
                  <a:pt x="276225" y="619125"/>
                </a:lnTo>
                <a:lnTo>
                  <a:pt x="276225" y="628650"/>
                </a:lnTo>
                <a:lnTo>
                  <a:pt x="257175" y="628650"/>
                </a:lnTo>
                <a:close/>
                <a:moveTo>
                  <a:pt x="228600" y="638175"/>
                </a:moveTo>
                <a:lnTo>
                  <a:pt x="238125" y="638175"/>
                </a:lnTo>
                <a:lnTo>
                  <a:pt x="238125" y="657225"/>
                </a:lnTo>
                <a:lnTo>
                  <a:pt x="228600" y="657225"/>
                </a:lnTo>
                <a:close/>
                <a:moveTo>
                  <a:pt x="304800" y="638175"/>
                </a:moveTo>
                <a:lnTo>
                  <a:pt x="314325" y="638175"/>
                </a:lnTo>
                <a:lnTo>
                  <a:pt x="314325" y="647700"/>
                </a:lnTo>
                <a:lnTo>
                  <a:pt x="304800" y="647700"/>
                </a:lnTo>
                <a:close/>
                <a:moveTo>
                  <a:pt x="295275" y="647700"/>
                </a:moveTo>
                <a:lnTo>
                  <a:pt x="304800" y="647700"/>
                </a:lnTo>
                <a:lnTo>
                  <a:pt x="304800" y="657225"/>
                </a:lnTo>
                <a:lnTo>
                  <a:pt x="295275" y="657225"/>
                </a:lnTo>
                <a:close/>
                <a:moveTo>
                  <a:pt x="247650" y="657225"/>
                </a:moveTo>
                <a:lnTo>
                  <a:pt x="257175" y="657225"/>
                </a:lnTo>
                <a:lnTo>
                  <a:pt x="257175" y="666750"/>
                </a:lnTo>
                <a:lnTo>
                  <a:pt x="247650" y="666750"/>
                </a:lnTo>
                <a:close/>
                <a:moveTo>
                  <a:pt x="295275" y="666750"/>
                </a:moveTo>
                <a:lnTo>
                  <a:pt x="304800" y="666750"/>
                </a:lnTo>
                <a:lnTo>
                  <a:pt x="304800" y="676275"/>
                </a:lnTo>
                <a:lnTo>
                  <a:pt x="314325" y="676275"/>
                </a:lnTo>
                <a:lnTo>
                  <a:pt x="314325" y="704850"/>
                </a:lnTo>
                <a:lnTo>
                  <a:pt x="295275" y="704850"/>
                </a:lnTo>
                <a:lnTo>
                  <a:pt x="295275" y="695325"/>
                </a:lnTo>
                <a:lnTo>
                  <a:pt x="285750" y="695325"/>
                </a:lnTo>
                <a:lnTo>
                  <a:pt x="285750" y="676275"/>
                </a:lnTo>
                <a:lnTo>
                  <a:pt x="295275" y="676275"/>
                </a:lnTo>
                <a:close/>
              </a:path>
            </a:pathLst>
          </a:custGeom>
          <a:solidFill xmlns:a="http://schemas.openxmlformats.org/drawingml/2006/main">
            <a:srgbClr val="778796"/>
          </a:solidFill>
          <a:ln xmlns:a="http://schemas.openxmlformats.org/drawingml/2006/main" w="0">
            <a:noFill/>
          </a:ln>
        </p:spPr>
      </p:sp>
      <p:sp>
        <p:nvSpPr>
          <p:cNvPr id="73" name="limits vector #778794">
            <a:extLst xmlns:a="http://schemas.openxmlformats.org/drawingml/2006/main">
              <a:ext uri="{FF2B5EF4-FFF2-40B4-BE49-F238E27FC236}">
                <a16:creationId xmlns:a16="http://schemas.microsoft.com/office/drawing/2014/main" id="{ADDAF345-2E42-4EC9-A7C3-DB23E22367C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076950" y="1504950"/>
            <a:ext cx="923925" cy="876300"/>
          </a:xfrm>
          <a:custGeom xmlns:a="http://schemas.openxmlformats.org/drawingml/2006/main">
            <a:pathLst>
              <a:path w="923925" h="876300">
                <a:moveTo>
                  <a:pt x="447675" y="114300"/>
                </a:moveTo>
                <a:lnTo>
                  <a:pt x="457200" y="114300"/>
                </a:lnTo>
                <a:lnTo>
                  <a:pt x="457200" y="123825"/>
                </a:lnTo>
                <a:lnTo>
                  <a:pt x="447675" y="123825"/>
                </a:lnTo>
                <a:close/>
                <a:moveTo>
                  <a:pt x="285750" y="123825"/>
                </a:moveTo>
                <a:lnTo>
                  <a:pt x="295275" y="123825"/>
                </a:lnTo>
                <a:lnTo>
                  <a:pt x="295275" y="142875"/>
                </a:lnTo>
                <a:lnTo>
                  <a:pt x="285750" y="142875"/>
                </a:lnTo>
                <a:close/>
                <a:moveTo>
                  <a:pt x="533400" y="123825"/>
                </a:moveTo>
                <a:lnTo>
                  <a:pt x="542925" y="123825"/>
                </a:lnTo>
                <a:lnTo>
                  <a:pt x="542925" y="133350"/>
                </a:lnTo>
                <a:lnTo>
                  <a:pt x="533400" y="133350"/>
                </a:lnTo>
                <a:close/>
                <a:moveTo>
                  <a:pt x="257175" y="133350"/>
                </a:moveTo>
                <a:lnTo>
                  <a:pt x="276225" y="133350"/>
                </a:lnTo>
                <a:lnTo>
                  <a:pt x="276225" y="142875"/>
                </a:lnTo>
                <a:lnTo>
                  <a:pt x="285750" y="142875"/>
                </a:lnTo>
                <a:lnTo>
                  <a:pt x="285750" y="161925"/>
                </a:lnTo>
                <a:lnTo>
                  <a:pt x="295275" y="161925"/>
                </a:lnTo>
                <a:lnTo>
                  <a:pt x="295275" y="180975"/>
                </a:lnTo>
                <a:lnTo>
                  <a:pt x="266700" y="180975"/>
                </a:lnTo>
                <a:lnTo>
                  <a:pt x="266700" y="171450"/>
                </a:lnTo>
                <a:lnTo>
                  <a:pt x="257175" y="171450"/>
                </a:lnTo>
                <a:lnTo>
                  <a:pt x="257175" y="161925"/>
                </a:lnTo>
                <a:lnTo>
                  <a:pt x="238125" y="161925"/>
                </a:lnTo>
                <a:lnTo>
                  <a:pt x="238125" y="142875"/>
                </a:lnTo>
                <a:lnTo>
                  <a:pt x="257175" y="142875"/>
                </a:lnTo>
                <a:close/>
                <a:moveTo>
                  <a:pt x="438150" y="133350"/>
                </a:moveTo>
                <a:lnTo>
                  <a:pt x="447675" y="133350"/>
                </a:lnTo>
                <a:lnTo>
                  <a:pt x="447675" y="152400"/>
                </a:lnTo>
                <a:lnTo>
                  <a:pt x="438150" y="152400"/>
                </a:lnTo>
                <a:lnTo>
                  <a:pt x="438150" y="171450"/>
                </a:lnTo>
                <a:lnTo>
                  <a:pt x="447675" y="171450"/>
                </a:lnTo>
                <a:lnTo>
                  <a:pt x="447675" y="161925"/>
                </a:lnTo>
                <a:lnTo>
                  <a:pt x="466725" y="161925"/>
                </a:lnTo>
                <a:lnTo>
                  <a:pt x="466725" y="152400"/>
                </a:lnTo>
                <a:lnTo>
                  <a:pt x="476250" y="152400"/>
                </a:lnTo>
                <a:lnTo>
                  <a:pt x="476250" y="142875"/>
                </a:lnTo>
                <a:lnTo>
                  <a:pt x="485775" y="142875"/>
                </a:lnTo>
                <a:lnTo>
                  <a:pt x="485775" y="133350"/>
                </a:lnTo>
                <a:lnTo>
                  <a:pt x="495300" y="133350"/>
                </a:lnTo>
                <a:lnTo>
                  <a:pt x="495300" y="142875"/>
                </a:lnTo>
                <a:lnTo>
                  <a:pt x="504825" y="142875"/>
                </a:lnTo>
                <a:lnTo>
                  <a:pt x="504825" y="171450"/>
                </a:lnTo>
                <a:lnTo>
                  <a:pt x="514350" y="171450"/>
                </a:lnTo>
                <a:lnTo>
                  <a:pt x="514350" y="190500"/>
                </a:lnTo>
                <a:lnTo>
                  <a:pt x="438150" y="190500"/>
                </a:lnTo>
                <a:lnTo>
                  <a:pt x="438150" y="200025"/>
                </a:lnTo>
                <a:lnTo>
                  <a:pt x="428625" y="200025"/>
                </a:lnTo>
                <a:lnTo>
                  <a:pt x="428625" y="190500"/>
                </a:lnTo>
                <a:lnTo>
                  <a:pt x="419100" y="190500"/>
                </a:lnTo>
                <a:lnTo>
                  <a:pt x="419100" y="180975"/>
                </a:lnTo>
                <a:lnTo>
                  <a:pt x="428625" y="180975"/>
                </a:lnTo>
                <a:lnTo>
                  <a:pt x="428625" y="142875"/>
                </a:lnTo>
                <a:lnTo>
                  <a:pt x="438150" y="142875"/>
                </a:lnTo>
                <a:close/>
                <a:moveTo>
                  <a:pt x="552450" y="152400"/>
                </a:moveTo>
                <a:lnTo>
                  <a:pt x="561975" y="152400"/>
                </a:lnTo>
                <a:lnTo>
                  <a:pt x="561975" y="161925"/>
                </a:lnTo>
                <a:lnTo>
                  <a:pt x="552450" y="161925"/>
                </a:lnTo>
                <a:close/>
                <a:moveTo>
                  <a:pt x="571500" y="152400"/>
                </a:moveTo>
                <a:lnTo>
                  <a:pt x="590550" y="152400"/>
                </a:lnTo>
                <a:lnTo>
                  <a:pt x="590550" y="161925"/>
                </a:lnTo>
                <a:lnTo>
                  <a:pt x="571500" y="161925"/>
                </a:lnTo>
                <a:close/>
                <a:moveTo>
                  <a:pt x="209550" y="161925"/>
                </a:moveTo>
                <a:lnTo>
                  <a:pt x="228600" y="161925"/>
                </a:lnTo>
                <a:lnTo>
                  <a:pt x="228600" y="171450"/>
                </a:lnTo>
                <a:lnTo>
                  <a:pt x="209550" y="171450"/>
                </a:lnTo>
                <a:close/>
                <a:moveTo>
                  <a:pt x="200025" y="171450"/>
                </a:moveTo>
                <a:lnTo>
                  <a:pt x="209550" y="171450"/>
                </a:lnTo>
                <a:lnTo>
                  <a:pt x="209550" y="180975"/>
                </a:lnTo>
                <a:lnTo>
                  <a:pt x="200025" y="180975"/>
                </a:lnTo>
                <a:close/>
                <a:moveTo>
                  <a:pt x="247650" y="219075"/>
                </a:moveTo>
                <a:lnTo>
                  <a:pt x="266700" y="219075"/>
                </a:lnTo>
                <a:lnTo>
                  <a:pt x="266700" y="228600"/>
                </a:lnTo>
                <a:lnTo>
                  <a:pt x="247650" y="228600"/>
                </a:lnTo>
                <a:close/>
                <a:moveTo>
                  <a:pt x="314325" y="228600"/>
                </a:moveTo>
                <a:lnTo>
                  <a:pt x="323850" y="228600"/>
                </a:lnTo>
                <a:lnTo>
                  <a:pt x="323850" y="247650"/>
                </a:lnTo>
                <a:lnTo>
                  <a:pt x="314325" y="247650"/>
                </a:lnTo>
                <a:close/>
                <a:moveTo>
                  <a:pt x="152400" y="238125"/>
                </a:moveTo>
                <a:lnTo>
                  <a:pt x="161925" y="238125"/>
                </a:lnTo>
                <a:lnTo>
                  <a:pt x="161925" y="257175"/>
                </a:lnTo>
                <a:lnTo>
                  <a:pt x="152400" y="257175"/>
                </a:lnTo>
                <a:lnTo>
                  <a:pt x="152400" y="276225"/>
                </a:lnTo>
                <a:lnTo>
                  <a:pt x="161925" y="276225"/>
                </a:lnTo>
                <a:lnTo>
                  <a:pt x="161925" y="285750"/>
                </a:lnTo>
                <a:lnTo>
                  <a:pt x="171450" y="285750"/>
                </a:lnTo>
                <a:lnTo>
                  <a:pt x="171450" y="295275"/>
                </a:lnTo>
                <a:lnTo>
                  <a:pt x="161925" y="295275"/>
                </a:lnTo>
                <a:lnTo>
                  <a:pt x="161925" y="314325"/>
                </a:lnTo>
                <a:lnTo>
                  <a:pt x="152400" y="314325"/>
                </a:lnTo>
                <a:lnTo>
                  <a:pt x="152400" y="352425"/>
                </a:lnTo>
                <a:lnTo>
                  <a:pt x="133350" y="352425"/>
                </a:lnTo>
                <a:lnTo>
                  <a:pt x="133350" y="333375"/>
                </a:lnTo>
                <a:lnTo>
                  <a:pt x="114300" y="333375"/>
                </a:lnTo>
                <a:lnTo>
                  <a:pt x="114300" y="361950"/>
                </a:lnTo>
                <a:lnTo>
                  <a:pt x="123825" y="361950"/>
                </a:lnTo>
                <a:lnTo>
                  <a:pt x="123825" y="381000"/>
                </a:lnTo>
                <a:lnTo>
                  <a:pt x="114300" y="381000"/>
                </a:lnTo>
                <a:lnTo>
                  <a:pt x="114300" y="419100"/>
                </a:lnTo>
                <a:lnTo>
                  <a:pt x="104775" y="419100"/>
                </a:lnTo>
                <a:lnTo>
                  <a:pt x="104775" y="428625"/>
                </a:lnTo>
                <a:lnTo>
                  <a:pt x="95250" y="428625"/>
                </a:lnTo>
                <a:lnTo>
                  <a:pt x="95250" y="390525"/>
                </a:lnTo>
                <a:lnTo>
                  <a:pt x="104775" y="390525"/>
                </a:lnTo>
                <a:lnTo>
                  <a:pt x="104775" y="352425"/>
                </a:lnTo>
                <a:lnTo>
                  <a:pt x="95250" y="352425"/>
                </a:lnTo>
                <a:lnTo>
                  <a:pt x="95250" y="342900"/>
                </a:lnTo>
                <a:lnTo>
                  <a:pt x="104775" y="342900"/>
                </a:lnTo>
                <a:lnTo>
                  <a:pt x="104775" y="333375"/>
                </a:lnTo>
                <a:lnTo>
                  <a:pt x="95250" y="333375"/>
                </a:lnTo>
                <a:lnTo>
                  <a:pt x="95250" y="323850"/>
                </a:lnTo>
                <a:lnTo>
                  <a:pt x="104775" y="323850"/>
                </a:lnTo>
                <a:lnTo>
                  <a:pt x="104775" y="304800"/>
                </a:lnTo>
                <a:lnTo>
                  <a:pt x="114300" y="304800"/>
                </a:lnTo>
                <a:lnTo>
                  <a:pt x="114300" y="285750"/>
                </a:lnTo>
                <a:lnTo>
                  <a:pt x="123825" y="285750"/>
                </a:lnTo>
                <a:lnTo>
                  <a:pt x="123825" y="266700"/>
                </a:lnTo>
                <a:lnTo>
                  <a:pt x="133350" y="266700"/>
                </a:lnTo>
                <a:lnTo>
                  <a:pt x="133350" y="257175"/>
                </a:lnTo>
                <a:lnTo>
                  <a:pt x="142875" y="257175"/>
                </a:lnTo>
                <a:lnTo>
                  <a:pt x="142875" y="247650"/>
                </a:lnTo>
                <a:lnTo>
                  <a:pt x="152400" y="247650"/>
                </a:lnTo>
                <a:close/>
                <a:moveTo>
                  <a:pt x="409575" y="238125"/>
                </a:moveTo>
                <a:lnTo>
                  <a:pt x="419100" y="238125"/>
                </a:lnTo>
                <a:lnTo>
                  <a:pt x="419100" y="257175"/>
                </a:lnTo>
                <a:lnTo>
                  <a:pt x="409575" y="257175"/>
                </a:lnTo>
                <a:close/>
                <a:moveTo>
                  <a:pt x="428625" y="257175"/>
                </a:moveTo>
                <a:lnTo>
                  <a:pt x="438150" y="257175"/>
                </a:lnTo>
                <a:lnTo>
                  <a:pt x="438150" y="266700"/>
                </a:lnTo>
                <a:lnTo>
                  <a:pt x="428625" y="266700"/>
                </a:lnTo>
                <a:close/>
                <a:moveTo>
                  <a:pt x="371475" y="266700"/>
                </a:moveTo>
                <a:lnTo>
                  <a:pt x="419100" y="266700"/>
                </a:lnTo>
                <a:lnTo>
                  <a:pt x="419100" y="276225"/>
                </a:lnTo>
                <a:lnTo>
                  <a:pt x="371475" y="276225"/>
                </a:lnTo>
                <a:close/>
                <a:moveTo>
                  <a:pt x="419100" y="276225"/>
                </a:moveTo>
                <a:lnTo>
                  <a:pt x="447675" y="276225"/>
                </a:lnTo>
                <a:lnTo>
                  <a:pt x="447675" y="285750"/>
                </a:lnTo>
                <a:lnTo>
                  <a:pt x="419100" y="285750"/>
                </a:lnTo>
                <a:close/>
                <a:moveTo>
                  <a:pt x="552450" y="314325"/>
                </a:moveTo>
                <a:lnTo>
                  <a:pt x="561975" y="314325"/>
                </a:lnTo>
                <a:lnTo>
                  <a:pt x="561975" y="323850"/>
                </a:lnTo>
                <a:lnTo>
                  <a:pt x="571500" y="323850"/>
                </a:lnTo>
                <a:lnTo>
                  <a:pt x="571500" y="342900"/>
                </a:lnTo>
                <a:lnTo>
                  <a:pt x="552450" y="342900"/>
                </a:lnTo>
                <a:close/>
                <a:moveTo>
                  <a:pt x="161925" y="333375"/>
                </a:moveTo>
                <a:lnTo>
                  <a:pt x="171450" y="333375"/>
                </a:lnTo>
                <a:lnTo>
                  <a:pt x="171450" y="342900"/>
                </a:lnTo>
                <a:lnTo>
                  <a:pt x="161925" y="342900"/>
                </a:lnTo>
                <a:close/>
                <a:moveTo>
                  <a:pt x="400050" y="333375"/>
                </a:moveTo>
                <a:lnTo>
                  <a:pt x="409575" y="333375"/>
                </a:lnTo>
                <a:lnTo>
                  <a:pt x="409575" y="342900"/>
                </a:lnTo>
                <a:lnTo>
                  <a:pt x="400050" y="342900"/>
                </a:lnTo>
                <a:close/>
                <a:moveTo>
                  <a:pt x="600075" y="333375"/>
                </a:moveTo>
                <a:lnTo>
                  <a:pt x="609600" y="333375"/>
                </a:lnTo>
                <a:lnTo>
                  <a:pt x="609600" y="342900"/>
                </a:lnTo>
                <a:lnTo>
                  <a:pt x="600075" y="342900"/>
                </a:lnTo>
                <a:close/>
                <a:moveTo>
                  <a:pt x="247650" y="342900"/>
                </a:moveTo>
                <a:lnTo>
                  <a:pt x="257175" y="342900"/>
                </a:lnTo>
                <a:lnTo>
                  <a:pt x="257175" y="352425"/>
                </a:lnTo>
                <a:lnTo>
                  <a:pt x="266700" y="352425"/>
                </a:lnTo>
                <a:lnTo>
                  <a:pt x="266700" y="342900"/>
                </a:lnTo>
                <a:lnTo>
                  <a:pt x="276225" y="342900"/>
                </a:lnTo>
                <a:lnTo>
                  <a:pt x="276225" y="381000"/>
                </a:lnTo>
                <a:lnTo>
                  <a:pt x="266700" y="381000"/>
                </a:lnTo>
                <a:lnTo>
                  <a:pt x="266700" y="371475"/>
                </a:lnTo>
                <a:lnTo>
                  <a:pt x="228600" y="371475"/>
                </a:lnTo>
                <a:lnTo>
                  <a:pt x="228600" y="361950"/>
                </a:lnTo>
                <a:lnTo>
                  <a:pt x="247650" y="361950"/>
                </a:lnTo>
                <a:close/>
                <a:moveTo>
                  <a:pt x="581025" y="342900"/>
                </a:moveTo>
                <a:lnTo>
                  <a:pt x="590550" y="342900"/>
                </a:lnTo>
                <a:lnTo>
                  <a:pt x="590550" y="352425"/>
                </a:lnTo>
                <a:lnTo>
                  <a:pt x="581025" y="352425"/>
                </a:lnTo>
                <a:close/>
                <a:moveTo>
                  <a:pt x="685800" y="400050"/>
                </a:moveTo>
                <a:lnTo>
                  <a:pt x="695325" y="400050"/>
                </a:lnTo>
                <a:lnTo>
                  <a:pt x="695325" y="409575"/>
                </a:lnTo>
                <a:lnTo>
                  <a:pt x="685800" y="409575"/>
                </a:lnTo>
                <a:close/>
                <a:moveTo>
                  <a:pt x="600075" y="409575"/>
                </a:moveTo>
                <a:lnTo>
                  <a:pt x="619125" y="409575"/>
                </a:lnTo>
                <a:lnTo>
                  <a:pt x="619125" y="419100"/>
                </a:lnTo>
                <a:lnTo>
                  <a:pt x="638175" y="419100"/>
                </a:lnTo>
                <a:lnTo>
                  <a:pt x="638175" y="428625"/>
                </a:lnTo>
                <a:lnTo>
                  <a:pt x="666750" y="428625"/>
                </a:lnTo>
                <a:lnTo>
                  <a:pt x="666750" y="409575"/>
                </a:lnTo>
                <a:lnTo>
                  <a:pt x="676275" y="409575"/>
                </a:lnTo>
                <a:lnTo>
                  <a:pt x="676275" y="438150"/>
                </a:lnTo>
                <a:lnTo>
                  <a:pt x="657225" y="438150"/>
                </a:lnTo>
                <a:lnTo>
                  <a:pt x="657225" y="447675"/>
                </a:lnTo>
                <a:lnTo>
                  <a:pt x="600075" y="447675"/>
                </a:lnTo>
                <a:close/>
                <a:moveTo>
                  <a:pt x="714375" y="409575"/>
                </a:moveTo>
                <a:lnTo>
                  <a:pt x="723900" y="409575"/>
                </a:lnTo>
                <a:lnTo>
                  <a:pt x="723900" y="419100"/>
                </a:lnTo>
                <a:lnTo>
                  <a:pt x="714375" y="419100"/>
                </a:lnTo>
                <a:close/>
                <a:moveTo>
                  <a:pt x="400050" y="419100"/>
                </a:moveTo>
                <a:lnTo>
                  <a:pt x="409575" y="419100"/>
                </a:lnTo>
                <a:lnTo>
                  <a:pt x="409575" y="428625"/>
                </a:lnTo>
                <a:lnTo>
                  <a:pt x="400050" y="428625"/>
                </a:lnTo>
                <a:close/>
                <a:moveTo>
                  <a:pt x="561975" y="447675"/>
                </a:moveTo>
                <a:lnTo>
                  <a:pt x="571500" y="447675"/>
                </a:lnTo>
                <a:lnTo>
                  <a:pt x="571500" y="457200"/>
                </a:lnTo>
                <a:lnTo>
                  <a:pt x="561975" y="457200"/>
                </a:lnTo>
                <a:close/>
                <a:moveTo>
                  <a:pt x="590550" y="485775"/>
                </a:moveTo>
                <a:lnTo>
                  <a:pt x="619125" y="485775"/>
                </a:lnTo>
                <a:lnTo>
                  <a:pt x="619125" y="504825"/>
                </a:lnTo>
                <a:lnTo>
                  <a:pt x="609600" y="504825"/>
                </a:lnTo>
                <a:lnTo>
                  <a:pt x="609600" y="514350"/>
                </a:lnTo>
                <a:lnTo>
                  <a:pt x="600075" y="514350"/>
                </a:lnTo>
                <a:lnTo>
                  <a:pt x="600075" y="523875"/>
                </a:lnTo>
                <a:lnTo>
                  <a:pt x="590550" y="523875"/>
                </a:lnTo>
                <a:lnTo>
                  <a:pt x="590550" y="504825"/>
                </a:lnTo>
                <a:lnTo>
                  <a:pt x="581025" y="504825"/>
                </a:lnTo>
                <a:lnTo>
                  <a:pt x="581025" y="495300"/>
                </a:lnTo>
                <a:lnTo>
                  <a:pt x="590550" y="495300"/>
                </a:lnTo>
                <a:close/>
                <a:moveTo>
                  <a:pt x="266700" y="504825"/>
                </a:moveTo>
                <a:lnTo>
                  <a:pt x="276225" y="504825"/>
                </a:lnTo>
                <a:lnTo>
                  <a:pt x="276225" y="581025"/>
                </a:lnTo>
                <a:lnTo>
                  <a:pt x="285750" y="581025"/>
                </a:lnTo>
                <a:lnTo>
                  <a:pt x="285750" y="600075"/>
                </a:lnTo>
                <a:lnTo>
                  <a:pt x="295275" y="600075"/>
                </a:lnTo>
                <a:lnTo>
                  <a:pt x="295275" y="581025"/>
                </a:lnTo>
                <a:lnTo>
                  <a:pt x="333375" y="581025"/>
                </a:lnTo>
                <a:lnTo>
                  <a:pt x="333375" y="590550"/>
                </a:lnTo>
                <a:lnTo>
                  <a:pt x="323850" y="590550"/>
                </a:lnTo>
                <a:lnTo>
                  <a:pt x="323850" y="600075"/>
                </a:lnTo>
                <a:lnTo>
                  <a:pt x="342900" y="600075"/>
                </a:lnTo>
                <a:lnTo>
                  <a:pt x="342900" y="590550"/>
                </a:lnTo>
                <a:lnTo>
                  <a:pt x="352425" y="590550"/>
                </a:lnTo>
                <a:lnTo>
                  <a:pt x="352425" y="600075"/>
                </a:lnTo>
                <a:lnTo>
                  <a:pt x="342900" y="600075"/>
                </a:lnTo>
                <a:lnTo>
                  <a:pt x="342900" y="609600"/>
                </a:lnTo>
                <a:lnTo>
                  <a:pt x="333375" y="609600"/>
                </a:lnTo>
                <a:lnTo>
                  <a:pt x="333375" y="619125"/>
                </a:lnTo>
                <a:lnTo>
                  <a:pt x="314325" y="619125"/>
                </a:lnTo>
                <a:lnTo>
                  <a:pt x="314325" y="609600"/>
                </a:lnTo>
                <a:lnTo>
                  <a:pt x="304800" y="609600"/>
                </a:lnTo>
                <a:lnTo>
                  <a:pt x="304800" y="647700"/>
                </a:lnTo>
                <a:lnTo>
                  <a:pt x="276225" y="647700"/>
                </a:lnTo>
                <a:lnTo>
                  <a:pt x="276225" y="657225"/>
                </a:lnTo>
                <a:lnTo>
                  <a:pt x="266700" y="657225"/>
                </a:lnTo>
                <a:lnTo>
                  <a:pt x="266700" y="628650"/>
                </a:lnTo>
                <a:lnTo>
                  <a:pt x="276225" y="628650"/>
                </a:lnTo>
                <a:lnTo>
                  <a:pt x="276225" y="619125"/>
                </a:lnTo>
                <a:lnTo>
                  <a:pt x="247650" y="619125"/>
                </a:lnTo>
                <a:lnTo>
                  <a:pt x="247650" y="609600"/>
                </a:lnTo>
                <a:lnTo>
                  <a:pt x="238125" y="609600"/>
                </a:lnTo>
                <a:lnTo>
                  <a:pt x="238125" y="619125"/>
                </a:lnTo>
                <a:lnTo>
                  <a:pt x="228600" y="619125"/>
                </a:lnTo>
                <a:lnTo>
                  <a:pt x="228600" y="647700"/>
                </a:lnTo>
                <a:lnTo>
                  <a:pt x="219075" y="647700"/>
                </a:lnTo>
                <a:lnTo>
                  <a:pt x="219075" y="619125"/>
                </a:lnTo>
                <a:lnTo>
                  <a:pt x="200025" y="619125"/>
                </a:lnTo>
                <a:lnTo>
                  <a:pt x="200025" y="609600"/>
                </a:lnTo>
                <a:lnTo>
                  <a:pt x="190500" y="609600"/>
                </a:lnTo>
                <a:lnTo>
                  <a:pt x="190500" y="600075"/>
                </a:lnTo>
                <a:lnTo>
                  <a:pt x="200025" y="600075"/>
                </a:lnTo>
                <a:lnTo>
                  <a:pt x="200025" y="590550"/>
                </a:lnTo>
                <a:lnTo>
                  <a:pt x="219075" y="590550"/>
                </a:lnTo>
                <a:lnTo>
                  <a:pt x="219075" y="581025"/>
                </a:lnTo>
                <a:lnTo>
                  <a:pt x="266700" y="581025"/>
                </a:lnTo>
                <a:lnTo>
                  <a:pt x="266700" y="542925"/>
                </a:lnTo>
                <a:lnTo>
                  <a:pt x="257175" y="542925"/>
                </a:lnTo>
                <a:lnTo>
                  <a:pt x="257175" y="533400"/>
                </a:lnTo>
                <a:lnTo>
                  <a:pt x="266700" y="533400"/>
                </a:lnTo>
                <a:close/>
                <a:moveTo>
                  <a:pt x="171450" y="523875"/>
                </a:moveTo>
                <a:lnTo>
                  <a:pt x="190500" y="523875"/>
                </a:lnTo>
                <a:lnTo>
                  <a:pt x="190500" y="533400"/>
                </a:lnTo>
                <a:lnTo>
                  <a:pt x="171450" y="533400"/>
                </a:lnTo>
                <a:close/>
                <a:moveTo>
                  <a:pt x="561975" y="533400"/>
                </a:moveTo>
                <a:lnTo>
                  <a:pt x="571500" y="533400"/>
                </a:lnTo>
                <a:lnTo>
                  <a:pt x="571500" y="542925"/>
                </a:lnTo>
                <a:lnTo>
                  <a:pt x="561975" y="542925"/>
                </a:lnTo>
                <a:close/>
                <a:moveTo>
                  <a:pt x="428625" y="542925"/>
                </a:moveTo>
                <a:lnTo>
                  <a:pt x="438150" y="542925"/>
                </a:lnTo>
                <a:lnTo>
                  <a:pt x="438150" y="561975"/>
                </a:lnTo>
                <a:lnTo>
                  <a:pt x="419100" y="561975"/>
                </a:lnTo>
                <a:lnTo>
                  <a:pt x="419100" y="552450"/>
                </a:lnTo>
                <a:lnTo>
                  <a:pt x="428625" y="552450"/>
                </a:lnTo>
                <a:close/>
                <a:moveTo>
                  <a:pt x="400050" y="571500"/>
                </a:moveTo>
                <a:lnTo>
                  <a:pt x="409575" y="571500"/>
                </a:lnTo>
                <a:lnTo>
                  <a:pt x="409575" y="590550"/>
                </a:lnTo>
                <a:lnTo>
                  <a:pt x="400050" y="590550"/>
                </a:lnTo>
                <a:lnTo>
                  <a:pt x="400050" y="600075"/>
                </a:lnTo>
                <a:lnTo>
                  <a:pt x="390525" y="600075"/>
                </a:lnTo>
                <a:lnTo>
                  <a:pt x="390525" y="590550"/>
                </a:lnTo>
                <a:lnTo>
                  <a:pt x="361950" y="590550"/>
                </a:lnTo>
                <a:lnTo>
                  <a:pt x="361950" y="581025"/>
                </a:lnTo>
                <a:lnTo>
                  <a:pt x="400050" y="581025"/>
                </a:lnTo>
                <a:close/>
                <a:moveTo>
                  <a:pt x="400050" y="600075"/>
                </a:moveTo>
                <a:lnTo>
                  <a:pt x="409575" y="600075"/>
                </a:lnTo>
                <a:lnTo>
                  <a:pt x="409575" y="609600"/>
                </a:lnTo>
                <a:lnTo>
                  <a:pt x="400050" y="609600"/>
                </a:lnTo>
                <a:close/>
                <a:moveTo>
                  <a:pt x="161925" y="609600"/>
                </a:moveTo>
                <a:lnTo>
                  <a:pt x="180975" y="609600"/>
                </a:lnTo>
                <a:lnTo>
                  <a:pt x="180975" y="619125"/>
                </a:lnTo>
                <a:lnTo>
                  <a:pt x="161925" y="619125"/>
                </a:lnTo>
                <a:close/>
                <a:moveTo>
                  <a:pt x="257175" y="657225"/>
                </a:moveTo>
                <a:lnTo>
                  <a:pt x="266700" y="657225"/>
                </a:lnTo>
                <a:lnTo>
                  <a:pt x="266700" y="666750"/>
                </a:lnTo>
                <a:lnTo>
                  <a:pt x="257175" y="666750"/>
                </a:lnTo>
                <a:close/>
                <a:moveTo>
                  <a:pt x="285750" y="657225"/>
                </a:moveTo>
                <a:lnTo>
                  <a:pt x="304800" y="657225"/>
                </a:lnTo>
                <a:lnTo>
                  <a:pt x="304800" y="666750"/>
                </a:lnTo>
                <a:lnTo>
                  <a:pt x="295275" y="666750"/>
                </a:lnTo>
                <a:lnTo>
                  <a:pt x="295275" y="676275"/>
                </a:lnTo>
                <a:lnTo>
                  <a:pt x="285750" y="676275"/>
                </a:lnTo>
                <a:close/>
                <a:moveTo>
                  <a:pt x="619125" y="657225"/>
                </a:moveTo>
                <a:lnTo>
                  <a:pt x="628650" y="657225"/>
                </a:lnTo>
                <a:lnTo>
                  <a:pt x="628650" y="666750"/>
                </a:lnTo>
                <a:lnTo>
                  <a:pt x="619125" y="666750"/>
                </a:lnTo>
                <a:close/>
                <a:moveTo>
                  <a:pt x="266700" y="685800"/>
                </a:moveTo>
                <a:lnTo>
                  <a:pt x="285750" y="685800"/>
                </a:lnTo>
                <a:lnTo>
                  <a:pt x="285750" y="695325"/>
                </a:lnTo>
                <a:lnTo>
                  <a:pt x="295275" y="695325"/>
                </a:lnTo>
                <a:lnTo>
                  <a:pt x="295275" y="704850"/>
                </a:lnTo>
                <a:lnTo>
                  <a:pt x="276225" y="704850"/>
                </a:lnTo>
                <a:lnTo>
                  <a:pt x="276225" y="695325"/>
                </a:lnTo>
                <a:lnTo>
                  <a:pt x="266700" y="695325"/>
                </a:lnTo>
                <a:close/>
                <a:moveTo>
                  <a:pt x="466725" y="704850"/>
                </a:moveTo>
                <a:lnTo>
                  <a:pt x="476250" y="704850"/>
                </a:lnTo>
                <a:lnTo>
                  <a:pt x="476250" y="714375"/>
                </a:lnTo>
                <a:lnTo>
                  <a:pt x="466725" y="714375"/>
                </a:lnTo>
                <a:close/>
                <a:moveTo>
                  <a:pt x="762000" y="771525"/>
                </a:moveTo>
                <a:lnTo>
                  <a:pt x="781050" y="771525"/>
                </a:lnTo>
                <a:lnTo>
                  <a:pt x="781050" y="781050"/>
                </a:lnTo>
                <a:lnTo>
                  <a:pt x="762000" y="781050"/>
                </a:lnTo>
                <a:close/>
              </a:path>
            </a:pathLst>
          </a:custGeom>
          <a:solidFill xmlns:a="http://schemas.openxmlformats.org/drawingml/2006/main">
            <a:srgbClr val="778794"/>
          </a:solidFill>
          <a:ln xmlns:a="http://schemas.openxmlformats.org/drawingml/2006/main" w="0">
            <a:noFill/>
          </a:ln>
        </p:spPr>
      </p:sp>
      <p:sp>
        <p:nvSpPr>
          <p:cNvPr id="74" name="limits vector #78858f">
            <a:extLst xmlns:a="http://schemas.openxmlformats.org/drawingml/2006/main">
              <a:ext uri="{FF2B5EF4-FFF2-40B4-BE49-F238E27FC236}">
                <a16:creationId xmlns:a16="http://schemas.microsoft.com/office/drawing/2014/main" id="{753A803F-4602-45DF-BB41-94DEAF370C7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076950" y="1504950"/>
            <a:ext cx="923925" cy="876300"/>
          </a:xfrm>
          <a:custGeom xmlns:a="http://schemas.openxmlformats.org/drawingml/2006/main">
            <a:pathLst>
              <a:path w="923925" h="876300">
                <a:moveTo>
                  <a:pt x="285750" y="95250"/>
                </a:moveTo>
                <a:lnTo>
                  <a:pt x="295275" y="95250"/>
                </a:lnTo>
                <a:lnTo>
                  <a:pt x="295275" y="104775"/>
                </a:lnTo>
                <a:lnTo>
                  <a:pt x="285750" y="104775"/>
                </a:lnTo>
                <a:close/>
                <a:moveTo>
                  <a:pt x="266700" y="104775"/>
                </a:moveTo>
                <a:lnTo>
                  <a:pt x="276225" y="104775"/>
                </a:lnTo>
                <a:lnTo>
                  <a:pt x="276225" y="123825"/>
                </a:lnTo>
                <a:lnTo>
                  <a:pt x="266700" y="123825"/>
                </a:lnTo>
                <a:close/>
                <a:moveTo>
                  <a:pt x="533400" y="104775"/>
                </a:moveTo>
                <a:lnTo>
                  <a:pt x="561975" y="104775"/>
                </a:lnTo>
                <a:lnTo>
                  <a:pt x="561975" y="114300"/>
                </a:lnTo>
                <a:lnTo>
                  <a:pt x="581025" y="114300"/>
                </a:lnTo>
                <a:lnTo>
                  <a:pt x="581025" y="123825"/>
                </a:lnTo>
                <a:lnTo>
                  <a:pt x="590550" y="123825"/>
                </a:lnTo>
                <a:lnTo>
                  <a:pt x="590550" y="133350"/>
                </a:lnTo>
                <a:lnTo>
                  <a:pt x="609600" y="133350"/>
                </a:lnTo>
                <a:lnTo>
                  <a:pt x="609600" y="152400"/>
                </a:lnTo>
                <a:lnTo>
                  <a:pt x="590550" y="152400"/>
                </a:lnTo>
                <a:lnTo>
                  <a:pt x="590550" y="142875"/>
                </a:lnTo>
                <a:lnTo>
                  <a:pt x="561975" y="142875"/>
                </a:lnTo>
                <a:lnTo>
                  <a:pt x="561975" y="133350"/>
                </a:lnTo>
                <a:lnTo>
                  <a:pt x="542925" y="133350"/>
                </a:lnTo>
                <a:lnTo>
                  <a:pt x="542925" y="114300"/>
                </a:lnTo>
                <a:lnTo>
                  <a:pt x="533400" y="114300"/>
                </a:lnTo>
                <a:close/>
                <a:moveTo>
                  <a:pt x="247650" y="114300"/>
                </a:moveTo>
                <a:lnTo>
                  <a:pt x="257175" y="114300"/>
                </a:lnTo>
                <a:lnTo>
                  <a:pt x="257175" y="123825"/>
                </a:lnTo>
                <a:lnTo>
                  <a:pt x="266700" y="123825"/>
                </a:lnTo>
                <a:lnTo>
                  <a:pt x="266700" y="133350"/>
                </a:lnTo>
                <a:lnTo>
                  <a:pt x="247650" y="133350"/>
                </a:lnTo>
                <a:lnTo>
                  <a:pt x="247650" y="142875"/>
                </a:lnTo>
                <a:lnTo>
                  <a:pt x="228600" y="142875"/>
                </a:lnTo>
                <a:lnTo>
                  <a:pt x="228600" y="152400"/>
                </a:lnTo>
                <a:lnTo>
                  <a:pt x="209550" y="152400"/>
                </a:lnTo>
                <a:lnTo>
                  <a:pt x="209550" y="161925"/>
                </a:lnTo>
                <a:lnTo>
                  <a:pt x="190500" y="161925"/>
                </a:lnTo>
                <a:lnTo>
                  <a:pt x="190500" y="171450"/>
                </a:lnTo>
                <a:lnTo>
                  <a:pt x="180975" y="171450"/>
                </a:lnTo>
                <a:lnTo>
                  <a:pt x="180975" y="180975"/>
                </a:lnTo>
                <a:lnTo>
                  <a:pt x="171450" y="180975"/>
                </a:lnTo>
                <a:lnTo>
                  <a:pt x="171450" y="190500"/>
                </a:lnTo>
                <a:lnTo>
                  <a:pt x="161925" y="190500"/>
                </a:lnTo>
                <a:lnTo>
                  <a:pt x="161925" y="200025"/>
                </a:lnTo>
                <a:lnTo>
                  <a:pt x="152400" y="200025"/>
                </a:lnTo>
                <a:lnTo>
                  <a:pt x="152400" y="180975"/>
                </a:lnTo>
                <a:lnTo>
                  <a:pt x="161925" y="180975"/>
                </a:lnTo>
                <a:lnTo>
                  <a:pt x="161925" y="171450"/>
                </a:lnTo>
                <a:lnTo>
                  <a:pt x="171450" y="171450"/>
                </a:lnTo>
                <a:lnTo>
                  <a:pt x="171450" y="161925"/>
                </a:lnTo>
                <a:lnTo>
                  <a:pt x="180975" y="161925"/>
                </a:lnTo>
                <a:lnTo>
                  <a:pt x="180975" y="152400"/>
                </a:lnTo>
                <a:lnTo>
                  <a:pt x="200025" y="152400"/>
                </a:lnTo>
                <a:lnTo>
                  <a:pt x="200025" y="142875"/>
                </a:lnTo>
                <a:lnTo>
                  <a:pt x="209550" y="142875"/>
                </a:lnTo>
                <a:lnTo>
                  <a:pt x="209550" y="133350"/>
                </a:lnTo>
                <a:lnTo>
                  <a:pt x="219075" y="133350"/>
                </a:lnTo>
                <a:lnTo>
                  <a:pt x="219075" y="123825"/>
                </a:lnTo>
                <a:lnTo>
                  <a:pt x="247650" y="123825"/>
                </a:lnTo>
                <a:close/>
                <a:moveTo>
                  <a:pt x="114300" y="238125"/>
                </a:moveTo>
                <a:lnTo>
                  <a:pt x="123825" y="238125"/>
                </a:lnTo>
                <a:lnTo>
                  <a:pt x="123825" y="247650"/>
                </a:lnTo>
                <a:lnTo>
                  <a:pt x="114300" y="247650"/>
                </a:lnTo>
                <a:close/>
                <a:moveTo>
                  <a:pt x="104775" y="257175"/>
                </a:moveTo>
                <a:lnTo>
                  <a:pt x="114300" y="257175"/>
                </a:lnTo>
                <a:lnTo>
                  <a:pt x="114300" y="295275"/>
                </a:lnTo>
                <a:lnTo>
                  <a:pt x="104775" y="295275"/>
                </a:lnTo>
                <a:lnTo>
                  <a:pt x="104775" y="323850"/>
                </a:lnTo>
                <a:lnTo>
                  <a:pt x="95250" y="323850"/>
                </a:lnTo>
                <a:lnTo>
                  <a:pt x="95250" y="361950"/>
                </a:lnTo>
                <a:lnTo>
                  <a:pt x="85725" y="361950"/>
                </a:lnTo>
                <a:lnTo>
                  <a:pt x="85725" y="390525"/>
                </a:lnTo>
                <a:lnTo>
                  <a:pt x="66675" y="390525"/>
                </a:lnTo>
                <a:lnTo>
                  <a:pt x="66675" y="361950"/>
                </a:lnTo>
                <a:lnTo>
                  <a:pt x="76200" y="361950"/>
                </a:lnTo>
                <a:lnTo>
                  <a:pt x="76200" y="323850"/>
                </a:lnTo>
                <a:lnTo>
                  <a:pt x="85725" y="323850"/>
                </a:lnTo>
                <a:lnTo>
                  <a:pt x="85725" y="285750"/>
                </a:lnTo>
                <a:lnTo>
                  <a:pt x="95250" y="285750"/>
                </a:lnTo>
                <a:lnTo>
                  <a:pt x="95250" y="266700"/>
                </a:lnTo>
                <a:lnTo>
                  <a:pt x="104775" y="266700"/>
                </a:lnTo>
                <a:close/>
                <a:moveTo>
                  <a:pt x="371475" y="314325"/>
                </a:moveTo>
                <a:lnTo>
                  <a:pt x="381000" y="314325"/>
                </a:lnTo>
                <a:lnTo>
                  <a:pt x="381000" y="323850"/>
                </a:lnTo>
                <a:lnTo>
                  <a:pt x="371475" y="323850"/>
                </a:lnTo>
                <a:close/>
                <a:moveTo>
                  <a:pt x="533400" y="314325"/>
                </a:moveTo>
                <a:lnTo>
                  <a:pt x="542925" y="314325"/>
                </a:lnTo>
                <a:lnTo>
                  <a:pt x="542925" y="342900"/>
                </a:lnTo>
                <a:lnTo>
                  <a:pt x="523875" y="342900"/>
                </a:lnTo>
                <a:lnTo>
                  <a:pt x="523875" y="323850"/>
                </a:lnTo>
                <a:lnTo>
                  <a:pt x="533400" y="323850"/>
                </a:lnTo>
                <a:close/>
                <a:moveTo>
                  <a:pt x="381000" y="323850"/>
                </a:moveTo>
                <a:lnTo>
                  <a:pt x="390525" y="323850"/>
                </a:lnTo>
                <a:lnTo>
                  <a:pt x="390525" y="333375"/>
                </a:lnTo>
                <a:lnTo>
                  <a:pt x="381000" y="333375"/>
                </a:lnTo>
                <a:close/>
                <a:moveTo>
                  <a:pt x="419100" y="333375"/>
                </a:moveTo>
                <a:lnTo>
                  <a:pt x="428625" y="333375"/>
                </a:lnTo>
                <a:lnTo>
                  <a:pt x="428625" y="342900"/>
                </a:lnTo>
                <a:lnTo>
                  <a:pt x="419100" y="342900"/>
                </a:lnTo>
                <a:close/>
                <a:moveTo>
                  <a:pt x="419100" y="419100"/>
                </a:moveTo>
                <a:lnTo>
                  <a:pt x="438150" y="419100"/>
                </a:lnTo>
                <a:lnTo>
                  <a:pt x="438150" y="428625"/>
                </a:lnTo>
                <a:lnTo>
                  <a:pt x="419100" y="428625"/>
                </a:lnTo>
                <a:close/>
                <a:moveTo>
                  <a:pt x="723900" y="419100"/>
                </a:moveTo>
                <a:lnTo>
                  <a:pt x="733425" y="419100"/>
                </a:lnTo>
                <a:lnTo>
                  <a:pt x="733425" y="428625"/>
                </a:lnTo>
                <a:lnTo>
                  <a:pt x="742950" y="428625"/>
                </a:lnTo>
                <a:lnTo>
                  <a:pt x="742950" y="447675"/>
                </a:lnTo>
                <a:lnTo>
                  <a:pt x="733425" y="447675"/>
                </a:lnTo>
                <a:lnTo>
                  <a:pt x="733425" y="438150"/>
                </a:lnTo>
                <a:lnTo>
                  <a:pt x="723900" y="438150"/>
                </a:lnTo>
                <a:close/>
                <a:moveTo>
                  <a:pt x="66675" y="428625"/>
                </a:moveTo>
                <a:lnTo>
                  <a:pt x="85725" y="428625"/>
                </a:lnTo>
                <a:lnTo>
                  <a:pt x="85725" y="476250"/>
                </a:lnTo>
                <a:lnTo>
                  <a:pt x="76200" y="476250"/>
                </a:lnTo>
                <a:lnTo>
                  <a:pt x="76200" y="466725"/>
                </a:lnTo>
                <a:lnTo>
                  <a:pt x="66675" y="466725"/>
                </a:lnTo>
                <a:close/>
                <a:moveTo>
                  <a:pt x="371475" y="428625"/>
                </a:moveTo>
                <a:lnTo>
                  <a:pt x="390525" y="428625"/>
                </a:lnTo>
                <a:lnTo>
                  <a:pt x="390525" y="438150"/>
                </a:lnTo>
                <a:lnTo>
                  <a:pt x="381000" y="438150"/>
                </a:lnTo>
                <a:lnTo>
                  <a:pt x="381000" y="466725"/>
                </a:lnTo>
                <a:lnTo>
                  <a:pt x="371475" y="466725"/>
                </a:lnTo>
                <a:close/>
                <a:moveTo>
                  <a:pt x="523875" y="447675"/>
                </a:moveTo>
                <a:lnTo>
                  <a:pt x="552450" y="447675"/>
                </a:lnTo>
                <a:lnTo>
                  <a:pt x="552450" y="466725"/>
                </a:lnTo>
                <a:lnTo>
                  <a:pt x="533400" y="466725"/>
                </a:lnTo>
                <a:lnTo>
                  <a:pt x="533400" y="514350"/>
                </a:lnTo>
                <a:lnTo>
                  <a:pt x="542925" y="514350"/>
                </a:lnTo>
                <a:lnTo>
                  <a:pt x="542925" y="533400"/>
                </a:lnTo>
                <a:lnTo>
                  <a:pt x="523875" y="533400"/>
                </a:lnTo>
                <a:close/>
                <a:moveTo>
                  <a:pt x="714375" y="447675"/>
                </a:moveTo>
                <a:lnTo>
                  <a:pt x="733425" y="447675"/>
                </a:lnTo>
                <a:lnTo>
                  <a:pt x="733425" y="457200"/>
                </a:lnTo>
                <a:lnTo>
                  <a:pt x="723900" y="457200"/>
                </a:lnTo>
                <a:lnTo>
                  <a:pt x="723900" y="476250"/>
                </a:lnTo>
                <a:lnTo>
                  <a:pt x="733425" y="476250"/>
                </a:lnTo>
                <a:lnTo>
                  <a:pt x="733425" y="457200"/>
                </a:lnTo>
                <a:lnTo>
                  <a:pt x="742950" y="457200"/>
                </a:lnTo>
                <a:lnTo>
                  <a:pt x="742950" y="485775"/>
                </a:lnTo>
                <a:lnTo>
                  <a:pt x="733425" y="485775"/>
                </a:lnTo>
                <a:lnTo>
                  <a:pt x="733425" y="495300"/>
                </a:lnTo>
                <a:lnTo>
                  <a:pt x="723900" y="495300"/>
                </a:lnTo>
                <a:lnTo>
                  <a:pt x="723900" y="485775"/>
                </a:lnTo>
                <a:lnTo>
                  <a:pt x="704850" y="485775"/>
                </a:lnTo>
                <a:lnTo>
                  <a:pt x="704850" y="476250"/>
                </a:lnTo>
                <a:lnTo>
                  <a:pt x="685800" y="476250"/>
                </a:lnTo>
                <a:lnTo>
                  <a:pt x="685800" y="457200"/>
                </a:lnTo>
                <a:lnTo>
                  <a:pt x="695325" y="457200"/>
                </a:lnTo>
                <a:lnTo>
                  <a:pt x="695325" y="466725"/>
                </a:lnTo>
                <a:lnTo>
                  <a:pt x="704850" y="466725"/>
                </a:lnTo>
                <a:lnTo>
                  <a:pt x="704850" y="476250"/>
                </a:lnTo>
                <a:lnTo>
                  <a:pt x="714375" y="476250"/>
                </a:lnTo>
                <a:close/>
                <a:moveTo>
                  <a:pt x="647700" y="466725"/>
                </a:moveTo>
                <a:lnTo>
                  <a:pt x="676275" y="466725"/>
                </a:lnTo>
                <a:lnTo>
                  <a:pt x="676275" y="476250"/>
                </a:lnTo>
                <a:lnTo>
                  <a:pt x="666750" y="476250"/>
                </a:lnTo>
                <a:lnTo>
                  <a:pt x="666750" y="485775"/>
                </a:lnTo>
                <a:lnTo>
                  <a:pt x="647700" y="485775"/>
                </a:lnTo>
                <a:lnTo>
                  <a:pt x="647700" y="495300"/>
                </a:lnTo>
                <a:lnTo>
                  <a:pt x="638175" y="495300"/>
                </a:lnTo>
                <a:lnTo>
                  <a:pt x="638175" y="504825"/>
                </a:lnTo>
                <a:lnTo>
                  <a:pt x="628650" y="504825"/>
                </a:lnTo>
                <a:lnTo>
                  <a:pt x="628650" y="514350"/>
                </a:lnTo>
                <a:lnTo>
                  <a:pt x="619125" y="514350"/>
                </a:lnTo>
                <a:lnTo>
                  <a:pt x="619125" y="495300"/>
                </a:lnTo>
                <a:lnTo>
                  <a:pt x="628650" y="495300"/>
                </a:lnTo>
                <a:lnTo>
                  <a:pt x="628650" y="485775"/>
                </a:lnTo>
                <a:lnTo>
                  <a:pt x="638175" y="485775"/>
                </a:lnTo>
                <a:lnTo>
                  <a:pt x="638175" y="476250"/>
                </a:lnTo>
                <a:lnTo>
                  <a:pt x="647700" y="476250"/>
                </a:lnTo>
                <a:close/>
                <a:moveTo>
                  <a:pt x="371475" y="485775"/>
                </a:moveTo>
                <a:lnTo>
                  <a:pt x="381000" y="485775"/>
                </a:lnTo>
                <a:lnTo>
                  <a:pt x="381000" y="523875"/>
                </a:lnTo>
                <a:lnTo>
                  <a:pt x="371475" y="523875"/>
                </a:lnTo>
                <a:close/>
                <a:moveTo>
                  <a:pt x="600075" y="514350"/>
                </a:moveTo>
                <a:lnTo>
                  <a:pt x="619125" y="514350"/>
                </a:lnTo>
                <a:lnTo>
                  <a:pt x="619125" y="523875"/>
                </a:lnTo>
                <a:lnTo>
                  <a:pt x="609600" y="523875"/>
                </a:lnTo>
                <a:lnTo>
                  <a:pt x="609600" y="552450"/>
                </a:lnTo>
                <a:lnTo>
                  <a:pt x="600075" y="552450"/>
                </a:lnTo>
                <a:lnTo>
                  <a:pt x="600075" y="561975"/>
                </a:lnTo>
                <a:lnTo>
                  <a:pt x="590550" y="561975"/>
                </a:lnTo>
                <a:lnTo>
                  <a:pt x="590550" y="533400"/>
                </a:lnTo>
                <a:lnTo>
                  <a:pt x="600075" y="533400"/>
                </a:lnTo>
                <a:close/>
                <a:moveTo>
                  <a:pt x="666750" y="523875"/>
                </a:moveTo>
                <a:lnTo>
                  <a:pt x="704850" y="523875"/>
                </a:lnTo>
                <a:lnTo>
                  <a:pt x="704850" y="533400"/>
                </a:lnTo>
                <a:lnTo>
                  <a:pt x="714375" y="533400"/>
                </a:lnTo>
                <a:lnTo>
                  <a:pt x="714375" y="542925"/>
                </a:lnTo>
                <a:lnTo>
                  <a:pt x="723900" y="542925"/>
                </a:lnTo>
                <a:lnTo>
                  <a:pt x="723900" y="561975"/>
                </a:lnTo>
                <a:lnTo>
                  <a:pt x="733425" y="561975"/>
                </a:lnTo>
                <a:lnTo>
                  <a:pt x="733425" y="581025"/>
                </a:lnTo>
                <a:lnTo>
                  <a:pt x="714375" y="581025"/>
                </a:lnTo>
                <a:lnTo>
                  <a:pt x="714375" y="571500"/>
                </a:lnTo>
                <a:lnTo>
                  <a:pt x="704850" y="571500"/>
                </a:lnTo>
                <a:lnTo>
                  <a:pt x="704850" y="552450"/>
                </a:lnTo>
                <a:lnTo>
                  <a:pt x="685800" y="552450"/>
                </a:lnTo>
                <a:lnTo>
                  <a:pt x="685800" y="561975"/>
                </a:lnTo>
                <a:lnTo>
                  <a:pt x="666750" y="561975"/>
                </a:lnTo>
                <a:lnTo>
                  <a:pt x="666750" y="571500"/>
                </a:lnTo>
                <a:lnTo>
                  <a:pt x="647700" y="571500"/>
                </a:lnTo>
                <a:lnTo>
                  <a:pt x="647700" y="561975"/>
                </a:lnTo>
                <a:lnTo>
                  <a:pt x="657225" y="561975"/>
                </a:lnTo>
                <a:lnTo>
                  <a:pt x="657225" y="542925"/>
                </a:lnTo>
                <a:lnTo>
                  <a:pt x="666750" y="542925"/>
                </a:lnTo>
                <a:close/>
                <a:moveTo>
                  <a:pt x="428625" y="533400"/>
                </a:moveTo>
                <a:lnTo>
                  <a:pt x="438150" y="533400"/>
                </a:lnTo>
                <a:lnTo>
                  <a:pt x="438150" y="542925"/>
                </a:lnTo>
                <a:lnTo>
                  <a:pt x="428625" y="542925"/>
                </a:lnTo>
                <a:close/>
                <a:moveTo>
                  <a:pt x="285750" y="552450"/>
                </a:moveTo>
                <a:lnTo>
                  <a:pt x="352425" y="552450"/>
                </a:lnTo>
                <a:lnTo>
                  <a:pt x="352425" y="561975"/>
                </a:lnTo>
                <a:lnTo>
                  <a:pt x="342900" y="561975"/>
                </a:lnTo>
                <a:lnTo>
                  <a:pt x="342900" y="571500"/>
                </a:lnTo>
                <a:lnTo>
                  <a:pt x="333375" y="571500"/>
                </a:lnTo>
                <a:lnTo>
                  <a:pt x="333375" y="581025"/>
                </a:lnTo>
                <a:lnTo>
                  <a:pt x="314325" y="581025"/>
                </a:lnTo>
                <a:lnTo>
                  <a:pt x="314325" y="571500"/>
                </a:lnTo>
                <a:lnTo>
                  <a:pt x="295275" y="571500"/>
                </a:lnTo>
                <a:lnTo>
                  <a:pt x="295275" y="561975"/>
                </a:lnTo>
                <a:lnTo>
                  <a:pt x="285750" y="561975"/>
                </a:lnTo>
                <a:close/>
                <a:moveTo>
                  <a:pt x="638175" y="581025"/>
                </a:moveTo>
                <a:lnTo>
                  <a:pt x="647700" y="581025"/>
                </a:lnTo>
                <a:lnTo>
                  <a:pt x="647700" y="590550"/>
                </a:lnTo>
                <a:lnTo>
                  <a:pt x="638175" y="590550"/>
                </a:lnTo>
                <a:close/>
                <a:moveTo>
                  <a:pt x="142875" y="619125"/>
                </a:moveTo>
                <a:lnTo>
                  <a:pt x="152400" y="619125"/>
                </a:lnTo>
                <a:lnTo>
                  <a:pt x="152400" y="638175"/>
                </a:lnTo>
                <a:lnTo>
                  <a:pt x="142875" y="638175"/>
                </a:lnTo>
                <a:close/>
                <a:moveTo>
                  <a:pt x="161925" y="638175"/>
                </a:moveTo>
                <a:lnTo>
                  <a:pt x="180975" y="638175"/>
                </a:lnTo>
                <a:lnTo>
                  <a:pt x="180975" y="647700"/>
                </a:lnTo>
                <a:lnTo>
                  <a:pt x="171450" y="647700"/>
                </a:lnTo>
                <a:lnTo>
                  <a:pt x="171450" y="657225"/>
                </a:lnTo>
                <a:lnTo>
                  <a:pt x="161925" y="657225"/>
                </a:lnTo>
                <a:close/>
                <a:moveTo>
                  <a:pt x="180975" y="647700"/>
                </a:moveTo>
                <a:lnTo>
                  <a:pt x="190500" y="647700"/>
                </a:lnTo>
                <a:lnTo>
                  <a:pt x="190500" y="657225"/>
                </a:lnTo>
                <a:lnTo>
                  <a:pt x="200025" y="657225"/>
                </a:lnTo>
                <a:lnTo>
                  <a:pt x="200025" y="676275"/>
                </a:lnTo>
                <a:lnTo>
                  <a:pt x="209550" y="676275"/>
                </a:lnTo>
                <a:lnTo>
                  <a:pt x="209550" y="685800"/>
                </a:lnTo>
                <a:lnTo>
                  <a:pt x="190500" y="685800"/>
                </a:lnTo>
                <a:lnTo>
                  <a:pt x="190500" y="676275"/>
                </a:lnTo>
                <a:lnTo>
                  <a:pt x="180975" y="676275"/>
                </a:lnTo>
                <a:lnTo>
                  <a:pt x="180975" y="666750"/>
                </a:lnTo>
                <a:lnTo>
                  <a:pt x="171450" y="666750"/>
                </a:lnTo>
                <a:lnTo>
                  <a:pt x="171450" y="657225"/>
                </a:lnTo>
                <a:lnTo>
                  <a:pt x="180975" y="657225"/>
                </a:lnTo>
                <a:close/>
                <a:moveTo>
                  <a:pt x="590550" y="657225"/>
                </a:moveTo>
                <a:lnTo>
                  <a:pt x="609600" y="657225"/>
                </a:lnTo>
                <a:lnTo>
                  <a:pt x="609600" y="676275"/>
                </a:lnTo>
                <a:lnTo>
                  <a:pt x="590550" y="676275"/>
                </a:lnTo>
                <a:lnTo>
                  <a:pt x="590550" y="685800"/>
                </a:lnTo>
                <a:lnTo>
                  <a:pt x="581025" y="685800"/>
                </a:lnTo>
                <a:lnTo>
                  <a:pt x="581025" y="666750"/>
                </a:lnTo>
                <a:lnTo>
                  <a:pt x="590550" y="666750"/>
                </a:lnTo>
                <a:close/>
                <a:moveTo>
                  <a:pt x="771525" y="657225"/>
                </a:moveTo>
                <a:lnTo>
                  <a:pt x="790575" y="657225"/>
                </a:lnTo>
                <a:lnTo>
                  <a:pt x="790575" y="676275"/>
                </a:lnTo>
                <a:lnTo>
                  <a:pt x="800100" y="676275"/>
                </a:lnTo>
                <a:lnTo>
                  <a:pt x="800100" y="695325"/>
                </a:lnTo>
                <a:lnTo>
                  <a:pt x="809625" y="695325"/>
                </a:lnTo>
                <a:lnTo>
                  <a:pt x="809625" y="704850"/>
                </a:lnTo>
                <a:lnTo>
                  <a:pt x="790575" y="704850"/>
                </a:lnTo>
                <a:lnTo>
                  <a:pt x="790575" y="695325"/>
                </a:lnTo>
                <a:lnTo>
                  <a:pt x="771525" y="695325"/>
                </a:lnTo>
                <a:close/>
                <a:moveTo>
                  <a:pt x="209550" y="685800"/>
                </a:moveTo>
                <a:lnTo>
                  <a:pt x="238125" y="685800"/>
                </a:lnTo>
                <a:lnTo>
                  <a:pt x="238125" y="695325"/>
                </a:lnTo>
                <a:lnTo>
                  <a:pt x="247650" y="695325"/>
                </a:lnTo>
                <a:lnTo>
                  <a:pt x="247650" y="714375"/>
                </a:lnTo>
                <a:lnTo>
                  <a:pt x="238125" y="714375"/>
                </a:lnTo>
                <a:lnTo>
                  <a:pt x="238125" y="704850"/>
                </a:lnTo>
                <a:lnTo>
                  <a:pt x="219075" y="704850"/>
                </a:lnTo>
                <a:lnTo>
                  <a:pt x="219075" y="695325"/>
                </a:lnTo>
                <a:lnTo>
                  <a:pt x="209550" y="695325"/>
                </a:lnTo>
                <a:close/>
                <a:moveTo>
                  <a:pt x="504825" y="695325"/>
                </a:moveTo>
                <a:lnTo>
                  <a:pt x="514350" y="695325"/>
                </a:lnTo>
                <a:lnTo>
                  <a:pt x="514350" y="714375"/>
                </a:lnTo>
                <a:lnTo>
                  <a:pt x="504825" y="714375"/>
                </a:lnTo>
                <a:lnTo>
                  <a:pt x="504825" y="733425"/>
                </a:lnTo>
                <a:lnTo>
                  <a:pt x="495300" y="733425"/>
                </a:lnTo>
                <a:lnTo>
                  <a:pt x="495300" y="742950"/>
                </a:lnTo>
                <a:lnTo>
                  <a:pt x="485775" y="742950"/>
                </a:lnTo>
                <a:lnTo>
                  <a:pt x="485775" y="752475"/>
                </a:lnTo>
                <a:lnTo>
                  <a:pt x="438150" y="752475"/>
                </a:lnTo>
                <a:lnTo>
                  <a:pt x="438150" y="733425"/>
                </a:lnTo>
                <a:lnTo>
                  <a:pt x="476250" y="733425"/>
                </a:lnTo>
                <a:lnTo>
                  <a:pt x="476250" y="723900"/>
                </a:lnTo>
                <a:lnTo>
                  <a:pt x="485775" y="723900"/>
                </a:lnTo>
                <a:lnTo>
                  <a:pt x="485775" y="714375"/>
                </a:lnTo>
                <a:lnTo>
                  <a:pt x="495300" y="714375"/>
                </a:lnTo>
                <a:lnTo>
                  <a:pt x="495300" y="704850"/>
                </a:lnTo>
                <a:lnTo>
                  <a:pt x="504825" y="704850"/>
                </a:lnTo>
                <a:close/>
                <a:moveTo>
                  <a:pt x="647700" y="695325"/>
                </a:moveTo>
                <a:lnTo>
                  <a:pt x="657225" y="695325"/>
                </a:lnTo>
                <a:lnTo>
                  <a:pt x="657225" y="704850"/>
                </a:lnTo>
                <a:lnTo>
                  <a:pt x="647700" y="704850"/>
                </a:lnTo>
                <a:close/>
                <a:moveTo>
                  <a:pt x="714375" y="695325"/>
                </a:moveTo>
                <a:lnTo>
                  <a:pt x="723900" y="695325"/>
                </a:lnTo>
                <a:lnTo>
                  <a:pt x="723900" y="742950"/>
                </a:lnTo>
                <a:lnTo>
                  <a:pt x="704850" y="742950"/>
                </a:lnTo>
                <a:lnTo>
                  <a:pt x="704850" y="733425"/>
                </a:lnTo>
                <a:lnTo>
                  <a:pt x="685800" y="733425"/>
                </a:lnTo>
                <a:lnTo>
                  <a:pt x="685800" y="714375"/>
                </a:lnTo>
                <a:lnTo>
                  <a:pt x="704850" y="714375"/>
                </a:lnTo>
                <a:lnTo>
                  <a:pt x="704850" y="704850"/>
                </a:lnTo>
                <a:lnTo>
                  <a:pt x="714375" y="704850"/>
                </a:lnTo>
                <a:close/>
                <a:moveTo>
                  <a:pt x="809625" y="704850"/>
                </a:moveTo>
                <a:lnTo>
                  <a:pt x="819150" y="704850"/>
                </a:lnTo>
                <a:lnTo>
                  <a:pt x="819150" y="723900"/>
                </a:lnTo>
                <a:lnTo>
                  <a:pt x="828675" y="723900"/>
                </a:lnTo>
                <a:lnTo>
                  <a:pt x="828675" y="742950"/>
                </a:lnTo>
                <a:lnTo>
                  <a:pt x="838200" y="742950"/>
                </a:lnTo>
                <a:lnTo>
                  <a:pt x="838200" y="762000"/>
                </a:lnTo>
                <a:lnTo>
                  <a:pt x="847725" y="762000"/>
                </a:lnTo>
                <a:lnTo>
                  <a:pt x="847725" y="781050"/>
                </a:lnTo>
                <a:lnTo>
                  <a:pt x="838200" y="781050"/>
                </a:lnTo>
                <a:lnTo>
                  <a:pt x="838200" y="771525"/>
                </a:lnTo>
                <a:lnTo>
                  <a:pt x="828675" y="771525"/>
                </a:lnTo>
                <a:lnTo>
                  <a:pt x="828675" y="762000"/>
                </a:lnTo>
                <a:lnTo>
                  <a:pt x="819150" y="762000"/>
                </a:lnTo>
                <a:lnTo>
                  <a:pt x="819150" y="752475"/>
                </a:lnTo>
                <a:lnTo>
                  <a:pt x="809625" y="752475"/>
                </a:lnTo>
                <a:lnTo>
                  <a:pt x="809625" y="742950"/>
                </a:lnTo>
                <a:lnTo>
                  <a:pt x="800100" y="742950"/>
                </a:lnTo>
                <a:lnTo>
                  <a:pt x="800100" y="723900"/>
                </a:lnTo>
                <a:lnTo>
                  <a:pt x="809625" y="723900"/>
                </a:lnTo>
                <a:close/>
                <a:moveTo>
                  <a:pt x="647700" y="723900"/>
                </a:moveTo>
                <a:lnTo>
                  <a:pt x="657225" y="723900"/>
                </a:lnTo>
                <a:lnTo>
                  <a:pt x="657225" y="733425"/>
                </a:lnTo>
                <a:lnTo>
                  <a:pt x="647700" y="733425"/>
                </a:lnTo>
                <a:close/>
                <a:moveTo>
                  <a:pt x="542925" y="733425"/>
                </a:moveTo>
                <a:lnTo>
                  <a:pt x="552450" y="733425"/>
                </a:lnTo>
                <a:lnTo>
                  <a:pt x="552450" y="742950"/>
                </a:lnTo>
                <a:lnTo>
                  <a:pt x="542925" y="742950"/>
                </a:lnTo>
                <a:close/>
                <a:moveTo>
                  <a:pt x="657225" y="733425"/>
                </a:moveTo>
                <a:lnTo>
                  <a:pt x="666750" y="733425"/>
                </a:lnTo>
                <a:lnTo>
                  <a:pt x="666750" y="742950"/>
                </a:lnTo>
                <a:lnTo>
                  <a:pt x="657225" y="742950"/>
                </a:lnTo>
                <a:close/>
                <a:moveTo>
                  <a:pt x="714375" y="752475"/>
                </a:moveTo>
                <a:lnTo>
                  <a:pt x="723900" y="752475"/>
                </a:lnTo>
                <a:lnTo>
                  <a:pt x="723900" y="762000"/>
                </a:lnTo>
                <a:lnTo>
                  <a:pt x="714375" y="762000"/>
                </a:lnTo>
                <a:close/>
                <a:moveTo>
                  <a:pt x="666750" y="771525"/>
                </a:moveTo>
                <a:lnTo>
                  <a:pt x="676275" y="771525"/>
                </a:lnTo>
                <a:lnTo>
                  <a:pt x="676275" y="781050"/>
                </a:lnTo>
                <a:lnTo>
                  <a:pt x="695325" y="781050"/>
                </a:lnTo>
                <a:lnTo>
                  <a:pt x="695325" y="790575"/>
                </a:lnTo>
                <a:lnTo>
                  <a:pt x="704850" y="790575"/>
                </a:lnTo>
                <a:lnTo>
                  <a:pt x="704850" y="771525"/>
                </a:lnTo>
                <a:lnTo>
                  <a:pt x="714375" y="771525"/>
                </a:lnTo>
                <a:lnTo>
                  <a:pt x="714375" y="781050"/>
                </a:lnTo>
                <a:lnTo>
                  <a:pt x="723900" y="781050"/>
                </a:lnTo>
                <a:lnTo>
                  <a:pt x="723900" y="800100"/>
                </a:lnTo>
                <a:lnTo>
                  <a:pt x="733425" y="800100"/>
                </a:lnTo>
                <a:lnTo>
                  <a:pt x="733425" y="809625"/>
                </a:lnTo>
                <a:lnTo>
                  <a:pt x="723900" y="809625"/>
                </a:lnTo>
                <a:lnTo>
                  <a:pt x="723900" y="819150"/>
                </a:lnTo>
                <a:lnTo>
                  <a:pt x="628650" y="819150"/>
                </a:lnTo>
                <a:lnTo>
                  <a:pt x="628650" y="809625"/>
                </a:lnTo>
                <a:lnTo>
                  <a:pt x="638175" y="809625"/>
                </a:lnTo>
                <a:lnTo>
                  <a:pt x="638175" y="790575"/>
                </a:lnTo>
                <a:lnTo>
                  <a:pt x="657225" y="790575"/>
                </a:lnTo>
                <a:lnTo>
                  <a:pt x="657225" y="781050"/>
                </a:lnTo>
                <a:lnTo>
                  <a:pt x="666750" y="781050"/>
                </a:lnTo>
                <a:close/>
                <a:moveTo>
                  <a:pt x="523875" y="800100"/>
                </a:moveTo>
                <a:lnTo>
                  <a:pt x="533400" y="800100"/>
                </a:lnTo>
                <a:lnTo>
                  <a:pt x="533400" y="809625"/>
                </a:lnTo>
                <a:lnTo>
                  <a:pt x="523875" y="809625"/>
                </a:lnTo>
                <a:close/>
                <a:moveTo>
                  <a:pt x="533400" y="809625"/>
                </a:moveTo>
                <a:lnTo>
                  <a:pt x="552450" y="809625"/>
                </a:lnTo>
                <a:lnTo>
                  <a:pt x="552450" y="819150"/>
                </a:lnTo>
                <a:lnTo>
                  <a:pt x="533400" y="819150"/>
                </a:lnTo>
                <a:close/>
              </a:path>
            </a:pathLst>
          </a:custGeom>
          <a:solidFill xmlns:a="http://schemas.openxmlformats.org/drawingml/2006/main">
            <a:srgbClr val="78858F"/>
          </a:solidFill>
          <a:ln xmlns:a="http://schemas.openxmlformats.org/drawingml/2006/main" w="0">
            <a:noFill/>
          </a:ln>
        </p:spPr>
      </p:sp>
      <p:sp>
        <p:nvSpPr>
          <p:cNvPr id="75" name="limits vector #758693">
            <a:extLst xmlns:a="http://schemas.openxmlformats.org/drawingml/2006/main">
              <a:ext uri="{FF2B5EF4-FFF2-40B4-BE49-F238E27FC236}">
                <a16:creationId xmlns:a16="http://schemas.microsoft.com/office/drawing/2014/main" id="{3C28CCED-DA07-4DC5-BE7D-ADFBA87760A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076950" y="1504950"/>
            <a:ext cx="923925" cy="876300"/>
          </a:xfrm>
          <a:custGeom xmlns:a="http://schemas.openxmlformats.org/drawingml/2006/main">
            <a:pathLst>
              <a:path w="923925" h="876300">
                <a:moveTo>
                  <a:pt x="276225" y="133350"/>
                </a:moveTo>
                <a:lnTo>
                  <a:pt x="285750" y="133350"/>
                </a:lnTo>
                <a:lnTo>
                  <a:pt x="285750" y="142875"/>
                </a:lnTo>
                <a:lnTo>
                  <a:pt x="276225" y="142875"/>
                </a:lnTo>
                <a:close/>
                <a:moveTo>
                  <a:pt x="533400" y="133350"/>
                </a:moveTo>
                <a:lnTo>
                  <a:pt x="561975" y="133350"/>
                </a:lnTo>
                <a:lnTo>
                  <a:pt x="561975" y="142875"/>
                </a:lnTo>
                <a:lnTo>
                  <a:pt x="581025" y="142875"/>
                </a:lnTo>
                <a:lnTo>
                  <a:pt x="581025" y="152400"/>
                </a:lnTo>
                <a:lnTo>
                  <a:pt x="542925" y="152400"/>
                </a:lnTo>
                <a:lnTo>
                  <a:pt x="542925" y="142875"/>
                </a:lnTo>
                <a:lnTo>
                  <a:pt x="533400" y="142875"/>
                </a:lnTo>
                <a:close/>
                <a:moveTo>
                  <a:pt x="228600" y="142875"/>
                </a:moveTo>
                <a:lnTo>
                  <a:pt x="238125" y="142875"/>
                </a:lnTo>
                <a:lnTo>
                  <a:pt x="238125" y="161925"/>
                </a:lnTo>
                <a:lnTo>
                  <a:pt x="228600" y="161925"/>
                </a:lnTo>
                <a:close/>
                <a:moveTo>
                  <a:pt x="371475" y="276225"/>
                </a:moveTo>
                <a:lnTo>
                  <a:pt x="419100" y="276225"/>
                </a:lnTo>
                <a:lnTo>
                  <a:pt x="419100" y="285750"/>
                </a:lnTo>
                <a:lnTo>
                  <a:pt x="438150" y="285750"/>
                </a:lnTo>
                <a:lnTo>
                  <a:pt x="438150" y="295275"/>
                </a:lnTo>
                <a:lnTo>
                  <a:pt x="419100" y="295275"/>
                </a:lnTo>
                <a:lnTo>
                  <a:pt x="419100" y="304800"/>
                </a:lnTo>
                <a:lnTo>
                  <a:pt x="409575" y="304800"/>
                </a:lnTo>
                <a:lnTo>
                  <a:pt x="409575" y="295275"/>
                </a:lnTo>
                <a:lnTo>
                  <a:pt x="400050" y="295275"/>
                </a:lnTo>
                <a:lnTo>
                  <a:pt x="400050" y="314325"/>
                </a:lnTo>
                <a:lnTo>
                  <a:pt x="390525" y="314325"/>
                </a:lnTo>
                <a:lnTo>
                  <a:pt x="390525" y="295275"/>
                </a:lnTo>
                <a:lnTo>
                  <a:pt x="371475" y="295275"/>
                </a:lnTo>
                <a:close/>
                <a:moveTo>
                  <a:pt x="371475" y="304800"/>
                </a:moveTo>
                <a:lnTo>
                  <a:pt x="381000" y="304800"/>
                </a:lnTo>
                <a:lnTo>
                  <a:pt x="381000" y="314325"/>
                </a:lnTo>
                <a:lnTo>
                  <a:pt x="371475" y="314325"/>
                </a:lnTo>
                <a:close/>
                <a:moveTo>
                  <a:pt x="409575" y="323850"/>
                </a:moveTo>
                <a:lnTo>
                  <a:pt x="419100" y="323850"/>
                </a:lnTo>
                <a:lnTo>
                  <a:pt x="419100" y="333375"/>
                </a:lnTo>
                <a:lnTo>
                  <a:pt x="409575" y="333375"/>
                </a:lnTo>
                <a:close/>
                <a:moveTo>
                  <a:pt x="542925" y="323850"/>
                </a:moveTo>
                <a:lnTo>
                  <a:pt x="552450" y="323850"/>
                </a:lnTo>
                <a:lnTo>
                  <a:pt x="552450" y="333375"/>
                </a:lnTo>
                <a:lnTo>
                  <a:pt x="542925" y="333375"/>
                </a:lnTo>
                <a:close/>
                <a:moveTo>
                  <a:pt x="581025" y="333375"/>
                </a:moveTo>
                <a:lnTo>
                  <a:pt x="590550" y="333375"/>
                </a:lnTo>
                <a:lnTo>
                  <a:pt x="590550" y="342900"/>
                </a:lnTo>
                <a:lnTo>
                  <a:pt x="581025" y="342900"/>
                </a:lnTo>
                <a:close/>
                <a:moveTo>
                  <a:pt x="95250" y="352425"/>
                </a:moveTo>
                <a:lnTo>
                  <a:pt x="104775" y="352425"/>
                </a:lnTo>
                <a:lnTo>
                  <a:pt x="104775" y="390525"/>
                </a:lnTo>
                <a:lnTo>
                  <a:pt x="95250" y="390525"/>
                </a:lnTo>
                <a:lnTo>
                  <a:pt x="95250" y="457200"/>
                </a:lnTo>
                <a:lnTo>
                  <a:pt x="85725" y="457200"/>
                </a:lnTo>
                <a:lnTo>
                  <a:pt x="85725" y="428625"/>
                </a:lnTo>
                <a:lnTo>
                  <a:pt x="76200" y="428625"/>
                </a:lnTo>
                <a:lnTo>
                  <a:pt x="76200" y="390525"/>
                </a:lnTo>
                <a:lnTo>
                  <a:pt x="85725" y="390525"/>
                </a:lnTo>
                <a:lnTo>
                  <a:pt x="85725" y="361950"/>
                </a:lnTo>
                <a:lnTo>
                  <a:pt x="95250" y="361950"/>
                </a:lnTo>
                <a:close/>
                <a:moveTo>
                  <a:pt x="695325" y="400050"/>
                </a:moveTo>
                <a:lnTo>
                  <a:pt x="714375" y="400050"/>
                </a:lnTo>
                <a:lnTo>
                  <a:pt x="714375" y="419100"/>
                </a:lnTo>
                <a:lnTo>
                  <a:pt x="723900" y="419100"/>
                </a:lnTo>
                <a:lnTo>
                  <a:pt x="723900" y="438150"/>
                </a:lnTo>
                <a:lnTo>
                  <a:pt x="733425" y="438150"/>
                </a:lnTo>
                <a:lnTo>
                  <a:pt x="733425" y="447675"/>
                </a:lnTo>
                <a:lnTo>
                  <a:pt x="714375" y="447675"/>
                </a:lnTo>
                <a:lnTo>
                  <a:pt x="714375" y="457200"/>
                </a:lnTo>
                <a:lnTo>
                  <a:pt x="704850" y="457200"/>
                </a:lnTo>
                <a:lnTo>
                  <a:pt x="704850" y="466725"/>
                </a:lnTo>
                <a:lnTo>
                  <a:pt x="695325" y="466725"/>
                </a:lnTo>
                <a:lnTo>
                  <a:pt x="695325" y="457200"/>
                </a:lnTo>
                <a:lnTo>
                  <a:pt x="685800" y="457200"/>
                </a:lnTo>
                <a:lnTo>
                  <a:pt x="685800" y="476250"/>
                </a:lnTo>
                <a:lnTo>
                  <a:pt x="676275" y="476250"/>
                </a:lnTo>
                <a:lnTo>
                  <a:pt x="676275" y="466725"/>
                </a:lnTo>
                <a:lnTo>
                  <a:pt x="647700" y="466725"/>
                </a:lnTo>
                <a:lnTo>
                  <a:pt x="647700" y="476250"/>
                </a:lnTo>
                <a:lnTo>
                  <a:pt x="638175" y="476250"/>
                </a:lnTo>
                <a:lnTo>
                  <a:pt x="638175" y="485775"/>
                </a:lnTo>
                <a:lnTo>
                  <a:pt x="590550" y="485775"/>
                </a:lnTo>
                <a:lnTo>
                  <a:pt x="590550" y="495300"/>
                </a:lnTo>
                <a:lnTo>
                  <a:pt x="581025" y="495300"/>
                </a:lnTo>
                <a:lnTo>
                  <a:pt x="581025" y="504825"/>
                </a:lnTo>
                <a:lnTo>
                  <a:pt x="590550" y="504825"/>
                </a:lnTo>
                <a:lnTo>
                  <a:pt x="590550" y="533400"/>
                </a:lnTo>
                <a:lnTo>
                  <a:pt x="581025" y="533400"/>
                </a:lnTo>
                <a:lnTo>
                  <a:pt x="581025" y="542925"/>
                </a:lnTo>
                <a:lnTo>
                  <a:pt x="571500" y="542925"/>
                </a:lnTo>
                <a:lnTo>
                  <a:pt x="571500" y="533400"/>
                </a:lnTo>
                <a:lnTo>
                  <a:pt x="542925" y="533400"/>
                </a:lnTo>
                <a:lnTo>
                  <a:pt x="542925" y="514350"/>
                </a:lnTo>
                <a:lnTo>
                  <a:pt x="552450" y="514350"/>
                </a:lnTo>
                <a:lnTo>
                  <a:pt x="552450" y="485775"/>
                </a:lnTo>
                <a:lnTo>
                  <a:pt x="561975" y="485775"/>
                </a:lnTo>
                <a:lnTo>
                  <a:pt x="561975" y="457200"/>
                </a:lnTo>
                <a:lnTo>
                  <a:pt x="552450" y="457200"/>
                </a:lnTo>
                <a:lnTo>
                  <a:pt x="552450" y="447675"/>
                </a:lnTo>
                <a:lnTo>
                  <a:pt x="561975" y="447675"/>
                </a:lnTo>
                <a:lnTo>
                  <a:pt x="561975" y="457200"/>
                </a:lnTo>
                <a:lnTo>
                  <a:pt x="590550" y="457200"/>
                </a:lnTo>
                <a:lnTo>
                  <a:pt x="590550" y="447675"/>
                </a:lnTo>
                <a:lnTo>
                  <a:pt x="657225" y="447675"/>
                </a:lnTo>
                <a:lnTo>
                  <a:pt x="657225" y="438150"/>
                </a:lnTo>
                <a:lnTo>
                  <a:pt x="676275" y="438150"/>
                </a:lnTo>
                <a:lnTo>
                  <a:pt x="676275" y="409575"/>
                </a:lnTo>
                <a:lnTo>
                  <a:pt x="695325" y="409575"/>
                </a:lnTo>
                <a:close/>
                <a:moveTo>
                  <a:pt x="409575" y="419100"/>
                </a:moveTo>
                <a:lnTo>
                  <a:pt x="419100" y="419100"/>
                </a:lnTo>
                <a:lnTo>
                  <a:pt x="419100" y="428625"/>
                </a:lnTo>
                <a:lnTo>
                  <a:pt x="409575" y="428625"/>
                </a:lnTo>
                <a:close/>
                <a:moveTo>
                  <a:pt x="390525" y="428625"/>
                </a:moveTo>
                <a:lnTo>
                  <a:pt x="409575" y="428625"/>
                </a:lnTo>
                <a:lnTo>
                  <a:pt x="409575" y="438150"/>
                </a:lnTo>
                <a:lnTo>
                  <a:pt x="390525" y="438150"/>
                </a:lnTo>
                <a:close/>
                <a:moveTo>
                  <a:pt x="400050" y="523875"/>
                </a:moveTo>
                <a:lnTo>
                  <a:pt x="419100" y="523875"/>
                </a:lnTo>
                <a:lnTo>
                  <a:pt x="419100" y="533400"/>
                </a:lnTo>
                <a:lnTo>
                  <a:pt x="428625" y="533400"/>
                </a:lnTo>
                <a:lnTo>
                  <a:pt x="428625" y="552450"/>
                </a:lnTo>
                <a:lnTo>
                  <a:pt x="419100" y="552450"/>
                </a:lnTo>
                <a:lnTo>
                  <a:pt x="419100" y="561975"/>
                </a:lnTo>
                <a:lnTo>
                  <a:pt x="409575" y="561975"/>
                </a:lnTo>
                <a:lnTo>
                  <a:pt x="409575" y="571500"/>
                </a:lnTo>
                <a:lnTo>
                  <a:pt x="400050" y="571500"/>
                </a:lnTo>
                <a:lnTo>
                  <a:pt x="400050" y="581025"/>
                </a:lnTo>
                <a:lnTo>
                  <a:pt x="361950" y="581025"/>
                </a:lnTo>
                <a:lnTo>
                  <a:pt x="361950" y="590550"/>
                </a:lnTo>
                <a:lnTo>
                  <a:pt x="342900" y="590550"/>
                </a:lnTo>
                <a:lnTo>
                  <a:pt x="342900" y="600075"/>
                </a:lnTo>
                <a:lnTo>
                  <a:pt x="323850" y="600075"/>
                </a:lnTo>
                <a:lnTo>
                  <a:pt x="323850" y="590550"/>
                </a:lnTo>
                <a:lnTo>
                  <a:pt x="333375" y="590550"/>
                </a:lnTo>
                <a:lnTo>
                  <a:pt x="333375" y="581025"/>
                </a:lnTo>
                <a:lnTo>
                  <a:pt x="342900" y="581025"/>
                </a:lnTo>
                <a:lnTo>
                  <a:pt x="342900" y="561975"/>
                </a:lnTo>
                <a:lnTo>
                  <a:pt x="352425" y="561975"/>
                </a:lnTo>
                <a:lnTo>
                  <a:pt x="352425" y="571500"/>
                </a:lnTo>
                <a:lnTo>
                  <a:pt x="371475" y="571500"/>
                </a:lnTo>
                <a:lnTo>
                  <a:pt x="371475" y="561975"/>
                </a:lnTo>
                <a:lnTo>
                  <a:pt x="381000" y="561975"/>
                </a:lnTo>
                <a:lnTo>
                  <a:pt x="381000" y="552450"/>
                </a:lnTo>
                <a:lnTo>
                  <a:pt x="390525" y="552450"/>
                </a:lnTo>
                <a:lnTo>
                  <a:pt x="390525" y="533400"/>
                </a:lnTo>
                <a:lnTo>
                  <a:pt x="400050" y="533400"/>
                </a:lnTo>
                <a:close/>
                <a:moveTo>
                  <a:pt x="276225" y="542925"/>
                </a:moveTo>
                <a:lnTo>
                  <a:pt x="285750" y="542925"/>
                </a:lnTo>
                <a:lnTo>
                  <a:pt x="285750" y="561975"/>
                </a:lnTo>
                <a:lnTo>
                  <a:pt x="295275" y="561975"/>
                </a:lnTo>
                <a:lnTo>
                  <a:pt x="295275" y="600075"/>
                </a:lnTo>
                <a:lnTo>
                  <a:pt x="285750" y="600075"/>
                </a:lnTo>
                <a:lnTo>
                  <a:pt x="285750" y="581025"/>
                </a:lnTo>
                <a:lnTo>
                  <a:pt x="276225" y="581025"/>
                </a:lnTo>
                <a:close/>
                <a:moveTo>
                  <a:pt x="180975" y="609600"/>
                </a:moveTo>
                <a:lnTo>
                  <a:pt x="200025" y="609600"/>
                </a:lnTo>
                <a:lnTo>
                  <a:pt x="200025" y="619125"/>
                </a:lnTo>
                <a:lnTo>
                  <a:pt x="219075" y="619125"/>
                </a:lnTo>
                <a:lnTo>
                  <a:pt x="219075" y="647700"/>
                </a:lnTo>
                <a:lnTo>
                  <a:pt x="228600" y="647700"/>
                </a:lnTo>
                <a:lnTo>
                  <a:pt x="228600" y="657225"/>
                </a:lnTo>
                <a:lnTo>
                  <a:pt x="247650" y="657225"/>
                </a:lnTo>
                <a:lnTo>
                  <a:pt x="247650" y="666750"/>
                </a:lnTo>
                <a:lnTo>
                  <a:pt x="266700" y="666750"/>
                </a:lnTo>
                <a:lnTo>
                  <a:pt x="266700" y="657225"/>
                </a:lnTo>
                <a:lnTo>
                  <a:pt x="276225" y="657225"/>
                </a:lnTo>
                <a:lnTo>
                  <a:pt x="276225" y="647700"/>
                </a:lnTo>
                <a:lnTo>
                  <a:pt x="295275" y="647700"/>
                </a:lnTo>
                <a:lnTo>
                  <a:pt x="295275" y="657225"/>
                </a:lnTo>
                <a:lnTo>
                  <a:pt x="285750" y="657225"/>
                </a:lnTo>
                <a:lnTo>
                  <a:pt x="285750" y="685800"/>
                </a:lnTo>
                <a:lnTo>
                  <a:pt x="266700" y="685800"/>
                </a:lnTo>
                <a:lnTo>
                  <a:pt x="266700" y="695325"/>
                </a:lnTo>
                <a:lnTo>
                  <a:pt x="238125" y="695325"/>
                </a:lnTo>
                <a:lnTo>
                  <a:pt x="238125" y="685800"/>
                </a:lnTo>
                <a:lnTo>
                  <a:pt x="228600" y="685800"/>
                </a:lnTo>
                <a:lnTo>
                  <a:pt x="228600" y="676275"/>
                </a:lnTo>
                <a:lnTo>
                  <a:pt x="219075" y="676275"/>
                </a:lnTo>
                <a:lnTo>
                  <a:pt x="219075" y="666750"/>
                </a:lnTo>
                <a:lnTo>
                  <a:pt x="200025" y="666750"/>
                </a:lnTo>
                <a:lnTo>
                  <a:pt x="200025" y="657225"/>
                </a:lnTo>
                <a:lnTo>
                  <a:pt x="190500" y="657225"/>
                </a:lnTo>
                <a:lnTo>
                  <a:pt x="190500" y="647700"/>
                </a:lnTo>
                <a:lnTo>
                  <a:pt x="180975" y="647700"/>
                </a:lnTo>
                <a:lnTo>
                  <a:pt x="180975" y="638175"/>
                </a:lnTo>
                <a:lnTo>
                  <a:pt x="171450" y="638175"/>
                </a:lnTo>
                <a:lnTo>
                  <a:pt x="171450" y="619125"/>
                </a:lnTo>
                <a:lnTo>
                  <a:pt x="180975" y="619125"/>
                </a:lnTo>
                <a:close/>
                <a:moveTo>
                  <a:pt x="619125" y="666750"/>
                </a:moveTo>
                <a:lnTo>
                  <a:pt x="638175" y="666750"/>
                </a:lnTo>
                <a:lnTo>
                  <a:pt x="638175" y="704850"/>
                </a:lnTo>
                <a:lnTo>
                  <a:pt x="647700" y="704850"/>
                </a:lnTo>
                <a:lnTo>
                  <a:pt x="647700" y="742950"/>
                </a:lnTo>
                <a:lnTo>
                  <a:pt x="619125" y="742950"/>
                </a:lnTo>
                <a:lnTo>
                  <a:pt x="619125" y="752475"/>
                </a:lnTo>
                <a:lnTo>
                  <a:pt x="590550" y="752475"/>
                </a:lnTo>
                <a:lnTo>
                  <a:pt x="590550" y="742950"/>
                </a:lnTo>
                <a:lnTo>
                  <a:pt x="600075" y="742950"/>
                </a:lnTo>
                <a:lnTo>
                  <a:pt x="600075" y="733425"/>
                </a:lnTo>
                <a:lnTo>
                  <a:pt x="590550" y="733425"/>
                </a:lnTo>
                <a:lnTo>
                  <a:pt x="590550" y="723900"/>
                </a:lnTo>
                <a:lnTo>
                  <a:pt x="609600" y="723900"/>
                </a:lnTo>
                <a:lnTo>
                  <a:pt x="609600" y="704850"/>
                </a:lnTo>
                <a:lnTo>
                  <a:pt x="619125" y="704850"/>
                </a:lnTo>
                <a:lnTo>
                  <a:pt x="619125" y="685800"/>
                </a:lnTo>
                <a:lnTo>
                  <a:pt x="628650" y="685800"/>
                </a:lnTo>
                <a:lnTo>
                  <a:pt x="628650" y="676275"/>
                </a:lnTo>
                <a:lnTo>
                  <a:pt x="619125" y="676275"/>
                </a:lnTo>
                <a:close/>
                <a:moveTo>
                  <a:pt x="742950" y="685800"/>
                </a:moveTo>
                <a:lnTo>
                  <a:pt x="771525" y="685800"/>
                </a:lnTo>
                <a:lnTo>
                  <a:pt x="771525" y="704850"/>
                </a:lnTo>
                <a:lnTo>
                  <a:pt x="781050" y="704850"/>
                </a:lnTo>
                <a:lnTo>
                  <a:pt x="781050" y="723900"/>
                </a:lnTo>
                <a:lnTo>
                  <a:pt x="800100" y="723900"/>
                </a:lnTo>
                <a:lnTo>
                  <a:pt x="800100" y="742950"/>
                </a:lnTo>
                <a:lnTo>
                  <a:pt x="809625" y="742950"/>
                </a:lnTo>
                <a:lnTo>
                  <a:pt x="809625" y="762000"/>
                </a:lnTo>
                <a:lnTo>
                  <a:pt x="800100" y="762000"/>
                </a:lnTo>
                <a:lnTo>
                  <a:pt x="800100" y="771525"/>
                </a:lnTo>
                <a:lnTo>
                  <a:pt x="762000" y="771525"/>
                </a:lnTo>
                <a:lnTo>
                  <a:pt x="762000" y="781050"/>
                </a:lnTo>
                <a:lnTo>
                  <a:pt x="723900" y="781050"/>
                </a:lnTo>
                <a:lnTo>
                  <a:pt x="723900" y="771525"/>
                </a:lnTo>
                <a:lnTo>
                  <a:pt x="714375" y="771525"/>
                </a:lnTo>
                <a:lnTo>
                  <a:pt x="714375" y="762000"/>
                </a:lnTo>
                <a:lnTo>
                  <a:pt x="733425" y="762000"/>
                </a:lnTo>
                <a:lnTo>
                  <a:pt x="733425" y="742950"/>
                </a:lnTo>
                <a:lnTo>
                  <a:pt x="723900" y="742950"/>
                </a:lnTo>
                <a:lnTo>
                  <a:pt x="723900" y="714375"/>
                </a:lnTo>
                <a:lnTo>
                  <a:pt x="733425" y="714375"/>
                </a:lnTo>
                <a:lnTo>
                  <a:pt x="733425" y="704850"/>
                </a:lnTo>
                <a:lnTo>
                  <a:pt x="723900" y="704850"/>
                </a:lnTo>
                <a:lnTo>
                  <a:pt x="723900" y="695325"/>
                </a:lnTo>
                <a:lnTo>
                  <a:pt x="742950" y="695325"/>
                </a:lnTo>
                <a:close/>
                <a:moveTo>
                  <a:pt x="628650" y="752475"/>
                </a:moveTo>
                <a:lnTo>
                  <a:pt x="638175" y="752475"/>
                </a:lnTo>
                <a:lnTo>
                  <a:pt x="638175" y="762000"/>
                </a:lnTo>
                <a:lnTo>
                  <a:pt x="647700" y="762000"/>
                </a:lnTo>
                <a:lnTo>
                  <a:pt x="647700" y="781050"/>
                </a:lnTo>
                <a:lnTo>
                  <a:pt x="657225" y="781050"/>
                </a:lnTo>
                <a:lnTo>
                  <a:pt x="657225" y="790575"/>
                </a:lnTo>
                <a:lnTo>
                  <a:pt x="600075" y="790575"/>
                </a:lnTo>
                <a:lnTo>
                  <a:pt x="600075" y="781050"/>
                </a:lnTo>
                <a:lnTo>
                  <a:pt x="590550" y="781050"/>
                </a:lnTo>
                <a:lnTo>
                  <a:pt x="590550" y="771525"/>
                </a:lnTo>
                <a:lnTo>
                  <a:pt x="609600" y="771525"/>
                </a:lnTo>
                <a:lnTo>
                  <a:pt x="609600" y="762000"/>
                </a:lnTo>
                <a:lnTo>
                  <a:pt x="628650" y="762000"/>
                </a:lnTo>
                <a:close/>
                <a:moveTo>
                  <a:pt x="571500" y="781050"/>
                </a:moveTo>
                <a:lnTo>
                  <a:pt x="590550" y="781050"/>
                </a:lnTo>
                <a:lnTo>
                  <a:pt x="590550" y="790575"/>
                </a:lnTo>
                <a:lnTo>
                  <a:pt x="571500" y="790575"/>
                </a:lnTo>
                <a:close/>
              </a:path>
            </a:pathLst>
          </a:custGeom>
          <a:solidFill xmlns:a="http://schemas.openxmlformats.org/drawingml/2006/main">
            <a:srgbClr val="758693"/>
          </a:solidFill>
          <a:ln xmlns:a="http://schemas.openxmlformats.org/drawingml/2006/main" w="0">
            <a:noFill/>
          </a:ln>
        </p:spPr>
      </p:sp>
      <p:sp>
        <p:nvSpPr>
          <p:cNvPr id="76" name="limits vector #74848f">
            <a:extLst xmlns:a="http://schemas.openxmlformats.org/drawingml/2006/main">
              <a:ext uri="{FF2B5EF4-FFF2-40B4-BE49-F238E27FC236}">
                <a16:creationId xmlns:a16="http://schemas.microsoft.com/office/drawing/2014/main" id="{3DA53D85-6152-4D06-8C56-2FD5D2EAC49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076950" y="1504950"/>
            <a:ext cx="923925" cy="876300"/>
          </a:xfrm>
          <a:custGeom xmlns:a="http://schemas.openxmlformats.org/drawingml/2006/main">
            <a:pathLst>
              <a:path w="923925" h="876300">
                <a:moveTo>
                  <a:pt x="371475" y="295275"/>
                </a:moveTo>
                <a:lnTo>
                  <a:pt x="390525" y="295275"/>
                </a:lnTo>
                <a:lnTo>
                  <a:pt x="390525" y="314325"/>
                </a:lnTo>
                <a:lnTo>
                  <a:pt x="400050" y="314325"/>
                </a:lnTo>
                <a:lnTo>
                  <a:pt x="400050" y="295275"/>
                </a:lnTo>
                <a:lnTo>
                  <a:pt x="409575" y="295275"/>
                </a:lnTo>
                <a:lnTo>
                  <a:pt x="409575" y="304800"/>
                </a:lnTo>
                <a:lnTo>
                  <a:pt x="419100" y="304800"/>
                </a:lnTo>
                <a:lnTo>
                  <a:pt x="419100" y="295275"/>
                </a:lnTo>
                <a:lnTo>
                  <a:pt x="438150" y="295275"/>
                </a:lnTo>
                <a:lnTo>
                  <a:pt x="438150" y="323850"/>
                </a:lnTo>
                <a:lnTo>
                  <a:pt x="428625" y="323850"/>
                </a:lnTo>
                <a:lnTo>
                  <a:pt x="428625" y="333375"/>
                </a:lnTo>
                <a:lnTo>
                  <a:pt x="419100" y="333375"/>
                </a:lnTo>
                <a:lnTo>
                  <a:pt x="419100" y="323850"/>
                </a:lnTo>
                <a:lnTo>
                  <a:pt x="409575" y="323850"/>
                </a:lnTo>
                <a:lnTo>
                  <a:pt x="409575" y="333375"/>
                </a:lnTo>
                <a:lnTo>
                  <a:pt x="400050" y="333375"/>
                </a:lnTo>
                <a:lnTo>
                  <a:pt x="400050" y="323850"/>
                </a:lnTo>
                <a:lnTo>
                  <a:pt x="381000" y="323850"/>
                </a:lnTo>
                <a:lnTo>
                  <a:pt x="381000" y="304800"/>
                </a:lnTo>
                <a:lnTo>
                  <a:pt x="371475" y="304800"/>
                </a:lnTo>
                <a:close/>
                <a:moveTo>
                  <a:pt x="409575" y="428625"/>
                </a:moveTo>
                <a:lnTo>
                  <a:pt x="438150" y="428625"/>
                </a:lnTo>
                <a:lnTo>
                  <a:pt x="438150" y="533400"/>
                </a:lnTo>
                <a:lnTo>
                  <a:pt x="419100" y="533400"/>
                </a:lnTo>
                <a:lnTo>
                  <a:pt x="419100" y="523875"/>
                </a:lnTo>
                <a:lnTo>
                  <a:pt x="400050" y="523875"/>
                </a:lnTo>
                <a:lnTo>
                  <a:pt x="400050" y="533400"/>
                </a:lnTo>
                <a:lnTo>
                  <a:pt x="390525" y="533400"/>
                </a:lnTo>
                <a:lnTo>
                  <a:pt x="390525" y="552450"/>
                </a:lnTo>
                <a:lnTo>
                  <a:pt x="381000" y="552450"/>
                </a:lnTo>
                <a:lnTo>
                  <a:pt x="381000" y="561975"/>
                </a:lnTo>
                <a:lnTo>
                  <a:pt x="371475" y="561975"/>
                </a:lnTo>
                <a:lnTo>
                  <a:pt x="371475" y="571500"/>
                </a:lnTo>
                <a:lnTo>
                  <a:pt x="352425" y="571500"/>
                </a:lnTo>
                <a:lnTo>
                  <a:pt x="352425" y="552450"/>
                </a:lnTo>
                <a:lnTo>
                  <a:pt x="361950" y="552450"/>
                </a:lnTo>
                <a:lnTo>
                  <a:pt x="361950" y="542925"/>
                </a:lnTo>
                <a:lnTo>
                  <a:pt x="371475" y="542925"/>
                </a:lnTo>
                <a:lnTo>
                  <a:pt x="371475" y="523875"/>
                </a:lnTo>
                <a:lnTo>
                  <a:pt x="381000" y="523875"/>
                </a:lnTo>
                <a:lnTo>
                  <a:pt x="381000" y="485775"/>
                </a:lnTo>
                <a:lnTo>
                  <a:pt x="371475" y="485775"/>
                </a:lnTo>
                <a:lnTo>
                  <a:pt x="371475" y="466725"/>
                </a:lnTo>
                <a:lnTo>
                  <a:pt x="381000" y="466725"/>
                </a:lnTo>
                <a:lnTo>
                  <a:pt x="381000" y="438150"/>
                </a:lnTo>
                <a:lnTo>
                  <a:pt x="409575" y="438150"/>
                </a:lnTo>
                <a:close/>
                <a:moveTo>
                  <a:pt x="552450" y="457200"/>
                </a:moveTo>
                <a:lnTo>
                  <a:pt x="561975" y="457200"/>
                </a:lnTo>
                <a:lnTo>
                  <a:pt x="561975" y="485775"/>
                </a:lnTo>
                <a:lnTo>
                  <a:pt x="552450" y="485775"/>
                </a:lnTo>
                <a:lnTo>
                  <a:pt x="552450" y="514350"/>
                </a:lnTo>
                <a:lnTo>
                  <a:pt x="533400" y="514350"/>
                </a:lnTo>
                <a:lnTo>
                  <a:pt x="533400" y="466725"/>
                </a:lnTo>
                <a:lnTo>
                  <a:pt x="552450" y="466725"/>
                </a:lnTo>
                <a:close/>
                <a:moveTo>
                  <a:pt x="704850" y="457200"/>
                </a:moveTo>
                <a:lnTo>
                  <a:pt x="714375" y="457200"/>
                </a:lnTo>
                <a:lnTo>
                  <a:pt x="714375" y="476250"/>
                </a:lnTo>
                <a:lnTo>
                  <a:pt x="704850" y="476250"/>
                </a:lnTo>
                <a:close/>
                <a:moveTo>
                  <a:pt x="723900" y="457200"/>
                </a:moveTo>
                <a:lnTo>
                  <a:pt x="733425" y="457200"/>
                </a:lnTo>
                <a:lnTo>
                  <a:pt x="733425" y="476250"/>
                </a:lnTo>
                <a:lnTo>
                  <a:pt x="723900" y="476250"/>
                </a:lnTo>
                <a:close/>
                <a:moveTo>
                  <a:pt x="285750" y="542925"/>
                </a:moveTo>
                <a:lnTo>
                  <a:pt x="295275" y="542925"/>
                </a:lnTo>
                <a:lnTo>
                  <a:pt x="295275" y="552450"/>
                </a:lnTo>
                <a:lnTo>
                  <a:pt x="285750" y="552450"/>
                </a:lnTo>
                <a:close/>
                <a:moveTo>
                  <a:pt x="152400" y="628650"/>
                </a:moveTo>
                <a:lnTo>
                  <a:pt x="161925" y="628650"/>
                </a:lnTo>
                <a:lnTo>
                  <a:pt x="161925" y="647700"/>
                </a:lnTo>
                <a:lnTo>
                  <a:pt x="152400" y="647700"/>
                </a:lnTo>
                <a:close/>
                <a:moveTo>
                  <a:pt x="171450" y="647700"/>
                </a:moveTo>
                <a:lnTo>
                  <a:pt x="180975" y="647700"/>
                </a:lnTo>
                <a:lnTo>
                  <a:pt x="180975" y="657225"/>
                </a:lnTo>
                <a:lnTo>
                  <a:pt x="171450" y="657225"/>
                </a:lnTo>
                <a:close/>
                <a:moveTo>
                  <a:pt x="200025" y="666750"/>
                </a:moveTo>
                <a:lnTo>
                  <a:pt x="219075" y="666750"/>
                </a:lnTo>
                <a:lnTo>
                  <a:pt x="219075" y="676275"/>
                </a:lnTo>
                <a:lnTo>
                  <a:pt x="228600" y="676275"/>
                </a:lnTo>
                <a:lnTo>
                  <a:pt x="228600" y="685800"/>
                </a:lnTo>
                <a:lnTo>
                  <a:pt x="209550" y="685800"/>
                </a:lnTo>
                <a:lnTo>
                  <a:pt x="209550" y="676275"/>
                </a:lnTo>
                <a:lnTo>
                  <a:pt x="200025" y="676275"/>
                </a:lnTo>
                <a:close/>
                <a:moveTo>
                  <a:pt x="609600" y="666750"/>
                </a:moveTo>
                <a:lnTo>
                  <a:pt x="619125" y="666750"/>
                </a:lnTo>
                <a:lnTo>
                  <a:pt x="619125" y="676275"/>
                </a:lnTo>
                <a:lnTo>
                  <a:pt x="628650" y="676275"/>
                </a:lnTo>
                <a:lnTo>
                  <a:pt x="628650" y="685800"/>
                </a:lnTo>
                <a:lnTo>
                  <a:pt x="619125" y="685800"/>
                </a:lnTo>
                <a:lnTo>
                  <a:pt x="619125" y="704850"/>
                </a:lnTo>
                <a:lnTo>
                  <a:pt x="609600" y="704850"/>
                </a:lnTo>
                <a:lnTo>
                  <a:pt x="609600" y="723900"/>
                </a:lnTo>
                <a:lnTo>
                  <a:pt x="590550" y="723900"/>
                </a:lnTo>
                <a:lnTo>
                  <a:pt x="590550" y="733425"/>
                </a:lnTo>
                <a:lnTo>
                  <a:pt x="600075" y="733425"/>
                </a:lnTo>
                <a:lnTo>
                  <a:pt x="600075" y="742950"/>
                </a:lnTo>
                <a:lnTo>
                  <a:pt x="590550" y="742950"/>
                </a:lnTo>
                <a:lnTo>
                  <a:pt x="590550" y="752475"/>
                </a:lnTo>
                <a:lnTo>
                  <a:pt x="619125" y="752475"/>
                </a:lnTo>
                <a:lnTo>
                  <a:pt x="619125" y="742950"/>
                </a:lnTo>
                <a:lnTo>
                  <a:pt x="647700" y="742950"/>
                </a:lnTo>
                <a:lnTo>
                  <a:pt x="647700" y="733425"/>
                </a:lnTo>
                <a:lnTo>
                  <a:pt x="657225" y="733425"/>
                </a:lnTo>
                <a:lnTo>
                  <a:pt x="657225" y="742950"/>
                </a:lnTo>
                <a:lnTo>
                  <a:pt x="666750" y="742950"/>
                </a:lnTo>
                <a:lnTo>
                  <a:pt x="666750" y="781050"/>
                </a:lnTo>
                <a:lnTo>
                  <a:pt x="647700" y="781050"/>
                </a:lnTo>
                <a:lnTo>
                  <a:pt x="647700" y="762000"/>
                </a:lnTo>
                <a:lnTo>
                  <a:pt x="638175" y="762000"/>
                </a:lnTo>
                <a:lnTo>
                  <a:pt x="638175" y="752475"/>
                </a:lnTo>
                <a:lnTo>
                  <a:pt x="628650" y="752475"/>
                </a:lnTo>
                <a:lnTo>
                  <a:pt x="628650" y="762000"/>
                </a:lnTo>
                <a:lnTo>
                  <a:pt x="609600" y="762000"/>
                </a:lnTo>
                <a:lnTo>
                  <a:pt x="609600" y="771525"/>
                </a:lnTo>
                <a:lnTo>
                  <a:pt x="590550" y="771525"/>
                </a:lnTo>
                <a:lnTo>
                  <a:pt x="590550" y="781050"/>
                </a:lnTo>
                <a:lnTo>
                  <a:pt x="571500" y="781050"/>
                </a:lnTo>
                <a:lnTo>
                  <a:pt x="571500" y="790575"/>
                </a:lnTo>
                <a:lnTo>
                  <a:pt x="590550" y="790575"/>
                </a:lnTo>
                <a:lnTo>
                  <a:pt x="590550" y="781050"/>
                </a:lnTo>
                <a:lnTo>
                  <a:pt x="600075" y="781050"/>
                </a:lnTo>
                <a:lnTo>
                  <a:pt x="600075" y="790575"/>
                </a:lnTo>
                <a:lnTo>
                  <a:pt x="638175" y="790575"/>
                </a:lnTo>
                <a:lnTo>
                  <a:pt x="638175" y="809625"/>
                </a:lnTo>
                <a:lnTo>
                  <a:pt x="628650" y="809625"/>
                </a:lnTo>
                <a:lnTo>
                  <a:pt x="628650" y="819150"/>
                </a:lnTo>
                <a:lnTo>
                  <a:pt x="552450" y="819150"/>
                </a:lnTo>
                <a:lnTo>
                  <a:pt x="552450" y="809625"/>
                </a:lnTo>
                <a:lnTo>
                  <a:pt x="533400" y="809625"/>
                </a:lnTo>
                <a:lnTo>
                  <a:pt x="533400" y="800100"/>
                </a:lnTo>
                <a:lnTo>
                  <a:pt x="523875" y="800100"/>
                </a:lnTo>
                <a:lnTo>
                  <a:pt x="523875" y="771525"/>
                </a:lnTo>
                <a:lnTo>
                  <a:pt x="533400" y="771525"/>
                </a:lnTo>
                <a:lnTo>
                  <a:pt x="533400" y="752475"/>
                </a:lnTo>
                <a:lnTo>
                  <a:pt x="542925" y="752475"/>
                </a:lnTo>
                <a:lnTo>
                  <a:pt x="542925" y="742950"/>
                </a:lnTo>
                <a:lnTo>
                  <a:pt x="552450" y="742950"/>
                </a:lnTo>
                <a:lnTo>
                  <a:pt x="552450" y="723900"/>
                </a:lnTo>
                <a:lnTo>
                  <a:pt x="561975" y="723900"/>
                </a:lnTo>
                <a:lnTo>
                  <a:pt x="561975" y="704850"/>
                </a:lnTo>
                <a:lnTo>
                  <a:pt x="571500" y="704850"/>
                </a:lnTo>
                <a:lnTo>
                  <a:pt x="571500" y="685800"/>
                </a:lnTo>
                <a:lnTo>
                  <a:pt x="590550" y="685800"/>
                </a:lnTo>
                <a:lnTo>
                  <a:pt x="590550" y="676275"/>
                </a:lnTo>
                <a:lnTo>
                  <a:pt x="609600" y="676275"/>
                </a:lnTo>
                <a:close/>
                <a:moveTo>
                  <a:pt x="771525" y="695325"/>
                </a:moveTo>
                <a:lnTo>
                  <a:pt x="790575" y="695325"/>
                </a:lnTo>
                <a:lnTo>
                  <a:pt x="790575" y="704850"/>
                </a:lnTo>
                <a:lnTo>
                  <a:pt x="809625" y="704850"/>
                </a:lnTo>
                <a:lnTo>
                  <a:pt x="809625" y="723900"/>
                </a:lnTo>
                <a:lnTo>
                  <a:pt x="781050" y="723900"/>
                </a:lnTo>
                <a:lnTo>
                  <a:pt x="781050" y="704850"/>
                </a:lnTo>
                <a:lnTo>
                  <a:pt x="771525" y="704850"/>
                </a:lnTo>
                <a:close/>
                <a:moveTo>
                  <a:pt x="723900" y="704850"/>
                </a:moveTo>
                <a:lnTo>
                  <a:pt x="733425" y="704850"/>
                </a:lnTo>
                <a:lnTo>
                  <a:pt x="733425" y="714375"/>
                </a:lnTo>
                <a:lnTo>
                  <a:pt x="723900" y="714375"/>
                </a:lnTo>
                <a:close/>
                <a:moveTo>
                  <a:pt x="714375" y="742950"/>
                </a:moveTo>
                <a:lnTo>
                  <a:pt x="733425" y="742950"/>
                </a:lnTo>
                <a:lnTo>
                  <a:pt x="733425" y="762000"/>
                </a:lnTo>
                <a:lnTo>
                  <a:pt x="723900" y="762000"/>
                </a:lnTo>
                <a:lnTo>
                  <a:pt x="723900" y="752475"/>
                </a:lnTo>
                <a:lnTo>
                  <a:pt x="714375" y="752475"/>
                </a:lnTo>
                <a:close/>
                <a:moveTo>
                  <a:pt x="714375" y="771525"/>
                </a:moveTo>
                <a:lnTo>
                  <a:pt x="723900" y="771525"/>
                </a:lnTo>
                <a:lnTo>
                  <a:pt x="723900" y="781050"/>
                </a:lnTo>
                <a:lnTo>
                  <a:pt x="714375" y="781050"/>
                </a:lnTo>
                <a:close/>
              </a:path>
            </a:pathLst>
          </a:custGeom>
          <a:solidFill xmlns:a="http://schemas.openxmlformats.org/drawingml/2006/main">
            <a:srgbClr val="74848F"/>
          </a:solidFill>
          <a:ln xmlns:a="http://schemas.openxmlformats.org/drawingml/2006/main" w="0">
            <a:noFill/>
          </a:ln>
        </p:spPr>
      </p:sp>
      <p:sp>
        <p:nvSpPr>
          <p:cNvPr id="77" name="rocket vector #f2f0e3">
            <a:extLst xmlns:a="http://schemas.openxmlformats.org/drawingml/2006/main">
              <a:ext uri="{FF2B5EF4-FFF2-40B4-BE49-F238E27FC236}">
                <a16:creationId xmlns:a16="http://schemas.microsoft.com/office/drawing/2014/main" id="{C4C869EE-44FA-4038-9A58-919B3FB4D78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5550" y="1495425"/>
            <a:ext cx="1057275" cy="866775"/>
          </a:xfrm>
          <a:custGeom xmlns:a="http://schemas.openxmlformats.org/drawingml/2006/main">
            <a:pathLst>
              <a:path w="1057275" h="866775">
                <a:moveTo>
                  <a:pt x="990600" y="104775"/>
                </a:moveTo>
                <a:lnTo>
                  <a:pt x="1000125" y="104775"/>
                </a:lnTo>
                <a:lnTo>
                  <a:pt x="1000125" y="133350"/>
                </a:lnTo>
                <a:lnTo>
                  <a:pt x="981075" y="133350"/>
                </a:lnTo>
                <a:lnTo>
                  <a:pt x="981075" y="142875"/>
                </a:lnTo>
                <a:lnTo>
                  <a:pt x="971550" y="142875"/>
                </a:lnTo>
                <a:lnTo>
                  <a:pt x="971550" y="123825"/>
                </a:lnTo>
                <a:lnTo>
                  <a:pt x="981075" y="123825"/>
                </a:lnTo>
                <a:lnTo>
                  <a:pt x="981075" y="114300"/>
                </a:lnTo>
                <a:lnTo>
                  <a:pt x="990600" y="114300"/>
                </a:lnTo>
                <a:close/>
                <a:moveTo>
                  <a:pt x="714375" y="123825"/>
                </a:moveTo>
                <a:lnTo>
                  <a:pt x="723900" y="123825"/>
                </a:lnTo>
                <a:lnTo>
                  <a:pt x="723900" y="133350"/>
                </a:lnTo>
                <a:lnTo>
                  <a:pt x="733425" y="133350"/>
                </a:lnTo>
                <a:lnTo>
                  <a:pt x="733425" y="123825"/>
                </a:lnTo>
                <a:lnTo>
                  <a:pt x="742950" y="123825"/>
                </a:lnTo>
                <a:lnTo>
                  <a:pt x="742950" y="133350"/>
                </a:lnTo>
                <a:lnTo>
                  <a:pt x="752475" y="133350"/>
                </a:lnTo>
                <a:lnTo>
                  <a:pt x="752475" y="152400"/>
                </a:lnTo>
                <a:lnTo>
                  <a:pt x="733425" y="152400"/>
                </a:lnTo>
                <a:lnTo>
                  <a:pt x="733425" y="161925"/>
                </a:lnTo>
                <a:lnTo>
                  <a:pt x="723900" y="161925"/>
                </a:lnTo>
                <a:lnTo>
                  <a:pt x="723900" y="152400"/>
                </a:lnTo>
                <a:lnTo>
                  <a:pt x="714375" y="152400"/>
                </a:lnTo>
                <a:close/>
                <a:moveTo>
                  <a:pt x="247650" y="142875"/>
                </a:moveTo>
                <a:lnTo>
                  <a:pt x="276225" y="142875"/>
                </a:lnTo>
                <a:lnTo>
                  <a:pt x="276225" y="152400"/>
                </a:lnTo>
                <a:lnTo>
                  <a:pt x="285750" y="152400"/>
                </a:lnTo>
                <a:lnTo>
                  <a:pt x="285750" y="161925"/>
                </a:lnTo>
                <a:lnTo>
                  <a:pt x="295275" y="161925"/>
                </a:lnTo>
                <a:lnTo>
                  <a:pt x="295275" y="171450"/>
                </a:lnTo>
                <a:lnTo>
                  <a:pt x="285750" y="171450"/>
                </a:lnTo>
                <a:lnTo>
                  <a:pt x="285750" y="180975"/>
                </a:lnTo>
                <a:lnTo>
                  <a:pt x="276225" y="180975"/>
                </a:lnTo>
                <a:lnTo>
                  <a:pt x="276225" y="171450"/>
                </a:lnTo>
                <a:lnTo>
                  <a:pt x="247650" y="171450"/>
                </a:lnTo>
                <a:close/>
                <a:moveTo>
                  <a:pt x="1047750" y="152400"/>
                </a:moveTo>
                <a:lnTo>
                  <a:pt x="1057275" y="152400"/>
                </a:lnTo>
                <a:lnTo>
                  <a:pt x="1057275" y="171450"/>
                </a:lnTo>
                <a:lnTo>
                  <a:pt x="1038225" y="171450"/>
                </a:lnTo>
                <a:lnTo>
                  <a:pt x="1038225" y="161925"/>
                </a:lnTo>
                <a:lnTo>
                  <a:pt x="1047750" y="161925"/>
                </a:lnTo>
                <a:close/>
                <a:moveTo>
                  <a:pt x="200025" y="200025"/>
                </a:moveTo>
                <a:lnTo>
                  <a:pt x="219075" y="200025"/>
                </a:lnTo>
                <a:lnTo>
                  <a:pt x="219075" y="228600"/>
                </a:lnTo>
                <a:lnTo>
                  <a:pt x="200025" y="228600"/>
                </a:lnTo>
                <a:lnTo>
                  <a:pt x="200025" y="219075"/>
                </a:lnTo>
                <a:lnTo>
                  <a:pt x="190500" y="219075"/>
                </a:lnTo>
                <a:lnTo>
                  <a:pt x="190500" y="209550"/>
                </a:lnTo>
                <a:lnTo>
                  <a:pt x="200025" y="209550"/>
                </a:lnTo>
                <a:close/>
                <a:moveTo>
                  <a:pt x="1019175" y="200025"/>
                </a:moveTo>
                <a:lnTo>
                  <a:pt x="1057275" y="200025"/>
                </a:lnTo>
                <a:lnTo>
                  <a:pt x="1057275" y="219075"/>
                </a:lnTo>
                <a:lnTo>
                  <a:pt x="1019175" y="219075"/>
                </a:lnTo>
                <a:close/>
                <a:moveTo>
                  <a:pt x="104775" y="209550"/>
                </a:moveTo>
                <a:lnTo>
                  <a:pt x="114300" y="209550"/>
                </a:lnTo>
                <a:lnTo>
                  <a:pt x="114300" y="219075"/>
                </a:lnTo>
                <a:lnTo>
                  <a:pt x="123825" y="219075"/>
                </a:lnTo>
                <a:lnTo>
                  <a:pt x="123825" y="209550"/>
                </a:lnTo>
                <a:lnTo>
                  <a:pt x="133350" y="209550"/>
                </a:lnTo>
                <a:lnTo>
                  <a:pt x="133350" y="219075"/>
                </a:lnTo>
                <a:lnTo>
                  <a:pt x="142875" y="219075"/>
                </a:lnTo>
                <a:lnTo>
                  <a:pt x="142875" y="228600"/>
                </a:lnTo>
                <a:lnTo>
                  <a:pt x="104775" y="228600"/>
                </a:lnTo>
                <a:close/>
                <a:moveTo>
                  <a:pt x="685800" y="276225"/>
                </a:moveTo>
                <a:lnTo>
                  <a:pt x="695325" y="276225"/>
                </a:lnTo>
                <a:lnTo>
                  <a:pt x="695325" y="285750"/>
                </a:lnTo>
                <a:lnTo>
                  <a:pt x="685800" y="285750"/>
                </a:lnTo>
                <a:close/>
                <a:moveTo>
                  <a:pt x="676275" y="342900"/>
                </a:moveTo>
                <a:lnTo>
                  <a:pt x="704850" y="342900"/>
                </a:lnTo>
                <a:lnTo>
                  <a:pt x="704850" y="352425"/>
                </a:lnTo>
                <a:lnTo>
                  <a:pt x="714375" y="352425"/>
                </a:lnTo>
                <a:lnTo>
                  <a:pt x="714375" y="371475"/>
                </a:lnTo>
                <a:lnTo>
                  <a:pt x="723900" y="371475"/>
                </a:lnTo>
                <a:lnTo>
                  <a:pt x="723900" y="381000"/>
                </a:lnTo>
                <a:lnTo>
                  <a:pt x="714375" y="381000"/>
                </a:lnTo>
                <a:lnTo>
                  <a:pt x="714375" y="390525"/>
                </a:lnTo>
                <a:lnTo>
                  <a:pt x="704850" y="390525"/>
                </a:lnTo>
                <a:lnTo>
                  <a:pt x="704850" y="400050"/>
                </a:lnTo>
                <a:lnTo>
                  <a:pt x="695325" y="400050"/>
                </a:lnTo>
                <a:lnTo>
                  <a:pt x="695325" y="409575"/>
                </a:lnTo>
                <a:lnTo>
                  <a:pt x="666750" y="409575"/>
                </a:lnTo>
                <a:lnTo>
                  <a:pt x="666750" y="400050"/>
                </a:lnTo>
                <a:lnTo>
                  <a:pt x="609600" y="400050"/>
                </a:lnTo>
                <a:lnTo>
                  <a:pt x="609600" y="381000"/>
                </a:lnTo>
                <a:lnTo>
                  <a:pt x="619125" y="381000"/>
                </a:lnTo>
                <a:lnTo>
                  <a:pt x="619125" y="352425"/>
                </a:lnTo>
                <a:lnTo>
                  <a:pt x="676275" y="352425"/>
                </a:lnTo>
                <a:close/>
                <a:moveTo>
                  <a:pt x="828675" y="466725"/>
                </a:moveTo>
                <a:lnTo>
                  <a:pt x="885825" y="466725"/>
                </a:lnTo>
                <a:lnTo>
                  <a:pt x="885825" y="476250"/>
                </a:lnTo>
                <a:lnTo>
                  <a:pt x="895350" y="476250"/>
                </a:lnTo>
                <a:lnTo>
                  <a:pt x="895350" y="495300"/>
                </a:lnTo>
                <a:lnTo>
                  <a:pt x="885825" y="495300"/>
                </a:lnTo>
                <a:lnTo>
                  <a:pt x="885825" y="504825"/>
                </a:lnTo>
                <a:lnTo>
                  <a:pt x="847725" y="504825"/>
                </a:lnTo>
                <a:lnTo>
                  <a:pt x="847725" y="495300"/>
                </a:lnTo>
                <a:lnTo>
                  <a:pt x="819150" y="495300"/>
                </a:lnTo>
                <a:lnTo>
                  <a:pt x="819150" y="485775"/>
                </a:lnTo>
                <a:lnTo>
                  <a:pt x="828675" y="485775"/>
                </a:lnTo>
                <a:close/>
                <a:moveTo>
                  <a:pt x="923925" y="495300"/>
                </a:moveTo>
                <a:lnTo>
                  <a:pt x="933450" y="495300"/>
                </a:lnTo>
                <a:lnTo>
                  <a:pt x="933450" y="504825"/>
                </a:lnTo>
                <a:lnTo>
                  <a:pt x="923925" y="504825"/>
                </a:lnTo>
                <a:close/>
                <a:moveTo>
                  <a:pt x="209550" y="542925"/>
                </a:moveTo>
                <a:lnTo>
                  <a:pt x="219075" y="542925"/>
                </a:lnTo>
                <a:lnTo>
                  <a:pt x="219075" y="561975"/>
                </a:lnTo>
                <a:lnTo>
                  <a:pt x="209550" y="561975"/>
                </a:lnTo>
                <a:close/>
                <a:moveTo>
                  <a:pt x="371475" y="628650"/>
                </a:moveTo>
                <a:lnTo>
                  <a:pt x="390525" y="628650"/>
                </a:lnTo>
                <a:lnTo>
                  <a:pt x="390525" y="647700"/>
                </a:lnTo>
                <a:lnTo>
                  <a:pt x="400050" y="647700"/>
                </a:lnTo>
                <a:lnTo>
                  <a:pt x="400050" y="657225"/>
                </a:lnTo>
                <a:lnTo>
                  <a:pt x="409575" y="657225"/>
                </a:lnTo>
                <a:lnTo>
                  <a:pt x="409575" y="666750"/>
                </a:lnTo>
                <a:lnTo>
                  <a:pt x="400050" y="666750"/>
                </a:lnTo>
                <a:lnTo>
                  <a:pt x="400050" y="676275"/>
                </a:lnTo>
                <a:lnTo>
                  <a:pt x="390525" y="676275"/>
                </a:lnTo>
                <a:lnTo>
                  <a:pt x="390525" y="695325"/>
                </a:lnTo>
                <a:lnTo>
                  <a:pt x="381000" y="695325"/>
                </a:lnTo>
                <a:lnTo>
                  <a:pt x="381000" y="685800"/>
                </a:lnTo>
                <a:lnTo>
                  <a:pt x="371475" y="685800"/>
                </a:lnTo>
                <a:lnTo>
                  <a:pt x="371475" y="704850"/>
                </a:lnTo>
                <a:lnTo>
                  <a:pt x="361950" y="704850"/>
                </a:lnTo>
                <a:lnTo>
                  <a:pt x="361950" y="695325"/>
                </a:lnTo>
                <a:lnTo>
                  <a:pt x="352425" y="695325"/>
                </a:lnTo>
                <a:lnTo>
                  <a:pt x="352425" y="704850"/>
                </a:lnTo>
                <a:lnTo>
                  <a:pt x="342900" y="704850"/>
                </a:lnTo>
                <a:lnTo>
                  <a:pt x="342900" y="666750"/>
                </a:lnTo>
                <a:lnTo>
                  <a:pt x="352425" y="666750"/>
                </a:lnTo>
                <a:lnTo>
                  <a:pt x="352425" y="657225"/>
                </a:lnTo>
                <a:lnTo>
                  <a:pt x="371475" y="657225"/>
                </a:lnTo>
                <a:close/>
                <a:moveTo>
                  <a:pt x="400050" y="695325"/>
                </a:moveTo>
                <a:lnTo>
                  <a:pt x="409575" y="695325"/>
                </a:lnTo>
                <a:lnTo>
                  <a:pt x="409575" y="704850"/>
                </a:lnTo>
                <a:lnTo>
                  <a:pt x="400050" y="704850"/>
                </a:lnTo>
                <a:close/>
                <a:moveTo>
                  <a:pt x="590550" y="704850"/>
                </a:moveTo>
                <a:lnTo>
                  <a:pt x="609600" y="704850"/>
                </a:lnTo>
                <a:lnTo>
                  <a:pt x="609600" y="714375"/>
                </a:lnTo>
                <a:lnTo>
                  <a:pt x="600075" y="714375"/>
                </a:lnTo>
                <a:lnTo>
                  <a:pt x="600075" y="723900"/>
                </a:lnTo>
                <a:lnTo>
                  <a:pt x="590550" y="723900"/>
                </a:lnTo>
                <a:close/>
                <a:moveTo>
                  <a:pt x="428625" y="723900"/>
                </a:moveTo>
                <a:lnTo>
                  <a:pt x="466725" y="723900"/>
                </a:lnTo>
                <a:lnTo>
                  <a:pt x="466725" y="733425"/>
                </a:lnTo>
                <a:lnTo>
                  <a:pt x="457200" y="733425"/>
                </a:lnTo>
                <a:lnTo>
                  <a:pt x="457200" y="742950"/>
                </a:lnTo>
                <a:lnTo>
                  <a:pt x="428625" y="742950"/>
                </a:lnTo>
                <a:close/>
                <a:moveTo>
                  <a:pt x="561975" y="723900"/>
                </a:moveTo>
                <a:lnTo>
                  <a:pt x="581025" y="723900"/>
                </a:lnTo>
                <a:lnTo>
                  <a:pt x="581025" y="733425"/>
                </a:lnTo>
                <a:lnTo>
                  <a:pt x="561975" y="733425"/>
                </a:lnTo>
                <a:close/>
              </a:path>
            </a:pathLst>
          </a:custGeom>
          <a:solidFill xmlns:a="http://schemas.openxmlformats.org/drawingml/2006/main">
            <a:srgbClr val="F2F0E3"/>
          </a:solidFill>
          <a:ln xmlns:a="http://schemas.openxmlformats.org/drawingml/2006/main" w="0">
            <a:noFill/>
          </a:ln>
        </p:spPr>
      </p:sp>
      <p:sp>
        <p:nvSpPr>
          <p:cNvPr id="78" name="rocket vector #f2efe2">
            <a:extLst xmlns:a="http://schemas.openxmlformats.org/drawingml/2006/main">
              <a:ext uri="{FF2B5EF4-FFF2-40B4-BE49-F238E27FC236}">
                <a16:creationId xmlns:a16="http://schemas.microsoft.com/office/drawing/2014/main" id="{A9527B62-5FE0-4494-ABA2-EA2575CBAB6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5550" y="1495425"/>
            <a:ext cx="1057275" cy="866775"/>
          </a:xfrm>
          <a:custGeom xmlns:a="http://schemas.openxmlformats.org/drawingml/2006/main">
            <a:pathLst>
              <a:path w="1057275" h="866775">
                <a:moveTo>
                  <a:pt x="514350" y="0"/>
                </a:moveTo>
                <a:lnTo>
                  <a:pt x="523875" y="0"/>
                </a:lnTo>
                <a:lnTo>
                  <a:pt x="523875" y="9525"/>
                </a:lnTo>
                <a:lnTo>
                  <a:pt x="514350" y="9525"/>
                </a:lnTo>
                <a:close/>
                <a:moveTo>
                  <a:pt x="609600" y="0"/>
                </a:moveTo>
                <a:lnTo>
                  <a:pt x="619125" y="0"/>
                </a:lnTo>
                <a:lnTo>
                  <a:pt x="619125" y="9525"/>
                </a:lnTo>
                <a:lnTo>
                  <a:pt x="628650" y="9525"/>
                </a:lnTo>
                <a:lnTo>
                  <a:pt x="628650" y="0"/>
                </a:lnTo>
                <a:lnTo>
                  <a:pt x="657225" y="0"/>
                </a:lnTo>
                <a:lnTo>
                  <a:pt x="657225" y="19050"/>
                </a:lnTo>
                <a:lnTo>
                  <a:pt x="609600" y="19050"/>
                </a:lnTo>
                <a:lnTo>
                  <a:pt x="609600" y="28575"/>
                </a:lnTo>
                <a:lnTo>
                  <a:pt x="600075" y="28575"/>
                </a:lnTo>
                <a:lnTo>
                  <a:pt x="600075" y="9525"/>
                </a:lnTo>
                <a:lnTo>
                  <a:pt x="609600" y="9525"/>
                </a:lnTo>
                <a:close/>
                <a:moveTo>
                  <a:pt x="533400" y="9525"/>
                </a:moveTo>
                <a:lnTo>
                  <a:pt x="542925" y="9525"/>
                </a:lnTo>
                <a:lnTo>
                  <a:pt x="542925" y="19050"/>
                </a:lnTo>
                <a:lnTo>
                  <a:pt x="533400" y="19050"/>
                </a:lnTo>
                <a:close/>
                <a:moveTo>
                  <a:pt x="723900" y="123825"/>
                </a:moveTo>
                <a:lnTo>
                  <a:pt x="733425" y="123825"/>
                </a:lnTo>
                <a:lnTo>
                  <a:pt x="733425" y="133350"/>
                </a:lnTo>
                <a:lnTo>
                  <a:pt x="723900" y="133350"/>
                </a:lnTo>
                <a:close/>
                <a:moveTo>
                  <a:pt x="742950" y="123825"/>
                </a:moveTo>
                <a:lnTo>
                  <a:pt x="752475" y="123825"/>
                </a:lnTo>
                <a:lnTo>
                  <a:pt x="752475" y="133350"/>
                </a:lnTo>
                <a:lnTo>
                  <a:pt x="742950" y="133350"/>
                </a:lnTo>
                <a:close/>
                <a:moveTo>
                  <a:pt x="752475" y="142875"/>
                </a:moveTo>
                <a:lnTo>
                  <a:pt x="762000" y="142875"/>
                </a:lnTo>
                <a:lnTo>
                  <a:pt x="762000" y="161925"/>
                </a:lnTo>
                <a:lnTo>
                  <a:pt x="752475" y="161925"/>
                </a:lnTo>
                <a:lnTo>
                  <a:pt x="752475" y="171450"/>
                </a:lnTo>
                <a:lnTo>
                  <a:pt x="723900" y="171450"/>
                </a:lnTo>
                <a:lnTo>
                  <a:pt x="723900" y="161925"/>
                </a:lnTo>
                <a:lnTo>
                  <a:pt x="733425" y="161925"/>
                </a:lnTo>
                <a:lnTo>
                  <a:pt x="733425" y="152400"/>
                </a:lnTo>
                <a:lnTo>
                  <a:pt x="752475" y="152400"/>
                </a:lnTo>
                <a:close/>
                <a:moveTo>
                  <a:pt x="133350" y="200025"/>
                </a:moveTo>
                <a:lnTo>
                  <a:pt x="152400" y="200025"/>
                </a:lnTo>
                <a:lnTo>
                  <a:pt x="152400" y="209550"/>
                </a:lnTo>
                <a:lnTo>
                  <a:pt x="133350" y="209550"/>
                </a:lnTo>
                <a:close/>
                <a:moveTo>
                  <a:pt x="219075" y="209550"/>
                </a:moveTo>
                <a:lnTo>
                  <a:pt x="228600" y="209550"/>
                </a:lnTo>
                <a:lnTo>
                  <a:pt x="228600" y="228600"/>
                </a:lnTo>
                <a:lnTo>
                  <a:pt x="219075" y="228600"/>
                </a:lnTo>
                <a:close/>
                <a:moveTo>
                  <a:pt x="66675" y="219075"/>
                </a:moveTo>
                <a:lnTo>
                  <a:pt x="85725" y="219075"/>
                </a:lnTo>
                <a:lnTo>
                  <a:pt x="85725" y="228600"/>
                </a:lnTo>
                <a:lnTo>
                  <a:pt x="66675" y="228600"/>
                </a:lnTo>
                <a:close/>
                <a:moveTo>
                  <a:pt x="161925" y="228600"/>
                </a:moveTo>
                <a:lnTo>
                  <a:pt x="171450" y="228600"/>
                </a:lnTo>
                <a:lnTo>
                  <a:pt x="171450" y="238125"/>
                </a:lnTo>
                <a:lnTo>
                  <a:pt x="180975" y="238125"/>
                </a:lnTo>
                <a:lnTo>
                  <a:pt x="180975" y="257175"/>
                </a:lnTo>
                <a:lnTo>
                  <a:pt x="161925" y="257175"/>
                </a:lnTo>
                <a:close/>
                <a:moveTo>
                  <a:pt x="828675" y="495300"/>
                </a:moveTo>
                <a:lnTo>
                  <a:pt x="847725" y="495300"/>
                </a:lnTo>
                <a:lnTo>
                  <a:pt x="847725" y="504825"/>
                </a:lnTo>
                <a:lnTo>
                  <a:pt x="828675" y="504825"/>
                </a:lnTo>
                <a:close/>
                <a:moveTo>
                  <a:pt x="847725" y="504825"/>
                </a:moveTo>
                <a:lnTo>
                  <a:pt x="866775" y="504825"/>
                </a:lnTo>
                <a:lnTo>
                  <a:pt x="866775" y="514350"/>
                </a:lnTo>
                <a:lnTo>
                  <a:pt x="847725" y="514350"/>
                </a:lnTo>
                <a:close/>
                <a:moveTo>
                  <a:pt x="981075" y="504825"/>
                </a:moveTo>
                <a:lnTo>
                  <a:pt x="1000125" y="504825"/>
                </a:lnTo>
                <a:lnTo>
                  <a:pt x="1000125" y="514350"/>
                </a:lnTo>
                <a:lnTo>
                  <a:pt x="990600" y="514350"/>
                </a:lnTo>
                <a:lnTo>
                  <a:pt x="990600" y="523875"/>
                </a:lnTo>
                <a:lnTo>
                  <a:pt x="981075" y="523875"/>
                </a:lnTo>
                <a:close/>
                <a:moveTo>
                  <a:pt x="904875" y="542925"/>
                </a:moveTo>
                <a:lnTo>
                  <a:pt x="923925" y="542925"/>
                </a:lnTo>
                <a:lnTo>
                  <a:pt x="923925" y="552450"/>
                </a:lnTo>
                <a:lnTo>
                  <a:pt x="904875" y="552450"/>
                </a:lnTo>
                <a:close/>
                <a:moveTo>
                  <a:pt x="742950" y="590550"/>
                </a:moveTo>
                <a:lnTo>
                  <a:pt x="752475" y="590550"/>
                </a:lnTo>
                <a:lnTo>
                  <a:pt x="752475" y="600075"/>
                </a:lnTo>
                <a:lnTo>
                  <a:pt x="742950" y="600075"/>
                </a:lnTo>
                <a:close/>
                <a:moveTo>
                  <a:pt x="733425" y="600075"/>
                </a:moveTo>
                <a:lnTo>
                  <a:pt x="742950" y="600075"/>
                </a:lnTo>
                <a:lnTo>
                  <a:pt x="742950" y="609600"/>
                </a:lnTo>
                <a:lnTo>
                  <a:pt x="733425" y="609600"/>
                </a:lnTo>
                <a:close/>
                <a:moveTo>
                  <a:pt x="752475" y="600075"/>
                </a:moveTo>
                <a:lnTo>
                  <a:pt x="762000" y="600075"/>
                </a:lnTo>
                <a:lnTo>
                  <a:pt x="762000" y="609600"/>
                </a:lnTo>
                <a:lnTo>
                  <a:pt x="752475" y="609600"/>
                </a:lnTo>
                <a:close/>
                <a:moveTo>
                  <a:pt x="666750" y="685800"/>
                </a:moveTo>
                <a:lnTo>
                  <a:pt x="676275" y="685800"/>
                </a:lnTo>
                <a:lnTo>
                  <a:pt x="676275" y="695325"/>
                </a:lnTo>
                <a:lnTo>
                  <a:pt x="666750" y="695325"/>
                </a:lnTo>
                <a:close/>
                <a:moveTo>
                  <a:pt x="628650" y="695325"/>
                </a:moveTo>
                <a:lnTo>
                  <a:pt x="638175" y="695325"/>
                </a:lnTo>
                <a:lnTo>
                  <a:pt x="638175" y="704850"/>
                </a:lnTo>
                <a:lnTo>
                  <a:pt x="657225" y="704850"/>
                </a:lnTo>
                <a:lnTo>
                  <a:pt x="657225" y="714375"/>
                </a:lnTo>
                <a:lnTo>
                  <a:pt x="638175" y="714375"/>
                </a:lnTo>
                <a:lnTo>
                  <a:pt x="638175" y="723900"/>
                </a:lnTo>
                <a:lnTo>
                  <a:pt x="619125" y="723900"/>
                </a:lnTo>
                <a:lnTo>
                  <a:pt x="619125" y="714375"/>
                </a:lnTo>
                <a:lnTo>
                  <a:pt x="628650" y="714375"/>
                </a:lnTo>
                <a:close/>
                <a:moveTo>
                  <a:pt x="409575" y="714375"/>
                </a:moveTo>
                <a:lnTo>
                  <a:pt x="428625" y="714375"/>
                </a:lnTo>
                <a:lnTo>
                  <a:pt x="428625" y="742950"/>
                </a:lnTo>
                <a:lnTo>
                  <a:pt x="409575" y="742950"/>
                </a:lnTo>
                <a:close/>
                <a:moveTo>
                  <a:pt x="590550" y="742950"/>
                </a:moveTo>
                <a:lnTo>
                  <a:pt x="600075" y="742950"/>
                </a:lnTo>
                <a:lnTo>
                  <a:pt x="600075" y="752475"/>
                </a:lnTo>
                <a:lnTo>
                  <a:pt x="590550" y="752475"/>
                </a:lnTo>
                <a:close/>
                <a:moveTo>
                  <a:pt x="561975" y="762000"/>
                </a:moveTo>
                <a:lnTo>
                  <a:pt x="590550" y="762000"/>
                </a:lnTo>
                <a:lnTo>
                  <a:pt x="590550" y="771525"/>
                </a:lnTo>
                <a:lnTo>
                  <a:pt x="581025" y="771525"/>
                </a:lnTo>
                <a:lnTo>
                  <a:pt x="581025" y="781050"/>
                </a:lnTo>
                <a:lnTo>
                  <a:pt x="571500" y="781050"/>
                </a:lnTo>
                <a:lnTo>
                  <a:pt x="571500" y="790575"/>
                </a:lnTo>
                <a:lnTo>
                  <a:pt x="561975" y="790575"/>
                </a:lnTo>
                <a:close/>
                <a:moveTo>
                  <a:pt x="190500" y="838200"/>
                </a:moveTo>
                <a:lnTo>
                  <a:pt x="200025" y="838200"/>
                </a:lnTo>
                <a:lnTo>
                  <a:pt x="200025" y="847725"/>
                </a:lnTo>
                <a:lnTo>
                  <a:pt x="190500" y="847725"/>
                </a:lnTo>
                <a:close/>
              </a:path>
            </a:pathLst>
          </a:custGeom>
          <a:solidFill xmlns:a="http://schemas.openxmlformats.org/drawingml/2006/main">
            <a:srgbClr val="F2EFE2"/>
          </a:solidFill>
          <a:ln xmlns:a="http://schemas.openxmlformats.org/drawingml/2006/main" w="0">
            <a:noFill/>
          </a:ln>
        </p:spPr>
      </p:sp>
      <p:sp>
        <p:nvSpPr>
          <p:cNvPr id="79" name="rocket vector #f1efe3">
            <a:extLst xmlns:a="http://schemas.openxmlformats.org/drawingml/2006/main">
              <a:ext uri="{FF2B5EF4-FFF2-40B4-BE49-F238E27FC236}">
                <a16:creationId xmlns:a16="http://schemas.microsoft.com/office/drawing/2014/main" id="{842FA85F-D659-4189-BCA0-28C1C66156B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5550" y="1495425"/>
            <a:ext cx="1057275" cy="866775"/>
          </a:xfrm>
          <a:custGeom xmlns:a="http://schemas.openxmlformats.org/drawingml/2006/main">
            <a:pathLst>
              <a:path w="1057275" h="866775">
                <a:moveTo>
                  <a:pt x="676275" y="28575"/>
                </a:moveTo>
                <a:lnTo>
                  <a:pt x="695325" y="28575"/>
                </a:lnTo>
                <a:lnTo>
                  <a:pt x="695325" y="47625"/>
                </a:lnTo>
                <a:lnTo>
                  <a:pt x="676275" y="47625"/>
                </a:lnTo>
                <a:close/>
                <a:moveTo>
                  <a:pt x="752475" y="133350"/>
                </a:moveTo>
                <a:lnTo>
                  <a:pt x="762000" y="133350"/>
                </a:lnTo>
                <a:lnTo>
                  <a:pt x="762000" y="142875"/>
                </a:lnTo>
                <a:lnTo>
                  <a:pt x="752475" y="142875"/>
                </a:lnTo>
                <a:close/>
                <a:moveTo>
                  <a:pt x="238125" y="152400"/>
                </a:moveTo>
                <a:lnTo>
                  <a:pt x="247650" y="152400"/>
                </a:lnTo>
                <a:lnTo>
                  <a:pt x="247650" y="161925"/>
                </a:lnTo>
                <a:lnTo>
                  <a:pt x="238125" y="161925"/>
                </a:lnTo>
                <a:close/>
                <a:moveTo>
                  <a:pt x="714375" y="152400"/>
                </a:moveTo>
                <a:lnTo>
                  <a:pt x="723900" y="152400"/>
                </a:lnTo>
                <a:lnTo>
                  <a:pt x="723900" y="171450"/>
                </a:lnTo>
                <a:lnTo>
                  <a:pt x="714375" y="171450"/>
                </a:lnTo>
                <a:close/>
                <a:moveTo>
                  <a:pt x="800100" y="180975"/>
                </a:moveTo>
                <a:lnTo>
                  <a:pt x="809625" y="180975"/>
                </a:lnTo>
                <a:lnTo>
                  <a:pt x="809625" y="190500"/>
                </a:lnTo>
                <a:lnTo>
                  <a:pt x="800100" y="190500"/>
                </a:lnTo>
                <a:close/>
                <a:moveTo>
                  <a:pt x="752475" y="200025"/>
                </a:moveTo>
                <a:lnTo>
                  <a:pt x="771525" y="200025"/>
                </a:lnTo>
                <a:lnTo>
                  <a:pt x="771525" y="219075"/>
                </a:lnTo>
                <a:lnTo>
                  <a:pt x="762000" y="219075"/>
                </a:lnTo>
                <a:lnTo>
                  <a:pt x="762000" y="209550"/>
                </a:lnTo>
                <a:lnTo>
                  <a:pt x="752475" y="209550"/>
                </a:lnTo>
                <a:close/>
                <a:moveTo>
                  <a:pt x="1009650" y="200025"/>
                </a:moveTo>
                <a:lnTo>
                  <a:pt x="1019175" y="200025"/>
                </a:lnTo>
                <a:lnTo>
                  <a:pt x="1019175" y="209550"/>
                </a:lnTo>
                <a:lnTo>
                  <a:pt x="1009650" y="209550"/>
                </a:lnTo>
                <a:close/>
                <a:moveTo>
                  <a:pt x="981075" y="228600"/>
                </a:moveTo>
                <a:lnTo>
                  <a:pt x="990600" y="228600"/>
                </a:lnTo>
                <a:lnTo>
                  <a:pt x="990600" y="238125"/>
                </a:lnTo>
                <a:lnTo>
                  <a:pt x="981075" y="238125"/>
                </a:lnTo>
                <a:close/>
                <a:moveTo>
                  <a:pt x="742950" y="238125"/>
                </a:moveTo>
                <a:lnTo>
                  <a:pt x="762000" y="238125"/>
                </a:lnTo>
                <a:lnTo>
                  <a:pt x="762000" y="247650"/>
                </a:lnTo>
                <a:lnTo>
                  <a:pt x="742950" y="247650"/>
                </a:lnTo>
                <a:close/>
                <a:moveTo>
                  <a:pt x="666750" y="285750"/>
                </a:moveTo>
                <a:lnTo>
                  <a:pt x="695325" y="285750"/>
                </a:lnTo>
                <a:lnTo>
                  <a:pt x="695325" y="295275"/>
                </a:lnTo>
                <a:lnTo>
                  <a:pt x="685800" y="295275"/>
                </a:lnTo>
                <a:lnTo>
                  <a:pt x="685800" y="304800"/>
                </a:lnTo>
                <a:lnTo>
                  <a:pt x="676275" y="304800"/>
                </a:lnTo>
                <a:lnTo>
                  <a:pt x="676275" y="314325"/>
                </a:lnTo>
                <a:lnTo>
                  <a:pt x="647700" y="314325"/>
                </a:lnTo>
                <a:lnTo>
                  <a:pt x="647700" y="304800"/>
                </a:lnTo>
                <a:lnTo>
                  <a:pt x="657225" y="304800"/>
                </a:lnTo>
                <a:lnTo>
                  <a:pt x="657225" y="295275"/>
                </a:lnTo>
                <a:lnTo>
                  <a:pt x="666750" y="295275"/>
                </a:lnTo>
                <a:close/>
                <a:moveTo>
                  <a:pt x="990600" y="323850"/>
                </a:moveTo>
                <a:lnTo>
                  <a:pt x="1000125" y="323850"/>
                </a:lnTo>
                <a:lnTo>
                  <a:pt x="1000125" y="333375"/>
                </a:lnTo>
                <a:lnTo>
                  <a:pt x="1009650" y="333375"/>
                </a:lnTo>
                <a:lnTo>
                  <a:pt x="1009650" y="352425"/>
                </a:lnTo>
                <a:lnTo>
                  <a:pt x="990600" y="352425"/>
                </a:lnTo>
                <a:lnTo>
                  <a:pt x="990600" y="361950"/>
                </a:lnTo>
                <a:lnTo>
                  <a:pt x="981075" y="361950"/>
                </a:lnTo>
                <a:lnTo>
                  <a:pt x="981075" y="333375"/>
                </a:lnTo>
                <a:lnTo>
                  <a:pt x="990600" y="333375"/>
                </a:lnTo>
                <a:close/>
                <a:moveTo>
                  <a:pt x="647700" y="333375"/>
                </a:moveTo>
                <a:lnTo>
                  <a:pt x="666750" y="333375"/>
                </a:lnTo>
                <a:lnTo>
                  <a:pt x="666750" y="342900"/>
                </a:lnTo>
                <a:lnTo>
                  <a:pt x="676275" y="342900"/>
                </a:lnTo>
                <a:lnTo>
                  <a:pt x="676275" y="352425"/>
                </a:lnTo>
                <a:lnTo>
                  <a:pt x="628650" y="352425"/>
                </a:lnTo>
                <a:lnTo>
                  <a:pt x="628650" y="342900"/>
                </a:lnTo>
                <a:lnTo>
                  <a:pt x="647700" y="342900"/>
                </a:lnTo>
                <a:close/>
                <a:moveTo>
                  <a:pt x="704850" y="342900"/>
                </a:moveTo>
                <a:lnTo>
                  <a:pt x="714375" y="342900"/>
                </a:lnTo>
                <a:lnTo>
                  <a:pt x="714375" y="352425"/>
                </a:lnTo>
                <a:lnTo>
                  <a:pt x="704850" y="352425"/>
                </a:lnTo>
                <a:close/>
                <a:moveTo>
                  <a:pt x="714375" y="352425"/>
                </a:moveTo>
                <a:lnTo>
                  <a:pt x="723900" y="352425"/>
                </a:lnTo>
                <a:lnTo>
                  <a:pt x="723900" y="371475"/>
                </a:lnTo>
                <a:lnTo>
                  <a:pt x="714375" y="371475"/>
                </a:lnTo>
                <a:close/>
                <a:moveTo>
                  <a:pt x="1047750" y="352425"/>
                </a:moveTo>
                <a:lnTo>
                  <a:pt x="1057275" y="352425"/>
                </a:lnTo>
                <a:lnTo>
                  <a:pt x="1057275" y="361950"/>
                </a:lnTo>
                <a:lnTo>
                  <a:pt x="1047750" y="361950"/>
                </a:lnTo>
                <a:close/>
                <a:moveTo>
                  <a:pt x="609600" y="361950"/>
                </a:moveTo>
                <a:lnTo>
                  <a:pt x="619125" y="361950"/>
                </a:lnTo>
                <a:lnTo>
                  <a:pt x="619125" y="381000"/>
                </a:lnTo>
                <a:lnTo>
                  <a:pt x="609600" y="381000"/>
                </a:lnTo>
                <a:close/>
                <a:moveTo>
                  <a:pt x="238125" y="371475"/>
                </a:moveTo>
                <a:lnTo>
                  <a:pt x="247650" y="371475"/>
                </a:lnTo>
                <a:lnTo>
                  <a:pt x="247650" y="381000"/>
                </a:lnTo>
                <a:lnTo>
                  <a:pt x="238125" y="381000"/>
                </a:lnTo>
                <a:close/>
                <a:moveTo>
                  <a:pt x="257175" y="371475"/>
                </a:moveTo>
                <a:lnTo>
                  <a:pt x="285750" y="371475"/>
                </a:lnTo>
                <a:lnTo>
                  <a:pt x="285750" y="381000"/>
                </a:lnTo>
                <a:lnTo>
                  <a:pt x="257175" y="381000"/>
                </a:lnTo>
                <a:close/>
                <a:moveTo>
                  <a:pt x="600075" y="381000"/>
                </a:moveTo>
                <a:lnTo>
                  <a:pt x="609600" y="381000"/>
                </a:lnTo>
                <a:lnTo>
                  <a:pt x="609600" y="390525"/>
                </a:lnTo>
                <a:lnTo>
                  <a:pt x="600075" y="390525"/>
                </a:lnTo>
                <a:close/>
                <a:moveTo>
                  <a:pt x="714375" y="381000"/>
                </a:moveTo>
                <a:lnTo>
                  <a:pt x="733425" y="381000"/>
                </a:lnTo>
                <a:lnTo>
                  <a:pt x="733425" y="390525"/>
                </a:lnTo>
                <a:lnTo>
                  <a:pt x="723900" y="390525"/>
                </a:lnTo>
                <a:lnTo>
                  <a:pt x="723900" y="400050"/>
                </a:lnTo>
                <a:lnTo>
                  <a:pt x="704850" y="400050"/>
                </a:lnTo>
                <a:lnTo>
                  <a:pt x="704850" y="390525"/>
                </a:lnTo>
                <a:lnTo>
                  <a:pt x="714375" y="390525"/>
                </a:lnTo>
                <a:close/>
                <a:moveTo>
                  <a:pt x="676275" y="409575"/>
                </a:moveTo>
                <a:lnTo>
                  <a:pt x="685800" y="409575"/>
                </a:lnTo>
                <a:lnTo>
                  <a:pt x="685800" y="419100"/>
                </a:lnTo>
                <a:lnTo>
                  <a:pt x="676275" y="419100"/>
                </a:lnTo>
                <a:close/>
                <a:moveTo>
                  <a:pt x="990600" y="457200"/>
                </a:moveTo>
                <a:lnTo>
                  <a:pt x="1000125" y="457200"/>
                </a:lnTo>
                <a:lnTo>
                  <a:pt x="1000125" y="476250"/>
                </a:lnTo>
                <a:lnTo>
                  <a:pt x="990600" y="476250"/>
                </a:lnTo>
                <a:close/>
                <a:moveTo>
                  <a:pt x="885825" y="466725"/>
                </a:moveTo>
                <a:lnTo>
                  <a:pt x="904875" y="466725"/>
                </a:lnTo>
                <a:lnTo>
                  <a:pt x="904875" y="504825"/>
                </a:lnTo>
                <a:lnTo>
                  <a:pt x="885825" y="504825"/>
                </a:lnTo>
                <a:lnTo>
                  <a:pt x="885825" y="495300"/>
                </a:lnTo>
                <a:lnTo>
                  <a:pt x="895350" y="495300"/>
                </a:lnTo>
                <a:lnTo>
                  <a:pt x="895350" y="476250"/>
                </a:lnTo>
                <a:lnTo>
                  <a:pt x="885825" y="476250"/>
                </a:lnTo>
                <a:close/>
                <a:moveTo>
                  <a:pt x="981075" y="485775"/>
                </a:moveTo>
                <a:lnTo>
                  <a:pt x="1000125" y="485775"/>
                </a:lnTo>
                <a:lnTo>
                  <a:pt x="1000125" y="495300"/>
                </a:lnTo>
                <a:lnTo>
                  <a:pt x="990600" y="495300"/>
                </a:lnTo>
                <a:lnTo>
                  <a:pt x="990600" y="504825"/>
                </a:lnTo>
                <a:lnTo>
                  <a:pt x="981075" y="504825"/>
                </a:lnTo>
                <a:close/>
                <a:moveTo>
                  <a:pt x="933450" y="495300"/>
                </a:moveTo>
                <a:lnTo>
                  <a:pt x="942975" y="495300"/>
                </a:lnTo>
                <a:lnTo>
                  <a:pt x="942975" y="533400"/>
                </a:lnTo>
                <a:lnTo>
                  <a:pt x="933450" y="533400"/>
                </a:lnTo>
                <a:lnTo>
                  <a:pt x="933450" y="542925"/>
                </a:lnTo>
                <a:lnTo>
                  <a:pt x="914400" y="542925"/>
                </a:lnTo>
                <a:lnTo>
                  <a:pt x="914400" y="504825"/>
                </a:lnTo>
                <a:lnTo>
                  <a:pt x="933450" y="504825"/>
                </a:lnTo>
                <a:close/>
                <a:moveTo>
                  <a:pt x="990600" y="514350"/>
                </a:moveTo>
                <a:lnTo>
                  <a:pt x="1000125" y="514350"/>
                </a:lnTo>
                <a:lnTo>
                  <a:pt x="1000125" y="523875"/>
                </a:lnTo>
                <a:lnTo>
                  <a:pt x="990600" y="523875"/>
                </a:lnTo>
                <a:close/>
                <a:moveTo>
                  <a:pt x="190500" y="533400"/>
                </a:moveTo>
                <a:lnTo>
                  <a:pt x="200025" y="533400"/>
                </a:lnTo>
                <a:lnTo>
                  <a:pt x="200025" y="542925"/>
                </a:lnTo>
                <a:lnTo>
                  <a:pt x="190500" y="542925"/>
                </a:lnTo>
                <a:close/>
                <a:moveTo>
                  <a:pt x="209550" y="561975"/>
                </a:moveTo>
                <a:lnTo>
                  <a:pt x="219075" y="561975"/>
                </a:lnTo>
                <a:lnTo>
                  <a:pt x="219075" y="571500"/>
                </a:lnTo>
                <a:lnTo>
                  <a:pt x="209550" y="571500"/>
                </a:lnTo>
                <a:close/>
                <a:moveTo>
                  <a:pt x="838200" y="581025"/>
                </a:moveTo>
                <a:lnTo>
                  <a:pt x="857250" y="581025"/>
                </a:lnTo>
                <a:lnTo>
                  <a:pt x="857250" y="600075"/>
                </a:lnTo>
                <a:lnTo>
                  <a:pt x="838200" y="600075"/>
                </a:lnTo>
                <a:close/>
                <a:moveTo>
                  <a:pt x="723900" y="590550"/>
                </a:moveTo>
                <a:lnTo>
                  <a:pt x="733425" y="590550"/>
                </a:lnTo>
                <a:lnTo>
                  <a:pt x="733425" y="600075"/>
                </a:lnTo>
                <a:lnTo>
                  <a:pt x="723900" y="600075"/>
                </a:lnTo>
                <a:close/>
                <a:moveTo>
                  <a:pt x="762000" y="600075"/>
                </a:moveTo>
                <a:lnTo>
                  <a:pt x="771525" y="600075"/>
                </a:lnTo>
                <a:lnTo>
                  <a:pt x="771525" y="609600"/>
                </a:lnTo>
                <a:lnTo>
                  <a:pt x="781050" y="609600"/>
                </a:lnTo>
                <a:lnTo>
                  <a:pt x="781050" y="619125"/>
                </a:lnTo>
                <a:lnTo>
                  <a:pt x="762000" y="619125"/>
                </a:lnTo>
                <a:close/>
                <a:moveTo>
                  <a:pt x="695325" y="619125"/>
                </a:moveTo>
                <a:lnTo>
                  <a:pt x="704850" y="619125"/>
                </a:lnTo>
                <a:lnTo>
                  <a:pt x="704850" y="647700"/>
                </a:lnTo>
                <a:lnTo>
                  <a:pt x="695325" y="647700"/>
                </a:lnTo>
                <a:lnTo>
                  <a:pt x="695325" y="657225"/>
                </a:lnTo>
                <a:lnTo>
                  <a:pt x="685800" y="657225"/>
                </a:lnTo>
                <a:lnTo>
                  <a:pt x="685800" y="638175"/>
                </a:lnTo>
                <a:lnTo>
                  <a:pt x="695325" y="638175"/>
                </a:lnTo>
                <a:close/>
                <a:moveTo>
                  <a:pt x="390525" y="628650"/>
                </a:moveTo>
                <a:lnTo>
                  <a:pt x="409575" y="628650"/>
                </a:lnTo>
                <a:lnTo>
                  <a:pt x="409575" y="638175"/>
                </a:lnTo>
                <a:lnTo>
                  <a:pt x="419100" y="638175"/>
                </a:lnTo>
                <a:lnTo>
                  <a:pt x="419100" y="647700"/>
                </a:lnTo>
                <a:lnTo>
                  <a:pt x="428625" y="647700"/>
                </a:lnTo>
                <a:lnTo>
                  <a:pt x="428625" y="657225"/>
                </a:lnTo>
                <a:lnTo>
                  <a:pt x="438150" y="657225"/>
                </a:lnTo>
                <a:lnTo>
                  <a:pt x="438150" y="666750"/>
                </a:lnTo>
                <a:lnTo>
                  <a:pt x="428625" y="666750"/>
                </a:lnTo>
                <a:lnTo>
                  <a:pt x="428625" y="676275"/>
                </a:lnTo>
                <a:lnTo>
                  <a:pt x="400050" y="676275"/>
                </a:lnTo>
                <a:lnTo>
                  <a:pt x="400050" y="666750"/>
                </a:lnTo>
                <a:lnTo>
                  <a:pt x="409575" y="666750"/>
                </a:lnTo>
                <a:lnTo>
                  <a:pt x="409575" y="657225"/>
                </a:lnTo>
                <a:lnTo>
                  <a:pt x="400050" y="657225"/>
                </a:lnTo>
                <a:lnTo>
                  <a:pt x="400050" y="647700"/>
                </a:lnTo>
                <a:lnTo>
                  <a:pt x="390525" y="647700"/>
                </a:lnTo>
                <a:close/>
                <a:moveTo>
                  <a:pt x="361950" y="638175"/>
                </a:moveTo>
                <a:lnTo>
                  <a:pt x="371475" y="638175"/>
                </a:lnTo>
                <a:lnTo>
                  <a:pt x="371475" y="647700"/>
                </a:lnTo>
                <a:lnTo>
                  <a:pt x="361950" y="647700"/>
                </a:lnTo>
                <a:close/>
                <a:moveTo>
                  <a:pt x="342900" y="657225"/>
                </a:moveTo>
                <a:lnTo>
                  <a:pt x="352425" y="657225"/>
                </a:lnTo>
                <a:lnTo>
                  <a:pt x="352425" y="666750"/>
                </a:lnTo>
                <a:lnTo>
                  <a:pt x="342900" y="666750"/>
                </a:lnTo>
                <a:close/>
                <a:moveTo>
                  <a:pt x="333375" y="666750"/>
                </a:moveTo>
                <a:lnTo>
                  <a:pt x="342900" y="666750"/>
                </a:lnTo>
                <a:lnTo>
                  <a:pt x="342900" y="704850"/>
                </a:lnTo>
                <a:lnTo>
                  <a:pt x="323850" y="704850"/>
                </a:lnTo>
                <a:lnTo>
                  <a:pt x="323850" y="685800"/>
                </a:lnTo>
                <a:lnTo>
                  <a:pt x="333375" y="685800"/>
                </a:lnTo>
                <a:close/>
                <a:moveTo>
                  <a:pt x="390525" y="676275"/>
                </a:moveTo>
                <a:lnTo>
                  <a:pt x="400050" y="676275"/>
                </a:lnTo>
                <a:lnTo>
                  <a:pt x="400050" y="685800"/>
                </a:lnTo>
                <a:lnTo>
                  <a:pt x="409575" y="685800"/>
                </a:lnTo>
                <a:lnTo>
                  <a:pt x="409575" y="695325"/>
                </a:lnTo>
                <a:lnTo>
                  <a:pt x="390525" y="695325"/>
                </a:lnTo>
                <a:close/>
                <a:moveTo>
                  <a:pt x="657225" y="714375"/>
                </a:moveTo>
                <a:lnTo>
                  <a:pt x="676275" y="714375"/>
                </a:lnTo>
                <a:lnTo>
                  <a:pt x="676275" y="733425"/>
                </a:lnTo>
                <a:lnTo>
                  <a:pt x="657225" y="733425"/>
                </a:lnTo>
                <a:close/>
                <a:moveTo>
                  <a:pt x="581025" y="723900"/>
                </a:moveTo>
                <a:lnTo>
                  <a:pt x="590550" y="723900"/>
                </a:lnTo>
                <a:lnTo>
                  <a:pt x="590550" y="733425"/>
                </a:lnTo>
                <a:lnTo>
                  <a:pt x="581025" y="733425"/>
                </a:lnTo>
                <a:close/>
                <a:moveTo>
                  <a:pt x="342900" y="733425"/>
                </a:moveTo>
                <a:lnTo>
                  <a:pt x="352425" y="733425"/>
                </a:lnTo>
                <a:lnTo>
                  <a:pt x="352425" y="752475"/>
                </a:lnTo>
                <a:lnTo>
                  <a:pt x="342900" y="752475"/>
                </a:lnTo>
                <a:close/>
                <a:moveTo>
                  <a:pt x="542925" y="733425"/>
                </a:moveTo>
                <a:lnTo>
                  <a:pt x="552450" y="733425"/>
                </a:lnTo>
                <a:lnTo>
                  <a:pt x="552450" y="752475"/>
                </a:lnTo>
                <a:lnTo>
                  <a:pt x="542925" y="752475"/>
                </a:lnTo>
                <a:close/>
                <a:moveTo>
                  <a:pt x="561975" y="733425"/>
                </a:moveTo>
                <a:lnTo>
                  <a:pt x="581025" y="733425"/>
                </a:lnTo>
                <a:lnTo>
                  <a:pt x="581025" y="742950"/>
                </a:lnTo>
                <a:lnTo>
                  <a:pt x="561975" y="742950"/>
                </a:lnTo>
                <a:close/>
              </a:path>
            </a:pathLst>
          </a:custGeom>
          <a:solidFill xmlns:a="http://schemas.openxmlformats.org/drawingml/2006/main">
            <a:srgbClr val="F1EFE3"/>
          </a:solidFill>
          <a:ln xmlns:a="http://schemas.openxmlformats.org/drawingml/2006/main" w="0">
            <a:noFill/>
          </a:ln>
        </p:spPr>
      </p:sp>
      <p:sp>
        <p:nvSpPr>
          <p:cNvPr id="80" name="rocket vector #f1efe2">
            <a:extLst xmlns:a="http://schemas.openxmlformats.org/drawingml/2006/main">
              <a:ext uri="{FF2B5EF4-FFF2-40B4-BE49-F238E27FC236}">
                <a16:creationId xmlns:a16="http://schemas.microsoft.com/office/drawing/2014/main" id="{A76AD8BB-F941-4C07-B7B0-10ADD0853E9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5550" y="1495425"/>
            <a:ext cx="1057275" cy="866775"/>
          </a:xfrm>
          <a:custGeom xmlns:a="http://schemas.openxmlformats.org/drawingml/2006/main">
            <a:pathLst>
              <a:path w="1057275" h="866775">
                <a:moveTo>
                  <a:pt x="485775" y="0"/>
                </a:moveTo>
                <a:lnTo>
                  <a:pt x="514350" y="0"/>
                </a:lnTo>
                <a:lnTo>
                  <a:pt x="514350" y="9525"/>
                </a:lnTo>
                <a:lnTo>
                  <a:pt x="485775" y="9525"/>
                </a:lnTo>
                <a:close/>
                <a:moveTo>
                  <a:pt x="523875" y="0"/>
                </a:moveTo>
                <a:lnTo>
                  <a:pt x="590550" y="0"/>
                </a:lnTo>
                <a:lnTo>
                  <a:pt x="590550" y="9525"/>
                </a:lnTo>
                <a:lnTo>
                  <a:pt x="581025" y="9525"/>
                </a:lnTo>
                <a:lnTo>
                  <a:pt x="581025" y="19050"/>
                </a:lnTo>
                <a:lnTo>
                  <a:pt x="571500" y="19050"/>
                </a:lnTo>
                <a:lnTo>
                  <a:pt x="571500" y="47625"/>
                </a:lnTo>
                <a:lnTo>
                  <a:pt x="542925" y="47625"/>
                </a:lnTo>
                <a:lnTo>
                  <a:pt x="542925" y="28575"/>
                </a:lnTo>
                <a:lnTo>
                  <a:pt x="552450" y="28575"/>
                </a:lnTo>
                <a:lnTo>
                  <a:pt x="552450" y="19050"/>
                </a:lnTo>
                <a:lnTo>
                  <a:pt x="542925" y="19050"/>
                </a:lnTo>
                <a:lnTo>
                  <a:pt x="542925" y="9525"/>
                </a:lnTo>
                <a:lnTo>
                  <a:pt x="523875" y="9525"/>
                </a:lnTo>
                <a:close/>
                <a:moveTo>
                  <a:pt x="619125" y="0"/>
                </a:moveTo>
                <a:lnTo>
                  <a:pt x="628650" y="0"/>
                </a:lnTo>
                <a:lnTo>
                  <a:pt x="628650" y="9525"/>
                </a:lnTo>
                <a:lnTo>
                  <a:pt x="619125" y="9525"/>
                </a:lnTo>
                <a:close/>
                <a:moveTo>
                  <a:pt x="657225" y="0"/>
                </a:moveTo>
                <a:lnTo>
                  <a:pt x="838200" y="0"/>
                </a:lnTo>
                <a:lnTo>
                  <a:pt x="838200" y="19050"/>
                </a:lnTo>
                <a:lnTo>
                  <a:pt x="866775" y="19050"/>
                </a:lnTo>
                <a:lnTo>
                  <a:pt x="866775" y="0"/>
                </a:lnTo>
                <a:lnTo>
                  <a:pt x="1028700" y="0"/>
                </a:lnTo>
                <a:lnTo>
                  <a:pt x="1028700" y="19050"/>
                </a:lnTo>
                <a:lnTo>
                  <a:pt x="1038225" y="19050"/>
                </a:lnTo>
                <a:lnTo>
                  <a:pt x="1038225" y="28575"/>
                </a:lnTo>
                <a:lnTo>
                  <a:pt x="1047750" y="28575"/>
                </a:lnTo>
                <a:lnTo>
                  <a:pt x="1047750" y="19050"/>
                </a:lnTo>
                <a:lnTo>
                  <a:pt x="1057275" y="19050"/>
                </a:lnTo>
                <a:lnTo>
                  <a:pt x="1057275" y="152400"/>
                </a:lnTo>
                <a:lnTo>
                  <a:pt x="1047750" y="152400"/>
                </a:lnTo>
                <a:lnTo>
                  <a:pt x="1047750" y="161925"/>
                </a:lnTo>
                <a:lnTo>
                  <a:pt x="1038225" y="161925"/>
                </a:lnTo>
                <a:lnTo>
                  <a:pt x="1038225" y="171450"/>
                </a:lnTo>
                <a:lnTo>
                  <a:pt x="1057275" y="171450"/>
                </a:lnTo>
                <a:lnTo>
                  <a:pt x="1057275" y="200025"/>
                </a:lnTo>
                <a:lnTo>
                  <a:pt x="1009650" y="200025"/>
                </a:lnTo>
                <a:lnTo>
                  <a:pt x="1009650" y="209550"/>
                </a:lnTo>
                <a:lnTo>
                  <a:pt x="1019175" y="209550"/>
                </a:lnTo>
                <a:lnTo>
                  <a:pt x="1019175" y="219075"/>
                </a:lnTo>
                <a:lnTo>
                  <a:pt x="1057275" y="219075"/>
                </a:lnTo>
                <a:lnTo>
                  <a:pt x="1057275" y="333375"/>
                </a:lnTo>
                <a:lnTo>
                  <a:pt x="1047750" y="333375"/>
                </a:lnTo>
                <a:lnTo>
                  <a:pt x="1047750" y="342900"/>
                </a:lnTo>
                <a:lnTo>
                  <a:pt x="1057275" y="342900"/>
                </a:lnTo>
                <a:lnTo>
                  <a:pt x="1057275" y="352425"/>
                </a:lnTo>
                <a:lnTo>
                  <a:pt x="1047750" y="352425"/>
                </a:lnTo>
                <a:lnTo>
                  <a:pt x="1047750" y="361950"/>
                </a:lnTo>
                <a:lnTo>
                  <a:pt x="1057275" y="361950"/>
                </a:lnTo>
                <a:lnTo>
                  <a:pt x="1057275" y="409575"/>
                </a:lnTo>
                <a:lnTo>
                  <a:pt x="1028700" y="409575"/>
                </a:lnTo>
                <a:lnTo>
                  <a:pt x="1028700" y="438150"/>
                </a:lnTo>
                <a:lnTo>
                  <a:pt x="1019175" y="438150"/>
                </a:lnTo>
                <a:lnTo>
                  <a:pt x="1019175" y="447675"/>
                </a:lnTo>
                <a:lnTo>
                  <a:pt x="1009650" y="447675"/>
                </a:lnTo>
                <a:lnTo>
                  <a:pt x="1009650" y="457200"/>
                </a:lnTo>
                <a:lnTo>
                  <a:pt x="990600" y="457200"/>
                </a:lnTo>
                <a:lnTo>
                  <a:pt x="990600" y="476250"/>
                </a:lnTo>
                <a:lnTo>
                  <a:pt x="981075" y="476250"/>
                </a:lnTo>
                <a:lnTo>
                  <a:pt x="981075" y="523875"/>
                </a:lnTo>
                <a:lnTo>
                  <a:pt x="990600" y="523875"/>
                </a:lnTo>
                <a:lnTo>
                  <a:pt x="990600" y="533400"/>
                </a:lnTo>
                <a:lnTo>
                  <a:pt x="952500" y="533400"/>
                </a:lnTo>
                <a:lnTo>
                  <a:pt x="952500" y="552450"/>
                </a:lnTo>
                <a:lnTo>
                  <a:pt x="923925" y="552450"/>
                </a:lnTo>
                <a:lnTo>
                  <a:pt x="923925" y="542925"/>
                </a:lnTo>
                <a:lnTo>
                  <a:pt x="933450" y="542925"/>
                </a:lnTo>
                <a:lnTo>
                  <a:pt x="933450" y="533400"/>
                </a:lnTo>
                <a:lnTo>
                  <a:pt x="942975" y="533400"/>
                </a:lnTo>
                <a:lnTo>
                  <a:pt x="942975" y="495300"/>
                </a:lnTo>
                <a:lnTo>
                  <a:pt x="952500" y="495300"/>
                </a:lnTo>
                <a:lnTo>
                  <a:pt x="952500" y="504825"/>
                </a:lnTo>
                <a:lnTo>
                  <a:pt x="962025" y="504825"/>
                </a:lnTo>
                <a:lnTo>
                  <a:pt x="962025" y="514350"/>
                </a:lnTo>
                <a:lnTo>
                  <a:pt x="971550" y="514350"/>
                </a:lnTo>
                <a:lnTo>
                  <a:pt x="971550" y="485775"/>
                </a:lnTo>
                <a:lnTo>
                  <a:pt x="962025" y="485775"/>
                </a:lnTo>
                <a:lnTo>
                  <a:pt x="962025" y="466725"/>
                </a:lnTo>
                <a:lnTo>
                  <a:pt x="981075" y="466725"/>
                </a:lnTo>
                <a:lnTo>
                  <a:pt x="981075" y="447675"/>
                </a:lnTo>
                <a:lnTo>
                  <a:pt x="990600" y="447675"/>
                </a:lnTo>
                <a:lnTo>
                  <a:pt x="990600" y="419100"/>
                </a:lnTo>
                <a:lnTo>
                  <a:pt x="1009650" y="419100"/>
                </a:lnTo>
                <a:lnTo>
                  <a:pt x="1009650" y="390525"/>
                </a:lnTo>
                <a:lnTo>
                  <a:pt x="1000125" y="390525"/>
                </a:lnTo>
                <a:lnTo>
                  <a:pt x="1000125" y="381000"/>
                </a:lnTo>
                <a:lnTo>
                  <a:pt x="990600" y="381000"/>
                </a:lnTo>
                <a:lnTo>
                  <a:pt x="990600" y="352425"/>
                </a:lnTo>
                <a:lnTo>
                  <a:pt x="1009650" y="352425"/>
                </a:lnTo>
                <a:lnTo>
                  <a:pt x="1009650" y="333375"/>
                </a:lnTo>
                <a:lnTo>
                  <a:pt x="1000125" y="333375"/>
                </a:lnTo>
                <a:lnTo>
                  <a:pt x="1000125" y="323850"/>
                </a:lnTo>
                <a:lnTo>
                  <a:pt x="990600" y="323850"/>
                </a:lnTo>
                <a:lnTo>
                  <a:pt x="990600" y="314325"/>
                </a:lnTo>
                <a:lnTo>
                  <a:pt x="1009650" y="314325"/>
                </a:lnTo>
                <a:lnTo>
                  <a:pt x="1009650" y="257175"/>
                </a:lnTo>
                <a:lnTo>
                  <a:pt x="1000125" y="257175"/>
                </a:lnTo>
                <a:lnTo>
                  <a:pt x="1000125" y="238125"/>
                </a:lnTo>
                <a:lnTo>
                  <a:pt x="990600" y="238125"/>
                </a:lnTo>
                <a:lnTo>
                  <a:pt x="990600" y="228600"/>
                </a:lnTo>
                <a:lnTo>
                  <a:pt x="981075" y="228600"/>
                </a:lnTo>
                <a:lnTo>
                  <a:pt x="981075" y="219075"/>
                </a:lnTo>
                <a:lnTo>
                  <a:pt x="1000125" y="219075"/>
                </a:lnTo>
                <a:lnTo>
                  <a:pt x="1000125" y="209550"/>
                </a:lnTo>
                <a:lnTo>
                  <a:pt x="990600" y="209550"/>
                </a:lnTo>
                <a:lnTo>
                  <a:pt x="990600" y="200025"/>
                </a:lnTo>
                <a:lnTo>
                  <a:pt x="952500" y="200025"/>
                </a:lnTo>
                <a:lnTo>
                  <a:pt x="952500" y="171450"/>
                </a:lnTo>
                <a:lnTo>
                  <a:pt x="923925" y="171450"/>
                </a:lnTo>
                <a:lnTo>
                  <a:pt x="923925" y="180975"/>
                </a:lnTo>
                <a:lnTo>
                  <a:pt x="885825" y="180975"/>
                </a:lnTo>
                <a:lnTo>
                  <a:pt x="885825" y="190500"/>
                </a:lnTo>
                <a:lnTo>
                  <a:pt x="876300" y="190500"/>
                </a:lnTo>
                <a:lnTo>
                  <a:pt x="876300" y="200025"/>
                </a:lnTo>
                <a:lnTo>
                  <a:pt x="847725" y="200025"/>
                </a:lnTo>
                <a:lnTo>
                  <a:pt x="847725" y="209550"/>
                </a:lnTo>
                <a:lnTo>
                  <a:pt x="838200" y="209550"/>
                </a:lnTo>
                <a:lnTo>
                  <a:pt x="838200" y="219075"/>
                </a:lnTo>
                <a:lnTo>
                  <a:pt x="819150" y="219075"/>
                </a:lnTo>
                <a:lnTo>
                  <a:pt x="819150" y="209550"/>
                </a:lnTo>
                <a:lnTo>
                  <a:pt x="809625" y="209550"/>
                </a:lnTo>
                <a:lnTo>
                  <a:pt x="809625" y="200025"/>
                </a:lnTo>
                <a:lnTo>
                  <a:pt x="790575" y="200025"/>
                </a:lnTo>
                <a:lnTo>
                  <a:pt x="790575" y="219075"/>
                </a:lnTo>
                <a:lnTo>
                  <a:pt x="771525" y="219075"/>
                </a:lnTo>
                <a:lnTo>
                  <a:pt x="771525" y="200025"/>
                </a:lnTo>
                <a:lnTo>
                  <a:pt x="752475" y="200025"/>
                </a:lnTo>
                <a:lnTo>
                  <a:pt x="752475" y="209550"/>
                </a:lnTo>
                <a:lnTo>
                  <a:pt x="742950" y="209550"/>
                </a:lnTo>
                <a:lnTo>
                  <a:pt x="742950" y="219075"/>
                </a:lnTo>
                <a:lnTo>
                  <a:pt x="733425" y="219075"/>
                </a:lnTo>
                <a:lnTo>
                  <a:pt x="733425" y="209550"/>
                </a:lnTo>
                <a:lnTo>
                  <a:pt x="723900" y="209550"/>
                </a:lnTo>
                <a:lnTo>
                  <a:pt x="723900" y="219075"/>
                </a:lnTo>
                <a:lnTo>
                  <a:pt x="704850" y="219075"/>
                </a:lnTo>
                <a:lnTo>
                  <a:pt x="704850" y="209550"/>
                </a:lnTo>
                <a:lnTo>
                  <a:pt x="714375" y="209550"/>
                </a:lnTo>
                <a:lnTo>
                  <a:pt x="714375" y="200025"/>
                </a:lnTo>
                <a:lnTo>
                  <a:pt x="723900" y="200025"/>
                </a:lnTo>
                <a:lnTo>
                  <a:pt x="723900" y="171450"/>
                </a:lnTo>
                <a:lnTo>
                  <a:pt x="752475" y="171450"/>
                </a:lnTo>
                <a:lnTo>
                  <a:pt x="752475" y="161925"/>
                </a:lnTo>
                <a:lnTo>
                  <a:pt x="762000" y="161925"/>
                </a:lnTo>
                <a:lnTo>
                  <a:pt x="762000" y="133350"/>
                </a:lnTo>
                <a:lnTo>
                  <a:pt x="752475" y="133350"/>
                </a:lnTo>
                <a:lnTo>
                  <a:pt x="752475" y="123825"/>
                </a:lnTo>
                <a:lnTo>
                  <a:pt x="771525" y="123825"/>
                </a:lnTo>
                <a:lnTo>
                  <a:pt x="771525" y="114300"/>
                </a:lnTo>
                <a:lnTo>
                  <a:pt x="790575" y="114300"/>
                </a:lnTo>
                <a:lnTo>
                  <a:pt x="790575" y="104775"/>
                </a:lnTo>
                <a:lnTo>
                  <a:pt x="800100" y="104775"/>
                </a:lnTo>
                <a:lnTo>
                  <a:pt x="800100" y="95250"/>
                </a:lnTo>
                <a:lnTo>
                  <a:pt x="809625" y="95250"/>
                </a:lnTo>
                <a:lnTo>
                  <a:pt x="809625" y="85725"/>
                </a:lnTo>
                <a:lnTo>
                  <a:pt x="800100" y="85725"/>
                </a:lnTo>
                <a:lnTo>
                  <a:pt x="800100" y="76200"/>
                </a:lnTo>
                <a:lnTo>
                  <a:pt x="781050" y="76200"/>
                </a:lnTo>
                <a:lnTo>
                  <a:pt x="781050" y="85725"/>
                </a:lnTo>
                <a:lnTo>
                  <a:pt x="752475" y="85725"/>
                </a:lnTo>
                <a:lnTo>
                  <a:pt x="752475" y="76200"/>
                </a:lnTo>
                <a:lnTo>
                  <a:pt x="742950" y="76200"/>
                </a:lnTo>
                <a:lnTo>
                  <a:pt x="742950" y="66675"/>
                </a:lnTo>
                <a:lnTo>
                  <a:pt x="733425" y="66675"/>
                </a:lnTo>
                <a:lnTo>
                  <a:pt x="733425" y="57150"/>
                </a:lnTo>
                <a:lnTo>
                  <a:pt x="714375" y="57150"/>
                </a:lnTo>
                <a:lnTo>
                  <a:pt x="714375" y="47625"/>
                </a:lnTo>
                <a:lnTo>
                  <a:pt x="695325" y="47625"/>
                </a:lnTo>
                <a:lnTo>
                  <a:pt x="695325" y="28575"/>
                </a:lnTo>
                <a:lnTo>
                  <a:pt x="676275" y="28575"/>
                </a:lnTo>
                <a:lnTo>
                  <a:pt x="676275" y="47625"/>
                </a:lnTo>
                <a:lnTo>
                  <a:pt x="647700" y="47625"/>
                </a:lnTo>
                <a:lnTo>
                  <a:pt x="647700" y="38100"/>
                </a:lnTo>
                <a:lnTo>
                  <a:pt x="638175" y="38100"/>
                </a:lnTo>
                <a:lnTo>
                  <a:pt x="638175" y="19050"/>
                </a:lnTo>
                <a:lnTo>
                  <a:pt x="657225" y="19050"/>
                </a:lnTo>
                <a:close/>
                <a:moveTo>
                  <a:pt x="1038225" y="0"/>
                </a:moveTo>
                <a:lnTo>
                  <a:pt x="1057275" y="0"/>
                </a:lnTo>
                <a:lnTo>
                  <a:pt x="1057275" y="9525"/>
                </a:lnTo>
                <a:lnTo>
                  <a:pt x="1038225" y="9525"/>
                </a:lnTo>
                <a:close/>
                <a:moveTo>
                  <a:pt x="609600" y="19050"/>
                </a:moveTo>
                <a:lnTo>
                  <a:pt x="628650" y="19050"/>
                </a:lnTo>
                <a:lnTo>
                  <a:pt x="628650" y="38100"/>
                </a:lnTo>
                <a:lnTo>
                  <a:pt x="619125" y="38100"/>
                </a:lnTo>
                <a:lnTo>
                  <a:pt x="619125" y="47625"/>
                </a:lnTo>
                <a:lnTo>
                  <a:pt x="609600" y="47625"/>
                </a:lnTo>
                <a:lnTo>
                  <a:pt x="609600" y="38100"/>
                </a:lnTo>
                <a:lnTo>
                  <a:pt x="600075" y="38100"/>
                </a:lnTo>
                <a:lnTo>
                  <a:pt x="600075" y="28575"/>
                </a:lnTo>
                <a:lnTo>
                  <a:pt x="609600" y="28575"/>
                </a:lnTo>
                <a:close/>
                <a:moveTo>
                  <a:pt x="704850" y="28575"/>
                </a:moveTo>
                <a:lnTo>
                  <a:pt x="714375" y="28575"/>
                </a:lnTo>
                <a:lnTo>
                  <a:pt x="714375" y="19050"/>
                </a:lnTo>
                <a:lnTo>
                  <a:pt x="704850" y="19050"/>
                </a:lnTo>
                <a:close/>
                <a:moveTo>
                  <a:pt x="457200" y="38100"/>
                </a:moveTo>
                <a:lnTo>
                  <a:pt x="476250" y="38100"/>
                </a:lnTo>
                <a:lnTo>
                  <a:pt x="476250" y="57150"/>
                </a:lnTo>
                <a:lnTo>
                  <a:pt x="466725" y="57150"/>
                </a:lnTo>
                <a:lnTo>
                  <a:pt x="466725" y="47625"/>
                </a:lnTo>
                <a:lnTo>
                  <a:pt x="457200" y="47625"/>
                </a:lnTo>
                <a:close/>
                <a:moveTo>
                  <a:pt x="628650" y="57150"/>
                </a:moveTo>
                <a:lnTo>
                  <a:pt x="638175" y="57150"/>
                </a:lnTo>
                <a:lnTo>
                  <a:pt x="638175" y="66675"/>
                </a:lnTo>
                <a:lnTo>
                  <a:pt x="628650" y="66675"/>
                </a:lnTo>
                <a:close/>
                <a:moveTo>
                  <a:pt x="28575" y="66675"/>
                </a:moveTo>
                <a:lnTo>
                  <a:pt x="38100" y="66675"/>
                </a:lnTo>
                <a:lnTo>
                  <a:pt x="38100" y="85725"/>
                </a:lnTo>
                <a:lnTo>
                  <a:pt x="28575" y="85725"/>
                </a:lnTo>
                <a:close/>
                <a:moveTo>
                  <a:pt x="809625" y="85725"/>
                </a:moveTo>
                <a:lnTo>
                  <a:pt x="838200" y="85725"/>
                </a:lnTo>
                <a:lnTo>
                  <a:pt x="838200" y="66675"/>
                </a:lnTo>
                <a:lnTo>
                  <a:pt x="828675" y="66675"/>
                </a:lnTo>
                <a:lnTo>
                  <a:pt x="828675" y="76200"/>
                </a:lnTo>
                <a:lnTo>
                  <a:pt x="809625" y="76200"/>
                </a:lnTo>
                <a:close/>
                <a:moveTo>
                  <a:pt x="714375" y="114300"/>
                </a:moveTo>
                <a:lnTo>
                  <a:pt x="723900" y="114300"/>
                </a:lnTo>
                <a:lnTo>
                  <a:pt x="723900" y="123825"/>
                </a:lnTo>
                <a:lnTo>
                  <a:pt x="714375" y="123825"/>
                </a:lnTo>
                <a:close/>
                <a:moveTo>
                  <a:pt x="828675" y="123825"/>
                </a:moveTo>
                <a:lnTo>
                  <a:pt x="847725" y="123825"/>
                </a:lnTo>
                <a:lnTo>
                  <a:pt x="847725" y="104775"/>
                </a:lnTo>
                <a:lnTo>
                  <a:pt x="838200" y="104775"/>
                </a:lnTo>
                <a:lnTo>
                  <a:pt x="838200" y="114300"/>
                </a:lnTo>
                <a:lnTo>
                  <a:pt x="819150" y="114300"/>
                </a:lnTo>
                <a:lnTo>
                  <a:pt x="819150" y="133350"/>
                </a:lnTo>
                <a:lnTo>
                  <a:pt x="828675" y="133350"/>
                </a:lnTo>
                <a:close/>
                <a:moveTo>
                  <a:pt x="200025" y="133350"/>
                </a:moveTo>
                <a:lnTo>
                  <a:pt x="266700" y="133350"/>
                </a:lnTo>
                <a:lnTo>
                  <a:pt x="266700" y="142875"/>
                </a:lnTo>
                <a:lnTo>
                  <a:pt x="247650" y="142875"/>
                </a:lnTo>
                <a:lnTo>
                  <a:pt x="247650" y="152400"/>
                </a:lnTo>
                <a:lnTo>
                  <a:pt x="238125" y="152400"/>
                </a:lnTo>
                <a:lnTo>
                  <a:pt x="238125" y="161925"/>
                </a:lnTo>
                <a:lnTo>
                  <a:pt x="247650" y="161925"/>
                </a:lnTo>
                <a:lnTo>
                  <a:pt x="247650" y="171450"/>
                </a:lnTo>
                <a:lnTo>
                  <a:pt x="276225" y="171450"/>
                </a:lnTo>
                <a:lnTo>
                  <a:pt x="276225" y="180975"/>
                </a:lnTo>
                <a:lnTo>
                  <a:pt x="247650" y="180975"/>
                </a:lnTo>
                <a:lnTo>
                  <a:pt x="247650" y="209550"/>
                </a:lnTo>
                <a:lnTo>
                  <a:pt x="257175" y="209550"/>
                </a:lnTo>
                <a:lnTo>
                  <a:pt x="257175" y="219075"/>
                </a:lnTo>
                <a:lnTo>
                  <a:pt x="238125" y="219075"/>
                </a:lnTo>
                <a:lnTo>
                  <a:pt x="238125" y="238125"/>
                </a:lnTo>
                <a:lnTo>
                  <a:pt x="219075" y="238125"/>
                </a:lnTo>
                <a:lnTo>
                  <a:pt x="219075" y="257175"/>
                </a:lnTo>
                <a:lnTo>
                  <a:pt x="190500" y="257175"/>
                </a:lnTo>
                <a:lnTo>
                  <a:pt x="190500" y="266700"/>
                </a:lnTo>
                <a:lnTo>
                  <a:pt x="171450" y="266700"/>
                </a:lnTo>
                <a:lnTo>
                  <a:pt x="171450" y="276225"/>
                </a:lnTo>
                <a:lnTo>
                  <a:pt x="161925" y="276225"/>
                </a:lnTo>
                <a:lnTo>
                  <a:pt x="161925" y="266700"/>
                </a:lnTo>
                <a:lnTo>
                  <a:pt x="152400" y="266700"/>
                </a:lnTo>
                <a:lnTo>
                  <a:pt x="152400" y="276225"/>
                </a:lnTo>
                <a:lnTo>
                  <a:pt x="161925" y="276225"/>
                </a:lnTo>
                <a:lnTo>
                  <a:pt x="161925" y="285750"/>
                </a:lnTo>
                <a:lnTo>
                  <a:pt x="133350" y="285750"/>
                </a:lnTo>
                <a:lnTo>
                  <a:pt x="133350" y="323850"/>
                </a:lnTo>
                <a:lnTo>
                  <a:pt x="123825" y="323850"/>
                </a:lnTo>
                <a:lnTo>
                  <a:pt x="123825" y="333375"/>
                </a:lnTo>
                <a:lnTo>
                  <a:pt x="114300" y="333375"/>
                </a:lnTo>
                <a:lnTo>
                  <a:pt x="114300" y="323850"/>
                </a:lnTo>
                <a:lnTo>
                  <a:pt x="104775" y="323850"/>
                </a:lnTo>
                <a:lnTo>
                  <a:pt x="104775" y="304800"/>
                </a:lnTo>
                <a:lnTo>
                  <a:pt x="95250" y="304800"/>
                </a:lnTo>
                <a:lnTo>
                  <a:pt x="95250" y="285750"/>
                </a:lnTo>
                <a:lnTo>
                  <a:pt x="66675" y="285750"/>
                </a:lnTo>
                <a:lnTo>
                  <a:pt x="66675" y="295275"/>
                </a:lnTo>
                <a:lnTo>
                  <a:pt x="38100" y="295275"/>
                </a:lnTo>
                <a:lnTo>
                  <a:pt x="38100" y="304800"/>
                </a:lnTo>
                <a:lnTo>
                  <a:pt x="19050" y="304800"/>
                </a:lnTo>
                <a:lnTo>
                  <a:pt x="19050" y="295275"/>
                </a:lnTo>
                <a:lnTo>
                  <a:pt x="0" y="295275"/>
                </a:lnTo>
                <a:lnTo>
                  <a:pt x="0" y="276225"/>
                </a:lnTo>
                <a:lnTo>
                  <a:pt x="19050" y="276225"/>
                </a:lnTo>
                <a:lnTo>
                  <a:pt x="19050" y="266700"/>
                </a:lnTo>
                <a:lnTo>
                  <a:pt x="28575" y="266700"/>
                </a:lnTo>
                <a:lnTo>
                  <a:pt x="28575" y="238125"/>
                </a:lnTo>
                <a:lnTo>
                  <a:pt x="19050" y="238125"/>
                </a:lnTo>
                <a:lnTo>
                  <a:pt x="19050" y="209550"/>
                </a:lnTo>
                <a:lnTo>
                  <a:pt x="66675" y="209550"/>
                </a:lnTo>
                <a:lnTo>
                  <a:pt x="66675" y="180975"/>
                </a:lnTo>
                <a:lnTo>
                  <a:pt x="38100" y="180975"/>
                </a:lnTo>
                <a:lnTo>
                  <a:pt x="38100" y="161925"/>
                </a:lnTo>
                <a:lnTo>
                  <a:pt x="28575" y="161925"/>
                </a:lnTo>
                <a:lnTo>
                  <a:pt x="28575" y="152400"/>
                </a:lnTo>
                <a:lnTo>
                  <a:pt x="57150" y="152400"/>
                </a:lnTo>
                <a:lnTo>
                  <a:pt x="57150" y="161925"/>
                </a:lnTo>
                <a:lnTo>
                  <a:pt x="66675" y="161925"/>
                </a:lnTo>
                <a:lnTo>
                  <a:pt x="66675" y="171450"/>
                </a:lnTo>
                <a:lnTo>
                  <a:pt x="85725" y="171450"/>
                </a:lnTo>
                <a:lnTo>
                  <a:pt x="85725" y="161925"/>
                </a:lnTo>
                <a:lnTo>
                  <a:pt x="95250" y="161925"/>
                </a:lnTo>
                <a:lnTo>
                  <a:pt x="95250" y="152400"/>
                </a:lnTo>
                <a:lnTo>
                  <a:pt x="104775" y="152400"/>
                </a:lnTo>
                <a:lnTo>
                  <a:pt x="104775" y="142875"/>
                </a:lnTo>
                <a:lnTo>
                  <a:pt x="114300" y="142875"/>
                </a:lnTo>
                <a:lnTo>
                  <a:pt x="114300" y="152400"/>
                </a:lnTo>
                <a:lnTo>
                  <a:pt x="123825" y="152400"/>
                </a:lnTo>
                <a:lnTo>
                  <a:pt x="123825" y="142875"/>
                </a:lnTo>
                <a:lnTo>
                  <a:pt x="152400" y="142875"/>
                </a:lnTo>
                <a:lnTo>
                  <a:pt x="152400" y="171450"/>
                </a:lnTo>
                <a:lnTo>
                  <a:pt x="142875" y="171450"/>
                </a:lnTo>
                <a:lnTo>
                  <a:pt x="142875" y="180975"/>
                </a:lnTo>
                <a:lnTo>
                  <a:pt x="133350" y="180975"/>
                </a:lnTo>
                <a:lnTo>
                  <a:pt x="133350" y="209550"/>
                </a:lnTo>
                <a:lnTo>
                  <a:pt x="123825" y="209550"/>
                </a:lnTo>
                <a:lnTo>
                  <a:pt x="123825" y="219075"/>
                </a:lnTo>
                <a:lnTo>
                  <a:pt x="114300" y="219075"/>
                </a:lnTo>
                <a:lnTo>
                  <a:pt x="114300" y="209550"/>
                </a:lnTo>
                <a:lnTo>
                  <a:pt x="104775" y="209550"/>
                </a:lnTo>
                <a:lnTo>
                  <a:pt x="104775" y="228600"/>
                </a:lnTo>
                <a:lnTo>
                  <a:pt x="142875" y="228600"/>
                </a:lnTo>
                <a:lnTo>
                  <a:pt x="142875" y="219075"/>
                </a:lnTo>
                <a:lnTo>
                  <a:pt x="133350" y="219075"/>
                </a:lnTo>
                <a:lnTo>
                  <a:pt x="133350" y="209550"/>
                </a:lnTo>
                <a:lnTo>
                  <a:pt x="152400" y="209550"/>
                </a:lnTo>
                <a:lnTo>
                  <a:pt x="152400" y="200025"/>
                </a:lnTo>
                <a:lnTo>
                  <a:pt x="161925" y="200025"/>
                </a:lnTo>
                <a:lnTo>
                  <a:pt x="161925" y="190500"/>
                </a:lnTo>
                <a:lnTo>
                  <a:pt x="171450" y="190500"/>
                </a:lnTo>
                <a:lnTo>
                  <a:pt x="171450" y="200025"/>
                </a:lnTo>
                <a:lnTo>
                  <a:pt x="200025" y="200025"/>
                </a:lnTo>
                <a:lnTo>
                  <a:pt x="200025" y="180975"/>
                </a:lnTo>
                <a:lnTo>
                  <a:pt x="171450" y="180975"/>
                </a:lnTo>
                <a:lnTo>
                  <a:pt x="171450" y="152400"/>
                </a:lnTo>
                <a:lnTo>
                  <a:pt x="180975" y="152400"/>
                </a:lnTo>
                <a:lnTo>
                  <a:pt x="180975" y="142875"/>
                </a:lnTo>
                <a:lnTo>
                  <a:pt x="190500" y="142875"/>
                </a:lnTo>
                <a:lnTo>
                  <a:pt x="190500" y="152400"/>
                </a:lnTo>
                <a:lnTo>
                  <a:pt x="200025" y="152400"/>
                </a:lnTo>
                <a:close/>
                <a:moveTo>
                  <a:pt x="981075" y="133350"/>
                </a:moveTo>
                <a:lnTo>
                  <a:pt x="1000125" y="133350"/>
                </a:lnTo>
                <a:lnTo>
                  <a:pt x="1000125" y="104775"/>
                </a:lnTo>
                <a:lnTo>
                  <a:pt x="990600" y="104775"/>
                </a:lnTo>
                <a:lnTo>
                  <a:pt x="990600" y="114300"/>
                </a:lnTo>
                <a:lnTo>
                  <a:pt x="981075" y="114300"/>
                </a:lnTo>
                <a:lnTo>
                  <a:pt x="981075" y="123825"/>
                </a:lnTo>
                <a:lnTo>
                  <a:pt x="971550" y="123825"/>
                </a:lnTo>
                <a:lnTo>
                  <a:pt x="971550" y="142875"/>
                </a:lnTo>
                <a:lnTo>
                  <a:pt x="981075" y="142875"/>
                </a:lnTo>
                <a:close/>
                <a:moveTo>
                  <a:pt x="276225" y="142875"/>
                </a:moveTo>
                <a:lnTo>
                  <a:pt x="295275" y="142875"/>
                </a:lnTo>
                <a:lnTo>
                  <a:pt x="295275" y="152400"/>
                </a:lnTo>
                <a:lnTo>
                  <a:pt x="314325" y="152400"/>
                </a:lnTo>
                <a:lnTo>
                  <a:pt x="314325" y="180975"/>
                </a:lnTo>
                <a:lnTo>
                  <a:pt x="285750" y="180975"/>
                </a:lnTo>
                <a:lnTo>
                  <a:pt x="285750" y="171450"/>
                </a:lnTo>
                <a:lnTo>
                  <a:pt x="295275" y="171450"/>
                </a:lnTo>
                <a:lnTo>
                  <a:pt x="295275" y="161925"/>
                </a:lnTo>
                <a:lnTo>
                  <a:pt x="285750" y="161925"/>
                </a:lnTo>
                <a:lnTo>
                  <a:pt x="285750" y="152400"/>
                </a:lnTo>
                <a:lnTo>
                  <a:pt x="276225" y="152400"/>
                </a:lnTo>
                <a:close/>
                <a:moveTo>
                  <a:pt x="800100" y="190500"/>
                </a:moveTo>
                <a:lnTo>
                  <a:pt x="809625" y="190500"/>
                </a:lnTo>
                <a:lnTo>
                  <a:pt x="809625" y="180975"/>
                </a:lnTo>
                <a:lnTo>
                  <a:pt x="800100" y="180975"/>
                </a:lnTo>
                <a:close/>
                <a:moveTo>
                  <a:pt x="276225" y="200025"/>
                </a:moveTo>
                <a:lnTo>
                  <a:pt x="285750" y="200025"/>
                </a:lnTo>
                <a:lnTo>
                  <a:pt x="285750" y="209550"/>
                </a:lnTo>
                <a:lnTo>
                  <a:pt x="276225" y="209550"/>
                </a:lnTo>
                <a:close/>
                <a:moveTo>
                  <a:pt x="266700" y="209550"/>
                </a:moveTo>
                <a:lnTo>
                  <a:pt x="276225" y="209550"/>
                </a:lnTo>
                <a:lnTo>
                  <a:pt x="276225" y="219075"/>
                </a:lnTo>
                <a:lnTo>
                  <a:pt x="266700" y="219075"/>
                </a:lnTo>
                <a:close/>
                <a:moveTo>
                  <a:pt x="190500" y="219075"/>
                </a:moveTo>
                <a:lnTo>
                  <a:pt x="200025" y="219075"/>
                </a:lnTo>
                <a:lnTo>
                  <a:pt x="200025" y="228600"/>
                </a:lnTo>
                <a:lnTo>
                  <a:pt x="228600" y="228600"/>
                </a:lnTo>
                <a:lnTo>
                  <a:pt x="228600" y="209550"/>
                </a:lnTo>
                <a:lnTo>
                  <a:pt x="219075" y="209550"/>
                </a:lnTo>
                <a:lnTo>
                  <a:pt x="219075" y="200025"/>
                </a:lnTo>
                <a:lnTo>
                  <a:pt x="200025" y="200025"/>
                </a:lnTo>
                <a:lnTo>
                  <a:pt x="200025" y="209550"/>
                </a:lnTo>
                <a:lnTo>
                  <a:pt x="190500" y="209550"/>
                </a:lnTo>
                <a:close/>
                <a:moveTo>
                  <a:pt x="762000" y="219075"/>
                </a:moveTo>
                <a:lnTo>
                  <a:pt x="771525" y="219075"/>
                </a:lnTo>
                <a:lnTo>
                  <a:pt x="771525" y="228600"/>
                </a:lnTo>
                <a:lnTo>
                  <a:pt x="762000" y="228600"/>
                </a:lnTo>
                <a:close/>
                <a:moveTo>
                  <a:pt x="66675" y="228600"/>
                </a:moveTo>
                <a:lnTo>
                  <a:pt x="76200" y="228600"/>
                </a:lnTo>
                <a:lnTo>
                  <a:pt x="76200" y="257175"/>
                </a:lnTo>
                <a:lnTo>
                  <a:pt x="85725" y="257175"/>
                </a:lnTo>
                <a:lnTo>
                  <a:pt x="85725" y="266700"/>
                </a:lnTo>
                <a:lnTo>
                  <a:pt x="95250" y="266700"/>
                </a:lnTo>
                <a:lnTo>
                  <a:pt x="95250" y="247650"/>
                </a:lnTo>
                <a:lnTo>
                  <a:pt x="85725" y="247650"/>
                </a:lnTo>
                <a:lnTo>
                  <a:pt x="85725" y="219075"/>
                </a:lnTo>
                <a:lnTo>
                  <a:pt x="66675" y="219075"/>
                </a:lnTo>
                <a:close/>
                <a:moveTo>
                  <a:pt x="171450" y="228600"/>
                </a:moveTo>
                <a:lnTo>
                  <a:pt x="161925" y="228600"/>
                </a:lnTo>
                <a:lnTo>
                  <a:pt x="161925" y="257175"/>
                </a:lnTo>
                <a:lnTo>
                  <a:pt x="180975" y="257175"/>
                </a:lnTo>
                <a:lnTo>
                  <a:pt x="180975" y="238125"/>
                </a:lnTo>
                <a:lnTo>
                  <a:pt x="171450" y="238125"/>
                </a:lnTo>
                <a:close/>
                <a:moveTo>
                  <a:pt x="171450" y="228600"/>
                </a:moveTo>
                <a:lnTo>
                  <a:pt x="180975" y="228600"/>
                </a:lnTo>
                <a:lnTo>
                  <a:pt x="180975" y="219075"/>
                </a:lnTo>
                <a:lnTo>
                  <a:pt x="171450" y="219075"/>
                </a:lnTo>
                <a:close/>
                <a:moveTo>
                  <a:pt x="247650" y="228600"/>
                </a:moveTo>
                <a:lnTo>
                  <a:pt x="257175" y="228600"/>
                </a:lnTo>
                <a:lnTo>
                  <a:pt x="257175" y="238125"/>
                </a:lnTo>
                <a:lnTo>
                  <a:pt x="247650" y="238125"/>
                </a:lnTo>
                <a:close/>
                <a:moveTo>
                  <a:pt x="742950" y="228600"/>
                </a:moveTo>
                <a:lnTo>
                  <a:pt x="752475" y="228600"/>
                </a:lnTo>
                <a:lnTo>
                  <a:pt x="752475" y="238125"/>
                </a:lnTo>
                <a:lnTo>
                  <a:pt x="742950" y="238125"/>
                </a:lnTo>
                <a:close/>
                <a:moveTo>
                  <a:pt x="228600" y="247650"/>
                </a:moveTo>
                <a:lnTo>
                  <a:pt x="247650" y="247650"/>
                </a:lnTo>
                <a:lnTo>
                  <a:pt x="247650" y="257175"/>
                </a:lnTo>
                <a:lnTo>
                  <a:pt x="228600" y="257175"/>
                </a:lnTo>
                <a:close/>
                <a:moveTo>
                  <a:pt x="1009650" y="257175"/>
                </a:moveTo>
                <a:lnTo>
                  <a:pt x="1028700" y="257175"/>
                </a:lnTo>
                <a:lnTo>
                  <a:pt x="1028700" y="304800"/>
                </a:lnTo>
                <a:lnTo>
                  <a:pt x="1047750" y="304800"/>
                </a:lnTo>
                <a:lnTo>
                  <a:pt x="1047750" y="238125"/>
                </a:lnTo>
                <a:lnTo>
                  <a:pt x="1038225" y="238125"/>
                </a:lnTo>
                <a:lnTo>
                  <a:pt x="1038225" y="228600"/>
                </a:lnTo>
                <a:lnTo>
                  <a:pt x="1009650" y="228600"/>
                </a:lnTo>
                <a:close/>
                <a:moveTo>
                  <a:pt x="209550" y="266700"/>
                </a:moveTo>
                <a:lnTo>
                  <a:pt x="228600" y="266700"/>
                </a:lnTo>
                <a:lnTo>
                  <a:pt x="228600" y="276225"/>
                </a:lnTo>
                <a:lnTo>
                  <a:pt x="209550" y="276225"/>
                </a:lnTo>
                <a:close/>
                <a:moveTo>
                  <a:pt x="695325" y="266700"/>
                </a:moveTo>
                <a:lnTo>
                  <a:pt x="704850" y="266700"/>
                </a:lnTo>
                <a:lnTo>
                  <a:pt x="704850" y="276225"/>
                </a:lnTo>
                <a:lnTo>
                  <a:pt x="714375" y="276225"/>
                </a:lnTo>
                <a:lnTo>
                  <a:pt x="714375" y="285750"/>
                </a:lnTo>
                <a:lnTo>
                  <a:pt x="704850" y="285750"/>
                </a:lnTo>
                <a:lnTo>
                  <a:pt x="704850" y="295275"/>
                </a:lnTo>
                <a:lnTo>
                  <a:pt x="714375" y="295275"/>
                </a:lnTo>
                <a:lnTo>
                  <a:pt x="714375" y="304800"/>
                </a:lnTo>
                <a:lnTo>
                  <a:pt x="723900" y="304800"/>
                </a:lnTo>
                <a:lnTo>
                  <a:pt x="723900" y="352425"/>
                </a:lnTo>
                <a:lnTo>
                  <a:pt x="714375" y="352425"/>
                </a:lnTo>
                <a:lnTo>
                  <a:pt x="714375" y="342900"/>
                </a:lnTo>
                <a:lnTo>
                  <a:pt x="666750" y="342900"/>
                </a:lnTo>
                <a:lnTo>
                  <a:pt x="666750" y="333375"/>
                </a:lnTo>
                <a:lnTo>
                  <a:pt x="657225" y="333375"/>
                </a:lnTo>
                <a:lnTo>
                  <a:pt x="657225" y="314325"/>
                </a:lnTo>
                <a:lnTo>
                  <a:pt x="676275" y="314325"/>
                </a:lnTo>
                <a:lnTo>
                  <a:pt x="676275" y="304800"/>
                </a:lnTo>
                <a:lnTo>
                  <a:pt x="685800" y="304800"/>
                </a:lnTo>
                <a:lnTo>
                  <a:pt x="685800" y="295275"/>
                </a:lnTo>
                <a:lnTo>
                  <a:pt x="695325" y="295275"/>
                </a:lnTo>
                <a:close/>
                <a:moveTo>
                  <a:pt x="200025" y="276225"/>
                </a:moveTo>
                <a:lnTo>
                  <a:pt x="209550" y="276225"/>
                </a:lnTo>
                <a:lnTo>
                  <a:pt x="209550" y="295275"/>
                </a:lnTo>
                <a:lnTo>
                  <a:pt x="200025" y="295275"/>
                </a:lnTo>
                <a:close/>
                <a:moveTo>
                  <a:pt x="104775" y="295275"/>
                </a:moveTo>
                <a:lnTo>
                  <a:pt x="123825" y="295275"/>
                </a:lnTo>
                <a:lnTo>
                  <a:pt x="123825" y="276225"/>
                </a:lnTo>
                <a:lnTo>
                  <a:pt x="104775" y="276225"/>
                </a:lnTo>
                <a:close/>
                <a:moveTo>
                  <a:pt x="152400" y="295275"/>
                </a:moveTo>
                <a:lnTo>
                  <a:pt x="161925" y="295275"/>
                </a:lnTo>
                <a:lnTo>
                  <a:pt x="161925" y="304800"/>
                </a:lnTo>
                <a:lnTo>
                  <a:pt x="152400" y="304800"/>
                </a:lnTo>
                <a:close/>
                <a:moveTo>
                  <a:pt x="152400" y="314325"/>
                </a:moveTo>
                <a:lnTo>
                  <a:pt x="171450" y="314325"/>
                </a:lnTo>
                <a:lnTo>
                  <a:pt x="171450" y="342900"/>
                </a:lnTo>
                <a:lnTo>
                  <a:pt x="152400" y="342900"/>
                </a:lnTo>
                <a:close/>
                <a:moveTo>
                  <a:pt x="66675" y="323850"/>
                </a:moveTo>
                <a:lnTo>
                  <a:pt x="85725" y="323850"/>
                </a:lnTo>
                <a:lnTo>
                  <a:pt x="85725" y="333375"/>
                </a:lnTo>
                <a:lnTo>
                  <a:pt x="104775" y="333375"/>
                </a:lnTo>
                <a:lnTo>
                  <a:pt x="104775" y="342900"/>
                </a:lnTo>
                <a:lnTo>
                  <a:pt x="76200" y="342900"/>
                </a:lnTo>
                <a:lnTo>
                  <a:pt x="76200" y="333375"/>
                </a:lnTo>
                <a:lnTo>
                  <a:pt x="66675" y="333375"/>
                </a:lnTo>
                <a:close/>
                <a:moveTo>
                  <a:pt x="247650" y="371475"/>
                </a:moveTo>
                <a:lnTo>
                  <a:pt x="257175" y="371475"/>
                </a:lnTo>
                <a:lnTo>
                  <a:pt x="257175" y="381000"/>
                </a:lnTo>
                <a:lnTo>
                  <a:pt x="247650" y="381000"/>
                </a:lnTo>
                <a:close/>
                <a:moveTo>
                  <a:pt x="600075" y="390525"/>
                </a:moveTo>
                <a:lnTo>
                  <a:pt x="609600" y="390525"/>
                </a:lnTo>
                <a:lnTo>
                  <a:pt x="609600" y="400050"/>
                </a:lnTo>
                <a:lnTo>
                  <a:pt x="600075" y="400050"/>
                </a:lnTo>
                <a:close/>
                <a:moveTo>
                  <a:pt x="609600" y="400050"/>
                </a:moveTo>
                <a:lnTo>
                  <a:pt x="666750" y="400050"/>
                </a:lnTo>
                <a:lnTo>
                  <a:pt x="666750" y="409575"/>
                </a:lnTo>
                <a:lnTo>
                  <a:pt x="676275" y="409575"/>
                </a:lnTo>
                <a:lnTo>
                  <a:pt x="676275" y="428625"/>
                </a:lnTo>
                <a:lnTo>
                  <a:pt x="666750" y="428625"/>
                </a:lnTo>
                <a:lnTo>
                  <a:pt x="666750" y="438150"/>
                </a:lnTo>
                <a:lnTo>
                  <a:pt x="657225" y="438150"/>
                </a:lnTo>
                <a:lnTo>
                  <a:pt x="657225" y="428625"/>
                </a:lnTo>
                <a:lnTo>
                  <a:pt x="647700" y="428625"/>
                </a:lnTo>
                <a:lnTo>
                  <a:pt x="647700" y="409575"/>
                </a:lnTo>
                <a:lnTo>
                  <a:pt x="638175" y="409575"/>
                </a:lnTo>
                <a:lnTo>
                  <a:pt x="638175" y="419100"/>
                </a:lnTo>
                <a:lnTo>
                  <a:pt x="628650" y="419100"/>
                </a:lnTo>
                <a:lnTo>
                  <a:pt x="628650" y="409575"/>
                </a:lnTo>
                <a:lnTo>
                  <a:pt x="609600" y="409575"/>
                </a:lnTo>
                <a:close/>
                <a:moveTo>
                  <a:pt x="819150" y="495300"/>
                </a:moveTo>
                <a:lnTo>
                  <a:pt x="828675" y="495300"/>
                </a:lnTo>
                <a:lnTo>
                  <a:pt x="828675" y="504825"/>
                </a:lnTo>
                <a:lnTo>
                  <a:pt x="819150" y="504825"/>
                </a:lnTo>
                <a:close/>
                <a:moveTo>
                  <a:pt x="828675" y="504825"/>
                </a:moveTo>
                <a:lnTo>
                  <a:pt x="838200" y="504825"/>
                </a:lnTo>
                <a:lnTo>
                  <a:pt x="838200" y="514350"/>
                </a:lnTo>
                <a:lnTo>
                  <a:pt x="828675" y="514350"/>
                </a:lnTo>
                <a:close/>
                <a:moveTo>
                  <a:pt x="866775" y="504825"/>
                </a:moveTo>
                <a:lnTo>
                  <a:pt x="885825" y="504825"/>
                </a:lnTo>
                <a:lnTo>
                  <a:pt x="885825" y="514350"/>
                </a:lnTo>
                <a:lnTo>
                  <a:pt x="904875" y="514350"/>
                </a:lnTo>
                <a:lnTo>
                  <a:pt x="904875" y="504825"/>
                </a:lnTo>
                <a:lnTo>
                  <a:pt x="914400" y="504825"/>
                </a:lnTo>
                <a:lnTo>
                  <a:pt x="914400" y="542925"/>
                </a:lnTo>
                <a:lnTo>
                  <a:pt x="904875" y="542925"/>
                </a:lnTo>
                <a:lnTo>
                  <a:pt x="904875" y="552450"/>
                </a:lnTo>
                <a:lnTo>
                  <a:pt x="914400" y="552450"/>
                </a:lnTo>
                <a:lnTo>
                  <a:pt x="914400" y="571500"/>
                </a:lnTo>
                <a:lnTo>
                  <a:pt x="904875" y="571500"/>
                </a:lnTo>
                <a:lnTo>
                  <a:pt x="904875" y="581025"/>
                </a:lnTo>
                <a:lnTo>
                  <a:pt x="895350" y="581025"/>
                </a:lnTo>
                <a:lnTo>
                  <a:pt x="895350" y="590550"/>
                </a:lnTo>
                <a:lnTo>
                  <a:pt x="876300" y="590550"/>
                </a:lnTo>
                <a:lnTo>
                  <a:pt x="876300" y="609600"/>
                </a:lnTo>
                <a:lnTo>
                  <a:pt x="866775" y="609600"/>
                </a:lnTo>
                <a:lnTo>
                  <a:pt x="866775" y="619125"/>
                </a:lnTo>
                <a:lnTo>
                  <a:pt x="876300" y="619125"/>
                </a:lnTo>
                <a:lnTo>
                  <a:pt x="876300" y="657225"/>
                </a:lnTo>
                <a:lnTo>
                  <a:pt x="847725" y="657225"/>
                </a:lnTo>
                <a:lnTo>
                  <a:pt x="847725" y="666750"/>
                </a:lnTo>
                <a:lnTo>
                  <a:pt x="838200" y="666750"/>
                </a:lnTo>
                <a:lnTo>
                  <a:pt x="838200" y="685800"/>
                </a:lnTo>
                <a:lnTo>
                  <a:pt x="828675" y="685800"/>
                </a:lnTo>
                <a:lnTo>
                  <a:pt x="828675" y="695325"/>
                </a:lnTo>
                <a:lnTo>
                  <a:pt x="819150" y="695325"/>
                </a:lnTo>
                <a:lnTo>
                  <a:pt x="819150" y="704850"/>
                </a:lnTo>
                <a:lnTo>
                  <a:pt x="809625" y="704850"/>
                </a:lnTo>
                <a:lnTo>
                  <a:pt x="809625" y="723900"/>
                </a:lnTo>
                <a:lnTo>
                  <a:pt x="819150" y="723900"/>
                </a:lnTo>
                <a:lnTo>
                  <a:pt x="819150" y="733425"/>
                </a:lnTo>
                <a:lnTo>
                  <a:pt x="828675" y="733425"/>
                </a:lnTo>
                <a:lnTo>
                  <a:pt x="828675" y="762000"/>
                </a:lnTo>
                <a:lnTo>
                  <a:pt x="838200" y="762000"/>
                </a:lnTo>
                <a:lnTo>
                  <a:pt x="838200" y="771525"/>
                </a:lnTo>
                <a:lnTo>
                  <a:pt x="847725" y="771525"/>
                </a:lnTo>
                <a:lnTo>
                  <a:pt x="847725" y="781050"/>
                </a:lnTo>
                <a:lnTo>
                  <a:pt x="857250" y="781050"/>
                </a:lnTo>
                <a:lnTo>
                  <a:pt x="857250" y="800100"/>
                </a:lnTo>
                <a:lnTo>
                  <a:pt x="866775" y="800100"/>
                </a:lnTo>
                <a:lnTo>
                  <a:pt x="866775" y="828675"/>
                </a:lnTo>
                <a:lnTo>
                  <a:pt x="876300" y="828675"/>
                </a:lnTo>
                <a:lnTo>
                  <a:pt x="876300" y="838200"/>
                </a:lnTo>
                <a:lnTo>
                  <a:pt x="904875" y="838200"/>
                </a:lnTo>
                <a:lnTo>
                  <a:pt x="904875" y="847725"/>
                </a:lnTo>
                <a:lnTo>
                  <a:pt x="914400" y="847725"/>
                </a:lnTo>
                <a:lnTo>
                  <a:pt x="914400" y="866775"/>
                </a:lnTo>
                <a:lnTo>
                  <a:pt x="438150" y="866775"/>
                </a:lnTo>
                <a:lnTo>
                  <a:pt x="438150" y="857250"/>
                </a:lnTo>
                <a:lnTo>
                  <a:pt x="419100" y="857250"/>
                </a:lnTo>
                <a:lnTo>
                  <a:pt x="419100" y="866775"/>
                </a:lnTo>
                <a:lnTo>
                  <a:pt x="381000" y="866775"/>
                </a:lnTo>
                <a:lnTo>
                  <a:pt x="381000" y="857250"/>
                </a:lnTo>
                <a:lnTo>
                  <a:pt x="342900" y="857250"/>
                </a:lnTo>
                <a:lnTo>
                  <a:pt x="342900" y="866775"/>
                </a:lnTo>
                <a:lnTo>
                  <a:pt x="190500" y="866775"/>
                </a:lnTo>
                <a:lnTo>
                  <a:pt x="190500" y="847725"/>
                </a:lnTo>
                <a:lnTo>
                  <a:pt x="209550" y="847725"/>
                </a:lnTo>
                <a:lnTo>
                  <a:pt x="209550" y="838200"/>
                </a:lnTo>
                <a:lnTo>
                  <a:pt x="247650" y="838200"/>
                </a:lnTo>
                <a:lnTo>
                  <a:pt x="247650" y="828675"/>
                </a:lnTo>
                <a:lnTo>
                  <a:pt x="238125" y="828675"/>
                </a:lnTo>
                <a:lnTo>
                  <a:pt x="238125" y="819150"/>
                </a:lnTo>
                <a:lnTo>
                  <a:pt x="228600" y="819150"/>
                </a:lnTo>
                <a:lnTo>
                  <a:pt x="228600" y="790575"/>
                </a:lnTo>
                <a:lnTo>
                  <a:pt x="257175" y="790575"/>
                </a:lnTo>
                <a:lnTo>
                  <a:pt x="257175" y="781050"/>
                </a:lnTo>
                <a:lnTo>
                  <a:pt x="266700" y="781050"/>
                </a:lnTo>
                <a:lnTo>
                  <a:pt x="266700" y="752475"/>
                </a:lnTo>
                <a:lnTo>
                  <a:pt x="276225" y="752475"/>
                </a:lnTo>
                <a:lnTo>
                  <a:pt x="276225" y="742950"/>
                </a:lnTo>
                <a:lnTo>
                  <a:pt x="295275" y="742950"/>
                </a:lnTo>
                <a:lnTo>
                  <a:pt x="295275" y="723900"/>
                </a:lnTo>
                <a:lnTo>
                  <a:pt x="304800" y="723900"/>
                </a:lnTo>
                <a:lnTo>
                  <a:pt x="304800" y="704850"/>
                </a:lnTo>
                <a:lnTo>
                  <a:pt x="352425" y="704850"/>
                </a:lnTo>
                <a:lnTo>
                  <a:pt x="352425" y="695325"/>
                </a:lnTo>
                <a:lnTo>
                  <a:pt x="361950" y="695325"/>
                </a:lnTo>
                <a:lnTo>
                  <a:pt x="361950" y="704850"/>
                </a:lnTo>
                <a:lnTo>
                  <a:pt x="371475" y="704850"/>
                </a:lnTo>
                <a:lnTo>
                  <a:pt x="371475" y="685800"/>
                </a:lnTo>
                <a:lnTo>
                  <a:pt x="381000" y="685800"/>
                </a:lnTo>
                <a:lnTo>
                  <a:pt x="381000" y="695325"/>
                </a:lnTo>
                <a:lnTo>
                  <a:pt x="400050" y="695325"/>
                </a:lnTo>
                <a:lnTo>
                  <a:pt x="400050" y="704850"/>
                </a:lnTo>
                <a:lnTo>
                  <a:pt x="409575" y="704850"/>
                </a:lnTo>
                <a:lnTo>
                  <a:pt x="409575" y="685800"/>
                </a:lnTo>
                <a:lnTo>
                  <a:pt x="419100" y="685800"/>
                </a:lnTo>
                <a:lnTo>
                  <a:pt x="419100" y="676275"/>
                </a:lnTo>
                <a:lnTo>
                  <a:pt x="438150" y="676275"/>
                </a:lnTo>
                <a:lnTo>
                  <a:pt x="438150" y="685800"/>
                </a:lnTo>
                <a:lnTo>
                  <a:pt x="447675" y="685800"/>
                </a:lnTo>
                <a:lnTo>
                  <a:pt x="447675" y="695325"/>
                </a:lnTo>
                <a:lnTo>
                  <a:pt x="457200" y="695325"/>
                </a:lnTo>
                <a:lnTo>
                  <a:pt x="457200" y="704850"/>
                </a:lnTo>
                <a:lnTo>
                  <a:pt x="466725" y="704850"/>
                </a:lnTo>
                <a:lnTo>
                  <a:pt x="466725" y="714375"/>
                </a:lnTo>
                <a:lnTo>
                  <a:pt x="476250" y="714375"/>
                </a:lnTo>
                <a:lnTo>
                  <a:pt x="476250" y="723900"/>
                </a:lnTo>
                <a:lnTo>
                  <a:pt x="495300" y="723900"/>
                </a:lnTo>
                <a:lnTo>
                  <a:pt x="495300" y="733425"/>
                </a:lnTo>
                <a:lnTo>
                  <a:pt x="485775" y="733425"/>
                </a:lnTo>
                <a:lnTo>
                  <a:pt x="485775" y="742950"/>
                </a:lnTo>
                <a:lnTo>
                  <a:pt x="495300" y="742950"/>
                </a:lnTo>
                <a:lnTo>
                  <a:pt x="495300" y="752475"/>
                </a:lnTo>
                <a:lnTo>
                  <a:pt x="523875" y="752475"/>
                </a:lnTo>
                <a:lnTo>
                  <a:pt x="523875" y="762000"/>
                </a:lnTo>
                <a:lnTo>
                  <a:pt x="533400" y="762000"/>
                </a:lnTo>
                <a:lnTo>
                  <a:pt x="533400" y="771525"/>
                </a:lnTo>
                <a:lnTo>
                  <a:pt x="542925" y="771525"/>
                </a:lnTo>
                <a:lnTo>
                  <a:pt x="542925" y="781050"/>
                </a:lnTo>
                <a:lnTo>
                  <a:pt x="561975" y="781050"/>
                </a:lnTo>
                <a:lnTo>
                  <a:pt x="561975" y="790575"/>
                </a:lnTo>
                <a:lnTo>
                  <a:pt x="571500" y="790575"/>
                </a:lnTo>
                <a:lnTo>
                  <a:pt x="571500" y="781050"/>
                </a:lnTo>
                <a:lnTo>
                  <a:pt x="581025" y="781050"/>
                </a:lnTo>
                <a:lnTo>
                  <a:pt x="581025" y="771525"/>
                </a:lnTo>
                <a:lnTo>
                  <a:pt x="590550" y="771525"/>
                </a:lnTo>
                <a:lnTo>
                  <a:pt x="590550" y="752475"/>
                </a:lnTo>
                <a:lnTo>
                  <a:pt x="600075" y="752475"/>
                </a:lnTo>
                <a:lnTo>
                  <a:pt x="600075" y="742950"/>
                </a:lnTo>
                <a:lnTo>
                  <a:pt x="609600" y="742950"/>
                </a:lnTo>
                <a:lnTo>
                  <a:pt x="609600" y="733425"/>
                </a:lnTo>
                <a:lnTo>
                  <a:pt x="590550" y="733425"/>
                </a:lnTo>
                <a:lnTo>
                  <a:pt x="590550" y="723900"/>
                </a:lnTo>
                <a:lnTo>
                  <a:pt x="600075" y="723900"/>
                </a:lnTo>
                <a:lnTo>
                  <a:pt x="600075" y="714375"/>
                </a:lnTo>
                <a:lnTo>
                  <a:pt x="609600" y="714375"/>
                </a:lnTo>
                <a:lnTo>
                  <a:pt x="609600" y="704850"/>
                </a:lnTo>
                <a:lnTo>
                  <a:pt x="619125" y="704850"/>
                </a:lnTo>
                <a:lnTo>
                  <a:pt x="619125" y="723900"/>
                </a:lnTo>
                <a:lnTo>
                  <a:pt x="638175" y="723900"/>
                </a:lnTo>
                <a:lnTo>
                  <a:pt x="638175" y="714375"/>
                </a:lnTo>
                <a:lnTo>
                  <a:pt x="657225" y="714375"/>
                </a:lnTo>
                <a:lnTo>
                  <a:pt x="657225" y="733425"/>
                </a:lnTo>
                <a:lnTo>
                  <a:pt x="676275" y="733425"/>
                </a:lnTo>
                <a:lnTo>
                  <a:pt x="676275" y="685800"/>
                </a:lnTo>
                <a:lnTo>
                  <a:pt x="666750" y="685800"/>
                </a:lnTo>
                <a:lnTo>
                  <a:pt x="666750" y="676275"/>
                </a:lnTo>
                <a:lnTo>
                  <a:pt x="695325" y="676275"/>
                </a:lnTo>
                <a:lnTo>
                  <a:pt x="695325" y="647700"/>
                </a:lnTo>
                <a:lnTo>
                  <a:pt x="704850" y="647700"/>
                </a:lnTo>
                <a:lnTo>
                  <a:pt x="704850" y="609600"/>
                </a:lnTo>
                <a:lnTo>
                  <a:pt x="714375" y="609600"/>
                </a:lnTo>
                <a:lnTo>
                  <a:pt x="714375" y="600075"/>
                </a:lnTo>
                <a:lnTo>
                  <a:pt x="733425" y="600075"/>
                </a:lnTo>
                <a:lnTo>
                  <a:pt x="733425" y="590550"/>
                </a:lnTo>
                <a:lnTo>
                  <a:pt x="742950" y="590550"/>
                </a:lnTo>
                <a:lnTo>
                  <a:pt x="742950" y="581025"/>
                </a:lnTo>
                <a:lnTo>
                  <a:pt x="752475" y="581025"/>
                </a:lnTo>
                <a:lnTo>
                  <a:pt x="752475" y="571500"/>
                </a:lnTo>
                <a:lnTo>
                  <a:pt x="762000" y="571500"/>
                </a:lnTo>
                <a:lnTo>
                  <a:pt x="762000" y="581025"/>
                </a:lnTo>
                <a:lnTo>
                  <a:pt x="819150" y="581025"/>
                </a:lnTo>
                <a:lnTo>
                  <a:pt x="819150" y="571500"/>
                </a:lnTo>
                <a:lnTo>
                  <a:pt x="828675" y="571500"/>
                </a:lnTo>
                <a:lnTo>
                  <a:pt x="828675" y="561975"/>
                </a:lnTo>
                <a:lnTo>
                  <a:pt x="838200" y="561975"/>
                </a:lnTo>
                <a:lnTo>
                  <a:pt x="838200" y="542925"/>
                </a:lnTo>
                <a:lnTo>
                  <a:pt x="866775" y="542925"/>
                </a:lnTo>
                <a:lnTo>
                  <a:pt x="866775" y="533400"/>
                </a:lnTo>
                <a:lnTo>
                  <a:pt x="857250" y="533400"/>
                </a:lnTo>
                <a:lnTo>
                  <a:pt x="857250" y="514350"/>
                </a:lnTo>
                <a:lnTo>
                  <a:pt x="866775" y="514350"/>
                </a:lnTo>
                <a:close/>
                <a:moveTo>
                  <a:pt x="200025" y="523875"/>
                </a:moveTo>
                <a:lnTo>
                  <a:pt x="209550" y="523875"/>
                </a:lnTo>
                <a:lnTo>
                  <a:pt x="209550" y="561975"/>
                </a:lnTo>
                <a:lnTo>
                  <a:pt x="200025" y="561975"/>
                </a:lnTo>
                <a:close/>
                <a:moveTo>
                  <a:pt x="200025" y="590550"/>
                </a:moveTo>
                <a:lnTo>
                  <a:pt x="209550" y="590550"/>
                </a:lnTo>
                <a:lnTo>
                  <a:pt x="209550" y="600075"/>
                </a:lnTo>
                <a:lnTo>
                  <a:pt x="200025" y="600075"/>
                </a:lnTo>
                <a:close/>
                <a:moveTo>
                  <a:pt x="838200" y="600075"/>
                </a:moveTo>
                <a:lnTo>
                  <a:pt x="857250" y="600075"/>
                </a:lnTo>
                <a:lnTo>
                  <a:pt x="857250" y="581025"/>
                </a:lnTo>
                <a:lnTo>
                  <a:pt x="838200" y="581025"/>
                </a:lnTo>
                <a:close/>
                <a:moveTo>
                  <a:pt x="742950" y="619125"/>
                </a:moveTo>
                <a:lnTo>
                  <a:pt x="781050" y="619125"/>
                </a:lnTo>
                <a:lnTo>
                  <a:pt x="781050" y="609600"/>
                </a:lnTo>
                <a:lnTo>
                  <a:pt x="771525" y="609600"/>
                </a:lnTo>
                <a:lnTo>
                  <a:pt x="771525" y="600075"/>
                </a:lnTo>
                <a:lnTo>
                  <a:pt x="752475" y="600075"/>
                </a:lnTo>
                <a:lnTo>
                  <a:pt x="752475" y="590550"/>
                </a:lnTo>
                <a:lnTo>
                  <a:pt x="742950" y="590550"/>
                </a:lnTo>
                <a:lnTo>
                  <a:pt x="742950" y="600075"/>
                </a:lnTo>
                <a:lnTo>
                  <a:pt x="733425" y="600075"/>
                </a:lnTo>
                <a:lnTo>
                  <a:pt x="733425" y="628650"/>
                </a:lnTo>
                <a:lnTo>
                  <a:pt x="742950" y="628650"/>
                </a:lnTo>
                <a:close/>
                <a:moveTo>
                  <a:pt x="361950" y="647700"/>
                </a:moveTo>
                <a:lnTo>
                  <a:pt x="371475" y="647700"/>
                </a:lnTo>
                <a:lnTo>
                  <a:pt x="371475" y="657225"/>
                </a:lnTo>
                <a:lnTo>
                  <a:pt x="361950" y="657225"/>
                </a:lnTo>
                <a:close/>
                <a:moveTo>
                  <a:pt x="57150" y="733425"/>
                </a:moveTo>
                <a:lnTo>
                  <a:pt x="66675" y="733425"/>
                </a:lnTo>
                <a:lnTo>
                  <a:pt x="66675" y="752475"/>
                </a:lnTo>
                <a:lnTo>
                  <a:pt x="57150" y="752475"/>
                </a:lnTo>
                <a:close/>
                <a:moveTo>
                  <a:pt x="457200" y="733425"/>
                </a:moveTo>
                <a:lnTo>
                  <a:pt x="466725" y="733425"/>
                </a:lnTo>
                <a:lnTo>
                  <a:pt x="466725" y="723900"/>
                </a:lnTo>
                <a:lnTo>
                  <a:pt x="428625" y="723900"/>
                </a:lnTo>
                <a:lnTo>
                  <a:pt x="428625" y="714375"/>
                </a:lnTo>
                <a:lnTo>
                  <a:pt x="409575" y="714375"/>
                </a:lnTo>
                <a:lnTo>
                  <a:pt x="409575" y="742950"/>
                </a:lnTo>
                <a:lnTo>
                  <a:pt x="457200" y="742950"/>
                </a:lnTo>
                <a:close/>
                <a:moveTo>
                  <a:pt x="552450" y="742950"/>
                </a:moveTo>
                <a:lnTo>
                  <a:pt x="571500" y="742950"/>
                </a:lnTo>
                <a:lnTo>
                  <a:pt x="571500" y="752475"/>
                </a:lnTo>
                <a:lnTo>
                  <a:pt x="552450" y="752475"/>
                </a:lnTo>
                <a:close/>
                <a:moveTo>
                  <a:pt x="342900" y="752475"/>
                </a:moveTo>
                <a:lnTo>
                  <a:pt x="352425" y="752475"/>
                </a:lnTo>
                <a:lnTo>
                  <a:pt x="352425" y="733425"/>
                </a:lnTo>
                <a:lnTo>
                  <a:pt x="342900" y="733425"/>
                </a:lnTo>
                <a:close/>
                <a:moveTo>
                  <a:pt x="590550" y="781050"/>
                </a:moveTo>
                <a:lnTo>
                  <a:pt x="600075" y="781050"/>
                </a:lnTo>
                <a:lnTo>
                  <a:pt x="600075" y="771525"/>
                </a:lnTo>
                <a:lnTo>
                  <a:pt x="590550" y="771525"/>
                </a:lnTo>
                <a:close/>
                <a:moveTo>
                  <a:pt x="476250" y="790575"/>
                </a:moveTo>
                <a:lnTo>
                  <a:pt x="466725" y="790575"/>
                </a:lnTo>
                <a:lnTo>
                  <a:pt x="466725" y="800100"/>
                </a:lnTo>
                <a:lnTo>
                  <a:pt x="457200" y="800100"/>
                </a:lnTo>
                <a:lnTo>
                  <a:pt x="457200" y="819150"/>
                </a:lnTo>
                <a:lnTo>
                  <a:pt x="476250" y="819150"/>
                </a:lnTo>
                <a:close/>
                <a:moveTo>
                  <a:pt x="476250" y="790575"/>
                </a:moveTo>
                <a:lnTo>
                  <a:pt x="495300" y="790575"/>
                </a:lnTo>
                <a:lnTo>
                  <a:pt x="495300" y="781050"/>
                </a:lnTo>
                <a:lnTo>
                  <a:pt x="476250" y="781050"/>
                </a:lnTo>
                <a:close/>
                <a:moveTo>
                  <a:pt x="514350" y="790575"/>
                </a:moveTo>
                <a:lnTo>
                  <a:pt x="533400" y="790575"/>
                </a:lnTo>
                <a:lnTo>
                  <a:pt x="533400" y="781050"/>
                </a:lnTo>
                <a:lnTo>
                  <a:pt x="514350" y="781050"/>
                </a:lnTo>
                <a:close/>
                <a:moveTo>
                  <a:pt x="942975" y="828675"/>
                </a:moveTo>
                <a:lnTo>
                  <a:pt x="952500" y="828675"/>
                </a:lnTo>
                <a:lnTo>
                  <a:pt x="952500" y="838200"/>
                </a:lnTo>
                <a:lnTo>
                  <a:pt x="981075" y="838200"/>
                </a:lnTo>
                <a:lnTo>
                  <a:pt x="981075" y="847725"/>
                </a:lnTo>
                <a:lnTo>
                  <a:pt x="942975" y="847725"/>
                </a:lnTo>
                <a:close/>
                <a:moveTo>
                  <a:pt x="857250" y="847725"/>
                </a:moveTo>
                <a:lnTo>
                  <a:pt x="866775" y="847725"/>
                </a:lnTo>
                <a:lnTo>
                  <a:pt x="866775" y="838200"/>
                </a:lnTo>
                <a:lnTo>
                  <a:pt x="857250" y="838200"/>
                </a:lnTo>
                <a:close/>
                <a:moveTo>
                  <a:pt x="1019175" y="847725"/>
                </a:moveTo>
                <a:lnTo>
                  <a:pt x="1028700" y="847725"/>
                </a:lnTo>
                <a:lnTo>
                  <a:pt x="1028700" y="857250"/>
                </a:lnTo>
                <a:lnTo>
                  <a:pt x="1047750" y="857250"/>
                </a:lnTo>
                <a:lnTo>
                  <a:pt x="1047750" y="866775"/>
                </a:lnTo>
                <a:lnTo>
                  <a:pt x="1009650" y="866775"/>
                </a:lnTo>
                <a:lnTo>
                  <a:pt x="1009650" y="857250"/>
                </a:lnTo>
                <a:lnTo>
                  <a:pt x="1019175" y="857250"/>
                </a:lnTo>
                <a:close/>
              </a:path>
            </a:pathLst>
          </a:custGeom>
          <a:solidFill xmlns:a="http://schemas.openxmlformats.org/drawingml/2006/main">
            <a:srgbClr val="F1EFE2"/>
          </a:solidFill>
          <a:ln xmlns:a="http://schemas.openxmlformats.org/drawingml/2006/main" w="0">
            <a:noFill/>
          </a:ln>
        </p:spPr>
      </p:sp>
      <p:sp>
        <p:nvSpPr>
          <p:cNvPr id="81" name="rocket vector #f1efe1">
            <a:extLst xmlns:a="http://schemas.openxmlformats.org/drawingml/2006/main">
              <a:ext uri="{FF2B5EF4-FFF2-40B4-BE49-F238E27FC236}">
                <a16:creationId xmlns:a16="http://schemas.microsoft.com/office/drawing/2014/main" id="{BD3026B9-D162-47B1-9F02-09DBA503F54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5550" y="1495425"/>
            <a:ext cx="1057275" cy="866775"/>
          </a:xfrm>
          <a:custGeom xmlns:a="http://schemas.openxmlformats.org/drawingml/2006/main">
            <a:pathLst>
              <a:path w="1057275" h="866775">
                <a:moveTo>
                  <a:pt x="704850" y="19050"/>
                </a:moveTo>
                <a:lnTo>
                  <a:pt x="714375" y="19050"/>
                </a:lnTo>
                <a:lnTo>
                  <a:pt x="714375" y="28575"/>
                </a:lnTo>
                <a:lnTo>
                  <a:pt x="704850" y="28575"/>
                </a:lnTo>
                <a:close/>
                <a:moveTo>
                  <a:pt x="628650" y="28575"/>
                </a:moveTo>
                <a:lnTo>
                  <a:pt x="638175" y="28575"/>
                </a:lnTo>
                <a:lnTo>
                  <a:pt x="638175" y="38100"/>
                </a:lnTo>
                <a:lnTo>
                  <a:pt x="647700" y="38100"/>
                </a:lnTo>
                <a:lnTo>
                  <a:pt x="647700" y="47625"/>
                </a:lnTo>
                <a:lnTo>
                  <a:pt x="638175" y="47625"/>
                </a:lnTo>
                <a:lnTo>
                  <a:pt x="638175" y="57150"/>
                </a:lnTo>
                <a:lnTo>
                  <a:pt x="628650" y="57150"/>
                </a:lnTo>
                <a:lnTo>
                  <a:pt x="628650" y="47625"/>
                </a:lnTo>
                <a:lnTo>
                  <a:pt x="619125" y="47625"/>
                </a:lnTo>
                <a:lnTo>
                  <a:pt x="619125" y="38100"/>
                </a:lnTo>
                <a:lnTo>
                  <a:pt x="628650" y="38100"/>
                </a:lnTo>
                <a:close/>
                <a:moveTo>
                  <a:pt x="600075" y="38100"/>
                </a:moveTo>
                <a:lnTo>
                  <a:pt x="609600" y="38100"/>
                </a:lnTo>
                <a:lnTo>
                  <a:pt x="609600" y="47625"/>
                </a:lnTo>
                <a:lnTo>
                  <a:pt x="600075" y="47625"/>
                </a:lnTo>
                <a:close/>
                <a:moveTo>
                  <a:pt x="552450" y="47625"/>
                </a:moveTo>
                <a:lnTo>
                  <a:pt x="561975" y="47625"/>
                </a:lnTo>
                <a:lnTo>
                  <a:pt x="561975" y="57150"/>
                </a:lnTo>
                <a:lnTo>
                  <a:pt x="552450" y="57150"/>
                </a:lnTo>
                <a:close/>
                <a:moveTo>
                  <a:pt x="781050" y="76200"/>
                </a:moveTo>
                <a:lnTo>
                  <a:pt x="800100" y="76200"/>
                </a:lnTo>
                <a:lnTo>
                  <a:pt x="800100" y="85725"/>
                </a:lnTo>
                <a:lnTo>
                  <a:pt x="809625" y="85725"/>
                </a:lnTo>
                <a:lnTo>
                  <a:pt x="809625" y="95250"/>
                </a:lnTo>
                <a:lnTo>
                  <a:pt x="800100" y="95250"/>
                </a:lnTo>
                <a:lnTo>
                  <a:pt x="800100" y="104775"/>
                </a:lnTo>
                <a:lnTo>
                  <a:pt x="790575" y="104775"/>
                </a:lnTo>
                <a:lnTo>
                  <a:pt x="790575" y="114300"/>
                </a:lnTo>
                <a:lnTo>
                  <a:pt x="771525" y="114300"/>
                </a:lnTo>
                <a:lnTo>
                  <a:pt x="771525" y="95250"/>
                </a:lnTo>
                <a:lnTo>
                  <a:pt x="752475" y="95250"/>
                </a:lnTo>
                <a:lnTo>
                  <a:pt x="752475" y="85725"/>
                </a:lnTo>
                <a:lnTo>
                  <a:pt x="781050" y="85725"/>
                </a:lnTo>
                <a:close/>
                <a:moveTo>
                  <a:pt x="838200" y="104775"/>
                </a:moveTo>
                <a:lnTo>
                  <a:pt x="847725" y="104775"/>
                </a:lnTo>
                <a:lnTo>
                  <a:pt x="847725" y="123825"/>
                </a:lnTo>
                <a:lnTo>
                  <a:pt x="828675" y="123825"/>
                </a:lnTo>
                <a:lnTo>
                  <a:pt x="828675" y="114300"/>
                </a:lnTo>
                <a:lnTo>
                  <a:pt x="838200" y="114300"/>
                </a:lnTo>
                <a:close/>
                <a:moveTo>
                  <a:pt x="400050" y="114300"/>
                </a:moveTo>
                <a:lnTo>
                  <a:pt x="409575" y="114300"/>
                </a:lnTo>
                <a:lnTo>
                  <a:pt x="409575" y="123825"/>
                </a:lnTo>
                <a:lnTo>
                  <a:pt x="400050" y="123825"/>
                </a:lnTo>
                <a:close/>
                <a:moveTo>
                  <a:pt x="323850" y="152400"/>
                </a:moveTo>
                <a:lnTo>
                  <a:pt x="333375" y="152400"/>
                </a:lnTo>
                <a:lnTo>
                  <a:pt x="333375" y="161925"/>
                </a:lnTo>
                <a:lnTo>
                  <a:pt x="342900" y="161925"/>
                </a:lnTo>
                <a:lnTo>
                  <a:pt x="342900" y="171450"/>
                </a:lnTo>
                <a:lnTo>
                  <a:pt x="352425" y="171450"/>
                </a:lnTo>
                <a:lnTo>
                  <a:pt x="352425" y="180975"/>
                </a:lnTo>
                <a:lnTo>
                  <a:pt x="342900" y="180975"/>
                </a:lnTo>
                <a:lnTo>
                  <a:pt x="342900" y="190500"/>
                </a:lnTo>
                <a:lnTo>
                  <a:pt x="276225" y="190500"/>
                </a:lnTo>
                <a:lnTo>
                  <a:pt x="276225" y="209550"/>
                </a:lnTo>
                <a:lnTo>
                  <a:pt x="266700" y="209550"/>
                </a:lnTo>
                <a:lnTo>
                  <a:pt x="266700" y="228600"/>
                </a:lnTo>
                <a:lnTo>
                  <a:pt x="238125" y="228600"/>
                </a:lnTo>
                <a:lnTo>
                  <a:pt x="238125" y="219075"/>
                </a:lnTo>
                <a:lnTo>
                  <a:pt x="257175" y="219075"/>
                </a:lnTo>
                <a:lnTo>
                  <a:pt x="257175" y="209550"/>
                </a:lnTo>
                <a:lnTo>
                  <a:pt x="247650" y="209550"/>
                </a:lnTo>
                <a:lnTo>
                  <a:pt x="247650" y="180975"/>
                </a:lnTo>
                <a:lnTo>
                  <a:pt x="314325" y="180975"/>
                </a:lnTo>
                <a:lnTo>
                  <a:pt x="314325" y="161925"/>
                </a:lnTo>
                <a:lnTo>
                  <a:pt x="323850" y="161925"/>
                </a:lnTo>
                <a:close/>
                <a:moveTo>
                  <a:pt x="371475" y="161925"/>
                </a:moveTo>
                <a:lnTo>
                  <a:pt x="390525" y="161925"/>
                </a:lnTo>
                <a:lnTo>
                  <a:pt x="390525" y="180975"/>
                </a:lnTo>
                <a:lnTo>
                  <a:pt x="381000" y="180975"/>
                </a:lnTo>
                <a:lnTo>
                  <a:pt x="381000" y="171450"/>
                </a:lnTo>
                <a:lnTo>
                  <a:pt x="371475" y="171450"/>
                </a:lnTo>
                <a:close/>
                <a:moveTo>
                  <a:pt x="361950" y="171450"/>
                </a:moveTo>
                <a:lnTo>
                  <a:pt x="371475" y="171450"/>
                </a:lnTo>
                <a:lnTo>
                  <a:pt x="371475" y="180975"/>
                </a:lnTo>
                <a:lnTo>
                  <a:pt x="361950" y="180975"/>
                </a:lnTo>
                <a:close/>
                <a:moveTo>
                  <a:pt x="171450" y="180975"/>
                </a:moveTo>
                <a:lnTo>
                  <a:pt x="200025" y="180975"/>
                </a:lnTo>
                <a:lnTo>
                  <a:pt x="200025" y="200025"/>
                </a:lnTo>
                <a:lnTo>
                  <a:pt x="171450" y="200025"/>
                </a:lnTo>
                <a:close/>
                <a:moveTo>
                  <a:pt x="885825" y="180975"/>
                </a:moveTo>
                <a:lnTo>
                  <a:pt x="895350" y="180975"/>
                </a:lnTo>
                <a:lnTo>
                  <a:pt x="895350" y="190500"/>
                </a:lnTo>
                <a:lnTo>
                  <a:pt x="885825" y="190500"/>
                </a:lnTo>
                <a:close/>
                <a:moveTo>
                  <a:pt x="876300" y="190500"/>
                </a:moveTo>
                <a:lnTo>
                  <a:pt x="885825" y="190500"/>
                </a:lnTo>
                <a:lnTo>
                  <a:pt x="885825" y="200025"/>
                </a:lnTo>
                <a:lnTo>
                  <a:pt x="876300" y="200025"/>
                </a:lnTo>
                <a:close/>
                <a:moveTo>
                  <a:pt x="942975" y="190500"/>
                </a:moveTo>
                <a:lnTo>
                  <a:pt x="952500" y="190500"/>
                </a:lnTo>
                <a:lnTo>
                  <a:pt x="952500" y="200025"/>
                </a:lnTo>
                <a:lnTo>
                  <a:pt x="942975" y="200025"/>
                </a:lnTo>
                <a:close/>
                <a:moveTo>
                  <a:pt x="847725" y="200025"/>
                </a:moveTo>
                <a:lnTo>
                  <a:pt x="876300" y="200025"/>
                </a:lnTo>
                <a:lnTo>
                  <a:pt x="876300" y="209550"/>
                </a:lnTo>
                <a:lnTo>
                  <a:pt x="847725" y="209550"/>
                </a:lnTo>
                <a:close/>
                <a:moveTo>
                  <a:pt x="971550" y="200025"/>
                </a:moveTo>
                <a:lnTo>
                  <a:pt x="990600" y="200025"/>
                </a:lnTo>
                <a:lnTo>
                  <a:pt x="990600" y="219075"/>
                </a:lnTo>
                <a:lnTo>
                  <a:pt x="971550" y="219075"/>
                </a:lnTo>
                <a:close/>
                <a:moveTo>
                  <a:pt x="171450" y="219075"/>
                </a:moveTo>
                <a:lnTo>
                  <a:pt x="180975" y="219075"/>
                </a:lnTo>
                <a:lnTo>
                  <a:pt x="180975" y="228600"/>
                </a:lnTo>
                <a:lnTo>
                  <a:pt x="171450" y="228600"/>
                </a:lnTo>
                <a:close/>
                <a:moveTo>
                  <a:pt x="714375" y="219075"/>
                </a:moveTo>
                <a:lnTo>
                  <a:pt x="723900" y="219075"/>
                </a:lnTo>
                <a:lnTo>
                  <a:pt x="723900" y="228600"/>
                </a:lnTo>
                <a:lnTo>
                  <a:pt x="714375" y="228600"/>
                </a:lnTo>
                <a:close/>
                <a:moveTo>
                  <a:pt x="219075" y="247650"/>
                </a:moveTo>
                <a:lnTo>
                  <a:pt x="228600" y="247650"/>
                </a:lnTo>
                <a:lnTo>
                  <a:pt x="228600" y="257175"/>
                </a:lnTo>
                <a:lnTo>
                  <a:pt x="219075" y="257175"/>
                </a:lnTo>
                <a:close/>
                <a:moveTo>
                  <a:pt x="171450" y="266700"/>
                </a:moveTo>
                <a:lnTo>
                  <a:pt x="190500" y="266700"/>
                </a:lnTo>
                <a:lnTo>
                  <a:pt x="190500" y="276225"/>
                </a:lnTo>
                <a:lnTo>
                  <a:pt x="200025" y="276225"/>
                </a:lnTo>
                <a:lnTo>
                  <a:pt x="200025" y="295275"/>
                </a:lnTo>
                <a:lnTo>
                  <a:pt x="180975" y="295275"/>
                </a:lnTo>
                <a:lnTo>
                  <a:pt x="180975" y="304800"/>
                </a:lnTo>
                <a:lnTo>
                  <a:pt x="161925" y="304800"/>
                </a:lnTo>
                <a:lnTo>
                  <a:pt x="161925" y="276225"/>
                </a:lnTo>
                <a:lnTo>
                  <a:pt x="171450" y="276225"/>
                </a:lnTo>
                <a:close/>
                <a:moveTo>
                  <a:pt x="200025" y="295275"/>
                </a:moveTo>
                <a:lnTo>
                  <a:pt x="209550" y="295275"/>
                </a:lnTo>
                <a:lnTo>
                  <a:pt x="209550" y="304800"/>
                </a:lnTo>
                <a:lnTo>
                  <a:pt x="200025" y="304800"/>
                </a:lnTo>
                <a:close/>
                <a:moveTo>
                  <a:pt x="847725" y="533400"/>
                </a:moveTo>
                <a:lnTo>
                  <a:pt x="857250" y="533400"/>
                </a:lnTo>
                <a:lnTo>
                  <a:pt x="857250" y="542925"/>
                </a:lnTo>
                <a:lnTo>
                  <a:pt x="847725" y="542925"/>
                </a:lnTo>
                <a:close/>
                <a:moveTo>
                  <a:pt x="171450" y="600075"/>
                </a:moveTo>
                <a:lnTo>
                  <a:pt x="180975" y="600075"/>
                </a:lnTo>
                <a:lnTo>
                  <a:pt x="180975" y="609600"/>
                </a:lnTo>
                <a:lnTo>
                  <a:pt x="171450" y="609600"/>
                </a:lnTo>
                <a:close/>
                <a:moveTo>
                  <a:pt x="161925" y="609600"/>
                </a:moveTo>
                <a:lnTo>
                  <a:pt x="171450" y="609600"/>
                </a:lnTo>
                <a:lnTo>
                  <a:pt x="171450" y="619125"/>
                </a:lnTo>
                <a:lnTo>
                  <a:pt x="161925" y="619125"/>
                </a:lnTo>
                <a:close/>
                <a:moveTo>
                  <a:pt x="142875" y="628650"/>
                </a:moveTo>
                <a:lnTo>
                  <a:pt x="152400" y="628650"/>
                </a:lnTo>
                <a:lnTo>
                  <a:pt x="152400" y="638175"/>
                </a:lnTo>
                <a:lnTo>
                  <a:pt x="142875" y="638175"/>
                </a:lnTo>
                <a:close/>
                <a:moveTo>
                  <a:pt x="85725" y="657225"/>
                </a:moveTo>
                <a:lnTo>
                  <a:pt x="104775" y="657225"/>
                </a:lnTo>
                <a:lnTo>
                  <a:pt x="104775" y="666750"/>
                </a:lnTo>
                <a:lnTo>
                  <a:pt x="114300" y="666750"/>
                </a:lnTo>
                <a:lnTo>
                  <a:pt x="114300" y="676275"/>
                </a:lnTo>
                <a:lnTo>
                  <a:pt x="104775" y="676275"/>
                </a:lnTo>
                <a:lnTo>
                  <a:pt x="104775" y="685800"/>
                </a:lnTo>
                <a:lnTo>
                  <a:pt x="95250" y="685800"/>
                </a:lnTo>
                <a:lnTo>
                  <a:pt x="95250" y="666750"/>
                </a:lnTo>
                <a:lnTo>
                  <a:pt x="85725" y="666750"/>
                </a:lnTo>
                <a:close/>
                <a:moveTo>
                  <a:pt x="657225" y="676275"/>
                </a:moveTo>
                <a:lnTo>
                  <a:pt x="666750" y="676275"/>
                </a:lnTo>
                <a:lnTo>
                  <a:pt x="666750" y="685800"/>
                </a:lnTo>
                <a:lnTo>
                  <a:pt x="657225" y="685800"/>
                </a:lnTo>
                <a:close/>
                <a:moveTo>
                  <a:pt x="76200" y="695325"/>
                </a:moveTo>
                <a:lnTo>
                  <a:pt x="85725" y="695325"/>
                </a:lnTo>
                <a:lnTo>
                  <a:pt x="85725" y="704850"/>
                </a:lnTo>
                <a:lnTo>
                  <a:pt x="76200" y="704850"/>
                </a:lnTo>
                <a:close/>
                <a:moveTo>
                  <a:pt x="485775" y="733425"/>
                </a:moveTo>
                <a:lnTo>
                  <a:pt x="495300" y="733425"/>
                </a:lnTo>
                <a:lnTo>
                  <a:pt x="495300" y="742950"/>
                </a:lnTo>
                <a:lnTo>
                  <a:pt x="485775" y="742950"/>
                </a:lnTo>
                <a:close/>
                <a:moveTo>
                  <a:pt x="266700" y="742950"/>
                </a:moveTo>
                <a:lnTo>
                  <a:pt x="276225" y="742950"/>
                </a:lnTo>
                <a:lnTo>
                  <a:pt x="276225" y="752475"/>
                </a:lnTo>
                <a:lnTo>
                  <a:pt x="266700" y="752475"/>
                </a:lnTo>
                <a:close/>
                <a:moveTo>
                  <a:pt x="590550" y="771525"/>
                </a:moveTo>
                <a:lnTo>
                  <a:pt x="600075" y="771525"/>
                </a:lnTo>
                <a:lnTo>
                  <a:pt x="600075" y="781050"/>
                </a:lnTo>
                <a:lnTo>
                  <a:pt x="590550" y="781050"/>
                </a:lnTo>
                <a:close/>
                <a:moveTo>
                  <a:pt x="476250" y="781050"/>
                </a:moveTo>
                <a:lnTo>
                  <a:pt x="495300" y="781050"/>
                </a:lnTo>
                <a:lnTo>
                  <a:pt x="495300" y="790575"/>
                </a:lnTo>
                <a:lnTo>
                  <a:pt x="476250" y="790575"/>
                </a:lnTo>
                <a:close/>
                <a:moveTo>
                  <a:pt x="514350" y="781050"/>
                </a:moveTo>
                <a:lnTo>
                  <a:pt x="533400" y="781050"/>
                </a:lnTo>
                <a:lnTo>
                  <a:pt x="533400" y="790575"/>
                </a:lnTo>
                <a:lnTo>
                  <a:pt x="514350" y="790575"/>
                </a:lnTo>
                <a:close/>
                <a:moveTo>
                  <a:pt x="57150" y="800100"/>
                </a:moveTo>
                <a:lnTo>
                  <a:pt x="76200" y="800100"/>
                </a:lnTo>
                <a:lnTo>
                  <a:pt x="76200" y="809625"/>
                </a:lnTo>
                <a:lnTo>
                  <a:pt x="57150" y="809625"/>
                </a:lnTo>
                <a:close/>
                <a:moveTo>
                  <a:pt x="219075" y="800100"/>
                </a:moveTo>
                <a:lnTo>
                  <a:pt x="228600" y="800100"/>
                </a:lnTo>
                <a:lnTo>
                  <a:pt x="228600" y="819150"/>
                </a:lnTo>
                <a:lnTo>
                  <a:pt x="238125" y="819150"/>
                </a:lnTo>
                <a:lnTo>
                  <a:pt x="238125" y="828675"/>
                </a:lnTo>
                <a:lnTo>
                  <a:pt x="247650" y="828675"/>
                </a:lnTo>
                <a:lnTo>
                  <a:pt x="247650" y="838200"/>
                </a:lnTo>
                <a:lnTo>
                  <a:pt x="209550" y="838200"/>
                </a:lnTo>
                <a:lnTo>
                  <a:pt x="209550" y="847725"/>
                </a:lnTo>
                <a:lnTo>
                  <a:pt x="200025" y="847725"/>
                </a:lnTo>
                <a:lnTo>
                  <a:pt x="200025" y="838200"/>
                </a:lnTo>
                <a:lnTo>
                  <a:pt x="180975" y="838200"/>
                </a:lnTo>
                <a:lnTo>
                  <a:pt x="180975" y="828675"/>
                </a:lnTo>
                <a:lnTo>
                  <a:pt x="200025" y="828675"/>
                </a:lnTo>
                <a:lnTo>
                  <a:pt x="200025" y="819150"/>
                </a:lnTo>
                <a:lnTo>
                  <a:pt x="209550" y="819150"/>
                </a:lnTo>
                <a:lnTo>
                  <a:pt x="209550" y="809625"/>
                </a:lnTo>
                <a:lnTo>
                  <a:pt x="219075" y="809625"/>
                </a:lnTo>
                <a:close/>
                <a:moveTo>
                  <a:pt x="104775" y="857250"/>
                </a:moveTo>
                <a:lnTo>
                  <a:pt x="123825" y="857250"/>
                </a:lnTo>
                <a:lnTo>
                  <a:pt x="123825" y="866775"/>
                </a:lnTo>
                <a:lnTo>
                  <a:pt x="104775" y="866775"/>
                </a:lnTo>
                <a:close/>
              </a:path>
            </a:pathLst>
          </a:custGeom>
          <a:solidFill xmlns:a="http://schemas.openxmlformats.org/drawingml/2006/main">
            <a:srgbClr val="F1EFE1"/>
          </a:solidFill>
          <a:ln xmlns:a="http://schemas.openxmlformats.org/drawingml/2006/main" w="0">
            <a:noFill/>
          </a:ln>
        </p:spPr>
      </p:sp>
      <p:sp>
        <p:nvSpPr>
          <p:cNvPr id="82" name="rocket vector #f2eee2">
            <a:extLst xmlns:a="http://schemas.openxmlformats.org/drawingml/2006/main">
              <a:ext uri="{FF2B5EF4-FFF2-40B4-BE49-F238E27FC236}">
                <a16:creationId xmlns:a16="http://schemas.microsoft.com/office/drawing/2014/main" id="{620DF304-A3CF-4D05-ABC3-FC91368C55C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5550" y="1495425"/>
            <a:ext cx="1057275" cy="866775"/>
          </a:xfrm>
          <a:custGeom xmlns:a="http://schemas.openxmlformats.org/drawingml/2006/main">
            <a:pathLst>
              <a:path w="1057275" h="866775">
                <a:moveTo>
                  <a:pt x="590550" y="0"/>
                </a:moveTo>
                <a:lnTo>
                  <a:pt x="609600" y="0"/>
                </a:lnTo>
                <a:lnTo>
                  <a:pt x="609600" y="9525"/>
                </a:lnTo>
                <a:lnTo>
                  <a:pt x="600075" y="9525"/>
                </a:lnTo>
                <a:lnTo>
                  <a:pt x="600075" y="28575"/>
                </a:lnTo>
                <a:lnTo>
                  <a:pt x="590550" y="28575"/>
                </a:lnTo>
                <a:close/>
                <a:moveTo>
                  <a:pt x="838200" y="0"/>
                </a:moveTo>
                <a:lnTo>
                  <a:pt x="866775" y="0"/>
                </a:lnTo>
                <a:lnTo>
                  <a:pt x="866775" y="19050"/>
                </a:lnTo>
                <a:lnTo>
                  <a:pt x="838200" y="19050"/>
                </a:lnTo>
                <a:close/>
                <a:moveTo>
                  <a:pt x="514350" y="9525"/>
                </a:moveTo>
                <a:lnTo>
                  <a:pt x="533400" y="9525"/>
                </a:lnTo>
                <a:lnTo>
                  <a:pt x="533400" y="19050"/>
                </a:lnTo>
                <a:lnTo>
                  <a:pt x="542925" y="19050"/>
                </a:lnTo>
                <a:lnTo>
                  <a:pt x="542925" y="28575"/>
                </a:lnTo>
                <a:lnTo>
                  <a:pt x="523875" y="28575"/>
                </a:lnTo>
                <a:lnTo>
                  <a:pt x="523875" y="19050"/>
                </a:lnTo>
                <a:lnTo>
                  <a:pt x="514350" y="19050"/>
                </a:lnTo>
                <a:close/>
                <a:moveTo>
                  <a:pt x="628650" y="19050"/>
                </a:moveTo>
                <a:lnTo>
                  <a:pt x="638175" y="19050"/>
                </a:lnTo>
                <a:lnTo>
                  <a:pt x="638175" y="28575"/>
                </a:lnTo>
                <a:lnTo>
                  <a:pt x="628650" y="28575"/>
                </a:lnTo>
                <a:close/>
                <a:moveTo>
                  <a:pt x="104775" y="85725"/>
                </a:moveTo>
                <a:lnTo>
                  <a:pt x="114300" y="85725"/>
                </a:lnTo>
                <a:lnTo>
                  <a:pt x="114300" y="104775"/>
                </a:lnTo>
                <a:lnTo>
                  <a:pt x="104775" y="104775"/>
                </a:lnTo>
                <a:close/>
                <a:moveTo>
                  <a:pt x="85725" y="123825"/>
                </a:moveTo>
                <a:lnTo>
                  <a:pt x="95250" y="123825"/>
                </a:lnTo>
                <a:lnTo>
                  <a:pt x="95250" y="152400"/>
                </a:lnTo>
                <a:lnTo>
                  <a:pt x="85725" y="152400"/>
                </a:lnTo>
                <a:close/>
                <a:moveTo>
                  <a:pt x="104775" y="123825"/>
                </a:moveTo>
                <a:lnTo>
                  <a:pt x="114300" y="123825"/>
                </a:lnTo>
                <a:lnTo>
                  <a:pt x="114300" y="142875"/>
                </a:lnTo>
                <a:lnTo>
                  <a:pt x="104775" y="142875"/>
                </a:lnTo>
                <a:close/>
                <a:moveTo>
                  <a:pt x="152400" y="161925"/>
                </a:moveTo>
                <a:lnTo>
                  <a:pt x="171450" y="161925"/>
                </a:lnTo>
                <a:lnTo>
                  <a:pt x="171450" y="190500"/>
                </a:lnTo>
                <a:lnTo>
                  <a:pt x="161925" y="190500"/>
                </a:lnTo>
                <a:lnTo>
                  <a:pt x="161925" y="200025"/>
                </a:lnTo>
                <a:lnTo>
                  <a:pt x="142875" y="200025"/>
                </a:lnTo>
                <a:lnTo>
                  <a:pt x="142875" y="171450"/>
                </a:lnTo>
                <a:lnTo>
                  <a:pt x="152400" y="171450"/>
                </a:lnTo>
                <a:close/>
                <a:moveTo>
                  <a:pt x="1038225" y="285750"/>
                </a:moveTo>
                <a:lnTo>
                  <a:pt x="1047750" y="285750"/>
                </a:lnTo>
                <a:lnTo>
                  <a:pt x="1047750" y="304800"/>
                </a:lnTo>
                <a:lnTo>
                  <a:pt x="1038225" y="304800"/>
                </a:lnTo>
                <a:close/>
                <a:moveTo>
                  <a:pt x="38100" y="304800"/>
                </a:moveTo>
                <a:lnTo>
                  <a:pt x="57150" y="304800"/>
                </a:lnTo>
                <a:lnTo>
                  <a:pt x="57150" y="333375"/>
                </a:lnTo>
                <a:lnTo>
                  <a:pt x="47625" y="333375"/>
                </a:lnTo>
                <a:lnTo>
                  <a:pt x="47625" y="323850"/>
                </a:lnTo>
                <a:lnTo>
                  <a:pt x="38100" y="323850"/>
                </a:lnTo>
                <a:close/>
                <a:moveTo>
                  <a:pt x="38100" y="371475"/>
                </a:moveTo>
                <a:lnTo>
                  <a:pt x="47625" y="371475"/>
                </a:lnTo>
                <a:lnTo>
                  <a:pt x="47625" y="381000"/>
                </a:lnTo>
                <a:lnTo>
                  <a:pt x="38100" y="381000"/>
                </a:lnTo>
                <a:close/>
                <a:moveTo>
                  <a:pt x="1019175" y="438150"/>
                </a:moveTo>
                <a:lnTo>
                  <a:pt x="1038225" y="438150"/>
                </a:lnTo>
                <a:lnTo>
                  <a:pt x="1038225" y="457200"/>
                </a:lnTo>
                <a:lnTo>
                  <a:pt x="1028700" y="457200"/>
                </a:lnTo>
                <a:lnTo>
                  <a:pt x="1028700" y="466725"/>
                </a:lnTo>
                <a:lnTo>
                  <a:pt x="1019175" y="466725"/>
                </a:lnTo>
                <a:close/>
                <a:moveTo>
                  <a:pt x="1000125" y="466725"/>
                </a:moveTo>
                <a:lnTo>
                  <a:pt x="1009650" y="466725"/>
                </a:lnTo>
                <a:lnTo>
                  <a:pt x="1009650" y="485775"/>
                </a:lnTo>
                <a:lnTo>
                  <a:pt x="1028700" y="485775"/>
                </a:lnTo>
                <a:lnTo>
                  <a:pt x="1028700" y="495300"/>
                </a:lnTo>
                <a:lnTo>
                  <a:pt x="1000125" y="495300"/>
                </a:lnTo>
                <a:lnTo>
                  <a:pt x="1000125" y="485775"/>
                </a:lnTo>
                <a:lnTo>
                  <a:pt x="990600" y="485775"/>
                </a:lnTo>
                <a:lnTo>
                  <a:pt x="990600" y="476250"/>
                </a:lnTo>
                <a:lnTo>
                  <a:pt x="1000125" y="476250"/>
                </a:lnTo>
                <a:close/>
                <a:moveTo>
                  <a:pt x="838200" y="504825"/>
                </a:moveTo>
                <a:lnTo>
                  <a:pt x="847725" y="504825"/>
                </a:lnTo>
                <a:lnTo>
                  <a:pt x="847725" y="514350"/>
                </a:lnTo>
                <a:lnTo>
                  <a:pt x="838200" y="514350"/>
                </a:lnTo>
                <a:close/>
                <a:moveTo>
                  <a:pt x="847725" y="514350"/>
                </a:moveTo>
                <a:lnTo>
                  <a:pt x="857250" y="514350"/>
                </a:lnTo>
                <a:lnTo>
                  <a:pt x="857250" y="523875"/>
                </a:lnTo>
                <a:lnTo>
                  <a:pt x="847725" y="523875"/>
                </a:lnTo>
                <a:close/>
                <a:moveTo>
                  <a:pt x="742950" y="600075"/>
                </a:moveTo>
                <a:lnTo>
                  <a:pt x="752475" y="600075"/>
                </a:lnTo>
                <a:lnTo>
                  <a:pt x="752475" y="609600"/>
                </a:lnTo>
                <a:lnTo>
                  <a:pt x="762000" y="609600"/>
                </a:lnTo>
                <a:lnTo>
                  <a:pt x="762000" y="619125"/>
                </a:lnTo>
                <a:lnTo>
                  <a:pt x="742950" y="619125"/>
                </a:lnTo>
                <a:close/>
                <a:moveTo>
                  <a:pt x="885825" y="647700"/>
                </a:moveTo>
                <a:lnTo>
                  <a:pt x="895350" y="647700"/>
                </a:lnTo>
                <a:lnTo>
                  <a:pt x="895350" y="666750"/>
                </a:lnTo>
                <a:lnTo>
                  <a:pt x="885825" y="666750"/>
                </a:lnTo>
                <a:close/>
                <a:moveTo>
                  <a:pt x="657225" y="685800"/>
                </a:moveTo>
                <a:lnTo>
                  <a:pt x="666750" y="685800"/>
                </a:lnTo>
                <a:lnTo>
                  <a:pt x="666750" y="695325"/>
                </a:lnTo>
                <a:lnTo>
                  <a:pt x="676275" y="695325"/>
                </a:lnTo>
                <a:lnTo>
                  <a:pt x="676275" y="714375"/>
                </a:lnTo>
                <a:lnTo>
                  <a:pt x="657225" y="714375"/>
                </a:lnTo>
                <a:close/>
                <a:moveTo>
                  <a:pt x="619125" y="704850"/>
                </a:moveTo>
                <a:lnTo>
                  <a:pt x="628650" y="704850"/>
                </a:lnTo>
                <a:lnTo>
                  <a:pt x="628650" y="714375"/>
                </a:lnTo>
                <a:lnTo>
                  <a:pt x="619125" y="714375"/>
                </a:lnTo>
                <a:close/>
                <a:moveTo>
                  <a:pt x="38100" y="714375"/>
                </a:moveTo>
                <a:lnTo>
                  <a:pt x="47625" y="714375"/>
                </a:lnTo>
                <a:lnTo>
                  <a:pt x="47625" y="723900"/>
                </a:lnTo>
                <a:lnTo>
                  <a:pt x="38100" y="723900"/>
                </a:lnTo>
                <a:close/>
                <a:moveTo>
                  <a:pt x="581025" y="742950"/>
                </a:moveTo>
                <a:lnTo>
                  <a:pt x="590550" y="742950"/>
                </a:lnTo>
                <a:lnTo>
                  <a:pt x="590550" y="762000"/>
                </a:lnTo>
                <a:lnTo>
                  <a:pt x="581025" y="762000"/>
                </a:lnTo>
                <a:close/>
                <a:moveTo>
                  <a:pt x="561975" y="752475"/>
                </a:moveTo>
                <a:lnTo>
                  <a:pt x="571500" y="752475"/>
                </a:lnTo>
                <a:lnTo>
                  <a:pt x="571500" y="762000"/>
                </a:lnTo>
                <a:lnTo>
                  <a:pt x="561975" y="762000"/>
                </a:lnTo>
                <a:close/>
                <a:moveTo>
                  <a:pt x="552450" y="762000"/>
                </a:moveTo>
                <a:lnTo>
                  <a:pt x="561975" y="762000"/>
                </a:lnTo>
                <a:lnTo>
                  <a:pt x="561975" y="781050"/>
                </a:lnTo>
                <a:lnTo>
                  <a:pt x="552450" y="781050"/>
                </a:lnTo>
                <a:close/>
                <a:moveTo>
                  <a:pt x="247650" y="771525"/>
                </a:moveTo>
                <a:lnTo>
                  <a:pt x="266700" y="771525"/>
                </a:lnTo>
                <a:lnTo>
                  <a:pt x="266700" y="781050"/>
                </a:lnTo>
                <a:lnTo>
                  <a:pt x="257175" y="781050"/>
                </a:lnTo>
                <a:lnTo>
                  <a:pt x="257175" y="790575"/>
                </a:lnTo>
                <a:lnTo>
                  <a:pt x="247650" y="790575"/>
                </a:lnTo>
                <a:close/>
                <a:moveTo>
                  <a:pt x="904875" y="790575"/>
                </a:moveTo>
                <a:lnTo>
                  <a:pt x="914400" y="790575"/>
                </a:lnTo>
                <a:lnTo>
                  <a:pt x="914400" y="800100"/>
                </a:lnTo>
                <a:lnTo>
                  <a:pt x="923925" y="800100"/>
                </a:lnTo>
                <a:lnTo>
                  <a:pt x="923925" y="809625"/>
                </a:lnTo>
                <a:lnTo>
                  <a:pt x="904875" y="809625"/>
                </a:lnTo>
                <a:close/>
                <a:moveTo>
                  <a:pt x="457200" y="800100"/>
                </a:moveTo>
                <a:lnTo>
                  <a:pt x="476250" y="800100"/>
                </a:lnTo>
                <a:lnTo>
                  <a:pt x="476250" y="819150"/>
                </a:lnTo>
                <a:lnTo>
                  <a:pt x="457200" y="819150"/>
                </a:lnTo>
                <a:close/>
                <a:moveTo>
                  <a:pt x="885825" y="800100"/>
                </a:moveTo>
                <a:lnTo>
                  <a:pt x="895350" y="800100"/>
                </a:lnTo>
                <a:lnTo>
                  <a:pt x="895350" y="809625"/>
                </a:lnTo>
                <a:lnTo>
                  <a:pt x="885825" y="809625"/>
                </a:lnTo>
                <a:close/>
                <a:moveTo>
                  <a:pt x="952500" y="800100"/>
                </a:moveTo>
                <a:lnTo>
                  <a:pt x="962025" y="800100"/>
                </a:lnTo>
                <a:lnTo>
                  <a:pt x="962025" y="809625"/>
                </a:lnTo>
                <a:lnTo>
                  <a:pt x="952500" y="809625"/>
                </a:lnTo>
                <a:close/>
                <a:moveTo>
                  <a:pt x="990600" y="819150"/>
                </a:moveTo>
                <a:lnTo>
                  <a:pt x="1000125" y="819150"/>
                </a:lnTo>
                <a:lnTo>
                  <a:pt x="1000125" y="828675"/>
                </a:lnTo>
                <a:lnTo>
                  <a:pt x="990600" y="828675"/>
                </a:lnTo>
                <a:close/>
                <a:moveTo>
                  <a:pt x="1038225" y="838200"/>
                </a:moveTo>
                <a:lnTo>
                  <a:pt x="1057275" y="838200"/>
                </a:lnTo>
                <a:lnTo>
                  <a:pt x="1057275" y="857250"/>
                </a:lnTo>
                <a:lnTo>
                  <a:pt x="1038225" y="857250"/>
                </a:lnTo>
                <a:close/>
                <a:moveTo>
                  <a:pt x="161925" y="847725"/>
                </a:moveTo>
                <a:lnTo>
                  <a:pt x="190500" y="847725"/>
                </a:lnTo>
                <a:lnTo>
                  <a:pt x="190500" y="857250"/>
                </a:lnTo>
                <a:lnTo>
                  <a:pt x="180975" y="857250"/>
                </a:lnTo>
                <a:lnTo>
                  <a:pt x="180975" y="866775"/>
                </a:lnTo>
                <a:lnTo>
                  <a:pt x="161925" y="866775"/>
                </a:lnTo>
                <a:close/>
                <a:moveTo>
                  <a:pt x="419100" y="857250"/>
                </a:moveTo>
                <a:lnTo>
                  <a:pt x="438150" y="857250"/>
                </a:lnTo>
                <a:lnTo>
                  <a:pt x="438150" y="866775"/>
                </a:lnTo>
                <a:lnTo>
                  <a:pt x="419100" y="866775"/>
                </a:lnTo>
                <a:close/>
                <a:moveTo>
                  <a:pt x="914400" y="857250"/>
                </a:moveTo>
                <a:lnTo>
                  <a:pt x="933450" y="857250"/>
                </a:lnTo>
                <a:lnTo>
                  <a:pt x="933450" y="866775"/>
                </a:lnTo>
                <a:lnTo>
                  <a:pt x="914400" y="866775"/>
                </a:lnTo>
                <a:close/>
              </a:path>
            </a:pathLst>
          </a:custGeom>
          <a:solidFill xmlns:a="http://schemas.openxmlformats.org/drawingml/2006/main">
            <a:srgbClr val="F2EEE2"/>
          </a:solidFill>
          <a:ln xmlns:a="http://schemas.openxmlformats.org/drawingml/2006/main" w="0">
            <a:noFill/>
          </a:ln>
        </p:spPr>
      </p:sp>
      <p:sp>
        <p:nvSpPr>
          <p:cNvPr id="83" name="rocket vector #f1eee2">
            <a:extLst xmlns:a="http://schemas.openxmlformats.org/drawingml/2006/main">
              <a:ext uri="{FF2B5EF4-FFF2-40B4-BE49-F238E27FC236}">
                <a16:creationId xmlns:a16="http://schemas.microsoft.com/office/drawing/2014/main" id="{BEFCCFE7-7A9F-4AA5-A5AC-F5FF470F84E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5550" y="1495425"/>
            <a:ext cx="1057275" cy="866775"/>
          </a:xfrm>
          <a:custGeom xmlns:a="http://schemas.openxmlformats.org/drawingml/2006/main">
            <a:pathLst>
              <a:path w="1057275" h="866775">
                <a:moveTo>
                  <a:pt x="495300" y="9525"/>
                </a:moveTo>
                <a:lnTo>
                  <a:pt x="514350" y="9525"/>
                </a:lnTo>
                <a:lnTo>
                  <a:pt x="514350" y="19050"/>
                </a:lnTo>
                <a:lnTo>
                  <a:pt x="495300" y="19050"/>
                </a:lnTo>
                <a:close/>
                <a:moveTo>
                  <a:pt x="581025" y="9525"/>
                </a:moveTo>
                <a:lnTo>
                  <a:pt x="590550" y="9525"/>
                </a:lnTo>
                <a:lnTo>
                  <a:pt x="590550" y="28575"/>
                </a:lnTo>
                <a:lnTo>
                  <a:pt x="600075" y="28575"/>
                </a:lnTo>
                <a:lnTo>
                  <a:pt x="600075" y="38100"/>
                </a:lnTo>
                <a:lnTo>
                  <a:pt x="590550" y="38100"/>
                </a:lnTo>
                <a:lnTo>
                  <a:pt x="590550" y="57150"/>
                </a:lnTo>
                <a:lnTo>
                  <a:pt x="571500" y="57150"/>
                </a:lnTo>
                <a:lnTo>
                  <a:pt x="571500" y="19050"/>
                </a:lnTo>
                <a:lnTo>
                  <a:pt x="581025" y="19050"/>
                </a:lnTo>
                <a:close/>
                <a:moveTo>
                  <a:pt x="1028700" y="9525"/>
                </a:moveTo>
                <a:lnTo>
                  <a:pt x="1057275" y="9525"/>
                </a:lnTo>
                <a:lnTo>
                  <a:pt x="1057275" y="19050"/>
                </a:lnTo>
                <a:lnTo>
                  <a:pt x="1047750" y="19050"/>
                </a:lnTo>
                <a:lnTo>
                  <a:pt x="1047750" y="28575"/>
                </a:lnTo>
                <a:lnTo>
                  <a:pt x="1038225" y="28575"/>
                </a:lnTo>
                <a:lnTo>
                  <a:pt x="1038225" y="19050"/>
                </a:lnTo>
                <a:lnTo>
                  <a:pt x="1028700" y="19050"/>
                </a:lnTo>
                <a:close/>
                <a:moveTo>
                  <a:pt x="542925" y="19050"/>
                </a:moveTo>
                <a:lnTo>
                  <a:pt x="552450" y="19050"/>
                </a:lnTo>
                <a:lnTo>
                  <a:pt x="552450" y="28575"/>
                </a:lnTo>
                <a:lnTo>
                  <a:pt x="542925" y="28575"/>
                </a:lnTo>
                <a:close/>
                <a:moveTo>
                  <a:pt x="457200" y="28575"/>
                </a:moveTo>
                <a:lnTo>
                  <a:pt x="485775" y="28575"/>
                </a:lnTo>
                <a:lnTo>
                  <a:pt x="485775" y="38100"/>
                </a:lnTo>
                <a:lnTo>
                  <a:pt x="457200" y="38100"/>
                </a:lnTo>
                <a:close/>
                <a:moveTo>
                  <a:pt x="533400" y="28575"/>
                </a:moveTo>
                <a:lnTo>
                  <a:pt x="542925" y="28575"/>
                </a:lnTo>
                <a:lnTo>
                  <a:pt x="542925" y="38100"/>
                </a:lnTo>
                <a:lnTo>
                  <a:pt x="533400" y="38100"/>
                </a:lnTo>
                <a:close/>
                <a:moveTo>
                  <a:pt x="704850" y="47625"/>
                </a:moveTo>
                <a:lnTo>
                  <a:pt x="714375" y="47625"/>
                </a:lnTo>
                <a:lnTo>
                  <a:pt x="714375" y="57150"/>
                </a:lnTo>
                <a:lnTo>
                  <a:pt x="704850" y="57150"/>
                </a:lnTo>
                <a:close/>
                <a:moveTo>
                  <a:pt x="828675" y="66675"/>
                </a:moveTo>
                <a:lnTo>
                  <a:pt x="838200" y="66675"/>
                </a:lnTo>
                <a:lnTo>
                  <a:pt x="838200" y="85725"/>
                </a:lnTo>
                <a:lnTo>
                  <a:pt x="809625" y="85725"/>
                </a:lnTo>
                <a:lnTo>
                  <a:pt x="809625" y="76200"/>
                </a:lnTo>
                <a:lnTo>
                  <a:pt x="828675" y="76200"/>
                </a:lnTo>
                <a:close/>
                <a:moveTo>
                  <a:pt x="104775" y="76200"/>
                </a:moveTo>
                <a:lnTo>
                  <a:pt x="114300" y="76200"/>
                </a:lnTo>
                <a:lnTo>
                  <a:pt x="114300" y="85725"/>
                </a:lnTo>
                <a:lnTo>
                  <a:pt x="104775" y="85725"/>
                </a:lnTo>
                <a:close/>
                <a:moveTo>
                  <a:pt x="66675" y="104775"/>
                </a:moveTo>
                <a:lnTo>
                  <a:pt x="95250" y="104775"/>
                </a:lnTo>
                <a:lnTo>
                  <a:pt x="95250" y="123825"/>
                </a:lnTo>
                <a:lnTo>
                  <a:pt x="85725" y="123825"/>
                </a:lnTo>
                <a:lnTo>
                  <a:pt x="85725" y="114300"/>
                </a:lnTo>
                <a:lnTo>
                  <a:pt x="66675" y="114300"/>
                </a:lnTo>
                <a:close/>
                <a:moveTo>
                  <a:pt x="104775" y="104775"/>
                </a:moveTo>
                <a:lnTo>
                  <a:pt x="114300" y="104775"/>
                </a:lnTo>
                <a:lnTo>
                  <a:pt x="114300" y="123825"/>
                </a:lnTo>
                <a:lnTo>
                  <a:pt x="104775" y="123825"/>
                </a:lnTo>
                <a:close/>
                <a:moveTo>
                  <a:pt x="123825" y="114300"/>
                </a:moveTo>
                <a:lnTo>
                  <a:pt x="133350" y="114300"/>
                </a:lnTo>
                <a:lnTo>
                  <a:pt x="133350" y="123825"/>
                </a:lnTo>
                <a:lnTo>
                  <a:pt x="123825" y="123825"/>
                </a:lnTo>
                <a:close/>
                <a:moveTo>
                  <a:pt x="723900" y="114300"/>
                </a:moveTo>
                <a:lnTo>
                  <a:pt x="771525" y="114300"/>
                </a:lnTo>
                <a:lnTo>
                  <a:pt x="771525" y="123825"/>
                </a:lnTo>
                <a:lnTo>
                  <a:pt x="723900" y="123825"/>
                </a:lnTo>
                <a:close/>
                <a:moveTo>
                  <a:pt x="95250" y="123825"/>
                </a:moveTo>
                <a:lnTo>
                  <a:pt x="104775" y="123825"/>
                </a:lnTo>
                <a:lnTo>
                  <a:pt x="104775" y="152400"/>
                </a:lnTo>
                <a:lnTo>
                  <a:pt x="95250" y="152400"/>
                </a:lnTo>
                <a:close/>
                <a:moveTo>
                  <a:pt x="76200" y="133350"/>
                </a:moveTo>
                <a:lnTo>
                  <a:pt x="85725" y="133350"/>
                </a:lnTo>
                <a:lnTo>
                  <a:pt x="85725" y="152400"/>
                </a:lnTo>
                <a:lnTo>
                  <a:pt x="95250" y="152400"/>
                </a:lnTo>
                <a:lnTo>
                  <a:pt x="95250" y="161925"/>
                </a:lnTo>
                <a:lnTo>
                  <a:pt x="85725" y="161925"/>
                </a:lnTo>
                <a:lnTo>
                  <a:pt x="85725" y="171450"/>
                </a:lnTo>
                <a:lnTo>
                  <a:pt x="76200" y="171450"/>
                </a:lnTo>
                <a:close/>
                <a:moveTo>
                  <a:pt x="123825" y="133350"/>
                </a:moveTo>
                <a:lnTo>
                  <a:pt x="133350" y="133350"/>
                </a:lnTo>
                <a:lnTo>
                  <a:pt x="133350" y="142875"/>
                </a:lnTo>
                <a:lnTo>
                  <a:pt x="123825" y="142875"/>
                </a:lnTo>
                <a:close/>
                <a:moveTo>
                  <a:pt x="266700" y="133350"/>
                </a:moveTo>
                <a:lnTo>
                  <a:pt x="276225" y="133350"/>
                </a:lnTo>
                <a:lnTo>
                  <a:pt x="276225" y="142875"/>
                </a:lnTo>
                <a:lnTo>
                  <a:pt x="266700" y="142875"/>
                </a:lnTo>
                <a:close/>
                <a:moveTo>
                  <a:pt x="285750" y="133350"/>
                </a:moveTo>
                <a:lnTo>
                  <a:pt x="295275" y="133350"/>
                </a:lnTo>
                <a:lnTo>
                  <a:pt x="295275" y="142875"/>
                </a:lnTo>
                <a:lnTo>
                  <a:pt x="285750" y="142875"/>
                </a:lnTo>
                <a:close/>
                <a:moveTo>
                  <a:pt x="28575" y="142875"/>
                </a:moveTo>
                <a:lnTo>
                  <a:pt x="38100" y="142875"/>
                </a:lnTo>
                <a:lnTo>
                  <a:pt x="38100" y="152400"/>
                </a:lnTo>
                <a:lnTo>
                  <a:pt x="28575" y="152400"/>
                </a:lnTo>
                <a:close/>
                <a:moveTo>
                  <a:pt x="114300" y="142875"/>
                </a:moveTo>
                <a:lnTo>
                  <a:pt x="123825" y="142875"/>
                </a:lnTo>
                <a:lnTo>
                  <a:pt x="123825" y="152400"/>
                </a:lnTo>
                <a:lnTo>
                  <a:pt x="114300" y="152400"/>
                </a:lnTo>
                <a:close/>
                <a:moveTo>
                  <a:pt x="295275" y="142875"/>
                </a:moveTo>
                <a:lnTo>
                  <a:pt x="304800" y="142875"/>
                </a:lnTo>
                <a:lnTo>
                  <a:pt x="304800" y="152400"/>
                </a:lnTo>
                <a:lnTo>
                  <a:pt x="295275" y="152400"/>
                </a:lnTo>
                <a:close/>
                <a:moveTo>
                  <a:pt x="152400" y="152400"/>
                </a:moveTo>
                <a:lnTo>
                  <a:pt x="171450" y="152400"/>
                </a:lnTo>
                <a:lnTo>
                  <a:pt x="171450" y="161925"/>
                </a:lnTo>
                <a:lnTo>
                  <a:pt x="152400" y="161925"/>
                </a:lnTo>
                <a:close/>
                <a:moveTo>
                  <a:pt x="28575" y="161925"/>
                </a:moveTo>
                <a:lnTo>
                  <a:pt x="38100" y="161925"/>
                </a:lnTo>
                <a:lnTo>
                  <a:pt x="38100" y="180975"/>
                </a:lnTo>
                <a:lnTo>
                  <a:pt x="28575" y="180975"/>
                </a:lnTo>
                <a:close/>
                <a:moveTo>
                  <a:pt x="38100" y="180975"/>
                </a:moveTo>
                <a:lnTo>
                  <a:pt x="66675" y="180975"/>
                </a:lnTo>
                <a:lnTo>
                  <a:pt x="66675" y="209550"/>
                </a:lnTo>
                <a:lnTo>
                  <a:pt x="38100" y="209550"/>
                </a:lnTo>
                <a:close/>
                <a:moveTo>
                  <a:pt x="133350" y="180975"/>
                </a:moveTo>
                <a:lnTo>
                  <a:pt x="142875" y="180975"/>
                </a:lnTo>
                <a:lnTo>
                  <a:pt x="142875" y="200025"/>
                </a:lnTo>
                <a:lnTo>
                  <a:pt x="133350" y="200025"/>
                </a:lnTo>
                <a:close/>
                <a:moveTo>
                  <a:pt x="19050" y="190500"/>
                </a:moveTo>
                <a:lnTo>
                  <a:pt x="28575" y="190500"/>
                </a:lnTo>
                <a:lnTo>
                  <a:pt x="28575" y="209550"/>
                </a:lnTo>
                <a:lnTo>
                  <a:pt x="19050" y="209550"/>
                </a:lnTo>
                <a:close/>
                <a:moveTo>
                  <a:pt x="76200" y="228600"/>
                </a:moveTo>
                <a:lnTo>
                  <a:pt x="85725" y="228600"/>
                </a:lnTo>
                <a:lnTo>
                  <a:pt x="85725" y="247650"/>
                </a:lnTo>
                <a:lnTo>
                  <a:pt x="76200" y="247650"/>
                </a:lnTo>
                <a:close/>
                <a:moveTo>
                  <a:pt x="1028700" y="228600"/>
                </a:moveTo>
                <a:lnTo>
                  <a:pt x="1038225" y="228600"/>
                </a:lnTo>
                <a:lnTo>
                  <a:pt x="1038225" y="238125"/>
                </a:lnTo>
                <a:lnTo>
                  <a:pt x="1028700" y="238125"/>
                </a:lnTo>
                <a:close/>
                <a:moveTo>
                  <a:pt x="19050" y="238125"/>
                </a:moveTo>
                <a:lnTo>
                  <a:pt x="28575" y="238125"/>
                </a:lnTo>
                <a:lnTo>
                  <a:pt x="28575" y="266700"/>
                </a:lnTo>
                <a:lnTo>
                  <a:pt x="19050" y="266700"/>
                </a:lnTo>
                <a:close/>
                <a:moveTo>
                  <a:pt x="238125" y="238125"/>
                </a:moveTo>
                <a:lnTo>
                  <a:pt x="247650" y="238125"/>
                </a:lnTo>
                <a:lnTo>
                  <a:pt x="247650" y="247650"/>
                </a:lnTo>
                <a:lnTo>
                  <a:pt x="238125" y="247650"/>
                </a:lnTo>
                <a:close/>
                <a:moveTo>
                  <a:pt x="1038225" y="238125"/>
                </a:moveTo>
                <a:lnTo>
                  <a:pt x="1047750" y="238125"/>
                </a:lnTo>
                <a:lnTo>
                  <a:pt x="1047750" y="285750"/>
                </a:lnTo>
                <a:lnTo>
                  <a:pt x="1038225" y="285750"/>
                </a:lnTo>
                <a:lnTo>
                  <a:pt x="1038225" y="304800"/>
                </a:lnTo>
                <a:lnTo>
                  <a:pt x="1028700" y="304800"/>
                </a:lnTo>
                <a:lnTo>
                  <a:pt x="1028700" y="257175"/>
                </a:lnTo>
                <a:lnTo>
                  <a:pt x="1038225" y="257175"/>
                </a:lnTo>
                <a:close/>
                <a:moveTo>
                  <a:pt x="190500" y="257175"/>
                </a:moveTo>
                <a:lnTo>
                  <a:pt x="200025" y="257175"/>
                </a:lnTo>
                <a:lnTo>
                  <a:pt x="200025" y="266700"/>
                </a:lnTo>
                <a:lnTo>
                  <a:pt x="190500" y="266700"/>
                </a:lnTo>
                <a:close/>
                <a:moveTo>
                  <a:pt x="228600" y="257175"/>
                </a:moveTo>
                <a:lnTo>
                  <a:pt x="238125" y="257175"/>
                </a:lnTo>
                <a:lnTo>
                  <a:pt x="238125" y="266700"/>
                </a:lnTo>
                <a:lnTo>
                  <a:pt x="228600" y="266700"/>
                </a:lnTo>
                <a:close/>
                <a:moveTo>
                  <a:pt x="0" y="266700"/>
                </a:moveTo>
                <a:lnTo>
                  <a:pt x="19050" y="266700"/>
                </a:lnTo>
                <a:lnTo>
                  <a:pt x="19050" y="276225"/>
                </a:lnTo>
                <a:lnTo>
                  <a:pt x="0" y="276225"/>
                </a:lnTo>
                <a:close/>
                <a:moveTo>
                  <a:pt x="200025" y="266700"/>
                </a:moveTo>
                <a:lnTo>
                  <a:pt x="209550" y="266700"/>
                </a:lnTo>
                <a:lnTo>
                  <a:pt x="209550" y="276225"/>
                </a:lnTo>
                <a:lnTo>
                  <a:pt x="200025" y="276225"/>
                </a:lnTo>
                <a:close/>
                <a:moveTo>
                  <a:pt x="66675" y="285750"/>
                </a:moveTo>
                <a:lnTo>
                  <a:pt x="76200" y="285750"/>
                </a:lnTo>
                <a:lnTo>
                  <a:pt x="76200" y="295275"/>
                </a:lnTo>
                <a:lnTo>
                  <a:pt x="66675" y="295275"/>
                </a:lnTo>
                <a:close/>
                <a:moveTo>
                  <a:pt x="9525" y="295275"/>
                </a:moveTo>
                <a:lnTo>
                  <a:pt x="19050" y="295275"/>
                </a:lnTo>
                <a:lnTo>
                  <a:pt x="19050" y="304800"/>
                </a:lnTo>
                <a:lnTo>
                  <a:pt x="38100" y="304800"/>
                </a:lnTo>
                <a:lnTo>
                  <a:pt x="38100" y="295275"/>
                </a:lnTo>
                <a:lnTo>
                  <a:pt x="66675" y="295275"/>
                </a:lnTo>
                <a:lnTo>
                  <a:pt x="66675" y="304800"/>
                </a:lnTo>
                <a:lnTo>
                  <a:pt x="38100" y="304800"/>
                </a:lnTo>
                <a:lnTo>
                  <a:pt x="38100" y="333375"/>
                </a:lnTo>
                <a:lnTo>
                  <a:pt x="28575" y="333375"/>
                </a:lnTo>
                <a:lnTo>
                  <a:pt x="28575" y="314325"/>
                </a:lnTo>
                <a:lnTo>
                  <a:pt x="9525" y="314325"/>
                </a:lnTo>
                <a:close/>
                <a:moveTo>
                  <a:pt x="85725" y="304800"/>
                </a:moveTo>
                <a:lnTo>
                  <a:pt x="104775" y="304800"/>
                </a:lnTo>
                <a:lnTo>
                  <a:pt x="104775" y="323850"/>
                </a:lnTo>
                <a:lnTo>
                  <a:pt x="114300" y="323850"/>
                </a:lnTo>
                <a:lnTo>
                  <a:pt x="114300" y="333375"/>
                </a:lnTo>
                <a:lnTo>
                  <a:pt x="123825" y="333375"/>
                </a:lnTo>
                <a:lnTo>
                  <a:pt x="123825" y="323850"/>
                </a:lnTo>
                <a:lnTo>
                  <a:pt x="133350" y="323850"/>
                </a:lnTo>
                <a:lnTo>
                  <a:pt x="133350" y="333375"/>
                </a:lnTo>
                <a:lnTo>
                  <a:pt x="123825" y="333375"/>
                </a:lnTo>
                <a:lnTo>
                  <a:pt x="123825" y="352425"/>
                </a:lnTo>
                <a:lnTo>
                  <a:pt x="104775" y="352425"/>
                </a:lnTo>
                <a:lnTo>
                  <a:pt x="104775" y="361950"/>
                </a:lnTo>
                <a:lnTo>
                  <a:pt x="85725" y="361950"/>
                </a:lnTo>
                <a:lnTo>
                  <a:pt x="85725" y="342900"/>
                </a:lnTo>
                <a:lnTo>
                  <a:pt x="104775" y="342900"/>
                </a:lnTo>
                <a:lnTo>
                  <a:pt x="104775" y="333375"/>
                </a:lnTo>
                <a:lnTo>
                  <a:pt x="85725" y="333375"/>
                </a:lnTo>
                <a:lnTo>
                  <a:pt x="85725" y="323850"/>
                </a:lnTo>
                <a:lnTo>
                  <a:pt x="66675" y="323850"/>
                </a:lnTo>
                <a:lnTo>
                  <a:pt x="66675" y="314325"/>
                </a:lnTo>
                <a:lnTo>
                  <a:pt x="85725" y="314325"/>
                </a:lnTo>
                <a:close/>
                <a:moveTo>
                  <a:pt x="171450" y="304800"/>
                </a:moveTo>
                <a:lnTo>
                  <a:pt x="180975" y="304800"/>
                </a:lnTo>
                <a:lnTo>
                  <a:pt x="180975" y="352425"/>
                </a:lnTo>
                <a:lnTo>
                  <a:pt x="152400" y="352425"/>
                </a:lnTo>
                <a:lnTo>
                  <a:pt x="152400" y="342900"/>
                </a:lnTo>
                <a:lnTo>
                  <a:pt x="171450" y="342900"/>
                </a:lnTo>
                <a:close/>
                <a:moveTo>
                  <a:pt x="66675" y="333375"/>
                </a:moveTo>
                <a:lnTo>
                  <a:pt x="76200" y="333375"/>
                </a:lnTo>
                <a:lnTo>
                  <a:pt x="76200" y="342900"/>
                </a:lnTo>
                <a:lnTo>
                  <a:pt x="66675" y="342900"/>
                </a:lnTo>
                <a:close/>
                <a:moveTo>
                  <a:pt x="47625" y="342900"/>
                </a:moveTo>
                <a:lnTo>
                  <a:pt x="57150" y="342900"/>
                </a:lnTo>
                <a:lnTo>
                  <a:pt x="57150" y="352425"/>
                </a:lnTo>
                <a:lnTo>
                  <a:pt x="47625" y="352425"/>
                </a:lnTo>
                <a:close/>
                <a:moveTo>
                  <a:pt x="28575" y="361950"/>
                </a:moveTo>
                <a:lnTo>
                  <a:pt x="38100" y="361950"/>
                </a:lnTo>
                <a:lnTo>
                  <a:pt x="38100" y="381000"/>
                </a:lnTo>
                <a:lnTo>
                  <a:pt x="28575" y="381000"/>
                </a:lnTo>
                <a:close/>
                <a:moveTo>
                  <a:pt x="190500" y="361950"/>
                </a:moveTo>
                <a:lnTo>
                  <a:pt x="200025" y="361950"/>
                </a:lnTo>
                <a:lnTo>
                  <a:pt x="200025" y="371475"/>
                </a:lnTo>
                <a:lnTo>
                  <a:pt x="190500" y="371475"/>
                </a:lnTo>
                <a:close/>
                <a:moveTo>
                  <a:pt x="47625" y="371475"/>
                </a:moveTo>
                <a:lnTo>
                  <a:pt x="57150" y="371475"/>
                </a:lnTo>
                <a:lnTo>
                  <a:pt x="57150" y="381000"/>
                </a:lnTo>
                <a:lnTo>
                  <a:pt x="47625" y="381000"/>
                </a:lnTo>
                <a:close/>
                <a:moveTo>
                  <a:pt x="238125" y="381000"/>
                </a:moveTo>
                <a:lnTo>
                  <a:pt x="247650" y="381000"/>
                </a:lnTo>
                <a:lnTo>
                  <a:pt x="247650" y="390525"/>
                </a:lnTo>
                <a:lnTo>
                  <a:pt x="238125" y="390525"/>
                </a:lnTo>
                <a:close/>
                <a:moveTo>
                  <a:pt x="1000125" y="390525"/>
                </a:moveTo>
                <a:lnTo>
                  <a:pt x="1009650" y="390525"/>
                </a:lnTo>
                <a:lnTo>
                  <a:pt x="1009650" y="419100"/>
                </a:lnTo>
                <a:lnTo>
                  <a:pt x="1000125" y="419100"/>
                </a:lnTo>
                <a:close/>
                <a:moveTo>
                  <a:pt x="1028700" y="409575"/>
                </a:moveTo>
                <a:lnTo>
                  <a:pt x="1047750" y="409575"/>
                </a:lnTo>
                <a:lnTo>
                  <a:pt x="1047750" y="419100"/>
                </a:lnTo>
                <a:lnTo>
                  <a:pt x="1038225" y="419100"/>
                </a:lnTo>
                <a:lnTo>
                  <a:pt x="1038225" y="438150"/>
                </a:lnTo>
                <a:lnTo>
                  <a:pt x="1028700" y="438150"/>
                </a:lnTo>
                <a:close/>
                <a:moveTo>
                  <a:pt x="628650" y="419100"/>
                </a:moveTo>
                <a:lnTo>
                  <a:pt x="647700" y="419100"/>
                </a:lnTo>
                <a:lnTo>
                  <a:pt x="647700" y="428625"/>
                </a:lnTo>
                <a:lnTo>
                  <a:pt x="628650" y="428625"/>
                </a:lnTo>
                <a:close/>
                <a:moveTo>
                  <a:pt x="647700" y="428625"/>
                </a:moveTo>
                <a:lnTo>
                  <a:pt x="657225" y="428625"/>
                </a:lnTo>
                <a:lnTo>
                  <a:pt x="657225" y="447675"/>
                </a:lnTo>
                <a:lnTo>
                  <a:pt x="628650" y="447675"/>
                </a:lnTo>
                <a:lnTo>
                  <a:pt x="628650" y="438150"/>
                </a:lnTo>
                <a:lnTo>
                  <a:pt x="647700" y="438150"/>
                </a:lnTo>
                <a:close/>
                <a:moveTo>
                  <a:pt x="1009650" y="447675"/>
                </a:moveTo>
                <a:lnTo>
                  <a:pt x="1019175" y="447675"/>
                </a:lnTo>
                <a:lnTo>
                  <a:pt x="1019175" y="466725"/>
                </a:lnTo>
                <a:lnTo>
                  <a:pt x="1028700" y="466725"/>
                </a:lnTo>
                <a:lnTo>
                  <a:pt x="1028700" y="485775"/>
                </a:lnTo>
                <a:lnTo>
                  <a:pt x="1009650" y="485775"/>
                </a:lnTo>
                <a:lnTo>
                  <a:pt x="1009650" y="466725"/>
                </a:lnTo>
                <a:lnTo>
                  <a:pt x="1000125" y="466725"/>
                </a:lnTo>
                <a:lnTo>
                  <a:pt x="1000125" y="457200"/>
                </a:lnTo>
                <a:lnTo>
                  <a:pt x="1009650" y="457200"/>
                </a:lnTo>
                <a:close/>
                <a:moveTo>
                  <a:pt x="981075" y="476250"/>
                </a:moveTo>
                <a:lnTo>
                  <a:pt x="990600" y="476250"/>
                </a:lnTo>
                <a:lnTo>
                  <a:pt x="990600" y="485775"/>
                </a:lnTo>
                <a:lnTo>
                  <a:pt x="981075" y="485775"/>
                </a:lnTo>
                <a:close/>
                <a:moveTo>
                  <a:pt x="990600" y="495300"/>
                </a:moveTo>
                <a:lnTo>
                  <a:pt x="1000125" y="495300"/>
                </a:lnTo>
                <a:lnTo>
                  <a:pt x="1000125" y="504825"/>
                </a:lnTo>
                <a:lnTo>
                  <a:pt x="990600" y="504825"/>
                </a:lnTo>
                <a:close/>
                <a:moveTo>
                  <a:pt x="819150" y="504825"/>
                </a:moveTo>
                <a:lnTo>
                  <a:pt x="828675" y="504825"/>
                </a:lnTo>
                <a:lnTo>
                  <a:pt x="828675" y="514350"/>
                </a:lnTo>
                <a:lnTo>
                  <a:pt x="819150" y="514350"/>
                </a:lnTo>
                <a:close/>
                <a:moveTo>
                  <a:pt x="838200" y="514350"/>
                </a:moveTo>
                <a:lnTo>
                  <a:pt x="847725" y="514350"/>
                </a:lnTo>
                <a:lnTo>
                  <a:pt x="847725" y="523875"/>
                </a:lnTo>
                <a:lnTo>
                  <a:pt x="838200" y="523875"/>
                </a:lnTo>
                <a:close/>
                <a:moveTo>
                  <a:pt x="190500" y="523875"/>
                </a:moveTo>
                <a:lnTo>
                  <a:pt x="200025" y="523875"/>
                </a:lnTo>
                <a:lnTo>
                  <a:pt x="200025" y="533400"/>
                </a:lnTo>
                <a:lnTo>
                  <a:pt x="190500" y="533400"/>
                </a:lnTo>
                <a:close/>
                <a:moveTo>
                  <a:pt x="990600" y="523875"/>
                </a:moveTo>
                <a:lnTo>
                  <a:pt x="1009650" y="523875"/>
                </a:lnTo>
                <a:lnTo>
                  <a:pt x="1009650" y="533400"/>
                </a:lnTo>
                <a:lnTo>
                  <a:pt x="990600" y="533400"/>
                </a:lnTo>
                <a:close/>
                <a:moveTo>
                  <a:pt x="180975" y="533400"/>
                </a:moveTo>
                <a:lnTo>
                  <a:pt x="190500" y="533400"/>
                </a:lnTo>
                <a:lnTo>
                  <a:pt x="190500" y="542925"/>
                </a:lnTo>
                <a:lnTo>
                  <a:pt x="180975" y="542925"/>
                </a:lnTo>
                <a:close/>
                <a:moveTo>
                  <a:pt x="190500" y="542925"/>
                </a:moveTo>
                <a:lnTo>
                  <a:pt x="200025" y="542925"/>
                </a:lnTo>
                <a:lnTo>
                  <a:pt x="200025" y="552450"/>
                </a:lnTo>
                <a:lnTo>
                  <a:pt x="190500" y="552450"/>
                </a:lnTo>
                <a:close/>
                <a:moveTo>
                  <a:pt x="828675" y="552450"/>
                </a:moveTo>
                <a:lnTo>
                  <a:pt x="838200" y="552450"/>
                </a:lnTo>
                <a:lnTo>
                  <a:pt x="838200" y="561975"/>
                </a:lnTo>
                <a:lnTo>
                  <a:pt x="828675" y="561975"/>
                </a:lnTo>
                <a:close/>
                <a:moveTo>
                  <a:pt x="914400" y="552450"/>
                </a:moveTo>
                <a:lnTo>
                  <a:pt x="933450" y="552450"/>
                </a:lnTo>
                <a:lnTo>
                  <a:pt x="933450" y="561975"/>
                </a:lnTo>
                <a:lnTo>
                  <a:pt x="923925" y="561975"/>
                </a:lnTo>
                <a:lnTo>
                  <a:pt x="923925" y="571500"/>
                </a:lnTo>
                <a:lnTo>
                  <a:pt x="914400" y="571500"/>
                </a:lnTo>
                <a:close/>
                <a:moveTo>
                  <a:pt x="809625" y="571500"/>
                </a:moveTo>
                <a:lnTo>
                  <a:pt x="819150" y="571500"/>
                </a:lnTo>
                <a:lnTo>
                  <a:pt x="819150" y="581025"/>
                </a:lnTo>
                <a:lnTo>
                  <a:pt x="809625" y="581025"/>
                </a:lnTo>
                <a:close/>
                <a:moveTo>
                  <a:pt x="876300" y="590550"/>
                </a:moveTo>
                <a:lnTo>
                  <a:pt x="885825" y="590550"/>
                </a:lnTo>
                <a:lnTo>
                  <a:pt x="885825" y="666750"/>
                </a:lnTo>
                <a:lnTo>
                  <a:pt x="866775" y="666750"/>
                </a:lnTo>
                <a:lnTo>
                  <a:pt x="866775" y="657225"/>
                </a:lnTo>
                <a:lnTo>
                  <a:pt x="876300" y="657225"/>
                </a:lnTo>
                <a:lnTo>
                  <a:pt x="876300" y="619125"/>
                </a:lnTo>
                <a:lnTo>
                  <a:pt x="866775" y="619125"/>
                </a:lnTo>
                <a:lnTo>
                  <a:pt x="866775" y="609600"/>
                </a:lnTo>
                <a:lnTo>
                  <a:pt x="876300" y="609600"/>
                </a:lnTo>
                <a:close/>
                <a:moveTo>
                  <a:pt x="733425" y="609600"/>
                </a:moveTo>
                <a:lnTo>
                  <a:pt x="742950" y="609600"/>
                </a:lnTo>
                <a:lnTo>
                  <a:pt x="742950" y="628650"/>
                </a:lnTo>
                <a:lnTo>
                  <a:pt x="733425" y="628650"/>
                </a:lnTo>
                <a:close/>
                <a:moveTo>
                  <a:pt x="685800" y="657225"/>
                </a:moveTo>
                <a:lnTo>
                  <a:pt x="695325" y="657225"/>
                </a:lnTo>
                <a:lnTo>
                  <a:pt x="695325" y="676275"/>
                </a:lnTo>
                <a:lnTo>
                  <a:pt x="685800" y="676275"/>
                </a:lnTo>
                <a:close/>
                <a:moveTo>
                  <a:pt x="47625" y="714375"/>
                </a:moveTo>
                <a:lnTo>
                  <a:pt x="57150" y="714375"/>
                </a:lnTo>
                <a:lnTo>
                  <a:pt x="57150" y="723900"/>
                </a:lnTo>
                <a:lnTo>
                  <a:pt x="66675" y="723900"/>
                </a:lnTo>
                <a:lnTo>
                  <a:pt x="66675" y="733425"/>
                </a:lnTo>
                <a:lnTo>
                  <a:pt x="57150" y="733425"/>
                </a:lnTo>
                <a:lnTo>
                  <a:pt x="57150" y="752475"/>
                </a:lnTo>
                <a:lnTo>
                  <a:pt x="47625" y="752475"/>
                </a:lnTo>
                <a:close/>
                <a:moveTo>
                  <a:pt x="809625" y="714375"/>
                </a:moveTo>
                <a:lnTo>
                  <a:pt x="819150" y="714375"/>
                </a:lnTo>
                <a:lnTo>
                  <a:pt x="819150" y="723900"/>
                </a:lnTo>
                <a:lnTo>
                  <a:pt x="809625" y="723900"/>
                </a:lnTo>
                <a:close/>
                <a:moveTo>
                  <a:pt x="819150" y="723900"/>
                </a:moveTo>
                <a:lnTo>
                  <a:pt x="828675" y="723900"/>
                </a:lnTo>
                <a:lnTo>
                  <a:pt x="828675" y="733425"/>
                </a:lnTo>
                <a:lnTo>
                  <a:pt x="819150" y="733425"/>
                </a:lnTo>
                <a:close/>
                <a:moveTo>
                  <a:pt x="581025" y="733425"/>
                </a:moveTo>
                <a:lnTo>
                  <a:pt x="609600" y="733425"/>
                </a:lnTo>
                <a:lnTo>
                  <a:pt x="609600" y="742950"/>
                </a:lnTo>
                <a:lnTo>
                  <a:pt x="581025" y="742950"/>
                </a:lnTo>
                <a:close/>
                <a:moveTo>
                  <a:pt x="504825" y="742950"/>
                </a:moveTo>
                <a:lnTo>
                  <a:pt x="514350" y="742950"/>
                </a:lnTo>
                <a:lnTo>
                  <a:pt x="514350" y="752475"/>
                </a:lnTo>
                <a:lnTo>
                  <a:pt x="504825" y="752475"/>
                </a:lnTo>
                <a:close/>
                <a:moveTo>
                  <a:pt x="571500" y="742950"/>
                </a:moveTo>
                <a:lnTo>
                  <a:pt x="581025" y="742950"/>
                </a:lnTo>
                <a:lnTo>
                  <a:pt x="581025" y="752475"/>
                </a:lnTo>
                <a:lnTo>
                  <a:pt x="571500" y="752475"/>
                </a:lnTo>
                <a:close/>
                <a:moveTo>
                  <a:pt x="542925" y="752475"/>
                </a:moveTo>
                <a:lnTo>
                  <a:pt x="552450" y="752475"/>
                </a:lnTo>
                <a:lnTo>
                  <a:pt x="552450" y="781050"/>
                </a:lnTo>
                <a:lnTo>
                  <a:pt x="542925" y="781050"/>
                </a:lnTo>
                <a:lnTo>
                  <a:pt x="542925" y="771525"/>
                </a:lnTo>
                <a:lnTo>
                  <a:pt x="533400" y="771525"/>
                </a:lnTo>
                <a:lnTo>
                  <a:pt x="533400" y="762000"/>
                </a:lnTo>
                <a:lnTo>
                  <a:pt x="542925" y="762000"/>
                </a:lnTo>
                <a:close/>
                <a:moveTo>
                  <a:pt x="866775" y="752475"/>
                </a:moveTo>
                <a:lnTo>
                  <a:pt x="876300" y="752475"/>
                </a:lnTo>
                <a:lnTo>
                  <a:pt x="876300" y="762000"/>
                </a:lnTo>
                <a:lnTo>
                  <a:pt x="866775" y="762000"/>
                </a:lnTo>
                <a:close/>
                <a:moveTo>
                  <a:pt x="257175" y="762000"/>
                </a:moveTo>
                <a:lnTo>
                  <a:pt x="266700" y="762000"/>
                </a:lnTo>
                <a:lnTo>
                  <a:pt x="266700" y="771525"/>
                </a:lnTo>
                <a:lnTo>
                  <a:pt x="257175" y="771525"/>
                </a:lnTo>
                <a:close/>
                <a:moveTo>
                  <a:pt x="847725" y="771525"/>
                </a:moveTo>
                <a:lnTo>
                  <a:pt x="857250" y="771525"/>
                </a:lnTo>
                <a:lnTo>
                  <a:pt x="857250" y="781050"/>
                </a:lnTo>
                <a:lnTo>
                  <a:pt x="847725" y="781050"/>
                </a:lnTo>
                <a:close/>
                <a:moveTo>
                  <a:pt x="238125" y="781050"/>
                </a:moveTo>
                <a:lnTo>
                  <a:pt x="247650" y="781050"/>
                </a:lnTo>
                <a:lnTo>
                  <a:pt x="247650" y="790575"/>
                </a:lnTo>
                <a:lnTo>
                  <a:pt x="238125" y="790575"/>
                </a:lnTo>
                <a:close/>
                <a:moveTo>
                  <a:pt x="904875" y="781050"/>
                </a:moveTo>
                <a:lnTo>
                  <a:pt x="914400" y="781050"/>
                </a:lnTo>
                <a:lnTo>
                  <a:pt x="914400" y="790575"/>
                </a:lnTo>
                <a:lnTo>
                  <a:pt x="904875" y="790575"/>
                </a:lnTo>
                <a:close/>
                <a:moveTo>
                  <a:pt x="466725" y="790575"/>
                </a:moveTo>
                <a:lnTo>
                  <a:pt x="476250" y="790575"/>
                </a:lnTo>
                <a:lnTo>
                  <a:pt x="476250" y="800100"/>
                </a:lnTo>
                <a:lnTo>
                  <a:pt x="466725" y="800100"/>
                </a:lnTo>
                <a:close/>
                <a:moveTo>
                  <a:pt x="866775" y="790575"/>
                </a:moveTo>
                <a:lnTo>
                  <a:pt x="876300" y="790575"/>
                </a:lnTo>
                <a:lnTo>
                  <a:pt x="876300" y="828675"/>
                </a:lnTo>
                <a:lnTo>
                  <a:pt x="866775" y="828675"/>
                </a:lnTo>
                <a:close/>
                <a:moveTo>
                  <a:pt x="885825" y="790575"/>
                </a:moveTo>
                <a:lnTo>
                  <a:pt x="895350" y="790575"/>
                </a:lnTo>
                <a:lnTo>
                  <a:pt x="895350" y="800100"/>
                </a:lnTo>
                <a:lnTo>
                  <a:pt x="885825" y="800100"/>
                </a:lnTo>
                <a:close/>
                <a:moveTo>
                  <a:pt x="914400" y="790575"/>
                </a:moveTo>
                <a:lnTo>
                  <a:pt x="923925" y="790575"/>
                </a:lnTo>
                <a:lnTo>
                  <a:pt x="923925" y="800100"/>
                </a:lnTo>
                <a:lnTo>
                  <a:pt x="914400" y="800100"/>
                </a:lnTo>
                <a:close/>
                <a:moveTo>
                  <a:pt x="923925" y="800100"/>
                </a:moveTo>
                <a:lnTo>
                  <a:pt x="952500" y="800100"/>
                </a:lnTo>
                <a:lnTo>
                  <a:pt x="952500" y="809625"/>
                </a:lnTo>
                <a:lnTo>
                  <a:pt x="962025" y="809625"/>
                </a:lnTo>
                <a:lnTo>
                  <a:pt x="962025" y="838200"/>
                </a:lnTo>
                <a:lnTo>
                  <a:pt x="952500" y="838200"/>
                </a:lnTo>
                <a:lnTo>
                  <a:pt x="952500" y="828675"/>
                </a:lnTo>
                <a:lnTo>
                  <a:pt x="942975" y="828675"/>
                </a:lnTo>
                <a:lnTo>
                  <a:pt x="942975" y="857250"/>
                </a:lnTo>
                <a:lnTo>
                  <a:pt x="914400" y="857250"/>
                </a:lnTo>
                <a:lnTo>
                  <a:pt x="914400" y="819150"/>
                </a:lnTo>
                <a:lnTo>
                  <a:pt x="904875" y="819150"/>
                </a:lnTo>
                <a:lnTo>
                  <a:pt x="904875" y="809625"/>
                </a:lnTo>
                <a:lnTo>
                  <a:pt x="923925" y="809625"/>
                </a:lnTo>
                <a:close/>
                <a:moveTo>
                  <a:pt x="885825" y="809625"/>
                </a:moveTo>
                <a:lnTo>
                  <a:pt x="895350" y="809625"/>
                </a:lnTo>
                <a:lnTo>
                  <a:pt x="895350" y="819150"/>
                </a:lnTo>
                <a:lnTo>
                  <a:pt x="885825" y="819150"/>
                </a:lnTo>
                <a:close/>
                <a:moveTo>
                  <a:pt x="85725" y="819150"/>
                </a:moveTo>
                <a:lnTo>
                  <a:pt x="95250" y="819150"/>
                </a:lnTo>
                <a:lnTo>
                  <a:pt x="95250" y="828675"/>
                </a:lnTo>
                <a:lnTo>
                  <a:pt x="85725" y="828675"/>
                </a:lnTo>
                <a:close/>
                <a:moveTo>
                  <a:pt x="923925" y="828675"/>
                </a:moveTo>
                <a:lnTo>
                  <a:pt x="933450" y="828675"/>
                </a:lnTo>
                <a:lnTo>
                  <a:pt x="933450" y="819150"/>
                </a:lnTo>
                <a:lnTo>
                  <a:pt x="923925" y="819150"/>
                </a:lnTo>
                <a:close/>
                <a:moveTo>
                  <a:pt x="990600" y="828675"/>
                </a:moveTo>
                <a:lnTo>
                  <a:pt x="1009650" y="828675"/>
                </a:lnTo>
                <a:lnTo>
                  <a:pt x="1009650" y="847725"/>
                </a:lnTo>
                <a:lnTo>
                  <a:pt x="1019175" y="847725"/>
                </a:lnTo>
                <a:lnTo>
                  <a:pt x="1019175" y="828675"/>
                </a:lnTo>
                <a:lnTo>
                  <a:pt x="1028700" y="828675"/>
                </a:lnTo>
                <a:lnTo>
                  <a:pt x="1028700" y="847725"/>
                </a:lnTo>
                <a:lnTo>
                  <a:pt x="1019175" y="847725"/>
                </a:lnTo>
                <a:lnTo>
                  <a:pt x="1019175" y="857250"/>
                </a:lnTo>
                <a:lnTo>
                  <a:pt x="1009650" y="857250"/>
                </a:lnTo>
                <a:lnTo>
                  <a:pt x="1009650" y="866775"/>
                </a:lnTo>
                <a:lnTo>
                  <a:pt x="1000125" y="866775"/>
                </a:lnTo>
                <a:lnTo>
                  <a:pt x="1000125" y="847725"/>
                </a:lnTo>
                <a:lnTo>
                  <a:pt x="990600" y="847725"/>
                </a:lnTo>
                <a:close/>
                <a:moveTo>
                  <a:pt x="1028700" y="847725"/>
                </a:moveTo>
                <a:lnTo>
                  <a:pt x="1038225" y="847725"/>
                </a:lnTo>
                <a:lnTo>
                  <a:pt x="1038225" y="857250"/>
                </a:lnTo>
                <a:lnTo>
                  <a:pt x="1028700" y="857250"/>
                </a:lnTo>
                <a:close/>
                <a:moveTo>
                  <a:pt x="180975" y="857250"/>
                </a:moveTo>
                <a:lnTo>
                  <a:pt x="190500" y="857250"/>
                </a:lnTo>
                <a:lnTo>
                  <a:pt x="190500" y="866775"/>
                </a:lnTo>
                <a:lnTo>
                  <a:pt x="180975" y="866775"/>
                </a:lnTo>
                <a:close/>
              </a:path>
            </a:pathLst>
          </a:custGeom>
          <a:solidFill xmlns:a="http://schemas.openxmlformats.org/drawingml/2006/main">
            <a:srgbClr val="F1EEE2"/>
          </a:solidFill>
          <a:ln xmlns:a="http://schemas.openxmlformats.org/drawingml/2006/main" w="0">
            <a:noFill/>
          </a:ln>
        </p:spPr>
      </p:sp>
      <p:sp>
        <p:nvSpPr>
          <p:cNvPr id="84" name="rocket vector #f1eee1">
            <a:extLst xmlns:a="http://schemas.openxmlformats.org/drawingml/2006/main">
              <a:ext uri="{FF2B5EF4-FFF2-40B4-BE49-F238E27FC236}">
                <a16:creationId xmlns:a16="http://schemas.microsoft.com/office/drawing/2014/main" id="{9056307E-E428-4BE5-B60D-4D50F68C483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5550" y="1495425"/>
            <a:ext cx="1057275" cy="866775"/>
          </a:xfrm>
          <a:custGeom xmlns:a="http://schemas.openxmlformats.org/drawingml/2006/main">
            <a:pathLst>
              <a:path w="1057275" h="866775">
                <a:moveTo>
                  <a:pt x="371475" y="0"/>
                </a:moveTo>
                <a:lnTo>
                  <a:pt x="381000" y="0"/>
                </a:lnTo>
                <a:lnTo>
                  <a:pt x="381000" y="9525"/>
                </a:lnTo>
                <a:lnTo>
                  <a:pt x="390525" y="9525"/>
                </a:lnTo>
                <a:lnTo>
                  <a:pt x="390525" y="19050"/>
                </a:lnTo>
                <a:lnTo>
                  <a:pt x="381000" y="19050"/>
                </a:lnTo>
                <a:lnTo>
                  <a:pt x="381000" y="28575"/>
                </a:lnTo>
                <a:lnTo>
                  <a:pt x="371475" y="28575"/>
                </a:lnTo>
                <a:close/>
                <a:moveTo>
                  <a:pt x="419100" y="0"/>
                </a:moveTo>
                <a:lnTo>
                  <a:pt x="447675" y="0"/>
                </a:lnTo>
                <a:lnTo>
                  <a:pt x="447675" y="9525"/>
                </a:lnTo>
                <a:lnTo>
                  <a:pt x="419100" y="9525"/>
                </a:lnTo>
                <a:close/>
                <a:moveTo>
                  <a:pt x="1028700" y="0"/>
                </a:moveTo>
                <a:lnTo>
                  <a:pt x="1038225" y="0"/>
                </a:lnTo>
                <a:lnTo>
                  <a:pt x="1038225" y="9525"/>
                </a:lnTo>
                <a:lnTo>
                  <a:pt x="1028700" y="9525"/>
                </a:lnTo>
                <a:close/>
                <a:moveTo>
                  <a:pt x="476250" y="38100"/>
                </a:moveTo>
                <a:lnTo>
                  <a:pt x="485775" y="38100"/>
                </a:lnTo>
                <a:lnTo>
                  <a:pt x="485775" y="47625"/>
                </a:lnTo>
                <a:lnTo>
                  <a:pt x="476250" y="47625"/>
                </a:lnTo>
                <a:close/>
                <a:moveTo>
                  <a:pt x="590550" y="38100"/>
                </a:moveTo>
                <a:lnTo>
                  <a:pt x="600075" y="38100"/>
                </a:lnTo>
                <a:lnTo>
                  <a:pt x="600075" y="57150"/>
                </a:lnTo>
                <a:lnTo>
                  <a:pt x="590550" y="57150"/>
                </a:lnTo>
                <a:close/>
                <a:moveTo>
                  <a:pt x="457200" y="47625"/>
                </a:moveTo>
                <a:lnTo>
                  <a:pt x="466725" y="47625"/>
                </a:lnTo>
                <a:lnTo>
                  <a:pt x="466725" y="57150"/>
                </a:lnTo>
                <a:lnTo>
                  <a:pt x="457200" y="57150"/>
                </a:lnTo>
                <a:close/>
                <a:moveTo>
                  <a:pt x="542925" y="47625"/>
                </a:moveTo>
                <a:lnTo>
                  <a:pt x="552450" y="47625"/>
                </a:lnTo>
                <a:lnTo>
                  <a:pt x="552450" y="57150"/>
                </a:lnTo>
                <a:lnTo>
                  <a:pt x="542925" y="57150"/>
                </a:lnTo>
                <a:close/>
                <a:moveTo>
                  <a:pt x="561975" y="47625"/>
                </a:moveTo>
                <a:lnTo>
                  <a:pt x="571500" y="47625"/>
                </a:lnTo>
                <a:lnTo>
                  <a:pt x="571500" y="57150"/>
                </a:lnTo>
                <a:lnTo>
                  <a:pt x="561975" y="57150"/>
                </a:lnTo>
                <a:close/>
                <a:moveTo>
                  <a:pt x="466725" y="57150"/>
                </a:moveTo>
                <a:lnTo>
                  <a:pt x="476250" y="57150"/>
                </a:lnTo>
                <a:lnTo>
                  <a:pt x="476250" y="66675"/>
                </a:lnTo>
                <a:lnTo>
                  <a:pt x="466725" y="66675"/>
                </a:lnTo>
                <a:close/>
                <a:moveTo>
                  <a:pt x="38100" y="66675"/>
                </a:moveTo>
                <a:lnTo>
                  <a:pt x="76200" y="66675"/>
                </a:lnTo>
                <a:lnTo>
                  <a:pt x="76200" y="76200"/>
                </a:lnTo>
                <a:lnTo>
                  <a:pt x="47625" y="76200"/>
                </a:lnTo>
                <a:lnTo>
                  <a:pt x="47625" y="85725"/>
                </a:lnTo>
                <a:lnTo>
                  <a:pt x="38100" y="85725"/>
                </a:lnTo>
                <a:close/>
                <a:moveTo>
                  <a:pt x="104775" y="66675"/>
                </a:moveTo>
                <a:lnTo>
                  <a:pt x="114300" y="66675"/>
                </a:lnTo>
                <a:lnTo>
                  <a:pt x="114300" y="76200"/>
                </a:lnTo>
                <a:lnTo>
                  <a:pt x="104775" y="76200"/>
                </a:lnTo>
                <a:close/>
                <a:moveTo>
                  <a:pt x="257175" y="66675"/>
                </a:moveTo>
                <a:lnTo>
                  <a:pt x="266700" y="66675"/>
                </a:lnTo>
                <a:lnTo>
                  <a:pt x="266700" y="76200"/>
                </a:lnTo>
                <a:lnTo>
                  <a:pt x="257175" y="76200"/>
                </a:lnTo>
                <a:close/>
                <a:moveTo>
                  <a:pt x="19050" y="76200"/>
                </a:moveTo>
                <a:lnTo>
                  <a:pt x="28575" y="76200"/>
                </a:lnTo>
                <a:lnTo>
                  <a:pt x="28575" y="85725"/>
                </a:lnTo>
                <a:lnTo>
                  <a:pt x="19050" y="85725"/>
                </a:lnTo>
                <a:close/>
                <a:moveTo>
                  <a:pt x="95250" y="76200"/>
                </a:moveTo>
                <a:lnTo>
                  <a:pt x="104775" y="76200"/>
                </a:lnTo>
                <a:lnTo>
                  <a:pt x="104775" y="85725"/>
                </a:lnTo>
                <a:lnTo>
                  <a:pt x="95250" y="85725"/>
                </a:lnTo>
                <a:close/>
                <a:moveTo>
                  <a:pt x="114300" y="76200"/>
                </a:moveTo>
                <a:lnTo>
                  <a:pt x="123825" y="76200"/>
                </a:lnTo>
                <a:lnTo>
                  <a:pt x="123825" y="85725"/>
                </a:lnTo>
                <a:lnTo>
                  <a:pt x="114300" y="85725"/>
                </a:lnTo>
                <a:close/>
                <a:moveTo>
                  <a:pt x="457200" y="95250"/>
                </a:moveTo>
                <a:lnTo>
                  <a:pt x="466725" y="95250"/>
                </a:lnTo>
                <a:lnTo>
                  <a:pt x="466725" y="104775"/>
                </a:lnTo>
                <a:lnTo>
                  <a:pt x="457200" y="104775"/>
                </a:lnTo>
                <a:close/>
                <a:moveTo>
                  <a:pt x="57150" y="104775"/>
                </a:moveTo>
                <a:lnTo>
                  <a:pt x="66675" y="104775"/>
                </a:lnTo>
                <a:lnTo>
                  <a:pt x="66675" y="114300"/>
                </a:lnTo>
                <a:lnTo>
                  <a:pt x="57150" y="114300"/>
                </a:lnTo>
                <a:close/>
                <a:moveTo>
                  <a:pt x="95250" y="104775"/>
                </a:moveTo>
                <a:lnTo>
                  <a:pt x="104775" y="104775"/>
                </a:lnTo>
                <a:lnTo>
                  <a:pt x="104775" y="123825"/>
                </a:lnTo>
                <a:lnTo>
                  <a:pt x="95250" y="123825"/>
                </a:lnTo>
                <a:close/>
                <a:moveTo>
                  <a:pt x="200025" y="104775"/>
                </a:moveTo>
                <a:lnTo>
                  <a:pt x="209550" y="104775"/>
                </a:lnTo>
                <a:lnTo>
                  <a:pt x="209550" y="114300"/>
                </a:lnTo>
                <a:lnTo>
                  <a:pt x="219075" y="114300"/>
                </a:lnTo>
                <a:lnTo>
                  <a:pt x="219075" y="123825"/>
                </a:lnTo>
                <a:lnTo>
                  <a:pt x="238125" y="123825"/>
                </a:lnTo>
                <a:lnTo>
                  <a:pt x="238125" y="133350"/>
                </a:lnTo>
                <a:lnTo>
                  <a:pt x="200025" y="133350"/>
                </a:lnTo>
                <a:lnTo>
                  <a:pt x="200025" y="152400"/>
                </a:lnTo>
                <a:lnTo>
                  <a:pt x="190500" y="152400"/>
                </a:lnTo>
                <a:lnTo>
                  <a:pt x="190500" y="142875"/>
                </a:lnTo>
                <a:lnTo>
                  <a:pt x="180975" y="142875"/>
                </a:lnTo>
                <a:lnTo>
                  <a:pt x="180975" y="123825"/>
                </a:lnTo>
                <a:lnTo>
                  <a:pt x="200025" y="123825"/>
                </a:lnTo>
                <a:close/>
                <a:moveTo>
                  <a:pt x="361950" y="104775"/>
                </a:moveTo>
                <a:lnTo>
                  <a:pt x="371475" y="104775"/>
                </a:lnTo>
                <a:lnTo>
                  <a:pt x="371475" y="114300"/>
                </a:lnTo>
                <a:lnTo>
                  <a:pt x="400050" y="114300"/>
                </a:lnTo>
                <a:lnTo>
                  <a:pt x="400050" y="104775"/>
                </a:lnTo>
                <a:lnTo>
                  <a:pt x="457200" y="104775"/>
                </a:lnTo>
                <a:lnTo>
                  <a:pt x="457200" y="114300"/>
                </a:lnTo>
                <a:lnTo>
                  <a:pt x="419100" y="114300"/>
                </a:lnTo>
                <a:lnTo>
                  <a:pt x="419100" y="123825"/>
                </a:lnTo>
                <a:lnTo>
                  <a:pt x="409575" y="123825"/>
                </a:lnTo>
                <a:lnTo>
                  <a:pt x="409575" y="114300"/>
                </a:lnTo>
                <a:lnTo>
                  <a:pt x="400050" y="114300"/>
                </a:lnTo>
                <a:lnTo>
                  <a:pt x="400050" y="152400"/>
                </a:lnTo>
                <a:lnTo>
                  <a:pt x="361950" y="152400"/>
                </a:lnTo>
                <a:lnTo>
                  <a:pt x="361950" y="142875"/>
                </a:lnTo>
                <a:lnTo>
                  <a:pt x="342900" y="142875"/>
                </a:lnTo>
                <a:lnTo>
                  <a:pt x="342900" y="152400"/>
                </a:lnTo>
                <a:lnTo>
                  <a:pt x="304800" y="152400"/>
                </a:lnTo>
                <a:lnTo>
                  <a:pt x="304800" y="142875"/>
                </a:lnTo>
                <a:lnTo>
                  <a:pt x="295275" y="142875"/>
                </a:lnTo>
                <a:lnTo>
                  <a:pt x="295275" y="133350"/>
                </a:lnTo>
                <a:lnTo>
                  <a:pt x="323850" y="133350"/>
                </a:lnTo>
                <a:lnTo>
                  <a:pt x="323850" y="123825"/>
                </a:lnTo>
                <a:lnTo>
                  <a:pt x="342900" y="123825"/>
                </a:lnTo>
                <a:lnTo>
                  <a:pt x="342900" y="133350"/>
                </a:lnTo>
                <a:lnTo>
                  <a:pt x="361950" y="133350"/>
                </a:lnTo>
                <a:close/>
                <a:moveTo>
                  <a:pt x="752475" y="104775"/>
                </a:moveTo>
                <a:lnTo>
                  <a:pt x="771525" y="104775"/>
                </a:lnTo>
                <a:lnTo>
                  <a:pt x="771525" y="114300"/>
                </a:lnTo>
                <a:lnTo>
                  <a:pt x="752475" y="114300"/>
                </a:lnTo>
                <a:close/>
                <a:moveTo>
                  <a:pt x="38100" y="114300"/>
                </a:moveTo>
                <a:lnTo>
                  <a:pt x="47625" y="114300"/>
                </a:lnTo>
                <a:lnTo>
                  <a:pt x="47625" y="123825"/>
                </a:lnTo>
                <a:lnTo>
                  <a:pt x="38100" y="123825"/>
                </a:lnTo>
                <a:close/>
                <a:moveTo>
                  <a:pt x="133350" y="114300"/>
                </a:moveTo>
                <a:lnTo>
                  <a:pt x="152400" y="114300"/>
                </a:lnTo>
                <a:lnTo>
                  <a:pt x="152400" y="142875"/>
                </a:lnTo>
                <a:lnTo>
                  <a:pt x="133350" y="142875"/>
                </a:lnTo>
                <a:lnTo>
                  <a:pt x="133350" y="133350"/>
                </a:lnTo>
                <a:lnTo>
                  <a:pt x="123825" y="133350"/>
                </a:lnTo>
                <a:lnTo>
                  <a:pt x="123825" y="123825"/>
                </a:lnTo>
                <a:lnTo>
                  <a:pt x="133350" y="123825"/>
                </a:lnTo>
                <a:close/>
                <a:moveTo>
                  <a:pt x="47625" y="123825"/>
                </a:moveTo>
                <a:lnTo>
                  <a:pt x="57150" y="123825"/>
                </a:lnTo>
                <a:lnTo>
                  <a:pt x="57150" y="133350"/>
                </a:lnTo>
                <a:lnTo>
                  <a:pt x="47625" y="133350"/>
                </a:lnTo>
                <a:close/>
                <a:moveTo>
                  <a:pt x="28575" y="133350"/>
                </a:moveTo>
                <a:lnTo>
                  <a:pt x="47625" y="133350"/>
                </a:lnTo>
                <a:lnTo>
                  <a:pt x="47625" y="142875"/>
                </a:lnTo>
                <a:lnTo>
                  <a:pt x="76200" y="142875"/>
                </a:lnTo>
                <a:lnTo>
                  <a:pt x="76200" y="152400"/>
                </a:lnTo>
                <a:lnTo>
                  <a:pt x="38100" y="152400"/>
                </a:lnTo>
                <a:lnTo>
                  <a:pt x="38100" y="142875"/>
                </a:lnTo>
                <a:lnTo>
                  <a:pt x="28575" y="142875"/>
                </a:lnTo>
                <a:close/>
                <a:moveTo>
                  <a:pt x="114300" y="133350"/>
                </a:moveTo>
                <a:lnTo>
                  <a:pt x="123825" y="133350"/>
                </a:lnTo>
                <a:lnTo>
                  <a:pt x="123825" y="142875"/>
                </a:lnTo>
                <a:lnTo>
                  <a:pt x="114300" y="142875"/>
                </a:lnTo>
                <a:close/>
                <a:moveTo>
                  <a:pt x="171450" y="142875"/>
                </a:moveTo>
                <a:lnTo>
                  <a:pt x="180975" y="142875"/>
                </a:lnTo>
                <a:lnTo>
                  <a:pt x="180975" y="152400"/>
                </a:lnTo>
                <a:lnTo>
                  <a:pt x="171450" y="152400"/>
                </a:lnTo>
                <a:close/>
                <a:moveTo>
                  <a:pt x="361950" y="142875"/>
                </a:moveTo>
                <a:lnTo>
                  <a:pt x="381000" y="142875"/>
                </a:lnTo>
                <a:lnTo>
                  <a:pt x="381000" y="133350"/>
                </a:lnTo>
                <a:lnTo>
                  <a:pt x="361950" y="133350"/>
                </a:lnTo>
                <a:close/>
                <a:moveTo>
                  <a:pt x="66675" y="161925"/>
                </a:moveTo>
                <a:lnTo>
                  <a:pt x="76200" y="161925"/>
                </a:lnTo>
                <a:lnTo>
                  <a:pt x="76200" y="171450"/>
                </a:lnTo>
                <a:lnTo>
                  <a:pt x="66675" y="171450"/>
                </a:lnTo>
                <a:close/>
                <a:moveTo>
                  <a:pt x="19050" y="180975"/>
                </a:moveTo>
                <a:lnTo>
                  <a:pt x="38100" y="180975"/>
                </a:lnTo>
                <a:lnTo>
                  <a:pt x="38100" y="209550"/>
                </a:lnTo>
                <a:lnTo>
                  <a:pt x="28575" y="209550"/>
                </a:lnTo>
                <a:lnTo>
                  <a:pt x="28575" y="190500"/>
                </a:lnTo>
                <a:lnTo>
                  <a:pt x="19050" y="190500"/>
                </a:lnTo>
                <a:close/>
                <a:moveTo>
                  <a:pt x="9525" y="190500"/>
                </a:moveTo>
                <a:lnTo>
                  <a:pt x="19050" y="190500"/>
                </a:lnTo>
                <a:lnTo>
                  <a:pt x="19050" y="209550"/>
                </a:lnTo>
                <a:lnTo>
                  <a:pt x="9525" y="209550"/>
                </a:lnTo>
                <a:close/>
                <a:moveTo>
                  <a:pt x="723900" y="209550"/>
                </a:moveTo>
                <a:lnTo>
                  <a:pt x="733425" y="209550"/>
                </a:lnTo>
                <a:lnTo>
                  <a:pt x="733425" y="219075"/>
                </a:lnTo>
                <a:lnTo>
                  <a:pt x="723900" y="219075"/>
                </a:lnTo>
                <a:close/>
                <a:moveTo>
                  <a:pt x="238125" y="228600"/>
                </a:moveTo>
                <a:lnTo>
                  <a:pt x="247650" y="228600"/>
                </a:lnTo>
                <a:lnTo>
                  <a:pt x="247650" y="238125"/>
                </a:lnTo>
                <a:lnTo>
                  <a:pt x="238125" y="238125"/>
                </a:lnTo>
                <a:close/>
                <a:moveTo>
                  <a:pt x="9525" y="238125"/>
                </a:moveTo>
                <a:lnTo>
                  <a:pt x="19050" y="238125"/>
                </a:lnTo>
                <a:lnTo>
                  <a:pt x="19050" y="266700"/>
                </a:lnTo>
                <a:lnTo>
                  <a:pt x="9525" y="266700"/>
                </a:lnTo>
                <a:close/>
                <a:moveTo>
                  <a:pt x="219075" y="238125"/>
                </a:moveTo>
                <a:lnTo>
                  <a:pt x="238125" y="238125"/>
                </a:lnTo>
                <a:lnTo>
                  <a:pt x="238125" y="247650"/>
                </a:lnTo>
                <a:lnTo>
                  <a:pt x="219075" y="247650"/>
                </a:lnTo>
                <a:close/>
                <a:moveTo>
                  <a:pt x="1028700" y="238125"/>
                </a:moveTo>
                <a:lnTo>
                  <a:pt x="1038225" y="238125"/>
                </a:lnTo>
                <a:lnTo>
                  <a:pt x="1038225" y="257175"/>
                </a:lnTo>
                <a:lnTo>
                  <a:pt x="1019175" y="257175"/>
                </a:lnTo>
                <a:lnTo>
                  <a:pt x="1019175" y="247650"/>
                </a:lnTo>
                <a:lnTo>
                  <a:pt x="1028700" y="247650"/>
                </a:lnTo>
                <a:close/>
                <a:moveTo>
                  <a:pt x="200025" y="257175"/>
                </a:moveTo>
                <a:lnTo>
                  <a:pt x="209550" y="257175"/>
                </a:lnTo>
                <a:lnTo>
                  <a:pt x="209550" y="266700"/>
                </a:lnTo>
                <a:lnTo>
                  <a:pt x="200025" y="266700"/>
                </a:lnTo>
                <a:close/>
                <a:moveTo>
                  <a:pt x="190500" y="266700"/>
                </a:moveTo>
                <a:lnTo>
                  <a:pt x="200025" y="266700"/>
                </a:lnTo>
                <a:lnTo>
                  <a:pt x="200025" y="276225"/>
                </a:lnTo>
                <a:lnTo>
                  <a:pt x="190500" y="276225"/>
                </a:lnTo>
                <a:close/>
                <a:moveTo>
                  <a:pt x="76200" y="285750"/>
                </a:moveTo>
                <a:lnTo>
                  <a:pt x="85725" y="285750"/>
                </a:lnTo>
                <a:lnTo>
                  <a:pt x="85725" y="314325"/>
                </a:lnTo>
                <a:lnTo>
                  <a:pt x="66675" y="314325"/>
                </a:lnTo>
                <a:lnTo>
                  <a:pt x="66675" y="333375"/>
                </a:lnTo>
                <a:lnTo>
                  <a:pt x="57150" y="333375"/>
                </a:lnTo>
                <a:lnTo>
                  <a:pt x="57150" y="304800"/>
                </a:lnTo>
                <a:lnTo>
                  <a:pt x="66675" y="304800"/>
                </a:lnTo>
                <a:lnTo>
                  <a:pt x="66675" y="295275"/>
                </a:lnTo>
                <a:lnTo>
                  <a:pt x="76200" y="295275"/>
                </a:lnTo>
                <a:close/>
                <a:moveTo>
                  <a:pt x="142875" y="285750"/>
                </a:moveTo>
                <a:lnTo>
                  <a:pt x="161925" y="285750"/>
                </a:lnTo>
                <a:lnTo>
                  <a:pt x="161925" y="295275"/>
                </a:lnTo>
                <a:lnTo>
                  <a:pt x="152400" y="295275"/>
                </a:lnTo>
                <a:lnTo>
                  <a:pt x="152400" y="304800"/>
                </a:lnTo>
                <a:lnTo>
                  <a:pt x="133350" y="304800"/>
                </a:lnTo>
                <a:lnTo>
                  <a:pt x="133350" y="295275"/>
                </a:lnTo>
                <a:lnTo>
                  <a:pt x="142875" y="295275"/>
                </a:lnTo>
                <a:close/>
                <a:moveTo>
                  <a:pt x="180975" y="295275"/>
                </a:moveTo>
                <a:lnTo>
                  <a:pt x="200025" y="295275"/>
                </a:lnTo>
                <a:lnTo>
                  <a:pt x="200025" y="314325"/>
                </a:lnTo>
                <a:lnTo>
                  <a:pt x="190500" y="314325"/>
                </a:lnTo>
                <a:lnTo>
                  <a:pt x="190500" y="304800"/>
                </a:lnTo>
                <a:lnTo>
                  <a:pt x="180975" y="304800"/>
                </a:lnTo>
                <a:close/>
                <a:moveTo>
                  <a:pt x="152400" y="304800"/>
                </a:moveTo>
                <a:lnTo>
                  <a:pt x="171450" y="304800"/>
                </a:lnTo>
                <a:lnTo>
                  <a:pt x="171450" y="314325"/>
                </a:lnTo>
                <a:lnTo>
                  <a:pt x="152400" y="314325"/>
                </a:lnTo>
                <a:close/>
                <a:moveTo>
                  <a:pt x="19050" y="314325"/>
                </a:moveTo>
                <a:lnTo>
                  <a:pt x="28575" y="314325"/>
                </a:lnTo>
                <a:lnTo>
                  <a:pt x="28575" y="333375"/>
                </a:lnTo>
                <a:lnTo>
                  <a:pt x="19050" y="333375"/>
                </a:lnTo>
                <a:close/>
                <a:moveTo>
                  <a:pt x="38100" y="323850"/>
                </a:moveTo>
                <a:lnTo>
                  <a:pt x="47625" y="323850"/>
                </a:lnTo>
                <a:lnTo>
                  <a:pt x="47625" y="333375"/>
                </a:lnTo>
                <a:lnTo>
                  <a:pt x="38100" y="333375"/>
                </a:lnTo>
                <a:close/>
                <a:moveTo>
                  <a:pt x="28575" y="333375"/>
                </a:moveTo>
                <a:lnTo>
                  <a:pt x="38100" y="333375"/>
                </a:lnTo>
                <a:lnTo>
                  <a:pt x="38100" y="342900"/>
                </a:lnTo>
                <a:lnTo>
                  <a:pt x="28575" y="342900"/>
                </a:lnTo>
                <a:close/>
                <a:moveTo>
                  <a:pt x="47625" y="333375"/>
                </a:moveTo>
                <a:lnTo>
                  <a:pt x="57150" y="333375"/>
                </a:lnTo>
                <a:lnTo>
                  <a:pt x="57150" y="342900"/>
                </a:lnTo>
                <a:lnTo>
                  <a:pt x="47625" y="342900"/>
                </a:lnTo>
                <a:close/>
                <a:moveTo>
                  <a:pt x="123825" y="333375"/>
                </a:moveTo>
                <a:lnTo>
                  <a:pt x="133350" y="333375"/>
                </a:lnTo>
                <a:lnTo>
                  <a:pt x="133350" y="342900"/>
                </a:lnTo>
                <a:lnTo>
                  <a:pt x="123825" y="342900"/>
                </a:lnTo>
                <a:close/>
                <a:moveTo>
                  <a:pt x="1047750" y="333375"/>
                </a:moveTo>
                <a:lnTo>
                  <a:pt x="1057275" y="333375"/>
                </a:lnTo>
                <a:lnTo>
                  <a:pt x="1057275" y="342900"/>
                </a:lnTo>
                <a:lnTo>
                  <a:pt x="1047750" y="342900"/>
                </a:lnTo>
                <a:close/>
                <a:moveTo>
                  <a:pt x="200025" y="371475"/>
                </a:moveTo>
                <a:lnTo>
                  <a:pt x="219075" y="371475"/>
                </a:lnTo>
                <a:lnTo>
                  <a:pt x="219075" y="381000"/>
                </a:lnTo>
                <a:lnTo>
                  <a:pt x="238125" y="381000"/>
                </a:lnTo>
                <a:lnTo>
                  <a:pt x="238125" y="400050"/>
                </a:lnTo>
                <a:lnTo>
                  <a:pt x="219075" y="400050"/>
                </a:lnTo>
                <a:lnTo>
                  <a:pt x="219075" y="390525"/>
                </a:lnTo>
                <a:lnTo>
                  <a:pt x="200025" y="390525"/>
                </a:lnTo>
                <a:close/>
                <a:moveTo>
                  <a:pt x="38100" y="381000"/>
                </a:moveTo>
                <a:lnTo>
                  <a:pt x="47625" y="381000"/>
                </a:lnTo>
                <a:lnTo>
                  <a:pt x="47625" y="390525"/>
                </a:lnTo>
                <a:lnTo>
                  <a:pt x="38100" y="390525"/>
                </a:lnTo>
                <a:close/>
                <a:moveTo>
                  <a:pt x="990600" y="400050"/>
                </a:moveTo>
                <a:lnTo>
                  <a:pt x="1000125" y="400050"/>
                </a:lnTo>
                <a:lnTo>
                  <a:pt x="1000125" y="419100"/>
                </a:lnTo>
                <a:lnTo>
                  <a:pt x="990600" y="419100"/>
                </a:lnTo>
                <a:close/>
                <a:moveTo>
                  <a:pt x="609600" y="409575"/>
                </a:moveTo>
                <a:lnTo>
                  <a:pt x="628650" y="409575"/>
                </a:lnTo>
                <a:lnTo>
                  <a:pt x="628650" y="428625"/>
                </a:lnTo>
                <a:lnTo>
                  <a:pt x="609600" y="428625"/>
                </a:lnTo>
                <a:close/>
                <a:moveTo>
                  <a:pt x="628650" y="428625"/>
                </a:moveTo>
                <a:lnTo>
                  <a:pt x="638175" y="428625"/>
                </a:lnTo>
                <a:lnTo>
                  <a:pt x="638175" y="438150"/>
                </a:lnTo>
                <a:lnTo>
                  <a:pt x="628650" y="438150"/>
                </a:lnTo>
                <a:close/>
                <a:moveTo>
                  <a:pt x="209550" y="447675"/>
                </a:moveTo>
                <a:lnTo>
                  <a:pt x="219075" y="447675"/>
                </a:lnTo>
                <a:lnTo>
                  <a:pt x="219075" y="457200"/>
                </a:lnTo>
                <a:lnTo>
                  <a:pt x="209550" y="457200"/>
                </a:lnTo>
                <a:close/>
                <a:moveTo>
                  <a:pt x="885825" y="504825"/>
                </a:moveTo>
                <a:lnTo>
                  <a:pt x="895350" y="504825"/>
                </a:lnTo>
                <a:lnTo>
                  <a:pt x="895350" y="514350"/>
                </a:lnTo>
                <a:lnTo>
                  <a:pt x="885825" y="514350"/>
                </a:lnTo>
                <a:close/>
                <a:moveTo>
                  <a:pt x="190500" y="514350"/>
                </a:moveTo>
                <a:lnTo>
                  <a:pt x="209550" y="514350"/>
                </a:lnTo>
                <a:lnTo>
                  <a:pt x="209550" y="523875"/>
                </a:lnTo>
                <a:lnTo>
                  <a:pt x="190500" y="523875"/>
                </a:lnTo>
                <a:close/>
                <a:moveTo>
                  <a:pt x="828675" y="514350"/>
                </a:moveTo>
                <a:lnTo>
                  <a:pt x="838200" y="514350"/>
                </a:lnTo>
                <a:lnTo>
                  <a:pt x="838200" y="523875"/>
                </a:lnTo>
                <a:lnTo>
                  <a:pt x="828675" y="523875"/>
                </a:lnTo>
                <a:close/>
                <a:moveTo>
                  <a:pt x="838200" y="523875"/>
                </a:moveTo>
                <a:lnTo>
                  <a:pt x="857250" y="523875"/>
                </a:lnTo>
                <a:lnTo>
                  <a:pt x="857250" y="533400"/>
                </a:lnTo>
                <a:lnTo>
                  <a:pt x="847725" y="533400"/>
                </a:lnTo>
                <a:lnTo>
                  <a:pt x="847725" y="542925"/>
                </a:lnTo>
                <a:lnTo>
                  <a:pt x="838200" y="542925"/>
                </a:lnTo>
                <a:close/>
                <a:moveTo>
                  <a:pt x="857250" y="533400"/>
                </a:moveTo>
                <a:lnTo>
                  <a:pt x="866775" y="533400"/>
                </a:lnTo>
                <a:lnTo>
                  <a:pt x="866775" y="542925"/>
                </a:lnTo>
                <a:lnTo>
                  <a:pt x="857250" y="542925"/>
                </a:lnTo>
                <a:close/>
                <a:moveTo>
                  <a:pt x="828675" y="542925"/>
                </a:moveTo>
                <a:lnTo>
                  <a:pt x="838200" y="542925"/>
                </a:lnTo>
                <a:lnTo>
                  <a:pt x="838200" y="552450"/>
                </a:lnTo>
                <a:lnTo>
                  <a:pt x="828675" y="552450"/>
                </a:lnTo>
                <a:close/>
                <a:moveTo>
                  <a:pt x="962025" y="542925"/>
                </a:moveTo>
                <a:lnTo>
                  <a:pt x="971550" y="542925"/>
                </a:lnTo>
                <a:lnTo>
                  <a:pt x="971550" y="552450"/>
                </a:lnTo>
                <a:lnTo>
                  <a:pt x="962025" y="552450"/>
                </a:lnTo>
                <a:close/>
                <a:moveTo>
                  <a:pt x="933450" y="552450"/>
                </a:moveTo>
                <a:lnTo>
                  <a:pt x="952500" y="552450"/>
                </a:lnTo>
                <a:lnTo>
                  <a:pt x="952500" y="561975"/>
                </a:lnTo>
                <a:lnTo>
                  <a:pt x="933450" y="561975"/>
                </a:lnTo>
                <a:close/>
                <a:moveTo>
                  <a:pt x="819150" y="561975"/>
                </a:moveTo>
                <a:lnTo>
                  <a:pt x="828675" y="561975"/>
                </a:lnTo>
                <a:lnTo>
                  <a:pt x="828675" y="571500"/>
                </a:lnTo>
                <a:lnTo>
                  <a:pt x="819150" y="571500"/>
                </a:lnTo>
                <a:close/>
                <a:moveTo>
                  <a:pt x="981075" y="561975"/>
                </a:moveTo>
                <a:lnTo>
                  <a:pt x="990600" y="561975"/>
                </a:lnTo>
                <a:lnTo>
                  <a:pt x="990600" y="571500"/>
                </a:lnTo>
                <a:lnTo>
                  <a:pt x="981075" y="571500"/>
                </a:lnTo>
                <a:close/>
                <a:moveTo>
                  <a:pt x="790575" y="571500"/>
                </a:moveTo>
                <a:lnTo>
                  <a:pt x="809625" y="571500"/>
                </a:lnTo>
                <a:lnTo>
                  <a:pt x="809625" y="581025"/>
                </a:lnTo>
                <a:lnTo>
                  <a:pt x="790575" y="581025"/>
                </a:lnTo>
                <a:close/>
                <a:moveTo>
                  <a:pt x="152400" y="581025"/>
                </a:moveTo>
                <a:lnTo>
                  <a:pt x="161925" y="581025"/>
                </a:lnTo>
                <a:lnTo>
                  <a:pt x="161925" y="590550"/>
                </a:lnTo>
                <a:lnTo>
                  <a:pt x="152400" y="590550"/>
                </a:lnTo>
                <a:close/>
                <a:moveTo>
                  <a:pt x="971550" y="581025"/>
                </a:moveTo>
                <a:lnTo>
                  <a:pt x="981075" y="581025"/>
                </a:lnTo>
                <a:lnTo>
                  <a:pt x="981075" y="600075"/>
                </a:lnTo>
                <a:lnTo>
                  <a:pt x="971550" y="600075"/>
                </a:lnTo>
                <a:close/>
                <a:moveTo>
                  <a:pt x="152400" y="600075"/>
                </a:moveTo>
                <a:lnTo>
                  <a:pt x="171450" y="600075"/>
                </a:lnTo>
                <a:lnTo>
                  <a:pt x="171450" y="609600"/>
                </a:lnTo>
                <a:lnTo>
                  <a:pt x="152400" y="609600"/>
                </a:lnTo>
                <a:close/>
                <a:moveTo>
                  <a:pt x="885825" y="600075"/>
                </a:moveTo>
                <a:lnTo>
                  <a:pt x="895350" y="600075"/>
                </a:lnTo>
                <a:lnTo>
                  <a:pt x="895350" y="619125"/>
                </a:lnTo>
                <a:lnTo>
                  <a:pt x="885825" y="619125"/>
                </a:lnTo>
                <a:close/>
                <a:moveTo>
                  <a:pt x="904875" y="600075"/>
                </a:moveTo>
                <a:lnTo>
                  <a:pt x="914400" y="600075"/>
                </a:lnTo>
                <a:lnTo>
                  <a:pt x="914400" y="619125"/>
                </a:lnTo>
                <a:lnTo>
                  <a:pt x="904875" y="619125"/>
                </a:lnTo>
                <a:close/>
                <a:moveTo>
                  <a:pt x="133350" y="619125"/>
                </a:moveTo>
                <a:lnTo>
                  <a:pt x="142875" y="619125"/>
                </a:lnTo>
                <a:lnTo>
                  <a:pt x="142875" y="647700"/>
                </a:lnTo>
                <a:lnTo>
                  <a:pt x="133350" y="647700"/>
                </a:lnTo>
                <a:close/>
                <a:moveTo>
                  <a:pt x="85725" y="647700"/>
                </a:moveTo>
                <a:lnTo>
                  <a:pt x="104775" y="647700"/>
                </a:lnTo>
                <a:lnTo>
                  <a:pt x="104775" y="657225"/>
                </a:lnTo>
                <a:lnTo>
                  <a:pt x="85725" y="657225"/>
                </a:lnTo>
                <a:close/>
                <a:moveTo>
                  <a:pt x="76200" y="657225"/>
                </a:moveTo>
                <a:lnTo>
                  <a:pt x="85725" y="657225"/>
                </a:lnTo>
                <a:lnTo>
                  <a:pt x="85725" y="666750"/>
                </a:lnTo>
                <a:lnTo>
                  <a:pt x="76200" y="666750"/>
                </a:lnTo>
                <a:close/>
                <a:moveTo>
                  <a:pt x="104775" y="657225"/>
                </a:moveTo>
                <a:lnTo>
                  <a:pt x="114300" y="657225"/>
                </a:lnTo>
                <a:lnTo>
                  <a:pt x="114300" y="666750"/>
                </a:lnTo>
                <a:lnTo>
                  <a:pt x="104775" y="666750"/>
                </a:lnTo>
                <a:close/>
                <a:moveTo>
                  <a:pt x="666750" y="657225"/>
                </a:moveTo>
                <a:lnTo>
                  <a:pt x="685800" y="657225"/>
                </a:lnTo>
                <a:lnTo>
                  <a:pt x="685800" y="676275"/>
                </a:lnTo>
                <a:lnTo>
                  <a:pt x="666750" y="676275"/>
                </a:lnTo>
                <a:close/>
                <a:moveTo>
                  <a:pt x="847725" y="657225"/>
                </a:moveTo>
                <a:lnTo>
                  <a:pt x="866775" y="657225"/>
                </a:lnTo>
                <a:lnTo>
                  <a:pt x="866775" y="666750"/>
                </a:lnTo>
                <a:lnTo>
                  <a:pt x="876300" y="666750"/>
                </a:lnTo>
                <a:lnTo>
                  <a:pt x="876300" y="685800"/>
                </a:lnTo>
                <a:lnTo>
                  <a:pt x="866775" y="685800"/>
                </a:lnTo>
                <a:lnTo>
                  <a:pt x="866775" y="676275"/>
                </a:lnTo>
                <a:lnTo>
                  <a:pt x="857250" y="676275"/>
                </a:lnTo>
                <a:lnTo>
                  <a:pt x="857250" y="666750"/>
                </a:lnTo>
                <a:lnTo>
                  <a:pt x="847725" y="666750"/>
                </a:lnTo>
                <a:close/>
                <a:moveTo>
                  <a:pt x="66675" y="666750"/>
                </a:moveTo>
                <a:lnTo>
                  <a:pt x="76200" y="666750"/>
                </a:lnTo>
                <a:lnTo>
                  <a:pt x="76200" y="676275"/>
                </a:lnTo>
                <a:lnTo>
                  <a:pt x="85725" y="676275"/>
                </a:lnTo>
                <a:lnTo>
                  <a:pt x="85725" y="695325"/>
                </a:lnTo>
                <a:lnTo>
                  <a:pt x="76200" y="695325"/>
                </a:lnTo>
                <a:lnTo>
                  <a:pt x="76200" y="704850"/>
                </a:lnTo>
                <a:lnTo>
                  <a:pt x="66675" y="704850"/>
                </a:lnTo>
                <a:lnTo>
                  <a:pt x="66675" y="723900"/>
                </a:lnTo>
                <a:lnTo>
                  <a:pt x="57150" y="723900"/>
                </a:lnTo>
                <a:lnTo>
                  <a:pt x="57150" y="714375"/>
                </a:lnTo>
                <a:lnTo>
                  <a:pt x="47625" y="714375"/>
                </a:lnTo>
                <a:lnTo>
                  <a:pt x="47625" y="704850"/>
                </a:lnTo>
                <a:lnTo>
                  <a:pt x="38100" y="704850"/>
                </a:lnTo>
                <a:lnTo>
                  <a:pt x="38100" y="685800"/>
                </a:lnTo>
                <a:lnTo>
                  <a:pt x="28575" y="685800"/>
                </a:lnTo>
                <a:lnTo>
                  <a:pt x="28575" y="676275"/>
                </a:lnTo>
                <a:lnTo>
                  <a:pt x="66675" y="676275"/>
                </a:lnTo>
                <a:close/>
                <a:moveTo>
                  <a:pt x="647700" y="685800"/>
                </a:moveTo>
                <a:lnTo>
                  <a:pt x="657225" y="685800"/>
                </a:lnTo>
                <a:lnTo>
                  <a:pt x="657225" y="704850"/>
                </a:lnTo>
                <a:lnTo>
                  <a:pt x="638175" y="704850"/>
                </a:lnTo>
                <a:lnTo>
                  <a:pt x="638175" y="695325"/>
                </a:lnTo>
                <a:lnTo>
                  <a:pt x="647700" y="695325"/>
                </a:lnTo>
                <a:close/>
                <a:moveTo>
                  <a:pt x="828675" y="685800"/>
                </a:moveTo>
                <a:lnTo>
                  <a:pt x="838200" y="685800"/>
                </a:lnTo>
                <a:lnTo>
                  <a:pt x="838200" y="695325"/>
                </a:lnTo>
                <a:lnTo>
                  <a:pt x="828675" y="695325"/>
                </a:lnTo>
                <a:close/>
                <a:moveTo>
                  <a:pt x="819150" y="695325"/>
                </a:moveTo>
                <a:lnTo>
                  <a:pt x="828675" y="695325"/>
                </a:lnTo>
                <a:lnTo>
                  <a:pt x="828675" y="704850"/>
                </a:lnTo>
                <a:lnTo>
                  <a:pt x="819150" y="704850"/>
                </a:lnTo>
                <a:close/>
                <a:moveTo>
                  <a:pt x="809625" y="704850"/>
                </a:moveTo>
                <a:lnTo>
                  <a:pt x="819150" y="704850"/>
                </a:lnTo>
                <a:lnTo>
                  <a:pt x="819150" y="714375"/>
                </a:lnTo>
                <a:lnTo>
                  <a:pt x="809625" y="714375"/>
                </a:lnTo>
                <a:close/>
                <a:moveTo>
                  <a:pt x="38100" y="733425"/>
                </a:moveTo>
                <a:lnTo>
                  <a:pt x="47625" y="733425"/>
                </a:lnTo>
                <a:lnTo>
                  <a:pt x="47625" y="752475"/>
                </a:lnTo>
                <a:lnTo>
                  <a:pt x="38100" y="752475"/>
                </a:lnTo>
                <a:close/>
                <a:moveTo>
                  <a:pt x="828675" y="733425"/>
                </a:moveTo>
                <a:lnTo>
                  <a:pt x="838200" y="733425"/>
                </a:lnTo>
                <a:lnTo>
                  <a:pt x="838200" y="762000"/>
                </a:lnTo>
                <a:lnTo>
                  <a:pt x="828675" y="762000"/>
                </a:lnTo>
                <a:close/>
                <a:moveTo>
                  <a:pt x="495300" y="742950"/>
                </a:moveTo>
                <a:lnTo>
                  <a:pt x="504825" y="742950"/>
                </a:lnTo>
                <a:lnTo>
                  <a:pt x="504825" y="752475"/>
                </a:lnTo>
                <a:lnTo>
                  <a:pt x="495300" y="752475"/>
                </a:lnTo>
                <a:close/>
                <a:moveTo>
                  <a:pt x="866775" y="742950"/>
                </a:moveTo>
                <a:lnTo>
                  <a:pt x="876300" y="742950"/>
                </a:lnTo>
                <a:lnTo>
                  <a:pt x="876300" y="752475"/>
                </a:lnTo>
                <a:lnTo>
                  <a:pt x="866775" y="752475"/>
                </a:lnTo>
                <a:close/>
                <a:moveTo>
                  <a:pt x="552450" y="752475"/>
                </a:moveTo>
                <a:lnTo>
                  <a:pt x="561975" y="752475"/>
                </a:lnTo>
                <a:lnTo>
                  <a:pt x="561975" y="762000"/>
                </a:lnTo>
                <a:lnTo>
                  <a:pt x="552450" y="762000"/>
                </a:lnTo>
                <a:close/>
                <a:moveTo>
                  <a:pt x="571500" y="752475"/>
                </a:moveTo>
                <a:lnTo>
                  <a:pt x="581025" y="752475"/>
                </a:lnTo>
                <a:lnTo>
                  <a:pt x="581025" y="762000"/>
                </a:lnTo>
                <a:lnTo>
                  <a:pt x="571500" y="762000"/>
                </a:lnTo>
                <a:close/>
                <a:moveTo>
                  <a:pt x="838200" y="762000"/>
                </a:moveTo>
                <a:lnTo>
                  <a:pt x="857250" y="762000"/>
                </a:lnTo>
                <a:lnTo>
                  <a:pt x="857250" y="771525"/>
                </a:lnTo>
                <a:lnTo>
                  <a:pt x="838200" y="771525"/>
                </a:lnTo>
                <a:close/>
                <a:moveTo>
                  <a:pt x="866775" y="762000"/>
                </a:moveTo>
                <a:lnTo>
                  <a:pt x="876300" y="762000"/>
                </a:lnTo>
                <a:lnTo>
                  <a:pt x="876300" y="771525"/>
                </a:lnTo>
                <a:lnTo>
                  <a:pt x="885825" y="771525"/>
                </a:lnTo>
                <a:lnTo>
                  <a:pt x="885825" y="819150"/>
                </a:lnTo>
                <a:lnTo>
                  <a:pt x="895350" y="819150"/>
                </a:lnTo>
                <a:lnTo>
                  <a:pt x="895350" y="781050"/>
                </a:lnTo>
                <a:lnTo>
                  <a:pt x="904875" y="781050"/>
                </a:lnTo>
                <a:lnTo>
                  <a:pt x="904875" y="762000"/>
                </a:lnTo>
                <a:lnTo>
                  <a:pt x="914400" y="762000"/>
                </a:lnTo>
                <a:lnTo>
                  <a:pt x="914400" y="781050"/>
                </a:lnTo>
                <a:lnTo>
                  <a:pt x="904875" y="781050"/>
                </a:lnTo>
                <a:lnTo>
                  <a:pt x="904875" y="819150"/>
                </a:lnTo>
                <a:lnTo>
                  <a:pt x="914400" y="819150"/>
                </a:lnTo>
                <a:lnTo>
                  <a:pt x="914400" y="847725"/>
                </a:lnTo>
                <a:lnTo>
                  <a:pt x="904875" y="847725"/>
                </a:lnTo>
                <a:lnTo>
                  <a:pt x="904875" y="838200"/>
                </a:lnTo>
                <a:lnTo>
                  <a:pt x="876300" y="838200"/>
                </a:lnTo>
                <a:lnTo>
                  <a:pt x="876300" y="790575"/>
                </a:lnTo>
                <a:lnTo>
                  <a:pt x="866775" y="790575"/>
                </a:lnTo>
                <a:lnTo>
                  <a:pt x="866775" y="800100"/>
                </a:lnTo>
                <a:lnTo>
                  <a:pt x="857250" y="800100"/>
                </a:lnTo>
                <a:lnTo>
                  <a:pt x="857250" y="781050"/>
                </a:lnTo>
                <a:lnTo>
                  <a:pt x="866775" y="781050"/>
                </a:lnTo>
                <a:close/>
                <a:moveTo>
                  <a:pt x="28575" y="781050"/>
                </a:moveTo>
                <a:lnTo>
                  <a:pt x="47625" y="781050"/>
                </a:lnTo>
                <a:lnTo>
                  <a:pt x="47625" y="790575"/>
                </a:lnTo>
                <a:lnTo>
                  <a:pt x="38100" y="790575"/>
                </a:lnTo>
                <a:lnTo>
                  <a:pt x="38100" y="800100"/>
                </a:lnTo>
                <a:lnTo>
                  <a:pt x="28575" y="800100"/>
                </a:lnTo>
                <a:close/>
                <a:moveTo>
                  <a:pt x="923925" y="790575"/>
                </a:moveTo>
                <a:lnTo>
                  <a:pt x="952500" y="790575"/>
                </a:lnTo>
                <a:lnTo>
                  <a:pt x="952500" y="800100"/>
                </a:lnTo>
                <a:lnTo>
                  <a:pt x="923925" y="800100"/>
                </a:lnTo>
                <a:close/>
                <a:moveTo>
                  <a:pt x="38100" y="800100"/>
                </a:moveTo>
                <a:lnTo>
                  <a:pt x="57150" y="800100"/>
                </a:lnTo>
                <a:lnTo>
                  <a:pt x="57150" y="809625"/>
                </a:lnTo>
                <a:lnTo>
                  <a:pt x="76200" y="809625"/>
                </a:lnTo>
                <a:lnTo>
                  <a:pt x="76200" y="819150"/>
                </a:lnTo>
                <a:lnTo>
                  <a:pt x="85725" y="819150"/>
                </a:lnTo>
                <a:lnTo>
                  <a:pt x="85725" y="828675"/>
                </a:lnTo>
                <a:lnTo>
                  <a:pt x="95250" y="828675"/>
                </a:lnTo>
                <a:lnTo>
                  <a:pt x="95250" y="847725"/>
                </a:lnTo>
                <a:lnTo>
                  <a:pt x="76200" y="847725"/>
                </a:lnTo>
                <a:lnTo>
                  <a:pt x="76200" y="828675"/>
                </a:lnTo>
                <a:lnTo>
                  <a:pt x="57150" y="828675"/>
                </a:lnTo>
                <a:lnTo>
                  <a:pt x="57150" y="819150"/>
                </a:lnTo>
                <a:lnTo>
                  <a:pt x="38100" y="819150"/>
                </a:lnTo>
                <a:close/>
                <a:moveTo>
                  <a:pt x="1028700" y="800100"/>
                </a:moveTo>
                <a:lnTo>
                  <a:pt x="1038225" y="800100"/>
                </a:lnTo>
                <a:lnTo>
                  <a:pt x="1038225" y="819150"/>
                </a:lnTo>
                <a:lnTo>
                  <a:pt x="1028700" y="819150"/>
                </a:lnTo>
                <a:close/>
                <a:moveTo>
                  <a:pt x="1000125" y="809625"/>
                </a:moveTo>
                <a:lnTo>
                  <a:pt x="1009650" y="809625"/>
                </a:lnTo>
                <a:lnTo>
                  <a:pt x="1009650" y="819150"/>
                </a:lnTo>
                <a:lnTo>
                  <a:pt x="1028700" y="819150"/>
                </a:lnTo>
                <a:lnTo>
                  <a:pt x="1028700" y="828675"/>
                </a:lnTo>
                <a:lnTo>
                  <a:pt x="1019175" y="828675"/>
                </a:lnTo>
                <a:lnTo>
                  <a:pt x="1019175" y="847725"/>
                </a:lnTo>
                <a:lnTo>
                  <a:pt x="1009650" y="847725"/>
                </a:lnTo>
                <a:lnTo>
                  <a:pt x="1009650" y="828675"/>
                </a:lnTo>
                <a:lnTo>
                  <a:pt x="1000125" y="828675"/>
                </a:lnTo>
                <a:close/>
                <a:moveTo>
                  <a:pt x="923925" y="819150"/>
                </a:moveTo>
                <a:lnTo>
                  <a:pt x="933450" y="819150"/>
                </a:lnTo>
                <a:lnTo>
                  <a:pt x="933450" y="828675"/>
                </a:lnTo>
                <a:lnTo>
                  <a:pt x="923925" y="828675"/>
                </a:lnTo>
                <a:close/>
                <a:moveTo>
                  <a:pt x="962025" y="819150"/>
                </a:moveTo>
                <a:lnTo>
                  <a:pt x="990600" y="819150"/>
                </a:lnTo>
                <a:lnTo>
                  <a:pt x="990600" y="847725"/>
                </a:lnTo>
                <a:lnTo>
                  <a:pt x="1000125" y="847725"/>
                </a:lnTo>
                <a:lnTo>
                  <a:pt x="1000125" y="866775"/>
                </a:lnTo>
                <a:lnTo>
                  <a:pt x="990600" y="866775"/>
                </a:lnTo>
                <a:lnTo>
                  <a:pt x="990600" y="857250"/>
                </a:lnTo>
                <a:lnTo>
                  <a:pt x="981075" y="857250"/>
                </a:lnTo>
                <a:lnTo>
                  <a:pt x="981075" y="838200"/>
                </a:lnTo>
                <a:lnTo>
                  <a:pt x="962025" y="838200"/>
                </a:lnTo>
                <a:close/>
                <a:moveTo>
                  <a:pt x="1028700" y="828675"/>
                </a:moveTo>
                <a:lnTo>
                  <a:pt x="1038225" y="828675"/>
                </a:lnTo>
                <a:lnTo>
                  <a:pt x="1038225" y="847725"/>
                </a:lnTo>
                <a:lnTo>
                  <a:pt x="1028700" y="847725"/>
                </a:lnTo>
                <a:close/>
                <a:moveTo>
                  <a:pt x="57150" y="838200"/>
                </a:moveTo>
                <a:lnTo>
                  <a:pt x="66675" y="838200"/>
                </a:lnTo>
                <a:lnTo>
                  <a:pt x="66675" y="847725"/>
                </a:lnTo>
                <a:lnTo>
                  <a:pt x="57150" y="847725"/>
                </a:lnTo>
                <a:close/>
                <a:moveTo>
                  <a:pt x="171450" y="838200"/>
                </a:moveTo>
                <a:lnTo>
                  <a:pt x="190500" y="838200"/>
                </a:lnTo>
                <a:lnTo>
                  <a:pt x="190500" y="847725"/>
                </a:lnTo>
                <a:lnTo>
                  <a:pt x="171450" y="847725"/>
                </a:lnTo>
                <a:close/>
                <a:moveTo>
                  <a:pt x="66675" y="847725"/>
                </a:moveTo>
                <a:lnTo>
                  <a:pt x="76200" y="847725"/>
                </a:lnTo>
                <a:lnTo>
                  <a:pt x="76200" y="857250"/>
                </a:lnTo>
                <a:lnTo>
                  <a:pt x="66675" y="857250"/>
                </a:lnTo>
                <a:close/>
                <a:moveTo>
                  <a:pt x="95250" y="847725"/>
                </a:moveTo>
                <a:lnTo>
                  <a:pt x="104775" y="847725"/>
                </a:lnTo>
                <a:lnTo>
                  <a:pt x="104775" y="857250"/>
                </a:lnTo>
                <a:lnTo>
                  <a:pt x="95250" y="857250"/>
                </a:lnTo>
                <a:close/>
                <a:moveTo>
                  <a:pt x="152400" y="857250"/>
                </a:moveTo>
                <a:lnTo>
                  <a:pt x="161925" y="857250"/>
                </a:lnTo>
                <a:lnTo>
                  <a:pt x="161925" y="866775"/>
                </a:lnTo>
                <a:lnTo>
                  <a:pt x="152400" y="866775"/>
                </a:lnTo>
                <a:close/>
              </a:path>
            </a:pathLst>
          </a:custGeom>
          <a:solidFill xmlns:a="http://schemas.openxmlformats.org/drawingml/2006/main">
            <a:srgbClr val="F1EEE1"/>
          </a:solidFill>
          <a:ln xmlns:a="http://schemas.openxmlformats.org/drawingml/2006/main" w="0">
            <a:noFill/>
          </a:ln>
        </p:spPr>
      </p:sp>
      <p:sp>
        <p:nvSpPr>
          <p:cNvPr id="85" name="rocket vector #edf2e4">
            <a:extLst xmlns:a="http://schemas.openxmlformats.org/drawingml/2006/main">
              <a:ext uri="{FF2B5EF4-FFF2-40B4-BE49-F238E27FC236}">
                <a16:creationId xmlns:a16="http://schemas.microsoft.com/office/drawing/2014/main" id="{7BD40539-7046-4E6B-81AD-82F2A45B88A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5550" y="1495425"/>
            <a:ext cx="1057275" cy="866775"/>
          </a:xfrm>
          <a:custGeom xmlns:a="http://schemas.openxmlformats.org/drawingml/2006/main">
            <a:pathLst>
              <a:path w="1057275" h="866775">
                <a:moveTo>
                  <a:pt x="552450" y="85725"/>
                </a:moveTo>
                <a:lnTo>
                  <a:pt x="561975" y="85725"/>
                </a:lnTo>
                <a:lnTo>
                  <a:pt x="561975" y="95250"/>
                </a:lnTo>
                <a:lnTo>
                  <a:pt x="552450" y="95250"/>
                </a:lnTo>
                <a:close/>
                <a:moveTo>
                  <a:pt x="447675" y="142875"/>
                </a:moveTo>
                <a:lnTo>
                  <a:pt x="466725" y="142875"/>
                </a:lnTo>
                <a:lnTo>
                  <a:pt x="466725" y="152400"/>
                </a:lnTo>
                <a:lnTo>
                  <a:pt x="457200" y="152400"/>
                </a:lnTo>
                <a:lnTo>
                  <a:pt x="457200" y="161925"/>
                </a:lnTo>
                <a:lnTo>
                  <a:pt x="447675" y="161925"/>
                </a:lnTo>
                <a:lnTo>
                  <a:pt x="447675" y="171450"/>
                </a:lnTo>
                <a:lnTo>
                  <a:pt x="438150" y="171450"/>
                </a:lnTo>
                <a:lnTo>
                  <a:pt x="438150" y="180975"/>
                </a:lnTo>
                <a:lnTo>
                  <a:pt x="428625" y="180975"/>
                </a:lnTo>
                <a:lnTo>
                  <a:pt x="428625" y="190500"/>
                </a:lnTo>
                <a:lnTo>
                  <a:pt x="419100" y="190500"/>
                </a:lnTo>
                <a:lnTo>
                  <a:pt x="419100" y="200025"/>
                </a:lnTo>
                <a:lnTo>
                  <a:pt x="409575" y="200025"/>
                </a:lnTo>
                <a:lnTo>
                  <a:pt x="409575" y="209550"/>
                </a:lnTo>
                <a:lnTo>
                  <a:pt x="390525" y="209550"/>
                </a:lnTo>
                <a:lnTo>
                  <a:pt x="390525" y="200025"/>
                </a:lnTo>
                <a:lnTo>
                  <a:pt x="400050" y="200025"/>
                </a:lnTo>
                <a:lnTo>
                  <a:pt x="400050" y="190500"/>
                </a:lnTo>
                <a:lnTo>
                  <a:pt x="409575" y="190500"/>
                </a:lnTo>
                <a:lnTo>
                  <a:pt x="409575" y="180975"/>
                </a:lnTo>
                <a:lnTo>
                  <a:pt x="419100" y="180975"/>
                </a:lnTo>
                <a:lnTo>
                  <a:pt x="419100" y="171450"/>
                </a:lnTo>
                <a:lnTo>
                  <a:pt x="428625" y="171450"/>
                </a:lnTo>
                <a:lnTo>
                  <a:pt x="428625" y="161925"/>
                </a:lnTo>
                <a:lnTo>
                  <a:pt x="438150" y="161925"/>
                </a:lnTo>
                <a:lnTo>
                  <a:pt x="438150" y="152400"/>
                </a:lnTo>
                <a:lnTo>
                  <a:pt x="447675" y="152400"/>
                </a:lnTo>
                <a:close/>
                <a:moveTo>
                  <a:pt x="704850" y="142875"/>
                </a:moveTo>
                <a:lnTo>
                  <a:pt x="714375" y="142875"/>
                </a:lnTo>
                <a:lnTo>
                  <a:pt x="714375" y="171450"/>
                </a:lnTo>
                <a:lnTo>
                  <a:pt x="704850" y="171450"/>
                </a:lnTo>
                <a:close/>
                <a:moveTo>
                  <a:pt x="304800" y="219075"/>
                </a:moveTo>
                <a:lnTo>
                  <a:pt x="314325" y="219075"/>
                </a:lnTo>
                <a:lnTo>
                  <a:pt x="314325" y="228600"/>
                </a:lnTo>
                <a:lnTo>
                  <a:pt x="304800" y="228600"/>
                </a:lnTo>
                <a:close/>
                <a:moveTo>
                  <a:pt x="523875" y="228600"/>
                </a:moveTo>
                <a:lnTo>
                  <a:pt x="542925" y="228600"/>
                </a:lnTo>
                <a:lnTo>
                  <a:pt x="542925" y="238125"/>
                </a:lnTo>
                <a:lnTo>
                  <a:pt x="552450" y="238125"/>
                </a:lnTo>
                <a:lnTo>
                  <a:pt x="552450" y="247650"/>
                </a:lnTo>
                <a:lnTo>
                  <a:pt x="533400" y="247650"/>
                </a:lnTo>
                <a:lnTo>
                  <a:pt x="533400" y="238125"/>
                </a:lnTo>
                <a:lnTo>
                  <a:pt x="523875" y="238125"/>
                </a:lnTo>
                <a:close/>
                <a:moveTo>
                  <a:pt x="838200" y="228600"/>
                </a:moveTo>
                <a:lnTo>
                  <a:pt x="847725" y="228600"/>
                </a:lnTo>
                <a:lnTo>
                  <a:pt x="847725" y="238125"/>
                </a:lnTo>
                <a:lnTo>
                  <a:pt x="857250" y="238125"/>
                </a:lnTo>
                <a:lnTo>
                  <a:pt x="857250" y="247650"/>
                </a:lnTo>
                <a:lnTo>
                  <a:pt x="828675" y="247650"/>
                </a:lnTo>
                <a:lnTo>
                  <a:pt x="828675" y="238125"/>
                </a:lnTo>
                <a:lnTo>
                  <a:pt x="838200" y="238125"/>
                </a:lnTo>
                <a:close/>
                <a:moveTo>
                  <a:pt x="781050" y="238125"/>
                </a:moveTo>
                <a:lnTo>
                  <a:pt x="800100" y="238125"/>
                </a:lnTo>
                <a:lnTo>
                  <a:pt x="800100" y="257175"/>
                </a:lnTo>
                <a:lnTo>
                  <a:pt x="771525" y="257175"/>
                </a:lnTo>
                <a:lnTo>
                  <a:pt x="771525" y="247650"/>
                </a:lnTo>
                <a:lnTo>
                  <a:pt x="781050" y="247650"/>
                </a:lnTo>
                <a:close/>
                <a:moveTo>
                  <a:pt x="666750" y="266700"/>
                </a:moveTo>
                <a:lnTo>
                  <a:pt x="685800" y="266700"/>
                </a:lnTo>
                <a:lnTo>
                  <a:pt x="685800" y="285750"/>
                </a:lnTo>
                <a:lnTo>
                  <a:pt x="666750" y="285750"/>
                </a:lnTo>
                <a:lnTo>
                  <a:pt x="666750" y="295275"/>
                </a:lnTo>
                <a:lnTo>
                  <a:pt x="657225" y="295275"/>
                </a:lnTo>
                <a:lnTo>
                  <a:pt x="657225" y="276225"/>
                </a:lnTo>
                <a:lnTo>
                  <a:pt x="666750" y="276225"/>
                </a:lnTo>
                <a:close/>
                <a:moveTo>
                  <a:pt x="733425" y="285750"/>
                </a:moveTo>
                <a:lnTo>
                  <a:pt x="742950" y="285750"/>
                </a:lnTo>
                <a:lnTo>
                  <a:pt x="742950" y="295275"/>
                </a:lnTo>
                <a:lnTo>
                  <a:pt x="752475" y="295275"/>
                </a:lnTo>
                <a:lnTo>
                  <a:pt x="752475" y="314325"/>
                </a:lnTo>
                <a:lnTo>
                  <a:pt x="742950" y="314325"/>
                </a:lnTo>
                <a:lnTo>
                  <a:pt x="742950" y="304800"/>
                </a:lnTo>
                <a:lnTo>
                  <a:pt x="733425" y="304800"/>
                </a:lnTo>
                <a:close/>
                <a:moveTo>
                  <a:pt x="628650" y="314325"/>
                </a:moveTo>
                <a:lnTo>
                  <a:pt x="647700" y="314325"/>
                </a:lnTo>
                <a:lnTo>
                  <a:pt x="647700" y="333375"/>
                </a:lnTo>
                <a:lnTo>
                  <a:pt x="638175" y="333375"/>
                </a:lnTo>
                <a:lnTo>
                  <a:pt x="638175" y="342900"/>
                </a:lnTo>
                <a:lnTo>
                  <a:pt x="628650" y="342900"/>
                </a:lnTo>
                <a:lnTo>
                  <a:pt x="628650" y="352425"/>
                </a:lnTo>
                <a:lnTo>
                  <a:pt x="619125" y="352425"/>
                </a:lnTo>
                <a:lnTo>
                  <a:pt x="619125" y="361950"/>
                </a:lnTo>
                <a:lnTo>
                  <a:pt x="609600" y="361950"/>
                </a:lnTo>
                <a:lnTo>
                  <a:pt x="609600" y="381000"/>
                </a:lnTo>
                <a:lnTo>
                  <a:pt x="590550" y="381000"/>
                </a:lnTo>
                <a:lnTo>
                  <a:pt x="590550" y="361950"/>
                </a:lnTo>
                <a:lnTo>
                  <a:pt x="600075" y="361950"/>
                </a:lnTo>
                <a:lnTo>
                  <a:pt x="600075" y="352425"/>
                </a:lnTo>
                <a:lnTo>
                  <a:pt x="609600" y="352425"/>
                </a:lnTo>
                <a:lnTo>
                  <a:pt x="609600" y="342900"/>
                </a:lnTo>
                <a:lnTo>
                  <a:pt x="619125" y="342900"/>
                </a:lnTo>
                <a:lnTo>
                  <a:pt x="619125" y="333375"/>
                </a:lnTo>
                <a:lnTo>
                  <a:pt x="628650" y="333375"/>
                </a:lnTo>
                <a:close/>
                <a:moveTo>
                  <a:pt x="971550" y="323850"/>
                </a:moveTo>
                <a:lnTo>
                  <a:pt x="990600" y="323850"/>
                </a:lnTo>
                <a:lnTo>
                  <a:pt x="990600" y="333375"/>
                </a:lnTo>
                <a:lnTo>
                  <a:pt x="971550" y="333375"/>
                </a:lnTo>
                <a:close/>
                <a:moveTo>
                  <a:pt x="295275" y="371475"/>
                </a:moveTo>
                <a:lnTo>
                  <a:pt x="314325" y="371475"/>
                </a:lnTo>
                <a:lnTo>
                  <a:pt x="314325" y="381000"/>
                </a:lnTo>
                <a:lnTo>
                  <a:pt x="295275" y="381000"/>
                </a:lnTo>
                <a:close/>
                <a:moveTo>
                  <a:pt x="733425" y="381000"/>
                </a:moveTo>
                <a:lnTo>
                  <a:pt x="742950" y="381000"/>
                </a:lnTo>
                <a:lnTo>
                  <a:pt x="742950" y="400050"/>
                </a:lnTo>
                <a:lnTo>
                  <a:pt x="733425" y="400050"/>
                </a:lnTo>
                <a:lnTo>
                  <a:pt x="733425" y="409575"/>
                </a:lnTo>
                <a:lnTo>
                  <a:pt x="723900" y="409575"/>
                </a:lnTo>
                <a:lnTo>
                  <a:pt x="723900" y="419100"/>
                </a:lnTo>
                <a:lnTo>
                  <a:pt x="714375" y="419100"/>
                </a:lnTo>
                <a:lnTo>
                  <a:pt x="714375" y="428625"/>
                </a:lnTo>
                <a:lnTo>
                  <a:pt x="704850" y="428625"/>
                </a:lnTo>
                <a:lnTo>
                  <a:pt x="704850" y="438150"/>
                </a:lnTo>
                <a:lnTo>
                  <a:pt x="695325" y="438150"/>
                </a:lnTo>
                <a:lnTo>
                  <a:pt x="695325" y="447675"/>
                </a:lnTo>
                <a:lnTo>
                  <a:pt x="685800" y="447675"/>
                </a:lnTo>
                <a:lnTo>
                  <a:pt x="685800" y="428625"/>
                </a:lnTo>
                <a:lnTo>
                  <a:pt x="695325" y="428625"/>
                </a:lnTo>
                <a:lnTo>
                  <a:pt x="695325" y="419100"/>
                </a:lnTo>
                <a:lnTo>
                  <a:pt x="685800" y="419100"/>
                </a:lnTo>
                <a:lnTo>
                  <a:pt x="685800" y="409575"/>
                </a:lnTo>
                <a:lnTo>
                  <a:pt x="714375" y="409575"/>
                </a:lnTo>
                <a:lnTo>
                  <a:pt x="714375" y="400050"/>
                </a:lnTo>
                <a:lnTo>
                  <a:pt x="723900" y="400050"/>
                </a:lnTo>
                <a:lnTo>
                  <a:pt x="723900" y="390525"/>
                </a:lnTo>
                <a:lnTo>
                  <a:pt x="733425" y="390525"/>
                </a:lnTo>
                <a:close/>
                <a:moveTo>
                  <a:pt x="962025" y="390525"/>
                </a:moveTo>
                <a:lnTo>
                  <a:pt x="971550" y="390525"/>
                </a:lnTo>
                <a:lnTo>
                  <a:pt x="971550" y="400050"/>
                </a:lnTo>
                <a:lnTo>
                  <a:pt x="962025" y="400050"/>
                </a:lnTo>
                <a:close/>
                <a:moveTo>
                  <a:pt x="371475" y="419100"/>
                </a:moveTo>
                <a:lnTo>
                  <a:pt x="400050" y="419100"/>
                </a:lnTo>
                <a:lnTo>
                  <a:pt x="400050" y="428625"/>
                </a:lnTo>
                <a:lnTo>
                  <a:pt x="409575" y="428625"/>
                </a:lnTo>
                <a:lnTo>
                  <a:pt x="409575" y="447675"/>
                </a:lnTo>
                <a:lnTo>
                  <a:pt x="390525" y="447675"/>
                </a:lnTo>
                <a:lnTo>
                  <a:pt x="390525" y="438150"/>
                </a:lnTo>
                <a:lnTo>
                  <a:pt x="361950" y="438150"/>
                </a:lnTo>
                <a:lnTo>
                  <a:pt x="361950" y="428625"/>
                </a:lnTo>
                <a:lnTo>
                  <a:pt x="371475" y="428625"/>
                </a:lnTo>
                <a:close/>
                <a:moveTo>
                  <a:pt x="857250" y="428625"/>
                </a:moveTo>
                <a:lnTo>
                  <a:pt x="885825" y="428625"/>
                </a:lnTo>
                <a:lnTo>
                  <a:pt x="885825" y="438150"/>
                </a:lnTo>
                <a:lnTo>
                  <a:pt x="895350" y="438150"/>
                </a:lnTo>
                <a:lnTo>
                  <a:pt x="895350" y="447675"/>
                </a:lnTo>
                <a:lnTo>
                  <a:pt x="904875" y="447675"/>
                </a:lnTo>
                <a:lnTo>
                  <a:pt x="904875" y="457200"/>
                </a:lnTo>
                <a:lnTo>
                  <a:pt x="914400" y="457200"/>
                </a:lnTo>
                <a:lnTo>
                  <a:pt x="914400" y="466725"/>
                </a:lnTo>
                <a:lnTo>
                  <a:pt x="923925" y="466725"/>
                </a:lnTo>
                <a:lnTo>
                  <a:pt x="923925" y="476250"/>
                </a:lnTo>
                <a:lnTo>
                  <a:pt x="933450" y="476250"/>
                </a:lnTo>
                <a:lnTo>
                  <a:pt x="933450" y="485775"/>
                </a:lnTo>
                <a:lnTo>
                  <a:pt x="942975" y="485775"/>
                </a:lnTo>
                <a:lnTo>
                  <a:pt x="942975" y="495300"/>
                </a:lnTo>
                <a:lnTo>
                  <a:pt x="923925" y="495300"/>
                </a:lnTo>
                <a:lnTo>
                  <a:pt x="923925" y="485775"/>
                </a:lnTo>
                <a:lnTo>
                  <a:pt x="904875" y="485775"/>
                </a:lnTo>
                <a:lnTo>
                  <a:pt x="904875" y="466725"/>
                </a:lnTo>
                <a:lnTo>
                  <a:pt x="828675" y="466725"/>
                </a:lnTo>
                <a:lnTo>
                  <a:pt x="828675" y="457200"/>
                </a:lnTo>
                <a:lnTo>
                  <a:pt x="838200" y="457200"/>
                </a:lnTo>
                <a:lnTo>
                  <a:pt x="838200" y="447675"/>
                </a:lnTo>
                <a:lnTo>
                  <a:pt x="847725" y="447675"/>
                </a:lnTo>
                <a:lnTo>
                  <a:pt x="847725" y="438150"/>
                </a:lnTo>
                <a:lnTo>
                  <a:pt x="857250" y="438150"/>
                </a:lnTo>
                <a:close/>
                <a:moveTo>
                  <a:pt x="952500" y="438150"/>
                </a:moveTo>
                <a:lnTo>
                  <a:pt x="971550" y="438150"/>
                </a:lnTo>
                <a:lnTo>
                  <a:pt x="971550" y="457200"/>
                </a:lnTo>
                <a:lnTo>
                  <a:pt x="952500" y="457200"/>
                </a:lnTo>
                <a:close/>
                <a:moveTo>
                  <a:pt x="428625" y="447675"/>
                </a:moveTo>
                <a:lnTo>
                  <a:pt x="438150" y="447675"/>
                </a:lnTo>
                <a:lnTo>
                  <a:pt x="438150" y="457200"/>
                </a:lnTo>
                <a:lnTo>
                  <a:pt x="428625" y="457200"/>
                </a:lnTo>
                <a:close/>
                <a:moveTo>
                  <a:pt x="819150" y="466725"/>
                </a:moveTo>
                <a:lnTo>
                  <a:pt x="828675" y="466725"/>
                </a:lnTo>
                <a:lnTo>
                  <a:pt x="828675" y="485775"/>
                </a:lnTo>
                <a:lnTo>
                  <a:pt x="809625" y="485775"/>
                </a:lnTo>
                <a:lnTo>
                  <a:pt x="809625" y="476250"/>
                </a:lnTo>
                <a:lnTo>
                  <a:pt x="819150" y="476250"/>
                </a:lnTo>
                <a:close/>
                <a:moveTo>
                  <a:pt x="247650" y="523875"/>
                </a:moveTo>
                <a:lnTo>
                  <a:pt x="257175" y="523875"/>
                </a:lnTo>
                <a:lnTo>
                  <a:pt x="257175" y="533400"/>
                </a:lnTo>
                <a:lnTo>
                  <a:pt x="266700" y="533400"/>
                </a:lnTo>
                <a:lnTo>
                  <a:pt x="266700" y="552450"/>
                </a:lnTo>
                <a:lnTo>
                  <a:pt x="257175" y="552450"/>
                </a:lnTo>
                <a:lnTo>
                  <a:pt x="257175" y="561975"/>
                </a:lnTo>
                <a:lnTo>
                  <a:pt x="228600" y="561975"/>
                </a:lnTo>
                <a:lnTo>
                  <a:pt x="228600" y="542925"/>
                </a:lnTo>
                <a:lnTo>
                  <a:pt x="238125" y="542925"/>
                </a:lnTo>
                <a:lnTo>
                  <a:pt x="238125" y="533400"/>
                </a:lnTo>
                <a:lnTo>
                  <a:pt x="247650" y="533400"/>
                </a:lnTo>
                <a:close/>
                <a:moveTo>
                  <a:pt x="723900" y="561975"/>
                </a:moveTo>
                <a:lnTo>
                  <a:pt x="733425" y="561975"/>
                </a:lnTo>
                <a:lnTo>
                  <a:pt x="733425" y="581025"/>
                </a:lnTo>
                <a:lnTo>
                  <a:pt x="723900" y="581025"/>
                </a:lnTo>
                <a:lnTo>
                  <a:pt x="723900" y="590550"/>
                </a:lnTo>
                <a:lnTo>
                  <a:pt x="714375" y="590550"/>
                </a:lnTo>
                <a:lnTo>
                  <a:pt x="714375" y="600075"/>
                </a:lnTo>
                <a:lnTo>
                  <a:pt x="704850" y="600075"/>
                </a:lnTo>
                <a:lnTo>
                  <a:pt x="704850" y="609600"/>
                </a:lnTo>
                <a:lnTo>
                  <a:pt x="695325" y="609600"/>
                </a:lnTo>
                <a:lnTo>
                  <a:pt x="695325" y="619125"/>
                </a:lnTo>
                <a:lnTo>
                  <a:pt x="685800" y="619125"/>
                </a:lnTo>
                <a:lnTo>
                  <a:pt x="685800" y="628650"/>
                </a:lnTo>
                <a:lnTo>
                  <a:pt x="676275" y="628650"/>
                </a:lnTo>
                <a:lnTo>
                  <a:pt x="676275" y="638175"/>
                </a:lnTo>
                <a:lnTo>
                  <a:pt x="666750" y="638175"/>
                </a:lnTo>
                <a:lnTo>
                  <a:pt x="666750" y="647700"/>
                </a:lnTo>
                <a:lnTo>
                  <a:pt x="657225" y="647700"/>
                </a:lnTo>
                <a:lnTo>
                  <a:pt x="657225" y="657225"/>
                </a:lnTo>
                <a:lnTo>
                  <a:pt x="647700" y="657225"/>
                </a:lnTo>
                <a:lnTo>
                  <a:pt x="647700" y="666750"/>
                </a:lnTo>
                <a:lnTo>
                  <a:pt x="638175" y="666750"/>
                </a:lnTo>
                <a:lnTo>
                  <a:pt x="638175" y="676275"/>
                </a:lnTo>
                <a:lnTo>
                  <a:pt x="619125" y="676275"/>
                </a:lnTo>
                <a:lnTo>
                  <a:pt x="619125" y="666750"/>
                </a:lnTo>
                <a:lnTo>
                  <a:pt x="628650" y="666750"/>
                </a:lnTo>
                <a:lnTo>
                  <a:pt x="628650" y="657225"/>
                </a:lnTo>
                <a:lnTo>
                  <a:pt x="638175" y="657225"/>
                </a:lnTo>
                <a:lnTo>
                  <a:pt x="638175" y="647700"/>
                </a:lnTo>
                <a:lnTo>
                  <a:pt x="647700" y="647700"/>
                </a:lnTo>
                <a:lnTo>
                  <a:pt x="647700" y="638175"/>
                </a:lnTo>
                <a:lnTo>
                  <a:pt x="657225" y="638175"/>
                </a:lnTo>
                <a:lnTo>
                  <a:pt x="657225" y="628650"/>
                </a:lnTo>
                <a:lnTo>
                  <a:pt x="666750" y="628650"/>
                </a:lnTo>
                <a:lnTo>
                  <a:pt x="666750" y="619125"/>
                </a:lnTo>
                <a:lnTo>
                  <a:pt x="676275" y="619125"/>
                </a:lnTo>
                <a:lnTo>
                  <a:pt x="676275" y="609600"/>
                </a:lnTo>
                <a:lnTo>
                  <a:pt x="685800" y="609600"/>
                </a:lnTo>
                <a:lnTo>
                  <a:pt x="685800" y="600075"/>
                </a:lnTo>
                <a:lnTo>
                  <a:pt x="695325" y="600075"/>
                </a:lnTo>
                <a:lnTo>
                  <a:pt x="695325" y="590550"/>
                </a:lnTo>
                <a:lnTo>
                  <a:pt x="704850" y="590550"/>
                </a:lnTo>
                <a:lnTo>
                  <a:pt x="704850" y="581025"/>
                </a:lnTo>
                <a:lnTo>
                  <a:pt x="714375" y="581025"/>
                </a:lnTo>
                <a:lnTo>
                  <a:pt x="714375" y="571500"/>
                </a:lnTo>
                <a:lnTo>
                  <a:pt x="723900" y="571500"/>
                </a:lnTo>
                <a:close/>
                <a:moveTo>
                  <a:pt x="533400" y="571500"/>
                </a:moveTo>
                <a:lnTo>
                  <a:pt x="552450" y="571500"/>
                </a:lnTo>
                <a:lnTo>
                  <a:pt x="552450" y="581025"/>
                </a:lnTo>
                <a:lnTo>
                  <a:pt x="533400" y="581025"/>
                </a:lnTo>
                <a:close/>
                <a:moveTo>
                  <a:pt x="381000" y="600075"/>
                </a:moveTo>
                <a:lnTo>
                  <a:pt x="400050" y="600075"/>
                </a:lnTo>
                <a:lnTo>
                  <a:pt x="400050" y="609600"/>
                </a:lnTo>
                <a:lnTo>
                  <a:pt x="409575" y="609600"/>
                </a:lnTo>
                <a:lnTo>
                  <a:pt x="409575" y="619125"/>
                </a:lnTo>
                <a:lnTo>
                  <a:pt x="419100" y="619125"/>
                </a:lnTo>
                <a:lnTo>
                  <a:pt x="419100" y="628650"/>
                </a:lnTo>
                <a:lnTo>
                  <a:pt x="428625" y="628650"/>
                </a:lnTo>
                <a:lnTo>
                  <a:pt x="428625" y="638175"/>
                </a:lnTo>
                <a:lnTo>
                  <a:pt x="438150" y="638175"/>
                </a:lnTo>
                <a:lnTo>
                  <a:pt x="438150" y="647700"/>
                </a:lnTo>
                <a:lnTo>
                  <a:pt x="447675" y="647700"/>
                </a:lnTo>
                <a:lnTo>
                  <a:pt x="447675" y="657225"/>
                </a:lnTo>
                <a:lnTo>
                  <a:pt x="457200" y="657225"/>
                </a:lnTo>
                <a:lnTo>
                  <a:pt x="457200" y="666750"/>
                </a:lnTo>
                <a:lnTo>
                  <a:pt x="466725" y="666750"/>
                </a:lnTo>
                <a:lnTo>
                  <a:pt x="466725" y="676275"/>
                </a:lnTo>
                <a:lnTo>
                  <a:pt x="447675" y="676275"/>
                </a:lnTo>
                <a:lnTo>
                  <a:pt x="447675" y="666750"/>
                </a:lnTo>
                <a:lnTo>
                  <a:pt x="438150" y="666750"/>
                </a:lnTo>
                <a:lnTo>
                  <a:pt x="438150" y="657225"/>
                </a:lnTo>
                <a:lnTo>
                  <a:pt x="428625" y="657225"/>
                </a:lnTo>
                <a:lnTo>
                  <a:pt x="428625" y="647700"/>
                </a:lnTo>
                <a:lnTo>
                  <a:pt x="419100" y="647700"/>
                </a:lnTo>
                <a:lnTo>
                  <a:pt x="419100" y="638175"/>
                </a:lnTo>
                <a:lnTo>
                  <a:pt x="409575" y="638175"/>
                </a:lnTo>
                <a:lnTo>
                  <a:pt x="409575" y="628650"/>
                </a:lnTo>
                <a:lnTo>
                  <a:pt x="371475" y="628650"/>
                </a:lnTo>
                <a:lnTo>
                  <a:pt x="371475" y="638175"/>
                </a:lnTo>
                <a:lnTo>
                  <a:pt x="361950" y="638175"/>
                </a:lnTo>
                <a:lnTo>
                  <a:pt x="361950" y="647700"/>
                </a:lnTo>
                <a:lnTo>
                  <a:pt x="352425" y="647700"/>
                </a:lnTo>
                <a:lnTo>
                  <a:pt x="352425" y="657225"/>
                </a:lnTo>
                <a:lnTo>
                  <a:pt x="342900" y="657225"/>
                </a:lnTo>
                <a:lnTo>
                  <a:pt x="342900" y="666750"/>
                </a:lnTo>
                <a:lnTo>
                  <a:pt x="333375" y="666750"/>
                </a:lnTo>
                <a:lnTo>
                  <a:pt x="333375" y="676275"/>
                </a:lnTo>
                <a:lnTo>
                  <a:pt x="314325" y="676275"/>
                </a:lnTo>
                <a:lnTo>
                  <a:pt x="314325" y="685800"/>
                </a:lnTo>
                <a:lnTo>
                  <a:pt x="304800" y="685800"/>
                </a:lnTo>
                <a:lnTo>
                  <a:pt x="304800" y="695325"/>
                </a:lnTo>
                <a:lnTo>
                  <a:pt x="295275" y="695325"/>
                </a:lnTo>
                <a:lnTo>
                  <a:pt x="295275" y="676275"/>
                </a:lnTo>
                <a:lnTo>
                  <a:pt x="304800" y="676275"/>
                </a:lnTo>
                <a:lnTo>
                  <a:pt x="304800" y="666750"/>
                </a:lnTo>
                <a:lnTo>
                  <a:pt x="314325" y="666750"/>
                </a:lnTo>
                <a:lnTo>
                  <a:pt x="314325" y="657225"/>
                </a:lnTo>
                <a:lnTo>
                  <a:pt x="323850" y="657225"/>
                </a:lnTo>
                <a:lnTo>
                  <a:pt x="323850" y="647700"/>
                </a:lnTo>
                <a:lnTo>
                  <a:pt x="333375" y="647700"/>
                </a:lnTo>
                <a:lnTo>
                  <a:pt x="333375" y="638175"/>
                </a:lnTo>
                <a:lnTo>
                  <a:pt x="342900" y="638175"/>
                </a:lnTo>
                <a:lnTo>
                  <a:pt x="342900" y="628650"/>
                </a:lnTo>
                <a:lnTo>
                  <a:pt x="352425" y="628650"/>
                </a:lnTo>
                <a:lnTo>
                  <a:pt x="352425" y="619125"/>
                </a:lnTo>
                <a:lnTo>
                  <a:pt x="361950" y="619125"/>
                </a:lnTo>
                <a:lnTo>
                  <a:pt x="361950" y="609600"/>
                </a:lnTo>
                <a:lnTo>
                  <a:pt x="381000" y="609600"/>
                </a:lnTo>
                <a:close/>
                <a:moveTo>
                  <a:pt x="466725" y="676275"/>
                </a:moveTo>
                <a:lnTo>
                  <a:pt x="476250" y="676275"/>
                </a:lnTo>
                <a:lnTo>
                  <a:pt x="476250" y="685800"/>
                </a:lnTo>
                <a:lnTo>
                  <a:pt x="466725" y="685800"/>
                </a:lnTo>
                <a:close/>
                <a:moveTo>
                  <a:pt x="476250" y="685800"/>
                </a:moveTo>
                <a:lnTo>
                  <a:pt x="485775" y="685800"/>
                </a:lnTo>
                <a:lnTo>
                  <a:pt x="485775" y="695325"/>
                </a:lnTo>
                <a:lnTo>
                  <a:pt x="495300" y="695325"/>
                </a:lnTo>
                <a:lnTo>
                  <a:pt x="495300" y="704850"/>
                </a:lnTo>
                <a:lnTo>
                  <a:pt x="504825" y="704850"/>
                </a:lnTo>
                <a:lnTo>
                  <a:pt x="504825" y="714375"/>
                </a:lnTo>
                <a:lnTo>
                  <a:pt x="485775" y="714375"/>
                </a:lnTo>
                <a:lnTo>
                  <a:pt x="485775" y="704850"/>
                </a:lnTo>
                <a:lnTo>
                  <a:pt x="476250" y="704850"/>
                </a:lnTo>
                <a:close/>
                <a:moveTo>
                  <a:pt x="600075" y="685800"/>
                </a:moveTo>
                <a:lnTo>
                  <a:pt x="609600" y="685800"/>
                </a:lnTo>
                <a:lnTo>
                  <a:pt x="609600" y="704850"/>
                </a:lnTo>
                <a:lnTo>
                  <a:pt x="590550" y="704850"/>
                </a:lnTo>
                <a:lnTo>
                  <a:pt x="590550" y="695325"/>
                </a:lnTo>
                <a:lnTo>
                  <a:pt x="600075" y="695325"/>
                </a:lnTo>
                <a:close/>
                <a:moveTo>
                  <a:pt x="285750" y="695325"/>
                </a:moveTo>
                <a:lnTo>
                  <a:pt x="295275" y="695325"/>
                </a:lnTo>
                <a:lnTo>
                  <a:pt x="295275" y="704850"/>
                </a:lnTo>
                <a:lnTo>
                  <a:pt x="285750" y="704850"/>
                </a:lnTo>
                <a:close/>
                <a:moveTo>
                  <a:pt x="581025" y="704850"/>
                </a:moveTo>
                <a:lnTo>
                  <a:pt x="590550" y="704850"/>
                </a:lnTo>
                <a:lnTo>
                  <a:pt x="590550" y="723900"/>
                </a:lnTo>
                <a:lnTo>
                  <a:pt x="571500" y="723900"/>
                </a:lnTo>
                <a:lnTo>
                  <a:pt x="571500" y="714375"/>
                </a:lnTo>
                <a:lnTo>
                  <a:pt x="581025" y="714375"/>
                </a:lnTo>
                <a:close/>
                <a:moveTo>
                  <a:pt x="76200" y="781050"/>
                </a:moveTo>
                <a:lnTo>
                  <a:pt x="85725" y="781050"/>
                </a:lnTo>
                <a:lnTo>
                  <a:pt x="85725" y="790575"/>
                </a:lnTo>
                <a:lnTo>
                  <a:pt x="76200" y="790575"/>
                </a:lnTo>
                <a:close/>
                <a:moveTo>
                  <a:pt x="85725" y="790575"/>
                </a:moveTo>
                <a:lnTo>
                  <a:pt x="104775" y="790575"/>
                </a:lnTo>
                <a:lnTo>
                  <a:pt x="104775" y="800100"/>
                </a:lnTo>
                <a:lnTo>
                  <a:pt x="114300" y="800100"/>
                </a:lnTo>
                <a:lnTo>
                  <a:pt x="114300" y="809625"/>
                </a:lnTo>
                <a:lnTo>
                  <a:pt x="123825" y="809625"/>
                </a:lnTo>
                <a:lnTo>
                  <a:pt x="123825" y="828675"/>
                </a:lnTo>
                <a:lnTo>
                  <a:pt x="114300" y="828675"/>
                </a:lnTo>
                <a:lnTo>
                  <a:pt x="114300" y="819150"/>
                </a:lnTo>
                <a:lnTo>
                  <a:pt x="104775" y="819150"/>
                </a:lnTo>
                <a:lnTo>
                  <a:pt x="104775" y="809625"/>
                </a:lnTo>
                <a:lnTo>
                  <a:pt x="95250" y="809625"/>
                </a:lnTo>
                <a:lnTo>
                  <a:pt x="95250" y="800100"/>
                </a:lnTo>
                <a:lnTo>
                  <a:pt x="85725" y="800100"/>
                </a:lnTo>
                <a:close/>
              </a:path>
            </a:pathLst>
          </a:custGeom>
          <a:solidFill xmlns:a="http://schemas.openxmlformats.org/drawingml/2006/main">
            <a:srgbClr val="EDF2E4"/>
          </a:solidFill>
          <a:ln xmlns:a="http://schemas.openxmlformats.org/drawingml/2006/main" w="0">
            <a:noFill/>
          </a:ln>
        </p:spPr>
      </p:sp>
      <p:sp>
        <p:nvSpPr>
          <p:cNvPr id="86" name="rocket vector #eef0e2">
            <a:extLst xmlns:a="http://schemas.openxmlformats.org/drawingml/2006/main">
              <a:ext uri="{FF2B5EF4-FFF2-40B4-BE49-F238E27FC236}">
                <a16:creationId xmlns:a16="http://schemas.microsoft.com/office/drawing/2014/main" id="{721AE0A5-7D7E-44F8-A64A-52E656C524C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5550" y="1495425"/>
            <a:ext cx="1057275" cy="866775"/>
          </a:xfrm>
          <a:custGeom xmlns:a="http://schemas.openxmlformats.org/drawingml/2006/main">
            <a:pathLst>
              <a:path w="1057275" h="866775">
                <a:moveTo>
                  <a:pt x="552450" y="76200"/>
                </a:moveTo>
                <a:lnTo>
                  <a:pt x="581025" y="76200"/>
                </a:lnTo>
                <a:lnTo>
                  <a:pt x="581025" y="85725"/>
                </a:lnTo>
                <a:lnTo>
                  <a:pt x="552450" y="85725"/>
                </a:lnTo>
                <a:close/>
                <a:moveTo>
                  <a:pt x="514350" y="85725"/>
                </a:moveTo>
                <a:lnTo>
                  <a:pt x="533400" y="85725"/>
                </a:lnTo>
                <a:lnTo>
                  <a:pt x="533400" y="104775"/>
                </a:lnTo>
                <a:lnTo>
                  <a:pt x="514350" y="104775"/>
                </a:lnTo>
                <a:close/>
                <a:moveTo>
                  <a:pt x="542925" y="85725"/>
                </a:moveTo>
                <a:lnTo>
                  <a:pt x="552450" y="85725"/>
                </a:lnTo>
                <a:lnTo>
                  <a:pt x="552450" y="95250"/>
                </a:lnTo>
                <a:lnTo>
                  <a:pt x="542925" y="95250"/>
                </a:lnTo>
                <a:close/>
                <a:moveTo>
                  <a:pt x="695325" y="152400"/>
                </a:moveTo>
                <a:lnTo>
                  <a:pt x="704850" y="152400"/>
                </a:lnTo>
                <a:lnTo>
                  <a:pt x="704850" y="171450"/>
                </a:lnTo>
                <a:lnTo>
                  <a:pt x="714375" y="171450"/>
                </a:lnTo>
                <a:lnTo>
                  <a:pt x="714375" y="200025"/>
                </a:lnTo>
                <a:lnTo>
                  <a:pt x="704850" y="200025"/>
                </a:lnTo>
                <a:lnTo>
                  <a:pt x="704850" y="228600"/>
                </a:lnTo>
                <a:lnTo>
                  <a:pt x="695325" y="228600"/>
                </a:lnTo>
                <a:lnTo>
                  <a:pt x="695325" y="247650"/>
                </a:lnTo>
                <a:lnTo>
                  <a:pt x="685800" y="247650"/>
                </a:lnTo>
                <a:lnTo>
                  <a:pt x="685800" y="266700"/>
                </a:lnTo>
                <a:lnTo>
                  <a:pt x="666750" y="266700"/>
                </a:lnTo>
                <a:lnTo>
                  <a:pt x="666750" y="257175"/>
                </a:lnTo>
                <a:lnTo>
                  <a:pt x="676275" y="257175"/>
                </a:lnTo>
                <a:lnTo>
                  <a:pt x="676275" y="238125"/>
                </a:lnTo>
                <a:lnTo>
                  <a:pt x="685800" y="238125"/>
                </a:lnTo>
                <a:lnTo>
                  <a:pt x="685800" y="200025"/>
                </a:lnTo>
                <a:lnTo>
                  <a:pt x="695325" y="200025"/>
                </a:lnTo>
                <a:lnTo>
                  <a:pt x="695325" y="190500"/>
                </a:lnTo>
                <a:lnTo>
                  <a:pt x="704850" y="190500"/>
                </a:lnTo>
                <a:lnTo>
                  <a:pt x="704850" y="180975"/>
                </a:lnTo>
                <a:lnTo>
                  <a:pt x="695325" y="180975"/>
                </a:lnTo>
                <a:close/>
                <a:moveTo>
                  <a:pt x="895350" y="200025"/>
                </a:moveTo>
                <a:lnTo>
                  <a:pt x="904875" y="200025"/>
                </a:lnTo>
                <a:lnTo>
                  <a:pt x="904875" y="209550"/>
                </a:lnTo>
                <a:lnTo>
                  <a:pt x="914400" y="209550"/>
                </a:lnTo>
                <a:lnTo>
                  <a:pt x="914400" y="219075"/>
                </a:lnTo>
                <a:lnTo>
                  <a:pt x="923925" y="219075"/>
                </a:lnTo>
                <a:lnTo>
                  <a:pt x="923925" y="228600"/>
                </a:lnTo>
                <a:lnTo>
                  <a:pt x="895350" y="228600"/>
                </a:lnTo>
                <a:close/>
                <a:moveTo>
                  <a:pt x="285750" y="209550"/>
                </a:moveTo>
                <a:lnTo>
                  <a:pt x="323850" y="209550"/>
                </a:lnTo>
                <a:lnTo>
                  <a:pt x="323850" y="228600"/>
                </a:lnTo>
                <a:lnTo>
                  <a:pt x="314325" y="228600"/>
                </a:lnTo>
                <a:lnTo>
                  <a:pt x="314325" y="219075"/>
                </a:lnTo>
                <a:lnTo>
                  <a:pt x="304800" y="219075"/>
                </a:lnTo>
                <a:lnTo>
                  <a:pt x="304800" y="228600"/>
                </a:lnTo>
                <a:lnTo>
                  <a:pt x="295275" y="228600"/>
                </a:lnTo>
                <a:lnTo>
                  <a:pt x="295275" y="238125"/>
                </a:lnTo>
                <a:lnTo>
                  <a:pt x="285750" y="238125"/>
                </a:lnTo>
                <a:lnTo>
                  <a:pt x="285750" y="228600"/>
                </a:lnTo>
                <a:lnTo>
                  <a:pt x="276225" y="228600"/>
                </a:lnTo>
                <a:lnTo>
                  <a:pt x="276225" y="219075"/>
                </a:lnTo>
                <a:lnTo>
                  <a:pt x="285750" y="219075"/>
                </a:lnTo>
                <a:close/>
                <a:moveTo>
                  <a:pt x="742950" y="209550"/>
                </a:moveTo>
                <a:lnTo>
                  <a:pt x="762000" y="209550"/>
                </a:lnTo>
                <a:lnTo>
                  <a:pt x="762000" y="238125"/>
                </a:lnTo>
                <a:lnTo>
                  <a:pt x="752475" y="238125"/>
                </a:lnTo>
                <a:lnTo>
                  <a:pt x="752475" y="219075"/>
                </a:lnTo>
                <a:lnTo>
                  <a:pt x="742950" y="219075"/>
                </a:lnTo>
                <a:close/>
                <a:moveTo>
                  <a:pt x="771525" y="219075"/>
                </a:moveTo>
                <a:lnTo>
                  <a:pt x="790575" y="219075"/>
                </a:lnTo>
                <a:lnTo>
                  <a:pt x="790575" y="228600"/>
                </a:lnTo>
                <a:lnTo>
                  <a:pt x="809625" y="228600"/>
                </a:lnTo>
                <a:lnTo>
                  <a:pt x="809625" y="238125"/>
                </a:lnTo>
                <a:lnTo>
                  <a:pt x="781050" y="238125"/>
                </a:lnTo>
                <a:lnTo>
                  <a:pt x="781050" y="247650"/>
                </a:lnTo>
                <a:lnTo>
                  <a:pt x="771525" y="247650"/>
                </a:lnTo>
                <a:lnTo>
                  <a:pt x="771525" y="257175"/>
                </a:lnTo>
                <a:lnTo>
                  <a:pt x="752475" y="257175"/>
                </a:lnTo>
                <a:lnTo>
                  <a:pt x="752475" y="247650"/>
                </a:lnTo>
                <a:lnTo>
                  <a:pt x="762000" y="247650"/>
                </a:lnTo>
                <a:lnTo>
                  <a:pt x="762000" y="238125"/>
                </a:lnTo>
                <a:lnTo>
                  <a:pt x="771525" y="238125"/>
                </a:lnTo>
                <a:close/>
                <a:moveTo>
                  <a:pt x="819150" y="219075"/>
                </a:moveTo>
                <a:lnTo>
                  <a:pt x="885825" y="219075"/>
                </a:lnTo>
                <a:lnTo>
                  <a:pt x="885825" y="228600"/>
                </a:lnTo>
                <a:lnTo>
                  <a:pt x="876300" y="228600"/>
                </a:lnTo>
                <a:lnTo>
                  <a:pt x="876300" y="238125"/>
                </a:lnTo>
                <a:lnTo>
                  <a:pt x="847725" y="238125"/>
                </a:lnTo>
                <a:lnTo>
                  <a:pt x="847725" y="228600"/>
                </a:lnTo>
                <a:lnTo>
                  <a:pt x="838200" y="228600"/>
                </a:lnTo>
                <a:lnTo>
                  <a:pt x="838200" y="238125"/>
                </a:lnTo>
                <a:lnTo>
                  <a:pt x="819150" y="238125"/>
                </a:lnTo>
                <a:close/>
                <a:moveTo>
                  <a:pt x="266700" y="228600"/>
                </a:moveTo>
                <a:lnTo>
                  <a:pt x="276225" y="228600"/>
                </a:lnTo>
                <a:lnTo>
                  <a:pt x="276225" y="238125"/>
                </a:lnTo>
                <a:lnTo>
                  <a:pt x="285750" y="238125"/>
                </a:lnTo>
                <a:lnTo>
                  <a:pt x="285750" y="247650"/>
                </a:lnTo>
                <a:lnTo>
                  <a:pt x="266700" y="247650"/>
                </a:lnTo>
                <a:close/>
                <a:moveTo>
                  <a:pt x="552450" y="238125"/>
                </a:moveTo>
                <a:lnTo>
                  <a:pt x="561975" y="238125"/>
                </a:lnTo>
                <a:lnTo>
                  <a:pt x="561975" y="257175"/>
                </a:lnTo>
                <a:lnTo>
                  <a:pt x="542925" y="257175"/>
                </a:lnTo>
                <a:lnTo>
                  <a:pt x="542925" y="247650"/>
                </a:lnTo>
                <a:lnTo>
                  <a:pt x="552450" y="247650"/>
                </a:lnTo>
                <a:close/>
                <a:moveTo>
                  <a:pt x="733425" y="247650"/>
                </a:moveTo>
                <a:lnTo>
                  <a:pt x="742950" y="247650"/>
                </a:lnTo>
                <a:lnTo>
                  <a:pt x="742950" y="257175"/>
                </a:lnTo>
                <a:lnTo>
                  <a:pt x="733425" y="257175"/>
                </a:lnTo>
                <a:close/>
                <a:moveTo>
                  <a:pt x="714375" y="257175"/>
                </a:moveTo>
                <a:lnTo>
                  <a:pt x="723900" y="257175"/>
                </a:lnTo>
                <a:lnTo>
                  <a:pt x="723900" y="276225"/>
                </a:lnTo>
                <a:lnTo>
                  <a:pt x="733425" y="276225"/>
                </a:lnTo>
                <a:lnTo>
                  <a:pt x="733425" y="304800"/>
                </a:lnTo>
                <a:lnTo>
                  <a:pt x="714375" y="304800"/>
                </a:lnTo>
                <a:lnTo>
                  <a:pt x="714375" y="276225"/>
                </a:lnTo>
                <a:lnTo>
                  <a:pt x="704850" y="276225"/>
                </a:lnTo>
                <a:lnTo>
                  <a:pt x="704850" y="266700"/>
                </a:lnTo>
                <a:lnTo>
                  <a:pt x="714375" y="266700"/>
                </a:lnTo>
                <a:close/>
                <a:moveTo>
                  <a:pt x="990600" y="257175"/>
                </a:moveTo>
                <a:lnTo>
                  <a:pt x="1000125" y="257175"/>
                </a:lnTo>
                <a:lnTo>
                  <a:pt x="1000125" y="266700"/>
                </a:lnTo>
                <a:lnTo>
                  <a:pt x="990600" y="266700"/>
                </a:lnTo>
                <a:close/>
                <a:moveTo>
                  <a:pt x="685800" y="266700"/>
                </a:moveTo>
                <a:lnTo>
                  <a:pt x="695325" y="266700"/>
                </a:lnTo>
                <a:lnTo>
                  <a:pt x="695325" y="276225"/>
                </a:lnTo>
                <a:lnTo>
                  <a:pt x="685800" y="276225"/>
                </a:lnTo>
                <a:close/>
                <a:moveTo>
                  <a:pt x="1000125" y="266700"/>
                </a:moveTo>
                <a:lnTo>
                  <a:pt x="1009650" y="266700"/>
                </a:lnTo>
                <a:lnTo>
                  <a:pt x="1009650" y="276225"/>
                </a:lnTo>
                <a:lnTo>
                  <a:pt x="1000125" y="276225"/>
                </a:lnTo>
                <a:close/>
                <a:moveTo>
                  <a:pt x="104775" y="276225"/>
                </a:moveTo>
                <a:lnTo>
                  <a:pt x="123825" y="276225"/>
                </a:lnTo>
                <a:lnTo>
                  <a:pt x="123825" y="295275"/>
                </a:lnTo>
                <a:lnTo>
                  <a:pt x="104775" y="295275"/>
                </a:lnTo>
                <a:close/>
                <a:moveTo>
                  <a:pt x="990600" y="276225"/>
                </a:moveTo>
                <a:lnTo>
                  <a:pt x="1000125" y="276225"/>
                </a:lnTo>
                <a:lnTo>
                  <a:pt x="1000125" y="285750"/>
                </a:lnTo>
                <a:lnTo>
                  <a:pt x="990600" y="285750"/>
                </a:lnTo>
                <a:close/>
                <a:moveTo>
                  <a:pt x="647700" y="285750"/>
                </a:moveTo>
                <a:lnTo>
                  <a:pt x="657225" y="285750"/>
                </a:lnTo>
                <a:lnTo>
                  <a:pt x="657225" y="304800"/>
                </a:lnTo>
                <a:lnTo>
                  <a:pt x="647700" y="304800"/>
                </a:lnTo>
                <a:close/>
                <a:moveTo>
                  <a:pt x="638175" y="304800"/>
                </a:moveTo>
                <a:lnTo>
                  <a:pt x="647700" y="304800"/>
                </a:lnTo>
                <a:lnTo>
                  <a:pt x="647700" y="314325"/>
                </a:lnTo>
                <a:lnTo>
                  <a:pt x="638175" y="314325"/>
                </a:lnTo>
                <a:close/>
                <a:moveTo>
                  <a:pt x="647700" y="314325"/>
                </a:moveTo>
                <a:lnTo>
                  <a:pt x="657225" y="314325"/>
                </a:lnTo>
                <a:lnTo>
                  <a:pt x="657225" y="333375"/>
                </a:lnTo>
                <a:lnTo>
                  <a:pt x="647700" y="333375"/>
                </a:lnTo>
                <a:close/>
                <a:moveTo>
                  <a:pt x="981075" y="314325"/>
                </a:moveTo>
                <a:lnTo>
                  <a:pt x="990600" y="314325"/>
                </a:lnTo>
                <a:lnTo>
                  <a:pt x="990600" y="323850"/>
                </a:lnTo>
                <a:lnTo>
                  <a:pt x="981075" y="323850"/>
                </a:lnTo>
                <a:close/>
                <a:moveTo>
                  <a:pt x="638175" y="333375"/>
                </a:moveTo>
                <a:lnTo>
                  <a:pt x="647700" y="333375"/>
                </a:lnTo>
                <a:lnTo>
                  <a:pt x="647700" y="342900"/>
                </a:lnTo>
                <a:lnTo>
                  <a:pt x="638175" y="342900"/>
                </a:lnTo>
                <a:close/>
                <a:moveTo>
                  <a:pt x="971550" y="333375"/>
                </a:moveTo>
                <a:lnTo>
                  <a:pt x="981075" y="333375"/>
                </a:lnTo>
                <a:lnTo>
                  <a:pt x="981075" y="352425"/>
                </a:lnTo>
                <a:lnTo>
                  <a:pt x="971550" y="352425"/>
                </a:lnTo>
                <a:close/>
                <a:moveTo>
                  <a:pt x="257175" y="361950"/>
                </a:moveTo>
                <a:lnTo>
                  <a:pt x="285750" y="361950"/>
                </a:lnTo>
                <a:lnTo>
                  <a:pt x="285750" y="371475"/>
                </a:lnTo>
                <a:lnTo>
                  <a:pt x="257175" y="371475"/>
                </a:lnTo>
                <a:close/>
                <a:moveTo>
                  <a:pt x="723900" y="361950"/>
                </a:moveTo>
                <a:lnTo>
                  <a:pt x="733425" y="361950"/>
                </a:lnTo>
                <a:lnTo>
                  <a:pt x="733425" y="371475"/>
                </a:lnTo>
                <a:lnTo>
                  <a:pt x="762000" y="371475"/>
                </a:lnTo>
                <a:lnTo>
                  <a:pt x="762000" y="381000"/>
                </a:lnTo>
                <a:lnTo>
                  <a:pt x="723900" y="381000"/>
                </a:lnTo>
                <a:close/>
                <a:moveTo>
                  <a:pt x="981075" y="361950"/>
                </a:moveTo>
                <a:lnTo>
                  <a:pt x="990600" y="361950"/>
                </a:lnTo>
                <a:lnTo>
                  <a:pt x="990600" y="390525"/>
                </a:lnTo>
                <a:lnTo>
                  <a:pt x="981075" y="390525"/>
                </a:lnTo>
                <a:lnTo>
                  <a:pt x="981075" y="400050"/>
                </a:lnTo>
                <a:lnTo>
                  <a:pt x="971550" y="400050"/>
                </a:lnTo>
                <a:lnTo>
                  <a:pt x="971550" y="371475"/>
                </a:lnTo>
                <a:lnTo>
                  <a:pt x="981075" y="371475"/>
                </a:lnTo>
                <a:close/>
                <a:moveTo>
                  <a:pt x="285750" y="371475"/>
                </a:moveTo>
                <a:lnTo>
                  <a:pt x="295275" y="371475"/>
                </a:lnTo>
                <a:lnTo>
                  <a:pt x="295275" y="381000"/>
                </a:lnTo>
                <a:lnTo>
                  <a:pt x="285750" y="381000"/>
                </a:lnTo>
                <a:close/>
                <a:moveTo>
                  <a:pt x="581025" y="381000"/>
                </a:moveTo>
                <a:lnTo>
                  <a:pt x="600075" y="381000"/>
                </a:lnTo>
                <a:lnTo>
                  <a:pt x="600075" y="400050"/>
                </a:lnTo>
                <a:lnTo>
                  <a:pt x="590550" y="400050"/>
                </a:lnTo>
                <a:lnTo>
                  <a:pt x="590550" y="390525"/>
                </a:lnTo>
                <a:lnTo>
                  <a:pt x="581025" y="390525"/>
                </a:lnTo>
                <a:close/>
                <a:moveTo>
                  <a:pt x="695325" y="400050"/>
                </a:moveTo>
                <a:lnTo>
                  <a:pt x="714375" y="400050"/>
                </a:lnTo>
                <a:lnTo>
                  <a:pt x="714375" y="409575"/>
                </a:lnTo>
                <a:lnTo>
                  <a:pt x="695325" y="409575"/>
                </a:lnTo>
                <a:close/>
                <a:moveTo>
                  <a:pt x="971550" y="409575"/>
                </a:moveTo>
                <a:lnTo>
                  <a:pt x="981075" y="409575"/>
                </a:lnTo>
                <a:lnTo>
                  <a:pt x="981075" y="419100"/>
                </a:lnTo>
                <a:lnTo>
                  <a:pt x="971550" y="419100"/>
                </a:lnTo>
                <a:close/>
                <a:moveTo>
                  <a:pt x="685800" y="419100"/>
                </a:moveTo>
                <a:lnTo>
                  <a:pt x="695325" y="419100"/>
                </a:lnTo>
                <a:lnTo>
                  <a:pt x="695325" y="428625"/>
                </a:lnTo>
                <a:lnTo>
                  <a:pt x="685800" y="428625"/>
                </a:lnTo>
                <a:close/>
                <a:moveTo>
                  <a:pt x="666750" y="428625"/>
                </a:moveTo>
                <a:lnTo>
                  <a:pt x="685800" y="428625"/>
                </a:lnTo>
                <a:lnTo>
                  <a:pt x="685800" y="447675"/>
                </a:lnTo>
                <a:lnTo>
                  <a:pt x="666750" y="447675"/>
                </a:lnTo>
                <a:close/>
                <a:moveTo>
                  <a:pt x="962025" y="428625"/>
                </a:moveTo>
                <a:lnTo>
                  <a:pt x="981075" y="428625"/>
                </a:lnTo>
                <a:lnTo>
                  <a:pt x="981075" y="438150"/>
                </a:lnTo>
                <a:lnTo>
                  <a:pt x="990600" y="438150"/>
                </a:lnTo>
                <a:lnTo>
                  <a:pt x="990600" y="447675"/>
                </a:lnTo>
                <a:lnTo>
                  <a:pt x="981075" y="447675"/>
                </a:lnTo>
                <a:lnTo>
                  <a:pt x="981075" y="466725"/>
                </a:lnTo>
                <a:lnTo>
                  <a:pt x="962025" y="466725"/>
                </a:lnTo>
                <a:lnTo>
                  <a:pt x="962025" y="457200"/>
                </a:lnTo>
                <a:lnTo>
                  <a:pt x="971550" y="457200"/>
                </a:lnTo>
                <a:lnTo>
                  <a:pt x="971550" y="438150"/>
                </a:lnTo>
                <a:lnTo>
                  <a:pt x="962025" y="438150"/>
                </a:lnTo>
                <a:close/>
                <a:moveTo>
                  <a:pt x="361950" y="438150"/>
                </a:moveTo>
                <a:lnTo>
                  <a:pt x="390525" y="438150"/>
                </a:lnTo>
                <a:lnTo>
                  <a:pt x="390525" y="447675"/>
                </a:lnTo>
                <a:lnTo>
                  <a:pt x="361950" y="447675"/>
                </a:lnTo>
                <a:close/>
                <a:moveTo>
                  <a:pt x="809625" y="485775"/>
                </a:moveTo>
                <a:lnTo>
                  <a:pt x="819150" y="485775"/>
                </a:lnTo>
                <a:lnTo>
                  <a:pt x="819150" y="495300"/>
                </a:lnTo>
                <a:lnTo>
                  <a:pt x="809625" y="495300"/>
                </a:lnTo>
                <a:close/>
                <a:moveTo>
                  <a:pt x="904875" y="485775"/>
                </a:moveTo>
                <a:lnTo>
                  <a:pt x="923925" y="485775"/>
                </a:lnTo>
                <a:lnTo>
                  <a:pt x="923925" y="504825"/>
                </a:lnTo>
                <a:lnTo>
                  <a:pt x="904875" y="504825"/>
                </a:lnTo>
                <a:close/>
                <a:moveTo>
                  <a:pt x="942975" y="485775"/>
                </a:moveTo>
                <a:lnTo>
                  <a:pt x="952500" y="485775"/>
                </a:lnTo>
                <a:lnTo>
                  <a:pt x="952500" y="495300"/>
                </a:lnTo>
                <a:lnTo>
                  <a:pt x="942975" y="495300"/>
                </a:lnTo>
                <a:close/>
                <a:moveTo>
                  <a:pt x="257175" y="514350"/>
                </a:moveTo>
                <a:lnTo>
                  <a:pt x="266700" y="514350"/>
                </a:lnTo>
                <a:lnTo>
                  <a:pt x="266700" y="523875"/>
                </a:lnTo>
                <a:lnTo>
                  <a:pt x="276225" y="523875"/>
                </a:lnTo>
                <a:lnTo>
                  <a:pt x="276225" y="533400"/>
                </a:lnTo>
                <a:lnTo>
                  <a:pt x="257175" y="533400"/>
                </a:lnTo>
                <a:close/>
                <a:moveTo>
                  <a:pt x="219075" y="552450"/>
                </a:moveTo>
                <a:lnTo>
                  <a:pt x="228600" y="552450"/>
                </a:lnTo>
                <a:lnTo>
                  <a:pt x="228600" y="561975"/>
                </a:lnTo>
                <a:lnTo>
                  <a:pt x="238125" y="561975"/>
                </a:lnTo>
                <a:lnTo>
                  <a:pt x="238125" y="571500"/>
                </a:lnTo>
                <a:lnTo>
                  <a:pt x="228600" y="571500"/>
                </a:lnTo>
                <a:lnTo>
                  <a:pt x="228600" y="590550"/>
                </a:lnTo>
                <a:lnTo>
                  <a:pt x="219075" y="590550"/>
                </a:lnTo>
                <a:lnTo>
                  <a:pt x="219075" y="600075"/>
                </a:lnTo>
                <a:lnTo>
                  <a:pt x="209550" y="600075"/>
                </a:lnTo>
                <a:lnTo>
                  <a:pt x="209550" y="581025"/>
                </a:lnTo>
                <a:lnTo>
                  <a:pt x="219075" y="581025"/>
                </a:lnTo>
                <a:close/>
                <a:moveTo>
                  <a:pt x="733425" y="561975"/>
                </a:moveTo>
                <a:lnTo>
                  <a:pt x="752475" y="561975"/>
                </a:lnTo>
                <a:lnTo>
                  <a:pt x="752475" y="581025"/>
                </a:lnTo>
                <a:lnTo>
                  <a:pt x="742950" y="581025"/>
                </a:lnTo>
                <a:lnTo>
                  <a:pt x="742950" y="590550"/>
                </a:lnTo>
                <a:lnTo>
                  <a:pt x="723900" y="590550"/>
                </a:lnTo>
                <a:lnTo>
                  <a:pt x="723900" y="581025"/>
                </a:lnTo>
                <a:lnTo>
                  <a:pt x="733425" y="581025"/>
                </a:lnTo>
                <a:close/>
                <a:moveTo>
                  <a:pt x="714375" y="590550"/>
                </a:moveTo>
                <a:lnTo>
                  <a:pt x="723900" y="590550"/>
                </a:lnTo>
                <a:lnTo>
                  <a:pt x="723900" y="600075"/>
                </a:lnTo>
                <a:lnTo>
                  <a:pt x="714375" y="600075"/>
                </a:lnTo>
                <a:close/>
                <a:moveTo>
                  <a:pt x="200025" y="600075"/>
                </a:moveTo>
                <a:lnTo>
                  <a:pt x="209550" y="600075"/>
                </a:lnTo>
                <a:lnTo>
                  <a:pt x="209550" y="619125"/>
                </a:lnTo>
                <a:lnTo>
                  <a:pt x="200025" y="619125"/>
                </a:lnTo>
                <a:close/>
                <a:moveTo>
                  <a:pt x="704850" y="600075"/>
                </a:moveTo>
                <a:lnTo>
                  <a:pt x="714375" y="600075"/>
                </a:lnTo>
                <a:lnTo>
                  <a:pt x="714375" y="609600"/>
                </a:lnTo>
                <a:lnTo>
                  <a:pt x="704850" y="609600"/>
                </a:lnTo>
                <a:close/>
                <a:moveTo>
                  <a:pt x="695325" y="609600"/>
                </a:moveTo>
                <a:lnTo>
                  <a:pt x="704850" y="609600"/>
                </a:lnTo>
                <a:lnTo>
                  <a:pt x="704850" y="619125"/>
                </a:lnTo>
                <a:lnTo>
                  <a:pt x="695325" y="619125"/>
                </a:lnTo>
                <a:close/>
                <a:moveTo>
                  <a:pt x="685800" y="619125"/>
                </a:moveTo>
                <a:lnTo>
                  <a:pt x="695325" y="619125"/>
                </a:lnTo>
                <a:lnTo>
                  <a:pt x="695325" y="638175"/>
                </a:lnTo>
                <a:lnTo>
                  <a:pt x="685800" y="638175"/>
                </a:lnTo>
                <a:lnTo>
                  <a:pt x="685800" y="647700"/>
                </a:lnTo>
                <a:lnTo>
                  <a:pt x="666750" y="647700"/>
                </a:lnTo>
                <a:lnTo>
                  <a:pt x="666750" y="638175"/>
                </a:lnTo>
                <a:lnTo>
                  <a:pt x="676275" y="638175"/>
                </a:lnTo>
                <a:lnTo>
                  <a:pt x="676275" y="628650"/>
                </a:lnTo>
                <a:lnTo>
                  <a:pt x="685800" y="628650"/>
                </a:lnTo>
                <a:close/>
                <a:moveTo>
                  <a:pt x="152400" y="647700"/>
                </a:moveTo>
                <a:lnTo>
                  <a:pt x="161925" y="647700"/>
                </a:lnTo>
                <a:lnTo>
                  <a:pt x="161925" y="657225"/>
                </a:lnTo>
                <a:lnTo>
                  <a:pt x="152400" y="657225"/>
                </a:lnTo>
                <a:close/>
                <a:moveTo>
                  <a:pt x="352425" y="647700"/>
                </a:moveTo>
                <a:lnTo>
                  <a:pt x="361950" y="647700"/>
                </a:lnTo>
                <a:lnTo>
                  <a:pt x="361950" y="657225"/>
                </a:lnTo>
                <a:lnTo>
                  <a:pt x="352425" y="657225"/>
                </a:lnTo>
                <a:close/>
                <a:moveTo>
                  <a:pt x="647700" y="657225"/>
                </a:moveTo>
                <a:lnTo>
                  <a:pt x="657225" y="657225"/>
                </a:lnTo>
                <a:lnTo>
                  <a:pt x="657225" y="666750"/>
                </a:lnTo>
                <a:lnTo>
                  <a:pt x="647700" y="666750"/>
                </a:lnTo>
                <a:close/>
                <a:moveTo>
                  <a:pt x="428625" y="666750"/>
                </a:moveTo>
                <a:lnTo>
                  <a:pt x="447675" y="666750"/>
                </a:lnTo>
                <a:lnTo>
                  <a:pt x="447675" y="676275"/>
                </a:lnTo>
                <a:lnTo>
                  <a:pt x="428625" y="676275"/>
                </a:lnTo>
                <a:close/>
                <a:moveTo>
                  <a:pt x="123825" y="676275"/>
                </a:moveTo>
                <a:lnTo>
                  <a:pt x="133350" y="676275"/>
                </a:lnTo>
                <a:lnTo>
                  <a:pt x="133350" y="695325"/>
                </a:lnTo>
                <a:lnTo>
                  <a:pt x="123825" y="695325"/>
                </a:lnTo>
                <a:close/>
                <a:moveTo>
                  <a:pt x="314325" y="676275"/>
                </a:moveTo>
                <a:lnTo>
                  <a:pt x="333375" y="676275"/>
                </a:lnTo>
                <a:lnTo>
                  <a:pt x="333375" y="685800"/>
                </a:lnTo>
                <a:lnTo>
                  <a:pt x="323850" y="685800"/>
                </a:lnTo>
                <a:lnTo>
                  <a:pt x="323850" y="704850"/>
                </a:lnTo>
                <a:lnTo>
                  <a:pt x="304800" y="704850"/>
                </a:lnTo>
                <a:lnTo>
                  <a:pt x="304800" y="723900"/>
                </a:lnTo>
                <a:lnTo>
                  <a:pt x="295275" y="723900"/>
                </a:lnTo>
                <a:lnTo>
                  <a:pt x="295275" y="742950"/>
                </a:lnTo>
                <a:lnTo>
                  <a:pt x="285750" y="742950"/>
                </a:lnTo>
                <a:lnTo>
                  <a:pt x="285750" y="733425"/>
                </a:lnTo>
                <a:lnTo>
                  <a:pt x="266700" y="733425"/>
                </a:lnTo>
                <a:lnTo>
                  <a:pt x="266700" y="714375"/>
                </a:lnTo>
                <a:lnTo>
                  <a:pt x="276225" y="714375"/>
                </a:lnTo>
                <a:lnTo>
                  <a:pt x="276225" y="704850"/>
                </a:lnTo>
                <a:lnTo>
                  <a:pt x="295275" y="704850"/>
                </a:lnTo>
                <a:lnTo>
                  <a:pt x="295275" y="695325"/>
                </a:lnTo>
                <a:lnTo>
                  <a:pt x="304800" y="695325"/>
                </a:lnTo>
                <a:lnTo>
                  <a:pt x="304800" y="685800"/>
                </a:lnTo>
                <a:lnTo>
                  <a:pt x="314325" y="685800"/>
                </a:lnTo>
                <a:close/>
                <a:moveTo>
                  <a:pt x="400050" y="676275"/>
                </a:moveTo>
                <a:lnTo>
                  <a:pt x="419100" y="676275"/>
                </a:lnTo>
                <a:lnTo>
                  <a:pt x="419100" y="685800"/>
                </a:lnTo>
                <a:lnTo>
                  <a:pt x="400050" y="685800"/>
                </a:lnTo>
                <a:close/>
                <a:moveTo>
                  <a:pt x="447675" y="676275"/>
                </a:moveTo>
                <a:lnTo>
                  <a:pt x="466725" y="676275"/>
                </a:lnTo>
                <a:lnTo>
                  <a:pt x="466725" y="685800"/>
                </a:lnTo>
                <a:lnTo>
                  <a:pt x="476250" y="685800"/>
                </a:lnTo>
                <a:lnTo>
                  <a:pt x="476250" y="704850"/>
                </a:lnTo>
                <a:lnTo>
                  <a:pt x="485775" y="704850"/>
                </a:lnTo>
                <a:lnTo>
                  <a:pt x="485775" y="714375"/>
                </a:lnTo>
                <a:lnTo>
                  <a:pt x="466725" y="714375"/>
                </a:lnTo>
                <a:lnTo>
                  <a:pt x="466725" y="704850"/>
                </a:lnTo>
                <a:lnTo>
                  <a:pt x="457200" y="704850"/>
                </a:lnTo>
                <a:lnTo>
                  <a:pt x="457200" y="695325"/>
                </a:lnTo>
                <a:lnTo>
                  <a:pt x="447675" y="695325"/>
                </a:lnTo>
                <a:close/>
                <a:moveTo>
                  <a:pt x="609600" y="676275"/>
                </a:moveTo>
                <a:lnTo>
                  <a:pt x="628650" y="676275"/>
                </a:lnTo>
                <a:lnTo>
                  <a:pt x="628650" y="685800"/>
                </a:lnTo>
                <a:lnTo>
                  <a:pt x="619125" y="685800"/>
                </a:lnTo>
                <a:lnTo>
                  <a:pt x="619125" y="704850"/>
                </a:lnTo>
                <a:lnTo>
                  <a:pt x="609600" y="704850"/>
                </a:lnTo>
                <a:close/>
                <a:moveTo>
                  <a:pt x="95250" y="714375"/>
                </a:moveTo>
                <a:lnTo>
                  <a:pt x="104775" y="714375"/>
                </a:lnTo>
                <a:lnTo>
                  <a:pt x="104775" y="723900"/>
                </a:lnTo>
                <a:lnTo>
                  <a:pt x="95250" y="723900"/>
                </a:lnTo>
                <a:close/>
                <a:moveTo>
                  <a:pt x="495300" y="714375"/>
                </a:moveTo>
                <a:lnTo>
                  <a:pt x="514350" y="714375"/>
                </a:lnTo>
                <a:lnTo>
                  <a:pt x="514350" y="733425"/>
                </a:lnTo>
                <a:lnTo>
                  <a:pt x="504825" y="733425"/>
                </a:lnTo>
                <a:lnTo>
                  <a:pt x="504825" y="723900"/>
                </a:lnTo>
                <a:lnTo>
                  <a:pt x="495300" y="723900"/>
                </a:lnTo>
                <a:close/>
                <a:moveTo>
                  <a:pt x="85725" y="723900"/>
                </a:moveTo>
                <a:lnTo>
                  <a:pt x="95250" y="723900"/>
                </a:lnTo>
                <a:lnTo>
                  <a:pt x="95250" y="733425"/>
                </a:lnTo>
                <a:lnTo>
                  <a:pt x="85725" y="733425"/>
                </a:lnTo>
                <a:close/>
                <a:moveTo>
                  <a:pt x="76200" y="733425"/>
                </a:moveTo>
                <a:lnTo>
                  <a:pt x="85725" y="733425"/>
                </a:lnTo>
                <a:lnTo>
                  <a:pt x="85725" y="742950"/>
                </a:lnTo>
                <a:lnTo>
                  <a:pt x="76200" y="742950"/>
                </a:lnTo>
                <a:close/>
                <a:moveTo>
                  <a:pt x="552450" y="733425"/>
                </a:moveTo>
                <a:lnTo>
                  <a:pt x="561975" y="733425"/>
                </a:lnTo>
                <a:lnTo>
                  <a:pt x="561975" y="742950"/>
                </a:lnTo>
                <a:lnTo>
                  <a:pt x="552450" y="742950"/>
                </a:lnTo>
                <a:close/>
                <a:moveTo>
                  <a:pt x="66675" y="742950"/>
                </a:moveTo>
                <a:lnTo>
                  <a:pt x="76200" y="742950"/>
                </a:lnTo>
                <a:lnTo>
                  <a:pt x="76200" y="752475"/>
                </a:lnTo>
                <a:lnTo>
                  <a:pt x="66675" y="752475"/>
                </a:lnTo>
                <a:close/>
                <a:moveTo>
                  <a:pt x="209550" y="771525"/>
                </a:moveTo>
                <a:lnTo>
                  <a:pt x="219075" y="771525"/>
                </a:lnTo>
                <a:lnTo>
                  <a:pt x="219075" y="790575"/>
                </a:lnTo>
                <a:lnTo>
                  <a:pt x="209550" y="790575"/>
                </a:lnTo>
                <a:close/>
                <a:moveTo>
                  <a:pt x="190500" y="800100"/>
                </a:moveTo>
                <a:lnTo>
                  <a:pt x="200025" y="800100"/>
                </a:lnTo>
                <a:lnTo>
                  <a:pt x="200025" y="819150"/>
                </a:lnTo>
                <a:lnTo>
                  <a:pt x="171450" y="819150"/>
                </a:lnTo>
                <a:lnTo>
                  <a:pt x="171450" y="809625"/>
                </a:lnTo>
                <a:lnTo>
                  <a:pt x="190500" y="809625"/>
                </a:lnTo>
                <a:close/>
                <a:moveTo>
                  <a:pt x="104775" y="819150"/>
                </a:moveTo>
                <a:lnTo>
                  <a:pt x="114300" y="819150"/>
                </a:lnTo>
                <a:lnTo>
                  <a:pt x="114300" y="828675"/>
                </a:lnTo>
                <a:lnTo>
                  <a:pt x="104775" y="828675"/>
                </a:lnTo>
                <a:close/>
                <a:moveTo>
                  <a:pt x="152400" y="828675"/>
                </a:moveTo>
                <a:lnTo>
                  <a:pt x="161925" y="828675"/>
                </a:lnTo>
                <a:lnTo>
                  <a:pt x="161925" y="838200"/>
                </a:lnTo>
                <a:lnTo>
                  <a:pt x="152400" y="838200"/>
                </a:lnTo>
                <a:close/>
              </a:path>
            </a:pathLst>
          </a:custGeom>
          <a:solidFill xmlns:a="http://schemas.openxmlformats.org/drawingml/2006/main">
            <a:srgbClr val="EEF0E2"/>
          </a:solidFill>
          <a:ln xmlns:a="http://schemas.openxmlformats.org/drawingml/2006/main" w="0">
            <a:noFill/>
          </a:ln>
        </p:spPr>
      </p:sp>
      <p:sp>
        <p:nvSpPr>
          <p:cNvPr id="87" name="rocket vector #efefe1">
            <a:extLst xmlns:a="http://schemas.openxmlformats.org/drawingml/2006/main">
              <a:ext uri="{FF2B5EF4-FFF2-40B4-BE49-F238E27FC236}">
                <a16:creationId xmlns:a16="http://schemas.microsoft.com/office/drawing/2014/main" id="{2230A2D5-12FB-42E8-9F1B-1039FC0E4EF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5550" y="1495425"/>
            <a:ext cx="1057275" cy="866775"/>
          </a:xfrm>
          <a:custGeom xmlns:a="http://schemas.openxmlformats.org/drawingml/2006/main">
            <a:pathLst>
              <a:path w="1057275" h="866775">
                <a:moveTo>
                  <a:pt x="600075" y="47625"/>
                </a:moveTo>
                <a:lnTo>
                  <a:pt x="619125" y="47625"/>
                </a:lnTo>
                <a:lnTo>
                  <a:pt x="619125" y="76200"/>
                </a:lnTo>
                <a:lnTo>
                  <a:pt x="590550" y="76200"/>
                </a:lnTo>
                <a:lnTo>
                  <a:pt x="590550" y="57150"/>
                </a:lnTo>
                <a:lnTo>
                  <a:pt x="600075" y="57150"/>
                </a:lnTo>
                <a:close/>
                <a:moveTo>
                  <a:pt x="666750" y="47625"/>
                </a:moveTo>
                <a:lnTo>
                  <a:pt x="695325" y="47625"/>
                </a:lnTo>
                <a:lnTo>
                  <a:pt x="695325" y="66675"/>
                </a:lnTo>
                <a:lnTo>
                  <a:pt x="704850" y="66675"/>
                </a:lnTo>
                <a:lnTo>
                  <a:pt x="704850" y="76200"/>
                </a:lnTo>
                <a:lnTo>
                  <a:pt x="676275" y="76200"/>
                </a:lnTo>
                <a:lnTo>
                  <a:pt x="676275" y="66675"/>
                </a:lnTo>
                <a:lnTo>
                  <a:pt x="666750" y="66675"/>
                </a:lnTo>
                <a:close/>
                <a:moveTo>
                  <a:pt x="533400" y="66675"/>
                </a:moveTo>
                <a:lnTo>
                  <a:pt x="581025" y="66675"/>
                </a:lnTo>
                <a:lnTo>
                  <a:pt x="581025" y="76200"/>
                </a:lnTo>
                <a:lnTo>
                  <a:pt x="552450" y="76200"/>
                </a:lnTo>
                <a:lnTo>
                  <a:pt x="552450" y="85725"/>
                </a:lnTo>
                <a:lnTo>
                  <a:pt x="542925" y="85725"/>
                </a:lnTo>
                <a:lnTo>
                  <a:pt x="542925" y="95250"/>
                </a:lnTo>
                <a:lnTo>
                  <a:pt x="533400" y="95250"/>
                </a:lnTo>
                <a:lnTo>
                  <a:pt x="533400" y="85725"/>
                </a:lnTo>
                <a:lnTo>
                  <a:pt x="523875" y="85725"/>
                </a:lnTo>
                <a:lnTo>
                  <a:pt x="523875" y="76200"/>
                </a:lnTo>
                <a:lnTo>
                  <a:pt x="533400" y="76200"/>
                </a:lnTo>
                <a:close/>
                <a:moveTo>
                  <a:pt x="600075" y="66675"/>
                </a:moveTo>
                <a:lnTo>
                  <a:pt x="609600" y="66675"/>
                </a:lnTo>
                <a:lnTo>
                  <a:pt x="609600" y="57150"/>
                </a:lnTo>
                <a:lnTo>
                  <a:pt x="600075" y="57150"/>
                </a:lnTo>
                <a:close/>
                <a:moveTo>
                  <a:pt x="466725" y="104775"/>
                </a:moveTo>
                <a:lnTo>
                  <a:pt x="485775" y="104775"/>
                </a:lnTo>
                <a:lnTo>
                  <a:pt x="485775" y="123825"/>
                </a:lnTo>
                <a:lnTo>
                  <a:pt x="466725" y="123825"/>
                </a:lnTo>
                <a:close/>
                <a:moveTo>
                  <a:pt x="714375" y="104775"/>
                </a:moveTo>
                <a:lnTo>
                  <a:pt x="723900" y="104775"/>
                </a:lnTo>
                <a:lnTo>
                  <a:pt x="723900" y="114300"/>
                </a:lnTo>
                <a:lnTo>
                  <a:pt x="714375" y="114300"/>
                </a:lnTo>
                <a:close/>
                <a:moveTo>
                  <a:pt x="704850" y="114300"/>
                </a:moveTo>
                <a:lnTo>
                  <a:pt x="714375" y="114300"/>
                </a:lnTo>
                <a:lnTo>
                  <a:pt x="714375" y="142875"/>
                </a:lnTo>
                <a:lnTo>
                  <a:pt x="704850" y="142875"/>
                </a:lnTo>
                <a:close/>
                <a:moveTo>
                  <a:pt x="428625" y="133350"/>
                </a:moveTo>
                <a:lnTo>
                  <a:pt x="438150" y="133350"/>
                </a:lnTo>
                <a:lnTo>
                  <a:pt x="438150" y="152400"/>
                </a:lnTo>
                <a:lnTo>
                  <a:pt x="428625" y="152400"/>
                </a:lnTo>
                <a:lnTo>
                  <a:pt x="428625" y="161925"/>
                </a:lnTo>
                <a:lnTo>
                  <a:pt x="419100" y="161925"/>
                </a:lnTo>
                <a:lnTo>
                  <a:pt x="419100" y="142875"/>
                </a:lnTo>
                <a:lnTo>
                  <a:pt x="428625" y="142875"/>
                </a:lnTo>
                <a:close/>
                <a:moveTo>
                  <a:pt x="714375" y="171450"/>
                </a:moveTo>
                <a:lnTo>
                  <a:pt x="723900" y="171450"/>
                </a:lnTo>
                <a:lnTo>
                  <a:pt x="723900" y="200025"/>
                </a:lnTo>
                <a:lnTo>
                  <a:pt x="714375" y="200025"/>
                </a:lnTo>
                <a:close/>
                <a:moveTo>
                  <a:pt x="342900" y="180975"/>
                </a:moveTo>
                <a:lnTo>
                  <a:pt x="352425" y="180975"/>
                </a:lnTo>
                <a:lnTo>
                  <a:pt x="352425" y="209550"/>
                </a:lnTo>
                <a:lnTo>
                  <a:pt x="342900" y="209550"/>
                </a:lnTo>
                <a:close/>
                <a:moveTo>
                  <a:pt x="361950" y="180975"/>
                </a:moveTo>
                <a:lnTo>
                  <a:pt x="371475" y="180975"/>
                </a:lnTo>
                <a:lnTo>
                  <a:pt x="371475" y="190500"/>
                </a:lnTo>
                <a:lnTo>
                  <a:pt x="361950" y="190500"/>
                </a:lnTo>
                <a:close/>
                <a:moveTo>
                  <a:pt x="895350" y="180975"/>
                </a:moveTo>
                <a:lnTo>
                  <a:pt x="914400" y="180975"/>
                </a:lnTo>
                <a:lnTo>
                  <a:pt x="914400" y="190500"/>
                </a:lnTo>
                <a:lnTo>
                  <a:pt x="904875" y="190500"/>
                </a:lnTo>
                <a:lnTo>
                  <a:pt x="904875" y="200025"/>
                </a:lnTo>
                <a:lnTo>
                  <a:pt x="895350" y="200025"/>
                </a:lnTo>
                <a:lnTo>
                  <a:pt x="895350" y="209550"/>
                </a:lnTo>
                <a:lnTo>
                  <a:pt x="885825" y="209550"/>
                </a:lnTo>
                <a:lnTo>
                  <a:pt x="885825" y="219075"/>
                </a:lnTo>
                <a:lnTo>
                  <a:pt x="847725" y="219075"/>
                </a:lnTo>
                <a:lnTo>
                  <a:pt x="847725" y="209550"/>
                </a:lnTo>
                <a:lnTo>
                  <a:pt x="876300" y="209550"/>
                </a:lnTo>
                <a:lnTo>
                  <a:pt x="876300" y="200025"/>
                </a:lnTo>
                <a:lnTo>
                  <a:pt x="885825" y="200025"/>
                </a:lnTo>
                <a:lnTo>
                  <a:pt x="885825" y="190500"/>
                </a:lnTo>
                <a:lnTo>
                  <a:pt x="895350" y="190500"/>
                </a:lnTo>
                <a:close/>
                <a:moveTo>
                  <a:pt x="276225" y="190500"/>
                </a:moveTo>
                <a:lnTo>
                  <a:pt x="295275" y="190500"/>
                </a:lnTo>
                <a:lnTo>
                  <a:pt x="295275" y="200025"/>
                </a:lnTo>
                <a:lnTo>
                  <a:pt x="323850" y="200025"/>
                </a:lnTo>
                <a:lnTo>
                  <a:pt x="323850" y="209550"/>
                </a:lnTo>
                <a:lnTo>
                  <a:pt x="285750" y="209550"/>
                </a:lnTo>
                <a:lnTo>
                  <a:pt x="285750" y="200025"/>
                </a:lnTo>
                <a:lnTo>
                  <a:pt x="276225" y="200025"/>
                </a:lnTo>
                <a:close/>
                <a:moveTo>
                  <a:pt x="704850" y="200025"/>
                </a:moveTo>
                <a:lnTo>
                  <a:pt x="714375" y="200025"/>
                </a:lnTo>
                <a:lnTo>
                  <a:pt x="714375" y="209550"/>
                </a:lnTo>
                <a:lnTo>
                  <a:pt x="704850" y="209550"/>
                </a:lnTo>
                <a:close/>
                <a:moveTo>
                  <a:pt x="790575" y="200025"/>
                </a:moveTo>
                <a:lnTo>
                  <a:pt x="809625" y="200025"/>
                </a:lnTo>
                <a:lnTo>
                  <a:pt x="809625" y="209550"/>
                </a:lnTo>
                <a:lnTo>
                  <a:pt x="819150" y="209550"/>
                </a:lnTo>
                <a:lnTo>
                  <a:pt x="819150" y="238125"/>
                </a:lnTo>
                <a:lnTo>
                  <a:pt x="809625" y="238125"/>
                </a:lnTo>
                <a:lnTo>
                  <a:pt x="809625" y="228600"/>
                </a:lnTo>
                <a:lnTo>
                  <a:pt x="790575" y="228600"/>
                </a:lnTo>
                <a:close/>
                <a:moveTo>
                  <a:pt x="904875" y="200025"/>
                </a:moveTo>
                <a:lnTo>
                  <a:pt x="914400" y="200025"/>
                </a:lnTo>
                <a:lnTo>
                  <a:pt x="914400" y="209550"/>
                </a:lnTo>
                <a:lnTo>
                  <a:pt x="904875" y="209550"/>
                </a:lnTo>
                <a:close/>
                <a:moveTo>
                  <a:pt x="933450" y="200025"/>
                </a:moveTo>
                <a:lnTo>
                  <a:pt x="971550" y="200025"/>
                </a:lnTo>
                <a:lnTo>
                  <a:pt x="971550" y="219075"/>
                </a:lnTo>
                <a:lnTo>
                  <a:pt x="981075" y="219075"/>
                </a:lnTo>
                <a:lnTo>
                  <a:pt x="981075" y="228600"/>
                </a:lnTo>
                <a:lnTo>
                  <a:pt x="962025" y="228600"/>
                </a:lnTo>
                <a:lnTo>
                  <a:pt x="962025" y="219075"/>
                </a:lnTo>
                <a:lnTo>
                  <a:pt x="914400" y="219075"/>
                </a:lnTo>
                <a:lnTo>
                  <a:pt x="914400" y="209550"/>
                </a:lnTo>
                <a:lnTo>
                  <a:pt x="933450" y="209550"/>
                </a:lnTo>
                <a:close/>
                <a:moveTo>
                  <a:pt x="276225" y="209550"/>
                </a:moveTo>
                <a:lnTo>
                  <a:pt x="285750" y="209550"/>
                </a:lnTo>
                <a:lnTo>
                  <a:pt x="285750" y="219075"/>
                </a:lnTo>
                <a:lnTo>
                  <a:pt x="276225" y="219075"/>
                </a:lnTo>
                <a:close/>
                <a:moveTo>
                  <a:pt x="990600" y="209550"/>
                </a:moveTo>
                <a:lnTo>
                  <a:pt x="1000125" y="209550"/>
                </a:lnTo>
                <a:lnTo>
                  <a:pt x="1000125" y="219075"/>
                </a:lnTo>
                <a:lnTo>
                  <a:pt x="990600" y="219075"/>
                </a:lnTo>
                <a:close/>
                <a:moveTo>
                  <a:pt x="266700" y="219075"/>
                </a:moveTo>
                <a:lnTo>
                  <a:pt x="276225" y="219075"/>
                </a:lnTo>
                <a:lnTo>
                  <a:pt x="276225" y="228600"/>
                </a:lnTo>
                <a:lnTo>
                  <a:pt x="266700" y="228600"/>
                </a:lnTo>
                <a:close/>
                <a:moveTo>
                  <a:pt x="704850" y="219075"/>
                </a:moveTo>
                <a:lnTo>
                  <a:pt x="714375" y="219075"/>
                </a:lnTo>
                <a:lnTo>
                  <a:pt x="714375" y="228600"/>
                </a:lnTo>
                <a:lnTo>
                  <a:pt x="723900" y="228600"/>
                </a:lnTo>
                <a:lnTo>
                  <a:pt x="723900" y="238125"/>
                </a:lnTo>
                <a:lnTo>
                  <a:pt x="733425" y="238125"/>
                </a:lnTo>
                <a:lnTo>
                  <a:pt x="733425" y="228600"/>
                </a:lnTo>
                <a:lnTo>
                  <a:pt x="742950" y="228600"/>
                </a:lnTo>
                <a:lnTo>
                  <a:pt x="742950" y="219075"/>
                </a:lnTo>
                <a:lnTo>
                  <a:pt x="752475" y="219075"/>
                </a:lnTo>
                <a:lnTo>
                  <a:pt x="752475" y="228600"/>
                </a:lnTo>
                <a:lnTo>
                  <a:pt x="742950" y="228600"/>
                </a:lnTo>
                <a:lnTo>
                  <a:pt x="742950" y="247650"/>
                </a:lnTo>
                <a:lnTo>
                  <a:pt x="733425" y="247650"/>
                </a:lnTo>
                <a:lnTo>
                  <a:pt x="733425" y="266700"/>
                </a:lnTo>
                <a:lnTo>
                  <a:pt x="723900" y="266700"/>
                </a:lnTo>
                <a:lnTo>
                  <a:pt x="723900" y="257175"/>
                </a:lnTo>
                <a:lnTo>
                  <a:pt x="714375" y="257175"/>
                </a:lnTo>
                <a:lnTo>
                  <a:pt x="714375" y="266700"/>
                </a:lnTo>
                <a:lnTo>
                  <a:pt x="685800" y="266700"/>
                </a:lnTo>
                <a:lnTo>
                  <a:pt x="685800" y="247650"/>
                </a:lnTo>
                <a:lnTo>
                  <a:pt x="695325" y="247650"/>
                </a:lnTo>
                <a:lnTo>
                  <a:pt x="695325" y="228600"/>
                </a:lnTo>
                <a:lnTo>
                  <a:pt x="704850" y="228600"/>
                </a:lnTo>
                <a:close/>
                <a:moveTo>
                  <a:pt x="257175" y="228600"/>
                </a:moveTo>
                <a:lnTo>
                  <a:pt x="266700" y="228600"/>
                </a:lnTo>
                <a:lnTo>
                  <a:pt x="266700" y="247650"/>
                </a:lnTo>
                <a:lnTo>
                  <a:pt x="257175" y="247650"/>
                </a:lnTo>
                <a:lnTo>
                  <a:pt x="257175" y="257175"/>
                </a:lnTo>
                <a:lnTo>
                  <a:pt x="247650" y="257175"/>
                </a:lnTo>
                <a:lnTo>
                  <a:pt x="247650" y="238125"/>
                </a:lnTo>
                <a:lnTo>
                  <a:pt x="257175" y="238125"/>
                </a:lnTo>
                <a:close/>
                <a:moveTo>
                  <a:pt x="762000" y="228600"/>
                </a:moveTo>
                <a:lnTo>
                  <a:pt x="771525" y="228600"/>
                </a:lnTo>
                <a:lnTo>
                  <a:pt x="771525" y="238125"/>
                </a:lnTo>
                <a:lnTo>
                  <a:pt x="762000" y="238125"/>
                </a:lnTo>
                <a:close/>
                <a:moveTo>
                  <a:pt x="990600" y="238125"/>
                </a:moveTo>
                <a:lnTo>
                  <a:pt x="1000125" y="238125"/>
                </a:lnTo>
                <a:lnTo>
                  <a:pt x="1000125" y="257175"/>
                </a:lnTo>
                <a:lnTo>
                  <a:pt x="990600" y="257175"/>
                </a:lnTo>
                <a:close/>
                <a:moveTo>
                  <a:pt x="742950" y="247650"/>
                </a:moveTo>
                <a:lnTo>
                  <a:pt x="752475" y="247650"/>
                </a:lnTo>
                <a:lnTo>
                  <a:pt x="752475" y="257175"/>
                </a:lnTo>
                <a:lnTo>
                  <a:pt x="742950" y="257175"/>
                </a:lnTo>
                <a:close/>
                <a:moveTo>
                  <a:pt x="1009650" y="247650"/>
                </a:moveTo>
                <a:lnTo>
                  <a:pt x="1019175" y="247650"/>
                </a:lnTo>
                <a:lnTo>
                  <a:pt x="1019175" y="257175"/>
                </a:lnTo>
                <a:lnTo>
                  <a:pt x="1009650" y="257175"/>
                </a:lnTo>
                <a:close/>
                <a:moveTo>
                  <a:pt x="238125" y="257175"/>
                </a:moveTo>
                <a:lnTo>
                  <a:pt x="247650" y="257175"/>
                </a:lnTo>
                <a:lnTo>
                  <a:pt x="247650" y="266700"/>
                </a:lnTo>
                <a:lnTo>
                  <a:pt x="238125" y="266700"/>
                </a:lnTo>
                <a:close/>
                <a:moveTo>
                  <a:pt x="1000125" y="257175"/>
                </a:moveTo>
                <a:lnTo>
                  <a:pt x="1009650" y="257175"/>
                </a:lnTo>
                <a:lnTo>
                  <a:pt x="1009650" y="266700"/>
                </a:lnTo>
                <a:lnTo>
                  <a:pt x="1000125" y="266700"/>
                </a:lnTo>
                <a:close/>
                <a:moveTo>
                  <a:pt x="228600" y="266700"/>
                </a:moveTo>
                <a:lnTo>
                  <a:pt x="238125" y="266700"/>
                </a:lnTo>
                <a:lnTo>
                  <a:pt x="238125" y="276225"/>
                </a:lnTo>
                <a:lnTo>
                  <a:pt x="228600" y="276225"/>
                </a:lnTo>
                <a:close/>
                <a:moveTo>
                  <a:pt x="990600" y="266700"/>
                </a:moveTo>
                <a:lnTo>
                  <a:pt x="1000125" y="266700"/>
                </a:lnTo>
                <a:lnTo>
                  <a:pt x="1000125" y="276225"/>
                </a:lnTo>
                <a:lnTo>
                  <a:pt x="990600" y="276225"/>
                </a:lnTo>
                <a:close/>
                <a:moveTo>
                  <a:pt x="1000125" y="276225"/>
                </a:moveTo>
                <a:lnTo>
                  <a:pt x="1009650" y="276225"/>
                </a:lnTo>
                <a:lnTo>
                  <a:pt x="1009650" y="314325"/>
                </a:lnTo>
                <a:lnTo>
                  <a:pt x="990600" y="314325"/>
                </a:lnTo>
                <a:lnTo>
                  <a:pt x="990600" y="285750"/>
                </a:lnTo>
                <a:lnTo>
                  <a:pt x="1000125" y="285750"/>
                </a:lnTo>
                <a:close/>
                <a:moveTo>
                  <a:pt x="209550" y="285750"/>
                </a:moveTo>
                <a:lnTo>
                  <a:pt x="219075" y="285750"/>
                </a:lnTo>
                <a:lnTo>
                  <a:pt x="219075" y="323850"/>
                </a:lnTo>
                <a:lnTo>
                  <a:pt x="209550" y="323850"/>
                </a:lnTo>
                <a:close/>
                <a:moveTo>
                  <a:pt x="704850" y="285750"/>
                </a:moveTo>
                <a:lnTo>
                  <a:pt x="714375" y="285750"/>
                </a:lnTo>
                <a:lnTo>
                  <a:pt x="714375" y="295275"/>
                </a:lnTo>
                <a:lnTo>
                  <a:pt x="704850" y="295275"/>
                </a:lnTo>
                <a:close/>
                <a:moveTo>
                  <a:pt x="723900" y="304800"/>
                </a:moveTo>
                <a:lnTo>
                  <a:pt x="742950" y="304800"/>
                </a:lnTo>
                <a:lnTo>
                  <a:pt x="742950" y="314325"/>
                </a:lnTo>
                <a:lnTo>
                  <a:pt x="733425" y="314325"/>
                </a:lnTo>
                <a:lnTo>
                  <a:pt x="733425" y="323850"/>
                </a:lnTo>
                <a:lnTo>
                  <a:pt x="723900" y="323850"/>
                </a:lnTo>
                <a:close/>
                <a:moveTo>
                  <a:pt x="733425" y="323850"/>
                </a:moveTo>
                <a:lnTo>
                  <a:pt x="742950" y="323850"/>
                </a:lnTo>
                <a:lnTo>
                  <a:pt x="742950" y="333375"/>
                </a:lnTo>
                <a:lnTo>
                  <a:pt x="733425" y="333375"/>
                </a:lnTo>
                <a:close/>
                <a:moveTo>
                  <a:pt x="200025" y="352425"/>
                </a:moveTo>
                <a:lnTo>
                  <a:pt x="209550" y="352425"/>
                </a:lnTo>
                <a:lnTo>
                  <a:pt x="209550" y="361950"/>
                </a:lnTo>
                <a:lnTo>
                  <a:pt x="200025" y="361950"/>
                </a:lnTo>
                <a:close/>
                <a:moveTo>
                  <a:pt x="723900" y="352425"/>
                </a:moveTo>
                <a:lnTo>
                  <a:pt x="733425" y="352425"/>
                </a:lnTo>
                <a:lnTo>
                  <a:pt x="733425" y="361950"/>
                </a:lnTo>
                <a:lnTo>
                  <a:pt x="723900" y="361950"/>
                </a:lnTo>
                <a:close/>
                <a:moveTo>
                  <a:pt x="238125" y="361950"/>
                </a:moveTo>
                <a:lnTo>
                  <a:pt x="257175" y="361950"/>
                </a:lnTo>
                <a:lnTo>
                  <a:pt x="257175" y="371475"/>
                </a:lnTo>
                <a:lnTo>
                  <a:pt x="238125" y="371475"/>
                </a:lnTo>
                <a:close/>
                <a:moveTo>
                  <a:pt x="733425" y="361950"/>
                </a:moveTo>
                <a:lnTo>
                  <a:pt x="742950" y="361950"/>
                </a:lnTo>
                <a:lnTo>
                  <a:pt x="742950" y="371475"/>
                </a:lnTo>
                <a:lnTo>
                  <a:pt x="733425" y="371475"/>
                </a:lnTo>
                <a:close/>
                <a:moveTo>
                  <a:pt x="219075" y="371475"/>
                </a:moveTo>
                <a:lnTo>
                  <a:pt x="238125" y="371475"/>
                </a:lnTo>
                <a:lnTo>
                  <a:pt x="238125" y="381000"/>
                </a:lnTo>
                <a:lnTo>
                  <a:pt x="219075" y="381000"/>
                </a:lnTo>
                <a:close/>
                <a:moveTo>
                  <a:pt x="990600" y="381000"/>
                </a:moveTo>
                <a:lnTo>
                  <a:pt x="1000125" y="381000"/>
                </a:lnTo>
                <a:lnTo>
                  <a:pt x="1000125" y="390525"/>
                </a:lnTo>
                <a:lnTo>
                  <a:pt x="990600" y="390525"/>
                </a:lnTo>
                <a:close/>
                <a:moveTo>
                  <a:pt x="981075" y="390525"/>
                </a:moveTo>
                <a:lnTo>
                  <a:pt x="990600" y="390525"/>
                </a:lnTo>
                <a:lnTo>
                  <a:pt x="990600" y="438150"/>
                </a:lnTo>
                <a:lnTo>
                  <a:pt x="981075" y="438150"/>
                </a:lnTo>
                <a:lnTo>
                  <a:pt x="981075" y="428625"/>
                </a:lnTo>
                <a:lnTo>
                  <a:pt x="971550" y="428625"/>
                </a:lnTo>
                <a:lnTo>
                  <a:pt x="971550" y="419100"/>
                </a:lnTo>
                <a:lnTo>
                  <a:pt x="981075" y="419100"/>
                </a:lnTo>
                <a:lnTo>
                  <a:pt x="981075" y="409575"/>
                </a:lnTo>
                <a:lnTo>
                  <a:pt x="971550" y="409575"/>
                </a:lnTo>
                <a:lnTo>
                  <a:pt x="971550" y="400050"/>
                </a:lnTo>
                <a:lnTo>
                  <a:pt x="981075" y="400050"/>
                </a:lnTo>
                <a:close/>
                <a:moveTo>
                  <a:pt x="590550" y="419100"/>
                </a:moveTo>
                <a:lnTo>
                  <a:pt x="600075" y="419100"/>
                </a:lnTo>
                <a:lnTo>
                  <a:pt x="600075" y="447675"/>
                </a:lnTo>
                <a:lnTo>
                  <a:pt x="590550" y="447675"/>
                </a:lnTo>
                <a:close/>
                <a:moveTo>
                  <a:pt x="676275" y="419100"/>
                </a:moveTo>
                <a:lnTo>
                  <a:pt x="685800" y="419100"/>
                </a:lnTo>
                <a:lnTo>
                  <a:pt x="685800" y="428625"/>
                </a:lnTo>
                <a:lnTo>
                  <a:pt x="676275" y="428625"/>
                </a:lnTo>
                <a:close/>
                <a:moveTo>
                  <a:pt x="228600" y="438150"/>
                </a:moveTo>
                <a:lnTo>
                  <a:pt x="238125" y="438150"/>
                </a:lnTo>
                <a:lnTo>
                  <a:pt x="238125" y="447675"/>
                </a:lnTo>
                <a:lnTo>
                  <a:pt x="247650" y="447675"/>
                </a:lnTo>
                <a:lnTo>
                  <a:pt x="247650" y="457200"/>
                </a:lnTo>
                <a:lnTo>
                  <a:pt x="238125" y="457200"/>
                </a:lnTo>
                <a:lnTo>
                  <a:pt x="238125" y="466725"/>
                </a:lnTo>
                <a:lnTo>
                  <a:pt x="228600" y="466725"/>
                </a:lnTo>
                <a:lnTo>
                  <a:pt x="228600" y="485775"/>
                </a:lnTo>
                <a:lnTo>
                  <a:pt x="219075" y="485775"/>
                </a:lnTo>
                <a:lnTo>
                  <a:pt x="219075" y="447675"/>
                </a:lnTo>
                <a:lnTo>
                  <a:pt x="228600" y="447675"/>
                </a:lnTo>
                <a:close/>
                <a:moveTo>
                  <a:pt x="657225" y="438150"/>
                </a:moveTo>
                <a:lnTo>
                  <a:pt x="666750" y="438150"/>
                </a:lnTo>
                <a:lnTo>
                  <a:pt x="666750" y="447675"/>
                </a:lnTo>
                <a:lnTo>
                  <a:pt x="657225" y="447675"/>
                </a:lnTo>
                <a:close/>
                <a:moveTo>
                  <a:pt x="647700" y="447675"/>
                </a:moveTo>
                <a:lnTo>
                  <a:pt x="657225" y="447675"/>
                </a:lnTo>
                <a:lnTo>
                  <a:pt x="657225" y="457200"/>
                </a:lnTo>
                <a:lnTo>
                  <a:pt x="647700" y="457200"/>
                </a:lnTo>
                <a:close/>
                <a:moveTo>
                  <a:pt x="942975" y="476250"/>
                </a:moveTo>
                <a:lnTo>
                  <a:pt x="962025" y="476250"/>
                </a:lnTo>
                <a:lnTo>
                  <a:pt x="962025" y="495300"/>
                </a:lnTo>
                <a:lnTo>
                  <a:pt x="971550" y="495300"/>
                </a:lnTo>
                <a:lnTo>
                  <a:pt x="971550" y="504825"/>
                </a:lnTo>
                <a:lnTo>
                  <a:pt x="952500" y="504825"/>
                </a:lnTo>
                <a:lnTo>
                  <a:pt x="952500" y="485775"/>
                </a:lnTo>
                <a:lnTo>
                  <a:pt x="942975" y="485775"/>
                </a:lnTo>
                <a:close/>
                <a:moveTo>
                  <a:pt x="200025" y="485775"/>
                </a:moveTo>
                <a:lnTo>
                  <a:pt x="219075" y="485775"/>
                </a:lnTo>
                <a:lnTo>
                  <a:pt x="219075" y="514350"/>
                </a:lnTo>
                <a:lnTo>
                  <a:pt x="209550" y="514350"/>
                </a:lnTo>
                <a:lnTo>
                  <a:pt x="209550" y="504825"/>
                </a:lnTo>
                <a:lnTo>
                  <a:pt x="200025" y="504825"/>
                </a:lnTo>
                <a:close/>
                <a:moveTo>
                  <a:pt x="800100" y="485775"/>
                </a:moveTo>
                <a:lnTo>
                  <a:pt x="809625" y="485775"/>
                </a:lnTo>
                <a:lnTo>
                  <a:pt x="809625" y="495300"/>
                </a:lnTo>
                <a:lnTo>
                  <a:pt x="800100" y="495300"/>
                </a:lnTo>
                <a:close/>
                <a:moveTo>
                  <a:pt x="809625" y="495300"/>
                </a:moveTo>
                <a:lnTo>
                  <a:pt x="819150" y="495300"/>
                </a:lnTo>
                <a:lnTo>
                  <a:pt x="819150" y="514350"/>
                </a:lnTo>
                <a:lnTo>
                  <a:pt x="809625" y="514350"/>
                </a:lnTo>
                <a:close/>
                <a:moveTo>
                  <a:pt x="200025" y="561975"/>
                </a:moveTo>
                <a:lnTo>
                  <a:pt x="209550" y="561975"/>
                </a:lnTo>
                <a:lnTo>
                  <a:pt x="209550" y="571500"/>
                </a:lnTo>
                <a:lnTo>
                  <a:pt x="200025" y="571500"/>
                </a:lnTo>
                <a:close/>
                <a:moveTo>
                  <a:pt x="762000" y="561975"/>
                </a:moveTo>
                <a:lnTo>
                  <a:pt x="771525" y="561975"/>
                </a:lnTo>
                <a:lnTo>
                  <a:pt x="771525" y="571500"/>
                </a:lnTo>
                <a:lnTo>
                  <a:pt x="762000" y="571500"/>
                </a:lnTo>
                <a:close/>
                <a:moveTo>
                  <a:pt x="209550" y="571500"/>
                </a:moveTo>
                <a:lnTo>
                  <a:pt x="219075" y="571500"/>
                </a:lnTo>
                <a:lnTo>
                  <a:pt x="219075" y="581025"/>
                </a:lnTo>
                <a:lnTo>
                  <a:pt x="209550" y="581025"/>
                </a:lnTo>
                <a:close/>
                <a:moveTo>
                  <a:pt x="190500" y="590550"/>
                </a:moveTo>
                <a:lnTo>
                  <a:pt x="200025" y="590550"/>
                </a:lnTo>
                <a:lnTo>
                  <a:pt x="200025" y="628650"/>
                </a:lnTo>
                <a:lnTo>
                  <a:pt x="171450" y="628650"/>
                </a:lnTo>
                <a:lnTo>
                  <a:pt x="171450" y="638175"/>
                </a:lnTo>
                <a:lnTo>
                  <a:pt x="161925" y="638175"/>
                </a:lnTo>
                <a:lnTo>
                  <a:pt x="161925" y="647700"/>
                </a:lnTo>
                <a:lnTo>
                  <a:pt x="142875" y="647700"/>
                </a:lnTo>
                <a:lnTo>
                  <a:pt x="142875" y="638175"/>
                </a:lnTo>
                <a:lnTo>
                  <a:pt x="152400" y="638175"/>
                </a:lnTo>
                <a:lnTo>
                  <a:pt x="152400" y="619125"/>
                </a:lnTo>
                <a:lnTo>
                  <a:pt x="171450" y="619125"/>
                </a:lnTo>
                <a:lnTo>
                  <a:pt x="171450" y="609600"/>
                </a:lnTo>
                <a:lnTo>
                  <a:pt x="180975" y="609600"/>
                </a:lnTo>
                <a:lnTo>
                  <a:pt x="180975" y="600075"/>
                </a:lnTo>
                <a:lnTo>
                  <a:pt x="190500" y="600075"/>
                </a:lnTo>
                <a:close/>
                <a:moveTo>
                  <a:pt x="657225" y="647700"/>
                </a:moveTo>
                <a:lnTo>
                  <a:pt x="685800" y="647700"/>
                </a:lnTo>
                <a:lnTo>
                  <a:pt x="685800" y="657225"/>
                </a:lnTo>
                <a:lnTo>
                  <a:pt x="666750" y="657225"/>
                </a:lnTo>
                <a:lnTo>
                  <a:pt x="666750" y="666750"/>
                </a:lnTo>
                <a:lnTo>
                  <a:pt x="657225" y="666750"/>
                </a:lnTo>
                <a:close/>
                <a:moveTo>
                  <a:pt x="133350" y="657225"/>
                </a:moveTo>
                <a:lnTo>
                  <a:pt x="142875" y="657225"/>
                </a:lnTo>
                <a:lnTo>
                  <a:pt x="142875" y="676275"/>
                </a:lnTo>
                <a:lnTo>
                  <a:pt x="123825" y="676275"/>
                </a:lnTo>
                <a:lnTo>
                  <a:pt x="123825" y="666750"/>
                </a:lnTo>
                <a:lnTo>
                  <a:pt x="133350" y="666750"/>
                </a:lnTo>
                <a:close/>
                <a:moveTo>
                  <a:pt x="638175" y="666750"/>
                </a:moveTo>
                <a:lnTo>
                  <a:pt x="657225" y="666750"/>
                </a:lnTo>
                <a:lnTo>
                  <a:pt x="657225" y="676275"/>
                </a:lnTo>
                <a:lnTo>
                  <a:pt x="647700" y="676275"/>
                </a:lnTo>
                <a:lnTo>
                  <a:pt x="647700" y="685800"/>
                </a:lnTo>
                <a:lnTo>
                  <a:pt x="628650" y="685800"/>
                </a:lnTo>
                <a:lnTo>
                  <a:pt x="628650" y="676275"/>
                </a:lnTo>
                <a:lnTo>
                  <a:pt x="638175" y="676275"/>
                </a:lnTo>
                <a:close/>
                <a:moveTo>
                  <a:pt x="104775" y="676275"/>
                </a:moveTo>
                <a:lnTo>
                  <a:pt x="123825" y="676275"/>
                </a:lnTo>
                <a:lnTo>
                  <a:pt x="123825" y="695325"/>
                </a:lnTo>
                <a:lnTo>
                  <a:pt x="114300" y="695325"/>
                </a:lnTo>
                <a:lnTo>
                  <a:pt x="114300" y="704850"/>
                </a:lnTo>
                <a:lnTo>
                  <a:pt x="104775" y="704850"/>
                </a:lnTo>
                <a:lnTo>
                  <a:pt x="104775" y="714375"/>
                </a:lnTo>
                <a:lnTo>
                  <a:pt x="95250" y="714375"/>
                </a:lnTo>
                <a:lnTo>
                  <a:pt x="95250" y="723900"/>
                </a:lnTo>
                <a:lnTo>
                  <a:pt x="85725" y="723900"/>
                </a:lnTo>
                <a:lnTo>
                  <a:pt x="85725" y="733425"/>
                </a:lnTo>
                <a:lnTo>
                  <a:pt x="76200" y="733425"/>
                </a:lnTo>
                <a:lnTo>
                  <a:pt x="76200" y="714375"/>
                </a:lnTo>
                <a:lnTo>
                  <a:pt x="85725" y="714375"/>
                </a:lnTo>
                <a:lnTo>
                  <a:pt x="85725" y="695325"/>
                </a:lnTo>
                <a:lnTo>
                  <a:pt x="95250" y="695325"/>
                </a:lnTo>
                <a:lnTo>
                  <a:pt x="95250" y="685800"/>
                </a:lnTo>
                <a:lnTo>
                  <a:pt x="104775" y="685800"/>
                </a:lnTo>
                <a:close/>
                <a:moveTo>
                  <a:pt x="438150" y="676275"/>
                </a:moveTo>
                <a:lnTo>
                  <a:pt x="447675" y="676275"/>
                </a:lnTo>
                <a:lnTo>
                  <a:pt x="447675" y="685800"/>
                </a:lnTo>
                <a:lnTo>
                  <a:pt x="438150" y="685800"/>
                </a:lnTo>
                <a:close/>
                <a:moveTo>
                  <a:pt x="619125" y="685800"/>
                </a:moveTo>
                <a:lnTo>
                  <a:pt x="628650" y="685800"/>
                </a:lnTo>
                <a:lnTo>
                  <a:pt x="628650" y="695325"/>
                </a:lnTo>
                <a:lnTo>
                  <a:pt x="619125" y="695325"/>
                </a:lnTo>
                <a:close/>
                <a:moveTo>
                  <a:pt x="476250" y="714375"/>
                </a:moveTo>
                <a:lnTo>
                  <a:pt x="495300" y="714375"/>
                </a:lnTo>
                <a:lnTo>
                  <a:pt x="495300" y="723900"/>
                </a:lnTo>
                <a:lnTo>
                  <a:pt x="476250" y="723900"/>
                </a:lnTo>
                <a:close/>
                <a:moveTo>
                  <a:pt x="495300" y="723900"/>
                </a:moveTo>
                <a:lnTo>
                  <a:pt x="504825" y="723900"/>
                </a:lnTo>
                <a:lnTo>
                  <a:pt x="504825" y="733425"/>
                </a:lnTo>
                <a:lnTo>
                  <a:pt x="495300" y="733425"/>
                </a:lnTo>
                <a:close/>
                <a:moveTo>
                  <a:pt x="66675" y="733425"/>
                </a:moveTo>
                <a:lnTo>
                  <a:pt x="76200" y="733425"/>
                </a:lnTo>
                <a:lnTo>
                  <a:pt x="76200" y="742950"/>
                </a:lnTo>
                <a:lnTo>
                  <a:pt x="66675" y="742950"/>
                </a:lnTo>
                <a:close/>
                <a:moveTo>
                  <a:pt x="266700" y="733425"/>
                </a:moveTo>
                <a:lnTo>
                  <a:pt x="285750" y="733425"/>
                </a:lnTo>
                <a:lnTo>
                  <a:pt x="285750" y="742950"/>
                </a:lnTo>
                <a:lnTo>
                  <a:pt x="266700" y="742950"/>
                </a:lnTo>
                <a:close/>
                <a:moveTo>
                  <a:pt x="504825" y="733425"/>
                </a:moveTo>
                <a:lnTo>
                  <a:pt x="514350" y="733425"/>
                </a:lnTo>
                <a:lnTo>
                  <a:pt x="514350" y="742950"/>
                </a:lnTo>
                <a:lnTo>
                  <a:pt x="504825" y="742950"/>
                </a:lnTo>
                <a:close/>
                <a:moveTo>
                  <a:pt x="533400" y="733425"/>
                </a:moveTo>
                <a:lnTo>
                  <a:pt x="542925" y="733425"/>
                </a:lnTo>
                <a:lnTo>
                  <a:pt x="542925" y="742950"/>
                </a:lnTo>
                <a:lnTo>
                  <a:pt x="533400" y="742950"/>
                </a:lnTo>
                <a:close/>
                <a:moveTo>
                  <a:pt x="257175" y="742950"/>
                </a:moveTo>
                <a:lnTo>
                  <a:pt x="266700" y="742950"/>
                </a:lnTo>
                <a:lnTo>
                  <a:pt x="266700" y="762000"/>
                </a:lnTo>
                <a:lnTo>
                  <a:pt x="247650" y="762000"/>
                </a:lnTo>
                <a:lnTo>
                  <a:pt x="247650" y="752475"/>
                </a:lnTo>
                <a:lnTo>
                  <a:pt x="257175" y="752475"/>
                </a:lnTo>
                <a:close/>
                <a:moveTo>
                  <a:pt x="228600" y="771525"/>
                </a:moveTo>
                <a:lnTo>
                  <a:pt x="238125" y="771525"/>
                </a:lnTo>
                <a:lnTo>
                  <a:pt x="238125" y="790575"/>
                </a:lnTo>
                <a:lnTo>
                  <a:pt x="228600" y="790575"/>
                </a:lnTo>
                <a:close/>
                <a:moveTo>
                  <a:pt x="219075" y="790575"/>
                </a:moveTo>
                <a:lnTo>
                  <a:pt x="228600" y="790575"/>
                </a:lnTo>
                <a:lnTo>
                  <a:pt x="228600" y="800100"/>
                </a:lnTo>
                <a:lnTo>
                  <a:pt x="219075" y="800100"/>
                </a:lnTo>
                <a:close/>
                <a:moveTo>
                  <a:pt x="200025" y="809625"/>
                </a:moveTo>
                <a:lnTo>
                  <a:pt x="209550" y="809625"/>
                </a:lnTo>
                <a:lnTo>
                  <a:pt x="209550" y="819150"/>
                </a:lnTo>
                <a:lnTo>
                  <a:pt x="200025" y="819150"/>
                </a:lnTo>
                <a:close/>
                <a:moveTo>
                  <a:pt x="95250" y="819150"/>
                </a:moveTo>
                <a:lnTo>
                  <a:pt x="104775" y="819150"/>
                </a:lnTo>
                <a:lnTo>
                  <a:pt x="104775" y="828675"/>
                </a:lnTo>
                <a:lnTo>
                  <a:pt x="95250" y="828675"/>
                </a:lnTo>
                <a:close/>
                <a:moveTo>
                  <a:pt x="161925" y="819150"/>
                </a:moveTo>
                <a:lnTo>
                  <a:pt x="200025" y="819150"/>
                </a:lnTo>
                <a:lnTo>
                  <a:pt x="200025" y="828675"/>
                </a:lnTo>
                <a:lnTo>
                  <a:pt x="180975" y="828675"/>
                </a:lnTo>
                <a:lnTo>
                  <a:pt x="180975" y="838200"/>
                </a:lnTo>
                <a:lnTo>
                  <a:pt x="161925" y="838200"/>
                </a:lnTo>
                <a:close/>
                <a:moveTo>
                  <a:pt x="114300" y="828675"/>
                </a:moveTo>
                <a:lnTo>
                  <a:pt x="133350" y="828675"/>
                </a:lnTo>
                <a:lnTo>
                  <a:pt x="133350" y="838200"/>
                </a:lnTo>
                <a:lnTo>
                  <a:pt x="114300" y="838200"/>
                </a:lnTo>
                <a:close/>
                <a:moveTo>
                  <a:pt x="133350" y="838200"/>
                </a:moveTo>
                <a:lnTo>
                  <a:pt x="161925" y="838200"/>
                </a:lnTo>
                <a:lnTo>
                  <a:pt x="161925" y="847725"/>
                </a:lnTo>
                <a:lnTo>
                  <a:pt x="133350" y="847725"/>
                </a:lnTo>
                <a:close/>
              </a:path>
            </a:pathLst>
          </a:custGeom>
          <a:solidFill xmlns:a="http://schemas.openxmlformats.org/drawingml/2006/main">
            <a:srgbClr val="EFEFE1"/>
          </a:solidFill>
          <a:ln xmlns:a="http://schemas.openxmlformats.org/drawingml/2006/main" w="0">
            <a:noFill/>
          </a:ln>
        </p:spPr>
      </p:sp>
      <p:sp>
        <p:nvSpPr>
          <p:cNvPr id="88" name="rocket vector #ebefe1">
            <a:extLst xmlns:a="http://schemas.openxmlformats.org/drawingml/2006/main">
              <a:ext uri="{FF2B5EF4-FFF2-40B4-BE49-F238E27FC236}">
                <a16:creationId xmlns:a16="http://schemas.microsoft.com/office/drawing/2014/main" id="{62A7D522-2AD5-4434-B44C-E4CCB6E4C16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5550" y="1495425"/>
            <a:ext cx="1057275" cy="866775"/>
          </a:xfrm>
          <a:custGeom xmlns:a="http://schemas.openxmlformats.org/drawingml/2006/main">
            <a:pathLst>
              <a:path w="1057275" h="866775">
                <a:moveTo>
                  <a:pt x="561975" y="85725"/>
                </a:moveTo>
                <a:lnTo>
                  <a:pt x="571500" y="85725"/>
                </a:lnTo>
                <a:lnTo>
                  <a:pt x="571500" y="95250"/>
                </a:lnTo>
                <a:lnTo>
                  <a:pt x="561975" y="95250"/>
                </a:lnTo>
                <a:close/>
                <a:moveTo>
                  <a:pt x="495300" y="104775"/>
                </a:moveTo>
                <a:lnTo>
                  <a:pt x="523875" y="104775"/>
                </a:lnTo>
                <a:lnTo>
                  <a:pt x="523875" y="114300"/>
                </a:lnTo>
                <a:lnTo>
                  <a:pt x="504825" y="114300"/>
                </a:lnTo>
                <a:lnTo>
                  <a:pt x="504825" y="123825"/>
                </a:lnTo>
                <a:lnTo>
                  <a:pt x="495300" y="123825"/>
                </a:lnTo>
                <a:close/>
                <a:moveTo>
                  <a:pt x="457200" y="133350"/>
                </a:moveTo>
                <a:lnTo>
                  <a:pt x="476250" y="133350"/>
                </a:lnTo>
                <a:lnTo>
                  <a:pt x="476250" y="142875"/>
                </a:lnTo>
                <a:lnTo>
                  <a:pt x="457200" y="142875"/>
                </a:lnTo>
                <a:close/>
                <a:moveTo>
                  <a:pt x="438150" y="142875"/>
                </a:moveTo>
                <a:lnTo>
                  <a:pt x="447675" y="142875"/>
                </a:lnTo>
                <a:lnTo>
                  <a:pt x="447675" y="152400"/>
                </a:lnTo>
                <a:lnTo>
                  <a:pt x="438150" y="152400"/>
                </a:lnTo>
                <a:close/>
                <a:moveTo>
                  <a:pt x="533400" y="200025"/>
                </a:moveTo>
                <a:lnTo>
                  <a:pt x="542925" y="200025"/>
                </a:lnTo>
                <a:lnTo>
                  <a:pt x="542925" y="209550"/>
                </a:lnTo>
                <a:lnTo>
                  <a:pt x="533400" y="209550"/>
                </a:lnTo>
                <a:close/>
                <a:moveTo>
                  <a:pt x="381000" y="209550"/>
                </a:moveTo>
                <a:lnTo>
                  <a:pt x="400050" y="209550"/>
                </a:lnTo>
                <a:lnTo>
                  <a:pt x="400050" y="219075"/>
                </a:lnTo>
                <a:lnTo>
                  <a:pt x="381000" y="219075"/>
                </a:lnTo>
                <a:close/>
                <a:moveTo>
                  <a:pt x="523875" y="209550"/>
                </a:moveTo>
                <a:lnTo>
                  <a:pt x="533400" y="209550"/>
                </a:lnTo>
                <a:lnTo>
                  <a:pt x="533400" y="219075"/>
                </a:lnTo>
                <a:lnTo>
                  <a:pt x="542925" y="219075"/>
                </a:lnTo>
                <a:lnTo>
                  <a:pt x="542925" y="228600"/>
                </a:lnTo>
                <a:lnTo>
                  <a:pt x="523875" y="228600"/>
                </a:lnTo>
                <a:close/>
                <a:moveTo>
                  <a:pt x="581025" y="219075"/>
                </a:moveTo>
                <a:lnTo>
                  <a:pt x="590550" y="219075"/>
                </a:lnTo>
                <a:lnTo>
                  <a:pt x="590550" y="247650"/>
                </a:lnTo>
                <a:lnTo>
                  <a:pt x="581025" y="247650"/>
                </a:lnTo>
                <a:lnTo>
                  <a:pt x="581025" y="257175"/>
                </a:lnTo>
                <a:lnTo>
                  <a:pt x="561975" y="257175"/>
                </a:lnTo>
                <a:lnTo>
                  <a:pt x="561975" y="238125"/>
                </a:lnTo>
                <a:lnTo>
                  <a:pt x="581025" y="238125"/>
                </a:lnTo>
                <a:close/>
                <a:moveTo>
                  <a:pt x="542925" y="228600"/>
                </a:moveTo>
                <a:lnTo>
                  <a:pt x="552450" y="228600"/>
                </a:lnTo>
                <a:lnTo>
                  <a:pt x="552450" y="238125"/>
                </a:lnTo>
                <a:lnTo>
                  <a:pt x="542925" y="238125"/>
                </a:lnTo>
                <a:close/>
                <a:moveTo>
                  <a:pt x="676275" y="228600"/>
                </a:moveTo>
                <a:lnTo>
                  <a:pt x="685800" y="228600"/>
                </a:lnTo>
                <a:lnTo>
                  <a:pt x="685800" y="238125"/>
                </a:lnTo>
                <a:lnTo>
                  <a:pt x="676275" y="238125"/>
                </a:lnTo>
                <a:close/>
                <a:moveTo>
                  <a:pt x="885825" y="228600"/>
                </a:moveTo>
                <a:lnTo>
                  <a:pt x="923925" y="228600"/>
                </a:lnTo>
                <a:lnTo>
                  <a:pt x="923925" y="238125"/>
                </a:lnTo>
                <a:lnTo>
                  <a:pt x="885825" y="238125"/>
                </a:lnTo>
                <a:close/>
                <a:moveTo>
                  <a:pt x="523875" y="238125"/>
                </a:moveTo>
                <a:lnTo>
                  <a:pt x="533400" y="238125"/>
                </a:lnTo>
                <a:lnTo>
                  <a:pt x="533400" y="247650"/>
                </a:lnTo>
                <a:lnTo>
                  <a:pt x="523875" y="247650"/>
                </a:lnTo>
                <a:close/>
                <a:moveTo>
                  <a:pt x="257175" y="247650"/>
                </a:moveTo>
                <a:lnTo>
                  <a:pt x="276225" y="247650"/>
                </a:lnTo>
                <a:lnTo>
                  <a:pt x="276225" y="266700"/>
                </a:lnTo>
                <a:lnTo>
                  <a:pt x="266700" y="266700"/>
                </a:lnTo>
                <a:lnTo>
                  <a:pt x="266700" y="276225"/>
                </a:lnTo>
                <a:lnTo>
                  <a:pt x="247650" y="276225"/>
                </a:lnTo>
                <a:lnTo>
                  <a:pt x="247650" y="257175"/>
                </a:lnTo>
                <a:lnTo>
                  <a:pt x="257175" y="257175"/>
                </a:lnTo>
                <a:close/>
                <a:moveTo>
                  <a:pt x="533400" y="247650"/>
                </a:moveTo>
                <a:lnTo>
                  <a:pt x="542925" y="247650"/>
                </a:lnTo>
                <a:lnTo>
                  <a:pt x="542925" y="257175"/>
                </a:lnTo>
                <a:lnTo>
                  <a:pt x="533400" y="257175"/>
                </a:lnTo>
                <a:close/>
                <a:moveTo>
                  <a:pt x="219075" y="295275"/>
                </a:moveTo>
                <a:lnTo>
                  <a:pt x="228600" y="295275"/>
                </a:lnTo>
                <a:lnTo>
                  <a:pt x="228600" y="323850"/>
                </a:lnTo>
                <a:lnTo>
                  <a:pt x="219075" y="323850"/>
                </a:lnTo>
                <a:close/>
                <a:moveTo>
                  <a:pt x="752475" y="304800"/>
                </a:moveTo>
                <a:lnTo>
                  <a:pt x="762000" y="304800"/>
                </a:lnTo>
                <a:lnTo>
                  <a:pt x="762000" y="314325"/>
                </a:lnTo>
                <a:lnTo>
                  <a:pt x="771525" y="314325"/>
                </a:lnTo>
                <a:lnTo>
                  <a:pt x="771525" y="333375"/>
                </a:lnTo>
                <a:lnTo>
                  <a:pt x="762000" y="333375"/>
                </a:lnTo>
                <a:lnTo>
                  <a:pt x="762000" y="323850"/>
                </a:lnTo>
                <a:lnTo>
                  <a:pt x="752475" y="323850"/>
                </a:lnTo>
                <a:close/>
                <a:moveTo>
                  <a:pt x="619125" y="323850"/>
                </a:moveTo>
                <a:lnTo>
                  <a:pt x="628650" y="323850"/>
                </a:lnTo>
                <a:lnTo>
                  <a:pt x="628650" y="333375"/>
                </a:lnTo>
                <a:lnTo>
                  <a:pt x="619125" y="333375"/>
                </a:lnTo>
                <a:close/>
                <a:moveTo>
                  <a:pt x="771525" y="333375"/>
                </a:moveTo>
                <a:lnTo>
                  <a:pt x="781050" y="333375"/>
                </a:lnTo>
                <a:lnTo>
                  <a:pt x="781050" y="342900"/>
                </a:lnTo>
                <a:lnTo>
                  <a:pt x="771525" y="342900"/>
                </a:lnTo>
                <a:close/>
                <a:moveTo>
                  <a:pt x="285750" y="361950"/>
                </a:moveTo>
                <a:lnTo>
                  <a:pt x="314325" y="361950"/>
                </a:lnTo>
                <a:lnTo>
                  <a:pt x="314325" y="371475"/>
                </a:lnTo>
                <a:lnTo>
                  <a:pt x="285750" y="371475"/>
                </a:lnTo>
                <a:close/>
                <a:moveTo>
                  <a:pt x="752475" y="361950"/>
                </a:moveTo>
                <a:lnTo>
                  <a:pt x="762000" y="361950"/>
                </a:lnTo>
                <a:lnTo>
                  <a:pt x="762000" y="371475"/>
                </a:lnTo>
                <a:lnTo>
                  <a:pt x="752475" y="371475"/>
                </a:lnTo>
                <a:close/>
                <a:moveTo>
                  <a:pt x="581025" y="371475"/>
                </a:moveTo>
                <a:lnTo>
                  <a:pt x="590550" y="371475"/>
                </a:lnTo>
                <a:lnTo>
                  <a:pt x="590550" y="381000"/>
                </a:lnTo>
                <a:lnTo>
                  <a:pt x="581025" y="381000"/>
                </a:lnTo>
                <a:close/>
                <a:moveTo>
                  <a:pt x="571500" y="381000"/>
                </a:moveTo>
                <a:lnTo>
                  <a:pt x="581025" y="381000"/>
                </a:lnTo>
                <a:lnTo>
                  <a:pt x="581025" y="390525"/>
                </a:lnTo>
                <a:lnTo>
                  <a:pt x="571500" y="390525"/>
                </a:lnTo>
                <a:close/>
                <a:moveTo>
                  <a:pt x="742950" y="381000"/>
                </a:moveTo>
                <a:lnTo>
                  <a:pt x="752475" y="381000"/>
                </a:lnTo>
                <a:lnTo>
                  <a:pt x="752475" y="390525"/>
                </a:lnTo>
                <a:lnTo>
                  <a:pt x="742950" y="390525"/>
                </a:lnTo>
                <a:close/>
                <a:moveTo>
                  <a:pt x="962025" y="381000"/>
                </a:moveTo>
                <a:lnTo>
                  <a:pt x="971550" y="381000"/>
                </a:lnTo>
                <a:lnTo>
                  <a:pt x="971550" y="390525"/>
                </a:lnTo>
                <a:lnTo>
                  <a:pt x="962025" y="390525"/>
                </a:lnTo>
                <a:close/>
                <a:moveTo>
                  <a:pt x="561975" y="390525"/>
                </a:moveTo>
                <a:lnTo>
                  <a:pt x="571500" y="390525"/>
                </a:lnTo>
                <a:lnTo>
                  <a:pt x="571500" y="419100"/>
                </a:lnTo>
                <a:lnTo>
                  <a:pt x="561975" y="419100"/>
                </a:lnTo>
                <a:close/>
                <a:moveTo>
                  <a:pt x="304800" y="400050"/>
                </a:moveTo>
                <a:lnTo>
                  <a:pt x="314325" y="400050"/>
                </a:lnTo>
                <a:lnTo>
                  <a:pt x="314325" y="409575"/>
                </a:lnTo>
                <a:lnTo>
                  <a:pt x="323850" y="409575"/>
                </a:lnTo>
                <a:lnTo>
                  <a:pt x="323850" y="419100"/>
                </a:lnTo>
                <a:lnTo>
                  <a:pt x="333375" y="419100"/>
                </a:lnTo>
                <a:lnTo>
                  <a:pt x="333375" y="428625"/>
                </a:lnTo>
                <a:lnTo>
                  <a:pt x="361950" y="428625"/>
                </a:lnTo>
                <a:lnTo>
                  <a:pt x="361950" y="419100"/>
                </a:lnTo>
                <a:lnTo>
                  <a:pt x="371475" y="419100"/>
                </a:lnTo>
                <a:lnTo>
                  <a:pt x="371475" y="409575"/>
                </a:lnTo>
                <a:lnTo>
                  <a:pt x="390525" y="409575"/>
                </a:lnTo>
                <a:lnTo>
                  <a:pt x="390525" y="419100"/>
                </a:lnTo>
                <a:lnTo>
                  <a:pt x="371475" y="419100"/>
                </a:lnTo>
                <a:lnTo>
                  <a:pt x="371475" y="428625"/>
                </a:lnTo>
                <a:lnTo>
                  <a:pt x="361950" y="428625"/>
                </a:lnTo>
                <a:lnTo>
                  <a:pt x="361950" y="447675"/>
                </a:lnTo>
                <a:lnTo>
                  <a:pt x="371475" y="447675"/>
                </a:lnTo>
                <a:lnTo>
                  <a:pt x="371475" y="457200"/>
                </a:lnTo>
                <a:lnTo>
                  <a:pt x="352425" y="457200"/>
                </a:lnTo>
                <a:lnTo>
                  <a:pt x="352425" y="447675"/>
                </a:lnTo>
                <a:lnTo>
                  <a:pt x="314325" y="447675"/>
                </a:lnTo>
                <a:lnTo>
                  <a:pt x="314325" y="428625"/>
                </a:lnTo>
                <a:lnTo>
                  <a:pt x="304800" y="428625"/>
                </a:lnTo>
                <a:lnTo>
                  <a:pt x="304800" y="419100"/>
                </a:lnTo>
                <a:lnTo>
                  <a:pt x="295275" y="419100"/>
                </a:lnTo>
                <a:lnTo>
                  <a:pt x="295275" y="409575"/>
                </a:lnTo>
                <a:lnTo>
                  <a:pt x="304800" y="409575"/>
                </a:lnTo>
                <a:close/>
                <a:moveTo>
                  <a:pt x="400050" y="419100"/>
                </a:moveTo>
                <a:lnTo>
                  <a:pt x="409575" y="419100"/>
                </a:lnTo>
                <a:lnTo>
                  <a:pt x="409575" y="428625"/>
                </a:lnTo>
                <a:lnTo>
                  <a:pt x="400050" y="428625"/>
                </a:lnTo>
                <a:close/>
                <a:moveTo>
                  <a:pt x="409575" y="428625"/>
                </a:moveTo>
                <a:lnTo>
                  <a:pt x="428625" y="428625"/>
                </a:lnTo>
                <a:lnTo>
                  <a:pt x="428625" y="438150"/>
                </a:lnTo>
                <a:lnTo>
                  <a:pt x="438150" y="438150"/>
                </a:lnTo>
                <a:lnTo>
                  <a:pt x="438150" y="447675"/>
                </a:lnTo>
                <a:lnTo>
                  <a:pt x="428625" y="447675"/>
                </a:lnTo>
                <a:lnTo>
                  <a:pt x="428625" y="457200"/>
                </a:lnTo>
                <a:lnTo>
                  <a:pt x="438150" y="457200"/>
                </a:lnTo>
                <a:lnTo>
                  <a:pt x="438150" y="447675"/>
                </a:lnTo>
                <a:lnTo>
                  <a:pt x="447675" y="447675"/>
                </a:lnTo>
                <a:lnTo>
                  <a:pt x="447675" y="457200"/>
                </a:lnTo>
                <a:lnTo>
                  <a:pt x="457200" y="457200"/>
                </a:lnTo>
                <a:lnTo>
                  <a:pt x="457200" y="466725"/>
                </a:lnTo>
                <a:lnTo>
                  <a:pt x="466725" y="466725"/>
                </a:lnTo>
                <a:lnTo>
                  <a:pt x="466725" y="476250"/>
                </a:lnTo>
                <a:lnTo>
                  <a:pt x="476250" y="476250"/>
                </a:lnTo>
                <a:lnTo>
                  <a:pt x="476250" y="495300"/>
                </a:lnTo>
                <a:lnTo>
                  <a:pt x="485775" y="495300"/>
                </a:lnTo>
                <a:lnTo>
                  <a:pt x="485775" y="504825"/>
                </a:lnTo>
                <a:lnTo>
                  <a:pt x="495300" y="504825"/>
                </a:lnTo>
                <a:lnTo>
                  <a:pt x="495300" y="514350"/>
                </a:lnTo>
                <a:lnTo>
                  <a:pt x="504825" y="514350"/>
                </a:lnTo>
                <a:lnTo>
                  <a:pt x="504825" y="533400"/>
                </a:lnTo>
                <a:lnTo>
                  <a:pt x="476250" y="533400"/>
                </a:lnTo>
                <a:lnTo>
                  <a:pt x="476250" y="523875"/>
                </a:lnTo>
                <a:lnTo>
                  <a:pt x="466725" y="523875"/>
                </a:lnTo>
                <a:lnTo>
                  <a:pt x="466725" y="514350"/>
                </a:lnTo>
                <a:lnTo>
                  <a:pt x="457200" y="514350"/>
                </a:lnTo>
                <a:lnTo>
                  <a:pt x="457200" y="504825"/>
                </a:lnTo>
                <a:lnTo>
                  <a:pt x="447675" y="504825"/>
                </a:lnTo>
                <a:lnTo>
                  <a:pt x="447675" y="485775"/>
                </a:lnTo>
                <a:lnTo>
                  <a:pt x="428625" y="485775"/>
                </a:lnTo>
                <a:lnTo>
                  <a:pt x="428625" y="476250"/>
                </a:lnTo>
                <a:lnTo>
                  <a:pt x="419100" y="476250"/>
                </a:lnTo>
                <a:lnTo>
                  <a:pt x="419100" y="457200"/>
                </a:lnTo>
                <a:lnTo>
                  <a:pt x="400050" y="457200"/>
                </a:lnTo>
                <a:lnTo>
                  <a:pt x="400050" y="447675"/>
                </a:lnTo>
                <a:lnTo>
                  <a:pt x="409575" y="447675"/>
                </a:lnTo>
                <a:close/>
                <a:moveTo>
                  <a:pt x="666750" y="447675"/>
                </a:moveTo>
                <a:lnTo>
                  <a:pt x="685800" y="447675"/>
                </a:lnTo>
                <a:lnTo>
                  <a:pt x="685800" y="457200"/>
                </a:lnTo>
                <a:lnTo>
                  <a:pt x="676275" y="457200"/>
                </a:lnTo>
                <a:lnTo>
                  <a:pt x="676275" y="466725"/>
                </a:lnTo>
                <a:lnTo>
                  <a:pt x="666750" y="466725"/>
                </a:lnTo>
                <a:close/>
                <a:moveTo>
                  <a:pt x="238125" y="457200"/>
                </a:moveTo>
                <a:lnTo>
                  <a:pt x="247650" y="457200"/>
                </a:lnTo>
                <a:lnTo>
                  <a:pt x="247650" y="466725"/>
                </a:lnTo>
                <a:lnTo>
                  <a:pt x="238125" y="466725"/>
                </a:lnTo>
                <a:close/>
                <a:moveTo>
                  <a:pt x="952500" y="457200"/>
                </a:moveTo>
                <a:lnTo>
                  <a:pt x="962025" y="457200"/>
                </a:lnTo>
                <a:lnTo>
                  <a:pt x="962025" y="476250"/>
                </a:lnTo>
                <a:lnTo>
                  <a:pt x="952500" y="476250"/>
                </a:lnTo>
                <a:close/>
                <a:moveTo>
                  <a:pt x="228600" y="466725"/>
                </a:moveTo>
                <a:lnTo>
                  <a:pt x="238125" y="466725"/>
                </a:lnTo>
                <a:lnTo>
                  <a:pt x="238125" y="476250"/>
                </a:lnTo>
                <a:lnTo>
                  <a:pt x="228600" y="476250"/>
                </a:lnTo>
                <a:close/>
                <a:moveTo>
                  <a:pt x="295275" y="466725"/>
                </a:moveTo>
                <a:lnTo>
                  <a:pt x="304800" y="466725"/>
                </a:lnTo>
                <a:lnTo>
                  <a:pt x="304800" y="476250"/>
                </a:lnTo>
                <a:lnTo>
                  <a:pt x="295275" y="476250"/>
                </a:lnTo>
                <a:close/>
                <a:moveTo>
                  <a:pt x="276225" y="485775"/>
                </a:moveTo>
                <a:lnTo>
                  <a:pt x="285750" y="485775"/>
                </a:lnTo>
                <a:lnTo>
                  <a:pt x="285750" y="504825"/>
                </a:lnTo>
                <a:lnTo>
                  <a:pt x="295275" y="504825"/>
                </a:lnTo>
                <a:lnTo>
                  <a:pt x="295275" y="514350"/>
                </a:lnTo>
                <a:lnTo>
                  <a:pt x="304800" y="514350"/>
                </a:lnTo>
                <a:lnTo>
                  <a:pt x="304800" y="523875"/>
                </a:lnTo>
                <a:lnTo>
                  <a:pt x="295275" y="523875"/>
                </a:lnTo>
                <a:lnTo>
                  <a:pt x="295275" y="533400"/>
                </a:lnTo>
                <a:lnTo>
                  <a:pt x="285750" y="533400"/>
                </a:lnTo>
                <a:lnTo>
                  <a:pt x="285750" y="542925"/>
                </a:lnTo>
                <a:lnTo>
                  <a:pt x="276225" y="542925"/>
                </a:lnTo>
                <a:lnTo>
                  <a:pt x="276225" y="552450"/>
                </a:lnTo>
                <a:lnTo>
                  <a:pt x="266700" y="552450"/>
                </a:lnTo>
                <a:lnTo>
                  <a:pt x="266700" y="533400"/>
                </a:lnTo>
                <a:lnTo>
                  <a:pt x="276225" y="533400"/>
                </a:lnTo>
                <a:lnTo>
                  <a:pt x="276225" y="523875"/>
                </a:lnTo>
                <a:lnTo>
                  <a:pt x="266700" y="523875"/>
                </a:lnTo>
                <a:lnTo>
                  <a:pt x="266700" y="504825"/>
                </a:lnTo>
                <a:lnTo>
                  <a:pt x="276225" y="504825"/>
                </a:lnTo>
                <a:close/>
                <a:moveTo>
                  <a:pt x="628650" y="495300"/>
                </a:moveTo>
                <a:lnTo>
                  <a:pt x="638175" y="495300"/>
                </a:lnTo>
                <a:lnTo>
                  <a:pt x="638175" y="504825"/>
                </a:lnTo>
                <a:lnTo>
                  <a:pt x="628650" y="504825"/>
                </a:lnTo>
                <a:close/>
                <a:moveTo>
                  <a:pt x="781050" y="504825"/>
                </a:moveTo>
                <a:lnTo>
                  <a:pt x="790575" y="504825"/>
                </a:lnTo>
                <a:lnTo>
                  <a:pt x="790575" y="514350"/>
                </a:lnTo>
                <a:lnTo>
                  <a:pt x="781050" y="514350"/>
                </a:lnTo>
                <a:close/>
                <a:moveTo>
                  <a:pt x="609600" y="514350"/>
                </a:moveTo>
                <a:lnTo>
                  <a:pt x="619125" y="514350"/>
                </a:lnTo>
                <a:lnTo>
                  <a:pt x="619125" y="523875"/>
                </a:lnTo>
                <a:lnTo>
                  <a:pt x="609600" y="523875"/>
                </a:lnTo>
                <a:close/>
                <a:moveTo>
                  <a:pt x="600075" y="523875"/>
                </a:moveTo>
                <a:lnTo>
                  <a:pt x="609600" y="523875"/>
                </a:lnTo>
                <a:lnTo>
                  <a:pt x="609600" y="533400"/>
                </a:lnTo>
                <a:lnTo>
                  <a:pt x="600075" y="533400"/>
                </a:lnTo>
                <a:close/>
                <a:moveTo>
                  <a:pt x="504825" y="533400"/>
                </a:moveTo>
                <a:lnTo>
                  <a:pt x="514350" y="533400"/>
                </a:lnTo>
                <a:lnTo>
                  <a:pt x="514350" y="542925"/>
                </a:lnTo>
                <a:lnTo>
                  <a:pt x="504825" y="542925"/>
                </a:lnTo>
                <a:close/>
                <a:moveTo>
                  <a:pt x="581025" y="533400"/>
                </a:moveTo>
                <a:lnTo>
                  <a:pt x="600075" y="533400"/>
                </a:lnTo>
                <a:lnTo>
                  <a:pt x="600075" y="542925"/>
                </a:lnTo>
                <a:lnTo>
                  <a:pt x="590550" y="542925"/>
                </a:lnTo>
                <a:lnTo>
                  <a:pt x="590550" y="552450"/>
                </a:lnTo>
                <a:lnTo>
                  <a:pt x="581025" y="552450"/>
                </a:lnTo>
                <a:close/>
                <a:moveTo>
                  <a:pt x="742950" y="542925"/>
                </a:moveTo>
                <a:lnTo>
                  <a:pt x="762000" y="542925"/>
                </a:lnTo>
                <a:lnTo>
                  <a:pt x="762000" y="552450"/>
                </a:lnTo>
                <a:lnTo>
                  <a:pt x="752475" y="552450"/>
                </a:lnTo>
                <a:lnTo>
                  <a:pt x="752475" y="561975"/>
                </a:lnTo>
                <a:lnTo>
                  <a:pt x="733425" y="561975"/>
                </a:lnTo>
                <a:lnTo>
                  <a:pt x="733425" y="552450"/>
                </a:lnTo>
                <a:lnTo>
                  <a:pt x="742950" y="552450"/>
                </a:lnTo>
                <a:close/>
                <a:moveTo>
                  <a:pt x="257175" y="552450"/>
                </a:moveTo>
                <a:lnTo>
                  <a:pt x="266700" y="552450"/>
                </a:lnTo>
                <a:lnTo>
                  <a:pt x="266700" y="561975"/>
                </a:lnTo>
                <a:lnTo>
                  <a:pt x="257175" y="561975"/>
                </a:lnTo>
                <a:close/>
                <a:moveTo>
                  <a:pt x="504825" y="552450"/>
                </a:moveTo>
                <a:lnTo>
                  <a:pt x="514350" y="552450"/>
                </a:lnTo>
                <a:lnTo>
                  <a:pt x="514350" y="561975"/>
                </a:lnTo>
                <a:lnTo>
                  <a:pt x="504825" y="561975"/>
                </a:lnTo>
                <a:close/>
                <a:moveTo>
                  <a:pt x="571500" y="552450"/>
                </a:moveTo>
                <a:lnTo>
                  <a:pt x="581025" y="552450"/>
                </a:lnTo>
                <a:lnTo>
                  <a:pt x="581025" y="561975"/>
                </a:lnTo>
                <a:lnTo>
                  <a:pt x="571500" y="561975"/>
                </a:lnTo>
                <a:close/>
                <a:moveTo>
                  <a:pt x="238125" y="561975"/>
                </a:moveTo>
                <a:lnTo>
                  <a:pt x="257175" y="561975"/>
                </a:lnTo>
                <a:lnTo>
                  <a:pt x="257175" y="571500"/>
                </a:lnTo>
                <a:lnTo>
                  <a:pt x="247650" y="571500"/>
                </a:lnTo>
                <a:lnTo>
                  <a:pt x="247650" y="581025"/>
                </a:lnTo>
                <a:lnTo>
                  <a:pt x="238125" y="581025"/>
                </a:lnTo>
                <a:lnTo>
                  <a:pt x="238125" y="590550"/>
                </a:lnTo>
                <a:lnTo>
                  <a:pt x="228600" y="590550"/>
                </a:lnTo>
                <a:lnTo>
                  <a:pt x="228600" y="571500"/>
                </a:lnTo>
                <a:lnTo>
                  <a:pt x="238125" y="571500"/>
                </a:lnTo>
                <a:close/>
                <a:moveTo>
                  <a:pt x="514350" y="561975"/>
                </a:moveTo>
                <a:lnTo>
                  <a:pt x="533400" y="561975"/>
                </a:lnTo>
                <a:lnTo>
                  <a:pt x="533400" y="581025"/>
                </a:lnTo>
                <a:lnTo>
                  <a:pt x="523875" y="581025"/>
                </a:lnTo>
                <a:lnTo>
                  <a:pt x="523875" y="571500"/>
                </a:lnTo>
                <a:lnTo>
                  <a:pt x="514350" y="571500"/>
                </a:lnTo>
                <a:close/>
                <a:moveTo>
                  <a:pt x="561975" y="561975"/>
                </a:moveTo>
                <a:lnTo>
                  <a:pt x="571500" y="561975"/>
                </a:lnTo>
                <a:lnTo>
                  <a:pt x="571500" y="571500"/>
                </a:lnTo>
                <a:lnTo>
                  <a:pt x="561975" y="571500"/>
                </a:lnTo>
                <a:close/>
                <a:moveTo>
                  <a:pt x="219075" y="590550"/>
                </a:moveTo>
                <a:lnTo>
                  <a:pt x="228600" y="590550"/>
                </a:lnTo>
                <a:lnTo>
                  <a:pt x="228600" y="600075"/>
                </a:lnTo>
                <a:lnTo>
                  <a:pt x="219075" y="600075"/>
                </a:lnTo>
                <a:close/>
                <a:moveTo>
                  <a:pt x="209550" y="600075"/>
                </a:moveTo>
                <a:lnTo>
                  <a:pt x="219075" y="600075"/>
                </a:lnTo>
                <a:lnTo>
                  <a:pt x="219075" y="609600"/>
                </a:lnTo>
                <a:lnTo>
                  <a:pt x="209550" y="609600"/>
                </a:lnTo>
                <a:close/>
                <a:moveTo>
                  <a:pt x="371475" y="600075"/>
                </a:moveTo>
                <a:lnTo>
                  <a:pt x="381000" y="600075"/>
                </a:lnTo>
                <a:lnTo>
                  <a:pt x="381000" y="609600"/>
                </a:lnTo>
                <a:lnTo>
                  <a:pt x="371475" y="609600"/>
                </a:lnTo>
                <a:close/>
                <a:moveTo>
                  <a:pt x="180975" y="628650"/>
                </a:moveTo>
                <a:lnTo>
                  <a:pt x="190500" y="628650"/>
                </a:lnTo>
                <a:lnTo>
                  <a:pt x="190500" y="638175"/>
                </a:lnTo>
                <a:lnTo>
                  <a:pt x="180975" y="638175"/>
                </a:lnTo>
                <a:close/>
                <a:moveTo>
                  <a:pt x="171450" y="638175"/>
                </a:moveTo>
                <a:lnTo>
                  <a:pt x="180975" y="638175"/>
                </a:lnTo>
                <a:lnTo>
                  <a:pt x="180975" y="647700"/>
                </a:lnTo>
                <a:lnTo>
                  <a:pt x="171450" y="647700"/>
                </a:lnTo>
                <a:close/>
                <a:moveTo>
                  <a:pt x="161925" y="647700"/>
                </a:moveTo>
                <a:lnTo>
                  <a:pt x="171450" y="647700"/>
                </a:lnTo>
                <a:lnTo>
                  <a:pt x="171450" y="666750"/>
                </a:lnTo>
                <a:lnTo>
                  <a:pt x="152400" y="666750"/>
                </a:lnTo>
                <a:lnTo>
                  <a:pt x="152400" y="657225"/>
                </a:lnTo>
                <a:lnTo>
                  <a:pt x="161925" y="657225"/>
                </a:lnTo>
                <a:close/>
                <a:moveTo>
                  <a:pt x="142875" y="666750"/>
                </a:moveTo>
                <a:lnTo>
                  <a:pt x="152400" y="666750"/>
                </a:lnTo>
                <a:lnTo>
                  <a:pt x="152400" y="685800"/>
                </a:lnTo>
                <a:lnTo>
                  <a:pt x="133350" y="685800"/>
                </a:lnTo>
                <a:lnTo>
                  <a:pt x="133350" y="676275"/>
                </a:lnTo>
                <a:lnTo>
                  <a:pt x="142875" y="676275"/>
                </a:lnTo>
                <a:close/>
                <a:moveTo>
                  <a:pt x="285750" y="685800"/>
                </a:moveTo>
                <a:lnTo>
                  <a:pt x="295275" y="685800"/>
                </a:lnTo>
                <a:lnTo>
                  <a:pt x="295275" y="695325"/>
                </a:lnTo>
                <a:lnTo>
                  <a:pt x="285750" y="695325"/>
                </a:lnTo>
                <a:close/>
                <a:moveTo>
                  <a:pt x="114300" y="695325"/>
                </a:moveTo>
                <a:lnTo>
                  <a:pt x="133350" y="695325"/>
                </a:lnTo>
                <a:lnTo>
                  <a:pt x="133350" y="704850"/>
                </a:lnTo>
                <a:lnTo>
                  <a:pt x="123825" y="704850"/>
                </a:lnTo>
                <a:lnTo>
                  <a:pt x="123825" y="714375"/>
                </a:lnTo>
                <a:lnTo>
                  <a:pt x="114300" y="714375"/>
                </a:lnTo>
                <a:lnTo>
                  <a:pt x="114300" y="723900"/>
                </a:lnTo>
                <a:lnTo>
                  <a:pt x="104775" y="723900"/>
                </a:lnTo>
                <a:lnTo>
                  <a:pt x="104775" y="704850"/>
                </a:lnTo>
                <a:lnTo>
                  <a:pt x="114300" y="704850"/>
                </a:lnTo>
                <a:close/>
                <a:moveTo>
                  <a:pt x="276225" y="695325"/>
                </a:moveTo>
                <a:lnTo>
                  <a:pt x="285750" y="695325"/>
                </a:lnTo>
                <a:lnTo>
                  <a:pt x="285750" y="704850"/>
                </a:lnTo>
                <a:lnTo>
                  <a:pt x="276225" y="704850"/>
                </a:lnTo>
                <a:close/>
                <a:moveTo>
                  <a:pt x="266700" y="704850"/>
                </a:moveTo>
                <a:lnTo>
                  <a:pt x="276225" y="704850"/>
                </a:lnTo>
                <a:lnTo>
                  <a:pt x="276225" y="714375"/>
                </a:lnTo>
                <a:lnTo>
                  <a:pt x="266700" y="714375"/>
                </a:lnTo>
                <a:close/>
                <a:moveTo>
                  <a:pt x="95250" y="723900"/>
                </a:moveTo>
                <a:lnTo>
                  <a:pt x="104775" y="723900"/>
                </a:lnTo>
                <a:lnTo>
                  <a:pt x="104775" y="733425"/>
                </a:lnTo>
                <a:lnTo>
                  <a:pt x="95250" y="733425"/>
                </a:lnTo>
                <a:close/>
                <a:moveTo>
                  <a:pt x="85725" y="733425"/>
                </a:moveTo>
                <a:lnTo>
                  <a:pt x="95250" y="733425"/>
                </a:lnTo>
                <a:lnTo>
                  <a:pt x="95250" y="742950"/>
                </a:lnTo>
                <a:lnTo>
                  <a:pt x="85725" y="742950"/>
                </a:lnTo>
                <a:close/>
                <a:moveTo>
                  <a:pt x="247650" y="733425"/>
                </a:moveTo>
                <a:lnTo>
                  <a:pt x="257175" y="733425"/>
                </a:lnTo>
                <a:lnTo>
                  <a:pt x="257175" y="742950"/>
                </a:lnTo>
                <a:lnTo>
                  <a:pt x="247650" y="742950"/>
                </a:lnTo>
                <a:close/>
                <a:moveTo>
                  <a:pt x="76200" y="742950"/>
                </a:moveTo>
                <a:lnTo>
                  <a:pt x="85725" y="742950"/>
                </a:lnTo>
                <a:lnTo>
                  <a:pt x="85725" y="752475"/>
                </a:lnTo>
                <a:lnTo>
                  <a:pt x="76200" y="752475"/>
                </a:lnTo>
                <a:close/>
                <a:moveTo>
                  <a:pt x="66675" y="752475"/>
                </a:moveTo>
                <a:lnTo>
                  <a:pt x="76200" y="752475"/>
                </a:lnTo>
                <a:lnTo>
                  <a:pt x="76200" y="762000"/>
                </a:lnTo>
                <a:lnTo>
                  <a:pt x="66675" y="762000"/>
                </a:lnTo>
                <a:close/>
                <a:moveTo>
                  <a:pt x="66675" y="781050"/>
                </a:moveTo>
                <a:lnTo>
                  <a:pt x="76200" y="781050"/>
                </a:lnTo>
                <a:lnTo>
                  <a:pt x="76200" y="790575"/>
                </a:lnTo>
                <a:lnTo>
                  <a:pt x="66675" y="790575"/>
                </a:lnTo>
                <a:close/>
                <a:moveTo>
                  <a:pt x="85725" y="781050"/>
                </a:moveTo>
                <a:lnTo>
                  <a:pt x="95250" y="781050"/>
                </a:lnTo>
                <a:lnTo>
                  <a:pt x="95250" y="790575"/>
                </a:lnTo>
                <a:lnTo>
                  <a:pt x="85725" y="790575"/>
                </a:lnTo>
                <a:close/>
                <a:moveTo>
                  <a:pt x="200025" y="781050"/>
                </a:moveTo>
                <a:lnTo>
                  <a:pt x="209550" y="781050"/>
                </a:lnTo>
                <a:lnTo>
                  <a:pt x="209550" y="800100"/>
                </a:lnTo>
                <a:lnTo>
                  <a:pt x="190500" y="800100"/>
                </a:lnTo>
                <a:lnTo>
                  <a:pt x="190500" y="790575"/>
                </a:lnTo>
                <a:lnTo>
                  <a:pt x="200025" y="790575"/>
                </a:lnTo>
                <a:close/>
                <a:moveTo>
                  <a:pt x="180975" y="800100"/>
                </a:moveTo>
                <a:lnTo>
                  <a:pt x="190500" y="800100"/>
                </a:lnTo>
                <a:lnTo>
                  <a:pt x="190500" y="809625"/>
                </a:lnTo>
                <a:lnTo>
                  <a:pt x="180975" y="809625"/>
                </a:lnTo>
                <a:close/>
                <a:moveTo>
                  <a:pt x="123825" y="819150"/>
                </a:moveTo>
                <a:lnTo>
                  <a:pt x="133350" y="819150"/>
                </a:lnTo>
                <a:lnTo>
                  <a:pt x="133350" y="828675"/>
                </a:lnTo>
                <a:lnTo>
                  <a:pt x="123825" y="828675"/>
                </a:lnTo>
                <a:close/>
              </a:path>
            </a:pathLst>
          </a:custGeom>
          <a:solidFill xmlns:a="http://schemas.openxmlformats.org/drawingml/2006/main">
            <a:srgbClr val="EBEFE1"/>
          </a:solidFill>
          <a:ln xmlns:a="http://schemas.openxmlformats.org/drawingml/2006/main" w="0">
            <a:noFill/>
          </a:ln>
        </p:spPr>
      </p:sp>
      <p:sp>
        <p:nvSpPr>
          <p:cNvPr id="89" name="rocket vector #f0eee1">
            <a:extLst xmlns:a="http://schemas.openxmlformats.org/drawingml/2006/main">
              <a:ext uri="{FF2B5EF4-FFF2-40B4-BE49-F238E27FC236}">
                <a16:creationId xmlns:a16="http://schemas.microsoft.com/office/drawing/2014/main" id="{C8D9EA88-8118-49A5-9161-DF52A5A3F34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5550" y="1495425"/>
            <a:ext cx="1057275" cy="866775"/>
          </a:xfrm>
          <a:custGeom xmlns:a="http://schemas.openxmlformats.org/drawingml/2006/main">
            <a:pathLst>
              <a:path w="1057275" h="866775">
                <a:moveTo>
                  <a:pt x="381000" y="0"/>
                </a:moveTo>
                <a:lnTo>
                  <a:pt x="419100" y="0"/>
                </a:lnTo>
                <a:lnTo>
                  <a:pt x="419100" y="9525"/>
                </a:lnTo>
                <a:lnTo>
                  <a:pt x="409575" y="9525"/>
                </a:lnTo>
                <a:lnTo>
                  <a:pt x="409575" y="19050"/>
                </a:lnTo>
                <a:lnTo>
                  <a:pt x="400050" y="19050"/>
                </a:lnTo>
                <a:lnTo>
                  <a:pt x="400050" y="9525"/>
                </a:lnTo>
                <a:lnTo>
                  <a:pt x="381000" y="9525"/>
                </a:lnTo>
                <a:close/>
                <a:moveTo>
                  <a:pt x="104775" y="9525"/>
                </a:moveTo>
                <a:lnTo>
                  <a:pt x="123825" y="9525"/>
                </a:lnTo>
                <a:lnTo>
                  <a:pt x="123825" y="28575"/>
                </a:lnTo>
                <a:lnTo>
                  <a:pt x="95250" y="28575"/>
                </a:lnTo>
                <a:lnTo>
                  <a:pt x="95250" y="19050"/>
                </a:lnTo>
                <a:lnTo>
                  <a:pt x="104775" y="19050"/>
                </a:lnTo>
                <a:close/>
                <a:moveTo>
                  <a:pt x="266700" y="9525"/>
                </a:moveTo>
                <a:lnTo>
                  <a:pt x="285750" y="9525"/>
                </a:lnTo>
                <a:lnTo>
                  <a:pt x="285750" y="19050"/>
                </a:lnTo>
                <a:lnTo>
                  <a:pt x="276225" y="19050"/>
                </a:lnTo>
                <a:lnTo>
                  <a:pt x="276225" y="28575"/>
                </a:lnTo>
                <a:lnTo>
                  <a:pt x="266700" y="28575"/>
                </a:lnTo>
                <a:close/>
                <a:moveTo>
                  <a:pt x="76200" y="28575"/>
                </a:moveTo>
                <a:lnTo>
                  <a:pt x="95250" y="28575"/>
                </a:lnTo>
                <a:lnTo>
                  <a:pt x="95250" y="47625"/>
                </a:lnTo>
                <a:lnTo>
                  <a:pt x="85725" y="47625"/>
                </a:lnTo>
                <a:lnTo>
                  <a:pt x="85725" y="57150"/>
                </a:lnTo>
                <a:lnTo>
                  <a:pt x="76200" y="57150"/>
                </a:lnTo>
                <a:close/>
                <a:moveTo>
                  <a:pt x="495300" y="38100"/>
                </a:moveTo>
                <a:lnTo>
                  <a:pt x="504825" y="38100"/>
                </a:lnTo>
                <a:lnTo>
                  <a:pt x="504825" y="47625"/>
                </a:lnTo>
                <a:lnTo>
                  <a:pt x="495300" y="47625"/>
                </a:lnTo>
                <a:close/>
                <a:moveTo>
                  <a:pt x="352425" y="47625"/>
                </a:moveTo>
                <a:lnTo>
                  <a:pt x="381000" y="47625"/>
                </a:lnTo>
                <a:lnTo>
                  <a:pt x="381000" y="66675"/>
                </a:lnTo>
                <a:lnTo>
                  <a:pt x="352425" y="66675"/>
                </a:lnTo>
                <a:close/>
                <a:moveTo>
                  <a:pt x="476250" y="47625"/>
                </a:moveTo>
                <a:lnTo>
                  <a:pt x="495300" y="47625"/>
                </a:lnTo>
                <a:lnTo>
                  <a:pt x="495300" y="66675"/>
                </a:lnTo>
                <a:lnTo>
                  <a:pt x="476250" y="66675"/>
                </a:lnTo>
                <a:close/>
                <a:moveTo>
                  <a:pt x="619125" y="47625"/>
                </a:moveTo>
                <a:lnTo>
                  <a:pt x="628650" y="47625"/>
                </a:lnTo>
                <a:lnTo>
                  <a:pt x="628650" y="66675"/>
                </a:lnTo>
                <a:lnTo>
                  <a:pt x="619125" y="66675"/>
                </a:lnTo>
                <a:close/>
                <a:moveTo>
                  <a:pt x="638175" y="47625"/>
                </a:moveTo>
                <a:lnTo>
                  <a:pt x="647700" y="47625"/>
                </a:lnTo>
                <a:lnTo>
                  <a:pt x="647700" y="66675"/>
                </a:lnTo>
                <a:lnTo>
                  <a:pt x="638175" y="66675"/>
                </a:lnTo>
                <a:close/>
                <a:moveTo>
                  <a:pt x="695325" y="47625"/>
                </a:moveTo>
                <a:lnTo>
                  <a:pt x="704850" y="47625"/>
                </a:lnTo>
                <a:lnTo>
                  <a:pt x="704850" y="57150"/>
                </a:lnTo>
                <a:lnTo>
                  <a:pt x="695325" y="57150"/>
                </a:lnTo>
                <a:close/>
                <a:moveTo>
                  <a:pt x="219075" y="57150"/>
                </a:moveTo>
                <a:lnTo>
                  <a:pt x="228600" y="57150"/>
                </a:lnTo>
                <a:lnTo>
                  <a:pt x="228600" y="66675"/>
                </a:lnTo>
                <a:lnTo>
                  <a:pt x="219075" y="66675"/>
                </a:lnTo>
                <a:close/>
                <a:moveTo>
                  <a:pt x="552450" y="57150"/>
                </a:moveTo>
                <a:lnTo>
                  <a:pt x="590550" y="57150"/>
                </a:lnTo>
                <a:lnTo>
                  <a:pt x="590550" y="76200"/>
                </a:lnTo>
                <a:lnTo>
                  <a:pt x="581025" y="76200"/>
                </a:lnTo>
                <a:lnTo>
                  <a:pt x="581025" y="66675"/>
                </a:lnTo>
                <a:lnTo>
                  <a:pt x="552450" y="66675"/>
                </a:lnTo>
                <a:close/>
                <a:moveTo>
                  <a:pt x="714375" y="57150"/>
                </a:moveTo>
                <a:lnTo>
                  <a:pt x="733425" y="57150"/>
                </a:lnTo>
                <a:lnTo>
                  <a:pt x="733425" y="66675"/>
                </a:lnTo>
                <a:lnTo>
                  <a:pt x="742950" y="66675"/>
                </a:lnTo>
                <a:lnTo>
                  <a:pt x="742950" y="76200"/>
                </a:lnTo>
                <a:lnTo>
                  <a:pt x="752475" y="76200"/>
                </a:lnTo>
                <a:lnTo>
                  <a:pt x="752475" y="95250"/>
                </a:lnTo>
                <a:lnTo>
                  <a:pt x="771525" y="95250"/>
                </a:lnTo>
                <a:lnTo>
                  <a:pt x="771525" y="104775"/>
                </a:lnTo>
                <a:lnTo>
                  <a:pt x="742950" y="104775"/>
                </a:lnTo>
                <a:lnTo>
                  <a:pt x="742950" y="114300"/>
                </a:lnTo>
                <a:lnTo>
                  <a:pt x="723900" y="114300"/>
                </a:lnTo>
                <a:lnTo>
                  <a:pt x="723900" y="104775"/>
                </a:lnTo>
                <a:lnTo>
                  <a:pt x="714375" y="104775"/>
                </a:lnTo>
                <a:lnTo>
                  <a:pt x="714375" y="95250"/>
                </a:lnTo>
                <a:lnTo>
                  <a:pt x="723900" y="95250"/>
                </a:lnTo>
                <a:lnTo>
                  <a:pt x="723900" y="66675"/>
                </a:lnTo>
                <a:lnTo>
                  <a:pt x="714375" y="66675"/>
                </a:lnTo>
                <a:close/>
                <a:moveTo>
                  <a:pt x="228600" y="66675"/>
                </a:moveTo>
                <a:lnTo>
                  <a:pt x="257175" y="66675"/>
                </a:lnTo>
                <a:lnTo>
                  <a:pt x="257175" y="76200"/>
                </a:lnTo>
                <a:lnTo>
                  <a:pt x="266700" y="76200"/>
                </a:lnTo>
                <a:lnTo>
                  <a:pt x="266700" y="95250"/>
                </a:lnTo>
                <a:lnTo>
                  <a:pt x="276225" y="95250"/>
                </a:lnTo>
                <a:lnTo>
                  <a:pt x="276225" y="104775"/>
                </a:lnTo>
                <a:lnTo>
                  <a:pt x="285750" y="104775"/>
                </a:lnTo>
                <a:lnTo>
                  <a:pt x="285750" y="123825"/>
                </a:lnTo>
                <a:lnTo>
                  <a:pt x="276225" y="123825"/>
                </a:lnTo>
                <a:lnTo>
                  <a:pt x="276225" y="133350"/>
                </a:lnTo>
                <a:lnTo>
                  <a:pt x="238125" y="133350"/>
                </a:lnTo>
                <a:lnTo>
                  <a:pt x="238125" y="123825"/>
                </a:lnTo>
                <a:lnTo>
                  <a:pt x="219075" y="123825"/>
                </a:lnTo>
                <a:lnTo>
                  <a:pt x="219075" y="114300"/>
                </a:lnTo>
                <a:lnTo>
                  <a:pt x="209550" y="114300"/>
                </a:lnTo>
                <a:lnTo>
                  <a:pt x="209550" y="95250"/>
                </a:lnTo>
                <a:lnTo>
                  <a:pt x="219075" y="95250"/>
                </a:lnTo>
                <a:lnTo>
                  <a:pt x="219075" y="85725"/>
                </a:lnTo>
                <a:lnTo>
                  <a:pt x="228600" y="85725"/>
                </a:lnTo>
                <a:close/>
                <a:moveTo>
                  <a:pt x="495300" y="66675"/>
                </a:moveTo>
                <a:lnTo>
                  <a:pt x="504825" y="66675"/>
                </a:lnTo>
                <a:lnTo>
                  <a:pt x="504825" y="76200"/>
                </a:lnTo>
                <a:lnTo>
                  <a:pt x="495300" y="76200"/>
                </a:lnTo>
                <a:close/>
                <a:moveTo>
                  <a:pt x="514350" y="66675"/>
                </a:moveTo>
                <a:lnTo>
                  <a:pt x="533400" y="66675"/>
                </a:lnTo>
                <a:lnTo>
                  <a:pt x="533400" y="76200"/>
                </a:lnTo>
                <a:lnTo>
                  <a:pt x="514350" y="76200"/>
                </a:lnTo>
                <a:close/>
                <a:moveTo>
                  <a:pt x="47625" y="76200"/>
                </a:moveTo>
                <a:lnTo>
                  <a:pt x="76200" y="76200"/>
                </a:lnTo>
                <a:lnTo>
                  <a:pt x="76200" y="85725"/>
                </a:lnTo>
                <a:lnTo>
                  <a:pt x="47625" y="85725"/>
                </a:lnTo>
                <a:close/>
                <a:moveTo>
                  <a:pt x="285750" y="85725"/>
                </a:moveTo>
                <a:lnTo>
                  <a:pt x="295275" y="85725"/>
                </a:lnTo>
                <a:lnTo>
                  <a:pt x="295275" y="95250"/>
                </a:lnTo>
                <a:lnTo>
                  <a:pt x="285750" y="95250"/>
                </a:lnTo>
                <a:close/>
                <a:moveTo>
                  <a:pt x="495300" y="85725"/>
                </a:moveTo>
                <a:lnTo>
                  <a:pt x="504825" y="85725"/>
                </a:lnTo>
                <a:lnTo>
                  <a:pt x="504825" y="95250"/>
                </a:lnTo>
                <a:lnTo>
                  <a:pt x="495300" y="95250"/>
                </a:lnTo>
                <a:close/>
                <a:moveTo>
                  <a:pt x="228600" y="95250"/>
                </a:moveTo>
                <a:lnTo>
                  <a:pt x="238125" y="95250"/>
                </a:lnTo>
                <a:lnTo>
                  <a:pt x="238125" y="85725"/>
                </a:lnTo>
                <a:lnTo>
                  <a:pt x="228600" y="85725"/>
                </a:lnTo>
                <a:close/>
                <a:moveTo>
                  <a:pt x="352425" y="95250"/>
                </a:moveTo>
                <a:lnTo>
                  <a:pt x="361950" y="95250"/>
                </a:lnTo>
                <a:lnTo>
                  <a:pt x="361950" y="104775"/>
                </a:lnTo>
                <a:lnTo>
                  <a:pt x="352425" y="104775"/>
                </a:lnTo>
                <a:close/>
                <a:moveTo>
                  <a:pt x="466725" y="95250"/>
                </a:moveTo>
                <a:lnTo>
                  <a:pt x="495300" y="95250"/>
                </a:lnTo>
                <a:lnTo>
                  <a:pt x="495300" y="104775"/>
                </a:lnTo>
                <a:lnTo>
                  <a:pt x="466725" y="104775"/>
                </a:lnTo>
                <a:close/>
                <a:moveTo>
                  <a:pt x="47625" y="104775"/>
                </a:moveTo>
                <a:lnTo>
                  <a:pt x="57150" y="104775"/>
                </a:lnTo>
                <a:lnTo>
                  <a:pt x="57150" y="123825"/>
                </a:lnTo>
                <a:lnTo>
                  <a:pt x="47625" y="123825"/>
                </a:lnTo>
                <a:close/>
                <a:moveTo>
                  <a:pt x="180975" y="104775"/>
                </a:moveTo>
                <a:lnTo>
                  <a:pt x="200025" y="104775"/>
                </a:lnTo>
                <a:lnTo>
                  <a:pt x="200025" y="123825"/>
                </a:lnTo>
                <a:lnTo>
                  <a:pt x="180975" y="123825"/>
                </a:lnTo>
                <a:close/>
                <a:moveTo>
                  <a:pt x="457200" y="104775"/>
                </a:moveTo>
                <a:lnTo>
                  <a:pt x="466725" y="104775"/>
                </a:lnTo>
                <a:lnTo>
                  <a:pt x="466725" y="114300"/>
                </a:lnTo>
                <a:lnTo>
                  <a:pt x="457200" y="114300"/>
                </a:lnTo>
                <a:close/>
                <a:moveTo>
                  <a:pt x="419100" y="114300"/>
                </a:moveTo>
                <a:lnTo>
                  <a:pt x="457200" y="114300"/>
                </a:lnTo>
                <a:lnTo>
                  <a:pt x="457200" y="123825"/>
                </a:lnTo>
                <a:lnTo>
                  <a:pt x="438150" y="123825"/>
                </a:lnTo>
                <a:lnTo>
                  <a:pt x="438150" y="133350"/>
                </a:lnTo>
                <a:lnTo>
                  <a:pt x="428625" y="133350"/>
                </a:lnTo>
                <a:lnTo>
                  <a:pt x="428625" y="142875"/>
                </a:lnTo>
                <a:lnTo>
                  <a:pt x="419100" y="142875"/>
                </a:lnTo>
                <a:lnTo>
                  <a:pt x="419100" y="152400"/>
                </a:lnTo>
                <a:lnTo>
                  <a:pt x="409575" y="152400"/>
                </a:lnTo>
                <a:lnTo>
                  <a:pt x="409575" y="123825"/>
                </a:lnTo>
                <a:lnTo>
                  <a:pt x="419100" y="123825"/>
                </a:lnTo>
                <a:close/>
                <a:moveTo>
                  <a:pt x="819150" y="114300"/>
                </a:moveTo>
                <a:lnTo>
                  <a:pt x="828675" y="114300"/>
                </a:lnTo>
                <a:lnTo>
                  <a:pt x="828675" y="133350"/>
                </a:lnTo>
                <a:lnTo>
                  <a:pt x="819150" y="133350"/>
                </a:lnTo>
                <a:close/>
                <a:moveTo>
                  <a:pt x="342900" y="142875"/>
                </a:moveTo>
                <a:lnTo>
                  <a:pt x="361950" y="142875"/>
                </a:lnTo>
                <a:lnTo>
                  <a:pt x="361950" y="152400"/>
                </a:lnTo>
                <a:lnTo>
                  <a:pt x="371475" y="152400"/>
                </a:lnTo>
                <a:lnTo>
                  <a:pt x="371475" y="171450"/>
                </a:lnTo>
                <a:lnTo>
                  <a:pt x="361950" y="171450"/>
                </a:lnTo>
                <a:lnTo>
                  <a:pt x="361950" y="180975"/>
                </a:lnTo>
                <a:lnTo>
                  <a:pt x="352425" y="180975"/>
                </a:lnTo>
                <a:lnTo>
                  <a:pt x="352425" y="171450"/>
                </a:lnTo>
                <a:lnTo>
                  <a:pt x="342900" y="171450"/>
                </a:lnTo>
                <a:lnTo>
                  <a:pt x="342900" y="161925"/>
                </a:lnTo>
                <a:lnTo>
                  <a:pt x="333375" y="161925"/>
                </a:lnTo>
                <a:lnTo>
                  <a:pt x="333375" y="152400"/>
                </a:lnTo>
                <a:lnTo>
                  <a:pt x="342900" y="152400"/>
                </a:lnTo>
                <a:close/>
                <a:moveTo>
                  <a:pt x="57150" y="152400"/>
                </a:moveTo>
                <a:lnTo>
                  <a:pt x="76200" y="152400"/>
                </a:lnTo>
                <a:lnTo>
                  <a:pt x="76200" y="161925"/>
                </a:lnTo>
                <a:lnTo>
                  <a:pt x="57150" y="161925"/>
                </a:lnTo>
                <a:close/>
                <a:moveTo>
                  <a:pt x="314325" y="152400"/>
                </a:moveTo>
                <a:lnTo>
                  <a:pt x="323850" y="152400"/>
                </a:lnTo>
                <a:lnTo>
                  <a:pt x="323850" y="161925"/>
                </a:lnTo>
                <a:lnTo>
                  <a:pt x="314325" y="161925"/>
                </a:lnTo>
                <a:close/>
                <a:moveTo>
                  <a:pt x="390525" y="161925"/>
                </a:moveTo>
                <a:lnTo>
                  <a:pt x="400050" y="161925"/>
                </a:lnTo>
                <a:lnTo>
                  <a:pt x="400050" y="180975"/>
                </a:lnTo>
                <a:lnTo>
                  <a:pt x="390525" y="180975"/>
                </a:lnTo>
                <a:close/>
                <a:moveTo>
                  <a:pt x="923925" y="171450"/>
                </a:moveTo>
                <a:lnTo>
                  <a:pt x="952500" y="171450"/>
                </a:lnTo>
                <a:lnTo>
                  <a:pt x="952500" y="190500"/>
                </a:lnTo>
                <a:lnTo>
                  <a:pt x="942975" y="190500"/>
                </a:lnTo>
                <a:lnTo>
                  <a:pt x="942975" y="200025"/>
                </a:lnTo>
                <a:lnTo>
                  <a:pt x="904875" y="200025"/>
                </a:lnTo>
                <a:lnTo>
                  <a:pt x="904875" y="190500"/>
                </a:lnTo>
                <a:lnTo>
                  <a:pt x="914400" y="190500"/>
                </a:lnTo>
                <a:lnTo>
                  <a:pt x="914400" y="180975"/>
                </a:lnTo>
                <a:lnTo>
                  <a:pt x="923925" y="180975"/>
                </a:lnTo>
                <a:close/>
                <a:moveTo>
                  <a:pt x="371475" y="180975"/>
                </a:moveTo>
                <a:lnTo>
                  <a:pt x="381000" y="180975"/>
                </a:lnTo>
                <a:lnTo>
                  <a:pt x="381000" y="190500"/>
                </a:lnTo>
                <a:lnTo>
                  <a:pt x="371475" y="190500"/>
                </a:lnTo>
                <a:close/>
                <a:moveTo>
                  <a:pt x="295275" y="190500"/>
                </a:moveTo>
                <a:lnTo>
                  <a:pt x="333375" y="190500"/>
                </a:lnTo>
                <a:lnTo>
                  <a:pt x="333375" y="200025"/>
                </a:lnTo>
                <a:lnTo>
                  <a:pt x="342900" y="200025"/>
                </a:lnTo>
                <a:lnTo>
                  <a:pt x="342900" y="209550"/>
                </a:lnTo>
                <a:lnTo>
                  <a:pt x="323850" y="209550"/>
                </a:lnTo>
                <a:lnTo>
                  <a:pt x="323850" y="200025"/>
                </a:lnTo>
                <a:lnTo>
                  <a:pt x="295275" y="200025"/>
                </a:lnTo>
                <a:close/>
                <a:moveTo>
                  <a:pt x="838200" y="209550"/>
                </a:moveTo>
                <a:lnTo>
                  <a:pt x="847725" y="209550"/>
                </a:lnTo>
                <a:lnTo>
                  <a:pt x="847725" y="219075"/>
                </a:lnTo>
                <a:lnTo>
                  <a:pt x="838200" y="219075"/>
                </a:lnTo>
                <a:close/>
                <a:moveTo>
                  <a:pt x="723900" y="219075"/>
                </a:moveTo>
                <a:lnTo>
                  <a:pt x="742950" y="219075"/>
                </a:lnTo>
                <a:lnTo>
                  <a:pt x="742950" y="228600"/>
                </a:lnTo>
                <a:lnTo>
                  <a:pt x="733425" y="228600"/>
                </a:lnTo>
                <a:lnTo>
                  <a:pt x="733425" y="238125"/>
                </a:lnTo>
                <a:lnTo>
                  <a:pt x="723900" y="238125"/>
                </a:lnTo>
                <a:close/>
                <a:moveTo>
                  <a:pt x="1009650" y="228600"/>
                </a:moveTo>
                <a:lnTo>
                  <a:pt x="1028700" y="228600"/>
                </a:lnTo>
                <a:lnTo>
                  <a:pt x="1028700" y="247650"/>
                </a:lnTo>
                <a:lnTo>
                  <a:pt x="1009650" y="247650"/>
                </a:lnTo>
                <a:close/>
                <a:moveTo>
                  <a:pt x="76200" y="247650"/>
                </a:moveTo>
                <a:lnTo>
                  <a:pt x="95250" y="247650"/>
                </a:lnTo>
                <a:lnTo>
                  <a:pt x="95250" y="266700"/>
                </a:lnTo>
                <a:lnTo>
                  <a:pt x="85725" y="266700"/>
                </a:lnTo>
                <a:lnTo>
                  <a:pt x="85725" y="257175"/>
                </a:lnTo>
                <a:lnTo>
                  <a:pt x="76200" y="257175"/>
                </a:lnTo>
                <a:close/>
                <a:moveTo>
                  <a:pt x="209550" y="257175"/>
                </a:moveTo>
                <a:lnTo>
                  <a:pt x="228600" y="257175"/>
                </a:lnTo>
                <a:lnTo>
                  <a:pt x="228600" y="266700"/>
                </a:lnTo>
                <a:lnTo>
                  <a:pt x="209550" y="266700"/>
                </a:lnTo>
                <a:close/>
                <a:moveTo>
                  <a:pt x="152400" y="266700"/>
                </a:moveTo>
                <a:lnTo>
                  <a:pt x="161925" y="266700"/>
                </a:lnTo>
                <a:lnTo>
                  <a:pt x="161925" y="276225"/>
                </a:lnTo>
                <a:lnTo>
                  <a:pt x="152400" y="276225"/>
                </a:lnTo>
                <a:close/>
                <a:moveTo>
                  <a:pt x="209550" y="276225"/>
                </a:moveTo>
                <a:lnTo>
                  <a:pt x="219075" y="276225"/>
                </a:lnTo>
                <a:lnTo>
                  <a:pt x="219075" y="285750"/>
                </a:lnTo>
                <a:lnTo>
                  <a:pt x="209550" y="285750"/>
                </a:lnTo>
                <a:close/>
                <a:moveTo>
                  <a:pt x="85725" y="285750"/>
                </a:moveTo>
                <a:lnTo>
                  <a:pt x="95250" y="285750"/>
                </a:lnTo>
                <a:lnTo>
                  <a:pt x="95250" y="304800"/>
                </a:lnTo>
                <a:lnTo>
                  <a:pt x="85725" y="304800"/>
                </a:lnTo>
                <a:close/>
                <a:moveTo>
                  <a:pt x="133350" y="285750"/>
                </a:moveTo>
                <a:lnTo>
                  <a:pt x="142875" y="285750"/>
                </a:lnTo>
                <a:lnTo>
                  <a:pt x="142875" y="295275"/>
                </a:lnTo>
                <a:lnTo>
                  <a:pt x="133350" y="295275"/>
                </a:lnTo>
                <a:close/>
                <a:moveTo>
                  <a:pt x="200025" y="304800"/>
                </a:moveTo>
                <a:lnTo>
                  <a:pt x="209550" y="304800"/>
                </a:lnTo>
                <a:lnTo>
                  <a:pt x="209550" y="323850"/>
                </a:lnTo>
                <a:lnTo>
                  <a:pt x="200025" y="323850"/>
                </a:lnTo>
                <a:close/>
                <a:moveTo>
                  <a:pt x="190500" y="323850"/>
                </a:moveTo>
                <a:lnTo>
                  <a:pt x="200025" y="323850"/>
                </a:lnTo>
                <a:lnTo>
                  <a:pt x="200025" y="333375"/>
                </a:lnTo>
                <a:lnTo>
                  <a:pt x="190500" y="333375"/>
                </a:lnTo>
                <a:close/>
                <a:moveTo>
                  <a:pt x="723900" y="323850"/>
                </a:moveTo>
                <a:lnTo>
                  <a:pt x="733425" y="323850"/>
                </a:lnTo>
                <a:lnTo>
                  <a:pt x="733425" y="333375"/>
                </a:lnTo>
                <a:lnTo>
                  <a:pt x="742950" y="333375"/>
                </a:lnTo>
                <a:lnTo>
                  <a:pt x="742950" y="342900"/>
                </a:lnTo>
                <a:lnTo>
                  <a:pt x="752475" y="342900"/>
                </a:lnTo>
                <a:lnTo>
                  <a:pt x="752475" y="352425"/>
                </a:lnTo>
                <a:lnTo>
                  <a:pt x="742950" y="352425"/>
                </a:lnTo>
                <a:lnTo>
                  <a:pt x="742950" y="361950"/>
                </a:lnTo>
                <a:lnTo>
                  <a:pt x="733425" y="361950"/>
                </a:lnTo>
                <a:lnTo>
                  <a:pt x="733425" y="352425"/>
                </a:lnTo>
                <a:lnTo>
                  <a:pt x="723900" y="352425"/>
                </a:lnTo>
                <a:close/>
                <a:moveTo>
                  <a:pt x="180975" y="333375"/>
                </a:moveTo>
                <a:lnTo>
                  <a:pt x="190500" y="333375"/>
                </a:lnTo>
                <a:lnTo>
                  <a:pt x="190500" y="352425"/>
                </a:lnTo>
                <a:lnTo>
                  <a:pt x="180975" y="352425"/>
                </a:lnTo>
                <a:close/>
                <a:moveTo>
                  <a:pt x="38100" y="352425"/>
                </a:moveTo>
                <a:lnTo>
                  <a:pt x="57150" y="352425"/>
                </a:lnTo>
                <a:lnTo>
                  <a:pt x="57150" y="361950"/>
                </a:lnTo>
                <a:lnTo>
                  <a:pt x="66675" y="361950"/>
                </a:lnTo>
                <a:lnTo>
                  <a:pt x="66675" y="371475"/>
                </a:lnTo>
                <a:lnTo>
                  <a:pt x="38100" y="371475"/>
                </a:lnTo>
                <a:close/>
                <a:moveTo>
                  <a:pt x="190500" y="352425"/>
                </a:moveTo>
                <a:lnTo>
                  <a:pt x="200025" y="352425"/>
                </a:lnTo>
                <a:lnTo>
                  <a:pt x="200025" y="361950"/>
                </a:lnTo>
                <a:lnTo>
                  <a:pt x="190500" y="361950"/>
                </a:lnTo>
                <a:close/>
                <a:moveTo>
                  <a:pt x="200025" y="361950"/>
                </a:moveTo>
                <a:lnTo>
                  <a:pt x="238125" y="361950"/>
                </a:lnTo>
                <a:lnTo>
                  <a:pt x="238125" y="371475"/>
                </a:lnTo>
                <a:lnTo>
                  <a:pt x="200025" y="371475"/>
                </a:lnTo>
                <a:close/>
                <a:moveTo>
                  <a:pt x="247650" y="381000"/>
                </a:moveTo>
                <a:lnTo>
                  <a:pt x="276225" y="381000"/>
                </a:lnTo>
                <a:lnTo>
                  <a:pt x="276225" y="400050"/>
                </a:lnTo>
                <a:lnTo>
                  <a:pt x="247650" y="400050"/>
                </a:lnTo>
                <a:close/>
                <a:moveTo>
                  <a:pt x="990600" y="390525"/>
                </a:moveTo>
                <a:lnTo>
                  <a:pt x="1000125" y="390525"/>
                </a:lnTo>
                <a:lnTo>
                  <a:pt x="1000125" y="400050"/>
                </a:lnTo>
                <a:lnTo>
                  <a:pt x="990600" y="400050"/>
                </a:lnTo>
                <a:close/>
                <a:moveTo>
                  <a:pt x="590550" y="400050"/>
                </a:moveTo>
                <a:lnTo>
                  <a:pt x="609600" y="400050"/>
                </a:lnTo>
                <a:lnTo>
                  <a:pt x="609600" y="428625"/>
                </a:lnTo>
                <a:lnTo>
                  <a:pt x="600075" y="428625"/>
                </a:lnTo>
                <a:lnTo>
                  <a:pt x="600075" y="419100"/>
                </a:lnTo>
                <a:lnTo>
                  <a:pt x="590550" y="419100"/>
                </a:lnTo>
                <a:close/>
                <a:moveTo>
                  <a:pt x="638175" y="409575"/>
                </a:moveTo>
                <a:lnTo>
                  <a:pt x="647700" y="409575"/>
                </a:lnTo>
                <a:lnTo>
                  <a:pt x="647700" y="419100"/>
                </a:lnTo>
                <a:lnTo>
                  <a:pt x="638175" y="419100"/>
                </a:lnTo>
                <a:close/>
                <a:moveTo>
                  <a:pt x="1047750" y="409575"/>
                </a:moveTo>
                <a:lnTo>
                  <a:pt x="1057275" y="409575"/>
                </a:lnTo>
                <a:lnTo>
                  <a:pt x="1057275" y="438150"/>
                </a:lnTo>
                <a:lnTo>
                  <a:pt x="1047750" y="438150"/>
                </a:lnTo>
                <a:close/>
                <a:moveTo>
                  <a:pt x="638175" y="428625"/>
                </a:moveTo>
                <a:lnTo>
                  <a:pt x="647700" y="428625"/>
                </a:lnTo>
                <a:lnTo>
                  <a:pt x="647700" y="438150"/>
                </a:lnTo>
                <a:lnTo>
                  <a:pt x="638175" y="438150"/>
                </a:lnTo>
                <a:close/>
                <a:moveTo>
                  <a:pt x="238125" y="438150"/>
                </a:moveTo>
                <a:lnTo>
                  <a:pt x="247650" y="438150"/>
                </a:lnTo>
                <a:lnTo>
                  <a:pt x="247650" y="447675"/>
                </a:lnTo>
                <a:lnTo>
                  <a:pt x="238125" y="447675"/>
                </a:lnTo>
                <a:close/>
                <a:moveTo>
                  <a:pt x="600075" y="438150"/>
                </a:moveTo>
                <a:lnTo>
                  <a:pt x="609600" y="438150"/>
                </a:lnTo>
                <a:lnTo>
                  <a:pt x="609600" y="447675"/>
                </a:lnTo>
                <a:lnTo>
                  <a:pt x="600075" y="447675"/>
                </a:lnTo>
                <a:close/>
                <a:moveTo>
                  <a:pt x="609600" y="447675"/>
                </a:moveTo>
                <a:lnTo>
                  <a:pt x="619125" y="447675"/>
                </a:lnTo>
                <a:lnTo>
                  <a:pt x="619125" y="457200"/>
                </a:lnTo>
                <a:lnTo>
                  <a:pt x="609600" y="457200"/>
                </a:lnTo>
                <a:close/>
                <a:moveTo>
                  <a:pt x="638175" y="447675"/>
                </a:moveTo>
                <a:lnTo>
                  <a:pt x="647700" y="447675"/>
                </a:lnTo>
                <a:lnTo>
                  <a:pt x="647700" y="457200"/>
                </a:lnTo>
                <a:lnTo>
                  <a:pt x="638175" y="457200"/>
                </a:lnTo>
                <a:close/>
                <a:moveTo>
                  <a:pt x="209550" y="457200"/>
                </a:moveTo>
                <a:lnTo>
                  <a:pt x="219075" y="457200"/>
                </a:lnTo>
                <a:lnTo>
                  <a:pt x="219075" y="485775"/>
                </a:lnTo>
                <a:lnTo>
                  <a:pt x="200025" y="485775"/>
                </a:lnTo>
                <a:lnTo>
                  <a:pt x="200025" y="466725"/>
                </a:lnTo>
                <a:lnTo>
                  <a:pt x="209550" y="466725"/>
                </a:lnTo>
                <a:close/>
                <a:moveTo>
                  <a:pt x="152400" y="476250"/>
                </a:moveTo>
                <a:lnTo>
                  <a:pt x="180975" y="476250"/>
                </a:lnTo>
                <a:lnTo>
                  <a:pt x="180975" y="495300"/>
                </a:lnTo>
                <a:lnTo>
                  <a:pt x="171450" y="495300"/>
                </a:lnTo>
                <a:lnTo>
                  <a:pt x="171450" y="504825"/>
                </a:lnTo>
                <a:lnTo>
                  <a:pt x="142875" y="504825"/>
                </a:lnTo>
                <a:lnTo>
                  <a:pt x="142875" y="495300"/>
                </a:lnTo>
                <a:lnTo>
                  <a:pt x="152400" y="495300"/>
                </a:lnTo>
                <a:close/>
                <a:moveTo>
                  <a:pt x="190500" y="485775"/>
                </a:moveTo>
                <a:lnTo>
                  <a:pt x="200025" y="485775"/>
                </a:lnTo>
                <a:lnTo>
                  <a:pt x="200025" y="495300"/>
                </a:lnTo>
                <a:lnTo>
                  <a:pt x="190500" y="495300"/>
                </a:lnTo>
                <a:close/>
                <a:moveTo>
                  <a:pt x="962025" y="485775"/>
                </a:moveTo>
                <a:lnTo>
                  <a:pt x="971550" y="485775"/>
                </a:lnTo>
                <a:lnTo>
                  <a:pt x="971550" y="495300"/>
                </a:lnTo>
                <a:lnTo>
                  <a:pt x="962025" y="495300"/>
                </a:lnTo>
                <a:close/>
                <a:moveTo>
                  <a:pt x="200025" y="504825"/>
                </a:moveTo>
                <a:lnTo>
                  <a:pt x="209550" y="504825"/>
                </a:lnTo>
                <a:lnTo>
                  <a:pt x="209550" y="514350"/>
                </a:lnTo>
                <a:lnTo>
                  <a:pt x="200025" y="514350"/>
                </a:lnTo>
                <a:close/>
                <a:moveTo>
                  <a:pt x="895350" y="504825"/>
                </a:moveTo>
                <a:lnTo>
                  <a:pt x="904875" y="504825"/>
                </a:lnTo>
                <a:lnTo>
                  <a:pt x="904875" y="514350"/>
                </a:lnTo>
                <a:lnTo>
                  <a:pt x="895350" y="514350"/>
                </a:lnTo>
                <a:close/>
                <a:moveTo>
                  <a:pt x="962025" y="504825"/>
                </a:moveTo>
                <a:lnTo>
                  <a:pt x="971550" y="504825"/>
                </a:lnTo>
                <a:lnTo>
                  <a:pt x="971550" y="514350"/>
                </a:lnTo>
                <a:lnTo>
                  <a:pt x="962025" y="514350"/>
                </a:lnTo>
                <a:close/>
                <a:moveTo>
                  <a:pt x="209550" y="514350"/>
                </a:moveTo>
                <a:lnTo>
                  <a:pt x="219075" y="514350"/>
                </a:lnTo>
                <a:lnTo>
                  <a:pt x="219075" y="533400"/>
                </a:lnTo>
                <a:lnTo>
                  <a:pt x="209550" y="533400"/>
                </a:lnTo>
                <a:close/>
                <a:moveTo>
                  <a:pt x="809625" y="514350"/>
                </a:moveTo>
                <a:lnTo>
                  <a:pt x="828675" y="514350"/>
                </a:lnTo>
                <a:lnTo>
                  <a:pt x="828675" y="533400"/>
                </a:lnTo>
                <a:lnTo>
                  <a:pt x="819150" y="533400"/>
                </a:lnTo>
                <a:lnTo>
                  <a:pt x="819150" y="523875"/>
                </a:lnTo>
                <a:lnTo>
                  <a:pt x="809625" y="523875"/>
                </a:lnTo>
                <a:close/>
                <a:moveTo>
                  <a:pt x="142875" y="533400"/>
                </a:moveTo>
                <a:lnTo>
                  <a:pt x="152400" y="533400"/>
                </a:lnTo>
                <a:lnTo>
                  <a:pt x="152400" y="542925"/>
                </a:lnTo>
                <a:lnTo>
                  <a:pt x="142875" y="542925"/>
                </a:lnTo>
                <a:close/>
                <a:moveTo>
                  <a:pt x="952500" y="533400"/>
                </a:moveTo>
                <a:lnTo>
                  <a:pt x="1009650" y="533400"/>
                </a:lnTo>
                <a:lnTo>
                  <a:pt x="1009650" y="542925"/>
                </a:lnTo>
                <a:lnTo>
                  <a:pt x="1019175" y="542925"/>
                </a:lnTo>
                <a:lnTo>
                  <a:pt x="1019175" y="561975"/>
                </a:lnTo>
                <a:lnTo>
                  <a:pt x="1009650" y="561975"/>
                </a:lnTo>
                <a:lnTo>
                  <a:pt x="1009650" y="600075"/>
                </a:lnTo>
                <a:lnTo>
                  <a:pt x="981075" y="600075"/>
                </a:lnTo>
                <a:lnTo>
                  <a:pt x="981075" y="571500"/>
                </a:lnTo>
                <a:lnTo>
                  <a:pt x="990600" y="571500"/>
                </a:lnTo>
                <a:lnTo>
                  <a:pt x="990600" y="552450"/>
                </a:lnTo>
                <a:lnTo>
                  <a:pt x="981075" y="552450"/>
                </a:lnTo>
                <a:lnTo>
                  <a:pt x="981075" y="542925"/>
                </a:lnTo>
                <a:lnTo>
                  <a:pt x="962025" y="542925"/>
                </a:lnTo>
                <a:lnTo>
                  <a:pt x="962025" y="552450"/>
                </a:lnTo>
                <a:lnTo>
                  <a:pt x="952500" y="552450"/>
                </a:lnTo>
                <a:close/>
                <a:moveTo>
                  <a:pt x="819150" y="542925"/>
                </a:moveTo>
                <a:lnTo>
                  <a:pt x="828675" y="542925"/>
                </a:lnTo>
                <a:lnTo>
                  <a:pt x="828675" y="561975"/>
                </a:lnTo>
                <a:lnTo>
                  <a:pt x="819150" y="561975"/>
                </a:lnTo>
                <a:lnTo>
                  <a:pt x="819150" y="571500"/>
                </a:lnTo>
                <a:lnTo>
                  <a:pt x="800100" y="571500"/>
                </a:lnTo>
                <a:lnTo>
                  <a:pt x="800100" y="561975"/>
                </a:lnTo>
                <a:lnTo>
                  <a:pt x="809625" y="561975"/>
                </a:lnTo>
                <a:lnTo>
                  <a:pt x="809625" y="552450"/>
                </a:lnTo>
                <a:lnTo>
                  <a:pt x="819150" y="552450"/>
                </a:lnTo>
                <a:close/>
                <a:moveTo>
                  <a:pt x="114300" y="552450"/>
                </a:moveTo>
                <a:lnTo>
                  <a:pt x="123825" y="552450"/>
                </a:lnTo>
                <a:lnTo>
                  <a:pt x="123825" y="561975"/>
                </a:lnTo>
                <a:lnTo>
                  <a:pt x="114300" y="561975"/>
                </a:lnTo>
                <a:close/>
                <a:moveTo>
                  <a:pt x="180975" y="552450"/>
                </a:moveTo>
                <a:lnTo>
                  <a:pt x="200025" y="552450"/>
                </a:lnTo>
                <a:lnTo>
                  <a:pt x="200025" y="561975"/>
                </a:lnTo>
                <a:lnTo>
                  <a:pt x="180975" y="561975"/>
                </a:lnTo>
                <a:close/>
                <a:moveTo>
                  <a:pt x="771525" y="552450"/>
                </a:moveTo>
                <a:lnTo>
                  <a:pt x="790575" y="552450"/>
                </a:lnTo>
                <a:lnTo>
                  <a:pt x="790575" y="561975"/>
                </a:lnTo>
                <a:lnTo>
                  <a:pt x="781050" y="561975"/>
                </a:lnTo>
                <a:lnTo>
                  <a:pt x="781050" y="581025"/>
                </a:lnTo>
                <a:lnTo>
                  <a:pt x="762000" y="581025"/>
                </a:lnTo>
                <a:lnTo>
                  <a:pt x="762000" y="571500"/>
                </a:lnTo>
                <a:lnTo>
                  <a:pt x="771525" y="571500"/>
                </a:lnTo>
                <a:close/>
                <a:moveTo>
                  <a:pt x="161925" y="561975"/>
                </a:moveTo>
                <a:lnTo>
                  <a:pt x="180975" y="561975"/>
                </a:lnTo>
                <a:lnTo>
                  <a:pt x="180975" y="571500"/>
                </a:lnTo>
                <a:lnTo>
                  <a:pt x="209550" y="571500"/>
                </a:lnTo>
                <a:lnTo>
                  <a:pt x="209550" y="590550"/>
                </a:lnTo>
                <a:lnTo>
                  <a:pt x="190500" y="590550"/>
                </a:lnTo>
                <a:lnTo>
                  <a:pt x="190500" y="600075"/>
                </a:lnTo>
                <a:lnTo>
                  <a:pt x="180975" y="600075"/>
                </a:lnTo>
                <a:lnTo>
                  <a:pt x="180975" y="590550"/>
                </a:lnTo>
                <a:lnTo>
                  <a:pt x="171450" y="590550"/>
                </a:lnTo>
                <a:lnTo>
                  <a:pt x="171450" y="581025"/>
                </a:lnTo>
                <a:lnTo>
                  <a:pt x="161925" y="581025"/>
                </a:lnTo>
                <a:close/>
                <a:moveTo>
                  <a:pt x="142875" y="571500"/>
                </a:moveTo>
                <a:lnTo>
                  <a:pt x="152400" y="571500"/>
                </a:lnTo>
                <a:lnTo>
                  <a:pt x="152400" y="600075"/>
                </a:lnTo>
                <a:lnTo>
                  <a:pt x="142875" y="600075"/>
                </a:lnTo>
                <a:lnTo>
                  <a:pt x="142875" y="609600"/>
                </a:lnTo>
                <a:lnTo>
                  <a:pt x="133350" y="609600"/>
                </a:lnTo>
                <a:lnTo>
                  <a:pt x="133350" y="581025"/>
                </a:lnTo>
                <a:lnTo>
                  <a:pt x="142875" y="581025"/>
                </a:lnTo>
                <a:close/>
                <a:moveTo>
                  <a:pt x="914400" y="581025"/>
                </a:moveTo>
                <a:lnTo>
                  <a:pt x="923925" y="581025"/>
                </a:lnTo>
                <a:lnTo>
                  <a:pt x="923925" y="590550"/>
                </a:lnTo>
                <a:lnTo>
                  <a:pt x="914400" y="590550"/>
                </a:lnTo>
                <a:close/>
                <a:moveTo>
                  <a:pt x="923925" y="590550"/>
                </a:moveTo>
                <a:lnTo>
                  <a:pt x="933450" y="590550"/>
                </a:lnTo>
                <a:lnTo>
                  <a:pt x="933450" y="609600"/>
                </a:lnTo>
                <a:lnTo>
                  <a:pt x="923925" y="609600"/>
                </a:lnTo>
                <a:close/>
                <a:moveTo>
                  <a:pt x="942975" y="600075"/>
                </a:moveTo>
                <a:lnTo>
                  <a:pt x="952500" y="600075"/>
                </a:lnTo>
                <a:lnTo>
                  <a:pt x="952500" y="609600"/>
                </a:lnTo>
                <a:lnTo>
                  <a:pt x="942975" y="609600"/>
                </a:lnTo>
                <a:close/>
                <a:moveTo>
                  <a:pt x="152400" y="609600"/>
                </a:moveTo>
                <a:lnTo>
                  <a:pt x="161925" y="609600"/>
                </a:lnTo>
                <a:lnTo>
                  <a:pt x="161925" y="619125"/>
                </a:lnTo>
                <a:lnTo>
                  <a:pt x="152400" y="619125"/>
                </a:lnTo>
                <a:close/>
                <a:moveTo>
                  <a:pt x="933450" y="609600"/>
                </a:moveTo>
                <a:lnTo>
                  <a:pt x="942975" y="609600"/>
                </a:lnTo>
                <a:lnTo>
                  <a:pt x="942975" y="628650"/>
                </a:lnTo>
                <a:lnTo>
                  <a:pt x="933450" y="628650"/>
                </a:lnTo>
                <a:close/>
                <a:moveTo>
                  <a:pt x="142875" y="619125"/>
                </a:moveTo>
                <a:lnTo>
                  <a:pt x="152400" y="619125"/>
                </a:lnTo>
                <a:lnTo>
                  <a:pt x="152400" y="628650"/>
                </a:lnTo>
                <a:lnTo>
                  <a:pt x="142875" y="628650"/>
                </a:lnTo>
                <a:close/>
                <a:moveTo>
                  <a:pt x="123825" y="647700"/>
                </a:moveTo>
                <a:lnTo>
                  <a:pt x="152400" y="647700"/>
                </a:lnTo>
                <a:lnTo>
                  <a:pt x="152400" y="657225"/>
                </a:lnTo>
                <a:lnTo>
                  <a:pt x="133350" y="657225"/>
                </a:lnTo>
                <a:lnTo>
                  <a:pt x="133350" y="666750"/>
                </a:lnTo>
                <a:lnTo>
                  <a:pt x="123825" y="666750"/>
                </a:lnTo>
                <a:close/>
                <a:moveTo>
                  <a:pt x="114300" y="666750"/>
                </a:moveTo>
                <a:lnTo>
                  <a:pt x="123825" y="666750"/>
                </a:lnTo>
                <a:lnTo>
                  <a:pt x="123825" y="676275"/>
                </a:lnTo>
                <a:lnTo>
                  <a:pt x="114300" y="676275"/>
                </a:lnTo>
                <a:close/>
                <a:moveTo>
                  <a:pt x="657225" y="666750"/>
                </a:moveTo>
                <a:lnTo>
                  <a:pt x="666750" y="666750"/>
                </a:lnTo>
                <a:lnTo>
                  <a:pt x="666750" y="676275"/>
                </a:lnTo>
                <a:lnTo>
                  <a:pt x="657225" y="676275"/>
                </a:lnTo>
                <a:close/>
                <a:moveTo>
                  <a:pt x="647700" y="676275"/>
                </a:moveTo>
                <a:lnTo>
                  <a:pt x="657225" y="676275"/>
                </a:lnTo>
                <a:lnTo>
                  <a:pt x="657225" y="685800"/>
                </a:lnTo>
                <a:lnTo>
                  <a:pt x="647700" y="685800"/>
                </a:lnTo>
                <a:close/>
                <a:moveTo>
                  <a:pt x="85725" y="685800"/>
                </a:moveTo>
                <a:lnTo>
                  <a:pt x="95250" y="685800"/>
                </a:lnTo>
                <a:lnTo>
                  <a:pt x="95250" y="695325"/>
                </a:lnTo>
                <a:lnTo>
                  <a:pt x="85725" y="695325"/>
                </a:lnTo>
                <a:close/>
                <a:moveTo>
                  <a:pt x="628650" y="685800"/>
                </a:moveTo>
                <a:lnTo>
                  <a:pt x="647700" y="685800"/>
                </a:lnTo>
                <a:lnTo>
                  <a:pt x="647700" y="695325"/>
                </a:lnTo>
                <a:lnTo>
                  <a:pt x="628650" y="695325"/>
                </a:lnTo>
                <a:close/>
                <a:moveTo>
                  <a:pt x="619125" y="695325"/>
                </a:moveTo>
                <a:lnTo>
                  <a:pt x="628650" y="695325"/>
                </a:lnTo>
                <a:lnTo>
                  <a:pt x="628650" y="704850"/>
                </a:lnTo>
                <a:lnTo>
                  <a:pt x="619125" y="704850"/>
                </a:lnTo>
                <a:close/>
                <a:moveTo>
                  <a:pt x="66675" y="704850"/>
                </a:moveTo>
                <a:lnTo>
                  <a:pt x="85725" y="704850"/>
                </a:lnTo>
                <a:lnTo>
                  <a:pt x="85725" y="714375"/>
                </a:lnTo>
                <a:lnTo>
                  <a:pt x="76200" y="714375"/>
                </a:lnTo>
                <a:lnTo>
                  <a:pt x="76200" y="733425"/>
                </a:lnTo>
                <a:lnTo>
                  <a:pt x="66675" y="733425"/>
                </a:lnTo>
                <a:close/>
                <a:moveTo>
                  <a:pt x="495300" y="733425"/>
                </a:moveTo>
                <a:lnTo>
                  <a:pt x="504825" y="733425"/>
                </a:lnTo>
                <a:lnTo>
                  <a:pt x="504825" y="742950"/>
                </a:lnTo>
                <a:lnTo>
                  <a:pt x="495300" y="742950"/>
                </a:lnTo>
                <a:close/>
                <a:moveTo>
                  <a:pt x="523875" y="733425"/>
                </a:moveTo>
                <a:lnTo>
                  <a:pt x="533400" y="733425"/>
                </a:lnTo>
                <a:lnTo>
                  <a:pt x="533400" y="742950"/>
                </a:lnTo>
                <a:lnTo>
                  <a:pt x="542925" y="742950"/>
                </a:lnTo>
                <a:lnTo>
                  <a:pt x="542925" y="762000"/>
                </a:lnTo>
                <a:lnTo>
                  <a:pt x="523875" y="762000"/>
                </a:lnTo>
                <a:lnTo>
                  <a:pt x="523875" y="752475"/>
                </a:lnTo>
                <a:lnTo>
                  <a:pt x="514350" y="752475"/>
                </a:lnTo>
                <a:lnTo>
                  <a:pt x="514350" y="742950"/>
                </a:lnTo>
                <a:lnTo>
                  <a:pt x="523875" y="742950"/>
                </a:lnTo>
                <a:close/>
                <a:moveTo>
                  <a:pt x="47625" y="752475"/>
                </a:moveTo>
                <a:lnTo>
                  <a:pt x="66675" y="752475"/>
                </a:lnTo>
                <a:lnTo>
                  <a:pt x="66675" y="771525"/>
                </a:lnTo>
                <a:lnTo>
                  <a:pt x="57150" y="771525"/>
                </a:lnTo>
                <a:lnTo>
                  <a:pt x="57150" y="790575"/>
                </a:lnTo>
                <a:lnTo>
                  <a:pt x="76200" y="790575"/>
                </a:lnTo>
                <a:lnTo>
                  <a:pt x="76200" y="800100"/>
                </a:lnTo>
                <a:lnTo>
                  <a:pt x="38100" y="800100"/>
                </a:lnTo>
                <a:lnTo>
                  <a:pt x="38100" y="790575"/>
                </a:lnTo>
                <a:lnTo>
                  <a:pt x="47625" y="790575"/>
                </a:lnTo>
                <a:close/>
                <a:moveTo>
                  <a:pt x="885825" y="752475"/>
                </a:moveTo>
                <a:lnTo>
                  <a:pt x="904875" y="752475"/>
                </a:lnTo>
                <a:lnTo>
                  <a:pt x="904875" y="781050"/>
                </a:lnTo>
                <a:lnTo>
                  <a:pt x="895350" y="781050"/>
                </a:lnTo>
                <a:lnTo>
                  <a:pt x="895350" y="790575"/>
                </a:lnTo>
                <a:lnTo>
                  <a:pt x="885825" y="790575"/>
                </a:lnTo>
                <a:lnTo>
                  <a:pt x="885825" y="771525"/>
                </a:lnTo>
                <a:lnTo>
                  <a:pt x="876300" y="771525"/>
                </a:lnTo>
                <a:lnTo>
                  <a:pt x="876300" y="762000"/>
                </a:lnTo>
                <a:lnTo>
                  <a:pt x="885825" y="762000"/>
                </a:lnTo>
                <a:close/>
                <a:moveTo>
                  <a:pt x="247650" y="762000"/>
                </a:moveTo>
                <a:lnTo>
                  <a:pt x="257175" y="762000"/>
                </a:lnTo>
                <a:lnTo>
                  <a:pt x="257175" y="771525"/>
                </a:lnTo>
                <a:lnTo>
                  <a:pt x="247650" y="771525"/>
                </a:lnTo>
                <a:close/>
                <a:moveTo>
                  <a:pt x="238125" y="771525"/>
                </a:moveTo>
                <a:lnTo>
                  <a:pt x="247650" y="771525"/>
                </a:lnTo>
                <a:lnTo>
                  <a:pt x="247650" y="781050"/>
                </a:lnTo>
                <a:lnTo>
                  <a:pt x="238125" y="781050"/>
                </a:lnTo>
                <a:close/>
                <a:moveTo>
                  <a:pt x="76200" y="800100"/>
                </a:moveTo>
                <a:lnTo>
                  <a:pt x="85725" y="800100"/>
                </a:lnTo>
                <a:lnTo>
                  <a:pt x="85725" y="809625"/>
                </a:lnTo>
                <a:lnTo>
                  <a:pt x="95250" y="809625"/>
                </a:lnTo>
                <a:lnTo>
                  <a:pt x="95250" y="819150"/>
                </a:lnTo>
                <a:lnTo>
                  <a:pt x="76200" y="819150"/>
                </a:lnTo>
                <a:close/>
                <a:moveTo>
                  <a:pt x="1009650" y="800100"/>
                </a:moveTo>
                <a:lnTo>
                  <a:pt x="1028700" y="800100"/>
                </a:lnTo>
                <a:lnTo>
                  <a:pt x="1028700" y="819150"/>
                </a:lnTo>
                <a:lnTo>
                  <a:pt x="1009650" y="819150"/>
                </a:lnTo>
                <a:close/>
                <a:moveTo>
                  <a:pt x="95250" y="828675"/>
                </a:moveTo>
                <a:lnTo>
                  <a:pt x="114300" y="828675"/>
                </a:lnTo>
                <a:lnTo>
                  <a:pt x="114300" y="838200"/>
                </a:lnTo>
                <a:lnTo>
                  <a:pt x="133350" y="838200"/>
                </a:lnTo>
                <a:lnTo>
                  <a:pt x="133350" y="828675"/>
                </a:lnTo>
                <a:lnTo>
                  <a:pt x="142875" y="828675"/>
                </a:lnTo>
                <a:lnTo>
                  <a:pt x="142875" y="838200"/>
                </a:lnTo>
                <a:lnTo>
                  <a:pt x="133350" y="838200"/>
                </a:lnTo>
                <a:lnTo>
                  <a:pt x="133350" y="847725"/>
                </a:lnTo>
                <a:lnTo>
                  <a:pt x="161925" y="847725"/>
                </a:lnTo>
                <a:lnTo>
                  <a:pt x="161925" y="838200"/>
                </a:lnTo>
                <a:lnTo>
                  <a:pt x="171450" y="838200"/>
                </a:lnTo>
                <a:lnTo>
                  <a:pt x="171450" y="847725"/>
                </a:lnTo>
                <a:lnTo>
                  <a:pt x="161925" y="847725"/>
                </a:lnTo>
                <a:lnTo>
                  <a:pt x="161925" y="857250"/>
                </a:lnTo>
                <a:lnTo>
                  <a:pt x="152400" y="857250"/>
                </a:lnTo>
                <a:lnTo>
                  <a:pt x="152400" y="866775"/>
                </a:lnTo>
                <a:lnTo>
                  <a:pt x="142875" y="866775"/>
                </a:lnTo>
                <a:lnTo>
                  <a:pt x="142875" y="857250"/>
                </a:lnTo>
                <a:lnTo>
                  <a:pt x="104775" y="857250"/>
                </a:lnTo>
                <a:lnTo>
                  <a:pt x="104775" y="847725"/>
                </a:lnTo>
                <a:lnTo>
                  <a:pt x="95250" y="847725"/>
                </a:lnTo>
                <a:close/>
                <a:moveTo>
                  <a:pt x="857250" y="838200"/>
                </a:moveTo>
                <a:lnTo>
                  <a:pt x="866775" y="838200"/>
                </a:lnTo>
                <a:lnTo>
                  <a:pt x="866775" y="847725"/>
                </a:lnTo>
                <a:lnTo>
                  <a:pt x="857250" y="847725"/>
                </a:lnTo>
                <a:close/>
                <a:moveTo>
                  <a:pt x="942975" y="847725"/>
                </a:moveTo>
                <a:lnTo>
                  <a:pt x="981075" y="847725"/>
                </a:lnTo>
                <a:lnTo>
                  <a:pt x="981075" y="857250"/>
                </a:lnTo>
                <a:lnTo>
                  <a:pt x="990600" y="857250"/>
                </a:lnTo>
                <a:lnTo>
                  <a:pt x="990600" y="866775"/>
                </a:lnTo>
                <a:lnTo>
                  <a:pt x="933450" y="866775"/>
                </a:lnTo>
                <a:lnTo>
                  <a:pt x="933450" y="857250"/>
                </a:lnTo>
                <a:lnTo>
                  <a:pt x="942975" y="857250"/>
                </a:lnTo>
                <a:close/>
                <a:moveTo>
                  <a:pt x="342900" y="857250"/>
                </a:moveTo>
                <a:lnTo>
                  <a:pt x="381000" y="857250"/>
                </a:lnTo>
                <a:lnTo>
                  <a:pt x="381000" y="866775"/>
                </a:lnTo>
                <a:lnTo>
                  <a:pt x="342900" y="866775"/>
                </a:lnTo>
                <a:close/>
                <a:moveTo>
                  <a:pt x="1047750" y="857250"/>
                </a:moveTo>
                <a:lnTo>
                  <a:pt x="1057275" y="857250"/>
                </a:lnTo>
                <a:lnTo>
                  <a:pt x="1057275" y="866775"/>
                </a:lnTo>
                <a:lnTo>
                  <a:pt x="1047750" y="866775"/>
                </a:lnTo>
                <a:close/>
              </a:path>
            </a:pathLst>
          </a:custGeom>
          <a:solidFill xmlns:a="http://schemas.openxmlformats.org/drawingml/2006/main">
            <a:srgbClr val="F0EEE1"/>
          </a:solidFill>
          <a:ln xmlns:a="http://schemas.openxmlformats.org/drawingml/2006/main" w="0">
            <a:noFill/>
          </a:ln>
        </p:spPr>
      </p:sp>
      <p:sp>
        <p:nvSpPr>
          <p:cNvPr id="90" name="rocket vector #eceee0">
            <a:extLst xmlns:a="http://schemas.openxmlformats.org/drawingml/2006/main">
              <a:ext uri="{FF2B5EF4-FFF2-40B4-BE49-F238E27FC236}">
                <a16:creationId xmlns:a16="http://schemas.microsoft.com/office/drawing/2014/main" id="{D0CFAD12-BC15-4487-89C0-0207AAB70E9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5550" y="1495425"/>
            <a:ext cx="1057275" cy="866775"/>
          </a:xfrm>
          <a:custGeom xmlns:a="http://schemas.openxmlformats.org/drawingml/2006/main">
            <a:pathLst>
              <a:path w="1057275" h="866775">
                <a:moveTo>
                  <a:pt x="647700" y="47625"/>
                </a:moveTo>
                <a:lnTo>
                  <a:pt x="666750" y="47625"/>
                </a:lnTo>
                <a:lnTo>
                  <a:pt x="666750" y="66675"/>
                </a:lnTo>
                <a:lnTo>
                  <a:pt x="676275" y="66675"/>
                </a:lnTo>
                <a:lnTo>
                  <a:pt x="676275" y="76200"/>
                </a:lnTo>
                <a:lnTo>
                  <a:pt x="619125" y="76200"/>
                </a:lnTo>
                <a:lnTo>
                  <a:pt x="619125" y="66675"/>
                </a:lnTo>
                <a:lnTo>
                  <a:pt x="647700" y="66675"/>
                </a:lnTo>
                <a:close/>
                <a:moveTo>
                  <a:pt x="581025" y="76200"/>
                </a:moveTo>
                <a:lnTo>
                  <a:pt x="609600" y="76200"/>
                </a:lnTo>
                <a:lnTo>
                  <a:pt x="609600" y="85725"/>
                </a:lnTo>
                <a:lnTo>
                  <a:pt x="581025" y="85725"/>
                </a:lnTo>
                <a:close/>
                <a:moveTo>
                  <a:pt x="695325" y="76200"/>
                </a:moveTo>
                <a:lnTo>
                  <a:pt x="704850" y="76200"/>
                </a:lnTo>
                <a:lnTo>
                  <a:pt x="704850" y="85725"/>
                </a:lnTo>
                <a:lnTo>
                  <a:pt x="695325" y="85725"/>
                </a:lnTo>
                <a:close/>
                <a:moveTo>
                  <a:pt x="504825" y="85725"/>
                </a:moveTo>
                <a:lnTo>
                  <a:pt x="514350" y="85725"/>
                </a:lnTo>
                <a:lnTo>
                  <a:pt x="514350" y="104775"/>
                </a:lnTo>
                <a:lnTo>
                  <a:pt x="495300" y="104775"/>
                </a:lnTo>
                <a:lnTo>
                  <a:pt x="495300" y="95250"/>
                </a:lnTo>
                <a:lnTo>
                  <a:pt x="504825" y="95250"/>
                </a:lnTo>
                <a:close/>
                <a:moveTo>
                  <a:pt x="533400" y="95250"/>
                </a:moveTo>
                <a:lnTo>
                  <a:pt x="542925" y="95250"/>
                </a:lnTo>
                <a:lnTo>
                  <a:pt x="542925" y="104775"/>
                </a:lnTo>
                <a:lnTo>
                  <a:pt x="533400" y="104775"/>
                </a:lnTo>
                <a:close/>
                <a:moveTo>
                  <a:pt x="704850" y="95250"/>
                </a:moveTo>
                <a:lnTo>
                  <a:pt x="714375" y="95250"/>
                </a:lnTo>
                <a:lnTo>
                  <a:pt x="714375" y="104775"/>
                </a:lnTo>
                <a:lnTo>
                  <a:pt x="704850" y="104775"/>
                </a:lnTo>
                <a:close/>
                <a:moveTo>
                  <a:pt x="485775" y="104775"/>
                </a:moveTo>
                <a:lnTo>
                  <a:pt x="495300" y="104775"/>
                </a:lnTo>
                <a:lnTo>
                  <a:pt x="495300" y="123825"/>
                </a:lnTo>
                <a:lnTo>
                  <a:pt x="485775" y="123825"/>
                </a:lnTo>
                <a:close/>
                <a:moveTo>
                  <a:pt x="447675" y="123825"/>
                </a:moveTo>
                <a:lnTo>
                  <a:pt x="485775" y="123825"/>
                </a:lnTo>
                <a:lnTo>
                  <a:pt x="485775" y="133350"/>
                </a:lnTo>
                <a:lnTo>
                  <a:pt x="457200" y="133350"/>
                </a:lnTo>
                <a:lnTo>
                  <a:pt x="457200" y="142875"/>
                </a:lnTo>
                <a:lnTo>
                  <a:pt x="438150" y="142875"/>
                </a:lnTo>
                <a:lnTo>
                  <a:pt x="438150" y="133350"/>
                </a:lnTo>
                <a:lnTo>
                  <a:pt x="447675" y="133350"/>
                </a:lnTo>
                <a:close/>
                <a:moveTo>
                  <a:pt x="428625" y="152400"/>
                </a:moveTo>
                <a:lnTo>
                  <a:pt x="438150" y="152400"/>
                </a:lnTo>
                <a:lnTo>
                  <a:pt x="438150" y="161925"/>
                </a:lnTo>
                <a:lnTo>
                  <a:pt x="428625" y="161925"/>
                </a:lnTo>
                <a:close/>
                <a:moveTo>
                  <a:pt x="409575" y="161925"/>
                </a:moveTo>
                <a:lnTo>
                  <a:pt x="428625" y="161925"/>
                </a:lnTo>
                <a:lnTo>
                  <a:pt x="428625" y="171450"/>
                </a:lnTo>
                <a:lnTo>
                  <a:pt x="419100" y="171450"/>
                </a:lnTo>
                <a:lnTo>
                  <a:pt x="419100" y="180975"/>
                </a:lnTo>
                <a:lnTo>
                  <a:pt x="409575" y="180975"/>
                </a:lnTo>
                <a:lnTo>
                  <a:pt x="409575" y="190500"/>
                </a:lnTo>
                <a:lnTo>
                  <a:pt x="400050" y="190500"/>
                </a:lnTo>
                <a:lnTo>
                  <a:pt x="400050" y="200025"/>
                </a:lnTo>
                <a:lnTo>
                  <a:pt x="390525" y="200025"/>
                </a:lnTo>
                <a:lnTo>
                  <a:pt x="390525" y="209550"/>
                </a:lnTo>
                <a:lnTo>
                  <a:pt x="381000" y="209550"/>
                </a:lnTo>
                <a:lnTo>
                  <a:pt x="381000" y="219075"/>
                </a:lnTo>
                <a:lnTo>
                  <a:pt x="342900" y="219075"/>
                </a:lnTo>
                <a:lnTo>
                  <a:pt x="342900" y="209550"/>
                </a:lnTo>
                <a:lnTo>
                  <a:pt x="361950" y="209550"/>
                </a:lnTo>
                <a:lnTo>
                  <a:pt x="361950" y="190500"/>
                </a:lnTo>
                <a:lnTo>
                  <a:pt x="390525" y="190500"/>
                </a:lnTo>
                <a:lnTo>
                  <a:pt x="390525" y="180975"/>
                </a:lnTo>
                <a:lnTo>
                  <a:pt x="400050" y="180975"/>
                </a:lnTo>
                <a:lnTo>
                  <a:pt x="400050" y="171450"/>
                </a:lnTo>
                <a:lnTo>
                  <a:pt x="409575" y="171450"/>
                </a:lnTo>
                <a:close/>
                <a:moveTo>
                  <a:pt x="695325" y="180975"/>
                </a:moveTo>
                <a:lnTo>
                  <a:pt x="704850" y="180975"/>
                </a:lnTo>
                <a:lnTo>
                  <a:pt x="704850" y="190500"/>
                </a:lnTo>
                <a:lnTo>
                  <a:pt x="695325" y="190500"/>
                </a:lnTo>
                <a:close/>
                <a:moveTo>
                  <a:pt x="552450" y="190500"/>
                </a:moveTo>
                <a:lnTo>
                  <a:pt x="561975" y="190500"/>
                </a:lnTo>
                <a:lnTo>
                  <a:pt x="561975" y="200025"/>
                </a:lnTo>
                <a:lnTo>
                  <a:pt x="552450" y="200025"/>
                </a:lnTo>
                <a:close/>
                <a:moveTo>
                  <a:pt x="323850" y="209550"/>
                </a:moveTo>
                <a:lnTo>
                  <a:pt x="333375" y="209550"/>
                </a:lnTo>
                <a:lnTo>
                  <a:pt x="333375" y="219075"/>
                </a:lnTo>
                <a:lnTo>
                  <a:pt x="323850" y="219075"/>
                </a:lnTo>
                <a:close/>
                <a:moveTo>
                  <a:pt x="533400" y="209550"/>
                </a:moveTo>
                <a:lnTo>
                  <a:pt x="542925" y="209550"/>
                </a:lnTo>
                <a:lnTo>
                  <a:pt x="542925" y="219075"/>
                </a:lnTo>
                <a:lnTo>
                  <a:pt x="533400" y="219075"/>
                </a:lnTo>
                <a:close/>
                <a:moveTo>
                  <a:pt x="885825" y="209550"/>
                </a:moveTo>
                <a:lnTo>
                  <a:pt x="895350" y="209550"/>
                </a:lnTo>
                <a:lnTo>
                  <a:pt x="895350" y="228600"/>
                </a:lnTo>
                <a:lnTo>
                  <a:pt x="885825" y="228600"/>
                </a:lnTo>
                <a:close/>
                <a:moveTo>
                  <a:pt x="923925" y="219075"/>
                </a:moveTo>
                <a:lnTo>
                  <a:pt x="962025" y="219075"/>
                </a:lnTo>
                <a:lnTo>
                  <a:pt x="962025" y="228600"/>
                </a:lnTo>
                <a:lnTo>
                  <a:pt x="923925" y="228600"/>
                </a:lnTo>
                <a:close/>
                <a:moveTo>
                  <a:pt x="276225" y="228600"/>
                </a:moveTo>
                <a:lnTo>
                  <a:pt x="285750" y="228600"/>
                </a:lnTo>
                <a:lnTo>
                  <a:pt x="285750" y="238125"/>
                </a:lnTo>
                <a:lnTo>
                  <a:pt x="276225" y="238125"/>
                </a:lnTo>
                <a:close/>
                <a:moveTo>
                  <a:pt x="295275" y="228600"/>
                </a:moveTo>
                <a:lnTo>
                  <a:pt x="304800" y="228600"/>
                </a:lnTo>
                <a:lnTo>
                  <a:pt x="304800" y="238125"/>
                </a:lnTo>
                <a:lnTo>
                  <a:pt x="295275" y="238125"/>
                </a:lnTo>
                <a:close/>
                <a:moveTo>
                  <a:pt x="571500" y="228600"/>
                </a:moveTo>
                <a:lnTo>
                  <a:pt x="581025" y="228600"/>
                </a:lnTo>
                <a:lnTo>
                  <a:pt x="581025" y="238125"/>
                </a:lnTo>
                <a:lnTo>
                  <a:pt x="571500" y="238125"/>
                </a:lnTo>
                <a:close/>
                <a:moveTo>
                  <a:pt x="876300" y="228600"/>
                </a:moveTo>
                <a:lnTo>
                  <a:pt x="885825" y="228600"/>
                </a:lnTo>
                <a:lnTo>
                  <a:pt x="885825" y="238125"/>
                </a:lnTo>
                <a:lnTo>
                  <a:pt x="876300" y="238125"/>
                </a:lnTo>
                <a:close/>
                <a:moveTo>
                  <a:pt x="800100" y="238125"/>
                </a:moveTo>
                <a:lnTo>
                  <a:pt x="828675" y="238125"/>
                </a:lnTo>
                <a:lnTo>
                  <a:pt x="828675" y="247650"/>
                </a:lnTo>
                <a:lnTo>
                  <a:pt x="800100" y="247650"/>
                </a:lnTo>
                <a:close/>
                <a:moveTo>
                  <a:pt x="238125" y="266700"/>
                </a:moveTo>
                <a:lnTo>
                  <a:pt x="247650" y="266700"/>
                </a:lnTo>
                <a:lnTo>
                  <a:pt x="247650" y="295275"/>
                </a:lnTo>
                <a:lnTo>
                  <a:pt x="238125" y="295275"/>
                </a:lnTo>
                <a:lnTo>
                  <a:pt x="238125" y="304800"/>
                </a:lnTo>
                <a:lnTo>
                  <a:pt x="228600" y="304800"/>
                </a:lnTo>
                <a:lnTo>
                  <a:pt x="228600" y="295275"/>
                </a:lnTo>
                <a:lnTo>
                  <a:pt x="219075" y="295275"/>
                </a:lnTo>
                <a:lnTo>
                  <a:pt x="219075" y="276225"/>
                </a:lnTo>
                <a:lnTo>
                  <a:pt x="228600" y="276225"/>
                </a:lnTo>
                <a:lnTo>
                  <a:pt x="228600" y="285750"/>
                </a:lnTo>
                <a:lnTo>
                  <a:pt x="238125" y="285750"/>
                </a:lnTo>
                <a:close/>
                <a:moveTo>
                  <a:pt x="723900" y="266700"/>
                </a:moveTo>
                <a:lnTo>
                  <a:pt x="733425" y="266700"/>
                </a:lnTo>
                <a:lnTo>
                  <a:pt x="733425" y="276225"/>
                </a:lnTo>
                <a:lnTo>
                  <a:pt x="723900" y="276225"/>
                </a:lnTo>
                <a:close/>
                <a:moveTo>
                  <a:pt x="981075" y="266700"/>
                </a:moveTo>
                <a:lnTo>
                  <a:pt x="990600" y="266700"/>
                </a:lnTo>
                <a:lnTo>
                  <a:pt x="990600" y="314325"/>
                </a:lnTo>
                <a:lnTo>
                  <a:pt x="981075" y="314325"/>
                </a:lnTo>
                <a:close/>
                <a:moveTo>
                  <a:pt x="733425" y="314325"/>
                </a:moveTo>
                <a:lnTo>
                  <a:pt x="752475" y="314325"/>
                </a:lnTo>
                <a:lnTo>
                  <a:pt x="752475" y="323850"/>
                </a:lnTo>
                <a:lnTo>
                  <a:pt x="733425" y="323850"/>
                </a:lnTo>
                <a:close/>
                <a:moveTo>
                  <a:pt x="752475" y="323850"/>
                </a:moveTo>
                <a:lnTo>
                  <a:pt x="762000" y="323850"/>
                </a:lnTo>
                <a:lnTo>
                  <a:pt x="762000" y="333375"/>
                </a:lnTo>
                <a:lnTo>
                  <a:pt x="771525" y="333375"/>
                </a:lnTo>
                <a:lnTo>
                  <a:pt x="771525" y="361950"/>
                </a:lnTo>
                <a:lnTo>
                  <a:pt x="752475" y="361950"/>
                </a:lnTo>
                <a:lnTo>
                  <a:pt x="752475" y="371475"/>
                </a:lnTo>
                <a:lnTo>
                  <a:pt x="742950" y="371475"/>
                </a:lnTo>
                <a:lnTo>
                  <a:pt x="742950" y="352425"/>
                </a:lnTo>
                <a:lnTo>
                  <a:pt x="752475" y="352425"/>
                </a:lnTo>
                <a:close/>
                <a:moveTo>
                  <a:pt x="209550" y="352425"/>
                </a:moveTo>
                <a:lnTo>
                  <a:pt x="228600" y="352425"/>
                </a:lnTo>
                <a:lnTo>
                  <a:pt x="228600" y="361950"/>
                </a:lnTo>
                <a:lnTo>
                  <a:pt x="209550" y="361950"/>
                </a:lnTo>
                <a:close/>
                <a:moveTo>
                  <a:pt x="971550" y="352425"/>
                </a:moveTo>
                <a:lnTo>
                  <a:pt x="981075" y="352425"/>
                </a:lnTo>
                <a:lnTo>
                  <a:pt x="981075" y="371475"/>
                </a:lnTo>
                <a:lnTo>
                  <a:pt x="971550" y="371475"/>
                </a:lnTo>
                <a:close/>
                <a:moveTo>
                  <a:pt x="295275" y="381000"/>
                </a:moveTo>
                <a:lnTo>
                  <a:pt x="314325" y="381000"/>
                </a:lnTo>
                <a:lnTo>
                  <a:pt x="314325" y="400050"/>
                </a:lnTo>
                <a:lnTo>
                  <a:pt x="304800" y="400050"/>
                </a:lnTo>
                <a:lnTo>
                  <a:pt x="304800" y="390525"/>
                </a:lnTo>
                <a:lnTo>
                  <a:pt x="295275" y="390525"/>
                </a:lnTo>
                <a:close/>
                <a:moveTo>
                  <a:pt x="571500" y="390525"/>
                </a:moveTo>
                <a:lnTo>
                  <a:pt x="590550" y="390525"/>
                </a:lnTo>
                <a:lnTo>
                  <a:pt x="590550" y="438150"/>
                </a:lnTo>
                <a:lnTo>
                  <a:pt x="581025" y="438150"/>
                </a:lnTo>
                <a:lnTo>
                  <a:pt x="581025" y="447675"/>
                </a:lnTo>
                <a:lnTo>
                  <a:pt x="561975" y="447675"/>
                </a:lnTo>
                <a:lnTo>
                  <a:pt x="561975" y="419100"/>
                </a:lnTo>
                <a:lnTo>
                  <a:pt x="571500" y="419100"/>
                </a:lnTo>
                <a:close/>
                <a:moveTo>
                  <a:pt x="285750" y="400050"/>
                </a:moveTo>
                <a:lnTo>
                  <a:pt x="304800" y="400050"/>
                </a:lnTo>
                <a:lnTo>
                  <a:pt x="304800" y="409575"/>
                </a:lnTo>
                <a:lnTo>
                  <a:pt x="295275" y="409575"/>
                </a:lnTo>
                <a:lnTo>
                  <a:pt x="295275" y="419100"/>
                </a:lnTo>
                <a:lnTo>
                  <a:pt x="285750" y="419100"/>
                </a:lnTo>
                <a:close/>
                <a:moveTo>
                  <a:pt x="962025" y="400050"/>
                </a:moveTo>
                <a:lnTo>
                  <a:pt x="971550" y="400050"/>
                </a:lnTo>
                <a:lnTo>
                  <a:pt x="971550" y="428625"/>
                </a:lnTo>
                <a:lnTo>
                  <a:pt x="962025" y="428625"/>
                </a:lnTo>
                <a:close/>
                <a:moveTo>
                  <a:pt x="276225" y="419100"/>
                </a:moveTo>
                <a:lnTo>
                  <a:pt x="285750" y="419100"/>
                </a:lnTo>
                <a:lnTo>
                  <a:pt x="285750" y="428625"/>
                </a:lnTo>
                <a:lnTo>
                  <a:pt x="276225" y="428625"/>
                </a:lnTo>
                <a:close/>
                <a:moveTo>
                  <a:pt x="257175" y="428625"/>
                </a:moveTo>
                <a:lnTo>
                  <a:pt x="266700" y="428625"/>
                </a:lnTo>
                <a:lnTo>
                  <a:pt x="266700" y="438150"/>
                </a:lnTo>
                <a:lnTo>
                  <a:pt x="257175" y="438150"/>
                </a:lnTo>
                <a:close/>
                <a:moveTo>
                  <a:pt x="304800" y="447675"/>
                </a:moveTo>
                <a:lnTo>
                  <a:pt x="352425" y="447675"/>
                </a:lnTo>
                <a:lnTo>
                  <a:pt x="352425" y="457200"/>
                </a:lnTo>
                <a:lnTo>
                  <a:pt x="342900" y="457200"/>
                </a:lnTo>
                <a:lnTo>
                  <a:pt x="342900" y="485775"/>
                </a:lnTo>
                <a:lnTo>
                  <a:pt x="333375" y="485775"/>
                </a:lnTo>
                <a:lnTo>
                  <a:pt x="333375" y="495300"/>
                </a:lnTo>
                <a:lnTo>
                  <a:pt x="323850" y="495300"/>
                </a:lnTo>
                <a:lnTo>
                  <a:pt x="323850" y="504825"/>
                </a:lnTo>
                <a:lnTo>
                  <a:pt x="314325" y="504825"/>
                </a:lnTo>
                <a:lnTo>
                  <a:pt x="314325" y="514350"/>
                </a:lnTo>
                <a:lnTo>
                  <a:pt x="295275" y="514350"/>
                </a:lnTo>
                <a:lnTo>
                  <a:pt x="295275" y="504825"/>
                </a:lnTo>
                <a:lnTo>
                  <a:pt x="285750" y="504825"/>
                </a:lnTo>
                <a:lnTo>
                  <a:pt x="285750" y="466725"/>
                </a:lnTo>
                <a:lnTo>
                  <a:pt x="295275" y="466725"/>
                </a:lnTo>
                <a:lnTo>
                  <a:pt x="295275" y="457200"/>
                </a:lnTo>
                <a:lnTo>
                  <a:pt x="304800" y="457200"/>
                </a:lnTo>
                <a:close/>
                <a:moveTo>
                  <a:pt x="657225" y="447675"/>
                </a:moveTo>
                <a:lnTo>
                  <a:pt x="666750" y="447675"/>
                </a:lnTo>
                <a:lnTo>
                  <a:pt x="666750" y="457200"/>
                </a:lnTo>
                <a:lnTo>
                  <a:pt x="657225" y="457200"/>
                </a:lnTo>
                <a:close/>
                <a:moveTo>
                  <a:pt x="638175" y="466725"/>
                </a:moveTo>
                <a:lnTo>
                  <a:pt x="657225" y="466725"/>
                </a:lnTo>
                <a:lnTo>
                  <a:pt x="657225" y="476250"/>
                </a:lnTo>
                <a:lnTo>
                  <a:pt x="647700" y="476250"/>
                </a:lnTo>
                <a:lnTo>
                  <a:pt x="647700" y="495300"/>
                </a:lnTo>
                <a:lnTo>
                  <a:pt x="628650" y="495300"/>
                </a:lnTo>
                <a:lnTo>
                  <a:pt x="628650" y="485775"/>
                </a:lnTo>
                <a:lnTo>
                  <a:pt x="638175" y="485775"/>
                </a:lnTo>
                <a:close/>
                <a:moveTo>
                  <a:pt x="295275" y="476250"/>
                </a:moveTo>
                <a:lnTo>
                  <a:pt x="304800" y="476250"/>
                </a:lnTo>
                <a:lnTo>
                  <a:pt x="304800" y="466725"/>
                </a:lnTo>
                <a:lnTo>
                  <a:pt x="295275" y="466725"/>
                </a:lnTo>
                <a:close/>
                <a:moveTo>
                  <a:pt x="323850" y="476250"/>
                </a:moveTo>
                <a:lnTo>
                  <a:pt x="333375" y="476250"/>
                </a:lnTo>
                <a:lnTo>
                  <a:pt x="333375" y="466725"/>
                </a:lnTo>
                <a:lnTo>
                  <a:pt x="314325" y="466725"/>
                </a:lnTo>
                <a:lnTo>
                  <a:pt x="314325" y="485775"/>
                </a:lnTo>
                <a:lnTo>
                  <a:pt x="323850" y="485775"/>
                </a:lnTo>
                <a:close/>
                <a:moveTo>
                  <a:pt x="552450" y="476250"/>
                </a:moveTo>
                <a:lnTo>
                  <a:pt x="571500" y="476250"/>
                </a:lnTo>
                <a:lnTo>
                  <a:pt x="571500" y="485775"/>
                </a:lnTo>
                <a:lnTo>
                  <a:pt x="561975" y="485775"/>
                </a:lnTo>
                <a:lnTo>
                  <a:pt x="561975" y="504825"/>
                </a:lnTo>
                <a:lnTo>
                  <a:pt x="542925" y="504825"/>
                </a:lnTo>
                <a:lnTo>
                  <a:pt x="542925" y="495300"/>
                </a:lnTo>
                <a:lnTo>
                  <a:pt x="552450" y="495300"/>
                </a:lnTo>
                <a:close/>
                <a:moveTo>
                  <a:pt x="219075" y="485775"/>
                </a:moveTo>
                <a:lnTo>
                  <a:pt x="228600" y="485775"/>
                </a:lnTo>
                <a:lnTo>
                  <a:pt x="228600" y="504825"/>
                </a:lnTo>
                <a:lnTo>
                  <a:pt x="219075" y="504825"/>
                </a:lnTo>
                <a:close/>
                <a:moveTo>
                  <a:pt x="266700" y="495300"/>
                </a:moveTo>
                <a:lnTo>
                  <a:pt x="276225" y="495300"/>
                </a:lnTo>
                <a:lnTo>
                  <a:pt x="276225" y="504825"/>
                </a:lnTo>
                <a:lnTo>
                  <a:pt x="266700" y="504825"/>
                </a:lnTo>
                <a:close/>
                <a:moveTo>
                  <a:pt x="619125" y="495300"/>
                </a:moveTo>
                <a:lnTo>
                  <a:pt x="628650" y="495300"/>
                </a:lnTo>
                <a:lnTo>
                  <a:pt x="628650" y="514350"/>
                </a:lnTo>
                <a:lnTo>
                  <a:pt x="609600" y="514350"/>
                </a:lnTo>
                <a:lnTo>
                  <a:pt x="609600" y="523875"/>
                </a:lnTo>
                <a:lnTo>
                  <a:pt x="600075" y="523875"/>
                </a:lnTo>
                <a:lnTo>
                  <a:pt x="600075" y="533400"/>
                </a:lnTo>
                <a:lnTo>
                  <a:pt x="581025" y="533400"/>
                </a:lnTo>
                <a:lnTo>
                  <a:pt x="581025" y="552450"/>
                </a:lnTo>
                <a:lnTo>
                  <a:pt x="571500" y="552450"/>
                </a:lnTo>
                <a:lnTo>
                  <a:pt x="571500" y="561975"/>
                </a:lnTo>
                <a:lnTo>
                  <a:pt x="561975" y="561975"/>
                </a:lnTo>
                <a:lnTo>
                  <a:pt x="561975" y="571500"/>
                </a:lnTo>
                <a:lnTo>
                  <a:pt x="533400" y="571500"/>
                </a:lnTo>
                <a:lnTo>
                  <a:pt x="533400" y="561975"/>
                </a:lnTo>
                <a:lnTo>
                  <a:pt x="514350" y="561975"/>
                </a:lnTo>
                <a:lnTo>
                  <a:pt x="514350" y="552450"/>
                </a:lnTo>
                <a:lnTo>
                  <a:pt x="504825" y="552450"/>
                </a:lnTo>
                <a:lnTo>
                  <a:pt x="504825" y="542925"/>
                </a:lnTo>
                <a:lnTo>
                  <a:pt x="495300" y="542925"/>
                </a:lnTo>
                <a:lnTo>
                  <a:pt x="495300" y="533400"/>
                </a:lnTo>
                <a:lnTo>
                  <a:pt x="504825" y="533400"/>
                </a:lnTo>
                <a:lnTo>
                  <a:pt x="504825" y="523875"/>
                </a:lnTo>
                <a:lnTo>
                  <a:pt x="514350" y="523875"/>
                </a:lnTo>
                <a:lnTo>
                  <a:pt x="514350" y="533400"/>
                </a:lnTo>
                <a:lnTo>
                  <a:pt x="504825" y="533400"/>
                </a:lnTo>
                <a:lnTo>
                  <a:pt x="504825" y="542925"/>
                </a:lnTo>
                <a:lnTo>
                  <a:pt x="514350" y="542925"/>
                </a:lnTo>
                <a:lnTo>
                  <a:pt x="514350" y="533400"/>
                </a:lnTo>
                <a:lnTo>
                  <a:pt x="542925" y="533400"/>
                </a:lnTo>
                <a:lnTo>
                  <a:pt x="542925" y="552450"/>
                </a:lnTo>
                <a:lnTo>
                  <a:pt x="552450" y="552450"/>
                </a:lnTo>
                <a:lnTo>
                  <a:pt x="552450" y="542925"/>
                </a:lnTo>
                <a:lnTo>
                  <a:pt x="561975" y="542925"/>
                </a:lnTo>
                <a:lnTo>
                  <a:pt x="561975" y="533400"/>
                </a:lnTo>
                <a:lnTo>
                  <a:pt x="571500" y="533400"/>
                </a:lnTo>
                <a:lnTo>
                  <a:pt x="571500" y="523875"/>
                </a:lnTo>
                <a:lnTo>
                  <a:pt x="590550" y="523875"/>
                </a:lnTo>
                <a:lnTo>
                  <a:pt x="590550" y="504825"/>
                </a:lnTo>
                <a:lnTo>
                  <a:pt x="619125" y="504825"/>
                </a:lnTo>
                <a:close/>
                <a:moveTo>
                  <a:pt x="790575" y="495300"/>
                </a:moveTo>
                <a:lnTo>
                  <a:pt x="800100" y="495300"/>
                </a:lnTo>
                <a:lnTo>
                  <a:pt x="800100" y="514350"/>
                </a:lnTo>
                <a:lnTo>
                  <a:pt x="790575" y="514350"/>
                </a:lnTo>
                <a:close/>
                <a:moveTo>
                  <a:pt x="771525" y="514350"/>
                </a:moveTo>
                <a:lnTo>
                  <a:pt x="790575" y="514350"/>
                </a:lnTo>
                <a:lnTo>
                  <a:pt x="790575" y="533400"/>
                </a:lnTo>
                <a:lnTo>
                  <a:pt x="781050" y="533400"/>
                </a:lnTo>
                <a:lnTo>
                  <a:pt x="781050" y="542925"/>
                </a:lnTo>
                <a:lnTo>
                  <a:pt x="771525" y="542925"/>
                </a:lnTo>
                <a:lnTo>
                  <a:pt x="771525" y="561975"/>
                </a:lnTo>
                <a:lnTo>
                  <a:pt x="762000" y="561975"/>
                </a:lnTo>
                <a:lnTo>
                  <a:pt x="762000" y="571500"/>
                </a:lnTo>
                <a:lnTo>
                  <a:pt x="752475" y="571500"/>
                </a:lnTo>
                <a:lnTo>
                  <a:pt x="752475" y="552450"/>
                </a:lnTo>
                <a:lnTo>
                  <a:pt x="762000" y="552450"/>
                </a:lnTo>
                <a:lnTo>
                  <a:pt x="762000" y="542925"/>
                </a:lnTo>
                <a:lnTo>
                  <a:pt x="752475" y="542925"/>
                </a:lnTo>
                <a:lnTo>
                  <a:pt x="752475" y="533400"/>
                </a:lnTo>
                <a:lnTo>
                  <a:pt x="762000" y="533400"/>
                </a:lnTo>
                <a:lnTo>
                  <a:pt x="762000" y="523875"/>
                </a:lnTo>
                <a:lnTo>
                  <a:pt x="771525" y="523875"/>
                </a:lnTo>
                <a:close/>
                <a:moveTo>
                  <a:pt x="171450" y="628650"/>
                </a:moveTo>
                <a:lnTo>
                  <a:pt x="180975" y="628650"/>
                </a:lnTo>
                <a:lnTo>
                  <a:pt x="180975" y="638175"/>
                </a:lnTo>
                <a:lnTo>
                  <a:pt x="171450" y="638175"/>
                </a:lnTo>
                <a:close/>
                <a:moveTo>
                  <a:pt x="161925" y="638175"/>
                </a:moveTo>
                <a:lnTo>
                  <a:pt x="171450" y="638175"/>
                </a:lnTo>
                <a:lnTo>
                  <a:pt x="171450" y="647700"/>
                </a:lnTo>
                <a:lnTo>
                  <a:pt x="161925" y="647700"/>
                </a:lnTo>
                <a:close/>
                <a:moveTo>
                  <a:pt x="142875" y="657225"/>
                </a:moveTo>
                <a:lnTo>
                  <a:pt x="152400" y="657225"/>
                </a:lnTo>
                <a:lnTo>
                  <a:pt x="152400" y="666750"/>
                </a:lnTo>
                <a:lnTo>
                  <a:pt x="142875" y="666750"/>
                </a:lnTo>
                <a:close/>
                <a:moveTo>
                  <a:pt x="257175" y="723900"/>
                </a:moveTo>
                <a:lnTo>
                  <a:pt x="266700" y="723900"/>
                </a:lnTo>
                <a:lnTo>
                  <a:pt x="266700" y="742950"/>
                </a:lnTo>
                <a:lnTo>
                  <a:pt x="257175" y="742950"/>
                </a:lnTo>
                <a:close/>
                <a:moveTo>
                  <a:pt x="514350" y="723900"/>
                </a:moveTo>
                <a:lnTo>
                  <a:pt x="523875" y="723900"/>
                </a:lnTo>
                <a:lnTo>
                  <a:pt x="523875" y="733425"/>
                </a:lnTo>
                <a:lnTo>
                  <a:pt x="514350" y="733425"/>
                </a:lnTo>
                <a:close/>
                <a:moveTo>
                  <a:pt x="238125" y="742950"/>
                </a:moveTo>
                <a:lnTo>
                  <a:pt x="257175" y="742950"/>
                </a:lnTo>
                <a:lnTo>
                  <a:pt x="257175" y="752475"/>
                </a:lnTo>
                <a:lnTo>
                  <a:pt x="247650" y="752475"/>
                </a:lnTo>
                <a:lnTo>
                  <a:pt x="247650" y="771525"/>
                </a:lnTo>
                <a:lnTo>
                  <a:pt x="228600" y="771525"/>
                </a:lnTo>
                <a:lnTo>
                  <a:pt x="228600" y="790575"/>
                </a:lnTo>
                <a:lnTo>
                  <a:pt x="219075" y="790575"/>
                </a:lnTo>
                <a:lnTo>
                  <a:pt x="219075" y="762000"/>
                </a:lnTo>
                <a:lnTo>
                  <a:pt x="228600" y="762000"/>
                </a:lnTo>
                <a:lnTo>
                  <a:pt x="228600" y="752475"/>
                </a:lnTo>
                <a:lnTo>
                  <a:pt x="238125" y="752475"/>
                </a:lnTo>
                <a:close/>
                <a:moveTo>
                  <a:pt x="76200" y="790575"/>
                </a:moveTo>
                <a:lnTo>
                  <a:pt x="85725" y="790575"/>
                </a:lnTo>
                <a:lnTo>
                  <a:pt x="85725" y="800100"/>
                </a:lnTo>
                <a:lnTo>
                  <a:pt x="76200" y="800100"/>
                </a:lnTo>
                <a:close/>
                <a:moveTo>
                  <a:pt x="209550" y="790575"/>
                </a:moveTo>
                <a:lnTo>
                  <a:pt x="219075" y="790575"/>
                </a:lnTo>
                <a:lnTo>
                  <a:pt x="219075" y="809625"/>
                </a:lnTo>
                <a:lnTo>
                  <a:pt x="200025" y="809625"/>
                </a:lnTo>
                <a:lnTo>
                  <a:pt x="200025" y="800100"/>
                </a:lnTo>
                <a:lnTo>
                  <a:pt x="209550" y="800100"/>
                </a:lnTo>
                <a:close/>
                <a:moveTo>
                  <a:pt x="85725" y="800100"/>
                </a:moveTo>
                <a:lnTo>
                  <a:pt x="95250" y="800100"/>
                </a:lnTo>
                <a:lnTo>
                  <a:pt x="95250" y="809625"/>
                </a:lnTo>
                <a:lnTo>
                  <a:pt x="85725" y="809625"/>
                </a:lnTo>
                <a:close/>
                <a:moveTo>
                  <a:pt x="95250" y="809625"/>
                </a:moveTo>
                <a:lnTo>
                  <a:pt x="104775" y="809625"/>
                </a:lnTo>
                <a:lnTo>
                  <a:pt x="104775" y="819150"/>
                </a:lnTo>
                <a:lnTo>
                  <a:pt x="95250" y="819150"/>
                </a:lnTo>
                <a:close/>
              </a:path>
            </a:pathLst>
          </a:custGeom>
          <a:solidFill xmlns:a="http://schemas.openxmlformats.org/drawingml/2006/main">
            <a:srgbClr val="ECEEE0"/>
          </a:solidFill>
          <a:ln xmlns:a="http://schemas.openxmlformats.org/drawingml/2006/main" w="0">
            <a:noFill/>
          </a:ln>
        </p:spPr>
      </p:sp>
      <p:sp>
        <p:nvSpPr>
          <p:cNvPr id="91" name="rocket vector #f2ede1">
            <a:extLst xmlns:a="http://schemas.openxmlformats.org/drawingml/2006/main">
              <a:ext uri="{FF2B5EF4-FFF2-40B4-BE49-F238E27FC236}">
                <a16:creationId xmlns:a16="http://schemas.microsoft.com/office/drawing/2014/main" id="{CBB09CEC-668B-4551-80F9-3EB432AA285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5550" y="1495425"/>
            <a:ext cx="1057275" cy="866775"/>
          </a:xfrm>
          <a:custGeom xmlns:a="http://schemas.openxmlformats.org/drawingml/2006/main">
            <a:pathLst>
              <a:path w="1057275" h="866775">
                <a:moveTo>
                  <a:pt x="400050" y="47625"/>
                </a:moveTo>
                <a:lnTo>
                  <a:pt x="419100" y="47625"/>
                </a:lnTo>
                <a:lnTo>
                  <a:pt x="419100" y="76200"/>
                </a:lnTo>
                <a:lnTo>
                  <a:pt x="400050" y="76200"/>
                </a:lnTo>
                <a:close/>
                <a:moveTo>
                  <a:pt x="133350" y="352425"/>
                </a:moveTo>
                <a:lnTo>
                  <a:pt x="171450" y="352425"/>
                </a:lnTo>
                <a:lnTo>
                  <a:pt x="171450" y="361950"/>
                </a:lnTo>
                <a:lnTo>
                  <a:pt x="161925" y="361950"/>
                </a:lnTo>
                <a:lnTo>
                  <a:pt x="161925" y="371475"/>
                </a:lnTo>
                <a:lnTo>
                  <a:pt x="142875" y="371475"/>
                </a:lnTo>
                <a:lnTo>
                  <a:pt x="142875" y="361950"/>
                </a:lnTo>
                <a:lnTo>
                  <a:pt x="133350" y="361950"/>
                </a:lnTo>
                <a:close/>
                <a:moveTo>
                  <a:pt x="190500" y="381000"/>
                </a:moveTo>
                <a:lnTo>
                  <a:pt x="200025" y="381000"/>
                </a:lnTo>
                <a:lnTo>
                  <a:pt x="200025" y="390525"/>
                </a:lnTo>
                <a:lnTo>
                  <a:pt x="219075" y="390525"/>
                </a:lnTo>
                <a:lnTo>
                  <a:pt x="219075" y="400050"/>
                </a:lnTo>
                <a:lnTo>
                  <a:pt x="209550" y="400050"/>
                </a:lnTo>
                <a:lnTo>
                  <a:pt x="209550" y="428625"/>
                </a:lnTo>
                <a:lnTo>
                  <a:pt x="190500" y="428625"/>
                </a:lnTo>
                <a:lnTo>
                  <a:pt x="190500" y="419100"/>
                </a:lnTo>
                <a:lnTo>
                  <a:pt x="180975" y="419100"/>
                </a:lnTo>
                <a:lnTo>
                  <a:pt x="180975" y="390525"/>
                </a:lnTo>
                <a:lnTo>
                  <a:pt x="190500" y="390525"/>
                </a:lnTo>
                <a:close/>
                <a:moveTo>
                  <a:pt x="1038225" y="438150"/>
                </a:moveTo>
                <a:lnTo>
                  <a:pt x="1047750" y="438150"/>
                </a:lnTo>
                <a:lnTo>
                  <a:pt x="1047750" y="447675"/>
                </a:lnTo>
                <a:lnTo>
                  <a:pt x="1057275" y="447675"/>
                </a:lnTo>
                <a:lnTo>
                  <a:pt x="1057275" y="476250"/>
                </a:lnTo>
                <a:lnTo>
                  <a:pt x="1047750" y="476250"/>
                </a:lnTo>
                <a:lnTo>
                  <a:pt x="1047750" y="466725"/>
                </a:lnTo>
                <a:lnTo>
                  <a:pt x="1038225" y="466725"/>
                </a:lnTo>
                <a:close/>
                <a:moveTo>
                  <a:pt x="114300" y="476250"/>
                </a:moveTo>
                <a:lnTo>
                  <a:pt x="123825" y="476250"/>
                </a:lnTo>
                <a:lnTo>
                  <a:pt x="123825" y="485775"/>
                </a:lnTo>
                <a:lnTo>
                  <a:pt x="114300" y="485775"/>
                </a:lnTo>
                <a:close/>
                <a:moveTo>
                  <a:pt x="104775" y="485775"/>
                </a:moveTo>
                <a:lnTo>
                  <a:pt x="114300" y="485775"/>
                </a:lnTo>
                <a:lnTo>
                  <a:pt x="114300" y="495300"/>
                </a:lnTo>
                <a:lnTo>
                  <a:pt x="104775" y="495300"/>
                </a:lnTo>
                <a:close/>
                <a:moveTo>
                  <a:pt x="171450" y="523875"/>
                </a:moveTo>
                <a:lnTo>
                  <a:pt x="180975" y="523875"/>
                </a:lnTo>
                <a:lnTo>
                  <a:pt x="180975" y="542925"/>
                </a:lnTo>
                <a:lnTo>
                  <a:pt x="171450" y="542925"/>
                </a:lnTo>
                <a:close/>
                <a:moveTo>
                  <a:pt x="1047750" y="800100"/>
                </a:moveTo>
                <a:lnTo>
                  <a:pt x="1057275" y="800100"/>
                </a:lnTo>
                <a:lnTo>
                  <a:pt x="1057275" y="819150"/>
                </a:lnTo>
                <a:lnTo>
                  <a:pt x="1047750" y="819150"/>
                </a:lnTo>
                <a:close/>
                <a:moveTo>
                  <a:pt x="1038225" y="828675"/>
                </a:moveTo>
                <a:lnTo>
                  <a:pt x="1057275" y="828675"/>
                </a:lnTo>
                <a:lnTo>
                  <a:pt x="1057275" y="838200"/>
                </a:lnTo>
                <a:lnTo>
                  <a:pt x="1038225" y="838200"/>
                </a:lnTo>
                <a:close/>
              </a:path>
            </a:pathLst>
          </a:custGeom>
          <a:solidFill xmlns:a="http://schemas.openxmlformats.org/drawingml/2006/main">
            <a:srgbClr val="F2EDE1"/>
          </a:solidFill>
          <a:ln xmlns:a="http://schemas.openxmlformats.org/drawingml/2006/main" w="0">
            <a:noFill/>
          </a:ln>
        </p:spPr>
      </p:sp>
      <p:sp>
        <p:nvSpPr>
          <p:cNvPr id="92" name="rocket vector #f1ede2">
            <a:extLst xmlns:a="http://schemas.openxmlformats.org/drawingml/2006/main">
              <a:ext uri="{FF2B5EF4-FFF2-40B4-BE49-F238E27FC236}">
                <a16:creationId xmlns:a16="http://schemas.microsoft.com/office/drawing/2014/main" id="{40FA2A58-B787-40FD-8F38-73F02163C42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5550" y="1495425"/>
            <a:ext cx="1057275" cy="866775"/>
          </a:xfrm>
          <a:custGeom xmlns:a="http://schemas.openxmlformats.org/drawingml/2006/main">
            <a:pathLst>
              <a:path w="1057275" h="866775">
                <a:moveTo>
                  <a:pt x="57150" y="0"/>
                </a:moveTo>
                <a:lnTo>
                  <a:pt x="66675" y="0"/>
                </a:lnTo>
                <a:lnTo>
                  <a:pt x="66675" y="9525"/>
                </a:lnTo>
                <a:lnTo>
                  <a:pt x="57150" y="9525"/>
                </a:lnTo>
                <a:close/>
                <a:moveTo>
                  <a:pt x="95250" y="0"/>
                </a:moveTo>
                <a:lnTo>
                  <a:pt x="114300" y="0"/>
                </a:lnTo>
                <a:lnTo>
                  <a:pt x="114300" y="9525"/>
                </a:lnTo>
                <a:lnTo>
                  <a:pt x="95250" y="9525"/>
                </a:lnTo>
                <a:close/>
                <a:moveTo>
                  <a:pt x="142875" y="0"/>
                </a:moveTo>
                <a:lnTo>
                  <a:pt x="161925" y="0"/>
                </a:lnTo>
                <a:lnTo>
                  <a:pt x="161925" y="19050"/>
                </a:lnTo>
                <a:lnTo>
                  <a:pt x="152400" y="19050"/>
                </a:lnTo>
                <a:lnTo>
                  <a:pt x="152400" y="9525"/>
                </a:lnTo>
                <a:lnTo>
                  <a:pt x="142875" y="9525"/>
                </a:lnTo>
                <a:close/>
                <a:moveTo>
                  <a:pt x="476250" y="0"/>
                </a:moveTo>
                <a:lnTo>
                  <a:pt x="485775" y="0"/>
                </a:lnTo>
                <a:lnTo>
                  <a:pt x="485775" y="28575"/>
                </a:lnTo>
                <a:lnTo>
                  <a:pt x="457200" y="28575"/>
                </a:lnTo>
                <a:lnTo>
                  <a:pt x="457200" y="9525"/>
                </a:lnTo>
                <a:lnTo>
                  <a:pt x="476250" y="9525"/>
                </a:lnTo>
                <a:close/>
                <a:moveTo>
                  <a:pt x="47625" y="9525"/>
                </a:moveTo>
                <a:lnTo>
                  <a:pt x="57150" y="9525"/>
                </a:lnTo>
                <a:lnTo>
                  <a:pt x="57150" y="38100"/>
                </a:lnTo>
                <a:lnTo>
                  <a:pt x="47625" y="38100"/>
                </a:lnTo>
                <a:lnTo>
                  <a:pt x="47625" y="47625"/>
                </a:lnTo>
                <a:lnTo>
                  <a:pt x="38100" y="47625"/>
                </a:lnTo>
                <a:lnTo>
                  <a:pt x="38100" y="38100"/>
                </a:lnTo>
                <a:lnTo>
                  <a:pt x="28575" y="38100"/>
                </a:lnTo>
                <a:lnTo>
                  <a:pt x="28575" y="28575"/>
                </a:lnTo>
                <a:lnTo>
                  <a:pt x="38100" y="28575"/>
                </a:lnTo>
                <a:lnTo>
                  <a:pt x="38100" y="19050"/>
                </a:lnTo>
                <a:lnTo>
                  <a:pt x="47625" y="19050"/>
                </a:lnTo>
                <a:close/>
                <a:moveTo>
                  <a:pt x="0" y="47625"/>
                </a:moveTo>
                <a:lnTo>
                  <a:pt x="9525" y="47625"/>
                </a:lnTo>
                <a:lnTo>
                  <a:pt x="9525" y="57150"/>
                </a:lnTo>
                <a:lnTo>
                  <a:pt x="19050" y="57150"/>
                </a:lnTo>
                <a:lnTo>
                  <a:pt x="19050" y="66675"/>
                </a:lnTo>
                <a:lnTo>
                  <a:pt x="0" y="66675"/>
                </a:lnTo>
                <a:close/>
                <a:moveTo>
                  <a:pt x="409575" y="85725"/>
                </a:moveTo>
                <a:lnTo>
                  <a:pt x="428625" y="85725"/>
                </a:lnTo>
                <a:lnTo>
                  <a:pt x="428625" y="95250"/>
                </a:lnTo>
                <a:lnTo>
                  <a:pt x="409575" y="95250"/>
                </a:lnTo>
                <a:close/>
                <a:moveTo>
                  <a:pt x="9525" y="323850"/>
                </a:moveTo>
                <a:lnTo>
                  <a:pt x="19050" y="323850"/>
                </a:lnTo>
                <a:lnTo>
                  <a:pt x="19050" y="352425"/>
                </a:lnTo>
                <a:lnTo>
                  <a:pt x="38100" y="352425"/>
                </a:lnTo>
                <a:lnTo>
                  <a:pt x="38100" y="361950"/>
                </a:lnTo>
                <a:lnTo>
                  <a:pt x="9525" y="361950"/>
                </a:lnTo>
                <a:lnTo>
                  <a:pt x="9525" y="352425"/>
                </a:lnTo>
                <a:lnTo>
                  <a:pt x="0" y="352425"/>
                </a:lnTo>
                <a:lnTo>
                  <a:pt x="0" y="333375"/>
                </a:lnTo>
                <a:lnTo>
                  <a:pt x="9525" y="333375"/>
                </a:lnTo>
                <a:close/>
                <a:moveTo>
                  <a:pt x="66675" y="342900"/>
                </a:moveTo>
                <a:lnTo>
                  <a:pt x="85725" y="342900"/>
                </a:lnTo>
                <a:lnTo>
                  <a:pt x="85725" y="361950"/>
                </a:lnTo>
                <a:lnTo>
                  <a:pt x="104775" y="361950"/>
                </a:lnTo>
                <a:lnTo>
                  <a:pt x="104775" y="352425"/>
                </a:lnTo>
                <a:lnTo>
                  <a:pt x="133350" y="352425"/>
                </a:lnTo>
                <a:lnTo>
                  <a:pt x="133350" y="371475"/>
                </a:lnTo>
                <a:lnTo>
                  <a:pt x="66675" y="371475"/>
                </a:lnTo>
                <a:lnTo>
                  <a:pt x="66675" y="361950"/>
                </a:lnTo>
                <a:lnTo>
                  <a:pt x="57150" y="361950"/>
                </a:lnTo>
                <a:lnTo>
                  <a:pt x="57150" y="352425"/>
                </a:lnTo>
                <a:lnTo>
                  <a:pt x="66675" y="352425"/>
                </a:lnTo>
                <a:close/>
                <a:moveTo>
                  <a:pt x="171450" y="352425"/>
                </a:moveTo>
                <a:lnTo>
                  <a:pt x="190500" y="352425"/>
                </a:lnTo>
                <a:lnTo>
                  <a:pt x="190500" y="371475"/>
                </a:lnTo>
                <a:lnTo>
                  <a:pt x="171450" y="371475"/>
                </a:lnTo>
                <a:lnTo>
                  <a:pt x="171450" y="381000"/>
                </a:lnTo>
                <a:lnTo>
                  <a:pt x="152400" y="381000"/>
                </a:lnTo>
                <a:lnTo>
                  <a:pt x="152400" y="371475"/>
                </a:lnTo>
                <a:lnTo>
                  <a:pt x="161925" y="371475"/>
                </a:lnTo>
                <a:lnTo>
                  <a:pt x="161925" y="361950"/>
                </a:lnTo>
                <a:lnTo>
                  <a:pt x="171450" y="361950"/>
                </a:lnTo>
                <a:close/>
                <a:moveTo>
                  <a:pt x="190500" y="371475"/>
                </a:moveTo>
                <a:lnTo>
                  <a:pt x="200025" y="371475"/>
                </a:lnTo>
                <a:lnTo>
                  <a:pt x="200025" y="381000"/>
                </a:lnTo>
                <a:lnTo>
                  <a:pt x="190500" y="381000"/>
                </a:lnTo>
                <a:close/>
                <a:moveTo>
                  <a:pt x="1038225" y="419100"/>
                </a:moveTo>
                <a:lnTo>
                  <a:pt x="1047750" y="419100"/>
                </a:lnTo>
                <a:lnTo>
                  <a:pt x="1047750" y="438150"/>
                </a:lnTo>
                <a:lnTo>
                  <a:pt x="1038225" y="438150"/>
                </a:lnTo>
                <a:close/>
                <a:moveTo>
                  <a:pt x="85725" y="428625"/>
                </a:moveTo>
                <a:lnTo>
                  <a:pt x="95250" y="428625"/>
                </a:lnTo>
                <a:lnTo>
                  <a:pt x="95250" y="447675"/>
                </a:lnTo>
                <a:lnTo>
                  <a:pt x="85725" y="447675"/>
                </a:lnTo>
                <a:close/>
                <a:moveTo>
                  <a:pt x="0" y="447675"/>
                </a:moveTo>
                <a:lnTo>
                  <a:pt x="19050" y="447675"/>
                </a:lnTo>
                <a:lnTo>
                  <a:pt x="19050" y="476250"/>
                </a:lnTo>
                <a:lnTo>
                  <a:pt x="0" y="476250"/>
                </a:lnTo>
                <a:close/>
                <a:moveTo>
                  <a:pt x="180975" y="447675"/>
                </a:moveTo>
                <a:lnTo>
                  <a:pt x="200025" y="447675"/>
                </a:lnTo>
                <a:lnTo>
                  <a:pt x="200025" y="466725"/>
                </a:lnTo>
                <a:lnTo>
                  <a:pt x="171450" y="466725"/>
                </a:lnTo>
                <a:lnTo>
                  <a:pt x="171450" y="457200"/>
                </a:lnTo>
                <a:lnTo>
                  <a:pt x="180975" y="457200"/>
                </a:lnTo>
                <a:close/>
                <a:moveTo>
                  <a:pt x="1028700" y="457200"/>
                </a:moveTo>
                <a:lnTo>
                  <a:pt x="1038225" y="457200"/>
                </a:lnTo>
                <a:lnTo>
                  <a:pt x="1038225" y="495300"/>
                </a:lnTo>
                <a:lnTo>
                  <a:pt x="1028700" y="495300"/>
                </a:lnTo>
                <a:close/>
                <a:moveTo>
                  <a:pt x="123825" y="495300"/>
                </a:moveTo>
                <a:lnTo>
                  <a:pt x="142875" y="495300"/>
                </a:lnTo>
                <a:lnTo>
                  <a:pt x="142875" y="504825"/>
                </a:lnTo>
                <a:lnTo>
                  <a:pt x="152400" y="504825"/>
                </a:lnTo>
                <a:lnTo>
                  <a:pt x="152400" y="514350"/>
                </a:lnTo>
                <a:lnTo>
                  <a:pt x="142875" y="514350"/>
                </a:lnTo>
                <a:lnTo>
                  <a:pt x="142875" y="533400"/>
                </a:lnTo>
                <a:lnTo>
                  <a:pt x="133350" y="533400"/>
                </a:lnTo>
                <a:lnTo>
                  <a:pt x="133350" y="542925"/>
                </a:lnTo>
                <a:lnTo>
                  <a:pt x="123825" y="542925"/>
                </a:lnTo>
                <a:lnTo>
                  <a:pt x="123825" y="533400"/>
                </a:lnTo>
                <a:lnTo>
                  <a:pt x="114300" y="533400"/>
                </a:lnTo>
                <a:lnTo>
                  <a:pt x="114300" y="523875"/>
                </a:lnTo>
                <a:lnTo>
                  <a:pt x="123825" y="523875"/>
                </a:lnTo>
                <a:close/>
                <a:moveTo>
                  <a:pt x="1000125" y="495300"/>
                </a:moveTo>
                <a:lnTo>
                  <a:pt x="1028700" y="495300"/>
                </a:lnTo>
                <a:lnTo>
                  <a:pt x="1028700" y="504825"/>
                </a:lnTo>
                <a:lnTo>
                  <a:pt x="1019175" y="504825"/>
                </a:lnTo>
                <a:lnTo>
                  <a:pt x="1019175" y="514350"/>
                </a:lnTo>
                <a:lnTo>
                  <a:pt x="1009650" y="514350"/>
                </a:lnTo>
                <a:lnTo>
                  <a:pt x="1009650" y="523875"/>
                </a:lnTo>
                <a:lnTo>
                  <a:pt x="1000125" y="523875"/>
                </a:lnTo>
                <a:close/>
                <a:moveTo>
                  <a:pt x="85725" y="504825"/>
                </a:moveTo>
                <a:lnTo>
                  <a:pt x="104775" y="504825"/>
                </a:lnTo>
                <a:lnTo>
                  <a:pt x="104775" y="523875"/>
                </a:lnTo>
                <a:lnTo>
                  <a:pt x="85725" y="523875"/>
                </a:lnTo>
                <a:close/>
                <a:moveTo>
                  <a:pt x="171450" y="514350"/>
                </a:moveTo>
                <a:lnTo>
                  <a:pt x="190500" y="514350"/>
                </a:lnTo>
                <a:lnTo>
                  <a:pt x="190500" y="533400"/>
                </a:lnTo>
                <a:lnTo>
                  <a:pt x="180975" y="533400"/>
                </a:lnTo>
                <a:lnTo>
                  <a:pt x="180975" y="523875"/>
                </a:lnTo>
                <a:lnTo>
                  <a:pt x="171450" y="523875"/>
                </a:lnTo>
                <a:close/>
                <a:moveTo>
                  <a:pt x="1009650" y="523875"/>
                </a:moveTo>
                <a:lnTo>
                  <a:pt x="1028700" y="523875"/>
                </a:lnTo>
                <a:lnTo>
                  <a:pt x="1028700" y="533400"/>
                </a:lnTo>
                <a:lnTo>
                  <a:pt x="1038225" y="533400"/>
                </a:lnTo>
                <a:lnTo>
                  <a:pt x="1038225" y="523875"/>
                </a:lnTo>
                <a:lnTo>
                  <a:pt x="1057275" y="523875"/>
                </a:lnTo>
                <a:lnTo>
                  <a:pt x="1057275" y="552450"/>
                </a:lnTo>
                <a:lnTo>
                  <a:pt x="1038225" y="552450"/>
                </a:lnTo>
                <a:lnTo>
                  <a:pt x="1038225" y="542925"/>
                </a:lnTo>
                <a:lnTo>
                  <a:pt x="1009650" y="542925"/>
                </a:lnTo>
                <a:close/>
                <a:moveTo>
                  <a:pt x="95250" y="552450"/>
                </a:moveTo>
                <a:lnTo>
                  <a:pt x="114300" y="552450"/>
                </a:lnTo>
                <a:lnTo>
                  <a:pt x="114300" y="571500"/>
                </a:lnTo>
                <a:lnTo>
                  <a:pt x="95250" y="571500"/>
                </a:lnTo>
                <a:close/>
                <a:moveTo>
                  <a:pt x="0" y="561975"/>
                </a:moveTo>
                <a:lnTo>
                  <a:pt x="9525" y="561975"/>
                </a:lnTo>
                <a:lnTo>
                  <a:pt x="9525" y="581025"/>
                </a:lnTo>
                <a:lnTo>
                  <a:pt x="0" y="581025"/>
                </a:lnTo>
                <a:close/>
                <a:moveTo>
                  <a:pt x="923925" y="561975"/>
                </a:moveTo>
                <a:lnTo>
                  <a:pt x="933450" y="561975"/>
                </a:lnTo>
                <a:lnTo>
                  <a:pt x="933450" y="571500"/>
                </a:lnTo>
                <a:lnTo>
                  <a:pt x="923925" y="571500"/>
                </a:lnTo>
                <a:close/>
                <a:moveTo>
                  <a:pt x="1009650" y="561975"/>
                </a:moveTo>
                <a:lnTo>
                  <a:pt x="1019175" y="561975"/>
                </a:lnTo>
                <a:lnTo>
                  <a:pt x="1019175" y="590550"/>
                </a:lnTo>
                <a:lnTo>
                  <a:pt x="1009650" y="590550"/>
                </a:lnTo>
                <a:close/>
                <a:moveTo>
                  <a:pt x="904875" y="571500"/>
                </a:moveTo>
                <a:lnTo>
                  <a:pt x="914400" y="571500"/>
                </a:lnTo>
                <a:lnTo>
                  <a:pt x="914400" y="581025"/>
                </a:lnTo>
                <a:lnTo>
                  <a:pt x="904875" y="581025"/>
                </a:lnTo>
                <a:close/>
              </a:path>
            </a:pathLst>
          </a:custGeom>
          <a:solidFill xmlns:a="http://schemas.openxmlformats.org/drawingml/2006/main">
            <a:srgbClr val="F1EDE2"/>
          </a:solidFill>
          <a:ln xmlns:a="http://schemas.openxmlformats.org/drawingml/2006/main" w="0">
            <a:noFill/>
          </a:ln>
        </p:spPr>
      </p:sp>
      <p:sp>
        <p:nvSpPr>
          <p:cNvPr id="93" name="rocket vector #f1ede1">
            <a:extLst xmlns:a="http://schemas.openxmlformats.org/drawingml/2006/main">
              <a:ext uri="{FF2B5EF4-FFF2-40B4-BE49-F238E27FC236}">
                <a16:creationId xmlns:a16="http://schemas.microsoft.com/office/drawing/2014/main" id="{7CAB9D26-4202-4073-BB4C-2759A55D456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5550" y="1495425"/>
            <a:ext cx="1057275" cy="866775"/>
          </a:xfrm>
          <a:custGeom xmlns:a="http://schemas.openxmlformats.org/drawingml/2006/main">
            <a:pathLst>
              <a:path w="1057275" h="866775">
                <a:moveTo>
                  <a:pt x="0" y="0"/>
                </a:moveTo>
                <a:lnTo>
                  <a:pt x="57150" y="0"/>
                </a:lnTo>
                <a:lnTo>
                  <a:pt x="57150" y="9525"/>
                </a:lnTo>
                <a:lnTo>
                  <a:pt x="47625" y="9525"/>
                </a:lnTo>
                <a:lnTo>
                  <a:pt x="47625" y="19050"/>
                </a:lnTo>
                <a:lnTo>
                  <a:pt x="38100" y="19050"/>
                </a:lnTo>
                <a:lnTo>
                  <a:pt x="38100" y="28575"/>
                </a:lnTo>
                <a:lnTo>
                  <a:pt x="28575" y="28575"/>
                </a:lnTo>
                <a:lnTo>
                  <a:pt x="28575" y="38100"/>
                </a:lnTo>
                <a:lnTo>
                  <a:pt x="38100" y="38100"/>
                </a:lnTo>
                <a:lnTo>
                  <a:pt x="38100" y="47625"/>
                </a:lnTo>
                <a:lnTo>
                  <a:pt x="47625" y="47625"/>
                </a:lnTo>
                <a:lnTo>
                  <a:pt x="47625" y="38100"/>
                </a:lnTo>
                <a:lnTo>
                  <a:pt x="57150" y="38100"/>
                </a:lnTo>
                <a:lnTo>
                  <a:pt x="57150" y="9525"/>
                </a:lnTo>
                <a:lnTo>
                  <a:pt x="66675" y="9525"/>
                </a:lnTo>
                <a:lnTo>
                  <a:pt x="66675" y="0"/>
                </a:lnTo>
                <a:lnTo>
                  <a:pt x="95250" y="0"/>
                </a:lnTo>
                <a:lnTo>
                  <a:pt x="95250" y="9525"/>
                </a:lnTo>
                <a:lnTo>
                  <a:pt x="104775" y="9525"/>
                </a:lnTo>
                <a:lnTo>
                  <a:pt x="104775" y="19050"/>
                </a:lnTo>
                <a:lnTo>
                  <a:pt x="95250" y="19050"/>
                </a:lnTo>
                <a:lnTo>
                  <a:pt x="95250" y="28575"/>
                </a:lnTo>
                <a:lnTo>
                  <a:pt x="76200" y="28575"/>
                </a:lnTo>
                <a:lnTo>
                  <a:pt x="76200" y="57150"/>
                </a:lnTo>
                <a:lnTo>
                  <a:pt x="85725" y="57150"/>
                </a:lnTo>
                <a:lnTo>
                  <a:pt x="85725" y="47625"/>
                </a:lnTo>
                <a:lnTo>
                  <a:pt x="95250" y="47625"/>
                </a:lnTo>
                <a:lnTo>
                  <a:pt x="95250" y="28575"/>
                </a:lnTo>
                <a:lnTo>
                  <a:pt x="123825" y="28575"/>
                </a:lnTo>
                <a:lnTo>
                  <a:pt x="123825" y="9525"/>
                </a:lnTo>
                <a:lnTo>
                  <a:pt x="114300" y="9525"/>
                </a:lnTo>
                <a:lnTo>
                  <a:pt x="114300" y="0"/>
                </a:lnTo>
                <a:lnTo>
                  <a:pt x="142875" y="0"/>
                </a:lnTo>
                <a:lnTo>
                  <a:pt x="142875" y="9525"/>
                </a:lnTo>
                <a:lnTo>
                  <a:pt x="152400" y="9525"/>
                </a:lnTo>
                <a:lnTo>
                  <a:pt x="152400" y="19050"/>
                </a:lnTo>
                <a:lnTo>
                  <a:pt x="161925" y="19050"/>
                </a:lnTo>
                <a:lnTo>
                  <a:pt x="161925" y="0"/>
                </a:lnTo>
                <a:lnTo>
                  <a:pt x="371475" y="0"/>
                </a:lnTo>
                <a:lnTo>
                  <a:pt x="371475" y="28575"/>
                </a:lnTo>
                <a:lnTo>
                  <a:pt x="381000" y="28575"/>
                </a:lnTo>
                <a:lnTo>
                  <a:pt x="381000" y="19050"/>
                </a:lnTo>
                <a:lnTo>
                  <a:pt x="390525" y="19050"/>
                </a:lnTo>
                <a:lnTo>
                  <a:pt x="390525" y="9525"/>
                </a:lnTo>
                <a:lnTo>
                  <a:pt x="400050" y="9525"/>
                </a:lnTo>
                <a:lnTo>
                  <a:pt x="400050" y="19050"/>
                </a:lnTo>
                <a:lnTo>
                  <a:pt x="409575" y="19050"/>
                </a:lnTo>
                <a:lnTo>
                  <a:pt x="409575" y="28575"/>
                </a:lnTo>
                <a:lnTo>
                  <a:pt x="400050" y="28575"/>
                </a:lnTo>
                <a:lnTo>
                  <a:pt x="400050" y="76200"/>
                </a:lnTo>
                <a:lnTo>
                  <a:pt x="419100" y="76200"/>
                </a:lnTo>
                <a:lnTo>
                  <a:pt x="419100" y="38100"/>
                </a:lnTo>
                <a:lnTo>
                  <a:pt x="428625" y="38100"/>
                </a:lnTo>
                <a:lnTo>
                  <a:pt x="428625" y="9525"/>
                </a:lnTo>
                <a:lnTo>
                  <a:pt x="447675" y="9525"/>
                </a:lnTo>
                <a:lnTo>
                  <a:pt x="447675" y="0"/>
                </a:lnTo>
                <a:lnTo>
                  <a:pt x="476250" y="0"/>
                </a:lnTo>
                <a:lnTo>
                  <a:pt x="476250" y="9525"/>
                </a:lnTo>
                <a:lnTo>
                  <a:pt x="457200" y="9525"/>
                </a:lnTo>
                <a:lnTo>
                  <a:pt x="457200" y="57150"/>
                </a:lnTo>
                <a:lnTo>
                  <a:pt x="466725" y="57150"/>
                </a:lnTo>
                <a:lnTo>
                  <a:pt x="466725" y="66675"/>
                </a:lnTo>
                <a:lnTo>
                  <a:pt x="495300" y="66675"/>
                </a:lnTo>
                <a:lnTo>
                  <a:pt x="495300" y="85725"/>
                </a:lnTo>
                <a:lnTo>
                  <a:pt x="485775" y="85725"/>
                </a:lnTo>
                <a:lnTo>
                  <a:pt x="485775" y="95250"/>
                </a:lnTo>
                <a:lnTo>
                  <a:pt x="457200" y="95250"/>
                </a:lnTo>
                <a:lnTo>
                  <a:pt x="457200" y="104775"/>
                </a:lnTo>
                <a:lnTo>
                  <a:pt x="390525" y="104775"/>
                </a:lnTo>
                <a:lnTo>
                  <a:pt x="390525" y="114300"/>
                </a:lnTo>
                <a:lnTo>
                  <a:pt x="371475" y="114300"/>
                </a:lnTo>
                <a:lnTo>
                  <a:pt x="371475" y="104775"/>
                </a:lnTo>
                <a:lnTo>
                  <a:pt x="361950" y="104775"/>
                </a:lnTo>
                <a:lnTo>
                  <a:pt x="361950" y="95250"/>
                </a:lnTo>
                <a:lnTo>
                  <a:pt x="352425" y="95250"/>
                </a:lnTo>
                <a:lnTo>
                  <a:pt x="352425" y="104775"/>
                </a:lnTo>
                <a:lnTo>
                  <a:pt x="361950" y="104775"/>
                </a:lnTo>
                <a:lnTo>
                  <a:pt x="361950" y="133350"/>
                </a:lnTo>
                <a:lnTo>
                  <a:pt x="342900" y="133350"/>
                </a:lnTo>
                <a:lnTo>
                  <a:pt x="342900" y="123825"/>
                </a:lnTo>
                <a:lnTo>
                  <a:pt x="323850" y="123825"/>
                </a:lnTo>
                <a:lnTo>
                  <a:pt x="323850" y="133350"/>
                </a:lnTo>
                <a:lnTo>
                  <a:pt x="285750" y="133350"/>
                </a:lnTo>
                <a:lnTo>
                  <a:pt x="285750" y="142875"/>
                </a:lnTo>
                <a:lnTo>
                  <a:pt x="276225" y="142875"/>
                </a:lnTo>
                <a:lnTo>
                  <a:pt x="276225" y="123825"/>
                </a:lnTo>
                <a:lnTo>
                  <a:pt x="285750" y="123825"/>
                </a:lnTo>
                <a:lnTo>
                  <a:pt x="285750" y="104775"/>
                </a:lnTo>
                <a:lnTo>
                  <a:pt x="276225" y="104775"/>
                </a:lnTo>
                <a:lnTo>
                  <a:pt x="276225" y="95250"/>
                </a:lnTo>
                <a:lnTo>
                  <a:pt x="266700" y="95250"/>
                </a:lnTo>
                <a:lnTo>
                  <a:pt x="266700" y="66675"/>
                </a:lnTo>
                <a:lnTo>
                  <a:pt x="228600" y="66675"/>
                </a:lnTo>
                <a:lnTo>
                  <a:pt x="228600" y="57150"/>
                </a:lnTo>
                <a:lnTo>
                  <a:pt x="219075" y="57150"/>
                </a:lnTo>
                <a:lnTo>
                  <a:pt x="219075" y="66675"/>
                </a:lnTo>
                <a:lnTo>
                  <a:pt x="228600" y="66675"/>
                </a:lnTo>
                <a:lnTo>
                  <a:pt x="228600" y="85725"/>
                </a:lnTo>
                <a:lnTo>
                  <a:pt x="219075" y="85725"/>
                </a:lnTo>
                <a:lnTo>
                  <a:pt x="219075" y="95250"/>
                </a:lnTo>
                <a:lnTo>
                  <a:pt x="209550" y="95250"/>
                </a:lnTo>
                <a:lnTo>
                  <a:pt x="209550" y="104775"/>
                </a:lnTo>
                <a:lnTo>
                  <a:pt x="180975" y="104775"/>
                </a:lnTo>
                <a:lnTo>
                  <a:pt x="180975" y="142875"/>
                </a:lnTo>
                <a:lnTo>
                  <a:pt x="171450" y="142875"/>
                </a:lnTo>
                <a:lnTo>
                  <a:pt x="171450" y="152400"/>
                </a:lnTo>
                <a:lnTo>
                  <a:pt x="152400" y="152400"/>
                </a:lnTo>
                <a:lnTo>
                  <a:pt x="152400" y="114300"/>
                </a:lnTo>
                <a:lnTo>
                  <a:pt x="123825" y="114300"/>
                </a:lnTo>
                <a:lnTo>
                  <a:pt x="123825" y="133350"/>
                </a:lnTo>
                <a:lnTo>
                  <a:pt x="114300" y="133350"/>
                </a:lnTo>
                <a:lnTo>
                  <a:pt x="114300" y="85725"/>
                </a:lnTo>
                <a:lnTo>
                  <a:pt x="123825" y="85725"/>
                </a:lnTo>
                <a:lnTo>
                  <a:pt x="123825" y="76200"/>
                </a:lnTo>
                <a:lnTo>
                  <a:pt x="114300" y="76200"/>
                </a:lnTo>
                <a:lnTo>
                  <a:pt x="114300" y="66675"/>
                </a:lnTo>
                <a:lnTo>
                  <a:pt x="104775" y="66675"/>
                </a:lnTo>
                <a:lnTo>
                  <a:pt x="104775" y="76200"/>
                </a:lnTo>
                <a:lnTo>
                  <a:pt x="95250" y="76200"/>
                </a:lnTo>
                <a:lnTo>
                  <a:pt x="95250" y="85725"/>
                </a:lnTo>
                <a:lnTo>
                  <a:pt x="104775" y="85725"/>
                </a:lnTo>
                <a:lnTo>
                  <a:pt x="104775" y="104775"/>
                </a:lnTo>
                <a:lnTo>
                  <a:pt x="47625" y="104775"/>
                </a:lnTo>
                <a:lnTo>
                  <a:pt x="47625" y="114300"/>
                </a:lnTo>
                <a:lnTo>
                  <a:pt x="38100" y="114300"/>
                </a:lnTo>
                <a:lnTo>
                  <a:pt x="38100" y="123825"/>
                </a:lnTo>
                <a:lnTo>
                  <a:pt x="47625" y="123825"/>
                </a:lnTo>
                <a:lnTo>
                  <a:pt x="47625" y="133350"/>
                </a:lnTo>
                <a:lnTo>
                  <a:pt x="28575" y="133350"/>
                </a:lnTo>
                <a:lnTo>
                  <a:pt x="28575" y="180975"/>
                </a:lnTo>
                <a:lnTo>
                  <a:pt x="19050" y="180975"/>
                </a:lnTo>
                <a:lnTo>
                  <a:pt x="19050" y="190500"/>
                </a:lnTo>
                <a:lnTo>
                  <a:pt x="9525" y="190500"/>
                </a:lnTo>
                <a:lnTo>
                  <a:pt x="9525" y="209550"/>
                </a:lnTo>
                <a:lnTo>
                  <a:pt x="19050" y="209550"/>
                </a:lnTo>
                <a:lnTo>
                  <a:pt x="19050" y="238125"/>
                </a:lnTo>
                <a:lnTo>
                  <a:pt x="9525" y="238125"/>
                </a:lnTo>
                <a:lnTo>
                  <a:pt x="9525" y="266700"/>
                </a:lnTo>
                <a:lnTo>
                  <a:pt x="0" y="266700"/>
                </a:lnTo>
                <a:lnTo>
                  <a:pt x="0" y="66675"/>
                </a:lnTo>
                <a:lnTo>
                  <a:pt x="19050" y="66675"/>
                </a:lnTo>
                <a:lnTo>
                  <a:pt x="19050" y="57150"/>
                </a:lnTo>
                <a:lnTo>
                  <a:pt x="9525" y="57150"/>
                </a:lnTo>
                <a:lnTo>
                  <a:pt x="9525" y="47625"/>
                </a:lnTo>
                <a:lnTo>
                  <a:pt x="0" y="47625"/>
                </a:lnTo>
                <a:close/>
                <a:moveTo>
                  <a:pt x="485775" y="9525"/>
                </a:moveTo>
                <a:lnTo>
                  <a:pt x="495300" y="9525"/>
                </a:lnTo>
                <a:lnTo>
                  <a:pt x="495300" y="19050"/>
                </a:lnTo>
                <a:lnTo>
                  <a:pt x="523875" y="19050"/>
                </a:lnTo>
                <a:lnTo>
                  <a:pt x="523875" y="28575"/>
                </a:lnTo>
                <a:lnTo>
                  <a:pt x="533400" y="28575"/>
                </a:lnTo>
                <a:lnTo>
                  <a:pt x="533400" y="38100"/>
                </a:lnTo>
                <a:lnTo>
                  <a:pt x="495300" y="38100"/>
                </a:lnTo>
                <a:lnTo>
                  <a:pt x="495300" y="47625"/>
                </a:lnTo>
                <a:lnTo>
                  <a:pt x="485775" y="47625"/>
                </a:lnTo>
                <a:close/>
                <a:moveTo>
                  <a:pt x="276225" y="19050"/>
                </a:moveTo>
                <a:lnTo>
                  <a:pt x="285750" y="19050"/>
                </a:lnTo>
                <a:lnTo>
                  <a:pt x="285750" y="9525"/>
                </a:lnTo>
                <a:lnTo>
                  <a:pt x="266700" y="9525"/>
                </a:lnTo>
                <a:lnTo>
                  <a:pt x="266700" y="28575"/>
                </a:lnTo>
                <a:lnTo>
                  <a:pt x="276225" y="28575"/>
                </a:lnTo>
                <a:close/>
                <a:moveTo>
                  <a:pt x="533400" y="38100"/>
                </a:moveTo>
                <a:lnTo>
                  <a:pt x="542925" y="38100"/>
                </a:lnTo>
                <a:lnTo>
                  <a:pt x="542925" y="57150"/>
                </a:lnTo>
                <a:lnTo>
                  <a:pt x="533400" y="57150"/>
                </a:lnTo>
                <a:close/>
                <a:moveTo>
                  <a:pt x="352425" y="66675"/>
                </a:moveTo>
                <a:lnTo>
                  <a:pt x="381000" y="66675"/>
                </a:lnTo>
                <a:lnTo>
                  <a:pt x="381000" y="47625"/>
                </a:lnTo>
                <a:lnTo>
                  <a:pt x="352425" y="47625"/>
                </a:lnTo>
                <a:close/>
                <a:moveTo>
                  <a:pt x="19050" y="85725"/>
                </a:moveTo>
                <a:lnTo>
                  <a:pt x="76200" y="85725"/>
                </a:lnTo>
                <a:lnTo>
                  <a:pt x="76200" y="66675"/>
                </a:lnTo>
                <a:lnTo>
                  <a:pt x="28575" y="66675"/>
                </a:lnTo>
                <a:lnTo>
                  <a:pt x="28575" y="76200"/>
                </a:lnTo>
                <a:lnTo>
                  <a:pt x="19050" y="76200"/>
                </a:lnTo>
                <a:close/>
                <a:moveTo>
                  <a:pt x="228600" y="85725"/>
                </a:moveTo>
                <a:lnTo>
                  <a:pt x="238125" y="85725"/>
                </a:lnTo>
                <a:lnTo>
                  <a:pt x="238125" y="95250"/>
                </a:lnTo>
                <a:lnTo>
                  <a:pt x="228600" y="95250"/>
                </a:lnTo>
                <a:close/>
                <a:moveTo>
                  <a:pt x="285750" y="95250"/>
                </a:moveTo>
                <a:lnTo>
                  <a:pt x="295275" y="95250"/>
                </a:lnTo>
                <a:lnTo>
                  <a:pt x="295275" y="85725"/>
                </a:lnTo>
                <a:lnTo>
                  <a:pt x="285750" y="85725"/>
                </a:lnTo>
                <a:close/>
                <a:moveTo>
                  <a:pt x="409575" y="95250"/>
                </a:moveTo>
                <a:lnTo>
                  <a:pt x="428625" y="95250"/>
                </a:lnTo>
                <a:lnTo>
                  <a:pt x="428625" y="85725"/>
                </a:lnTo>
                <a:lnTo>
                  <a:pt x="409575" y="85725"/>
                </a:lnTo>
                <a:close/>
                <a:moveTo>
                  <a:pt x="742950" y="104775"/>
                </a:moveTo>
                <a:lnTo>
                  <a:pt x="752475" y="104775"/>
                </a:lnTo>
                <a:lnTo>
                  <a:pt x="752475" y="114300"/>
                </a:lnTo>
                <a:lnTo>
                  <a:pt x="742950" y="114300"/>
                </a:lnTo>
                <a:close/>
                <a:moveTo>
                  <a:pt x="57150" y="114300"/>
                </a:moveTo>
                <a:lnTo>
                  <a:pt x="85725" y="114300"/>
                </a:lnTo>
                <a:lnTo>
                  <a:pt x="85725" y="133350"/>
                </a:lnTo>
                <a:lnTo>
                  <a:pt x="76200" y="133350"/>
                </a:lnTo>
                <a:lnTo>
                  <a:pt x="76200" y="142875"/>
                </a:lnTo>
                <a:lnTo>
                  <a:pt x="47625" y="142875"/>
                </a:lnTo>
                <a:lnTo>
                  <a:pt x="47625" y="133350"/>
                </a:lnTo>
                <a:lnTo>
                  <a:pt x="57150" y="133350"/>
                </a:lnTo>
                <a:close/>
                <a:moveTo>
                  <a:pt x="0" y="295275"/>
                </a:moveTo>
                <a:lnTo>
                  <a:pt x="9525" y="295275"/>
                </a:lnTo>
                <a:lnTo>
                  <a:pt x="9525" y="314325"/>
                </a:lnTo>
                <a:lnTo>
                  <a:pt x="19050" y="314325"/>
                </a:lnTo>
                <a:lnTo>
                  <a:pt x="19050" y="323850"/>
                </a:lnTo>
                <a:lnTo>
                  <a:pt x="9525" y="323850"/>
                </a:lnTo>
                <a:lnTo>
                  <a:pt x="9525" y="333375"/>
                </a:lnTo>
                <a:lnTo>
                  <a:pt x="0" y="333375"/>
                </a:lnTo>
                <a:close/>
                <a:moveTo>
                  <a:pt x="133350" y="304800"/>
                </a:moveTo>
                <a:lnTo>
                  <a:pt x="152400" y="304800"/>
                </a:lnTo>
                <a:lnTo>
                  <a:pt x="152400" y="352425"/>
                </a:lnTo>
                <a:lnTo>
                  <a:pt x="123825" y="352425"/>
                </a:lnTo>
                <a:lnTo>
                  <a:pt x="123825" y="342900"/>
                </a:lnTo>
                <a:lnTo>
                  <a:pt x="133350" y="342900"/>
                </a:lnTo>
                <a:close/>
                <a:moveTo>
                  <a:pt x="180975" y="304800"/>
                </a:moveTo>
                <a:lnTo>
                  <a:pt x="190500" y="304800"/>
                </a:lnTo>
                <a:lnTo>
                  <a:pt x="190500" y="314325"/>
                </a:lnTo>
                <a:lnTo>
                  <a:pt x="200025" y="314325"/>
                </a:lnTo>
                <a:lnTo>
                  <a:pt x="200025" y="323850"/>
                </a:lnTo>
                <a:lnTo>
                  <a:pt x="190500" y="323850"/>
                </a:lnTo>
                <a:lnTo>
                  <a:pt x="190500" y="333375"/>
                </a:lnTo>
                <a:lnTo>
                  <a:pt x="180975" y="333375"/>
                </a:lnTo>
                <a:close/>
                <a:moveTo>
                  <a:pt x="19050" y="333375"/>
                </a:moveTo>
                <a:lnTo>
                  <a:pt x="28575" y="333375"/>
                </a:lnTo>
                <a:lnTo>
                  <a:pt x="28575" y="342900"/>
                </a:lnTo>
                <a:lnTo>
                  <a:pt x="38100" y="342900"/>
                </a:lnTo>
                <a:lnTo>
                  <a:pt x="38100" y="333375"/>
                </a:lnTo>
                <a:lnTo>
                  <a:pt x="47625" y="333375"/>
                </a:lnTo>
                <a:lnTo>
                  <a:pt x="47625" y="352425"/>
                </a:lnTo>
                <a:lnTo>
                  <a:pt x="19050" y="352425"/>
                </a:lnTo>
                <a:close/>
                <a:moveTo>
                  <a:pt x="57150" y="333375"/>
                </a:moveTo>
                <a:lnTo>
                  <a:pt x="66675" y="333375"/>
                </a:lnTo>
                <a:lnTo>
                  <a:pt x="66675" y="352425"/>
                </a:lnTo>
                <a:lnTo>
                  <a:pt x="57150" y="352425"/>
                </a:lnTo>
                <a:close/>
                <a:moveTo>
                  <a:pt x="0" y="352425"/>
                </a:moveTo>
                <a:lnTo>
                  <a:pt x="9525" y="352425"/>
                </a:lnTo>
                <a:lnTo>
                  <a:pt x="9525" y="361950"/>
                </a:lnTo>
                <a:lnTo>
                  <a:pt x="28575" y="361950"/>
                </a:lnTo>
                <a:lnTo>
                  <a:pt x="28575" y="381000"/>
                </a:lnTo>
                <a:lnTo>
                  <a:pt x="38100" y="381000"/>
                </a:lnTo>
                <a:lnTo>
                  <a:pt x="38100" y="390525"/>
                </a:lnTo>
                <a:lnTo>
                  <a:pt x="47625" y="390525"/>
                </a:lnTo>
                <a:lnTo>
                  <a:pt x="47625" y="381000"/>
                </a:lnTo>
                <a:lnTo>
                  <a:pt x="57150" y="381000"/>
                </a:lnTo>
                <a:lnTo>
                  <a:pt x="57150" y="371475"/>
                </a:lnTo>
                <a:lnTo>
                  <a:pt x="133350" y="371475"/>
                </a:lnTo>
                <a:lnTo>
                  <a:pt x="133350" y="361950"/>
                </a:lnTo>
                <a:lnTo>
                  <a:pt x="142875" y="361950"/>
                </a:lnTo>
                <a:lnTo>
                  <a:pt x="142875" y="371475"/>
                </a:lnTo>
                <a:lnTo>
                  <a:pt x="152400" y="371475"/>
                </a:lnTo>
                <a:lnTo>
                  <a:pt x="152400" y="381000"/>
                </a:lnTo>
                <a:lnTo>
                  <a:pt x="171450" y="381000"/>
                </a:lnTo>
                <a:lnTo>
                  <a:pt x="171450" y="371475"/>
                </a:lnTo>
                <a:lnTo>
                  <a:pt x="190500" y="371475"/>
                </a:lnTo>
                <a:lnTo>
                  <a:pt x="190500" y="390525"/>
                </a:lnTo>
                <a:lnTo>
                  <a:pt x="180975" y="390525"/>
                </a:lnTo>
                <a:lnTo>
                  <a:pt x="180975" y="428625"/>
                </a:lnTo>
                <a:lnTo>
                  <a:pt x="209550" y="428625"/>
                </a:lnTo>
                <a:lnTo>
                  <a:pt x="209550" y="400050"/>
                </a:lnTo>
                <a:lnTo>
                  <a:pt x="238125" y="400050"/>
                </a:lnTo>
                <a:lnTo>
                  <a:pt x="238125" y="390525"/>
                </a:lnTo>
                <a:lnTo>
                  <a:pt x="247650" y="390525"/>
                </a:lnTo>
                <a:lnTo>
                  <a:pt x="247650" y="400050"/>
                </a:lnTo>
                <a:lnTo>
                  <a:pt x="238125" y="400050"/>
                </a:lnTo>
                <a:lnTo>
                  <a:pt x="238125" y="409575"/>
                </a:lnTo>
                <a:lnTo>
                  <a:pt x="228600" y="409575"/>
                </a:lnTo>
                <a:lnTo>
                  <a:pt x="228600" y="419100"/>
                </a:lnTo>
                <a:lnTo>
                  <a:pt x="219075" y="419100"/>
                </a:lnTo>
                <a:lnTo>
                  <a:pt x="219075" y="438150"/>
                </a:lnTo>
                <a:lnTo>
                  <a:pt x="209550" y="438150"/>
                </a:lnTo>
                <a:lnTo>
                  <a:pt x="209550" y="466725"/>
                </a:lnTo>
                <a:lnTo>
                  <a:pt x="200025" y="466725"/>
                </a:lnTo>
                <a:lnTo>
                  <a:pt x="200025" y="447675"/>
                </a:lnTo>
                <a:lnTo>
                  <a:pt x="180975" y="447675"/>
                </a:lnTo>
                <a:lnTo>
                  <a:pt x="180975" y="457200"/>
                </a:lnTo>
                <a:lnTo>
                  <a:pt x="171450" y="457200"/>
                </a:lnTo>
                <a:lnTo>
                  <a:pt x="171450" y="466725"/>
                </a:lnTo>
                <a:lnTo>
                  <a:pt x="200025" y="466725"/>
                </a:lnTo>
                <a:lnTo>
                  <a:pt x="200025" y="485775"/>
                </a:lnTo>
                <a:lnTo>
                  <a:pt x="190500" y="485775"/>
                </a:lnTo>
                <a:lnTo>
                  <a:pt x="190500" y="495300"/>
                </a:lnTo>
                <a:lnTo>
                  <a:pt x="200025" y="495300"/>
                </a:lnTo>
                <a:lnTo>
                  <a:pt x="200025" y="514350"/>
                </a:lnTo>
                <a:lnTo>
                  <a:pt x="171450" y="514350"/>
                </a:lnTo>
                <a:lnTo>
                  <a:pt x="171450" y="542925"/>
                </a:lnTo>
                <a:lnTo>
                  <a:pt x="190500" y="542925"/>
                </a:lnTo>
                <a:lnTo>
                  <a:pt x="190500" y="552450"/>
                </a:lnTo>
                <a:lnTo>
                  <a:pt x="180975" y="552450"/>
                </a:lnTo>
                <a:lnTo>
                  <a:pt x="180975" y="561975"/>
                </a:lnTo>
                <a:lnTo>
                  <a:pt x="161925" y="561975"/>
                </a:lnTo>
                <a:lnTo>
                  <a:pt x="161925" y="571500"/>
                </a:lnTo>
                <a:lnTo>
                  <a:pt x="142875" y="571500"/>
                </a:lnTo>
                <a:lnTo>
                  <a:pt x="142875" y="581025"/>
                </a:lnTo>
                <a:lnTo>
                  <a:pt x="133350" y="581025"/>
                </a:lnTo>
                <a:lnTo>
                  <a:pt x="133350" y="647700"/>
                </a:lnTo>
                <a:lnTo>
                  <a:pt x="123825" y="647700"/>
                </a:lnTo>
                <a:lnTo>
                  <a:pt x="123825" y="657225"/>
                </a:lnTo>
                <a:lnTo>
                  <a:pt x="114300" y="657225"/>
                </a:lnTo>
                <a:lnTo>
                  <a:pt x="114300" y="647700"/>
                </a:lnTo>
                <a:lnTo>
                  <a:pt x="85725" y="647700"/>
                </a:lnTo>
                <a:lnTo>
                  <a:pt x="85725" y="657225"/>
                </a:lnTo>
                <a:lnTo>
                  <a:pt x="76200" y="657225"/>
                </a:lnTo>
                <a:lnTo>
                  <a:pt x="76200" y="666750"/>
                </a:lnTo>
                <a:lnTo>
                  <a:pt x="66675" y="666750"/>
                </a:lnTo>
                <a:lnTo>
                  <a:pt x="66675" y="676275"/>
                </a:lnTo>
                <a:lnTo>
                  <a:pt x="38100" y="676275"/>
                </a:lnTo>
                <a:lnTo>
                  <a:pt x="38100" y="666750"/>
                </a:lnTo>
                <a:lnTo>
                  <a:pt x="28575" y="666750"/>
                </a:lnTo>
                <a:lnTo>
                  <a:pt x="28575" y="657225"/>
                </a:lnTo>
                <a:lnTo>
                  <a:pt x="19050" y="657225"/>
                </a:lnTo>
                <a:lnTo>
                  <a:pt x="19050" y="676275"/>
                </a:lnTo>
                <a:lnTo>
                  <a:pt x="28575" y="676275"/>
                </a:lnTo>
                <a:lnTo>
                  <a:pt x="28575" y="685800"/>
                </a:lnTo>
                <a:lnTo>
                  <a:pt x="38100" y="685800"/>
                </a:lnTo>
                <a:lnTo>
                  <a:pt x="38100" y="704850"/>
                </a:lnTo>
                <a:lnTo>
                  <a:pt x="47625" y="704850"/>
                </a:lnTo>
                <a:lnTo>
                  <a:pt x="47625" y="714375"/>
                </a:lnTo>
                <a:lnTo>
                  <a:pt x="38100" y="714375"/>
                </a:lnTo>
                <a:lnTo>
                  <a:pt x="38100" y="723900"/>
                </a:lnTo>
                <a:lnTo>
                  <a:pt x="47625" y="723900"/>
                </a:lnTo>
                <a:lnTo>
                  <a:pt x="47625" y="733425"/>
                </a:lnTo>
                <a:lnTo>
                  <a:pt x="38100" y="733425"/>
                </a:lnTo>
                <a:lnTo>
                  <a:pt x="38100" y="752475"/>
                </a:lnTo>
                <a:lnTo>
                  <a:pt x="47625" y="752475"/>
                </a:lnTo>
                <a:lnTo>
                  <a:pt x="47625" y="771525"/>
                </a:lnTo>
                <a:lnTo>
                  <a:pt x="38100" y="771525"/>
                </a:lnTo>
                <a:lnTo>
                  <a:pt x="38100" y="781050"/>
                </a:lnTo>
                <a:lnTo>
                  <a:pt x="28575" y="781050"/>
                </a:lnTo>
                <a:lnTo>
                  <a:pt x="28575" y="800100"/>
                </a:lnTo>
                <a:lnTo>
                  <a:pt x="19050" y="800100"/>
                </a:lnTo>
                <a:lnTo>
                  <a:pt x="19050" y="819150"/>
                </a:lnTo>
                <a:lnTo>
                  <a:pt x="57150" y="819150"/>
                </a:lnTo>
                <a:lnTo>
                  <a:pt x="57150" y="847725"/>
                </a:lnTo>
                <a:lnTo>
                  <a:pt x="66675" y="847725"/>
                </a:lnTo>
                <a:lnTo>
                  <a:pt x="66675" y="866775"/>
                </a:lnTo>
                <a:lnTo>
                  <a:pt x="0" y="866775"/>
                </a:lnTo>
                <a:lnTo>
                  <a:pt x="0" y="609600"/>
                </a:lnTo>
                <a:lnTo>
                  <a:pt x="9525" y="609600"/>
                </a:lnTo>
                <a:lnTo>
                  <a:pt x="9525" y="590550"/>
                </a:lnTo>
                <a:lnTo>
                  <a:pt x="0" y="590550"/>
                </a:lnTo>
                <a:lnTo>
                  <a:pt x="0" y="581025"/>
                </a:lnTo>
                <a:lnTo>
                  <a:pt x="9525" y="581025"/>
                </a:lnTo>
                <a:lnTo>
                  <a:pt x="9525" y="561975"/>
                </a:lnTo>
                <a:lnTo>
                  <a:pt x="0" y="561975"/>
                </a:lnTo>
                <a:lnTo>
                  <a:pt x="0" y="476250"/>
                </a:lnTo>
                <a:lnTo>
                  <a:pt x="19050" y="476250"/>
                </a:lnTo>
                <a:lnTo>
                  <a:pt x="19050" y="447675"/>
                </a:lnTo>
                <a:lnTo>
                  <a:pt x="0" y="447675"/>
                </a:lnTo>
                <a:close/>
                <a:moveTo>
                  <a:pt x="161925" y="400050"/>
                </a:moveTo>
                <a:lnTo>
                  <a:pt x="171450" y="400050"/>
                </a:lnTo>
                <a:lnTo>
                  <a:pt x="171450" y="390525"/>
                </a:lnTo>
                <a:lnTo>
                  <a:pt x="161925" y="390525"/>
                </a:lnTo>
                <a:close/>
                <a:moveTo>
                  <a:pt x="57150" y="419100"/>
                </a:moveTo>
                <a:lnTo>
                  <a:pt x="76200" y="419100"/>
                </a:lnTo>
                <a:lnTo>
                  <a:pt x="76200" y="400050"/>
                </a:lnTo>
                <a:lnTo>
                  <a:pt x="66675" y="400050"/>
                </a:lnTo>
                <a:lnTo>
                  <a:pt x="66675" y="390525"/>
                </a:lnTo>
                <a:lnTo>
                  <a:pt x="57150" y="390525"/>
                </a:lnTo>
                <a:close/>
                <a:moveTo>
                  <a:pt x="152400" y="419100"/>
                </a:moveTo>
                <a:lnTo>
                  <a:pt x="161925" y="419100"/>
                </a:lnTo>
                <a:lnTo>
                  <a:pt x="161925" y="409575"/>
                </a:lnTo>
                <a:lnTo>
                  <a:pt x="152400" y="409575"/>
                </a:lnTo>
                <a:close/>
                <a:moveTo>
                  <a:pt x="600075" y="428625"/>
                </a:moveTo>
                <a:lnTo>
                  <a:pt x="628650" y="428625"/>
                </a:lnTo>
                <a:lnTo>
                  <a:pt x="628650" y="447675"/>
                </a:lnTo>
                <a:lnTo>
                  <a:pt x="609600" y="447675"/>
                </a:lnTo>
                <a:lnTo>
                  <a:pt x="609600" y="438150"/>
                </a:lnTo>
                <a:lnTo>
                  <a:pt x="600075" y="438150"/>
                </a:lnTo>
                <a:close/>
                <a:moveTo>
                  <a:pt x="85725" y="447675"/>
                </a:moveTo>
                <a:lnTo>
                  <a:pt x="95250" y="447675"/>
                </a:lnTo>
                <a:lnTo>
                  <a:pt x="95250" y="428625"/>
                </a:lnTo>
                <a:lnTo>
                  <a:pt x="85725" y="428625"/>
                </a:lnTo>
                <a:close/>
                <a:moveTo>
                  <a:pt x="628650" y="447675"/>
                </a:moveTo>
                <a:lnTo>
                  <a:pt x="638175" y="447675"/>
                </a:lnTo>
                <a:lnTo>
                  <a:pt x="638175" y="457200"/>
                </a:lnTo>
                <a:lnTo>
                  <a:pt x="628650" y="457200"/>
                </a:lnTo>
                <a:close/>
                <a:moveTo>
                  <a:pt x="1038225" y="466725"/>
                </a:moveTo>
                <a:lnTo>
                  <a:pt x="1047750" y="466725"/>
                </a:lnTo>
                <a:lnTo>
                  <a:pt x="1047750" y="476250"/>
                </a:lnTo>
                <a:lnTo>
                  <a:pt x="1057275" y="476250"/>
                </a:lnTo>
                <a:lnTo>
                  <a:pt x="1057275" y="523875"/>
                </a:lnTo>
                <a:lnTo>
                  <a:pt x="1038225" y="523875"/>
                </a:lnTo>
                <a:lnTo>
                  <a:pt x="1038225" y="533400"/>
                </a:lnTo>
                <a:lnTo>
                  <a:pt x="1028700" y="533400"/>
                </a:lnTo>
                <a:lnTo>
                  <a:pt x="1028700" y="523875"/>
                </a:lnTo>
                <a:lnTo>
                  <a:pt x="1009650" y="523875"/>
                </a:lnTo>
                <a:lnTo>
                  <a:pt x="1009650" y="514350"/>
                </a:lnTo>
                <a:lnTo>
                  <a:pt x="1019175" y="514350"/>
                </a:lnTo>
                <a:lnTo>
                  <a:pt x="1019175" y="504825"/>
                </a:lnTo>
                <a:lnTo>
                  <a:pt x="1028700" y="504825"/>
                </a:lnTo>
                <a:lnTo>
                  <a:pt x="1028700" y="495300"/>
                </a:lnTo>
                <a:lnTo>
                  <a:pt x="1038225" y="495300"/>
                </a:lnTo>
                <a:close/>
                <a:moveTo>
                  <a:pt x="114300" y="485775"/>
                </a:moveTo>
                <a:lnTo>
                  <a:pt x="104775" y="485775"/>
                </a:lnTo>
                <a:lnTo>
                  <a:pt x="104775" y="495300"/>
                </a:lnTo>
                <a:lnTo>
                  <a:pt x="114300" y="495300"/>
                </a:lnTo>
                <a:close/>
                <a:moveTo>
                  <a:pt x="114300" y="485775"/>
                </a:moveTo>
                <a:lnTo>
                  <a:pt x="123825" y="485775"/>
                </a:lnTo>
                <a:lnTo>
                  <a:pt x="123825" y="476250"/>
                </a:lnTo>
                <a:lnTo>
                  <a:pt x="114300" y="476250"/>
                </a:lnTo>
                <a:close/>
                <a:moveTo>
                  <a:pt x="171450" y="495300"/>
                </a:moveTo>
                <a:lnTo>
                  <a:pt x="180975" y="495300"/>
                </a:lnTo>
                <a:lnTo>
                  <a:pt x="180975" y="476250"/>
                </a:lnTo>
                <a:lnTo>
                  <a:pt x="152400" y="476250"/>
                </a:lnTo>
                <a:lnTo>
                  <a:pt x="152400" y="495300"/>
                </a:lnTo>
                <a:lnTo>
                  <a:pt x="123825" y="495300"/>
                </a:lnTo>
                <a:lnTo>
                  <a:pt x="123825" y="523875"/>
                </a:lnTo>
                <a:lnTo>
                  <a:pt x="114300" y="523875"/>
                </a:lnTo>
                <a:lnTo>
                  <a:pt x="114300" y="533400"/>
                </a:lnTo>
                <a:lnTo>
                  <a:pt x="123825" y="533400"/>
                </a:lnTo>
                <a:lnTo>
                  <a:pt x="123825" y="542925"/>
                </a:lnTo>
                <a:lnTo>
                  <a:pt x="133350" y="542925"/>
                </a:lnTo>
                <a:lnTo>
                  <a:pt x="133350" y="533400"/>
                </a:lnTo>
                <a:lnTo>
                  <a:pt x="142875" y="533400"/>
                </a:lnTo>
                <a:lnTo>
                  <a:pt x="142875" y="514350"/>
                </a:lnTo>
                <a:lnTo>
                  <a:pt x="152400" y="514350"/>
                </a:lnTo>
                <a:lnTo>
                  <a:pt x="152400" y="504825"/>
                </a:lnTo>
                <a:lnTo>
                  <a:pt x="171450" y="504825"/>
                </a:lnTo>
                <a:close/>
                <a:moveTo>
                  <a:pt x="85725" y="523875"/>
                </a:moveTo>
                <a:lnTo>
                  <a:pt x="104775" y="523875"/>
                </a:lnTo>
                <a:lnTo>
                  <a:pt x="104775" y="504825"/>
                </a:lnTo>
                <a:lnTo>
                  <a:pt x="85725" y="504825"/>
                </a:lnTo>
                <a:close/>
                <a:moveTo>
                  <a:pt x="142875" y="542925"/>
                </a:moveTo>
                <a:lnTo>
                  <a:pt x="152400" y="542925"/>
                </a:lnTo>
                <a:lnTo>
                  <a:pt x="152400" y="533400"/>
                </a:lnTo>
                <a:lnTo>
                  <a:pt x="142875" y="533400"/>
                </a:lnTo>
                <a:close/>
                <a:moveTo>
                  <a:pt x="971550" y="542925"/>
                </a:moveTo>
                <a:lnTo>
                  <a:pt x="981075" y="542925"/>
                </a:lnTo>
                <a:lnTo>
                  <a:pt x="981075" y="552450"/>
                </a:lnTo>
                <a:lnTo>
                  <a:pt x="990600" y="552450"/>
                </a:lnTo>
                <a:lnTo>
                  <a:pt x="990600" y="561975"/>
                </a:lnTo>
                <a:lnTo>
                  <a:pt x="981075" y="561975"/>
                </a:lnTo>
                <a:lnTo>
                  <a:pt x="981075" y="581025"/>
                </a:lnTo>
                <a:lnTo>
                  <a:pt x="971550" y="581025"/>
                </a:lnTo>
                <a:lnTo>
                  <a:pt x="971550" y="600075"/>
                </a:lnTo>
                <a:lnTo>
                  <a:pt x="1009650" y="600075"/>
                </a:lnTo>
                <a:lnTo>
                  <a:pt x="1009650" y="590550"/>
                </a:lnTo>
                <a:lnTo>
                  <a:pt x="1019175" y="590550"/>
                </a:lnTo>
                <a:lnTo>
                  <a:pt x="1019175" y="542925"/>
                </a:lnTo>
                <a:lnTo>
                  <a:pt x="1038225" y="542925"/>
                </a:lnTo>
                <a:lnTo>
                  <a:pt x="1038225" y="552450"/>
                </a:lnTo>
                <a:lnTo>
                  <a:pt x="1057275" y="552450"/>
                </a:lnTo>
                <a:lnTo>
                  <a:pt x="1057275" y="800100"/>
                </a:lnTo>
                <a:lnTo>
                  <a:pt x="1047750" y="800100"/>
                </a:lnTo>
                <a:lnTo>
                  <a:pt x="1047750" y="819150"/>
                </a:lnTo>
                <a:lnTo>
                  <a:pt x="1057275" y="819150"/>
                </a:lnTo>
                <a:lnTo>
                  <a:pt x="1057275" y="828675"/>
                </a:lnTo>
                <a:lnTo>
                  <a:pt x="1028700" y="828675"/>
                </a:lnTo>
                <a:lnTo>
                  <a:pt x="1028700" y="819150"/>
                </a:lnTo>
                <a:lnTo>
                  <a:pt x="1038225" y="819150"/>
                </a:lnTo>
                <a:lnTo>
                  <a:pt x="1038225" y="800100"/>
                </a:lnTo>
                <a:lnTo>
                  <a:pt x="1009650" y="800100"/>
                </a:lnTo>
                <a:lnTo>
                  <a:pt x="1009650" y="809625"/>
                </a:lnTo>
                <a:lnTo>
                  <a:pt x="1000125" y="809625"/>
                </a:lnTo>
                <a:lnTo>
                  <a:pt x="1000125" y="819150"/>
                </a:lnTo>
                <a:lnTo>
                  <a:pt x="962025" y="819150"/>
                </a:lnTo>
                <a:lnTo>
                  <a:pt x="962025" y="800100"/>
                </a:lnTo>
                <a:lnTo>
                  <a:pt x="952500" y="800100"/>
                </a:lnTo>
                <a:lnTo>
                  <a:pt x="952500" y="790575"/>
                </a:lnTo>
                <a:lnTo>
                  <a:pt x="914400" y="790575"/>
                </a:lnTo>
                <a:lnTo>
                  <a:pt x="914400" y="762000"/>
                </a:lnTo>
                <a:lnTo>
                  <a:pt x="904875" y="762000"/>
                </a:lnTo>
                <a:lnTo>
                  <a:pt x="904875" y="752475"/>
                </a:lnTo>
                <a:lnTo>
                  <a:pt x="885825" y="752475"/>
                </a:lnTo>
                <a:lnTo>
                  <a:pt x="885825" y="762000"/>
                </a:lnTo>
                <a:lnTo>
                  <a:pt x="876300" y="762000"/>
                </a:lnTo>
                <a:lnTo>
                  <a:pt x="876300" y="742950"/>
                </a:lnTo>
                <a:lnTo>
                  <a:pt x="866775" y="742950"/>
                </a:lnTo>
                <a:lnTo>
                  <a:pt x="866775" y="781050"/>
                </a:lnTo>
                <a:lnTo>
                  <a:pt x="857250" y="781050"/>
                </a:lnTo>
                <a:lnTo>
                  <a:pt x="857250" y="762000"/>
                </a:lnTo>
                <a:lnTo>
                  <a:pt x="838200" y="762000"/>
                </a:lnTo>
                <a:lnTo>
                  <a:pt x="838200" y="733425"/>
                </a:lnTo>
                <a:lnTo>
                  <a:pt x="828675" y="733425"/>
                </a:lnTo>
                <a:lnTo>
                  <a:pt x="828675" y="723900"/>
                </a:lnTo>
                <a:lnTo>
                  <a:pt x="819150" y="723900"/>
                </a:lnTo>
                <a:lnTo>
                  <a:pt x="819150" y="704850"/>
                </a:lnTo>
                <a:lnTo>
                  <a:pt x="828675" y="704850"/>
                </a:lnTo>
                <a:lnTo>
                  <a:pt x="828675" y="695325"/>
                </a:lnTo>
                <a:lnTo>
                  <a:pt x="838200" y="695325"/>
                </a:lnTo>
                <a:lnTo>
                  <a:pt x="838200" y="666750"/>
                </a:lnTo>
                <a:lnTo>
                  <a:pt x="857250" y="666750"/>
                </a:lnTo>
                <a:lnTo>
                  <a:pt x="857250" y="676275"/>
                </a:lnTo>
                <a:lnTo>
                  <a:pt x="866775" y="676275"/>
                </a:lnTo>
                <a:lnTo>
                  <a:pt x="866775" y="685800"/>
                </a:lnTo>
                <a:lnTo>
                  <a:pt x="876300" y="685800"/>
                </a:lnTo>
                <a:lnTo>
                  <a:pt x="876300" y="666750"/>
                </a:lnTo>
                <a:lnTo>
                  <a:pt x="895350" y="666750"/>
                </a:lnTo>
                <a:lnTo>
                  <a:pt x="895350" y="647700"/>
                </a:lnTo>
                <a:lnTo>
                  <a:pt x="885825" y="647700"/>
                </a:lnTo>
                <a:lnTo>
                  <a:pt x="885825" y="619125"/>
                </a:lnTo>
                <a:lnTo>
                  <a:pt x="895350" y="619125"/>
                </a:lnTo>
                <a:lnTo>
                  <a:pt x="895350" y="638175"/>
                </a:lnTo>
                <a:lnTo>
                  <a:pt x="904875" y="638175"/>
                </a:lnTo>
                <a:lnTo>
                  <a:pt x="904875" y="619125"/>
                </a:lnTo>
                <a:lnTo>
                  <a:pt x="914400" y="619125"/>
                </a:lnTo>
                <a:lnTo>
                  <a:pt x="914400" y="609600"/>
                </a:lnTo>
                <a:lnTo>
                  <a:pt x="933450" y="609600"/>
                </a:lnTo>
                <a:lnTo>
                  <a:pt x="933450" y="628650"/>
                </a:lnTo>
                <a:lnTo>
                  <a:pt x="942975" y="628650"/>
                </a:lnTo>
                <a:lnTo>
                  <a:pt x="942975" y="609600"/>
                </a:lnTo>
                <a:lnTo>
                  <a:pt x="952500" y="609600"/>
                </a:lnTo>
                <a:lnTo>
                  <a:pt x="952500" y="600075"/>
                </a:lnTo>
                <a:lnTo>
                  <a:pt x="942975" y="600075"/>
                </a:lnTo>
                <a:lnTo>
                  <a:pt x="942975" y="590550"/>
                </a:lnTo>
                <a:lnTo>
                  <a:pt x="923925" y="590550"/>
                </a:lnTo>
                <a:lnTo>
                  <a:pt x="923925" y="581025"/>
                </a:lnTo>
                <a:lnTo>
                  <a:pt x="914400" y="581025"/>
                </a:lnTo>
                <a:lnTo>
                  <a:pt x="914400" y="571500"/>
                </a:lnTo>
                <a:lnTo>
                  <a:pt x="933450" y="571500"/>
                </a:lnTo>
                <a:lnTo>
                  <a:pt x="933450" y="561975"/>
                </a:lnTo>
                <a:lnTo>
                  <a:pt x="952500" y="561975"/>
                </a:lnTo>
                <a:lnTo>
                  <a:pt x="952500" y="552450"/>
                </a:lnTo>
                <a:lnTo>
                  <a:pt x="971550" y="552450"/>
                </a:lnTo>
                <a:close/>
                <a:moveTo>
                  <a:pt x="114300" y="561975"/>
                </a:moveTo>
                <a:lnTo>
                  <a:pt x="123825" y="561975"/>
                </a:lnTo>
                <a:lnTo>
                  <a:pt x="123825" y="552450"/>
                </a:lnTo>
                <a:lnTo>
                  <a:pt x="95250" y="552450"/>
                </a:lnTo>
                <a:lnTo>
                  <a:pt x="95250" y="571500"/>
                </a:lnTo>
                <a:lnTo>
                  <a:pt x="114300" y="571500"/>
                </a:lnTo>
                <a:close/>
                <a:moveTo>
                  <a:pt x="781050" y="571500"/>
                </a:moveTo>
                <a:lnTo>
                  <a:pt x="790575" y="571500"/>
                </a:lnTo>
                <a:lnTo>
                  <a:pt x="790575" y="581025"/>
                </a:lnTo>
                <a:lnTo>
                  <a:pt x="781050" y="581025"/>
                </a:lnTo>
                <a:close/>
                <a:moveTo>
                  <a:pt x="895350" y="581025"/>
                </a:moveTo>
                <a:lnTo>
                  <a:pt x="914400" y="581025"/>
                </a:lnTo>
                <a:lnTo>
                  <a:pt x="914400" y="600075"/>
                </a:lnTo>
                <a:lnTo>
                  <a:pt x="885825" y="600075"/>
                </a:lnTo>
                <a:lnTo>
                  <a:pt x="885825" y="590550"/>
                </a:lnTo>
                <a:lnTo>
                  <a:pt x="895350" y="590550"/>
                </a:lnTo>
                <a:close/>
              </a:path>
            </a:pathLst>
          </a:custGeom>
          <a:solidFill xmlns:a="http://schemas.openxmlformats.org/drawingml/2006/main">
            <a:srgbClr val="F1EDE1"/>
          </a:solidFill>
          <a:ln xmlns:a="http://schemas.openxmlformats.org/drawingml/2006/main" w="0">
            <a:noFill/>
          </a:ln>
        </p:spPr>
      </p:sp>
      <p:sp>
        <p:nvSpPr>
          <p:cNvPr id="94" name="rocket vector #f1ede0">
            <a:extLst xmlns:a="http://schemas.openxmlformats.org/drawingml/2006/main">
              <a:ext uri="{FF2B5EF4-FFF2-40B4-BE49-F238E27FC236}">
                <a16:creationId xmlns:a16="http://schemas.microsoft.com/office/drawing/2014/main" id="{57F04D62-92BA-4EEB-9262-561F7BE43E6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5550" y="1495425"/>
            <a:ext cx="1057275" cy="866775"/>
          </a:xfrm>
          <a:custGeom xmlns:a="http://schemas.openxmlformats.org/drawingml/2006/main">
            <a:pathLst>
              <a:path w="1057275" h="866775">
                <a:moveTo>
                  <a:pt x="409575" y="9525"/>
                </a:moveTo>
                <a:lnTo>
                  <a:pt x="428625" y="9525"/>
                </a:lnTo>
                <a:lnTo>
                  <a:pt x="428625" y="38100"/>
                </a:lnTo>
                <a:lnTo>
                  <a:pt x="419100" y="38100"/>
                </a:lnTo>
                <a:lnTo>
                  <a:pt x="419100" y="47625"/>
                </a:lnTo>
                <a:lnTo>
                  <a:pt x="400050" y="47625"/>
                </a:lnTo>
                <a:lnTo>
                  <a:pt x="400050" y="28575"/>
                </a:lnTo>
                <a:lnTo>
                  <a:pt x="409575" y="28575"/>
                </a:lnTo>
                <a:close/>
                <a:moveTo>
                  <a:pt x="504825" y="38100"/>
                </a:moveTo>
                <a:lnTo>
                  <a:pt x="533400" y="38100"/>
                </a:lnTo>
                <a:lnTo>
                  <a:pt x="533400" y="57150"/>
                </a:lnTo>
                <a:lnTo>
                  <a:pt x="552450" y="57150"/>
                </a:lnTo>
                <a:lnTo>
                  <a:pt x="552450" y="66675"/>
                </a:lnTo>
                <a:lnTo>
                  <a:pt x="514350" y="66675"/>
                </a:lnTo>
                <a:lnTo>
                  <a:pt x="514350" y="76200"/>
                </a:lnTo>
                <a:lnTo>
                  <a:pt x="523875" y="76200"/>
                </a:lnTo>
                <a:lnTo>
                  <a:pt x="523875" y="85725"/>
                </a:lnTo>
                <a:lnTo>
                  <a:pt x="495300" y="85725"/>
                </a:lnTo>
                <a:lnTo>
                  <a:pt x="495300" y="76200"/>
                </a:lnTo>
                <a:lnTo>
                  <a:pt x="504825" y="76200"/>
                </a:lnTo>
                <a:lnTo>
                  <a:pt x="504825" y="66675"/>
                </a:lnTo>
                <a:lnTo>
                  <a:pt x="495300" y="66675"/>
                </a:lnTo>
                <a:lnTo>
                  <a:pt x="495300" y="47625"/>
                </a:lnTo>
                <a:lnTo>
                  <a:pt x="504825" y="47625"/>
                </a:lnTo>
                <a:close/>
                <a:moveTo>
                  <a:pt x="485775" y="85725"/>
                </a:moveTo>
                <a:lnTo>
                  <a:pt x="495300" y="85725"/>
                </a:lnTo>
                <a:lnTo>
                  <a:pt x="495300" y="95250"/>
                </a:lnTo>
                <a:lnTo>
                  <a:pt x="485775" y="95250"/>
                </a:lnTo>
                <a:close/>
                <a:moveTo>
                  <a:pt x="390525" y="104775"/>
                </a:moveTo>
                <a:lnTo>
                  <a:pt x="400050" y="104775"/>
                </a:lnTo>
                <a:lnTo>
                  <a:pt x="400050" y="114300"/>
                </a:lnTo>
                <a:lnTo>
                  <a:pt x="390525" y="114300"/>
                </a:lnTo>
                <a:close/>
                <a:moveTo>
                  <a:pt x="400050" y="123825"/>
                </a:moveTo>
                <a:lnTo>
                  <a:pt x="409575" y="123825"/>
                </a:lnTo>
                <a:lnTo>
                  <a:pt x="409575" y="152400"/>
                </a:lnTo>
                <a:lnTo>
                  <a:pt x="419100" y="152400"/>
                </a:lnTo>
                <a:lnTo>
                  <a:pt x="419100" y="161925"/>
                </a:lnTo>
                <a:lnTo>
                  <a:pt x="409575" y="161925"/>
                </a:lnTo>
                <a:lnTo>
                  <a:pt x="409575" y="171450"/>
                </a:lnTo>
                <a:lnTo>
                  <a:pt x="400050" y="171450"/>
                </a:lnTo>
                <a:lnTo>
                  <a:pt x="400050" y="161925"/>
                </a:lnTo>
                <a:lnTo>
                  <a:pt x="371475" y="161925"/>
                </a:lnTo>
                <a:lnTo>
                  <a:pt x="371475" y="152400"/>
                </a:lnTo>
                <a:lnTo>
                  <a:pt x="400050" y="152400"/>
                </a:lnTo>
                <a:close/>
                <a:moveTo>
                  <a:pt x="438150" y="123825"/>
                </a:moveTo>
                <a:lnTo>
                  <a:pt x="447675" y="123825"/>
                </a:lnTo>
                <a:lnTo>
                  <a:pt x="447675" y="133350"/>
                </a:lnTo>
                <a:lnTo>
                  <a:pt x="438150" y="133350"/>
                </a:lnTo>
                <a:close/>
                <a:moveTo>
                  <a:pt x="361950" y="133350"/>
                </a:moveTo>
                <a:lnTo>
                  <a:pt x="381000" y="133350"/>
                </a:lnTo>
                <a:lnTo>
                  <a:pt x="381000" y="142875"/>
                </a:lnTo>
                <a:lnTo>
                  <a:pt x="361950" y="142875"/>
                </a:lnTo>
                <a:close/>
                <a:moveTo>
                  <a:pt x="371475" y="171450"/>
                </a:moveTo>
                <a:lnTo>
                  <a:pt x="381000" y="171450"/>
                </a:lnTo>
                <a:lnTo>
                  <a:pt x="381000" y="180975"/>
                </a:lnTo>
                <a:lnTo>
                  <a:pt x="371475" y="180975"/>
                </a:lnTo>
                <a:close/>
                <a:moveTo>
                  <a:pt x="352425" y="180975"/>
                </a:moveTo>
                <a:lnTo>
                  <a:pt x="361950" y="180975"/>
                </a:lnTo>
                <a:lnTo>
                  <a:pt x="361950" y="190500"/>
                </a:lnTo>
                <a:lnTo>
                  <a:pt x="352425" y="190500"/>
                </a:lnTo>
                <a:close/>
                <a:moveTo>
                  <a:pt x="333375" y="190500"/>
                </a:moveTo>
                <a:lnTo>
                  <a:pt x="342900" y="190500"/>
                </a:lnTo>
                <a:lnTo>
                  <a:pt x="342900" y="200025"/>
                </a:lnTo>
                <a:lnTo>
                  <a:pt x="333375" y="200025"/>
                </a:lnTo>
                <a:close/>
                <a:moveTo>
                  <a:pt x="914400" y="200025"/>
                </a:moveTo>
                <a:lnTo>
                  <a:pt x="933450" y="200025"/>
                </a:lnTo>
                <a:lnTo>
                  <a:pt x="933450" y="209550"/>
                </a:lnTo>
                <a:lnTo>
                  <a:pt x="914400" y="209550"/>
                </a:lnTo>
                <a:close/>
                <a:moveTo>
                  <a:pt x="57150" y="390525"/>
                </a:moveTo>
                <a:lnTo>
                  <a:pt x="66675" y="390525"/>
                </a:lnTo>
                <a:lnTo>
                  <a:pt x="66675" y="400050"/>
                </a:lnTo>
                <a:lnTo>
                  <a:pt x="76200" y="400050"/>
                </a:lnTo>
                <a:lnTo>
                  <a:pt x="76200" y="419100"/>
                </a:lnTo>
                <a:lnTo>
                  <a:pt x="57150" y="419100"/>
                </a:lnTo>
                <a:close/>
                <a:moveTo>
                  <a:pt x="161925" y="390525"/>
                </a:moveTo>
                <a:lnTo>
                  <a:pt x="171450" y="390525"/>
                </a:lnTo>
                <a:lnTo>
                  <a:pt x="171450" y="400050"/>
                </a:lnTo>
                <a:lnTo>
                  <a:pt x="161925" y="400050"/>
                </a:lnTo>
                <a:close/>
                <a:moveTo>
                  <a:pt x="238125" y="400050"/>
                </a:moveTo>
                <a:lnTo>
                  <a:pt x="247650" y="400050"/>
                </a:lnTo>
                <a:lnTo>
                  <a:pt x="247650" y="409575"/>
                </a:lnTo>
                <a:lnTo>
                  <a:pt x="238125" y="409575"/>
                </a:lnTo>
                <a:close/>
                <a:moveTo>
                  <a:pt x="152400" y="409575"/>
                </a:moveTo>
                <a:lnTo>
                  <a:pt x="161925" y="409575"/>
                </a:lnTo>
                <a:lnTo>
                  <a:pt x="161925" y="419100"/>
                </a:lnTo>
                <a:lnTo>
                  <a:pt x="152400" y="419100"/>
                </a:lnTo>
                <a:close/>
                <a:moveTo>
                  <a:pt x="228600" y="409575"/>
                </a:moveTo>
                <a:lnTo>
                  <a:pt x="238125" y="409575"/>
                </a:lnTo>
                <a:lnTo>
                  <a:pt x="238125" y="438150"/>
                </a:lnTo>
                <a:lnTo>
                  <a:pt x="228600" y="438150"/>
                </a:lnTo>
                <a:lnTo>
                  <a:pt x="228600" y="447675"/>
                </a:lnTo>
                <a:lnTo>
                  <a:pt x="209550" y="447675"/>
                </a:lnTo>
                <a:lnTo>
                  <a:pt x="209550" y="438150"/>
                </a:lnTo>
                <a:lnTo>
                  <a:pt x="219075" y="438150"/>
                </a:lnTo>
                <a:lnTo>
                  <a:pt x="219075" y="419100"/>
                </a:lnTo>
                <a:lnTo>
                  <a:pt x="228600" y="419100"/>
                </a:lnTo>
                <a:close/>
                <a:moveTo>
                  <a:pt x="180975" y="419100"/>
                </a:moveTo>
                <a:lnTo>
                  <a:pt x="190500" y="419100"/>
                </a:lnTo>
                <a:lnTo>
                  <a:pt x="190500" y="428625"/>
                </a:lnTo>
                <a:lnTo>
                  <a:pt x="180975" y="428625"/>
                </a:lnTo>
                <a:close/>
                <a:moveTo>
                  <a:pt x="1047750" y="438150"/>
                </a:moveTo>
                <a:lnTo>
                  <a:pt x="1057275" y="438150"/>
                </a:lnTo>
                <a:lnTo>
                  <a:pt x="1057275" y="447675"/>
                </a:lnTo>
                <a:lnTo>
                  <a:pt x="1047750" y="447675"/>
                </a:lnTo>
                <a:close/>
                <a:moveTo>
                  <a:pt x="600075" y="447675"/>
                </a:moveTo>
                <a:lnTo>
                  <a:pt x="609600" y="447675"/>
                </a:lnTo>
                <a:lnTo>
                  <a:pt x="609600" y="457200"/>
                </a:lnTo>
                <a:lnTo>
                  <a:pt x="600075" y="457200"/>
                </a:lnTo>
                <a:close/>
                <a:moveTo>
                  <a:pt x="619125" y="447675"/>
                </a:moveTo>
                <a:lnTo>
                  <a:pt x="628650" y="447675"/>
                </a:lnTo>
                <a:lnTo>
                  <a:pt x="628650" y="457200"/>
                </a:lnTo>
                <a:lnTo>
                  <a:pt x="638175" y="457200"/>
                </a:lnTo>
                <a:lnTo>
                  <a:pt x="638175" y="466725"/>
                </a:lnTo>
                <a:lnTo>
                  <a:pt x="609600" y="466725"/>
                </a:lnTo>
                <a:lnTo>
                  <a:pt x="609600" y="457200"/>
                </a:lnTo>
                <a:lnTo>
                  <a:pt x="619125" y="457200"/>
                </a:lnTo>
                <a:close/>
                <a:moveTo>
                  <a:pt x="800100" y="523875"/>
                </a:moveTo>
                <a:lnTo>
                  <a:pt x="819150" y="523875"/>
                </a:lnTo>
                <a:lnTo>
                  <a:pt x="819150" y="533400"/>
                </a:lnTo>
                <a:lnTo>
                  <a:pt x="828675" y="533400"/>
                </a:lnTo>
                <a:lnTo>
                  <a:pt x="828675" y="523875"/>
                </a:lnTo>
                <a:lnTo>
                  <a:pt x="838200" y="523875"/>
                </a:lnTo>
                <a:lnTo>
                  <a:pt x="838200" y="542925"/>
                </a:lnTo>
                <a:lnTo>
                  <a:pt x="819150" y="542925"/>
                </a:lnTo>
                <a:lnTo>
                  <a:pt x="819150" y="552450"/>
                </a:lnTo>
                <a:lnTo>
                  <a:pt x="809625" y="552450"/>
                </a:lnTo>
                <a:lnTo>
                  <a:pt x="809625" y="561975"/>
                </a:lnTo>
                <a:lnTo>
                  <a:pt x="800100" y="561975"/>
                </a:lnTo>
                <a:lnTo>
                  <a:pt x="800100" y="571500"/>
                </a:lnTo>
                <a:lnTo>
                  <a:pt x="781050" y="571500"/>
                </a:lnTo>
                <a:lnTo>
                  <a:pt x="781050" y="561975"/>
                </a:lnTo>
                <a:lnTo>
                  <a:pt x="790575" y="561975"/>
                </a:lnTo>
                <a:lnTo>
                  <a:pt x="790575" y="552450"/>
                </a:lnTo>
                <a:lnTo>
                  <a:pt x="781050" y="552450"/>
                </a:lnTo>
                <a:lnTo>
                  <a:pt x="781050" y="542925"/>
                </a:lnTo>
                <a:lnTo>
                  <a:pt x="790575" y="542925"/>
                </a:lnTo>
                <a:lnTo>
                  <a:pt x="790575" y="533400"/>
                </a:lnTo>
                <a:lnTo>
                  <a:pt x="800100" y="533400"/>
                </a:lnTo>
                <a:close/>
                <a:moveTo>
                  <a:pt x="180975" y="561975"/>
                </a:moveTo>
                <a:lnTo>
                  <a:pt x="200025" y="561975"/>
                </a:lnTo>
                <a:lnTo>
                  <a:pt x="200025" y="571500"/>
                </a:lnTo>
                <a:lnTo>
                  <a:pt x="180975" y="571500"/>
                </a:lnTo>
                <a:close/>
                <a:moveTo>
                  <a:pt x="152400" y="571500"/>
                </a:moveTo>
                <a:lnTo>
                  <a:pt x="161925" y="571500"/>
                </a:lnTo>
                <a:lnTo>
                  <a:pt x="161925" y="581025"/>
                </a:lnTo>
                <a:lnTo>
                  <a:pt x="152400" y="581025"/>
                </a:lnTo>
                <a:close/>
                <a:moveTo>
                  <a:pt x="161925" y="581025"/>
                </a:moveTo>
                <a:lnTo>
                  <a:pt x="171450" y="581025"/>
                </a:lnTo>
                <a:lnTo>
                  <a:pt x="171450" y="590550"/>
                </a:lnTo>
                <a:lnTo>
                  <a:pt x="180975" y="590550"/>
                </a:lnTo>
                <a:lnTo>
                  <a:pt x="180975" y="600075"/>
                </a:lnTo>
                <a:lnTo>
                  <a:pt x="152400" y="600075"/>
                </a:lnTo>
                <a:lnTo>
                  <a:pt x="152400" y="590550"/>
                </a:lnTo>
                <a:lnTo>
                  <a:pt x="161925" y="590550"/>
                </a:lnTo>
                <a:close/>
                <a:moveTo>
                  <a:pt x="0" y="590550"/>
                </a:moveTo>
                <a:lnTo>
                  <a:pt x="9525" y="590550"/>
                </a:lnTo>
                <a:lnTo>
                  <a:pt x="9525" y="609600"/>
                </a:lnTo>
                <a:lnTo>
                  <a:pt x="0" y="609600"/>
                </a:lnTo>
                <a:close/>
                <a:moveTo>
                  <a:pt x="914400" y="590550"/>
                </a:moveTo>
                <a:lnTo>
                  <a:pt x="923925" y="590550"/>
                </a:lnTo>
                <a:lnTo>
                  <a:pt x="923925" y="609600"/>
                </a:lnTo>
                <a:lnTo>
                  <a:pt x="914400" y="609600"/>
                </a:lnTo>
                <a:close/>
                <a:moveTo>
                  <a:pt x="933450" y="590550"/>
                </a:moveTo>
                <a:lnTo>
                  <a:pt x="942975" y="590550"/>
                </a:lnTo>
                <a:lnTo>
                  <a:pt x="942975" y="609600"/>
                </a:lnTo>
                <a:lnTo>
                  <a:pt x="933450" y="609600"/>
                </a:lnTo>
                <a:close/>
                <a:moveTo>
                  <a:pt x="142875" y="600075"/>
                </a:moveTo>
                <a:lnTo>
                  <a:pt x="152400" y="600075"/>
                </a:lnTo>
                <a:lnTo>
                  <a:pt x="152400" y="619125"/>
                </a:lnTo>
                <a:lnTo>
                  <a:pt x="133350" y="619125"/>
                </a:lnTo>
                <a:lnTo>
                  <a:pt x="133350" y="609600"/>
                </a:lnTo>
                <a:lnTo>
                  <a:pt x="142875" y="609600"/>
                </a:lnTo>
                <a:close/>
                <a:moveTo>
                  <a:pt x="895350" y="600075"/>
                </a:moveTo>
                <a:lnTo>
                  <a:pt x="904875" y="600075"/>
                </a:lnTo>
                <a:lnTo>
                  <a:pt x="904875" y="638175"/>
                </a:lnTo>
                <a:lnTo>
                  <a:pt x="895350" y="638175"/>
                </a:lnTo>
                <a:close/>
                <a:moveTo>
                  <a:pt x="104775" y="647700"/>
                </a:moveTo>
                <a:lnTo>
                  <a:pt x="114300" y="647700"/>
                </a:lnTo>
                <a:lnTo>
                  <a:pt x="114300" y="657225"/>
                </a:lnTo>
                <a:lnTo>
                  <a:pt x="104775" y="657225"/>
                </a:lnTo>
                <a:close/>
                <a:moveTo>
                  <a:pt x="19050" y="657225"/>
                </a:moveTo>
                <a:lnTo>
                  <a:pt x="28575" y="657225"/>
                </a:lnTo>
                <a:lnTo>
                  <a:pt x="28575" y="666750"/>
                </a:lnTo>
                <a:lnTo>
                  <a:pt x="38100" y="666750"/>
                </a:lnTo>
                <a:lnTo>
                  <a:pt x="38100" y="676275"/>
                </a:lnTo>
                <a:lnTo>
                  <a:pt x="19050" y="676275"/>
                </a:lnTo>
                <a:close/>
                <a:moveTo>
                  <a:pt x="114300" y="657225"/>
                </a:moveTo>
                <a:lnTo>
                  <a:pt x="123825" y="657225"/>
                </a:lnTo>
                <a:lnTo>
                  <a:pt x="123825" y="666750"/>
                </a:lnTo>
                <a:lnTo>
                  <a:pt x="114300" y="666750"/>
                </a:lnTo>
                <a:close/>
                <a:moveTo>
                  <a:pt x="76200" y="666750"/>
                </a:moveTo>
                <a:lnTo>
                  <a:pt x="95250" y="666750"/>
                </a:lnTo>
                <a:lnTo>
                  <a:pt x="95250" y="685800"/>
                </a:lnTo>
                <a:lnTo>
                  <a:pt x="85725" y="685800"/>
                </a:lnTo>
                <a:lnTo>
                  <a:pt x="85725" y="676275"/>
                </a:lnTo>
                <a:lnTo>
                  <a:pt x="76200" y="676275"/>
                </a:lnTo>
                <a:close/>
                <a:moveTo>
                  <a:pt x="38100" y="771525"/>
                </a:moveTo>
                <a:lnTo>
                  <a:pt x="47625" y="771525"/>
                </a:lnTo>
                <a:lnTo>
                  <a:pt x="47625" y="781050"/>
                </a:lnTo>
                <a:lnTo>
                  <a:pt x="38100" y="781050"/>
                </a:lnTo>
                <a:close/>
                <a:moveTo>
                  <a:pt x="57150" y="781050"/>
                </a:moveTo>
                <a:lnTo>
                  <a:pt x="66675" y="781050"/>
                </a:lnTo>
                <a:lnTo>
                  <a:pt x="66675" y="790575"/>
                </a:lnTo>
                <a:lnTo>
                  <a:pt x="57150" y="790575"/>
                </a:lnTo>
                <a:close/>
                <a:moveTo>
                  <a:pt x="19050" y="800100"/>
                </a:moveTo>
                <a:lnTo>
                  <a:pt x="38100" y="800100"/>
                </a:lnTo>
                <a:lnTo>
                  <a:pt x="38100" y="819150"/>
                </a:lnTo>
                <a:lnTo>
                  <a:pt x="19050" y="819150"/>
                </a:lnTo>
                <a:close/>
                <a:moveTo>
                  <a:pt x="57150" y="828675"/>
                </a:moveTo>
                <a:lnTo>
                  <a:pt x="76200" y="828675"/>
                </a:lnTo>
                <a:lnTo>
                  <a:pt x="76200" y="847725"/>
                </a:lnTo>
                <a:lnTo>
                  <a:pt x="66675" y="847725"/>
                </a:lnTo>
                <a:lnTo>
                  <a:pt x="66675" y="838200"/>
                </a:lnTo>
                <a:lnTo>
                  <a:pt x="57150" y="838200"/>
                </a:lnTo>
                <a:close/>
                <a:moveTo>
                  <a:pt x="76200" y="847725"/>
                </a:moveTo>
                <a:lnTo>
                  <a:pt x="95250" y="847725"/>
                </a:lnTo>
                <a:lnTo>
                  <a:pt x="95250" y="857250"/>
                </a:lnTo>
                <a:lnTo>
                  <a:pt x="104775" y="857250"/>
                </a:lnTo>
                <a:lnTo>
                  <a:pt x="104775" y="866775"/>
                </a:lnTo>
                <a:lnTo>
                  <a:pt x="66675" y="866775"/>
                </a:lnTo>
                <a:lnTo>
                  <a:pt x="66675" y="857250"/>
                </a:lnTo>
                <a:lnTo>
                  <a:pt x="76200" y="857250"/>
                </a:lnTo>
                <a:close/>
                <a:moveTo>
                  <a:pt x="123825" y="857250"/>
                </a:moveTo>
                <a:lnTo>
                  <a:pt x="142875" y="857250"/>
                </a:lnTo>
                <a:lnTo>
                  <a:pt x="142875" y="866775"/>
                </a:lnTo>
                <a:lnTo>
                  <a:pt x="123825" y="866775"/>
                </a:lnTo>
                <a:close/>
              </a:path>
            </a:pathLst>
          </a:custGeom>
          <a:solidFill xmlns:a="http://schemas.openxmlformats.org/drawingml/2006/main">
            <a:srgbClr val="F1EDE0"/>
          </a:solidFill>
          <a:ln xmlns:a="http://schemas.openxmlformats.org/drawingml/2006/main" w="0">
            <a:noFill/>
          </a:ln>
        </p:spPr>
      </p:sp>
      <p:sp>
        <p:nvSpPr>
          <p:cNvPr id="95" name="rocket vector #edede0">
            <a:extLst xmlns:a="http://schemas.openxmlformats.org/drawingml/2006/main">
              <a:ext uri="{FF2B5EF4-FFF2-40B4-BE49-F238E27FC236}">
                <a16:creationId xmlns:a16="http://schemas.microsoft.com/office/drawing/2014/main" id="{4D5AFD3A-0C8C-4288-ABA5-6A535EBFA80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5550" y="1495425"/>
            <a:ext cx="1057275" cy="866775"/>
          </a:xfrm>
          <a:custGeom xmlns:a="http://schemas.openxmlformats.org/drawingml/2006/main">
            <a:pathLst>
              <a:path w="1057275" h="866775">
                <a:moveTo>
                  <a:pt x="600075" y="57150"/>
                </a:moveTo>
                <a:lnTo>
                  <a:pt x="609600" y="57150"/>
                </a:lnTo>
                <a:lnTo>
                  <a:pt x="609600" y="66675"/>
                </a:lnTo>
                <a:lnTo>
                  <a:pt x="600075" y="66675"/>
                </a:lnTo>
                <a:close/>
                <a:moveTo>
                  <a:pt x="695325" y="57150"/>
                </a:moveTo>
                <a:lnTo>
                  <a:pt x="714375" y="57150"/>
                </a:lnTo>
                <a:lnTo>
                  <a:pt x="714375" y="66675"/>
                </a:lnTo>
                <a:lnTo>
                  <a:pt x="723900" y="66675"/>
                </a:lnTo>
                <a:lnTo>
                  <a:pt x="723900" y="95250"/>
                </a:lnTo>
                <a:lnTo>
                  <a:pt x="704850" y="95250"/>
                </a:lnTo>
                <a:lnTo>
                  <a:pt x="704850" y="66675"/>
                </a:lnTo>
                <a:lnTo>
                  <a:pt x="695325" y="66675"/>
                </a:lnTo>
                <a:close/>
                <a:moveTo>
                  <a:pt x="704850" y="104775"/>
                </a:moveTo>
                <a:lnTo>
                  <a:pt x="714375" y="104775"/>
                </a:lnTo>
                <a:lnTo>
                  <a:pt x="714375" y="114300"/>
                </a:lnTo>
                <a:lnTo>
                  <a:pt x="704850" y="114300"/>
                </a:lnTo>
                <a:close/>
                <a:moveTo>
                  <a:pt x="457200" y="114300"/>
                </a:moveTo>
                <a:lnTo>
                  <a:pt x="466725" y="114300"/>
                </a:lnTo>
                <a:lnTo>
                  <a:pt x="466725" y="123825"/>
                </a:lnTo>
                <a:lnTo>
                  <a:pt x="457200" y="123825"/>
                </a:lnTo>
                <a:close/>
                <a:moveTo>
                  <a:pt x="381000" y="180975"/>
                </a:moveTo>
                <a:lnTo>
                  <a:pt x="390525" y="180975"/>
                </a:lnTo>
                <a:lnTo>
                  <a:pt x="390525" y="190500"/>
                </a:lnTo>
                <a:lnTo>
                  <a:pt x="381000" y="190500"/>
                </a:lnTo>
                <a:close/>
                <a:moveTo>
                  <a:pt x="352425" y="190500"/>
                </a:moveTo>
                <a:lnTo>
                  <a:pt x="361950" y="190500"/>
                </a:lnTo>
                <a:lnTo>
                  <a:pt x="361950" y="209550"/>
                </a:lnTo>
                <a:lnTo>
                  <a:pt x="352425" y="209550"/>
                </a:lnTo>
                <a:close/>
                <a:moveTo>
                  <a:pt x="333375" y="209550"/>
                </a:moveTo>
                <a:lnTo>
                  <a:pt x="342900" y="209550"/>
                </a:lnTo>
                <a:lnTo>
                  <a:pt x="342900" y="219075"/>
                </a:lnTo>
                <a:lnTo>
                  <a:pt x="333375" y="219075"/>
                </a:lnTo>
                <a:close/>
                <a:moveTo>
                  <a:pt x="228600" y="276225"/>
                </a:moveTo>
                <a:lnTo>
                  <a:pt x="238125" y="276225"/>
                </a:lnTo>
                <a:lnTo>
                  <a:pt x="238125" y="285750"/>
                </a:lnTo>
                <a:lnTo>
                  <a:pt x="228600" y="285750"/>
                </a:lnTo>
                <a:close/>
                <a:moveTo>
                  <a:pt x="200025" y="323850"/>
                </a:moveTo>
                <a:lnTo>
                  <a:pt x="219075" y="323850"/>
                </a:lnTo>
                <a:lnTo>
                  <a:pt x="219075" y="352425"/>
                </a:lnTo>
                <a:lnTo>
                  <a:pt x="190500" y="352425"/>
                </a:lnTo>
                <a:lnTo>
                  <a:pt x="190500" y="333375"/>
                </a:lnTo>
                <a:lnTo>
                  <a:pt x="200025" y="333375"/>
                </a:lnTo>
                <a:close/>
                <a:moveTo>
                  <a:pt x="742950" y="323850"/>
                </a:moveTo>
                <a:lnTo>
                  <a:pt x="752475" y="323850"/>
                </a:lnTo>
                <a:lnTo>
                  <a:pt x="752475" y="342900"/>
                </a:lnTo>
                <a:lnTo>
                  <a:pt x="742950" y="342900"/>
                </a:lnTo>
                <a:close/>
                <a:moveTo>
                  <a:pt x="276225" y="381000"/>
                </a:moveTo>
                <a:lnTo>
                  <a:pt x="295275" y="381000"/>
                </a:lnTo>
                <a:lnTo>
                  <a:pt x="295275" y="390525"/>
                </a:lnTo>
                <a:lnTo>
                  <a:pt x="304800" y="390525"/>
                </a:lnTo>
                <a:lnTo>
                  <a:pt x="304800" y="400050"/>
                </a:lnTo>
                <a:lnTo>
                  <a:pt x="285750" y="400050"/>
                </a:lnTo>
                <a:lnTo>
                  <a:pt x="285750" y="419100"/>
                </a:lnTo>
                <a:lnTo>
                  <a:pt x="276225" y="419100"/>
                </a:lnTo>
                <a:lnTo>
                  <a:pt x="276225" y="428625"/>
                </a:lnTo>
                <a:lnTo>
                  <a:pt x="257175" y="428625"/>
                </a:lnTo>
                <a:lnTo>
                  <a:pt x="257175" y="438150"/>
                </a:lnTo>
                <a:lnTo>
                  <a:pt x="238125" y="438150"/>
                </a:lnTo>
                <a:lnTo>
                  <a:pt x="238125" y="409575"/>
                </a:lnTo>
                <a:lnTo>
                  <a:pt x="247650" y="409575"/>
                </a:lnTo>
                <a:lnTo>
                  <a:pt x="247650" y="400050"/>
                </a:lnTo>
                <a:lnTo>
                  <a:pt x="276225" y="400050"/>
                </a:lnTo>
                <a:close/>
                <a:moveTo>
                  <a:pt x="581025" y="438150"/>
                </a:moveTo>
                <a:lnTo>
                  <a:pt x="590550" y="438150"/>
                </a:lnTo>
                <a:lnTo>
                  <a:pt x="590550" y="447675"/>
                </a:lnTo>
                <a:lnTo>
                  <a:pt x="600075" y="447675"/>
                </a:lnTo>
                <a:lnTo>
                  <a:pt x="600075" y="457200"/>
                </a:lnTo>
                <a:lnTo>
                  <a:pt x="609600" y="457200"/>
                </a:lnTo>
                <a:lnTo>
                  <a:pt x="609600" y="466725"/>
                </a:lnTo>
                <a:lnTo>
                  <a:pt x="638175" y="466725"/>
                </a:lnTo>
                <a:lnTo>
                  <a:pt x="638175" y="457200"/>
                </a:lnTo>
                <a:lnTo>
                  <a:pt x="666750" y="457200"/>
                </a:lnTo>
                <a:lnTo>
                  <a:pt x="666750" y="476250"/>
                </a:lnTo>
                <a:lnTo>
                  <a:pt x="657225" y="476250"/>
                </a:lnTo>
                <a:lnTo>
                  <a:pt x="657225" y="466725"/>
                </a:lnTo>
                <a:lnTo>
                  <a:pt x="638175" y="466725"/>
                </a:lnTo>
                <a:lnTo>
                  <a:pt x="638175" y="485775"/>
                </a:lnTo>
                <a:lnTo>
                  <a:pt x="628650" y="485775"/>
                </a:lnTo>
                <a:lnTo>
                  <a:pt x="628650" y="495300"/>
                </a:lnTo>
                <a:lnTo>
                  <a:pt x="619125" y="495300"/>
                </a:lnTo>
                <a:lnTo>
                  <a:pt x="619125" y="504825"/>
                </a:lnTo>
                <a:lnTo>
                  <a:pt x="590550" y="504825"/>
                </a:lnTo>
                <a:lnTo>
                  <a:pt x="590550" y="523875"/>
                </a:lnTo>
                <a:lnTo>
                  <a:pt x="571500" y="523875"/>
                </a:lnTo>
                <a:lnTo>
                  <a:pt x="571500" y="495300"/>
                </a:lnTo>
                <a:lnTo>
                  <a:pt x="561975" y="495300"/>
                </a:lnTo>
                <a:lnTo>
                  <a:pt x="561975" y="485775"/>
                </a:lnTo>
                <a:lnTo>
                  <a:pt x="581025" y="485775"/>
                </a:lnTo>
                <a:lnTo>
                  <a:pt x="581025" y="476250"/>
                </a:lnTo>
                <a:lnTo>
                  <a:pt x="561975" y="476250"/>
                </a:lnTo>
                <a:lnTo>
                  <a:pt x="561975" y="447675"/>
                </a:lnTo>
                <a:lnTo>
                  <a:pt x="581025" y="447675"/>
                </a:lnTo>
                <a:close/>
                <a:moveTo>
                  <a:pt x="314325" y="466725"/>
                </a:moveTo>
                <a:lnTo>
                  <a:pt x="333375" y="466725"/>
                </a:lnTo>
                <a:lnTo>
                  <a:pt x="333375" y="476250"/>
                </a:lnTo>
                <a:lnTo>
                  <a:pt x="323850" y="476250"/>
                </a:lnTo>
                <a:lnTo>
                  <a:pt x="323850" y="485775"/>
                </a:lnTo>
                <a:lnTo>
                  <a:pt x="314325" y="485775"/>
                </a:lnTo>
                <a:close/>
                <a:moveTo>
                  <a:pt x="800100" y="495300"/>
                </a:moveTo>
                <a:lnTo>
                  <a:pt x="809625" y="495300"/>
                </a:lnTo>
                <a:lnTo>
                  <a:pt x="809625" y="523875"/>
                </a:lnTo>
                <a:lnTo>
                  <a:pt x="800100" y="523875"/>
                </a:lnTo>
                <a:lnTo>
                  <a:pt x="800100" y="533400"/>
                </a:lnTo>
                <a:lnTo>
                  <a:pt x="790575" y="533400"/>
                </a:lnTo>
                <a:lnTo>
                  <a:pt x="790575" y="514350"/>
                </a:lnTo>
                <a:lnTo>
                  <a:pt x="800100" y="514350"/>
                </a:lnTo>
                <a:close/>
                <a:moveTo>
                  <a:pt x="533400" y="523875"/>
                </a:moveTo>
                <a:lnTo>
                  <a:pt x="542925" y="523875"/>
                </a:lnTo>
                <a:lnTo>
                  <a:pt x="542925" y="533400"/>
                </a:lnTo>
                <a:lnTo>
                  <a:pt x="533400" y="533400"/>
                </a:lnTo>
                <a:close/>
                <a:moveTo>
                  <a:pt x="552450" y="523875"/>
                </a:moveTo>
                <a:lnTo>
                  <a:pt x="571500" y="523875"/>
                </a:lnTo>
                <a:lnTo>
                  <a:pt x="571500" y="533400"/>
                </a:lnTo>
                <a:lnTo>
                  <a:pt x="561975" y="533400"/>
                </a:lnTo>
                <a:lnTo>
                  <a:pt x="561975" y="542925"/>
                </a:lnTo>
                <a:lnTo>
                  <a:pt x="552450" y="542925"/>
                </a:lnTo>
                <a:lnTo>
                  <a:pt x="552450" y="552450"/>
                </a:lnTo>
                <a:lnTo>
                  <a:pt x="542925" y="552450"/>
                </a:lnTo>
                <a:lnTo>
                  <a:pt x="542925" y="533400"/>
                </a:lnTo>
                <a:lnTo>
                  <a:pt x="552450" y="533400"/>
                </a:lnTo>
                <a:close/>
                <a:moveTo>
                  <a:pt x="781050" y="533400"/>
                </a:moveTo>
                <a:lnTo>
                  <a:pt x="790575" y="533400"/>
                </a:lnTo>
                <a:lnTo>
                  <a:pt x="790575" y="542925"/>
                </a:lnTo>
                <a:lnTo>
                  <a:pt x="781050" y="542925"/>
                </a:lnTo>
                <a:close/>
                <a:moveTo>
                  <a:pt x="771525" y="542925"/>
                </a:moveTo>
                <a:lnTo>
                  <a:pt x="781050" y="542925"/>
                </a:lnTo>
                <a:lnTo>
                  <a:pt x="781050" y="552450"/>
                </a:lnTo>
                <a:lnTo>
                  <a:pt x="771525" y="552450"/>
                </a:lnTo>
                <a:close/>
                <a:moveTo>
                  <a:pt x="514350" y="733425"/>
                </a:moveTo>
                <a:lnTo>
                  <a:pt x="523875" y="733425"/>
                </a:lnTo>
                <a:lnTo>
                  <a:pt x="523875" y="742950"/>
                </a:lnTo>
                <a:lnTo>
                  <a:pt x="514350" y="742950"/>
                </a:lnTo>
                <a:close/>
                <a:moveTo>
                  <a:pt x="57150" y="771525"/>
                </a:moveTo>
                <a:lnTo>
                  <a:pt x="76200" y="771525"/>
                </a:lnTo>
                <a:lnTo>
                  <a:pt x="76200" y="781050"/>
                </a:lnTo>
                <a:lnTo>
                  <a:pt x="57150" y="781050"/>
                </a:lnTo>
                <a:close/>
              </a:path>
            </a:pathLst>
          </a:custGeom>
          <a:solidFill xmlns:a="http://schemas.openxmlformats.org/drawingml/2006/main">
            <a:srgbClr val="EDEDE0"/>
          </a:solidFill>
          <a:ln xmlns:a="http://schemas.openxmlformats.org/drawingml/2006/main" w="0">
            <a:noFill/>
          </a:ln>
        </p:spPr>
      </p:sp>
      <p:sp>
        <p:nvSpPr>
          <p:cNvPr id="96" name="rocket vector #e8eadc">
            <a:extLst xmlns:a="http://schemas.openxmlformats.org/drawingml/2006/main">
              <a:ext uri="{FF2B5EF4-FFF2-40B4-BE49-F238E27FC236}">
                <a16:creationId xmlns:a16="http://schemas.microsoft.com/office/drawing/2014/main" id="{D3FBF0A6-C11F-4A83-8DD0-8FF62141A04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5550" y="1495425"/>
            <a:ext cx="1057275" cy="866775"/>
          </a:xfrm>
          <a:custGeom xmlns:a="http://schemas.openxmlformats.org/drawingml/2006/main">
            <a:pathLst>
              <a:path w="1057275" h="866775">
                <a:moveTo>
                  <a:pt x="609600" y="76200"/>
                </a:moveTo>
                <a:lnTo>
                  <a:pt x="628650" y="76200"/>
                </a:lnTo>
                <a:lnTo>
                  <a:pt x="628650" y="85725"/>
                </a:lnTo>
                <a:lnTo>
                  <a:pt x="609600" y="85725"/>
                </a:lnTo>
                <a:close/>
                <a:moveTo>
                  <a:pt x="685800" y="76200"/>
                </a:moveTo>
                <a:lnTo>
                  <a:pt x="695325" y="76200"/>
                </a:lnTo>
                <a:lnTo>
                  <a:pt x="695325" y="85725"/>
                </a:lnTo>
                <a:lnTo>
                  <a:pt x="685800" y="85725"/>
                </a:lnTo>
                <a:close/>
                <a:moveTo>
                  <a:pt x="571500" y="85725"/>
                </a:moveTo>
                <a:lnTo>
                  <a:pt x="581025" y="85725"/>
                </a:lnTo>
                <a:lnTo>
                  <a:pt x="581025" y="95250"/>
                </a:lnTo>
                <a:lnTo>
                  <a:pt x="571500" y="95250"/>
                </a:lnTo>
                <a:close/>
                <a:moveTo>
                  <a:pt x="695325" y="85725"/>
                </a:moveTo>
                <a:lnTo>
                  <a:pt x="704850" y="85725"/>
                </a:lnTo>
                <a:lnTo>
                  <a:pt x="704850" y="95250"/>
                </a:lnTo>
                <a:lnTo>
                  <a:pt x="695325" y="95250"/>
                </a:lnTo>
                <a:close/>
                <a:moveTo>
                  <a:pt x="542925" y="95250"/>
                </a:moveTo>
                <a:lnTo>
                  <a:pt x="552450" y="95250"/>
                </a:lnTo>
                <a:lnTo>
                  <a:pt x="552450" y="104775"/>
                </a:lnTo>
                <a:lnTo>
                  <a:pt x="542925" y="104775"/>
                </a:lnTo>
                <a:close/>
                <a:moveTo>
                  <a:pt x="485775" y="123825"/>
                </a:moveTo>
                <a:lnTo>
                  <a:pt x="495300" y="123825"/>
                </a:lnTo>
                <a:lnTo>
                  <a:pt x="495300" y="133350"/>
                </a:lnTo>
                <a:lnTo>
                  <a:pt x="485775" y="133350"/>
                </a:lnTo>
                <a:close/>
                <a:moveTo>
                  <a:pt x="695325" y="123825"/>
                </a:moveTo>
                <a:lnTo>
                  <a:pt x="704850" y="123825"/>
                </a:lnTo>
                <a:lnTo>
                  <a:pt x="704850" y="152400"/>
                </a:lnTo>
                <a:lnTo>
                  <a:pt x="695325" y="152400"/>
                </a:lnTo>
                <a:close/>
                <a:moveTo>
                  <a:pt x="533400" y="180975"/>
                </a:moveTo>
                <a:lnTo>
                  <a:pt x="581025" y="180975"/>
                </a:lnTo>
                <a:lnTo>
                  <a:pt x="581025" y="190500"/>
                </a:lnTo>
                <a:lnTo>
                  <a:pt x="590550" y="190500"/>
                </a:lnTo>
                <a:lnTo>
                  <a:pt x="590550" y="200025"/>
                </a:lnTo>
                <a:lnTo>
                  <a:pt x="600075" y="200025"/>
                </a:lnTo>
                <a:lnTo>
                  <a:pt x="600075" y="238125"/>
                </a:lnTo>
                <a:lnTo>
                  <a:pt x="590550" y="238125"/>
                </a:lnTo>
                <a:lnTo>
                  <a:pt x="590550" y="219075"/>
                </a:lnTo>
                <a:lnTo>
                  <a:pt x="581025" y="219075"/>
                </a:lnTo>
                <a:lnTo>
                  <a:pt x="581025" y="228600"/>
                </a:lnTo>
                <a:lnTo>
                  <a:pt x="571500" y="228600"/>
                </a:lnTo>
                <a:lnTo>
                  <a:pt x="571500" y="238125"/>
                </a:lnTo>
                <a:lnTo>
                  <a:pt x="552450" y="238125"/>
                </a:lnTo>
                <a:lnTo>
                  <a:pt x="552450" y="228600"/>
                </a:lnTo>
                <a:lnTo>
                  <a:pt x="542925" y="228600"/>
                </a:lnTo>
                <a:lnTo>
                  <a:pt x="542925" y="200025"/>
                </a:lnTo>
                <a:lnTo>
                  <a:pt x="533400" y="200025"/>
                </a:lnTo>
                <a:lnTo>
                  <a:pt x="533400" y="209550"/>
                </a:lnTo>
                <a:lnTo>
                  <a:pt x="523875" y="209550"/>
                </a:lnTo>
                <a:lnTo>
                  <a:pt x="523875" y="190500"/>
                </a:lnTo>
                <a:lnTo>
                  <a:pt x="533400" y="190500"/>
                </a:lnTo>
                <a:close/>
                <a:moveTo>
                  <a:pt x="685800" y="190500"/>
                </a:moveTo>
                <a:lnTo>
                  <a:pt x="695325" y="190500"/>
                </a:lnTo>
                <a:lnTo>
                  <a:pt x="695325" y="200025"/>
                </a:lnTo>
                <a:lnTo>
                  <a:pt x="685800" y="200025"/>
                </a:lnTo>
                <a:close/>
                <a:moveTo>
                  <a:pt x="552450" y="200025"/>
                </a:moveTo>
                <a:lnTo>
                  <a:pt x="561975" y="200025"/>
                </a:lnTo>
                <a:lnTo>
                  <a:pt x="561975" y="190500"/>
                </a:lnTo>
                <a:lnTo>
                  <a:pt x="552450" y="190500"/>
                </a:lnTo>
                <a:close/>
                <a:moveTo>
                  <a:pt x="514350" y="209550"/>
                </a:moveTo>
                <a:lnTo>
                  <a:pt x="523875" y="209550"/>
                </a:lnTo>
                <a:lnTo>
                  <a:pt x="523875" y="238125"/>
                </a:lnTo>
                <a:lnTo>
                  <a:pt x="514350" y="238125"/>
                </a:lnTo>
                <a:close/>
                <a:moveTo>
                  <a:pt x="323850" y="219075"/>
                </a:moveTo>
                <a:lnTo>
                  <a:pt x="342900" y="219075"/>
                </a:lnTo>
                <a:lnTo>
                  <a:pt x="342900" y="228600"/>
                </a:lnTo>
                <a:lnTo>
                  <a:pt x="323850" y="228600"/>
                </a:lnTo>
                <a:close/>
                <a:moveTo>
                  <a:pt x="923925" y="228600"/>
                </a:moveTo>
                <a:lnTo>
                  <a:pt x="942975" y="228600"/>
                </a:lnTo>
                <a:lnTo>
                  <a:pt x="942975" y="238125"/>
                </a:lnTo>
                <a:lnTo>
                  <a:pt x="923925" y="238125"/>
                </a:lnTo>
                <a:close/>
                <a:moveTo>
                  <a:pt x="285750" y="238125"/>
                </a:moveTo>
                <a:lnTo>
                  <a:pt x="295275" y="238125"/>
                </a:lnTo>
                <a:lnTo>
                  <a:pt x="295275" y="247650"/>
                </a:lnTo>
                <a:lnTo>
                  <a:pt x="285750" y="247650"/>
                </a:lnTo>
                <a:close/>
                <a:moveTo>
                  <a:pt x="857250" y="238125"/>
                </a:moveTo>
                <a:lnTo>
                  <a:pt x="876300" y="238125"/>
                </a:lnTo>
                <a:lnTo>
                  <a:pt x="876300" y="247650"/>
                </a:lnTo>
                <a:lnTo>
                  <a:pt x="857250" y="247650"/>
                </a:lnTo>
                <a:close/>
                <a:moveTo>
                  <a:pt x="276225" y="247650"/>
                </a:moveTo>
                <a:lnTo>
                  <a:pt x="285750" y="247650"/>
                </a:lnTo>
                <a:lnTo>
                  <a:pt x="285750" y="257175"/>
                </a:lnTo>
                <a:lnTo>
                  <a:pt x="276225" y="257175"/>
                </a:lnTo>
                <a:close/>
                <a:moveTo>
                  <a:pt x="666750" y="247650"/>
                </a:moveTo>
                <a:lnTo>
                  <a:pt x="676275" y="247650"/>
                </a:lnTo>
                <a:lnTo>
                  <a:pt x="676275" y="257175"/>
                </a:lnTo>
                <a:lnTo>
                  <a:pt x="666750" y="257175"/>
                </a:lnTo>
                <a:close/>
                <a:moveTo>
                  <a:pt x="800100" y="247650"/>
                </a:moveTo>
                <a:lnTo>
                  <a:pt x="809625" y="247650"/>
                </a:lnTo>
                <a:lnTo>
                  <a:pt x="809625" y="257175"/>
                </a:lnTo>
                <a:lnTo>
                  <a:pt x="800100" y="257175"/>
                </a:lnTo>
                <a:close/>
                <a:moveTo>
                  <a:pt x="981075" y="247650"/>
                </a:moveTo>
                <a:lnTo>
                  <a:pt x="990600" y="247650"/>
                </a:lnTo>
                <a:lnTo>
                  <a:pt x="990600" y="266700"/>
                </a:lnTo>
                <a:lnTo>
                  <a:pt x="981075" y="266700"/>
                </a:lnTo>
                <a:close/>
                <a:moveTo>
                  <a:pt x="552450" y="257175"/>
                </a:moveTo>
                <a:lnTo>
                  <a:pt x="571500" y="257175"/>
                </a:lnTo>
                <a:lnTo>
                  <a:pt x="571500" y="266700"/>
                </a:lnTo>
                <a:lnTo>
                  <a:pt x="552450" y="266700"/>
                </a:lnTo>
                <a:close/>
                <a:moveTo>
                  <a:pt x="733425" y="257175"/>
                </a:moveTo>
                <a:lnTo>
                  <a:pt x="752475" y="257175"/>
                </a:lnTo>
                <a:lnTo>
                  <a:pt x="752475" y="266700"/>
                </a:lnTo>
                <a:lnTo>
                  <a:pt x="742950" y="266700"/>
                </a:lnTo>
                <a:lnTo>
                  <a:pt x="742950" y="276225"/>
                </a:lnTo>
                <a:lnTo>
                  <a:pt x="733425" y="276225"/>
                </a:lnTo>
                <a:close/>
                <a:moveTo>
                  <a:pt x="657225" y="266700"/>
                </a:moveTo>
                <a:lnTo>
                  <a:pt x="666750" y="266700"/>
                </a:lnTo>
                <a:lnTo>
                  <a:pt x="666750" y="276225"/>
                </a:lnTo>
                <a:lnTo>
                  <a:pt x="657225" y="276225"/>
                </a:lnTo>
                <a:close/>
                <a:moveTo>
                  <a:pt x="247650" y="276225"/>
                </a:moveTo>
                <a:lnTo>
                  <a:pt x="257175" y="276225"/>
                </a:lnTo>
                <a:lnTo>
                  <a:pt x="257175" y="285750"/>
                </a:lnTo>
                <a:lnTo>
                  <a:pt x="247650" y="285750"/>
                </a:lnTo>
                <a:close/>
                <a:moveTo>
                  <a:pt x="238125" y="295275"/>
                </a:moveTo>
                <a:lnTo>
                  <a:pt x="247650" y="295275"/>
                </a:lnTo>
                <a:lnTo>
                  <a:pt x="247650" y="304800"/>
                </a:lnTo>
                <a:lnTo>
                  <a:pt x="238125" y="304800"/>
                </a:lnTo>
                <a:close/>
                <a:moveTo>
                  <a:pt x="638175" y="295275"/>
                </a:moveTo>
                <a:lnTo>
                  <a:pt x="647700" y="295275"/>
                </a:lnTo>
                <a:lnTo>
                  <a:pt x="647700" y="304800"/>
                </a:lnTo>
                <a:lnTo>
                  <a:pt x="638175" y="304800"/>
                </a:lnTo>
                <a:close/>
                <a:moveTo>
                  <a:pt x="228600" y="304800"/>
                </a:moveTo>
                <a:lnTo>
                  <a:pt x="238125" y="304800"/>
                </a:lnTo>
                <a:lnTo>
                  <a:pt x="238125" y="314325"/>
                </a:lnTo>
                <a:lnTo>
                  <a:pt x="228600" y="314325"/>
                </a:lnTo>
                <a:close/>
                <a:moveTo>
                  <a:pt x="971550" y="304800"/>
                </a:moveTo>
                <a:lnTo>
                  <a:pt x="981075" y="304800"/>
                </a:lnTo>
                <a:lnTo>
                  <a:pt x="981075" y="323850"/>
                </a:lnTo>
                <a:lnTo>
                  <a:pt x="971550" y="323850"/>
                </a:lnTo>
                <a:close/>
                <a:moveTo>
                  <a:pt x="219075" y="323850"/>
                </a:moveTo>
                <a:lnTo>
                  <a:pt x="228600" y="323850"/>
                </a:lnTo>
                <a:lnTo>
                  <a:pt x="228600" y="333375"/>
                </a:lnTo>
                <a:lnTo>
                  <a:pt x="219075" y="333375"/>
                </a:lnTo>
                <a:close/>
                <a:moveTo>
                  <a:pt x="771525" y="323850"/>
                </a:moveTo>
                <a:lnTo>
                  <a:pt x="781050" y="323850"/>
                </a:lnTo>
                <a:lnTo>
                  <a:pt x="781050" y="333375"/>
                </a:lnTo>
                <a:lnTo>
                  <a:pt x="771525" y="333375"/>
                </a:lnTo>
                <a:close/>
                <a:moveTo>
                  <a:pt x="609600" y="333375"/>
                </a:moveTo>
                <a:lnTo>
                  <a:pt x="619125" y="333375"/>
                </a:lnTo>
                <a:lnTo>
                  <a:pt x="619125" y="342900"/>
                </a:lnTo>
                <a:lnTo>
                  <a:pt x="609600" y="342900"/>
                </a:lnTo>
                <a:close/>
                <a:moveTo>
                  <a:pt x="781050" y="333375"/>
                </a:moveTo>
                <a:lnTo>
                  <a:pt x="790575" y="333375"/>
                </a:lnTo>
                <a:lnTo>
                  <a:pt x="790575" y="352425"/>
                </a:lnTo>
                <a:lnTo>
                  <a:pt x="781050" y="352425"/>
                </a:lnTo>
                <a:lnTo>
                  <a:pt x="781050" y="361950"/>
                </a:lnTo>
                <a:lnTo>
                  <a:pt x="771525" y="361950"/>
                </a:lnTo>
                <a:lnTo>
                  <a:pt x="771525" y="342900"/>
                </a:lnTo>
                <a:lnTo>
                  <a:pt x="781050" y="342900"/>
                </a:lnTo>
                <a:close/>
                <a:moveTo>
                  <a:pt x="219075" y="342900"/>
                </a:moveTo>
                <a:lnTo>
                  <a:pt x="228600" y="342900"/>
                </a:lnTo>
                <a:lnTo>
                  <a:pt x="228600" y="352425"/>
                </a:lnTo>
                <a:lnTo>
                  <a:pt x="219075" y="352425"/>
                </a:lnTo>
                <a:close/>
                <a:moveTo>
                  <a:pt x="600075" y="342900"/>
                </a:moveTo>
                <a:lnTo>
                  <a:pt x="609600" y="342900"/>
                </a:lnTo>
                <a:lnTo>
                  <a:pt x="609600" y="352425"/>
                </a:lnTo>
                <a:lnTo>
                  <a:pt x="600075" y="352425"/>
                </a:lnTo>
                <a:close/>
                <a:moveTo>
                  <a:pt x="228600" y="352425"/>
                </a:moveTo>
                <a:lnTo>
                  <a:pt x="247650" y="352425"/>
                </a:lnTo>
                <a:lnTo>
                  <a:pt x="247650" y="361950"/>
                </a:lnTo>
                <a:lnTo>
                  <a:pt x="228600" y="361950"/>
                </a:lnTo>
                <a:close/>
                <a:moveTo>
                  <a:pt x="590550" y="352425"/>
                </a:moveTo>
                <a:lnTo>
                  <a:pt x="600075" y="352425"/>
                </a:lnTo>
                <a:lnTo>
                  <a:pt x="600075" y="361950"/>
                </a:lnTo>
                <a:lnTo>
                  <a:pt x="590550" y="361950"/>
                </a:lnTo>
                <a:close/>
                <a:moveTo>
                  <a:pt x="581025" y="361950"/>
                </a:moveTo>
                <a:lnTo>
                  <a:pt x="590550" y="361950"/>
                </a:lnTo>
                <a:lnTo>
                  <a:pt x="590550" y="371475"/>
                </a:lnTo>
                <a:lnTo>
                  <a:pt x="581025" y="371475"/>
                </a:lnTo>
                <a:close/>
                <a:moveTo>
                  <a:pt x="762000" y="361950"/>
                </a:moveTo>
                <a:lnTo>
                  <a:pt x="771525" y="361950"/>
                </a:lnTo>
                <a:lnTo>
                  <a:pt x="771525" y="371475"/>
                </a:lnTo>
                <a:lnTo>
                  <a:pt x="762000" y="371475"/>
                </a:lnTo>
                <a:close/>
                <a:moveTo>
                  <a:pt x="571500" y="371475"/>
                </a:moveTo>
                <a:lnTo>
                  <a:pt x="581025" y="371475"/>
                </a:lnTo>
                <a:lnTo>
                  <a:pt x="581025" y="381000"/>
                </a:lnTo>
                <a:lnTo>
                  <a:pt x="571500" y="381000"/>
                </a:lnTo>
                <a:close/>
                <a:moveTo>
                  <a:pt x="962025" y="371475"/>
                </a:moveTo>
                <a:lnTo>
                  <a:pt x="971550" y="371475"/>
                </a:lnTo>
                <a:lnTo>
                  <a:pt x="971550" y="381000"/>
                </a:lnTo>
                <a:lnTo>
                  <a:pt x="962025" y="381000"/>
                </a:lnTo>
                <a:close/>
                <a:moveTo>
                  <a:pt x="561975" y="381000"/>
                </a:moveTo>
                <a:lnTo>
                  <a:pt x="571500" y="381000"/>
                </a:lnTo>
                <a:lnTo>
                  <a:pt x="571500" y="390525"/>
                </a:lnTo>
                <a:lnTo>
                  <a:pt x="561975" y="390525"/>
                </a:lnTo>
                <a:close/>
                <a:moveTo>
                  <a:pt x="390525" y="409575"/>
                </a:moveTo>
                <a:lnTo>
                  <a:pt x="409575" y="409575"/>
                </a:lnTo>
                <a:lnTo>
                  <a:pt x="409575" y="419100"/>
                </a:lnTo>
                <a:lnTo>
                  <a:pt x="390525" y="419100"/>
                </a:lnTo>
                <a:close/>
                <a:moveTo>
                  <a:pt x="352425" y="419100"/>
                </a:moveTo>
                <a:lnTo>
                  <a:pt x="361950" y="419100"/>
                </a:lnTo>
                <a:lnTo>
                  <a:pt x="361950" y="428625"/>
                </a:lnTo>
                <a:lnTo>
                  <a:pt x="352425" y="428625"/>
                </a:lnTo>
                <a:close/>
                <a:moveTo>
                  <a:pt x="409575" y="419100"/>
                </a:moveTo>
                <a:lnTo>
                  <a:pt x="419100" y="419100"/>
                </a:lnTo>
                <a:lnTo>
                  <a:pt x="419100" y="428625"/>
                </a:lnTo>
                <a:lnTo>
                  <a:pt x="409575" y="428625"/>
                </a:lnTo>
                <a:close/>
                <a:moveTo>
                  <a:pt x="857250" y="419100"/>
                </a:moveTo>
                <a:lnTo>
                  <a:pt x="876300" y="419100"/>
                </a:lnTo>
                <a:lnTo>
                  <a:pt x="876300" y="428625"/>
                </a:lnTo>
                <a:lnTo>
                  <a:pt x="857250" y="428625"/>
                </a:lnTo>
                <a:close/>
                <a:moveTo>
                  <a:pt x="266700" y="428625"/>
                </a:moveTo>
                <a:lnTo>
                  <a:pt x="276225" y="428625"/>
                </a:lnTo>
                <a:lnTo>
                  <a:pt x="276225" y="438150"/>
                </a:lnTo>
                <a:lnTo>
                  <a:pt x="266700" y="438150"/>
                </a:lnTo>
                <a:close/>
                <a:moveTo>
                  <a:pt x="304800" y="428625"/>
                </a:moveTo>
                <a:lnTo>
                  <a:pt x="314325" y="428625"/>
                </a:lnTo>
                <a:lnTo>
                  <a:pt x="314325" y="447675"/>
                </a:lnTo>
                <a:lnTo>
                  <a:pt x="304800" y="447675"/>
                </a:lnTo>
                <a:close/>
                <a:moveTo>
                  <a:pt x="847725" y="428625"/>
                </a:moveTo>
                <a:lnTo>
                  <a:pt x="857250" y="428625"/>
                </a:lnTo>
                <a:lnTo>
                  <a:pt x="857250" y="438150"/>
                </a:lnTo>
                <a:lnTo>
                  <a:pt x="847725" y="438150"/>
                </a:lnTo>
                <a:close/>
                <a:moveTo>
                  <a:pt x="952500" y="428625"/>
                </a:moveTo>
                <a:lnTo>
                  <a:pt x="962025" y="428625"/>
                </a:lnTo>
                <a:lnTo>
                  <a:pt x="962025" y="438150"/>
                </a:lnTo>
                <a:lnTo>
                  <a:pt x="952500" y="438150"/>
                </a:lnTo>
                <a:close/>
                <a:moveTo>
                  <a:pt x="247650" y="438150"/>
                </a:moveTo>
                <a:lnTo>
                  <a:pt x="266700" y="438150"/>
                </a:lnTo>
                <a:lnTo>
                  <a:pt x="266700" y="447675"/>
                </a:lnTo>
                <a:lnTo>
                  <a:pt x="257175" y="447675"/>
                </a:lnTo>
                <a:lnTo>
                  <a:pt x="257175" y="457200"/>
                </a:lnTo>
                <a:lnTo>
                  <a:pt x="247650" y="457200"/>
                </a:lnTo>
                <a:close/>
                <a:moveTo>
                  <a:pt x="838200" y="438150"/>
                </a:moveTo>
                <a:lnTo>
                  <a:pt x="847725" y="438150"/>
                </a:lnTo>
                <a:lnTo>
                  <a:pt x="847725" y="447675"/>
                </a:lnTo>
                <a:lnTo>
                  <a:pt x="838200" y="447675"/>
                </a:lnTo>
                <a:close/>
                <a:moveTo>
                  <a:pt x="371475" y="447675"/>
                </a:moveTo>
                <a:lnTo>
                  <a:pt x="381000" y="447675"/>
                </a:lnTo>
                <a:lnTo>
                  <a:pt x="381000" y="457200"/>
                </a:lnTo>
                <a:lnTo>
                  <a:pt x="371475" y="457200"/>
                </a:lnTo>
                <a:close/>
                <a:moveTo>
                  <a:pt x="828675" y="447675"/>
                </a:moveTo>
                <a:lnTo>
                  <a:pt x="838200" y="447675"/>
                </a:lnTo>
                <a:lnTo>
                  <a:pt x="838200" y="457200"/>
                </a:lnTo>
                <a:lnTo>
                  <a:pt x="828675" y="457200"/>
                </a:lnTo>
                <a:close/>
                <a:moveTo>
                  <a:pt x="342900" y="457200"/>
                </a:moveTo>
                <a:lnTo>
                  <a:pt x="371475" y="457200"/>
                </a:lnTo>
                <a:lnTo>
                  <a:pt x="371475" y="466725"/>
                </a:lnTo>
                <a:lnTo>
                  <a:pt x="352425" y="466725"/>
                </a:lnTo>
                <a:lnTo>
                  <a:pt x="352425" y="476250"/>
                </a:lnTo>
                <a:lnTo>
                  <a:pt x="342900" y="476250"/>
                </a:lnTo>
                <a:close/>
                <a:moveTo>
                  <a:pt x="409575" y="457200"/>
                </a:moveTo>
                <a:lnTo>
                  <a:pt x="419100" y="457200"/>
                </a:lnTo>
                <a:lnTo>
                  <a:pt x="419100" y="466725"/>
                </a:lnTo>
                <a:lnTo>
                  <a:pt x="409575" y="466725"/>
                </a:lnTo>
                <a:close/>
                <a:moveTo>
                  <a:pt x="819150" y="457200"/>
                </a:moveTo>
                <a:lnTo>
                  <a:pt x="828675" y="457200"/>
                </a:lnTo>
                <a:lnTo>
                  <a:pt x="828675" y="466725"/>
                </a:lnTo>
                <a:lnTo>
                  <a:pt x="819150" y="466725"/>
                </a:lnTo>
                <a:close/>
                <a:moveTo>
                  <a:pt x="552450" y="466725"/>
                </a:moveTo>
                <a:lnTo>
                  <a:pt x="561975" y="466725"/>
                </a:lnTo>
                <a:lnTo>
                  <a:pt x="561975" y="476250"/>
                </a:lnTo>
                <a:lnTo>
                  <a:pt x="552450" y="476250"/>
                </a:lnTo>
                <a:close/>
                <a:moveTo>
                  <a:pt x="809625" y="466725"/>
                </a:moveTo>
                <a:lnTo>
                  <a:pt x="819150" y="466725"/>
                </a:lnTo>
                <a:lnTo>
                  <a:pt x="819150" y="476250"/>
                </a:lnTo>
                <a:lnTo>
                  <a:pt x="809625" y="476250"/>
                </a:lnTo>
                <a:close/>
                <a:moveTo>
                  <a:pt x="228600" y="476250"/>
                </a:moveTo>
                <a:lnTo>
                  <a:pt x="238125" y="476250"/>
                </a:lnTo>
                <a:lnTo>
                  <a:pt x="238125" y="485775"/>
                </a:lnTo>
                <a:lnTo>
                  <a:pt x="228600" y="485775"/>
                </a:lnTo>
                <a:close/>
                <a:moveTo>
                  <a:pt x="276225" y="476250"/>
                </a:moveTo>
                <a:lnTo>
                  <a:pt x="285750" y="476250"/>
                </a:lnTo>
                <a:lnTo>
                  <a:pt x="285750" y="485775"/>
                </a:lnTo>
                <a:lnTo>
                  <a:pt x="276225" y="485775"/>
                </a:lnTo>
                <a:close/>
                <a:moveTo>
                  <a:pt x="571500" y="476250"/>
                </a:moveTo>
                <a:lnTo>
                  <a:pt x="581025" y="476250"/>
                </a:lnTo>
                <a:lnTo>
                  <a:pt x="581025" y="485775"/>
                </a:lnTo>
                <a:lnTo>
                  <a:pt x="571500" y="485775"/>
                </a:lnTo>
                <a:close/>
                <a:moveTo>
                  <a:pt x="647700" y="476250"/>
                </a:moveTo>
                <a:lnTo>
                  <a:pt x="657225" y="476250"/>
                </a:lnTo>
                <a:lnTo>
                  <a:pt x="657225" y="485775"/>
                </a:lnTo>
                <a:lnTo>
                  <a:pt x="647700" y="485775"/>
                </a:lnTo>
                <a:close/>
                <a:moveTo>
                  <a:pt x="800100" y="476250"/>
                </a:moveTo>
                <a:lnTo>
                  <a:pt x="809625" y="476250"/>
                </a:lnTo>
                <a:lnTo>
                  <a:pt x="809625" y="485775"/>
                </a:lnTo>
                <a:lnTo>
                  <a:pt x="800100" y="485775"/>
                </a:lnTo>
                <a:close/>
                <a:moveTo>
                  <a:pt x="933450" y="476250"/>
                </a:moveTo>
                <a:lnTo>
                  <a:pt x="942975" y="476250"/>
                </a:lnTo>
                <a:lnTo>
                  <a:pt x="942975" y="485775"/>
                </a:lnTo>
                <a:lnTo>
                  <a:pt x="933450" y="485775"/>
                </a:lnTo>
                <a:close/>
                <a:moveTo>
                  <a:pt x="438150" y="485775"/>
                </a:moveTo>
                <a:lnTo>
                  <a:pt x="447675" y="485775"/>
                </a:lnTo>
                <a:lnTo>
                  <a:pt x="447675" y="495300"/>
                </a:lnTo>
                <a:lnTo>
                  <a:pt x="438150" y="495300"/>
                </a:lnTo>
                <a:close/>
                <a:moveTo>
                  <a:pt x="476250" y="485775"/>
                </a:moveTo>
                <a:lnTo>
                  <a:pt x="485775" y="485775"/>
                </a:lnTo>
                <a:lnTo>
                  <a:pt x="485775" y="495300"/>
                </a:lnTo>
                <a:lnTo>
                  <a:pt x="476250" y="495300"/>
                </a:lnTo>
                <a:close/>
                <a:moveTo>
                  <a:pt x="542925" y="485775"/>
                </a:moveTo>
                <a:lnTo>
                  <a:pt x="552450" y="485775"/>
                </a:lnTo>
                <a:lnTo>
                  <a:pt x="552450" y="495300"/>
                </a:lnTo>
                <a:lnTo>
                  <a:pt x="542925" y="495300"/>
                </a:lnTo>
                <a:close/>
                <a:moveTo>
                  <a:pt x="323850" y="495300"/>
                </a:moveTo>
                <a:lnTo>
                  <a:pt x="333375" y="495300"/>
                </a:lnTo>
                <a:lnTo>
                  <a:pt x="333375" y="504825"/>
                </a:lnTo>
                <a:lnTo>
                  <a:pt x="323850" y="504825"/>
                </a:lnTo>
                <a:close/>
                <a:moveTo>
                  <a:pt x="485775" y="495300"/>
                </a:moveTo>
                <a:lnTo>
                  <a:pt x="495300" y="495300"/>
                </a:lnTo>
                <a:lnTo>
                  <a:pt x="495300" y="504825"/>
                </a:lnTo>
                <a:lnTo>
                  <a:pt x="485775" y="504825"/>
                </a:lnTo>
                <a:close/>
                <a:moveTo>
                  <a:pt x="533400" y="495300"/>
                </a:moveTo>
                <a:lnTo>
                  <a:pt x="542925" y="495300"/>
                </a:lnTo>
                <a:lnTo>
                  <a:pt x="542925" y="504825"/>
                </a:lnTo>
                <a:lnTo>
                  <a:pt x="561975" y="504825"/>
                </a:lnTo>
                <a:lnTo>
                  <a:pt x="561975" y="495300"/>
                </a:lnTo>
                <a:lnTo>
                  <a:pt x="571500" y="495300"/>
                </a:lnTo>
                <a:lnTo>
                  <a:pt x="571500" y="523875"/>
                </a:lnTo>
                <a:lnTo>
                  <a:pt x="552450" y="523875"/>
                </a:lnTo>
                <a:lnTo>
                  <a:pt x="552450" y="533400"/>
                </a:lnTo>
                <a:lnTo>
                  <a:pt x="542925" y="533400"/>
                </a:lnTo>
                <a:lnTo>
                  <a:pt x="542925" y="523875"/>
                </a:lnTo>
                <a:lnTo>
                  <a:pt x="533400" y="523875"/>
                </a:lnTo>
                <a:lnTo>
                  <a:pt x="533400" y="533400"/>
                </a:lnTo>
                <a:lnTo>
                  <a:pt x="514350" y="533400"/>
                </a:lnTo>
                <a:lnTo>
                  <a:pt x="514350" y="523875"/>
                </a:lnTo>
                <a:lnTo>
                  <a:pt x="504825" y="523875"/>
                </a:lnTo>
                <a:lnTo>
                  <a:pt x="504825" y="514350"/>
                </a:lnTo>
                <a:lnTo>
                  <a:pt x="495300" y="514350"/>
                </a:lnTo>
                <a:lnTo>
                  <a:pt x="495300" y="504825"/>
                </a:lnTo>
                <a:lnTo>
                  <a:pt x="504825" y="504825"/>
                </a:lnTo>
                <a:lnTo>
                  <a:pt x="504825" y="514350"/>
                </a:lnTo>
                <a:lnTo>
                  <a:pt x="523875" y="514350"/>
                </a:lnTo>
                <a:lnTo>
                  <a:pt x="523875" y="504825"/>
                </a:lnTo>
                <a:lnTo>
                  <a:pt x="533400" y="504825"/>
                </a:lnTo>
                <a:close/>
                <a:moveTo>
                  <a:pt x="219075" y="504825"/>
                </a:moveTo>
                <a:lnTo>
                  <a:pt x="228600" y="504825"/>
                </a:lnTo>
                <a:lnTo>
                  <a:pt x="228600" y="514350"/>
                </a:lnTo>
                <a:lnTo>
                  <a:pt x="219075" y="514350"/>
                </a:lnTo>
                <a:close/>
                <a:moveTo>
                  <a:pt x="257175" y="504825"/>
                </a:moveTo>
                <a:lnTo>
                  <a:pt x="266700" y="504825"/>
                </a:lnTo>
                <a:lnTo>
                  <a:pt x="266700" y="514350"/>
                </a:lnTo>
                <a:lnTo>
                  <a:pt x="257175" y="514350"/>
                </a:lnTo>
                <a:close/>
                <a:moveTo>
                  <a:pt x="314325" y="504825"/>
                </a:moveTo>
                <a:lnTo>
                  <a:pt x="323850" y="504825"/>
                </a:lnTo>
                <a:lnTo>
                  <a:pt x="323850" y="514350"/>
                </a:lnTo>
                <a:lnTo>
                  <a:pt x="314325" y="514350"/>
                </a:lnTo>
                <a:close/>
                <a:moveTo>
                  <a:pt x="304800" y="514350"/>
                </a:moveTo>
                <a:lnTo>
                  <a:pt x="314325" y="514350"/>
                </a:lnTo>
                <a:lnTo>
                  <a:pt x="314325" y="523875"/>
                </a:lnTo>
                <a:lnTo>
                  <a:pt x="304800" y="523875"/>
                </a:lnTo>
                <a:close/>
                <a:moveTo>
                  <a:pt x="619125" y="514350"/>
                </a:moveTo>
                <a:lnTo>
                  <a:pt x="628650" y="514350"/>
                </a:lnTo>
                <a:lnTo>
                  <a:pt x="628650" y="523875"/>
                </a:lnTo>
                <a:lnTo>
                  <a:pt x="619125" y="523875"/>
                </a:lnTo>
                <a:close/>
                <a:moveTo>
                  <a:pt x="295275" y="523875"/>
                </a:moveTo>
                <a:lnTo>
                  <a:pt x="304800" y="523875"/>
                </a:lnTo>
                <a:lnTo>
                  <a:pt x="304800" y="533400"/>
                </a:lnTo>
                <a:lnTo>
                  <a:pt x="295275" y="533400"/>
                </a:lnTo>
                <a:close/>
                <a:moveTo>
                  <a:pt x="609600" y="523875"/>
                </a:moveTo>
                <a:lnTo>
                  <a:pt x="619125" y="523875"/>
                </a:lnTo>
                <a:lnTo>
                  <a:pt x="619125" y="533400"/>
                </a:lnTo>
                <a:lnTo>
                  <a:pt x="609600" y="533400"/>
                </a:lnTo>
                <a:close/>
                <a:moveTo>
                  <a:pt x="209550" y="533400"/>
                </a:moveTo>
                <a:lnTo>
                  <a:pt x="219075" y="533400"/>
                </a:lnTo>
                <a:lnTo>
                  <a:pt x="219075" y="542925"/>
                </a:lnTo>
                <a:lnTo>
                  <a:pt x="209550" y="542925"/>
                </a:lnTo>
                <a:close/>
                <a:moveTo>
                  <a:pt x="285750" y="533400"/>
                </a:moveTo>
                <a:lnTo>
                  <a:pt x="295275" y="533400"/>
                </a:lnTo>
                <a:lnTo>
                  <a:pt x="295275" y="542925"/>
                </a:lnTo>
                <a:lnTo>
                  <a:pt x="285750" y="542925"/>
                </a:lnTo>
                <a:close/>
                <a:moveTo>
                  <a:pt x="485775" y="533400"/>
                </a:moveTo>
                <a:lnTo>
                  <a:pt x="495300" y="533400"/>
                </a:lnTo>
                <a:lnTo>
                  <a:pt x="495300" y="542925"/>
                </a:lnTo>
                <a:lnTo>
                  <a:pt x="485775" y="542925"/>
                </a:lnTo>
                <a:close/>
                <a:moveTo>
                  <a:pt x="600075" y="533400"/>
                </a:moveTo>
                <a:lnTo>
                  <a:pt x="609600" y="533400"/>
                </a:lnTo>
                <a:lnTo>
                  <a:pt x="609600" y="542925"/>
                </a:lnTo>
                <a:lnTo>
                  <a:pt x="600075" y="542925"/>
                </a:lnTo>
                <a:close/>
                <a:moveTo>
                  <a:pt x="219075" y="542925"/>
                </a:moveTo>
                <a:lnTo>
                  <a:pt x="228600" y="542925"/>
                </a:lnTo>
                <a:lnTo>
                  <a:pt x="228600" y="552450"/>
                </a:lnTo>
                <a:lnTo>
                  <a:pt x="219075" y="552450"/>
                </a:lnTo>
                <a:close/>
                <a:moveTo>
                  <a:pt x="276225" y="542925"/>
                </a:moveTo>
                <a:lnTo>
                  <a:pt x="285750" y="542925"/>
                </a:lnTo>
                <a:lnTo>
                  <a:pt x="285750" y="552450"/>
                </a:lnTo>
                <a:lnTo>
                  <a:pt x="276225" y="552450"/>
                </a:lnTo>
                <a:close/>
                <a:moveTo>
                  <a:pt x="495300" y="542925"/>
                </a:moveTo>
                <a:lnTo>
                  <a:pt x="504825" y="542925"/>
                </a:lnTo>
                <a:lnTo>
                  <a:pt x="504825" y="552450"/>
                </a:lnTo>
                <a:lnTo>
                  <a:pt x="495300" y="552450"/>
                </a:lnTo>
                <a:close/>
                <a:moveTo>
                  <a:pt x="590550" y="542925"/>
                </a:moveTo>
                <a:lnTo>
                  <a:pt x="600075" y="542925"/>
                </a:lnTo>
                <a:lnTo>
                  <a:pt x="600075" y="552450"/>
                </a:lnTo>
                <a:lnTo>
                  <a:pt x="590550" y="552450"/>
                </a:lnTo>
                <a:close/>
                <a:moveTo>
                  <a:pt x="266700" y="552450"/>
                </a:moveTo>
                <a:lnTo>
                  <a:pt x="276225" y="552450"/>
                </a:lnTo>
                <a:lnTo>
                  <a:pt x="276225" y="561975"/>
                </a:lnTo>
                <a:lnTo>
                  <a:pt x="266700" y="561975"/>
                </a:lnTo>
                <a:close/>
                <a:moveTo>
                  <a:pt x="581025" y="552450"/>
                </a:moveTo>
                <a:lnTo>
                  <a:pt x="590550" y="552450"/>
                </a:lnTo>
                <a:lnTo>
                  <a:pt x="590550" y="561975"/>
                </a:lnTo>
                <a:lnTo>
                  <a:pt x="581025" y="561975"/>
                </a:lnTo>
                <a:close/>
                <a:moveTo>
                  <a:pt x="257175" y="561975"/>
                </a:moveTo>
                <a:lnTo>
                  <a:pt x="266700" y="561975"/>
                </a:lnTo>
                <a:lnTo>
                  <a:pt x="266700" y="571500"/>
                </a:lnTo>
                <a:lnTo>
                  <a:pt x="257175" y="571500"/>
                </a:lnTo>
                <a:close/>
                <a:moveTo>
                  <a:pt x="571500" y="561975"/>
                </a:moveTo>
                <a:lnTo>
                  <a:pt x="581025" y="561975"/>
                </a:lnTo>
                <a:lnTo>
                  <a:pt x="581025" y="571500"/>
                </a:lnTo>
                <a:lnTo>
                  <a:pt x="571500" y="571500"/>
                </a:lnTo>
                <a:close/>
                <a:moveTo>
                  <a:pt x="247650" y="571500"/>
                </a:moveTo>
                <a:lnTo>
                  <a:pt x="257175" y="571500"/>
                </a:lnTo>
                <a:lnTo>
                  <a:pt x="257175" y="581025"/>
                </a:lnTo>
                <a:lnTo>
                  <a:pt x="247650" y="581025"/>
                </a:lnTo>
                <a:close/>
                <a:moveTo>
                  <a:pt x="552450" y="571500"/>
                </a:moveTo>
                <a:lnTo>
                  <a:pt x="571500" y="571500"/>
                </a:lnTo>
                <a:lnTo>
                  <a:pt x="571500" y="581025"/>
                </a:lnTo>
                <a:lnTo>
                  <a:pt x="561975" y="581025"/>
                </a:lnTo>
                <a:lnTo>
                  <a:pt x="561975" y="590550"/>
                </a:lnTo>
                <a:lnTo>
                  <a:pt x="533400" y="590550"/>
                </a:lnTo>
                <a:lnTo>
                  <a:pt x="533400" y="581025"/>
                </a:lnTo>
                <a:lnTo>
                  <a:pt x="552450" y="581025"/>
                </a:lnTo>
                <a:close/>
                <a:moveTo>
                  <a:pt x="238125" y="581025"/>
                </a:moveTo>
                <a:lnTo>
                  <a:pt x="247650" y="581025"/>
                </a:lnTo>
                <a:lnTo>
                  <a:pt x="247650" y="590550"/>
                </a:lnTo>
                <a:lnTo>
                  <a:pt x="238125" y="590550"/>
                </a:lnTo>
                <a:close/>
                <a:moveTo>
                  <a:pt x="228600" y="590550"/>
                </a:moveTo>
                <a:lnTo>
                  <a:pt x="238125" y="590550"/>
                </a:lnTo>
                <a:lnTo>
                  <a:pt x="238125" y="600075"/>
                </a:lnTo>
                <a:lnTo>
                  <a:pt x="228600" y="600075"/>
                </a:lnTo>
                <a:close/>
                <a:moveTo>
                  <a:pt x="219075" y="600075"/>
                </a:moveTo>
                <a:lnTo>
                  <a:pt x="228600" y="600075"/>
                </a:lnTo>
                <a:lnTo>
                  <a:pt x="228600" y="609600"/>
                </a:lnTo>
                <a:lnTo>
                  <a:pt x="219075" y="609600"/>
                </a:lnTo>
                <a:close/>
                <a:moveTo>
                  <a:pt x="209550" y="609600"/>
                </a:moveTo>
                <a:lnTo>
                  <a:pt x="219075" y="609600"/>
                </a:lnTo>
                <a:lnTo>
                  <a:pt x="219075" y="619125"/>
                </a:lnTo>
                <a:lnTo>
                  <a:pt x="209550" y="619125"/>
                </a:lnTo>
                <a:close/>
                <a:moveTo>
                  <a:pt x="200025" y="619125"/>
                </a:moveTo>
                <a:lnTo>
                  <a:pt x="209550" y="619125"/>
                </a:lnTo>
                <a:lnTo>
                  <a:pt x="209550" y="628650"/>
                </a:lnTo>
                <a:lnTo>
                  <a:pt x="200025" y="628650"/>
                </a:lnTo>
                <a:close/>
                <a:moveTo>
                  <a:pt x="190500" y="628650"/>
                </a:moveTo>
                <a:lnTo>
                  <a:pt x="200025" y="628650"/>
                </a:lnTo>
                <a:lnTo>
                  <a:pt x="200025" y="638175"/>
                </a:lnTo>
                <a:lnTo>
                  <a:pt x="190500" y="638175"/>
                </a:lnTo>
                <a:close/>
                <a:moveTo>
                  <a:pt x="180975" y="638175"/>
                </a:moveTo>
                <a:lnTo>
                  <a:pt x="190500" y="638175"/>
                </a:lnTo>
                <a:lnTo>
                  <a:pt x="190500" y="647700"/>
                </a:lnTo>
                <a:lnTo>
                  <a:pt x="180975" y="647700"/>
                </a:lnTo>
                <a:close/>
                <a:moveTo>
                  <a:pt x="171450" y="647700"/>
                </a:moveTo>
                <a:lnTo>
                  <a:pt x="180975" y="647700"/>
                </a:lnTo>
                <a:lnTo>
                  <a:pt x="180975" y="657225"/>
                </a:lnTo>
                <a:lnTo>
                  <a:pt x="171450" y="657225"/>
                </a:lnTo>
                <a:close/>
                <a:moveTo>
                  <a:pt x="152400" y="666750"/>
                </a:moveTo>
                <a:lnTo>
                  <a:pt x="161925" y="666750"/>
                </a:lnTo>
                <a:lnTo>
                  <a:pt x="161925" y="676275"/>
                </a:lnTo>
                <a:lnTo>
                  <a:pt x="152400" y="676275"/>
                </a:lnTo>
                <a:close/>
                <a:moveTo>
                  <a:pt x="133350" y="685800"/>
                </a:moveTo>
                <a:lnTo>
                  <a:pt x="142875" y="685800"/>
                </a:lnTo>
                <a:lnTo>
                  <a:pt x="142875" y="695325"/>
                </a:lnTo>
                <a:lnTo>
                  <a:pt x="133350" y="695325"/>
                </a:lnTo>
                <a:close/>
                <a:moveTo>
                  <a:pt x="257175" y="714375"/>
                </a:moveTo>
                <a:lnTo>
                  <a:pt x="266700" y="714375"/>
                </a:lnTo>
                <a:lnTo>
                  <a:pt x="266700" y="723900"/>
                </a:lnTo>
                <a:lnTo>
                  <a:pt x="257175" y="723900"/>
                </a:lnTo>
                <a:close/>
                <a:moveTo>
                  <a:pt x="247650" y="723900"/>
                </a:moveTo>
                <a:lnTo>
                  <a:pt x="257175" y="723900"/>
                </a:lnTo>
                <a:lnTo>
                  <a:pt x="257175" y="733425"/>
                </a:lnTo>
                <a:lnTo>
                  <a:pt x="247650" y="733425"/>
                </a:lnTo>
                <a:close/>
                <a:moveTo>
                  <a:pt x="523875" y="723900"/>
                </a:moveTo>
                <a:lnTo>
                  <a:pt x="533400" y="723900"/>
                </a:lnTo>
                <a:lnTo>
                  <a:pt x="533400" y="733425"/>
                </a:lnTo>
                <a:lnTo>
                  <a:pt x="523875" y="733425"/>
                </a:lnTo>
                <a:close/>
                <a:moveTo>
                  <a:pt x="238125" y="733425"/>
                </a:moveTo>
                <a:lnTo>
                  <a:pt x="247650" y="733425"/>
                </a:lnTo>
                <a:lnTo>
                  <a:pt x="247650" y="742950"/>
                </a:lnTo>
                <a:lnTo>
                  <a:pt x="238125" y="742950"/>
                </a:lnTo>
                <a:close/>
                <a:moveTo>
                  <a:pt x="228600" y="742950"/>
                </a:moveTo>
                <a:lnTo>
                  <a:pt x="238125" y="742950"/>
                </a:lnTo>
                <a:lnTo>
                  <a:pt x="238125" y="752475"/>
                </a:lnTo>
                <a:lnTo>
                  <a:pt x="228600" y="752475"/>
                </a:lnTo>
                <a:close/>
                <a:moveTo>
                  <a:pt x="219075" y="752475"/>
                </a:moveTo>
                <a:lnTo>
                  <a:pt x="228600" y="752475"/>
                </a:lnTo>
                <a:lnTo>
                  <a:pt x="228600" y="762000"/>
                </a:lnTo>
                <a:lnTo>
                  <a:pt x="219075" y="762000"/>
                </a:lnTo>
                <a:close/>
                <a:moveTo>
                  <a:pt x="66675" y="762000"/>
                </a:moveTo>
                <a:lnTo>
                  <a:pt x="76200" y="762000"/>
                </a:lnTo>
                <a:lnTo>
                  <a:pt x="76200" y="771525"/>
                </a:lnTo>
                <a:lnTo>
                  <a:pt x="66675" y="771525"/>
                </a:lnTo>
                <a:close/>
                <a:moveTo>
                  <a:pt x="209550" y="762000"/>
                </a:moveTo>
                <a:lnTo>
                  <a:pt x="219075" y="762000"/>
                </a:lnTo>
                <a:lnTo>
                  <a:pt x="219075" y="771525"/>
                </a:lnTo>
                <a:lnTo>
                  <a:pt x="209550" y="771525"/>
                </a:lnTo>
                <a:close/>
                <a:moveTo>
                  <a:pt x="76200" y="771525"/>
                </a:moveTo>
                <a:lnTo>
                  <a:pt x="85725" y="771525"/>
                </a:lnTo>
                <a:lnTo>
                  <a:pt x="85725" y="781050"/>
                </a:lnTo>
                <a:lnTo>
                  <a:pt x="76200" y="781050"/>
                </a:lnTo>
                <a:close/>
                <a:moveTo>
                  <a:pt x="200025" y="771525"/>
                </a:moveTo>
                <a:lnTo>
                  <a:pt x="209550" y="771525"/>
                </a:lnTo>
                <a:lnTo>
                  <a:pt x="209550" y="781050"/>
                </a:lnTo>
                <a:lnTo>
                  <a:pt x="200025" y="781050"/>
                </a:lnTo>
                <a:close/>
                <a:moveTo>
                  <a:pt x="190500" y="781050"/>
                </a:moveTo>
                <a:lnTo>
                  <a:pt x="200025" y="781050"/>
                </a:lnTo>
                <a:lnTo>
                  <a:pt x="200025" y="790575"/>
                </a:lnTo>
                <a:lnTo>
                  <a:pt x="190500" y="790575"/>
                </a:lnTo>
                <a:close/>
                <a:moveTo>
                  <a:pt x="142875" y="828675"/>
                </a:moveTo>
                <a:lnTo>
                  <a:pt x="152400" y="828675"/>
                </a:lnTo>
                <a:lnTo>
                  <a:pt x="152400" y="838200"/>
                </a:lnTo>
                <a:lnTo>
                  <a:pt x="142875" y="838200"/>
                </a:lnTo>
                <a:close/>
              </a:path>
            </a:pathLst>
          </a:custGeom>
          <a:solidFill xmlns:a="http://schemas.openxmlformats.org/drawingml/2006/main">
            <a:srgbClr val="E8EADC"/>
          </a:solidFill>
          <a:ln xmlns:a="http://schemas.openxmlformats.org/drawingml/2006/main" w="0">
            <a:noFill/>
          </a:ln>
        </p:spPr>
      </p:sp>
      <p:sp>
        <p:nvSpPr>
          <p:cNvPr id="97" name="rocket vector #9ead9d">
            <a:extLst xmlns:a="http://schemas.openxmlformats.org/drawingml/2006/main">
              <a:ext uri="{FF2B5EF4-FFF2-40B4-BE49-F238E27FC236}">
                <a16:creationId xmlns:a16="http://schemas.microsoft.com/office/drawing/2014/main" id="{2B4225B6-2097-4110-9F77-39F1CFF6AC6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5550" y="1495425"/>
            <a:ext cx="1057275" cy="866775"/>
          </a:xfrm>
          <a:custGeom xmlns:a="http://schemas.openxmlformats.org/drawingml/2006/main">
            <a:pathLst>
              <a:path w="1057275" h="866775">
                <a:moveTo>
                  <a:pt x="628650" y="76200"/>
                </a:moveTo>
                <a:lnTo>
                  <a:pt x="685800" y="76200"/>
                </a:lnTo>
                <a:lnTo>
                  <a:pt x="685800" y="85725"/>
                </a:lnTo>
                <a:lnTo>
                  <a:pt x="628650" y="85725"/>
                </a:lnTo>
                <a:close/>
                <a:moveTo>
                  <a:pt x="581025" y="85725"/>
                </a:moveTo>
                <a:lnTo>
                  <a:pt x="600075" y="85725"/>
                </a:lnTo>
                <a:lnTo>
                  <a:pt x="600075" y="95250"/>
                </a:lnTo>
                <a:lnTo>
                  <a:pt x="581025" y="95250"/>
                </a:lnTo>
                <a:close/>
                <a:moveTo>
                  <a:pt x="552450" y="95250"/>
                </a:moveTo>
                <a:lnTo>
                  <a:pt x="561975" y="95250"/>
                </a:lnTo>
                <a:lnTo>
                  <a:pt x="561975" y="104775"/>
                </a:lnTo>
                <a:lnTo>
                  <a:pt x="552450" y="104775"/>
                </a:lnTo>
                <a:close/>
                <a:moveTo>
                  <a:pt x="695325" y="95250"/>
                </a:moveTo>
                <a:lnTo>
                  <a:pt x="704850" y="95250"/>
                </a:lnTo>
                <a:lnTo>
                  <a:pt x="704850" y="123825"/>
                </a:lnTo>
                <a:lnTo>
                  <a:pt x="695325" y="123825"/>
                </a:lnTo>
                <a:close/>
                <a:moveTo>
                  <a:pt x="523875" y="104775"/>
                </a:moveTo>
                <a:lnTo>
                  <a:pt x="533400" y="104775"/>
                </a:lnTo>
                <a:lnTo>
                  <a:pt x="533400" y="114300"/>
                </a:lnTo>
                <a:lnTo>
                  <a:pt x="523875" y="114300"/>
                </a:lnTo>
                <a:close/>
                <a:moveTo>
                  <a:pt x="504825" y="114300"/>
                </a:moveTo>
                <a:lnTo>
                  <a:pt x="514350" y="114300"/>
                </a:lnTo>
                <a:lnTo>
                  <a:pt x="514350" y="123825"/>
                </a:lnTo>
                <a:lnTo>
                  <a:pt x="504825" y="123825"/>
                </a:lnTo>
                <a:close/>
                <a:moveTo>
                  <a:pt x="476250" y="133350"/>
                </a:moveTo>
                <a:lnTo>
                  <a:pt x="485775" y="133350"/>
                </a:lnTo>
                <a:lnTo>
                  <a:pt x="485775" y="142875"/>
                </a:lnTo>
                <a:lnTo>
                  <a:pt x="476250" y="142875"/>
                </a:lnTo>
                <a:close/>
                <a:moveTo>
                  <a:pt x="466725" y="142875"/>
                </a:moveTo>
                <a:lnTo>
                  <a:pt x="476250" y="142875"/>
                </a:lnTo>
                <a:lnTo>
                  <a:pt x="476250" y="152400"/>
                </a:lnTo>
                <a:lnTo>
                  <a:pt x="466725" y="152400"/>
                </a:lnTo>
                <a:close/>
                <a:moveTo>
                  <a:pt x="685800" y="171450"/>
                </a:moveTo>
                <a:lnTo>
                  <a:pt x="695325" y="171450"/>
                </a:lnTo>
                <a:lnTo>
                  <a:pt x="695325" y="190500"/>
                </a:lnTo>
                <a:lnTo>
                  <a:pt x="685800" y="190500"/>
                </a:lnTo>
                <a:close/>
                <a:moveTo>
                  <a:pt x="419100" y="190500"/>
                </a:moveTo>
                <a:lnTo>
                  <a:pt x="428625" y="190500"/>
                </a:lnTo>
                <a:lnTo>
                  <a:pt x="428625" y="200025"/>
                </a:lnTo>
                <a:lnTo>
                  <a:pt x="419100" y="200025"/>
                </a:lnTo>
                <a:close/>
                <a:moveTo>
                  <a:pt x="409575" y="200025"/>
                </a:moveTo>
                <a:lnTo>
                  <a:pt x="419100" y="200025"/>
                </a:lnTo>
                <a:lnTo>
                  <a:pt x="419100" y="209550"/>
                </a:lnTo>
                <a:lnTo>
                  <a:pt x="409575" y="209550"/>
                </a:lnTo>
                <a:close/>
                <a:moveTo>
                  <a:pt x="514350" y="200025"/>
                </a:moveTo>
                <a:lnTo>
                  <a:pt x="523875" y="200025"/>
                </a:lnTo>
                <a:lnTo>
                  <a:pt x="523875" y="209550"/>
                </a:lnTo>
                <a:lnTo>
                  <a:pt x="514350" y="209550"/>
                </a:lnTo>
                <a:close/>
                <a:moveTo>
                  <a:pt x="400050" y="209550"/>
                </a:moveTo>
                <a:lnTo>
                  <a:pt x="409575" y="209550"/>
                </a:lnTo>
                <a:lnTo>
                  <a:pt x="409575" y="219075"/>
                </a:lnTo>
                <a:lnTo>
                  <a:pt x="400050" y="219075"/>
                </a:lnTo>
                <a:close/>
                <a:moveTo>
                  <a:pt x="676275" y="209550"/>
                </a:moveTo>
                <a:lnTo>
                  <a:pt x="685800" y="209550"/>
                </a:lnTo>
                <a:lnTo>
                  <a:pt x="685800" y="228600"/>
                </a:lnTo>
                <a:lnTo>
                  <a:pt x="676275" y="228600"/>
                </a:lnTo>
                <a:close/>
                <a:moveTo>
                  <a:pt x="342900" y="219075"/>
                </a:moveTo>
                <a:lnTo>
                  <a:pt x="390525" y="219075"/>
                </a:lnTo>
                <a:lnTo>
                  <a:pt x="390525" y="228600"/>
                </a:lnTo>
                <a:lnTo>
                  <a:pt x="342900" y="228600"/>
                </a:lnTo>
                <a:close/>
                <a:moveTo>
                  <a:pt x="304800" y="228600"/>
                </a:moveTo>
                <a:lnTo>
                  <a:pt x="314325" y="228600"/>
                </a:lnTo>
                <a:lnTo>
                  <a:pt x="314325" y="238125"/>
                </a:lnTo>
                <a:lnTo>
                  <a:pt x="304800" y="238125"/>
                </a:lnTo>
                <a:close/>
                <a:moveTo>
                  <a:pt x="942975" y="228600"/>
                </a:moveTo>
                <a:lnTo>
                  <a:pt x="981075" y="228600"/>
                </a:lnTo>
                <a:lnTo>
                  <a:pt x="981075" y="238125"/>
                </a:lnTo>
                <a:lnTo>
                  <a:pt x="942975" y="238125"/>
                </a:lnTo>
                <a:close/>
                <a:moveTo>
                  <a:pt x="514350" y="238125"/>
                </a:moveTo>
                <a:lnTo>
                  <a:pt x="523875" y="238125"/>
                </a:lnTo>
                <a:lnTo>
                  <a:pt x="523875" y="247650"/>
                </a:lnTo>
                <a:lnTo>
                  <a:pt x="514350" y="247650"/>
                </a:lnTo>
                <a:close/>
                <a:moveTo>
                  <a:pt x="590550" y="238125"/>
                </a:moveTo>
                <a:lnTo>
                  <a:pt x="600075" y="238125"/>
                </a:lnTo>
                <a:lnTo>
                  <a:pt x="600075" y="247650"/>
                </a:lnTo>
                <a:lnTo>
                  <a:pt x="590550" y="247650"/>
                </a:lnTo>
                <a:close/>
                <a:moveTo>
                  <a:pt x="666750" y="238125"/>
                </a:moveTo>
                <a:lnTo>
                  <a:pt x="676275" y="238125"/>
                </a:lnTo>
                <a:lnTo>
                  <a:pt x="676275" y="247650"/>
                </a:lnTo>
                <a:lnTo>
                  <a:pt x="666750" y="247650"/>
                </a:lnTo>
                <a:close/>
                <a:moveTo>
                  <a:pt x="876300" y="238125"/>
                </a:moveTo>
                <a:lnTo>
                  <a:pt x="904875" y="238125"/>
                </a:lnTo>
                <a:lnTo>
                  <a:pt x="904875" y="247650"/>
                </a:lnTo>
                <a:lnTo>
                  <a:pt x="876300" y="247650"/>
                </a:lnTo>
                <a:close/>
                <a:moveTo>
                  <a:pt x="981075" y="238125"/>
                </a:moveTo>
                <a:lnTo>
                  <a:pt x="990600" y="238125"/>
                </a:lnTo>
                <a:lnTo>
                  <a:pt x="990600" y="247650"/>
                </a:lnTo>
                <a:lnTo>
                  <a:pt x="981075" y="247650"/>
                </a:lnTo>
                <a:close/>
                <a:moveTo>
                  <a:pt x="523875" y="247650"/>
                </a:moveTo>
                <a:lnTo>
                  <a:pt x="533400" y="247650"/>
                </a:lnTo>
                <a:lnTo>
                  <a:pt x="533400" y="257175"/>
                </a:lnTo>
                <a:lnTo>
                  <a:pt x="523875" y="257175"/>
                </a:lnTo>
                <a:close/>
                <a:moveTo>
                  <a:pt x="581025" y="247650"/>
                </a:moveTo>
                <a:lnTo>
                  <a:pt x="590550" y="247650"/>
                </a:lnTo>
                <a:lnTo>
                  <a:pt x="590550" y="257175"/>
                </a:lnTo>
                <a:lnTo>
                  <a:pt x="581025" y="257175"/>
                </a:lnTo>
                <a:close/>
                <a:moveTo>
                  <a:pt x="809625" y="247650"/>
                </a:moveTo>
                <a:lnTo>
                  <a:pt x="838200" y="247650"/>
                </a:lnTo>
                <a:lnTo>
                  <a:pt x="838200" y="257175"/>
                </a:lnTo>
                <a:lnTo>
                  <a:pt x="809625" y="257175"/>
                </a:lnTo>
                <a:close/>
                <a:moveTo>
                  <a:pt x="542925" y="257175"/>
                </a:moveTo>
                <a:lnTo>
                  <a:pt x="552450" y="257175"/>
                </a:lnTo>
                <a:lnTo>
                  <a:pt x="552450" y="266700"/>
                </a:lnTo>
                <a:lnTo>
                  <a:pt x="542925" y="266700"/>
                </a:lnTo>
                <a:close/>
                <a:moveTo>
                  <a:pt x="571500" y="257175"/>
                </a:moveTo>
                <a:lnTo>
                  <a:pt x="581025" y="257175"/>
                </a:lnTo>
                <a:lnTo>
                  <a:pt x="581025" y="266700"/>
                </a:lnTo>
                <a:lnTo>
                  <a:pt x="571500" y="266700"/>
                </a:lnTo>
                <a:close/>
                <a:moveTo>
                  <a:pt x="657225" y="257175"/>
                </a:moveTo>
                <a:lnTo>
                  <a:pt x="666750" y="257175"/>
                </a:lnTo>
                <a:lnTo>
                  <a:pt x="666750" y="266700"/>
                </a:lnTo>
                <a:lnTo>
                  <a:pt x="657225" y="266700"/>
                </a:lnTo>
                <a:close/>
                <a:moveTo>
                  <a:pt x="752475" y="257175"/>
                </a:moveTo>
                <a:lnTo>
                  <a:pt x="771525" y="257175"/>
                </a:lnTo>
                <a:lnTo>
                  <a:pt x="771525" y="266700"/>
                </a:lnTo>
                <a:lnTo>
                  <a:pt x="752475" y="266700"/>
                </a:lnTo>
                <a:close/>
                <a:moveTo>
                  <a:pt x="257175" y="276225"/>
                </a:moveTo>
                <a:lnTo>
                  <a:pt x="266700" y="276225"/>
                </a:lnTo>
                <a:lnTo>
                  <a:pt x="266700" y="285750"/>
                </a:lnTo>
                <a:lnTo>
                  <a:pt x="257175" y="285750"/>
                </a:lnTo>
                <a:close/>
                <a:moveTo>
                  <a:pt x="647700" y="276225"/>
                </a:moveTo>
                <a:lnTo>
                  <a:pt x="657225" y="276225"/>
                </a:lnTo>
                <a:lnTo>
                  <a:pt x="657225" y="285750"/>
                </a:lnTo>
                <a:lnTo>
                  <a:pt x="647700" y="285750"/>
                </a:lnTo>
                <a:close/>
                <a:moveTo>
                  <a:pt x="733425" y="276225"/>
                </a:moveTo>
                <a:lnTo>
                  <a:pt x="742950" y="276225"/>
                </a:lnTo>
                <a:lnTo>
                  <a:pt x="742950" y="285750"/>
                </a:lnTo>
                <a:lnTo>
                  <a:pt x="733425" y="285750"/>
                </a:lnTo>
                <a:close/>
                <a:moveTo>
                  <a:pt x="247650" y="285750"/>
                </a:moveTo>
                <a:lnTo>
                  <a:pt x="257175" y="285750"/>
                </a:lnTo>
                <a:lnTo>
                  <a:pt x="257175" y="295275"/>
                </a:lnTo>
                <a:lnTo>
                  <a:pt x="247650" y="295275"/>
                </a:lnTo>
                <a:close/>
                <a:moveTo>
                  <a:pt x="742950" y="285750"/>
                </a:moveTo>
                <a:lnTo>
                  <a:pt x="752475" y="285750"/>
                </a:lnTo>
                <a:lnTo>
                  <a:pt x="752475" y="295275"/>
                </a:lnTo>
                <a:lnTo>
                  <a:pt x="742950" y="295275"/>
                </a:lnTo>
                <a:close/>
                <a:moveTo>
                  <a:pt x="971550" y="285750"/>
                </a:moveTo>
                <a:lnTo>
                  <a:pt x="981075" y="285750"/>
                </a:lnTo>
                <a:lnTo>
                  <a:pt x="981075" y="304800"/>
                </a:lnTo>
                <a:lnTo>
                  <a:pt x="971550" y="304800"/>
                </a:lnTo>
                <a:close/>
                <a:moveTo>
                  <a:pt x="752475" y="295275"/>
                </a:moveTo>
                <a:lnTo>
                  <a:pt x="762000" y="295275"/>
                </a:lnTo>
                <a:lnTo>
                  <a:pt x="762000" y="304800"/>
                </a:lnTo>
                <a:lnTo>
                  <a:pt x="752475" y="304800"/>
                </a:lnTo>
                <a:close/>
                <a:moveTo>
                  <a:pt x="628650" y="304800"/>
                </a:moveTo>
                <a:lnTo>
                  <a:pt x="638175" y="304800"/>
                </a:lnTo>
                <a:lnTo>
                  <a:pt x="638175" y="314325"/>
                </a:lnTo>
                <a:lnTo>
                  <a:pt x="628650" y="314325"/>
                </a:lnTo>
                <a:close/>
                <a:moveTo>
                  <a:pt x="228600" y="314325"/>
                </a:moveTo>
                <a:lnTo>
                  <a:pt x="238125" y="314325"/>
                </a:lnTo>
                <a:lnTo>
                  <a:pt x="238125" y="323850"/>
                </a:lnTo>
                <a:lnTo>
                  <a:pt x="228600" y="323850"/>
                </a:lnTo>
                <a:close/>
                <a:moveTo>
                  <a:pt x="219075" y="333375"/>
                </a:moveTo>
                <a:lnTo>
                  <a:pt x="228600" y="333375"/>
                </a:lnTo>
                <a:lnTo>
                  <a:pt x="228600" y="342900"/>
                </a:lnTo>
                <a:lnTo>
                  <a:pt x="219075" y="342900"/>
                </a:lnTo>
                <a:close/>
                <a:moveTo>
                  <a:pt x="228600" y="342900"/>
                </a:moveTo>
                <a:lnTo>
                  <a:pt x="238125" y="342900"/>
                </a:lnTo>
                <a:lnTo>
                  <a:pt x="238125" y="352425"/>
                </a:lnTo>
                <a:lnTo>
                  <a:pt x="228600" y="352425"/>
                </a:lnTo>
                <a:close/>
                <a:moveTo>
                  <a:pt x="962025" y="342900"/>
                </a:moveTo>
                <a:lnTo>
                  <a:pt x="971550" y="342900"/>
                </a:lnTo>
                <a:lnTo>
                  <a:pt x="971550" y="371475"/>
                </a:lnTo>
                <a:lnTo>
                  <a:pt x="962025" y="371475"/>
                </a:lnTo>
                <a:close/>
                <a:moveTo>
                  <a:pt x="247650" y="352425"/>
                </a:moveTo>
                <a:lnTo>
                  <a:pt x="276225" y="352425"/>
                </a:lnTo>
                <a:lnTo>
                  <a:pt x="276225" y="361950"/>
                </a:lnTo>
                <a:lnTo>
                  <a:pt x="247650" y="361950"/>
                </a:lnTo>
                <a:close/>
                <a:moveTo>
                  <a:pt x="781050" y="352425"/>
                </a:moveTo>
                <a:lnTo>
                  <a:pt x="790575" y="352425"/>
                </a:lnTo>
                <a:lnTo>
                  <a:pt x="790575" y="361950"/>
                </a:lnTo>
                <a:lnTo>
                  <a:pt x="781050" y="361950"/>
                </a:lnTo>
                <a:close/>
                <a:moveTo>
                  <a:pt x="771525" y="361950"/>
                </a:moveTo>
                <a:lnTo>
                  <a:pt x="781050" y="361950"/>
                </a:lnTo>
                <a:lnTo>
                  <a:pt x="781050" y="371475"/>
                </a:lnTo>
                <a:lnTo>
                  <a:pt x="771525" y="371475"/>
                </a:lnTo>
                <a:close/>
                <a:moveTo>
                  <a:pt x="314325" y="371475"/>
                </a:moveTo>
                <a:lnTo>
                  <a:pt x="323850" y="371475"/>
                </a:lnTo>
                <a:lnTo>
                  <a:pt x="323850" y="381000"/>
                </a:lnTo>
                <a:lnTo>
                  <a:pt x="314325" y="381000"/>
                </a:lnTo>
                <a:close/>
                <a:moveTo>
                  <a:pt x="762000" y="371475"/>
                </a:moveTo>
                <a:lnTo>
                  <a:pt x="771525" y="371475"/>
                </a:lnTo>
                <a:lnTo>
                  <a:pt x="771525" y="381000"/>
                </a:lnTo>
                <a:lnTo>
                  <a:pt x="762000" y="381000"/>
                </a:lnTo>
                <a:close/>
                <a:moveTo>
                  <a:pt x="752475" y="381000"/>
                </a:moveTo>
                <a:lnTo>
                  <a:pt x="762000" y="381000"/>
                </a:lnTo>
                <a:lnTo>
                  <a:pt x="762000" y="390525"/>
                </a:lnTo>
                <a:lnTo>
                  <a:pt x="752475" y="390525"/>
                </a:lnTo>
                <a:close/>
                <a:moveTo>
                  <a:pt x="742950" y="390525"/>
                </a:moveTo>
                <a:lnTo>
                  <a:pt x="752475" y="390525"/>
                </a:lnTo>
                <a:lnTo>
                  <a:pt x="752475" y="400050"/>
                </a:lnTo>
                <a:lnTo>
                  <a:pt x="742950" y="400050"/>
                </a:lnTo>
                <a:close/>
                <a:moveTo>
                  <a:pt x="314325" y="400050"/>
                </a:moveTo>
                <a:lnTo>
                  <a:pt x="323850" y="400050"/>
                </a:lnTo>
                <a:lnTo>
                  <a:pt x="323850" y="409575"/>
                </a:lnTo>
                <a:lnTo>
                  <a:pt x="314325" y="409575"/>
                </a:lnTo>
                <a:close/>
                <a:moveTo>
                  <a:pt x="381000" y="400050"/>
                </a:moveTo>
                <a:lnTo>
                  <a:pt x="400050" y="400050"/>
                </a:lnTo>
                <a:lnTo>
                  <a:pt x="400050" y="409575"/>
                </a:lnTo>
                <a:lnTo>
                  <a:pt x="381000" y="409575"/>
                </a:lnTo>
                <a:close/>
                <a:moveTo>
                  <a:pt x="733425" y="400050"/>
                </a:moveTo>
                <a:lnTo>
                  <a:pt x="742950" y="400050"/>
                </a:lnTo>
                <a:lnTo>
                  <a:pt x="742950" y="409575"/>
                </a:lnTo>
                <a:lnTo>
                  <a:pt x="733425" y="409575"/>
                </a:lnTo>
                <a:close/>
                <a:moveTo>
                  <a:pt x="952500" y="400050"/>
                </a:moveTo>
                <a:lnTo>
                  <a:pt x="962025" y="400050"/>
                </a:lnTo>
                <a:lnTo>
                  <a:pt x="962025" y="428625"/>
                </a:lnTo>
                <a:lnTo>
                  <a:pt x="952500" y="428625"/>
                </a:lnTo>
                <a:close/>
                <a:moveTo>
                  <a:pt x="361950" y="409575"/>
                </a:moveTo>
                <a:lnTo>
                  <a:pt x="371475" y="409575"/>
                </a:lnTo>
                <a:lnTo>
                  <a:pt x="371475" y="419100"/>
                </a:lnTo>
                <a:lnTo>
                  <a:pt x="361950" y="419100"/>
                </a:lnTo>
                <a:close/>
                <a:moveTo>
                  <a:pt x="723900" y="409575"/>
                </a:moveTo>
                <a:lnTo>
                  <a:pt x="733425" y="409575"/>
                </a:lnTo>
                <a:lnTo>
                  <a:pt x="733425" y="419100"/>
                </a:lnTo>
                <a:lnTo>
                  <a:pt x="723900" y="419100"/>
                </a:lnTo>
                <a:close/>
                <a:moveTo>
                  <a:pt x="285750" y="419100"/>
                </a:moveTo>
                <a:lnTo>
                  <a:pt x="304800" y="419100"/>
                </a:lnTo>
                <a:lnTo>
                  <a:pt x="304800" y="438150"/>
                </a:lnTo>
                <a:lnTo>
                  <a:pt x="295275" y="438150"/>
                </a:lnTo>
                <a:lnTo>
                  <a:pt x="295275" y="428625"/>
                </a:lnTo>
                <a:lnTo>
                  <a:pt x="285750" y="428625"/>
                </a:lnTo>
                <a:close/>
                <a:moveTo>
                  <a:pt x="714375" y="419100"/>
                </a:moveTo>
                <a:lnTo>
                  <a:pt x="723900" y="419100"/>
                </a:lnTo>
                <a:lnTo>
                  <a:pt x="723900" y="428625"/>
                </a:lnTo>
                <a:lnTo>
                  <a:pt x="714375" y="428625"/>
                </a:lnTo>
                <a:close/>
                <a:moveTo>
                  <a:pt x="276225" y="428625"/>
                </a:moveTo>
                <a:lnTo>
                  <a:pt x="285750" y="428625"/>
                </a:lnTo>
                <a:lnTo>
                  <a:pt x="285750" y="438150"/>
                </a:lnTo>
                <a:lnTo>
                  <a:pt x="276225" y="438150"/>
                </a:lnTo>
                <a:close/>
                <a:moveTo>
                  <a:pt x="704850" y="428625"/>
                </a:moveTo>
                <a:lnTo>
                  <a:pt x="714375" y="428625"/>
                </a:lnTo>
                <a:lnTo>
                  <a:pt x="714375" y="438150"/>
                </a:lnTo>
                <a:lnTo>
                  <a:pt x="704850" y="438150"/>
                </a:lnTo>
                <a:close/>
                <a:moveTo>
                  <a:pt x="552450" y="438150"/>
                </a:moveTo>
                <a:lnTo>
                  <a:pt x="561975" y="438150"/>
                </a:lnTo>
                <a:lnTo>
                  <a:pt x="561975" y="466725"/>
                </a:lnTo>
                <a:lnTo>
                  <a:pt x="552450" y="466725"/>
                </a:lnTo>
                <a:close/>
                <a:moveTo>
                  <a:pt x="695325" y="438150"/>
                </a:moveTo>
                <a:lnTo>
                  <a:pt x="704850" y="438150"/>
                </a:lnTo>
                <a:lnTo>
                  <a:pt x="704850" y="447675"/>
                </a:lnTo>
                <a:lnTo>
                  <a:pt x="695325" y="447675"/>
                </a:lnTo>
                <a:close/>
                <a:moveTo>
                  <a:pt x="295275" y="447675"/>
                </a:moveTo>
                <a:lnTo>
                  <a:pt x="304800" y="447675"/>
                </a:lnTo>
                <a:lnTo>
                  <a:pt x="304800" y="457200"/>
                </a:lnTo>
                <a:lnTo>
                  <a:pt x="295275" y="457200"/>
                </a:lnTo>
                <a:close/>
                <a:moveTo>
                  <a:pt x="381000" y="447675"/>
                </a:moveTo>
                <a:lnTo>
                  <a:pt x="400050" y="447675"/>
                </a:lnTo>
                <a:lnTo>
                  <a:pt x="400050" y="457200"/>
                </a:lnTo>
                <a:lnTo>
                  <a:pt x="381000" y="457200"/>
                </a:lnTo>
                <a:close/>
                <a:moveTo>
                  <a:pt x="685800" y="447675"/>
                </a:moveTo>
                <a:lnTo>
                  <a:pt x="695325" y="447675"/>
                </a:lnTo>
                <a:lnTo>
                  <a:pt x="695325" y="457200"/>
                </a:lnTo>
                <a:lnTo>
                  <a:pt x="685800" y="457200"/>
                </a:lnTo>
                <a:close/>
                <a:moveTo>
                  <a:pt x="285750" y="457200"/>
                </a:moveTo>
                <a:lnTo>
                  <a:pt x="295275" y="457200"/>
                </a:lnTo>
                <a:lnTo>
                  <a:pt x="295275" y="466725"/>
                </a:lnTo>
                <a:lnTo>
                  <a:pt x="285750" y="466725"/>
                </a:lnTo>
                <a:close/>
                <a:moveTo>
                  <a:pt x="400050" y="457200"/>
                </a:moveTo>
                <a:lnTo>
                  <a:pt x="409575" y="457200"/>
                </a:lnTo>
                <a:lnTo>
                  <a:pt x="409575" y="466725"/>
                </a:lnTo>
                <a:lnTo>
                  <a:pt x="400050" y="466725"/>
                </a:lnTo>
                <a:close/>
                <a:moveTo>
                  <a:pt x="676275" y="457200"/>
                </a:moveTo>
                <a:lnTo>
                  <a:pt x="685800" y="457200"/>
                </a:lnTo>
                <a:lnTo>
                  <a:pt x="685800" y="466725"/>
                </a:lnTo>
                <a:lnTo>
                  <a:pt x="676275" y="466725"/>
                </a:lnTo>
                <a:close/>
                <a:moveTo>
                  <a:pt x="942975" y="457200"/>
                </a:moveTo>
                <a:lnTo>
                  <a:pt x="952500" y="457200"/>
                </a:lnTo>
                <a:lnTo>
                  <a:pt x="952500" y="476250"/>
                </a:lnTo>
                <a:lnTo>
                  <a:pt x="942975" y="476250"/>
                </a:lnTo>
                <a:close/>
                <a:moveTo>
                  <a:pt x="238125" y="466725"/>
                </a:moveTo>
                <a:lnTo>
                  <a:pt x="247650" y="466725"/>
                </a:lnTo>
                <a:lnTo>
                  <a:pt x="247650" y="476250"/>
                </a:lnTo>
                <a:lnTo>
                  <a:pt x="238125" y="476250"/>
                </a:lnTo>
                <a:close/>
                <a:moveTo>
                  <a:pt x="352425" y="466725"/>
                </a:moveTo>
                <a:lnTo>
                  <a:pt x="361950" y="466725"/>
                </a:lnTo>
                <a:lnTo>
                  <a:pt x="361950" y="476250"/>
                </a:lnTo>
                <a:lnTo>
                  <a:pt x="352425" y="476250"/>
                </a:lnTo>
                <a:close/>
                <a:moveTo>
                  <a:pt x="409575" y="466725"/>
                </a:moveTo>
                <a:lnTo>
                  <a:pt x="419100" y="466725"/>
                </a:lnTo>
                <a:lnTo>
                  <a:pt x="419100" y="476250"/>
                </a:lnTo>
                <a:lnTo>
                  <a:pt x="409575" y="476250"/>
                </a:lnTo>
                <a:close/>
                <a:moveTo>
                  <a:pt x="666750" y="466725"/>
                </a:moveTo>
                <a:lnTo>
                  <a:pt x="676275" y="466725"/>
                </a:lnTo>
                <a:lnTo>
                  <a:pt x="676275" y="476250"/>
                </a:lnTo>
                <a:lnTo>
                  <a:pt x="666750" y="476250"/>
                </a:lnTo>
                <a:close/>
                <a:moveTo>
                  <a:pt x="342900" y="476250"/>
                </a:moveTo>
                <a:lnTo>
                  <a:pt x="352425" y="476250"/>
                </a:lnTo>
                <a:lnTo>
                  <a:pt x="352425" y="485775"/>
                </a:lnTo>
                <a:lnTo>
                  <a:pt x="342900" y="485775"/>
                </a:lnTo>
                <a:close/>
                <a:moveTo>
                  <a:pt x="419100" y="476250"/>
                </a:moveTo>
                <a:lnTo>
                  <a:pt x="428625" y="476250"/>
                </a:lnTo>
                <a:lnTo>
                  <a:pt x="428625" y="485775"/>
                </a:lnTo>
                <a:lnTo>
                  <a:pt x="419100" y="485775"/>
                </a:lnTo>
                <a:close/>
                <a:moveTo>
                  <a:pt x="542925" y="476250"/>
                </a:moveTo>
                <a:lnTo>
                  <a:pt x="552450" y="476250"/>
                </a:lnTo>
                <a:lnTo>
                  <a:pt x="552450" y="485775"/>
                </a:lnTo>
                <a:lnTo>
                  <a:pt x="542925" y="485775"/>
                </a:lnTo>
                <a:close/>
                <a:moveTo>
                  <a:pt x="657225" y="476250"/>
                </a:moveTo>
                <a:lnTo>
                  <a:pt x="666750" y="476250"/>
                </a:lnTo>
                <a:lnTo>
                  <a:pt x="666750" y="485775"/>
                </a:lnTo>
                <a:lnTo>
                  <a:pt x="657225" y="485775"/>
                </a:lnTo>
                <a:close/>
                <a:moveTo>
                  <a:pt x="228600" y="485775"/>
                </a:moveTo>
                <a:lnTo>
                  <a:pt x="238125" y="485775"/>
                </a:lnTo>
                <a:lnTo>
                  <a:pt x="238125" y="495300"/>
                </a:lnTo>
                <a:lnTo>
                  <a:pt x="228600" y="495300"/>
                </a:lnTo>
                <a:close/>
                <a:moveTo>
                  <a:pt x="266700" y="485775"/>
                </a:moveTo>
                <a:lnTo>
                  <a:pt x="276225" y="485775"/>
                </a:lnTo>
                <a:lnTo>
                  <a:pt x="276225" y="495300"/>
                </a:lnTo>
                <a:lnTo>
                  <a:pt x="266700" y="495300"/>
                </a:lnTo>
                <a:close/>
                <a:moveTo>
                  <a:pt x="333375" y="485775"/>
                </a:moveTo>
                <a:lnTo>
                  <a:pt x="342900" y="485775"/>
                </a:lnTo>
                <a:lnTo>
                  <a:pt x="342900" y="495300"/>
                </a:lnTo>
                <a:lnTo>
                  <a:pt x="333375" y="495300"/>
                </a:lnTo>
                <a:close/>
                <a:moveTo>
                  <a:pt x="428625" y="485775"/>
                </a:moveTo>
                <a:lnTo>
                  <a:pt x="438150" y="485775"/>
                </a:lnTo>
                <a:lnTo>
                  <a:pt x="438150" y="495300"/>
                </a:lnTo>
                <a:lnTo>
                  <a:pt x="428625" y="495300"/>
                </a:lnTo>
                <a:close/>
                <a:moveTo>
                  <a:pt x="647700" y="485775"/>
                </a:moveTo>
                <a:lnTo>
                  <a:pt x="657225" y="485775"/>
                </a:lnTo>
                <a:lnTo>
                  <a:pt x="657225" y="495300"/>
                </a:lnTo>
                <a:lnTo>
                  <a:pt x="647700" y="495300"/>
                </a:lnTo>
                <a:close/>
                <a:moveTo>
                  <a:pt x="790575" y="485775"/>
                </a:moveTo>
                <a:lnTo>
                  <a:pt x="800100" y="485775"/>
                </a:lnTo>
                <a:lnTo>
                  <a:pt x="800100" y="495300"/>
                </a:lnTo>
                <a:lnTo>
                  <a:pt x="790575" y="495300"/>
                </a:lnTo>
                <a:close/>
                <a:moveTo>
                  <a:pt x="438150" y="495300"/>
                </a:moveTo>
                <a:lnTo>
                  <a:pt x="447675" y="495300"/>
                </a:lnTo>
                <a:lnTo>
                  <a:pt x="447675" y="504825"/>
                </a:lnTo>
                <a:lnTo>
                  <a:pt x="438150" y="504825"/>
                </a:lnTo>
                <a:close/>
                <a:moveTo>
                  <a:pt x="638175" y="495300"/>
                </a:moveTo>
                <a:lnTo>
                  <a:pt x="647700" y="495300"/>
                </a:lnTo>
                <a:lnTo>
                  <a:pt x="647700" y="504825"/>
                </a:lnTo>
                <a:lnTo>
                  <a:pt x="638175" y="504825"/>
                </a:lnTo>
                <a:close/>
                <a:moveTo>
                  <a:pt x="781050" y="495300"/>
                </a:moveTo>
                <a:lnTo>
                  <a:pt x="790575" y="495300"/>
                </a:lnTo>
                <a:lnTo>
                  <a:pt x="790575" y="504825"/>
                </a:lnTo>
                <a:lnTo>
                  <a:pt x="781050" y="504825"/>
                </a:lnTo>
                <a:close/>
                <a:moveTo>
                  <a:pt x="447675" y="504825"/>
                </a:moveTo>
                <a:lnTo>
                  <a:pt x="457200" y="504825"/>
                </a:lnTo>
                <a:lnTo>
                  <a:pt x="457200" y="514350"/>
                </a:lnTo>
                <a:lnTo>
                  <a:pt x="447675" y="514350"/>
                </a:lnTo>
                <a:close/>
                <a:moveTo>
                  <a:pt x="628650" y="504825"/>
                </a:moveTo>
                <a:lnTo>
                  <a:pt x="638175" y="504825"/>
                </a:lnTo>
                <a:lnTo>
                  <a:pt x="638175" y="514350"/>
                </a:lnTo>
                <a:lnTo>
                  <a:pt x="628650" y="514350"/>
                </a:lnTo>
                <a:close/>
                <a:moveTo>
                  <a:pt x="771525" y="504825"/>
                </a:moveTo>
                <a:lnTo>
                  <a:pt x="781050" y="504825"/>
                </a:lnTo>
                <a:lnTo>
                  <a:pt x="781050" y="514350"/>
                </a:lnTo>
                <a:lnTo>
                  <a:pt x="771525" y="514350"/>
                </a:lnTo>
                <a:close/>
                <a:moveTo>
                  <a:pt x="219075" y="514350"/>
                </a:moveTo>
                <a:lnTo>
                  <a:pt x="228600" y="514350"/>
                </a:lnTo>
                <a:lnTo>
                  <a:pt x="228600" y="533400"/>
                </a:lnTo>
                <a:lnTo>
                  <a:pt x="238125" y="533400"/>
                </a:lnTo>
                <a:lnTo>
                  <a:pt x="238125" y="523875"/>
                </a:lnTo>
                <a:lnTo>
                  <a:pt x="247650" y="523875"/>
                </a:lnTo>
                <a:lnTo>
                  <a:pt x="247650" y="514350"/>
                </a:lnTo>
                <a:lnTo>
                  <a:pt x="257175" y="514350"/>
                </a:lnTo>
                <a:lnTo>
                  <a:pt x="257175" y="523875"/>
                </a:lnTo>
                <a:lnTo>
                  <a:pt x="247650" y="523875"/>
                </a:lnTo>
                <a:lnTo>
                  <a:pt x="247650" y="533400"/>
                </a:lnTo>
                <a:lnTo>
                  <a:pt x="238125" y="533400"/>
                </a:lnTo>
                <a:lnTo>
                  <a:pt x="238125" y="542925"/>
                </a:lnTo>
                <a:lnTo>
                  <a:pt x="219075" y="542925"/>
                </a:lnTo>
                <a:close/>
                <a:moveTo>
                  <a:pt x="457200" y="514350"/>
                </a:moveTo>
                <a:lnTo>
                  <a:pt x="466725" y="514350"/>
                </a:lnTo>
                <a:lnTo>
                  <a:pt x="466725" y="523875"/>
                </a:lnTo>
                <a:lnTo>
                  <a:pt x="457200" y="523875"/>
                </a:lnTo>
                <a:close/>
                <a:moveTo>
                  <a:pt x="762000" y="514350"/>
                </a:moveTo>
                <a:lnTo>
                  <a:pt x="771525" y="514350"/>
                </a:lnTo>
                <a:lnTo>
                  <a:pt x="771525" y="523875"/>
                </a:lnTo>
                <a:lnTo>
                  <a:pt x="762000" y="523875"/>
                </a:lnTo>
                <a:close/>
                <a:moveTo>
                  <a:pt x="466725" y="523875"/>
                </a:moveTo>
                <a:lnTo>
                  <a:pt x="476250" y="523875"/>
                </a:lnTo>
                <a:lnTo>
                  <a:pt x="476250" y="533400"/>
                </a:lnTo>
                <a:lnTo>
                  <a:pt x="466725" y="533400"/>
                </a:lnTo>
                <a:close/>
                <a:moveTo>
                  <a:pt x="752475" y="523875"/>
                </a:moveTo>
                <a:lnTo>
                  <a:pt x="762000" y="523875"/>
                </a:lnTo>
                <a:lnTo>
                  <a:pt x="762000" y="533400"/>
                </a:lnTo>
                <a:lnTo>
                  <a:pt x="752475" y="533400"/>
                </a:lnTo>
                <a:close/>
                <a:moveTo>
                  <a:pt x="476250" y="533400"/>
                </a:moveTo>
                <a:lnTo>
                  <a:pt x="485775" y="533400"/>
                </a:lnTo>
                <a:lnTo>
                  <a:pt x="485775" y="542925"/>
                </a:lnTo>
                <a:lnTo>
                  <a:pt x="476250" y="542925"/>
                </a:lnTo>
                <a:close/>
                <a:moveTo>
                  <a:pt x="742950" y="533400"/>
                </a:moveTo>
                <a:lnTo>
                  <a:pt x="752475" y="533400"/>
                </a:lnTo>
                <a:lnTo>
                  <a:pt x="752475" y="542925"/>
                </a:lnTo>
                <a:lnTo>
                  <a:pt x="742950" y="542925"/>
                </a:lnTo>
                <a:close/>
                <a:moveTo>
                  <a:pt x="485775" y="542925"/>
                </a:moveTo>
                <a:lnTo>
                  <a:pt x="495300" y="542925"/>
                </a:lnTo>
                <a:lnTo>
                  <a:pt x="495300" y="552450"/>
                </a:lnTo>
                <a:lnTo>
                  <a:pt x="485775" y="552450"/>
                </a:lnTo>
                <a:close/>
                <a:moveTo>
                  <a:pt x="733425" y="542925"/>
                </a:moveTo>
                <a:lnTo>
                  <a:pt x="742950" y="542925"/>
                </a:lnTo>
                <a:lnTo>
                  <a:pt x="742950" y="552450"/>
                </a:lnTo>
                <a:lnTo>
                  <a:pt x="733425" y="552450"/>
                </a:lnTo>
                <a:close/>
                <a:moveTo>
                  <a:pt x="495300" y="552450"/>
                </a:moveTo>
                <a:lnTo>
                  <a:pt x="504825" y="552450"/>
                </a:lnTo>
                <a:lnTo>
                  <a:pt x="504825" y="561975"/>
                </a:lnTo>
                <a:lnTo>
                  <a:pt x="495300" y="561975"/>
                </a:lnTo>
                <a:close/>
                <a:moveTo>
                  <a:pt x="723900" y="552450"/>
                </a:moveTo>
                <a:lnTo>
                  <a:pt x="733425" y="552450"/>
                </a:lnTo>
                <a:lnTo>
                  <a:pt x="733425" y="561975"/>
                </a:lnTo>
                <a:lnTo>
                  <a:pt x="723900" y="561975"/>
                </a:lnTo>
                <a:close/>
                <a:moveTo>
                  <a:pt x="504825" y="561975"/>
                </a:moveTo>
                <a:lnTo>
                  <a:pt x="514350" y="561975"/>
                </a:lnTo>
                <a:lnTo>
                  <a:pt x="514350" y="571500"/>
                </a:lnTo>
                <a:lnTo>
                  <a:pt x="504825" y="571500"/>
                </a:lnTo>
                <a:close/>
                <a:moveTo>
                  <a:pt x="714375" y="561975"/>
                </a:moveTo>
                <a:lnTo>
                  <a:pt x="723900" y="561975"/>
                </a:lnTo>
                <a:lnTo>
                  <a:pt x="723900" y="571500"/>
                </a:lnTo>
                <a:lnTo>
                  <a:pt x="714375" y="571500"/>
                </a:lnTo>
                <a:close/>
                <a:moveTo>
                  <a:pt x="514350" y="571500"/>
                </a:moveTo>
                <a:lnTo>
                  <a:pt x="523875" y="571500"/>
                </a:lnTo>
                <a:lnTo>
                  <a:pt x="523875" y="581025"/>
                </a:lnTo>
                <a:lnTo>
                  <a:pt x="514350" y="581025"/>
                </a:lnTo>
                <a:close/>
                <a:moveTo>
                  <a:pt x="704850" y="571500"/>
                </a:moveTo>
                <a:lnTo>
                  <a:pt x="714375" y="571500"/>
                </a:lnTo>
                <a:lnTo>
                  <a:pt x="714375" y="581025"/>
                </a:lnTo>
                <a:lnTo>
                  <a:pt x="704850" y="581025"/>
                </a:lnTo>
                <a:close/>
                <a:moveTo>
                  <a:pt x="523875" y="581025"/>
                </a:moveTo>
                <a:lnTo>
                  <a:pt x="533400" y="581025"/>
                </a:lnTo>
                <a:lnTo>
                  <a:pt x="533400" y="590550"/>
                </a:lnTo>
                <a:lnTo>
                  <a:pt x="523875" y="590550"/>
                </a:lnTo>
                <a:close/>
                <a:moveTo>
                  <a:pt x="695325" y="581025"/>
                </a:moveTo>
                <a:lnTo>
                  <a:pt x="704850" y="581025"/>
                </a:lnTo>
                <a:lnTo>
                  <a:pt x="704850" y="590550"/>
                </a:lnTo>
                <a:lnTo>
                  <a:pt x="695325" y="590550"/>
                </a:lnTo>
                <a:close/>
                <a:moveTo>
                  <a:pt x="371475" y="590550"/>
                </a:moveTo>
                <a:lnTo>
                  <a:pt x="400050" y="590550"/>
                </a:lnTo>
                <a:lnTo>
                  <a:pt x="400050" y="600075"/>
                </a:lnTo>
                <a:lnTo>
                  <a:pt x="371475" y="600075"/>
                </a:lnTo>
                <a:close/>
                <a:moveTo>
                  <a:pt x="533400" y="590550"/>
                </a:moveTo>
                <a:lnTo>
                  <a:pt x="552450" y="590550"/>
                </a:lnTo>
                <a:lnTo>
                  <a:pt x="552450" y="600075"/>
                </a:lnTo>
                <a:lnTo>
                  <a:pt x="533400" y="600075"/>
                </a:lnTo>
                <a:close/>
                <a:moveTo>
                  <a:pt x="685800" y="590550"/>
                </a:moveTo>
                <a:lnTo>
                  <a:pt x="695325" y="590550"/>
                </a:lnTo>
                <a:lnTo>
                  <a:pt x="695325" y="600075"/>
                </a:lnTo>
                <a:lnTo>
                  <a:pt x="685800" y="600075"/>
                </a:lnTo>
                <a:close/>
                <a:moveTo>
                  <a:pt x="361950" y="600075"/>
                </a:moveTo>
                <a:lnTo>
                  <a:pt x="371475" y="600075"/>
                </a:lnTo>
                <a:lnTo>
                  <a:pt x="371475" y="609600"/>
                </a:lnTo>
                <a:lnTo>
                  <a:pt x="361950" y="609600"/>
                </a:lnTo>
                <a:close/>
                <a:moveTo>
                  <a:pt x="400050" y="600075"/>
                </a:moveTo>
                <a:lnTo>
                  <a:pt x="409575" y="600075"/>
                </a:lnTo>
                <a:lnTo>
                  <a:pt x="409575" y="609600"/>
                </a:lnTo>
                <a:lnTo>
                  <a:pt x="400050" y="609600"/>
                </a:lnTo>
                <a:close/>
                <a:moveTo>
                  <a:pt x="676275" y="600075"/>
                </a:moveTo>
                <a:lnTo>
                  <a:pt x="685800" y="600075"/>
                </a:lnTo>
                <a:lnTo>
                  <a:pt x="685800" y="609600"/>
                </a:lnTo>
                <a:lnTo>
                  <a:pt x="676275" y="609600"/>
                </a:lnTo>
                <a:close/>
                <a:moveTo>
                  <a:pt x="352425" y="609600"/>
                </a:moveTo>
                <a:lnTo>
                  <a:pt x="361950" y="609600"/>
                </a:lnTo>
                <a:lnTo>
                  <a:pt x="361950" y="619125"/>
                </a:lnTo>
                <a:lnTo>
                  <a:pt x="352425" y="619125"/>
                </a:lnTo>
                <a:close/>
                <a:moveTo>
                  <a:pt x="409575" y="609600"/>
                </a:moveTo>
                <a:lnTo>
                  <a:pt x="419100" y="609600"/>
                </a:lnTo>
                <a:lnTo>
                  <a:pt x="419100" y="619125"/>
                </a:lnTo>
                <a:lnTo>
                  <a:pt x="409575" y="619125"/>
                </a:lnTo>
                <a:close/>
                <a:moveTo>
                  <a:pt x="666750" y="609600"/>
                </a:moveTo>
                <a:lnTo>
                  <a:pt x="676275" y="609600"/>
                </a:lnTo>
                <a:lnTo>
                  <a:pt x="676275" y="619125"/>
                </a:lnTo>
                <a:lnTo>
                  <a:pt x="666750" y="619125"/>
                </a:lnTo>
                <a:close/>
                <a:moveTo>
                  <a:pt x="342900" y="619125"/>
                </a:moveTo>
                <a:lnTo>
                  <a:pt x="352425" y="619125"/>
                </a:lnTo>
                <a:lnTo>
                  <a:pt x="352425" y="628650"/>
                </a:lnTo>
                <a:lnTo>
                  <a:pt x="342900" y="628650"/>
                </a:lnTo>
                <a:close/>
                <a:moveTo>
                  <a:pt x="419100" y="619125"/>
                </a:moveTo>
                <a:lnTo>
                  <a:pt x="428625" y="619125"/>
                </a:lnTo>
                <a:lnTo>
                  <a:pt x="428625" y="628650"/>
                </a:lnTo>
                <a:lnTo>
                  <a:pt x="419100" y="628650"/>
                </a:lnTo>
                <a:close/>
                <a:moveTo>
                  <a:pt x="657225" y="619125"/>
                </a:moveTo>
                <a:lnTo>
                  <a:pt x="666750" y="619125"/>
                </a:lnTo>
                <a:lnTo>
                  <a:pt x="666750" y="628650"/>
                </a:lnTo>
                <a:lnTo>
                  <a:pt x="657225" y="628650"/>
                </a:lnTo>
                <a:close/>
                <a:moveTo>
                  <a:pt x="333375" y="628650"/>
                </a:moveTo>
                <a:lnTo>
                  <a:pt x="342900" y="628650"/>
                </a:lnTo>
                <a:lnTo>
                  <a:pt x="342900" y="638175"/>
                </a:lnTo>
                <a:lnTo>
                  <a:pt x="333375" y="638175"/>
                </a:lnTo>
                <a:close/>
                <a:moveTo>
                  <a:pt x="428625" y="628650"/>
                </a:moveTo>
                <a:lnTo>
                  <a:pt x="438150" y="628650"/>
                </a:lnTo>
                <a:lnTo>
                  <a:pt x="438150" y="638175"/>
                </a:lnTo>
                <a:lnTo>
                  <a:pt x="428625" y="638175"/>
                </a:lnTo>
                <a:close/>
                <a:moveTo>
                  <a:pt x="647700" y="628650"/>
                </a:moveTo>
                <a:lnTo>
                  <a:pt x="657225" y="628650"/>
                </a:lnTo>
                <a:lnTo>
                  <a:pt x="657225" y="638175"/>
                </a:lnTo>
                <a:lnTo>
                  <a:pt x="647700" y="638175"/>
                </a:lnTo>
                <a:close/>
                <a:moveTo>
                  <a:pt x="323850" y="638175"/>
                </a:moveTo>
                <a:lnTo>
                  <a:pt x="333375" y="638175"/>
                </a:lnTo>
                <a:lnTo>
                  <a:pt x="333375" y="647700"/>
                </a:lnTo>
                <a:lnTo>
                  <a:pt x="323850" y="647700"/>
                </a:lnTo>
                <a:close/>
                <a:moveTo>
                  <a:pt x="438150" y="638175"/>
                </a:moveTo>
                <a:lnTo>
                  <a:pt x="447675" y="638175"/>
                </a:lnTo>
                <a:lnTo>
                  <a:pt x="447675" y="647700"/>
                </a:lnTo>
                <a:lnTo>
                  <a:pt x="438150" y="647700"/>
                </a:lnTo>
                <a:close/>
                <a:moveTo>
                  <a:pt x="638175" y="638175"/>
                </a:moveTo>
                <a:lnTo>
                  <a:pt x="647700" y="638175"/>
                </a:lnTo>
                <a:lnTo>
                  <a:pt x="647700" y="647700"/>
                </a:lnTo>
                <a:lnTo>
                  <a:pt x="638175" y="647700"/>
                </a:lnTo>
                <a:close/>
                <a:moveTo>
                  <a:pt x="447675" y="647700"/>
                </a:moveTo>
                <a:lnTo>
                  <a:pt x="457200" y="647700"/>
                </a:lnTo>
                <a:lnTo>
                  <a:pt x="457200" y="657225"/>
                </a:lnTo>
                <a:lnTo>
                  <a:pt x="447675" y="657225"/>
                </a:lnTo>
                <a:close/>
                <a:moveTo>
                  <a:pt x="628650" y="647700"/>
                </a:moveTo>
                <a:lnTo>
                  <a:pt x="638175" y="647700"/>
                </a:lnTo>
                <a:lnTo>
                  <a:pt x="638175" y="657225"/>
                </a:lnTo>
                <a:lnTo>
                  <a:pt x="628650" y="657225"/>
                </a:lnTo>
                <a:close/>
                <a:moveTo>
                  <a:pt x="457200" y="657225"/>
                </a:moveTo>
                <a:lnTo>
                  <a:pt x="466725" y="657225"/>
                </a:lnTo>
                <a:lnTo>
                  <a:pt x="466725" y="666750"/>
                </a:lnTo>
                <a:lnTo>
                  <a:pt x="457200" y="666750"/>
                </a:lnTo>
                <a:close/>
                <a:moveTo>
                  <a:pt x="619125" y="657225"/>
                </a:moveTo>
                <a:lnTo>
                  <a:pt x="628650" y="657225"/>
                </a:lnTo>
                <a:lnTo>
                  <a:pt x="628650" y="666750"/>
                </a:lnTo>
                <a:lnTo>
                  <a:pt x="619125" y="666750"/>
                </a:lnTo>
                <a:close/>
                <a:moveTo>
                  <a:pt x="466725" y="666750"/>
                </a:moveTo>
                <a:lnTo>
                  <a:pt x="476250" y="666750"/>
                </a:lnTo>
                <a:lnTo>
                  <a:pt x="476250" y="676275"/>
                </a:lnTo>
                <a:lnTo>
                  <a:pt x="466725" y="676275"/>
                </a:lnTo>
                <a:close/>
                <a:moveTo>
                  <a:pt x="609600" y="666750"/>
                </a:moveTo>
                <a:lnTo>
                  <a:pt x="619125" y="666750"/>
                </a:lnTo>
                <a:lnTo>
                  <a:pt x="619125" y="676275"/>
                </a:lnTo>
                <a:lnTo>
                  <a:pt x="609600" y="676275"/>
                </a:lnTo>
                <a:close/>
                <a:moveTo>
                  <a:pt x="476250" y="676275"/>
                </a:moveTo>
                <a:lnTo>
                  <a:pt x="485775" y="676275"/>
                </a:lnTo>
                <a:lnTo>
                  <a:pt x="485775" y="685800"/>
                </a:lnTo>
                <a:lnTo>
                  <a:pt x="476250" y="685800"/>
                </a:lnTo>
                <a:close/>
                <a:moveTo>
                  <a:pt x="600075" y="676275"/>
                </a:moveTo>
                <a:lnTo>
                  <a:pt x="609600" y="676275"/>
                </a:lnTo>
                <a:lnTo>
                  <a:pt x="609600" y="685800"/>
                </a:lnTo>
                <a:lnTo>
                  <a:pt x="600075" y="685800"/>
                </a:lnTo>
                <a:close/>
                <a:moveTo>
                  <a:pt x="485775" y="685800"/>
                </a:moveTo>
                <a:lnTo>
                  <a:pt x="495300" y="685800"/>
                </a:lnTo>
                <a:lnTo>
                  <a:pt x="495300" y="695325"/>
                </a:lnTo>
                <a:lnTo>
                  <a:pt x="485775" y="695325"/>
                </a:lnTo>
                <a:close/>
                <a:moveTo>
                  <a:pt x="590550" y="685800"/>
                </a:moveTo>
                <a:lnTo>
                  <a:pt x="600075" y="685800"/>
                </a:lnTo>
                <a:lnTo>
                  <a:pt x="600075" y="695325"/>
                </a:lnTo>
                <a:lnTo>
                  <a:pt x="590550" y="695325"/>
                </a:lnTo>
                <a:close/>
                <a:moveTo>
                  <a:pt x="495300" y="695325"/>
                </a:moveTo>
                <a:lnTo>
                  <a:pt x="504825" y="695325"/>
                </a:lnTo>
                <a:lnTo>
                  <a:pt x="504825" y="704850"/>
                </a:lnTo>
                <a:lnTo>
                  <a:pt x="495300" y="704850"/>
                </a:lnTo>
                <a:close/>
                <a:moveTo>
                  <a:pt x="581025" y="695325"/>
                </a:moveTo>
                <a:lnTo>
                  <a:pt x="590550" y="695325"/>
                </a:lnTo>
                <a:lnTo>
                  <a:pt x="590550" y="704850"/>
                </a:lnTo>
                <a:lnTo>
                  <a:pt x="581025" y="704850"/>
                </a:lnTo>
                <a:close/>
                <a:moveTo>
                  <a:pt x="504825" y="704850"/>
                </a:moveTo>
                <a:lnTo>
                  <a:pt x="514350" y="704850"/>
                </a:lnTo>
                <a:lnTo>
                  <a:pt x="514350" y="714375"/>
                </a:lnTo>
                <a:lnTo>
                  <a:pt x="504825" y="714375"/>
                </a:lnTo>
                <a:close/>
                <a:moveTo>
                  <a:pt x="571500" y="704850"/>
                </a:moveTo>
                <a:lnTo>
                  <a:pt x="581025" y="704850"/>
                </a:lnTo>
                <a:lnTo>
                  <a:pt x="581025" y="714375"/>
                </a:lnTo>
                <a:lnTo>
                  <a:pt x="571500" y="714375"/>
                </a:lnTo>
                <a:close/>
                <a:moveTo>
                  <a:pt x="514350" y="714375"/>
                </a:moveTo>
                <a:lnTo>
                  <a:pt x="523875" y="714375"/>
                </a:lnTo>
                <a:lnTo>
                  <a:pt x="523875" y="723900"/>
                </a:lnTo>
                <a:lnTo>
                  <a:pt x="514350" y="723900"/>
                </a:lnTo>
                <a:close/>
                <a:moveTo>
                  <a:pt x="561975" y="714375"/>
                </a:moveTo>
                <a:lnTo>
                  <a:pt x="571500" y="714375"/>
                </a:lnTo>
                <a:lnTo>
                  <a:pt x="571500" y="723900"/>
                </a:lnTo>
                <a:lnTo>
                  <a:pt x="561975" y="723900"/>
                </a:lnTo>
                <a:close/>
                <a:moveTo>
                  <a:pt x="552450" y="723900"/>
                </a:moveTo>
                <a:lnTo>
                  <a:pt x="561975" y="723900"/>
                </a:lnTo>
                <a:lnTo>
                  <a:pt x="561975" y="733425"/>
                </a:lnTo>
                <a:lnTo>
                  <a:pt x="552450" y="733425"/>
                </a:lnTo>
                <a:close/>
                <a:moveTo>
                  <a:pt x="180975" y="790575"/>
                </a:moveTo>
                <a:lnTo>
                  <a:pt x="190500" y="790575"/>
                </a:lnTo>
                <a:lnTo>
                  <a:pt x="190500" y="800100"/>
                </a:lnTo>
                <a:lnTo>
                  <a:pt x="180975" y="800100"/>
                </a:lnTo>
                <a:close/>
                <a:moveTo>
                  <a:pt x="171450" y="800100"/>
                </a:moveTo>
                <a:lnTo>
                  <a:pt x="180975" y="800100"/>
                </a:lnTo>
                <a:lnTo>
                  <a:pt x="180975" y="809625"/>
                </a:lnTo>
                <a:lnTo>
                  <a:pt x="171450" y="809625"/>
                </a:lnTo>
                <a:close/>
                <a:moveTo>
                  <a:pt x="161925" y="809625"/>
                </a:moveTo>
                <a:lnTo>
                  <a:pt x="171450" y="809625"/>
                </a:lnTo>
                <a:lnTo>
                  <a:pt x="171450" y="819150"/>
                </a:lnTo>
                <a:lnTo>
                  <a:pt x="161925" y="819150"/>
                </a:lnTo>
                <a:close/>
                <a:moveTo>
                  <a:pt x="133350" y="819150"/>
                </a:moveTo>
                <a:lnTo>
                  <a:pt x="142875" y="819150"/>
                </a:lnTo>
                <a:lnTo>
                  <a:pt x="142875" y="828675"/>
                </a:lnTo>
                <a:lnTo>
                  <a:pt x="133350" y="828675"/>
                </a:lnTo>
                <a:close/>
                <a:moveTo>
                  <a:pt x="152400" y="819150"/>
                </a:moveTo>
                <a:lnTo>
                  <a:pt x="161925" y="819150"/>
                </a:lnTo>
                <a:lnTo>
                  <a:pt x="161925" y="828675"/>
                </a:lnTo>
                <a:lnTo>
                  <a:pt x="152400" y="828675"/>
                </a:lnTo>
                <a:close/>
              </a:path>
            </a:pathLst>
          </a:custGeom>
          <a:solidFill xmlns:a="http://schemas.openxmlformats.org/drawingml/2006/main">
            <a:srgbClr val="9EAD9D"/>
          </a:solidFill>
          <a:ln xmlns:a="http://schemas.openxmlformats.org/drawingml/2006/main" w="0">
            <a:noFill/>
          </a:ln>
        </p:spPr>
      </p:sp>
      <p:sp>
        <p:nvSpPr>
          <p:cNvPr id="98" name="rocket vector #425f4b">
            <a:extLst xmlns:a="http://schemas.openxmlformats.org/drawingml/2006/main">
              <a:ext uri="{FF2B5EF4-FFF2-40B4-BE49-F238E27FC236}">
                <a16:creationId xmlns:a16="http://schemas.microsoft.com/office/drawing/2014/main" id="{0D01DC60-2C4E-437E-918E-E848AC5156D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5550" y="1495425"/>
            <a:ext cx="1057275" cy="866775"/>
          </a:xfrm>
          <a:custGeom xmlns:a="http://schemas.openxmlformats.org/drawingml/2006/main">
            <a:pathLst>
              <a:path w="1057275" h="866775">
                <a:moveTo>
                  <a:pt x="600075" y="85725"/>
                </a:moveTo>
                <a:lnTo>
                  <a:pt x="609600" y="85725"/>
                </a:lnTo>
                <a:lnTo>
                  <a:pt x="609600" y="95250"/>
                </a:lnTo>
                <a:lnTo>
                  <a:pt x="600075" y="95250"/>
                </a:lnTo>
                <a:close/>
                <a:moveTo>
                  <a:pt x="685800" y="85725"/>
                </a:moveTo>
                <a:lnTo>
                  <a:pt x="695325" y="85725"/>
                </a:lnTo>
                <a:lnTo>
                  <a:pt x="695325" y="95250"/>
                </a:lnTo>
                <a:lnTo>
                  <a:pt x="685800" y="95250"/>
                </a:lnTo>
                <a:close/>
                <a:moveTo>
                  <a:pt x="561975" y="95250"/>
                </a:moveTo>
                <a:lnTo>
                  <a:pt x="571500" y="95250"/>
                </a:lnTo>
                <a:lnTo>
                  <a:pt x="571500" y="104775"/>
                </a:lnTo>
                <a:lnTo>
                  <a:pt x="561975" y="104775"/>
                </a:lnTo>
                <a:close/>
                <a:moveTo>
                  <a:pt x="533400" y="104775"/>
                </a:moveTo>
                <a:lnTo>
                  <a:pt x="542925" y="104775"/>
                </a:lnTo>
                <a:lnTo>
                  <a:pt x="542925" y="114300"/>
                </a:lnTo>
                <a:lnTo>
                  <a:pt x="533400" y="114300"/>
                </a:lnTo>
                <a:close/>
                <a:moveTo>
                  <a:pt x="514350" y="114300"/>
                </a:moveTo>
                <a:lnTo>
                  <a:pt x="523875" y="114300"/>
                </a:lnTo>
                <a:lnTo>
                  <a:pt x="523875" y="123825"/>
                </a:lnTo>
                <a:lnTo>
                  <a:pt x="514350" y="123825"/>
                </a:lnTo>
                <a:close/>
                <a:moveTo>
                  <a:pt x="495300" y="123825"/>
                </a:moveTo>
                <a:lnTo>
                  <a:pt x="504825" y="123825"/>
                </a:lnTo>
                <a:lnTo>
                  <a:pt x="504825" y="133350"/>
                </a:lnTo>
                <a:lnTo>
                  <a:pt x="495300" y="133350"/>
                </a:lnTo>
                <a:close/>
                <a:moveTo>
                  <a:pt x="457200" y="152400"/>
                </a:moveTo>
                <a:lnTo>
                  <a:pt x="466725" y="152400"/>
                </a:lnTo>
                <a:lnTo>
                  <a:pt x="466725" y="161925"/>
                </a:lnTo>
                <a:lnTo>
                  <a:pt x="457200" y="161925"/>
                </a:lnTo>
                <a:close/>
                <a:moveTo>
                  <a:pt x="685800" y="152400"/>
                </a:moveTo>
                <a:lnTo>
                  <a:pt x="695325" y="152400"/>
                </a:lnTo>
                <a:lnTo>
                  <a:pt x="695325" y="171450"/>
                </a:lnTo>
                <a:lnTo>
                  <a:pt x="685800" y="171450"/>
                </a:lnTo>
                <a:close/>
                <a:moveTo>
                  <a:pt x="447675" y="161925"/>
                </a:moveTo>
                <a:lnTo>
                  <a:pt x="457200" y="161925"/>
                </a:lnTo>
                <a:lnTo>
                  <a:pt x="457200" y="171450"/>
                </a:lnTo>
                <a:lnTo>
                  <a:pt x="447675" y="171450"/>
                </a:lnTo>
                <a:close/>
                <a:moveTo>
                  <a:pt x="438150" y="171450"/>
                </a:moveTo>
                <a:lnTo>
                  <a:pt x="447675" y="171450"/>
                </a:lnTo>
                <a:lnTo>
                  <a:pt x="447675" y="180975"/>
                </a:lnTo>
                <a:lnTo>
                  <a:pt x="438150" y="180975"/>
                </a:lnTo>
                <a:close/>
                <a:moveTo>
                  <a:pt x="542925" y="171450"/>
                </a:moveTo>
                <a:lnTo>
                  <a:pt x="571500" y="171450"/>
                </a:lnTo>
                <a:lnTo>
                  <a:pt x="571500" y="180975"/>
                </a:lnTo>
                <a:lnTo>
                  <a:pt x="542925" y="180975"/>
                </a:lnTo>
                <a:close/>
                <a:moveTo>
                  <a:pt x="428625" y="180975"/>
                </a:moveTo>
                <a:lnTo>
                  <a:pt x="438150" y="180975"/>
                </a:lnTo>
                <a:lnTo>
                  <a:pt x="438150" y="190500"/>
                </a:lnTo>
                <a:lnTo>
                  <a:pt x="428625" y="190500"/>
                </a:lnTo>
                <a:close/>
                <a:moveTo>
                  <a:pt x="523875" y="180975"/>
                </a:moveTo>
                <a:lnTo>
                  <a:pt x="533400" y="180975"/>
                </a:lnTo>
                <a:lnTo>
                  <a:pt x="533400" y="190500"/>
                </a:lnTo>
                <a:lnTo>
                  <a:pt x="523875" y="190500"/>
                </a:lnTo>
                <a:close/>
                <a:moveTo>
                  <a:pt x="581025" y="180975"/>
                </a:moveTo>
                <a:lnTo>
                  <a:pt x="590550" y="180975"/>
                </a:lnTo>
                <a:lnTo>
                  <a:pt x="590550" y="190500"/>
                </a:lnTo>
                <a:lnTo>
                  <a:pt x="581025" y="190500"/>
                </a:lnTo>
                <a:close/>
                <a:moveTo>
                  <a:pt x="514350" y="190500"/>
                </a:moveTo>
                <a:lnTo>
                  <a:pt x="523875" y="190500"/>
                </a:lnTo>
                <a:lnTo>
                  <a:pt x="523875" y="200025"/>
                </a:lnTo>
                <a:lnTo>
                  <a:pt x="514350" y="200025"/>
                </a:lnTo>
                <a:close/>
                <a:moveTo>
                  <a:pt x="590550" y="190500"/>
                </a:moveTo>
                <a:lnTo>
                  <a:pt x="600075" y="190500"/>
                </a:lnTo>
                <a:lnTo>
                  <a:pt x="600075" y="200025"/>
                </a:lnTo>
                <a:lnTo>
                  <a:pt x="590550" y="200025"/>
                </a:lnTo>
                <a:close/>
                <a:moveTo>
                  <a:pt x="676275" y="200025"/>
                </a:moveTo>
                <a:lnTo>
                  <a:pt x="685800" y="200025"/>
                </a:lnTo>
                <a:lnTo>
                  <a:pt x="685800" y="209550"/>
                </a:lnTo>
                <a:lnTo>
                  <a:pt x="676275" y="209550"/>
                </a:lnTo>
                <a:close/>
                <a:moveTo>
                  <a:pt x="600075" y="209550"/>
                </a:moveTo>
                <a:lnTo>
                  <a:pt x="609600" y="209550"/>
                </a:lnTo>
                <a:lnTo>
                  <a:pt x="609600" y="238125"/>
                </a:lnTo>
                <a:lnTo>
                  <a:pt x="600075" y="238125"/>
                </a:lnTo>
                <a:close/>
                <a:moveTo>
                  <a:pt x="390525" y="219075"/>
                </a:moveTo>
                <a:lnTo>
                  <a:pt x="400050" y="219075"/>
                </a:lnTo>
                <a:lnTo>
                  <a:pt x="400050" y="228600"/>
                </a:lnTo>
                <a:lnTo>
                  <a:pt x="390525" y="228600"/>
                </a:lnTo>
                <a:close/>
                <a:moveTo>
                  <a:pt x="314325" y="228600"/>
                </a:moveTo>
                <a:lnTo>
                  <a:pt x="323850" y="228600"/>
                </a:lnTo>
                <a:lnTo>
                  <a:pt x="323850" y="238125"/>
                </a:lnTo>
                <a:lnTo>
                  <a:pt x="314325" y="238125"/>
                </a:lnTo>
                <a:close/>
                <a:moveTo>
                  <a:pt x="666750" y="228600"/>
                </a:moveTo>
                <a:lnTo>
                  <a:pt x="676275" y="228600"/>
                </a:lnTo>
                <a:lnTo>
                  <a:pt x="676275" y="238125"/>
                </a:lnTo>
                <a:lnTo>
                  <a:pt x="666750" y="238125"/>
                </a:lnTo>
                <a:close/>
                <a:moveTo>
                  <a:pt x="295275" y="238125"/>
                </a:moveTo>
                <a:lnTo>
                  <a:pt x="304800" y="238125"/>
                </a:lnTo>
                <a:lnTo>
                  <a:pt x="304800" y="247650"/>
                </a:lnTo>
                <a:lnTo>
                  <a:pt x="295275" y="247650"/>
                </a:lnTo>
                <a:close/>
                <a:moveTo>
                  <a:pt x="904875" y="238125"/>
                </a:moveTo>
                <a:lnTo>
                  <a:pt x="923925" y="238125"/>
                </a:lnTo>
                <a:lnTo>
                  <a:pt x="923925" y="247650"/>
                </a:lnTo>
                <a:lnTo>
                  <a:pt x="904875" y="247650"/>
                </a:lnTo>
                <a:close/>
                <a:moveTo>
                  <a:pt x="971550" y="238125"/>
                </a:moveTo>
                <a:lnTo>
                  <a:pt x="981075" y="238125"/>
                </a:lnTo>
                <a:lnTo>
                  <a:pt x="981075" y="247650"/>
                </a:lnTo>
                <a:lnTo>
                  <a:pt x="971550" y="247650"/>
                </a:lnTo>
                <a:close/>
                <a:moveTo>
                  <a:pt x="285750" y="247650"/>
                </a:moveTo>
                <a:lnTo>
                  <a:pt x="295275" y="247650"/>
                </a:lnTo>
                <a:lnTo>
                  <a:pt x="295275" y="257175"/>
                </a:lnTo>
                <a:lnTo>
                  <a:pt x="285750" y="257175"/>
                </a:lnTo>
                <a:close/>
                <a:moveTo>
                  <a:pt x="590550" y="247650"/>
                </a:moveTo>
                <a:lnTo>
                  <a:pt x="600075" y="247650"/>
                </a:lnTo>
                <a:lnTo>
                  <a:pt x="600075" y="257175"/>
                </a:lnTo>
                <a:lnTo>
                  <a:pt x="590550" y="257175"/>
                </a:lnTo>
                <a:close/>
                <a:moveTo>
                  <a:pt x="838200" y="247650"/>
                </a:moveTo>
                <a:lnTo>
                  <a:pt x="857250" y="247650"/>
                </a:lnTo>
                <a:lnTo>
                  <a:pt x="857250" y="257175"/>
                </a:lnTo>
                <a:lnTo>
                  <a:pt x="838200" y="257175"/>
                </a:lnTo>
                <a:close/>
                <a:moveTo>
                  <a:pt x="276225" y="257175"/>
                </a:moveTo>
                <a:lnTo>
                  <a:pt x="285750" y="257175"/>
                </a:lnTo>
                <a:lnTo>
                  <a:pt x="285750" y="266700"/>
                </a:lnTo>
                <a:lnTo>
                  <a:pt x="276225" y="266700"/>
                </a:lnTo>
                <a:close/>
                <a:moveTo>
                  <a:pt x="533400" y="257175"/>
                </a:moveTo>
                <a:lnTo>
                  <a:pt x="542925" y="257175"/>
                </a:lnTo>
                <a:lnTo>
                  <a:pt x="542925" y="266700"/>
                </a:lnTo>
                <a:lnTo>
                  <a:pt x="533400" y="266700"/>
                </a:lnTo>
                <a:close/>
                <a:moveTo>
                  <a:pt x="581025" y="257175"/>
                </a:moveTo>
                <a:lnTo>
                  <a:pt x="590550" y="257175"/>
                </a:lnTo>
                <a:lnTo>
                  <a:pt x="590550" y="266700"/>
                </a:lnTo>
                <a:lnTo>
                  <a:pt x="581025" y="266700"/>
                </a:lnTo>
                <a:close/>
                <a:moveTo>
                  <a:pt x="771525" y="257175"/>
                </a:moveTo>
                <a:lnTo>
                  <a:pt x="800100" y="257175"/>
                </a:lnTo>
                <a:lnTo>
                  <a:pt x="800100" y="266700"/>
                </a:lnTo>
                <a:lnTo>
                  <a:pt x="771525" y="266700"/>
                </a:lnTo>
                <a:close/>
                <a:moveTo>
                  <a:pt x="266700" y="266700"/>
                </a:moveTo>
                <a:lnTo>
                  <a:pt x="276225" y="266700"/>
                </a:lnTo>
                <a:lnTo>
                  <a:pt x="276225" y="276225"/>
                </a:lnTo>
                <a:lnTo>
                  <a:pt x="266700" y="276225"/>
                </a:lnTo>
                <a:close/>
                <a:moveTo>
                  <a:pt x="971550" y="266700"/>
                </a:moveTo>
                <a:lnTo>
                  <a:pt x="981075" y="266700"/>
                </a:lnTo>
                <a:lnTo>
                  <a:pt x="981075" y="285750"/>
                </a:lnTo>
                <a:lnTo>
                  <a:pt x="971550" y="285750"/>
                </a:lnTo>
                <a:close/>
                <a:moveTo>
                  <a:pt x="638175" y="285750"/>
                </a:moveTo>
                <a:lnTo>
                  <a:pt x="647700" y="285750"/>
                </a:lnTo>
                <a:lnTo>
                  <a:pt x="647700" y="295275"/>
                </a:lnTo>
                <a:lnTo>
                  <a:pt x="638175" y="295275"/>
                </a:lnTo>
                <a:close/>
                <a:moveTo>
                  <a:pt x="238125" y="304800"/>
                </a:moveTo>
                <a:lnTo>
                  <a:pt x="247650" y="304800"/>
                </a:lnTo>
                <a:lnTo>
                  <a:pt x="247650" y="314325"/>
                </a:lnTo>
                <a:lnTo>
                  <a:pt x="238125" y="314325"/>
                </a:lnTo>
                <a:close/>
                <a:moveTo>
                  <a:pt x="762000" y="304800"/>
                </a:moveTo>
                <a:lnTo>
                  <a:pt x="771525" y="304800"/>
                </a:lnTo>
                <a:lnTo>
                  <a:pt x="771525" y="314325"/>
                </a:lnTo>
                <a:lnTo>
                  <a:pt x="762000" y="314325"/>
                </a:lnTo>
                <a:close/>
                <a:moveTo>
                  <a:pt x="619125" y="314325"/>
                </a:moveTo>
                <a:lnTo>
                  <a:pt x="628650" y="314325"/>
                </a:lnTo>
                <a:lnTo>
                  <a:pt x="628650" y="323850"/>
                </a:lnTo>
                <a:lnTo>
                  <a:pt x="619125" y="323850"/>
                </a:lnTo>
                <a:close/>
                <a:moveTo>
                  <a:pt x="771525" y="314325"/>
                </a:moveTo>
                <a:lnTo>
                  <a:pt x="781050" y="314325"/>
                </a:lnTo>
                <a:lnTo>
                  <a:pt x="781050" y="323850"/>
                </a:lnTo>
                <a:lnTo>
                  <a:pt x="771525" y="323850"/>
                </a:lnTo>
                <a:close/>
                <a:moveTo>
                  <a:pt x="609600" y="323850"/>
                </a:moveTo>
                <a:lnTo>
                  <a:pt x="619125" y="323850"/>
                </a:lnTo>
                <a:lnTo>
                  <a:pt x="619125" y="333375"/>
                </a:lnTo>
                <a:lnTo>
                  <a:pt x="609600" y="333375"/>
                </a:lnTo>
                <a:close/>
                <a:moveTo>
                  <a:pt x="781050" y="323850"/>
                </a:moveTo>
                <a:lnTo>
                  <a:pt x="790575" y="323850"/>
                </a:lnTo>
                <a:lnTo>
                  <a:pt x="790575" y="333375"/>
                </a:lnTo>
                <a:lnTo>
                  <a:pt x="781050" y="333375"/>
                </a:lnTo>
                <a:close/>
                <a:moveTo>
                  <a:pt x="962025" y="323850"/>
                </a:moveTo>
                <a:lnTo>
                  <a:pt x="971550" y="323850"/>
                </a:lnTo>
                <a:lnTo>
                  <a:pt x="971550" y="342900"/>
                </a:lnTo>
                <a:lnTo>
                  <a:pt x="962025" y="342900"/>
                </a:lnTo>
                <a:close/>
                <a:moveTo>
                  <a:pt x="600075" y="333375"/>
                </a:moveTo>
                <a:lnTo>
                  <a:pt x="609600" y="333375"/>
                </a:lnTo>
                <a:lnTo>
                  <a:pt x="609600" y="342900"/>
                </a:lnTo>
                <a:lnTo>
                  <a:pt x="600075" y="342900"/>
                </a:lnTo>
                <a:close/>
                <a:moveTo>
                  <a:pt x="790575" y="333375"/>
                </a:moveTo>
                <a:lnTo>
                  <a:pt x="800100" y="333375"/>
                </a:lnTo>
                <a:lnTo>
                  <a:pt x="800100" y="352425"/>
                </a:lnTo>
                <a:lnTo>
                  <a:pt x="790575" y="352425"/>
                </a:lnTo>
                <a:close/>
                <a:moveTo>
                  <a:pt x="590550" y="342900"/>
                </a:moveTo>
                <a:lnTo>
                  <a:pt x="600075" y="342900"/>
                </a:lnTo>
                <a:lnTo>
                  <a:pt x="600075" y="352425"/>
                </a:lnTo>
                <a:lnTo>
                  <a:pt x="590550" y="352425"/>
                </a:lnTo>
                <a:close/>
                <a:moveTo>
                  <a:pt x="276225" y="352425"/>
                </a:moveTo>
                <a:lnTo>
                  <a:pt x="314325" y="352425"/>
                </a:lnTo>
                <a:lnTo>
                  <a:pt x="314325" y="361950"/>
                </a:lnTo>
                <a:lnTo>
                  <a:pt x="276225" y="361950"/>
                </a:lnTo>
                <a:close/>
                <a:moveTo>
                  <a:pt x="581025" y="352425"/>
                </a:moveTo>
                <a:lnTo>
                  <a:pt x="590550" y="352425"/>
                </a:lnTo>
                <a:lnTo>
                  <a:pt x="590550" y="361950"/>
                </a:lnTo>
                <a:lnTo>
                  <a:pt x="581025" y="361950"/>
                </a:lnTo>
                <a:close/>
                <a:moveTo>
                  <a:pt x="314325" y="361950"/>
                </a:moveTo>
                <a:lnTo>
                  <a:pt x="323850" y="361950"/>
                </a:lnTo>
                <a:lnTo>
                  <a:pt x="323850" y="371475"/>
                </a:lnTo>
                <a:lnTo>
                  <a:pt x="314325" y="371475"/>
                </a:lnTo>
                <a:close/>
                <a:moveTo>
                  <a:pt x="571500" y="361950"/>
                </a:moveTo>
                <a:lnTo>
                  <a:pt x="581025" y="361950"/>
                </a:lnTo>
                <a:lnTo>
                  <a:pt x="581025" y="371475"/>
                </a:lnTo>
                <a:lnTo>
                  <a:pt x="571500" y="371475"/>
                </a:lnTo>
                <a:close/>
                <a:moveTo>
                  <a:pt x="561975" y="371475"/>
                </a:moveTo>
                <a:lnTo>
                  <a:pt x="571500" y="371475"/>
                </a:lnTo>
                <a:lnTo>
                  <a:pt x="571500" y="381000"/>
                </a:lnTo>
                <a:lnTo>
                  <a:pt x="561975" y="381000"/>
                </a:lnTo>
                <a:close/>
                <a:moveTo>
                  <a:pt x="314325" y="381000"/>
                </a:moveTo>
                <a:lnTo>
                  <a:pt x="323850" y="381000"/>
                </a:lnTo>
                <a:lnTo>
                  <a:pt x="323850" y="400050"/>
                </a:lnTo>
                <a:lnTo>
                  <a:pt x="314325" y="400050"/>
                </a:lnTo>
                <a:close/>
                <a:moveTo>
                  <a:pt x="952500" y="381000"/>
                </a:moveTo>
                <a:lnTo>
                  <a:pt x="962025" y="381000"/>
                </a:lnTo>
                <a:lnTo>
                  <a:pt x="962025" y="400050"/>
                </a:lnTo>
                <a:lnTo>
                  <a:pt x="952500" y="400050"/>
                </a:lnTo>
                <a:close/>
                <a:moveTo>
                  <a:pt x="552450" y="390525"/>
                </a:moveTo>
                <a:lnTo>
                  <a:pt x="561975" y="390525"/>
                </a:lnTo>
                <a:lnTo>
                  <a:pt x="561975" y="438150"/>
                </a:lnTo>
                <a:lnTo>
                  <a:pt x="552450" y="438150"/>
                </a:lnTo>
                <a:close/>
                <a:moveTo>
                  <a:pt x="323850" y="409575"/>
                </a:moveTo>
                <a:lnTo>
                  <a:pt x="333375" y="409575"/>
                </a:lnTo>
                <a:lnTo>
                  <a:pt x="333375" y="419100"/>
                </a:lnTo>
                <a:lnTo>
                  <a:pt x="323850" y="419100"/>
                </a:lnTo>
                <a:close/>
                <a:moveTo>
                  <a:pt x="409575" y="409575"/>
                </a:moveTo>
                <a:lnTo>
                  <a:pt x="419100" y="409575"/>
                </a:lnTo>
                <a:lnTo>
                  <a:pt x="419100" y="419100"/>
                </a:lnTo>
                <a:lnTo>
                  <a:pt x="409575" y="419100"/>
                </a:lnTo>
                <a:close/>
                <a:moveTo>
                  <a:pt x="857250" y="409575"/>
                </a:moveTo>
                <a:lnTo>
                  <a:pt x="876300" y="409575"/>
                </a:lnTo>
                <a:lnTo>
                  <a:pt x="876300" y="419100"/>
                </a:lnTo>
                <a:lnTo>
                  <a:pt x="857250" y="419100"/>
                </a:lnTo>
                <a:close/>
                <a:moveTo>
                  <a:pt x="333375" y="419100"/>
                </a:moveTo>
                <a:lnTo>
                  <a:pt x="352425" y="419100"/>
                </a:lnTo>
                <a:lnTo>
                  <a:pt x="352425" y="428625"/>
                </a:lnTo>
                <a:lnTo>
                  <a:pt x="333375" y="428625"/>
                </a:lnTo>
                <a:close/>
                <a:moveTo>
                  <a:pt x="419100" y="419100"/>
                </a:moveTo>
                <a:lnTo>
                  <a:pt x="428625" y="419100"/>
                </a:lnTo>
                <a:lnTo>
                  <a:pt x="428625" y="428625"/>
                </a:lnTo>
                <a:lnTo>
                  <a:pt x="419100" y="428625"/>
                </a:lnTo>
                <a:close/>
                <a:moveTo>
                  <a:pt x="847725" y="419100"/>
                </a:moveTo>
                <a:lnTo>
                  <a:pt x="857250" y="419100"/>
                </a:lnTo>
                <a:lnTo>
                  <a:pt x="857250" y="428625"/>
                </a:lnTo>
                <a:lnTo>
                  <a:pt x="847725" y="428625"/>
                </a:lnTo>
                <a:close/>
                <a:moveTo>
                  <a:pt x="876300" y="419100"/>
                </a:moveTo>
                <a:lnTo>
                  <a:pt x="885825" y="419100"/>
                </a:lnTo>
                <a:lnTo>
                  <a:pt x="885825" y="428625"/>
                </a:lnTo>
                <a:lnTo>
                  <a:pt x="876300" y="428625"/>
                </a:lnTo>
                <a:close/>
                <a:moveTo>
                  <a:pt x="285750" y="428625"/>
                </a:moveTo>
                <a:lnTo>
                  <a:pt x="295275" y="428625"/>
                </a:lnTo>
                <a:lnTo>
                  <a:pt x="295275" y="438150"/>
                </a:lnTo>
                <a:lnTo>
                  <a:pt x="304800" y="438150"/>
                </a:lnTo>
                <a:lnTo>
                  <a:pt x="304800" y="447675"/>
                </a:lnTo>
                <a:lnTo>
                  <a:pt x="295275" y="447675"/>
                </a:lnTo>
                <a:lnTo>
                  <a:pt x="295275" y="457200"/>
                </a:lnTo>
                <a:lnTo>
                  <a:pt x="285750" y="457200"/>
                </a:lnTo>
                <a:lnTo>
                  <a:pt x="285750" y="447675"/>
                </a:lnTo>
                <a:lnTo>
                  <a:pt x="266700" y="447675"/>
                </a:lnTo>
                <a:lnTo>
                  <a:pt x="266700" y="438150"/>
                </a:lnTo>
                <a:lnTo>
                  <a:pt x="285750" y="438150"/>
                </a:lnTo>
                <a:close/>
                <a:moveTo>
                  <a:pt x="428625" y="428625"/>
                </a:moveTo>
                <a:lnTo>
                  <a:pt x="438150" y="428625"/>
                </a:lnTo>
                <a:lnTo>
                  <a:pt x="438150" y="438150"/>
                </a:lnTo>
                <a:lnTo>
                  <a:pt x="428625" y="438150"/>
                </a:lnTo>
                <a:close/>
                <a:moveTo>
                  <a:pt x="838200" y="428625"/>
                </a:moveTo>
                <a:lnTo>
                  <a:pt x="847725" y="428625"/>
                </a:lnTo>
                <a:lnTo>
                  <a:pt x="847725" y="438150"/>
                </a:lnTo>
                <a:lnTo>
                  <a:pt x="838200" y="438150"/>
                </a:lnTo>
                <a:close/>
                <a:moveTo>
                  <a:pt x="885825" y="428625"/>
                </a:moveTo>
                <a:lnTo>
                  <a:pt x="895350" y="428625"/>
                </a:lnTo>
                <a:lnTo>
                  <a:pt x="895350" y="438150"/>
                </a:lnTo>
                <a:lnTo>
                  <a:pt x="885825" y="438150"/>
                </a:lnTo>
                <a:close/>
                <a:moveTo>
                  <a:pt x="438150" y="438150"/>
                </a:moveTo>
                <a:lnTo>
                  <a:pt x="447675" y="438150"/>
                </a:lnTo>
                <a:lnTo>
                  <a:pt x="447675" y="447675"/>
                </a:lnTo>
                <a:lnTo>
                  <a:pt x="438150" y="447675"/>
                </a:lnTo>
                <a:close/>
                <a:moveTo>
                  <a:pt x="895350" y="438150"/>
                </a:moveTo>
                <a:lnTo>
                  <a:pt x="904875" y="438150"/>
                </a:lnTo>
                <a:lnTo>
                  <a:pt x="904875" y="447675"/>
                </a:lnTo>
                <a:lnTo>
                  <a:pt x="895350" y="447675"/>
                </a:lnTo>
                <a:close/>
                <a:moveTo>
                  <a:pt x="942975" y="438150"/>
                </a:moveTo>
                <a:lnTo>
                  <a:pt x="952500" y="438150"/>
                </a:lnTo>
                <a:lnTo>
                  <a:pt x="952500" y="457200"/>
                </a:lnTo>
                <a:lnTo>
                  <a:pt x="942975" y="457200"/>
                </a:lnTo>
                <a:close/>
                <a:moveTo>
                  <a:pt x="257175" y="447675"/>
                </a:moveTo>
                <a:lnTo>
                  <a:pt x="266700" y="447675"/>
                </a:lnTo>
                <a:lnTo>
                  <a:pt x="266700" y="457200"/>
                </a:lnTo>
                <a:lnTo>
                  <a:pt x="257175" y="457200"/>
                </a:lnTo>
                <a:close/>
                <a:moveTo>
                  <a:pt x="447675" y="447675"/>
                </a:moveTo>
                <a:lnTo>
                  <a:pt x="457200" y="447675"/>
                </a:lnTo>
                <a:lnTo>
                  <a:pt x="457200" y="457200"/>
                </a:lnTo>
                <a:lnTo>
                  <a:pt x="447675" y="457200"/>
                </a:lnTo>
                <a:close/>
                <a:moveTo>
                  <a:pt x="904875" y="447675"/>
                </a:moveTo>
                <a:lnTo>
                  <a:pt x="923925" y="447675"/>
                </a:lnTo>
                <a:lnTo>
                  <a:pt x="923925" y="466725"/>
                </a:lnTo>
                <a:lnTo>
                  <a:pt x="914400" y="466725"/>
                </a:lnTo>
                <a:lnTo>
                  <a:pt x="914400" y="457200"/>
                </a:lnTo>
                <a:lnTo>
                  <a:pt x="904875" y="457200"/>
                </a:lnTo>
                <a:close/>
                <a:moveTo>
                  <a:pt x="247650" y="457200"/>
                </a:moveTo>
                <a:lnTo>
                  <a:pt x="257175" y="457200"/>
                </a:lnTo>
                <a:lnTo>
                  <a:pt x="257175" y="466725"/>
                </a:lnTo>
                <a:lnTo>
                  <a:pt x="247650" y="466725"/>
                </a:lnTo>
                <a:close/>
                <a:moveTo>
                  <a:pt x="276225" y="457200"/>
                </a:moveTo>
                <a:lnTo>
                  <a:pt x="285750" y="457200"/>
                </a:lnTo>
                <a:lnTo>
                  <a:pt x="285750" y="476250"/>
                </a:lnTo>
                <a:lnTo>
                  <a:pt x="276225" y="476250"/>
                </a:lnTo>
                <a:lnTo>
                  <a:pt x="276225" y="485775"/>
                </a:lnTo>
                <a:lnTo>
                  <a:pt x="266700" y="485775"/>
                </a:lnTo>
                <a:lnTo>
                  <a:pt x="266700" y="466725"/>
                </a:lnTo>
                <a:lnTo>
                  <a:pt x="276225" y="466725"/>
                </a:lnTo>
                <a:close/>
                <a:moveTo>
                  <a:pt x="457200" y="457200"/>
                </a:moveTo>
                <a:lnTo>
                  <a:pt x="466725" y="457200"/>
                </a:lnTo>
                <a:lnTo>
                  <a:pt x="466725" y="466725"/>
                </a:lnTo>
                <a:lnTo>
                  <a:pt x="457200" y="466725"/>
                </a:lnTo>
                <a:close/>
                <a:moveTo>
                  <a:pt x="933450" y="457200"/>
                </a:moveTo>
                <a:lnTo>
                  <a:pt x="942975" y="457200"/>
                </a:lnTo>
                <a:lnTo>
                  <a:pt x="942975" y="476250"/>
                </a:lnTo>
                <a:lnTo>
                  <a:pt x="923925" y="476250"/>
                </a:lnTo>
                <a:lnTo>
                  <a:pt x="923925" y="466725"/>
                </a:lnTo>
                <a:lnTo>
                  <a:pt x="933450" y="466725"/>
                </a:lnTo>
                <a:close/>
                <a:moveTo>
                  <a:pt x="466725" y="466725"/>
                </a:moveTo>
                <a:lnTo>
                  <a:pt x="476250" y="466725"/>
                </a:lnTo>
                <a:lnTo>
                  <a:pt x="476250" y="476250"/>
                </a:lnTo>
                <a:lnTo>
                  <a:pt x="466725" y="476250"/>
                </a:lnTo>
                <a:close/>
                <a:moveTo>
                  <a:pt x="476250" y="476250"/>
                </a:moveTo>
                <a:lnTo>
                  <a:pt x="485775" y="476250"/>
                </a:lnTo>
                <a:lnTo>
                  <a:pt x="485775" y="485775"/>
                </a:lnTo>
                <a:lnTo>
                  <a:pt x="476250" y="485775"/>
                </a:lnTo>
                <a:close/>
                <a:moveTo>
                  <a:pt x="485775" y="485775"/>
                </a:moveTo>
                <a:lnTo>
                  <a:pt x="495300" y="485775"/>
                </a:lnTo>
                <a:lnTo>
                  <a:pt x="495300" y="495300"/>
                </a:lnTo>
                <a:lnTo>
                  <a:pt x="485775" y="495300"/>
                </a:lnTo>
                <a:close/>
                <a:moveTo>
                  <a:pt x="533400" y="485775"/>
                </a:moveTo>
                <a:lnTo>
                  <a:pt x="542925" y="485775"/>
                </a:lnTo>
                <a:lnTo>
                  <a:pt x="542925" y="495300"/>
                </a:lnTo>
                <a:lnTo>
                  <a:pt x="533400" y="495300"/>
                </a:lnTo>
                <a:close/>
                <a:moveTo>
                  <a:pt x="228600" y="495300"/>
                </a:moveTo>
                <a:lnTo>
                  <a:pt x="238125" y="495300"/>
                </a:lnTo>
                <a:lnTo>
                  <a:pt x="238125" y="504825"/>
                </a:lnTo>
                <a:lnTo>
                  <a:pt x="228600" y="504825"/>
                </a:lnTo>
                <a:close/>
                <a:moveTo>
                  <a:pt x="257175" y="495300"/>
                </a:moveTo>
                <a:lnTo>
                  <a:pt x="266700" y="495300"/>
                </a:lnTo>
                <a:lnTo>
                  <a:pt x="266700" y="504825"/>
                </a:lnTo>
                <a:lnTo>
                  <a:pt x="257175" y="504825"/>
                </a:lnTo>
                <a:close/>
                <a:moveTo>
                  <a:pt x="523875" y="495300"/>
                </a:moveTo>
                <a:lnTo>
                  <a:pt x="533400" y="495300"/>
                </a:lnTo>
                <a:lnTo>
                  <a:pt x="533400" y="504825"/>
                </a:lnTo>
                <a:lnTo>
                  <a:pt x="523875" y="504825"/>
                </a:lnTo>
                <a:close/>
                <a:moveTo>
                  <a:pt x="504825" y="504825"/>
                </a:moveTo>
                <a:lnTo>
                  <a:pt x="523875" y="504825"/>
                </a:lnTo>
                <a:lnTo>
                  <a:pt x="523875" y="514350"/>
                </a:lnTo>
                <a:lnTo>
                  <a:pt x="504825" y="514350"/>
                </a:lnTo>
                <a:close/>
                <a:moveTo>
                  <a:pt x="228600" y="523875"/>
                </a:moveTo>
                <a:lnTo>
                  <a:pt x="238125" y="523875"/>
                </a:lnTo>
                <a:lnTo>
                  <a:pt x="238125" y="533400"/>
                </a:lnTo>
                <a:lnTo>
                  <a:pt x="228600" y="533400"/>
                </a:lnTo>
                <a:close/>
                <a:moveTo>
                  <a:pt x="295275" y="533400"/>
                </a:moveTo>
                <a:lnTo>
                  <a:pt x="304800" y="533400"/>
                </a:lnTo>
                <a:lnTo>
                  <a:pt x="304800" y="542925"/>
                </a:lnTo>
                <a:lnTo>
                  <a:pt x="295275" y="542925"/>
                </a:lnTo>
                <a:close/>
                <a:moveTo>
                  <a:pt x="285750" y="542925"/>
                </a:moveTo>
                <a:lnTo>
                  <a:pt x="295275" y="542925"/>
                </a:lnTo>
                <a:lnTo>
                  <a:pt x="295275" y="552450"/>
                </a:lnTo>
                <a:lnTo>
                  <a:pt x="285750" y="552450"/>
                </a:lnTo>
                <a:close/>
                <a:moveTo>
                  <a:pt x="276225" y="552450"/>
                </a:moveTo>
                <a:lnTo>
                  <a:pt x="285750" y="552450"/>
                </a:lnTo>
                <a:lnTo>
                  <a:pt x="285750" y="561975"/>
                </a:lnTo>
                <a:lnTo>
                  <a:pt x="276225" y="561975"/>
                </a:lnTo>
                <a:close/>
                <a:moveTo>
                  <a:pt x="266700" y="561975"/>
                </a:moveTo>
                <a:lnTo>
                  <a:pt x="276225" y="561975"/>
                </a:lnTo>
                <a:lnTo>
                  <a:pt x="276225" y="571500"/>
                </a:lnTo>
                <a:lnTo>
                  <a:pt x="266700" y="571500"/>
                </a:lnTo>
                <a:close/>
                <a:moveTo>
                  <a:pt x="257175" y="571500"/>
                </a:moveTo>
                <a:lnTo>
                  <a:pt x="266700" y="571500"/>
                </a:lnTo>
                <a:lnTo>
                  <a:pt x="266700" y="581025"/>
                </a:lnTo>
                <a:lnTo>
                  <a:pt x="257175" y="581025"/>
                </a:lnTo>
                <a:close/>
                <a:moveTo>
                  <a:pt x="247650" y="581025"/>
                </a:moveTo>
                <a:lnTo>
                  <a:pt x="257175" y="581025"/>
                </a:lnTo>
                <a:lnTo>
                  <a:pt x="257175" y="590550"/>
                </a:lnTo>
                <a:lnTo>
                  <a:pt x="247650" y="590550"/>
                </a:lnTo>
                <a:close/>
                <a:moveTo>
                  <a:pt x="561975" y="581025"/>
                </a:moveTo>
                <a:lnTo>
                  <a:pt x="571500" y="581025"/>
                </a:lnTo>
                <a:lnTo>
                  <a:pt x="571500" y="590550"/>
                </a:lnTo>
                <a:lnTo>
                  <a:pt x="561975" y="590550"/>
                </a:lnTo>
                <a:close/>
                <a:moveTo>
                  <a:pt x="238125" y="590550"/>
                </a:moveTo>
                <a:lnTo>
                  <a:pt x="247650" y="590550"/>
                </a:lnTo>
                <a:lnTo>
                  <a:pt x="247650" y="600075"/>
                </a:lnTo>
                <a:lnTo>
                  <a:pt x="238125" y="600075"/>
                </a:lnTo>
                <a:close/>
                <a:moveTo>
                  <a:pt x="552450" y="590550"/>
                </a:moveTo>
                <a:lnTo>
                  <a:pt x="561975" y="590550"/>
                </a:lnTo>
                <a:lnTo>
                  <a:pt x="561975" y="600075"/>
                </a:lnTo>
                <a:lnTo>
                  <a:pt x="552450" y="600075"/>
                </a:lnTo>
                <a:close/>
                <a:moveTo>
                  <a:pt x="228600" y="600075"/>
                </a:moveTo>
                <a:lnTo>
                  <a:pt x="238125" y="600075"/>
                </a:lnTo>
                <a:lnTo>
                  <a:pt x="238125" y="609600"/>
                </a:lnTo>
                <a:lnTo>
                  <a:pt x="228600" y="609600"/>
                </a:lnTo>
                <a:close/>
                <a:moveTo>
                  <a:pt x="219075" y="609600"/>
                </a:moveTo>
                <a:lnTo>
                  <a:pt x="228600" y="609600"/>
                </a:lnTo>
                <a:lnTo>
                  <a:pt x="228600" y="619125"/>
                </a:lnTo>
                <a:lnTo>
                  <a:pt x="219075" y="619125"/>
                </a:lnTo>
                <a:close/>
                <a:moveTo>
                  <a:pt x="209550" y="619125"/>
                </a:moveTo>
                <a:lnTo>
                  <a:pt x="219075" y="619125"/>
                </a:lnTo>
                <a:lnTo>
                  <a:pt x="219075" y="628650"/>
                </a:lnTo>
                <a:lnTo>
                  <a:pt x="209550" y="628650"/>
                </a:lnTo>
                <a:close/>
                <a:moveTo>
                  <a:pt x="200025" y="628650"/>
                </a:moveTo>
                <a:lnTo>
                  <a:pt x="209550" y="628650"/>
                </a:lnTo>
                <a:lnTo>
                  <a:pt x="209550" y="638175"/>
                </a:lnTo>
                <a:lnTo>
                  <a:pt x="200025" y="638175"/>
                </a:lnTo>
                <a:close/>
                <a:moveTo>
                  <a:pt x="190500" y="638175"/>
                </a:moveTo>
                <a:lnTo>
                  <a:pt x="200025" y="638175"/>
                </a:lnTo>
                <a:lnTo>
                  <a:pt x="200025" y="647700"/>
                </a:lnTo>
                <a:lnTo>
                  <a:pt x="190500" y="647700"/>
                </a:lnTo>
                <a:close/>
                <a:moveTo>
                  <a:pt x="180975" y="647700"/>
                </a:moveTo>
                <a:lnTo>
                  <a:pt x="190500" y="647700"/>
                </a:lnTo>
                <a:lnTo>
                  <a:pt x="190500" y="657225"/>
                </a:lnTo>
                <a:lnTo>
                  <a:pt x="180975" y="657225"/>
                </a:lnTo>
                <a:close/>
                <a:moveTo>
                  <a:pt x="314325" y="647700"/>
                </a:moveTo>
                <a:lnTo>
                  <a:pt x="323850" y="647700"/>
                </a:lnTo>
                <a:lnTo>
                  <a:pt x="323850" y="657225"/>
                </a:lnTo>
                <a:lnTo>
                  <a:pt x="314325" y="657225"/>
                </a:lnTo>
                <a:close/>
                <a:moveTo>
                  <a:pt x="171450" y="657225"/>
                </a:moveTo>
                <a:lnTo>
                  <a:pt x="180975" y="657225"/>
                </a:lnTo>
                <a:lnTo>
                  <a:pt x="180975" y="666750"/>
                </a:lnTo>
                <a:lnTo>
                  <a:pt x="171450" y="666750"/>
                </a:lnTo>
                <a:close/>
                <a:moveTo>
                  <a:pt x="304800" y="657225"/>
                </a:moveTo>
                <a:lnTo>
                  <a:pt x="314325" y="657225"/>
                </a:lnTo>
                <a:lnTo>
                  <a:pt x="314325" y="666750"/>
                </a:lnTo>
                <a:lnTo>
                  <a:pt x="304800" y="666750"/>
                </a:lnTo>
                <a:close/>
                <a:moveTo>
                  <a:pt x="161925" y="666750"/>
                </a:moveTo>
                <a:lnTo>
                  <a:pt x="171450" y="666750"/>
                </a:lnTo>
                <a:lnTo>
                  <a:pt x="171450" y="676275"/>
                </a:lnTo>
                <a:lnTo>
                  <a:pt x="161925" y="676275"/>
                </a:lnTo>
                <a:close/>
                <a:moveTo>
                  <a:pt x="295275" y="666750"/>
                </a:moveTo>
                <a:lnTo>
                  <a:pt x="304800" y="666750"/>
                </a:lnTo>
                <a:lnTo>
                  <a:pt x="304800" y="676275"/>
                </a:lnTo>
                <a:lnTo>
                  <a:pt x="295275" y="676275"/>
                </a:lnTo>
                <a:close/>
                <a:moveTo>
                  <a:pt x="152400" y="676275"/>
                </a:moveTo>
                <a:lnTo>
                  <a:pt x="161925" y="676275"/>
                </a:lnTo>
                <a:lnTo>
                  <a:pt x="161925" y="685800"/>
                </a:lnTo>
                <a:lnTo>
                  <a:pt x="152400" y="685800"/>
                </a:lnTo>
                <a:close/>
                <a:moveTo>
                  <a:pt x="285750" y="676275"/>
                </a:moveTo>
                <a:lnTo>
                  <a:pt x="295275" y="676275"/>
                </a:lnTo>
                <a:lnTo>
                  <a:pt x="295275" y="685800"/>
                </a:lnTo>
                <a:lnTo>
                  <a:pt x="285750" y="685800"/>
                </a:lnTo>
                <a:close/>
                <a:moveTo>
                  <a:pt x="142875" y="685800"/>
                </a:moveTo>
                <a:lnTo>
                  <a:pt x="152400" y="685800"/>
                </a:lnTo>
                <a:lnTo>
                  <a:pt x="152400" y="695325"/>
                </a:lnTo>
                <a:lnTo>
                  <a:pt x="142875" y="695325"/>
                </a:lnTo>
                <a:close/>
                <a:moveTo>
                  <a:pt x="276225" y="685800"/>
                </a:moveTo>
                <a:lnTo>
                  <a:pt x="285750" y="685800"/>
                </a:lnTo>
                <a:lnTo>
                  <a:pt x="285750" y="695325"/>
                </a:lnTo>
                <a:lnTo>
                  <a:pt x="276225" y="695325"/>
                </a:lnTo>
                <a:close/>
                <a:moveTo>
                  <a:pt x="133350" y="695325"/>
                </a:moveTo>
                <a:lnTo>
                  <a:pt x="142875" y="695325"/>
                </a:lnTo>
                <a:lnTo>
                  <a:pt x="142875" y="704850"/>
                </a:lnTo>
                <a:lnTo>
                  <a:pt x="133350" y="704850"/>
                </a:lnTo>
                <a:close/>
                <a:moveTo>
                  <a:pt x="266700" y="695325"/>
                </a:moveTo>
                <a:lnTo>
                  <a:pt x="276225" y="695325"/>
                </a:lnTo>
                <a:lnTo>
                  <a:pt x="276225" y="704850"/>
                </a:lnTo>
                <a:lnTo>
                  <a:pt x="266700" y="704850"/>
                </a:lnTo>
                <a:close/>
                <a:moveTo>
                  <a:pt x="123825" y="704850"/>
                </a:moveTo>
                <a:lnTo>
                  <a:pt x="133350" y="704850"/>
                </a:lnTo>
                <a:lnTo>
                  <a:pt x="133350" y="714375"/>
                </a:lnTo>
                <a:lnTo>
                  <a:pt x="123825" y="714375"/>
                </a:lnTo>
                <a:close/>
                <a:moveTo>
                  <a:pt x="257175" y="704850"/>
                </a:moveTo>
                <a:lnTo>
                  <a:pt x="266700" y="704850"/>
                </a:lnTo>
                <a:lnTo>
                  <a:pt x="266700" y="714375"/>
                </a:lnTo>
                <a:lnTo>
                  <a:pt x="257175" y="714375"/>
                </a:lnTo>
                <a:close/>
                <a:moveTo>
                  <a:pt x="114300" y="714375"/>
                </a:moveTo>
                <a:lnTo>
                  <a:pt x="123825" y="714375"/>
                </a:lnTo>
                <a:lnTo>
                  <a:pt x="123825" y="723900"/>
                </a:lnTo>
                <a:lnTo>
                  <a:pt x="114300" y="723900"/>
                </a:lnTo>
                <a:close/>
                <a:moveTo>
                  <a:pt x="247650" y="714375"/>
                </a:moveTo>
                <a:lnTo>
                  <a:pt x="257175" y="714375"/>
                </a:lnTo>
                <a:lnTo>
                  <a:pt x="257175" y="723900"/>
                </a:lnTo>
                <a:lnTo>
                  <a:pt x="247650" y="723900"/>
                </a:lnTo>
                <a:close/>
                <a:moveTo>
                  <a:pt x="104775" y="723900"/>
                </a:moveTo>
                <a:lnTo>
                  <a:pt x="114300" y="723900"/>
                </a:lnTo>
                <a:lnTo>
                  <a:pt x="114300" y="733425"/>
                </a:lnTo>
                <a:lnTo>
                  <a:pt x="104775" y="733425"/>
                </a:lnTo>
                <a:close/>
                <a:moveTo>
                  <a:pt x="238125" y="723900"/>
                </a:moveTo>
                <a:lnTo>
                  <a:pt x="247650" y="723900"/>
                </a:lnTo>
                <a:lnTo>
                  <a:pt x="247650" y="733425"/>
                </a:lnTo>
                <a:lnTo>
                  <a:pt x="238125" y="733425"/>
                </a:lnTo>
                <a:close/>
                <a:moveTo>
                  <a:pt x="533400" y="723900"/>
                </a:moveTo>
                <a:lnTo>
                  <a:pt x="552450" y="723900"/>
                </a:lnTo>
                <a:lnTo>
                  <a:pt x="552450" y="733425"/>
                </a:lnTo>
                <a:lnTo>
                  <a:pt x="533400" y="733425"/>
                </a:lnTo>
                <a:close/>
                <a:moveTo>
                  <a:pt x="95250" y="733425"/>
                </a:moveTo>
                <a:lnTo>
                  <a:pt x="104775" y="733425"/>
                </a:lnTo>
                <a:lnTo>
                  <a:pt x="104775" y="742950"/>
                </a:lnTo>
                <a:lnTo>
                  <a:pt x="95250" y="742950"/>
                </a:lnTo>
                <a:close/>
                <a:moveTo>
                  <a:pt x="228600" y="733425"/>
                </a:moveTo>
                <a:lnTo>
                  <a:pt x="238125" y="733425"/>
                </a:lnTo>
                <a:lnTo>
                  <a:pt x="238125" y="742950"/>
                </a:lnTo>
                <a:lnTo>
                  <a:pt x="228600" y="742950"/>
                </a:lnTo>
                <a:close/>
                <a:moveTo>
                  <a:pt x="85725" y="742950"/>
                </a:moveTo>
                <a:lnTo>
                  <a:pt x="95250" y="742950"/>
                </a:lnTo>
                <a:lnTo>
                  <a:pt x="95250" y="752475"/>
                </a:lnTo>
                <a:lnTo>
                  <a:pt x="85725" y="752475"/>
                </a:lnTo>
                <a:close/>
                <a:moveTo>
                  <a:pt x="219075" y="742950"/>
                </a:moveTo>
                <a:lnTo>
                  <a:pt x="228600" y="742950"/>
                </a:lnTo>
                <a:lnTo>
                  <a:pt x="228600" y="752475"/>
                </a:lnTo>
                <a:lnTo>
                  <a:pt x="219075" y="752475"/>
                </a:lnTo>
                <a:close/>
                <a:moveTo>
                  <a:pt x="76200" y="752475"/>
                </a:moveTo>
                <a:lnTo>
                  <a:pt x="85725" y="752475"/>
                </a:lnTo>
                <a:lnTo>
                  <a:pt x="85725" y="771525"/>
                </a:lnTo>
                <a:lnTo>
                  <a:pt x="76200" y="771525"/>
                </a:lnTo>
                <a:close/>
                <a:moveTo>
                  <a:pt x="209550" y="752475"/>
                </a:moveTo>
                <a:lnTo>
                  <a:pt x="219075" y="752475"/>
                </a:lnTo>
                <a:lnTo>
                  <a:pt x="219075" y="762000"/>
                </a:lnTo>
                <a:lnTo>
                  <a:pt x="209550" y="762000"/>
                </a:lnTo>
                <a:close/>
                <a:moveTo>
                  <a:pt x="85725" y="771525"/>
                </a:moveTo>
                <a:lnTo>
                  <a:pt x="95250" y="771525"/>
                </a:lnTo>
                <a:lnTo>
                  <a:pt x="95250" y="781050"/>
                </a:lnTo>
                <a:lnTo>
                  <a:pt x="85725" y="781050"/>
                </a:lnTo>
                <a:close/>
                <a:moveTo>
                  <a:pt x="95250" y="781050"/>
                </a:moveTo>
                <a:lnTo>
                  <a:pt x="104775" y="781050"/>
                </a:lnTo>
                <a:lnTo>
                  <a:pt x="104775" y="790575"/>
                </a:lnTo>
                <a:lnTo>
                  <a:pt x="95250" y="790575"/>
                </a:lnTo>
                <a:close/>
                <a:moveTo>
                  <a:pt x="104775" y="790575"/>
                </a:moveTo>
                <a:lnTo>
                  <a:pt x="114300" y="790575"/>
                </a:lnTo>
                <a:lnTo>
                  <a:pt x="114300" y="800100"/>
                </a:lnTo>
                <a:lnTo>
                  <a:pt x="104775" y="800100"/>
                </a:lnTo>
                <a:close/>
                <a:moveTo>
                  <a:pt x="114300" y="800100"/>
                </a:moveTo>
                <a:lnTo>
                  <a:pt x="123825" y="800100"/>
                </a:lnTo>
                <a:lnTo>
                  <a:pt x="123825" y="809625"/>
                </a:lnTo>
                <a:lnTo>
                  <a:pt x="114300" y="809625"/>
                </a:lnTo>
                <a:close/>
                <a:moveTo>
                  <a:pt x="123825" y="809625"/>
                </a:moveTo>
                <a:lnTo>
                  <a:pt x="133350" y="809625"/>
                </a:lnTo>
                <a:lnTo>
                  <a:pt x="133350" y="819150"/>
                </a:lnTo>
                <a:lnTo>
                  <a:pt x="123825" y="819150"/>
                </a:lnTo>
                <a:close/>
                <a:moveTo>
                  <a:pt x="142875" y="819150"/>
                </a:moveTo>
                <a:lnTo>
                  <a:pt x="152400" y="819150"/>
                </a:lnTo>
                <a:lnTo>
                  <a:pt x="152400" y="828675"/>
                </a:lnTo>
                <a:lnTo>
                  <a:pt x="142875" y="828675"/>
                </a:lnTo>
                <a:close/>
              </a:path>
            </a:pathLst>
          </a:custGeom>
          <a:solidFill xmlns:a="http://schemas.openxmlformats.org/drawingml/2006/main">
            <a:srgbClr val="425F4B"/>
          </a:solidFill>
          <a:ln xmlns:a="http://schemas.openxmlformats.org/drawingml/2006/main" w="0">
            <a:noFill/>
          </a:ln>
        </p:spPr>
      </p:sp>
      <p:sp>
        <p:nvSpPr>
          <p:cNvPr id="99" name="rocket vector #2f563f">
            <a:extLst xmlns:a="http://schemas.openxmlformats.org/drawingml/2006/main">
              <a:ext uri="{FF2B5EF4-FFF2-40B4-BE49-F238E27FC236}">
                <a16:creationId xmlns:a16="http://schemas.microsoft.com/office/drawing/2014/main" id="{C48C1FA7-A5EE-48F3-B734-86740C68E5B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5550" y="1495425"/>
            <a:ext cx="1057275" cy="866775"/>
          </a:xfrm>
          <a:custGeom xmlns:a="http://schemas.openxmlformats.org/drawingml/2006/main">
            <a:pathLst>
              <a:path w="1057275" h="866775">
                <a:moveTo>
                  <a:pt x="428625" y="190500"/>
                </a:moveTo>
                <a:lnTo>
                  <a:pt x="438150" y="190500"/>
                </a:lnTo>
                <a:lnTo>
                  <a:pt x="438150" y="200025"/>
                </a:lnTo>
                <a:lnTo>
                  <a:pt x="466725" y="200025"/>
                </a:lnTo>
                <a:lnTo>
                  <a:pt x="466725" y="209550"/>
                </a:lnTo>
                <a:lnTo>
                  <a:pt x="476250" y="209550"/>
                </a:lnTo>
                <a:lnTo>
                  <a:pt x="476250" y="228600"/>
                </a:lnTo>
                <a:lnTo>
                  <a:pt x="485775" y="228600"/>
                </a:lnTo>
                <a:lnTo>
                  <a:pt x="485775" y="238125"/>
                </a:lnTo>
                <a:lnTo>
                  <a:pt x="504825" y="238125"/>
                </a:lnTo>
                <a:lnTo>
                  <a:pt x="504825" y="228600"/>
                </a:lnTo>
                <a:lnTo>
                  <a:pt x="514350" y="228600"/>
                </a:lnTo>
                <a:lnTo>
                  <a:pt x="514350" y="238125"/>
                </a:lnTo>
                <a:lnTo>
                  <a:pt x="504825" y="238125"/>
                </a:lnTo>
                <a:lnTo>
                  <a:pt x="504825" y="257175"/>
                </a:lnTo>
                <a:lnTo>
                  <a:pt x="514350" y="257175"/>
                </a:lnTo>
                <a:lnTo>
                  <a:pt x="514350" y="285750"/>
                </a:lnTo>
                <a:lnTo>
                  <a:pt x="466725" y="285750"/>
                </a:lnTo>
                <a:lnTo>
                  <a:pt x="466725" y="276225"/>
                </a:lnTo>
                <a:lnTo>
                  <a:pt x="457200" y="276225"/>
                </a:lnTo>
                <a:lnTo>
                  <a:pt x="457200" y="266700"/>
                </a:lnTo>
                <a:lnTo>
                  <a:pt x="447675" y="266700"/>
                </a:lnTo>
                <a:lnTo>
                  <a:pt x="447675" y="257175"/>
                </a:lnTo>
                <a:lnTo>
                  <a:pt x="438150" y="257175"/>
                </a:lnTo>
                <a:lnTo>
                  <a:pt x="438150" y="247650"/>
                </a:lnTo>
                <a:lnTo>
                  <a:pt x="428625" y="247650"/>
                </a:lnTo>
                <a:lnTo>
                  <a:pt x="428625" y="238125"/>
                </a:lnTo>
                <a:lnTo>
                  <a:pt x="419100" y="238125"/>
                </a:lnTo>
                <a:lnTo>
                  <a:pt x="419100" y="247650"/>
                </a:lnTo>
                <a:lnTo>
                  <a:pt x="400050" y="247650"/>
                </a:lnTo>
                <a:lnTo>
                  <a:pt x="400050" y="266700"/>
                </a:lnTo>
                <a:lnTo>
                  <a:pt x="371475" y="266700"/>
                </a:lnTo>
                <a:lnTo>
                  <a:pt x="371475" y="257175"/>
                </a:lnTo>
                <a:lnTo>
                  <a:pt x="352425" y="257175"/>
                </a:lnTo>
                <a:lnTo>
                  <a:pt x="352425" y="247650"/>
                </a:lnTo>
                <a:lnTo>
                  <a:pt x="371475" y="247650"/>
                </a:lnTo>
                <a:lnTo>
                  <a:pt x="371475" y="228600"/>
                </a:lnTo>
                <a:lnTo>
                  <a:pt x="400050" y="228600"/>
                </a:lnTo>
                <a:lnTo>
                  <a:pt x="400050" y="219075"/>
                </a:lnTo>
                <a:lnTo>
                  <a:pt x="409575" y="219075"/>
                </a:lnTo>
                <a:lnTo>
                  <a:pt x="409575" y="209550"/>
                </a:lnTo>
                <a:lnTo>
                  <a:pt x="419100" y="209550"/>
                </a:lnTo>
                <a:lnTo>
                  <a:pt x="419100" y="200025"/>
                </a:lnTo>
                <a:lnTo>
                  <a:pt x="428625" y="200025"/>
                </a:lnTo>
                <a:close/>
                <a:moveTo>
                  <a:pt x="304800" y="238125"/>
                </a:moveTo>
                <a:lnTo>
                  <a:pt x="323850" y="238125"/>
                </a:lnTo>
                <a:lnTo>
                  <a:pt x="323850" y="247650"/>
                </a:lnTo>
                <a:lnTo>
                  <a:pt x="342900" y="247650"/>
                </a:lnTo>
                <a:lnTo>
                  <a:pt x="342900" y="257175"/>
                </a:lnTo>
                <a:lnTo>
                  <a:pt x="352425" y="257175"/>
                </a:lnTo>
                <a:lnTo>
                  <a:pt x="352425" y="266700"/>
                </a:lnTo>
                <a:lnTo>
                  <a:pt x="314325" y="266700"/>
                </a:lnTo>
                <a:lnTo>
                  <a:pt x="314325" y="257175"/>
                </a:lnTo>
                <a:lnTo>
                  <a:pt x="295275" y="257175"/>
                </a:lnTo>
                <a:lnTo>
                  <a:pt x="295275" y="247650"/>
                </a:lnTo>
                <a:lnTo>
                  <a:pt x="304800" y="247650"/>
                </a:lnTo>
                <a:close/>
                <a:moveTo>
                  <a:pt x="590550" y="257175"/>
                </a:moveTo>
                <a:lnTo>
                  <a:pt x="600075" y="257175"/>
                </a:lnTo>
                <a:lnTo>
                  <a:pt x="600075" y="266700"/>
                </a:lnTo>
                <a:lnTo>
                  <a:pt x="590550" y="266700"/>
                </a:lnTo>
                <a:close/>
                <a:moveTo>
                  <a:pt x="819150" y="257175"/>
                </a:moveTo>
                <a:lnTo>
                  <a:pt x="866775" y="257175"/>
                </a:lnTo>
                <a:lnTo>
                  <a:pt x="866775" y="266700"/>
                </a:lnTo>
                <a:lnTo>
                  <a:pt x="885825" y="266700"/>
                </a:lnTo>
                <a:lnTo>
                  <a:pt x="885825" y="276225"/>
                </a:lnTo>
                <a:lnTo>
                  <a:pt x="876300" y="276225"/>
                </a:lnTo>
                <a:lnTo>
                  <a:pt x="876300" y="285750"/>
                </a:lnTo>
                <a:lnTo>
                  <a:pt x="819150" y="285750"/>
                </a:lnTo>
                <a:lnTo>
                  <a:pt x="819150" y="276225"/>
                </a:lnTo>
                <a:lnTo>
                  <a:pt x="828675" y="276225"/>
                </a:lnTo>
                <a:lnTo>
                  <a:pt x="828675" y="266700"/>
                </a:lnTo>
                <a:lnTo>
                  <a:pt x="819150" y="266700"/>
                </a:lnTo>
                <a:close/>
                <a:moveTo>
                  <a:pt x="600075" y="276225"/>
                </a:moveTo>
                <a:lnTo>
                  <a:pt x="609600" y="276225"/>
                </a:lnTo>
                <a:lnTo>
                  <a:pt x="609600" y="304800"/>
                </a:lnTo>
                <a:lnTo>
                  <a:pt x="628650" y="304800"/>
                </a:lnTo>
                <a:lnTo>
                  <a:pt x="628650" y="295275"/>
                </a:lnTo>
                <a:lnTo>
                  <a:pt x="638175" y="295275"/>
                </a:lnTo>
                <a:lnTo>
                  <a:pt x="638175" y="304800"/>
                </a:lnTo>
                <a:lnTo>
                  <a:pt x="628650" y="304800"/>
                </a:lnTo>
                <a:lnTo>
                  <a:pt x="628650" y="314325"/>
                </a:lnTo>
                <a:lnTo>
                  <a:pt x="619125" y="314325"/>
                </a:lnTo>
                <a:lnTo>
                  <a:pt x="619125" y="323850"/>
                </a:lnTo>
                <a:lnTo>
                  <a:pt x="609600" y="323850"/>
                </a:lnTo>
                <a:lnTo>
                  <a:pt x="609600" y="333375"/>
                </a:lnTo>
                <a:lnTo>
                  <a:pt x="600075" y="333375"/>
                </a:lnTo>
                <a:lnTo>
                  <a:pt x="600075" y="323850"/>
                </a:lnTo>
                <a:lnTo>
                  <a:pt x="581025" y="323850"/>
                </a:lnTo>
                <a:lnTo>
                  <a:pt x="581025" y="314325"/>
                </a:lnTo>
                <a:lnTo>
                  <a:pt x="590550" y="314325"/>
                </a:lnTo>
                <a:lnTo>
                  <a:pt x="590550" y="295275"/>
                </a:lnTo>
                <a:lnTo>
                  <a:pt x="600075" y="295275"/>
                </a:lnTo>
                <a:close/>
                <a:moveTo>
                  <a:pt x="942975" y="295275"/>
                </a:moveTo>
                <a:lnTo>
                  <a:pt x="952500" y="295275"/>
                </a:lnTo>
                <a:lnTo>
                  <a:pt x="952500" y="323850"/>
                </a:lnTo>
                <a:lnTo>
                  <a:pt x="942975" y="323850"/>
                </a:lnTo>
                <a:lnTo>
                  <a:pt x="942975" y="333375"/>
                </a:lnTo>
                <a:lnTo>
                  <a:pt x="933450" y="333375"/>
                </a:lnTo>
                <a:lnTo>
                  <a:pt x="933450" y="304800"/>
                </a:lnTo>
                <a:lnTo>
                  <a:pt x="942975" y="304800"/>
                </a:lnTo>
                <a:close/>
                <a:moveTo>
                  <a:pt x="952500" y="323850"/>
                </a:moveTo>
                <a:lnTo>
                  <a:pt x="962025" y="323850"/>
                </a:lnTo>
                <a:lnTo>
                  <a:pt x="962025" y="342900"/>
                </a:lnTo>
                <a:lnTo>
                  <a:pt x="952500" y="342900"/>
                </a:lnTo>
                <a:close/>
                <a:moveTo>
                  <a:pt x="476250" y="333375"/>
                </a:moveTo>
                <a:lnTo>
                  <a:pt x="485775" y="333375"/>
                </a:lnTo>
                <a:lnTo>
                  <a:pt x="485775" y="342900"/>
                </a:lnTo>
                <a:lnTo>
                  <a:pt x="476250" y="342900"/>
                </a:lnTo>
                <a:close/>
                <a:moveTo>
                  <a:pt x="571500" y="342900"/>
                </a:moveTo>
                <a:lnTo>
                  <a:pt x="590550" y="342900"/>
                </a:lnTo>
                <a:lnTo>
                  <a:pt x="590550" y="352425"/>
                </a:lnTo>
                <a:lnTo>
                  <a:pt x="581025" y="352425"/>
                </a:lnTo>
                <a:lnTo>
                  <a:pt x="581025" y="361950"/>
                </a:lnTo>
                <a:lnTo>
                  <a:pt x="571500" y="361950"/>
                </a:lnTo>
                <a:lnTo>
                  <a:pt x="571500" y="371475"/>
                </a:lnTo>
                <a:lnTo>
                  <a:pt x="542925" y="371475"/>
                </a:lnTo>
                <a:lnTo>
                  <a:pt x="542925" y="361950"/>
                </a:lnTo>
                <a:lnTo>
                  <a:pt x="552450" y="361950"/>
                </a:lnTo>
                <a:lnTo>
                  <a:pt x="552450" y="352425"/>
                </a:lnTo>
                <a:lnTo>
                  <a:pt x="571500" y="352425"/>
                </a:lnTo>
                <a:close/>
                <a:moveTo>
                  <a:pt x="771525" y="400050"/>
                </a:moveTo>
                <a:lnTo>
                  <a:pt x="781050" y="400050"/>
                </a:lnTo>
                <a:lnTo>
                  <a:pt x="781050" y="409575"/>
                </a:lnTo>
                <a:lnTo>
                  <a:pt x="771525" y="409575"/>
                </a:lnTo>
                <a:close/>
                <a:moveTo>
                  <a:pt x="762000" y="409575"/>
                </a:moveTo>
                <a:lnTo>
                  <a:pt x="771525" y="409575"/>
                </a:lnTo>
                <a:lnTo>
                  <a:pt x="771525" y="419100"/>
                </a:lnTo>
                <a:lnTo>
                  <a:pt x="781050" y="419100"/>
                </a:lnTo>
                <a:lnTo>
                  <a:pt x="781050" y="409575"/>
                </a:lnTo>
                <a:lnTo>
                  <a:pt x="809625" y="409575"/>
                </a:lnTo>
                <a:lnTo>
                  <a:pt x="809625" y="419100"/>
                </a:lnTo>
                <a:lnTo>
                  <a:pt x="790575" y="419100"/>
                </a:lnTo>
                <a:lnTo>
                  <a:pt x="790575" y="428625"/>
                </a:lnTo>
                <a:lnTo>
                  <a:pt x="752475" y="428625"/>
                </a:lnTo>
                <a:lnTo>
                  <a:pt x="752475" y="438150"/>
                </a:lnTo>
                <a:lnTo>
                  <a:pt x="742950" y="438150"/>
                </a:lnTo>
                <a:lnTo>
                  <a:pt x="742950" y="419100"/>
                </a:lnTo>
                <a:lnTo>
                  <a:pt x="762000" y="419100"/>
                </a:lnTo>
                <a:close/>
                <a:moveTo>
                  <a:pt x="819150" y="409575"/>
                </a:moveTo>
                <a:lnTo>
                  <a:pt x="828675" y="409575"/>
                </a:lnTo>
                <a:lnTo>
                  <a:pt x="828675" y="419100"/>
                </a:lnTo>
                <a:lnTo>
                  <a:pt x="838200" y="419100"/>
                </a:lnTo>
                <a:lnTo>
                  <a:pt x="838200" y="409575"/>
                </a:lnTo>
                <a:lnTo>
                  <a:pt x="857250" y="409575"/>
                </a:lnTo>
                <a:lnTo>
                  <a:pt x="857250" y="419100"/>
                </a:lnTo>
                <a:lnTo>
                  <a:pt x="847725" y="419100"/>
                </a:lnTo>
                <a:lnTo>
                  <a:pt x="847725" y="428625"/>
                </a:lnTo>
                <a:lnTo>
                  <a:pt x="838200" y="428625"/>
                </a:lnTo>
                <a:lnTo>
                  <a:pt x="838200" y="447675"/>
                </a:lnTo>
                <a:lnTo>
                  <a:pt x="828675" y="447675"/>
                </a:lnTo>
                <a:lnTo>
                  <a:pt x="828675" y="457200"/>
                </a:lnTo>
                <a:lnTo>
                  <a:pt x="819150" y="457200"/>
                </a:lnTo>
                <a:lnTo>
                  <a:pt x="819150" y="447675"/>
                </a:lnTo>
                <a:lnTo>
                  <a:pt x="790575" y="447675"/>
                </a:lnTo>
                <a:lnTo>
                  <a:pt x="790575" y="428625"/>
                </a:lnTo>
                <a:lnTo>
                  <a:pt x="809625" y="428625"/>
                </a:lnTo>
                <a:lnTo>
                  <a:pt x="809625" y="419100"/>
                </a:lnTo>
                <a:lnTo>
                  <a:pt x="819150" y="419100"/>
                </a:lnTo>
                <a:close/>
                <a:moveTo>
                  <a:pt x="904875" y="409575"/>
                </a:moveTo>
                <a:lnTo>
                  <a:pt x="933450" y="409575"/>
                </a:lnTo>
                <a:lnTo>
                  <a:pt x="933450" y="428625"/>
                </a:lnTo>
                <a:lnTo>
                  <a:pt x="952500" y="428625"/>
                </a:lnTo>
                <a:lnTo>
                  <a:pt x="952500" y="438150"/>
                </a:lnTo>
                <a:lnTo>
                  <a:pt x="942975" y="438150"/>
                </a:lnTo>
                <a:lnTo>
                  <a:pt x="942975" y="457200"/>
                </a:lnTo>
                <a:lnTo>
                  <a:pt x="933450" y="457200"/>
                </a:lnTo>
                <a:lnTo>
                  <a:pt x="933450" y="447675"/>
                </a:lnTo>
                <a:lnTo>
                  <a:pt x="904875" y="447675"/>
                </a:lnTo>
                <a:lnTo>
                  <a:pt x="904875" y="438150"/>
                </a:lnTo>
                <a:lnTo>
                  <a:pt x="895350" y="438150"/>
                </a:lnTo>
                <a:lnTo>
                  <a:pt x="895350" y="419100"/>
                </a:lnTo>
                <a:lnTo>
                  <a:pt x="904875" y="419100"/>
                </a:lnTo>
                <a:close/>
                <a:moveTo>
                  <a:pt x="457200" y="571500"/>
                </a:moveTo>
                <a:lnTo>
                  <a:pt x="466725" y="571500"/>
                </a:lnTo>
                <a:lnTo>
                  <a:pt x="466725" y="581025"/>
                </a:lnTo>
                <a:lnTo>
                  <a:pt x="476250" y="581025"/>
                </a:lnTo>
                <a:lnTo>
                  <a:pt x="476250" y="600075"/>
                </a:lnTo>
                <a:lnTo>
                  <a:pt x="466725" y="600075"/>
                </a:lnTo>
                <a:lnTo>
                  <a:pt x="466725" y="619125"/>
                </a:lnTo>
                <a:lnTo>
                  <a:pt x="476250" y="619125"/>
                </a:lnTo>
                <a:lnTo>
                  <a:pt x="476250" y="638175"/>
                </a:lnTo>
                <a:lnTo>
                  <a:pt x="485775" y="638175"/>
                </a:lnTo>
                <a:lnTo>
                  <a:pt x="485775" y="657225"/>
                </a:lnTo>
                <a:lnTo>
                  <a:pt x="476250" y="657225"/>
                </a:lnTo>
                <a:lnTo>
                  <a:pt x="476250" y="647700"/>
                </a:lnTo>
                <a:lnTo>
                  <a:pt x="466725" y="647700"/>
                </a:lnTo>
                <a:lnTo>
                  <a:pt x="466725" y="638175"/>
                </a:lnTo>
                <a:lnTo>
                  <a:pt x="457200" y="638175"/>
                </a:lnTo>
                <a:lnTo>
                  <a:pt x="457200" y="628650"/>
                </a:lnTo>
                <a:lnTo>
                  <a:pt x="447675" y="628650"/>
                </a:lnTo>
                <a:lnTo>
                  <a:pt x="447675" y="619125"/>
                </a:lnTo>
                <a:lnTo>
                  <a:pt x="438150" y="619125"/>
                </a:lnTo>
                <a:lnTo>
                  <a:pt x="438150" y="600075"/>
                </a:lnTo>
                <a:lnTo>
                  <a:pt x="428625" y="600075"/>
                </a:lnTo>
                <a:lnTo>
                  <a:pt x="428625" y="590550"/>
                </a:lnTo>
                <a:lnTo>
                  <a:pt x="438150" y="590550"/>
                </a:lnTo>
                <a:lnTo>
                  <a:pt x="438150" y="581025"/>
                </a:lnTo>
                <a:lnTo>
                  <a:pt x="447675" y="581025"/>
                </a:lnTo>
                <a:lnTo>
                  <a:pt x="447675" y="590550"/>
                </a:lnTo>
                <a:lnTo>
                  <a:pt x="457200" y="590550"/>
                </a:lnTo>
                <a:close/>
                <a:moveTo>
                  <a:pt x="238125" y="600075"/>
                </a:moveTo>
                <a:lnTo>
                  <a:pt x="247650" y="600075"/>
                </a:lnTo>
                <a:lnTo>
                  <a:pt x="247650" y="638175"/>
                </a:lnTo>
                <a:lnTo>
                  <a:pt x="209550" y="638175"/>
                </a:lnTo>
                <a:lnTo>
                  <a:pt x="209550" y="628650"/>
                </a:lnTo>
                <a:lnTo>
                  <a:pt x="219075" y="628650"/>
                </a:lnTo>
                <a:lnTo>
                  <a:pt x="219075" y="619125"/>
                </a:lnTo>
                <a:lnTo>
                  <a:pt x="228600" y="619125"/>
                </a:lnTo>
                <a:lnTo>
                  <a:pt x="228600" y="609600"/>
                </a:lnTo>
                <a:lnTo>
                  <a:pt x="238125" y="609600"/>
                </a:lnTo>
                <a:close/>
                <a:moveTo>
                  <a:pt x="200025" y="638175"/>
                </a:moveTo>
                <a:lnTo>
                  <a:pt x="209550" y="638175"/>
                </a:lnTo>
                <a:lnTo>
                  <a:pt x="209550" y="647700"/>
                </a:lnTo>
                <a:lnTo>
                  <a:pt x="200025" y="647700"/>
                </a:lnTo>
                <a:close/>
                <a:moveTo>
                  <a:pt x="285750" y="638175"/>
                </a:moveTo>
                <a:lnTo>
                  <a:pt x="295275" y="638175"/>
                </a:lnTo>
                <a:lnTo>
                  <a:pt x="295275" y="647700"/>
                </a:lnTo>
                <a:lnTo>
                  <a:pt x="304800" y="647700"/>
                </a:lnTo>
                <a:lnTo>
                  <a:pt x="304800" y="666750"/>
                </a:lnTo>
                <a:lnTo>
                  <a:pt x="295275" y="666750"/>
                </a:lnTo>
                <a:lnTo>
                  <a:pt x="295275" y="676275"/>
                </a:lnTo>
                <a:lnTo>
                  <a:pt x="285750" y="676275"/>
                </a:lnTo>
                <a:lnTo>
                  <a:pt x="285750" y="685800"/>
                </a:lnTo>
                <a:lnTo>
                  <a:pt x="276225" y="685800"/>
                </a:lnTo>
                <a:lnTo>
                  <a:pt x="276225" y="695325"/>
                </a:lnTo>
                <a:lnTo>
                  <a:pt x="257175" y="695325"/>
                </a:lnTo>
                <a:lnTo>
                  <a:pt x="257175" y="676275"/>
                </a:lnTo>
                <a:lnTo>
                  <a:pt x="266700" y="676275"/>
                </a:lnTo>
                <a:lnTo>
                  <a:pt x="266700" y="666750"/>
                </a:lnTo>
                <a:lnTo>
                  <a:pt x="276225" y="666750"/>
                </a:lnTo>
                <a:lnTo>
                  <a:pt x="276225" y="647700"/>
                </a:lnTo>
                <a:lnTo>
                  <a:pt x="285750" y="647700"/>
                </a:lnTo>
                <a:close/>
              </a:path>
            </a:pathLst>
          </a:custGeom>
          <a:solidFill xmlns:a="http://schemas.openxmlformats.org/drawingml/2006/main">
            <a:srgbClr val="2F563F"/>
          </a:solidFill>
          <a:ln xmlns:a="http://schemas.openxmlformats.org/drawingml/2006/main" w="0">
            <a:noFill/>
          </a:ln>
        </p:spPr>
      </p:sp>
      <p:sp>
        <p:nvSpPr>
          <p:cNvPr id="100" name="rocket vector #2e553e">
            <a:extLst xmlns:a="http://schemas.openxmlformats.org/drawingml/2006/main">
              <a:ext uri="{FF2B5EF4-FFF2-40B4-BE49-F238E27FC236}">
                <a16:creationId xmlns:a16="http://schemas.microsoft.com/office/drawing/2014/main" id="{43C57908-FA94-4342-ABEF-1E2CB2CF258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5550" y="1495425"/>
            <a:ext cx="1057275" cy="866775"/>
          </a:xfrm>
          <a:custGeom xmlns:a="http://schemas.openxmlformats.org/drawingml/2006/main">
            <a:pathLst>
              <a:path w="1057275" h="866775">
                <a:moveTo>
                  <a:pt x="638175" y="123825"/>
                </a:moveTo>
                <a:lnTo>
                  <a:pt x="647700" y="123825"/>
                </a:lnTo>
                <a:lnTo>
                  <a:pt x="647700" y="133350"/>
                </a:lnTo>
                <a:lnTo>
                  <a:pt x="666750" y="133350"/>
                </a:lnTo>
                <a:lnTo>
                  <a:pt x="666750" y="152400"/>
                </a:lnTo>
                <a:lnTo>
                  <a:pt x="647700" y="152400"/>
                </a:lnTo>
                <a:lnTo>
                  <a:pt x="647700" y="142875"/>
                </a:lnTo>
                <a:lnTo>
                  <a:pt x="638175" y="142875"/>
                </a:lnTo>
                <a:close/>
                <a:moveTo>
                  <a:pt x="466725" y="200025"/>
                </a:moveTo>
                <a:lnTo>
                  <a:pt x="485775" y="200025"/>
                </a:lnTo>
                <a:lnTo>
                  <a:pt x="485775" y="209550"/>
                </a:lnTo>
                <a:lnTo>
                  <a:pt x="466725" y="209550"/>
                </a:lnTo>
                <a:close/>
                <a:moveTo>
                  <a:pt x="485775" y="209550"/>
                </a:moveTo>
                <a:lnTo>
                  <a:pt x="495300" y="209550"/>
                </a:lnTo>
                <a:lnTo>
                  <a:pt x="495300" y="219075"/>
                </a:lnTo>
                <a:lnTo>
                  <a:pt x="485775" y="219075"/>
                </a:lnTo>
                <a:close/>
                <a:moveTo>
                  <a:pt x="476250" y="219075"/>
                </a:moveTo>
                <a:lnTo>
                  <a:pt x="485775" y="219075"/>
                </a:lnTo>
                <a:lnTo>
                  <a:pt x="485775" y="228600"/>
                </a:lnTo>
                <a:lnTo>
                  <a:pt x="476250" y="228600"/>
                </a:lnTo>
                <a:close/>
                <a:moveTo>
                  <a:pt x="485775" y="228600"/>
                </a:moveTo>
                <a:lnTo>
                  <a:pt x="495300" y="228600"/>
                </a:lnTo>
                <a:lnTo>
                  <a:pt x="495300" y="238125"/>
                </a:lnTo>
                <a:lnTo>
                  <a:pt x="485775" y="238125"/>
                </a:lnTo>
                <a:close/>
                <a:moveTo>
                  <a:pt x="419100" y="238125"/>
                </a:moveTo>
                <a:lnTo>
                  <a:pt x="428625" y="238125"/>
                </a:lnTo>
                <a:lnTo>
                  <a:pt x="428625" y="247650"/>
                </a:lnTo>
                <a:lnTo>
                  <a:pt x="438150" y="247650"/>
                </a:lnTo>
                <a:lnTo>
                  <a:pt x="438150" y="257175"/>
                </a:lnTo>
                <a:lnTo>
                  <a:pt x="447675" y="257175"/>
                </a:lnTo>
                <a:lnTo>
                  <a:pt x="447675" y="266700"/>
                </a:lnTo>
                <a:lnTo>
                  <a:pt x="457200" y="266700"/>
                </a:lnTo>
                <a:lnTo>
                  <a:pt x="457200" y="276225"/>
                </a:lnTo>
                <a:lnTo>
                  <a:pt x="466725" y="276225"/>
                </a:lnTo>
                <a:lnTo>
                  <a:pt x="466725" y="285750"/>
                </a:lnTo>
                <a:lnTo>
                  <a:pt x="514350" y="285750"/>
                </a:lnTo>
                <a:lnTo>
                  <a:pt x="514350" y="276225"/>
                </a:lnTo>
                <a:lnTo>
                  <a:pt x="533400" y="276225"/>
                </a:lnTo>
                <a:lnTo>
                  <a:pt x="533400" y="304800"/>
                </a:lnTo>
                <a:lnTo>
                  <a:pt x="542925" y="304800"/>
                </a:lnTo>
                <a:lnTo>
                  <a:pt x="542925" y="295275"/>
                </a:lnTo>
                <a:lnTo>
                  <a:pt x="552450" y="295275"/>
                </a:lnTo>
                <a:lnTo>
                  <a:pt x="552450" y="323850"/>
                </a:lnTo>
                <a:lnTo>
                  <a:pt x="571500" y="323850"/>
                </a:lnTo>
                <a:lnTo>
                  <a:pt x="571500" y="352425"/>
                </a:lnTo>
                <a:lnTo>
                  <a:pt x="552450" y="352425"/>
                </a:lnTo>
                <a:lnTo>
                  <a:pt x="552450" y="361950"/>
                </a:lnTo>
                <a:lnTo>
                  <a:pt x="542925" y="361950"/>
                </a:lnTo>
                <a:lnTo>
                  <a:pt x="542925" y="371475"/>
                </a:lnTo>
                <a:lnTo>
                  <a:pt x="533400" y="371475"/>
                </a:lnTo>
                <a:lnTo>
                  <a:pt x="533400" y="381000"/>
                </a:lnTo>
                <a:lnTo>
                  <a:pt x="504825" y="381000"/>
                </a:lnTo>
                <a:lnTo>
                  <a:pt x="504825" y="390525"/>
                </a:lnTo>
                <a:lnTo>
                  <a:pt x="485775" y="390525"/>
                </a:lnTo>
                <a:lnTo>
                  <a:pt x="485775" y="381000"/>
                </a:lnTo>
                <a:lnTo>
                  <a:pt x="476250" y="381000"/>
                </a:lnTo>
                <a:lnTo>
                  <a:pt x="476250" y="371475"/>
                </a:lnTo>
                <a:lnTo>
                  <a:pt x="457200" y="371475"/>
                </a:lnTo>
                <a:lnTo>
                  <a:pt x="457200" y="352425"/>
                </a:lnTo>
                <a:lnTo>
                  <a:pt x="447675" y="352425"/>
                </a:lnTo>
                <a:lnTo>
                  <a:pt x="447675" y="342900"/>
                </a:lnTo>
                <a:lnTo>
                  <a:pt x="438150" y="342900"/>
                </a:lnTo>
                <a:lnTo>
                  <a:pt x="438150" y="333375"/>
                </a:lnTo>
                <a:lnTo>
                  <a:pt x="400050" y="333375"/>
                </a:lnTo>
                <a:lnTo>
                  <a:pt x="400050" y="304800"/>
                </a:lnTo>
                <a:lnTo>
                  <a:pt x="390525" y="304800"/>
                </a:lnTo>
                <a:lnTo>
                  <a:pt x="390525" y="285750"/>
                </a:lnTo>
                <a:lnTo>
                  <a:pt x="371475" y="285750"/>
                </a:lnTo>
                <a:lnTo>
                  <a:pt x="371475" y="266700"/>
                </a:lnTo>
                <a:lnTo>
                  <a:pt x="361950" y="266700"/>
                </a:lnTo>
                <a:lnTo>
                  <a:pt x="361950" y="276225"/>
                </a:lnTo>
                <a:lnTo>
                  <a:pt x="323850" y="276225"/>
                </a:lnTo>
                <a:lnTo>
                  <a:pt x="323850" y="266700"/>
                </a:lnTo>
                <a:lnTo>
                  <a:pt x="352425" y="266700"/>
                </a:lnTo>
                <a:lnTo>
                  <a:pt x="352425" y="257175"/>
                </a:lnTo>
                <a:lnTo>
                  <a:pt x="342900" y="257175"/>
                </a:lnTo>
                <a:lnTo>
                  <a:pt x="342900" y="247650"/>
                </a:lnTo>
                <a:lnTo>
                  <a:pt x="352425" y="247650"/>
                </a:lnTo>
                <a:lnTo>
                  <a:pt x="352425" y="257175"/>
                </a:lnTo>
                <a:lnTo>
                  <a:pt x="371475" y="257175"/>
                </a:lnTo>
                <a:lnTo>
                  <a:pt x="371475" y="266700"/>
                </a:lnTo>
                <a:lnTo>
                  <a:pt x="400050" y="266700"/>
                </a:lnTo>
                <a:lnTo>
                  <a:pt x="400050" y="247650"/>
                </a:lnTo>
                <a:lnTo>
                  <a:pt x="419100" y="247650"/>
                </a:lnTo>
                <a:close/>
                <a:moveTo>
                  <a:pt x="895350" y="257175"/>
                </a:moveTo>
                <a:lnTo>
                  <a:pt x="904875" y="257175"/>
                </a:lnTo>
                <a:lnTo>
                  <a:pt x="904875" y="266700"/>
                </a:lnTo>
                <a:lnTo>
                  <a:pt x="914400" y="266700"/>
                </a:lnTo>
                <a:lnTo>
                  <a:pt x="914400" y="276225"/>
                </a:lnTo>
                <a:lnTo>
                  <a:pt x="933450" y="276225"/>
                </a:lnTo>
                <a:lnTo>
                  <a:pt x="933450" y="285750"/>
                </a:lnTo>
                <a:lnTo>
                  <a:pt x="952500" y="285750"/>
                </a:lnTo>
                <a:lnTo>
                  <a:pt x="952500" y="295275"/>
                </a:lnTo>
                <a:lnTo>
                  <a:pt x="942975" y="295275"/>
                </a:lnTo>
                <a:lnTo>
                  <a:pt x="942975" y="304800"/>
                </a:lnTo>
                <a:lnTo>
                  <a:pt x="933450" y="304800"/>
                </a:lnTo>
                <a:lnTo>
                  <a:pt x="933450" y="333375"/>
                </a:lnTo>
                <a:lnTo>
                  <a:pt x="942975" y="333375"/>
                </a:lnTo>
                <a:lnTo>
                  <a:pt x="942975" y="323850"/>
                </a:lnTo>
                <a:lnTo>
                  <a:pt x="952500" y="323850"/>
                </a:lnTo>
                <a:lnTo>
                  <a:pt x="952500" y="342900"/>
                </a:lnTo>
                <a:lnTo>
                  <a:pt x="942975" y="342900"/>
                </a:lnTo>
                <a:lnTo>
                  <a:pt x="942975" y="352425"/>
                </a:lnTo>
                <a:lnTo>
                  <a:pt x="933450" y="352425"/>
                </a:lnTo>
                <a:lnTo>
                  <a:pt x="933450" y="342900"/>
                </a:lnTo>
                <a:lnTo>
                  <a:pt x="923925" y="342900"/>
                </a:lnTo>
                <a:lnTo>
                  <a:pt x="923925" y="333375"/>
                </a:lnTo>
                <a:lnTo>
                  <a:pt x="914400" y="333375"/>
                </a:lnTo>
                <a:lnTo>
                  <a:pt x="914400" y="352425"/>
                </a:lnTo>
                <a:lnTo>
                  <a:pt x="923925" y="352425"/>
                </a:lnTo>
                <a:lnTo>
                  <a:pt x="923925" y="361950"/>
                </a:lnTo>
                <a:lnTo>
                  <a:pt x="933450" y="361950"/>
                </a:lnTo>
                <a:lnTo>
                  <a:pt x="933450" y="371475"/>
                </a:lnTo>
                <a:lnTo>
                  <a:pt x="923925" y="371475"/>
                </a:lnTo>
                <a:lnTo>
                  <a:pt x="923925" y="409575"/>
                </a:lnTo>
                <a:lnTo>
                  <a:pt x="895350" y="409575"/>
                </a:lnTo>
                <a:lnTo>
                  <a:pt x="895350" y="390525"/>
                </a:lnTo>
                <a:lnTo>
                  <a:pt x="876300" y="390525"/>
                </a:lnTo>
                <a:lnTo>
                  <a:pt x="876300" y="381000"/>
                </a:lnTo>
                <a:lnTo>
                  <a:pt x="866775" y="381000"/>
                </a:lnTo>
                <a:lnTo>
                  <a:pt x="866775" y="400050"/>
                </a:lnTo>
                <a:lnTo>
                  <a:pt x="847725" y="400050"/>
                </a:lnTo>
                <a:lnTo>
                  <a:pt x="847725" y="390525"/>
                </a:lnTo>
                <a:lnTo>
                  <a:pt x="857250" y="390525"/>
                </a:lnTo>
                <a:lnTo>
                  <a:pt x="857250" y="361950"/>
                </a:lnTo>
                <a:lnTo>
                  <a:pt x="866775" y="361950"/>
                </a:lnTo>
                <a:lnTo>
                  <a:pt x="866775" y="352425"/>
                </a:lnTo>
                <a:lnTo>
                  <a:pt x="895350" y="352425"/>
                </a:lnTo>
                <a:lnTo>
                  <a:pt x="895350" y="323850"/>
                </a:lnTo>
                <a:lnTo>
                  <a:pt x="876300" y="323850"/>
                </a:lnTo>
                <a:lnTo>
                  <a:pt x="876300" y="314325"/>
                </a:lnTo>
                <a:lnTo>
                  <a:pt x="866775" y="314325"/>
                </a:lnTo>
                <a:lnTo>
                  <a:pt x="866775" y="304800"/>
                </a:lnTo>
                <a:lnTo>
                  <a:pt x="847725" y="304800"/>
                </a:lnTo>
                <a:lnTo>
                  <a:pt x="847725" y="295275"/>
                </a:lnTo>
                <a:lnTo>
                  <a:pt x="819150" y="295275"/>
                </a:lnTo>
                <a:lnTo>
                  <a:pt x="819150" y="285750"/>
                </a:lnTo>
                <a:lnTo>
                  <a:pt x="876300" y="285750"/>
                </a:lnTo>
                <a:lnTo>
                  <a:pt x="876300" y="276225"/>
                </a:lnTo>
                <a:lnTo>
                  <a:pt x="885825" y="276225"/>
                </a:lnTo>
                <a:lnTo>
                  <a:pt x="885825" y="266700"/>
                </a:lnTo>
                <a:lnTo>
                  <a:pt x="895350" y="266700"/>
                </a:lnTo>
                <a:close/>
                <a:moveTo>
                  <a:pt x="581025" y="276225"/>
                </a:moveTo>
                <a:lnTo>
                  <a:pt x="600075" y="276225"/>
                </a:lnTo>
                <a:lnTo>
                  <a:pt x="600075" y="295275"/>
                </a:lnTo>
                <a:lnTo>
                  <a:pt x="590550" y="295275"/>
                </a:lnTo>
                <a:lnTo>
                  <a:pt x="590550" y="314325"/>
                </a:lnTo>
                <a:lnTo>
                  <a:pt x="581025" y="314325"/>
                </a:lnTo>
                <a:lnTo>
                  <a:pt x="581025" y="304800"/>
                </a:lnTo>
                <a:lnTo>
                  <a:pt x="571500" y="304800"/>
                </a:lnTo>
                <a:lnTo>
                  <a:pt x="571500" y="295275"/>
                </a:lnTo>
                <a:lnTo>
                  <a:pt x="581025" y="295275"/>
                </a:lnTo>
                <a:close/>
                <a:moveTo>
                  <a:pt x="476250" y="342900"/>
                </a:moveTo>
                <a:lnTo>
                  <a:pt x="485775" y="342900"/>
                </a:lnTo>
                <a:lnTo>
                  <a:pt x="485775" y="333375"/>
                </a:lnTo>
                <a:lnTo>
                  <a:pt x="476250" y="333375"/>
                </a:lnTo>
                <a:close/>
                <a:moveTo>
                  <a:pt x="466725" y="361950"/>
                </a:moveTo>
                <a:lnTo>
                  <a:pt x="476250" y="361950"/>
                </a:lnTo>
                <a:lnTo>
                  <a:pt x="476250" y="352425"/>
                </a:lnTo>
                <a:lnTo>
                  <a:pt x="466725" y="352425"/>
                </a:lnTo>
                <a:close/>
                <a:moveTo>
                  <a:pt x="476250" y="371475"/>
                </a:moveTo>
                <a:lnTo>
                  <a:pt x="485775" y="371475"/>
                </a:lnTo>
                <a:lnTo>
                  <a:pt x="485775" y="361950"/>
                </a:lnTo>
                <a:lnTo>
                  <a:pt x="476250" y="361950"/>
                </a:lnTo>
                <a:close/>
                <a:moveTo>
                  <a:pt x="781050" y="400050"/>
                </a:moveTo>
                <a:lnTo>
                  <a:pt x="819150" y="400050"/>
                </a:lnTo>
                <a:lnTo>
                  <a:pt x="819150" y="419100"/>
                </a:lnTo>
                <a:lnTo>
                  <a:pt x="809625" y="419100"/>
                </a:lnTo>
                <a:lnTo>
                  <a:pt x="809625" y="409575"/>
                </a:lnTo>
                <a:lnTo>
                  <a:pt x="781050" y="409575"/>
                </a:lnTo>
                <a:close/>
                <a:moveTo>
                  <a:pt x="838200" y="400050"/>
                </a:moveTo>
                <a:lnTo>
                  <a:pt x="847725" y="400050"/>
                </a:lnTo>
                <a:lnTo>
                  <a:pt x="847725" y="409575"/>
                </a:lnTo>
                <a:lnTo>
                  <a:pt x="838200" y="409575"/>
                </a:lnTo>
                <a:close/>
                <a:moveTo>
                  <a:pt x="771525" y="409575"/>
                </a:moveTo>
                <a:lnTo>
                  <a:pt x="781050" y="409575"/>
                </a:lnTo>
                <a:lnTo>
                  <a:pt x="781050" y="419100"/>
                </a:lnTo>
                <a:lnTo>
                  <a:pt x="771525" y="419100"/>
                </a:lnTo>
                <a:close/>
                <a:moveTo>
                  <a:pt x="828675" y="409575"/>
                </a:moveTo>
                <a:lnTo>
                  <a:pt x="838200" y="409575"/>
                </a:lnTo>
                <a:lnTo>
                  <a:pt x="838200" y="419100"/>
                </a:lnTo>
                <a:lnTo>
                  <a:pt x="828675" y="419100"/>
                </a:lnTo>
                <a:close/>
                <a:moveTo>
                  <a:pt x="790575" y="419100"/>
                </a:moveTo>
                <a:lnTo>
                  <a:pt x="809625" y="419100"/>
                </a:lnTo>
                <a:lnTo>
                  <a:pt x="809625" y="428625"/>
                </a:lnTo>
                <a:lnTo>
                  <a:pt x="790575" y="428625"/>
                </a:lnTo>
                <a:close/>
                <a:moveTo>
                  <a:pt x="752475" y="428625"/>
                </a:moveTo>
                <a:lnTo>
                  <a:pt x="790575" y="428625"/>
                </a:lnTo>
                <a:lnTo>
                  <a:pt x="790575" y="457200"/>
                </a:lnTo>
                <a:lnTo>
                  <a:pt x="781050" y="457200"/>
                </a:lnTo>
                <a:lnTo>
                  <a:pt x="781050" y="466725"/>
                </a:lnTo>
                <a:lnTo>
                  <a:pt x="771525" y="466725"/>
                </a:lnTo>
                <a:lnTo>
                  <a:pt x="771525" y="457200"/>
                </a:lnTo>
                <a:lnTo>
                  <a:pt x="762000" y="457200"/>
                </a:lnTo>
                <a:lnTo>
                  <a:pt x="762000" y="466725"/>
                </a:lnTo>
                <a:lnTo>
                  <a:pt x="752475" y="466725"/>
                </a:lnTo>
                <a:lnTo>
                  <a:pt x="752475" y="457200"/>
                </a:lnTo>
                <a:lnTo>
                  <a:pt x="733425" y="457200"/>
                </a:lnTo>
                <a:lnTo>
                  <a:pt x="733425" y="447675"/>
                </a:lnTo>
                <a:lnTo>
                  <a:pt x="742950" y="447675"/>
                </a:lnTo>
                <a:lnTo>
                  <a:pt x="742950" y="438150"/>
                </a:lnTo>
                <a:lnTo>
                  <a:pt x="752475" y="438150"/>
                </a:lnTo>
                <a:close/>
                <a:moveTo>
                  <a:pt x="666750" y="561975"/>
                </a:moveTo>
                <a:lnTo>
                  <a:pt x="676275" y="561975"/>
                </a:lnTo>
                <a:lnTo>
                  <a:pt x="676275" y="571500"/>
                </a:lnTo>
                <a:lnTo>
                  <a:pt x="666750" y="571500"/>
                </a:lnTo>
                <a:close/>
                <a:moveTo>
                  <a:pt x="438150" y="571500"/>
                </a:moveTo>
                <a:lnTo>
                  <a:pt x="457200" y="571500"/>
                </a:lnTo>
                <a:lnTo>
                  <a:pt x="457200" y="590550"/>
                </a:lnTo>
                <a:lnTo>
                  <a:pt x="447675" y="590550"/>
                </a:lnTo>
                <a:lnTo>
                  <a:pt x="447675" y="581025"/>
                </a:lnTo>
                <a:lnTo>
                  <a:pt x="438150" y="581025"/>
                </a:lnTo>
                <a:close/>
                <a:moveTo>
                  <a:pt x="466725" y="571500"/>
                </a:moveTo>
                <a:lnTo>
                  <a:pt x="476250" y="571500"/>
                </a:lnTo>
                <a:lnTo>
                  <a:pt x="476250" y="581025"/>
                </a:lnTo>
                <a:lnTo>
                  <a:pt x="466725" y="581025"/>
                </a:lnTo>
                <a:close/>
                <a:moveTo>
                  <a:pt x="657225" y="571500"/>
                </a:moveTo>
                <a:lnTo>
                  <a:pt x="666750" y="571500"/>
                </a:lnTo>
                <a:lnTo>
                  <a:pt x="666750" y="581025"/>
                </a:lnTo>
                <a:lnTo>
                  <a:pt x="657225" y="581025"/>
                </a:lnTo>
                <a:close/>
                <a:moveTo>
                  <a:pt x="428625" y="581025"/>
                </a:moveTo>
                <a:lnTo>
                  <a:pt x="438150" y="581025"/>
                </a:lnTo>
                <a:lnTo>
                  <a:pt x="438150" y="590550"/>
                </a:lnTo>
                <a:lnTo>
                  <a:pt x="428625" y="590550"/>
                </a:lnTo>
                <a:close/>
                <a:moveTo>
                  <a:pt x="476250" y="581025"/>
                </a:moveTo>
                <a:lnTo>
                  <a:pt x="485775" y="581025"/>
                </a:lnTo>
                <a:lnTo>
                  <a:pt x="485775" y="590550"/>
                </a:lnTo>
                <a:lnTo>
                  <a:pt x="495300" y="590550"/>
                </a:lnTo>
                <a:lnTo>
                  <a:pt x="495300" y="600075"/>
                </a:lnTo>
                <a:lnTo>
                  <a:pt x="504825" y="600075"/>
                </a:lnTo>
                <a:lnTo>
                  <a:pt x="504825" y="609600"/>
                </a:lnTo>
                <a:lnTo>
                  <a:pt x="514350" y="609600"/>
                </a:lnTo>
                <a:lnTo>
                  <a:pt x="514350" y="628650"/>
                </a:lnTo>
                <a:lnTo>
                  <a:pt x="495300" y="628650"/>
                </a:lnTo>
                <a:lnTo>
                  <a:pt x="495300" y="638175"/>
                </a:lnTo>
                <a:lnTo>
                  <a:pt x="504825" y="638175"/>
                </a:lnTo>
                <a:lnTo>
                  <a:pt x="504825" y="647700"/>
                </a:lnTo>
                <a:lnTo>
                  <a:pt x="514350" y="647700"/>
                </a:lnTo>
                <a:lnTo>
                  <a:pt x="514350" y="666750"/>
                </a:lnTo>
                <a:lnTo>
                  <a:pt x="523875" y="666750"/>
                </a:lnTo>
                <a:lnTo>
                  <a:pt x="523875" y="676275"/>
                </a:lnTo>
                <a:lnTo>
                  <a:pt x="542925" y="676275"/>
                </a:lnTo>
                <a:lnTo>
                  <a:pt x="542925" y="685800"/>
                </a:lnTo>
                <a:lnTo>
                  <a:pt x="514350" y="685800"/>
                </a:lnTo>
                <a:lnTo>
                  <a:pt x="514350" y="676275"/>
                </a:lnTo>
                <a:lnTo>
                  <a:pt x="504825" y="676275"/>
                </a:lnTo>
                <a:lnTo>
                  <a:pt x="504825" y="666750"/>
                </a:lnTo>
                <a:lnTo>
                  <a:pt x="485775" y="666750"/>
                </a:lnTo>
                <a:lnTo>
                  <a:pt x="485775" y="638175"/>
                </a:lnTo>
                <a:lnTo>
                  <a:pt x="476250" y="638175"/>
                </a:lnTo>
                <a:lnTo>
                  <a:pt x="476250" y="619125"/>
                </a:lnTo>
                <a:lnTo>
                  <a:pt x="466725" y="619125"/>
                </a:lnTo>
                <a:lnTo>
                  <a:pt x="466725" y="600075"/>
                </a:lnTo>
                <a:lnTo>
                  <a:pt x="476250" y="600075"/>
                </a:lnTo>
                <a:close/>
                <a:moveTo>
                  <a:pt x="266700" y="600075"/>
                </a:moveTo>
                <a:lnTo>
                  <a:pt x="276225" y="600075"/>
                </a:lnTo>
                <a:lnTo>
                  <a:pt x="276225" y="619125"/>
                </a:lnTo>
                <a:lnTo>
                  <a:pt x="295275" y="619125"/>
                </a:lnTo>
                <a:lnTo>
                  <a:pt x="295275" y="628650"/>
                </a:lnTo>
                <a:lnTo>
                  <a:pt x="304800" y="628650"/>
                </a:lnTo>
                <a:lnTo>
                  <a:pt x="304800" y="647700"/>
                </a:lnTo>
                <a:lnTo>
                  <a:pt x="295275" y="647700"/>
                </a:lnTo>
                <a:lnTo>
                  <a:pt x="295275" y="638175"/>
                </a:lnTo>
                <a:lnTo>
                  <a:pt x="285750" y="638175"/>
                </a:lnTo>
                <a:lnTo>
                  <a:pt x="285750" y="647700"/>
                </a:lnTo>
                <a:lnTo>
                  <a:pt x="276225" y="647700"/>
                </a:lnTo>
                <a:lnTo>
                  <a:pt x="276225" y="666750"/>
                </a:lnTo>
                <a:lnTo>
                  <a:pt x="266700" y="666750"/>
                </a:lnTo>
                <a:lnTo>
                  <a:pt x="266700" y="676275"/>
                </a:lnTo>
                <a:lnTo>
                  <a:pt x="257175" y="676275"/>
                </a:lnTo>
                <a:lnTo>
                  <a:pt x="257175" y="695325"/>
                </a:lnTo>
                <a:lnTo>
                  <a:pt x="247650" y="695325"/>
                </a:lnTo>
                <a:lnTo>
                  <a:pt x="247650" y="685800"/>
                </a:lnTo>
                <a:lnTo>
                  <a:pt x="228600" y="685800"/>
                </a:lnTo>
                <a:lnTo>
                  <a:pt x="228600" y="676275"/>
                </a:lnTo>
                <a:lnTo>
                  <a:pt x="219075" y="676275"/>
                </a:lnTo>
                <a:lnTo>
                  <a:pt x="219075" y="685800"/>
                </a:lnTo>
                <a:lnTo>
                  <a:pt x="209550" y="685800"/>
                </a:lnTo>
                <a:lnTo>
                  <a:pt x="209550" y="676275"/>
                </a:lnTo>
                <a:lnTo>
                  <a:pt x="200025" y="676275"/>
                </a:lnTo>
                <a:lnTo>
                  <a:pt x="200025" y="647700"/>
                </a:lnTo>
                <a:lnTo>
                  <a:pt x="209550" y="647700"/>
                </a:lnTo>
                <a:lnTo>
                  <a:pt x="209550" y="638175"/>
                </a:lnTo>
                <a:lnTo>
                  <a:pt x="247650" y="638175"/>
                </a:lnTo>
                <a:lnTo>
                  <a:pt x="247650" y="609600"/>
                </a:lnTo>
                <a:lnTo>
                  <a:pt x="266700" y="609600"/>
                </a:lnTo>
                <a:close/>
                <a:moveTo>
                  <a:pt x="190500" y="676275"/>
                </a:moveTo>
                <a:lnTo>
                  <a:pt x="200025" y="676275"/>
                </a:lnTo>
                <a:lnTo>
                  <a:pt x="200025" y="685800"/>
                </a:lnTo>
                <a:lnTo>
                  <a:pt x="190500" y="685800"/>
                </a:lnTo>
                <a:close/>
              </a:path>
            </a:pathLst>
          </a:custGeom>
          <a:solidFill xmlns:a="http://schemas.openxmlformats.org/drawingml/2006/main">
            <a:srgbClr val="2E553E"/>
          </a:solidFill>
          <a:ln xmlns:a="http://schemas.openxmlformats.org/drawingml/2006/main" w="0">
            <a:noFill/>
          </a:ln>
        </p:spPr>
      </p:sp>
      <p:sp>
        <p:nvSpPr>
          <p:cNvPr id="101" name="rocket vector #2f543e">
            <a:extLst xmlns:a="http://schemas.openxmlformats.org/drawingml/2006/main">
              <a:ext uri="{FF2B5EF4-FFF2-40B4-BE49-F238E27FC236}">
                <a16:creationId xmlns:a16="http://schemas.microsoft.com/office/drawing/2014/main" id="{E856E987-9408-4D5A-88AF-B9A3EA659F7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5550" y="1495425"/>
            <a:ext cx="1057275" cy="866775"/>
          </a:xfrm>
          <a:custGeom xmlns:a="http://schemas.openxmlformats.org/drawingml/2006/main">
            <a:pathLst>
              <a:path w="1057275" h="866775">
                <a:moveTo>
                  <a:pt x="666750" y="133350"/>
                </a:moveTo>
                <a:lnTo>
                  <a:pt x="676275" y="133350"/>
                </a:lnTo>
                <a:lnTo>
                  <a:pt x="676275" y="142875"/>
                </a:lnTo>
                <a:lnTo>
                  <a:pt x="666750" y="142875"/>
                </a:lnTo>
                <a:close/>
                <a:moveTo>
                  <a:pt x="447675" y="190500"/>
                </a:moveTo>
                <a:lnTo>
                  <a:pt x="466725" y="190500"/>
                </a:lnTo>
                <a:lnTo>
                  <a:pt x="466725" y="200025"/>
                </a:lnTo>
                <a:lnTo>
                  <a:pt x="447675" y="200025"/>
                </a:lnTo>
                <a:close/>
                <a:moveTo>
                  <a:pt x="476250" y="209550"/>
                </a:moveTo>
                <a:lnTo>
                  <a:pt x="485775" y="209550"/>
                </a:lnTo>
                <a:lnTo>
                  <a:pt x="485775" y="219075"/>
                </a:lnTo>
                <a:lnTo>
                  <a:pt x="476250" y="219075"/>
                </a:lnTo>
                <a:close/>
                <a:moveTo>
                  <a:pt x="485775" y="219075"/>
                </a:moveTo>
                <a:lnTo>
                  <a:pt x="495300" y="219075"/>
                </a:lnTo>
                <a:lnTo>
                  <a:pt x="495300" y="228600"/>
                </a:lnTo>
                <a:lnTo>
                  <a:pt x="485775" y="228600"/>
                </a:lnTo>
                <a:close/>
                <a:moveTo>
                  <a:pt x="352425" y="238125"/>
                </a:moveTo>
                <a:lnTo>
                  <a:pt x="371475" y="238125"/>
                </a:lnTo>
                <a:lnTo>
                  <a:pt x="371475" y="247650"/>
                </a:lnTo>
                <a:lnTo>
                  <a:pt x="352425" y="247650"/>
                </a:lnTo>
                <a:close/>
                <a:moveTo>
                  <a:pt x="295275" y="257175"/>
                </a:moveTo>
                <a:lnTo>
                  <a:pt x="314325" y="257175"/>
                </a:lnTo>
                <a:lnTo>
                  <a:pt x="314325" y="266700"/>
                </a:lnTo>
                <a:lnTo>
                  <a:pt x="323850" y="266700"/>
                </a:lnTo>
                <a:lnTo>
                  <a:pt x="323850" y="276225"/>
                </a:lnTo>
                <a:lnTo>
                  <a:pt x="304800" y="276225"/>
                </a:lnTo>
                <a:lnTo>
                  <a:pt x="304800" y="266700"/>
                </a:lnTo>
                <a:lnTo>
                  <a:pt x="295275" y="266700"/>
                </a:lnTo>
                <a:close/>
                <a:moveTo>
                  <a:pt x="600075" y="257175"/>
                </a:moveTo>
                <a:lnTo>
                  <a:pt x="609600" y="257175"/>
                </a:lnTo>
                <a:lnTo>
                  <a:pt x="609600" y="266700"/>
                </a:lnTo>
                <a:lnTo>
                  <a:pt x="628650" y="266700"/>
                </a:lnTo>
                <a:lnTo>
                  <a:pt x="628650" y="276225"/>
                </a:lnTo>
                <a:lnTo>
                  <a:pt x="638175" y="276225"/>
                </a:lnTo>
                <a:lnTo>
                  <a:pt x="638175" y="295275"/>
                </a:lnTo>
                <a:lnTo>
                  <a:pt x="628650" y="295275"/>
                </a:lnTo>
                <a:lnTo>
                  <a:pt x="628650" y="304800"/>
                </a:lnTo>
                <a:lnTo>
                  <a:pt x="609600" y="304800"/>
                </a:lnTo>
                <a:lnTo>
                  <a:pt x="609600" y="276225"/>
                </a:lnTo>
                <a:lnTo>
                  <a:pt x="581025" y="276225"/>
                </a:lnTo>
                <a:lnTo>
                  <a:pt x="581025" y="266700"/>
                </a:lnTo>
                <a:lnTo>
                  <a:pt x="600075" y="266700"/>
                </a:lnTo>
                <a:close/>
                <a:moveTo>
                  <a:pt x="885825" y="257175"/>
                </a:moveTo>
                <a:lnTo>
                  <a:pt x="895350" y="257175"/>
                </a:lnTo>
                <a:lnTo>
                  <a:pt x="895350" y="266700"/>
                </a:lnTo>
                <a:lnTo>
                  <a:pt x="885825" y="266700"/>
                </a:lnTo>
                <a:close/>
                <a:moveTo>
                  <a:pt x="904875" y="257175"/>
                </a:moveTo>
                <a:lnTo>
                  <a:pt x="923925" y="257175"/>
                </a:lnTo>
                <a:lnTo>
                  <a:pt x="923925" y="266700"/>
                </a:lnTo>
                <a:lnTo>
                  <a:pt x="933450" y="266700"/>
                </a:lnTo>
                <a:lnTo>
                  <a:pt x="933450" y="276225"/>
                </a:lnTo>
                <a:lnTo>
                  <a:pt x="914400" y="276225"/>
                </a:lnTo>
                <a:lnTo>
                  <a:pt x="914400" y="266700"/>
                </a:lnTo>
                <a:lnTo>
                  <a:pt x="904875" y="266700"/>
                </a:lnTo>
                <a:close/>
                <a:moveTo>
                  <a:pt x="514350" y="266700"/>
                </a:moveTo>
                <a:lnTo>
                  <a:pt x="523875" y="266700"/>
                </a:lnTo>
                <a:lnTo>
                  <a:pt x="523875" y="276225"/>
                </a:lnTo>
                <a:lnTo>
                  <a:pt x="514350" y="276225"/>
                </a:lnTo>
                <a:close/>
                <a:moveTo>
                  <a:pt x="819150" y="266700"/>
                </a:moveTo>
                <a:lnTo>
                  <a:pt x="828675" y="266700"/>
                </a:lnTo>
                <a:lnTo>
                  <a:pt x="828675" y="276225"/>
                </a:lnTo>
                <a:lnTo>
                  <a:pt x="819150" y="276225"/>
                </a:lnTo>
                <a:close/>
                <a:moveTo>
                  <a:pt x="809625" y="276225"/>
                </a:moveTo>
                <a:lnTo>
                  <a:pt x="819150" y="276225"/>
                </a:lnTo>
                <a:lnTo>
                  <a:pt x="819150" y="285750"/>
                </a:lnTo>
                <a:lnTo>
                  <a:pt x="809625" y="285750"/>
                </a:lnTo>
                <a:close/>
                <a:moveTo>
                  <a:pt x="533400" y="285750"/>
                </a:moveTo>
                <a:lnTo>
                  <a:pt x="542925" y="285750"/>
                </a:lnTo>
                <a:lnTo>
                  <a:pt x="542925" y="304800"/>
                </a:lnTo>
                <a:lnTo>
                  <a:pt x="533400" y="304800"/>
                </a:lnTo>
                <a:close/>
                <a:moveTo>
                  <a:pt x="571500" y="285750"/>
                </a:moveTo>
                <a:lnTo>
                  <a:pt x="581025" y="285750"/>
                </a:lnTo>
                <a:lnTo>
                  <a:pt x="581025" y="295275"/>
                </a:lnTo>
                <a:lnTo>
                  <a:pt x="571500" y="295275"/>
                </a:lnTo>
                <a:close/>
                <a:moveTo>
                  <a:pt x="571500" y="314325"/>
                </a:moveTo>
                <a:lnTo>
                  <a:pt x="581025" y="314325"/>
                </a:lnTo>
                <a:lnTo>
                  <a:pt x="581025" y="323850"/>
                </a:lnTo>
                <a:lnTo>
                  <a:pt x="600075" y="323850"/>
                </a:lnTo>
                <a:lnTo>
                  <a:pt x="600075" y="333375"/>
                </a:lnTo>
                <a:lnTo>
                  <a:pt x="590550" y="333375"/>
                </a:lnTo>
                <a:lnTo>
                  <a:pt x="590550" y="342900"/>
                </a:lnTo>
                <a:lnTo>
                  <a:pt x="571500" y="342900"/>
                </a:lnTo>
                <a:close/>
                <a:moveTo>
                  <a:pt x="914400" y="333375"/>
                </a:moveTo>
                <a:lnTo>
                  <a:pt x="923925" y="333375"/>
                </a:lnTo>
                <a:lnTo>
                  <a:pt x="923925" y="342900"/>
                </a:lnTo>
                <a:lnTo>
                  <a:pt x="933450" y="342900"/>
                </a:lnTo>
                <a:lnTo>
                  <a:pt x="933450" y="361950"/>
                </a:lnTo>
                <a:lnTo>
                  <a:pt x="923925" y="361950"/>
                </a:lnTo>
                <a:lnTo>
                  <a:pt x="923925" y="352425"/>
                </a:lnTo>
                <a:lnTo>
                  <a:pt x="914400" y="352425"/>
                </a:lnTo>
                <a:close/>
                <a:moveTo>
                  <a:pt x="466725" y="352425"/>
                </a:moveTo>
                <a:lnTo>
                  <a:pt x="476250" y="352425"/>
                </a:lnTo>
                <a:lnTo>
                  <a:pt x="476250" y="361950"/>
                </a:lnTo>
                <a:lnTo>
                  <a:pt x="466725" y="361950"/>
                </a:lnTo>
                <a:close/>
                <a:moveTo>
                  <a:pt x="476250" y="361950"/>
                </a:moveTo>
                <a:lnTo>
                  <a:pt x="485775" y="361950"/>
                </a:lnTo>
                <a:lnTo>
                  <a:pt x="485775" y="371475"/>
                </a:lnTo>
                <a:lnTo>
                  <a:pt x="476250" y="371475"/>
                </a:lnTo>
                <a:close/>
                <a:moveTo>
                  <a:pt x="933450" y="361950"/>
                </a:moveTo>
                <a:lnTo>
                  <a:pt x="942975" y="361950"/>
                </a:lnTo>
                <a:lnTo>
                  <a:pt x="942975" y="371475"/>
                </a:lnTo>
                <a:lnTo>
                  <a:pt x="933450" y="371475"/>
                </a:lnTo>
                <a:close/>
                <a:moveTo>
                  <a:pt x="533400" y="371475"/>
                </a:moveTo>
                <a:lnTo>
                  <a:pt x="552450" y="371475"/>
                </a:lnTo>
                <a:lnTo>
                  <a:pt x="552450" y="381000"/>
                </a:lnTo>
                <a:lnTo>
                  <a:pt x="542925" y="381000"/>
                </a:lnTo>
                <a:lnTo>
                  <a:pt x="542925" y="390525"/>
                </a:lnTo>
                <a:lnTo>
                  <a:pt x="533400" y="390525"/>
                </a:lnTo>
                <a:close/>
                <a:moveTo>
                  <a:pt x="923925" y="371475"/>
                </a:moveTo>
                <a:lnTo>
                  <a:pt x="933450" y="371475"/>
                </a:lnTo>
                <a:lnTo>
                  <a:pt x="933450" y="381000"/>
                </a:lnTo>
                <a:lnTo>
                  <a:pt x="942975" y="381000"/>
                </a:lnTo>
                <a:lnTo>
                  <a:pt x="942975" y="400050"/>
                </a:lnTo>
                <a:lnTo>
                  <a:pt x="933450" y="400050"/>
                </a:lnTo>
                <a:lnTo>
                  <a:pt x="933450" y="409575"/>
                </a:lnTo>
                <a:lnTo>
                  <a:pt x="923925" y="409575"/>
                </a:lnTo>
                <a:close/>
                <a:moveTo>
                  <a:pt x="866775" y="381000"/>
                </a:moveTo>
                <a:lnTo>
                  <a:pt x="876300" y="381000"/>
                </a:lnTo>
                <a:lnTo>
                  <a:pt x="876300" y="390525"/>
                </a:lnTo>
                <a:lnTo>
                  <a:pt x="895350" y="390525"/>
                </a:lnTo>
                <a:lnTo>
                  <a:pt x="895350" y="409575"/>
                </a:lnTo>
                <a:lnTo>
                  <a:pt x="847725" y="409575"/>
                </a:lnTo>
                <a:lnTo>
                  <a:pt x="847725" y="400050"/>
                </a:lnTo>
                <a:lnTo>
                  <a:pt x="866775" y="400050"/>
                </a:lnTo>
                <a:close/>
                <a:moveTo>
                  <a:pt x="781050" y="390525"/>
                </a:moveTo>
                <a:lnTo>
                  <a:pt x="790575" y="390525"/>
                </a:lnTo>
                <a:lnTo>
                  <a:pt x="790575" y="400050"/>
                </a:lnTo>
                <a:lnTo>
                  <a:pt x="781050" y="400050"/>
                </a:lnTo>
                <a:close/>
                <a:moveTo>
                  <a:pt x="933450" y="419100"/>
                </a:moveTo>
                <a:lnTo>
                  <a:pt x="942975" y="419100"/>
                </a:lnTo>
                <a:lnTo>
                  <a:pt x="942975" y="428625"/>
                </a:lnTo>
                <a:lnTo>
                  <a:pt x="933450" y="428625"/>
                </a:lnTo>
                <a:close/>
                <a:moveTo>
                  <a:pt x="733425" y="428625"/>
                </a:moveTo>
                <a:lnTo>
                  <a:pt x="742950" y="428625"/>
                </a:lnTo>
                <a:lnTo>
                  <a:pt x="742950" y="447675"/>
                </a:lnTo>
                <a:lnTo>
                  <a:pt x="733425" y="447675"/>
                </a:lnTo>
                <a:close/>
                <a:moveTo>
                  <a:pt x="790575" y="447675"/>
                </a:moveTo>
                <a:lnTo>
                  <a:pt x="809625" y="447675"/>
                </a:lnTo>
                <a:lnTo>
                  <a:pt x="809625" y="457200"/>
                </a:lnTo>
                <a:lnTo>
                  <a:pt x="800100" y="457200"/>
                </a:lnTo>
                <a:lnTo>
                  <a:pt x="800100" y="466725"/>
                </a:lnTo>
                <a:lnTo>
                  <a:pt x="790575" y="466725"/>
                </a:lnTo>
                <a:lnTo>
                  <a:pt x="790575" y="476250"/>
                </a:lnTo>
                <a:lnTo>
                  <a:pt x="771525" y="476250"/>
                </a:lnTo>
                <a:lnTo>
                  <a:pt x="771525" y="466725"/>
                </a:lnTo>
                <a:lnTo>
                  <a:pt x="781050" y="466725"/>
                </a:lnTo>
                <a:lnTo>
                  <a:pt x="781050" y="457200"/>
                </a:lnTo>
                <a:lnTo>
                  <a:pt x="790575" y="457200"/>
                </a:lnTo>
                <a:close/>
                <a:moveTo>
                  <a:pt x="409575" y="561975"/>
                </a:moveTo>
                <a:lnTo>
                  <a:pt x="419100" y="561975"/>
                </a:lnTo>
                <a:lnTo>
                  <a:pt x="419100" y="571500"/>
                </a:lnTo>
                <a:lnTo>
                  <a:pt x="409575" y="571500"/>
                </a:lnTo>
                <a:close/>
                <a:moveTo>
                  <a:pt x="457200" y="561975"/>
                </a:moveTo>
                <a:lnTo>
                  <a:pt x="476250" y="561975"/>
                </a:lnTo>
                <a:lnTo>
                  <a:pt x="476250" y="571500"/>
                </a:lnTo>
                <a:lnTo>
                  <a:pt x="457200" y="571500"/>
                </a:lnTo>
                <a:close/>
                <a:moveTo>
                  <a:pt x="676275" y="561975"/>
                </a:moveTo>
                <a:lnTo>
                  <a:pt x="685800" y="561975"/>
                </a:lnTo>
                <a:lnTo>
                  <a:pt x="685800" y="571500"/>
                </a:lnTo>
                <a:lnTo>
                  <a:pt x="676275" y="571500"/>
                </a:lnTo>
                <a:close/>
                <a:moveTo>
                  <a:pt x="419100" y="571500"/>
                </a:moveTo>
                <a:lnTo>
                  <a:pt x="438150" y="571500"/>
                </a:lnTo>
                <a:lnTo>
                  <a:pt x="438150" y="581025"/>
                </a:lnTo>
                <a:lnTo>
                  <a:pt x="428625" y="581025"/>
                </a:lnTo>
                <a:lnTo>
                  <a:pt x="428625" y="590550"/>
                </a:lnTo>
                <a:lnTo>
                  <a:pt x="419100" y="590550"/>
                </a:lnTo>
                <a:close/>
                <a:moveTo>
                  <a:pt x="476250" y="571500"/>
                </a:moveTo>
                <a:lnTo>
                  <a:pt x="485775" y="571500"/>
                </a:lnTo>
                <a:lnTo>
                  <a:pt x="485775" y="581025"/>
                </a:lnTo>
                <a:lnTo>
                  <a:pt x="476250" y="581025"/>
                </a:lnTo>
                <a:close/>
                <a:moveTo>
                  <a:pt x="666750" y="571500"/>
                </a:moveTo>
                <a:lnTo>
                  <a:pt x="676275" y="571500"/>
                </a:lnTo>
                <a:lnTo>
                  <a:pt x="676275" y="581025"/>
                </a:lnTo>
                <a:lnTo>
                  <a:pt x="666750" y="581025"/>
                </a:lnTo>
                <a:close/>
                <a:moveTo>
                  <a:pt x="485775" y="581025"/>
                </a:moveTo>
                <a:lnTo>
                  <a:pt x="495300" y="581025"/>
                </a:lnTo>
                <a:lnTo>
                  <a:pt x="495300" y="590550"/>
                </a:lnTo>
                <a:lnTo>
                  <a:pt x="485775" y="590550"/>
                </a:lnTo>
                <a:close/>
                <a:moveTo>
                  <a:pt x="495300" y="590550"/>
                </a:moveTo>
                <a:lnTo>
                  <a:pt x="504825" y="590550"/>
                </a:lnTo>
                <a:lnTo>
                  <a:pt x="504825" y="600075"/>
                </a:lnTo>
                <a:lnTo>
                  <a:pt x="495300" y="600075"/>
                </a:lnTo>
                <a:close/>
                <a:moveTo>
                  <a:pt x="247650" y="600075"/>
                </a:moveTo>
                <a:lnTo>
                  <a:pt x="266700" y="600075"/>
                </a:lnTo>
                <a:lnTo>
                  <a:pt x="266700" y="609600"/>
                </a:lnTo>
                <a:lnTo>
                  <a:pt x="247650" y="609600"/>
                </a:lnTo>
                <a:close/>
                <a:moveTo>
                  <a:pt x="428625" y="600075"/>
                </a:moveTo>
                <a:lnTo>
                  <a:pt x="438150" y="600075"/>
                </a:lnTo>
                <a:lnTo>
                  <a:pt x="438150" y="609600"/>
                </a:lnTo>
                <a:lnTo>
                  <a:pt x="428625" y="609600"/>
                </a:lnTo>
                <a:close/>
                <a:moveTo>
                  <a:pt x="504825" y="600075"/>
                </a:moveTo>
                <a:lnTo>
                  <a:pt x="514350" y="600075"/>
                </a:lnTo>
                <a:lnTo>
                  <a:pt x="514350" y="609600"/>
                </a:lnTo>
                <a:lnTo>
                  <a:pt x="504825" y="609600"/>
                </a:lnTo>
                <a:close/>
                <a:moveTo>
                  <a:pt x="514350" y="609600"/>
                </a:moveTo>
                <a:lnTo>
                  <a:pt x="523875" y="609600"/>
                </a:lnTo>
                <a:lnTo>
                  <a:pt x="523875" y="619125"/>
                </a:lnTo>
                <a:lnTo>
                  <a:pt x="514350" y="619125"/>
                </a:lnTo>
                <a:close/>
                <a:moveTo>
                  <a:pt x="295275" y="619125"/>
                </a:moveTo>
                <a:lnTo>
                  <a:pt x="304800" y="619125"/>
                </a:lnTo>
                <a:lnTo>
                  <a:pt x="304800" y="628650"/>
                </a:lnTo>
                <a:lnTo>
                  <a:pt x="295275" y="628650"/>
                </a:lnTo>
                <a:close/>
                <a:moveTo>
                  <a:pt x="304800" y="628650"/>
                </a:moveTo>
                <a:lnTo>
                  <a:pt x="314325" y="628650"/>
                </a:lnTo>
                <a:lnTo>
                  <a:pt x="314325" y="647700"/>
                </a:lnTo>
                <a:lnTo>
                  <a:pt x="304800" y="647700"/>
                </a:lnTo>
                <a:close/>
                <a:moveTo>
                  <a:pt x="466725" y="647700"/>
                </a:moveTo>
                <a:lnTo>
                  <a:pt x="476250" y="647700"/>
                </a:lnTo>
                <a:lnTo>
                  <a:pt x="476250" y="657225"/>
                </a:lnTo>
                <a:lnTo>
                  <a:pt x="466725" y="657225"/>
                </a:lnTo>
                <a:close/>
                <a:moveTo>
                  <a:pt x="495300" y="666750"/>
                </a:moveTo>
                <a:lnTo>
                  <a:pt x="504825" y="666750"/>
                </a:lnTo>
                <a:lnTo>
                  <a:pt x="504825" y="676275"/>
                </a:lnTo>
                <a:lnTo>
                  <a:pt x="495300" y="676275"/>
                </a:lnTo>
                <a:close/>
                <a:moveTo>
                  <a:pt x="504825" y="676275"/>
                </a:moveTo>
                <a:lnTo>
                  <a:pt x="514350" y="676275"/>
                </a:lnTo>
                <a:lnTo>
                  <a:pt x="514350" y="685800"/>
                </a:lnTo>
                <a:lnTo>
                  <a:pt x="504825" y="685800"/>
                </a:lnTo>
                <a:close/>
                <a:moveTo>
                  <a:pt x="238125" y="685800"/>
                </a:moveTo>
                <a:lnTo>
                  <a:pt x="247650" y="685800"/>
                </a:lnTo>
                <a:lnTo>
                  <a:pt x="247650" y="695325"/>
                </a:lnTo>
                <a:lnTo>
                  <a:pt x="238125" y="695325"/>
                </a:lnTo>
                <a:close/>
                <a:moveTo>
                  <a:pt x="514350" y="685800"/>
                </a:moveTo>
                <a:lnTo>
                  <a:pt x="552450" y="685800"/>
                </a:lnTo>
                <a:lnTo>
                  <a:pt x="552450" y="695325"/>
                </a:lnTo>
                <a:lnTo>
                  <a:pt x="514350" y="695325"/>
                </a:lnTo>
                <a:close/>
              </a:path>
            </a:pathLst>
          </a:custGeom>
          <a:solidFill xmlns:a="http://schemas.openxmlformats.org/drawingml/2006/main">
            <a:srgbClr val="2F543E"/>
          </a:solidFill>
          <a:ln xmlns:a="http://schemas.openxmlformats.org/drawingml/2006/main" w="0">
            <a:noFill/>
          </a:ln>
        </p:spPr>
      </p:sp>
      <p:sp>
        <p:nvSpPr>
          <p:cNvPr id="102" name="rocket vector #30533d">
            <a:extLst xmlns:a="http://schemas.openxmlformats.org/drawingml/2006/main">
              <a:ext uri="{FF2B5EF4-FFF2-40B4-BE49-F238E27FC236}">
                <a16:creationId xmlns:a16="http://schemas.microsoft.com/office/drawing/2014/main" id="{2A3070B3-D0C1-45DE-8A45-7F0557AF7F1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5550" y="1495425"/>
            <a:ext cx="1057275" cy="866775"/>
          </a:xfrm>
          <a:custGeom xmlns:a="http://schemas.openxmlformats.org/drawingml/2006/main">
            <a:pathLst>
              <a:path w="1057275" h="866775">
                <a:moveTo>
                  <a:pt x="638175" y="104775"/>
                </a:moveTo>
                <a:lnTo>
                  <a:pt x="647700" y="104775"/>
                </a:lnTo>
                <a:lnTo>
                  <a:pt x="647700" y="114300"/>
                </a:lnTo>
                <a:lnTo>
                  <a:pt x="638175" y="114300"/>
                </a:lnTo>
                <a:close/>
                <a:moveTo>
                  <a:pt x="676275" y="133350"/>
                </a:moveTo>
                <a:lnTo>
                  <a:pt x="695325" y="133350"/>
                </a:lnTo>
                <a:lnTo>
                  <a:pt x="695325" y="152400"/>
                </a:lnTo>
                <a:lnTo>
                  <a:pt x="685800" y="152400"/>
                </a:lnTo>
                <a:lnTo>
                  <a:pt x="685800" y="161925"/>
                </a:lnTo>
                <a:lnTo>
                  <a:pt x="676275" y="161925"/>
                </a:lnTo>
                <a:lnTo>
                  <a:pt x="676275" y="152400"/>
                </a:lnTo>
                <a:lnTo>
                  <a:pt x="666750" y="152400"/>
                </a:lnTo>
                <a:lnTo>
                  <a:pt x="666750" y="142875"/>
                </a:lnTo>
                <a:lnTo>
                  <a:pt x="676275" y="142875"/>
                </a:lnTo>
                <a:close/>
                <a:moveTo>
                  <a:pt x="447675" y="171450"/>
                </a:moveTo>
                <a:lnTo>
                  <a:pt x="457200" y="171450"/>
                </a:lnTo>
                <a:lnTo>
                  <a:pt x="457200" y="180975"/>
                </a:lnTo>
                <a:lnTo>
                  <a:pt x="466725" y="180975"/>
                </a:lnTo>
                <a:lnTo>
                  <a:pt x="466725" y="190500"/>
                </a:lnTo>
                <a:lnTo>
                  <a:pt x="447675" y="190500"/>
                </a:lnTo>
                <a:lnTo>
                  <a:pt x="447675" y="200025"/>
                </a:lnTo>
                <a:lnTo>
                  <a:pt x="438150" y="200025"/>
                </a:lnTo>
                <a:lnTo>
                  <a:pt x="438150" y="180975"/>
                </a:lnTo>
                <a:lnTo>
                  <a:pt x="447675" y="180975"/>
                </a:lnTo>
                <a:close/>
                <a:moveTo>
                  <a:pt x="571500" y="171450"/>
                </a:moveTo>
                <a:lnTo>
                  <a:pt x="581025" y="171450"/>
                </a:lnTo>
                <a:lnTo>
                  <a:pt x="581025" y="180975"/>
                </a:lnTo>
                <a:lnTo>
                  <a:pt x="571500" y="180975"/>
                </a:lnTo>
                <a:close/>
                <a:moveTo>
                  <a:pt x="504825" y="209550"/>
                </a:moveTo>
                <a:lnTo>
                  <a:pt x="514350" y="209550"/>
                </a:lnTo>
                <a:lnTo>
                  <a:pt x="514350" y="228600"/>
                </a:lnTo>
                <a:lnTo>
                  <a:pt x="504825" y="228600"/>
                </a:lnTo>
                <a:lnTo>
                  <a:pt x="504825" y="238125"/>
                </a:lnTo>
                <a:lnTo>
                  <a:pt x="495300" y="238125"/>
                </a:lnTo>
                <a:lnTo>
                  <a:pt x="495300" y="219075"/>
                </a:lnTo>
                <a:lnTo>
                  <a:pt x="504825" y="219075"/>
                </a:lnTo>
                <a:close/>
                <a:moveTo>
                  <a:pt x="323850" y="228600"/>
                </a:moveTo>
                <a:lnTo>
                  <a:pt x="371475" y="228600"/>
                </a:lnTo>
                <a:lnTo>
                  <a:pt x="371475" y="238125"/>
                </a:lnTo>
                <a:lnTo>
                  <a:pt x="352425" y="238125"/>
                </a:lnTo>
                <a:lnTo>
                  <a:pt x="352425" y="247650"/>
                </a:lnTo>
                <a:lnTo>
                  <a:pt x="323850" y="247650"/>
                </a:lnTo>
                <a:close/>
                <a:moveTo>
                  <a:pt x="504825" y="238125"/>
                </a:moveTo>
                <a:lnTo>
                  <a:pt x="514350" y="238125"/>
                </a:lnTo>
                <a:lnTo>
                  <a:pt x="514350" y="247650"/>
                </a:lnTo>
                <a:lnTo>
                  <a:pt x="523875" y="247650"/>
                </a:lnTo>
                <a:lnTo>
                  <a:pt x="523875" y="257175"/>
                </a:lnTo>
                <a:lnTo>
                  <a:pt x="533400" y="257175"/>
                </a:lnTo>
                <a:lnTo>
                  <a:pt x="533400" y="266700"/>
                </a:lnTo>
                <a:lnTo>
                  <a:pt x="552450" y="266700"/>
                </a:lnTo>
                <a:lnTo>
                  <a:pt x="552450" y="285750"/>
                </a:lnTo>
                <a:lnTo>
                  <a:pt x="571500" y="285750"/>
                </a:lnTo>
                <a:lnTo>
                  <a:pt x="571500" y="266700"/>
                </a:lnTo>
                <a:lnTo>
                  <a:pt x="581025" y="266700"/>
                </a:lnTo>
                <a:lnTo>
                  <a:pt x="581025" y="285750"/>
                </a:lnTo>
                <a:lnTo>
                  <a:pt x="571500" y="285750"/>
                </a:lnTo>
                <a:lnTo>
                  <a:pt x="571500" y="295275"/>
                </a:lnTo>
                <a:lnTo>
                  <a:pt x="542925" y="295275"/>
                </a:lnTo>
                <a:lnTo>
                  <a:pt x="542925" y="285750"/>
                </a:lnTo>
                <a:lnTo>
                  <a:pt x="533400" y="285750"/>
                </a:lnTo>
                <a:lnTo>
                  <a:pt x="533400" y="276225"/>
                </a:lnTo>
                <a:lnTo>
                  <a:pt x="523875" y="276225"/>
                </a:lnTo>
                <a:lnTo>
                  <a:pt x="523875" y="266700"/>
                </a:lnTo>
                <a:lnTo>
                  <a:pt x="514350" y="266700"/>
                </a:lnTo>
                <a:lnTo>
                  <a:pt x="514350" y="257175"/>
                </a:lnTo>
                <a:lnTo>
                  <a:pt x="504825" y="257175"/>
                </a:lnTo>
                <a:close/>
                <a:moveTo>
                  <a:pt x="923925" y="238125"/>
                </a:moveTo>
                <a:lnTo>
                  <a:pt x="933450" y="238125"/>
                </a:lnTo>
                <a:lnTo>
                  <a:pt x="933450" y="247650"/>
                </a:lnTo>
                <a:lnTo>
                  <a:pt x="923925" y="247650"/>
                </a:lnTo>
                <a:close/>
                <a:moveTo>
                  <a:pt x="857250" y="247650"/>
                </a:moveTo>
                <a:lnTo>
                  <a:pt x="923925" y="247650"/>
                </a:lnTo>
                <a:lnTo>
                  <a:pt x="923925" y="257175"/>
                </a:lnTo>
                <a:lnTo>
                  <a:pt x="885825" y="257175"/>
                </a:lnTo>
                <a:lnTo>
                  <a:pt x="885825" y="266700"/>
                </a:lnTo>
                <a:lnTo>
                  <a:pt x="866775" y="266700"/>
                </a:lnTo>
                <a:lnTo>
                  <a:pt x="866775" y="257175"/>
                </a:lnTo>
                <a:lnTo>
                  <a:pt x="857250" y="257175"/>
                </a:lnTo>
                <a:close/>
                <a:moveTo>
                  <a:pt x="285750" y="257175"/>
                </a:moveTo>
                <a:lnTo>
                  <a:pt x="295275" y="257175"/>
                </a:lnTo>
                <a:lnTo>
                  <a:pt x="295275" y="266700"/>
                </a:lnTo>
                <a:lnTo>
                  <a:pt x="285750" y="266700"/>
                </a:lnTo>
                <a:close/>
                <a:moveTo>
                  <a:pt x="800100" y="257175"/>
                </a:moveTo>
                <a:lnTo>
                  <a:pt x="819150" y="257175"/>
                </a:lnTo>
                <a:lnTo>
                  <a:pt x="819150" y="276225"/>
                </a:lnTo>
                <a:lnTo>
                  <a:pt x="809625" y="276225"/>
                </a:lnTo>
                <a:lnTo>
                  <a:pt x="809625" y="285750"/>
                </a:lnTo>
                <a:lnTo>
                  <a:pt x="790575" y="285750"/>
                </a:lnTo>
                <a:lnTo>
                  <a:pt x="790575" y="276225"/>
                </a:lnTo>
                <a:lnTo>
                  <a:pt x="771525" y="276225"/>
                </a:lnTo>
                <a:lnTo>
                  <a:pt x="771525" y="266700"/>
                </a:lnTo>
                <a:lnTo>
                  <a:pt x="800100" y="266700"/>
                </a:lnTo>
                <a:close/>
                <a:moveTo>
                  <a:pt x="295275" y="266700"/>
                </a:moveTo>
                <a:lnTo>
                  <a:pt x="304800" y="266700"/>
                </a:lnTo>
                <a:lnTo>
                  <a:pt x="304800" y="276225"/>
                </a:lnTo>
                <a:lnTo>
                  <a:pt x="295275" y="276225"/>
                </a:lnTo>
                <a:close/>
                <a:moveTo>
                  <a:pt x="962025" y="276225"/>
                </a:moveTo>
                <a:lnTo>
                  <a:pt x="971550" y="276225"/>
                </a:lnTo>
                <a:lnTo>
                  <a:pt x="971550" y="323850"/>
                </a:lnTo>
                <a:lnTo>
                  <a:pt x="952500" y="323850"/>
                </a:lnTo>
                <a:lnTo>
                  <a:pt x="952500" y="285750"/>
                </a:lnTo>
                <a:lnTo>
                  <a:pt x="962025" y="285750"/>
                </a:lnTo>
                <a:close/>
                <a:moveTo>
                  <a:pt x="247650" y="295275"/>
                </a:moveTo>
                <a:lnTo>
                  <a:pt x="257175" y="295275"/>
                </a:lnTo>
                <a:lnTo>
                  <a:pt x="257175" y="304800"/>
                </a:lnTo>
                <a:lnTo>
                  <a:pt x="247650" y="304800"/>
                </a:lnTo>
                <a:close/>
                <a:moveTo>
                  <a:pt x="590550" y="333375"/>
                </a:moveTo>
                <a:lnTo>
                  <a:pt x="600075" y="333375"/>
                </a:lnTo>
                <a:lnTo>
                  <a:pt x="600075" y="342900"/>
                </a:lnTo>
                <a:lnTo>
                  <a:pt x="590550" y="342900"/>
                </a:lnTo>
                <a:close/>
                <a:moveTo>
                  <a:pt x="942975" y="342900"/>
                </a:moveTo>
                <a:lnTo>
                  <a:pt x="962025" y="342900"/>
                </a:lnTo>
                <a:lnTo>
                  <a:pt x="962025" y="361950"/>
                </a:lnTo>
                <a:lnTo>
                  <a:pt x="933450" y="361950"/>
                </a:lnTo>
                <a:lnTo>
                  <a:pt x="933450" y="352425"/>
                </a:lnTo>
                <a:lnTo>
                  <a:pt x="942975" y="352425"/>
                </a:lnTo>
                <a:close/>
                <a:moveTo>
                  <a:pt x="552450" y="371475"/>
                </a:moveTo>
                <a:lnTo>
                  <a:pt x="561975" y="371475"/>
                </a:lnTo>
                <a:lnTo>
                  <a:pt x="561975" y="390525"/>
                </a:lnTo>
                <a:lnTo>
                  <a:pt x="552450" y="390525"/>
                </a:lnTo>
                <a:close/>
                <a:moveTo>
                  <a:pt x="933450" y="371475"/>
                </a:moveTo>
                <a:lnTo>
                  <a:pt x="942975" y="371475"/>
                </a:lnTo>
                <a:lnTo>
                  <a:pt x="942975" y="381000"/>
                </a:lnTo>
                <a:lnTo>
                  <a:pt x="933450" y="381000"/>
                </a:lnTo>
                <a:close/>
                <a:moveTo>
                  <a:pt x="942975" y="381000"/>
                </a:moveTo>
                <a:lnTo>
                  <a:pt x="952500" y="381000"/>
                </a:lnTo>
                <a:lnTo>
                  <a:pt x="952500" y="428625"/>
                </a:lnTo>
                <a:lnTo>
                  <a:pt x="942975" y="428625"/>
                </a:lnTo>
                <a:lnTo>
                  <a:pt x="942975" y="419100"/>
                </a:lnTo>
                <a:lnTo>
                  <a:pt x="933450" y="419100"/>
                </a:lnTo>
                <a:lnTo>
                  <a:pt x="933450" y="400050"/>
                </a:lnTo>
                <a:lnTo>
                  <a:pt x="942975" y="400050"/>
                </a:lnTo>
                <a:close/>
                <a:moveTo>
                  <a:pt x="771525" y="390525"/>
                </a:moveTo>
                <a:lnTo>
                  <a:pt x="781050" y="390525"/>
                </a:lnTo>
                <a:lnTo>
                  <a:pt x="781050" y="400050"/>
                </a:lnTo>
                <a:lnTo>
                  <a:pt x="771525" y="400050"/>
                </a:lnTo>
                <a:close/>
                <a:moveTo>
                  <a:pt x="371475" y="400050"/>
                </a:moveTo>
                <a:lnTo>
                  <a:pt x="381000" y="400050"/>
                </a:lnTo>
                <a:lnTo>
                  <a:pt x="381000" y="409575"/>
                </a:lnTo>
                <a:lnTo>
                  <a:pt x="371475" y="409575"/>
                </a:lnTo>
                <a:close/>
                <a:moveTo>
                  <a:pt x="742950" y="400050"/>
                </a:moveTo>
                <a:lnTo>
                  <a:pt x="771525" y="400050"/>
                </a:lnTo>
                <a:lnTo>
                  <a:pt x="771525" y="409575"/>
                </a:lnTo>
                <a:lnTo>
                  <a:pt x="762000" y="409575"/>
                </a:lnTo>
                <a:lnTo>
                  <a:pt x="762000" y="419100"/>
                </a:lnTo>
                <a:lnTo>
                  <a:pt x="742950" y="419100"/>
                </a:lnTo>
                <a:lnTo>
                  <a:pt x="742950" y="428625"/>
                </a:lnTo>
                <a:lnTo>
                  <a:pt x="733425" y="428625"/>
                </a:lnTo>
                <a:lnTo>
                  <a:pt x="733425" y="457200"/>
                </a:lnTo>
                <a:lnTo>
                  <a:pt x="723900" y="457200"/>
                </a:lnTo>
                <a:lnTo>
                  <a:pt x="723900" y="447675"/>
                </a:lnTo>
                <a:lnTo>
                  <a:pt x="714375" y="447675"/>
                </a:lnTo>
                <a:lnTo>
                  <a:pt x="714375" y="428625"/>
                </a:lnTo>
                <a:lnTo>
                  <a:pt x="723900" y="428625"/>
                </a:lnTo>
                <a:lnTo>
                  <a:pt x="723900" y="419100"/>
                </a:lnTo>
                <a:lnTo>
                  <a:pt x="733425" y="419100"/>
                </a:lnTo>
                <a:lnTo>
                  <a:pt x="733425" y="409575"/>
                </a:lnTo>
                <a:lnTo>
                  <a:pt x="742950" y="409575"/>
                </a:lnTo>
                <a:close/>
                <a:moveTo>
                  <a:pt x="876300" y="409575"/>
                </a:moveTo>
                <a:lnTo>
                  <a:pt x="904875" y="409575"/>
                </a:lnTo>
                <a:lnTo>
                  <a:pt x="904875" y="419100"/>
                </a:lnTo>
                <a:lnTo>
                  <a:pt x="895350" y="419100"/>
                </a:lnTo>
                <a:lnTo>
                  <a:pt x="895350" y="428625"/>
                </a:lnTo>
                <a:lnTo>
                  <a:pt x="885825" y="428625"/>
                </a:lnTo>
                <a:lnTo>
                  <a:pt x="885825" y="419100"/>
                </a:lnTo>
                <a:lnTo>
                  <a:pt x="876300" y="419100"/>
                </a:lnTo>
                <a:close/>
                <a:moveTo>
                  <a:pt x="247650" y="466725"/>
                </a:moveTo>
                <a:lnTo>
                  <a:pt x="266700" y="466725"/>
                </a:lnTo>
                <a:lnTo>
                  <a:pt x="266700" y="495300"/>
                </a:lnTo>
                <a:lnTo>
                  <a:pt x="257175" y="495300"/>
                </a:lnTo>
                <a:lnTo>
                  <a:pt x="257175" y="476250"/>
                </a:lnTo>
                <a:lnTo>
                  <a:pt x="247650" y="476250"/>
                </a:lnTo>
                <a:close/>
                <a:moveTo>
                  <a:pt x="238125" y="476250"/>
                </a:moveTo>
                <a:lnTo>
                  <a:pt x="247650" y="476250"/>
                </a:lnTo>
                <a:lnTo>
                  <a:pt x="247650" y="495300"/>
                </a:lnTo>
                <a:lnTo>
                  <a:pt x="238125" y="495300"/>
                </a:lnTo>
                <a:close/>
                <a:moveTo>
                  <a:pt x="304800" y="523875"/>
                </a:moveTo>
                <a:lnTo>
                  <a:pt x="314325" y="523875"/>
                </a:lnTo>
                <a:lnTo>
                  <a:pt x="314325" y="533400"/>
                </a:lnTo>
                <a:lnTo>
                  <a:pt x="304800" y="533400"/>
                </a:lnTo>
                <a:close/>
                <a:moveTo>
                  <a:pt x="400050" y="571500"/>
                </a:moveTo>
                <a:lnTo>
                  <a:pt x="419100" y="571500"/>
                </a:lnTo>
                <a:lnTo>
                  <a:pt x="419100" y="590550"/>
                </a:lnTo>
                <a:lnTo>
                  <a:pt x="409575" y="590550"/>
                </a:lnTo>
                <a:lnTo>
                  <a:pt x="409575" y="581025"/>
                </a:lnTo>
                <a:lnTo>
                  <a:pt x="400050" y="581025"/>
                </a:lnTo>
                <a:close/>
                <a:moveTo>
                  <a:pt x="485775" y="571500"/>
                </a:moveTo>
                <a:lnTo>
                  <a:pt x="495300" y="571500"/>
                </a:lnTo>
                <a:lnTo>
                  <a:pt x="495300" y="581025"/>
                </a:lnTo>
                <a:lnTo>
                  <a:pt x="485775" y="581025"/>
                </a:lnTo>
                <a:close/>
                <a:moveTo>
                  <a:pt x="676275" y="571500"/>
                </a:moveTo>
                <a:lnTo>
                  <a:pt x="685800" y="571500"/>
                </a:lnTo>
                <a:lnTo>
                  <a:pt x="685800" y="581025"/>
                </a:lnTo>
                <a:lnTo>
                  <a:pt x="676275" y="581025"/>
                </a:lnTo>
                <a:close/>
                <a:moveTo>
                  <a:pt x="257175" y="581025"/>
                </a:moveTo>
                <a:lnTo>
                  <a:pt x="266700" y="581025"/>
                </a:lnTo>
                <a:lnTo>
                  <a:pt x="266700" y="590550"/>
                </a:lnTo>
                <a:lnTo>
                  <a:pt x="276225" y="590550"/>
                </a:lnTo>
                <a:lnTo>
                  <a:pt x="276225" y="600075"/>
                </a:lnTo>
                <a:lnTo>
                  <a:pt x="247650" y="600075"/>
                </a:lnTo>
                <a:lnTo>
                  <a:pt x="247650" y="590550"/>
                </a:lnTo>
                <a:lnTo>
                  <a:pt x="257175" y="590550"/>
                </a:lnTo>
                <a:close/>
                <a:moveTo>
                  <a:pt x="495300" y="581025"/>
                </a:moveTo>
                <a:lnTo>
                  <a:pt x="504825" y="581025"/>
                </a:lnTo>
                <a:lnTo>
                  <a:pt x="504825" y="590550"/>
                </a:lnTo>
                <a:lnTo>
                  <a:pt x="495300" y="590550"/>
                </a:lnTo>
                <a:close/>
                <a:moveTo>
                  <a:pt x="657225" y="581025"/>
                </a:moveTo>
                <a:lnTo>
                  <a:pt x="676275" y="581025"/>
                </a:lnTo>
                <a:lnTo>
                  <a:pt x="676275" y="590550"/>
                </a:lnTo>
                <a:lnTo>
                  <a:pt x="657225" y="590550"/>
                </a:lnTo>
                <a:close/>
                <a:moveTo>
                  <a:pt x="419100" y="590550"/>
                </a:moveTo>
                <a:lnTo>
                  <a:pt x="428625" y="590550"/>
                </a:lnTo>
                <a:lnTo>
                  <a:pt x="428625" y="600075"/>
                </a:lnTo>
                <a:lnTo>
                  <a:pt x="419100" y="600075"/>
                </a:lnTo>
                <a:close/>
                <a:moveTo>
                  <a:pt x="504825" y="590550"/>
                </a:moveTo>
                <a:lnTo>
                  <a:pt x="514350" y="590550"/>
                </a:lnTo>
                <a:lnTo>
                  <a:pt x="514350" y="600075"/>
                </a:lnTo>
                <a:lnTo>
                  <a:pt x="504825" y="600075"/>
                </a:lnTo>
                <a:close/>
                <a:moveTo>
                  <a:pt x="647700" y="590550"/>
                </a:moveTo>
                <a:lnTo>
                  <a:pt x="657225" y="590550"/>
                </a:lnTo>
                <a:lnTo>
                  <a:pt x="657225" y="600075"/>
                </a:lnTo>
                <a:lnTo>
                  <a:pt x="647700" y="600075"/>
                </a:lnTo>
                <a:close/>
                <a:moveTo>
                  <a:pt x="514350" y="600075"/>
                </a:moveTo>
                <a:lnTo>
                  <a:pt x="523875" y="600075"/>
                </a:lnTo>
                <a:lnTo>
                  <a:pt x="523875" y="609600"/>
                </a:lnTo>
                <a:lnTo>
                  <a:pt x="514350" y="609600"/>
                </a:lnTo>
                <a:close/>
                <a:moveTo>
                  <a:pt x="428625" y="609600"/>
                </a:moveTo>
                <a:lnTo>
                  <a:pt x="438150" y="609600"/>
                </a:lnTo>
                <a:lnTo>
                  <a:pt x="438150" y="619125"/>
                </a:lnTo>
                <a:lnTo>
                  <a:pt x="447675" y="619125"/>
                </a:lnTo>
                <a:lnTo>
                  <a:pt x="447675" y="628650"/>
                </a:lnTo>
                <a:lnTo>
                  <a:pt x="457200" y="628650"/>
                </a:lnTo>
                <a:lnTo>
                  <a:pt x="457200" y="638175"/>
                </a:lnTo>
                <a:lnTo>
                  <a:pt x="466725" y="638175"/>
                </a:lnTo>
                <a:lnTo>
                  <a:pt x="466725" y="657225"/>
                </a:lnTo>
                <a:lnTo>
                  <a:pt x="457200" y="657225"/>
                </a:lnTo>
                <a:lnTo>
                  <a:pt x="457200" y="647700"/>
                </a:lnTo>
                <a:lnTo>
                  <a:pt x="447675" y="647700"/>
                </a:lnTo>
                <a:lnTo>
                  <a:pt x="447675" y="638175"/>
                </a:lnTo>
                <a:lnTo>
                  <a:pt x="438150" y="638175"/>
                </a:lnTo>
                <a:lnTo>
                  <a:pt x="438150" y="628650"/>
                </a:lnTo>
                <a:lnTo>
                  <a:pt x="428625" y="628650"/>
                </a:lnTo>
                <a:close/>
                <a:moveTo>
                  <a:pt x="314325" y="628650"/>
                </a:moveTo>
                <a:lnTo>
                  <a:pt x="323850" y="628650"/>
                </a:lnTo>
                <a:lnTo>
                  <a:pt x="323850" y="647700"/>
                </a:lnTo>
                <a:lnTo>
                  <a:pt x="314325" y="647700"/>
                </a:lnTo>
                <a:close/>
                <a:moveTo>
                  <a:pt x="190500" y="647700"/>
                </a:moveTo>
                <a:lnTo>
                  <a:pt x="200025" y="647700"/>
                </a:lnTo>
                <a:lnTo>
                  <a:pt x="200025" y="676275"/>
                </a:lnTo>
                <a:lnTo>
                  <a:pt x="171450" y="676275"/>
                </a:lnTo>
                <a:lnTo>
                  <a:pt x="171450" y="666750"/>
                </a:lnTo>
                <a:lnTo>
                  <a:pt x="180975" y="666750"/>
                </a:lnTo>
                <a:lnTo>
                  <a:pt x="180975" y="657225"/>
                </a:lnTo>
                <a:lnTo>
                  <a:pt x="190500" y="657225"/>
                </a:lnTo>
                <a:close/>
                <a:moveTo>
                  <a:pt x="304800" y="647700"/>
                </a:moveTo>
                <a:lnTo>
                  <a:pt x="314325" y="647700"/>
                </a:lnTo>
                <a:lnTo>
                  <a:pt x="314325" y="657225"/>
                </a:lnTo>
                <a:lnTo>
                  <a:pt x="304800" y="657225"/>
                </a:lnTo>
                <a:close/>
                <a:moveTo>
                  <a:pt x="466725" y="657225"/>
                </a:moveTo>
                <a:lnTo>
                  <a:pt x="485775" y="657225"/>
                </a:lnTo>
                <a:lnTo>
                  <a:pt x="485775" y="666750"/>
                </a:lnTo>
                <a:lnTo>
                  <a:pt x="495300" y="666750"/>
                </a:lnTo>
                <a:lnTo>
                  <a:pt x="495300" y="685800"/>
                </a:lnTo>
                <a:lnTo>
                  <a:pt x="485775" y="685800"/>
                </a:lnTo>
                <a:lnTo>
                  <a:pt x="485775" y="676275"/>
                </a:lnTo>
                <a:lnTo>
                  <a:pt x="476250" y="676275"/>
                </a:lnTo>
                <a:lnTo>
                  <a:pt x="476250" y="666750"/>
                </a:lnTo>
                <a:lnTo>
                  <a:pt x="466725" y="666750"/>
                </a:lnTo>
                <a:close/>
                <a:moveTo>
                  <a:pt x="561975" y="676275"/>
                </a:moveTo>
                <a:lnTo>
                  <a:pt x="571500" y="676275"/>
                </a:lnTo>
                <a:lnTo>
                  <a:pt x="571500" y="695325"/>
                </a:lnTo>
                <a:lnTo>
                  <a:pt x="561975" y="695325"/>
                </a:lnTo>
                <a:lnTo>
                  <a:pt x="561975" y="704850"/>
                </a:lnTo>
                <a:lnTo>
                  <a:pt x="523875" y="704850"/>
                </a:lnTo>
                <a:lnTo>
                  <a:pt x="523875" y="695325"/>
                </a:lnTo>
                <a:lnTo>
                  <a:pt x="552450" y="695325"/>
                </a:lnTo>
                <a:lnTo>
                  <a:pt x="552450" y="685800"/>
                </a:lnTo>
                <a:lnTo>
                  <a:pt x="561975" y="685800"/>
                </a:lnTo>
                <a:close/>
                <a:moveTo>
                  <a:pt x="495300" y="685800"/>
                </a:moveTo>
                <a:lnTo>
                  <a:pt x="514350" y="685800"/>
                </a:lnTo>
                <a:lnTo>
                  <a:pt x="514350" y="695325"/>
                </a:lnTo>
                <a:lnTo>
                  <a:pt x="495300" y="695325"/>
                </a:lnTo>
                <a:close/>
                <a:moveTo>
                  <a:pt x="247650" y="695325"/>
                </a:moveTo>
                <a:lnTo>
                  <a:pt x="266700" y="695325"/>
                </a:lnTo>
                <a:lnTo>
                  <a:pt x="266700" y="704850"/>
                </a:lnTo>
                <a:lnTo>
                  <a:pt x="257175" y="704850"/>
                </a:lnTo>
                <a:lnTo>
                  <a:pt x="257175" y="714375"/>
                </a:lnTo>
                <a:lnTo>
                  <a:pt x="247650" y="714375"/>
                </a:lnTo>
                <a:close/>
                <a:moveTo>
                  <a:pt x="523875" y="714375"/>
                </a:moveTo>
                <a:lnTo>
                  <a:pt x="533400" y="714375"/>
                </a:lnTo>
                <a:lnTo>
                  <a:pt x="533400" y="723900"/>
                </a:lnTo>
                <a:lnTo>
                  <a:pt x="523875" y="723900"/>
                </a:lnTo>
                <a:close/>
                <a:moveTo>
                  <a:pt x="95250" y="742950"/>
                </a:moveTo>
                <a:lnTo>
                  <a:pt x="104775" y="742950"/>
                </a:lnTo>
                <a:lnTo>
                  <a:pt x="104775" y="752475"/>
                </a:lnTo>
                <a:lnTo>
                  <a:pt x="114300" y="752475"/>
                </a:lnTo>
                <a:lnTo>
                  <a:pt x="114300" y="762000"/>
                </a:lnTo>
                <a:lnTo>
                  <a:pt x="123825" y="762000"/>
                </a:lnTo>
                <a:lnTo>
                  <a:pt x="123825" y="771525"/>
                </a:lnTo>
                <a:lnTo>
                  <a:pt x="114300" y="771525"/>
                </a:lnTo>
                <a:lnTo>
                  <a:pt x="114300" y="790575"/>
                </a:lnTo>
                <a:lnTo>
                  <a:pt x="104775" y="790575"/>
                </a:lnTo>
                <a:lnTo>
                  <a:pt x="104775" y="781050"/>
                </a:lnTo>
                <a:lnTo>
                  <a:pt x="95250" y="781050"/>
                </a:lnTo>
                <a:lnTo>
                  <a:pt x="95250" y="771525"/>
                </a:lnTo>
                <a:lnTo>
                  <a:pt x="85725" y="771525"/>
                </a:lnTo>
                <a:lnTo>
                  <a:pt x="85725" y="752475"/>
                </a:lnTo>
                <a:lnTo>
                  <a:pt x="95250" y="752475"/>
                </a:lnTo>
                <a:close/>
                <a:moveTo>
                  <a:pt x="200025" y="762000"/>
                </a:moveTo>
                <a:lnTo>
                  <a:pt x="209550" y="762000"/>
                </a:lnTo>
                <a:lnTo>
                  <a:pt x="209550" y="771525"/>
                </a:lnTo>
                <a:lnTo>
                  <a:pt x="200025" y="771525"/>
                </a:lnTo>
                <a:close/>
              </a:path>
            </a:pathLst>
          </a:custGeom>
          <a:solidFill xmlns:a="http://schemas.openxmlformats.org/drawingml/2006/main">
            <a:srgbClr val="30533D"/>
          </a:solidFill>
          <a:ln xmlns:a="http://schemas.openxmlformats.org/drawingml/2006/main" w="0">
            <a:noFill/>
          </a:ln>
        </p:spPr>
      </p:sp>
      <p:sp>
        <p:nvSpPr>
          <p:cNvPr id="103" name="rocket vector #2c523d">
            <a:extLst xmlns:a="http://schemas.openxmlformats.org/drawingml/2006/main">
              <a:ext uri="{FF2B5EF4-FFF2-40B4-BE49-F238E27FC236}">
                <a16:creationId xmlns:a16="http://schemas.microsoft.com/office/drawing/2014/main" id="{E7A1F9FF-421C-47C9-9131-80A9D234E61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5550" y="1495425"/>
            <a:ext cx="1057275" cy="866775"/>
          </a:xfrm>
          <a:custGeom xmlns:a="http://schemas.openxmlformats.org/drawingml/2006/main">
            <a:pathLst>
              <a:path w="1057275" h="866775">
                <a:moveTo>
                  <a:pt x="609600" y="104775"/>
                </a:moveTo>
                <a:lnTo>
                  <a:pt x="638175" y="104775"/>
                </a:lnTo>
                <a:lnTo>
                  <a:pt x="638175" y="114300"/>
                </a:lnTo>
                <a:lnTo>
                  <a:pt x="647700" y="114300"/>
                </a:lnTo>
                <a:lnTo>
                  <a:pt x="647700" y="104775"/>
                </a:lnTo>
                <a:lnTo>
                  <a:pt x="666750" y="104775"/>
                </a:lnTo>
                <a:lnTo>
                  <a:pt x="666750" y="114300"/>
                </a:lnTo>
                <a:lnTo>
                  <a:pt x="676275" y="114300"/>
                </a:lnTo>
                <a:lnTo>
                  <a:pt x="676275" y="133350"/>
                </a:lnTo>
                <a:lnTo>
                  <a:pt x="647700" y="133350"/>
                </a:lnTo>
                <a:lnTo>
                  <a:pt x="647700" y="123825"/>
                </a:lnTo>
                <a:lnTo>
                  <a:pt x="638175" y="123825"/>
                </a:lnTo>
                <a:lnTo>
                  <a:pt x="638175" y="142875"/>
                </a:lnTo>
                <a:lnTo>
                  <a:pt x="647700" y="142875"/>
                </a:lnTo>
                <a:lnTo>
                  <a:pt x="647700" y="152400"/>
                </a:lnTo>
                <a:lnTo>
                  <a:pt x="600075" y="152400"/>
                </a:lnTo>
                <a:lnTo>
                  <a:pt x="600075" y="161925"/>
                </a:lnTo>
                <a:lnTo>
                  <a:pt x="590550" y="161925"/>
                </a:lnTo>
                <a:lnTo>
                  <a:pt x="590550" y="152400"/>
                </a:lnTo>
                <a:lnTo>
                  <a:pt x="561975" y="152400"/>
                </a:lnTo>
                <a:lnTo>
                  <a:pt x="561975" y="161925"/>
                </a:lnTo>
                <a:lnTo>
                  <a:pt x="571500" y="161925"/>
                </a:lnTo>
                <a:lnTo>
                  <a:pt x="571500" y="171450"/>
                </a:lnTo>
                <a:lnTo>
                  <a:pt x="552450" y="171450"/>
                </a:lnTo>
                <a:lnTo>
                  <a:pt x="552450" y="152400"/>
                </a:lnTo>
                <a:lnTo>
                  <a:pt x="542925" y="152400"/>
                </a:lnTo>
                <a:lnTo>
                  <a:pt x="542925" y="123825"/>
                </a:lnTo>
                <a:lnTo>
                  <a:pt x="581025" y="123825"/>
                </a:lnTo>
                <a:lnTo>
                  <a:pt x="581025" y="114300"/>
                </a:lnTo>
                <a:lnTo>
                  <a:pt x="590550" y="114300"/>
                </a:lnTo>
                <a:lnTo>
                  <a:pt x="590550" y="123825"/>
                </a:lnTo>
                <a:lnTo>
                  <a:pt x="600075" y="123825"/>
                </a:lnTo>
                <a:lnTo>
                  <a:pt x="600075" y="114300"/>
                </a:lnTo>
                <a:lnTo>
                  <a:pt x="609600" y="114300"/>
                </a:lnTo>
                <a:close/>
                <a:moveTo>
                  <a:pt x="590550" y="142875"/>
                </a:moveTo>
                <a:lnTo>
                  <a:pt x="600075" y="142875"/>
                </a:lnTo>
                <a:lnTo>
                  <a:pt x="600075" y="133350"/>
                </a:lnTo>
                <a:lnTo>
                  <a:pt x="590550" y="133350"/>
                </a:lnTo>
                <a:close/>
                <a:moveTo>
                  <a:pt x="647700" y="152400"/>
                </a:moveTo>
                <a:lnTo>
                  <a:pt x="676275" y="152400"/>
                </a:lnTo>
                <a:lnTo>
                  <a:pt x="676275" y="161925"/>
                </a:lnTo>
                <a:lnTo>
                  <a:pt x="647700" y="161925"/>
                </a:lnTo>
                <a:close/>
                <a:moveTo>
                  <a:pt x="466725" y="180975"/>
                </a:moveTo>
                <a:lnTo>
                  <a:pt x="476250" y="180975"/>
                </a:lnTo>
                <a:lnTo>
                  <a:pt x="476250" y="190500"/>
                </a:lnTo>
                <a:lnTo>
                  <a:pt x="485775" y="190500"/>
                </a:lnTo>
                <a:lnTo>
                  <a:pt x="485775" y="200025"/>
                </a:lnTo>
                <a:lnTo>
                  <a:pt x="466725" y="200025"/>
                </a:lnTo>
                <a:close/>
                <a:moveTo>
                  <a:pt x="485775" y="200025"/>
                </a:moveTo>
                <a:lnTo>
                  <a:pt x="495300" y="200025"/>
                </a:lnTo>
                <a:lnTo>
                  <a:pt x="495300" y="209550"/>
                </a:lnTo>
                <a:lnTo>
                  <a:pt x="485775" y="209550"/>
                </a:lnTo>
                <a:close/>
                <a:moveTo>
                  <a:pt x="495300" y="209550"/>
                </a:moveTo>
                <a:lnTo>
                  <a:pt x="504825" y="209550"/>
                </a:lnTo>
                <a:lnTo>
                  <a:pt x="504825" y="219075"/>
                </a:lnTo>
                <a:lnTo>
                  <a:pt x="495300" y="219075"/>
                </a:lnTo>
                <a:close/>
                <a:moveTo>
                  <a:pt x="609600" y="257175"/>
                </a:moveTo>
                <a:lnTo>
                  <a:pt x="619125" y="257175"/>
                </a:lnTo>
                <a:lnTo>
                  <a:pt x="619125" y="266700"/>
                </a:lnTo>
                <a:lnTo>
                  <a:pt x="609600" y="266700"/>
                </a:lnTo>
                <a:close/>
                <a:moveTo>
                  <a:pt x="361950" y="266700"/>
                </a:moveTo>
                <a:lnTo>
                  <a:pt x="371475" y="266700"/>
                </a:lnTo>
                <a:lnTo>
                  <a:pt x="371475" y="285750"/>
                </a:lnTo>
                <a:lnTo>
                  <a:pt x="390525" y="285750"/>
                </a:lnTo>
                <a:lnTo>
                  <a:pt x="390525" y="304800"/>
                </a:lnTo>
                <a:lnTo>
                  <a:pt x="400050" y="304800"/>
                </a:lnTo>
                <a:lnTo>
                  <a:pt x="400050" y="333375"/>
                </a:lnTo>
                <a:lnTo>
                  <a:pt x="438150" y="333375"/>
                </a:lnTo>
                <a:lnTo>
                  <a:pt x="438150" y="342900"/>
                </a:lnTo>
                <a:lnTo>
                  <a:pt x="447675" y="342900"/>
                </a:lnTo>
                <a:lnTo>
                  <a:pt x="447675" y="352425"/>
                </a:lnTo>
                <a:lnTo>
                  <a:pt x="457200" y="352425"/>
                </a:lnTo>
                <a:lnTo>
                  <a:pt x="457200" y="371475"/>
                </a:lnTo>
                <a:lnTo>
                  <a:pt x="476250" y="371475"/>
                </a:lnTo>
                <a:lnTo>
                  <a:pt x="476250" y="381000"/>
                </a:lnTo>
                <a:lnTo>
                  <a:pt x="485775" y="381000"/>
                </a:lnTo>
                <a:lnTo>
                  <a:pt x="485775" y="390525"/>
                </a:lnTo>
                <a:lnTo>
                  <a:pt x="504825" y="390525"/>
                </a:lnTo>
                <a:lnTo>
                  <a:pt x="504825" y="381000"/>
                </a:lnTo>
                <a:lnTo>
                  <a:pt x="533400" y="381000"/>
                </a:lnTo>
                <a:lnTo>
                  <a:pt x="533400" y="390525"/>
                </a:lnTo>
                <a:lnTo>
                  <a:pt x="514350" y="390525"/>
                </a:lnTo>
                <a:lnTo>
                  <a:pt x="514350" y="400050"/>
                </a:lnTo>
                <a:lnTo>
                  <a:pt x="504825" y="400050"/>
                </a:lnTo>
                <a:lnTo>
                  <a:pt x="504825" y="419100"/>
                </a:lnTo>
                <a:lnTo>
                  <a:pt x="476250" y="419100"/>
                </a:lnTo>
                <a:lnTo>
                  <a:pt x="476250" y="409575"/>
                </a:lnTo>
                <a:lnTo>
                  <a:pt x="466725" y="409575"/>
                </a:lnTo>
                <a:lnTo>
                  <a:pt x="466725" y="400050"/>
                </a:lnTo>
                <a:lnTo>
                  <a:pt x="457200" y="400050"/>
                </a:lnTo>
                <a:lnTo>
                  <a:pt x="457200" y="390525"/>
                </a:lnTo>
                <a:lnTo>
                  <a:pt x="438150" y="390525"/>
                </a:lnTo>
                <a:lnTo>
                  <a:pt x="438150" y="381000"/>
                </a:lnTo>
                <a:lnTo>
                  <a:pt x="419100" y="381000"/>
                </a:lnTo>
                <a:lnTo>
                  <a:pt x="419100" y="371475"/>
                </a:lnTo>
                <a:lnTo>
                  <a:pt x="400050" y="371475"/>
                </a:lnTo>
                <a:lnTo>
                  <a:pt x="400050" y="361950"/>
                </a:lnTo>
                <a:lnTo>
                  <a:pt x="390525" y="361950"/>
                </a:lnTo>
                <a:lnTo>
                  <a:pt x="390525" y="352425"/>
                </a:lnTo>
                <a:lnTo>
                  <a:pt x="381000" y="352425"/>
                </a:lnTo>
                <a:lnTo>
                  <a:pt x="381000" y="342900"/>
                </a:lnTo>
                <a:lnTo>
                  <a:pt x="371475" y="342900"/>
                </a:lnTo>
                <a:lnTo>
                  <a:pt x="371475" y="333375"/>
                </a:lnTo>
                <a:lnTo>
                  <a:pt x="361950" y="333375"/>
                </a:lnTo>
                <a:lnTo>
                  <a:pt x="361950" y="314325"/>
                </a:lnTo>
                <a:lnTo>
                  <a:pt x="371475" y="314325"/>
                </a:lnTo>
                <a:lnTo>
                  <a:pt x="371475" y="295275"/>
                </a:lnTo>
                <a:lnTo>
                  <a:pt x="314325" y="295275"/>
                </a:lnTo>
                <a:lnTo>
                  <a:pt x="314325" y="285750"/>
                </a:lnTo>
                <a:lnTo>
                  <a:pt x="304800" y="285750"/>
                </a:lnTo>
                <a:lnTo>
                  <a:pt x="304800" y="276225"/>
                </a:lnTo>
                <a:lnTo>
                  <a:pt x="361950" y="276225"/>
                </a:lnTo>
                <a:close/>
                <a:moveTo>
                  <a:pt x="933450" y="276225"/>
                </a:moveTo>
                <a:lnTo>
                  <a:pt x="962025" y="276225"/>
                </a:lnTo>
                <a:lnTo>
                  <a:pt x="962025" y="285750"/>
                </a:lnTo>
                <a:lnTo>
                  <a:pt x="933450" y="285750"/>
                </a:lnTo>
                <a:close/>
                <a:moveTo>
                  <a:pt x="790575" y="285750"/>
                </a:moveTo>
                <a:lnTo>
                  <a:pt x="819150" y="285750"/>
                </a:lnTo>
                <a:lnTo>
                  <a:pt x="819150" y="295275"/>
                </a:lnTo>
                <a:lnTo>
                  <a:pt x="790575" y="295275"/>
                </a:lnTo>
                <a:close/>
                <a:moveTo>
                  <a:pt x="552450" y="295275"/>
                </a:moveTo>
                <a:lnTo>
                  <a:pt x="571500" y="295275"/>
                </a:lnTo>
                <a:lnTo>
                  <a:pt x="571500" y="304800"/>
                </a:lnTo>
                <a:lnTo>
                  <a:pt x="581025" y="304800"/>
                </a:lnTo>
                <a:lnTo>
                  <a:pt x="581025" y="314325"/>
                </a:lnTo>
                <a:lnTo>
                  <a:pt x="571500" y="314325"/>
                </a:lnTo>
                <a:lnTo>
                  <a:pt x="571500" y="323850"/>
                </a:lnTo>
                <a:lnTo>
                  <a:pt x="552450" y="323850"/>
                </a:lnTo>
                <a:close/>
                <a:moveTo>
                  <a:pt x="819150" y="295275"/>
                </a:moveTo>
                <a:lnTo>
                  <a:pt x="847725" y="295275"/>
                </a:lnTo>
                <a:lnTo>
                  <a:pt x="847725" y="304800"/>
                </a:lnTo>
                <a:lnTo>
                  <a:pt x="866775" y="304800"/>
                </a:lnTo>
                <a:lnTo>
                  <a:pt x="866775" y="314325"/>
                </a:lnTo>
                <a:lnTo>
                  <a:pt x="876300" y="314325"/>
                </a:lnTo>
                <a:lnTo>
                  <a:pt x="876300" y="323850"/>
                </a:lnTo>
                <a:lnTo>
                  <a:pt x="895350" y="323850"/>
                </a:lnTo>
                <a:lnTo>
                  <a:pt x="895350" y="352425"/>
                </a:lnTo>
                <a:lnTo>
                  <a:pt x="866775" y="352425"/>
                </a:lnTo>
                <a:lnTo>
                  <a:pt x="866775" y="361950"/>
                </a:lnTo>
                <a:lnTo>
                  <a:pt x="857250" y="361950"/>
                </a:lnTo>
                <a:lnTo>
                  <a:pt x="857250" y="390525"/>
                </a:lnTo>
                <a:lnTo>
                  <a:pt x="847725" y="390525"/>
                </a:lnTo>
                <a:lnTo>
                  <a:pt x="847725" y="400050"/>
                </a:lnTo>
                <a:lnTo>
                  <a:pt x="838200" y="400050"/>
                </a:lnTo>
                <a:lnTo>
                  <a:pt x="838200" y="409575"/>
                </a:lnTo>
                <a:lnTo>
                  <a:pt x="819150" y="409575"/>
                </a:lnTo>
                <a:lnTo>
                  <a:pt x="819150" y="400050"/>
                </a:lnTo>
                <a:lnTo>
                  <a:pt x="790575" y="400050"/>
                </a:lnTo>
                <a:lnTo>
                  <a:pt x="790575" y="390525"/>
                </a:lnTo>
                <a:lnTo>
                  <a:pt x="819150" y="390525"/>
                </a:lnTo>
                <a:lnTo>
                  <a:pt x="819150" y="381000"/>
                </a:lnTo>
                <a:lnTo>
                  <a:pt x="828675" y="381000"/>
                </a:lnTo>
                <a:lnTo>
                  <a:pt x="828675" y="390525"/>
                </a:lnTo>
                <a:lnTo>
                  <a:pt x="838200" y="390525"/>
                </a:lnTo>
                <a:lnTo>
                  <a:pt x="838200" y="352425"/>
                </a:lnTo>
                <a:lnTo>
                  <a:pt x="847725" y="352425"/>
                </a:lnTo>
                <a:lnTo>
                  <a:pt x="847725" y="323850"/>
                </a:lnTo>
                <a:lnTo>
                  <a:pt x="838200" y="323850"/>
                </a:lnTo>
                <a:lnTo>
                  <a:pt x="838200" y="304800"/>
                </a:lnTo>
                <a:lnTo>
                  <a:pt x="819150" y="304800"/>
                </a:lnTo>
                <a:close/>
                <a:moveTo>
                  <a:pt x="733425" y="457200"/>
                </a:moveTo>
                <a:lnTo>
                  <a:pt x="752475" y="457200"/>
                </a:lnTo>
                <a:lnTo>
                  <a:pt x="752475" y="466725"/>
                </a:lnTo>
                <a:lnTo>
                  <a:pt x="733425" y="466725"/>
                </a:lnTo>
                <a:close/>
                <a:moveTo>
                  <a:pt x="762000" y="457200"/>
                </a:moveTo>
                <a:lnTo>
                  <a:pt x="771525" y="457200"/>
                </a:lnTo>
                <a:lnTo>
                  <a:pt x="771525" y="476250"/>
                </a:lnTo>
                <a:lnTo>
                  <a:pt x="752475" y="476250"/>
                </a:lnTo>
                <a:lnTo>
                  <a:pt x="752475" y="466725"/>
                </a:lnTo>
                <a:lnTo>
                  <a:pt x="762000" y="466725"/>
                </a:lnTo>
                <a:close/>
                <a:moveTo>
                  <a:pt x="771525" y="476250"/>
                </a:moveTo>
                <a:lnTo>
                  <a:pt x="781050" y="476250"/>
                </a:lnTo>
                <a:lnTo>
                  <a:pt x="781050" y="485775"/>
                </a:lnTo>
                <a:lnTo>
                  <a:pt x="771525" y="485775"/>
                </a:lnTo>
                <a:close/>
                <a:moveTo>
                  <a:pt x="704850" y="514350"/>
                </a:moveTo>
                <a:lnTo>
                  <a:pt x="723900" y="514350"/>
                </a:lnTo>
                <a:lnTo>
                  <a:pt x="723900" y="533400"/>
                </a:lnTo>
                <a:lnTo>
                  <a:pt x="714375" y="533400"/>
                </a:lnTo>
                <a:lnTo>
                  <a:pt x="714375" y="542925"/>
                </a:lnTo>
                <a:lnTo>
                  <a:pt x="704850" y="542925"/>
                </a:lnTo>
                <a:close/>
                <a:moveTo>
                  <a:pt x="657225" y="523875"/>
                </a:moveTo>
                <a:lnTo>
                  <a:pt x="666750" y="523875"/>
                </a:lnTo>
                <a:lnTo>
                  <a:pt x="666750" y="533400"/>
                </a:lnTo>
                <a:lnTo>
                  <a:pt x="676275" y="533400"/>
                </a:lnTo>
                <a:lnTo>
                  <a:pt x="676275" y="542925"/>
                </a:lnTo>
                <a:lnTo>
                  <a:pt x="695325" y="542925"/>
                </a:lnTo>
                <a:lnTo>
                  <a:pt x="695325" y="571500"/>
                </a:lnTo>
                <a:lnTo>
                  <a:pt x="685800" y="571500"/>
                </a:lnTo>
                <a:lnTo>
                  <a:pt x="685800" y="561975"/>
                </a:lnTo>
                <a:lnTo>
                  <a:pt x="666750" y="561975"/>
                </a:lnTo>
                <a:lnTo>
                  <a:pt x="666750" y="571500"/>
                </a:lnTo>
                <a:lnTo>
                  <a:pt x="657225" y="571500"/>
                </a:lnTo>
                <a:lnTo>
                  <a:pt x="657225" y="590550"/>
                </a:lnTo>
                <a:lnTo>
                  <a:pt x="647700" y="590550"/>
                </a:lnTo>
                <a:lnTo>
                  <a:pt x="647700" y="600075"/>
                </a:lnTo>
                <a:lnTo>
                  <a:pt x="638175" y="600075"/>
                </a:lnTo>
                <a:lnTo>
                  <a:pt x="638175" y="571500"/>
                </a:lnTo>
                <a:lnTo>
                  <a:pt x="619125" y="571500"/>
                </a:lnTo>
                <a:lnTo>
                  <a:pt x="619125" y="542925"/>
                </a:lnTo>
                <a:lnTo>
                  <a:pt x="628650" y="542925"/>
                </a:lnTo>
                <a:lnTo>
                  <a:pt x="628650" y="533400"/>
                </a:lnTo>
                <a:lnTo>
                  <a:pt x="657225" y="533400"/>
                </a:lnTo>
                <a:close/>
                <a:moveTo>
                  <a:pt x="428625" y="552450"/>
                </a:moveTo>
                <a:lnTo>
                  <a:pt x="466725" y="552450"/>
                </a:lnTo>
                <a:lnTo>
                  <a:pt x="466725" y="561975"/>
                </a:lnTo>
                <a:lnTo>
                  <a:pt x="457200" y="561975"/>
                </a:lnTo>
                <a:lnTo>
                  <a:pt x="457200" y="571500"/>
                </a:lnTo>
                <a:lnTo>
                  <a:pt x="419100" y="571500"/>
                </a:lnTo>
                <a:lnTo>
                  <a:pt x="419100" y="561975"/>
                </a:lnTo>
                <a:lnTo>
                  <a:pt x="428625" y="561975"/>
                </a:lnTo>
                <a:close/>
                <a:moveTo>
                  <a:pt x="400050" y="561975"/>
                </a:moveTo>
                <a:lnTo>
                  <a:pt x="409575" y="561975"/>
                </a:lnTo>
                <a:lnTo>
                  <a:pt x="409575" y="571500"/>
                </a:lnTo>
                <a:lnTo>
                  <a:pt x="400050" y="571500"/>
                </a:lnTo>
                <a:close/>
                <a:moveTo>
                  <a:pt x="276225" y="590550"/>
                </a:moveTo>
                <a:lnTo>
                  <a:pt x="285750" y="590550"/>
                </a:lnTo>
                <a:lnTo>
                  <a:pt x="285750" y="600075"/>
                </a:lnTo>
                <a:lnTo>
                  <a:pt x="295275" y="600075"/>
                </a:lnTo>
                <a:lnTo>
                  <a:pt x="295275" y="609600"/>
                </a:lnTo>
                <a:lnTo>
                  <a:pt x="304800" y="609600"/>
                </a:lnTo>
                <a:lnTo>
                  <a:pt x="304800" y="619125"/>
                </a:lnTo>
                <a:lnTo>
                  <a:pt x="276225" y="619125"/>
                </a:lnTo>
                <a:close/>
                <a:moveTo>
                  <a:pt x="523875" y="609600"/>
                </a:moveTo>
                <a:lnTo>
                  <a:pt x="533400" y="609600"/>
                </a:lnTo>
                <a:lnTo>
                  <a:pt x="533400" y="619125"/>
                </a:lnTo>
                <a:lnTo>
                  <a:pt x="552450" y="619125"/>
                </a:lnTo>
                <a:lnTo>
                  <a:pt x="552450" y="628650"/>
                </a:lnTo>
                <a:lnTo>
                  <a:pt x="561975" y="628650"/>
                </a:lnTo>
                <a:lnTo>
                  <a:pt x="561975" y="647700"/>
                </a:lnTo>
                <a:lnTo>
                  <a:pt x="552450" y="647700"/>
                </a:lnTo>
                <a:lnTo>
                  <a:pt x="552450" y="657225"/>
                </a:lnTo>
                <a:lnTo>
                  <a:pt x="581025" y="657225"/>
                </a:lnTo>
                <a:lnTo>
                  <a:pt x="581025" y="666750"/>
                </a:lnTo>
                <a:lnTo>
                  <a:pt x="571500" y="666750"/>
                </a:lnTo>
                <a:lnTo>
                  <a:pt x="571500" y="676275"/>
                </a:lnTo>
                <a:lnTo>
                  <a:pt x="561975" y="676275"/>
                </a:lnTo>
                <a:lnTo>
                  <a:pt x="561975" y="685800"/>
                </a:lnTo>
                <a:lnTo>
                  <a:pt x="542925" y="685800"/>
                </a:lnTo>
                <a:lnTo>
                  <a:pt x="542925" y="676275"/>
                </a:lnTo>
                <a:lnTo>
                  <a:pt x="523875" y="676275"/>
                </a:lnTo>
                <a:lnTo>
                  <a:pt x="523875" y="666750"/>
                </a:lnTo>
                <a:lnTo>
                  <a:pt x="514350" y="666750"/>
                </a:lnTo>
                <a:lnTo>
                  <a:pt x="514350" y="647700"/>
                </a:lnTo>
                <a:lnTo>
                  <a:pt x="504825" y="647700"/>
                </a:lnTo>
                <a:lnTo>
                  <a:pt x="504825" y="638175"/>
                </a:lnTo>
                <a:lnTo>
                  <a:pt x="495300" y="638175"/>
                </a:lnTo>
                <a:lnTo>
                  <a:pt x="495300" y="628650"/>
                </a:lnTo>
                <a:lnTo>
                  <a:pt x="514350" y="628650"/>
                </a:lnTo>
                <a:lnTo>
                  <a:pt x="514350" y="619125"/>
                </a:lnTo>
                <a:lnTo>
                  <a:pt x="523875" y="619125"/>
                </a:lnTo>
                <a:close/>
                <a:moveTo>
                  <a:pt x="304800" y="619125"/>
                </a:moveTo>
                <a:lnTo>
                  <a:pt x="314325" y="619125"/>
                </a:lnTo>
                <a:lnTo>
                  <a:pt x="314325" y="628650"/>
                </a:lnTo>
                <a:lnTo>
                  <a:pt x="304800" y="628650"/>
                </a:lnTo>
                <a:close/>
                <a:moveTo>
                  <a:pt x="180975" y="676275"/>
                </a:moveTo>
                <a:lnTo>
                  <a:pt x="190500" y="676275"/>
                </a:lnTo>
                <a:lnTo>
                  <a:pt x="190500" y="685800"/>
                </a:lnTo>
                <a:lnTo>
                  <a:pt x="180975" y="685800"/>
                </a:lnTo>
                <a:close/>
                <a:moveTo>
                  <a:pt x="200025" y="676275"/>
                </a:moveTo>
                <a:lnTo>
                  <a:pt x="209550" y="676275"/>
                </a:lnTo>
                <a:lnTo>
                  <a:pt x="209550" y="685800"/>
                </a:lnTo>
                <a:lnTo>
                  <a:pt x="219075" y="685800"/>
                </a:lnTo>
                <a:lnTo>
                  <a:pt x="219075" y="676275"/>
                </a:lnTo>
                <a:lnTo>
                  <a:pt x="228600" y="676275"/>
                </a:lnTo>
                <a:lnTo>
                  <a:pt x="228600" y="685800"/>
                </a:lnTo>
                <a:lnTo>
                  <a:pt x="238125" y="685800"/>
                </a:lnTo>
                <a:lnTo>
                  <a:pt x="238125" y="695325"/>
                </a:lnTo>
                <a:lnTo>
                  <a:pt x="247650" y="695325"/>
                </a:lnTo>
                <a:lnTo>
                  <a:pt x="247650" y="704850"/>
                </a:lnTo>
                <a:lnTo>
                  <a:pt x="209550" y="704850"/>
                </a:lnTo>
                <a:lnTo>
                  <a:pt x="209550" y="695325"/>
                </a:lnTo>
                <a:lnTo>
                  <a:pt x="190500" y="695325"/>
                </a:lnTo>
                <a:lnTo>
                  <a:pt x="190500" y="685800"/>
                </a:lnTo>
                <a:lnTo>
                  <a:pt x="200025" y="685800"/>
                </a:lnTo>
                <a:close/>
                <a:moveTo>
                  <a:pt x="114300" y="752475"/>
                </a:moveTo>
                <a:lnTo>
                  <a:pt x="123825" y="752475"/>
                </a:lnTo>
                <a:lnTo>
                  <a:pt x="123825" y="762000"/>
                </a:lnTo>
                <a:lnTo>
                  <a:pt x="114300" y="762000"/>
                </a:lnTo>
                <a:close/>
              </a:path>
            </a:pathLst>
          </a:custGeom>
          <a:solidFill xmlns:a="http://schemas.openxmlformats.org/drawingml/2006/main">
            <a:srgbClr val="2C523D"/>
          </a:solidFill>
          <a:ln xmlns:a="http://schemas.openxmlformats.org/drawingml/2006/main" w="0">
            <a:noFill/>
          </a:ln>
        </p:spPr>
      </p:sp>
      <p:sp>
        <p:nvSpPr>
          <p:cNvPr id="104" name="rocket vector #30503c">
            <a:extLst xmlns:a="http://schemas.openxmlformats.org/drawingml/2006/main">
              <a:ext uri="{FF2B5EF4-FFF2-40B4-BE49-F238E27FC236}">
                <a16:creationId xmlns:a16="http://schemas.microsoft.com/office/drawing/2014/main" id="{694D6727-3611-400F-B66B-1B2D731C04D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5550" y="1495425"/>
            <a:ext cx="1057275" cy="866775"/>
          </a:xfrm>
          <a:custGeom xmlns:a="http://schemas.openxmlformats.org/drawingml/2006/main">
            <a:pathLst>
              <a:path w="1057275" h="866775">
                <a:moveTo>
                  <a:pt x="609600" y="85725"/>
                </a:moveTo>
                <a:lnTo>
                  <a:pt x="685800" y="85725"/>
                </a:lnTo>
                <a:lnTo>
                  <a:pt x="685800" y="95250"/>
                </a:lnTo>
                <a:lnTo>
                  <a:pt x="666750" y="95250"/>
                </a:lnTo>
                <a:lnTo>
                  <a:pt x="666750" y="104775"/>
                </a:lnTo>
                <a:lnTo>
                  <a:pt x="657225" y="104775"/>
                </a:lnTo>
                <a:lnTo>
                  <a:pt x="657225" y="95250"/>
                </a:lnTo>
                <a:lnTo>
                  <a:pt x="628650" y="95250"/>
                </a:lnTo>
                <a:lnTo>
                  <a:pt x="628650" y="104775"/>
                </a:lnTo>
                <a:lnTo>
                  <a:pt x="571500" y="104775"/>
                </a:lnTo>
                <a:lnTo>
                  <a:pt x="571500" y="95250"/>
                </a:lnTo>
                <a:lnTo>
                  <a:pt x="609600" y="95250"/>
                </a:lnTo>
                <a:close/>
                <a:moveTo>
                  <a:pt x="666750" y="104775"/>
                </a:moveTo>
                <a:lnTo>
                  <a:pt x="676275" y="104775"/>
                </a:lnTo>
                <a:lnTo>
                  <a:pt x="676275" y="114300"/>
                </a:lnTo>
                <a:lnTo>
                  <a:pt x="666750" y="114300"/>
                </a:lnTo>
                <a:close/>
                <a:moveTo>
                  <a:pt x="685800" y="114300"/>
                </a:moveTo>
                <a:lnTo>
                  <a:pt x="695325" y="114300"/>
                </a:lnTo>
                <a:lnTo>
                  <a:pt x="695325" y="133350"/>
                </a:lnTo>
                <a:lnTo>
                  <a:pt x="685800" y="133350"/>
                </a:lnTo>
                <a:close/>
                <a:moveTo>
                  <a:pt x="485775" y="133350"/>
                </a:moveTo>
                <a:lnTo>
                  <a:pt x="495300" y="133350"/>
                </a:lnTo>
                <a:lnTo>
                  <a:pt x="495300" y="142875"/>
                </a:lnTo>
                <a:lnTo>
                  <a:pt x="485775" y="142875"/>
                </a:lnTo>
                <a:close/>
                <a:moveTo>
                  <a:pt x="457200" y="161925"/>
                </a:moveTo>
                <a:lnTo>
                  <a:pt x="466725" y="161925"/>
                </a:lnTo>
                <a:lnTo>
                  <a:pt x="466725" y="171450"/>
                </a:lnTo>
                <a:lnTo>
                  <a:pt x="476250" y="171450"/>
                </a:lnTo>
                <a:lnTo>
                  <a:pt x="476250" y="180975"/>
                </a:lnTo>
                <a:lnTo>
                  <a:pt x="457200" y="180975"/>
                </a:lnTo>
                <a:close/>
                <a:moveTo>
                  <a:pt x="676275" y="161925"/>
                </a:moveTo>
                <a:lnTo>
                  <a:pt x="685800" y="161925"/>
                </a:lnTo>
                <a:lnTo>
                  <a:pt x="685800" y="180975"/>
                </a:lnTo>
                <a:lnTo>
                  <a:pt x="676275" y="180975"/>
                </a:lnTo>
                <a:close/>
                <a:moveTo>
                  <a:pt x="676275" y="190500"/>
                </a:moveTo>
                <a:lnTo>
                  <a:pt x="685800" y="190500"/>
                </a:lnTo>
                <a:lnTo>
                  <a:pt x="685800" y="200025"/>
                </a:lnTo>
                <a:lnTo>
                  <a:pt x="676275" y="200025"/>
                </a:lnTo>
                <a:close/>
                <a:moveTo>
                  <a:pt x="504825" y="200025"/>
                </a:moveTo>
                <a:lnTo>
                  <a:pt x="514350" y="200025"/>
                </a:lnTo>
                <a:lnTo>
                  <a:pt x="514350" y="209550"/>
                </a:lnTo>
                <a:lnTo>
                  <a:pt x="504825" y="209550"/>
                </a:lnTo>
                <a:close/>
                <a:moveTo>
                  <a:pt x="600075" y="200025"/>
                </a:moveTo>
                <a:lnTo>
                  <a:pt x="609600" y="200025"/>
                </a:lnTo>
                <a:lnTo>
                  <a:pt x="609600" y="209550"/>
                </a:lnTo>
                <a:lnTo>
                  <a:pt x="600075" y="209550"/>
                </a:lnTo>
                <a:close/>
                <a:moveTo>
                  <a:pt x="600075" y="238125"/>
                </a:moveTo>
                <a:lnTo>
                  <a:pt x="609600" y="238125"/>
                </a:lnTo>
                <a:lnTo>
                  <a:pt x="609600" y="257175"/>
                </a:lnTo>
                <a:lnTo>
                  <a:pt x="600075" y="257175"/>
                </a:lnTo>
                <a:close/>
                <a:moveTo>
                  <a:pt x="933450" y="238125"/>
                </a:moveTo>
                <a:lnTo>
                  <a:pt x="962025" y="238125"/>
                </a:lnTo>
                <a:lnTo>
                  <a:pt x="962025" y="247650"/>
                </a:lnTo>
                <a:lnTo>
                  <a:pt x="933450" y="247650"/>
                </a:lnTo>
                <a:close/>
                <a:moveTo>
                  <a:pt x="657225" y="247650"/>
                </a:moveTo>
                <a:lnTo>
                  <a:pt x="666750" y="247650"/>
                </a:lnTo>
                <a:lnTo>
                  <a:pt x="666750" y="257175"/>
                </a:lnTo>
                <a:lnTo>
                  <a:pt x="657225" y="257175"/>
                </a:lnTo>
                <a:close/>
                <a:moveTo>
                  <a:pt x="619125" y="257175"/>
                </a:moveTo>
                <a:lnTo>
                  <a:pt x="638175" y="257175"/>
                </a:lnTo>
                <a:lnTo>
                  <a:pt x="638175" y="266700"/>
                </a:lnTo>
                <a:lnTo>
                  <a:pt x="657225" y="266700"/>
                </a:lnTo>
                <a:lnTo>
                  <a:pt x="657225" y="276225"/>
                </a:lnTo>
                <a:lnTo>
                  <a:pt x="647700" y="276225"/>
                </a:lnTo>
                <a:lnTo>
                  <a:pt x="647700" y="285750"/>
                </a:lnTo>
                <a:lnTo>
                  <a:pt x="638175" y="285750"/>
                </a:lnTo>
                <a:lnTo>
                  <a:pt x="638175" y="276225"/>
                </a:lnTo>
                <a:lnTo>
                  <a:pt x="628650" y="276225"/>
                </a:lnTo>
                <a:lnTo>
                  <a:pt x="628650" y="266700"/>
                </a:lnTo>
                <a:lnTo>
                  <a:pt x="619125" y="266700"/>
                </a:lnTo>
                <a:close/>
                <a:moveTo>
                  <a:pt x="952500" y="257175"/>
                </a:moveTo>
                <a:lnTo>
                  <a:pt x="962025" y="257175"/>
                </a:lnTo>
                <a:lnTo>
                  <a:pt x="962025" y="266700"/>
                </a:lnTo>
                <a:lnTo>
                  <a:pt x="952500" y="266700"/>
                </a:lnTo>
                <a:close/>
                <a:moveTo>
                  <a:pt x="971550" y="257175"/>
                </a:moveTo>
                <a:lnTo>
                  <a:pt x="981075" y="257175"/>
                </a:lnTo>
                <a:lnTo>
                  <a:pt x="981075" y="266700"/>
                </a:lnTo>
                <a:lnTo>
                  <a:pt x="971550" y="266700"/>
                </a:lnTo>
                <a:close/>
                <a:moveTo>
                  <a:pt x="276225" y="266700"/>
                </a:moveTo>
                <a:lnTo>
                  <a:pt x="295275" y="266700"/>
                </a:lnTo>
                <a:lnTo>
                  <a:pt x="295275" y="276225"/>
                </a:lnTo>
                <a:lnTo>
                  <a:pt x="285750" y="276225"/>
                </a:lnTo>
                <a:lnTo>
                  <a:pt x="285750" y="285750"/>
                </a:lnTo>
                <a:lnTo>
                  <a:pt x="276225" y="285750"/>
                </a:lnTo>
                <a:close/>
                <a:moveTo>
                  <a:pt x="552450" y="266700"/>
                </a:moveTo>
                <a:lnTo>
                  <a:pt x="571500" y="266700"/>
                </a:lnTo>
                <a:lnTo>
                  <a:pt x="571500" y="285750"/>
                </a:lnTo>
                <a:lnTo>
                  <a:pt x="552450" y="285750"/>
                </a:lnTo>
                <a:close/>
                <a:moveTo>
                  <a:pt x="742950" y="266700"/>
                </a:moveTo>
                <a:lnTo>
                  <a:pt x="771525" y="266700"/>
                </a:lnTo>
                <a:lnTo>
                  <a:pt x="771525" y="276225"/>
                </a:lnTo>
                <a:lnTo>
                  <a:pt x="742950" y="276225"/>
                </a:lnTo>
                <a:close/>
                <a:moveTo>
                  <a:pt x="962025" y="266700"/>
                </a:moveTo>
                <a:lnTo>
                  <a:pt x="971550" y="266700"/>
                </a:lnTo>
                <a:lnTo>
                  <a:pt x="971550" y="276225"/>
                </a:lnTo>
                <a:lnTo>
                  <a:pt x="962025" y="276225"/>
                </a:lnTo>
                <a:close/>
                <a:moveTo>
                  <a:pt x="752475" y="285750"/>
                </a:moveTo>
                <a:lnTo>
                  <a:pt x="781050" y="285750"/>
                </a:lnTo>
                <a:lnTo>
                  <a:pt x="781050" y="295275"/>
                </a:lnTo>
                <a:lnTo>
                  <a:pt x="771525" y="295275"/>
                </a:lnTo>
                <a:lnTo>
                  <a:pt x="771525" y="304800"/>
                </a:lnTo>
                <a:lnTo>
                  <a:pt x="762000" y="304800"/>
                </a:lnTo>
                <a:lnTo>
                  <a:pt x="762000" y="295275"/>
                </a:lnTo>
                <a:lnTo>
                  <a:pt x="752475" y="295275"/>
                </a:lnTo>
                <a:close/>
                <a:moveTo>
                  <a:pt x="247650" y="304800"/>
                </a:moveTo>
                <a:lnTo>
                  <a:pt x="257175" y="304800"/>
                </a:lnTo>
                <a:lnTo>
                  <a:pt x="257175" y="314325"/>
                </a:lnTo>
                <a:lnTo>
                  <a:pt x="247650" y="314325"/>
                </a:lnTo>
                <a:close/>
                <a:moveTo>
                  <a:pt x="228600" y="323850"/>
                </a:moveTo>
                <a:lnTo>
                  <a:pt x="238125" y="323850"/>
                </a:lnTo>
                <a:lnTo>
                  <a:pt x="238125" y="342900"/>
                </a:lnTo>
                <a:lnTo>
                  <a:pt x="228600" y="342900"/>
                </a:lnTo>
                <a:close/>
                <a:moveTo>
                  <a:pt x="238125" y="342900"/>
                </a:moveTo>
                <a:lnTo>
                  <a:pt x="247650" y="342900"/>
                </a:lnTo>
                <a:lnTo>
                  <a:pt x="247650" y="352425"/>
                </a:lnTo>
                <a:lnTo>
                  <a:pt x="238125" y="352425"/>
                </a:lnTo>
                <a:close/>
                <a:moveTo>
                  <a:pt x="314325" y="352425"/>
                </a:moveTo>
                <a:lnTo>
                  <a:pt x="323850" y="352425"/>
                </a:lnTo>
                <a:lnTo>
                  <a:pt x="323850" y="361950"/>
                </a:lnTo>
                <a:lnTo>
                  <a:pt x="314325" y="361950"/>
                </a:lnTo>
                <a:close/>
                <a:moveTo>
                  <a:pt x="942975" y="361950"/>
                </a:moveTo>
                <a:lnTo>
                  <a:pt x="962025" y="361950"/>
                </a:lnTo>
                <a:lnTo>
                  <a:pt x="962025" y="381000"/>
                </a:lnTo>
                <a:lnTo>
                  <a:pt x="942975" y="381000"/>
                </a:lnTo>
                <a:close/>
                <a:moveTo>
                  <a:pt x="419100" y="381000"/>
                </a:moveTo>
                <a:lnTo>
                  <a:pt x="428625" y="381000"/>
                </a:lnTo>
                <a:lnTo>
                  <a:pt x="428625" y="390525"/>
                </a:lnTo>
                <a:lnTo>
                  <a:pt x="438150" y="390525"/>
                </a:lnTo>
                <a:lnTo>
                  <a:pt x="438150" y="409575"/>
                </a:lnTo>
                <a:lnTo>
                  <a:pt x="428625" y="409575"/>
                </a:lnTo>
                <a:lnTo>
                  <a:pt x="428625" y="419100"/>
                </a:lnTo>
                <a:lnTo>
                  <a:pt x="419100" y="419100"/>
                </a:lnTo>
                <a:lnTo>
                  <a:pt x="419100" y="409575"/>
                </a:lnTo>
                <a:lnTo>
                  <a:pt x="400050" y="409575"/>
                </a:lnTo>
                <a:lnTo>
                  <a:pt x="400050" y="400050"/>
                </a:lnTo>
                <a:lnTo>
                  <a:pt x="409575" y="400050"/>
                </a:lnTo>
                <a:lnTo>
                  <a:pt x="409575" y="390525"/>
                </a:lnTo>
                <a:lnTo>
                  <a:pt x="419100" y="390525"/>
                </a:lnTo>
                <a:close/>
                <a:moveTo>
                  <a:pt x="542925" y="381000"/>
                </a:moveTo>
                <a:lnTo>
                  <a:pt x="552450" y="381000"/>
                </a:lnTo>
                <a:lnTo>
                  <a:pt x="552450" y="476250"/>
                </a:lnTo>
                <a:lnTo>
                  <a:pt x="542925" y="476250"/>
                </a:lnTo>
                <a:lnTo>
                  <a:pt x="542925" y="485775"/>
                </a:lnTo>
                <a:lnTo>
                  <a:pt x="533400" y="485775"/>
                </a:lnTo>
                <a:lnTo>
                  <a:pt x="533400" y="457200"/>
                </a:lnTo>
                <a:lnTo>
                  <a:pt x="542925" y="457200"/>
                </a:lnTo>
                <a:close/>
                <a:moveTo>
                  <a:pt x="762000" y="381000"/>
                </a:moveTo>
                <a:lnTo>
                  <a:pt x="781050" y="381000"/>
                </a:lnTo>
                <a:lnTo>
                  <a:pt x="781050" y="390525"/>
                </a:lnTo>
                <a:lnTo>
                  <a:pt x="771525" y="390525"/>
                </a:lnTo>
                <a:lnTo>
                  <a:pt x="771525" y="400050"/>
                </a:lnTo>
                <a:lnTo>
                  <a:pt x="752475" y="400050"/>
                </a:lnTo>
                <a:lnTo>
                  <a:pt x="752475" y="390525"/>
                </a:lnTo>
                <a:lnTo>
                  <a:pt x="762000" y="390525"/>
                </a:lnTo>
                <a:close/>
                <a:moveTo>
                  <a:pt x="333375" y="409575"/>
                </a:moveTo>
                <a:lnTo>
                  <a:pt x="342900" y="409575"/>
                </a:lnTo>
                <a:lnTo>
                  <a:pt x="342900" y="419100"/>
                </a:lnTo>
                <a:lnTo>
                  <a:pt x="333375" y="419100"/>
                </a:lnTo>
                <a:close/>
                <a:moveTo>
                  <a:pt x="352425" y="409575"/>
                </a:moveTo>
                <a:lnTo>
                  <a:pt x="361950" y="409575"/>
                </a:lnTo>
                <a:lnTo>
                  <a:pt x="361950" y="419100"/>
                </a:lnTo>
                <a:lnTo>
                  <a:pt x="352425" y="419100"/>
                </a:lnTo>
                <a:close/>
                <a:moveTo>
                  <a:pt x="428625" y="419100"/>
                </a:moveTo>
                <a:lnTo>
                  <a:pt x="447675" y="419100"/>
                </a:lnTo>
                <a:lnTo>
                  <a:pt x="447675" y="428625"/>
                </a:lnTo>
                <a:lnTo>
                  <a:pt x="428625" y="428625"/>
                </a:lnTo>
                <a:close/>
                <a:moveTo>
                  <a:pt x="447675" y="428625"/>
                </a:moveTo>
                <a:lnTo>
                  <a:pt x="457200" y="428625"/>
                </a:lnTo>
                <a:lnTo>
                  <a:pt x="457200" y="438150"/>
                </a:lnTo>
                <a:lnTo>
                  <a:pt x="466725" y="438150"/>
                </a:lnTo>
                <a:lnTo>
                  <a:pt x="466725" y="457200"/>
                </a:lnTo>
                <a:lnTo>
                  <a:pt x="457200" y="457200"/>
                </a:lnTo>
                <a:lnTo>
                  <a:pt x="457200" y="447675"/>
                </a:lnTo>
                <a:lnTo>
                  <a:pt x="447675" y="447675"/>
                </a:lnTo>
                <a:close/>
                <a:moveTo>
                  <a:pt x="704850" y="438150"/>
                </a:moveTo>
                <a:lnTo>
                  <a:pt x="714375" y="438150"/>
                </a:lnTo>
                <a:lnTo>
                  <a:pt x="714375" y="447675"/>
                </a:lnTo>
                <a:lnTo>
                  <a:pt x="704850" y="447675"/>
                </a:lnTo>
                <a:close/>
                <a:moveTo>
                  <a:pt x="266700" y="447675"/>
                </a:moveTo>
                <a:lnTo>
                  <a:pt x="285750" y="447675"/>
                </a:lnTo>
                <a:lnTo>
                  <a:pt x="285750" y="457200"/>
                </a:lnTo>
                <a:lnTo>
                  <a:pt x="276225" y="457200"/>
                </a:lnTo>
                <a:lnTo>
                  <a:pt x="276225" y="466725"/>
                </a:lnTo>
                <a:lnTo>
                  <a:pt x="257175" y="466725"/>
                </a:lnTo>
                <a:lnTo>
                  <a:pt x="257175" y="457200"/>
                </a:lnTo>
                <a:lnTo>
                  <a:pt x="266700" y="457200"/>
                </a:lnTo>
                <a:close/>
                <a:moveTo>
                  <a:pt x="714375" y="447675"/>
                </a:moveTo>
                <a:lnTo>
                  <a:pt x="723900" y="447675"/>
                </a:lnTo>
                <a:lnTo>
                  <a:pt x="723900" y="457200"/>
                </a:lnTo>
                <a:lnTo>
                  <a:pt x="714375" y="457200"/>
                </a:lnTo>
                <a:close/>
                <a:moveTo>
                  <a:pt x="809625" y="447675"/>
                </a:moveTo>
                <a:lnTo>
                  <a:pt x="819150" y="447675"/>
                </a:lnTo>
                <a:lnTo>
                  <a:pt x="819150" y="466725"/>
                </a:lnTo>
                <a:lnTo>
                  <a:pt x="809625" y="466725"/>
                </a:lnTo>
                <a:lnTo>
                  <a:pt x="809625" y="476250"/>
                </a:lnTo>
                <a:lnTo>
                  <a:pt x="800100" y="476250"/>
                </a:lnTo>
                <a:lnTo>
                  <a:pt x="800100" y="457200"/>
                </a:lnTo>
                <a:lnTo>
                  <a:pt x="809625" y="457200"/>
                </a:lnTo>
                <a:close/>
                <a:moveTo>
                  <a:pt x="476250" y="466725"/>
                </a:moveTo>
                <a:lnTo>
                  <a:pt x="485775" y="466725"/>
                </a:lnTo>
                <a:lnTo>
                  <a:pt x="485775" y="476250"/>
                </a:lnTo>
                <a:lnTo>
                  <a:pt x="476250" y="476250"/>
                </a:lnTo>
                <a:close/>
                <a:moveTo>
                  <a:pt x="238125" y="495300"/>
                </a:moveTo>
                <a:lnTo>
                  <a:pt x="257175" y="495300"/>
                </a:lnTo>
                <a:lnTo>
                  <a:pt x="257175" y="514350"/>
                </a:lnTo>
                <a:lnTo>
                  <a:pt x="247650" y="514350"/>
                </a:lnTo>
                <a:lnTo>
                  <a:pt x="247650" y="504825"/>
                </a:lnTo>
                <a:lnTo>
                  <a:pt x="238125" y="504825"/>
                </a:lnTo>
                <a:close/>
                <a:moveTo>
                  <a:pt x="495300" y="495300"/>
                </a:moveTo>
                <a:lnTo>
                  <a:pt x="523875" y="495300"/>
                </a:lnTo>
                <a:lnTo>
                  <a:pt x="523875" y="504825"/>
                </a:lnTo>
                <a:lnTo>
                  <a:pt x="495300" y="504825"/>
                </a:lnTo>
                <a:close/>
                <a:moveTo>
                  <a:pt x="228600" y="504825"/>
                </a:moveTo>
                <a:lnTo>
                  <a:pt x="238125" y="504825"/>
                </a:lnTo>
                <a:lnTo>
                  <a:pt x="238125" y="514350"/>
                </a:lnTo>
                <a:lnTo>
                  <a:pt x="228600" y="514350"/>
                </a:lnTo>
                <a:close/>
                <a:moveTo>
                  <a:pt x="323850" y="504825"/>
                </a:moveTo>
                <a:lnTo>
                  <a:pt x="333375" y="504825"/>
                </a:lnTo>
                <a:lnTo>
                  <a:pt x="333375" y="514350"/>
                </a:lnTo>
                <a:lnTo>
                  <a:pt x="323850" y="514350"/>
                </a:lnTo>
                <a:close/>
                <a:moveTo>
                  <a:pt x="314325" y="514350"/>
                </a:moveTo>
                <a:lnTo>
                  <a:pt x="323850" y="514350"/>
                </a:lnTo>
                <a:lnTo>
                  <a:pt x="323850" y="523875"/>
                </a:lnTo>
                <a:lnTo>
                  <a:pt x="314325" y="523875"/>
                </a:lnTo>
                <a:close/>
                <a:moveTo>
                  <a:pt x="647700" y="514350"/>
                </a:moveTo>
                <a:lnTo>
                  <a:pt x="657225" y="514350"/>
                </a:lnTo>
                <a:lnTo>
                  <a:pt x="657225" y="523875"/>
                </a:lnTo>
                <a:lnTo>
                  <a:pt x="647700" y="523875"/>
                </a:lnTo>
                <a:close/>
                <a:moveTo>
                  <a:pt x="466725" y="533400"/>
                </a:moveTo>
                <a:lnTo>
                  <a:pt x="476250" y="533400"/>
                </a:lnTo>
                <a:lnTo>
                  <a:pt x="476250" y="542925"/>
                </a:lnTo>
                <a:lnTo>
                  <a:pt x="466725" y="542925"/>
                </a:lnTo>
                <a:close/>
                <a:moveTo>
                  <a:pt x="609600" y="533400"/>
                </a:moveTo>
                <a:lnTo>
                  <a:pt x="619125" y="533400"/>
                </a:lnTo>
                <a:lnTo>
                  <a:pt x="619125" y="552450"/>
                </a:lnTo>
                <a:lnTo>
                  <a:pt x="609600" y="552450"/>
                </a:lnTo>
                <a:lnTo>
                  <a:pt x="609600" y="561975"/>
                </a:lnTo>
                <a:lnTo>
                  <a:pt x="590550" y="561975"/>
                </a:lnTo>
                <a:lnTo>
                  <a:pt x="590550" y="552450"/>
                </a:lnTo>
                <a:lnTo>
                  <a:pt x="600075" y="552450"/>
                </a:lnTo>
                <a:lnTo>
                  <a:pt x="600075" y="542925"/>
                </a:lnTo>
                <a:lnTo>
                  <a:pt x="609600" y="542925"/>
                </a:lnTo>
                <a:close/>
                <a:moveTo>
                  <a:pt x="295275" y="542925"/>
                </a:moveTo>
                <a:lnTo>
                  <a:pt x="304800" y="542925"/>
                </a:lnTo>
                <a:lnTo>
                  <a:pt x="304800" y="552450"/>
                </a:lnTo>
                <a:lnTo>
                  <a:pt x="295275" y="552450"/>
                </a:lnTo>
                <a:close/>
                <a:moveTo>
                  <a:pt x="476250" y="542925"/>
                </a:moveTo>
                <a:lnTo>
                  <a:pt x="485775" y="542925"/>
                </a:lnTo>
                <a:lnTo>
                  <a:pt x="485775" y="552450"/>
                </a:lnTo>
                <a:lnTo>
                  <a:pt x="495300" y="552450"/>
                </a:lnTo>
                <a:lnTo>
                  <a:pt x="495300" y="561975"/>
                </a:lnTo>
                <a:lnTo>
                  <a:pt x="504825" y="561975"/>
                </a:lnTo>
                <a:lnTo>
                  <a:pt x="504825" y="571500"/>
                </a:lnTo>
                <a:lnTo>
                  <a:pt x="514350" y="571500"/>
                </a:lnTo>
                <a:lnTo>
                  <a:pt x="514350" y="581025"/>
                </a:lnTo>
                <a:lnTo>
                  <a:pt x="523875" y="581025"/>
                </a:lnTo>
                <a:lnTo>
                  <a:pt x="523875" y="590550"/>
                </a:lnTo>
                <a:lnTo>
                  <a:pt x="533400" y="590550"/>
                </a:lnTo>
                <a:lnTo>
                  <a:pt x="533400" y="609600"/>
                </a:lnTo>
                <a:lnTo>
                  <a:pt x="523875" y="609600"/>
                </a:lnTo>
                <a:lnTo>
                  <a:pt x="523875" y="600075"/>
                </a:lnTo>
                <a:lnTo>
                  <a:pt x="514350" y="600075"/>
                </a:lnTo>
                <a:lnTo>
                  <a:pt x="514350" y="590550"/>
                </a:lnTo>
                <a:lnTo>
                  <a:pt x="504825" y="590550"/>
                </a:lnTo>
                <a:lnTo>
                  <a:pt x="504825" y="581025"/>
                </a:lnTo>
                <a:lnTo>
                  <a:pt x="495300" y="581025"/>
                </a:lnTo>
                <a:lnTo>
                  <a:pt x="495300" y="571500"/>
                </a:lnTo>
                <a:lnTo>
                  <a:pt x="476250" y="571500"/>
                </a:lnTo>
                <a:lnTo>
                  <a:pt x="476250" y="561975"/>
                </a:lnTo>
                <a:lnTo>
                  <a:pt x="466725" y="561975"/>
                </a:lnTo>
                <a:lnTo>
                  <a:pt x="466725" y="552450"/>
                </a:lnTo>
                <a:lnTo>
                  <a:pt x="476250" y="552450"/>
                </a:lnTo>
                <a:close/>
                <a:moveTo>
                  <a:pt x="695325" y="542925"/>
                </a:moveTo>
                <a:lnTo>
                  <a:pt x="714375" y="542925"/>
                </a:lnTo>
                <a:lnTo>
                  <a:pt x="714375" y="552450"/>
                </a:lnTo>
                <a:lnTo>
                  <a:pt x="723900" y="552450"/>
                </a:lnTo>
                <a:lnTo>
                  <a:pt x="723900" y="561975"/>
                </a:lnTo>
                <a:lnTo>
                  <a:pt x="714375" y="561975"/>
                </a:lnTo>
                <a:lnTo>
                  <a:pt x="714375" y="571500"/>
                </a:lnTo>
                <a:lnTo>
                  <a:pt x="704850" y="571500"/>
                </a:lnTo>
                <a:lnTo>
                  <a:pt x="704850" y="561975"/>
                </a:lnTo>
                <a:lnTo>
                  <a:pt x="695325" y="561975"/>
                </a:lnTo>
                <a:close/>
                <a:moveTo>
                  <a:pt x="285750" y="552450"/>
                </a:moveTo>
                <a:lnTo>
                  <a:pt x="295275" y="552450"/>
                </a:lnTo>
                <a:lnTo>
                  <a:pt x="295275" y="561975"/>
                </a:lnTo>
                <a:lnTo>
                  <a:pt x="285750" y="561975"/>
                </a:lnTo>
                <a:close/>
                <a:moveTo>
                  <a:pt x="581025" y="561975"/>
                </a:moveTo>
                <a:lnTo>
                  <a:pt x="590550" y="561975"/>
                </a:lnTo>
                <a:lnTo>
                  <a:pt x="590550" y="571500"/>
                </a:lnTo>
                <a:lnTo>
                  <a:pt x="581025" y="571500"/>
                </a:lnTo>
                <a:close/>
                <a:moveTo>
                  <a:pt x="266700" y="571500"/>
                </a:moveTo>
                <a:lnTo>
                  <a:pt x="276225" y="571500"/>
                </a:lnTo>
                <a:lnTo>
                  <a:pt x="276225" y="590550"/>
                </a:lnTo>
                <a:lnTo>
                  <a:pt x="266700" y="590550"/>
                </a:lnTo>
                <a:close/>
                <a:moveTo>
                  <a:pt x="390525" y="571500"/>
                </a:moveTo>
                <a:lnTo>
                  <a:pt x="400050" y="571500"/>
                </a:lnTo>
                <a:lnTo>
                  <a:pt x="400050" y="581025"/>
                </a:lnTo>
                <a:lnTo>
                  <a:pt x="409575" y="581025"/>
                </a:lnTo>
                <a:lnTo>
                  <a:pt x="409575" y="590550"/>
                </a:lnTo>
                <a:lnTo>
                  <a:pt x="419100" y="590550"/>
                </a:lnTo>
                <a:lnTo>
                  <a:pt x="419100" y="600075"/>
                </a:lnTo>
                <a:lnTo>
                  <a:pt x="428625" y="600075"/>
                </a:lnTo>
                <a:lnTo>
                  <a:pt x="428625" y="619125"/>
                </a:lnTo>
                <a:lnTo>
                  <a:pt x="419100" y="619125"/>
                </a:lnTo>
                <a:lnTo>
                  <a:pt x="419100" y="609600"/>
                </a:lnTo>
                <a:lnTo>
                  <a:pt x="409575" y="609600"/>
                </a:lnTo>
                <a:lnTo>
                  <a:pt x="409575" y="600075"/>
                </a:lnTo>
                <a:lnTo>
                  <a:pt x="400050" y="600075"/>
                </a:lnTo>
                <a:lnTo>
                  <a:pt x="400050" y="590550"/>
                </a:lnTo>
                <a:lnTo>
                  <a:pt x="381000" y="590550"/>
                </a:lnTo>
                <a:lnTo>
                  <a:pt x="381000" y="581025"/>
                </a:lnTo>
                <a:lnTo>
                  <a:pt x="390525" y="581025"/>
                </a:lnTo>
                <a:close/>
                <a:moveTo>
                  <a:pt x="571500" y="571500"/>
                </a:moveTo>
                <a:lnTo>
                  <a:pt x="581025" y="571500"/>
                </a:lnTo>
                <a:lnTo>
                  <a:pt x="581025" y="581025"/>
                </a:lnTo>
                <a:lnTo>
                  <a:pt x="571500" y="581025"/>
                </a:lnTo>
                <a:close/>
                <a:moveTo>
                  <a:pt x="657225" y="590550"/>
                </a:moveTo>
                <a:lnTo>
                  <a:pt x="666750" y="590550"/>
                </a:lnTo>
                <a:lnTo>
                  <a:pt x="666750" y="609600"/>
                </a:lnTo>
                <a:lnTo>
                  <a:pt x="647700" y="609600"/>
                </a:lnTo>
                <a:lnTo>
                  <a:pt x="647700" y="619125"/>
                </a:lnTo>
                <a:lnTo>
                  <a:pt x="628650" y="619125"/>
                </a:lnTo>
                <a:lnTo>
                  <a:pt x="628650" y="609600"/>
                </a:lnTo>
                <a:lnTo>
                  <a:pt x="638175" y="609600"/>
                </a:lnTo>
                <a:lnTo>
                  <a:pt x="638175" y="600075"/>
                </a:lnTo>
                <a:lnTo>
                  <a:pt x="657225" y="600075"/>
                </a:lnTo>
                <a:close/>
                <a:moveTo>
                  <a:pt x="314325" y="609600"/>
                </a:moveTo>
                <a:lnTo>
                  <a:pt x="323850" y="609600"/>
                </a:lnTo>
                <a:lnTo>
                  <a:pt x="323850" y="619125"/>
                </a:lnTo>
                <a:lnTo>
                  <a:pt x="342900" y="619125"/>
                </a:lnTo>
                <a:lnTo>
                  <a:pt x="342900" y="628650"/>
                </a:lnTo>
                <a:lnTo>
                  <a:pt x="333375" y="628650"/>
                </a:lnTo>
                <a:lnTo>
                  <a:pt x="333375" y="638175"/>
                </a:lnTo>
                <a:lnTo>
                  <a:pt x="323850" y="638175"/>
                </a:lnTo>
                <a:lnTo>
                  <a:pt x="323850" y="628650"/>
                </a:lnTo>
                <a:lnTo>
                  <a:pt x="314325" y="628650"/>
                </a:lnTo>
                <a:close/>
                <a:moveTo>
                  <a:pt x="600075" y="647700"/>
                </a:moveTo>
                <a:lnTo>
                  <a:pt x="609600" y="647700"/>
                </a:lnTo>
                <a:lnTo>
                  <a:pt x="609600" y="657225"/>
                </a:lnTo>
                <a:lnTo>
                  <a:pt x="600075" y="657225"/>
                </a:lnTo>
                <a:close/>
                <a:moveTo>
                  <a:pt x="581025" y="657225"/>
                </a:moveTo>
                <a:lnTo>
                  <a:pt x="600075" y="657225"/>
                </a:lnTo>
                <a:lnTo>
                  <a:pt x="600075" y="666750"/>
                </a:lnTo>
                <a:lnTo>
                  <a:pt x="590550" y="666750"/>
                </a:lnTo>
                <a:lnTo>
                  <a:pt x="590550" y="676275"/>
                </a:lnTo>
                <a:lnTo>
                  <a:pt x="600075" y="676275"/>
                </a:lnTo>
                <a:lnTo>
                  <a:pt x="600075" y="685800"/>
                </a:lnTo>
                <a:lnTo>
                  <a:pt x="590550" y="685800"/>
                </a:lnTo>
                <a:lnTo>
                  <a:pt x="590550" y="695325"/>
                </a:lnTo>
                <a:lnTo>
                  <a:pt x="581025" y="695325"/>
                </a:lnTo>
                <a:lnTo>
                  <a:pt x="581025" y="704850"/>
                </a:lnTo>
                <a:lnTo>
                  <a:pt x="571500" y="704850"/>
                </a:lnTo>
                <a:lnTo>
                  <a:pt x="571500" y="714375"/>
                </a:lnTo>
                <a:lnTo>
                  <a:pt x="561975" y="714375"/>
                </a:lnTo>
                <a:lnTo>
                  <a:pt x="561975" y="723900"/>
                </a:lnTo>
                <a:lnTo>
                  <a:pt x="533400" y="723900"/>
                </a:lnTo>
                <a:lnTo>
                  <a:pt x="533400" y="714375"/>
                </a:lnTo>
                <a:lnTo>
                  <a:pt x="514350" y="714375"/>
                </a:lnTo>
                <a:lnTo>
                  <a:pt x="514350" y="704850"/>
                </a:lnTo>
                <a:lnTo>
                  <a:pt x="504825" y="704850"/>
                </a:lnTo>
                <a:lnTo>
                  <a:pt x="504825" y="695325"/>
                </a:lnTo>
                <a:lnTo>
                  <a:pt x="523875" y="695325"/>
                </a:lnTo>
                <a:lnTo>
                  <a:pt x="523875" y="704850"/>
                </a:lnTo>
                <a:lnTo>
                  <a:pt x="561975" y="704850"/>
                </a:lnTo>
                <a:lnTo>
                  <a:pt x="561975" y="695325"/>
                </a:lnTo>
                <a:lnTo>
                  <a:pt x="571500" y="695325"/>
                </a:lnTo>
                <a:lnTo>
                  <a:pt x="571500" y="666750"/>
                </a:lnTo>
                <a:lnTo>
                  <a:pt x="581025" y="666750"/>
                </a:lnTo>
                <a:close/>
                <a:moveTo>
                  <a:pt x="161925" y="676275"/>
                </a:moveTo>
                <a:lnTo>
                  <a:pt x="180975" y="676275"/>
                </a:lnTo>
                <a:lnTo>
                  <a:pt x="180975" y="685800"/>
                </a:lnTo>
                <a:lnTo>
                  <a:pt x="161925" y="685800"/>
                </a:lnTo>
                <a:close/>
                <a:moveTo>
                  <a:pt x="495300" y="676275"/>
                </a:moveTo>
                <a:lnTo>
                  <a:pt x="504825" y="676275"/>
                </a:lnTo>
                <a:lnTo>
                  <a:pt x="504825" y="685800"/>
                </a:lnTo>
                <a:lnTo>
                  <a:pt x="495300" y="685800"/>
                </a:lnTo>
                <a:close/>
                <a:moveTo>
                  <a:pt x="228600" y="704850"/>
                </a:moveTo>
                <a:lnTo>
                  <a:pt x="247650" y="704850"/>
                </a:lnTo>
                <a:lnTo>
                  <a:pt x="247650" y="723900"/>
                </a:lnTo>
                <a:lnTo>
                  <a:pt x="238125" y="723900"/>
                </a:lnTo>
                <a:lnTo>
                  <a:pt x="238125" y="714375"/>
                </a:lnTo>
                <a:lnTo>
                  <a:pt x="228600" y="714375"/>
                </a:lnTo>
                <a:close/>
                <a:moveTo>
                  <a:pt x="228600" y="723900"/>
                </a:moveTo>
                <a:lnTo>
                  <a:pt x="238125" y="723900"/>
                </a:lnTo>
                <a:lnTo>
                  <a:pt x="238125" y="733425"/>
                </a:lnTo>
                <a:lnTo>
                  <a:pt x="228600" y="733425"/>
                </a:lnTo>
                <a:close/>
                <a:moveTo>
                  <a:pt x="104775" y="733425"/>
                </a:moveTo>
                <a:lnTo>
                  <a:pt x="114300" y="733425"/>
                </a:lnTo>
                <a:lnTo>
                  <a:pt x="114300" y="752475"/>
                </a:lnTo>
                <a:lnTo>
                  <a:pt x="104775" y="752475"/>
                </a:lnTo>
                <a:close/>
                <a:moveTo>
                  <a:pt x="219075" y="733425"/>
                </a:moveTo>
                <a:lnTo>
                  <a:pt x="228600" y="733425"/>
                </a:lnTo>
                <a:lnTo>
                  <a:pt x="228600" y="742950"/>
                </a:lnTo>
                <a:lnTo>
                  <a:pt x="219075" y="742950"/>
                </a:lnTo>
                <a:close/>
                <a:moveTo>
                  <a:pt x="114300" y="771525"/>
                </a:moveTo>
                <a:lnTo>
                  <a:pt x="123825" y="771525"/>
                </a:lnTo>
                <a:lnTo>
                  <a:pt x="123825" y="781050"/>
                </a:lnTo>
                <a:lnTo>
                  <a:pt x="133350" y="781050"/>
                </a:lnTo>
                <a:lnTo>
                  <a:pt x="133350" y="790575"/>
                </a:lnTo>
                <a:lnTo>
                  <a:pt x="152400" y="790575"/>
                </a:lnTo>
                <a:lnTo>
                  <a:pt x="152400" y="800100"/>
                </a:lnTo>
                <a:lnTo>
                  <a:pt x="133350" y="800100"/>
                </a:lnTo>
                <a:lnTo>
                  <a:pt x="133350" y="809625"/>
                </a:lnTo>
                <a:lnTo>
                  <a:pt x="123825" y="809625"/>
                </a:lnTo>
                <a:lnTo>
                  <a:pt x="123825" y="800100"/>
                </a:lnTo>
                <a:lnTo>
                  <a:pt x="114300" y="800100"/>
                </a:lnTo>
                <a:close/>
                <a:moveTo>
                  <a:pt x="190500" y="771525"/>
                </a:moveTo>
                <a:lnTo>
                  <a:pt x="200025" y="771525"/>
                </a:lnTo>
                <a:lnTo>
                  <a:pt x="200025" y="781050"/>
                </a:lnTo>
                <a:lnTo>
                  <a:pt x="190500" y="781050"/>
                </a:lnTo>
                <a:close/>
              </a:path>
            </a:pathLst>
          </a:custGeom>
          <a:solidFill xmlns:a="http://schemas.openxmlformats.org/drawingml/2006/main">
            <a:srgbClr val="30503C"/>
          </a:solidFill>
          <a:ln xmlns:a="http://schemas.openxmlformats.org/drawingml/2006/main" w="0">
            <a:noFill/>
          </a:ln>
        </p:spPr>
      </p:sp>
      <p:sp>
        <p:nvSpPr>
          <p:cNvPr id="105" name="rocket vector #2c503b">
            <a:extLst xmlns:a="http://schemas.openxmlformats.org/drawingml/2006/main">
              <a:ext uri="{FF2B5EF4-FFF2-40B4-BE49-F238E27FC236}">
                <a16:creationId xmlns:a16="http://schemas.microsoft.com/office/drawing/2014/main" id="{63625851-01BC-42CE-B12E-C129F8DF285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5550" y="1495425"/>
            <a:ext cx="1057275" cy="866775"/>
          </a:xfrm>
          <a:custGeom xmlns:a="http://schemas.openxmlformats.org/drawingml/2006/main">
            <a:pathLst>
              <a:path w="1057275" h="866775">
                <a:moveTo>
                  <a:pt x="628650" y="95250"/>
                </a:moveTo>
                <a:lnTo>
                  <a:pt x="657225" y="95250"/>
                </a:lnTo>
                <a:lnTo>
                  <a:pt x="657225" y="104775"/>
                </a:lnTo>
                <a:lnTo>
                  <a:pt x="628650" y="104775"/>
                </a:lnTo>
                <a:close/>
                <a:moveTo>
                  <a:pt x="666750" y="95250"/>
                </a:moveTo>
                <a:lnTo>
                  <a:pt x="676275" y="95250"/>
                </a:lnTo>
                <a:lnTo>
                  <a:pt x="676275" y="104775"/>
                </a:lnTo>
                <a:lnTo>
                  <a:pt x="666750" y="104775"/>
                </a:lnTo>
                <a:close/>
                <a:moveTo>
                  <a:pt x="542925" y="104775"/>
                </a:moveTo>
                <a:lnTo>
                  <a:pt x="609600" y="104775"/>
                </a:lnTo>
                <a:lnTo>
                  <a:pt x="609600" y="114300"/>
                </a:lnTo>
                <a:lnTo>
                  <a:pt x="600075" y="114300"/>
                </a:lnTo>
                <a:lnTo>
                  <a:pt x="600075" y="123825"/>
                </a:lnTo>
                <a:lnTo>
                  <a:pt x="590550" y="123825"/>
                </a:lnTo>
                <a:lnTo>
                  <a:pt x="590550" y="114300"/>
                </a:lnTo>
                <a:lnTo>
                  <a:pt x="581025" y="114300"/>
                </a:lnTo>
                <a:lnTo>
                  <a:pt x="581025" y="123825"/>
                </a:lnTo>
                <a:lnTo>
                  <a:pt x="542925" y="123825"/>
                </a:lnTo>
                <a:close/>
                <a:moveTo>
                  <a:pt x="523875" y="114300"/>
                </a:moveTo>
                <a:lnTo>
                  <a:pt x="533400" y="114300"/>
                </a:lnTo>
                <a:lnTo>
                  <a:pt x="533400" y="123825"/>
                </a:lnTo>
                <a:lnTo>
                  <a:pt x="523875" y="123825"/>
                </a:lnTo>
                <a:close/>
                <a:moveTo>
                  <a:pt x="676275" y="123825"/>
                </a:moveTo>
                <a:lnTo>
                  <a:pt x="685800" y="123825"/>
                </a:lnTo>
                <a:lnTo>
                  <a:pt x="685800" y="133350"/>
                </a:lnTo>
                <a:lnTo>
                  <a:pt x="676275" y="133350"/>
                </a:lnTo>
                <a:close/>
                <a:moveTo>
                  <a:pt x="647700" y="161925"/>
                </a:moveTo>
                <a:lnTo>
                  <a:pt x="666750" y="161925"/>
                </a:lnTo>
                <a:lnTo>
                  <a:pt x="666750" y="190500"/>
                </a:lnTo>
                <a:lnTo>
                  <a:pt x="657225" y="190500"/>
                </a:lnTo>
                <a:lnTo>
                  <a:pt x="657225" y="171450"/>
                </a:lnTo>
                <a:lnTo>
                  <a:pt x="647700" y="171450"/>
                </a:lnTo>
                <a:close/>
                <a:moveTo>
                  <a:pt x="476250" y="171450"/>
                </a:moveTo>
                <a:lnTo>
                  <a:pt x="485775" y="171450"/>
                </a:lnTo>
                <a:lnTo>
                  <a:pt x="485775" y="190500"/>
                </a:lnTo>
                <a:lnTo>
                  <a:pt x="476250" y="190500"/>
                </a:lnTo>
                <a:close/>
                <a:moveTo>
                  <a:pt x="533400" y="171450"/>
                </a:moveTo>
                <a:lnTo>
                  <a:pt x="542925" y="171450"/>
                </a:lnTo>
                <a:lnTo>
                  <a:pt x="542925" y="180975"/>
                </a:lnTo>
                <a:lnTo>
                  <a:pt x="533400" y="180975"/>
                </a:lnTo>
                <a:close/>
                <a:moveTo>
                  <a:pt x="581025" y="171450"/>
                </a:moveTo>
                <a:lnTo>
                  <a:pt x="590550" y="171450"/>
                </a:lnTo>
                <a:lnTo>
                  <a:pt x="590550" y="180975"/>
                </a:lnTo>
                <a:lnTo>
                  <a:pt x="581025" y="180975"/>
                </a:lnTo>
                <a:close/>
                <a:moveTo>
                  <a:pt x="485775" y="190500"/>
                </a:moveTo>
                <a:lnTo>
                  <a:pt x="495300" y="190500"/>
                </a:lnTo>
                <a:lnTo>
                  <a:pt x="495300" y="200025"/>
                </a:lnTo>
                <a:lnTo>
                  <a:pt x="485775" y="200025"/>
                </a:lnTo>
                <a:close/>
                <a:moveTo>
                  <a:pt x="495300" y="200025"/>
                </a:moveTo>
                <a:lnTo>
                  <a:pt x="504825" y="200025"/>
                </a:lnTo>
                <a:lnTo>
                  <a:pt x="504825" y="209550"/>
                </a:lnTo>
                <a:lnTo>
                  <a:pt x="495300" y="209550"/>
                </a:lnTo>
                <a:close/>
                <a:moveTo>
                  <a:pt x="609600" y="247650"/>
                </a:moveTo>
                <a:lnTo>
                  <a:pt x="638175" y="247650"/>
                </a:lnTo>
                <a:lnTo>
                  <a:pt x="638175" y="257175"/>
                </a:lnTo>
                <a:lnTo>
                  <a:pt x="609600" y="257175"/>
                </a:lnTo>
                <a:close/>
                <a:moveTo>
                  <a:pt x="923925" y="247650"/>
                </a:moveTo>
                <a:lnTo>
                  <a:pt x="942975" y="247650"/>
                </a:lnTo>
                <a:lnTo>
                  <a:pt x="942975" y="257175"/>
                </a:lnTo>
                <a:lnTo>
                  <a:pt x="952500" y="257175"/>
                </a:lnTo>
                <a:lnTo>
                  <a:pt x="952500" y="276225"/>
                </a:lnTo>
                <a:lnTo>
                  <a:pt x="933450" y="276225"/>
                </a:lnTo>
                <a:lnTo>
                  <a:pt x="933450" y="266700"/>
                </a:lnTo>
                <a:lnTo>
                  <a:pt x="923925" y="266700"/>
                </a:lnTo>
                <a:close/>
                <a:moveTo>
                  <a:pt x="285750" y="276225"/>
                </a:moveTo>
                <a:lnTo>
                  <a:pt x="304800" y="276225"/>
                </a:lnTo>
                <a:lnTo>
                  <a:pt x="304800" y="285750"/>
                </a:lnTo>
                <a:lnTo>
                  <a:pt x="295275" y="285750"/>
                </a:lnTo>
                <a:lnTo>
                  <a:pt x="295275" y="295275"/>
                </a:lnTo>
                <a:lnTo>
                  <a:pt x="285750" y="295275"/>
                </a:lnTo>
                <a:close/>
                <a:moveTo>
                  <a:pt x="781050" y="276225"/>
                </a:moveTo>
                <a:lnTo>
                  <a:pt x="790575" y="276225"/>
                </a:lnTo>
                <a:lnTo>
                  <a:pt x="790575" y="295275"/>
                </a:lnTo>
                <a:lnTo>
                  <a:pt x="781050" y="295275"/>
                </a:lnTo>
                <a:close/>
                <a:moveTo>
                  <a:pt x="790575" y="295275"/>
                </a:moveTo>
                <a:lnTo>
                  <a:pt x="800100" y="295275"/>
                </a:lnTo>
                <a:lnTo>
                  <a:pt x="800100" y="304800"/>
                </a:lnTo>
                <a:lnTo>
                  <a:pt x="790575" y="304800"/>
                </a:lnTo>
                <a:close/>
                <a:moveTo>
                  <a:pt x="352425" y="314325"/>
                </a:moveTo>
                <a:lnTo>
                  <a:pt x="361950" y="314325"/>
                </a:lnTo>
                <a:lnTo>
                  <a:pt x="361950" y="333375"/>
                </a:lnTo>
                <a:lnTo>
                  <a:pt x="352425" y="333375"/>
                </a:lnTo>
                <a:close/>
                <a:moveTo>
                  <a:pt x="838200" y="323850"/>
                </a:moveTo>
                <a:lnTo>
                  <a:pt x="847725" y="323850"/>
                </a:lnTo>
                <a:lnTo>
                  <a:pt x="847725" y="352425"/>
                </a:lnTo>
                <a:lnTo>
                  <a:pt x="838200" y="352425"/>
                </a:lnTo>
                <a:lnTo>
                  <a:pt x="838200" y="361950"/>
                </a:lnTo>
                <a:lnTo>
                  <a:pt x="819150" y="361950"/>
                </a:lnTo>
                <a:lnTo>
                  <a:pt x="819150" y="352425"/>
                </a:lnTo>
                <a:lnTo>
                  <a:pt x="828675" y="352425"/>
                </a:lnTo>
                <a:lnTo>
                  <a:pt x="828675" y="333375"/>
                </a:lnTo>
                <a:lnTo>
                  <a:pt x="838200" y="333375"/>
                </a:lnTo>
                <a:close/>
                <a:moveTo>
                  <a:pt x="361950" y="333375"/>
                </a:moveTo>
                <a:lnTo>
                  <a:pt x="371475" y="333375"/>
                </a:lnTo>
                <a:lnTo>
                  <a:pt x="371475" y="342900"/>
                </a:lnTo>
                <a:lnTo>
                  <a:pt x="381000" y="342900"/>
                </a:lnTo>
                <a:lnTo>
                  <a:pt x="381000" y="352425"/>
                </a:lnTo>
                <a:lnTo>
                  <a:pt x="390525" y="352425"/>
                </a:lnTo>
                <a:lnTo>
                  <a:pt x="390525" y="361950"/>
                </a:lnTo>
                <a:lnTo>
                  <a:pt x="400050" y="361950"/>
                </a:lnTo>
                <a:lnTo>
                  <a:pt x="400050" y="371475"/>
                </a:lnTo>
                <a:lnTo>
                  <a:pt x="419100" y="371475"/>
                </a:lnTo>
                <a:lnTo>
                  <a:pt x="419100" y="390525"/>
                </a:lnTo>
                <a:lnTo>
                  <a:pt x="400050" y="390525"/>
                </a:lnTo>
                <a:lnTo>
                  <a:pt x="400050" y="381000"/>
                </a:lnTo>
                <a:lnTo>
                  <a:pt x="390525" y="381000"/>
                </a:lnTo>
                <a:lnTo>
                  <a:pt x="390525" y="371475"/>
                </a:lnTo>
                <a:lnTo>
                  <a:pt x="361950" y="371475"/>
                </a:lnTo>
                <a:close/>
                <a:moveTo>
                  <a:pt x="819150" y="371475"/>
                </a:moveTo>
                <a:lnTo>
                  <a:pt x="828675" y="371475"/>
                </a:lnTo>
                <a:lnTo>
                  <a:pt x="828675" y="381000"/>
                </a:lnTo>
                <a:lnTo>
                  <a:pt x="819150" y="381000"/>
                </a:lnTo>
                <a:close/>
                <a:moveTo>
                  <a:pt x="428625" y="381000"/>
                </a:moveTo>
                <a:lnTo>
                  <a:pt x="438150" y="381000"/>
                </a:lnTo>
                <a:lnTo>
                  <a:pt x="438150" y="390525"/>
                </a:lnTo>
                <a:lnTo>
                  <a:pt x="428625" y="390525"/>
                </a:lnTo>
                <a:close/>
                <a:moveTo>
                  <a:pt x="781050" y="381000"/>
                </a:moveTo>
                <a:lnTo>
                  <a:pt x="800100" y="381000"/>
                </a:lnTo>
                <a:lnTo>
                  <a:pt x="800100" y="390525"/>
                </a:lnTo>
                <a:lnTo>
                  <a:pt x="781050" y="390525"/>
                </a:lnTo>
                <a:close/>
                <a:moveTo>
                  <a:pt x="438150" y="390525"/>
                </a:moveTo>
                <a:lnTo>
                  <a:pt x="457200" y="390525"/>
                </a:lnTo>
                <a:lnTo>
                  <a:pt x="457200" y="400050"/>
                </a:lnTo>
                <a:lnTo>
                  <a:pt x="466725" y="400050"/>
                </a:lnTo>
                <a:lnTo>
                  <a:pt x="466725" y="428625"/>
                </a:lnTo>
                <a:lnTo>
                  <a:pt x="476250" y="428625"/>
                </a:lnTo>
                <a:lnTo>
                  <a:pt x="476250" y="438150"/>
                </a:lnTo>
                <a:lnTo>
                  <a:pt x="457200" y="438150"/>
                </a:lnTo>
                <a:lnTo>
                  <a:pt x="457200" y="428625"/>
                </a:lnTo>
                <a:lnTo>
                  <a:pt x="447675" y="428625"/>
                </a:lnTo>
                <a:lnTo>
                  <a:pt x="447675" y="419100"/>
                </a:lnTo>
                <a:lnTo>
                  <a:pt x="428625" y="419100"/>
                </a:lnTo>
                <a:lnTo>
                  <a:pt x="428625" y="409575"/>
                </a:lnTo>
                <a:lnTo>
                  <a:pt x="438150" y="409575"/>
                </a:lnTo>
                <a:close/>
                <a:moveTo>
                  <a:pt x="514350" y="390525"/>
                </a:moveTo>
                <a:lnTo>
                  <a:pt x="542925" y="390525"/>
                </a:lnTo>
                <a:lnTo>
                  <a:pt x="542925" y="409575"/>
                </a:lnTo>
                <a:lnTo>
                  <a:pt x="533400" y="409575"/>
                </a:lnTo>
                <a:lnTo>
                  <a:pt x="533400" y="457200"/>
                </a:lnTo>
                <a:lnTo>
                  <a:pt x="523875" y="457200"/>
                </a:lnTo>
                <a:lnTo>
                  <a:pt x="523875" y="438150"/>
                </a:lnTo>
                <a:lnTo>
                  <a:pt x="504825" y="438150"/>
                </a:lnTo>
                <a:lnTo>
                  <a:pt x="504825" y="457200"/>
                </a:lnTo>
                <a:lnTo>
                  <a:pt x="485775" y="457200"/>
                </a:lnTo>
                <a:lnTo>
                  <a:pt x="485775" y="447675"/>
                </a:lnTo>
                <a:lnTo>
                  <a:pt x="476250" y="447675"/>
                </a:lnTo>
                <a:lnTo>
                  <a:pt x="476250" y="438150"/>
                </a:lnTo>
                <a:lnTo>
                  <a:pt x="495300" y="438150"/>
                </a:lnTo>
                <a:lnTo>
                  <a:pt x="495300" y="419100"/>
                </a:lnTo>
                <a:lnTo>
                  <a:pt x="504825" y="419100"/>
                </a:lnTo>
                <a:lnTo>
                  <a:pt x="504825" y="400050"/>
                </a:lnTo>
                <a:lnTo>
                  <a:pt x="514350" y="400050"/>
                </a:lnTo>
                <a:close/>
                <a:moveTo>
                  <a:pt x="723900" y="457200"/>
                </a:moveTo>
                <a:lnTo>
                  <a:pt x="733425" y="457200"/>
                </a:lnTo>
                <a:lnTo>
                  <a:pt x="733425" y="466725"/>
                </a:lnTo>
                <a:lnTo>
                  <a:pt x="723900" y="466725"/>
                </a:lnTo>
                <a:close/>
                <a:moveTo>
                  <a:pt x="742950" y="466725"/>
                </a:moveTo>
                <a:lnTo>
                  <a:pt x="752475" y="466725"/>
                </a:lnTo>
                <a:lnTo>
                  <a:pt x="752475" y="476250"/>
                </a:lnTo>
                <a:lnTo>
                  <a:pt x="742950" y="476250"/>
                </a:lnTo>
                <a:close/>
                <a:moveTo>
                  <a:pt x="752475" y="476250"/>
                </a:moveTo>
                <a:lnTo>
                  <a:pt x="771525" y="476250"/>
                </a:lnTo>
                <a:lnTo>
                  <a:pt x="771525" y="485775"/>
                </a:lnTo>
                <a:lnTo>
                  <a:pt x="762000" y="485775"/>
                </a:lnTo>
                <a:lnTo>
                  <a:pt x="762000" y="495300"/>
                </a:lnTo>
                <a:lnTo>
                  <a:pt x="752475" y="495300"/>
                </a:lnTo>
                <a:lnTo>
                  <a:pt x="752475" y="514350"/>
                </a:lnTo>
                <a:lnTo>
                  <a:pt x="742950" y="514350"/>
                </a:lnTo>
                <a:lnTo>
                  <a:pt x="742950" y="523875"/>
                </a:lnTo>
                <a:lnTo>
                  <a:pt x="733425" y="523875"/>
                </a:lnTo>
                <a:lnTo>
                  <a:pt x="733425" y="533400"/>
                </a:lnTo>
                <a:lnTo>
                  <a:pt x="723900" y="533400"/>
                </a:lnTo>
                <a:lnTo>
                  <a:pt x="723900" y="514350"/>
                </a:lnTo>
                <a:lnTo>
                  <a:pt x="704850" y="514350"/>
                </a:lnTo>
                <a:lnTo>
                  <a:pt x="704850" y="542925"/>
                </a:lnTo>
                <a:lnTo>
                  <a:pt x="695325" y="542925"/>
                </a:lnTo>
                <a:lnTo>
                  <a:pt x="695325" y="504825"/>
                </a:lnTo>
                <a:lnTo>
                  <a:pt x="723900" y="504825"/>
                </a:lnTo>
                <a:lnTo>
                  <a:pt x="723900" y="495300"/>
                </a:lnTo>
                <a:lnTo>
                  <a:pt x="742950" y="495300"/>
                </a:lnTo>
                <a:lnTo>
                  <a:pt x="742950" y="485775"/>
                </a:lnTo>
                <a:lnTo>
                  <a:pt x="752475" y="485775"/>
                </a:lnTo>
                <a:close/>
                <a:moveTo>
                  <a:pt x="657225" y="514350"/>
                </a:moveTo>
                <a:lnTo>
                  <a:pt x="676275" y="514350"/>
                </a:lnTo>
                <a:lnTo>
                  <a:pt x="676275" y="523875"/>
                </a:lnTo>
                <a:lnTo>
                  <a:pt x="657225" y="523875"/>
                </a:lnTo>
                <a:close/>
                <a:moveTo>
                  <a:pt x="638175" y="523875"/>
                </a:moveTo>
                <a:lnTo>
                  <a:pt x="657225" y="523875"/>
                </a:lnTo>
                <a:lnTo>
                  <a:pt x="657225" y="533400"/>
                </a:lnTo>
                <a:lnTo>
                  <a:pt x="638175" y="533400"/>
                </a:lnTo>
                <a:close/>
                <a:moveTo>
                  <a:pt x="714375" y="533400"/>
                </a:moveTo>
                <a:lnTo>
                  <a:pt x="723900" y="533400"/>
                </a:lnTo>
                <a:lnTo>
                  <a:pt x="723900" y="552450"/>
                </a:lnTo>
                <a:lnTo>
                  <a:pt x="714375" y="552450"/>
                </a:lnTo>
                <a:close/>
                <a:moveTo>
                  <a:pt x="400050" y="542925"/>
                </a:moveTo>
                <a:lnTo>
                  <a:pt x="428625" y="542925"/>
                </a:lnTo>
                <a:lnTo>
                  <a:pt x="428625" y="561975"/>
                </a:lnTo>
                <a:lnTo>
                  <a:pt x="400050" y="561975"/>
                </a:lnTo>
                <a:lnTo>
                  <a:pt x="400050" y="571500"/>
                </a:lnTo>
                <a:lnTo>
                  <a:pt x="381000" y="571500"/>
                </a:lnTo>
                <a:lnTo>
                  <a:pt x="381000" y="552450"/>
                </a:lnTo>
                <a:lnTo>
                  <a:pt x="400050" y="552450"/>
                </a:lnTo>
                <a:close/>
                <a:moveTo>
                  <a:pt x="438150" y="542925"/>
                </a:moveTo>
                <a:lnTo>
                  <a:pt x="466725" y="542925"/>
                </a:lnTo>
                <a:lnTo>
                  <a:pt x="466725" y="552450"/>
                </a:lnTo>
                <a:lnTo>
                  <a:pt x="438150" y="552450"/>
                </a:lnTo>
                <a:close/>
                <a:moveTo>
                  <a:pt x="609600" y="552450"/>
                </a:moveTo>
                <a:lnTo>
                  <a:pt x="619125" y="552450"/>
                </a:lnTo>
                <a:lnTo>
                  <a:pt x="619125" y="581025"/>
                </a:lnTo>
                <a:lnTo>
                  <a:pt x="600075" y="581025"/>
                </a:lnTo>
                <a:lnTo>
                  <a:pt x="600075" y="561975"/>
                </a:lnTo>
                <a:lnTo>
                  <a:pt x="609600" y="561975"/>
                </a:lnTo>
                <a:close/>
                <a:moveTo>
                  <a:pt x="695325" y="561975"/>
                </a:moveTo>
                <a:lnTo>
                  <a:pt x="704850" y="561975"/>
                </a:lnTo>
                <a:lnTo>
                  <a:pt x="704850" y="571500"/>
                </a:lnTo>
                <a:lnTo>
                  <a:pt x="695325" y="571500"/>
                </a:lnTo>
                <a:close/>
                <a:moveTo>
                  <a:pt x="276225" y="581025"/>
                </a:moveTo>
                <a:lnTo>
                  <a:pt x="285750" y="581025"/>
                </a:lnTo>
                <a:lnTo>
                  <a:pt x="285750" y="590550"/>
                </a:lnTo>
                <a:lnTo>
                  <a:pt x="276225" y="590550"/>
                </a:lnTo>
                <a:close/>
                <a:moveTo>
                  <a:pt x="581025" y="600075"/>
                </a:moveTo>
                <a:lnTo>
                  <a:pt x="590550" y="600075"/>
                </a:lnTo>
                <a:lnTo>
                  <a:pt x="590550" y="609600"/>
                </a:lnTo>
                <a:lnTo>
                  <a:pt x="581025" y="609600"/>
                </a:lnTo>
                <a:close/>
                <a:moveTo>
                  <a:pt x="304800" y="609600"/>
                </a:moveTo>
                <a:lnTo>
                  <a:pt x="314325" y="609600"/>
                </a:lnTo>
                <a:lnTo>
                  <a:pt x="314325" y="619125"/>
                </a:lnTo>
                <a:lnTo>
                  <a:pt x="304800" y="619125"/>
                </a:lnTo>
                <a:close/>
                <a:moveTo>
                  <a:pt x="533400" y="609600"/>
                </a:moveTo>
                <a:lnTo>
                  <a:pt x="542925" y="609600"/>
                </a:lnTo>
                <a:lnTo>
                  <a:pt x="542925" y="619125"/>
                </a:lnTo>
                <a:lnTo>
                  <a:pt x="533400" y="619125"/>
                </a:lnTo>
                <a:close/>
                <a:moveTo>
                  <a:pt x="561975" y="609600"/>
                </a:moveTo>
                <a:lnTo>
                  <a:pt x="581025" y="609600"/>
                </a:lnTo>
                <a:lnTo>
                  <a:pt x="581025" y="619125"/>
                </a:lnTo>
                <a:lnTo>
                  <a:pt x="571500" y="619125"/>
                </a:lnTo>
                <a:lnTo>
                  <a:pt x="571500" y="628650"/>
                </a:lnTo>
                <a:lnTo>
                  <a:pt x="552450" y="628650"/>
                </a:lnTo>
                <a:lnTo>
                  <a:pt x="552450" y="619125"/>
                </a:lnTo>
                <a:lnTo>
                  <a:pt x="561975" y="619125"/>
                </a:lnTo>
                <a:close/>
                <a:moveTo>
                  <a:pt x="619125" y="619125"/>
                </a:moveTo>
                <a:lnTo>
                  <a:pt x="638175" y="619125"/>
                </a:lnTo>
                <a:lnTo>
                  <a:pt x="638175" y="628650"/>
                </a:lnTo>
                <a:lnTo>
                  <a:pt x="619125" y="628650"/>
                </a:lnTo>
                <a:close/>
                <a:moveTo>
                  <a:pt x="609600" y="628650"/>
                </a:moveTo>
                <a:lnTo>
                  <a:pt x="619125" y="628650"/>
                </a:lnTo>
                <a:lnTo>
                  <a:pt x="619125" y="638175"/>
                </a:lnTo>
                <a:lnTo>
                  <a:pt x="609600" y="638175"/>
                </a:lnTo>
                <a:close/>
                <a:moveTo>
                  <a:pt x="600075" y="638175"/>
                </a:moveTo>
                <a:lnTo>
                  <a:pt x="609600" y="638175"/>
                </a:lnTo>
                <a:lnTo>
                  <a:pt x="609600" y="647700"/>
                </a:lnTo>
                <a:lnTo>
                  <a:pt x="600075" y="647700"/>
                </a:lnTo>
                <a:close/>
                <a:moveTo>
                  <a:pt x="590550" y="647700"/>
                </a:moveTo>
                <a:lnTo>
                  <a:pt x="600075" y="647700"/>
                </a:lnTo>
                <a:lnTo>
                  <a:pt x="600075" y="657225"/>
                </a:lnTo>
                <a:lnTo>
                  <a:pt x="590550" y="657225"/>
                </a:lnTo>
                <a:close/>
                <a:moveTo>
                  <a:pt x="171450" y="685800"/>
                </a:moveTo>
                <a:lnTo>
                  <a:pt x="190500" y="685800"/>
                </a:lnTo>
                <a:lnTo>
                  <a:pt x="190500" y="695325"/>
                </a:lnTo>
                <a:lnTo>
                  <a:pt x="171450" y="695325"/>
                </a:lnTo>
                <a:close/>
                <a:moveTo>
                  <a:pt x="209550" y="704850"/>
                </a:moveTo>
                <a:lnTo>
                  <a:pt x="228600" y="704850"/>
                </a:lnTo>
                <a:lnTo>
                  <a:pt x="228600" y="714375"/>
                </a:lnTo>
                <a:lnTo>
                  <a:pt x="209550" y="714375"/>
                </a:lnTo>
                <a:close/>
                <a:moveTo>
                  <a:pt x="114300" y="742950"/>
                </a:moveTo>
                <a:lnTo>
                  <a:pt x="142875" y="742950"/>
                </a:lnTo>
                <a:lnTo>
                  <a:pt x="142875" y="771525"/>
                </a:lnTo>
                <a:lnTo>
                  <a:pt x="152400" y="771525"/>
                </a:lnTo>
                <a:lnTo>
                  <a:pt x="152400" y="790575"/>
                </a:lnTo>
                <a:lnTo>
                  <a:pt x="133350" y="790575"/>
                </a:lnTo>
                <a:lnTo>
                  <a:pt x="133350" y="781050"/>
                </a:lnTo>
                <a:lnTo>
                  <a:pt x="123825" y="781050"/>
                </a:lnTo>
                <a:lnTo>
                  <a:pt x="123825" y="752475"/>
                </a:lnTo>
                <a:lnTo>
                  <a:pt x="114300" y="752475"/>
                </a:lnTo>
                <a:close/>
              </a:path>
            </a:pathLst>
          </a:custGeom>
          <a:solidFill xmlns:a="http://schemas.openxmlformats.org/drawingml/2006/main">
            <a:srgbClr val="2C503B"/>
          </a:solidFill>
          <a:ln xmlns:a="http://schemas.openxmlformats.org/drawingml/2006/main" w="0">
            <a:noFill/>
          </a:ln>
        </p:spPr>
      </p:sp>
      <p:sp>
        <p:nvSpPr>
          <p:cNvPr id="106" name="rocket vector #2b503b">
            <a:extLst xmlns:a="http://schemas.openxmlformats.org/drawingml/2006/main">
              <a:ext uri="{FF2B5EF4-FFF2-40B4-BE49-F238E27FC236}">
                <a16:creationId xmlns:a16="http://schemas.microsoft.com/office/drawing/2014/main" id="{3E8C855A-1099-4CEF-A5AA-564C3478FFD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5550" y="1495425"/>
            <a:ext cx="1057275" cy="866775"/>
          </a:xfrm>
          <a:custGeom xmlns:a="http://schemas.openxmlformats.org/drawingml/2006/main">
            <a:pathLst>
              <a:path w="1057275" h="866775">
                <a:moveTo>
                  <a:pt x="533400" y="123825"/>
                </a:moveTo>
                <a:lnTo>
                  <a:pt x="542925" y="123825"/>
                </a:lnTo>
                <a:lnTo>
                  <a:pt x="542925" y="152400"/>
                </a:lnTo>
                <a:lnTo>
                  <a:pt x="552450" y="152400"/>
                </a:lnTo>
                <a:lnTo>
                  <a:pt x="552450" y="171450"/>
                </a:lnTo>
                <a:lnTo>
                  <a:pt x="523875" y="171450"/>
                </a:lnTo>
                <a:lnTo>
                  <a:pt x="523875" y="161925"/>
                </a:lnTo>
                <a:lnTo>
                  <a:pt x="514350" y="161925"/>
                </a:lnTo>
                <a:lnTo>
                  <a:pt x="514350" y="142875"/>
                </a:lnTo>
                <a:lnTo>
                  <a:pt x="523875" y="142875"/>
                </a:lnTo>
                <a:lnTo>
                  <a:pt x="523875" y="133350"/>
                </a:lnTo>
                <a:lnTo>
                  <a:pt x="533400" y="133350"/>
                </a:lnTo>
                <a:close/>
                <a:moveTo>
                  <a:pt x="590550" y="133350"/>
                </a:moveTo>
                <a:lnTo>
                  <a:pt x="600075" y="133350"/>
                </a:lnTo>
                <a:lnTo>
                  <a:pt x="600075" y="142875"/>
                </a:lnTo>
                <a:lnTo>
                  <a:pt x="590550" y="142875"/>
                </a:lnTo>
                <a:close/>
                <a:moveTo>
                  <a:pt x="561975" y="152400"/>
                </a:moveTo>
                <a:lnTo>
                  <a:pt x="590550" y="152400"/>
                </a:lnTo>
                <a:lnTo>
                  <a:pt x="590550" y="161925"/>
                </a:lnTo>
                <a:lnTo>
                  <a:pt x="600075" y="161925"/>
                </a:lnTo>
                <a:lnTo>
                  <a:pt x="600075" y="152400"/>
                </a:lnTo>
                <a:lnTo>
                  <a:pt x="647700" y="152400"/>
                </a:lnTo>
                <a:lnTo>
                  <a:pt x="647700" y="171450"/>
                </a:lnTo>
                <a:lnTo>
                  <a:pt x="657225" y="171450"/>
                </a:lnTo>
                <a:lnTo>
                  <a:pt x="657225" y="209550"/>
                </a:lnTo>
                <a:lnTo>
                  <a:pt x="638175" y="209550"/>
                </a:lnTo>
                <a:lnTo>
                  <a:pt x="638175" y="219075"/>
                </a:lnTo>
                <a:lnTo>
                  <a:pt x="628650" y="219075"/>
                </a:lnTo>
                <a:lnTo>
                  <a:pt x="628650" y="190500"/>
                </a:lnTo>
                <a:lnTo>
                  <a:pt x="619125" y="190500"/>
                </a:lnTo>
                <a:lnTo>
                  <a:pt x="619125" y="180975"/>
                </a:lnTo>
                <a:lnTo>
                  <a:pt x="609600" y="180975"/>
                </a:lnTo>
                <a:lnTo>
                  <a:pt x="609600" y="171450"/>
                </a:lnTo>
                <a:lnTo>
                  <a:pt x="571500" y="171450"/>
                </a:lnTo>
                <a:lnTo>
                  <a:pt x="571500" y="161925"/>
                </a:lnTo>
                <a:lnTo>
                  <a:pt x="561975" y="161925"/>
                </a:lnTo>
                <a:close/>
                <a:moveTo>
                  <a:pt x="485775" y="180975"/>
                </a:moveTo>
                <a:lnTo>
                  <a:pt x="495300" y="180975"/>
                </a:lnTo>
                <a:lnTo>
                  <a:pt x="495300" y="190500"/>
                </a:lnTo>
                <a:lnTo>
                  <a:pt x="485775" y="190500"/>
                </a:lnTo>
                <a:close/>
                <a:moveTo>
                  <a:pt x="495300" y="190500"/>
                </a:moveTo>
                <a:lnTo>
                  <a:pt x="504825" y="190500"/>
                </a:lnTo>
                <a:lnTo>
                  <a:pt x="504825" y="200025"/>
                </a:lnTo>
                <a:lnTo>
                  <a:pt x="495300" y="200025"/>
                </a:lnTo>
                <a:close/>
                <a:moveTo>
                  <a:pt x="295275" y="285750"/>
                </a:moveTo>
                <a:lnTo>
                  <a:pt x="314325" y="285750"/>
                </a:lnTo>
                <a:lnTo>
                  <a:pt x="314325" y="295275"/>
                </a:lnTo>
                <a:lnTo>
                  <a:pt x="371475" y="295275"/>
                </a:lnTo>
                <a:lnTo>
                  <a:pt x="371475" y="314325"/>
                </a:lnTo>
                <a:lnTo>
                  <a:pt x="352425" y="314325"/>
                </a:lnTo>
                <a:lnTo>
                  <a:pt x="352425" y="333375"/>
                </a:lnTo>
                <a:lnTo>
                  <a:pt x="314325" y="333375"/>
                </a:lnTo>
                <a:lnTo>
                  <a:pt x="314325" y="323850"/>
                </a:lnTo>
                <a:lnTo>
                  <a:pt x="295275" y="323850"/>
                </a:lnTo>
                <a:lnTo>
                  <a:pt x="295275" y="314325"/>
                </a:lnTo>
                <a:lnTo>
                  <a:pt x="285750" y="314325"/>
                </a:lnTo>
                <a:lnTo>
                  <a:pt x="285750" y="295275"/>
                </a:lnTo>
                <a:lnTo>
                  <a:pt x="295275" y="295275"/>
                </a:lnTo>
                <a:close/>
                <a:moveTo>
                  <a:pt x="800100" y="295275"/>
                </a:moveTo>
                <a:lnTo>
                  <a:pt x="819150" y="295275"/>
                </a:lnTo>
                <a:lnTo>
                  <a:pt x="819150" y="304800"/>
                </a:lnTo>
                <a:lnTo>
                  <a:pt x="838200" y="304800"/>
                </a:lnTo>
                <a:lnTo>
                  <a:pt x="838200" y="333375"/>
                </a:lnTo>
                <a:lnTo>
                  <a:pt x="819150" y="333375"/>
                </a:lnTo>
                <a:lnTo>
                  <a:pt x="819150" y="323850"/>
                </a:lnTo>
                <a:lnTo>
                  <a:pt x="809625" y="323850"/>
                </a:lnTo>
                <a:lnTo>
                  <a:pt x="809625" y="314325"/>
                </a:lnTo>
                <a:lnTo>
                  <a:pt x="800100" y="314325"/>
                </a:lnTo>
                <a:close/>
                <a:moveTo>
                  <a:pt x="809625" y="361950"/>
                </a:moveTo>
                <a:lnTo>
                  <a:pt x="838200" y="361950"/>
                </a:lnTo>
                <a:lnTo>
                  <a:pt x="838200" y="390525"/>
                </a:lnTo>
                <a:lnTo>
                  <a:pt x="828675" y="390525"/>
                </a:lnTo>
                <a:lnTo>
                  <a:pt x="828675" y="371475"/>
                </a:lnTo>
                <a:lnTo>
                  <a:pt x="819150" y="371475"/>
                </a:lnTo>
                <a:lnTo>
                  <a:pt x="819150" y="390525"/>
                </a:lnTo>
                <a:lnTo>
                  <a:pt x="800100" y="390525"/>
                </a:lnTo>
                <a:lnTo>
                  <a:pt x="800100" y="381000"/>
                </a:lnTo>
                <a:lnTo>
                  <a:pt x="809625" y="381000"/>
                </a:lnTo>
                <a:close/>
                <a:moveTo>
                  <a:pt x="466725" y="409575"/>
                </a:moveTo>
                <a:lnTo>
                  <a:pt x="476250" y="409575"/>
                </a:lnTo>
                <a:lnTo>
                  <a:pt x="476250" y="419100"/>
                </a:lnTo>
                <a:lnTo>
                  <a:pt x="495300" y="419100"/>
                </a:lnTo>
                <a:lnTo>
                  <a:pt x="495300" y="438150"/>
                </a:lnTo>
                <a:lnTo>
                  <a:pt x="476250" y="438150"/>
                </a:lnTo>
                <a:lnTo>
                  <a:pt x="476250" y="428625"/>
                </a:lnTo>
                <a:lnTo>
                  <a:pt x="466725" y="428625"/>
                </a:lnTo>
                <a:close/>
                <a:moveTo>
                  <a:pt x="504825" y="438150"/>
                </a:moveTo>
                <a:lnTo>
                  <a:pt x="523875" y="438150"/>
                </a:lnTo>
                <a:lnTo>
                  <a:pt x="523875" y="466725"/>
                </a:lnTo>
                <a:lnTo>
                  <a:pt x="514350" y="466725"/>
                </a:lnTo>
                <a:lnTo>
                  <a:pt x="514350" y="457200"/>
                </a:lnTo>
                <a:lnTo>
                  <a:pt x="504825" y="457200"/>
                </a:lnTo>
                <a:close/>
                <a:moveTo>
                  <a:pt x="723900" y="466725"/>
                </a:moveTo>
                <a:lnTo>
                  <a:pt x="742950" y="466725"/>
                </a:lnTo>
                <a:lnTo>
                  <a:pt x="742950" y="476250"/>
                </a:lnTo>
                <a:lnTo>
                  <a:pt x="752475" y="476250"/>
                </a:lnTo>
                <a:lnTo>
                  <a:pt x="752475" y="485775"/>
                </a:lnTo>
                <a:lnTo>
                  <a:pt x="742950" y="485775"/>
                </a:lnTo>
                <a:lnTo>
                  <a:pt x="742950" y="495300"/>
                </a:lnTo>
                <a:lnTo>
                  <a:pt x="723900" y="495300"/>
                </a:lnTo>
                <a:lnTo>
                  <a:pt x="723900" y="504825"/>
                </a:lnTo>
                <a:lnTo>
                  <a:pt x="695325" y="504825"/>
                </a:lnTo>
                <a:lnTo>
                  <a:pt x="695325" y="495300"/>
                </a:lnTo>
                <a:lnTo>
                  <a:pt x="704850" y="495300"/>
                </a:lnTo>
                <a:lnTo>
                  <a:pt x="704850" y="485775"/>
                </a:lnTo>
                <a:lnTo>
                  <a:pt x="723900" y="485775"/>
                </a:lnTo>
                <a:close/>
                <a:moveTo>
                  <a:pt x="685800" y="504825"/>
                </a:moveTo>
                <a:lnTo>
                  <a:pt x="695325" y="504825"/>
                </a:lnTo>
                <a:lnTo>
                  <a:pt x="695325" y="542925"/>
                </a:lnTo>
                <a:lnTo>
                  <a:pt x="676275" y="542925"/>
                </a:lnTo>
                <a:lnTo>
                  <a:pt x="676275" y="533400"/>
                </a:lnTo>
                <a:lnTo>
                  <a:pt x="666750" y="533400"/>
                </a:lnTo>
                <a:lnTo>
                  <a:pt x="666750" y="523875"/>
                </a:lnTo>
                <a:lnTo>
                  <a:pt x="676275" y="523875"/>
                </a:lnTo>
                <a:lnTo>
                  <a:pt x="676275" y="514350"/>
                </a:lnTo>
                <a:lnTo>
                  <a:pt x="685800" y="514350"/>
                </a:lnTo>
                <a:close/>
                <a:moveTo>
                  <a:pt x="371475" y="523875"/>
                </a:moveTo>
                <a:lnTo>
                  <a:pt x="419100" y="523875"/>
                </a:lnTo>
                <a:lnTo>
                  <a:pt x="419100" y="533400"/>
                </a:lnTo>
                <a:lnTo>
                  <a:pt x="428625" y="533400"/>
                </a:lnTo>
                <a:lnTo>
                  <a:pt x="428625" y="542925"/>
                </a:lnTo>
                <a:lnTo>
                  <a:pt x="400050" y="542925"/>
                </a:lnTo>
                <a:lnTo>
                  <a:pt x="400050" y="552450"/>
                </a:lnTo>
                <a:lnTo>
                  <a:pt x="381000" y="552450"/>
                </a:lnTo>
                <a:lnTo>
                  <a:pt x="381000" y="571500"/>
                </a:lnTo>
                <a:lnTo>
                  <a:pt x="371475" y="571500"/>
                </a:lnTo>
                <a:lnTo>
                  <a:pt x="371475" y="561975"/>
                </a:lnTo>
                <a:lnTo>
                  <a:pt x="361950" y="561975"/>
                </a:lnTo>
                <a:lnTo>
                  <a:pt x="361950" y="552450"/>
                </a:lnTo>
                <a:lnTo>
                  <a:pt x="352425" y="552450"/>
                </a:lnTo>
                <a:lnTo>
                  <a:pt x="352425" y="542925"/>
                </a:lnTo>
                <a:lnTo>
                  <a:pt x="361950" y="542925"/>
                </a:lnTo>
                <a:lnTo>
                  <a:pt x="361950" y="533400"/>
                </a:lnTo>
                <a:lnTo>
                  <a:pt x="371475" y="533400"/>
                </a:lnTo>
                <a:close/>
                <a:moveTo>
                  <a:pt x="304800" y="571500"/>
                </a:moveTo>
                <a:lnTo>
                  <a:pt x="323850" y="571500"/>
                </a:lnTo>
                <a:lnTo>
                  <a:pt x="323850" y="600075"/>
                </a:lnTo>
                <a:lnTo>
                  <a:pt x="333375" y="600075"/>
                </a:lnTo>
                <a:lnTo>
                  <a:pt x="333375" y="609600"/>
                </a:lnTo>
                <a:lnTo>
                  <a:pt x="295275" y="609600"/>
                </a:lnTo>
                <a:lnTo>
                  <a:pt x="295275" y="600075"/>
                </a:lnTo>
                <a:lnTo>
                  <a:pt x="285750" y="600075"/>
                </a:lnTo>
                <a:lnTo>
                  <a:pt x="285750" y="581025"/>
                </a:lnTo>
                <a:lnTo>
                  <a:pt x="304800" y="581025"/>
                </a:lnTo>
                <a:close/>
                <a:moveTo>
                  <a:pt x="619125" y="571500"/>
                </a:moveTo>
                <a:lnTo>
                  <a:pt x="638175" y="571500"/>
                </a:lnTo>
                <a:lnTo>
                  <a:pt x="638175" y="609600"/>
                </a:lnTo>
                <a:lnTo>
                  <a:pt x="628650" y="609600"/>
                </a:lnTo>
                <a:lnTo>
                  <a:pt x="628650" y="619125"/>
                </a:lnTo>
                <a:lnTo>
                  <a:pt x="619125" y="619125"/>
                </a:lnTo>
                <a:lnTo>
                  <a:pt x="619125" y="628650"/>
                </a:lnTo>
                <a:lnTo>
                  <a:pt x="609600" y="628650"/>
                </a:lnTo>
                <a:lnTo>
                  <a:pt x="609600" y="638175"/>
                </a:lnTo>
                <a:lnTo>
                  <a:pt x="600075" y="638175"/>
                </a:lnTo>
                <a:lnTo>
                  <a:pt x="600075" y="647700"/>
                </a:lnTo>
                <a:lnTo>
                  <a:pt x="590550" y="647700"/>
                </a:lnTo>
                <a:lnTo>
                  <a:pt x="590550" y="657225"/>
                </a:lnTo>
                <a:lnTo>
                  <a:pt x="552450" y="657225"/>
                </a:lnTo>
                <a:lnTo>
                  <a:pt x="552450" y="647700"/>
                </a:lnTo>
                <a:lnTo>
                  <a:pt x="561975" y="647700"/>
                </a:lnTo>
                <a:lnTo>
                  <a:pt x="561975" y="628650"/>
                </a:lnTo>
                <a:lnTo>
                  <a:pt x="571500" y="628650"/>
                </a:lnTo>
                <a:lnTo>
                  <a:pt x="571500" y="619125"/>
                </a:lnTo>
                <a:lnTo>
                  <a:pt x="581025" y="619125"/>
                </a:lnTo>
                <a:lnTo>
                  <a:pt x="581025" y="609600"/>
                </a:lnTo>
                <a:lnTo>
                  <a:pt x="590550" y="609600"/>
                </a:lnTo>
                <a:lnTo>
                  <a:pt x="590550" y="600075"/>
                </a:lnTo>
                <a:lnTo>
                  <a:pt x="600075" y="600075"/>
                </a:lnTo>
                <a:lnTo>
                  <a:pt x="600075" y="581025"/>
                </a:lnTo>
                <a:lnTo>
                  <a:pt x="619125" y="581025"/>
                </a:lnTo>
                <a:close/>
                <a:moveTo>
                  <a:pt x="171450" y="695325"/>
                </a:moveTo>
                <a:lnTo>
                  <a:pt x="209550" y="695325"/>
                </a:lnTo>
                <a:lnTo>
                  <a:pt x="209550" y="714375"/>
                </a:lnTo>
                <a:lnTo>
                  <a:pt x="219075" y="714375"/>
                </a:lnTo>
                <a:lnTo>
                  <a:pt x="219075" y="723900"/>
                </a:lnTo>
                <a:lnTo>
                  <a:pt x="200025" y="723900"/>
                </a:lnTo>
                <a:lnTo>
                  <a:pt x="200025" y="733425"/>
                </a:lnTo>
                <a:lnTo>
                  <a:pt x="180975" y="733425"/>
                </a:lnTo>
                <a:lnTo>
                  <a:pt x="180975" y="742950"/>
                </a:lnTo>
                <a:lnTo>
                  <a:pt x="171450" y="742950"/>
                </a:lnTo>
                <a:lnTo>
                  <a:pt x="171450" y="762000"/>
                </a:lnTo>
                <a:lnTo>
                  <a:pt x="152400" y="762000"/>
                </a:lnTo>
                <a:lnTo>
                  <a:pt x="152400" y="771525"/>
                </a:lnTo>
                <a:lnTo>
                  <a:pt x="142875" y="771525"/>
                </a:lnTo>
                <a:lnTo>
                  <a:pt x="142875" y="742950"/>
                </a:lnTo>
                <a:lnTo>
                  <a:pt x="152400" y="742950"/>
                </a:lnTo>
                <a:lnTo>
                  <a:pt x="152400" y="733425"/>
                </a:lnTo>
                <a:lnTo>
                  <a:pt x="161925" y="733425"/>
                </a:lnTo>
                <a:lnTo>
                  <a:pt x="161925" y="723900"/>
                </a:lnTo>
                <a:lnTo>
                  <a:pt x="171450" y="723900"/>
                </a:lnTo>
                <a:close/>
              </a:path>
            </a:pathLst>
          </a:custGeom>
          <a:solidFill xmlns:a="http://schemas.openxmlformats.org/drawingml/2006/main">
            <a:srgbClr val="2B503B"/>
          </a:solidFill>
          <a:ln xmlns:a="http://schemas.openxmlformats.org/drawingml/2006/main" w="0">
            <a:noFill/>
          </a:ln>
        </p:spPr>
      </p:sp>
      <p:sp>
        <p:nvSpPr>
          <p:cNvPr id="107" name="rocket vector #2d4e39">
            <a:extLst xmlns:a="http://schemas.openxmlformats.org/drawingml/2006/main">
              <a:ext uri="{FF2B5EF4-FFF2-40B4-BE49-F238E27FC236}">
                <a16:creationId xmlns:a16="http://schemas.microsoft.com/office/drawing/2014/main" id="{BF787CAB-1EC8-4ECA-A46E-BA85E094CC5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5550" y="1495425"/>
            <a:ext cx="1057275" cy="866775"/>
          </a:xfrm>
          <a:custGeom xmlns:a="http://schemas.openxmlformats.org/drawingml/2006/main">
            <a:pathLst>
              <a:path w="1057275" h="866775">
                <a:moveTo>
                  <a:pt x="685800" y="95250"/>
                </a:moveTo>
                <a:lnTo>
                  <a:pt x="695325" y="95250"/>
                </a:lnTo>
                <a:lnTo>
                  <a:pt x="695325" y="114300"/>
                </a:lnTo>
                <a:lnTo>
                  <a:pt x="685800" y="114300"/>
                </a:lnTo>
                <a:lnTo>
                  <a:pt x="685800" y="123825"/>
                </a:lnTo>
                <a:lnTo>
                  <a:pt x="676275" y="123825"/>
                </a:lnTo>
                <a:lnTo>
                  <a:pt x="676275" y="104775"/>
                </a:lnTo>
                <a:lnTo>
                  <a:pt x="685800" y="104775"/>
                </a:lnTo>
                <a:close/>
                <a:moveTo>
                  <a:pt x="533400" y="114300"/>
                </a:moveTo>
                <a:lnTo>
                  <a:pt x="542925" y="114300"/>
                </a:lnTo>
                <a:lnTo>
                  <a:pt x="542925" y="123825"/>
                </a:lnTo>
                <a:lnTo>
                  <a:pt x="533400" y="123825"/>
                </a:lnTo>
                <a:close/>
                <a:moveTo>
                  <a:pt x="504825" y="123825"/>
                </a:moveTo>
                <a:lnTo>
                  <a:pt x="533400" y="123825"/>
                </a:lnTo>
                <a:lnTo>
                  <a:pt x="533400" y="133350"/>
                </a:lnTo>
                <a:lnTo>
                  <a:pt x="523875" y="133350"/>
                </a:lnTo>
                <a:lnTo>
                  <a:pt x="523875" y="142875"/>
                </a:lnTo>
                <a:lnTo>
                  <a:pt x="514350" y="142875"/>
                </a:lnTo>
                <a:lnTo>
                  <a:pt x="514350" y="161925"/>
                </a:lnTo>
                <a:lnTo>
                  <a:pt x="523875" y="161925"/>
                </a:lnTo>
                <a:lnTo>
                  <a:pt x="523875" y="171450"/>
                </a:lnTo>
                <a:lnTo>
                  <a:pt x="533400" y="171450"/>
                </a:lnTo>
                <a:lnTo>
                  <a:pt x="533400" y="180975"/>
                </a:lnTo>
                <a:lnTo>
                  <a:pt x="514350" y="180975"/>
                </a:lnTo>
                <a:lnTo>
                  <a:pt x="514350" y="200025"/>
                </a:lnTo>
                <a:lnTo>
                  <a:pt x="504825" y="200025"/>
                </a:lnTo>
                <a:lnTo>
                  <a:pt x="504825" y="190500"/>
                </a:lnTo>
                <a:lnTo>
                  <a:pt x="495300" y="190500"/>
                </a:lnTo>
                <a:lnTo>
                  <a:pt x="495300" y="180975"/>
                </a:lnTo>
                <a:lnTo>
                  <a:pt x="485775" y="180975"/>
                </a:lnTo>
                <a:lnTo>
                  <a:pt x="485775" y="171450"/>
                </a:lnTo>
                <a:lnTo>
                  <a:pt x="466725" y="171450"/>
                </a:lnTo>
                <a:lnTo>
                  <a:pt x="466725" y="152400"/>
                </a:lnTo>
                <a:lnTo>
                  <a:pt x="476250" y="152400"/>
                </a:lnTo>
                <a:lnTo>
                  <a:pt x="476250" y="142875"/>
                </a:lnTo>
                <a:lnTo>
                  <a:pt x="485775" y="142875"/>
                </a:lnTo>
                <a:lnTo>
                  <a:pt x="485775" y="161925"/>
                </a:lnTo>
                <a:lnTo>
                  <a:pt x="495300" y="161925"/>
                </a:lnTo>
                <a:lnTo>
                  <a:pt x="495300" y="133350"/>
                </a:lnTo>
                <a:lnTo>
                  <a:pt x="504825" y="133350"/>
                </a:lnTo>
                <a:close/>
                <a:moveTo>
                  <a:pt x="666750" y="161925"/>
                </a:moveTo>
                <a:lnTo>
                  <a:pt x="676275" y="161925"/>
                </a:lnTo>
                <a:lnTo>
                  <a:pt x="676275" y="180975"/>
                </a:lnTo>
                <a:lnTo>
                  <a:pt x="685800" y="180975"/>
                </a:lnTo>
                <a:lnTo>
                  <a:pt x="685800" y="190500"/>
                </a:lnTo>
                <a:lnTo>
                  <a:pt x="676275" y="190500"/>
                </a:lnTo>
                <a:lnTo>
                  <a:pt x="676275" y="200025"/>
                </a:lnTo>
                <a:lnTo>
                  <a:pt x="666750" y="200025"/>
                </a:lnTo>
                <a:lnTo>
                  <a:pt x="666750" y="209550"/>
                </a:lnTo>
                <a:lnTo>
                  <a:pt x="657225" y="209550"/>
                </a:lnTo>
                <a:lnTo>
                  <a:pt x="657225" y="190500"/>
                </a:lnTo>
                <a:lnTo>
                  <a:pt x="666750" y="190500"/>
                </a:lnTo>
                <a:close/>
                <a:moveTo>
                  <a:pt x="590550" y="171450"/>
                </a:moveTo>
                <a:lnTo>
                  <a:pt x="609600" y="171450"/>
                </a:lnTo>
                <a:lnTo>
                  <a:pt x="609600" y="180975"/>
                </a:lnTo>
                <a:lnTo>
                  <a:pt x="619125" y="180975"/>
                </a:lnTo>
                <a:lnTo>
                  <a:pt x="619125" y="190500"/>
                </a:lnTo>
                <a:lnTo>
                  <a:pt x="628650" y="190500"/>
                </a:lnTo>
                <a:lnTo>
                  <a:pt x="628650" y="219075"/>
                </a:lnTo>
                <a:lnTo>
                  <a:pt x="638175" y="219075"/>
                </a:lnTo>
                <a:lnTo>
                  <a:pt x="638175" y="209550"/>
                </a:lnTo>
                <a:lnTo>
                  <a:pt x="657225" y="209550"/>
                </a:lnTo>
                <a:lnTo>
                  <a:pt x="657225" y="219075"/>
                </a:lnTo>
                <a:lnTo>
                  <a:pt x="647700" y="219075"/>
                </a:lnTo>
                <a:lnTo>
                  <a:pt x="647700" y="247650"/>
                </a:lnTo>
                <a:lnTo>
                  <a:pt x="657225" y="247650"/>
                </a:lnTo>
                <a:lnTo>
                  <a:pt x="657225" y="238125"/>
                </a:lnTo>
                <a:lnTo>
                  <a:pt x="666750" y="238125"/>
                </a:lnTo>
                <a:lnTo>
                  <a:pt x="666750" y="247650"/>
                </a:lnTo>
                <a:lnTo>
                  <a:pt x="657225" y="247650"/>
                </a:lnTo>
                <a:lnTo>
                  <a:pt x="657225" y="266700"/>
                </a:lnTo>
                <a:lnTo>
                  <a:pt x="638175" y="266700"/>
                </a:lnTo>
                <a:lnTo>
                  <a:pt x="638175" y="247650"/>
                </a:lnTo>
                <a:lnTo>
                  <a:pt x="609600" y="247650"/>
                </a:lnTo>
                <a:lnTo>
                  <a:pt x="609600" y="200025"/>
                </a:lnTo>
                <a:lnTo>
                  <a:pt x="600075" y="200025"/>
                </a:lnTo>
                <a:lnTo>
                  <a:pt x="600075" y="190500"/>
                </a:lnTo>
                <a:lnTo>
                  <a:pt x="590550" y="190500"/>
                </a:lnTo>
                <a:close/>
                <a:moveTo>
                  <a:pt x="942975" y="247650"/>
                </a:moveTo>
                <a:lnTo>
                  <a:pt x="952500" y="247650"/>
                </a:lnTo>
                <a:lnTo>
                  <a:pt x="952500" y="257175"/>
                </a:lnTo>
                <a:lnTo>
                  <a:pt x="942975" y="257175"/>
                </a:lnTo>
                <a:close/>
                <a:moveTo>
                  <a:pt x="962025" y="257175"/>
                </a:moveTo>
                <a:lnTo>
                  <a:pt x="971550" y="257175"/>
                </a:lnTo>
                <a:lnTo>
                  <a:pt x="971550" y="266700"/>
                </a:lnTo>
                <a:lnTo>
                  <a:pt x="962025" y="266700"/>
                </a:lnTo>
                <a:close/>
                <a:moveTo>
                  <a:pt x="952500" y="266700"/>
                </a:moveTo>
                <a:lnTo>
                  <a:pt x="962025" y="266700"/>
                </a:lnTo>
                <a:lnTo>
                  <a:pt x="962025" y="276225"/>
                </a:lnTo>
                <a:lnTo>
                  <a:pt x="952500" y="276225"/>
                </a:lnTo>
                <a:close/>
                <a:moveTo>
                  <a:pt x="266700" y="276225"/>
                </a:moveTo>
                <a:lnTo>
                  <a:pt x="276225" y="276225"/>
                </a:lnTo>
                <a:lnTo>
                  <a:pt x="276225" y="285750"/>
                </a:lnTo>
                <a:lnTo>
                  <a:pt x="266700" y="285750"/>
                </a:lnTo>
                <a:close/>
                <a:moveTo>
                  <a:pt x="762000" y="276225"/>
                </a:moveTo>
                <a:lnTo>
                  <a:pt x="781050" y="276225"/>
                </a:lnTo>
                <a:lnTo>
                  <a:pt x="781050" y="285750"/>
                </a:lnTo>
                <a:lnTo>
                  <a:pt x="762000" y="285750"/>
                </a:lnTo>
                <a:close/>
                <a:moveTo>
                  <a:pt x="276225" y="285750"/>
                </a:moveTo>
                <a:lnTo>
                  <a:pt x="285750" y="285750"/>
                </a:lnTo>
                <a:lnTo>
                  <a:pt x="285750" y="314325"/>
                </a:lnTo>
                <a:lnTo>
                  <a:pt x="295275" y="314325"/>
                </a:lnTo>
                <a:lnTo>
                  <a:pt x="295275" y="323850"/>
                </a:lnTo>
                <a:lnTo>
                  <a:pt x="314325" y="323850"/>
                </a:lnTo>
                <a:lnTo>
                  <a:pt x="314325" y="333375"/>
                </a:lnTo>
                <a:lnTo>
                  <a:pt x="361950" y="333375"/>
                </a:lnTo>
                <a:lnTo>
                  <a:pt x="361950" y="371475"/>
                </a:lnTo>
                <a:lnTo>
                  <a:pt x="390525" y="371475"/>
                </a:lnTo>
                <a:lnTo>
                  <a:pt x="390525" y="381000"/>
                </a:lnTo>
                <a:lnTo>
                  <a:pt x="400050" y="381000"/>
                </a:lnTo>
                <a:lnTo>
                  <a:pt x="400050" y="390525"/>
                </a:lnTo>
                <a:lnTo>
                  <a:pt x="409575" y="390525"/>
                </a:lnTo>
                <a:lnTo>
                  <a:pt x="409575" y="400050"/>
                </a:lnTo>
                <a:lnTo>
                  <a:pt x="371475" y="400050"/>
                </a:lnTo>
                <a:lnTo>
                  <a:pt x="371475" y="409575"/>
                </a:lnTo>
                <a:lnTo>
                  <a:pt x="352425" y="409575"/>
                </a:lnTo>
                <a:lnTo>
                  <a:pt x="352425" y="390525"/>
                </a:lnTo>
                <a:lnTo>
                  <a:pt x="342900" y="390525"/>
                </a:lnTo>
                <a:lnTo>
                  <a:pt x="342900" y="371475"/>
                </a:lnTo>
                <a:lnTo>
                  <a:pt x="323850" y="371475"/>
                </a:lnTo>
                <a:lnTo>
                  <a:pt x="323850" y="352425"/>
                </a:lnTo>
                <a:lnTo>
                  <a:pt x="266700" y="352425"/>
                </a:lnTo>
                <a:lnTo>
                  <a:pt x="266700" y="342900"/>
                </a:lnTo>
                <a:lnTo>
                  <a:pt x="276225" y="342900"/>
                </a:lnTo>
                <a:lnTo>
                  <a:pt x="276225" y="333375"/>
                </a:lnTo>
                <a:lnTo>
                  <a:pt x="257175" y="333375"/>
                </a:lnTo>
                <a:lnTo>
                  <a:pt x="257175" y="323850"/>
                </a:lnTo>
                <a:lnTo>
                  <a:pt x="247650" y="323850"/>
                </a:lnTo>
                <a:lnTo>
                  <a:pt x="247650" y="314325"/>
                </a:lnTo>
                <a:lnTo>
                  <a:pt x="257175" y="314325"/>
                </a:lnTo>
                <a:lnTo>
                  <a:pt x="257175" y="304800"/>
                </a:lnTo>
                <a:lnTo>
                  <a:pt x="276225" y="304800"/>
                </a:lnTo>
                <a:close/>
                <a:moveTo>
                  <a:pt x="771525" y="295275"/>
                </a:moveTo>
                <a:lnTo>
                  <a:pt x="790575" y="295275"/>
                </a:lnTo>
                <a:lnTo>
                  <a:pt x="790575" y="304800"/>
                </a:lnTo>
                <a:lnTo>
                  <a:pt x="800100" y="304800"/>
                </a:lnTo>
                <a:lnTo>
                  <a:pt x="800100" y="314325"/>
                </a:lnTo>
                <a:lnTo>
                  <a:pt x="809625" y="314325"/>
                </a:lnTo>
                <a:lnTo>
                  <a:pt x="809625" y="323850"/>
                </a:lnTo>
                <a:lnTo>
                  <a:pt x="819150" y="323850"/>
                </a:lnTo>
                <a:lnTo>
                  <a:pt x="819150" y="333375"/>
                </a:lnTo>
                <a:lnTo>
                  <a:pt x="828675" y="333375"/>
                </a:lnTo>
                <a:lnTo>
                  <a:pt x="828675" y="352425"/>
                </a:lnTo>
                <a:lnTo>
                  <a:pt x="819150" y="352425"/>
                </a:lnTo>
                <a:lnTo>
                  <a:pt x="819150" y="361950"/>
                </a:lnTo>
                <a:lnTo>
                  <a:pt x="809625" y="361950"/>
                </a:lnTo>
                <a:lnTo>
                  <a:pt x="809625" y="381000"/>
                </a:lnTo>
                <a:lnTo>
                  <a:pt x="790575" y="381000"/>
                </a:lnTo>
                <a:lnTo>
                  <a:pt x="790575" y="371475"/>
                </a:lnTo>
                <a:lnTo>
                  <a:pt x="800100" y="371475"/>
                </a:lnTo>
                <a:lnTo>
                  <a:pt x="800100" y="333375"/>
                </a:lnTo>
                <a:lnTo>
                  <a:pt x="790575" y="333375"/>
                </a:lnTo>
                <a:lnTo>
                  <a:pt x="790575" y="323850"/>
                </a:lnTo>
                <a:lnTo>
                  <a:pt x="781050" y="323850"/>
                </a:lnTo>
                <a:lnTo>
                  <a:pt x="781050" y="314325"/>
                </a:lnTo>
                <a:lnTo>
                  <a:pt x="771525" y="314325"/>
                </a:lnTo>
                <a:close/>
                <a:moveTo>
                  <a:pt x="247650" y="342900"/>
                </a:moveTo>
                <a:lnTo>
                  <a:pt x="257175" y="342900"/>
                </a:lnTo>
                <a:lnTo>
                  <a:pt x="257175" y="352425"/>
                </a:lnTo>
                <a:lnTo>
                  <a:pt x="247650" y="352425"/>
                </a:lnTo>
                <a:close/>
                <a:moveTo>
                  <a:pt x="533400" y="409575"/>
                </a:moveTo>
                <a:lnTo>
                  <a:pt x="542925" y="409575"/>
                </a:lnTo>
                <a:lnTo>
                  <a:pt x="542925" y="457200"/>
                </a:lnTo>
                <a:lnTo>
                  <a:pt x="533400" y="457200"/>
                </a:lnTo>
                <a:close/>
                <a:moveTo>
                  <a:pt x="438150" y="428625"/>
                </a:moveTo>
                <a:lnTo>
                  <a:pt x="447675" y="428625"/>
                </a:lnTo>
                <a:lnTo>
                  <a:pt x="447675" y="438150"/>
                </a:lnTo>
                <a:lnTo>
                  <a:pt x="438150" y="438150"/>
                </a:lnTo>
                <a:close/>
                <a:moveTo>
                  <a:pt x="466725" y="438150"/>
                </a:moveTo>
                <a:lnTo>
                  <a:pt x="476250" y="438150"/>
                </a:lnTo>
                <a:lnTo>
                  <a:pt x="476250" y="447675"/>
                </a:lnTo>
                <a:lnTo>
                  <a:pt x="485775" y="447675"/>
                </a:lnTo>
                <a:lnTo>
                  <a:pt x="485775" y="457200"/>
                </a:lnTo>
                <a:lnTo>
                  <a:pt x="514350" y="457200"/>
                </a:lnTo>
                <a:lnTo>
                  <a:pt x="514350" y="466725"/>
                </a:lnTo>
                <a:lnTo>
                  <a:pt x="523875" y="466725"/>
                </a:lnTo>
                <a:lnTo>
                  <a:pt x="523875" y="457200"/>
                </a:lnTo>
                <a:lnTo>
                  <a:pt x="533400" y="457200"/>
                </a:lnTo>
                <a:lnTo>
                  <a:pt x="533400" y="495300"/>
                </a:lnTo>
                <a:lnTo>
                  <a:pt x="495300" y="495300"/>
                </a:lnTo>
                <a:lnTo>
                  <a:pt x="495300" y="485775"/>
                </a:lnTo>
                <a:lnTo>
                  <a:pt x="485775" y="485775"/>
                </a:lnTo>
                <a:lnTo>
                  <a:pt x="485775" y="466725"/>
                </a:lnTo>
                <a:lnTo>
                  <a:pt x="466725" y="466725"/>
                </a:lnTo>
                <a:close/>
                <a:moveTo>
                  <a:pt x="695325" y="447675"/>
                </a:moveTo>
                <a:lnTo>
                  <a:pt x="714375" y="447675"/>
                </a:lnTo>
                <a:lnTo>
                  <a:pt x="714375" y="457200"/>
                </a:lnTo>
                <a:lnTo>
                  <a:pt x="723900" y="457200"/>
                </a:lnTo>
                <a:lnTo>
                  <a:pt x="723900" y="485775"/>
                </a:lnTo>
                <a:lnTo>
                  <a:pt x="704850" y="485775"/>
                </a:lnTo>
                <a:lnTo>
                  <a:pt x="704850" y="495300"/>
                </a:lnTo>
                <a:lnTo>
                  <a:pt x="695325" y="495300"/>
                </a:lnTo>
                <a:lnTo>
                  <a:pt x="695325" y="504825"/>
                </a:lnTo>
                <a:lnTo>
                  <a:pt x="685800" y="504825"/>
                </a:lnTo>
                <a:lnTo>
                  <a:pt x="685800" y="514350"/>
                </a:lnTo>
                <a:lnTo>
                  <a:pt x="657225" y="514350"/>
                </a:lnTo>
                <a:lnTo>
                  <a:pt x="657225" y="504825"/>
                </a:lnTo>
                <a:lnTo>
                  <a:pt x="666750" y="504825"/>
                </a:lnTo>
                <a:lnTo>
                  <a:pt x="666750" y="495300"/>
                </a:lnTo>
                <a:lnTo>
                  <a:pt x="676275" y="495300"/>
                </a:lnTo>
                <a:lnTo>
                  <a:pt x="676275" y="485775"/>
                </a:lnTo>
                <a:lnTo>
                  <a:pt x="685800" y="485775"/>
                </a:lnTo>
                <a:lnTo>
                  <a:pt x="685800" y="476250"/>
                </a:lnTo>
                <a:lnTo>
                  <a:pt x="695325" y="476250"/>
                </a:lnTo>
                <a:lnTo>
                  <a:pt x="695325" y="466725"/>
                </a:lnTo>
                <a:lnTo>
                  <a:pt x="704850" y="466725"/>
                </a:lnTo>
                <a:lnTo>
                  <a:pt x="704850" y="457200"/>
                </a:lnTo>
                <a:lnTo>
                  <a:pt x="695325" y="457200"/>
                </a:lnTo>
                <a:close/>
                <a:moveTo>
                  <a:pt x="923925" y="447675"/>
                </a:moveTo>
                <a:lnTo>
                  <a:pt x="933450" y="447675"/>
                </a:lnTo>
                <a:lnTo>
                  <a:pt x="933450" y="457200"/>
                </a:lnTo>
                <a:lnTo>
                  <a:pt x="923925" y="457200"/>
                </a:lnTo>
                <a:close/>
                <a:moveTo>
                  <a:pt x="762000" y="485775"/>
                </a:moveTo>
                <a:lnTo>
                  <a:pt x="771525" y="485775"/>
                </a:lnTo>
                <a:lnTo>
                  <a:pt x="771525" y="495300"/>
                </a:lnTo>
                <a:lnTo>
                  <a:pt x="762000" y="495300"/>
                </a:lnTo>
                <a:close/>
                <a:moveTo>
                  <a:pt x="333375" y="495300"/>
                </a:moveTo>
                <a:lnTo>
                  <a:pt x="342900" y="495300"/>
                </a:lnTo>
                <a:lnTo>
                  <a:pt x="342900" y="504825"/>
                </a:lnTo>
                <a:lnTo>
                  <a:pt x="333375" y="504825"/>
                </a:lnTo>
                <a:close/>
                <a:moveTo>
                  <a:pt x="381000" y="495300"/>
                </a:moveTo>
                <a:lnTo>
                  <a:pt x="409575" y="495300"/>
                </a:lnTo>
                <a:lnTo>
                  <a:pt x="409575" y="514350"/>
                </a:lnTo>
                <a:lnTo>
                  <a:pt x="438150" y="514350"/>
                </a:lnTo>
                <a:lnTo>
                  <a:pt x="438150" y="504825"/>
                </a:lnTo>
                <a:lnTo>
                  <a:pt x="447675" y="504825"/>
                </a:lnTo>
                <a:lnTo>
                  <a:pt x="447675" y="514350"/>
                </a:lnTo>
                <a:lnTo>
                  <a:pt x="457200" y="514350"/>
                </a:lnTo>
                <a:lnTo>
                  <a:pt x="457200" y="523875"/>
                </a:lnTo>
                <a:lnTo>
                  <a:pt x="466725" y="523875"/>
                </a:lnTo>
                <a:lnTo>
                  <a:pt x="466725" y="542925"/>
                </a:lnTo>
                <a:lnTo>
                  <a:pt x="438150" y="542925"/>
                </a:lnTo>
                <a:lnTo>
                  <a:pt x="438150" y="552450"/>
                </a:lnTo>
                <a:lnTo>
                  <a:pt x="428625" y="552450"/>
                </a:lnTo>
                <a:lnTo>
                  <a:pt x="428625" y="533400"/>
                </a:lnTo>
                <a:lnTo>
                  <a:pt x="419100" y="533400"/>
                </a:lnTo>
                <a:lnTo>
                  <a:pt x="419100" y="523875"/>
                </a:lnTo>
                <a:lnTo>
                  <a:pt x="371475" y="523875"/>
                </a:lnTo>
                <a:lnTo>
                  <a:pt x="371475" y="514350"/>
                </a:lnTo>
                <a:lnTo>
                  <a:pt x="381000" y="514350"/>
                </a:lnTo>
                <a:close/>
                <a:moveTo>
                  <a:pt x="752475" y="495300"/>
                </a:moveTo>
                <a:lnTo>
                  <a:pt x="762000" y="495300"/>
                </a:lnTo>
                <a:lnTo>
                  <a:pt x="762000" y="504825"/>
                </a:lnTo>
                <a:lnTo>
                  <a:pt x="752475" y="504825"/>
                </a:lnTo>
                <a:close/>
                <a:moveTo>
                  <a:pt x="361950" y="523875"/>
                </a:moveTo>
                <a:lnTo>
                  <a:pt x="371475" y="523875"/>
                </a:lnTo>
                <a:lnTo>
                  <a:pt x="371475" y="533400"/>
                </a:lnTo>
                <a:lnTo>
                  <a:pt x="361950" y="533400"/>
                </a:lnTo>
                <a:close/>
                <a:moveTo>
                  <a:pt x="342900" y="533400"/>
                </a:moveTo>
                <a:lnTo>
                  <a:pt x="361950" y="533400"/>
                </a:lnTo>
                <a:lnTo>
                  <a:pt x="361950" y="542925"/>
                </a:lnTo>
                <a:lnTo>
                  <a:pt x="352425" y="542925"/>
                </a:lnTo>
                <a:lnTo>
                  <a:pt x="352425" y="552450"/>
                </a:lnTo>
                <a:lnTo>
                  <a:pt x="361950" y="552450"/>
                </a:lnTo>
                <a:lnTo>
                  <a:pt x="361950" y="561975"/>
                </a:lnTo>
                <a:lnTo>
                  <a:pt x="371475" y="561975"/>
                </a:lnTo>
                <a:lnTo>
                  <a:pt x="371475" y="571500"/>
                </a:lnTo>
                <a:lnTo>
                  <a:pt x="361950" y="571500"/>
                </a:lnTo>
                <a:lnTo>
                  <a:pt x="361950" y="581025"/>
                </a:lnTo>
                <a:lnTo>
                  <a:pt x="352425" y="581025"/>
                </a:lnTo>
                <a:lnTo>
                  <a:pt x="352425" y="619125"/>
                </a:lnTo>
                <a:lnTo>
                  <a:pt x="323850" y="619125"/>
                </a:lnTo>
                <a:lnTo>
                  <a:pt x="323850" y="609600"/>
                </a:lnTo>
                <a:lnTo>
                  <a:pt x="333375" y="609600"/>
                </a:lnTo>
                <a:lnTo>
                  <a:pt x="333375" y="600075"/>
                </a:lnTo>
                <a:lnTo>
                  <a:pt x="323850" y="600075"/>
                </a:lnTo>
                <a:lnTo>
                  <a:pt x="323850" y="571500"/>
                </a:lnTo>
                <a:lnTo>
                  <a:pt x="304800" y="571500"/>
                </a:lnTo>
                <a:lnTo>
                  <a:pt x="304800" y="581025"/>
                </a:lnTo>
                <a:lnTo>
                  <a:pt x="276225" y="581025"/>
                </a:lnTo>
                <a:lnTo>
                  <a:pt x="276225" y="561975"/>
                </a:lnTo>
                <a:lnTo>
                  <a:pt x="295275" y="561975"/>
                </a:lnTo>
                <a:lnTo>
                  <a:pt x="295275" y="552450"/>
                </a:lnTo>
                <a:lnTo>
                  <a:pt x="304800" y="552450"/>
                </a:lnTo>
                <a:lnTo>
                  <a:pt x="304800" y="542925"/>
                </a:lnTo>
                <a:lnTo>
                  <a:pt x="314325" y="542925"/>
                </a:lnTo>
                <a:lnTo>
                  <a:pt x="314325" y="552450"/>
                </a:lnTo>
                <a:lnTo>
                  <a:pt x="323850" y="552450"/>
                </a:lnTo>
                <a:lnTo>
                  <a:pt x="323850" y="542925"/>
                </a:lnTo>
                <a:lnTo>
                  <a:pt x="342900" y="542925"/>
                </a:lnTo>
                <a:close/>
                <a:moveTo>
                  <a:pt x="466725" y="542925"/>
                </a:moveTo>
                <a:lnTo>
                  <a:pt x="476250" y="542925"/>
                </a:lnTo>
                <a:lnTo>
                  <a:pt x="476250" y="552450"/>
                </a:lnTo>
                <a:lnTo>
                  <a:pt x="466725" y="552450"/>
                </a:lnTo>
                <a:close/>
                <a:moveTo>
                  <a:pt x="590550" y="561975"/>
                </a:moveTo>
                <a:lnTo>
                  <a:pt x="600075" y="561975"/>
                </a:lnTo>
                <a:lnTo>
                  <a:pt x="600075" y="600075"/>
                </a:lnTo>
                <a:lnTo>
                  <a:pt x="581025" y="600075"/>
                </a:lnTo>
                <a:lnTo>
                  <a:pt x="581025" y="609600"/>
                </a:lnTo>
                <a:lnTo>
                  <a:pt x="561975" y="609600"/>
                </a:lnTo>
                <a:lnTo>
                  <a:pt x="561975" y="619125"/>
                </a:lnTo>
                <a:lnTo>
                  <a:pt x="542925" y="619125"/>
                </a:lnTo>
                <a:lnTo>
                  <a:pt x="542925" y="609600"/>
                </a:lnTo>
                <a:lnTo>
                  <a:pt x="533400" y="609600"/>
                </a:lnTo>
                <a:lnTo>
                  <a:pt x="533400" y="600075"/>
                </a:lnTo>
                <a:lnTo>
                  <a:pt x="561975" y="600075"/>
                </a:lnTo>
                <a:lnTo>
                  <a:pt x="561975" y="590550"/>
                </a:lnTo>
                <a:lnTo>
                  <a:pt x="571500" y="590550"/>
                </a:lnTo>
                <a:lnTo>
                  <a:pt x="571500" y="581025"/>
                </a:lnTo>
                <a:lnTo>
                  <a:pt x="581025" y="581025"/>
                </a:lnTo>
                <a:lnTo>
                  <a:pt x="581025" y="571500"/>
                </a:lnTo>
                <a:lnTo>
                  <a:pt x="590550" y="571500"/>
                </a:lnTo>
                <a:close/>
                <a:moveTo>
                  <a:pt x="381000" y="571500"/>
                </a:moveTo>
                <a:lnTo>
                  <a:pt x="390525" y="571500"/>
                </a:lnTo>
                <a:lnTo>
                  <a:pt x="390525" y="581025"/>
                </a:lnTo>
                <a:lnTo>
                  <a:pt x="381000" y="581025"/>
                </a:lnTo>
                <a:close/>
                <a:moveTo>
                  <a:pt x="685800" y="571500"/>
                </a:moveTo>
                <a:lnTo>
                  <a:pt x="704850" y="571500"/>
                </a:lnTo>
                <a:lnTo>
                  <a:pt x="704850" y="581025"/>
                </a:lnTo>
                <a:lnTo>
                  <a:pt x="695325" y="581025"/>
                </a:lnTo>
                <a:lnTo>
                  <a:pt x="695325" y="590550"/>
                </a:lnTo>
                <a:lnTo>
                  <a:pt x="685800" y="590550"/>
                </a:lnTo>
                <a:lnTo>
                  <a:pt x="685800" y="600075"/>
                </a:lnTo>
                <a:lnTo>
                  <a:pt x="676275" y="600075"/>
                </a:lnTo>
                <a:lnTo>
                  <a:pt x="676275" y="609600"/>
                </a:lnTo>
                <a:lnTo>
                  <a:pt x="666750" y="609600"/>
                </a:lnTo>
                <a:lnTo>
                  <a:pt x="666750" y="590550"/>
                </a:lnTo>
                <a:lnTo>
                  <a:pt x="676275" y="590550"/>
                </a:lnTo>
                <a:lnTo>
                  <a:pt x="676275" y="581025"/>
                </a:lnTo>
                <a:lnTo>
                  <a:pt x="685800" y="581025"/>
                </a:lnTo>
                <a:close/>
                <a:moveTo>
                  <a:pt x="647700" y="609600"/>
                </a:moveTo>
                <a:lnTo>
                  <a:pt x="666750" y="609600"/>
                </a:lnTo>
                <a:lnTo>
                  <a:pt x="666750" y="619125"/>
                </a:lnTo>
                <a:lnTo>
                  <a:pt x="657225" y="619125"/>
                </a:lnTo>
                <a:lnTo>
                  <a:pt x="657225" y="628650"/>
                </a:lnTo>
                <a:lnTo>
                  <a:pt x="647700" y="628650"/>
                </a:lnTo>
                <a:lnTo>
                  <a:pt x="647700" y="638175"/>
                </a:lnTo>
                <a:lnTo>
                  <a:pt x="638175" y="638175"/>
                </a:lnTo>
                <a:lnTo>
                  <a:pt x="638175" y="647700"/>
                </a:lnTo>
                <a:lnTo>
                  <a:pt x="628650" y="647700"/>
                </a:lnTo>
                <a:lnTo>
                  <a:pt x="628650" y="657225"/>
                </a:lnTo>
                <a:lnTo>
                  <a:pt x="619125" y="657225"/>
                </a:lnTo>
                <a:lnTo>
                  <a:pt x="619125" y="666750"/>
                </a:lnTo>
                <a:lnTo>
                  <a:pt x="600075" y="666750"/>
                </a:lnTo>
                <a:lnTo>
                  <a:pt x="600075" y="657225"/>
                </a:lnTo>
                <a:lnTo>
                  <a:pt x="609600" y="657225"/>
                </a:lnTo>
                <a:lnTo>
                  <a:pt x="609600" y="638175"/>
                </a:lnTo>
                <a:lnTo>
                  <a:pt x="619125" y="638175"/>
                </a:lnTo>
                <a:lnTo>
                  <a:pt x="619125" y="628650"/>
                </a:lnTo>
                <a:lnTo>
                  <a:pt x="638175" y="628650"/>
                </a:lnTo>
                <a:lnTo>
                  <a:pt x="638175" y="619125"/>
                </a:lnTo>
                <a:lnTo>
                  <a:pt x="647700" y="619125"/>
                </a:lnTo>
                <a:close/>
                <a:moveTo>
                  <a:pt x="590550" y="666750"/>
                </a:moveTo>
                <a:lnTo>
                  <a:pt x="600075" y="666750"/>
                </a:lnTo>
                <a:lnTo>
                  <a:pt x="600075" y="676275"/>
                </a:lnTo>
                <a:lnTo>
                  <a:pt x="590550" y="676275"/>
                </a:lnTo>
                <a:close/>
                <a:moveTo>
                  <a:pt x="152400" y="685800"/>
                </a:moveTo>
                <a:lnTo>
                  <a:pt x="171450" y="685800"/>
                </a:lnTo>
                <a:lnTo>
                  <a:pt x="171450" y="723900"/>
                </a:lnTo>
                <a:lnTo>
                  <a:pt x="161925" y="723900"/>
                </a:lnTo>
                <a:lnTo>
                  <a:pt x="161925" y="733425"/>
                </a:lnTo>
                <a:lnTo>
                  <a:pt x="152400" y="733425"/>
                </a:lnTo>
                <a:lnTo>
                  <a:pt x="152400" y="742950"/>
                </a:lnTo>
                <a:lnTo>
                  <a:pt x="114300" y="742950"/>
                </a:lnTo>
                <a:lnTo>
                  <a:pt x="114300" y="723900"/>
                </a:lnTo>
                <a:lnTo>
                  <a:pt x="123825" y="723900"/>
                </a:lnTo>
                <a:lnTo>
                  <a:pt x="123825" y="714375"/>
                </a:lnTo>
                <a:lnTo>
                  <a:pt x="133350" y="714375"/>
                </a:lnTo>
                <a:lnTo>
                  <a:pt x="133350" y="704850"/>
                </a:lnTo>
                <a:lnTo>
                  <a:pt x="142875" y="704850"/>
                </a:lnTo>
                <a:lnTo>
                  <a:pt x="142875" y="695325"/>
                </a:lnTo>
                <a:lnTo>
                  <a:pt x="152400" y="695325"/>
                </a:lnTo>
                <a:close/>
                <a:moveTo>
                  <a:pt x="219075" y="714375"/>
                </a:moveTo>
                <a:lnTo>
                  <a:pt x="238125" y="714375"/>
                </a:lnTo>
                <a:lnTo>
                  <a:pt x="238125" y="723900"/>
                </a:lnTo>
                <a:lnTo>
                  <a:pt x="228600" y="723900"/>
                </a:lnTo>
                <a:lnTo>
                  <a:pt x="228600" y="733425"/>
                </a:lnTo>
                <a:lnTo>
                  <a:pt x="219075" y="733425"/>
                </a:lnTo>
                <a:lnTo>
                  <a:pt x="219075" y="752475"/>
                </a:lnTo>
                <a:lnTo>
                  <a:pt x="209550" y="752475"/>
                </a:lnTo>
                <a:lnTo>
                  <a:pt x="209550" y="762000"/>
                </a:lnTo>
                <a:lnTo>
                  <a:pt x="180975" y="762000"/>
                </a:lnTo>
                <a:lnTo>
                  <a:pt x="180975" y="781050"/>
                </a:lnTo>
                <a:lnTo>
                  <a:pt x="171450" y="781050"/>
                </a:lnTo>
                <a:lnTo>
                  <a:pt x="171450" y="790575"/>
                </a:lnTo>
                <a:lnTo>
                  <a:pt x="161925" y="790575"/>
                </a:lnTo>
                <a:lnTo>
                  <a:pt x="161925" y="800100"/>
                </a:lnTo>
                <a:lnTo>
                  <a:pt x="152400" y="800100"/>
                </a:lnTo>
                <a:lnTo>
                  <a:pt x="152400" y="762000"/>
                </a:lnTo>
                <a:lnTo>
                  <a:pt x="171450" y="762000"/>
                </a:lnTo>
                <a:lnTo>
                  <a:pt x="171450" y="742950"/>
                </a:lnTo>
                <a:lnTo>
                  <a:pt x="180975" y="742950"/>
                </a:lnTo>
                <a:lnTo>
                  <a:pt x="180975" y="733425"/>
                </a:lnTo>
                <a:lnTo>
                  <a:pt x="200025" y="733425"/>
                </a:lnTo>
                <a:lnTo>
                  <a:pt x="200025" y="723900"/>
                </a:lnTo>
                <a:lnTo>
                  <a:pt x="219075" y="723900"/>
                </a:lnTo>
                <a:close/>
                <a:moveTo>
                  <a:pt x="133350" y="800100"/>
                </a:moveTo>
                <a:lnTo>
                  <a:pt x="142875" y="800100"/>
                </a:lnTo>
                <a:lnTo>
                  <a:pt x="142875" y="809625"/>
                </a:lnTo>
                <a:lnTo>
                  <a:pt x="133350" y="809625"/>
                </a:lnTo>
                <a:close/>
              </a:path>
            </a:pathLst>
          </a:custGeom>
          <a:solidFill xmlns:a="http://schemas.openxmlformats.org/drawingml/2006/main">
            <a:srgbClr val="2D4E39"/>
          </a:solidFill>
          <a:ln xmlns:a="http://schemas.openxmlformats.org/drawingml/2006/main" w="0">
            <a:noFill/>
          </a:ln>
        </p:spPr>
      </p:sp>
      <p:sp>
        <p:nvSpPr>
          <p:cNvPr id="108" name="rocket vector #2d4a37">
            <a:extLst xmlns:a="http://schemas.openxmlformats.org/drawingml/2006/main">
              <a:ext uri="{FF2B5EF4-FFF2-40B4-BE49-F238E27FC236}">
                <a16:creationId xmlns:a16="http://schemas.microsoft.com/office/drawing/2014/main" id="{C4342722-FEF1-4515-A457-B89B707F3FF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5550" y="1495425"/>
            <a:ext cx="1057275" cy="866775"/>
          </a:xfrm>
          <a:custGeom xmlns:a="http://schemas.openxmlformats.org/drawingml/2006/main">
            <a:pathLst>
              <a:path w="1057275" h="866775">
                <a:moveTo>
                  <a:pt x="676275" y="95250"/>
                </a:moveTo>
                <a:lnTo>
                  <a:pt x="685800" y="95250"/>
                </a:lnTo>
                <a:lnTo>
                  <a:pt x="685800" y="104775"/>
                </a:lnTo>
                <a:lnTo>
                  <a:pt x="676275" y="104775"/>
                </a:lnTo>
                <a:close/>
                <a:moveTo>
                  <a:pt x="485775" y="142875"/>
                </a:moveTo>
                <a:lnTo>
                  <a:pt x="495300" y="142875"/>
                </a:lnTo>
                <a:lnTo>
                  <a:pt x="495300" y="161925"/>
                </a:lnTo>
                <a:lnTo>
                  <a:pt x="485775" y="161925"/>
                </a:lnTo>
                <a:close/>
                <a:moveTo>
                  <a:pt x="514350" y="180975"/>
                </a:moveTo>
                <a:lnTo>
                  <a:pt x="523875" y="180975"/>
                </a:lnTo>
                <a:lnTo>
                  <a:pt x="523875" y="190500"/>
                </a:lnTo>
                <a:lnTo>
                  <a:pt x="514350" y="190500"/>
                </a:lnTo>
                <a:close/>
                <a:moveTo>
                  <a:pt x="666750" y="200025"/>
                </a:moveTo>
                <a:lnTo>
                  <a:pt x="676275" y="200025"/>
                </a:lnTo>
                <a:lnTo>
                  <a:pt x="676275" y="228600"/>
                </a:lnTo>
                <a:lnTo>
                  <a:pt x="666750" y="228600"/>
                </a:lnTo>
                <a:lnTo>
                  <a:pt x="666750" y="238125"/>
                </a:lnTo>
                <a:lnTo>
                  <a:pt x="657225" y="238125"/>
                </a:lnTo>
                <a:lnTo>
                  <a:pt x="657225" y="247650"/>
                </a:lnTo>
                <a:lnTo>
                  <a:pt x="647700" y="247650"/>
                </a:lnTo>
                <a:lnTo>
                  <a:pt x="647700" y="219075"/>
                </a:lnTo>
                <a:lnTo>
                  <a:pt x="657225" y="219075"/>
                </a:lnTo>
                <a:lnTo>
                  <a:pt x="657225" y="209550"/>
                </a:lnTo>
                <a:lnTo>
                  <a:pt x="666750" y="209550"/>
                </a:lnTo>
                <a:close/>
                <a:moveTo>
                  <a:pt x="962025" y="238125"/>
                </a:moveTo>
                <a:lnTo>
                  <a:pt x="971550" y="238125"/>
                </a:lnTo>
                <a:lnTo>
                  <a:pt x="971550" y="247650"/>
                </a:lnTo>
                <a:lnTo>
                  <a:pt x="981075" y="247650"/>
                </a:lnTo>
                <a:lnTo>
                  <a:pt x="981075" y="257175"/>
                </a:lnTo>
                <a:lnTo>
                  <a:pt x="952500" y="257175"/>
                </a:lnTo>
                <a:lnTo>
                  <a:pt x="952500" y="247650"/>
                </a:lnTo>
                <a:lnTo>
                  <a:pt x="962025" y="247650"/>
                </a:lnTo>
                <a:close/>
                <a:moveTo>
                  <a:pt x="742950" y="276225"/>
                </a:moveTo>
                <a:lnTo>
                  <a:pt x="762000" y="276225"/>
                </a:lnTo>
                <a:lnTo>
                  <a:pt x="762000" y="285750"/>
                </a:lnTo>
                <a:lnTo>
                  <a:pt x="742950" y="285750"/>
                </a:lnTo>
                <a:close/>
                <a:moveTo>
                  <a:pt x="257175" y="285750"/>
                </a:moveTo>
                <a:lnTo>
                  <a:pt x="276225" y="285750"/>
                </a:lnTo>
                <a:lnTo>
                  <a:pt x="276225" y="304800"/>
                </a:lnTo>
                <a:lnTo>
                  <a:pt x="257175" y="304800"/>
                </a:lnTo>
                <a:close/>
                <a:moveTo>
                  <a:pt x="238125" y="314325"/>
                </a:moveTo>
                <a:lnTo>
                  <a:pt x="247650" y="314325"/>
                </a:lnTo>
                <a:lnTo>
                  <a:pt x="247650" y="323850"/>
                </a:lnTo>
                <a:lnTo>
                  <a:pt x="257175" y="323850"/>
                </a:lnTo>
                <a:lnTo>
                  <a:pt x="257175" y="333375"/>
                </a:lnTo>
                <a:lnTo>
                  <a:pt x="276225" y="333375"/>
                </a:lnTo>
                <a:lnTo>
                  <a:pt x="276225" y="342900"/>
                </a:lnTo>
                <a:lnTo>
                  <a:pt x="266700" y="342900"/>
                </a:lnTo>
                <a:lnTo>
                  <a:pt x="266700" y="352425"/>
                </a:lnTo>
                <a:lnTo>
                  <a:pt x="257175" y="352425"/>
                </a:lnTo>
                <a:lnTo>
                  <a:pt x="257175" y="342900"/>
                </a:lnTo>
                <a:lnTo>
                  <a:pt x="238125" y="342900"/>
                </a:lnTo>
                <a:close/>
                <a:moveTo>
                  <a:pt x="790575" y="352425"/>
                </a:moveTo>
                <a:lnTo>
                  <a:pt x="800100" y="352425"/>
                </a:lnTo>
                <a:lnTo>
                  <a:pt x="800100" y="371475"/>
                </a:lnTo>
                <a:lnTo>
                  <a:pt x="790575" y="371475"/>
                </a:lnTo>
                <a:lnTo>
                  <a:pt x="790575" y="381000"/>
                </a:lnTo>
                <a:lnTo>
                  <a:pt x="771525" y="381000"/>
                </a:lnTo>
                <a:lnTo>
                  <a:pt x="771525" y="371475"/>
                </a:lnTo>
                <a:lnTo>
                  <a:pt x="781050" y="371475"/>
                </a:lnTo>
                <a:lnTo>
                  <a:pt x="781050" y="361950"/>
                </a:lnTo>
                <a:lnTo>
                  <a:pt x="790575" y="361950"/>
                </a:lnTo>
                <a:close/>
                <a:moveTo>
                  <a:pt x="323850" y="371475"/>
                </a:moveTo>
                <a:lnTo>
                  <a:pt x="342900" y="371475"/>
                </a:lnTo>
                <a:lnTo>
                  <a:pt x="342900" y="390525"/>
                </a:lnTo>
                <a:lnTo>
                  <a:pt x="352425" y="390525"/>
                </a:lnTo>
                <a:lnTo>
                  <a:pt x="352425" y="419100"/>
                </a:lnTo>
                <a:lnTo>
                  <a:pt x="342900" y="419100"/>
                </a:lnTo>
                <a:lnTo>
                  <a:pt x="342900" y="409575"/>
                </a:lnTo>
                <a:lnTo>
                  <a:pt x="323850" y="409575"/>
                </a:lnTo>
                <a:close/>
                <a:moveTo>
                  <a:pt x="371475" y="457200"/>
                </a:moveTo>
                <a:lnTo>
                  <a:pt x="400050" y="457200"/>
                </a:lnTo>
                <a:lnTo>
                  <a:pt x="400050" y="466725"/>
                </a:lnTo>
                <a:lnTo>
                  <a:pt x="409575" y="466725"/>
                </a:lnTo>
                <a:lnTo>
                  <a:pt x="409575" y="476250"/>
                </a:lnTo>
                <a:lnTo>
                  <a:pt x="419100" y="476250"/>
                </a:lnTo>
                <a:lnTo>
                  <a:pt x="419100" y="485775"/>
                </a:lnTo>
                <a:lnTo>
                  <a:pt x="428625" y="485775"/>
                </a:lnTo>
                <a:lnTo>
                  <a:pt x="428625" y="495300"/>
                </a:lnTo>
                <a:lnTo>
                  <a:pt x="438150" y="495300"/>
                </a:lnTo>
                <a:lnTo>
                  <a:pt x="438150" y="514350"/>
                </a:lnTo>
                <a:lnTo>
                  <a:pt x="409575" y="514350"/>
                </a:lnTo>
                <a:lnTo>
                  <a:pt x="409575" y="495300"/>
                </a:lnTo>
                <a:lnTo>
                  <a:pt x="381000" y="495300"/>
                </a:lnTo>
                <a:lnTo>
                  <a:pt x="381000" y="514350"/>
                </a:lnTo>
                <a:lnTo>
                  <a:pt x="371475" y="514350"/>
                </a:lnTo>
                <a:lnTo>
                  <a:pt x="371475" y="523875"/>
                </a:lnTo>
                <a:lnTo>
                  <a:pt x="361950" y="523875"/>
                </a:lnTo>
                <a:lnTo>
                  <a:pt x="361950" y="533400"/>
                </a:lnTo>
                <a:lnTo>
                  <a:pt x="342900" y="533400"/>
                </a:lnTo>
                <a:lnTo>
                  <a:pt x="342900" y="542925"/>
                </a:lnTo>
                <a:lnTo>
                  <a:pt x="323850" y="542925"/>
                </a:lnTo>
                <a:lnTo>
                  <a:pt x="323850" y="552450"/>
                </a:lnTo>
                <a:lnTo>
                  <a:pt x="314325" y="552450"/>
                </a:lnTo>
                <a:lnTo>
                  <a:pt x="314325" y="542925"/>
                </a:lnTo>
                <a:lnTo>
                  <a:pt x="304800" y="542925"/>
                </a:lnTo>
                <a:lnTo>
                  <a:pt x="304800" y="533400"/>
                </a:lnTo>
                <a:lnTo>
                  <a:pt x="314325" y="533400"/>
                </a:lnTo>
                <a:lnTo>
                  <a:pt x="314325" y="523875"/>
                </a:lnTo>
                <a:lnTo>
                  <a:pt x="323850" y="523875"/>
                </a:lnTo>
                <a:lnTo>
                  <a:pt x="323850" y="514350"/>
                </a:lnTo>
                <a:lnTo>
                  <a:pt x="333375" y="514350"/>
                </a:lnTo>
                <a:lnTo>
                  <a:pt x="333375" y="504825"/>
                </a:lnTo>
                <a:lnTo>
                  <a:pt x="342900" y="504825"/>
                </a:lnTo>
                <a:lnTo>
                  <a:pt x="342900" y="485775"/>
                </a:lnTo>
                <a:lnTo>
                  <a:pt x="352425" y="485775"/>
                </a:lnTo>
                <a:lnTo>
                  <a:pt x="352425" y="476250"/>
                </a:lnTo>
                <a:lnTo>
                  <a:pt x="361950" y="476250"/>
                </a:lnTo>
                <a:lnTo>
                  <a:pt x="361950" y="466725"/>
                </a:lnTo>
                <a:lnTo>
                  <a:pt x="371475" y="466725"/>
                </a:lnTo>
                <a:close/>
                <a:moveTo>
                  <a:pt x="685800" y="457200"/>
                </a:moveTo>
                <a:lnTo>
                  <a:pt x="704850" y="457200"/>
                </a:lnTo>
                <a:lnTo>
                  <a:pt x="704850" y="466725"/>
                </a:lnTo>
                <a:lnTo>
                  <a:pt x="695325" y="466725"/>
                </a:lnTo>
                <a:lnTo>
                  <a:pt x="695325" y="476250"/>
                </a:lnTo>
                <a:lnTo>
                  <a:pt x="685800" y="476250"/>
                </a:lnTo>
                <a:lnTo>
                  <a:pt x="685800" y="485775"/>
                </a:lnTo>
                <a:lnTo>
                  <a:pt x="676275" y="485775"/>
                </a:lnTo>
                <a:lnTo>
                  <a:pt x="676275" y="495300"/>
                </a:lnTo>
                <a:lnTo>
                  <a:pt x="666750" y="495300"/>
                </a:lnTo>
                <a:lnTo>
                  <a:pt x="666750" y="504825"/>
                </a:lnTo>
                <a:lnTo>
                  <a:pt x="657225" y="504825"/>
                </a:lnTo>
                <a:lnTo>
                  <a:pt x="657225" y="514350"/>
                </a:lnTo>
                <a:lnTo>
                  <a:pt x="647700" y="514350"/>
                </a:lnTo>
                <a:lnTo>
                  <a:pt x="647700" y="523875"/>
                </a:lnTo>
                <a:lnTo>
                  <a:pt x="638175" y="523875"/>
                </a:lnTo>
                <a:lnTo>
                  <a:pt x="638175" y="533400"/>
                </a:lnTo>
                <a:lnTo>
                  <a:pt x="628650" y="533400"/>
                </a:lnTo>
                <a:lnTo>
                  <a:pt x="628650" y="542925"/>
                </a:lnTo>
                <a:lnTo>
                  <a:pt x="619125" y="542925"/>
                </a:lnTo>
                <a:lnTo>
                  <a:pt x="619125" y="523875"/>
                </a:lnTo>
                <a:lnTo>
                  <a:pt x="628650" y="523875"/>
                </a:lnTo>
                <a:lnTo>
                  <a:pt x="628650" y="514350"/>
                </a:lnTo>
                <a:lnTo>
                  <a:pt x="638175" y="514350"/>
                </a:lnTo>
                <a:lnTo>
                  <a:pt x="638175" y="504825"/>
                </a:lnTo>
                <a:lnTo>
                  <a:pt x="647700" y="504825"/>
                </a:lnTo>
                <a:lnTo>
                  <a:pt x="647700" y="495300"/>
                </a:lnTo>
                <a:lnTo>
                  <a:pt x="657225" y="495300"/>
                </a:lnTo>
                <a:lnTo>
                  <a:pt x="657225" y="485775"/>
                </a:lnTo>
                <a:lnTo>
                  <a:pt x="666750" y="485775"/>
                </a:lnTo>
                <a:lnTo>
                  <a:pt x="666750" y="476250"/>
                </a:lnTo>
                <a:lnTo>
                  <a:pt x="676275" y="476250"/>
                </a:lnTo>
                <a:lnTo>
                  <a:pt x="676275" y="466725"/>
                </a:lnTo>
                <a:lnTo>
                  <a:pt x="685800" y="466725"/>
                </a:lnTo>
                <a:close/>
                <a:moveTo>
                  <a:pt x="923925" y="457200"/>
                </a:moveTo>
                <a:lnTo>
                  <a:pt x="933450" y="457200"/>
                </a:lnTo>
                <a:lnTo>
                  <a:pt x="933450" y="466725"/>
                </a:lnTo>
                <a:lnTo>
                  <a:pt x="923925" y="466725"/>
                </a:lnTo>
                <a:close/>
                <a:moveTo>
                  <a:pt x="790575" y="466725"/>
                </a:moveTo>
                <a:lnTo>
                  <a:pt x="800100" y="466725"/>
                </a:lnTo>
                <a:lnTo>
                  <a:pt x="800100" y="485775"/>
                </a:lnTo>
                <a:lnTo>
                  <a:pt x="790575" y="485775"/>
                </a:lnTo>
                <a:lnTo>
                  <a:pt x="790575" y="495300"/>
                </a:lnTo>
                <a:lnTo>
                  <a:pt x="781050" y="495300"/>
                </a:lnTo>
                <a:lnTo>
                  <a:pt x="781050" y="504825"/>
                </a:lnTo>
                <a:lnTo>
                  <a:pt x="771525" y="504825"/>
                </a:lnTo>
                <a:lnTo>
                  <a:pt x="771525" y="514350"/>
                </a:lnTo>
                <a:lnTo>
                  <a:pt x="762000" y="514350"/>
                </a:lnTo>
                <a:lnTo>
                  <a:pt x="762000" y="523875"/>
                </a:lnTo>
                <a:lnTo>
                  <a:pt x="752475" y="523875"/>
                </a:lnTo>
                <a:lnTo>
                  <a:pt x="752475" y="533400"/>
                </a:lnTo>
                <a:lnTo>
                  <a:pt x="742950" y="533400"/>
                </a:lnTo>
                <a:lnTo>
                  <a:pt x="742950" y="542925"/>
                </a:lnTo>
                <a:lnTo>
                  <a:pt x="733425" y="542925"/>
                </a:lnTo>
                <a:lnTo>
                  <a:pt x="733425" y="552450"/>
                </a:lnTo>
                <a:lnTo>
                  <a:pt x="723900" y="552450"/>
                </a:lnTo>
                <a:lnTo>
                  <a:pt x="723900" y="533400"/>
                </a:lnTo>
                <a:lnTo>
                  <a:pt x="733425" y="533400"/>
                </a:lnTo>
                <a:lnTo>
                  <a:pt x="733425" y="523875"/>
                </a:lnTo>
                <a:lnTo>
                  <a:pt x="742950" y="523875"/>
                </a:lnTo>
                <a:lnTo>
                  <a:pt x="742950" y="514350"/>
                </a:lnTo>
                <a:lnTo>
                  <a:pt x="752475" y="514350"/>
                </a:lnTo>
                <a:lnTo>
                  <a:pt x="752475" y="504825"/>
                </a:lnTo>
                <a:lnTo>
                  <a:pt x="762000" y="504825"/>
                </a:lnTo>
                <a:lnTo>
                  <a:pt x="762000" y="495300"/>
                </a:lnTo>
                <a:lnTo>
                  <a:pt x="771525" y="495300"/>
                </a:lnTo>
                <a:lnTo>
                  <a:pt x="771525" y="485775"/>
                </a:lnTo>
                <a:lnTo>
                  <a:pt x="781050" y="485775"/>
                </a:lnTo>
                <a:lnTo>
                  <a:pt x="781050" y="476250"/>
                </a:lnTo>
                <a:lnTo>
                  <a:pt x="790575" y="476250"/>
                </a:lnTo>
                <a:close/>
                <a:moveTo>
                  <a:pt x="247650" y="476250"/>
                </a:moveTo>
                <a:lnTo>
                  <a:pt x="257175" y="476250"/>
                </a:lnTo>
                <a:lnTo>
                  <a:pt x="257175" y="495300"/>
                </a:lnTo>
                <a:lnTo>
                  <a:pt x="247650" y="495300"/>
                </a:lnTo>
                <a:close/>
                <a:moveTo>
                  <a:pt x="238125" y="504825"/>
                </a:moveTo>
                <a:lnTo>
                  <a:pt x="247650" y="504825"/>
                </a:lnTo>
                <a:lnTo>
                  <a:pt x="247650" y="523875"/>
                </a:lnTo>
                <a:lnTo>
                  <a:pt x="228600" y="523875"/>
                </a:lnTo>
                <a:lnTo>
                  <a:pt x="228600" y="514350"/>
                </a:lnTo>
                <a:lnTo>
                  <a:pt x="238125" y="514350"/>
                </a:lnTo>
                <a:close/>
                <a:moveTo>
                  <a:pt x="361950" y="571500"/>
                </a:moveTo>
                <a:lnTo>
                  <a:pt x="381000" y="571500"/>
                </a:lnTo>
                <a:lnTo>
                  <a:pt x="381000" y="590550"/>
                </a:lnTo>
                <a:lnTo>
                  <a:pt x="371475" y="590550"/>
                </a:lnTo>
                <a:lnTo>
                  <a:pt x="371475" y="600075"/>
                </a:lnTo>
                <a:lnTo>
                  <a:pt x="361950" y="600075"/>
                </a:lnTo>
                <a:lnTo>
                  <a:pt x="361950" y="609600"/>
                </a:lnTo>
                <a:lnTo>
                  <a:pt x="352425" y="609600"/>
                </a:lnTo>
                <a:lnTo>
                  <a:pt x="352425" y="581025"/>
                </a:lnTo>
                <a:lnTo>
                  <a:pt x="361950" y="581025"/>
                </a:lnTo>
                <a:close/>
                <a:moveTo>
                  <a:pt x="600075" y="666750"/>
                </a:moveTo>
                <a:lnTo>
                  <a:pt x="609600" y="666750"/>
                </a:lnTo>
                <a:lnTo>
                  <a:pt x="609600" y="676275"/>
                </a:lnTo>
                <a:lnTo>
                  <a:pt x="600075" y="676275"/>
                </a:lnTo>
                <a:close/>
                <a:moveTo>
                  <a:pt x="180975" y="762000"/>
                </a:moveTo>
                <a:lnTo>
                  <a:pt x="200025" y="762000"/>
                </a:lnTo>
                <a:lnTo>
                  <a:pt x="200025" y="771525"/>
                </a:lnTo>
                <a:lnTo>
                  <a:pt x="190500" y="771525"/>
                </a:lnTo>
                <a:lnTo>
                  <a:pt x="190500" y="790575"/>
                </a:lnTo>
                <a:lnTo>
                  <a:pt x="180975" y="790575"/>
                </a:lnTo>
                <a:lnTo>
                  <a:pt x="180975" y="800100"/>
                </a:lnTo>
                <a:lnTo>
                  <a:pt x="171450" y="800100"/>
                </a:lnTo>
                <a:lnTo>
                  <a:pt x="171450" y="809625"/>
                </a:lnTo>
                <a:lnTo>
                  <a:pt x="161925" y="809625"/>
                </a:lnTo>
                <a:lnTo>
                  <a:pt x="161925" y="819150"/>
                </a:lnTo>
                <a:lnTo>
                  <a:pt x="133350" y="819150"/>
                </a:lnTo>
                <a:lnTo>
                  <a:pt x="133350" y="809625"/>
                </a:lnTo>
                <a:lnTo>
                  <a:pt x="142875" y="809625"/>
                </a:lnTo>
                <a:lnTo>
                  <a:pt x="142875" y="800100"/>
                </a:lnTo>
                <a:lnTo>
                  <a:pt x="161925" y="800100"/>
                </a:lnTo>
                <a:lnTo>
                  <a:pt x="161925" y="790575"/>
                </a:lnTo>
                <a:lnTo>
                  <a:pt x="171450" y="790575"/>
                </a:lnTo>
                <a:lnTo>
                  <a:pt x="171450" y="781050"/>
                </a:lnTo>
                <a:lnTo>
                  <a:pt x="180975" y="781050"/>
                </a:lnTo>
                <a:close/>
              </a:path>
            </a:pathLst>
          </a:custGeom>
          <a:solidFill xmlns:a="http://schemas.openxmlformats.org/drawingml/2006/main">
            <a:srgbClr val="2D4A37"/>
          </a:solidFill>
          <a:ln xmlns:a="http://schemas.openxmlformats.org/drawingml/2006/main" w="0">
            <a:noFill/>
          </a:ln>
        </p:spPr>
      </p:sp>
      <p:sp>
        <p:nvSpPr>
          <p:cNvPr id="109" name="">
            <a:extLst xmlns:a="http://schemas.openxmlformats.org/drawingml/2006/main">
              <a:ext uri="{FF2B5EF4-FFF2-40B4-BE49-F238E27FC236}">
                <a16:creationId xmlns:a16="http://schemas.microsoft.com/office/drawing/2014/main" id="{0AF6FF0B-3FBE-4BD5-ADBF-935EDFACB21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714375" y="2505075"/>
            <a:ext cx="3438525" cy="46672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/>
          <a:lstStyle xmlns:a="http://schemas.openxmlformats.org/drawingml/2006/main">
            <a:defPPr algn="ctr">
              <a:defRPr sz="270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defPPr>
            <a:lvl1pPr algn="ctr">
              <a:defRPr sz="270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1pPr>
            <a:lvl2pPr algn="ctr">
              <a:defRPr sz="270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2pPr>
            <a:lvl3pPr algn="ctr">
              <a:defRPr sz="270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3pPr>
            <a:lvl4pPr algn="ctr">
              <a:defRPr sz="270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4pPr>
            <a:lvl5pPr algn="ctr">
              <a:defRPr sz="270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5pPr>
            <a:lvl6pPr algn="ctr">
              <a:defRPr sz="270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6pPr>
            <a:lvl7pPr algn="ctr">
              <a:defRPr sz="270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7pPr>
            <a:lvl8pPr algn="ctr">
              <a:defRPr sz="270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8pPr>
            <a:lvl9pPr algn="ctr">
              <a:defRPr sz="270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9pPr>
          </a:lstStyle>
          <a:p xmlns:a="http://schemas.openxmlformats.org/drawingml/2006/main">
            <a:pPr algn="ctr">
              <a:lnSpc>
                <a:spcPct val="105000"/>
              </a:lnSpc>
              <a:buNone/>
              <a:defRPr sz="270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pPr>
            <a:r>
              <a:rPr sz="2700" b="0">
                <a:solidFill>
                  <a:srgbClr val="111111"/>
                </a:solidFill>
                <a:latin typeface="Arial"/>
                <a:ea typeface="Arial"/>
                <a:cs typeface="Arial"/>
              </a:rPr>
              <a:t>Impacto</a:t>
            </a:r>
          </a:p>
        </p:txBody>
      </p:sp>
      <p:sp>
        <p:nvSpPr>
          <p:cNvPr id="110" name="">
            <a:extLst xmlns:a="http://schemas.openxmlformats.org/drawingml/2006/main">
              <a:ext uri="{FF2B5EF4-FFF2-40B4-BE49-F238E27FC236}">
                <a16:creationId xmlns:a16="http://schemas.microsoft.com/office/drawing/2014/main" id="{6D025AA6-0F42-411E-B6AC-ADCF30E516E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819650" y="2505075"/>
            <a:ext cx="3438525" cy="46672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/>
          <a:lstStyle xmlns:a="http://schemas.openxmlformats.org/drawingml/2006/main">
            <a:defPPr algn="ctr">
              <a:defRPr sz="270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defPPr>
            <a:lvl1pPr algn="ctr">
              <a:defRPr sz="270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1pPr>
            <a:lvl2pPr algn="ctr">
              <a:defRPr sz="270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2pPr>
            <a:lvl3pPr algn="ctr">
              <a:defRPr sz="270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3pPr>
            <a:lvl4pPr algn="ctr">
              <a:defRPr sz="270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4pPr>
            <a:lvl5pPr algn="ctr">
              <a:defRPr sz="270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5pPr>
            <a:lvl6pPr algn="ctr">
              <a:defRPr sz="270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6pPr>
            <a:lvl7pPr algn="ctr">
              <a:defRPr sz="270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7pPr>
            <a:lvl8pPr algn="ctr">
              <a:defRPr sz="270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8pPr>
            <a:lvl9pPr algn="ctr">
              <a:defRPr sz="270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9pPr>
          </a:lstStyle>
          <a:p xmlns:a="http://schemas.openxmlformats.org/drawingml/2006/main">
            <a:pPr algn="ctr">
              <a:lnSpc>
                <a:spcPct val="105000"/>
              </a:lnSpc>
              <a:buNone/>
              <a:defRPr sz="270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pPr>
            <a:r>
              <a:rPr sz="2700" b="0">
                <a:solidFill>
                  <a:srgbClr val="111111"/>
                </a:solidFill>
                <a:latin typeface="Arial"/>
                <a:ea typeface="Arial"/>
                <a:cs typeface="Arial"/>
              </a:rPr>
              <a:t>Limitaciones</a:t>
            </a:r>
          </a:p>
        </p:txBody>
      </p:sp>
      <p:sp>
        <p:nvSpPr>
          <p:cNvPr id="111" name="">
            <a:extLst xmlns:a="http://schemas.openxmlformats.org/drawingml/2006/main">
              <a:ext uri="{FF2B5EF4-FFF2-40B4-BE49-F238E27FC236}">
                <a16:creationId xmlns:a16="http://schemas.microsoft.com/office/drawing/2014/main" id="{575369F3-74F2-4DF0-B013-5E03626C0CC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8924925" y="2505075"/>
            <a:ext cx="3438525" cy="46672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/>
          <a:lstStyle xmlns:a="http://schemas.openxmlformats.org/drawingml/2006/main">
            <a:defPPr algn="ctr">
              <a:defRPr sz="270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defPPr>
            <a:lvl1pPr algn="ctr">
              <a:defRPr sz="270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1pPr>
            <a:lvl2pPr algn="ctr">
              <a:defRPr sz="270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2pPr>
            <a:lvl3pPr algn="ctr">
              <a:defRPr sz="270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3pPr>
            <a:lvl4pPr algn="ctr">
              <a:defRPr sz="270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4pPr>
            <a:lvl5pPr algn="ctr">
              <a:defRPr sz="270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5pPr>
            <a:lvl6pPr algn="ctr">
              <a:defRPr sz="270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6pPr>
            <a:lvl7pPr algn="ctr">
              <a:defRPr sz="270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7pPr>
            <a:lvl8pPr algn="ctr">
              <a:defRPr sz="270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8pPr>
            <a:lvl9pPr algn="ctr">
              <a:defRPr sz="270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9pPr>
          </a:lstStyle>
          <a:p xmlns:a="http://schemas.openxmlformats.org/drawingml/2006/main">
            <a:pPr algn="ctr">
              <a:lnSpc>
                <a:spcPct val="105000"/>
              </a:lnSpc>
              <a:buNone/>
              <a:defRPr sz="270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pPr>
            <a:r>
              <a:rPr sz="2700" b="0">
                <a:solidFill>
                  <a:srgbClr val="111111"/>
                </a:solidFill>
                <a:latin typeface="Arial"/>
                <a:ea typeface="Arial"/>
                <a:cs typeface="Arial"/>
              </a:rPr>
              <a:t>Futura versión</a:t>
            </a:r>
          </a:p>
        </p:txBody>
      </p:sp>
      <p:sp>
        <p:nvSpPr>
          <p:cNvPr id="112" name="">
            <a:extLst xmlns:a="http://schemas.openxmlformats.org/drawingml/2006/main">
              <a:ext uri="{FF2B5EF4-FFF2-40B4-BE49-F238E27FC236}">
                <a16:creationId xmlns:a16="http://schemas.microsoft.com/office/drawing/2014/main" id="{C3CA19FF-CBCE-40DC-B232-3DDF5E55622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000125" y="3257550"/>
            <a:ext cx="342900" cy="342900"/>
          </a:xfrm>
          <a:prstGeom xmlns:a="http://schemas.openxmlformats.org/drawingml/2006/main" prst="ellipse">
            <a:avLst/>
          </a:prstGeom>
          <a:solidFill xmlns:a="http://schemas.openxmlformats.org/drawingml/2006/main">
            <a:srgbClr val="B76340"/>
          </a:solidFill>
          <a:ln xmlns:a="http://schemas.openxmlformats.org/drawingml/2006/main" w="0">
            <a:noFill/>
          </a:ln>
        </p:spPr>
      </p:sp>
      <p:sp>
        <p:nvSpPr>
          <p:cNvPr id="113" name="">
            <a:extLst xmlns:a="http://schemas.openxmlformats.org/drawingml/2006/main">
              <a:ext uri="{FF2B5EF4-FFF2-40B4-BE49-F238E27FC236}">
                <a16:creationId xmlns:a16="http://schemas.microsoft.com/office/drawing/2014/main" id="{07360CF9-EC68-49C5-B965-84F996FAAED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057275" y="3276600"/>
            <a:ext cx="266700" cy="28575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/>
          <a:lstStyle xmlns:a="http://schemas.openxmlformats.org/drawingml/2006/main">
            <a:defPPr algn="l">
              <a:defRPr sz="1950" b="1">
                <a:solidFill>
                  <a:srgbClr val="FFFFFF"/>
                </a:solidFill>
                <a:latin typeface="Arial"/>
                <a:ea typeface="Arial"/>
                <a:cs typeface="Arial"/>
              </a:defRPr>
            </a:defPPr>
            <a:lvl1pPr algn="l">
              <a:defRPr sz="1950" b="1">
                <a:solidFill>
                  <a:srgbClr val="FFFFFF"/>
                </a:solidFill>
                <a:latin typeface="Arial"/>
                <a:ea typeface="Arial"/>
                <a:cs typeface="Arial"/>
              </a:defRPr>
            </a:lvl1pPr>
            <a:lvl2pPr algn="l">
              <a:defRPr sz="1950" b="1">
                <a:solidFill>
                  <a:srgbClr val="FFFFFF"/>
                </a:solidFill>
                <a:latin typeface="Arial"/>
                <a:ea typeface="Arial"/>
                <a:cs typeface="Arial"/>
              </a:defRPr>
            </a:lvl2pPr>
            <a:lvl3pPr algn="l">
              <a:defRPr sz="1950" b="1">
                <a:solidFill>
                  <a:srgbClr val="FFFFFF"/>
                </a:solidFill>
                <a:latin typeface="Arial"/>
                <a:ea typeface="Arial"/>
                <a:cs typeface="Arial"/>
              </a:defRPr>
            </a:lvl3pPr>
            <a:lvl4pPr algn="l">
              <a:defRPr sz="1950" b="1">
                <a:solidFill>
                  <a:srgbClr val="FFFFFF"/>
                </a:solidFill>
                <a:latin typeface="Arial"/>
                <a:ea typeface="Arial"/>
                <a:cs typeface="Arial"/>
              </a:defRPr>
            </a:lvl4pPr>
            <a:lvl5pPr algn="l">
              <a:defRPr sz="1950" b="1">
                <a:solidFill>
                  <a:srgbClr val="FFFFFF"/>
                </a:solidFill>
                <a:latin typeface="Arial"/>
                <a:ea typeface="Arial"/>
                <a:cs typeface="Arial"/>
              </a:defRPr>
            </a:lvl5pPr>
            <a:lvl6pPr algn="l">
              <a:defRPr sz="1950" b="1">
                <a:solidFill>
                  <a:srgbClr val="FFFFFF"/>
                </a:solidFill>
                <a:latin typeface="Arial"/>
                <a:ea typeface="Arial"/>
                <a:cs typeface="Arial"/>
              </a:defRPr>
            </a:lvl6pPr>
            <a:lvl7pPr algn="l">
              <a:defRPr sz="1950" b="1">
                <a:solidFill>
                  <a:srgbClr val="FFFFFF"/>
                </a:solidFill>
                <a:latin typeface="Arial"/>
                <a:ea typeface="Arial"/>
                <a:cs typeface="Arial"/>
              </a:defRPr>
            </a:lvl7pPr>
            <a:lvl8pPr algn="l">
              <a:defRPr sz="1950" b="1">
                <a:solidFill>
                  <a:srgbClr val="FFFFFF"/>
                </a:solidFill>
                <a:latin typeface="Arial"/>
                <a:ea typeface="Arial"/>
                <a:cs typeface="Arial"/>
              </a:defRPr>
            </a:lvl8pPr>
            <a:lvl9pPr algn="l">
              <a:defRPr sz="1950" b="1">
                <a:solidFill>
                  <a:srgbClr val="FFFFFF"/>
                </a:solidFill>
                <a:latin typeface="Arial"/>
                <a:ea typeface="Arial"/>
                <a:cs typeface="Arial"/>
              </a:defRPr>
            </a:lvl9pPr>
          </a:lstStyle>
          <a:p xmlns:a="http://schemas.openxmlformats.org/drawingml/2006/main">
            <a:pPr algn="l">
              <a:lnSpc>
                <a:spcPct val="105000"/>
              </a:lnSpc>
              <a:buNone/>
              <a:defRPr sz="1950" b="1">
                <a:solidFill>
                  <a:srgbClr val="FFFFFF"/>
                </a:solidFill>
                <a:latin typeface="Arial"/>
                <a:ea typeface="Arial"/>
                <a:cs typeface="Arial"/>
              </a:defRPr>
            </a:pPr>
            <a:r>
              <a:rPr sz="195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✓</a:t>
            </a:r>
          </a:p>
        </p:txBody>
      </p:sp>
      <p:sp>
        <p:nvSpPr>
          <p:cNvPr id="114" name="">
            <a:extLst xmlns:a="http://schemas.openxmlformats.org/drawingml/2006/main">
              <a:ext uri="{FF2B5EF4-FFF2-40B4-BE49-F238E27FC236}">
                <a16:creationId xmlns:a16="http://schemas.microsoft.com/office/drawing/2014/main" id="{9243A3C7-54E3-45C1-8894-C4146AB24FC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524000" y="3257550"/>
            <a:ext cx="2571750" cy="78105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/>
          <a:lstStyle xmlns:a="http://schemas.openxmlformats.org/drawingml/2006/main">
            <a:defPPr algn="l">
              <a:defRPr sz="217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defPPr>
            <a:lvl1pPr algn="l">
              <a:defRPr sz="217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1pPr>
            <a:lvl2pPr algn="l">
              <a:defRPr sz="217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2pPr>
            <a:lvl3pPr algn="l">
              <a:defRPr sz="217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3pPr>
            <a:lvl4pPr algn="l">
              <a:defRPr sz="217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4pPr>
            <a:lvl5pPr algn="l">
              <a:defRPr sz="217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5pPr>
            <a:lvl6pPr algn="l">
              <a:defRPr sz="217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6pPr>
            <a:lvl7pPr algn="l">
              <a:defRPr sz="217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7pPr>
            <a:lvl8pPr algn="l">
              <a:defRPr sz="217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8pPr>
            <a:lvl9pPr algn="l">
              <a:defRPr sz="217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9pPr>
          </a:lstStyle>
          <a:p xmlns:a="http://schemas.openxmlformats.org/drawingml/2006/main">
            <a:pPr algn="l">
              <a:lnSpc>
                <a:spcPct val="105000"/>
              </a:lnSpc>
              <a:buNone/>
              <a:defRPr sz="217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pPr>
            <a:r>
              <a:rPr sz="2175" b="0">
                <a:solidFill>
                  <a:srgbClr val="111111"/>
                </a:solidFill>
                <a:latin typeface="Arial"/>
                <a:ea typeface="Arial"/>
                <a:cs typeface="Arial"/>
              </a:rPr>
              <a:t>Información</a:t>
            </a:r>
          </a:p>
          <a:p xmlns:a="http://schemas.openxmlformats.org/drawingml/2006/main">
            <a:pPr algn="l">
              <a:lnSpc>
                <a:spcPct val="105000"/>
              </a:lnSpc>
              <a:buNone/>
              <a:defRPr sz="217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pPr>
            <a:r>
              <a:rPr sz="2175" b="0">
                <a:solidFill>
                  <a:srgbClr val="111111"/>
                </a:solidFill>
                <a:latin typeface="Arial"/>
                <a:ea typeface="Arial"/>
                <a:cs typeface="Arial"/>
              </a:rPr>
              <a:t>reunida</a:t>
            </a:r>
          </a:p>
        </p:txBody>
      </p:sp>
      <p:sp>
        <p:nvSpPr>
          <p:cNvPr id="115" name="">
            <a:extLst xmlns:a="http://schemas.openxmlformats.org/drawingml/2006/main">
              <a:ext uri="{FF2B5EF4-FFF2-40B4-BE49-F238E27FC236}">
                <a16:creationId xmlns:a16="http://schemas.microsoft.com/office/drawing/2014/main" id="{EE43FDE9-6793-40C3-B866-ECDE592D5F8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114925" y="3257550"/>
            <a:ext cx="333375" cy="40005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/>
          <a:lstStyle xmlns:a="http://schemas.openxmlformats.org/drawingml/2006/main">
            <a:defPPr algn="l">
              <a:defRPr sz="2550" b="0">
                <a:solidFill>
                  <a:srgbClr val="7D8E97"/>
                </a:solidFill>
                <a:latin typeface="Arial"/>
                <a:ea typeface="Arial"/>
                <a:cs typeface="Arial"/>
              </a:defRPr>
            </a:defPPr>
            <a:lvl1pPr algn="l">
              <a:defRPr sz="2550" b="0">
                <a:solidFill>
                  <a:srgbClr val="7D8E97"/>
                </a:solidFill>
                <a:latin typeface="Arial"/>
                <a:ea typeface="Arial"/>
                <a:cs typeface="Arial"/>
              </a:defRPr>
            </a:lvl1pPr>
            <a:lvl2pPr algn="l">
              <a:defRPr sz="2550" b="0">
                <a:solidFill>
                  <a:srgbClr val="7D8E97"/>
                </a:solidFill>
                <a:latin typeface="Arial"/>
                <a:ea typeface="Arial"/>
                <a:cs typeface="Arial"/>
              </a:defRPr>
            </a:lvl2pPr>
            <a:lvl3pPr algn="l">
              <a:defRPr sz="2550" b="0">
                <a:solidFill>
                  <a:srgbClr val="7D8E97"/>
                </a:solidFill>
                <a:latin typeface="Arial"/>
                <a:ea typeface="Arial"/>
                <a:cs typeface="Arial"/>
              </a:defRPr>
            </a:lvl3pPr>
            <a:lvl4pPr algn="l">
              <a:defRPr sz="2550" b="0">
                <a:solidFill>
                  <a:srgbClr val="7D8E97"/>
                </a:solidFill>
                <a:latin typeface="Arial"/>
                <a:ea typeface="Arial"/>
                <a:cs typeface="Arial"/>
              </a:defRPr>
            </a:lvl4pPr>
            <a:lvl5pPr algn="l">
              <a:defRPr sz="2550" b="0">
                <a:solidFill>
                  <a:srgbClr val="7D8E97"/>
                </a:solidFill>
                <a:latin typeface="Arial"/>
                <a:ea typeface="Arial"/>
                <a:cs typeface="Arial"/>
              </a:defRPr>
            </a:lvl5pPr>
            <a:lvl6pPr algn="l">
              <a:defRPr sz="2550" b="0">
                <a:solidFill>
                  <a:srgbClr val="7D8E97"/>
                </a:solidFill>
                <a:latin typeface="Arial"/>
                <a:ea typeface="Arial"/>
                <a:cs typeface="Arial"/>
              </a:defRPr>
            </a:lvl6pPr>
            <a:lvl7pPr algn="l">
              <a:defRPr sz="2550" b="0">
                <a:solidFill>
                  <a:srgbClr val="7D8E97"/>
                </a:solidFill>
                <a:latin typeface="Arial"/>
                <a:ea typeface="Arial"/>
                <a:cs typeface="Arial"/>
              </a:defRPr>
            </a:lvl7pPr>
            <a:lvl8pPr algn="l">
              <a:defRPr sz="2550" b="0">
                <a:solidFill>
                  <a:srgbClr val="7D8E97"/>
                </a:solidFill>
                <a:latin typeface="Arial"/>
                <a:ea typeface="Arial"/>
                <a:cs typeface="Arial"/>
              </a:defRPr>
            </a:lvl8pPr>
            <a:lvl9pPr algn="l">
              <a:defRPr sz="2550" b="0">
                <a:solidFill>
                  <a:srgbClr val="7D8E97"/>
                </a:solidFill>
                <a:latin typeface="Arial"/>
                <a:ea typeface="Arial"/>
                <a:cs typeface="Arial"/>
              </a:defRPr>
            </a:lvl9pPr>
          </a:lstStyle>
          <a:p xmlns:a="http://schemas.openxmlformats.org/drawingml/2006/main">
            <a:pPr algn="l">
              <a:lnSpc>
                <a:spcPct val="105000"/>
              </a:lnSpc>
              <a:buNone/>
              <a:defRPr sz="2550" b="0">
                <a:solidFill>
                  <a:srgbClr val="7D8E97"/>
                </a:solidFill>
                <a:latin typeface="Arial"/>
                <a:ea typeface="Arial"/>
                <a:cs typeface="Arial"/>
              </a:defRPr>
            </a:pPr>
            <a:r>
              <a:rPr sz="2550" b="0">
                <a:solidFill>
                  <a:srgbClr val="7D8E97"/>
                </a:solidFill>
                <a:latin typeface="Arial"/>
                <a:ea typeface="Arial"/>
                <a:cs typeface="Arial"/>
              </a:rPr>
              <a:t>−</a:t>
            </a:r>
          </a:p>
        </p:txBody>
      </p:sp>
      <p:sp>
        <p:nvSpPr>
          <p:cNvPr id="116" name="">
            <a:extLst xmlns:a="http://schemas.openxmlformats.org/drawingml/2006/main">
              <a:ext uri="{FF2B5EF4-FFF2-40B4-BE49-F238E27FC236}">
                <a16:creationId xmlns:a16="http://schemas.microsoft.com/office/drawing/2014/main" id="{DBA180FB-1D07-4217-ABBD-B8CF12187C8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600700" y="3257550"/>
            <a:ext cx="2638425" cy="80962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/>
          <a:lstStyle xmlns:a="http://schemas.openxmlformats.org/drawingml/2006/main">
            <a:defPPr algn="l">
              <a:defRPr sz="210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defPPr>
            <a:lvl1pPr algn="l">
              <a:defRPr sz="210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1pPr>
            <a:lvl2pPr algn="l">
              <a:defRPr sz="210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2pPr>
            <a:lvl3pPr algn="l">
              <a:defRPr sz="210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3pPr>
            <a:lvl4pPr algn="l">
              <a:defRPr sz="210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4pPr>
            <a:lvl5pPr algn="l">
              <a:defRPr sz="210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5pPr>
            <a:lvl6pPr algn="l">
              <a:defRPr sz="210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6pPr>
            <a:lvl7pPr algn="l">
              <a:defRPr sz="210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7pPr>
            <a:lvl8pPr algn="l">
              <a:defRPr sz="210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8pPr>
            <a:lvl9pPr algn="l">
              <a:defRPr sz="210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9pPr>
          </a:lstStyle>
          <a:p xmlns:a="http://schemas.openxmlformats.org/drawingml/2006/main">
            <a:pPr algn="l">
              <a:lnSpc>
                <a:spcPct val="105000"/>
              </a:lnSpc>
              <a:buNone/>
              <a:defRPr sz="210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pPr>
            <a:r>
              <a:rPr sz="2100" b="0">
                <a:solidFill>
                  <a:srgbClr val="111111"/>
                </a:solidFill>
                <a:latin typeface="Arial"/>
                <a:ea typeface="Arial"/>
                <a:cs typeface="Arial"/>
              </a:rPr>
              <a:t>Sin separación por</a:t>
            </a:r>
          </a:p>
          <a:p xmlns:a="http://schemas.openxmlformats.org/drawingml/2006/main">
            <a:pPr algn="l">
              <a:lnSpc>
                <a:spcPct val="105000"/>
              </a:lnSpc>
              <a:buNone/>
              <a:defRPr sz="210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pPr>
            <a:r>
              <a:rPr sz="2100" b="0">
                <a:solidFill>
                  <a:srgbClr val="111111"/>
                </a:solidFill>
                <a:latin typeface="Arial"/>
                <a:ea typeface="Arial"/>
                <a:cs typeface="Arial"/>
              </a:rPr>
              <a:t>comercio</a:t>
            </a:r>
          </a:p>
        </p:txBody>
      </p:sp>
      <p:sp>
        <p:nvSpPr>
          <p:cNvPr id="117" name="">
            <a:extLst xmlns:a="http://schemas.openxmlformats.org/drawingml/2006/main">
              <a:ext uri="{FF2B5EF4-FFF2-40B4-BE49-F238E27FC236}">
                <a16:creationId xmlns:a16="http://schemas.microsoft.com/office/drawing/2014/main" id="{6A66BC21-AF6C-4FFD-B928-7376112BBC8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000125" y="4191000"/>
            <a:ext cx="342900" cy="342900"/>
          </a:xfrm>
          <a:prstGeom xmlns:a="http://schemas.openxmlformats.org/drawingml/2006/main" prst="ellipse">
            <a:avLst/>
          </a:prstGeom>
          <a:solidFill xmlns:a="http://schemas.openxmlformats.org/drawingml/2006/main">
            <a:srgbClr val="B76340"/>
          </a:solidFill>
          <a:ln xmlns:a="http://schemas.openxmlformats.org/drawingml/2006/main" w="0">
            <a:noFill/>
          </a:ln>
        </p:spPr>
      </p:sp>
      <p:sp>
        <p:nvSpPr>
          <p:cNvPr id="118" name="">
            <a:extLst xmlns:a="http://schemas.openxmlformats.org/drawingml/2006/main">
              <a:ext uri="{FF2B5EF4-FFF2-40B4-BE49-F238E27FC236}">
                <a16:creationId xmlns:a16="http://schemas.microsoft.com/office/drawing/2014/main" id="{8653370D-31FA-4CEE-A7EE-C4204F9FBE5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057275" y="4210050"/>
            <a:ext cx="266700" cy="28575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/>
          <a:lstStyle xmlns:a="http://schemas.openxmlformats.org/drawingml/2006/main">
            <a:defPPr algn="l">
              <a:defRPr sz="1950" b="1">
                <a:solidFill>
                  <a:srgbClr val="FFFFFF"/>
                </a:solidFill>
                <a:latin typeface="Arial"/>
                <a:ea typeface="Arial"/>
                <a:cs typeface="Arial"/>
              </a:defRPr>
            </a:defPPr>
            <a:lvl1pPr algn="l">
              <a:defRPr sz="1950" b="1">
                <a:solidFill>
                  <a:srgbClr val="FFFFFF"/>
                </a:solidFill>
                <a:latin typeface="Arial"/>
                <a:ea typeface="Arial"/>
                <a:cs typeface="Arial"/>
              </a:defRPr>
            </a:lvl1pPr>
            <a:lvl2pPr algn="l">
              <a:defRPr sz="1950" b="1">
                <a:solidFill>
                  <a:srgbClr val="FFFFFF"/>
                </a:solidFill>
                <a:latin typeface="Arial"/>
                <a:ea typeface="Arial"/>
                <a:cs typeface="Arial"/>
              </a:defRPr>
            </a:lvl2pPr>
            <a:lvl3pPr algn="l">
              <a:defRPr sz="1950" b="1">
                <a:solidFill>
                  <a:srgbClr val="FFFFFF"/>
                </a:solidFill>
                <a:latin typeface="Arial"/>
                <a:ea typeface="Arial"/>
                <a:cs typeface="Arial"/>
              </a:defRPr>
            </a:lvl3pPr>
            <a:lvl4pPr algn="l">
              <a:defRPr sz="1950" b="1">
                <a:solidFill>
                  <a:srgbClr val="FFFFFF"/>
                </a:solidFill>
                <a:latin typeface="Arial"/>
                <a:ea typeface="Arial"/>
                <a:cs typeface="Arial"/>
              </a:defRPr>
            </a:lvl4pPr>
            <a:lvl5pPr algn="l">
              <a:defRPr sz="1950" b="1">
                <a:solidFill>
                  <a:srgbClr val="FFFFFF"/>
                </a:solidFill>
                <a:latin typeface="Arial"/>
                <a:ea typeface="Arial"/>
                <a:cs typeface="Arial"/>
              </a:defRPr>
            </a:lvl5pPr>
            <a:lvl6pPr algn="l">
              <a:defRPr sz="1950" b="1">
                <a:solidFill>
                  <a:srgbClr val="FFFFFF"/>
                </a:solidFill>
                <a:latin typeface="Arial"/>
                <a:ea typeface="Arial"/>
                <a:cs typeface="Arial"/>
              </a:defRPr>
            </a:lvl6pPr>
            <a:lvl7pPr algn="l">
              <a:defRPr sz="1950" b="1">
                <a:solidFill>
                  <a:srgbClr val="FFFFFF"/>
                </a:solidFill>
                <a:latin typeface="Arial"/>
                <a:ea typeface="Arial"/>
                <a:cs typeface="Arial"/>
              </a:defRPr>
            </a:lvl7pPr>
            <a:lvl8pPr algn="l">
              <a:defRPr sz="1950" b="1">
                <a:solidFill>
                  <a:srgbClr val="FFFFFF"/>
                </a:solidFill>
                <a:latin typeface="Arial"/>
                <a:ea typeface="Arial"/>
                <a:cs typeface="Arial"/>
              </a:defRPr>
            </a:lvl8pPr>
            <a:lvl9pPr algn="l">
              <a:defRPr sz="1950" b="1">
                <a:solidFill>
                  <a:srgbClr val="FFFFFF"/>
                </a:solidFill>
                <a:latin typeface="Arial"/>
                <a:ea typeface="Arial"/>
                <a:cs typeface="Arial"/>
              </a:defRPr>
            </a:lvl9pPr>
          </a:lstStyle>
          <a:p xmlns:a="http://schemas.openxmlformats.org/drawingml/2006/main">
            <a:pPr algn="l">
              <a:lnSpc>
                <a:spcPct val="105000"/>
              </a:lnSpc>
              <a:buNone/>
              <a:defRPr sz="1950" b="1">
                <a:solidFill>
                  <a:srgbClr val="FFFFFF"/>
                </a:solidFill>
                <a:latin typeface="Arial"/>
                <a:ea typeface="Arial"/>
                <a:cs typeface="Arial"/>
              </a:defRPr>
            </a:pPr>
            <a:r>
              <a:rPr sz="195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✓</a:t>
            </a:r>
          </a:p>
        </p:txBody>
      </p:sp>
      <p:sp>
        <p:nvSpPr>
          <p:cNvPr id="119" name="">
            <a:extLst xmlns:a="http://schemas.openxmlformats.org/drawingml/2006/main">
              <a:ext uri="{FF2B5EF4-FFF2-40B4-BE49-F238E27FC236}">
                <a16:creationId xmlns:a16="http://schemas.microsoft.com/office/drawing/2014/main" id="{EEBE9B61-752F-4FE4-AC3E-D08E84E5FAD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524000" y="4191000"/>
            <a:ext cx="2571750" cy="78105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/>
          <a:lstStyle xmlns:a="http://schemas.openxmlformats.org/drawingml/2006/main">
            <a:defPPr algn="l">
              <a:defRPr sz="217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defPPr>
            <a:lvl1pPr algn="l">
              <a:defRPr sz="217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1pPr>
            <a:lvl2pPr algn="l">
              <a:defRPr sz="217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2pPr>
            <a:lvl3pPr algn="l">
              <a:defRPr sz="217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3pPr>
            <a:lvl4pPr algn="l">
              <a:defRPr sz="217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4pPr>
            <a:lvl5pPr algn="l">
              <a:defRPr sz="217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5pPr>
            <a:lvl6pPr algn="l">
              <a:defRPr sz="217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6pPr>
            <a:lvl7pPr algn="l">
              <a:defRPr sz="217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7pPr>
            <a:lvl8pPr algn="l">
              <a:defRPr sz="217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8pPr>
            <a:lvl9pPr algn="l">
              <a:defRPr sz="217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9pPr>
          </a:lstStyle>
          <a:p xmlns:a="http://schemas.openxmlformats.org/drawingml/2006/main">
            <a:pPr algn="l">
              <a:lnSpc>
                <a:spcPct val="105000"/>
              </a:lnSpc>
              <a:buNone/>
              <a:defRPr sz="217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pPr>
            <a:r>
              <a:rPr sz="2175" b="0">
                <a:solidFill>
                  <a:srgbClr val="111111"/>
                </a:solidFill>
                <a:latin typeface="Arial"/>
                <a:ea typeface="Arial"/>
                <a:cs typeface="Arial"/>
              </a:rPr>
              <a:t>Continuidad entre</a:t>
            </a:r>
          </a:p>
          <a:p xmlns:a="http://schemas.openxmlformats.org/drawingml/2006/main">
            <a:pPr algn="l">
              <a:lnSpc>
                <a:spcPct val="105000"/>
              </a:lnSpc>
              <a:buNone/>
              <a:defRPr sz="217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pPr>
            <a:r>
              <a:rPr sz="2175" b="0">
                <a:solidFill>
                  <a:srgbClr val="111111"/>
                </a:solidFill>
                <a:latin typeface="Arial"/>
                <a:ea typeface="Arial"/>
                <a:cs typeface="Arial"/>
              </a:rPr>
              <a:t>turnos</a:t>
            </a:r>
          </a:p>
        </p:txBody>
      </p:sp>
      <p:sp>
        <p:nvSpPr>
          <p:cNvPr id="120" name="">
            <a:extLst xmlns:a="http://schemas.openxmlformats.org/drawingml/2006/main">
              <a:ext uri="{FF2B5EF4-FFF2-40B4-BE49-F238E27FC236}">
                <a16:creationId xmlns:a16="http://schemas.microsoft.com/office/drawing/2014/main" id="{9655409C-E53E-456E-91CA-7245EBDE8C5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114925" y="4191000"/>
            <a:ext cx="333375" cy="40005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/>
          <a:lstStyle xmlns:a="http://schemas.openxmlformats.org/drawingml/2006/main">
            <a:defPPr algn="l">
              <a:defRPr sz="2550" b="0">
                <a:solidFill>
                  <a:srgbClr val="7D8E97"/>
                </a:solidFill>
                <a:latin typeface="Arial"/>
                <a:ea typeface="Arial"/>
                <a:cs typeface="Arial"/>
              </a:defRPr>
            </a:defPPr>
            <a:lvl1pPr algn="l">
              <a:defRPr sz="2550" b="0">
                <a:solidFill>
                  <a:srgbClr val="7D8E97"/>
                </a:solidFill>
                <a:latin typeface="Arial"/>
                <a:ea typeface="Arial"/>
                <a:cs typeface="Arial"/>
              </a:defRPr>
            </a:lvl1pPr>
            <a:lvl2pPr algn="l">
              <a:defRPr sz="2550" b="0">
                <a:solidFill>
                  <a:srgbClr val="7D8E97"/>
                </a:solidFill>
                <a:latin typeface="Arial"/>
                <a:ea typeface="Arial"/>
                <a:cs typeface="Arial"/>
              </a:defRPr>
            </a:lvl2pPr>
            <a:lvl3pPr algn="l">
              <a:defRPr sz="2550" b="0">
                <a:solidFill>
                  <a:srgbClr val="7D8E97"/>
                </a:solidFill>
                <a:latin typeface="Arial"/>
                <a:ea typeface="Arial"/>
                <a:cs typeface="Arial"/>
              </a:defRPr>
            </a:lvl3pPr>
            <a:lvl4pPr algn="l">
              <a:defRPr sz="2550" b="0">
                <a:solidFill>
                  <a:srgbClr val="7D8E97"/>
                </a:solidFill>
                <a:latin typeface="Arial"/>
                <a:ea typeface="Arial"/>
                <a:cs typeface="Arial"/>
              </a:defRPr>
            </a:lvl4pPr>
            <a:lvl5pPr algn="l">
              <a:defRPr sz="2550" b="0">
                <a:solidFill>
                  <a:srgbClr val="7D8E97"/>
                </a:solidFill>
                <a:latin typeface="Arial"/>
                <a:ea typeface="Arial"/>
                <a:cs typeface="Arial"/>
              </a:defRPr>
            </a:lvl5pPr>
            <a:lvl6pPr algn="l">
              <a:defRPr sz="2550" b="0">
                <a:solidFill>
                  <a:srgbClr val="7D8E97"/>
                </a:solidFill>
                <a:latin typeface="Arial"/>
                <a:ea typeface="Arial"/>
                <a:cs typeface="Arial"/>
              </a:defRPr>
            </a:lvl6pPr>
            <a:lvl7pPr algn="l">
              <a:defRPr sz="2550" b="0">
                <a:solidFill>
                  <a:srgbClr val="7D8E97"/>
                </a:solidFill>
                <a:latin typeface="Arial"/>
                <a:ea typeface="Arial"/>
                <a:cs typeface="Arial"/>
              </a:defRPr>
            </a:lvl7pPr>
            <a:lvl8pPr algn="l">
              <a:defRPr sz="2550" b="0">
                <a:solidFill>
                  <a:srgbClr val="7D8E97"/>
                </a:solidFill>
                <a:latin typeface="Arial"/>
                <a:ea typeface="Arial"/>
                <a:cs typeface="Arial"/>
              </a:defRPr>
            </a:lvl8pPr>
            <a:lvl9pPr algn="l">
              <a:defRPr sz="2550" b="0">
                <a:solidFill>
                  <a:srgbClr val="7D8E97"/>
                </a:solidFill>
                <a:latin typeface="Arial"/>
                <a:ea typeface="Arial"/>
                <a:cs typeface="Arial"/>
              </a:defRPr>
            </a:lvl9pPr>
          </a:lstStyle>
          <a:p xmlns:a="http://schemas.openxmlformats.org/drawingml/2006/main">
            <a:pPr algn="l">
              <a:lnSpc>
                <a:spcPct val="105000"/>
              </a:lnSpc>
              <a:buNone/>
              <a:defRPr sz="2550" b="0">
                <a:solidFill>
                  <a:srgbClr val="7D8E97"/>
                </a:solidFill>
                <a:latin typeface="Arial"/>
                <a:ea typeface="Arial"/>
                <a:cs typeface="Arial"/>
              </a:defRPr>
            </a:pPr>
            <a:r>
              <a:rPr sz="2550" b="0">
                <a:solidFill>
                  <a:srgbClr val="7D8E97"/>
                </a:solidFill>
                <a:latin typeface="Arial"/>
                <a:ea typeface="Arial"/>
                <a:cs typeface="Arial"/>
              </a:rPr>
              <a:t>−</a:t>
            </a:r>
          </a:p>
        </p:txBody>
      </p:sp>
      <p:sp>
        <p:nvSpPr>
          <p:cNvPr id="121" name="">
            <a:extLst xmlns:a="http://schemas.openxmlformats.org/drawingml/2006/main">
              <a:ext uri="{FF2B5EF4-FFF2-40B4-BE49-F238E27FC236}">
                <a16:creationId xmlns:a16="http://schemas.microsoft.com/office/drawing/2014/main" id="{A681578A-6936-4E97-845C-2219282508F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600700" y="4191000"/>
            <a:ext cx="2638425" cy="80962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/>
          <a:lstStyle xmlns:a="http://schemas.openxmlformats.org/drawingml/2006/main">
            <a:defPPr algn="l">
              <a:defRPr sz="210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defPPr>
            <a:lvl1pPr algn="l">
              <a:defRPr sz="210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1pPr>
            <a:lvl2pPr algn="l">
              <a:defRPr sz="210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2pPr>
            <a:lvl3pPr algn="l">
              <a:defRPr sz="210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3pPr>
            <a:lvl4pPr algn="l">
              <a:defRPr sz="210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4pPr>
            <a:lvl5pPr algn="l">
              <a:defRPr sz="210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5pPr>
            <a:lvl6pPr algn="l">
              <a:defRPr sz="210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6pPr>
            <a:lvl7pPr algn="l">
              <a:defRPr sz="210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7pPr>
            <a:lvl8pPr algn="l">
              <a:defRPr sz="210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8pPr>
            <a:lvl9pPr algn="l">
              <a:defRPr sz="210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9pPr>
          </a:lstStyle>
          <a:p xmlns:a="http://schemas.openxmlformats.org/drawingml/2006/main">
            <a:pPr algn="l">
              <a:lnSpc>
                <a:spcPct val="105000"/>
              </a:lnSpc>
              <a:buNone/>
              <a:defRPr sz="210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pPr>
            <a:r>
              <a:rPr sz="2100" b="0">
                <a:solidFill>
                  <a:srgbClr val="111111"/>
                </a:solidFill>
                <a:latin typeface="Arial"/>
                <a:ea typeface="Arial"/>
                <a:cs typeface="Arial"/>
              </a:rPr>
              <a:t>Funciones con</a:t>
            </a:r>
          </a:p>
          <a:p xmlns:a="http://schemas.openxmlformats.org/drawingml/2006/main">
            <a:pPr algn="l">
              <a:lnSpc>
                <a:spcPct val="105000"/>
              </a:lnSpc>
              <a:buNone/>
              <a:defRPr sz="210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pPr>
            <a:r>
              <a:rPr sz="2100" b="0">
                <a:solidFill>
                  <a:srgbClr val="111111"/>
                </a:solidFill>
                <a:latin typeface="Arial"/>
                <a:ea typeface="Arial"/>
                <a:cs typeface="Arial"/>
              </a:rPr>
              <a:t>alcance inicial</a:t>
            </a:r>
          </a:p>
        </p:txBody>
      </p:sp>
      <p:sp>
        <p:nvSpPr>
          <p:cNvPr id="122" name="">
            <a:extLst xmlns:a="http://schemas.openxmlformats.org/drawingml/2006/main">
              <a:ext uri="{FF2B5EF4-FFF2-40B4-BE49-F238E27FC236}">
                <a16:creationId xmlns:a16="http://schemas.microsoft.com/office/drawing/2014/main" id="{6CC3B63E-8F08-4525-98B5-949105AE1F0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000125" y="5124450"/>
            <a:ext cx="342900" cy="342900"/>
          </a:xfrm>
          <a:prstGeom xmlns:a="http://schemas.openxmlformats.org/drawingml/2006/main" prst="ellipse">
            <a:avLst/>
          </a:prstGeom>
          <a:solidFill xmlns:a="http://schemas.openxmlformats.org/drawingml/2006/main">
            <a:srgbClr val="B76340"/>
          </a:solidFill>
          <a:ln xmlns:a="http://schemas.openxmlformats.org/drawingml/2006/main" w="0">
            <a:noFill/>
          </a:ln>
        </p:spPr>
      </p:sp>
      <p:sp>
        <p:nvSpPr>
          <p:cNvPr id="123" name="">
            <a:extLst xmlns:a="http://schemas.openxmlformats.org/drawingml/2006/main">
              <a:ext uri="{FF2B5EF4-FFF2-40B4-BE49-F238E27FC236}">
                <a16:creationId xmlns:a16="http://schemas.microsoft.com/office/drawing/2014/main" id="{C26B56AE-B601-45B9-8B1C-E7E6C172881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057275" y="5143500"/>
            <a:ext cx="266700" cy="28575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/>
          <a:lstStyle xmlns:a="http://schemas.openxmlformats.org/drawingml/2006/main">
            <a:defPPr algn="l">
              <a:defRPr sz="1950" b="1">
                <a:solidFill>
                  <a:srgbClr val="FFFFFF"/>
                </a:solidFill>
                <a:latin typeface="Arial"/>
                <a:ea typeface="Arial"/>
                <a:cs typeface="Arial"/>
              </a:defRPr>
            </a:defPPr>
            <a:lvl1pPr algn="l">
              <a:defRPr sz="1950" b="1">
                <a:solidFill>
                  <a:srgbClr val="FFFFFF"/>
                </a:solidFill>
                <a:latin typeface="Arial"/>
                <a:ea typeface="Arial"/>
                <a:cs typeface="Arial"/>
              </a:defRPr>
            </a:lvl1pPr>
            <a:lvl2pPr algn="l">
              <a:defRPr sz="1950" b="1">
                <a:solidFill>
                  <a:srgbClr val="FFFFFF"/>
                </a:solidFill>
                <a:latin typeface="Arial"/>
                <a:ea typeface="Arial"/>
                <a:cs typeface="Arial"/>
              </a:defRPr>
            </a:lvl2pPr>
            <a:lvl3pPr algn="l">
              <a:defRPr sz="1950" b="1">
                <a:solidFill>
                  <a:srgbClr val="FFFFFF"/>
                </a:solidFill>
                <a:latin typeface="Arial"/>
                <a:ea typeface="Arial"/>
                <a:cs typeface="Arial"/>
              </a:defRPr>
            </a:lvl3pPr>
            <a:lvl4pPr algn="l">
              <a:defRPr sz="1950" b="1">
                <a:solidFill>
                  <a:srgbClr val="FFFFFF"/>
                </a:solidFill>
                <a:latin typeface="Arial"/>
                <a:ea typeface="Arial"/>
                <a:cs typeface="Arial"/>
              </a:defRPr>
            </a:lvl4pPr>
            <a:lvl5pPr algn="l">
              <a:defRPr sz="1950" b="1">
                <a:solidFill>
                  <a:srgbClr val="FFFFFF"/>
                </a:solidFill>
                <a:latin typeface="Arial"/>
                <a:ea typeface="Arial"/>
                <a:cs typeface="Arial"/>
              </a:defRPr>
            </a:lvl5pPr>
            <a:lvl6pPr algn="l">
              <a:defRPr sz="1950" b="1">
                <a:solidFill>
                  <a:srgbClr val="FFFFFF"/>
                </a:solidFill>
                <a:latin typeface="Arial"/>
                <a:ea typeface="Arial"/>
                <a:cs typeface="Arial"/>
              </a:defRPr>
            </a:lvl6pPr>
            <a:lvl7pPr algn="l">
              <a:defRPr sz="1950" b="1">
                <a:solidFill>
                  <a:srgbClr val="FFFFFF"/>
                </a:solidFill>
                <a:latin typeface="Arial"/>
                <a:ea typeface="Arial"/>
                <a:cs typeface="Arial"/>
              </a:defRPr>
            </a:lvl7pPr>
            <a:lvl8pPr algn="l">
              <a:defRPr sz="1950" b="1">
                <a:solidFill>
                  <a:srgbClr val="FFFFFF"/>
                </a:solidFill>
                <a:latin typeface="Arial"/>
                <a:ea typeface="Arial"/>
                <a:cs typeface="Arial"/>
              </a:defRPr>
            </a:lvl8pPr>
            <a:lvl9pPr algn="l">
              <a:defRPr sz="1950" b="1">
                <a:solidFill>
                  <a:srgbClr val="FFFFFF"/>
                </a:solidFill>
                <a:latin typeface="Arial"/>
                <a:ea typeface="Arial"/>
                <a:cs typeface="Arial"/>
              </a:defRPr>
            </a:lvl9pPr>
          </a:lstStyle>
          <a:p xmlns:a="http://schemas.openxmlformats.org/drawingml/2006/main">
            <a:pPr algn="l">
              <a:lnSpc>
                <a:spcPct val="105000"/>
              </a:lnSpc>
              <a:buNone/>
              <a:defRPr sz="1950" b="1">
                <a:solidFill>
                  <a:srgbClr val="FFFFFF"/>
                </a:solidFill>
                <a:latin typeface="Arial"/>
                <a:ea typeface="Arial"/>
                <a:cs typeface="Arial"/>
              </a:defRPr>
            </a:pPr>
            <a:r>
              <a:rPr sz="195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✓</a:t>
            </a:r>
          </a:p>
        </p:txBody>
      </p:sp>
      <p:sp>
        <p:nvSpPr>
          <p:cNvPr id="124" name="">
            <a:extLst xmlns:a="http://schemas.openxmlformats.org/drawingml/2006/main">
              <a:ext uri="{FF2B5EF4-FFF2-40B4-BE49-F238E27FC236}">
                <a16:creationId xmlns:a16="http://schemas.microsoft.com/office/drawing/2014/main" id="{3ED5C548-59AA-474F-9916-80B26417863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524000" y="5124450"/>
            <a:ext cx="2571750" cy="78105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/>
          <a:lstStyle xmlns:a="http://schemas.openxmlformats.org/drawingml/2006/main">
            <a:defPPr algn="l">
              <a:defRPr sz="217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defPPr>
            <a:lvl1pPr algn="l">
              <a:defRPr sz="217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1pPr>
            <a:lvl2pPr algn="l">
              <a:defRPr sz="217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2pPr>
            <a:lvl3pPr algn="l">
              <a:defRPr sz="217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3pPr>
            <a:lvl4pPr algn="l">
              <a:defRPr sz="217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4pPr>
            <a:lvl5pPr algn="l">
              <a:defRPr sz="217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5pPr>
            <a:lvl6pPr algn="l">
              <a:defRPr sz="217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6pPr>
            <a:lvl7pPr algn="l">
              <a:defRPr sz="217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7pPr>
            <a:lvl8pPr algn="l">
              <a:defRPr sz="217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8pPr>
            <a:lvl9pPr algn="l">
              <a:defRPr sz="217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9pPr>
          </a:lstStyle>
          <a:p xmlns:a="http://schemas.openxmlformats.org/drawingml/2006/main">
            <a:pPr algn="l">
              <a:lnSpc>
                <a:spcPct val="105000"/>
              </a:lnSpc>
              <a:buNone/>
              <a:defRPr sz="217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pPr>
            <a:r>
              <a:rPr sz="2175" b="0">
                <a:solidFill>
                  <a:srgbClr val="111111"/>
                </a:solidFill>
                <a:latin typeface="Arial"/>
                <a:ea typeface="Arial"/>
                <a:cs typeface="Arial"/>
              </a:rPr>
              <a:t>Gestión desde el</a:t>
            </a:r>
          </a:p>
          <a:p xmlns:a="http://schemas.openxmlformats.org/drawingml/2006/main">
            <a:pPr algn="l">
              <a:lnSpc>
                <a:spcPct val="105000"/>
              </a:lnSpc>
              <a:buNone/>
              <a:defRPr sz="217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pPr>
            <a:r>
              <a:rPr sz="2175" b="0">
                <a:solidFill>
                  <a:srgbClr val="111111"/>
                </a:solidFill>
                <a:latin typeface="Arial"/>
                <a:ea typeface="Arial"/>
                <a:cs typeface="Arial"/>
              </a:rPr>
              <a:t>celular</a:t>
            </a:r>
          </a:p>
        </p:txBody>
      </p:sp>
      <p:sp>
        <p:nvSpPr>
          <p:cNvPr id="125" name="">
            <a:extLst xmlns:a="http://schemas.openxmlformats.org/drawingml/2006/main">
              <a:ext uri="{FF2B5EF4-FFF2-40B4-BE49-F238E27FC236}">
                <a16:creationId xmlns:a16="http://schemas.microsoft.com/office/drawing/2014/main" id="{FBDD1A03-BDF5-4353-9B69-2D45E3CAD14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114925" y="5124450"/>
            <a:ext cx="333375" cy="40005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/>
          <a:lstStyle xmlns:a="http://schemas.openxmlformats.org/drawingml/2006/main">
            <a:defPPr algn="l">
              <a:defRPr sz="2550" b="0">
                <a:solidFill>
                  <a:srgbClr val="7D8E97"/>
                </a:solidFill>
                <a:latin typeface="Arial"/>
                <a:ea typeface="Arial"/>
                <a:cs typeface="Arial"/>
              </a:defRPr>
            </a:defPPr>
            <a:lvl1pPr algn="l">
              <a:defRPr sz="2550" b="0">
                <a:solidFill>
                  <a:srgbClr val="7D8E97"/>
                </a:solidFill>
                <a:latin typeface="Arial"/>
                <a:ea typeface="Arial"/>
                <a:cs typeface="Arial"/>
              </a:defRPr>
            </a:lvl1pPr>
            <a:lvl2pPr algn="l">
              <a:defRPr sz="2550" b="0">
                <a:solidFill>
                  <a:srgbClr val="7D8E97"/>
                </a:solidFill>
                <a:latin typeface="Arial"/>
                <a:ea typeface="Arial"/>
                <a:cs typeface="Arial"/>
              </a:defRPr>
            </a:lvl2pPr>
            <a:lvl3pPr algn="l">
              <a:defRPr sz="2550" b="0">
                <a:solidFill>
                  <a:srgbClr val="7D8E97"/>
                </a:solidFill>
                <a:latin typeface="Arial"/>
                <a:ea typeface="Arial"/>
                <a:cs typeface="Arial"/>
              </a:defRPr>
            </a:lvl3pPr>
            <a:lvl4pPr algn="l">
              <a:defRPr sz="2550" b="0">
                <a:solidFill>
                  <a:srgbClr val="7D8E97"/>
                </a:solidFill>
                <a:latin typeface="Arial"/>
                <a:ea typeface="Arial"/>
                <a:cs typeface="Arial"/>
              </a:defRPr>
            </a:lvl4pPr>
            <a:lvl5pPr algn="l">
              <a:defRPr sz="2550" b="0">
                <a:solidFill>
                  <a:srgbClr val="7D8E97"/>
                </a:solidFill>
                <a:latin typeface="Arial"/>
                <a:ea typeface="Arial"/>
                <a:cs typeface="Arial"/>
              </a:defRPr>
            </a:lvl5pPr>
            <a:lvl6pPr algn="l">
              <a:defRPr sz="2550" b="0">
                <a:solidFill>
                  <a:srgbClr val="7D8E97"/>
                </a:solidFill>
                <a:latin typeface="Arial"/>
                <a:ea typeface="Arial"/>
                <a:cs typeface="Arial"/>
              </a:defRPr>
            </a:lvl6pPr>
            <a:lvl7pPr algn="l">
              <a:defRPr sz="2550" b="0">
                <a:solidFill>
                  <a:srgbClr val="7D8E97"/>
                </a:solidFill>
                <a:latin typeface="Arial"/>
                <a:ea typeface="Arial"/>
                <a:cs typeface="Arial"/>
              </a:defRPr>
            </a:lvl7pPr>
            <a:lvl8pPr algn="l">
              <a:defRPr sz="2550" b="0">
                <a:solidFill>
                  <a:srgbClr val="7D8E97"/>
                </a:solidFill>
                <a:latin typeface="Arial"/>
                <a:ea typeface="Arial"/>
                <a:cs typeface="Arial"/>
              </a:defRPr>
            </a:lvl8pPr>
            <a:lvl9pPr algn="l">
              <a:defRPr sz="2550" b="0">
                <a:solidFill>
                  <a:srgbClr val="7D8E97"/>
                </a:solidFill>
                <a:latin typeface="Arial"/>
                <a:ea typeface="Arial"/>
                <a:cs typeface="Arial"/>
              </a:defRPr>
            </a:lvl9pPr>
          </a:lstStyle>
          <a:p xmlns:a="http://schemas.openxmlformats.org/drawingml/2006/main">
            <a:pPr algn="l">
              <a:lnSpc>
                <a:spcPct val="105000"/>
              </a:lnSpc>
              <a:buNone/>
              <a:defRPr sz="2550" b="0">
                <a:solidFill>
                  <a:srgbClr val="7D8E97"/>
                </a:solidFill>
                <a:latin typeface="Arial"/>
                <a:ea typeface="Arial"/>
                <a:cs typeface="Arial"/>
              </a:defRPr>
            </a:pPr>
            <a:r>
              <a:rPr sz="2550" b="0">
                <a:solidFill>
                  <a:srgbClr val="7D8E97"/>
                </a:solidFill>
                <a:latin typeface="Arial"/>
                <a:ea typeface="Arial"/>
                <a:cs typeface="Arial"/>
              </a:rPr>
              <a:t>○</a:t>
            </a:r>
          </a:p>
        </p:txBody>
      </p:sp>
      <p:sp>
        <p:nvSpPr>
          <p:cNvPr id="126" name="">
            <a:extLst xmlns:a="http://schemas.openxmlformats.org/drawingml/2006/main">
              <a:ext uri="{FF2B5EF4-FFF2-40B4-BE49-F238E27FC236}">
                <a16:creationId xmlns:a16="http://schemas.microsoft.com/office/drawing/2014/main" id="{8982565B-F168-4D9A-8081-C0E30ADD151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600700" y="5124450"/>
            <a:ext cx="2638425" cy="80962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/>
          <a:lstStyle xmlns:a="http://schemas.openxmlformats.org/drawingml/2006/main">
            <a:defPPr algn="l">
              <a:defRPr sz="210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defPPr>
            <a:lvl1pPr algn="l">
              <a:defRPr sz="210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1pPr>
            <a:lvl2pPr algn="l">
              <a:defRPr sz="210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2pPr>
            <a:lvl3pPr algn="l">
              <a:defRPr sz="210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3pPr>
            <a:lvl4pPr algn="l">
              <a:defRPr sz="210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4pPr>
            <a:lvl5pPr algn="l">
              <a:defRPr sz="210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5pPr>
            <a:lvl6pPr algn="l">
              <a:defRPr sz="210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6pPr>
            <a:lvl7pPr algn="l">
              <a:defRPr sz="210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7pPr>
            <a:lvl8pPr algn="l">
              <a:defRPr sz="210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8pPr>
            <a:lvl9pPr algn="l">
              <a:defRPr sz="210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9pPr>
          </a:lstStyle>
          <a:p xmlns:a="http://schemas.openxmlformats.org/drawingml/2006/main">
            <a:pPr algn="l">
              <a:lnSpc>
                <a:spcPct val="105000"/>
              </a:lnSpc>
              <a:buNone/>
              <a:defRPr sz="210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pPr>
            <a:r>
              <a:rPr sz="2100" b="0">
                <a:solidFill>
                  <a:srgbClr val="111111"/>
                </a:solidFill>
                <a:latin typeface="Arial"/>
                <a:ea typeface="Arial"/>
                <a:cs typeface="Arial"/>
              </a:rPr>
              <a:t>Sin modo de trabajo</a:t>
            </a:r>
          </a:p>
          <a:p xmlns:a="http://schemas.openxmlformats.org/drawingml/2006/main">
            <a:pPr algn="l">
              <a:lnSpc>
                <a:spcPct val="105000"/>
              </a:lnSpc>
              <a:buNone/>
              <a:defRPr sz="210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pPr>
            <a:r>
              <a:rPr sz="2100" b="0">
                <a:solidFill>
                  <a:srgbClr val="111111"/>
                </a:solidFill>
                <a:latin typeface="Arial"/>
                <a:ea typeface="Arial"/>
                <a:cs typeface="Arial"/>
              </a:rPr>
              <a:t>offline</a:t>
            </a:r>
          </a:p>
        </p:txBody>
      </p:sp>
      <p:sp>
        <p:nvSpPr>
          <p:cNvPr id="127" name="">
            <a:extLst xmlns:a="http://schemas.openxmlformats.org/drawingml/2006/main">
              <a:ext uri="{FF2B5EF4-FFF2-40B4-BE49-F238E27FC236}">
                <a16:creationId xmlns:a16="http://schemas.microsoft.com/office/drawing/2014/main" id="{3295FD34-DE28-4AB4-921F-D1883E25C2C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124950" y="3095625"/>
            <a:ext cx="3257550" cy="1362075"/>
          </a:xfrm>
          <a:prstGeom xmlns:a="http://schemas.openxmlformats.org/drawingml/2006/main" prst="roundRect">
            <a:avLst>
              <a:gd name="adj" fmla="val 15385"/>
            </a:avLst>
          </a:prstGeom>
          <a:solidFill xmlns:a="http://schemas.openxmlformats.org/drawingml/2006/main">
            <a:srgbClr val="295740"/>
          </a:solidFill>
          <a:ln xmlns:a="http://schemas.openxmlformats.org/drawingml/2006/main" w="0">
            <a:noFill/>
          </a:ln>
        </p:spPr>
      </p:sp>
      <p:sp>
        <p:nvSpPr>
          <p:cNvPr id="128" name="">
            <a:extLst xmlns:a="http://schemas.openxmlformats.org/drawingml/2006/main">
              <a:ext uri="{FF2B5EF4-FFF2-40B4-BE49-F238E27FC236}">
                <a16:creationId xmlns:a16="http://schemas.microsoft.com/office/drawing/2014/main" id="{3B148779-2E6B-4E65-A05F-862303082A6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001125" y="2990850"/>
            <a:ext cx="3276600" cy="1362075"/>
          </a:xfrm>
          <a:prstGeom xmlns:a="http://schemas.openxmlformats.org/drawingml/2006/main" prst="roundRect">
            <a:avLst>
              <a:gd name="adj" fmla="val 15385"/>
            </a:avLst>
          </a:prstGeom>
          <a:solidFill xmlns:a="http://schemas.openxmlformats.org/drawingml/2006/main">
            <a:srgbClr val="F5F1E5"/>
          </a:solidFill>
          <a:ln xmlns:a="http://schemas.openxmlformats.org/drawingml/2006/main" w="23813">
            <a:solidFill>
              <a:srgbClr val="295740"/>
            </a:solidFill>
          </a:ln>
        </p:spPr>
      </p:sp>
      <p:sp>
        <p:nvSpPr>
          <p:cNvPr id="129" name="">
            <a:extLst xmlns:a="http://schemas.openxmlformats.org/drawingml/2006/main">
              <a:ext uri="{FF2B5EF4-FFF2-40B4-BE49-F238E27FC236}">
                <a16:creationId xmlns:a16="http://schemas.microsoft.com/office/drawing/2014/main" id="{A06561C1-388C-407D-A358-516F24AF1F8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124950" y="3190875"/>
            <a:ext cx="3048000" cy="105727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/>
          <a:lstStyle xmlns:a="http://schemas.openxmlformats.org/drawingml/2006/main">
            <a:defPPr algn="ctr">
              <a:defRPr sz="2325" b="1">
                <a:solidFill>
                  <a:srgbClr val="111111"/>
                </a:solidFill>
                <a:latin typeface="Arial"/>
                <a:ea typeface="Arial"/>
                <a:cs typeface="Arial"/>
              </a:defRPr>
            </a:defPPr>
            <a:lvl1pPr algn="ctr">
              <a:defRPr sz="2325" b="1">
                <a:solidFill>
                  <a:srgbClr val="111111"/>
                </a:solidFill>
                <a:latin typeface="Arial"/>
                <a:ea typeface="Arial"/>
                <a:cs typeface="Arial"/>
              </a:defRPr>
            </a:lvl1pPr>
            <a:lvl2pPr algn="ctr">
              <a:defRPr sz="2325" b="1">
                <a:solidFill>
                  <a:srgbClr val="111111"/>
                </a:solidFill>
                <a:latin typeface="Arial"/>
                <a:ea typeface="Arial"/>
                <a:cs typeface="Arial"/>
              </a:defRPr>
            </a:lvl2pPr>
            <a:lvl3pPr algn="ctr">
              <a:defRPr sz="2325" b="1">
                <a:solidFill>
                  <a:srgbClr val="111111"/>
                </a:solidFill>
                <a:latin typeface="Arial"/>
                <a:ea typeface="Arial"/>
                <a:cs typeface="Arial"/>
              </a:defRPr>
            </a:lvl3pPr>
            <a:lvl4pPr algn="ctr">
              <a:defRPr sz="2325" b="1">
                <a:solidFill>
                  <a:srgbClr val="111111"/>
                </a:solidFill>
                <a:latin typeface="Arial"/>
                <a:ea typeface="Arial"/>
                <a:cs typeface="Arial"/>
              </a:defRPr>
            </a:lvl4pPr>
            <a:lvl5pPr algn="ctr">
              <a:defRPr sz="2325" b="1">
                <a:solidFill>
                  <a:srgbClr val="111111"/>
                </a:solidFill>
                <a:latin typeface="Arial"/>
                <a:ea typeface="Arial"/>
                <a:cs typeface="Arial"/>
              </a:defRPr>
            </a:lvl5pPr>
            <a:lvl6pPr algn="ctr">
              <a:defRPr sz="2325" b="1">
                <a:solidFill>
                  <a:srgbClr val="111111"/>
                </a:solidFill>
                <a:latin typeface="Arial"/>
                <a:ea typeface="Arial"/>
                <a:cs typeface="Arial"/>
              </a:defRPr>
            </a:lvl6pPr>
            <a:lvl7pPr algn="ctr">
              <a:defRPr sz="2325" b="1">
                <a:solidFill>
                  <a:srgbClr val="111111"/>
                </a:solidFill>
                <a:latin typeface="Arial"/>
                <a:ea typeface="Arial"/>
                <a:cs typeface="Arial"/>
              </a:defRPr>
            </a:lvl7pPr>
            <a:lvl8pPr algn="ctr">
              <a:defRPr sz="2325" b="1">
                <a:solidFill>
                  <a:srgbClr val="111111"/>
                </a:solidFill>
                <a:latin typeface="Arial"/>
                <a:ea typeface="Arial"/>
                <a:cs typeface="Arial"/>
              </a:defRPr>
            </a:lvl8pPr>
            <a:lvl9pPr algn="ctr">
              <a:defRPr sz="2325" b="1">
                <a:solidFill>
                  <a:srgbClr val="111111"/>
                </a:solidFill>
                <a:latin typeface="Arial"/>
                <a:ea typeface="Arial"/>
                <a:cs typeface="Arial"/>
              </a:defRPr>
            </a:lvl9pPr>
          </a:lstStyle>
          <a:p xmlns:a="http://schemas.openxmlformats.org/drawingml/2006/main">
            <a:pPr algn="ctr">
              <a:lnSpc>
                <a:spcPct val="105000"/>
              </a:lnSpc>
              <a:buNone/>
              <a:defRPr sz="2325" b="1">
                <a:solidFill>
                  <a:srgbClr val="111111"/>
                </a:solidFill>
                <a:latin typeface="Arial"/>
                <a:ea typeface="Arial"/>
                <a:cs typeface="Arial"/>
              </a:defRPr>
            </a:pPr>
            <a:r>
              <a:rPr sz="2325" b="1">
                <a:solidFill>
                  <a:srgbClr val="111111"/>
                </a:solidFill>
                <a:latin typeface="Arial"/>
                <a:ea typeface="Arial"/>
                <a:cs typeface="Arial"/>
              </a:rPr>
              <a:t>Base de datos propia</a:t>
            </a:r>
          </a:p>
          <a:p xmlns:a="http://schemas.openxmlformats.org/drawingml/2006/main">
            <a:pPr algn="ctr">
              <a:lnSpc>
                <a:spcPct val="105000"/>
              </a:lnSpc>
              <a:buNone/>
              <a:defRPr sz="2325" b="1">
                <a:solidFill>
                  <a:srgbClr val="111111"/>
                </a:solidFill>
                <a:latin typeface="Arial"/>
                <a:ea typeface="Arial"/>
                <a:cs typeface="Arial"/>
              </a:defRPr>
            </a:pPr>
            <a:r>
              <a:rPr sz="2325" b="1">
                <a:solidFill>
                  <a:srgbClr val="111111"/>
                </a:solidFill>
                <a:latin typeface="Arial"/>
                <a:ea typeface="Arial"/>
                <a:cs typeface="Arial"/>
              </a:rPr>
              <a:t>para cada comercio:</a:t>
            </a:r>
          </a:p>
          <a:p xmlns:a="http://schemas.openxmlformats.org/drawingml/2006/main">
            <a:pPr algn="ctr">
              <a:lnSpc>
                <a:spcPct val="105000"/>
              </a:lnSpc>
              <a:buNone/>
              <a:defRPr sz="2325" b="1">
                <a:solidFill>
                  <a:srgbClr val="111111"/>
                </a:solidFill>
                <a:latin typeface="Arial"/>
                <a:ea typeface="Arial"/>
                <a:cs typeface="Arial"/>
              </a:defRPr>
            </a:pPr>
            <a:r>
              <a:rPr sz="2325" b="1">
                <a:solidFill>
                  <a:srgbClr val="111111"/>
                </a:solidFill>
                <a:latin typeface="Arial"/>
                <a:ea typeface="Arial"/>
                <a:cs typeface="Arial"/>
              </a:rPr>
              <a:t>multi tenant</a:t>
            </a:r>
          </a:p>
        </p:txBody>
      </p:sp>
      <p:sp>
        <p:nvSpPr>
          <p:cNvPr id="130" name="">
            <a:extLst xmlns:a="http://schemas.openxmlformats.org/drawingml/2006/main">
              <a:ext uri="{FF2B5EF4-FFF2-40B4-BE49-F238E27FC236}">
                <a16:creationId xmlns:a16="http://schemas.microsoft.com/office/drawing/2014/main" id="{621AD1C0-F799-47D1-A815-6626CE3B9E1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077325" y="4657725"/>
            <a:ext cx="3305175" cy="33337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/>
          <a:lstStyle xmlns:a="http://schemas.openxmlformats.org/drawingml/2006/main">
            <a:defPPr algn="l">
              <a:defRPr sz="1575" b="1">
                <a:solidFill>
                  <a:srgbClr val="111111"/>
                </a:solidFill>
                <a:latin typeface="Arial"/>
                <a:ea typeface="Arial"/>
                <a:cs typeface="Arial"/>
              </a:defRPr>
            </a:defPPr>
            <a:lvl1pPr algn="l">
              <a:defRPr sz="1575" b="1">
                <a:solidFill>
                  <a:srgbClr val="111111"/>
                </a:solidFill>
                <a:latin typeface="Arial"/>
                <a:ea typeface="Arial"/>
                <a:cs typeface="Arial"/>
              </a:defRPr>
            </a:lvl1pPr>
            <a:lvl2pPr algn="l">
              <a:defRPr sz="1575" b="1">
                <a:solidFill>
                  <a:srgbClr val="111111"/>
                </a:solidFill>
                <a:latin typeface="Arial"/>
                <a:ea typeface="Arial"/>
                <a:cs typeface="Arial"/>
              </a:defRPr>
            </a:lvl2pPr>
            <a:lvl3pPr algn="l">
              <a:defRPr sz="1575" b="1">
                <a:solidFill>
                  <a:srgbClr val="111111"/>
                </a:solidFill>
                <a:latin typeface="Arial"/>
                <a:ea typeface="Arial"/>
                <a:cs typeface="Arial"/>
              </a:defRPr>
            </a:lvl3pPr>
            <a:lvl4pPr algn="l">
              <a:defRPr sz="1575" b="1">
                <a:solidFill>
                  <a:srgbClr val="111111"/>
                </a:solidFill>
                <a:latin typeface="Arial"/>
                <a:ea typeface="Arial"/>
                <a:cs typeface="Arial"/>
              </a:defRPr>
            </a:lvl4pPr>
            <a:lvl5pPr algn="l">
              <a:defRPr sz="1575" b="1">
                <a:solidFill>
                  <a:srgbClr val="111111"/>
                </a:solidFill>
                <a:latin typeface="Arial"/>
                <a:ea typeface="Arial"/>
                <a:cs typeface="Arial"/>
              </a:defRPr>
            </a:lvl5pPr>
            <a:lvl6pPr algn="l">
              <a:defRPr sz="1575" b="1">
                <a:solidFill>
                  <a:srgbClr val="111111"/>
                </a:solidFill>
                <a:latin typeface="Arial"/>
                <a:ea typeface="Arial"/>
                <a:cs typeface="Arial"/>
              </a:defRPr>
            </a:lvl6pPr>
            <a:lvl7pPr algn="l">
              <a:defRPr sz="1575" b="1">
                <a:solidFill>
                  <a:srgbClr val="111111"/>
                </a:solidFill>
                <a:latin typeface="Arial"/>
                <a:ea typeface="Arial"/>
                <a:cs typeface="Arial"/>
              </a:defRPr>
            </a:lvl7pPr>
            <a:lvl8pPr algn="l">
              <a:defRPr sz="1575" b="1">
                <a:solidFill>
                  <a:srgbClr val="111111"/>
                </a:solidFill>
                <a:latin typeface="Arial"/>
                <a:ea typeface="Arial"/>
                <a:cs typeface="Arial"/>
              </a:defRPr>
            </a:lvl8pPr>
            <a:lvl9pPr algn="l">
              <a:defRPr sz="1575" b="1">
                <a:solidFill>
                  <a:srgbClr val="111111"/>
                </a:solidFill>
                <a:latin typeface="Arial"/>
                <a:ea typeface="Arial"/>
                <a:cs typeface="Arial"/>
              </a:defRPr>
            </a:lvl9pPr>
          </a:lstStyle>
          <a:p xmlns:a="http://schemas.openxmlformats.org/drawingml/2006/main">
            <a:pPr algn="l">
              <a:lnSpc>
                <a:spcPct val="105000"/>
              </a:lnSpc>
              <a:buNone/>
              <a:defRPr sz="1575" b="1">
                <a:solidFill>
                  <a:srgbClr val="111111"/>
                </a:solidFill>
                <a:latin typeface="Arial"/>
                <a:ea typeface="Arial"/>
                <a:cs typeface="Arial"/>
              </a:defRPr>
            </a:pPr>
            <a:r>
              <a:rPr sz="1575" b="1">
                <a:solidFill>
                  <a:srgbClr val="111111"/>
                </a:solidFill>
                <a:latin typeface="Arial"/>
                <a:ea typeface="Arial"/>
                <a:cs typeface="Arial"/>
              </a:rPr>
              <a:t>Mejora de las funciones actuales:</a:t>
            </a:r>
          </a:p>
        </p:txBody>
      </p:sp>
      <p:sp>
        <p:nvSpPr>
          <p:cNvPr id="131" name="">
            <a:extLst xmlns:a="http://schemas.openxmlformats.org/drawingml/2006/main">
              <a:ext uri="{FF2B5EF4-FFF2-40B4-BE49-F238E27FC236}">
                <a16:creationId xmlns:a16="http://schemas.microsoft.com/office/drawing/2014/main" id="{F18BCB26-2F61-4B75-97DA-2946D08A9B9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124950" y="5000625"/>
            <a:ext cx="333375" cy="38100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/>
          <a:lstStyle xmlns:a="http://schemas.openxmlformats.org/drawingml/2006/main">
            <a:defPPr algn="l">
              <a:defRPr sz="2625" b="0">
                <a:solidFill>
                  <a:srgbClr val="295740"/>
                </a:solidFill>
                <a:latin typeface="Arial"/>
                <a:ea typeface="Arial"/>
                <a:cs typeface="Arial"/>
              </a:defRPr>
            </a:defPPr>
            <a:lvl1pPr algn="l">
              <a:defRPr sz="2625" b="0">
                <a:solidFill>
                  <a:srgbClr val="295740"/>
                </a:solidFill>
                <a:latin typeface="Arial"/>
                <a:ea typeface="Arial"/>
                <a:cs typeface="Arial"/>
              </a:defRPr>
            </a:lvl1pPr>
            <a:lvl2pPr algn="l">
              <a:defRPr sz="2625" b="0">
                <a:solidFill>
                  <a:srgbClr val="295740"/>
                </a:solidFill>
                <a:latin typeface="Arial"/>
                <a:ea typeface="Arial"/>
                <a:cs typeface="Arial"/>
              </a:defRPr>
            </a:lvl2pPr>
            <a:lvl3pPr algn="l">
              <a:defRPr sz="2625" b="0">
                <a:solidFill>
                  <a:srgbClr val="295740"/>
                </a:solidFill>
                <a:latin typeface="Arial"/>
                <a:ea typeface="Arial"/>
                <a:cs typeface="Arial"/>
              </a:defRPr>
            </a:lvl3pPr>
            <a:lvl4pPr algn="l">
              <a:defRPr sz="2625" b="0">
                <a:solidFill>
                  <a:srgbClr val="295740"/>
                </a:solidFill>
                <a:latin typeface="Arial"/>
                <a:ea typeface="Arial"/>
                <a:cs typeface="Arial"/>
              </a:defRPr>
            </a:lvl4pPr>
            <a:lvl5pPr algn="l">
              <a:defRPr sz="2625" b="0">
                <a:solidFill>
                  <a:srgbClr val="295740"/>
                </a:solidFill>
                <a:latin typeface="Arial"/>
                <a:ea typeface="Arial"/>
                <a:cs typeface="Arial"/>
              </a:defRPr>
            </a:lvl5pPr>
            <a:lvl6pPr algn="l">
              <a:defRPr sz="2625" b="0">
                <a:solidFill>
                  <a:srgbClr val="295740"/>
                </a:solidFill>
                <a:latin typeface="Arial"/>
                <a:ea typeface="Arial"/>
                <a:cs typeface="Arial"/>
              </a:defRPr>
            </a:lvl6pPr>
            <a:lvl7pPr algn="l">
              <a:defRPr sz="2625" b="0">
                <a:solidFill>
                  <a:srgbClr val="295740"/>
                </a:solidFill>
                <a:latin typeface="Arial"/>
                <a:ea typeface="Arial"/>
                <a:cs typeface="Arial"/>
              </a:defRPr>
            </a:lvl7pPr>
            <a:lvl8pPr algn="l">
              <a:defRPr sz="2625" b="0">
                <a:solidFill>
                  <a:srgbClr val="295740"/>
                </a:solidFill>
                <a:latin typeface="Arial"/>
                <a:ea typeface="Arial"/>
                <a:cs typeface="Arial"/>
              </a:defRPr>
            </a:lvl8pPr>
            <a:lvl9pPr algn="l">
              <a:defRPr sz="2625" b="0">
                <a:solidFill>
                  <a:srgbClr val="295740"/>
                </a:solidFill>
                <a:latin typeface="Arial"/>
                <a:ea typeface="Arial"/>
                <a:cs typeface="Arial"/>
              </a:defRPr>
            </a:lvl9pPr>
          </a:lstStyle>
          <a:p xmlns:a="http://schemas.openxmlformats.org/drawingml/2006/main">
            <a:pPr algn="l">
              <a:lnSpc>
                <a:spcPct val="105000"/>
              </a:lnSpc>
              <a:buNone/>
              <a:defRPr sz="2625" b="0">
                <a:solidFill>
                  <a:srgbClr val="295740"/>
                </a:solidFill>
                <a:latin typeface="Arial"/>
                <a:ea typeface="Arial"/>
                <a:cs typeface="Arial"/>
              </a:defRPr>
            </a:pPr>
            <a:r>
              <a:rPr sz="2625" b="0">
                <a:solidFill>
                  <a:srgbClr val="295740"/>
                </a:solidFill>
                <a:latin typeface="Arial"/>
                <a:ea typeface="Arial"/>
                <a:cs typeface="Arial"/>
              </a:rPr>
              <a:t>+</a:t>
            </a:r>
          </a:p>
        </p:txBody>
      </p:sp>
      <p:sp>
        <p:nvSpPr>
          <p:cNvPr id="132" name="">
            <a:extLst xmlns:a="http://schemas.openxmlformats.org/drawingml/2006/main">
              <a:ext uri="{FF2B5EF4-FFF2-40B4-BE49-F238E27FC236}">
                <a16:creationId xmlns:a16="http://schemas.microsoft.com/office/drawing/2014/main" id="{9252728D-7E6F-4F4B-8F0F-C324B5F48C4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505950" y="5048250"/>
            <a:ext cx="2857500" cy="37147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/>
          <a:lstStyle xmlns:a="http://schemas.openxmlformats.org/drawingml/2006/main">
            <a:defPPr algn="l">
              <a:defRPr sz="157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defPPr>
            <a:lvl1pPr algn="l">
              <a:defRPr sz="157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1pPr>
            <a:lvl2pPr algn="l">
              <a:defRPr sz="157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2pPr>
            <a:lvl3pPr algn="l">
              <a:defRPr sz="157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3pPr>
            <a:lvl4pPr algn="l">
              <a:defRPr sz="157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4pPr>
            <a:lvl5pPr algn="l">
              <a:defRPr sz="157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5pPr>
            <a:lvl6pPr algn="l">
              <a:defRPr sz="157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6pPr>
            <a:lvl7pPr algn="l">
              <a:defRPr sz="157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7pPr>
            <a:lvl8pPr algn="l">
              <a:defRPr sz="157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8pPr>
            <a:lvl9pPr algn="l">
              <a:defRPr sz="157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9pPr>
          </a:lstStyle>
          <a:p xmlns:a="http://schemas.openxmlformats.org/drawingml/2006/main">
            <a:pPr algn="l">
              <a:lnSpc>
                <a:spcPct val="105000"/>
              </a:lnSpc>
              <a:buNone/>
              <a:defRPr sz="157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pPr>
            <a:r>
              <a:rPr sz="1575" b="0">
                <a:solidFill>
                  <a:srgbClr val="111111"/>
                </a:solidFill>
                <a:latin typeface="Arial"/>
                <a:ea typeface="Arial"/>
                <a:cs typeface="Arial"/>
              </a:rPr>
              <a:t>Escaneo de códigos SKU</a:t>
            </a:r>
          </a:p>
        </p:txBody>
      </p:sp>
      <p:sp>
        <p:nvSpPr>
          <p:cNvPr id="133" name="">
            <a:extLst xmlns:a="http://schemas.openxmlformats.org/drawingml/2006/main">
              <a:ext uri="{FF2B5EF4-FFF2-40B4-BE49-F238E27FC236}">
                <a16:creationId xmlns:a16="http://schemas.microsoft.com/office/drawing/2014/main" id="{0E34C4F6-B057-4FD5-94D4-087206465EF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124950" y="5372100"/>
            <a:ext cx="333375" cy="38100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/>
          <a:lstStyle xmlns:a="http://schemas.openxmlformats.org/drawingml/2006/main">
            <a:defPPr algn="l">
              <a:defRPr sz="2625" b="0">
                <a:solidFill>
                  <a:srgbClr val="295740"/>
                </a:solidFill>
                <a:latin typeface="Arial"/>
                <a:ea typeface="Arial"/>
                <a:cs typeface="Arial"/>
              </a:defRPr>
            </a:defPPr>
            <a:lvl1pPr algn="l">
              <a:defRPr sz="2625" b="0">
                <a:solidFill>
                  <a:srgbClr val="295740"/>
                </a:solidFill>
                <a:latin typeface="Arial"/>
                <a:ea typeface="Arial"/>
                <a:cs typeface="Arial"/>
              </a:defRPr>
            </a:lvl1pPr>
            <a:lvl2pPr algn="l">
              <a:defRPr sz="2625" b="0">
                <a:solidFill>
                  <a:srgbClr val="295740"/>
                </a:solidFill>
                <a:latin typeface="Arial"/>
                <a:ea typeface="Arial"/>
                <a:cs typeface="Arial"/>
              </a:defRPr>
            </a:lvl2pPr>
            <a:lvl3pPr algn="l">
              <a:defRPr sz="2625" b="0">
                <a:solidFill>
                  <a:srgbClr val="295740"/>
                </a:solidFill>
                <a:latin typeface="Arial"/>
                <a:ea typeface="Arial"/>
                <a:cs typeface="Arial"/>
              </a:defRPr>
            </a:lvl3pPr>
            <a:lvl4pPr algn="l">
              <a:defRPr sz="2625" b="0">
                <a:solidFill>
                  <a:srgbClr val="295740"/>
                </a:solidFill>
                <a:latin typeface="Arial"/>
                <a:ea typeface="Arial"/>
                <a:cs typeface="Arial"/>
              </a:defRPr>
            </a:lvl4pPr>
            <a:lvl5pPr algn="l">
              <a:defRPr sz="2625" b="0">
                <a:solidFill>
                  <a:srgbClr val="295740"/>
                </a:solidFill>
                <a:latin typeface="Arial"/>
                <a:ea typeface="Arial"/>
                <a:cs typeface="Arial"/>
              </a:defRPr>
            </a:lvl5pPr>
            <a:lvl6pPr algn="l">
              <a:defRPr sz="2625" b="0">
                <a:solidFill>
                  <a:srgbClr val="295740"/>
                </a:solidFill>
                <a:latin typeface="Arial"/>
                <a:ea typeface="Arial"/>
                <a:cs typeface="Arial"/>
              </a:defRPr>
            </a:lvl6pPr>
            <a:lvl7pPr algn="l">
              <a:defRPr sz="2625" b="0">
                <a:solidFill>
                  <a:srgbClr val="295740"/>
                </a:solidFill>
                <a:latin typeface="Arial"/>
                <a:ea typeface="Arial"/>
                <a:cs typeface="Arial"/>
              </a:defRPr>
            </a:lvl7pPr>
            <a:lvl8pPr algn="l">
              <a:defRPr sz="2625" b="0">
                <a:solidFill>
                  <a:srgbClr val="295740"/>
                </a:solidFill>
                <a:latin typeface="Arial"/>
                <a:ea typeface="Arial"/>
                <a:cs typeface="Arial"/>
              </a:defRPr>
            </a:lvl8pPr>
            <a:lvl9pPr algn="l">
              <a:defRPr sz="2625" b="0">
                <a:solidFill>
                  <a:srgbClr val="295740"/>
                </a:solidFill>
                <a:latin typeface="Arial"/>
                <a:ea typeface="Arial"/>
                <a:cs typeface="Arial"/>
              </a:defRPr>
            </a:lvl9pPr>
          </a:lstStyle>
          <a:p xmlns:a="http://schemas.openxmlformats.org/drawingml/2006/main">
            <a:pPr algn="l">
              <a:lnSpc>
                <a:spcPct val="105000"/>
              </a:lnSpc>
              <a:buNone/>
              <a:defRPr sz="2625" b="0">
                <a:solidFill>
                  <a:srgbClr val="295740"/>
                </a:solidFill>
                <a:latin typeface="Arial"/>
                <a:ea typeface="Arial"/>
                <a:cs typeface="Arial"/>
              </a:defRPr>
            </a:pPr>
            <a:r>
              <a:rPr sz="2625" b="0">
                <a:solidFill>
                  <a:srgbClr val="295740"/>
                </a:solidFill>
                <a:latin typeface="Arial"/>
                <a:ea typeface="Arial"/>
                <a:cs typeface="Arial"/>
              </a:rPr>
              <a:t>+</a:t>
            </a:r>
          </a:p>
        </p:txBody>
      </p:sp>
      <p:sp>
        <p:nvSpPr>
          <p:cNvPr id="134" name="">
            <a:extLst xmlns:a="http://schemas.openxmlformats.org/drawingml/2006/main">
              <a:ext uri="{FF2B5EF4-FFF2-40B4-BE49-F238E27FC236}">
                <a16:creationId xmlns:a16="http://schemas.microsoft.com/office/drawing/2014/main" id="{BB8A2C3E-8831-44EF-9A82-62BF8BD87C0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505950" y="5419725"/>
            <a:ext cx="2857500" cy="37147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/>
          <a:lstStyle xmlns:a="http://schemas.openxmlformats.org/drawingml/2006/main">
            <a:defPPr algn="l">
              <a:defRPr sz="157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defPPr>
            <a:lvl1pPr algn="l">
              <a:defRPr sz="157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1pPr>
            <a:lvl2pPr algn="l">
              <a:defRPr sz="157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2pPr>
            <a:lvl3pPr algn="l">
              <a:defRPr sz="157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3pPr>
            <a:lvl4pPr algn="l">
              <a:defRPr sz="157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4pPr>
            <a:lvl5pPr algn="l">
              <a:defRPr sz="157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5pPr>
            <a:lvl6pPr algn="l">
              <a:defRPr sz="157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6pPr>
            <a:lvl7pPr algn="l">
              <a:defRPr sz="157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7pPr>
            <a:lvl8pPr algn="l">
              <a:defRPr sz="157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8pPr>
            <a:lvl9pPr algn="l">
              <a:defRPr sz="157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9pPr>
          </a:lstStyle>
          <a:p xmlns:a="http://schemas.openxmlformats.org/drawingml/2006/main">
            <a:pPr algn="l">
              <a:lnSpc>
                <a:spcPct val="105000"/>
              </a:lnSpc>
              <a:buNone/>
              <a:defRPr sz="157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pPr>
            <a:r>
              <a:rPr sz="1575" b="0">
                <a:solidFill>
                  <a:srgbClr val="111111"/>
                </a:solidFill>
                <a:latin typeface="Arial"/>
                <a:ea typeface="Arial"/>
                <a:cs typeface="Arial"/>
              </a:rPr>
              <a:t>Operaciones sin conexión</a:t>
            </a:r>
          </a:p>
        </p:txBody>
      </p:sp>
      <p:sp>
        <p:nvSpPr>
          <p:cNvPr id="135" name="">
            <a:extLst xmlns:a="http://schemas.openxmlformats.org/drawingml/2006/main">
              <a:ext uri="{FF2B5EF4-FFF2-40B4-BE49-F238E27FC236}">
                <a16:creationId xmlns:a16="http://schemas.microsoft.com/office/drawing/2014/main" id="{CB237C1C-E976-4DBC-BFAF-F634685E629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124950" y="5743575"/>
            <a:ext cx="333375" cy="38100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/>
          <a:lstStyle xmlns:a="http://schemas.openxmlformats.org/drawingml/2006/main">
            <a:defPPr algn="l">
              <a:defRPr sz="2625" b="0">
                <a:solidFill>
                  <a:srgbClr val="295740"/>
                </a:solidFill>
                <a:latin typeface="Arial"/>
                <a:ea typeface="Arial"/>
                <a:cs typeface="Arial"/>
              </a:defRPr>
            </a:defPPr>
            <a:lvl1pPr algn="l">
              <a:defRPr sz="2625" b="0">
                <a:solidFill>
                  <a:srgbClr val="295740"/>
                </a:solidFill>
                <a:latin typeface="Arial"/>
                <a:ea typeface="Arial"/>
                <a:cs typeface="Arial"/>
              </a:defRPr>
            </a:lvl1pPr>
            <a:lvl2pPr algn="l">
              <a:defRPr sz="2625" b="0">
                <a:solidFill>
                  <a:srgbClr val="295740"/>
                </a:solidFill>
                <a:latin typeface="Arial"/>
                <a:ea typeface="Arial"/>
                <a:cs typeface="Arial"/>
              </a:defRPr>
            </a:lvl2pPr>
            <a:lvl3pPr algn="l">
              <a:defRPr sz="2625" b="0">
                <a:solidFill>
                  <a:srgbClr val="295740"/>
                </a:solidFill>
                <a:latin typeface="Arial"/>
                <a:ea typeface="Arial"/>
                <a:cs typeface="Arial"/>
              </a:defRPr>
            </a:lvl3pPr>
            <a:lvl4pPr algn="l">
              <a:defRPr sz="2625" b="0">
                <a:solidFill>
                  <a:srgbClr val="295740"/>
                </a:solidFill>
                <a:latin typeface="Arial"/>
                <a:ea typeface="Arial"/>
                <a:cs typeface="Arial"/>
              </a:defRPr>
            </a:lvl4pPr>
            <a:lvl5pPr algn="l">
              <a:defRPr sz="2625" b="0">
                <a:solidFill>
                  <a:srgbClr val="295740"/>
                </a:solidFill>
                <a:latin typeface="Arial"/>
                <a:ea typeface="Arial"/>
                <a:cs typeface="Arial"/>
              </a:defRPr>
            </a:lvl5pPr>
            <a:lvl6pPr algn="l">
              <a:defRPr sz="2625" b="0">
                <a:solidFill>
                  <a:srgbClr val="295740"/>
                </a:solidFill>
                <a:latin typeface="Arial"/>
                <a:ea typeface="Arial"/>
                <a:cs typeface="Arial"/>
              </a:defRPr>
            </a:lvl6pPr>
            <a:lvl7pPr algn="l">
              <a:defRPr sz="2625" b="0">
                <a:solidFill>
                  <a:srgbClr val="295740"/>
                </a:solidFill>
                <a:latin typeface="Arial"/>
                <a:ea typeface="Arial"/>
                <a:cs typeface="Arial"/>
              </a:defRPr>
            </a:lvl7pPr>
            <a:lvl8pPr algn="l">
              <a:defRPr sz="2625" b="0">
                <a:solidFill>
                  <a:srgbClr val="295740"/>
                </a:solidFill>
                <a:latin typeface="Arial"/>
                <a:ea typeface="Arial"/>
                <a:cs typeface="Arial"/>
              </a:defRPr>
            </a:lvl8pPr>
            <a:lvl9pPr algn="l">
              <a:defRPr sz="2625" b="0">
                <a:solidFill>
                  <a:srgbClr val="295740"/>
                </a:solidFill>
                <a:latin typeface="Arial"/>
                <a:ea typeface="Arial"/>
                <a:cs typeface="Arial"/>
              </a:defRPr>
            </a:lvl9pPr>
          </a:lstStyle>
          <a:p xmlns:a="http://schemas.openxmlformats.org/drawingml/2006/main">
            <a:pPr algn="l">
              <a:lnSpc>
                <a:spcPct val="105000"/>
              </a:lnSpc>
              <a:buNone/>
              <a:defRPr sz="2625" b="0">
                <a:solidFill>
                  <a:srgbClr val="295740"/>
                </a:solidFill>
                <a:latin typeface="Arial"/>
                <a:ea typeface="Arial"/>
                <a:cs typeface="Arial"/>
              </a:defRPr>
            </a:pPr>
            <a:r>
              <a:rPr sz="2625" b="0">
                <a:solidFill>
                  <a:srgbClr val="295740"/>
                </a:solidFill>
                <a:latin typeface="Arial"/>
                <a:ea typeface="Arial"/>
                <a:cs typeface="Arial"/>
              </a:rPr>
              <a:t>+</a:t>
            </a:r>
          </a:p>
        </p:txBody>
      </p:sp>
      <p:sp>
        <p:nvSpPr>
          <p:cNvPr id="136" name="">
            <a:extLst xmlns:a="http://schemas.openxmlformats.org/drawingml/2006/main">
              <a:ext uri="{FF2B5EF4-FFF2-40B4-BE49-F238E27FC236}">
                <a16:creationId xmlns:a16="http://schemas.microsoft.com/office/drawing/2014/main" id="{0CB6B244-76D2-436A-BE8A-E35ED28DE28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505950" y="5791200"/>
            <a:ext cx="2857500" cy="37147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/>
          <a:lstStyle xmlns:a="http://schemas.openxmlformats.org/drawingml/2006/main">
            <a:defPPr algn="l">
              <a:defRPr sz="157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defPPr>
            <a:lvl1pPr algn="l">
              <a:defRPr sz="157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1pPr>
            <a:lvl2pPr algn="l">
              <a:defRPr sz="157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2pPr>
            <a:lvl3pPr algn="l">
              <a:defRPr sz="157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3pPr>
            <a:lvl4pPr algn="l">
              <a:defRPr sz="157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4pPr>
            <a:lvl5pPr algn="l">
              <a:defRPr sz="157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5pPr>
            <a:lvl6pPr algn="l">
              <a:defRPr sz="157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6pPr>
            <a:lvl7pPr algn="l">
              <a:defRPr sz="157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7pPr>
            <a:lvl8pPr algn="l">
              <a:defRPr sz="157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8pPr>
            <a:lvl9pPr algn="l">
              <a:defRPr sz="157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9pPr>
          </a:lstStyle>
          <a:p xmlns:a="http://schemas.openxmlformats.org/drawingml/2006/main">
            <a:pPr algn="l">
              <a:lnSpc>
                <a:spcPct val="105000"/>
              </a:lnSpc>
              <a:buNone/>
              <a:defRPr sz="157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pPr>
            <a:r>
              <a:rPr sz="1575" b="0">
                <a:solidFill>
                  <a:srgbClr val="111111"/>
                </a:solidFill>
                <a:latin typeface="Arial"/>
                <a:ea typeface="Arial"/>
                <a:cs typeface="Arial"/>
              </a:rPr>
              <a:t>Productos sin ventas recientes</a:t>
            </a:r>
          </a:p>
        </p:txBody>
      </p:sp>
      <p:sp>
        <p:nvSpPr>
          <p:cNvPr id="137" name="">
            <a:extLst xmlns:a="http://schemas.openxmlformats.org/drawingml/2006/main">
              <a:ext uri="{FF2B5EF4-FFF2-40B4-BE49-F238E27FC236}">
                <a16:creationId xmlns:a16="http://schemas.microsoft.com/office/drawing/2014/main" id="{63951CA2-1C09-423A-B463-D95C3567CF5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343400" y="6657975"/>
            <a:ext cx="4762500" cy="57150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/>
          <a:lstStyle xmlns:a="http://schemas.openxmlformats.org/drawingml/2006/main">
            <a:defPPr algn="ctr">
              <a:defRPr sz="315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defPPr>
            <a:lvl1pPr algn="ctr">
              <a:defRPr sz="315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1pPr>
            <a:lvl2pPr algn="ctr">
              <a:defRPr sz="315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2pPr>
            <a:lvl3pPr algn="ctr">
              <a:defRPr sz="315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3pPr>
            <a:lvl4pPr algn="ctr">
              <a:defRPr sz="315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4pPr>
            <a:lvl5pPr algn="ctr">
              <a:defRPr sz="315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5pPr>
            <a:lvl6pPr algn="ctr">
              <a:defRPr sz="315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6pPr>
            <a:lvl7pPr algn="ctr">
              <a:defRPr sz="315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7pPr>
            <a:lvl8pPr algn="ctr">
              <a:defRPr sz="315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8pPr>
            <a:lvl9pPr algn="ctr">
              <a:defRPr sz="315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9pPr>
          </a:lstStyle>
          <a:p xmlns:a="http://schemas.openxmlformats.org/drawingml/2006/main">
            <a:pPr algn="ctr">
              <a:lnSpc>
                <a:spcPct val="105000"/>
              </a:lnSpc>
              <a:buNone/>
              <a:defRPr sz="315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pPr>
            <a:r>
              <a:rPr sz="3150" b="0">
                <a:solidFill>
                  <a:srgbClr val="111111"/>
                </a:solidFill>
                <a:latin typeface="Arial"/>
                <a:ea typeface="Arial"/>
                <a:cs typeface="Arial"/>
              </a:rPr>
              <a:t>Gracias · ¿Preguntas?</a:t>
            </a:r>
          </a:p>
        </p:txBody>
      </p:sp>
    </p:spTree>
    <p:extLst>
      <p:ext uri="{BB962C8B-B14F-4D97-AF65-F5344CB8AC3E}">
        <p14:creationId xmlns:p14="http://schemas.microsoft.com/office/powerpoint/2010/main" val="639200149"/>
      </p:ext>
    </p:extLst>
  </p:cSld>
</p:sld>
</file>

<file path=ppt/theme/theme1.xml><?xml version="1.0" encoding="utf-8"?>
<a:theme xmlns:a="http://schemas.openxmlformats.org/drawingml/2006/main" name="ChatGPT">
  <a:themeElements>
    <a:clrScheme name="ChatGPT">
      <a:dk1>
        <a:srgbClr val="000000"/>
      </a:dk1>
      <a:lt1>
        <a:srgbClr val="FFFFFF"/>
      </a:lt1>
      <a:dk2>
        <a:srgbClr val="0E2841"/>
      </a:dk2>
      <a:lt2>
        <a:srgbClr val="E8E8E8"/>
      </a:lt2>
      <a:accent1>
        <a:srgbClr val="156082"/>
      </a:accent1>
      <a:accent2>
        <a:srgbClr val="E97132"/>
      </a:accent2>
      <a:accent3>
        <a:srgbClr val="196B24"/>
      </a:accent3>
      <a:accent4>
        <a:srgbClr val="0F9ED5"/>
      </a:accent4>
      <a:accent5>
        <a:srgbClr val="A02B93"/>
      </a:accent5>
      <a:accent6>
        <a:srgbClr val="4EA72E"/>
      </a:accent6>
      <a:hlink>
        <a:srgbClr val="467886"/>
      </a:hlink>
      <a:folHlink>
        <a:srgbClr val="96607D"/>
      </a:folHlink>
    </a:clrScheme>
    <a:fontScheme name="">
      <a:majorFont>
        <a:latin typeface="Aptos"/>
        <a:ea typeface=""/>
        <a:cs typeface=""/>
      </a:majorFont>
      <a:minorFont>
        <a:latin typeface="Aptos"/>
        <a:ea typeface=""/>
        <a:cs typeface=""/>
      </a:minorFont>
    </a:fontScheme>
    <a:fmtScheme name="ChatGPT">
      <a:fillStyleLst>
        <a:solidFill>
          <a:schemeClr val="phClr"/>
        </a:solidFill>
        <a:gradFill>
          <a:gsLst>
            <a:gs pos="0">
              <a:schemeClr val="phClr">
                <a:tint val="67000"/>
                <a:lumMod val="110000"/>
                <a:satMod val="105000"/>
              </a:schemeClr>
            </a:gs>
            <a:gs pos="50000">
              <a:schemeClr val="phClr">
                <a:tint val="73000"/>
                <a:lumMod val="105000"/>
                <a:satMod val="103000"/>
              </a:schemeClr>
            </a:gs>
            <a:gs pos="100000">
              <a:schemeClr val="phClr">
                <a:tint val="81000"/>
                <a:lumMod val="105000"/>
                <a:satMod val="109000"/>
              </a:schemeClr>
            </a:gs>
          </a:gsLst>
          <a:lin ang="5400000" scaled="0"/>
        </a:gradFill>
        <a:gradFill>
          <a:gsLst>
            <a:gs pos="0">
              <a:schemeClr val="phClr">
                <a:tint val="94000"/>
                <a:lumMod val="102000"/>
                <a:satMod val="103000"/>
              </a:schemeClr>
            </a:gs>
            <a:gs pos="50000">
              <a:schemeClr val="phClr">
                <a:shade val="100000"/>
                <a:lumMod val="100000"/>
                <a:satMod val="110000"/>
              </a:schemeClr>
            </a:gs>
            <a:gs pos="100000">
              <a:schemeClr val="phClr">
                <a:shade val="78000"/>
                <a:lumMod val="99000"/>
                <a:satMod val="120000"/>
              </a:schemeClr>
            </a:gs>
          </a:gsLst>
          <a:lin ang="5400000" scaled="0"/>
        </a:gradFill>
      </a:fillStyleLst>
      <a:lnStyleLst>
        <a:ln w="12700">
          <a:solidFill>
            <a:schemeClr val="phClr"/>
          </a:solidFill>
          <a:prstDash val="solid"/>
        </a:ln>
        <a:ln w="19050">
          <a:solidFill>
            <a:schemeClr val="phClr"/>
          </a:solidFill>
          <a:prstDash val="solid"/>
        </a:ln>
        <a:ln w="25400">
          <a:solidFill>
            <a:schemeClr val="phClr"/>
          </a:solidFill>
          <a:prstDash val="solid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>
              <a:srgbClr val="000000">
                <a:alpha val="16000"/>
              </a:srgbClr>
            </a:outerShdw>
          </a:effectLst>
        </a:effectStyle>
        <a:effectStyle>
          <a:effectLst>
            <a:outerShdw blurRad="19050" dist="9525" dir="5400000">
              <a:srgbClr val="000000">
                <a:alpha val="6000"/>
              </a:srgbClr>
            </a:outerShdw>
          </a:effectLst>
        </a:effectStyle>
        <a:effectStyle>
          <a:effectLst>
            <a:outerShdw blurRad="28575" dist="9525" dir="5400000">
              <a:srgbClr val="000000">
                <a:alpha val="8000"/>
              </a:srgbClr>
            </a:outerShdw>
          </a:effectLst>
        </a:effectStyle>
        <a:effectStyle>
          <a:effectLst>
            <a:outerShdw blurRad="57150" dist="19050" dir="5400000">
              <a:srgbClr val="000000">
                <a:alpha val="10000"/>
              </a:srgbClr>
            </a:outerShdw>
          </a:effectLst>
        </a:effectStyle>
        <a:effectStyle>
          <a:effectLst>
            <a:outerShdw blurRad="114300" dist="38100" dir="5400000">
              <a:srgbClr val="000000">
                <a:alpha val="12000"/>
              </a:srgbClr>
            </a:outerShdw>
          </a:effectLst>
        </a:effectStyle>
        <a:effectStyle>
          <a:effectLst>
            <a:outerShdw blurRad="171450" dist="57150" dir="5400000">
              <a:srgbClr val="000000">
                <a:alpha val="16000"/>
              </a:srgbClr>
            </a:outerShdw>
          </a:effectLst>
        </a:effectStyle>
        <a:effectStyle>
          <a:effectLst>
            <a:outerShdw blurRad="266700" dist="95250" dir="5400000">
              <a:srgbClr val="000000">
                <a:alpha val="24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>
          <a:gsLst>
            <a:gs pos="0">
              <a:schemeClr val="phClr">
                <a:tint val="93000"/>
                <a:shade val="98000"/>
                <a:lumMod val="102000"/>
                <a:satMod val="150000"/>
              </a:schemeClr>
            </a:gs>
            <a:gs pos="50000">
              <a:schemeClr val="phClr">
                <a:tint val="98000"/>
                <a:shade val="90000"/>
                <a:lumMod val="103000"/>
                <a:satMod val="130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</a:theme>
</file>

<file path=docProps/app.xml><?xml version="1.0" encoding="utf-8"?>
<ap:Properties xmlns:ap="http://schemas.openxmlformats.org/officeDocument/2006/extended-properties">
  <ap:Application>Walnut Exporter</ap:Application>
  <ap:PresentationFormat>Converted Presentation</ap:PresentationFormat>
  <ap:Slides>0</ap:Slides>
  <ap:Notes>0</ap:Notes>
  <ap:HiddenSlides>0</ap:HiddenSlides>
  <ap:SharedDoc>false</ap:SharedDoc>
  <ap:DocSecurity>0</ap:DocSecurity>
</ap:Properties>
</file>

<file path=docProps/core.xml><?xml version="1.0" encoding="utf-8"?>
<coreProperties xmlns:dc="http://purl.org/dc/elements/1.1/" xmlns:dcterms="http://purl.org/dc/terms/" xmlns:xsi="http://www.w3.org/2001/XMLSchema-instance" xmlns="http://schemas.openxmlformats.org/package/2006/metadata/core-properties">
  <dc:creator>Walnut Exporter</dc:creator>
  <lastModifiedBy>Walnut Exporter</lastModifiedBy>
  <dc:title>Presentation</dc:title>
  <dcterms:created xsi:type="dcterms:W3CDTF">2026-10-30T02:34:35.9710000Z</dcterms:created>
  <dcterms:modified xsi:type="dcterms:W3CDTF">2026-10-30T02:34:35.9710000Z</dcterms:modified>
</coreProperties>
</file>